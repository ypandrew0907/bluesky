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Lst>
  <p:sldSz cy="5143500" cx="9144000"/>
  <p:notesSz cx="6858000" cy="9144000"/>
  <p:embeddedFontLst>
    <p:embeddedFont>
      <p:font typeface="Raleway"/>
      <p:regular r:id="rId40"/>
      <p:bold r:id="rId41"/>
      <p:italic r:id="rId42"/>
      <p:boldItalic r:id="rId43"/>
    </p:embeddedFont>
    <p:embeddedFont>
      <p:font typeface="Raleway SemiBold"/>
      <p:regular r:id="rId44"/>
      <p:bold r:id="rId45"/>
      <p:italic r:id="rId46"/>
      <p:boldItalic r:id="rId47"/>
    </p:embeddedFont>
    <p:embeddedFont>
      <p:font typeface="Hanken Grotesk"/>
      <p:regular r:id="rId48"/>
      <p:bold r:id="rId49"/>
      <p:italic r:id="rId50"/>
      <p:boldItalic r:id="rId51"/>
    </p:embeddedFont>
    <p:embeddedFont>
      <p:font typeface="Inter"/>
      <p:regular r:id="rId52"/>
      <p:bold r:id="rId53"/>
      <p:italic r:id="rId54"/>
      <p:boldItalic r:id="rId55"/>
    </p:embeddedFont>
    <p:embeddedFont>
      <p:font typeface="Kedebideri SemiBold"/>
      <p:regular r:id="rId56"/>
      <p:bold r:id="rId57"/>
    </p:embeddedFont>
    <p:embeddedFont>
      <p:font typeface="Stack Sans Notch Medium"/>
      <p:regular r:id="rId58"/>
      <p:bold r:id="rId59"/>
    </p:embeddedFont>
    <p:embeddedFont>
      <p:font typeface="Raleway Medium"/>
      <p:regular r:id="rId60"/>
      <p:bold r:id="rId61"/>
      <p:italic r:id="rId62"/>
      <p:boldItalic r:id="rId63"/>
    </p:embeddedFont>
    <p:embeddedFont>
      <p:font typeface="Kedebideri"/>
      <p:regular r:id="rId64"/>
      <p:bold r:id="rId65"/>
    </p:embeddedFont>
    <p:embeddedFont>
      <p:font typeface="Kedebideri ExtraBold"/>
      <p:bold r:id="rId66"/>
    </p:embeddedFont>
    <p:embeddedFont>
      <p:font typeface="Stack Sans Notch Light"/>
      <p:regular r:id="rId67"/>
      <p:bold r:id="rId68"/>
    </p:embeddedFont>
    <p:embeddedFont>
      <p:font typeface="Open Sans"/>
      <p:regular r:id="rId69"/>
      <p:bold r:id="rId70"/>
      <p:italic r:id="rId71"/>
      <p:boldItalic r:id="rId7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CE97718-CCB1-4269-835A-FB05356AE4E7}">
  <a:tblStyle styleId="{1CE97718-CCB1-4269-835A-FB05356AE4E7}"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Raleway-regular.fntdata"/><Relationship Id="rId42" Type="http://schemas.openxmlformats.org/officeDocument/2006/relationships/font" Target="fonts/Raleway-italic.fntdata"/><Relationship Id="rId41" Type="http://schemas.openxmlformats.org/officeDocument/2006/relationships/font" Target="fonts/Raleway-bold.fntdata"/><Relationship Id="rId44" Type="http://schemas.openxmlformats.org/officeDocument/2006/relationships/font" Target="fonts/RalewaySemiBold-regular.fntdata"/><Relationship Id="rId43" Type="http://schemas.openxmlformats.org/officeDocument/2006/relationships/font" Target="fonts/Raleway-boldItalic.fntdata"/><Relationship Id="rId46" Type="http://schemas.openxmlformats.org/officeDocument/2006/relationships/font" Target="fonts/RalewaySemiBold-italic.fntdata"/><Relationship Id="rId45" Type="http://schemas.openxmlformats.org/officeDocument/2006/relationships/font" Target="fonts/RalewaySemiBold-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font" Target="fonts/HankenGrotesk-regular.fntdata"/><Relationship Id="rId47" Type="http://schemas.openxmlformats.org/officeDocument/2006/relationships/font" Target="fonts/RalewaySemiBold-boldItalic.fntdata"/><Relationship Id="rId49" Type="http://schemas.openxmlformats.org/officeDocument/2006/relationships/font" Target="fonts/HankenGrotesk-bold.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2" Type="http://schemas.openxmlformats.org/officeDocument/2006/relationships/font" Target="fonts/OpenSans-boldItalic.fntdata"/><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71" Type="http://schemas.openxmlformats.org/officeDocument/2006/relationships/font" Target="fonts/OpenSans-italic.fntdata"/><Relationship Id="rId70" Type="http://schemas.openxmlformats.org/officeDocument/2006/relationships/font" Target="fonts/OpenSans-bold.fnt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RalewayMedium-italic.fntdata"/><Relationship Id="rId61" Type="http://schemas.openxmlformats.org/officeDocument/2006/relationships/font" Target="fonts/RalewayMedium-bold.fntdata"/><Relationship Id="rId20" Type="http://schemas.openxmlformats.org/officeDocument/2006/relationships/slide" Target="slides/slide14.xml"/><Relationship Id="rId64" Type="http://schemas.openxmlformats.org/officeDocument/2006/relationships/font" Target="fonts/Kedebideri-regular.fntdata"/><Relationship Id="rId63" Type="http://schemas.openxmlformats.org/officeDocument/2006/relationships/font" Target="fonts/RalewayMedium-boldItalic.fntdata"/><Relationship Id="rId22" Type="http://schemas.openxmlformats.org/officeDocument/2006/relationships/slide" Target="slides/slide16.xml"/><Relationship Id="rId66" Type="http://schemas.openxmlformats.org/officeDocument/2006/relationships/font" Target="fonts/KedebideriExtraBold-bold.fntdata"/><Relationship Id="rId21" Type="http://schemas.openxmlformats.org/officeDocument/2006/relationships/slide" Target="slides/slide15.xml"/><Relationship Id="rId65" Type="http://schemas.openxmlformats.org/officeDocument/2006/relationships/font" Target="fonts/Kedebideri-bold.fntdata"/><Relationship Id="rId24" Type="http://schemas.openxmlformats.org/officeDocument/2006/relationships/slide" Target="slides/slide18.xml"/><Relationship Id="rId68" Type="http://schemas.openxmlformats.org/officeDocument/2006/relationships/font" Target="fonts/StackSansNotchLight-bold.fntdata"/><Relationship Id="rId23" Type="http://schemas.openxmlformats.org/officeDocument/2006/relationships/slide" Target="slides/slide17.xml"/><Relationship Id="rId67" Type="http://schemas.openxmlformats.org/officeDocument/2006/relationships/font" Target="fonts/StackSansNotchLight-regular.fntdata"/><Relationship Id="rId60" Type="http://schemas.openxmlformats.org/officeDocument/2006/relationships/font" Target="fonts/RalewayMedium-regular.fntdata"/><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OpenSans-regular.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HankenGrotesk-boldItalic.fntdata"/><Relationship Id="rId50" Type="http://schemas.openxmlformats.org/officeDocument/2006/relationships/font" Target="fonts/HankenGrotesk-italic.fntdata"/><Relationship Id="rId53" Type="http://schemas.openxmlformats.org/officeDocument/2006/relationships/font" Target="fonts/Inter-bold.fntdata"/><Relationship Id="rId52" Type="http://schemas.openxmlformats.org/officeDocument/2006/relationships/font" Target="fonts/Inter-regular.fntdata"/><Relationship Id="rId11" Type="http://schemas.openxmlformats.org/officeDocument/2006/relationships/slide" Target="slides/slide5.xml"/><Relationship Id="rId55" Type="http://schemas.openxmlformats.org/officeDocument/2006/relationships/font" Target="fonts/Inter-boldItalic.fntdata"/><Relationship Id="rId10" Type="http://schemas.openxmlformats.org/officeDocument/2006/relationships/slide" Target="slides/slide4.xml"/><Relationship Id="rId54" Type="http://schemas.openxmlformats.org/officeDocument/2006/relationships/font" Target="fonts/Inter-italic.fntdata"/><Relationship Id="rId13" Type="http://schemas.openxmlformats.org/officeDocument/2006/relationships/slide" Target="slides/slide7.xml"/><Relationship Id="rId57" Type="http://schemas.openxmlformats.org/officeDocument/2006/relationships/font" Target="fonts/KedebideriSemiBold-bold.fntdata"/><Relationship Id="rId12" Type="http://schemas.openxmlformats.org/officeDocument/2006/relationships/slide" Target="slides/slide6.xml"/><Relationship Id="rId56" Type="http://schemas.openxmlformats.org/officeDocument/2006/relationships/font" Target="fonts/KedebideriSemiBold-regular.fntdata"/><Relationship Id="rId15" Type="http://schemas.openxmlformats.org/officeDocument/2006/relationships/slide" Target="slides/slide9.xml"/><Relationship Id="rId59" Type="http://schemas.openxmlformats.org/officeDocument/2006/relationships/font" Target="fonts/StackSansNotchMedium-bold.fntdata"/><Relationship Id="rId14" Type="http://schemas.openxmlformats.org/officeDocument/2006/relationships/slide" Target="slides/slide8.xml"/><Relationship Id="rId58" Type="http://schemas.openxmlformats.org/officeDocument/2006/relationships/font" Target="fonts/StackSansNotchMedium-regular.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ed3401ed36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ed3401ed36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e1d838b627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e1d838b627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e1d838b627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e1d838b627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e1d838b627_4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e1d838b627_4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e1d838b627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e1d838b627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3fb61485ab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3fb61485ab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3fb61485ab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33fb61485ab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e1d838b627_4_2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e1d838b627_4_2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ac515ad6ad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3ac515ad6ad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aaba173ae9_2_99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aaba173ae9_2_99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aaba173ae9_2_50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aaba173ae9_2_50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3aaba173ae9_2_50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3aaba173ae9_2_50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3aaba173ae9_2_50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3aaba173ae9_2_50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3aaba173ae9_2_52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6" name="Google Shape;466;g3aaba173ae9_2_5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5" name="Shape 975"/>
        <p:cNvGrpSpPr/>
        <p:nvPr/>
      </p:nvGrpSpPr>
      <p:grpSpPr>
        <a:xfrm>
          <a:off x="0" y="0"/>
          <a:ext cx="0" cy="0"/>
          <a:chOff x="0" y="0"/>
          <a:chExt cx="0" cy="0"/>
        </a:xfrm>
      </p:grpSpPr>
      <p:sp>
        <p:nvSpPr>
          <p:cNvPr id="976" name="Google Shape;976;g3aaba173ae9_2_57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7" name="Google Shape;977;g3aaba173ae9_2_57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7" name="Shape 1287"/>
        <p:cNvGrpSpPr/>
        <p:nvPr/>
      </p:nvGrpSpPr>
      <p:grpSpPr>
        <a:xfrm>
          <a:off x="0" y="0"/>
          <a:ext cx="0" cy="0"/>
          <a:chOff x="0" y="0"/>
          <a:chExt cx="0" cy="0"/>
        </a:xfrm>
      </p:grpSpPr>
      <p:sp>
        <p:nvSpPr>
          <p:cNvPr id="1288" name="Google Shape;1288;g3aaba173ae9_2_60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9" name="Google Shape;1289;g3aaba173ae9_2_60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2" name="Shape 1322"/>
        <p:cNvGrpSpPr/>
        <p:nvPr/>
      </p:nvGrpSpPr>
      <p:grpSpPr>
        <a:xfrm>
          <a:off x="0" y="0"/>
          <a:ext cx="0" cy="0"/>
          <a:chOff x="0" y="0"/>
          <a:chExt cx="0" cy="0"/>
        </a:xfrm>
      </p:grpSpPr>
      <p:sp>
        <p:nvSpPr>
          <p:cNvPr id="1323" name="Google Shape;1323;g3aaba173ae9_2_60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4" name="Google Shape;1324;g3aaba173ae9_2_60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5" name="Shape 1555"/>
        <p:cNvGrpSpPr/>
        <p:nvPr/>
      </p:nvGrpSpPr>
      <p:grpSpPr>
        <a:xfrm>
          <a:off x="0" y="0"/>
          <a:ext cx="0" cy="0"/>
          <a:chOff x="0" y="0"/>
          <a:chExt cx="0" cy="0"/>
        </a:xfrm>
      </p:grpSpPr>
      <p:sp>
        <p:nvSpPr>
          <p:cNvPr id="1556" name="Google Shape;1556;g3aaba173ae9_2_63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7" name="Google Shape;1557;g3aaba173ae9_2_63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4" name="Shape 1714"/>
        <p:cNvGrpSpPr/>
        <p:nvPr/>
      </p:nvGrpSpPr>
      <p:grpSpPr>
        <a:xfrm>
          <a:off x="0" y="0"/>
          <a:ext cx="0" cy="0"/>
          <a:chOff x="0" y="0"/>
          <a:chExt cx="0" cy="0"/>
        </a:xfrm>
      </p:grpSpPr>
      <p:sp>
        <p:nvSpPr>
          <p:cNvPr id="1715" name="Google Shape;1715;g3aaba173ae9_2_64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6" name="Google Shape;1716;g3aaba173ae9_2_64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6" name="Shape 2026"/>
        <p:cNvGrpSpPr/>
        <p:nvPr/>
      </p:nvGrpSpPr>
      <p:grpSpPr>
        <a:xfrm>
          <a:off x="0" y="0"/>
          <a:ext cx="0" cy="0"/>
          <a:chOff x="0" y="0"/>
          <a:chExt cx="0" cy="0"/>
        </a:xfrm>
      </p:grpSpPr>
      <p:sp>
        <p:nvSpPr>
          <p:cNvPr id="2027" name="Google Shape;2027;g3aaba173ae9_2_67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8" name="Google Shape;2028;g3aaba173ae9_2_67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0" name="Shape 2320"/>
        <p:cNvGrpSpPr/>
        <p:nvPr/>
      </p:nvGrpSpPr>
      <p:grpSpPr>
        <a:xfrm>
          <a:off x="0" y="0"/>
          <a:ext cx="0" cy="0"/>
          <a:chOff x="0" y="0"/>
          <a:chExt cx="0" cy="0"/>
        </a:xfrm>
      </p:grpSpPr>
      <p:sp>
        <p:nvSpPr>
          <p:cNvPr id="2321" name="Google Shape;2321;g3aaba173ae9_2_70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2" name="Google Shape;2322;g3aaba173ae9_2_70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9" name="Shape 2679"/>
        <p:cNvGrpSpPr/>
        <p:nvPr/>
      </p:nvGrpSpPr>
      <p:grpSpPr>
        <a:xfrm>
          <a:off x="0" y="0"/>
          <a:ext cx="0" cy="0"/>
          <a:chOff x="0" y="0"/>
          <a:chExt cx="0" cy="0"/>
        </a:xfrm>
      </p:grpSpPr>
      <p:sp>
        <p:nvSpPr>
          <p:cNvPr id="2680" name="Google Shape;2680;g3aaba173ae9_2_74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1" name="Google Shape;2681;g3aaba173ae9_2_74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6" name="Shape 3096"/>
        <p:cNvGrpSpPr/>
        <p:nvPr/>
      </p:nvGrpSpPr>
      <p:grpSpPr>
        <a:xfrm>
          <a:off x="0" y="0"/>
          <a:ext cx="0" cy="0"/>
          <a:chOff x="0" y="0"/>
          <a:chExt cx="0" cy="0"/>
        </a:xfrm>
      </p:grpSpPr>
      <p:sp>
        <p:nvSpPr>
          <p:cNvPr id="3097" name="Google Shape;3097;g3aaba173ae9_2_78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8" name="Google Shape;3098;g3aaba173ae9_2_78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6" name="Shape 3436"/>
        <p:cNvGrpSpPr/>
        <p:nvPr/>
      </p:nvGrpSpPr>
      <p:grpSpPr>
        <a:xfrm>
          <a:off x="0" y="0"/>
          <a:ext cx="0" cy="0"/>
          <a:chOff x="0" y="0"/>
          <a:chExt cx="0" cy="0"/>
        </a:xfrm>
      </p:grpSpPr>
      <p:sp>
        <p:nvSpPr>
          <p:cNvPr id="3437" name="Google Shape;3437;g3aaba173ae9_2_8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8" name="Google Shape;3438;g3aaba173ae9_2_8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4" name="Shape 3624"/>
        <p:cNvGrpSpPr/>
        <p:nvPr/>
      </p:nvGrpSpPr>
      <p:grpSpPr>
        <a:xfrm>
          <a:off x="0" y="0"/>
          <a:ext cx="0" cy="0"/>
          <a:chOff x="0" y="0"/>
          <a:chExt cx="0" cy="0"/>
        </a:xfrm>
      </p:grpSpPr>
      <p:sp>
        <p:nvSpPr>
          <p:cNvPr id="3625" name="Google Shape;3625;g3aaba173ae9_2_83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6" name="Google Shape;3626;g3aaba173ae9_2_83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0" name="Shape 3870"/>
        <p:cNvGrpSpPr/>
        <p:nvPr/>
      </p:nvGrpSpPr>
      <p:grpSpPr>
        <a:xfrm>
          <a:off x="0" y="0"/>
          <a:ext cx="0" cy="0"/>
          <a:chOff x="0" y="0"/>
          <a:chExt cx="0" cy="0"/>
        </a:xfrm>
      </p:grpSpPr>
      <p:sp>
        <p:nvSpPr>
          <p:cNvPr id="3871" name="Google Shape;3871;g3aaba173ae9_2_86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72" name="Google Shape;3872;g3aaba173ae9_2_86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9" name="Shape 3999"/>
        <p:cNvGrpSpPr/>
        <p:nvPr/>
      </p:nvGrpSpPr>
      <p:grpSpPr>
        <a:xfrm>
          <a:off x="0" y="0"/>
          <a:ext cx="0" cy="0"/>
          <a:chOff x="0" y="0"/>
          <a:chExt cx="0" cy="0"/>
        </a:xfrm>
      </p:grpSpPr>
      <p:sp>
        <p:nvSpPr>
          <p:cNvPr id="4000" name="Google Shape;4000;g3aaba173ae9_2_87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01" name="Google Shape;4001;g3aaba173ae9_2_87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3" name="Shape 4053"/>
        <p:cNvGrpSpPr/>
        <p:nvPr/>
      </p:nvGrpSpPr>
      <p:grpSpPr>
        <a:xfrm>
          <a:off x="0" y="0"/>
          <a:ext cx="0" cy="0"/>
          <a:chOff x="0" y="0"/>
          <a:chExt cx="0" cy="0"/>
        </a:xfrm>
      </p:grpSpPr>
      <p:sp>
        <p:nvSpPr>
          <p:cNvPr id="4054" name="Google Shape;4054;g3aaba173ae9_2_87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55" name="Google Shape;4055;g3aaba173ae9_2_87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5" name="Shape 4255"/>
        <p:cNvGrpSpPr/>
        <p:nvPr/>
      </p:nvGrpSpPr>
      <p:grpSpPr>
        <a:xfrm>
          <a:off x="0" y="0"/>
          <a:ext cx="0" cy="0"/>
          <a:chOff x="0" y="0"/>
          <a:chExt cx="0" cy="0"/>
        </a:xfrm>
      </p:grpSpPr>
      <p:sp>
        <p:nvSpPr>
          <p:cNvPr id="4256" name="Google Shape;4256;g3aaba173ae9_2_89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57" name="Google Shape;4257;g3aaba173ae9_2_89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7" name="Shape 4517"/>
        <p:cNvGrpSpPr/>
        <p:nvPr/>
      </p:nvGrpSpPr>
      <p:grpSpPr>
        <a:xfrm>
          <a:off x="0" y="0"/>
          <a:ext cx="0" cy="0"/>
          <a:chOff x="0" y="0"/>
          <a:chExt cx="0" cy="0"/>
        </a:xfrm>
      </p:grpSpPr>
      <p:sp>
        <p:nvSpPr>
          <p:cNvPr id="4518" name="Google Shape;4518;g3aaba173ae9_2_92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19" name="Google Shape;4519;g3aaba173ae9_2_92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0" name="Shape 4670"/>
        <p:cNvGrpSpPr/>
        <p:nvPr/>
      </p:nvGrpSpPr>
      <p:grpSpPr>
        <a:xfrm>
          <a:off x="0" y="0"/>
          <a:ext cx="0" cy="0"/>
          <a:chOff x="0" y="0"/>
          <a:chExt cx="0" cy="0"/>
        </a:xfrm>
      </p:grpSpPr>
      <p:sp>
        <p:nvSpPr>
          <p:cNvPr id="4671" name="Google Shape;4671;g3aaba173ae9_2_94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72" name="Google Shape;4672;g3aaba173ae9_2_94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3" name="Shape 4903"/>
        <p:cNvGrpSpPr/>
        <p:nvPr/>
      </p:nvGrpSpPr>
      <p:grpSpPr>
        <a:xfrm>
          <a:off x="0" y="0"/>
          <a:ext cx="0" cy="0"/>
          <a:chOff x="0" y="0"/>
          <a:chExt cx="0" cy="0"/>
        </a:xfrm>
      </p:grpSpPr>
      <p:sp>
        <p:nvSpPr>
          <p:cNvPr id="4904" name="Google Shape;4904;g3aaba173ae9_2_96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05" name="Google Shape;4905;g3aaba173ae9_2_96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0" name="Shape 5090"/>
        <p:cNvGrpSpPr/>
        <p:nvPr/>
      </p:nvGrpSpPr>
      <p:grpSpPr>
        <a:xfrm>
          <a:off x="0" y="0"/>
          <a:ext cx="0" cy="0"/>
          <a:chOff x="0" y="0"/>
          <a:chExt cx="0" cy="0"/>
        </a:xfrm>
      </p:grpSpPr>
      <p:sp>
        <p:nvSpPr>
          <p:cNvPr id="5091" name="Google Shape;5091;g3aaba173ae9_2_98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92" name="Google Shape;5092;g3aaba173ae9_2_98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jpg"/><Relationship Id="rId3" Type="http://schemas.openxmlformats.org/officeDocument/2006/relationships/hyperlink" Target="https://bit.ly/3A1uf1Q" TargetMode="External"/><Relationship Id="rId4" Type="http://schemas.openxmlformats.org/officeDocument/2006/relationships/hyperlink" Target="http://bit.ly/2TtBDfr" TargetMode="Externa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g"/><Relationship Id="rId3" Type="http://schemas.openxmlformats.org/officeDocument/2006/relationships/image" Target="../media/image6.jp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pic>
        <p:nvPicPr>
          <p:cNvPr id="9" name="Google Shape;9;p2" title="BG_111_Data-visual.jpg"/>
          <p:cNvPicPr preferRelativeResize="0"/>
          <p:nvPr/>
        </p:nvPicPr>
        <p:blipFill rotWithShape="1">
          <a:blip r:embed="rId2">
            <a:alphaModFix/>
          </a:blip>
          <a:srcRect b="0" l="0" r="0" t="0"/>
          <a:stretch/>
        </p:blipFill>
        <p:spPr>
          <a:xfrm>
            <a:off x="-1" y="2232"/>
            <a:ext cx="9144003" cy="5139037"/>
          </a:xfrm>
          <a:prstGeom prst="rect">
            <a:avLst/>
          </a:prstGeom>
          <a:noFill/>
          <a:ln>
            <a:noFill/>
          </a:ln>
        </p:spPr>
      </p:pic>
      <p:sp>
        <p:nvSpPr>
          <p:cNvPr id="10" name="Google Shape;10;p2"/>
          <p:cNvSpPr txBox="1"/>
          <p:nvPr>
            <p:ph type="ctrTitle"/>
          </p:nvPr>
        </p:nvSpPr>
        <p:spPr>
          <a:xfrm>
            <a:off x="1326300" y="1587600"/>
            <a:ext cx="4702800" cy="1968300"/>
          </a:xfrm>
          <a:prstGeom prst="rect">
            <a:avLst/>
          </a:prstGeom>
        </p:spPr>
        <p:txBody>
          <a:bodyPr anchorCtr="0" anchor="b" bIns="91425" lIns="91425" spcFirstLastPara="1" rIns="91425" wrap="square" tIns="91425">
            <a:noAutofit/>
          </a:bodyPr>
          <a:lstStyle>
            <a:lvl1pPr lvl="0">
              <a:spcBef>
                <a:spcPts val="0"/>
              </a:spcBef>
              <a:spcAft>
                <a:spcPts val="0"/>
              </a:spcAft>
              <a:buClr>
                <a:srgbClr val="191919"/>
              </a:buClr>
              <a:buSzPts val="5200"/>
              <a:buNone/>
              <a:defRPr sz="60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1" name="Google Shape;11;p2"/>
          <p:cNvSpPr txBox="1"/>
          <p:nvPr>
            <p:ph idx="1" type="subTitle"/>
          </p:nvPr>
        </p:nvSpPr>
        <p:spPr>
          <a:xfrm>
            <a:off x="6900875" y="3933700"/>
            <a:ext cx="1697400" cy="5325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200">
                <a:solidFill>
                  <a:schemeClr val="accent4"/>
                </a:solidFill>
                <a:latin typeface="Kedebideri SemiBold"/>
                <a:ea typeface="Kedebideri SemiBold"/>
                <a:cs typeface="Kedebideri SemiBold"/>
                <a:sym typeface="Kedebideri SemiBold"/>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2" name="Shape 12"/>
        <p:cNvGrpSpPr/>
        <p:nvPr/>
      </p:nvGrpSpPr>
      <p:grpSpPr>
        <a:xfrm>
          <a:off x="0" y="0"/>
          <a:ext cx="0" cy="0"/>
          <a:chOff x="0" y="0"/>
          <a:chExt cx="0" cy="0"/>
        </a:xfrm>
      </p:grpSpPr>
      <p:pic>
        <p:nvPicPr>
          <p:cNvPr id="13" name="Google Shape;13;p3" title="BG_3_Data-visual.jpg"/>
          <p:cNvPicPr preferRelativeResize="0"/>
          <p:nvPr/>
        </p:nvPicPr>
        <p:blipFill rotWithShape="1">
          <a:blip r:embed="rId2">
            <a:alphaModFix/>
          </a:blip>
          <a:srcRect b="347" l="0" r="0" t="347"/>
          <a:stretch/>
        </p:blipFill>
        <p:spPr>
          <a:xfrm flipH="1">
            <a:off x="-282600" y="-137625"/>
            <a:ext cx="9505951" cy="5305324"/>
          </a:xfrm>
          <a:prstGeom prst="rect">
            <a:avLst/>
          </a:prstGeom>
          <a:noFill/>
          <a:ln>
            <a:noFill/>
          </a:ln>
        </p:spPr>
      </p:pic>
      <p:sp>
        <p:nvSpPr>
          <p:cNvPr id="14" name="Google Shape;14;p3"/>
          <p:cNvSpPr txBox="1"/>
          <p:nvPr>
            <p:ph type="title"/>
          </p:nvPr>
        </p:nvSpPr>
        <p:spPr>
          <a:xfrm>
            <a:off x="5086975" y="1736775"/>
            <a:ext cx="3828300" cy="1698300"/>
          </a:xfrm>
          <a:prstGeom prst="rect">
            <a:avLst/>
          </a:prstGeom>
          <a:ln>
            <a:noFill/>
          </a:ln>
        </p:spPr>
        <p:txBody>
          <a:bodyPr anchorCtr="0" anchor="ctr" bIns="91425" lIns="91425" spcFirstLastPara="1" rIns="91425" wrap="square" tIns="91425">
            <a:noAutofit/>
          </a:bodyPr>
          <a:lstStyle>
            <a:lvl1pPr lvl="0">
              <a:spcBef>
                <a:spcPts val="0"/>
              </a:spcBef>
              <a:spcAft>
                <a:spcPts val="0"/>
              </a:spcAft>
              <a:buSzPts val="3600"/>
              <a:buNone/>
              <a:defRPr sz="4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hasCustomPrompt="1" idx="2" type="title"/>
          </p:nvPr>
        </p:nvSpPr>
        <p:spPr>
          <a:xfrm>
            <a:off x="1326300" y="1862778"/>
            <a:ext cx="1489800" cy="14022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6000"/>
              <a:buNone/>
              <a:defRPr sz="6000">
                <a:solidFill>
                  <a:schemeClr val="accent1"/>
                </a:solidFill>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pic>
        <p:nvPicPr>
          <p:cNvPr id="17" name="Google Shape;17;p4" title="BG_23_Data-visual.jpg"/>
          <p:cNvPicPr preferRelativeResize="0"/>
          <p:nvPr/>
        </p:nvPicPr>
        <p:blipFill>
          <a:blip r:embed="rId2">
            <a:alphaModFix/>
          </a:blip>
          <a:stretch>
            <a:fillRect/>
          </a:stretch>
        </p:blipFill>
        <p:spPr>
          <a:xfrm>
            <a:off x="0" y="2232"/>
            <a:ext cx="9144003" cy="5139037"/>
          </a:xfrm>
          <a:prstGeom prst="rect">
            <a:avLst/>
          </a:prstGeom>
          <a:noFill/>
          <a:ln>
            <a:noFill/>
          </a:ln>
        </p:spPr>
      </p:pic>
      <p:sp>
        <p:nvSpPr>
          <p:cNvPr id="18" name="Google Shape;18;p4"/>
          <p:cNvSpPr txBox="1"/>
          <p:nvPr>
            <p:ph type="title"/>
          </p:nvPr>
        </p:nvSpPr>
        <p:spPr>
          <a:xfrm>
            <a:off x="457200" y="228600"/>
            <a:ext cx="3271200" cy="9648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SzPts val="2600"/>
              <a:buNone/>
              <a:defRPr sz="2600"/>
            </a:lvl1pPr>
            <a:lvl2pPr lvl="1" rtl="0">
              <a:spcBef>
                <a:spcPts val="0"/>
              </a:spcBef>
              <a:spcAft>
                <a:spcPts val="0"/>
              </a:spcAft>
              <a:buSzPts val="2600"/>
              <a:buNone/>
              <a:defRPr sz="2600"/>
            </a:lvl2pPr>
            <a:lvl3pPr lvl="2" rtl="0">
              <a:spcBef>
                <a:spcPts val="0"/>
              </a:spcBef>
              <a:spcAft>
                <a:spcPts val="0"/>
              </a:spcAft>
              <a:buSzPts val="2600"/>
              <a:buNone/>
              <a:defRPr sz="2600"/>
            </a:lvl3pPr>
            <a:lvl4pPr lvl="3" rtl="0">
              <a:spcBef>
                <a:spcPts val="0"/>
              </a:spcBef>
              <a:spcAft>
                <a:spcPts val="0"/>
              </a:spcAft>
              <a:buSzPts val="2600"/>
              <a:buNone/>
              <a:defRPr sz="2600"/>
            </a:lvl4pPr>
            <a:lvl5pPr lvl="4" rtl="0">
              <a:spcBef>
                <a:spcPts val="0"/>
              </a:spcBef>
              <a:spcAft>
                <a:spcPts val="0"/>
              </a:spcAft>
              <a:buSzPts val="2600"/>
              <a:buNone/>
              <a:defRPr sz="2600"/>
            </a:lvl5pPr>
            <a:lvl6pPr lvl="5" rtl="0">
              <a:spcBef>
                <a:spcPts val="0"/>
              </a:spcBef>
              <a:spcAft>
                <a:spcPts val="0"/>
              </a:spcAft>
              <a:buSzPts val="2600"/>
              <a:buNone/>
              <a:defRPr sz="2600"/>
            </a:lvl6pPr>
            <a:lvl7pPr lvl="6" rtl="0">
              <a:spcBef>
                <a:spcPts val="0"/>
              </a:spcBef>
              <a:spcAft>
                <a:spcPts val="0"/>
              </a:spcAft>
              <a:buSzPts val="2600"/>
              <a:buNone/>
              <a:defRPr sz="2600"/>
            </a:lvl7pPr>
            <a:lvl8pPr lvl="7" rtl="0">
              <a:spcBef>
                <a:spcPts val="0"/>
              </a:spcBef>
              <a:spcAft>
                <a:spcPts val="0"/>
              </a:spcAft>
              <a:buSzPts val="2600"/>
              <a:buNone/>
              <a:defRPr sz="2600"/>
            </a:lvl8pPr>
            <a:lvl9pPr lvl="8" rtl="0">
              <a:spcBef>
                <a:spcPts val="0"/>
              </a:spcBef>
              <a:spcAft>
                <a:spcPts val="0"/>
              </a:spcAft>
              <a:buSzPts val="2600"/>
              <a:buNone/>
              <a:defRPr sz="2600"/>
            </a:lvl9pPr>
          </a:lstStyle>
          <a:p/>
        </p:txBody>
      </p:sp>
      <p:sp>
        <p:nvSpPr>
          <p:cNvPr id="19" name="Google Shape;19;p4"/>
          <p:cNvSpPr txBox="1"/>
          <p:nvPr>
            <p:ph idx="1" type="body"/>
          </p:nvPr>
        </p:nvSpPr>
        <p:spPr>
          <a:xfrm>
            <a:off x="720000" y="1152475"/>
            <a:ext cx="7704000" cy="3416400"/>
          </a:xfrm>
          <a:prstGeom prst="rect">
            <a:avLst/>
          </a:prstGeom>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accent1"/>
              </a:buClr>
              <a:buSzPts val="1800"/>
              <a:buFont typeface="Darker Grotesque SemiBold"/>
              <a:buChar char="●"/>
              <a:defRPr sz="1200">
                <a:solidFill>
                  <a:srgbClr val="434343"/>
                </a:solidFill>
              </a:defRPr>
            </a:lvl1pPr>
            <a:lvl2pPr indent="-317500" lvl="1" marL="914400" rtl="0">
              <a:lnSpc>
                <a:spcPct val="115000"/>
              </a:lnSpc>
              <a:spcBef>
                <a:spcPts val="0"/>
              </a:spcBef>
              <a:spcAft>
                <a:spcPts val="0"/>
              </a:spcAft>
              <a:buClr>
                <a:srgbClr val="15325B"/>
              </a:buClr>
              <a:buSzPts val="1400"/>
              <a:buFont typeface="Darker Grotesque SemiBold"/>
              <a:buChar char="○"/>
              <a:defRPr>
                <a:solidFill>
                  <a:srgbClr val="434343"/>
                </a:solidFill>
              </a:defRPr>
            </a:lvl2pPr>
            <a:lvl3pPr indent="-317500" lvl="2" marL="1371600" rtl="0">
              <a:lnSpc>
                <a:spcPct val="115000"/>
              </a:lnSpc>
              <a:spcBef>
                <a:spcPts val="0"/>
              </a:spcBef>
              <a:spcAft>
                <a:spcPts val="0"/>
              </a:spcAft>
              <a:buClr>
                <a:srgbClr val="15325B"/>
              </a:buClr>
              <a:buSzPts val="1400"/>
              <a:buFont typeface="Darker Grotesque SemiBold"/>
              <a:buChar char="■"/>
              <a:defRPr>
                <a:solidFill>
                  <a:srgbClr val="434343"/>
                </a:solidFill>
              </a:defRPr>
            </a:lvl3pPr>
            <a:lvl4pPr indent="-317500" lvl="3" marL="1828800" rtl="0">
              <a:lnSpc>
                <a:spcPct val="115000"/>
              </a:lnSpc>
              <a:spcBef>
                <a:spcPts val="0"/>
              </a:spcBef>
              <a:spcAft>
                <a:spcPts val="0"/>
              </a:spcAft>
              <a:buClr>
                <a:srgbClr val="15325B"/>
              </a:buClr>
              <a:buSzPts val="1400"/>
              <a:buFont typeface="Darker Grotesque SemiBold"/>
              <a:buChar char="●"/>
              <a:defRPr>
                <a:solidFill>
                  <a:srgbClr val="434343"/>
                </a:solidFill>
              </a:defRPr>
            </a:lvl4pPr>
            <a:lvl5pPr indent="-317500" lvl="4" marL="2286000" rtl="0">
              <a:lnSpc>
                <a:spcPct val="115000"/>
              </a:lnSpc>
              <a:spcBef>
                <a:spcPts val="0"/>
              </a:spcBef>
              <a:spcAft>
                <a:spcPts val="0"/>
              </a:spcAft>
              <a:buClr>
                <a:srgbClr val="15325B"/>
              </a:buClr>
              <a:buSzPts val="1400"/>
              <a:buFont typeface="Darker Grotesque SemiBold"/>
              <a:buChar char="○"/>
              <a:defRPr>
                <a:solidFill>
                  <a:srgbClr val="434343"/>
                </a:solidFill>
              </a:defRPr>
            </a:lvl5pPr>
            <a:lvl6pPr indent="-317500" lvl="5" marL="2743200" rtl="0">
              <a:lnSpc>
                <a:spcPct val="115000"/>
              </a:lnSpc>
              <a:spcBef>
                <a:spcPts val="0"/>
              </a:spcBef>
              <a:spcAft>
                <a:spcPts val="0"/>
              </a:spcAft>
              <a:buClr>
                <a:srgbClr val="15325B"/>
              </a:buClr>
              <a:buSzPts val="1400"/>
              <a:buFont typeface="Darker Grotesque SemiBold"/>
              <a:buChar char="■"/>
              <a:defRPr>
                <a:solidFill>
                  <a:srgbClr val="434343"/>
                </a:solidFill>
              </a:defRPr>
            </a:lvl6pPr>
            <a:lvl7pPr indent="-317500" lvl="6" marL="3200400" rtl="0">
              <a:lnSpc>
                <a:spcPct val="115000"/>
              </a:lnSpc>
              <a:spcBef>
                <a:spcPts val="0"/>
              </a:spcBef>
              <a:spcAft>
                <a:spcPts val="0"/>
              </a:spcAft>
              <a:buClr>
                <a:srgbClr val="15325B"/>
              </a:buClr>
              <a:buSzPts val="1400"/>
              <a:buFont typeface="Darker Grotesque SemiBold"/>
              <a:buChar char="●"/>
              <a:defRPr>
                <a:solidFill>
                  <a:srgbClr val="434343"/>
                </a:solidFill>
              </a:defRPr>
            </a:lvl7pPr>
            <a:lvl8pPr indent="-317500" lvl="7" marL="3657600" rtl="0">
              <a:lnSpc>
                <a:spcPct val="115000"/>
              </a:lnSpc>
              <a:spcBef>
                <a:spcPts val="0"/>
              </a:spcBef>
              <a:spcAft>
                <a:spcPts val="0"/>
              </a:spcAft>
              <a:buClr>
                <a:srgbClr val="15325B"/>
              </a:buClr>
              <a:buSzPts val="1400"/>
              <a:buFont typeface="Darker Grotesque SemiBold"/>
              <a:buChar char="○"/>
              <a:defRPr>
                <a:solidFill>
                  <a:srgbClr val="434343"/>
                </a:solidFill>
              </a:defRPr>
            </a:lvl8pPr>
            <a:lvl9pPr indent="-317500" lvl="8" marL="4114800" rtl="0">
              <a:lnSpc>
                <a:spcPct val="115000"/>
              </a:lnSpc>
              <a:spcBef>
                <a:spcPts val="0"/>
              </a:spcBef>
              <a:spcAft>
                <a:spcPts val="0"/>
              </a:spcAft>
              <a:buClr>
                <a:srgbClr val="15325B"/>
              </a:buClr>
              <a:buSzPts val="1400"/>
              <a:buFont typeface="Darker Grotesque SemiBold"/>
              <a:buChar char="■"/>
              <a:defRPr>
                <a:solidFill>
                  <a:srgbClr val="434343"/>
                </a:solidFil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pic>
        <p:nvPicPr>
          <p:cNvPr id="21" name="Google Shape;21;p5" title="BG_23_Data-visual.jpg"/>
          <p:cNvPicPr preferRelativeResize="0"/>
          <p:nvPr/>
        </p:nvPicPr>
        <p:blipFill>
          <a:blip r:embed="rId2">
            <a:alphaModFix/>
          </a:blip>
          <a:stretch>
            <a:fillRect/>
          </a:stretch>
        </p:blipFill>
        <p:spPr>
          <a:xfrm>
            <a:off x="0" y="2232"/>
            <a:ext cx="9144003" cy="5139037"/>
          </a:xfrm>
          <a:prstGeom prst="rect">
            <a:avLst/>
          </a:prstGeom>
          <a:noFill/>
          <a:ln>
            <a:noFill/>
          </a:ln>
        </p:spPr>
      </p:pic>
      <p:sp>
        <p:nvSpPr>
          <p:cNvPr id="22" name="Google Shape;22;p5"/>
          <p:cNvSpPr txBox="1"/>
          <p:nvPr>
            <p:ph idx="1" type="subTitle"/>
          </p:nvPr>
        </p:nvSpPr>
        <p:spPr>
          <a:xfrm>
            <a:off x="4669103" y="1041750"/>
            <a:ext cx="3941400" cy="5727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Raleway"/>
              <a:buNone/>
              <a:defRPr b="1" sz="1600">
                <a:solidFill>
                  <a:schemeClr val="dk2"/>
                </a:solidFill>
                <a:latin typeface="Raleway"/>
                <a:ea typeface="Raleway"/>
                <a:cs typeface="Raleway"/>
                <a:sym typeface="Raleway"/>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3" name="Google Shape;23;p5"/>
          <p:cNvSpPr txBox="1"/>
          <p:nvPr>
            <p:ph idx="2" type="subTitle"/>
          </p:nvPr>
        </p:nvSpPr>
        <p:spPr>
          <a:xfrm>
            <a:off x="4669103" y="2852326"/>
            <a:ext cx="3941400" cy="572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1600">
                <a:solidFill>
                  <a:schemeClr val="dk2"/>
                </a:solidFill>
                <a:latin typeface="Raleway"/>
                <a:ea typeface="Raleway"/>
                <a:cs typeface="Raleway"/>
                <a:sym typeface="Raleway"/>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4" name="Google Shape;24;p5"/>
          <p:cNvSpPr txBox="1"/>
          <p:nvPr>
            <p:ph idx="3" type="subTitle"/>
          </p:nvPr>
        </p:nvSpPr>
        <p:spPr>
          <a:xfrm>
            <a:off x="4669103" y="1614448"/>
            <a:ext cx="3941400" cy="1167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2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5" name="Google Shape;25;p5"/>
          <p:cNvSpPr txBox="1"/>
          <p:nvPr>
            <p:ph idx="4" type="subTitle"/>
          </p:nvPr>
        </p:nvSpPr>
        <p:spPr>
          <a:xfrm>
            <a:off x="4669103" y="3425025"/>
            <a:ext cx="3941400" cy="1167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2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6" name="Google Shape;26;p5"/>
          <p:cNvSpPr txBox="1"/>
          <p:nvPr>
            <p:ph type="title"/>
          </p:nvPr>
        </p:nvSpPr>
        <p:spPr>
          <a:xfrm>
            <a:off x="228600" y="228600"/>
            <a:ext cx="8686800" cy="5727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SzPts val="2600"/>
              <a:buNone/>
              <a:defRPr sz="2600"/>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pic>
        <p:nvPicPr>
          <p:cNvPr id="28" name="Google Shape;28;p6" title="BG_23_Data-visual.jpg"/>
          <p:cNvPicPr preferRelativeResize="0"/>
          <p:nvPr/>
        </p:nvPicPr>
        <p:blipFill>
          <a:blip r:embed="rId2">
            <a:alphaModFix/>
          </a:blip>
          <a:stretch>
            <a:fillRect/>
          </a:stretch>
        </p:blipFill>
        <p:spPr>
          <a:xfrm>
            <a:off x="0" y="2232"/>
            <a:ext cx="9144003" cy="5139037"/>
          </a:xfrm>
          <a:prstGeom prst="rect">
            <a:avLst/>
          </a:prstGeom>
          <a:noFill/>
          <a:ln>
            <a:noFill/>
          </a:ln>
        </p:spPr>
      </p:pic>
      <p:sp>
        <p:nvSpPr>
          <p:cNvPr id="29" name="Google Shape;29;p6"/>
          <p:cNvSpPr txBox="1"/>
          <p:nvPr>
            <p:ph type="title"/>
          </p:nvPr>
        </p:nvSpPr>
        <p:spPr>
          <a:xfrm>
            <a:off x="457200" y="228600"/>
            <a:ext cx="7704000" cy="5727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SzPts val="2600"/>
              <a:buNone/>
              <a:defRPr sz="2800"/>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pic>
        <p:nvPicPr>
          <p:cNvPr id="31" name="Google Shape;31;p7" title="BG_23_Data-visual.jpg"/>
          <p:cNvPicPr preferRelativeResize="0"/>
          <p:nvPr/>
        </p:nvPicPr>
        <p:blipFill>
          <a:blip r:embed="rId2">
            <a:alphaModFix/>
          </a:blip>
          <a:stretch>
            <a:fillRect/>
          </a:stretch>
        </p:blipFill>
        <p:spPr>
          <a:xfrm>
            <a:off x="0" y="2232"/>
            <a:ext cx="9144003" cy="5139037"/>
          </a:xfrm>
          <a:prstGeom prst="rect">
            <a:avLst/>
          </a:prstGeom>
          <a:noFill/>
          <a:ln>
            <a:noFill/>
          </a:ln>
        </p:spPr>
      </p:pic>
      <p:sp>
        <p:nvSpPr>
          <p:cNvPr id="32" name="Google Shape;32;p7"/>
          <p:cNvSpPr txBox="1"/>
          <p:nvPr>
            <p:ph type="title"/>
          </p:nvPr>
        </p:nvSpPr>
        <p:spPr>
          <a:xfrm>
            <a:off x="228600" y="228600"/>
            <a:ext cx="3998400" cy="14457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SzPts val="2600"/>
              <a:buNone/>
              <a:defRPr sz="2600"/>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p:txBody>
      </p:sp>
      <p:sp>
        <p:nvSpPr>
          <p:cNvPr id="33" name="Google Shape;33;p7"/>
          <p:cNvSpPr txBox="1"/>
          <p:nvPr>
            <p:ph idx="1" type="body"/>
          </p:nvPr>
        </p:nvSpPr>
        <p:spPr>
          <a:xfrm>
            <a:off x="1609625" y="2066125"/>
            <a:ext cx="3824100" cy="2532600"/>
          </a:xfrm>
          <a:prstGeom prst="rect">
            <a:avLst/>
          </a:prstGeom>
        </p:spPr>
        <p:txBody>
          <a:bodyPr anchorCtr="0" anchor="t" bIns="91425" lIns="91425" spcFirstLastPara="1" rIns="91425" wrap="square" tIns="91425">
            <a:noAutofit/>
          </a:bodyPr>
          <a:lstStyle>
            <a:lvl1pPr indent="-317500" lvl="0" marL="457200" rtl="0">
              <a:lnSpc>
                <a:spcPct val="100000"/>
              </a:lnSpc>
              <a:spcBef>
                <a:spcPts val="0"/>
              </a:spcBef>
              <a:spcAft>
                <a:spcPts val="0"/>
              </a:spcAft>
              <a:buSzPts val="1400"/>
              <a:buChar char="●"/>
              <a:defRPr sz="1400"/>
            </a:lvl1pPr>
            <a:lvl2pPr indent="-317500" lvl="1" marL="914400" rtl="0">
              <a:lnSpc>
                <a:spcPct val="115000"/>
              </a:lnSpc>
              <a:spcBef>
                <a:spcPts val="0"/>
              </a:spcBef>
              <a:spcAft>
                <a:spcPts val="0"/>
              </a:spcAft>
              <a:buSzPts val="1400"/>
              <a:buChar char="○"/>
              <a:defRPr/>
            </a:lvl2pPr>
            <a:lvl3pPr indent="-317500" lvl="2" marL="1371600" rtl="0">
              <a:lnSpc>
                <a:spcPct val="115000"/>
              </a:lnSpc>
              <a:spcBef>
                <a:spcPts val="0"/>
              </a:spcBef>
              <a:spcAft>
                <a:spcPts val="0"/>
              </a:spcAft>
              <a:buSzPts val="1400"/>
              <a:buChar char="■"/>
              <a:defRPr/>
            </a:lvl3pPr>
            <a:lvl4pPr indent="-317500" lvl="3" marL="1828800" rtl="0">
              <a:lnSpc>
                <a:spcPct val="115000"/>
              </a:lnSpc>
              <a:spcBef>
                <a:spcPts val="0"/>
              </a:spcBef>
              <a:spcAft>
                <a:spcPts val="0"/>
              </a:spcAft>
              <a:buSzPts val="1400"/>
              <a:buChar char="●"/>
              <a:defRPr/>
            </a:lvl4pPr>
            <a:lvl5pPr indent="-317500" lvl="4" marL="2286000" rtl="0">
              <a:lnSpc>
                <a:spcPct val="115000"/>
              </a:lnSpc>
              <a:spcBef>
                <a:spcPts val="0"/>
              </a:spcBef>
              <a:spcAft>
                <a:spcPts val="0"/>
              </a:spcAft>
              <a:buSzPts val="1400"/>
              <a:buChar char="○"/>
              <a:defRPr/>
            </a:lvl5pPr>
            <a:lvl6pPr indent="-317500" lvl="5" marL="2743200" rtl="0">
              <a:lnSpc>
                <a:spcPct val="115000"/>
              </a:lnSpc>
              <a:spcBef>
                <a:spcPts val="0"/>
              </a:spcBef>
              <a:spcAft>
                <a:spcPts val="0"/>
              </a:spcAft>
              <a:buSzPts val="1400"/>
              <a:buChar char="■"/>
              <a:defRPr/>
            </a:lvl6pPr>
            <a:lvl7pPr indent="-317500" lvl="6" marL="3200400" rtl="0">
              <a:lnSpc>
                <a:spcPct val="115000"/>
              </a:lnSpc>
              <a:spcBef>
                <a:spcPts val="0"/>
              </a:spcBef>
              <a:spcAft>
                <a:spcPts val="0"/>
              </a:spcAft>
              <a:buSzPts val="1400"/>
              <a:buChar char="●"/>
              <a:defRPr/>
            </a:lvl7pPr>
            <a:lvl8pPr indent="-317500" lvl="7" marL="3657600" rtl="0">
              <a:lnSpc>
                <a:spcPct val="115000"/>
              </a:lnSpc>
              <a:spcBef>
                <a:spcPts val="0"/>
              </a:spcBef>
              <a:spcAft>
                <a:spcPts val="0"/>
              </a:spcAft>
              <a:buSzPts val="1400"/>
              <a:buChar char="○"/>
              <a:defRPr/>
            </a:lvl8pPr>
            <a:lvl9pPr indent="-317500" lvl="8" marL="4114800" rtl="0">
              <a:lnSpc>
                <a:spcPct val="115000"/>
              </a:lnSpc>
              <a:spcBef>
                <a:spcPts val="0"/>
              </a:spcBef>
              <a:spcAft>
                <a:spcPts val="0"/>
              </a:spcAft>
              <a:buSzPts val="1400"/>
              <a:buChar char="■"/>
              <a:defRPr/>
            </a:lvl9pPr>
          </a:lstStyle>
          <a:p/>
        </p:txBody>
      </p:sp>
      <p:sp>
        <p:nvSpPr>
          <p:cNvPr id="34" name="Google Shape;34;p7"/>
          <p:cNvSpPr/>
          <p:nvPr>
            <p:ph idx="2" type="pic"/>
          </p:nvPr>
        </p:nvSpPr>
        <p:spPr>
          <a:xfrm>
            <a:off x="5715849" y="0"/>
            <a:ext cx="3428100" cy="5143500"/>
          </a:xfrm>
          <a:prstGeom prst="rect">
            <a:avLst/>
          </a:prstGeom>
          <a:no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5" name="Shape 35"/>
        <p:cNvGrpSpPr/>
        <p:nvPr/>
      </p:nvGrpSpPr>
      <p:grpSpPr>
        <a:xfrm>
          <a:off x="0" y="0"/>
          <a:ext cx="0" cy="0"/>
          <a:chOff x="0" y="0"/>
          <a:chExt cx="0" cy="0"/>
        </a:xfrm>
      </p:grpSpPr>
      <p:pic>
        <p:nvPicPr>
          <p:cNvPr id="36" name="Google Shape;36;p8" title="BG_23_Data-visual.jpg"/>
          <p:cNvPicPr preferRelativeResize="0"/>
          <p:nvPr/>
        </p:nvPicPr>
        <p:blipFill>
          <a:blip r:embed="rId2">
            <a:alphaModFix/>
          </a:blip>
          <a:stretch>
            <a:fillRect/>
          </a:stretch>
        </p:blipFill>
        <p:spPr>
          <a:xfrm>
            <a:off x="0" y="2232"/>
            <a:ext cx="9144003" cy="5139037"/>
          </a:xfrm>
          <a:prstGeom prst="rect">
            <a:avLst/>
          </a:prstGeom>
          <a:noFill/>
          <a:ln>
            <a:noFill/>
          </a:ln>
        </p:spPr>
      </p:pic>
      <p:sp>
        <p:nvSpPr>
          <p:cNvPr id="37" name="Google Shape;37;p8"/>
          <p:cNvSpPr txBox="1"/>
          <p:nvPr>
            <p:ph type="title"/>
          </p:nvPr>
        </p:nvSpPr>
        <p:spPr>
          <a:xfrm>
            <a:off x="1388100" y="1307100"/>
            <a:ext cx="6367800" cy="2529300"/>
          </a:xfrm>
          <a:prstGeom prst="rect">
            <a:avLst/>
          </a:prstGeom>
          <a:ln>
            <a:noFill/>
          </a:ln>
        </p:spPr>
        <p:txBody>
          <a:bodyPr anchorCtr="0" anchor="ctr" bIns="91425" lIns="91425" spcFirstLastPara="1" rIns="91425" wrap="square" tIns="91425">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pic>
        <p:nvPicPr>
          <p:cNvPr id="39" name="Google Shape;39;p9" title="BG_23_Data-visual.jpg"/>
          <p:cNvPicPr preferRelativeResize="0"/>
          <p:nvPr/>
        </p:nvPicPr>
        <p:blipFill>
          <a:blip r:embed="rId2">
            <a:alphaModFix/>
          </a:blip>
          <a:stretch>
            <a:fillRect/>
          </a:stretch>
        </p:blipFill>
        <p:spPr>
          <a:xfrm>
            <a:off x="0" y="2232"/>
            <a:ext cx="9144003" cy="5139037"/>
          </a:xfrm>
          <a:prstGeom prst="rect">
            <a:avLst/>
          </a:prstGeom>
          <a:noFill/>
          <a:ln>
            <a:noFill/>
          </a:ln>
        </p:spPr>
      </p:pic>
      <p:sp>
        <p:nvSpPr>
          <p:cNvPr id="40" name="Google Shape;40;p9"/>
          <p:cNvSpPr txBox="1"/>
          <p:nvPr>
            <p:ph idx="1" type="subTitle"/>
          </p:nvPr>
        </p:nvSpPr>
        <p:spPr>
          <a:xfrm>
            <a:off x="720064" y="1580125"/>
            <a:ext cx="3597000" cy="2389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41" name="Google Shape;41;p9"/>
          <p:cNvSpPr txBox="1"/>
          <p:nvPr>
            <p:ph type="title"/>
          </p:nvPr>
        </p:nvSpPr>
        <p:spPr>
          <a:xfrm>
            <a:off x="720000" y="445025"/>
            <a:ext cx="7704000" cy="5727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2600"/>
              <a:buNone/>
              <a:defRPr sz="2600"/>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p:txBody>
      </p:sp>
      <p:sp>
        <p:nvSpPr>
          <p:cNvPr id="42" name="Google Shape;42;p9"/>
          <p:cNvSpPr txBox="1"/>
          <p:nvPr>
            <p:ph idx="2" type="subTitle"/>
          </p:nvPr>
        </p:nvSpPr>
        <p:spPr>
          <a:xfrm>
            <a:off x="4826936" y="1580125"/>
            <a:ext cx="3597000" cy="2389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0"/>
          <p:cNvSpPr/>
          <p:nvPr>
            <p:ph idx="2" type="pic"/>
          </p:nvPr>
        </p:nvSpPr>
        <p:spPr>
          <a:xfrm>
            <a:off x="0" y="0"/>
            <a:ext cx="9144000" cy="5143500"/>
          </a:xfrm>
          <a:prstGeom prst="rect">
            <a:avLst/>
          </a:prstGeom>
          <a:noFill/>
          <a:ln>
            <a:noFill/>
          </a:ln>
        </p:spPr>
      </p:sp>
      <p:sp>
        <p:nvSpPr>
          <p:cNvPr id="45" name="Google Shape;45;p10"/>
          <p:cNvSpPr txBox="1"/>
          <p:nvPr>
            <p:ph type="title"/>
          </p:nvPr>
        </p:nvSpPr>
        <p:spPr>
          <a:xfrm>
            <a:off x="5230250" y="3673925"/>
            <a:ext cx="3456600" cy="995100"/>
          </a:xfrm>
          <a:prstGeom prst="rect">
            <a:avLst/>
          </a:prstGeom>
          <a:solidFill>
            <a:schemeClr val="lt1"/>
          </a:solidFill>
          <a:ln>
            <a:noFill/>
          </a:ln>
        </p:spPr>
        <p:txBody>
          <a:bodyPr anchorCtr="0" anchor="ctr" bIns="91425" lIns="91425" spcFirstLastPara="1" rIns="91425" wrap="square" tIns="91425">
            <a:noAutofit/>
          </a:bodyPr>
          <a:lstStyle>
            <a:lvl1pPr lvl="0" algn="ctr">
              <a:spcBef>
                <a:spcPts val="0"/>
              </a:spcBef>
              <a:spcAft>
                <a:spcPts val="0"/>
              </a:spcAft>
              <a:buSzPts val="2600"/>
              <a:buNone/>
              <a:defRPr sz="1000"/>
            </a:lvl1pPr>
            <a:lvl2pPr lvl="1" algn="ctr">
              <a:spcBef>
                <a:spcPts val="0"/>
              </a:spcBef>
              <a:spcAft>
                <a:spcPts val="0"/>
              </a:spcAft>
              <a:buSzPts val="2600"/>
              <a:buNone/>
              <a:defRPr/>
            </a:lvl2pPr>
            <a:lvl3pPr lvl="2" algn="ctr">
              <a:spcBef>
                <a:spcPts val="0"/>
              </a:spcBef>
              <a:spcAft>
                <a:spcPts val="0"/>
              </a:spcAft>
              <a:buSzPts val="2600"/>
              <a:buNone/>
              <a:defRPr/>
            </a:lvl3pPr>
            <a:lvl4pPr lvl="3" algn="ctr">
              <a:spcBef>
                <a:spcPts val="0"/>
              </a:spcBef>
              <a:spcAft>
                <a:spcPts val="0"/>
              </a:spcAft>
              <a:buSzPts val="2600"/>
              <a:buNone/>
              <a:defRPr/>
            </a:lvl4pPr>
            <a:lvl5pPr lvl="4" algn="ctr">
              <a:spcBef>
                <a:spcPts val="0"/>
              </a:spcBef>
              <a:spcAft>
                <a:spcPts val="0"/>
              </a:spcAft>
              <a:buSzPts val="2600"/>
              <a:buNone/>
              <a:defRPr/>
            </a:lvl5pPr>
            <a:lvl6pPr lvl="5" algn="ctr">
              <a:spcBef>
                <a:spcPts val="0"/>
              </a:spcBef>
              <a:spcAft>
                <a:spcPts val="0"/>
              </a:spcAft>
              <a:buSzPts val="2600"/>
              <a:buNone/>
              <a:defRPr/>
            </a:lvl6pPr>
            <a:lvl7pPr lvl="6" algn="ctr">
              <a:spcBef>
                <a:spcPts val="0"/>
              </a:spcBef>
              <a:spcAft>
                <a:spcPts val="0"/>
              </a:spcAft>
              <a:buSzPts val="2600"/>
              <a:buNone/>
              <a:defRPr/>
            </a:lvl7pPr>
            <a:lvl8pPr lvl="7" algn="ctr">
              <a:spcBef>
                <a:spcPts val="0"/>
              </a:spcBef>
              <a:spcAft>
                <a:spcPts val="0"/>
              </a:spcAft>
              <a:buSzPts val="2600"/>
              <a:buNone/>
              <a:defRPr/>
            </a:lvl8pPr>
            <a:lvl9pPr lvl="8" algn="ctr">
              <a:spcBef>
                <a:spcPts val="0"/>
              </a:spcBef>
              <a:spcAft>
                <a:spcPts val="0"/>
              </a:spcAft>
              <a:buSzPts val="26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pic>
        <p:nvPicPr>
          <p:cNvPr id="47" name="Google Shape;47;p11" title="BG_23_Data-visual.jpg"/>
          <p:cNvPicPr preferRelativeResize="0"/>
          <p:nvPr/>
        </p:nvPicPr>
        <p:blipFill>
          <a:blip r:embed="rId2">
            <a:alphaModFix/>
          </a:blip>
          <a:stretch>
            <a:fillRect/>
          </a:stretch>
        </p:blipFill>
        <p:spPr>
          <a:xfrm>
            <a:off x="0" y="2232"/>
            <a:ext cx="9144003" cy="5139037"/>
          </a:xfrm>
          <a:prstGeom prst="rect">
            <a:avLst/>
          </a:prstGeom>
          <a:noFill/>
          <a:ln>
            <a:noFill/>
          </a:ln>
        </p:spPr>
      </p:pic>
      <p:sp>
        <p:nvSpPr>
          <p:cNvPr id="48" name="Google Shape;48;p11"/>
          <p:cNvSpPr txBox="1"/>
          <p:nvPr>
            <p:ph hasCustomPrompt="1" type="title"/>
          </p:nvPr>
        </p:nvSpPr>
        <p:spPr>
          <a:xfrm>
            <a:off x="1284000" y="1952850"/>
            <a:ext cx="6576000" cy="7995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dk2"/>
              </a:buClr>
              <a:buSzPts val="9600"/>
              <a:buNone/>
              <a:defRPr sz="6000">
                <a:solidFill>
                  <a:schemeClr val="dk2"/>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49" name="Google Shape;49;p11"/>
          <p:cNvSpPr txBox="1"/>
          <p:nvPr>
            <p:ph idx="1" type="subTitle"/>
          </p:nvPr>
        </p:nvSpPr>
        <p:spPr>
          <a:xfrm>
            <a:off x="1284000" y="2816250"/>
            <a:ext cx="6576000" cy="3744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4"/>
        </a:solidFill>
      </p:bgPr>
    </p:bg>
    <p:spTree>
      <p:nvGrpSpPr>
        <p:cNvPr id="50" name="Shape 50"/>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2_1">
    <p:spTree>
      <p:nvGrpSpPr>
        <p:cNvPr id="51" name="Shape 51"/>
        <p:cNvGrpSpPr/>
        <p:nvPr/>
      </p:nvGrpSpPr>
      <p:grpSpPr>
        <a:xfrm>
          <a:off x="0" y="0"/>
          <a:ext cx="0" cy="0"/>
          <a:chOff x="0" y="0"/>
          <a:chExt cx="0" cy="0"/>
        </a:xfrm>
      </p:grpSpPr>
      <p:pic>
        <p:nvPicPr>
          <p:cNvPr id="52" name="Google Shape;52;p13" title="BG_2_Data-visual.jpg"/>
          <p:cNvPicPr preferRelativeResize="0"/>
          <p:nvPr/>
        </p:nvPicPr>
        <p:blipFill rotWithShape="1">
          <a:blip r:embed="rId2">
            <a:alphaModFix/>
          </a:blip>
          <a:srcRect b="0" l="0" r="0" t="0"/>
          <a:stretch/>
        </p:blipFill>
        <p:spPr>
          <a:xfrm>
            <a:off x="0" y="2232"/>
            <a:ext cx="9144003" cy="5139037"/>
          </a:xfrm>
          <a:prstGeom prst="rect">
            <a:avLst/>
          </a:prstGeom>
          <a:noFill/>
          <a:ln>
            <a:noFill/>
          </a:ln>
        </p:spPr>
      </p:pic>
      <p:sp>
        <p:nvSpPr>
          <p:cNvPr id="53" name="Google Shape;53;p13"/>
          <p:cNvSpPr txBox="1"/>
          <p:nvPr>
            <p:ph type="title"/>
          </p:nvPr>
        </p:nvSpPr>
        <p:spPr>
          <a:xfrm>
            <a:off x="457200" y="1307125"/>
            <a:ext cx="8229600" cy="931500"/>
          </a:xfrm>
          <a:prstGeom prst="rect">
            <a:avLst/>
          </a:prstGeom>
        </p:spPr>
        <p:txBody>
          <a:bodyPr anchorCtr="0" anchor="t" bIns="91425" lIns="91425" spcFirstLastPara="1" rIns="91425" wrap="square" tIns="91425">
            <a:noAutofit/>
          </a:bodyPr>
          <a:lstStyle>
            <a:lvl1pPr lvl="0">
              <a:spcBef>
                <a:spcPts val="0"/>
              </a:spcBef>
              <a:spcAft>
                <a:spcPts val="0"/>
              </a:spcAft>
              <a:buSzPts val="2600"/>
              <a:buNone/>
              <a:defRPr sz="2400"/>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p:txBody>
      </p:sp>
      <p:sp>
        <p:nvSpPr>
          <p:cNvPr id="54" name="Google Shape;54;p13"/>
          <p:cNvSpPr txBox="1"/>
          <p:nvPr>
            <p:ph idx="1" type="subTitle"/>
          </p:nvPr>
        </p:nvSpPr>
        <p:spPr>
          <a:xfrm>
            <a:off x="1362775" y="2348550"/>
            <a:ext cx="2658900" cy="539400"/>
          </a:xfrm>
          <a:prstGeom prst="rect">
            <a:avLst/>
          </a:prstGeom>
        </p:spPr>
        <p:txBody>
          <a:bodyPr anchorCtr="0" anchor="t" bIns="91425" lIns="91425" spcFirstLastPara="1" rIns="91425" wrap="square" tIns="91425">
            <a:noAutofit/>
          </a:bodyPr>
          <a:lstStyle>
            <a:lvl1pPr lvl="0">
              <a:lnSpc>
                <a:spcPct val="95000"/>
              </a:lnSpc>
              <a:spcBef>
                <a:spcPts val="0"/>
              </a:spcBef>
              <a:spcAft>
                <a:spcPts val="0"/>
              </a:spcAft>
              <a:buSzPts val="1400"/>
              <a:buFont typeface="Raleway"/>
              <a:buNone/>
              <a:defRPr/>
            </a:lvl1pPr>
            <a:lvl2pPr lvl="1">
              <a:lnSpc>
                <a:spcPct val="95000"/>
              </a:lnSpc>
              <a:spcBef>
                <a:spcPts val="0"/>
              </a:spcBef>
              <a:spcAft>
                <a:spcPts val="0"/>
              </a:spcAft>
              <a:buSzPts val="1400"/>
              <a:buFont typeface="Raleway"/>
              <a:buNone/>
              <a:defRPr b="1">
                <a:latin typeface="Raleway"/>
                <a:ea typeface="Raleway"/>
                <a:cs typeface="Raleway"/>
                <a:sym typeface="Raleway"/>
              </a:defRPr>
            </a:lvl2pPr>
            <a:lvl3pPr lvl="2">
              <a:lnSpc>
                <a:spcPct val="95000"/>
              </a:lnSpc>
              <a:spcBef>
                <a:spcPts val="0"/>
              </a:spcBef>
              <a:spcAft>
                <a:spcPts val="0"/>
              </a:spcAft>
              <a:buSzPts val="1400"/>
              <a:buFont typeface="Raleway"/>
              <a:buNone/>
              <a:defRPr b="1">
                <a:latin typeface="Raleway"/>
                <a:ea typeface="Raleway"/>
                <a:cs typeface="Raleway"/>
                <a:sym typeface="Raleway"/>
              </a:defRPr>
            </a:lvl3pPr>
            <a:lvl4pPr lvl="3">
              <a:lnSpc>
                <a:spcPct val="95000"/>
              </a:lnSpc>
              <a:spcBef>
                <a:spcPts val="0"/>
              </a:spcBef>
              <a:spcAft>
                <a:spcPts val="0"/>
              </a:spcAft>
              <a:buSzPts val="1400"/>
              <a:buFont typeface="Raleway"/>
              <a:buNone/>
              <a:defRPr b="1">
                <a:latin typeface="Raleway"/>
                <a:ea typeface="Raleway"/>
                <a:cs typeface="Raleway"/>
                <a:sym typeface="Raleway"/>
              </a:defRPr>
            </a:lvl4pPr>
            <a:lvl5pPr lvl="4">
              <a:lnSpc>
                <a:spcPct val="95000"/>
              </a:lnSpc>
              <a:spcBef>
                <a:spcPts val="0"/>
              </a:spcBef>
              <a:spcAft>
                <a:spcPts val="0"/>
              </a:spcAft>
              <a:buSzPts val="1400"/>
              <a:buFont typeface="Raleway"/>
              <a:buNone/>
              <a:defRPr b="1">
                <a:latin typeface="Raleway"/>
                <a:ea typeface="Raleway"/>
                <a:cs typeface="Raleway"/>
                <a:sym typeface="Raleway"/>
              </a:defRPr>
            </a:lvl5pPr>
            <a:lvl6pPr lvl="5">
              <a:lnSpc>
                <a:spcPct val="95000"/>
              </a:lnSpc>
              <a:spcBef>
                <a:spcPts val="0"/>
              </a:spcBef>
              <a:spcAft>
                <a:spcPts val="0"/>
              </a:spcAft>
              <a:buSzPts val="1400"/>
              <a:buFont typeface="Raleway"/>
              <a:buNone/>
              <a:defRPr b="1">
                <a:latin typeface="Raleway"/>
                <a:ea typeface="Raleway"/>
                <a:cs typeface="Raleway"/>
                <a:sym typeface="Raleway"/>
              </a:defRPr>
            </a:lvl6pPr>
            <a:lvl7pPr lvl="6">
              <a:lnSpc>
                <a:spcPct val="95000"/>
              </a:lnSpc>
              <a:spcBef>
                <a:spcPts val="0"/>
              </a:spcBef>
              <a:spcAft>
                <a:spcPts val="0"/>
              </a:spcAft>
              <a:buSzPts val="1400"/>
              <a:buFont typeface="Raleway"/>
              <a:buNone/>
              <a:defRPr b="1">
                <a:latin typeface="Raleway"/>
                <a:ea typeface="Raleway"/>
                <a:cs typeface="Raleway"/>
                <a:sym typeface="Raleway"/>
              </a:defRPr>
            </a:lvl7pPr>
            <a:lvl8pPr lvl="7">
              <a:lnSpc>
                <a:spcPct val="95000"/>
              </a:lnSpc>
              <a:spcBef>
                <a:spcPts val="0"/>
              </a:spcBef>
              <a:spcAft>
                <a:spcPts val="0"/>
              </a:spcAft>
              <a:buSzPts val="1400"/>
              <a:buFont typeface="Raleway"/>
              <a:buNone/>
              <a:defRPr b="1">
                <a:latin typeface="Raleway"/>
                <a:ea typeface="Raleway"/>
                <a:cs typeface="Raleway"/>
                <a:sym typeface="Raleway"/>
              </a:defRPr>
            </a:lvl8pPr>
            <a:lvl9pPr lvl="8">
              <a:lnSpc>
                <a:spcPct val="95000"/>
              </a:lnSpc>
              <a:spcBef>
                <a:spcPts val="0"/>
              </a:spcBef>
              <a:spcAft>
                <a:spcPts val="0"/>
              </a:spcAft>
              <a:buSzPts val="1400"/>
              <a:buFont typeface="Raleway"/>
              <a:buNone/>
              <a:defRPr b="1">
                <a:latin typeface="Raleway"/>
                <a:ea typeface="Raleway"/>
                <a:cs typeface="Raleway"/>
                <a:sym typeface="Raleway"/>
              </a:defRPr>
            </a:lvl9pPr>
          </a:lstStyle>
          <a:p/>
        </p:txBody>
      </p:sp>
      <p:sp>
        <p:nvSpPr>
          <p:cNvPr id="55" name="Google Shape;55;p13"/>
          <p:cNvSpPr txBox="1"/>
          <p:nvPr>
            <p:ph idx="2" type="subTitle"/>
          </p:nvPr>
        </p:nvSpPr>
        <p:spPr>
          <a:xfrm>
            <a:off x="1724580" y="2918558"/>
            <a:ext cx="2658900" cy="539400"/>
          </a:xfrm>
          <a:prstGeom prst="rect">
            <a:avLst/>
          </a:prstGeom>
        </p:spPr>
        <p:txBody>
          <a:bodyPr anchorCtr="0" anchor="t" bIns="91425" lIns="91425" spcFirstLastPara="1" rIns="91425" wrap="square" tIns="91425">
            <a:noAutofit/>
          </a:bodyPr>
          <a:lstStyle>
            <a:lvl1pPr lvl="0">
              <a:lnSpc>
                <a:spcPct val="95000"/>
              </a:lnSpc>
              <a:spcBef>
                <a:spcPts val="0"/>
              </a:spcBef>
              <a:spcAft>
                <a:spcPts val="0"/>
              </a:spcAft>
              <a:buSzPts val="1400"/>
              <a:buFont typeface="Raleway"/>
              <a:buNone/>
              <a:defRPr/>
            </a:lvl1pPr>
            <a:lvl2pPr lvl="1">
              <a:lnSpc>
                <a:spcPct val="95000"/>
              </a:lnSpc>
              <a:spcBef>
                <a:spcPts val="0"/>
              </a:spcBef>
              <a:spcAft>
                <a:spcPts val="0"/>
              </a:spcAft>
              <a:buSzPts val="1400"/>
              <a:buFont typeface="Raleway"/>
              <a:buNone/>
              <a:defRPr b="1">
                <a:latin typeface="Raleway"/>
                <a:ea typeface="Raleway"/>
                <a:cs typeface="Raleway"/>
                <a:sym typeface="Raleway"/>
              </a:defRPr>
            </a:lvl2pPr>
            <a:lvl3pPr lvl="2">
              <a:lnSpc>
                <a:spcPct val="95000"/>
              </a:lnSpc>
              <a:spcBef>
                <a:spcPts val="0"/>
              </a:spcBef>
              <a:spcAft>
                <a:spcPts val="0"/>
              </a:spcAft>
              <a:buSzPts val="1400"/>
              <a:buFont typeface="Raleway"/>
              <a:buNone/>
              <a:defRPr b="1">
                <a:latin typeface="Raleway"/>
                <a:ea typeface="Raleway"/>
                <a:cs typeface="Raleway"/>
                <a:sym typeface="Raleway"/>
              </a:defRPr>
            </a:lvl3pPr>
            <a:lvl4pPr lvl="3">
              <a:lnSpc>
                <a:spcPct val="95000"/>
              </a:lnSpc>
              <a:spcBef>
                <a:spcPts val="0"/>
              </a:spcBef>
              <a:spcAft>
                <a:spcPts val="0"/>
              </a:spcAft>
              <a:buSzPts val="1400"/>
              <a:buFont typeface="Raleway"/>
              <a:buNone/>
              <a:defRPr b="1">
                <a:latin typeface="Raleway"/>
                <a:ea typeface="Raleway"/>
                <a:cs typeface="Raleway"/>
                <a:sym typeface="Raleway"/>
              </a:defRPr>
            </a:lvl4pPr>
            <a:lvl5pPr lvl="4">
              <a:lnSpc>
                <a:spcPct val="95000"/>
              </a:lnSpc>
              <a:spcBef>
                <a:spcPts val="0"/>
              </a:spcBef>
              <a:spcAft>
                <a:spcPts val="0"/>
              </a:spcAft>
              <a:buSzPts val="1400"/>
              <a:buFont typeface="Raleway"/>
              <a:buNone/>
              <a:defRPr b="1">
                <a:latin typeface="Raleway"/>
                <a:ea typeface="Raleway"/>
                <a:cs typeface="Raleway"/>
                <a:sym typeface="Raleway"/>
              </a:defRPr>
            </a:lvl5pPr>
            <a:lvl6pPr lvl="5">
              <a:lnSpc>
                <a:spcPct val="95000"/>
              </a:lnSpc>
              <a:spcBef>
                <a:spcPts val="0"/>
              </a:spcBef>
              <a:spcAft>
                <a:spcPts val="0"/>
              </a:spcAft>
              <a:buSzPts val="1400"/>
              <a:buFont typeface="Raleway"/>
              <a:buNone/>
              <a:defRPr b="1">
                <a:latin typeface="Raleway"/>
                <a:ea typeface="Raleway"/>
                <a:cs typeface="Raleway"/>
                <a:sym typeface="Raleway"/>
              </a:defRPr>
            </a:lvl6pPr>
            <a:lvl7pPr lvl="6">
              <a:lnSpc>
                <a:spcPct val="95000"/>
              </a:lnSpc>
              <a:spcBef>
                <a:spcPts val="0"/>
              </a:spcBef>
              <a:spcAft>
                <a:spcPts val="0"/>
              </a:spcAft>
              <a:buSzPts val="1400"/>
              <a:buFont typeface="Raleway"/>
              <a:buNone/>
              <a:defRPr b="1">
                <a:latin typeface="Raleway"/>
                <a:ea typeface="Raleway"/>
                <a:cs typeface="Raleway"/>
                <a:sym typeface="Raleway"/>
              </a:defRPr>
            </a:lvl7pPr>
            <a:lvl8pPr lvl="7">
              <a:lnSpc>
                <a:spcPct val="95000"/>
              </a:lnSpc>
              <a:spcBef>
                <a:spcPts val="0"/>
              </a:spcBef>
              <a:spcAft>
                <a:spcPts val="0"/>
              </a:spcAft>
              <a:buSzPts val="1400"/>
              <a:buFont typeface="Raleway"/>
              <a:buNone/>
              <a:defRPr b="1">
                <a:latin typeface="Raleway"/>
                <a:ea typeface="Raleway"/>
                <a:cs typeface="Raleway"/>
                <a:sym typeface="Raleway"/>
              </a:defRPr>
            </a:lvl8pPr>
            <a:lvl9pPr lvl="8">
              <a:lnSpc>
                <a:spcPct val="95000"/>
              </a:lnSpc>
              <a:spcBef>
                <a:spcPts val="0"/>
              </a:spcBef>
              <a:spcAft>
                <a:spcPts val="0"/>
              </a:spcAft>
              <a:buSzPts val="1400"/>
              <a:buFont typeface="Raleway"/>
              <a:buNone/>
              <a:defRPr b="1">
                <a:latin typeface="Raleway"/>
                <a:ea typeface="Raleway"/>
                <a:cs typeface="Raleway"/>
                <a:sym typeface="Raleway"/>
              </a:defRPr>
            </a:lvl9pPr>
          </a:lstStyle>
          <a:p/>
        </p:txBody>
      </p:sp>
      <p:sp>
        <p:nvSpPr>
          <p:cNvPr id="56" name="Google Shape;56;p13"/>
          <p:cNvSpPr txBox="1"/>
          <p:nvPr>
            <p:ph idx="3" type="subTitle"/>
          </p:nvPr>
        </p:nvSpPr>
        <p:spPr>
          <a:xfrm>
            <a:off x="2086396" y="3488567"/>
            <a:ext cx="2658900" cy="539400"/>
          </a:xfrm>
          <a:prstGeom prst="rect">
            <a:avLst/>
          </a:prstGeom>
        </p:spPr>
        <p:txBody>
          <a:bodyPr anchorCtr="0" anchor="t" bIns="91425" lIns="91425" spcFirstLastPara="1" rIns="91425" wrap="square" tIns="91425">
            <a:noAutofit/>
          </a:bodyPr>
          <a:lstStyle>
            <a:lvl1pPr lvl="0">
              <a:lnSpc>
                <a:spcPct val="95000"/>
              </a:lnSpc>
              <a:spcBef>
                <a:spcPts val="0"/>
              </a:spcBef>
              <a:spcAft>
                <a:spcPts val="0"/>
              </a:spcAft>
              <a:buSzPts val="1400"/>
              <a:buFont typeface="Raleway"/>
              <a:buNone/>
              <a:defRPr/>
            </a:lvl1pPr>
            <a:lvl2pPr lvl="1">
              <a:lnSpc>
                <a:spcPct val="95000"/>
              </a:lnSpc>
              <a:spcBef>
                <a:spcPts val="0"/>
              </a:spcBef>
              <a:spcAft>
                <a:spcPts val="0"/>
              </a:spcAft>
              <a:buSzPts val="1400"/>
              <a:buFont typeface="Raleway"/>
              <a:buNone/>
              <a:defRPr b="1">
                <a:latin typeface="Raleway"/>
                <a:ea typeface="Raleway"/>
                <a:cs typeface="Raleway"/>
                <a:sym typeface="Raleway"/>
              </a:defRPr>
            </a:lvl2pPr>
            <a:lvl3pPr lvl="2">
              <a:lnSpc>
                <a:spcPct val="95000"/>
              </a:lnSpc>
              <a:spcBef>
                <a:spcPts val="0"/>
              </a:spcBef>
              <a:spcAft>
                <a:spcPts val="0"/>
              </a:spcAft>
              <a:buSzPts val="1400"/>
              <a:buFont typeface="Raleway"/>
              <a:buNone/>
              <a:defRPr b="1">
                <a:latin typeface="Raleway"/>
                <a:ea typeface="Raleway"/>
                <a:cs typeface="Raleway"/>
                <a:sym typeface="Raleway"/>
              </a:defRPr>
            </a:lvl3pPr>
            <a:lvl4pPr lvl="3">
              <a:lnSpc>
                <a:spcPct val="95000"/>
              </a:lnSpc>
              <a:spcBef>
                <a:spcPts val="0"/>
              </a:spcBef>
              <a:spcAft>
                <a:spcPts val="0"/>
              </a:spcAft>
              <a:buSzPts val="1400"/>
              <a:buFont typeface="Raleway"/>
              <a:buNone/>
              <a:defRPr b="1">
                <a:latin typeface="Raleway"/>
                <a:ea typeface="Raleway"/>
                <a:cs typeface="Raleway"/>
                <a:sym typeface="Raleway"/>
              </a:defRPr>
            </a:lvl4pPr>
            <a:lvl5pPr lvl="4">
              <a:lnSpc>
                <a:spcPct val="95000"/>
              </a:lnSpc>
              <a:spcBef>
                <a:spcPts val="0"/>
              </a:spcBef>
              <a:spcAft>
                <a:spcPts val="0"/>
              </a:spcAft>
              <a:buSzPts val="1400"/>
              <a:buFont typeface="Raleway"/>
              <a:buNone/>
              <a:defRPr b="1">
                <a:latin typeface="Raleway"/>
                <a:ea typeface="Raleway"/>
                <a:cs typeface="Raleway"/>
                <a:sym typeface="Raleway"/>
              </a:defRPr>
            </a:lvl5pPr>
            <a:lvl6pPr lvl="5">
              <a:lnSpc>
                <a:spcPct val="95000"/>
              </a:lnSpc>
              <a:spcBef>
                <a:spcPts val="0"/>
              </a:spcBef>
              <a:spcAft>
                <a:spcPts val="0"/>
              </a:spcAft>
              <a:buSzPts val="1400"/>
              <a:buFont typeface="Raleway"/>
              <a:buNone/>
              <a:defRPr b="1">
                <a:latin typeface="Raleway"/>
                <a:ea typeface="Raleway"/>
                <a:cs typeface="Raleway"/>
                <a:sym typeface="Raleway"/>
              </a:defRPr>
            </a:lvl6pPr>
            <a:lvl7pPr lvl="6">
              <a:lnSpc>
                <a:spcPct val="95000"/>
              </a:lnSpc>
              <a:spcBef>
                <a:spcPts val="0"/>
              </a:spcBef>
              <a:spcAft>
                <a:spcPts val="0"/>
              </a:spcAft>
              <a:buSzPts val="1400"/>
              <a:buFont typeface="Raleway"/>
              <a:buNone/>
              <a:defRPr b="1">
                <a:latin typeface="Raleway"/>
                <a:ea typeface="Raleway"/>
                <a:cs typeface="Raleway"/>
                <a:sym typeface="Raleway"/>
              </a:defRPr>
            </a:lvl7pPr>
            <a:lvl8pPr lvl="7">
              <a:lnSpc>
                <a:spcPct val="95000"/>
              </a:lnSpc>
              <a:spcBef>
                <a:spcPts val="0"/>
              </a:spcBef>
              <a:spcAft>
                <a:spcPts val="0"/>
              </a:spcAft>
              <a:buSzPts val="1400"/>
              <a:buFont typeface="Raleway"/>
              <a:buNone/>
              <a:defRPr b="1">
                <a:latin typeface="Raleway"/>
                <a:ea typeface="Raleway"/>
                <a:cs typeface="Raleway"/>
                <a:sym typeface="Raleway"/>
              </a:defRPr>
            </a:lvl8pPr>
            <a:lvl9pPr lvl="8">
              <a:lnSpc>
                <a:spcPct val="95000"/>
              </a:lnSpc>
              <a:spcBef>
                <a:spcPts val="0"/>
              </a:spcBef>
              <a:spcAft>
                <a:spcPts val="0"/>
              </a:spcAft>
              <a:buSzPts val="1400"/>
              <a:buFont typeface="Raleway"/>
              <a:buNone/>
              <a:defRPr b="1">
                <a:latin typeface="Raleway"/>
                <a:ea typeface="Raleway"/>
                <a:cs typeface="Raleway"/>
                <a:sym typeface="Raleway"/>
              </a:defRPr>
            </a:lvl9pPr>
          </a:lstStyle>
          <a:p/>
        </p:txBody>
      </p:sp>
      <p:sp>
        <p:nvSpPr>
          <p:cNvPr id="57" name="Google Shape;57;p13"/>
          <p:cNvSpPr txBox="1"/>
          <p:nvPr>
            <p:ph idx="4" type="subTitle"/>
          </p:nvPr>
        </p:nvSpPr>
        <p:spPr>
          <a:xfrm>
            <a:off x="2448211" y="4058575"/>
            <a:ext cx="2658900" cy="539400"/>
          </a:xfrm>
          <a:prstGeom prst="rect">
            <a:avLst/>
          </a:prstGeom>
        </p:spPr>
        <p:txBody>
          <a:bodyPr anchorCtr="0" anchor="t" bIns="91425" lIns="91425" spcFirstLastPara="1" rIns="91425" wrap="square" tIns="91425">
            <a:noAutofit/>
          </a:bodyPr>
          <a:lstStyle>
            <a:lvl1pPr lvl="0">
              <a:lnSpc>
                <a:spcPct val="95000"/>
              </a:lnSpc>
              <a:spcBef>
                <a:spcPts val="0"/>
              </a:spcBef>
              <a:spcAft>
                <a:spcPts val="0"/>
              </a:spcAft>
              <a:buSzPts val="1400"/>
              <a:buFont typeface="Raleway"/>
              <a:buNone/>
              <a:defRPr/>
            </a:lvl1pPr>
            <a:lvl2pPr lvl="1">
              <a:lnSpc>
                <a:spcPct val="95000"/>
              </a:lnSpc>
              <a:spcBef>
                <a:spcPts val="0"/>
              </a:spcBef>
              <a:spcAft>
                <a:spcPts val="0"/>
              </a:spcAft>
              <a:buSzPts val="1400"/>
              <a:buFont typeface="Raleway"/>
              <a:buNone/>
              <a:defRPr b="1">
                <a:latin typeface="Raleway"/>
                <a:ea typeface="Raleway"/>
                <a:cs typeface="Raleway"/>
                <a:sym typeface="Raleway"/>
              </a:defRPr>
            </a:lvl2pPr>
            <a:lvl3pPr lvl="2">
              <a:lnSpc>
                <a:spcPct val="95000"/>
              </a:lnSpc>
              <a:spcBef>
                <a:spcPts val="0"/>
              </a:spcBef>
              <a:spcAft>
                <a:spcPts val="0"/>
              </a:spcAft>
              <a:buSzPts val="1400"/>
              <a:buFont typeface="Raleway"/>
              <a:buNone/>
              <a:defRPr b="1">
                <a:latin typeface="Raleway"/>
                <a:ea typeface="Raleway"/>
                <a:cs typeface="Raleway"/>
                <a:sym typeface="Raleway"/>
              </a:defRPr>
            </a:lvl3pPr>
            <a:lvl4pPr lvl="3">
              <a:lnSpc>
                <a:spcPct val="95000"/>
              </a:lnSpc>
              <a:spcBef>
                <a:spcPts val="0"/>
              </a:spcBef>
              <a:spcAft>
                <a:spcPts val="0"/>
              </a:spcAft>
              <a:buSzPts val="1400"/>
              <a:buFont typeface="Raleway"/>
              <a:buNone/>
              <a:defRPr b="1">
                <a:latin typeface="Raleway"/>
                <a:ea typeface="Raleway"/>
                <a:cs typeface="Raleway"/>
                <a:sym typeface="Raleway"/>
              </a:defRPr>
            </a:lvl4pPr>
            <a:lvl5pPr lvl="4">
              <a:lnSpc>
                <a:spcPct val="95000"/>
              </a:lnSpc>
              <a:spcBef>
                <a:spcPts val="0"/>
              </a:spcBef>
              <a:spcAft>
                <a:spcPts val="0"/>
              </a:spcAft>
              <a:buSzPts val="1400"/>
              <a:buFont typeface="Raleway"/>
              <a:buNone/>
              <a:defRPr b="1">
                <a:latin typeface="Raleway"/>
                <a:ea typeface="Raleway"/>
                <a:cs typeface="Raleway"/>
                <a:sym typeface="Raleway"/>
              </a:defRPr>
            </a:lvl5pPr>
            <a:lvl6pPr lvl="5">
              <a:lnSpc>
                <a:spcPct val="95000"/>
              </a:lnSpc>
              <a:spcBef>
                <a:spcPts val="0"/>
              </a:spcBef>
              <a:spcAft>
                <a:spcPts val="0"/>
              </a:spcAft>
              <a:buSzPts val="1400"/>
              <a:buFont typeface="Raleway"/>
              <a:buNone/>
              <a:defRPr b="1">
                <a:latin typeface="Raleway"/>
                <a:ea typeface="Raleway"/>
                <a:cs typeface="Raleway"/>
                <a:sym typeface="Raleway"/>
              </a:defRPr>
            </a:lvl6pPr>
            <a:lvl7pPr lvl="6">
              <a:lnSpc>
                <a:spcPct val="95000"/>
              </a:lnSpc>
              <a:spcBef>
                <a:spcPts val="0"/>
              </a:spcBef>
              <a:spcAft>
                <a:spcPts val="0"/>
              </a:spcAft>
              <a:buSzPts val="1400"/>
              <a:buFont typeface="Raleway"/>
              <a:buNone/>
              <a:defRPr b="1">
                <a:latin typeface="Raleway"/>
                <a:ea typeface="Raleway"/>
                <a:cs typeface="Raleway"/>
                <a:sym typeface="Raleway"/>
              </a:defRPr>
            </a:lvl7pPr>
            <a:lvl8pPr lvl="7">
              <a:lnSpc>
                <a:spcPct val="95000"/>
              </a:lnSpc>
              <a:spcBef>
                <a:spcPts val="0"/>
              </a:spcBef>
              <a:spcAft>
                <a:spcPts val="0"/>
              </a:spcAft>
              <a:buSzPts val="1400"/>
              <a:buFont typeface="Raleway"/>
              <a:buNone/>
              <a:defRPr b="1">
                <a:latin typeface="Raleway"/>
                <a:ea typeface="Raleway"/>
                <a:cs typeface="Raleway"/>
                <a:sym typeface="Raleway"/>
              </a:defRPr>
            </a:lvl8pPr>
            <a:lvl9pPr lvl="8">
              <a:lnSpc>
                <a:spcPct val="95000"/>
              </a:lnSpc>
              <a:spcBef>
                <a:spcPts val="0"/>
              </a:spcBef>
              <a:spcAft>
                <a:spcPts val="0"/>
              </a:spcAft>
              <a:buSzPts val="1400"/>
              <a:buFont typeface="Raleway"/>
              <a:buNone/>
              <a:defRPr b="1">
                <a:latin typeface="Raleway"/>
                <a:ea typeface="Raleway"/>
                <a:cs typeface="Raleway"/>
                <a:sym typeface="Raleway"/>
              </a:defRPr>
            </a:lvl9pPr>
          </a:lstStyle>
          <a:p/>
        </p:txBody>
      </p:sp>
      <p:sp>
        <p:nvSpPr>
          <p:cNvPr id="58" name="Google Shape;58;p13"/>
          <p:cNvSpPr txBox="1"/>
          <p:nvPr>
            <p:ph idx="5" type="subTitle"/>
          </p:nvPr>
        </p:nvSpPr>
        <p:spPr>
          <a:xfrm>
            <a:off x="5107125" y="2348550"/>
            <a:ext cx="2704500" cy="539400"/>
          </a:xfrm>
          <a:prstGeom prst="rect">
            <a:avLst/>
          </a:prstGeom>
        </p:spPr>
        <p:txBody>
          <a:bodyPr anchorCtr="0" anchor="t" bIns="91425" lIns="91425" spcFirstLastPara="1" rIns="91425" wrap="square" tIns="91425">
            <a:noAutofit/>
          </a:bodyPr>
          <a:lstStyle>
            <a:lvl1pPr lvl="0">
              <a:lnSpc>
                <a:spcPct val="95000"/>
              </a:lnSpc>
              <a:spcBef>
                <a:spcPts val="0"/>
              </a:spcBef>
              <a:spcAft>
                <a:spcPts val="0"/>
              </a:spcAft>
              <a:buSzPts val="1400"/>
              <a:buFont typeface="Raleway"/>
              <a:buNone/>
              <a:defRPr/>
            </a:lvl1pPr>
            <a:lvl2pPr lvl="1">
              <a:lnSpc>
                <a:spcPct val="95000"/>
              </a:lnSpc>
              <a:spcBef>
                <a:spcPts val="0"/>
              </a:spcBef>
              <a:spcAft>
                <a:spcPts val="0"/>
              </a:spcAft>
              <a:buSzPts val="1400"/>
              <a:buFont typeface="Raleway"/>
              <a:buNone/>
              <a:defRPr b="1">
                <a:latin typeface="Raleway"/>
                <a:ea typeface="Raleway"/>
                <a:cs typeface="Raleway"/>
                <a:sym typeface="Raleway"/>
              </a:defRPr>
            </a:lvl2pPr>
            <a:lvl3pPr lvl="2">
              <a:lnSpc>
                <a:spcPct val="95000"/>
              </a:lnSpc>
              <a:spcBef>
                <a:spcPts val="0"/>
              </a:spcBef>
              <a:spcAft>
                <a:spcPts val="0"/>
              </a:spcAft>
              <a:buSzPts val="1400"/>
              <a:buFont typeface="Raleway"/>
              <a:buNone/>
              <a:defRPr b="1">
                <a:latin typeface="Raleway"/>
                <a:ea typeface="Raleway"/>
                <a:cs typeface="Raleway"/>
                <a:sym typeface="Raleway"/>
              </a:defRPr>
            </a:lvl3pPr>
            <a:lvl4pPr lvl="3">
              <a:lnSpc>
                <a:spcPct val="95000"/>
              </a:lnSpc>
              <a:spcBef>
                <a:spcPts val="0"/>
              </a:spcBef>
              <a:spcAft>
                <a:spcPts val="0"/>
              </a:spcAft>
              <a:buSzPts val="1400"/>
              <a:buFont typeface="Raleway"/>
              <a:buNone/>
              <a:defRPr b="1">
                <a:latin typeface="Raleway"/>
                <a:ea typeface="Raleway"/>
                <a:cs typeface="Raleway"/>
                <a:sym typeface="Raleway"/>
              </a:defRPr>
            </a:lvl4pPr>
            <a:lvl5pPr lvl="4">
              <a:lnSpc>
                <a:spcPct val="95000"/>
              </a:lnSpc>
              <a:spcBef>
                <a:spcPts val="0"/>
              </a:spcBef>
              <a:spcAft>
                <a:spcPts val="0"/>
              </a:spcAft>
              <a:buSzPts val="1400"/>
              <a:buFont typeface="Raleway"/>
              <a:buNone/>
              <a:defRPr b="1">
                <a:latin typeface="Raleway"/>
                <a:ea typeface="Raleway"/>
                <a:cs typeface="Raleway"/>
                <a:sym typeface="Raleway"/>
              </a:defRPr>
            </a:lvl5pPr>
            <a:lvl6pPr lvl="5">
              <a:lnSpc>
                <a:spcPct val="95000"/>
              </a:lnSpc>
              <a:spcBef>
                <a:spcPts val="0"/>
              </a:spcBef>
              <a:spcAft>
                <a:spcPts val="0"/>
              </a:spcAft>
              <a:buSzPts val="1400"/>
              <a:buFont typeface="Raleway"/>
              <a:buNone/>
              <a:defRPr b="1">
                <a:latin typeface="Raleway"/>
                <a:ea typeface="Raleway"/>
                <a:cs typeface="Raleway"/>
                <a:sym typeface="Raleway"/>
              </a:defRPr>
            </a:lvl6pPr>
            <a:lvl7pPr lvl="6">
              <a:lnSpc>
                <a:spcPct val="95000"/>
              </a:lnSpc>
              <a:spcBef>
                <a:spcPts val="0"/>
              </a:spcBef>
              <a:spcAft>
                <a:spcPts val="0"/>
              </a:spcAft>
              <a:buSzPts val="1400"/>
              <a:buFont typeface="Raleway"/>
              <a:buNone/>
              <a:defRPr b="1">
                <a:latin typeface="Raleway"/>
                <a:ea typeface="Raleway"/>
                <a:cs typeface="Raleway"/>
                <a:sym typeface="Raleway"/>
              </a:defRPr>
            </a:lvl7pPr>
            <a:lvl8pPr lvl="7">
              <a:lnSpc>
                <a:spcPct val="95000"/>
              </a:lnSpc>
              <a:spcBef>
                <a:spcPts val="0"/>
              </a:spcBef>
              <a:spcAft>
                <a:spcPts val="0"/>
              </a:spcAft>
              <a:buSzPts val="1400"/>
              <a:buFont typeface="Raleway"/>
              <a:buNone/>
              <a:defRPr b="1">
                <a:latin typeface="Raleway"/>
                <a:ea typeface="Raleway"/>
                <a:cs typeface="Raleway"/>
                <a:sym typeface="Raleway"/>
              </a:defRPr>
            </a:lvl8pPr>
            <a:lvl9pPr lvl="8">
              <a:lnSpc>
                <a:spcPct val="95000"/>
              </a:lnSpc>
              <a:spcBef>
                <a:spcPts val="0"/>
              </a:spcBef>
              <a:spcAft>
                <a:spcPts val="0"/>
              </a:spcAft>
              <a:buSzPts val="1400"/>
              <a:buFont typeface="Raleway"/>
              <a:buNone/>
              <a:defRPr b="1">
                <a:latin typeface="Raleway"/>
                <a:ea typeface="Raleway"/>
                <a:cs typeface="Raleway"/>
                <a:sym typeface="Raleway"/>
              </a:defRPr>
            </a:lvl9pPr>
          </a:lstStyle>
          <a:p/>
        </p:txBody>
      </p:sp>
      <p:sp>
        <p:nvSpPr>
          <p:cNvPr id="59" name="Google Shape;59;p13"/>
          <p:cNvSpPr txBox="1"/>
          <p:nvPr>
            <p:ph idx="6" type="subTitle"/>
          </p:nvPr>
        </p:nvSpPr>
        <p:spPr>
          <a:xfrm>
            <a:off x="5475145" y="2918558"/>
            <a:ext cx="2704500" cy="539400"/>
          </a:xfrm>
          <a:prstGeom prst="rect">
            <a:avLst/>
          </a:prstGeom>
        </p:spPr>
        <p:txBody>
          <a:bodyPr anchorCtr="0" anchor="t" bIns="91425" lIns="91425" spcFirstLastPara="1" rIns="91425" wrap="square" tIns="91425">
            <a:noAutofit/>
          </a:bodyPr>
          <a:lstStyle>
            <a:lvl1pPr lvl="0">
              <a:lnSpc>
                <a:spcPct val="95000"/>
              </a:lnSpc>
              <a:spcBef>
                <a:spcPts val="0"/>
              </a:spcBef>
              <a:spcAft>
                <a:spcPts val="0"/>
              </a:spcAft>
              <a:buSzPts val="1400"/>
              <a:buFont typeface="Raleway"/>
              <a:buNone/>
              <a:defRPr/>
            </a:lvl1pPr>
            <a:lvl2pPr lvl="1">
              <a:lnSpc>
                <a:spcPct val="95000"/>
              </a:lnSpc>
              <a:spcBef>
                <a:spcPts val="0"/>
              </a:spcBef>
              <a:spcAft>
                <a:spcPts val="0"/>
              </a:spcAft>
              <a:buSzPts val="1400"/>
              <a:buFont typeface="Raleway"/>
              <a:buNone/>
              <a:defRPr b="1">
                <a:latin typeface="Raleway"/>
                <a:ea typeface="Raleway"/>
                <a:cs typeface="Raleway"/>
                <a:sym typeface="Raleway"/>
              </a:defRPr>
            </a:lvl2pPr>
            <a:lvl3pPr lvl="2">
              <a:lnSpc>
                <a:spcPct val="95000"/>
              </a:lnSpc>
              <a:spcBef>
                <a:spcPts val="0"/>
              </a:spcBef>
              <a:spcAft>
                <a:spcPts val="0"/>
              </a:spcAft>
              <a:buSzPts val="1400"/>
              <a:buFont typeface="Raleway"/>
              <a:buNone/>
              <a:defRPr b="1">
                <a:latin typeface="Raleway"/>
                <a:ea typeface="Raleway"/>
                <a:cs typeface="Raleway"/>
                <a:sym typeface="Raleway"/>
              </a:defRPr>
            </a:lvl3pPr>
            <a:lvl4pPr lvl="3">
              <a:lnSpc>
                <a:spcPct val="95000"/>
              </a:lnSpc>
              <a:spcBef>
                <a:spcPts val="0"/>
              </a:spcBef>
              <a:spcAft>
                <a:spcPts val="0"/>
              </a:spcAft>
              <a:buSzPts val="1400"/>
              <a:buFont typeface="Raleway"/>
              <a:buNone/>
              <a:defRPr b="1">
                <a:latin typeface="Raleway"/>
                <a:ea typeface="Raleway"/>
                <a:cs typeface="Raleway"/>
                <a:sym typeface="Raleway"/>
              </a:defRPr>
            </a:lvl4pPr>
            <a:lvl5pPr lvl="4">
              <a:lnSpc>
                <a:spcPct val="95000"/>
              </a:lnSpc>
              <a:spcBef>
                <a:spcPts val="0"/>
              </a:spcBef>
              <a:spcAft>
                <a:spcPts val="0"/>
              </a:spcAft>
              <a:buSzPts val="1400"/>
              <a:buFont typeface="Raleway"/>
              <a:buNone/>
              <a:defRPr b="1">
                <a:latin typeface="Raleway"/>
                <a:ea typeface="Raleway"/>
                <a:cs typeface="Raleway"/>
                <a:sym typeface="Raleway"/>
              </a:defRPr>
            </a:lvl5pPr>
            <a:lvl6pPr lvl="5">
              <a:lnSpc>
                <a:spcPct val="95000"/>
              </a:lnSpc>
              <a:spcBef>
                <a:spcPts val="0"/>
              </a:spcBef>
              <a:spcAft>
                <a:spcPts val="0"/>
              </a:spcAft>
              <a:buSzPts val="1400"/>
              <a:buFont typeface="Raleway"/>
              <a:buNone/>
              <a:defRPr b="1">
                <a:latin typeface="Raleway"/>
                <a:ea typeface="Raleway"/>
                <a:cs typeface="Raleway"/>
                <a:sym typeface="Raleway"/>
              </a:defRPr>
            </a:lvl6pPr>
            <a:lvl7pPr lvl="6">
              <a:lnSpc>
                <a:spcPct val="95000"/>
              </a:lnSpc>
              <a:spcBef>
                <a:spcPts val="0"/>
              </a:spcBef>
              <a:spcAft>
                <a:spcPts val="0"/>
              </a:spcAft>
              <a:buSzPts val="1400"/>
              <a:buFont typeface="Raleway"/>
              <a:buNone/>
              <a:defRPr b="1">
                <a:latin typeface="Raleway"/>
                <a:ea typeface="Raleway"/>
                <a:cs typeface="Raleway"/>
                <a:sym typeface="Raleway"/>
              </a:defRPr>
            </a:lvl7pPr>
            <a:lvl8pPr lvl="7">
              <a:lnSpc>
                <a:spcPct val="95000"/>
              </a:lnSpc>
              <a:spcBef>
                <a:spcPts val="0"/>
              </a:spcBef>
              <a:spcAft>
                <a:spcPts val="0"/>
              </a:spcAft>
              <a:buSzPts val="1400"/>
              <a:buFont typeface="Raleway"/>
              <a:buNone/>
              <a:defRPr b="1">
                <a:latin typeface="Raleway"/>
                <a:ea typeface="Raleway"/>
                <a:cs typeface="Raleway"/>
                <a:sym typeface="Raleway"/>
              </a:defRPr>
            </a:lvl8pPr>
            <a:lvl9pPr lvl="8">
              <a:lnSpc>
                <a:spcPct val="95000"/>
              </a:lnSpc>
              <a:spcBef>
                <a:spcPts val="0"/>
              </a:spcBef>
              <a:spcAft>
                <a:spcPts val="0"/>
              </a:spcAft>
              <a:buSzPts val="1400"/>
              <a:buFont typeface="Raleway"/>
              <a:buNone/>
              <a:defRPr b="1">
                <a:latin typeface="Raleway"/>
                <a:ea typeface="Raleway"/>
                <a:cs typeface="Raleway"/>
                <a:sym typeface="Raleway"/>
              </a:defRPr>
            </a:lvl9pPr>
          </a:lstStyle>
          <a:p/>
        </p:txBody>
      </p:sp>
      <p:sp>
        <p:nvSpPr>
          <p:cNvPr id="60" name="Google Shape;60;p13"/>
          <p:cNvSpPr txBox="1"/>
          <p:nvPr>
            <p:ph idx="7" type="subTitle"/>
          </p:nvPr>
        </p:nvSpPr>
        <p:spPr>
          <a:xfrm>
            <a:off x="5843165" y="3488566"/>
            <a:ext cx="2704500" cy="539400"/>
          </a:xfrm>
          <a:prstGeom prst="rect">
            <a:avLst/>
          </a:prstGeom>
        </p:spPr>
        <p:txBody>
          <a:bodyPr anchorCtr="0" anchor="t" bIns="91425" lIns="91425" spcFirstLastPara="1" rIns="91425" wrap="square" tIns="91425">
            <a:noAutofit/>
          </a:bodyPr>
          <a:lstStyle>
            <a:lvl1pPr lvl="0">
              <a:lnSpc>
                <a:spcPct val="95000"/>
              </a:lnSpc>
              <a:spcBef>
                <a:spcPts val="0"/>
              </a:spcBef>
              <a:spcAft>
                <a:spcPts val="0"/>
              </a:spcAft>
              <a:buSzPts val="1400"/>
              <a:buFont typeface="Raleway"/>
              <a:buNone/>
              <a:defRPr/>
            </a:lvl1pPr>
            <a:lvl2pPr lvl="1">
              <a:lnSpc>
                <a:spcPct val="95000"/>
              </a:lnSpc>
              <a:spcBef>
                <a:spcPts val="0"/>
              </a:spcBef>
              <a:spcAft>
                <a:spcPts val="0"/>
              </a:spcAft>
              <a:buSzPts val="1400"/>
              <a:buFont typeface="Raleway"/>
              <a:buNone/>
              <a:defRPr b="1">
                <a:latin typeface="Raleway"/>
                <a:ea typeface="Raleway"/>
                <a:cs typeface="Raleway"/>
                <a:sym typeface="Raleway"/>
              </a:defRPr>
            </a:lvl2pPr>
            <a:lvl3pPr lvl="2">
              <a:lnSpc>
                <a:spcPct val="95000"/>
              </a:lnSpc>
              <a:spcBef>
                <a:spcPts val="0"/>
              </a:spcBef>
              <a:spcAft>
                <a:spcPts val="0"/>
              </a:spcAft>
              <a:buSzPts val="1400"/>
              <a:buFont typeface="Raleway"/>
              <a:buNone/>
              <a:defRPr b="1">
                <a:latin typeface="Raleway"/>
                <a:ea typeface="Raleway"/>
                <a:cs typeface="Raleway"/>
                <a:sym typeface="Raleway"/>
              </a:defRPr>
            </a:lvl3pPr>
            <a:lvl4pPr lvl="3">
              <a:lnSpc>
                <a:spcPct val="95000"/>
              </a:lnSpc>
              <a:spcBef>
                <a:spcPts val="0"/>
              </a:spcBef>
              <a:spcAft>
                <a:spcPts val="0"/>
              </a:spcAft>
              <a:buSzPts val="1400"/>
              <a:buFont typeface="Raleway"/>
              <a:buNone/>
              <a:defRPr b="1">
                <a:latin typeface="Raleway"/>
                <a:ea typeface="Raleway"/>
                <a:cs typeface="Raleway"/>
                <a:sym typeface="Raleway"/>
              </a:defRPr>
            </a:lvl4pPr>
            <a:lvl5pPr lvl="4">
              <a:lnSpc>
                <a:spcPct val="95000"/>
              </a:lnSpc>
              <a:spcBef>
                <a:spcPts val="0"/>
              </a:spcBef>
              <a:spcAft>
                <a:spcPts val="0"/>
              </a:spcAft>
              <a:buSzPts val="1400"/>
              <a:buFont typeface="Raleway"/>
              <a:buNone/>
              <a:defRPr b="1">
                <a:latin typeface="Raleway"/>
                <a:ea typeface="Raleway"/>
                <a:cs typeface="Raleway"/>
                <a:sym typeface="Raleway"/>
              </a:defRPr>
            </a:lvl5pPr>
            <a:lvl6pPr lvl="5">
              <a:lnSpc>
                <a:spcPct val="95000"/>
              </a:lnSpc>
              <a:spcBef>
                <a:spcPts val="0"/>
              </a:spcBef>
              <a:spcAft>
                <a:spcPts val="0"/>
              </a:spcAft>
              <a:buSzPts val="1400"/>
              <a:buFont typeface="Raleway"/>
              <a:buNone/>
              <a:defRPr b="1">
                <a:latin typeface="Raleway"/>
                <a:ea typeface="Raleway"/>
                <a:cs typeface="Raleway"/>
                <a:sym typeface="Raleway"/>
              </a:defRPr>
            </a:lvl6pPr>
            <a:lvl7pPr lvl="6">
              <a:lnSpc>
                <a:spcPct val="95000"/>
              </a:lnSpc>
              <a:spcBef>
                <a:spcPts val="0"/>
              </a:spcBef>
              <a:spcAft>
                <a:spcPts val="0"/>
              </a:spcAft>
              <a:buSzPts val="1400"/>
              <a:buFont typeface="Raleway"/>
              <a:buNone/>
              <a:defRPr b="1">
                <a:latin typeface="Raleway"/>
                <a:ea typeface="Raleway"/>
                <a:cs typeface="Raleway"/>
                <a:sym typeface="Raleway"/>
              </a:defRPr>
            </a:lvl7pPr>
            <a:lvl8pPr lvl="7">
              <a:lnSpc>
                <a:spcPct val="95000"/>
              </a:lnSpc>
              <a:spcBef>
                <a:spcPts val="0"/>
              </a:spcBef>
              <a:spcAft>
                <a:spcPts val="0"/>
              </a:spcAft>
              <a:buSzPts val="1400"/>
              <a:buFont typeface="Raleway"/>
              <a:buNone/>
              <a:defRPr b="1">
                <a:latin typeface="Raleway"/>
                <a:ea typeface="Raleway"/>
                <a:cs typeface="Raleway"/>
                <a:sym typeface="Raleway"/>
              </a:defRPr>
            </a:lvl8pPr>
            <a:lvl9pPr lvl="8">
              <a:lnSpc>
                <a:spcPct val="95000"/>
              </a:lnSpc>
              <a:spcBef>
                <a:spcPts val="0"/>
              </a:spcBef>
              <a:spcAft>
                <a:spcPts val="0"/>
              </a:spcAft>
              <a:buSzPts val="1400"/>
              <a:buFont typeface="Raleway"/>
              <a:buNone/>
              <a:defRPr b="1">
                <a:latin typeface="Raleway"/>
                <a:ea typeface="Raleway"/>
                <a:cs typeface="Raleway"/>
                <a:sym typeface="Raleway"/>
              </a:defRPr>
            </a:lvl9pPr>
          </a:lstStyle>
          <a:p/>
        </p:txBody>
      </p:sp>
      <p:sp>
        <p:nvSpPr>
          <p:cNvPr id="61" name="Google Shape;61;p13"/>
          <p:cNvSpPr txBox="1"/>
          <p:nvPr>
            <p:ph idx="8" type="subTitle"/>
          </p:nvPr>
        </p:nvSpPr>
        <p:spPr>
          <a:xfrm>
            <a:off x="6211185" y="4058574"/>
            <a:ext cx="2704500" cy="539400"/>
          </a:xfrm>
          <a:prstGeom prst="rect">
            <a:avLst/>
          </a:prstGeom>
        </p:spPr>
        <p:txBody>
          <a:bodyPr anchorCtr="0" anchor="t" bIns="91425" lIns="91425" spcFirstLastPara="1" rIns="91425" wrap="square" tIns="91425">
            <a:noAutofit/>
          </a:bodyPr>
          <a:lstStyle>
            <a:lvl1pPr lvl="0">
              <a:lnSpc>
                <a:spcPct val="95000"/>
              </a:lnSpc>
              <a:spcBef>
                <a:spcPts val="0"/>
              </a:spcBef>
              <a:spcAft>
                <a:spcPts val="0"/>
              </a:spcAft>
              <a:buSzPts val="1400"/>
              <a:buFont typeface="Raleway"/>
              <a:buNone/>
              <a:defRPr/>
            </a:lvl1pPr>
            <a:lvl2pPr lvl="1">
              <a:lnSpc>
                <a:spcPct val="95000"/>
              </a:lnSpc>
              <a:spcBef>
                <a:spcPts val="0"/>
              </a:spcBef>
              <a:spcAft>
                <a:spcPts val="0"/>
              </a:spcAft>
              <a:buSzPts val="1400"/>
              <a:buFont typeface="Raleway"/>
              <a:buNone/>
              <a:defRPr b="1">
                <a:latin typeface="Raleway"/>
                <a:ea typeface="Raleway"/>
                <a:cs typeface="Raleway"/>
                <a:sym typeface="Raleway"/>
              </a:defRPr>
            </a:lvl2pPr>
            <a:lvl3pPr lvl="2">
              <a:lnSpc>
                <a:spcPct val="95000"/>
              </a:lnSpc>
              <a:spcBef>
                <a:spcPts val="0"/>
              </a:spcBef>
              <a:spcAft>
                <a:spcPts val="0"/>
              </a:spcAft>
              <a:buSzPts val="1400"/>
              <a:buFont typeface="Raleway"/>
              <a:buNone/>
              <a:defRPr b="1">
                <a:latin typeface="Raleway"/>
                <a:ea typeface="Raleway"/>
                <a:cs typeface="Raleway"/>
                <a:sym typeface="Raleway"/>
              </a:defRPr>
            </a:lvl3pPr>
            <a:lvl4pPr lvl="3">
              <a:lnSpc>
                <a:spcPct val="95000"/>
              </a:lnSpc>
              <a:spcBef>
                <a:spcPts val="0"/>
              </a:spcBef>
              <a:spcAft>
                <a:spcPts val="0"/>
              </a:spcAft>
              <a:buSzPts val="1400"/>
              <a:buFont typeface="Raleway"/>
              <a:buNone/>
              <a:defRPr b="1">
                <a:latin typeface="Raleway"/>
                <a:ea typeface="Raleway"/>
                <a:cs typeface="Raleway"/>
                <a:sym typeface="Raleway"/>
              </a:defRPr>
            </a:lvl4pPr>
            <a:lvl5pPr lvl="4">
              <a:lnSpc>
                <a:spcPct val="95000"/>
              </a:lnSpc>
              <a:spcBef>
                <a:spcPts val="0"/>
              </a:spcBef>
              <a:spcAft>
                <a:spcPts val="0"/>
              </a:spcAft>
              <a:buSzPts val="1400"/>
              <a:buFont typeface="Raleway"/>
              <a:buNone/>
              <a:defRPr b="1">
                <a:latin typeface="Raleway"/>
                <a:ea typeface="Raleway"/>
                <a:cs typeface="Raleway"/>
                <a:sym typeface="Raleway"/>
              </a:defRPr>
            </a:lvl5pPr>
            <a:lvl6pPr lvl="5">
              <a:lnSpc>
                <a:spcPct val="95000"/>
              </a:lnSpc>
              <a:spcBef>
                <a:spcPts val="0"/>
              </a:spcBef>
              <a:spcAft>
                <a:spcPts val="0"/>
              </a:spcAft>
              <a:buSzPts val="1400"/>
              <a:buFont typeface="Raleway"/>
              <a:buNone/>
              <a:defRPr b="1">
                <a:latin typeface="Raleway"/>
                <a:ea typeface="Raleway"/>
                <a:cs typeface="Raleway"/>
                <a:sym typeface="Raleway"/>
              </a:defRPr>
            </a:lvl6pPr>
            <a:lvl7pPr lvl="6">
              <a:lnSpc>
                <a:spcPct val="95000"/>
              </a:lnSpc>
              <a:spcBef>
                <a:spcPts val="0"/>
              </a:spcBef>
              <a:spcAft>
                <a:spcPts val="0"/>
              </a:spcAft>
              <a:buSzPts val="1400"/>
              <a:buFont typeface="Raleway"/>
              <a:buNone/>
              <a:defRPr b="1">
                <a:latin typeface="Raleway"/>
                <a:ea typeface="Raleway"/>
                <a:cs typeface="Raleway"/>
                <a:sym typeface="Raleway"/>
              </a:defRPr>
            </a:lvl7pPr>
            <a:lvl8pPr lvl="7">
              <a:lnSpc>
                <a:spcPct val="95000"/>
              </a:lnSpc>
              <a:spcBef>
                <a:spcPts val="0"/>
              </a:spcBef>
              <a:spcAft>
                <a:spcPts val="0"/>
              </a:spcAft>
              <a:buSzPts val="1400"/>
              <a:buFont typeface="Raleway"/>
              <a:buNone/>
              <a:defRPr b="1">
                <a:latin typeface="Raleway"/>
                <a:ea typeface="Raleway"/>
                <a:cs typeface="Raleway"/>
                <a:sym typeface="Raleway"/>
              </a:defRPr>
            </a:lvl8pPr>
            <a:lvl9pPr lvl="8">
              <a:lnSpc>
                <a:spcPct val="95000"/>
              </a:lnSpc>
              <a:spcBef>
                <a:spcPts val="0"/>
              </a:spcBef>
              <a:spcAft>
                <a:spcPts val="0"/>
              </a:spcAft>
              <a:buSzPts val="1400"/>
              <a:buFont typeface="Raleway"/>
              <a:buNone/>
              <a:defRPr b="1">
                <a:latin typeface="Raleway"/>
                <a:ea typeface="Raleway"/>
                <a:cs typeface="Raleway"/>
                <a:sym typeface="Raleway"/>
              </a:defRPr>
            </a:lvl9pPr>
          </a:lstStyle>
          <a:p/>
        </p:txBody>
      </p:sp>
      <p:sp>
        <p:nvSpPr>
          <p:cNvPr id="62" name="Google Shape;62;p13"/>
          <p:cNvSpPr txBox="1"/>
          <p:nvPr>
            <p:ph hasCustomPrompt="1" idx="9" type="title"/>
          </p:nvPr>
        </p:nvSpPr>
        <p:spPr>
          <a:xfrm>
            <a:off x="1587966" y="4082388"/>
            <a:ext cx="865800" cy="310800"/>
          </a:xfrm>
          <a:prstGeom prst="rect">
            <a:avLst/>
          </a:prstGeom>
          <a:noFill/>
        </p:spPr>
        <p:txBody>
          <a:bodyPr anchorCtr="0" anchor="ctr" bIns="91425" lIns="91425" spcFirstLastPara="1" rIns="91425" wrap="square" tIns="91425">
            <a:noAutofit/>
          </a:bodyPr>
          <a:lstStyle>
            <a:lvl1pPr lvl="0" algn="ctr">
              <a:spcBef>
                <a:spcPts val="0"/>
              </a:spcBef>
              <a:spcAft>
                <a:spcPts val="0"/>
              </a:spcAft>
              <a:buSzPts val="3000"/>
              <a:buNone/>
              <a:defRPr sz="2000">
                <a:solidFill>
                  <a:schemeClr val="accent2"/>
                </a:solidFill>
                <a:latin typeface="Stack Sans Notch Medium"/>
                <a:ea typeface="Stack Sans Notch Medium"/>
                <a:cs typeface="Stack Sans Notch Medium"/>
                <a:sym typeface="Stack Sans Notch Medium"/>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63" name="Google Shape;63;p13"/>
          <p:cNvSpPr txBox="1"/>
          <p:nvPr>
            <p:ph hasCustomPrompt="1" idx="13" type="title"/>
          </p:nvPr>
        </p:nvSpPr>
        <p:spPr>
          <a:xfrm>
            <a:off x="825966" y="2942171"/>
            <a:ext cx="865800" cy="310800"/>
          </a:xfrm>
          <a:prstGeom prst="rect">
            <a:avLst/>
          </a:prstGeom>
          <a:noFill/>
        </p:spPr>
        <p:txBody>
          <a:bodyPr anchorCtr="0" anchor="ctr" bIns="91425" lIns="91425" spcFirstLastPara="1" rIns="91425" wrap="square" tIns="91425">
            <a:noAutofit/>
          </a:bodyPr>
          <a:lstStyle>
            <a:lvl1pPr lvl="0" algn="ctr">
              <a:spcBef>
                <a:spcPts val="0"/>
              </a:spcBef>
              <a:spcAft>
                <a:spcPts val="0"/>
              </a:spcAft>
              <a:buSzPts val="3000"/>
              <a:buNone/>
              <a:defRPr sz="2000">
                <a:solidFill>
                  <a:schemeClr val="accent2"/>
                </a:solidFill>
                <a:latin typeface="Stack Sans Notch Medium"/>
                <a:ea typeface="Stack Sans Notch Medium"/>
                <a:cs typeface="Stack Sans Notch Medium"/>
                <a:sym typeface="Stack Sans Notch Medium"/>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64" name="Google Shape;64;p13"/>
          <p:cNvSpPr txBox="1"/>
          <p:nvPr>
            <p:ph hasCustomPrompt="1" idx="14" type="title"/>
          </p:nvPr>
        </p:nvSpPr>
        <p:spPr>
          <a:xfrm>
            <a:off x="445794" y="2372363"/>
            <a:ext cx="864300" cy="310500"/>
          </a:xfrm>
          <a:prstGeom prst="rect">
            <a:avLst/>
          </a:prstGeom>
        </p:spPr>
        <p:txBody>
          <a:bodyPr anchorCtr="0" anchor="ctr" bIns="91425" lIns="91425" spcFirstLastPara="1" rIns="91425" wrap="square" tIns="91425">
            <a:noAutofit/>
          </a:bodyPr>
          <a:lstStyle>
            <a:lvl1pPr lvl="0" algn="ctr">
              <a:spcBef>
                <a:spcPts val="0"/>
              </a:spcBef>
              <a:spcAft>
                <a:spcPts val="0"/>
              </a:spcAft>
              <a:buSzPts val="3000"/>
              <a:buNone/>
              <a:defRPr sz="2000">
                <a:solidFill>
                  <a:schemeClr val="accent2"/>
                </a:solidFill>
                <a:latin typeface="Stack Sans Notch Medium"/>
                <a:ea typeface="Stack Sans Notch Medium"/>
                <a:cs typeface="Stack Sans Notch Medium"/>
                <a:sym typeface="Stack Sans Notch Medium"/>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65" name="Google Shape;65;p13"/>
          <p:cNvSpPr txBox="1"/>
          <p:nvPr>
            <p:ph hasCustomPrompt="1" idx="15" type="title"/>
          </p:nvPr>
        </p:nvSpPr>
        <p:spPr>
          <a:xfrm>
            <a:off x="1206966" y="3512279"/>
            <a:ext cx="865800" cy="310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000"/>
              <a:buNone/>
              <a:defRPr sz="2000">
                <a:solidFill>
                  <a:schemeClr val="accent2"/>
                </a:solidFill>
                <a:latin typeface="Stack Sans Notch Medium"/>
                <a:ea typeface="Stack Sans Notch Medium"/>
                <a:cs typeface="Stack Sans Notch Medium"/>
                <a:sym typeface="Stack Sans Notch Medium"/>
              </a:defRPr>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66" name="Google Shape;66;p13"/>
          <p:cNvSpPr txBox="1"/>
          <p:nvPr>
            <p:ph hasCustomPrompt="1" idx="16" type="title"/>
          </p:nvPr>
        </p:nvSpPr>
        <p:spPr>
          <a:xfrm>
            <a:off x="4583003" y="2942369"/>
            <a:ext cx="865800" cy="310800"/>
          </a:xfrm>
          <a:prstGeom prst="rect">
            <a:avLst/>
          </a:prstGeom>
          <a:noFill/>
        </p:spPr>
        <p:txBody>
          <a:bodyPr anchorCtr="0" anchor="ctr" bIns="91425" lIns="91425" spcFirstLastPara="1" rIns="91425" wrap="square" tIns="91425">
            <a:noAutofit/>
          </a:bodyPr>
          <a:lstStyle>
            <a:lvl1pPr lvl="0" algn="ctr">
              <a:spcBef>
                <a:spcPts val="0"/>
              </a:spcBef>
              <a:spcAft>
                <a:spcPts val="0"/>
              </a:spcAft>
              <a:buSzPts val="3000"/>
              <a:buNone/>
              <a:defRPr sz="2000">
                <a:solidFill>
                  <a:schemeClr val="accent2"/>
                </a:solidFill>
                <a:latin typeface="Stack Sans Notch Medium"/>
                <a:ea typeface="Stack Sans Notch Medium"/>
                <a:cs typeface="Stack Sans Notch Medium"/>
                <a:sym typeface="Stack Sans Notch Medium"/>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67" name="Google Shape;67;p13"/>
          <p:cNvSpPr txBox="1"/>
          <p:nvPr>
            <p:ph hasCustomPrompt="1" idx="17" type="title"/>
          </p:nvPr>
        </p:nvSpPr>
        <p:spPr>
          <a:xfrm>
            <a:off x="4964002" y="3512375"/>
            <a:ext cx="865800" cy="310800"/>
          </a:xfrm>
          <a:prstGeom prst="rect">
            <a:avLst/>
          </a:prstGeom>
          <a:noFill/>
        </p:spPr>
        <p:txBody>
          <a:bodyPr anchorCtr="0" anchor="ctr" bIns="91425" lIns="91425" spcFirstLastPara="1" rIns="91425" wrap="square" tIns="91425">
            <a:noAutofit/>
          </a:bodyPr>
          <a:lstStyle>
            <a:lvl1pPr lvl="0" algn="ctr">
              <a:spcBef>
                <a:spcPts val="0"/>
              </a:spcBef>
              <a:spcAft>
                <a:spcPts val="0"/>
              </a:spcAft>
              <a:buSzPts val="3000"/>
              <a:buNone/>
              <a:defRPr sz="2000">
                <a:solidFill>
                  <a:schemeClr val="accent2"/>
                </a:solidFill>
                <a:latin typeface="Stack Sans Notch Medium"/>
                <a:ea typeface="Stack Sans Notch Medium"/>
                <a:cs typeface="Stack Sans Notch Medium"/>
                <a:sym typeface="Stack Sans Notch Medium"/>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68" name="Google Shape;68;p13"/>
          <p:cNvSpPr txBox="1"/>
          <p:nvPr>
            <p:ph hasCustomPrompt="1" idx="18" type="title"/>
          </p:nvPr>
        </p:nvSpPr>
        <p:spPr>
          <a:xfrm>
            <a:off x="5345004" y="4082381"/>
            <a:ext cx="865800" cy="310800"/>
          </a:xfrm>
          <a:prstGeom prst="rect">
            <a:avLst/>
          </a:prstGeom>
          <a:noFill/>
        </p:spPr>
        <p:txBody>
          <a:bodyPr anchorCtr="0" anchor="ctr" bIns="91425" lIns="91425" spcFirstLastPara="1" rIns="91425" wrap="square" tIns="91425">
            <a:noAutofit/>
          </a:bodyPr>
          <a:lstStyle>
            <a:lvl1pPr lvl="0" algn="ctr">
              <a:spcBef>
                <a:spcPts val="0"/>
              </a:spcBef>
              <a:spcAft>
                <a:spcPts val="0"/>
              </a:spcAft>
              <a:buSzPts val="3000"/>
              <a:buNone/>
              <a:defRPr sz="2000">
                <a:solidFill>
                  <a:schemeClr val="accent2"/>
                </a:solidFill>
                <a:latin typeface="Stack Sans Notch Medium"/>
                <a:ea typeface="Stack Sans Notch Medium"/>
                <a:cs typeface="Stack Sans Notch Medium"/>
                <a:sym typeface="Stack Sans Notch Medium"/>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69" name="Google Shape;69;p13"/>
          <p:cNvSpPr txBox="1"/>
          <p:nvPr>
            <p:ph hasCustomPrompt="1" idx="19" type="title"/>
          </p:nvPr>
        </p:nvSpPr>
        <p:spPr>
          <a:xfrm>
            <a:off x="4202003" y="2372363"/>
            <a:ext cx="865800" cy="310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000"/>
              <a:buNone/>
              <a:defRPr sz="2000">
                <a:solidFill>
                  <a:schemeClr val="accent2"/>
                </a:solidFill>
                <a:latin typeface="Stack Sans Notch Medium"/>
                <a:ea typeface="Stack Sans Notch Medium"/>
                <a:cs typeface="Stack Sans Notch Medium"/>
                <a:sym typeface="Stack Sans Notch Medium"/>
              </a:defRPr>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70" name="Shape 70"/>
        <p:cNvGrpSpPr/>
        <p:nvPr/>
      </p:nvGrpSpPr>
      <p:grpSpPr>
        <a:xfrm>
          <a:off x="0" y="0"/>
          <a:ext cx="0" cy="0"/>
          <a:chOff x="0" y="0"/>
          <a:chExt cx="0" cy="0"/>
        </a:xfrm>
      </p:grpSpPr>
      <p:pic>
        <p:nvPicPr>
          <p:cNvPr id="71" name="Google Shape;71;p14" title="BG_2_Data-visual.jpg"/>
          <p:cNvPicPr preferRelativeResize="0"/>
          <p:nvPr/>
        </p:nvPicPr>
        <p:blipFill rotWithShape="1">
          <a:blip r:embed="rId2">
            <a:alphaModFix/>
          </a:blip>
          <a:srcRect b="0" l="0" r="0" t="0"/>
          <a:stretch/>
        </p:blipFill>
        <p:spPr>
          <a:xfrm flipH="1">
            <a:off x="1" y="2225"/>
            <a:ext cx="9144028" cy="5139051"/>
          </a:xfrm>
          <a:prstGeom prst="rect">
            <a:avLst/>
          </a:prstGeom>
          <a:noFill/>
          <a:ln>
            <a:noFill/>
          </a:ln>
        </p:spPr>
      </p:pic>
      <p:sp>
        <p:nvSpPr>
          <p:cNvPr id="72" name="Google Shape;72;p14"/>
          <p:cNvSpPr txBox="1"/>
          <p:nvPr>
            <p:ph type="title"/>
          </p:nvPr>
        </p:nvSpPr>
        <p:spPr>
          <a:xfrm>
            <a:off x="1386575" y="1337225"/>
            <a:ext cx="3541800" cy="1477200"/>
          </a:xfrm>
          <a:prstGeom prst="rect">
            <a:avLst/>
          </a:prstGeom>
          <a:ln>
            <a:noFill/>
          </a:ln>
        </p:spPr>
        <p:txBody>
          <a:bodyPr anchorCtr="0" anchor="t" bIns="91425" lIns="91425" spcFirstLastPara="1" rIns="91425" wrap="square" tIns="91425">
            <a:noAutofit/>
          </a:bodyPr>
          <a:lstStyle>
            <a:lvl1pPr lvl="0" algn="l">
              <a:spcBef>
                <a:spcPts val="0"/>
              </a:spcBef>
              <a:spcAft>
                <a:spcPts val="0"/>
              </a:spcAft>
              <a:buSzPts val="2600"/>
              <a:buNone/>
              <a:defRPr sz="2800"/>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p:txBody>
      </p:sp>
      <p:sp>
        <p:nvSpPr>
          <p:cNvPr id="73" name="Google Shape;73;p14"/>
          <p:cNvSpPr txBox="1"/>
          <p:nvPr>
            <p:ph idx="1" type="subTitle"/>
          </p:nvPr>
        </p:nvSpPr>
        <p:spPr>
          <a:xfrm>
            <a:off x="3234325" y="3108700"/>
            <a:ext cx="5452500" cy="18063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ONE_COLUMN_TEXT_1">
    <p:spTree>
      <p:nvGrpSpPr>
        <p:cNvPr id="74" name="Shape 74"/>
        <p:cNvGrpSpPr/>
        <p:nvPr/>
      </p:nvGrpSpPr>
      <p:grpSpPr>
        <a:xfrm>
          <a:off x="0" y="0"/>
          <a:ext cx="0" cy="0"/>
          <a:chOff x="0" y="0"/>
          <a:chExt cx="0" cy="0"/>
        </a:xfrm>
      </p:grpSpPr>
      <p:pic>
        <p:nvPicPr>
          <p:cNvPr id="75" name="Google Shape;75;p15" title="BG_23_Data-visual.jpg"/>
          <p:cNvPicPr preferRelativeResize="0"/>
          <p:nvPr/>
        </p:nvPicPr>
        <p:blipFill>
          <a:blip r:embed="rId2">
            <a:alphaModFix/>
          </a:blip>
          <a:stretch>
            <a:fillRect/>
          </a:stretch>
        </p:blipFill>
        <p:spPr>
          <a:xfrm>
            <a:off x="0" y="2232"/>
            <a:ext cx="9144003" cy="5139037"/>
          </a:xfrm>
          <a:prstGeom prst="rect">
            <a:avLst/>
          </a:prstGeom>
          <a:noFill/>
          <a:ln>
            <a:noFill/>
          </a:ln>
        </p:spPr>
      </p:pic>
      <p:sp>
        <p:nvSpPr>
          <p:cNvPr id="76" name="Google Shape;76;p15"/>
          <p:cNvSpPr txBox="1"/>
          <p:nvPr>
            <p:ph type="title"/>
          </p:nvPr>
        </p:nvSpPr>
        <p:spPr>
          <a:xfrm>
            <a:off x="457200" y="1126050"/>
            <a:ext cx="3998400" cy="13125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2600"/>
              <a:buNone/>
              <a:defRPr sz="2400"/>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p:txBody>
      </p:sp>
      <p:sp>
        <p:nvSpPr>
          <p:cNvPr id="77" name="Google Shape;77;p15"/>
          <p:cNvSpPr txBox="1"/>
          <p:nvPr>
            <p:ph idx="1" type="body"/>
          </p:nvPr>
        </p:nvSpPr>
        <p:spPr>
          <a:xfrm>
            <a:off x="1016100" y="2438575"/>
            <a:ext cx="4045500" cy="22476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SzPts val="1400"/>
              <a:buChar char="●"/>
              <a:defRPr sz="1200"/>
            </a:lvl1pPr>
            <a:lvl2pPr indent="-317500" lvl="1" marL="914400">
              <a:lnSpc>
                <a:spcPct val="115000"/>
              </a:lnSpc>
              <a:spcBef>
                <a:spcPts val="0"/>
              </a:spcBef>
              <a:spcAft>
                <a:spcPts val="0"/>
              </a:spcAft>
              <a:buSzPts val="1400"/>
              <a:buChar char="○"/>
              <a:defRPr/>
            </a:lvl2pPr>
            <a:lvl3pPr indent="-317500" lvl="2" marL="1371600">
              <a:lnSpc>
                <a:spcPct val="115000"/>
              </a:lnSpc>
              <a:spcBef>
                <a:spcPts val="0"/>
              </a:spcBef>
              <a:spcAft>
                <a:spcPts val="0"/>
              </a:spcAft>
              <a:buSzPts val="1400"/>
              <a:buChar char="■"/>
              <a:defRPr/>
            </a:lvl3pPr>
            <a:lvl4pPr indent="-317500" lvl="3" marL="1828800">
              <a:lnSpc>
                <a:spcPct val="115000"/>
              </a:lnSpc>
              <a:spcBef>
                <a:spcPts val="0"/>
              </a:spcBef>
              <a:spcAft>
                <a:spcPts val="0"/>
              </a:spcAft>
              <a:buSzPts val="1400"/>
              <a:buChar char="●"/>
              <a:defRPr/>
            </a:lvl4pPr>
            <a:lvl5pPr indent="-317500" lvl="4" marL="2286000">
              <a:lnSpc>
                <a:spcPct val="115000"/>
              </a:lnSpc>
              <a:spcBef>
                <a:spcPts val="0"/>
              </a:spcBef>
              <a:spcAft>
                <a:spcPts val="0"/>
              </a:spcAft>
              <a:buSzPts val="1400"/>
              <a:buChar char="○"/>
              <a:defRPr/>
            </a:lvl5pPr>
            <a:lvl6pPr indent="-317500" lvl="5" marL="2743200">
              <a:lnSpc>
                <a:spcPct val="115000"/>
              </a:lnSpc>
              <a:spcBef>
                <a:spcPts val="0"/>
              </a:spcBef>
              <a:spcAft>
                <a:spcPts val="0"/>
              </a:spcAft>
              <a:buSzPts val="1400"/>
              <a:buChar char="■"/>
              <a:defRPr/>
            </a:lvl6pPr>
            <a:lvl7pPr indent="-317500" lvl="6" marL="3200400">
              <a:lnSpc>
                <a:spcPct val="115000"/>
              </a:lnSpc>
              <a:spcBef>
                <a:spcPts val="0"/>
              </a:spcBef>
              <a:spcAft>
                <a:spcPts val="0"/>
              </a:spcAft>
              <a:buSzPts val="1400"/>
              <a:buChar char="●"/>
              <a:defRPr/>
            </a:lvl7pPr>
            <a:lvl8pPr indent="-317500" lvl="7" marL="3657600">
              <a:lnSpc>
                <a:spcPct val="115000"/>
              </a:lnSpc>
              <a:spcBef>
                <a:spcPts val="0"/>
              </a:spcBef>
              <a:spcAft>
                <a:spcPts val="0"/>
              </a:spcAft>
              <a:buSzPts val="1400"/>
              <a:buChar char="○"/>
              <a:defRPr/>
            </a:lvl8pPr>
            <a:lvl9pPr indent="-317500" lvl="8" marL="4114800">
              <a:lnSpc>
                <a:spcPct val="115000"/>
              </a:lnSpc>
              <a:spcBef>
                <a:spcPts val="0"/>
              </a:spcBef>
              <a:spcAft>
                <a:spcPts val="0"/>
              </a:spcAft>
              <a:buSzPts val="1400"/>
              <a:buChar char="■"/>
              <a:defRPr/>
            </a:lvl9pPr>
          </a:lstStyle>
          <a:p/>
        </p:txBody>
      </p:sp>
      <p:sp>
        <p:nvSpPr>
          <p:cNvPr id="78" name="Google Shape;78;p15"/>
          <p:cNvSpPr/>
          <p:nvPr>
            <p:ph idx="2" type="pic"/>
          </p:nvPr>
        </p:nvSpPr>
        <p:spPr>
          <a:xfrm>
            <a:off x="5715849" y="0"/>
            <a:ext cx="3428100" cy="5143500"/>
          </a:xfrm>
          <a:prstGeom prst="rect">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79" name="Shape 79"/>
        <p:cNvGrpSpPr/>
        <p:nvPr/>
      </p:nvGrpSpPr>
      <p:grpSpPr>
        <a:xfrm>
          <a:off x="0" y="0"/>
          <a:ext cx="0" cy="0"/>
          <a:chOff x="0" y="0"/>
          <a:chExt cx="0" cy="0"/>
        </a:xfrm>
      </p:grpSpPr>
      <p:pic>
        <p:nvPicPr>
          <p:cNvPr id="80" name="Google Shape;80;p16" title="BG_23_Data-visual.jpg"/>
          <p:cNvPicPr preferRelativeResize="0"/>
          <p:nvPr/>
        </p:nvPicPr>
        <p:blipFill>
          <a:blip r:embed="rId2">
            <a:alphaModFix/>
          </a:blip>
          <a:stretch>
            <a:fillRect/>
          </a:stretch>
        </p:blipFill>
        <p:spPr>
          <a:xfrm>
            <a:off x="0" y="2232"/>
            <a:ext cx="9144003" cy="5139037"/>
          </a:xfrm>
          <a:prstGeom prst="rect">
            <a:avLst/>
          </a:prstGeom>
          <a:noFill/>
          <a:ln>
            <a:noFill/>
          </a:ln>
        </p:spPr>
      </p:pic>
      <p:sp>
        <p:nvSpPr>
          <p:cNvPr id="81" name="Google Shape;81;p16"/>
          <p:cNvSpPr txBox="1"/>
          <p:nvPr>
            <p:ph type="title"/>
          </p:nvPr>
        </p:nvSpPr>
        <p:spPr>
          <a:xfrm>
            <a:off x="457200" y="228600"/>
            <a:ext cx="4131900" cy="10413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2600"/>
              <a:buNone/>
              <a:defRPr sz="2800"/>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_1_1_1_1_1">
    <p:spTree>
      <p:nvGrpSpPr>
        <p:cNvPr id="82" name="Shape 82"/>
        <p:cNvGrpSpPr/>
        <p:nvPr/>
      </p:nvGrpSpPr>
      <p:grpSpPr>
        <a:xfrm>
          <a:off x="0" y="0"/>
          <a:ext cx="0" cy="0"/>
          <a:chOff x="0" y="0"/>
          <a:chExt cx="0" cy="0"/>
        </a:xfrm>
      </p:grpSpPr>
      <p:pic>
        <p:nvPicPr>
          <p:cNvPr id="83" name="Google Shape;83;p17" title="BG_2_Data-visual.jpg"/>
          <p:cNvPicPr preferRelativeResize="0"/>
          <p:nvPr/>
        </p:nvPicPr>
        <p:blipFill rotWithShape="1">
          <a:blip r:embed="rId2">
            <a:alphaModFix/>
          </a:blip>
          <a:srcRect b="0" l="0" r="0" t="0"/>
          <a:stretch/>
        </p:blipFill>
        <p:spPr>
          <a:xfrm>
            <a:off x="0" y="2232"/>
            <a:ext cx="9144003" cy="5139037"/>
          </a:xfrm>
          <a:prstGeom prst="rect">
            <a:avLst/>
          </a:prstGeom>
          <a:noFill/>
          <a:ln>
            <a:noFill/>
          </a:ln>
        </p:spPr>
      </p:pic>
      <p:sp>
        <p:nvSpPr>
          <p:cNvPr id="84" name="Google Shape;84;p17"/>
          <p:cNvSpPr txBox="1"/>
          <p:nvPr>
            <p:ph hasCustomPrompt="1" type="title"/>
          </p:nvPr>
        </p:nvSpPr>
        <p:spPr>
          <a:xfrm>
            <a:off x="4541700" y="925525"/>
            <a:ext cx="4145100" cy="754800"/>
          </a:xfrm>
          <a:prstGeom prst="rect">
            <a:avLst/>
          </a:prstGeom>
        </p:spPr>
        <p:txBody>
          <a:bodyPr anchorCtr="0" anchor="b" bIns="91425" lIns="91425" spcFirstLastPara="1" rIns="91425" wrap="square" tIns="91425">
            <a:noAutofit/>
          </a:bodyPr>
          <a:lstStyle>
            <a:lvl1pPr lvl="0" algn="r">
              <a:spcBef>
                <a:spcPts val="0"/>
              </a:spcBef>
              <a:spcAft>
                <a:spcPts val="0"/>
              </a:spcAft>
              <a:buSzPts val="6200"/>
              <a:buNone/>
              <a:defRPr b="0" sz="4800">
                <a:solidFill>
                  <a:schemeClr val="accent2"/>
                </a:solidFill>
                <a:latin typeface="Raleway Medium"/>
                <a:ea typeface="Raleway Medium"/>
                <a:cs typeface="Raleway Medium"/>
                <a:sym typeface="Raleway Medium"/>
              </a:defRPr>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85" name="Google Shape;85;p17"/>
          <p:cNvSpPr txBox="1"/>
          <p:nvPr>
            <p:ph idx="1" type="subTitle"/>
          </p:nvPr>
        </p:nvSpPr>
        <p:spPr>
          <a:xfrm>
            <a:off x="457200" y="1090584"/>
            <a:ext cx="2803500" cy="448200"/>
          </a:xfrm>
          <a:prstGeom prst="rect">
            <a:avLst/>
          </a:prstGeom>
          <a:ln>
            <a:noFill/>
          </a:ln>
        </p:spPr>
        <p:txBody>
          <a:bodyPr anchorCtr="0" anchor="ctr" bIns="91425" lIns="91425" spcFirstLastPara="1" rIns="91425" wrap="square" tIns="91425">
            <a:noAutofit/>
          </a:bodyPr>
          <a:lstStyle>
            <a:lvl1pPr lvl="0">
              <a:lnSpc>
                <a:spcPct val="100000"/>
              </a:lnSpc>
              <a:spcBef>
                <a:spcPts val="0"/>
              </a:spcBef>
              <a:spcAft>
                <a:spcPts val="0"/>
              </a:spcAft>
              <a:buSzPts val="1400"/>
              <a:buNone/>
              <a:defRPr sz="12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86" name="Google Shape;86;p17"/>
          <p:cNvSpPr txBox="1"/>
          <p:nvPr>
            <p:ph hasCustomPrompt="1" idx="2" type="title"/>
          </p:nvPr>
        </p:nvSpPr>
        <p:spPr>
          <a:xfrm>
            <a:off x="4541700" y="3082109"/>
            <a:ext cx="4145100" cy="754800"/>
          </a:xfrm>
          <a:prstGeom prst="rect">
            <a:avLst/>
          </a:prstGeom>
        </p:spPr>
        <p:txBody>
          <a:bodyPr anchorCtr="0" anchor="b" bIns="91425" lIns="91425" spcFirstLastPara="1" rIns="91425" wrap="square" tIns="91425">
            <a:noAutofit/>
          </a:bodyPr>
          <a:lstStyle>
            <a:lvl1pPr lvl="0" algn="r">
              <a:spcBef>
                <a:spcPts val="0"/>
              </a:spcBef>
              <a:spcAft>
                <a:spcPts val="0"/>
              </a:spcAft>
              <a:buSzPts val="6200"/>
              <a:buNone/>
              <a:defRPr b="0" sz="4800">
                <a:solidFill>
                  <a:schemeClr val="accent2"/>
                </a:solidFill>
                <a:latin typeface="Raleway Medium"/>
                <a:ea typeface="Raleway Medium"/>
                <a:cs typeface="Raleway Medium"/>
                <a:sym typeface="Raleway Medium"/>
              </a:defRPr>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87" name="Google Shape;87;p17"/>
          <p:cNvSpPr txBox="1"/>
          <p:nvPr>
            <p:ph idx="3" type="subTitle"/>
          </p:nvPr>
        </p:nvSpPr>
        <p:spPr>
          <a:xfrm>
            <a:off x="457200" y="3231511"/>
            <a:ext cx="2803500" cy="448200"/>
          </a:xfrm>
          <a:prstGeom prst="rect">
            <a:avLst/>
          </a:prstGeom>
          <a:ln>
            <a:noFill/>
          </a:ln>
        </p:spPr>
        <p:txBody>
          <a:bodyPr anchorCtr="0" anchor="ctr" bIns="91425" lIns="91425" spcFirstLastPara="1" rIns="91425" wrap="square" tIns="91425">
            <a:noAutofit/>
          </a:bodyPr>
          <a:lstStyle>
            <a:lvl1pPr lvl="0">
              <a:lnSpc>
                <a:spcPct val="100000"/>
              </a:lnSpc>
              <a:spcBef>
                <a:spcPts val="0"/>
              </a:spcBef>
              <a:spcAft>
                <a:spcPts val="0"/>
              </a:spcAft>
              <a:buSzPts val="1400"/>
              <a:buNone/>
              <a:defRPr sz="12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88" name="Google Shape;88;p17"/>
          <p:cNvSpPr txBox="1"/>
          <p:nvPr>
            <p:ph hasCustomPrompt="1" idx="4" type="title"/>
          </p:nvPr>
        </p:nvSpPr>
        <p:spPr>
          <a:xfrm>
            <a:off x="4541700" y="2003817"/>
            <a:ext cx="4145100" cy="754800"/>
          </a:xfrm>
          <a:prstGeom prst="rect">
            <a:avLst/>
          </a:prstGeom>
        </p:spPr>
        <p:txBody>
          <a:bodyPr anchorCtr="0" anchor="b" bIns="91425" lIns="91425" spcFirstLastPara="1" rIns="91425" wrap="square" tIns="91425">
            <a:noAutofit/>
          </a:bodyPr>
          <a:lstStyle>
            <a:lvl1pPr lvl="0" algn="r">
              <a:spcBef>
                <a:spcPts val="0"/>
              </a:spcBef>
              <a:spcAft>
                <a:spcPts val="0"/>
              </a:spcAft>
              <a:buSzPts val="6200"/>
              <a:buNone/>
              <a:defRPr b="0" sz="4800">
                <a:solidFill>
                  <a:schemeClr val="accent2"/>
                </a:solidFill>
                <a:latin typeface="Raleway Medium"/>
                <a:ea typeface="Raleway Medium"/>
                <a:cs typeface="Raleway Medium"/>
                <a:sym typeface="Raleway Medium"/>
              </a:defRPr>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89" name="Google Shape;89;p17"/>
          <p:cNvSpPr txBox="1"/>
          <p:nvPr>
            <p:ph idx="5" type="subTitle"/>
          </p:nvPr>
        </p:nvSpPr>
        <p:spPr>
          <a:xfrm>
            <a:off x="457200" y="2161047"/>
            <a:ext cx="2803500" cy="448200"/>
          </a:xfrm>
          <a:prstGeom prst="rect">
            <a:avLst/>
          </a:prstGeom>
          <a:ln>
            <a:noFill/>
          </a:ln>
        </p:spPr>
        <p:txBody>
          <a:bodyPr anchorCtr="0" anchor="ctr" bIns="91425" lIns="91425" spcFirstLastPara="1" rIns="91425" wrap="square" tIns="91425">
            <a:noAutofit/>
          </a:bodyPr>
          <a:lstStyle>
            <a:lvl1pPr lvl="0">
              <a:lnSpc>
                <a:spcPct val="100000"/>
              </a:lnSpc>
              <a:spcBef>
                <a:spcPts val="0"/>
              </a:spcBef>
              <a:spcAft>
                <a:spcPts val="0"/>
              </a:spcAft>
              <a:buSzPts val="1400"/>
              <a:buNone/>
              <a:defRPr sz="12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90" name="Google Shape;90;p17"/>
          <p:cNvSpPr txBox="1"/>
          <p:nvPr>
            <p:ph hasCustomPrompt="1" idx="6" type="title"/>
          </p:nvPr>
        </p:nvSpPr>
        <p:spPr>
          <a:xfrm>
            <a:off x="4541700" y="4160401"/>
            <a:ext cx="4145100" cy="754800"/>
          </a:xfrm>
          <a:prstGeom prst="rect">
            <a:avLst/>
          </a:prstGeom>
        </p:spPr>
        <p:txBody>
          <a:bodyPr anchorCtr="0" anchor="b" bIns="91425" lIns="91425" spcFirstLastPara="1" rIns="91425" wrap="square" tIns="91425">
            <a:noAutofit/>
          </a:bodyPr>
          <a:lstStyle>
            <a:lvl1pPr lvl="0" algn="r">
              <a:spcBef>
                <a:spcPts val="0"/>
              </a:spcBef>
              <a:spcAft>
                <a:spcPts val="0"/>
              </a:spcAft>
              <a:buSzPts val="6200"/>
              <a:buNone/>
              <a:defRPr b="0" sz="4800">
                <a:solidFill>
                  <a:schemeClr val="accent2"/>
                </a:solidFill>
                <a:latin typeface="Raleway Medium"/>
                <a:ea typeface="Raleway Medium"/>
                <a:cs typeface="Raleway Medium"/>
                <a:sym typeface="Raleway Medium"/>
              </a:defRPr>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91" name="Google Shape;91;p17"/>
          <p:cNvSpPr txBox="1"/>
          <p:nvPr>
            <p:ph idx="7" type="subTitle"/>
          </p:nvPr>
        </p:nvSpPr>
        <p:spPr>
          <a:xfrm>
            <a:off x="457200" y="4301974"/>
            <a:ext cx="2803500" cy="448200"/>
          </a:xfrm>
          <a:prstGeom prst="rect">
            <a:avLst/>
          </a:prstGeom>
          <a:ln>
            <a:noFill/>
          </a:ln>
        </p:spPr>
        <p:txBody>
          <a:bodyPr anchorCtr="0" anchor="ctr" bIns="91425" lIns="91425" spcFirstLastPara="1" rIns="91425" wrap="square" tIns="91425">
            <a:noAutofit/>
          </a:bodyPr>
          <a:lstStyle>
            <a:lvl1pPr lvl="0">
              <a:lnSpc>
                <a:spcPct val="100000"/>
              </a:lnSpc>
              <a:spcBef>
                <a:spcPts val="0"/>
              </a:spcBef>
              <a:spcAft>
                <a:spcPts val="0"/>
              </a:spcAft>
              <a:buSzPts val="1400"/>
              <a:buNone/>
              <a:defRPr sz="12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92" name="Google Shape;92;p17"/>
          <p:cNvSpPr txBox="1"/>
          <p:nvPr>
            <p:ph idx="8" type="title"/>
          </p:nvPr>
        </p:nvSpPr>
        <p:spPr>
          <a:xfrm>
            <a:off x="457200" y="228600"/>
            <a:ext cx="7004400" cy="668100"/>
          </a:xfrm>
          <a:prstGeom prst="rect">
            <a:avLst/>
          </a:prstGeom>
        </p:spPr>
        <p:txBody>
          <a:bodyPr anchorCtr="0" anchor="t" bIns="91425" lIns="91425" spcFirstLastPara="1" rIns="91425" wrap="square" tIns="91425">
            <a:noAutofit/>
          </a:bodyPr>
          <a:lstStyle>
            <a:lvl1pPr lvl="0">
              <a:spcBef>
                <a:spcPts val="0"/>
              </a:spcBef>
              <a:spcAft>
                <a:spcPts val="0"/>
              </a:spcAft>
              <a:buSzPts val="2600"/>
              <a:buNone/>
              <a:defRPr/>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93" name="Shape 93"/>
        <p:cNvGrpSpPr/>
        <p:nvPr/>
      </p:nvGrpSpPr>
      <p:grpSpPr>
        <a:xfrm>
          <a:off x="0" y="0"/>
          <a:ext cx="0" cy="0"/>
          <a:chOff x="0" y="0"/>
          <a:chExt cx="0" cy="0"/>
        </a:xfrm>
      </p:grpSpPr>
      <p:pic>
        <p:nvPicPr>
          <p:cNvPr id="94" name="Google Shape;94;p18" title="BG_5_Data-visual.jpg"/>
          <p:cNvPicPr preferRelativeResize="0"/>
          <p:nvPr/>
        </p:nvPicPr>
        <p:blipFill rotWithShape="1">
          <a:blip r:embed="rId2">
            <a:alphaModFix/>
          </a:blip>
          <a:srcRect b="0" l="39" r="49" t="0"/>
          <a:stretch/>
        </p:blipFill>
        <p:spPr>
          <a:xfrm>
            <a:off x="0" y="0"/>
            <a:ext cx="9144003" cy="5143500"/>
          </a:xfrm>
          <a:prstGeom prst="rect">
            <a:avLst/>
          </a:prstGeom>
          <a:noFill/>
          <a:ln>
            <a:noFill/>
          </a:ln>
        </p:spPr>
      </p:pic>
      <p:sp>
        <p:nvSpPr>
          <p:cNvPr id="95" name="Google Shape;95;p18"/>
          <p:cNvSpPr txBox="1"/>
          <p:nvPr>
            <p:ph type="title"/>
          </p:nvPr>
        </p:nvSpPr>
        <p:spPr>
          <a:xfrm>
            <a:off x="661200" y="298700"/>
            <a:ext cx="3742800" cy="2474700"/>
          </a:xfrm>
          <a:prstGeom prst="rect">
            <a:avLst/>
          </a:prstGeom>
        </p:spPr>
        <p:txBody>
          <a:bodyPr anchorCtr="0" anchor="b" bIns="91425" lIns="91425" spcFirstLastPara="1" rIns="91425" wrap="square" tIns="91425">
            <a:noAutofit/>
          </a:bodyPr>
          <a:lstStyle>
            <a:lvl1pPr lvl="0">
              <a:spcBef>
                <a:spcPts val="0"/>
              </a:spcBef>
              <a:spcAft>
                <a:spcPts val="0"/>
              </a:spcAft>
              <a:buSzPts val="5000"/>
              <a:buNone/>
              <a:defRPr sz="7200"/>
            </a:lvl1pPr>
            <a:lvl2pPr lvl="1">
              <a:spcBef>
                <a:spcPts val="0"/>
              </a:spcBef>
              <a:spcAft>
                <a:spcPts val="0"/>
              </a:spcAft>
              <a:buSzPts val="5000"/>
              <a:buNone/>
              <a:defRPr sz="5000"/>
            </a:lvl2pPr>
            <a:lvl3pPr lvl="2">
              <a:spcBef>
                <a:spcPts val="0"/>
              </a:spcBef>
              <a:spcAft>
                <a:spcPts val="0"/>
              </a:spcAft>
              <a:buSzPts val="5000"/>
              <a:buNone/>
              <a:defRPr sz="5000"/>
            </a:lvl3pPr>
            <a:lvl4pPr lvl="3">
              <a:spcBef>
                <a:spcPts val="0"/>
              </a:spcBef>
              <a:spcAft>
                <a:spcPts val="0"/>
              </a:spcAft>
              <a:buSzPts val="5000"/>
              <a:buNone/>
              <a:defRPr sz="5000"/>
            </a:lvl4pPr>
            <a:lvl5pPr lvl="4">
              <a:spcBef>
                <a:spcPts val="0"/>
              </a:spcBef>
              <a:spcAft>
                <a:spcPts val="0"/>
              </a:spcAft>
              <a:buSzPts val="5000"/>
              <a:buNone/>
              <a:defRPr sz="5000"/>
            </a:lvl5pPr>
            <a:lvl6pPr lvl="5">
              <a:spcBef>
                <a:spcPts val="0"/>
              </a:spcBef>
              <a:spcAft>
                <a:spcPts val="0"/>
              </a:spcAft>
              <a:buSzPts val="5000"/>
              <a:buNone/>
              <a:defRPr sz="5000"/>
            </a:lvl6pPr>
            <a:lvl7pPr lvl="6">
              <a:spcBef>
                <a:spcPts val="0"/>
              </a:spcBef>
              <a:spcAft>
                <a:spcPts val="0"/>
              </a:spcAft>
              <a:buSzPts val="5000"/>
              <a:buNone/>
              <a:defRPr sz="5000"/>
            </a:lvl7pPr>
            <a:lvl8pPr lvl="7">
              <a:spcBef>
                <a:spcPts val="0"/>
              </a:spcBef>
              <a:spcAft>
                <a:spcPts val="0"/>
              </a:spcAft>
              <a:buSzPts val="5000"/>
              <a:buNone/>
              <a:defRPr sz="5000"/>
            </a:lvl8pPr>
            <a:lvl9pPr lvl="8">
              <a:spcBef>
                <a:spcPts val="0"/>
              </a:spcBef>
              <a:spcAft>
                <a:spcPts val="0"/>
              </a:spcAft>
              <a:buSzPts val="5000"/>
              <a:buNone/>
              <a:defRPr sz="5000"/>
            </a:lvl9pPr>
          </a:lstStyle>
          <a:p/>
        </p:txBody>
      </p:sp>
      <p:sp>
        <p:nvSpPr>
          <p:cNvPr id="96" name="Google Shape;96;p18"/>
          <p:cNvSpPr txBox="1"/>
          <p:nvPr>
            <p:ph idx="1" type="subTitle"/>
          </p:nvPr>
        </p:nvSpPr>
        <p:spPr>
          <a:xfrm>
            <a:off x="5763000" y="2867058"/>
            <a:ext cx="3152700" cy="1231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accent4"/>
              </a:buClr>
              <a:buSzPts val="1400"/>
              <a:buNone/>
              <a:defRPr>
                <a:solidFill>
                  <a:schemeClr val="accent4"/>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97" name="Google Shape;97;p18"/>
          <p:cNvSpPr txBox="1"/>
          <p:nvPr/>
        </p:nvSpPr>
        <p:spPr>
          <a:xfrm>
            <a:off x="5763000" y="4120830"/>
            <a:ext cx="2841000" cy="55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lt1"/>
                </a:solidFill>
                <a:latin typeface="Open Sans"/>
                <a:ea typeface="Open Sans"/>
                <a:cs typeface="Open Sans"/>
                <a:sym typeface="Open Sans"/>
              </a:rPr>
              <a:t>CREDITS:</a:t>
            </a:r>
            <a:r>
              <a:rPr lang="en" sz="1000">
                <a:solidFill>
                  <a:schemeClr val="lt1"/>
                </a:solidFill>
                <a:latin typeface="Open Sans"/>
                <a:ea typeface="Open Sans"/>
                <a:cs typeface="Open Sans"/>
                <a:sym typeface="Open Sans"/>
              </a:rPr>
              <a:t> This presentation template was created by </a:t>
            </a:r>
            <a:r>
              <a:rPr b="1" lang="en" sz="1000">
                <a:solidFill>
                  <a:schemeClr val="lt1"/>
                </a:solidFill>
                <a:uFill>
                  <a:noFill/>
                </a:uFill>
                <a:latin typeface="Open Sans"/>
                <a:ea typeface="Open Sans"/>
                <a:cs typeface="Open Sans"/>
                <a:sym typeface="Open Sans"/>
                <a:hlinkClick r:id="rId3">
                  <a:extLst>
                    <a:ext uri="{A12FA001-AC4F-418D-AE19-62706E023703}">
                      <ahyp:hlinkClr val="tx"/>
                    </a:ext>
                  </a:extLst>
                </a:hlinkClick>
              </a:rPr>
              <a:t>Slidesgo</a:t>
            </a:r>
            <a:r>
              <a:rPr lang="en" sz="1000">
                <a:solidFill>
                  <a:schemeClr val="lt1"/>
                </a:solidFill>
                <a:latin typeface="Open Sans"/>
                <a:ea typeface="Open Sans"/>
                <a:cs typeface="Open Sans"/>
                <a:sym typeface="Open Sans"/>
              </a:rPr>
              <a:t>, and includes icons, infographics &amp; images by </a:t>
            </a:r>
            <a:r>
              <a:rPr b="1" lang="en" sz="1000">
                <a:solidFill>
                  <a:schemeClr val="lt1"/>
                </a:solidFill>
                <a:uFill>
                  <a:noFill/>
                </a:uFill>
                <a:latin typeface="Open Sans"/>
                <a:ea typeface="Open Sans"/>
                <a:cs typeface="Open Sans"/>
                <a:sym typeface="Open Sans"/>
                <a:hlinkClick r:id="rId4">
                  <a:extLst>
                    <a:ext uri="{A12FA001-AC4F-418D-AE19-62706E023703}">
                      <ahyp:hlinkClr val="tx"/>
                    </a:ext>
                  </a:extLst>
                </a:hlinkClick>
              </a:rPr>
              <a:t>Freepik</a:t>
            </a:r>
            <a:r>
              <a:rPr lang="en" sz="1000">
                <a:solidFill>
                  <a:schemeClr val="lt1"/>
                </a:solidFill>
                <a:latin typeface="Open Sans"/>
                <a:ea typeface="Open Sans"/>
                <a:cs typeface="Open Sans"/>
                <a:sym typeface="Open Sans"/>
              </a:rPr>
              <a:t> </a:t>
            </a:r>
            <a:endParaRPr b="1" sz="1000" u="sng">
              <a:solidFill>
                <a:schemeClr val="lt1"/>
              </a:solidFill>
              <a:latin typeface="Open Sans"/>
              <a:ea typeface="Open Sans"/>
              <a:cs typeface="Open Sans"/>
              <a:sym typeface="Open San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98" name="Shape 98"/>
        <p:cNvGrpSpPr/>
        <p:nvPr/>
      </p:nvGrpSpPr>
      <p:grpSpPr>
        <a:xfrm>
          <a:off x="0" y="0"/>
          <a:ext cx="0" cy="0"/>
          <a:chOff x="0" y="0"/>
          <a:chExt cx="0" cy="0"/>
        </a:xfrm>
      </p:grpSpPr>
      <p:pic>
        <p:nvPicPr>
          <p:cNvPr id="99" name="Google Shape;99;p19" title="BG_23_Data-visual.jpg"/>
          <p:cNvPicPr preferRelativeResize="0"/>
          <p:nvPr/>
        </p:nvPicPr>
        <p:blipFill>
          <a:blip r:embed="rId2">
            <a:alphaModFix/>
          </a:blip>
          <a:stretch>
            <a:fillRect/>
          </a:stretch>
        </p:blipFill>
        <p:spPr>
          <a:xfrm>
            <a:off x="0" y="2232"/>
            <a:ext cx="9144003" cy="5139037"/>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1_1_1_1_1">
    <p:spTree>
      <p:nvGrpSpPr>
        <p:cNvPr id="100" name="Shape 100"/>
        <p:cNvGrpSpPr/>
        <p:nvPr/>
      </p:nvGrpSpPr>
      <p:grpSpPr>
        <a:xfrm>
          <a:off x="0" y="0"/>
          <a:ext cx="0" cy="0"/>
          <a:chOff x="0" y="0"/>
          <a:chExt cx="0" cy="0"/>
        </a:xfrm>
      </p:grpSpPr>
      <p:pic>
        <p:nvPicPr>
          <p:cNvPr id="101" name="Google Shape;101;p20" title="BG_23_Data-visual.jpg"/>
          <p:cNvPicPr preferRelativeResize="0"/>
          <p:nvPr/>
        </p:nvPicPr>
        <p:blipFill>
          <a:blip r:embed="rId2">
            <a:alphaModFix/>
          </a:blip>
          <a:stretch>
            <a:fillRect/>
          </a:stretch>
        </p:blipFill>
        <p:spPr>
          <a:xfrm>
            <a:off x="0" y="2232"/>
            <a:ext cx="9144003" cy="5139037"/>
          </a:xfrm>
          <a:prstGeom prst="rect">
            <a:avLst/>
          </a:prstGeom>
          <a:noFill/>
          <a:ln>
            <a:noFill/>
          </a:ln>
        </p:spPr>
      </p:pic>
      <p:pic>
        <p:nvPicPr>
          <p:cNvPr id="102" name="Google Shape;102;p20" title="BG_2_Data-visual.jpg"/>
          <p:cNvPicPr preferRelativeResize="0"/>
          <p:nvPr/>
        </p:nvPicPr>
        <p:blipFill rotWithShape="1">
          <a:blip r:embed="rId3">
            <a:alphaModFix/>
          </a:blip>
          <a:srcRect b="0" l="0" r="0" t="0"/>
          <a:stretch/>
        </p:blipFill>
        <p:spPr>
          <a:xfrm flipH="1">
            <a:off x="1" y="2225"/>
            <a:ext cx="9144028" cy="5139051"/>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06" name="Shape 106"/>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CUSTOM_2_1">
    <p:spTree>
      <p:nvGrpSpPr>
        <p:cNvPr id="107" name="Shape 107"/>
        <p:cNvGrpSpPr/>
        <p:nvPr/>
      </p:nvGrpSpPr>
      <p:grpSpPr>
        <a:xfrm>
          <a:off x="0" y="0"/>
          <a:ext cx="0" cy="0"/>
          <a:chOff x="0" y="0"/>
          <a:chExt cx="0" cy="0"/>
        </a:xfrm>
      </p:grpSpPr>
      <p:sp>
        <p:nvSpPr>
          <p:cNvPr id="108" name="Google Shape;108;p23"/>
          <p:cNvSpPr/>
          <p:nvPr/>
        </p:nvSpPr>
        <p:spPr>
          <a:xfrm>
            <a:off x="-75" y="-10275"/>
            <a:ext cx="9144000" cy="1180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09" name="Google Shape;109;p23"/>
          <p:cNvSpPr txBox="1"/>
          <p:nvPr>
            <p:ph type="title"/>
          </p:nvPr>
        </p:nvSpPr>
        <p:spPr>
          <a:xfrm>
            <a:off x="713225" y="539500"/>
            <a:ext cx="7717500" cy="482400"/>
          </a:xfrm>
          <a:prstGeom prst="rect">
            <a:avLst/>
          </a:prstGeom>
        </p:spPr>
        <p:txBody>
          <a:bodyPr anchorCtr="0" anchor="t" bIns="91425" lIns="91425" spcFirstLastPara="1" rIns="91425" wrap="square" tIns="91425">
            <a:noAutofit/>
          </a:bodyPr>
          <a:lstStyle>
            <a:lvl1pPr lvl="0" algn="l">
              <a:spcBef>
                <a:spcPts val="0"/>
              </a:spcBef>
              <a:spcAft>
                <a:spcPts val="0"/>
              </a:spcAft>
              <a:buSzPts val="2400"/>
              <a:buFont typeface="Inter"/>
              <a:buNone/>
              <a:defRPr b="1" sz="2200"/>
            </a:lvl1pPr>
            <a:lvl2pPr lvl="1" algn="ctr">
              <a:spcBef>
                <a:spcPts val="0"/>
              </a:spcBef>
              <a:spcAft>
                <a:spcPts val="0"/>
              </a:spcAft>
              <a:buSzPts val="2400"/>
              <a:buFont typeface="Inter"/>
              <a:buNone/>
              <a:defRPr b="1" sz="2400">
                <a:latin typeface="Inter"/>
                <a:ea typeface="Inter"/>
                <a:cs typeface="Inter"/>
                <a:sym typeface="Inter"/>
              </a:defRPr>
            </a:lvl2pPr>
            <a:lvl3pPr lvl="2" algn="ctr">
              <a:spcBef>
                <a:spcPts val="0"/>
              </a:spcBef>
              <a:spcAft>
                <a:spcPts val="0"/>
              </a:spcAft>
              <a:buSzPts val="2400"/>
              <a:buFont typeface="Inter"/>
              <a:buNone/>
              <a:defRPr b="1" sz="2400">
                <a:latin typeface="Inter"/>
                <a:ea typeface="Inter"/>
                <a:cs typeface="Inter"/>
                <a:sym typeface="Inter"/>
              </a:defRPr>
            </a:lvl3pPr>
            <a:lvl4pPr lvl="3" algn="ctr">
              <a:spcBef>
                <a:spcPts val="0"/>
              </a:spcBef>
              <a:spcAft>
                <a:spcPts val="0"/>
              </a:spcAft>
              <a:buSzPts val="2400"/>
              <a:buFont typeface="Inter"/>
              <a:buNone/>
              <a:defRPr b="1" sz="2400">
                <a:latin typeface="Inter"/>
                <a:ea typeface="Inter"/>
                <a:cs typeface="Inter"/>
                <a:sym typeface="Inter"/>
              </a:defRPr>
            </a:lvl4pPr>
            <a:lvl5pPr lvl="4" algn="ctr">
              <a:spcBef>
                <a:spcPts val="0"/>
              </a:spcBef>
              <a:spcAft>
                <a:spcPts val="0"/>
              </a:spcAft>
              <a:buSzPts val="2400"/>
              <a:buFont typeface="Inter"/>
              <a:buNone/>
              <a:defRPr b="1" sz="2400">
                <a:latin typeface="Inter"/>
                <a:ea typeface="Inter"/>
                <a:cs typeface="Inter"/>
                <a:sym typeface="Inter"/>
              </a:defRPr>
            </a:lvl5pPr>
            <a:lvl6pPr lvl="5" algn="ctr">
              <a:spcBef>
                <a:spcPts val="0"/>
              </a:spcBef>
              <a:spcAft>
                <a:spcPts val="0"/>
              </a:spcAft>
              <a:buSzPts val="2400"/>
              <a:buFont typeface="Inter"/>
              <a:buNone/>
              <a:defRPr b="1" sz="2400">
                <a:latin typeface="Inter"/>
                <a:ea typeface="Inter"/>
                <a:cs typeface="Inter"/>
                <a:sym typeface="Inter"/>
              </a:defRPr>
            </a:lvl6pPr>
            <a:lvl7pPr lvl="6" algn="ctr">
              <a:spcBef>
                <a:spcPts val="0"/>
              </a:spcBef>
              <a:spcAft>
                <a:spcPts val="0"/>
              </a:spcAft>
              <a:buSzPts val="2400"/>
              <a:buFont typeface="Inter"/>
              <a:buNone/>
              <a:defRPr b="1" sz="2400">
                <a:latin typeface="Inter"/>
                <a:ea typeface="Inter"/>
                <a:cs typeface="Inter"/>
                <a:sym typeface="Inter"/>
              </a:defRPr>
            </a:lvl7pPr>
            <a:lvl8pPr lvl="7" algn="ctr">
              <a:spcBef>
                <a:spcPts val="0"/>
              </a:spcBef>
              <a:spcAft>
                <a:spcPts val="0"/>
              </a:spcAft>
              <a:buSzPts val="2400"/>
              <a:buFont typeface="Inter"/>
              <a:buNone/>
              <a:defRPr b="1" sz="2400">
                <a:latin typeface="Inter"/>
                <a:ea typeface="Inter"/>
                <a:cs typeface="Inter"/>
                <a:sym typeface="Inter"/>
              </a:defRPr>
            </a:lvl8pPr>
            <a:lvl9pPr lvl="8" algn="ctr">
              <a:spcBef>
                <a:spcPts val="0"/>
              </a:spcBef>
              <a:spcAft>
                <a:spcPts val="0"/>
              </a:spcAft>
              <a:buSzPts val="2400"/>
              <a:buFont typeface="Inter"/>
              <a:buNone/>
              <a:defRPr b="1" sz="2400">
                <a:latin typeface="Inter"/>
                <a:ea typeface="Inter"/>
                <a:cs typeface="Inter"/>
                <a:sym typeface="Inter"/>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CUSTOM_2_1_1">
    <p:spTree>
      <p:nvGrpSpPr>
        <p:cNvPr id="110" name="Shape 110"/>
        <p:cNvGrpSpPr/>
        <p:nvPr/>
      </p:nvGrpSpPr>
      <p:grpSpPr>
        <a:xfrm>
          <a:off x="0" y="0"/>
          <a:ext cx="0" cy="0"/>
          <a:chOff x="0" y="0"/>
          <a:chExt cx="0" cy="0"/>
        </a:xfrm>
      </p:grpSpPr>
      <p:sp>
        <p:nvSpPr>
          <p:cNvPr id="111" name="Google Shape;111;p24"/>
          <p:cNvSpPr/>
          <p:nvPr/>
        </p:nvSpPr>
        <p:spPr>
          <a:xfrm>
            <a:off x="-75" y="-10275"/>
            <a:ext cx="9144000" cy="1180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12" name="Google Shape;112;p24"/>
          <p:cNvSpPr txBox="1"/>
          <p:nvPr>
            <p:ph type="title"/>
          </p:nvPr>
        </p:nvSpPr>
        <p:spPr>
          <a:xfrm>
            <a:off x="728527" y="539500"/>
            <a:ext cx="3347700" cy="482400"/>
          </a:xfrm>
          <a:prstGeom prst="rect">
            <a:avLst/>
          </a:prstGeom>
        </p:spPr>
        <p:txBody>
          <a:bodyPr anchorCtr="0" anchor="t" bIns="91425" lIns="91425" spcFirstLastPara="1" rIns="91425" wrap="square" tIns="91425">
            <a:noAutofit/>
          </a:bodyPr>
          <a:lstStyle>
            <a:lvl1pPr lvl="0" algn="l">
              <a:spcBef>
                <a:spcPts val="0"/>
              </a:spcBef>
              <a:spcAft>
                <a:spcPts val="0"/>
              </a:spcAft>
              <a:buSzPts val="2400"/>
              <a:buFont typeface="Inter"/>
              <a:buNone/>
              <a:defRPr b="1" sz="2200">
                <a:latin typeface="Inter"/>
                <a:ea typeface="Inter"/>
                <a:cs typeface="Inter"/>
                <a:sym typeface="Inter"/>
              </a:defRPr>
            </a:lvl1pPr>
            <a:lvl2pPr lvl="1" algn="ctr">
              <a:spcBef>
                <a:spcPts val="0"/>
              </a:spcBef>
              <a:spcAft>
                <a:spcPts val="0"/>
              </a:spcAft>
              <a:buSzPts val="2400"/>
              <a:buFont typeface="Inter"/>
              <a:buNone/>
              <a:defRPr b="1" sz="2400">
                <a:latin typeface="Inter"/>
                <a:ea typeface="Inter"/>
                <a:cs typeface="Inter"/>
                <a:sym typeface="Inter"/>
              </a:defRPr>
            </a:lvl2pPr>
            <a:lvl3pPr lvl="2" algn="ctr">
              <a:spcBef>
                <a:spcPts val="0"/>
              </a:spcBef>
              <a:spcAft>
                <a:spcPts val="0"/>
              </a:spcAft>
              <a:buSzPts val="2400"/>
              <a:buFont typeface="Inter"/>
              <a:buNone/>
              <a:defRPr b="1" sz="2400">
                <a:latin typeface="Inter"/>
                <a:ea typeface="Inter"/>
                <a:cs typeface="Inter"/>
                <a:sym typeface="Inter"/>
              </a:defRPr>
            </a:lvl3pPr>
            <a:lvl4pPr lvl="3" algn="ctr">
              <a:spcBef>
                <a:spcPts val="0"/>
              </a:spcBef>
              <a:spcAft>
                <a:spcPts val="0"/>
              </a:spcAft>
              <a:buSzPts val="2400"/>
              <a:buFont typeface="Inter"/>
              <a:buNone/>
              <a:defRPr b="1" sz="2400">
                <a:latin typeface="Inter"/>
                <a:ea typeface="Inter"/>
                <a:cs typeface="Inter"/>
                <a:sym typeface="Inter"/>
              </a:defRPr>
            </a:lvl4pPr>
            <a:lvl5pPr lvl="4" algn="ctr">
              <a:spcBef>
                <a:spcPts val="0"/>
              </a:spcBef>
              <a:spcAft>
                <a:spcPts val="0"/>
              </a:spcAft>
              <a:buSzPts val="2400"/>
              <a:buFont typeface="Inter"/>
              <a:buNone/>
              <a:defRPr b="1" sz="2400">
                <a:latin typeface="Inter"/>
                <a:ea typeface="Inter"/>
                <a:cs typeface="Inter"/>
                <a:sym typeface="Inter"/>
              </a:defRPr>
            </a:lvl5pPr>
            <a:lvl6pPr lvl="5" algn="ctr">
              <a:spcBef>
                <a:spcPts val="0"/>
              </a:spcBef>
              <a:spcAft>
                <a:spcPts val="0"/>
              </a:spcAft>
              <a:buSzPts val="2400"/>
              <a:buFont typeface="Inter"/>
              <a:buNone/>
              <a:defRPr b="1" sz="2400">
                <a:latin typeface="Inter"/>
                <a:ea typeface="Inter"/>
                <a:cs typeface="Inter"/>
                <a:sym typeface="Inter"/>
              </a:defRPr>
            </a:lvl6pPr>
            <a:lvl7pPr lvl="6" algn="ctr">
              <a:spcBef>
                <a:spcPts val="0"/>
              </a:spcBef>
              <a:spcAft>
                <a:spcPts val="0"/>
              </a:spcAft>
              <a:buSzPts val="2400"/>
              <a:buFont typeface="Inter"/>
              <a:buNone/>
              <a:defRPr b="1" sz="2400">
                <a:latin typeface="Inter"/>
                <a:ea typeface="Inter"/>
                <a:cs typeface="Inter"/>
                <a:sym typeface="Inter"/>
              </a:defRPr>
            </a:lvl7pPr>
            <a:lvl8pPr lvl="7" algn="ctr">
              <a:spcBef>
                <a:spcPts val="0"/>
              </a:spcBef>
              <a:spcAft>
                <a:spcPts val="0"/>
              </a:spcAft>
              <a:buSzPts val="2400"/>
              <a:buFont typeface="Inter"/>
              <a:buNone/>
              <a:defRPr b="1" sz="2400">
                <a:latin typeface="Inter"/>
                <a:ea typeface="Inter"/>
                <a:cs typeface="Inter"/>
                <a:sym typeface="Inter"/>
              </a:defRPr>
            </a:lvl8pPr>
            <a:lvl9pPr lvl="8" algn="ctr">
              <a:spcBef>
                <a:spcPts val="0"/>
              </a:spcBef>
              <a:spcAft>
                <a:spcPts val="0"/>
              </a:spcAft>
              <a:buSzPts val="2400"/>
              <a:buFont typeface="Inter"/>
              <a:buNone/>
              <a:defRPr b="1" sz="2400">
                <a:latin typeface="Inter"/>
                <a:ea typeface="Inter"/>
                <a:cs typeface="Inter"/>
                <a:sym typeface="Inter"/>
              </a:defRPr>
            </a:lvl9pPr>
          </a:lstStyle>
          <a:p/>
        </p:txBody>
      </p:sp>
      <p:sp>
        <p:nvSpPr>
          <p:cNvPr id="113" name="Google Shape;113;p24"/>
          <p:cNvSpPr txBox="1"/>
          <p:nvPr>
            <p:ph idx="2" type="title"/>
          </p:nvPr>
        </p:nvSpPr>
        <p:spPr>
          <a:xfrm>
            <a:off x="4977550" y="539500"/>
            <a:ext cx="3458400" cy="482400"/>
          </a:xfrm>
          <a:prstGeom prst="rect">
            <a:avLst/>
          </a:prstGeom>
        </p:spPr>
        <p:txBody>
          <a:bodyPr anchorCtr="0" anchor="t" bIns="91425" lIns="91425" spcFirstLastPara="1" rIns="91425" wrap="square" tIns="91425">
            <a:noAutofit/>
          </a:bodyPr>
          <a:lstStyle>
            <a:lvl1pPr lvl="0" algn="l">
              <a:spcBef>
                <a:spcPts val="0"/>
              </a:spcBef>
              <a:spcAft>
                <a:spcPts val="0"/>
              </a:spcAft>
              <a:buSzPts val="2400"/>
              <a:buFont typeface="Inter"/>
              <a:buNone/>
              <a:defRPr b="1" sz="2200">
                <a:latin typeface="Inter"/>
                <a:ea typeface="Inter"/>
                <a:cs typeface="Inter"/>
                <a:sym typeface="Inter"/>
              </a:defRPr>
            </a:lvl1pPr>
            <a:lvl2pPr lvl="1" algn="ctr">
              <a:spcBef>
                <a:spcPts val="0"/>
              </a:spcBef>
              <a:spcAft>
                <a:spcPts val="0"/>
              </a:spcAft>
              <a:buSzPts val="2400"/>
              <a:buFont typeface="Inter"/>
              <a:buNone/>
              <a:defRPr b="1" sz="2400">
                <a:latin typeface="Inter"/>
                <a:ea typeface="Inter"/>
                <a:cs typeface="Inter"/>
                <a:sym typeface="Inter"/>
              </a:defRPr>
            </a:lvl2pPr>
            <a:lvl3pPr lvl="2" algn="ctr">
              <a:spcBef>
                <a:spcPts val="0"/>
              </a:spcBef>
              <a:spcAft>
                <a:spcPts val="0"/>
              </a:spcAft>
              <a:buSzPts val="2400"/>
              <a:buFont typeface="Inter"/>
              <a:buNone/>
              <a:defRPr b="1" sz="2400">
                <a:latin typeface="Inter"/>
                <a:ea typeface="Inter"/>
                <a:cs typeface="Inter"/>
                <a:sym typeface="Inter"/>
              </a:defRPr>
            </a:lvl3pPr>
            <a:lvl4pPr lvl="3" algn="ctr">
              <a:spcBef>
                <a:spcPts val="0"/>
              </a:spcBef>
              <a:spcAft>
                <a:spcPts val="0"/>
              </a:spcAft>
              <a:buSzPts val="2400"/>
              <a:buFont typeface="Inter"/>
              <a:buNone/>
              <a:defRPr b="1" sz="2400">
                <a:latin typeface="Inter"/>
                <a:ea typeface="Inter"/>
                <a:cs typeface="Inter"/>
                <a:sym typeface="Inter"/>
              </a:defRPr>
            </a:lvl4pPr>
            <a:lvl5pPr lvl="4" algn="ctr">
              <a:spcBef>
                <a:spcPts val="0"/>
              </a:spcBef>
              <a:spcAft>
                <a:spcPts val="0"/>
              </a:spcAft>
              <a:buSzPts val="2400"/>
              <a:buFont typeface="Inter"/>
              <a:buNone/>
              <a:defRPr b="1" sz="2400">
                <a:latin typeface="Inter"/>
                <a:ea typeface="Inter"/>
                <a:cs typeface="Inter"/>
                <a:sym typeface="Inter"/>
              </a:defRPr>
            </a:lvl5pPr>
            <a:lvl6pPr lvl="5" algn="ctr">
              <a:spcBef>
                <a:spcPts val="0"/>
              </a:spcBef>
              <a:spcAft>
                <a:spcPts val="0"/>
              </a:spcAft>
              <a:buSzPts val="2400"/>
              <a:buFont typeface="Inter"/>
              <a:buNone/>
              <a:defRPr b="1" sz="2400">
                <a:latin typeface="Inter"/>
                <a:ea typeface="Inter"/>
                <a:cs typeface="Inter"/>
                <a:sym typeface="Inter"/>
              </a:defRPr>
            </a:lvl6pPr>
            <a:lvl7pPr lvl="6" algn="ctr">
              <a:spcBef>
                <a:spcPts val="0"/>
              </a:spcBef>
              <a:spcAft>
                <a:spcPts val="0"/>
              </a:spcAft>
              <a:buSzPts val="2400"/>
              <a:buFont typeface="Inter"/>
              <a:buNone/>
              <a:defRPr b="1" sz="2400">
                <a:latin typeface="Inter"/>
                <a:ea typeface="Inter"/>
                <a:cs typeface="Inter"/>
                <a:sym typeface="Inter"/>
              </a:defRPr>
            </a:lvl7pPr>
            <a:lvl8pPr lvl="7" algn="ctr">
              <a:spcBef>
                <a:spcPts val="0"/>
              </a:spcBef>
              <a:spcAft>
                <a:spcPts val="0"/>
              </a:spcAft>
              <a:buSzPts val="2400"/>
              <a:buFont typeface="Inter"/>
              <a:buNone/>
              <a:defRPr b="1" sz="2400">
                <a:latin typeface="Inter"/>
                <a:ea typeface="Inter"/>
                <a:cs typeface="Inter"/>
                <a:sym typeface="Inter"/>
              </a:defRPr>
            </a:lvl8pPr>
            <a:lvl9pPr lvl="8" algn="ctr">
              <a:spcBef>
                <a:spcPts val="0"/>
              </a:spcBef>
              <a:spcAft>
                <a:spcPts val="0"/>
              </a:spcAft>
              <a:buSzPts val="2400"/>
              <a:buFont typeface="Inter"/>
              <a:buNone/>
              <a:defRPr b="1" sz="2400">
                <a:latin typeface="Inter"/>
                <a:ea typeface="Inter"/>
                <a:cs typeface="Inter"/>
                <a:sym typeface="Inte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slideLayout" Target="../slideLayouts/slideLayout21.xml"/><Relationship Id="rId3" Type="http://schemas.openxmlformats.org/officeDocument/2006/relationships/slideLayout" Target="../slideLayouts/slideLayout22.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600"/>
              <a:buFont typeface="Stack Sans Notch Light"/>
              <a:buNone/>
              <a:defRPr sz="2600">
                <a:solidFill>
                  <a:schemeClr val="dk1"/>
                </a:solidFill>
                <a:latin typeface="Stack Sans Notch Light"/>
                <a:ea typeface="Stack Sans Notch Light"/>
                <a:cs typeface="Stack Sans Notch Light"/>
                <a:sym typeface="Stack Sans Notch Light"/>
              </a:defRPr>
            </a:lvl1pPr>
            <a:lvl2pPr lvl="1" rtl="0">
              <a:spcBef>
                <a:spcPts val="0"/>
              </a:spcBef>
              <a:spcAft>
                <a:spcPts val="0"/>
              </a:spcAft>
              <a:buClr>
                <a:schemeClr val="dk1"/>
              </a:buClr>
              <a:buSzPts val="2600"/>
              <a:buFont typeface="Raleway"/>
              <a:buNone/>
              <a:defRPr b="1" sz="2600">
                <a:solidFill>
                  <a:schemeClr val="dk1"/>
                </a:solidFill>
                <a:latin typeface="Raleway"/>
                <a:ea typeface="Raleway"/>
                <a:cs typeface="Raleway"/>
                <a:sym typeface="Raleway"/>
              </a:defRPr>
            </a:lvl2pPr>
            <a:lvl3pPr lvl="2" rtl="0">
              <a:spcBef>
                <a:spcPts val="0"/>
              </a:spcBef>
              <a:spcAft>
                <a:spcPts val="0"/>
              </a:spcAft>
              <a:buClr>
                <a:schemeClr val="dk1"/>
              </a:buClr>
              <a:buSzPts val="2600"/>
              <a:buFont typeface="Raleway"/>
              <a:buNone/>
              <a:defRPr b="1" sz="2600">
                <a:solidFill>
                  <a:schemeClr val="dk1"/>
                </a:solidFill>
                <a:latin typeface="Raleway"/>
                <a:ea typeface="Raleway"/>
                <a:cs typeface="Raleway"/>
                <a:sym typeface="Raleway"/>
              </a:defRPr>
            </a:lvl3pPr>
            <a:lvl4pPr lvl="3" rtl="0">
              <a:spcBef>
                <a:spcPts val="0"/>
              </a:spcBef>
              <a:spcAft>
                <a:spcPts val="0"/>
              </a:spcAft>
              <a:buClr>
                <a:schemeClr val="dk1"/>
              </a:buClr>
              <a:buSzPts val="2600"/>
              <a:buFont typeface="Raleway"/>
              <a:buNone/>
              <a:defRPr b="1" sz="2600">
                <a:solidFill>
                  <a:schemeClr val="dk1"/>
                </a:solidFill>
                <a:latin typeface="Raleway"/>
                <a:ea typeface="Raleway"/>
                <a:cs typeface="Raleway"/>
                <a:sym typeface="Raleway"/>
              </a:defRPr>
            </a:lvl4pPr>
            <a:lvl5pPr lvl="4" rtl="0">
              <a:spcBef>
                <a:spcPts val="0"/>
              </a:spcBef>
              <a:spcAft>
                <a:spcPts val="0"/>
              </a:spcAft>
              <a:buClr>
                <a:schemeClr val="dk1"/>
              </a:buClr>
              <a:buSzPts val="2600"/>
              <a:buFont typeface="Raleway"/>
              <a:buNone/>
              <a:defRPr b="1" sz="2600">
                <a:solidFill>
                  <a:schemeClr val="dk1"/>
                </a:solidFill>
                <a:latin typeface="Raleway"/>
                <a:ea typeface="Raleway"/>
                <a:cs typeface="Raleway"/>
                <a:sym typeface="Raleway"/>
              </a:defRPr>
            </a:lvl5pPr>
            <a:lvl6pPr lvl="5" rtl="0">
              <a:spcBef>
                <a:spcPts val="0"/>
              </a:spcBef>
              <a:spcAft>
                <a:spcPts val="0"/>
              </a:spcAft>
              <a:buClr>
                <a:schemeClr val="dk1"/>
              </a:buClr>
              <a:buSzPts val="2600"/>
              <a:buFont typeface="Raleway"/>
              <a:buNone/>
              <a:defRPr b="1" sz="2600">
                <a:solidFill>
                  <a:schemeClr val="dk1"/>
                </a:solidFill>
                <a:latin typeface="Raleway"/>
                <a:ea typeface="Raleway"/>
                <a:cs typeface="Raleway"/>
                <a:sym typeface="Raleway"/>
              </a:defRPr>
            </a:lvl6pPr>
            <a:lvl7pPr lvl="6" rtl="0">
              <a:spcBef>
                <a:spcPts val="0"/>
              </a:spcBef>
              <a:spcAft>
                <a:spcPts val="0"/>
              </a:spcAft>
              <a:buClr>
                <a:schemeClr val="dk1"/>
              </a:buClr>
              <a:buSzPts val="2600"/>
              <a:buFont typeface="Raleway"/>
              <a:buNone/>
              <a:defRPr b="1" sz="2600">
                <a:solidFill>
                  <a:schemeClr val="dk1"/>
                </a:solidFill>
                <a:latin typeface="Raleway"/>
                <a:ea typeface="Raleway"/>
                <a:cs typeface="Raleway"/>
                <a:sym typeface="Raleway"/>
              </a:defRPr>
            </a:lvl7pPr>
            <a:lvl8pPr lvl="7" rtl="0">
              <a:spcBef>
                <a:spcPts val="0"/>
              </a:spcBef>
              <a:spcAft>
                <a:spcPts val="0"/>
              </a:spcAft>
              <a:buClr>
                <a:schemeClr val="dk1"/>
              </a:buClr>
              <a:buSzPts val="2600"/>
              <a:buFont typeface="Raleway"/>
              <a:buNone/>
              <a:defRPr b="1" sz="2600">
                <a:solidFill>
                  <a:schemeClr val="dk1"/>
                </a:solidFill>
                <a:latin typeface="Raleway"/>
                <a:ea typeface="Raleway"/>
                <a:cs typeface="Raleway"/>
                <a:sym typeface="Raleway"/>
              </a:defRPr>
            </a:lvl8pPr>
            <a:lvl9pPr lvl="8" rtl="0">
              <a:spcBef>
                <a:spcPts val="0"/>
              </a:spcBef>
              <a:spcAft>
                <a:spcPts val="0"/>
              </a:spcAft>
              <a:buClr>
                <a:schemeClr val="dk1"/>
              </a:buClr>
              <a:buSzPts val="2600"/>
              <a:buFont typeface="Raleway"/>
              <a:buNone/>
              <a:defRPr b="1" sz="2600">
                <a:solidFill>
                  <a:schemeClr val="dk1"/>
                </a:solidFill>
                <a:latin typeface="Raleway"/>
                <a:ea typeface="Raleway"/>
                <a:cs typeface="Raleway"/>
                <a:sym typeface="Raleway"/>
              </a:defRPr>
            </a:lvl9pPr>
          </a:lstStyle>
          <a:p/>
        </p:txBody>
      </p:sp>
      <p:sp>
        <p:nvSpPr>
          <p:cNvPr id="7" name="Google Shape;7;p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00000"/>
              </a:lnSpc>
              <a:spcBef>
                <a:spcPts val="0"/>
              </a:spcBef>
              <a:spcAft>
                <a:spcPts val="0"/>
              </a:spcAft>
              <a:buClr>
                <a:schemeClr val="dk1"/>
              </a:buClr>
              <a:buSzPts val="1400"/>
              <a:buFont typeface="Kedebideri"/>
              <a:buChar char="●"/>
              <a:defRPr>
                <a:solidFill>
                  <a:schemeClr val="dk1"/>
                </a:solidFill>
                <a:latin typeface="Kedebideri"/>
                <a:ea typeface="Kedebideri"/>
                <a:cs typeface="Kedebideri"/>
                <a:sym typeface="Kedebideri"/>
              </a:defRPr>
            </a:lvl1pPr>
            <a:lvl2pPr indent="-317500" lvl="1" marL="914400">
              <a:lnSpc>
                <a:spcPct val="100000"/>
              </a:lnSpc>
              <a:spcBef>
                <a:spcPts val="0"/>
              </a:spcBef>
              <a:spcAft>
                <a:spcPts val="0"/>
              </a:spcAft>
              <a:buClr>
                <a:schemeClr val="dk1"/>
              </a:buClr>
              <a:buSzPts val="1400"/>
              <a:buFont typeface="Kedebideri"/>
              <a:buChar char="○"/>
              <a:defRPr>
                <a:solidFill>
                  <a:schemeClr val="dk1"/>
                </a:solidFill>
                <a:latin typeface="Kedebideri"/>
                <a:ea typeface="Kedebideri"/>
                <a:cs typeface="Kedebideri"/>
                <a:sym typeface="Kedebideri"/>
              </a:defRPr>
            </a:lvl2pPr>
            <a:lvl3pPr indent="-317500" lvl="2" marL="1371600">
              <a:lnSpc>
                <a:spcPct val="100000"/>
              </a:lnSpc>
              <a:spcBef>
                <a:spcPts val="0"/>
              </a:spcBef>
              <a:spcAft>
                <a:spcPts val="0"/>
              </a:spcAft>
              <a:buClr>
                <a:schemeClr val="dk1"/>
              </a:buClr>
              <a:buSzPts val="1400"/>
              <a:buFont typeface="Kedebideri"/>
              <a:buChar char="■"/>
              <a:defRPr>
                <a:solidFill>
                  <a:schemeClr val="dk1"/>
                </a:solidFill>
                <a:latin typeface="Kedebideri"/>
                <a:ea typeface="Kedebideri"/>
                <a:cs typeface="Kedebideri"/>
                <a:sym typeface="Kedebideri"/>
              </a:defRPr>
            </a:lvl3pPr>
            <a:lvl4pPr indent="-317500" lvl="3" marL="1828800">
              <a:lnSpc>
                <a:spcPct val="100000"/>
              </a:lnSpc>
              <a:spcBef>
                <a:spcPts val="0"/>
              </a:spcBef>
              <a:spcAft>
                <a:spcPts val="0"/>
              </a:spcAft>
              <a:buClr>
                <a:schemeClr val="dk1"/>
              </a:buClr>
              <a:buSzPts val="1400"/>
              <a:buFont typeface="Kedebideri"/>
              <a:buChar char="●"/>
              <a:defRPr>
                <a:solidFill>
                  <a:schemeClr val="dk1"/>
                </a:solidFill>
                <a:latin typeface="Kedebideri"/>
                <a:ea typeface="Kedebideri"/>
                <a:cs typeface="Kedebideri"/>
                <a:sym typeface="Kedebideri"/>
              </a:defRPr>
            </a:lvl4pPr>
            <a:lvl5pPr indent="-317500" lvl="4" marL="2286000">
              <a:lnSpc>
                <a:spcPct val="100000"/>
              </a:lnSpc>
              <a:spcBef>
                <a:spcPts val="0"/>
              </a:spcBef>
              <a:spcAft>
                <a:spcPts val="0"/>
              </a:spcAft>
              <a:buClr>
                <a:schemeClr val="dk1"/>
              </a:buClr>
              <a:buSzPts val="1400"/>
              <a:buFont typeface="Kedebideri"/>
              <a:buChar char="○"/>
              <a:defRPr>
                <a:solidFill>
                  <a:schemeClr val="dk1"/>
                </a:solidFill>
                <a:latin typeface="Kedebideri"/>
                <a:ea typeface="Kedebideri"/>
                <a:cs typeface="Kedebideri"/>
                <a:sym typeface="Kedebideri"/>
              </a:defRPr>
            </a:lvl5pPr>
            <a:lvl6pPr indent="-317500" lvl="5" marL="2743200">
              <a:lnSpc>
                <a:spcPct val="100000"/>
              </a:lnSpc>
              <a:spcBef>
                <a:spcPts val="0"/>
              </a:spcBef>
              <a:spcAft>
                <a:spcPts val="0"/>
              </a:spcAft>
              <a:buClr>
                <a:schemeClr val="dk1"/>
              </a:buClr>
              <a:buSzPts val="1400"/>
              <a:buFont typeface="Kedebideri"/>
              <a:buChar char="■"/>
              <a:defRPr>
                <a:solidFill>
                  <a:schemeClr val="dk1"/>
                </a:solidFill>
                <a:latin typeface="Kedebideri"/>
                <a:ea typeface="Kedebideri"/>
                <a:cs typeface="Kedebideri"/>
                <a:sym typeface="Kedebideri"/>
              </a:defRPr>
            </a:lvl6pPr>
            <a:lvl7pPr indent="-317500" lvl="6" marL="3200400">
              <a:lnSpc>
                <a:spcPct val="100000"/>
              </a:lnSpc>
              <a:spcBef>
                <a:spcPts val="0"/>
              </a:spcBef>
              <a:spcAft>
                <a:spcPts val="0"/>
              </a:spcAft>
              <a:buClr>
                <a:schemeClr val="dk1"/>
              </a:buClr>
              <a:buSzPts val="1400"/>
              <a:buFont typeface="Kedebideri"/>
              <a:buChar char="●"/>
              <a:defRPr>
                <a:solidFill>
                  <a:schemeClr val="dk1"/>
                </a:solidFill>
                <a:latin typeface="Kedebideri"/>
                <a:ea typeface="Kedebideri"/>
                <a:cs typeface="Kedebideri"/>
                <a:sym typeface="Kedebideri"/>
              </a:defRPr>
            </a:lvl7pPr>
            <a:lvl8pPr indent="-317500" lvl="7" marL="3657600">
              <a:lnSpc>
                <a:spcPct val="100000"/>
              </a:lnSpc>
              <a:spcBef>
                <a:spcPts val="0"/>
              </a:spcBef>
              <a:spcAft>
                <a:spcPts val="0"/>
              </a:spcAft>
              <a:buClr>
                <a:schemeClr val="dk1"/>
              </a:buClr>
              <a:buSzPts val="1400"/>
              <a:buFont typeface="Kedebideri"/>
              <a:buChar char="○"/>
              <a:defRPr>
                <a:solidFill>
                  <a:schemeClr val="dk1"/>
                </a:solidFill>
                <a:latin typeface="Kedebideri"/>
                <a:ea typeface="Kedebideri"/>
                <a:cs typeface="Kedebideri"/>
                <a:sym typeface="Kedebideri"/>
              </a:defRPr>
            </a:lvl8pPr>
            <a:lvl9pPr indent="-317500" lvl="8" marL="4114800">
              <a:lnSpc>
                <a:spcPct val="100000"/>
              </a:lnSpc>
              <a:spcBef>
                <a:spcPts val="0"/>
              </a:spcBef>
              <a:spcAft>
                <a:spcPts val="0"/>
              </a:spcAft>
              <a:buClr>
                <a:schemeClr val="dk1"/>
              </a:buClr>
              <a:buSzPts val="1400"/>
              <a:buFont typeface="Kedebideri"/>
              <a:buChar char="■"/>
              <a:defRPr>
                <a:solidFill>
                  <a:schemeClr val="dk1"/>
                </a:solidFill>
                <a:latin typeface="Kedebideri"/>
                <a:ea typeface="Kedebideri"/>
                <a:cs typeface="Kedebideri"/>
                <a:sym typeface="Kedebideri"/>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44">
          <p15:clr>
            <a:srgbClr val="EA4335"/>
          </p15:clr>
        </p15:guide>
        <p15:guide id="2" orient="horz" pos="3096">
          <p15:clr>
            <a:srgbClr val="EA4335"/>
          </p15:clr>
        </p15:guide>
        <p15:guide id="3" pos="144">
          <p15:clr>
            <a:srgbClr val="EA4335"/>
          </p15:clr>
        </p15:guide>
        <p15:guide id="4" pos="5616">
          <p15:clr>
            <a:srgbClr val="EA4335"/>
          </p15:clr>
        </p15:guide>
        <p15:guide id="5" orient="horz" pos="1620">
          <p15:clr>
            <a:srgbClr val="E46962"/>
          </p15:clr>
        </p15:guide>
        <p15:guide id="6" pos="2880">
          <p15:clr>
            <a:srgbClr val="E46962"/>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103" name="Shape 103"/>
        <p:cNvGrpSpPr/>
        <p:nvPr/>
      </p:nvGrpSpPr>
      <p:grpSpPr>
        <a:xfrm>
          <a:off x="0" y="0"/>
          <a:ext cx="0" cy="0"/>
          <a:chOff x="0" y="0"/>
          <a:chExt cx="0" cy="0"/>
        </a:xfrm>
      </p:grpSpPr>
      <p:sp>
        <p:nvSpPr>
          <p:cNvPr id="104" name="Google Shape;104;p21"/>
          <p:cNvSpPr txBox="1"/>
          <p:nvPr>
            <p:ph type="title"/>
          </p:nvPr>
        </p:nvSpPr>
        <p:spPr>
          <a:xfrm>
            <a:off x="713225" y="539500"/>
            <a:ext cx="7717500" cy="4824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Clr>
                <a:schemeClr val="lt1"/>
              </a:buClr>
              <a:buSzPts val="2400"/>
              <a:buFont typeface="Inter"/>
              <a:buNone/>
              <a:defRPr b="1" sz="2400">
                <a:solidFill>
                  <a:schemeClr val="lt1"/>
                </a:solidFill>
                <a:latin typeface="Inter"/>
                <a:ea typeface="Inter"/>
                <a:cs typeface="Inter"/>
                <a:sym typeface="Inter"/>
              </a:defRPr>
            </a:lvl1pPr>
            <a:lvl2pPr lvl="1" algn="ctr">
              <a:spcBef>
                <a:spcPts val="0"/>
              </a:spcBef>
              <a:spcAft>
                <a:spcPts val="0"/>
              </a:spcAft>
              <a:buClr>
                <a:schemeClr val="lt1"/>
              </a:buClr>
              <a:buSzPts val="2400"/>
              <a:buFont typeface="Inter"/>
              <a:buNone/>
              <a:defRPr b="1" sz="2400">
                <a:solidFill>
                  <a:schemeClr val="lt1"/>
                </a:solidFill>
                <a:latin typeface="Inter"/>
                <a:ea typeface="Inter"/>
                <a:cs typeface="Inter"/>
                <a:sym typeface="Inter"/>
              </a:defRPr>
            </a:lvl2pPr>
            <a:lvl3pPr lvl="2" algn="ctr">
              <a:spcBef>
                <a:spcPts val="0"/>
              </a:spcBef>
              <a:spcAft>
                <a:spcPts val="0"/>
              </a:spcAft>
              <a:buClr>
                <a:schemeClr val="lt1"/>
              </a:buClr>
              <a:buSzPts val="2400"/>
              <a:buFont typeface="Inter"/>
              <a:buNone/>
              <a:defRPr b="1" sz="2400">
                <a:solidFill>
                  <a:schemeClr val="lt1"/>
                </a:solidFill>
                <a:latin typeface="Inter"/>
                <a:ea typeface="Inter"/>
                <a:cs typeface="Inter"/>
                <a:sym typeface="Inter"/>
              </a:defRPr>
            </a:lvl3pPr>
            <a:lvl4pPr lvl="3" algn="ctr">
              <a:spcBef>
                <a:spcPts val="0"/>
              </a:spcBef>
              <a:spcAft>
                <a:spcPts val="0"/>
              </a:spcAft>
              <a:buClr>
                <a:schemeClr val="lt1"/>
              </a:buClr>
              <a:buSzPts val="2400"/>
              <a:buFont typeface="Inter"/>
              <a:buNone/>
              <a:defRPr b="1" sz="2400">
                <a:solidFill>
                  <a:schemeClr val="lt1"/>
                </a:solidFill>
                <a:latin typeface="Inter"/>
                <a:ea typeface="Inter"/>
                <a:cs typeface="Inter"/>
                <a:sym typeface="Inter"/>
              </a:defRPr>
            </a:lvl4pPr>
            <a:lvl5pPr lvl="4" algn="ctr">
              <a:spcBef>
                <a:spcPts val="0"/>
              </a:spcBef>
              <a:spcAft>
                <a:spcPts val="0"/>
              </a:spcAft>
              <a:buClr>
                <a:schemeClr val="lt1"/>
              </a:buClr>
              <a:buSzPts val="2400"/>
              <a:buFont typeface="Inter"/>
              <a:buNone/>
              <a:defRPr b="1" sz="2400">
                <a:solidFill>
                  <a:schemeClr val="lt1"/>
                </a:solidFill>
                <a:latin typeface="Inter"/>
                <a:ea typeface="Inter"/>
                <a:cs typeface="Inter"/>
                <a:sym typeface="Inter"/>
              </a:defRPr>
            </a:lvl5pPr>
            <a:lvl6pPr lvl="5" algn="ctr">
              <a:spcBef>
                <a:spcPts val="0"/>
              </a:spcBef>
              <a:spcAft>
                <a:spcPts val="0"/>
              </a:spcAft>
              <a:buClr>
                <a:schemeClr val="lt1"/>
              </a:buClr>
              <a:buSzPts val="2400"/>
              <a:buFont typeface="Inter"/>
              <a:buNone/>
              <a:defRPr b="1" sz="2400">
                <a:solidFill>
                  <a:schemeClr val="lt1"/>
                </a:solidFill>
                <a:latin typeface="Inter"/>
                <a:ea typeface="Inter"/>
                <a:cs typeface="Inter"/>
                <a:sym typeface="Inter"/>
              </a:defRPr>
            </a:lvl6pPr>
            <a:lvl7pPr lvl="6" algn="ctr">
              <a:spcBef>
                <a:spcPts val="0"/>
              </a:spcBef>
              <a:spcAft>
                <a:spcPts val="0"/>
              </a:spcAft>
              <a:buClr>
                <a:schemeClr val="lt1"/>
              </a:buClr>
              <a:buSzPts val="2400"/>
              <a:buFont typeface="Inter"/>
              <a:buNone/>
              <a:defRPr b="1" sz="2400">
                <a:solidFill>
                  <a:schemeClr val="lt1"/>
                </a:solidFill>
                <a:latin typeface="Inter"/>
                <a:ea typeface="Inter"/>
                <a:cs typeface="Inter"/>
                <a:sym typeface="Inter"/>
              </a:defRPr>
            </a:lvl7pPr>
            <a:lvl8pPr lvl="7" algn="ctr">
              <a:spcBef>
                <a:spcPts val="0"/>
              </a:spcBef>
              <a:spcAft>
                <a:spcPts val="0"/>
              </a:spcAft>
              <a:buClr>
                <a:schemeClr val="lt1"/>
              </a:buClr>
              <a:buSzPts val="2400"/>
              <a:buFont typeface="Inter"/>
              <a:buNone/>
              <a:defRPr b="1" sz="2400">
                <a:solidFill>
                  <a:schemeClr val="lt1"/>
                </a:solidFill>
                <a:latin typeface="Inter"/>
                <a:ea typeface="Inter"/>
                <a:cs typeface="Inter"/>
                <a:sym typeface="Inter"/>
              </a:defRPr>
            </a:lvl8pPr>
            <a:lvl9pPr lvl="8" algn="ctr">
              <a:spcBef>
                <a:spcPts val="0"/>
              </a:spcBef>
              <a:spcAft>
                <a:spcPts val="0"/>
              </a:spcAft>
              <a:buClr>
                <a:schemeClr val="lt1"/>
              </a:buClr>
              <a:buSzPts val="2400"/>
              <a:buFont typeface="Inter"/>
              <a:buNone/>
              <a:defRPr b="1" sz="2400">
                <a:solidFill>
                  <a:schemeClr val="lt1"/>
                </a:solidFill>
                <a:latin typeface="Inter"/>
                <a:ea typeface="Inter"/>
                <a:cs typeface="Inter"/>
                <a:sym typeface="Inter"/>
              </a:defRPr>
            </a:lvl9pPr>
          </a:lstStyle>
          <a:p/>
        </p:txBody>
      </p:sp>
      <p:sp>
        <p:nvSpPr>
          <p:cNvPr id="105" name="Google Shape;105;p21"/>
          <p:cNvSpPr txBox="1"/>
          <p:nvPr>
            <p:ph idx="1" type="body"/>
          </p:nvPr>
        </p:nvSpPr>
        <p:spPr>
          <a:xfrm>
            <a:off x="1068100" y="1695450"/>
            <a:ext cx="7047300" cy="2502000"/>
          </a:xfrm>
          <a:prstGeom prst="rect">
            <a:avLst/>
          </a:prstGeom>
          <a:noFill/>
          <a:ln>
            <a:noFill/>
          </a:ln>
        </p:spPr>
        <p:txBody>
          <a:bodyPr anchorCtr="0" anchor="t" bIns="91425" lIns="91425" spcFirstLastPara="1" rIns="91425" wrap="square" tIns="91425">
            <a:noAutofit/>
          </a:bodyPr>
          <a:lstStyle>
            <a:lvl1pPr indent="-298450" lvl="0" marL="45720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1pPr>
            <a:lvl2pPr indent="-298450" lvl="1" marL="91440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2pPr>
            <a:lvl3pPr indent="-298450" lvl="2" marL="137160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3pPr>
            <a:lvl4pPr indent="-298450" lvl="3" marL="182880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4pPr>
            <a:lvl5pPr indent="-298450" lvl="4" marL="228600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5pPr>
            <a:lvl6pPr indent="-298450" lvl="5" marL="274320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6pPr>
            <a:lvl7pPr indent="-298450" lvl="6" marL="320040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7pPr>
            <a:lvl8pPr indent="-298450" lvl="7" marL="365760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8pPr>
            <a:lvl9pPr indent="-298450" lvl="8" marL="411480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9pPr>
          </a:lstStyle>
          <a:p/>
        </p:txBody>
      </p:sp>
    </p:spTree>
  </p:cSld>
  <p:clrMap accent1="accent1" accent2="accent2" accent3="accent3" accent4="accent4" accent5="accent5" accent6="accent6" bg1="lt1" bg2="dk2" tx1="dk1" tx2="lt2" folHlink="folHlink" hlink="hlink"/>
  <p:sldLayoutIdLst>
    <p:sldLayoutId id="2147483667" r:id="rId1"/>
    <p:sldLayoutId id="2147483668" r:id="rId2"/>
    <p:sldLayoutId id="2147483669" r:id="rId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0" Type="http://schemas.openxmlformats.org/officeDocument/2006/relationships/image" Target="../media/image1.png"/><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hyperlink" Target="https://slidesgo.com/slidesgo-school/presentation-tips/how-to-edit-the-master-slides-in-our-templates?utm_source=slidesgo_template&amp;utm_medium=referral-link&amp;utm_campaign=how-to-edit-the-master-slides-in-our-templates&amp;utm_term=slidesgo-school&amp;utm_content=how-to-edit-the-master-slides-in-our-templates" TargetMode="External"/><Relationship Id="rId4" Type="http://schemas.openxmlformats.org/officeDocument/2006/relationships/hyperlink" Target="https://bit.ly/3A1uf1Q" TargetMode="External"/><Relationship Id="rId9" Type="http://schemas.openxmlformats.org/officeDocument/2006/relationships/hyperlink" Target="https://www.freepik.com/?utm_source=slidesgo_template&amp;utm_medium=referral-link&amp;utm_campaign=promo-slide&amp;utm_term=slidesgo&amp;utm_content=freepik" TargetMode="External"/><Relationship Id="rId5" Type="http://schemas.openxmlformats.org/officeDocument/2006/relationships/hyperlink" Target="https://slidesgo.com/ai?utm_source=Slidesgo_template&amp;utm_medium=referral-link&amp;utm_campaign=sg_credits&amp;utm_term=Slidesgo" TargetMode="External"/><Relationship Id="rId6" Type="http://schemas.openxmlformats.org/officeDocument/2006/relationships/hyperlink" Target="http://bit.ly/30B07Gq" TargetMode="External"/><Relationship Id="rId7" Type="http://schemas.openxmlformats.org/officeDocument/2006/relationships/hyperlink" Target="http://bit.ly/33VAFh3" TargetMode="External"/><Relationship Id="rId8" Type="http://schemas.openxmlformats.org/officeDocument/2006/relationships/hyperlink" Target="https://www.freepik.com/ai?utm_source=slidesgo_template&amp;utm_medium=referral-link&amp;utm_campaign=promo-slide&amp;utm_term=slidesgo&amp;utm_content=freepik"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 Id="rId3" Type="http://schemas.openxmlformats.org/officeDocument/2006/relationships/image" Target="../media/image1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image" Target="../media/image10.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1.xml"/><Relationship Id="rId3" Type="http://schemas.openxmlformats.org/officeDocument/2006/relationships/hyperlink" Target="https://fonts.google.com/specimen/Stack+Sans+Notch?preview.layout=grid&amp;query=Stack+Sans+Notch" TargetMode="External"/><Relationship Id="rId4" Type="http://schemas.openxmlformats.org/officeDocument/2006/relationships/hyperlink" Target="https://fonts.google.com/specimen/Kedebideri?preview.layout=grid"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2.xml"/><Relationship Id="rId3" Type="http://schemas.openxmlformats.org/officeDocument/2006/relationships/hyperlink" Target="https://slidesgo.com/ai-presentations#rs=banner-top" TargetMode="External"/><Relationship Id="rId4" Type="http://schemas.openxmlformats.org/officeDocument/2006/relationships/image" Target="../media/image9.png"/><Relationship Id="rId5" Type="http://schemas.openxmlformats.org/officeDocument/2006/relationships/image" Target="../media/image7.png"/><Relationship Id="rId6" Type="http://schemas.openxmlformats.org/officeDocument/2006/relationships/image" Target="../media/image11.png"/><Relationship Id="rId7"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3.xml"/><Relationship Id="rId3" Type="http://schemas.openxmlformats.org/officeDocument/2006/relationships/hyperlink" Target="https://bit.ly/2ZjL1pd"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9.xml"/><Relationship Id="rId3" Type="http://schemas.openxmlformats.org/officeDocument/2006/relationships/hyperlink" Target="https://workspace.google.com/marketplace/app/icons_for_slides_docs/381578326502"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3.xml"/><Relationship Id="rId3" Type="http://schemas.openxmlformats.org/officeDocument/2006/relationships/hyperlink" Target="http://bit.ly/2PfT4lq" TargetMode="External"/><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5"/>
          <p:cNvSpPr txBox="1"/>
          <p:nvPr>
            <p:ph type="ctrTitle"/>
          </p:nvPr>
        </p:nvSpPr>
        <p:spPr>
          <a:xfrm>
            <a:off x="1326300" y="1587600"/>
            <a:ext cx="4702800" cy="1968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2"/>
                </a:solidFill>
              </a:rPr>
              <a:t>Data</a:t>
            </a:r>
            <a:endParaRPr>
              <a:solidFill>
                <a:schemeClr val="lt2"/>
              </a:solidFill>
            </a:endParaRPr>
          </a:p>
          <a:p>
            <a:pPr indent="0" lvl="0" marL="0" rtl="0" algn="l">
              <a:spcBef>
                <a:spcPts val="0"/>
              </a:spcBef>
              <a:spcAft>
                <a:spcPts val="0"/>
              </a:spcAft>
              <a:buNone/>
            </a:pPr>
            <a:r>
              <a:rPr lang="en">
                <a:solidFill>
                  <a:schemeClr val="lt2"/>
                </a:solidFill>
              </a:rPr>
              <a:t>    Visual</a:t>
            </a:r>
            <a:endParaRPr>
              <a:solidFill>
                <a:schemeClr val="lt2"/>
              </a:solidFill>
            </a:endParaRPr>
          </a:p>
        </p:txBody>
      </p:sp>
      <p:sp>
        <p:nvSpPr>
          <p:cNvPr id="119" name="Google Shape;119;p25"/>
          <p:cNvSpPr txBox="1"/>
          <p:nvPr>
            <p:ph idx="1" type="subTitle"/>
          </p:nvPr>
        </p:nvSpPr>
        <p:spPr>
          <a:xfrm>
            <a:off x="6900875" y="3933700"/>
            <a:ext cx="1697400" cy="53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 is where your presentation begins</a:t>
            </a:r>
            <a:endParaRPr/>
          </a:p>
        </p:txBody>
      </p:sp>
      <p:sp>
        <p:nvSpPr>
          <p:cNvPr id="120" name="Google Shape;120;p25"/>
          <p:cNvSpPr txBox="1"/>
          <p:nvPr>
            <p:ph idx="1" type="subTitle"/>
          </p:nvPr>
        </p:nvSpPr>
        <p:spPr>
          <a:xfrm>
            <a:off x="457200" y="228600"/>
            <a:ext cx="1202400" cy="306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accent4"/>
                </a:solidFill>
                <a:latin typeface="Kedebideri ExtraBold"/>
                <a:ea typeface="Kedebideri ExtraBold"/>
                <a:cs typeface="Kedebideri ExtraBold"/>
                <a:sym typeface="Kedebideri ExtraBold"/>
              </a:rPr>
              <a:t>PROJECT NAME</a:t>
            </a:r>
            <a:endParaRPr sz="800">
              <a:solidFill>
                <a:schemeClr val="accent4"/>
              </a:solidFill>
              <a:latin typeface="Kedebideri ExtraBold"/>
              <a:ea typeface="Kedebideri ExtraBold"/>
              <a:cs typeface="Kedebideri ExtraBold"/>
              <a:sym typeface="Kedebideri ExtraBold"/>
            </a:endParaRPr>
          </a:p>
        </p:txBody>
      </p:sp>
      <p:sp>
        <p:nvSpPr>
          <p:cNvPr id="121" name="Google Shape;121;p25"/>
          <p:cNvSpPr txBox="1"/>
          <p:nvPr>
            <p:ph idx="1" type="subTitle"/>
          </p:nvPr>
        </p:nvSpPr>
        <p:spPr>
          <a:xfrm>
            <a:off x="457200" y="4608600"/>
            <a:ext cx="1202400" cy="306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800">
                <a:solidFill>
                  <a:schemeClr val="accent4"/>
                </a:solidFill>
                <a:latin typeface="Kedebideri ExtraBold"/>
                <a:ea typeface="Kedebideri ExtraBold"/>
                <a:cs typeface="Kedebideri ExtraBold"/>
                <a:sym typeface="Kedebideri ExtraBold"/>
              </a:rPr>
              <a:t>MONTH / 20XX</a:t>
            </a:r>
            <a:endParaRPr sz="800">
              <a:solidFill>
                <a:schemeClr val="accent4"/>
              </a:solidFill>
              <a:latin typeface="Kedebideri ExtraBold"/>
              <a:ea typeface="Kedebideri ExtraBold"/>
              <a:cs typeface="Kedebideri ExtraBold"/>
              <a:sym typeface="Kedebideri ExtraBo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6"/>
          <p:cNvSpPr txBox="1"/>
          <p:nvPr>
            <p:ph type="title"/>
          </p:nvPr>
        </p:nvSpPr>
        <p:spPr>
          <a:xfrm>
            <a:off x="457200" y="2286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Contents of</a:t>
            </a:r>
            <a:endParaRPr/>
          </a:p>
          <a:p>
            <a:pPr indent="0" lvl="0" marL="0" rtl="0" algn="l">
              <a:spcBef>
                <a:spcPts val="0"/>
              </a:spcBef>
              <a:spcAft>
                <a:spcPts val="0"/>
              </a:spcAft>
              <a:buNone/>
            </a:pPr>
            <a:r>
              <a:rPr lang="en"/>
              <a:t>          this template</a:t>
            </a:r>
            <a:endParaRPr/>
          </a:p>
        </p:txBody>
      </p:sp>
      <p:sp>
        <p:nvSpPr>
          <p:cNvPr id="127" name="Google Shape;127;p26"/>
          <p:cNvSpPr/>
          <p:nvPr/>
        </p:nvSpPr>
        <p:spPr>
          <a:xfrm>
            <a:off x="5209300" y="4303872"/>
            <a:ext cx="2701800" cy="405900"/>
          </a:xfrm>
          <a:prstGeom prst="roundRect">
            <a:avLst>
              <a:gd fmla="val 16667" name="adj"/>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000">
                <a:solidFill>
                  <a:srgbClr val="191919"/>
                </a:solidFill>
                <a:latin typeface="Kedebideri ExtraBold"/>
                <a:ea typeface="Kedebideri ExtraBold"/>
                <a:cs typeface="Kedebideri ExtraBold"/>
                <a:sym typeface="Kedebideri ExtraBold"/>
              </a:rPr>
              <a:t>You can delete this slide when you’re done editing the presentation</a:t>
            </a:r>
            <a:endParaRPr>
              <a:latin typeface="Kedebideri ExtraBold"/>
              <a:ea typeface="Kedebideri ExtraBold"/>
              <a:cs typeface="Kedebideri ExtraBold"/>
              <a:sym typeface="Kedebideri ExtraBold"/>
            </a:endParaRPr>
          </a:p>
        </p:txBody>
      </p:sp>
      <p:sp>
        <p:nvSpPr>
          <p:cNvPr id="128" name="Google Shape;128;p26"/>
          <p:cNvSpPr/>
          <p:nvPr/>
        </p:nvSpPr>
        <p:spPr>
          <a:xfrm>
            <a:off x="830325" y="1922522"/>
            <a:ext cx="1371900" cy="405900"/>
          </a:xfrm>
          <a:prstGeom prst="roundRect">
            <a:avLst>
              <a:gd fmla="val 50000" name="adj"/>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u="sng">
                <a:solidFill>
                  <a:schemeClr val="dk1"/>
                </a:solidFill>
                <a:latin typeface="Kedebideri ExtraBold"/>
                <a:ea typeface="Kedebideri ExtraBold"/>
                <a:cs typeface="Kedebideri ExtraBold"/>
                <a:sym typeface="Kedebideri ExtraBold"/>
              </a:rPr>
              <a:t>Fonts</a:t>
            </a:r>
            <a:endParaRPr sz="1000" u="sng">
              <a:solidFill>
                <a:schemeClr val="dk1"/>
              </a:solidFill>
              <a:latin typeface="Kedebideri ExtraBold"/>
              <a:ea typeface="Kedebideri ExtraBold"/>
              <a:cs typeface="Kedebideri ExtraBold"/>
              <a:sym typeface="Kedebideri ExtraBold"/>
            </a:endParaRPr>
          </a:p>
        </p:txBody>
      </p:sp>
      <p:sp>
        <p:nvSpPr>
          <p:cNvPr id="129" name="Google Shape;129;p26"/>
          <p:cNvSpPr txBox="1"/>
          <p:nvPr/>
        </p:nvSpPr>
        <p:spPr>
          <a:xfrm>
            <a:off x="497775" y="2422966"/>
            <a:ext cx="2037000" cy="572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lang="en" sz="1000">
                <a:solidFill>
                  <a:srgbClr val="191919"/>
                </a:solidFill>
                <a:latin typeface="Kedebideri"/>
                <a:ea typeface="Kedebideri"/>
                <a:cs typeface="Kedebideri"/>
                <a:sym typeface="Kedebideri"/>
              </a:rPr>
              <a:t>To view this template correctly in PowerPoint, download and install the fonts we used</a:t>
            </a:r>
            <a:endParaRPr sz="1000">
              <a:solidFill>
                <a:srgbClr val="191919"/>
              </a:solidFill>
              <a:latin typeface="Kedebideri"/>
              <a:ea typeface="Kedebideri"/>
              <a:cs typeface="Kedebideri"/>
              <a:sym typeface="Kedebideri"/>
            </a:endParaRPr>
          </a:p>
        </p:txBody>
      </p:sp>
      <p:sp>
        <p:nvSpPr>
          <p:cNvPr id="130" name="Google Shape;130;p26"/>
          <p:cNvSpPr/>
          <p:nvPr/>
        </p:nvSpPr>
        <p:spPr>
          <a:xfrm>
            <a:off x="2867475" y="1922546"/>
            <a:ext cx="1371900" cy="405900"/>
          </a:xfrm>
          <a:prstGeom prst="roundRect">
            <a:avLst>
              <a:gd fmla="val 50000" name="adj"/>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u="sng">
                <a:solidFill>
                  <a:schemeClr val="dk1"/>
                </a:solidFill>
                <a:latin typeface="Kedebideri ExtraBold"/>
                <a:ea typeface="Kedebideri ExtraBold"/>
                <a:cs typeface="Kedebideri ExtraBold"/>
                <a:sym typeface="Kedebideri ExtraBold"/>
              </a:rPr>
              <a:t>Colors</a:t>
            </a:r>
            <a:endParaRPr sz="1000" u="sng">
              <a:solidFill>
                <a:schemeClr val="dk1"/>
              </a:solidFill>
              <a:latin typeface="Kedebideri ExtraBold"/>
              <a:ea typeface="Kedebideri ExtraBold"/>
              <a:cs typeface="Kedebideri ExtraBold"/>
              <a:sym typeface="Kedebideri ExtraBold"/>
            </a:endParaRPr>
          </a:p>
        </p:txBody>
      </p:sp>
      <p:sp>
        <p:nvSpPr>
          <p:cNvPr id="131" name="Google Shape;131;p26"/>
          <p:cNvSpPr txBox="1"/>
          <p:nvPr/>
        </p:nvSpPr>
        <p:spPr>
          <a:xfrm>
            <a:off x="2534925" y="2422966"/>
            <a:ext cx="2037000" cy="572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lang="en" sz="1000">
                <a:solidFill>
                  <a:srgbClr val="191919"/>
                </a:solidFill>
                <a:latin typeface="Kedebideri"/>
                <a:ea typeface="Kedebideri"/>
                <a:cs typeface="Kedebideri"/>
                <a:sym typeface="Kedebideri"/>
              </a:rPr>
              <a:t>You can see on the link all the colors used in this presentation</a:t>
            </a:r>
            <a:endParaRPr sz="1000">
              <a:solidFill>
                <a:srgbClr val="191919"/>
              </a:solidFill>
              <a:latin typeface="Kedebideri"/>
              <a:ea typeface="Kedebideri"/>
              <a:cs typeface="Kedebideri"/>
              <a:sym typeface="Kedebideri"/>
            </a:endParaRPr>
          </a:p>
        </p:txBody>
      </p:sp>
      <p:sp>
        <p:nvSpPr>
          <p:cNvPr id="132" name="Google Shape;132;p26"/>
          <p:cNvSpPr/>
          <p:nvPr/>
        </p:nvSpPr>
        <p:spPr>
          <a:xfrm>
            <a:off x="4904601" y="1922546"/>
            <a:ext cx="1371900" cy="405900"/>
          </a:xfrm>
          <a:prstGeom prst="roundRect">
            <a:avLst>
              <a:gd fmla="val 50000" name="adj"/>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u="sng">
                <a:solidFill>
                  <a:schemeClr val="dk1"/>
                </a:solidFill>
                <a:latin typeface="Kedebideri ExtraBold"/>
                <a:ea typeface="Kedebideri ExtraBold"/>
                <a:cs typeface="Kedebideri ExtraBold"/>
                <a:sym typeface="Kedebideri ExtraBold"/>
              </a:rPr>
              <a:t>Thanks slide</a:t>
            </a:r>
            <a:endParaRPr sz="1000" u="sng">
              <a:solidFill>
                <a:schemeClr val="dk1"/>
              </a:solidFill>
              <a:latin typeface="Kedebideri ExtraBold"/>
              <a:ea typeface="Kedebideri ExtraBold"/>
              <a:cs typeface="Kedebideri ExtraBold"/>
              <a:sym typeface="Kedebideri ExtraBold"/>
            </a:endParaRPr>
          </a:p>
        </p:txBody>
      </p:sp>
      <p:sp>
        <p:nvSpPr>
          <p:cNvPr id="133" name="Google Shape;133;p26"/>
          <p:cNvSpPr txBox="1"/>
          <p:nvPr/>
        </p:nvSpPr>
        <p:spPr>
          <a:xfrm>
            <a:off x="4572051" y="2422966"/>
            <a:ext cx="2037000" cy="572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lang="en" sz="1000">
                <a:solidFill>
                  <a:srgbClr val="191919"/>
                </a:solidFill>
                <a:latin typeface="Kedebideri"/>
                <a:ea typeface="Kedebideri"/>
                <a:cs typeface="Kedebideri"/>
                <a:sym typeface="Kedebideri"/>
              </a:rPr>
              <a:t>You must keep it so that proper credits for our design are given</a:t>
            </a:r>
            <a:endParaRPr sz="1000">
              <a:solidFill>
                <a:srgbClr val="191919"/>
              </a:solidFill>
              <a:latin typeface="Kedebideri"/>
              <a:ea typeface="Kedebideri"/>
              <a:cs typeface="Kedebideri"/>
              <a:sym typeface="Kedebideri"/>
            </a:endParaRPr>
          </a:p>
        </p:txBody>
      </p:sp>
      <p:sp>
        <p:nvSpPr>
          <p:cNvPr id="134" name="Google Shape;134;p26"/>
          <p:cNvSpPr/>
          <p:nvPr/>
        </p:nvSpPr>
        <p:spPr>
          <a:xfrm>
            <a:off x="6941775" y="1922546"/>
            <a:ext cx="1371900" cy="405900"/>
          </a:xfrm>
          <a:prstGeom prst="roundRect">
            <a:avLst>
              <a:gd fmla="val 50000" name="adj"/>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u="sng">
                <a:solidFill>
                  <a:schemeClr val="dk1"/>
                </a:solidFill>
                <a:latin typeface="Kedebideri ExtraBold"/>
                <a:ea typeface="Kedebideri ExtraBold"/>
                <a:cs typeface="Kedebideri ExtraBold"/>
                <a:sym typeface="Kedebideri ExtraBold"/>
              </a:rPr>
              <a:t>Icons</a:t>
            </a:r>
            <a:r>
              <a:rPr lang="en" sz="1000">
                <a:solidFill>
                  <a:schemeClr val="dk1"/>
                </a:solidFill>
                <a:latin typeface="Kedebideri ExtraBold"/>
                <a:ea typeface="Kedebideri ExtraBold"/>
                <a:cs typeface="Kedebideri ExtraBold"/>
                <a:sym typeface="Kedebideri ExtraBold"/>
              </a:rPr>
              <a:t> and </a:t>
            </a:r>
            <a:r>
              <a:rPr lang="en" sz="1000" u="sng">
                <a:solidFill>
                  <a:schemeClr val="dk1"/>
                </a:solidFill>
                <a:latin typeface="Kedebideri ExtraBold"/>
                <a:ea typeface="Kedebideri ExtraBold"/>
                <a:cs typeface="Kedebideri ExtraBold"/>
                <a:sym typeface="Kedebideri ExtraBold"/>
              </a:rPr>
              <a:t>infographics</a:t>
            </a:r>
            <a:endParaRPr sz="1000" u="sng">
              <a:solidFill>
                <a:schemeClr val="dk1"/>
              </a:solidFill>
              <a:latin typeface="Kedebideri ExtraBold"/>
              <a:ea typeface="Kedebideri ExtraBold"/>
              <a:cs typeface="Kedebideri ExtraBold"/>
              <a:sym typeface="Kedebideri ExtraBold"/>
            </a:endParaRPr>
          </a:p>
        </p:txBody>
      </p:sp>
      <p:sp>
        <p:nvSpPr>
          <p:cNvPr id="135" name="Google Shape;135;p26"/>
          <p:cNvSpPr txBox="1"/>
          <p:nvPr/>
        </p:nvSpPr>
        <p:spPr>
          <a:xfrm>
            <a:off x="6609225" y="2422966"/>
            <a:ext cx="2037000" cy="572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lang="en" sz="1000">
                <a:solidFill>
                  <a:srgbClr val="191919"/>
                </a:solidFill>
                <a:latin typeface="Kedebideri"/>
                <a:ea typeface="Kedebideri"/>
                <a:cs typeface="Kedebideri"/>
                <a:sym typeface="Kedebideri"/>
              </a:rPr>
              <a:t>These can be used in the template, and their size and color can be edited</a:t>
            </a:r>
            <a:endParaRPr sz="1000">
              <a:solidFill>
                <a:srgbClr val="191919"/>
              </a:solidFill>
              <a:latin typeface="Kedebideri"/>
              <a:ea typeface="Kedebideri"/>
              <a:cs typeface="Kedebideri"/>
              <a:sym typeface="Kedebideri"/>
            </a:endParaRPr>
          </a:p>
        </p:txBody>
      </p:sp>
      <p:sp>
        <p:nvSpPr>
          <p:cNvPr id="136" name="Google Shape;136;p26"/>
          <p:cNvSpPr txBox="1"/>
          <p:nvPr/>
        </p:nvSpPr>
        <p:spPr>
          <a:xfrm>
            <a:off x="5576333" y="3618322"/>
            <a:ext cx="2530500" cy="3420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600"/>
              </a:spcAft>
              <a:buNone/>
            </a:pPr>
            <a:r>
              <a:rPr lang="en" sz="1000">
                <a:solidFill>
                  <a:srgbClr val="191919"/>
                </a:solidFill>
                <a:latin typeface="Kedebideri"/>
                <a:ea typeface="Kedebideri"/>
                <a:cs typeface="Kedebideri"/>
                <a:sym typeface="Kedebideri"/>
              </a:rPr>
              <a:t>You can edit the master slides easily. For more info, click </a:t>
            </a:r>
            <a:r>
              <a:rPr lang="en" sz="1000" u="sng">
                <a:solidFill>
                  <a:srgbClr val="191919"/>
                </a:solidFill>
                <a:latin typeface="Kedebideri"/>
                <a:ea typeface="Kedebideri"/>
                <a:cs typeface="Kedebideri"/>
                <a:sym typeface="Kedebideri"/>
                <a:hlinkClick r:id="rId3">
                  <a:extLst>
                    <a:ext uri="{A12FA001-AC4F-418D-AE19-62706E023703}">
                      <ahyp:hlinkClr val="tx"/>
                    </a:ext>
                  </a:extLst>
                </a:hlinkClick>
              </a:rPr>
              <a:t>here</a:t>
            </a:r>
            <a:endParaRPr sz="1000">
              <a:solidFill>
                <a:srgbClr val="191919"/>
              </a:solidFill>
              <a:latin typeface="Kedebideri"/>
              <a:ea typeface="Kedebideri"/>
              <a:cs typeface="Kedebideri"/>
              <a:sym typeface="Kedebideri"/>
            </a:endParaRPr>
          </a:p>
        </p:txBody>
      </p:sp>
      <p:sp>
        <p:nvSpPr>
          <p:cNvPr id="137" name="Google Shape;137;p26"/>
          <p:cNvSpPr txBox="1"/>
          <p:nvPr/>
        </p:nvSpPr>
        <p:spPr>
          <a:xfrm>
            <a:off x="1404513" y="3517947"/>
            <a:ext cx="3397800" cy="443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000">
                <a:solidFill>
                  <a:srgbClr val="191919"/>
                </a:solidFill>
                <a:latin typeface="Kedebideri"/>
                <a:ea typeface="Kedebideri"/>
                <a:cs typeface="Kedebideri"/>
                <a:sym typeface="Kedebideri"/>
              </a:rPr>
              <a:t>For more info:</a:t>
            </a:r>
            <a:br>
              <a:rPr lang="en" sz="1000">
                <a:solidFill>
                  <a:srgbClr val="191919"/>
                </a:solidFill>
                <a:latin typeface="Kedebideri"/>
                <a:ea typeface="Kedebideri"/>
                <a:cs typeface="Kedebideri"/>
                <a:sym typeface="Kedebideri"/>
              </a:rPr>
            </a:br>
            <a:r>
              <a:rPr lang="en" sz="1000" u="sng">
                <a:solidFill>
                  <a:srgbClr val="191919"/>
                </a:solidFill>
                <a:latin typeface="Kedebideri"/>
                <a:ea typeface="Kedebideri"/>
                <a:cs typeface="Kedebideri"/>
                <a:sym typeface="Kedebideri"/>
                <a:hlinkClick r:id="rId4">
                  <a:extLst>
                    <a:ext uri="{A12FA001-AC4F-418D-AE19-62706E023703}">
                      <ahyp:hlinkClr val="tx"/>
                    </a:ext>
                  </a:extLst>
                </a:hlinkClick>
              </a:rPr>
              <a:t>SLIDESGO</a:t>
            </a:r>
            <a:r>
              <a:rPr lang="en" sz="1000">
                <a:solidFill>
                  <a:srgbClr val="191919"/>
                </a:solidFill>
                <a:latin typeface="Kedebideri"/>
                <a:ea typeface="Kedebideri"/>
                <a:cs typeface="Kedebideri"/>
                <a:sym typeface="Kedebideri"/>
              </a:rPr>
              <a:t> | </a:t>
            </a:r>
            <a:r>
              <a:rPr lang="en" sz="1000" u="sng">
                <a:solidFill>
                  <a:srgbClr val="191919"/>
                </a:solidFill>
                <a:latin typeface="Kedebideri"/>
                <a:ea typeface="Kedebideri"/>
                <a:cs typeface="Kedebideri"/>
                <a:sym typeface="Kedebideri"/>
                <a:hlinkClick r:id="rId5">
                  <a:extLst>
                    <a:ext uri="{A12FA001-AC4F-418D-AE19-62706E023703}">
                      <ahyp:hlinkClr val="tx"/>
                    </a:ext>
                  </a:extLst>
                </a:hlinkClick>
              </a:rPr>
              <a:t>SLIDESGO AI TOOLS</a:t>
            </a:r>
            <a:r>
              <a:rPr lang="en" sz="1000">
                <a:solidFill>
                  <a:srgbClr val="191919"/>
                </a:solidFill>
                <a:latin typeface="Kedebideri"/>
                <a:ea typeface="Kedebideri"/>
                <a:cs typeface="Kedebideri"/>
                <a:sym typeface="Kedebideri"/>
              </a:rPr>
              <a:t> | </a:t>
            </a:r>
            <a:r>
              <a:rPr lang="en" sz="1000" u="sng">
                <a:solidFill>
                  <a:srgbClr val="191919"/>
                </a:solidFill>
                <a:latin typeface="Kedebideri"/>
                <a:ea typeface="Kedebideri"/>
                <a:cs typeface="Kedebideri"/>
                <a:sym typeface="Kedebideri"/>
                <a:hlinkClick r:id="rId6">
                  <a:extLst>
                    <a:ext uri="{A12FA001-AC4F-418D-AE19-62706E023703}">
                      <ahyp:hlinkClr val="tx"/>
                    </a:ext>
                  </a:extLst>
                </a:hlinkClick>
              </a:rPr>
              <a:t>BLOG</a:t>
            </a:r>
            <a:r>
              <a:rPr lang="en" sz="1000">
                <a:solidFill>
                  <a:srgbClr val="191919"/>
                </a:solidFill>
                <a:latin typeface="Kedebideri"/>
                <a:ea typeface="Kedebideri"/>
                <a:cs typeface="Kedebideri"/>
                <a:sym typeface="Kedebideri"/>
              </a:rPr>
              <a:t> | </a:t>
            </a:r>
            <a:r>
              <a:rPr lang="en" sz="1000" u="sng">
                <a:solidFill>
                  <a:srgbClr val="191919"/>
                </a:solidFill>
                <a:latin typeface="Kedebideri"/>
                <a:ea typeface="Kedebideri"/>
                <a:cs typeface="Kedebideri"/>
                <a:sym typeface="Kedebideri"/>
                <a:hlinkClick r:id="rId7">
                  <a:extLst>
                    <a:ext uri="{A12FA001-AC4F-418D-AE19-62706E023703}">
                      <ahyp:hlinkClr val="tx"/>
                    </a:ext>
                  </a:extLst>
                </a:hlinkClick>
              </a:rPr>
              <a:t>FAQs</a:t>
            </a:r>
            <a:endParaRPr sz="1000">
              <a:solidFill>
                <a:srgbClr val="191919"/>
              </a:solidFill>
              <a:latin typeface="Kedebideri"/>
              <a:ea typeface="Kedebideri"/>
              <a:cs typeface="Kedebideri"/>
              <a:sym typeface="Kedebideri"/>
            </a:endParaRPr>
          </a:p>
        </p:txBody>
      </p:sp>
      <p:sp>
        <p:nvSpPr>
          <p:cNvPr id="138" name="Google Shape;138;p26"/>
          <p:cNvSpPr txBox="1"/>
          <p:nvPr/>
        </p:nvSpPr>
        <p:spPr>
          <a:xfrm>
            <a:off x="1404513" y="4251249"/>
            <a:ext cx="3397800" cy="443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000">
                <a:solidFill>
                  <a:srgbClr val="191919"/>
                </a:solidFill>
                <a:latin typeface="Kedebideri"/>
                <a:ea typeface="Kedebideri"/>
                <a:cs typeface="Kedebideri"/>
                <a:sym typeface="Kedebideri"/>
              </a:rPr>
              <a:t>You can visit our sister projects:</a:t>
            </a:r>
            <a:br>
              <a:rPr lang="en" sz="1000">
                <a:solidFill>
                  <a:srgbClr val="191919"/>
                </a:solidFill>
                <a:latin typeface="Kedebideri"/>
                <a:ea typeface="Kedebideri"/>
                <a:cs typeface="Kedebideri"/>
                <a:sym typeface="Kedebideri"/>
              </a:rPr>
            </a:br>
            <a:r>
              <a:rPr lang="en" sz="1000" u="sng">
                <a:solidFill>
                  <a:srgbClr val="191919"/>
                </a:solidFill>
                <a:latin typeface="Kedebideri"/>
                <a:ea typeface="Kedebideri"/>
                <a:cs typeface="Kedebideri"/>
                <a:sym typeface="Kedebideri"/>
                <a:hlinkClick r:id="rId8">
                  <a:extLst>
                    <a:ext uri="{A12FA001-AC4F-418D-AE19-62706E023703}">
                      <ahyp:hlinkClr val="tx"/>
                    </a:ext>
                  </a:extLst>
                </a:hlinkClick>
              </a:rPr>
              <a:t>FREEPIK AI TOOLS</a:t>
            </a:r>
            <a:r>
              <a:rPr lang="en" sz="1000">
                <a:solidFill>
                  <a:srgbClr val="191919"/>
                </a:solidFill>
                <a:latin typeface="Kedebideri"/>
                <a:ea typeface="Kedebideri"/>
                <a:cs typeface="Kedebideri"/>
                <a:sym typeface="Kedebideri"/>
              </a:rPr>
              <a:t> | </a:t>
            </a:r>
            <a:r>
              <a:rPr lang="en" sz="1000" u="sng">
                <a:solidFill>
                  <a:srgbClr val="191919"/>
                </a:solidFill>
                <a:latin typeface="Kedebideri"/>
                <a:ea typeface="Kedebideri"/>
                <a:cs typeface="Kedebideri"/>
                <a:sym typeface="Kedebideri"/>
                <a:hlinkClick r:id="rId9">
                  <a:extLst>
                    <a:ext uri="{A12FA001-AC4F-418D-AE19-62706E023703}">
                      <ahyp:hlinkClr val="tx"/>
                    </a:ext>
                  </a:extLst>
                </a:hlinkClick>
              </a:rPr>
              <a:t>FREEPIK LIBRARY RESOURCES</a:t>
            </a:r>
            <a:endParaRPr sz="1000">
              <a:solidFill>
                <a:srgbClr val="191919"/>
              </a:solidFill>
              <a:latin typeface="Kedebideri"/>
              <a:ea typeface="Kedebideri"/>
              <a:cs typeface="Kedebideri"/>
              <a:sym typeface="Kedebideri"/>
            </a:endParaRPr>
          </a:p>
        </p:txBody>
      </p:sp>
      <p:cxnSp>
        <p:nvCxnSpPr>
          <p:cNvPr id="139" name="Google Shape;139;p26"/>
          <p:cNvCxnSpPr/>
          <p:nvPr/>
        </p:nvCxnSpPr>
        <p:spPr>
          <a:xfrm>
            <a:off x="-165300" y="3295485"/>
            <a:ext cx="9517200" cy="23700"/>
          </a:xfrm>
          <a:prstGeom prst="straightConnector1">
            <a:avLst/>
          </a:prstGeom>
          <a:noFill/>
          <a:ln cap="flat" cmpd="sng" w="9525">
            <a:solidFill>
              <a:schemeClr val="accent4"/>
            </a:solidFill>
            <a:prstDash val="solid"/>
            <a:round/>
            <a:headEnd len="med" w="med" type="none"/>
            <a:tailEnd len="med" w="med" type="none"/>
          </a:ln>
        </p:spPr>
      </p:cxnSp>
      <p:sp>
        <p:nvSpPr>
          <p:cNvPr id="140" name="Google Shape;140;p26"/>
          <p:cNvSpPr/>
          <p:nvPr/>
        </p:nvSpPr>
        <p:spPr>
          <a:xfrm>
            <a:off x="1407264" y="1506875"/>
            <a:ext cx="218018" cy="218018"/>
          </a:xfrm>
          <a:custGeom>
            <a:rect b="b" l="l" r="r" t="t"/>
            <a:pathLst>
              <a:path extrusionOk="0" h="614134" w="614134">
                <a:moveTo>
                  <a:pt x="527656" y="0"/>
                </a:moveTo>
                <a:lnTo>
                  <a:pt x="86478" y="0"/>
                </a:lnTo>
                <a:cubicBezTo>
                  <a:pt x="38844" y="0"/>
                  <a:pt x="0" y="38844"/>
                  <a:pt x="0" y="86478"/>
                </a:cubicBezTo>
                <a:lnTo>
                  <a:pt x="0" y="527656"/>
                </a:lnTo>
                <a:cubicBezTo>
                  <a:pt x="0" y="575290"/>
                  <a:pt x="38844" y="614134"/>
                  <a:pt x="86478" y="614134"/>
                </a:cubicBezTo>
                <a:lnTo>
                  <a:pt x="527656" y="614134"/>
                </a:lnTo>
                <a:cubicBezTo>
                  <a:pt x="575290" y="614134"/>
                  <a:pt x="614134" y="575290"/>
                  <a:pt x="614134" y="527656"/>
                </a:cubicBezTo>
                <a:lnTo>
                  <a:pt x="614134" y="86478"/>
                </a:lnTo>
                <a:cubicBezTo>
                  <a:pt x="614134" y="38844"/>
                  <a:pt x="575290" y="0"/>
                  <a:pt x="527656" y="0"/>
                </a:cubicBezTo>
                <a:close/>
                <a:moveTo>
                  <a:pt x="547787" y="527656"/>
                </a:moveTo>
                <a:cubicBezTo>
                  <a:pt x="547787" y="538714"/>
                  <a:pt x="538714" y="547504"/>
                  <a:pt x="527940" y="547504"/>
                </a:cubicBezTo>
                <a:lnTo>
                  <a:pt x="86761" y="547504"/>
                </a:lnTo>
                <a:cubicBezTo>
                  <a:pt x="75703" y="547504"/>
                  <a:pt x="66914" y="538431"/>
                  <a:pt x="66914" y="527656"/>
                </a:cubicBezTo>
                <a:lnTo>
                  <a:pt x="66914" y="86478"/>
                </a:lnTo>
                <a:cubicBezTo>
                  <a:pt x="66914" y="75420"/>
                  <a:pt x="75987" y="66630"/>
                  <a:pt x="86761" y="66630"/>
                </a:cubicBezTo>
                <a:lnTo>
                  <a:pt x="527940" y="66630"/>
                </a:lnTo>
                <a:cubicBezTo>
                  <a:pt x="538998" y="66630"/>
                  <a:pt x="547787" y="75704"/>
                  <a:pt x="547787" y="86478"/>
                </a:cubicBezTo>
                <a:lnTo>
                  <a:pt x="547787" y="527656"/>
                </a:lnTo>
                <a:close/>
                <a:moveTo>
                  <a:pt x="481157" y="192803"/>
                </a:moveTo>
                <a:lnTo>
                  <a:pt x="481157" y="225976"/>
                </a:lnTo>
                <a:cubicBezTo>
                  <a:pt x="481157" y="244406"/>
                  <a:pt x="466413" y="259150"/>
                  <a:pt x="447983" y="259150"/>
                </a:cubicBezTo>
                <a:cubicBezTo>
                  <a:pt x="429554" y="259150"/>
                  <a:pt x="414810" y="244406"/>
                  <a:pt x="414810" y="225976"/>
                </a:cubicBezTo>
                <a:lnTo>
                  <a:pt x="414810" y="199324"/>
                </a:lnTo>
                <a:lnTo>
                  <a:pt x="340524" y="199324"/>
                </a:lnTo>
                <a:lnTo>
                  <a:pt x="340524" y="414526"/>
                </a:lnTo>
                <a:lnTo>
                  <a:pt x="360371" y="414526"/>
                </a:lnTo>
                <a:cubicBezTo>
                  <a:pt x="378801" y="414526"/>
                  <a:pt x="393545" y="429270"/>
                  <a:pt x="393545" y="447700"/>
                </a:cubicBezTo>
                <a:cubicBezTo>
                  <a:pt x="393545" y="466130"/>
                  <a:pt x="378801" y="480873"/>
                  <a:pt x="360371" y="480873"/>
                </a:cubicBezTo>
                <a:lnTo>
                  <a:pt x="254046" y="480873"/>
                </a:lnTo>
                <a:cubicBezTo>
                  <a:pt x="235617" y="480873"/>
                  <a:pt x="220873" y="466130"/>
                  <a:pt x="220873" y="447700"/>
                </a:cubicBezTo>
                <a:cubicBezTo>
                  <a:pt x="220873" y="429270"/>
                  <a:pt x="235617" y="414526"/>
                  <a:pt x="254046" y="414526"/>
                </a:cubicBezTo>
                <a:lnTo>
                  <a:pt x="273894" y="414526"/>
                </a:lnTo>
                <a:lnTo>
                  <a:pt x="273894" y="199324"/>
                </a:lnTo>
                <a:lnTo>
                  <a:pt x="199608" y="199324"/>
                </a:lnTo>
                <a:lnTo>
                  <a:pt x="199608" y="225976"/>
                </a:lnTo>
                <a:cubicBezTo>
                  <a:pt x="199608" y="244406"/>
                  <a:pt x="184864" y="259150"/>
                  <a:pt x="166434" y="259150"/>
                </a:cubicBezTo>
                <a:cubicBezTo>
                  <a:pt x="148004" y="259150"/>
                  <a:pt x="133261" y="244406"/>
                  <a:pt x="133261" y="225976"/>
                </a:cubicBezTo>
                <a:lnTo>
                  <a:pt x="133261" y="192803"/>
                </a:lnTo>
                <a:cubicBezTo>
                  <a:pt x="133261" y="159913"/>
                  <a:pt x="160196" y="132977"/>
                  <a:pt x="193086" y="132977"/>
                </a:cubicBezTo>
                <a:lnTo>
                  <a:pt x="421615" y="132977"/>
                </a:lnTo>
                <a:cubicBezTo>
                  <a:pt x="454505" y="132977"/>
                  <a:pt x="481440" y="159913"/>
                  <a:pt x="481440" y="19280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nvGrpSpPr>
          <p:cNvPr id="141" name="Google Shape;141;p26"/>
          <p:cNvGrpSpPr/>
          <p:nvPr/>
        </p:nvGrpSpPr>
        <p:grpSpPr>
          <a:xfrm>
            <a:off x="3432636" y="1496055"/>
            <a:ext cx="241571" cy="239658"/>
            <a:chOff x="2825999" y="4046158"/>
            <a:chExt cx="241571" cy="239658"/>
          </a:xfrm>
        </p:grpSpPr>
        <p:sp>
          <p:nvSpPr>
            <p:cNvPr id="142" name="Google Shape;142;p26"/>
            <p:cNvSpPr/>
            <p:nvPr/>
          </p:nvSpPr>
          <p:spPr>
            <a:xfrm>
              <a:off x="2868664" y="4153223"/>
              <a:ext cx="28384" cy="28384"/>
            </a:xfrm>
            <a:custGeom>
              <a:rect b="b" l="l" r="r" t="t"/>
              <a:pathLst>
                <a:path extrusionOk="0" h="79956" w="79956">
                  <a:moveTo>
                    <a:pt x="39978" y="79957"/>
                  </a:moveTo>
                  <a:cubicBezTo>
                    <a:pt x="17863" y="79957"/>
                    <a:pt x="0" y="62094"/>
                    <a:pt x="0" y="39978"/>
                  </a:cubicBezTo>
                  <a:cubicBezTo>
                    <a:pt x="0" y="17863"/>
                    <a:pt x="17863" y="0"/>
                    <a:pt x="39978" y="0"/>
                  </a:cubicBezTo>
                  <a:cubicBezTo>
                    <a:pt x="62094" y="0"/>
                    <a:pt x="79957" y="17863"/>
                    <a:pt x="79957" y="39978"/>
                  </a:cubicBezTo>
                  <a:cubicBezTo>
                    <a:pt x="79957" y="62094"/>
                    <a:pt x="62094" y="79957"/>
                    <a:pt x="39978" y="7995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43" name="Google Shape;143;p26"/>
            <p:cNvSpPr/>
            <p:nvPr/>
          </p:nvSpPr>
          <p:spPr>
            <a:xfrm>
              <a:off x="2978662" y="4107626"/>
              <a:ext cx="28384" cy="28384"/>
            </a:xfrm>
            <a:custGeom>
              <a:rect b="b" l="l" r="r" t="t"/>
              <a:pathLst>
                <a:path extrusionOk="0" h="79956" w="79956">
                  <a:moveTo>
                    <a:pt x="0" y="39978"/>
                  </a:moveTo>
                  <a:cubicBezTo>
                    <a:pt x="0" y="62094"/>
                    <a:pt x="17863" y="79956"/>
                    <a:pt x="39978" y="79956"/>
                  </a:cubicBezTo>
                  <a:cubicBezTo>
                    <a:pt x="62094" y="79956"/>
                    <a:pt x="79957" y="62094"/>
                    <a:pt x="79957" y="39978"/>
                  </a:cubicBezTo>
                  <a:cubicBezTo>
                    <a:pt x="79957" y="17863"/>
                    <a:pt x="62094" y="0"/>
                    <a:pt x="39978" y="0"/>
                  </a:cubicBezTo>
                  <a:cubicBezTo>
                    <a:pt x="17863" y="0"/>
                    <a:pt x="0" y="17863"/>
                    <a:pt x="0" y="3997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44" name="Google Shape;144;p26"/>
            <p:cNvSpPr/>
            <p:nvPr/>
          </p:nvSpPr>
          <p:spPr>
            <a:xfrm>
              <a:off x="2887468" y="4107626"/>
              <a:ext cx="28384" cy="28384"/>
            </a:xfrm>
            <a:custGeom>
              <a:rect b="b" l="l" r="r" t="t"/>
              <a:pathLst>
                <a:path extrusionOk="0" h="79956" w="79956">
                  <a:moveTo>
                    <a:pt x="39978" y="79956"/>
                  </a:moveTo>
                  <a:cubicBezTo>
                    <a:pt x="17863" y="79956"/>
                    <a:pt x="0" y="62094"/>
                    <a:pt x="0" y="39978"/>
                  </a:cubicBezTo>
                  <a:cubicBezTo>
                    <a:pt x="0" y="17863"/>
                    <a:pt x="17863" y="0"/>
                    <a:pt x="39978" y="0"/>
                  </a:cubicBezTo>
                  <a:cubicBezTo>
                    <a:pt x="62094" y="0"/>
                    <a:pt x="79957" y="17863"/>
                    <a:pt x="79957" y="39978"/>
                  </a:cubicBezTo>
                  <a:cubicBezTo>
                    <a:pt x="79957" y="62094"/>
                    <a:pt x="62094" y="79956"/>
                    <a:pt x="39978" y="79956"/>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45" name="Google Shape;145;p26"/>
            <p:cNvSpPr/>
            <p:nvPr/>
          </p:nvSpPr>
          <p:spPr>
            <a:xfrm>
              <a:off x="2933166" y="4088822"/>
              <a:ext cx="28384" cy="28384"/>
            </a:xfrm>
            <a:custGeom>
              <a:rect b="b" l="l" r="r" t="t"/>
              <a:pathLst>
                <a:path extrusionOk="0" h="79956" w="79956">
                  <a:moveTo>
                    <a:pt x="0" y="39978"/>
                  </a:moveTo>
                  <a:cubicBezTo>
                    <a:pt x="0" y="62094"/>
                    <a:pt x="17863" y="79956"/>
                    <a:pt x="39978" y="79956"/>
                  </a:cubicBezTo>
                  <a:cubicBezTo>
                    <a:pt x="62094" y="79956"/>
                    <a:pt x="79957" y="62094"/>
                    <a:pt x="79957" y="39978"/>
                  </a:cubicBezTo>
                  <a:cubicBezTo>
                    <a:pt x="79957" y="17863"/>
                    <a:pt x="62094" y="0"/>
                    <a:pt x="39978" y="0"/>
                  </a:cubicBezTo>
                  <a:cubicBezTo>
                    <a:pt x="17863" y="0"/>
                    <a:pt x="0" y="17863"/>
                    <a:pt x="0" y="3997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46" name="Google Shape;146;p26"/>
            <p:cNvSpPr/>
            <p:nvPr/>
          </p:nvSpPr>
          <p:spPr>
            <a:xfrm>
              <a:off x="2825999" y="4046158"/>
              <a:ext cx="241571" cy="239658"/>
            </a:xfrm>
            <a:custGeom>
              <a:rect b="b" l="l" r="r" t="t"/>
              <a:pathLst>
                <a:path extrusionOk="0" h="675093" w="680481">
                  <a:moveTo>
                    <a:pt x="269074" y="673109"/>
                  </a:moveTo>
                  <a:cubicBezTo>
                    <a:pt x="275028" y="674527"/>
                    <a:pt x="281266" y="675094"/>
                    <a:pt x="287220" y="675094"/>
                  </a:cubicBezTo>
                  <a:cubicBezTo>
                    <a:pt x="306784" y="675094"/>
                    <a:pt x="325780" y="668289"/>
                    <a:pt x="341375" y="655814"/>
                  </a:cubicBezTo>
                  <a:cubicBezTo>
                    <a:pt x="361789" y="639369"/>
                    <a:pt x="373414" y="614985"/>
                    <a:pt x="373414" y="588616"/>
                  </a:cubicBezTo>
                  <a:lnTo>
                    <a:pt x="373414" y="552891"/>
                  </a:lnTo>
                  <a:cubicBezTo>
                    <a:pt x="373414" y="527373"/>
                    <a:pt x="394396" y="506391"/>
                    <a:pt x="419914" y="506391"/>
                  </a:cubicBezTo>
                  <a:lnTo>
                    <a:pt x="515181" y="506391"/>
                  </a:lnTo>
                  <a:cubicBezTo>
                    <a:pt x="558845" y="506391"/>
                    <a:pt x="599958" y="489663"/>
                    <a:pt x="631146" y="459041"/>
                  </a:cubicBezTo>
                  <a:cubicBezTo>
                    <a:pt x="662335" y="428420"/>
                    <a:pt x="679914" y="387591"/>
                    <a:pt x="680481" y="343927"/>
                  </a:cubicBezTo>
                  <a:cubicBezTo>
                    <a:pt x="680481" y="342226"/>
                    <a:pt x="680481" y="340241"/>
                    <a:pt x="680481" y="338539"/>
                  </a:cubicBezTo>
                  <a:cubicBezTo>
                    <a:pt x="679631" y="151691"/>
                    <a:pt x="527089" y="0"/>
                    <a:pt x="340241" y="0"/>
                  </a:cubicBezTo>
                  <a:lnTo>
                    <a:pt x="339674" y="0"/>
                  </a:lnTo>
                  <a:cubicBezTo>
                    <a:pt x="248943" y="0"/>
                    <a:pt x="163599" y="35725"/>
                    <a:pt x="99520" y="99804"/>
                  </a:cubicBezTo>
                  <a:cubicBezTo>
                    <a:pt x="35442" y="164166"/>
                    <a:pt x="0" y="249510"/>
                    <a:pt x="0" y="340241"/>
                  </a:cubicBezTo>
                  <a:cubicBezTo>
                    <a:pt x="0" y="418496"/>
                    <a:pt x="27219" y="495050"/>
                    <a:pt x="76838" y="555726"/>
                  </a:cubicBezTo>
                  <a:cubicBezTo>
                    <a:pt x="125605" y="615552"/>
                    <a:pt x="193937" y="656948"/>
                    <a:pt x="269074" y="673109"/>
                  </a:cubicBezTo>
                  <a:close/>
                  <a:moveTo>
                    <a:pt x="339674" y="66347"/>
                  </a:moveTo>
                  <a:lnTo>
                    <a:pt x="340241" y="66347"/>
                  </a:lnTo>
                  <a:cubicBezTo>
                    <a:pt x="490514" y="66347"/>
                    <a:pt x="613284" y="188550"/>
                    <a:pt x="614134" y="338823"/>
                  </a:cubicBezTo>
                  <a:cubicBezTo>
                    <a:pt x="614134" y="340241"/>
                    <a:pt x="614134" y="341658"/>
                    <a:pt x="614134" y="343359"/>
                  </a:cubicBezTo>
                  <a:cubicBezTo>
                    <a:pt x="613567" y="396664"/>
                    <a:pt x="569336" y="440045"/>
                    <a:pt x="515465" y="440045"/>
                  </a:cubicBezTo>
                  <a:lnTo>
                    <a:pt x="420197" y="440045"/>
                  </a:lnTo>
                  <a:cubicBezTo>
                    <a:pt x="357820" y="440045"/>
                    <a:pt x="307351" y="490797"/>
                    <a:pt x="307351" y="552891"/>
                  </a:cubicBezTo>
                  <a:lnTo>
                    <a:pt x="307351" y="588616"/>
                  </a:lnTo>
                  <a:cubicBezTo>
                    <a:pt x="307351" y="596839"/>
                    <a:pt x="302814" y="601942"/>
                    <a:pt x="299979" y="604211"/>
                  </a:cubicBezTo>
                  <a:cubicBezTo>
                    <a:pt x="297143" y="606479"/>
                    <a:pt x="291473" y="609881"/>
                    <a:pt x="283250" y="608180"/>
                  </a:cubicBezTo>
                  <a:cubicBezTo>
                    <a:pt x="157928" y="581528"/>
                    <a:pt x="66914" y="468965"/>
                    <a:pt x="66914" y="340524"/>
                  </a:cubicBezTo>
                  <a:cubicBezTo>
                    <a:pt x="66914" y="189968"/>
                    <a:pt x="189401" y="66914"/>
                    <a:pt x="340241" y="6663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sp>
        <p:nvSpPr>
          <p:cNvPr id="147" name="Google Shape;147;p26"/>
          <p:cNvSpPr/>
          <p:nvPr/>
        </p:nvSpPr>
        <p:spPr>
          <a:xfrm>
            <a:off x="1010562" y="4367297"/>
            <a:ext cx="241571" cy="206140"/>
          </a:xfrm>
          <a:custGeom>
            <a:rect b="b" l="l" r="r" t="t"/>
            <a:pathLst>
              <a:path extrusionOk="0" h="580677" w="680481">
                <a:moveTo>
                  <a:pt x="676795" y="490797"/>
                </a:moveTo>
                <a:lnTo>
                  <a:pt x="614134" y="373130"/>
                </a:lnTo>
                <a:lnTo>
                  <a:pt x="614134" y="86478"/>
                </a:lnTo>
                <a:cubicBezTo>
                  <a:pt x="614134" y="38844"/>
                  <a:pt x="575290" y="0"/>
                  <a:pt x="527656" y="0"/>
                </a:cubicBezTo>
                <a:lnTo>
                  <a:pt x="153108" y="0"/>
                </a:lnTo>
                <a:cubicBezTo>
                  <a:pt x="105475" y="0"/>
                  <a:pt x="66630" y="38844"/>
                  <a:pt x="66630" y="86478"/>
                </a:cubicBezTo>
                <a:lnTo>
                  <a:pt x="66630" y="373130"/>
                </a:lnTo>
                <a:lnTo>
                  <a:pt x="3969" y="490797"/>
                </a:lnTo>
                <a:cubicBezTo>
                  <a:pt x="1418" y="495617"/>
                  <a:pt x="0" y="501004"/>
                  <a:pt x="0" y="506391"/>
                </a:cubicBezTo>
                <a:lnTo>
                  <a:pt x="0" y="547504"/>
                </a:lnTo>
                <a:cubicBezTo>
                  <a:pt x="0" y="565933"/>
                  <a:pt x="14744" y="580677"/>
                  <a:pt x="33173" y="580677"/>
                </a:cubicBezTo>
                <a:lnTo>
                  <a:pt x="647308" y="580677"/>
                </a:lnTo>
                <a:cubicBezTo>
                  <a:pt x="665737" y="580677"/>
                  <a:pt x="680481" y="565933"/>
                  <a:pt x="680481" y="547504"/>
                </a:cubicBezTo>
                <a:lnTo>
                  <a:pt x="680481" y="506391"/>
                </a:lnTo>
                <a:cubicBezTo>
                  <a:pt x="680481" y="501004"/>
                  <a:pt x="679064" y="495617"/>
                  <a:pt x="676512" y="490797"/>
                </a:cubicBezTo>
                <a:close/>
                <a:moveTo>
                  <a:pt x="406871" y="481157"/>
                </a:moveTo>
                <a:lnTo>
                  <a:pt x="273894" y="481157"/>
                </a:lnTo>
                <a:cubicBezTo>
                  <a:pt x="255464" y="481157"/>
                  <a:pt x="240720" y="466413"/>
                  <a:pt x="240720" y="447983"/>
                </a:cubicBezTo>
                <a:cubicBezTo>
                  <a:pt x="240720" y="429554"/>
                  <a:pt x="255464" y="414810"/>
                  <a:pt x="273894" y="414810"/>
                </a:cubicBezTo>
                <a:lnTo>
                  <a:pt x="406871" y="414810"/>
                </a:lnTo>
                <a:cubicBezTo>
                  <a:pt x="425301" y="414810"/>
                  <a:pt x="440045" y="429554"/>
                  <a:pt x="440045" y="447983"/>
                </a:cubicBezTo>
                <a:cubicBezTo>
                  <a:pt x="440045" y="466413"/>
                  <a:pt x="425301" y="481157"/>
                  <a:pt x="406871" y="481157"/>
                </a:cubicBezTo>
                <a:close/>
                <a:moveTo>
                  <a:pt x="547787" y="348179"/>
                </a:moveTo>
                <a:lnTo>
                  <a:pt x="133261" y="348179"/>
                </a:lnTo>
                <a:lnTo>
                  <a:pt x="133261" y="86478"/>
                </a:lnTo>
                <a:cubicBezTo>
                  <a:pt x="133261" y="75420"/>
                  <a:pt x="142334" y="66630"/>
                  <a:pt x="153108" y="66630"/>
                </a:cubicBezTo>
                <a:lnTo>
                  <a:pt x="527940" y="66630"/>
                </a:lnTo>
                <a:cubicBezTo>
                  <a:pt x="538998" y="66630"/>
                  <a:pt x="547787" y="75703"/>
                  <a:pt x="547787" y="86478"/>
                </a:cubicBezTo>
                <a:lnTo>
                  <a:pt x="547787" y="348179"/>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nvGrpSpPr>
          <p:cNvPr id="148" name="Google Shape;148;p26"/>
          <p:cNvGrpSpPr/>
          <p:nvPr/>
        </p:nvGrpSpPr>
        <p:grpSpPr>
          <a:xfrm>
            <a:off x="1010551" y="3619002"/>
            <a:ext cx="241571" cy="241571"/>
            <a:chOff x="2605901" y="2903117"/>
            <a:chExt cx="241571" cy="241571"/>
          </a:xfrm>
        </p:grpSpPr>
        <p:sp>
          <p:nvSpPr>
            <p:cNvPr id="149" name="Google Shape;149;p26"/>
            <p:cNvSpPr/>
            <p:nvPr/>
          </p:nvSpPr>
          <p:spPr>
            <a:xfrm>
              <a:off x="2696488" y="2998051"/>
              <a:ext cx="47106" cy="95219"/>
            </a:xfrm>
            <a:custGeom>
              <a:rect b="b" l="l" r="r" t="t"/>
              <a:pathLst>
                <a:path extrusionOk="0" h="268222" w="132693">
                  <a:moveTo>
                    <a:pt x="99520" y="268223"/>
                  </a:moveTo>
                  <a:cubicBezTo>
                    <a:pt x="81091" y="268223"/>
                    <a:pt x="66347" y="253479"/>
                    <a:pt x="66347" y="235050"/>
                  </a:cubicBezTo>
                  <a:lnTo>
                    <a:pt x="66347" y="66347"/>
                  </a:lnTo>
                  <a:lnTo>
                    <a:pt x="33173" y="66347"/>
                  </a:lnTo>
                  <a:cubicBezTo>
                    <a:pt x="14744" y="66347"/>
                    <a:pt x="0" y="51603"/>
                    <a:pt x="0" y="33173"/>
                  </a:cubicBezTo>
                  <a:cubicBezTo>
                    <a:pt x="0" y="14744"/>
                    <a:pt x="14744" y="0"/>
                    <a:pt x="33173" y="0"/>
                  </a:cubicBezTo>
                  <a:lnTo>
                    <a:pt x="99520" y="0"/>
                  </a:lnTo>
                  <a:cubicBezTo>
                    <a:pt x="117950" y="0"/>
                    <a:pt x="132694" y="14744"/>
                    <a:pt x="132694" y="33173"/>
                  </a:cubicBezTo>
                  <a:lnTo>
                    <a:pt x="132694" y="235050"/>
                  </a:lnTo>
                  <a:cubicBezTo>
                    <a:pt x="132694" y="253479"/>
                    <a:pt x="117950" y="268223"/>
                    <a:pt x="99520" y="26822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50" name="Google Shape;150;p26"/>
            <p:cNvSpPr/>
            <p:nvPr/>
          </p:nvSpPr>
          <p:spPr>
            <a:xfrm>
              <a:off x="2712967" y="2955285"/>
              <a:ext cx="28384" cy="28384"/>
            </a:xfrm>
            <a:custGeom>
              <a:rect b="b" l="l" r="r" t="t"/>
              <a:pathLst>
                <a:path extrusionOk="0" h="79956" w="79956">
                  <a:moveTo>
                    <a:pt x="0" y="39978"/>
                  </a:moveTo>
                  <a:cubicBezTo>
                    <a:pt x="0" y="62094"/>
                    <a:pt x="17863" y="79957"/>
                    <a:pt x="39978" y="79957"/>
                  </a:cubicBezTo>
                  <a:cubicBezTo>
                    <a:pt x="62094" y="79957"/>
                    <a:pt x="79957" y="62094"/>
                    <a:pt x="79957" y="39978"/>
                  </a:cubicBezTo>
                  <a:cubicBezTo>
                    <a:pt x="79957" y="17863"/>
                    <a:pt x="62094" y="0"/>
                    <a:pt x="39978" y="0"/>
                  </a:cubicBezTo>
                  <a:cubicBezTo>
                    <a:pt x="17863" y="0"/>
                    <a:pt x="0" y="17863"/>
                    <a:pt x="0" y="3997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51" name="Google Shape;151;p26"/>
            <p:cNvSpPr/>
            <p:nvPr/>
          </p:nvSpPr>
          <p:spPr>
            <a:xfrm>
              <a:off x="2605901" y="2903117"/>
              <a:ext cx="241571" cy="241571"/>
            </a:xfrm>
            <a:custGeom>
              <a:rect b="b" l="l" r="r" t="t"/>
              <a:pathLst>
                <a:path extrusionOk="0" h="680481" w="680481">
                  <a:moveTo>
                    <a:pt x="99520" y="580961"/>
                  </a:moveTo>
                  <a:cubicBezTo>
                    <a:pt x="163883" y="645323"/>
                    <a:pt x="249226" y="680481"/>
                    <a:pt x="340241" y="680481"/>
                  </a:cubicBezTo>
                  <a:cubicBezTo>
                    <a:pt x="431255" y="680481"/>
                    <a:pt x="516599" y="645040"/>
                    <a:pt x="580961" y="580961"/>
                  </a:cubicBezTo>
                  <a:cubicBezTo>
                    <a:pt x="645323" y="516882"/>
                    <a:pt x="680481" y="431255"/>
                    <a:pt x="680481" y="340241"/>
                  </a:cubicBezTo>
                  <a:cubicBezTo>
                    <a:pt x="680481" y="249226"/>
                    <a:pt x="645039" y="163883"/>
                    <a:pt x="580961" y="99520"/>
                  </a:cubicBezTo>
                  <a:cubicBezTo>
                    <a:pt x="516599" y="35158"/>
                    <a:pt x="431255" y="0"/>
                    <a:pt x="340241" y="0"/>
                  </a:cubicBezTo>
                  <a:cubicBezTo>
                    <a:pt x="249226" y="0"/>
                    <a:pt x="163883" y="35442"/>
                    <a:pt x="99520" y="99520"/>
                  </a:cubicBezTo>
                  <a:cubicBezTo>
                    <a:pt x="35158" y="163883"/>
                    <a:pt x="0" y="249226"/>
                    <a:pt x="0" y="340241"/>
                  </a:cubicBezTo>
                  <a:cubicBezTo>
                    <a:pt x="0" y="431255"/>
                    <a:pt x="35442" y="516599"/>
                    <a:pt x="99520" y="580961"/>
                  </a:cubicBezTo>
                  <a:close/>
                  <a:moveTo>
                    <a:pt x="66347" y="340524"/>
                  </a:moveTo>
                  <a:cubicBezTo>
                    <a:pt x="66347" y="189684"/>
                    <a:pt x="189117" y="66631"/>
                    <a:pt x="340241" y="66631"/>
                  </a:cubicBezTo>
                  <a:cubicBezTo>
                    <a:pt x="491364" y="66631"/>
                    <a:pt x="614134" y="189401"/>
                    <a:pt x="614134" y="340524"/>
                  </a:cubicBezTo>
                  <a:cubicBezTo>
                    <a:pt x="614134" y="491648"/>
                    <a:pt x="491364" y="614418"/>
                    <a:pt x="340241" y="614418"/>
                  </a:cubicBezTo>
                  <a:cubicBezTo>
                    <a:pt x="189117" y="614418"/>
                    <a:pt x="66347" y="491648"/>
                    <a:pt x="66347" y="34052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grpSp>
        <p:nvGrpSpPr>
          <p:cNvPr id="152" name="Google Shape;152;p26"/>
          <p:cNvGrpSpPr/>
          <p:nvPr/>
        </p:nvGrpSpPr>
        <p:grpSpPr>
          <a:xfrm>
            <a:off x="5209305" y="3672534"/>
            <a:ext cx="241240" cy="241096"/>
            <a:chOff x="3049130" y="3364261"/>
            <a:chExt cx="241240" cy="241096"/>
          </a:xfrm>
        </p:grpSpPr>
        <p:sp>
          <p:nvSpPr>
            <p:cNvPr id="153" name="Google Shape;153;p26"/>
            <p:cNvSpPr/>
            <p:nvPr/>
          </p:nvSpPr>
          <p:spPr>
            <a:xfrm>
              <a:off x="3093918" y="3364261"/>
              <a:ext cx="196452" cy="196452"/>
            </a:xfrm>
            <a:custGeom>
              <a:rect b="b" l="l" r="r" t="t"/>
              <a:pathLst>
                <a:path extrusionOk="0" h="553387" w="553387">
                  <a:moveTo>
                    <a:pt x="133544" y="553387"/>
                  </a:moveTo>
                  <a:lnTo>
                    <a:pt x="34875" y="553387"/>
                  </a:lnTo>
                  <a:cubicBezTo>
                    <a:pt x="15594" y="553387"/>
                    <a:pt x="0" y="537793"/>
                    <a:pt x="0" y="518512"/>
                  </a:cubicBezTo>
                  <a:lnTo>
                    <a:pt x="0" y="419843"/>
                  </a:lnTo>
                  <a:cubicBezTo>
                    <a:pt x="0" y="410486"/>
                    <a:pt x="3686" y="401697"/>
                    <a:pt x="10207" y="395175"/>
                  </a:cubicBezTo>
                  <a:lnTo>
                    <a:pt x="378801" y="26581"/>
                  </a:lnTo>
                  <a:cubicBezTo>
                    <a:pt x="414243" y="-8860"/>
                    <a:pt x="471517" y="-8860"/>
                    <a:pt x="506959" y="26581"/>
                  </a:cubicBezTo>
                  <a:lnTo>
                    <a:pt x="526806" y="46429"/>
                  </a:lnTo>
                  <a:cubicBezTo>
                    <a:pt x="562248" y="81871"/>
                    <a:pt x="562248" y="139144"/>
                    <a:pt x="526806" y="174586"/>
                  </a:cubicBezTo>
                  <a:lnTo>
                    <a:pt x="158212" y="543180"/>
                  </a:lnTo>
                  <a:cubicBezTo>
                    <a:pt x="151691" y="549701"/>
                    <a:pt x="142901" y="553387"/>
                    <a:pt x="133544" y="553387"/>
                  </a:cubicBezTo>
                  <a:close/>
                  <a:moveTo>
                    <a:pt x="69749" y="483638"/>
                  </a:moveTo>
                  <a:lnTo>
                    <a:pt x="119084" y="483638"/>
                  </a:lnTo>
                  <a:lnTo>
                    <a:pt x="477471" y="125251"/>
                  </a:lnTo>
                  <a:cubicBezTo>
                    <a:pt x="485693" y="117029"/>
                    <a:pt x="485693" y="103703"/>
                    <a:pt x="477471" y="95764"/>
                  </a:cubicBezTo>
                  <a:lnTo>
                    <a:pt x="457624" y="75916"/>
                  </a:lnTo>
                  <a:cubicBezTo>
                    <a:pt x="449401" y="67694"/>
                    <a:pt x="436075" y="67694"/>
                    <a:pt x="428136" y="75916"/>
                  </a:cubicBezTo>
                  <a:lnTo>
                    <a:pt x="69749" y="434303"/>
                  </a:lnTo>
                  <a:lnTo>
                    <a:pt x="69749" y="483638"/>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54" name="Google Shape;154;p26"/>
            <p:cNvSpPr/>
            <p:nvPr/>
          </p:nvSpPr>
          <p:spPr>
            <a:xfrm>
              <a:off x="3049130" y="3376570"/>
              <a:ext cx="228788" cy="228788"/>
            </a:xfrm>
            <a:custGeom>
              <a:rect b="b" l="l" r="r" t="t"/>
              <a:pathLst>
                <a:path extrusionOk="0" h="644472" w="644472">
                  <a:moveTo>
                    <a:pt x="574723" y="553742"/>
                  </a:moveTo>
                  <a:lnTo>
                    <a:pt x="574723" y="296577"/>
                  </a:lnTo>
                  <a:lnTo>
                    <a:pt x="644472" y="226827"/>
                  </a:lnTo>
                  <a:lnTo>
                    <a:pt x="644472" y="553742"/>
                  </a:lnTo>
                  <a:cubicBezTo>
                    <a:pt x="644472" y="603927"/>
                    <a:pt x="603927" y="644472"/>
                    <a:pt x="553742" y="644472"/>
                  </a:cubicBezTo>
                  <a:lnTo>
                    <a:pt x="90731" y="644472"/>
                  </a:lnTo>
                  <a:cubicBezTo>
                    <a:pt x="40545" y="644472"/>
                    <a:pt x="0" y="603927"/>
                    <a:pt x="0" y="553742"/>
                  </a:cubicBezTo>
                  <a:lnTo>
                    <a:pt x="0" y="90731"/>
                  </a:lnTo>
                  <a:cubicBezTo>
                    <a:pt x="0" y="40545"/>
                    <a:pt x="40545" y="0"/>
                    <a:pt x="90731" y="0"/>
                  </a:cubicBezTo>
                  <a:lnTo>
                    <a:pt x="417645" y="0"/>
                  </a:lnTo>
                  <a:lnTo>
                    <a:pt x="347896" y="69750"/>
                  </a:lnTo>
                  <a:lnTo>
                    <a:pt x="90731" y="69750"/>
                  </a:lnTo>
                  <a:cubicBezTo>
                    <a:pt x="79106" y="69750"/>
                    <a:pt x="69749" y="79106"/>
                    <a:pt x="69749" y="90731"/>
                  </a:cubicBezTo>
                  <a:lnTo>
                    <a:pt x="69749" y="553742"/>
                  </a:lnTo>
                  <a:cubicBezTo>
                    <a:pt x="69749" y="565367"/>
                    <a:pt x="79106" y="574723"/>
                    <a:pt x="90731" y="574723"/>
                  </a:cubicBezTo>
                  <a:lnTo>
                    <a:pt x="553742" y="574723"/>
                  </a:lnTo>
                  <a:cubicBezTo>
                    <a:pt x="565366" y="574723"/>
                    <a:pt x="574723" y="565367"/>
                    <a:pt x="574723" y="553742"/>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grpSp>
        <p:nvGrpSpPr>
          <p:cNvPr id="155" name="Google Shape;155;p26"/>
          <p:cNvGrpSpPr/>
          <p:nvPr/>
        </p:nvGrpSpPr>
        <p:grpSpPr>
          <a:xfrm>
            <a:off x="5481546" y="1506825"/>
            <a:ext cx="232210" cy="218118"/>
            <a:chOff x="3676971" y="3049410"/>
            <a:chExt cx="232210" cy="218118"/>
          </a:xfrm>
        </p:grpSpPr>
        <p:sp>
          <p:nvSpPr>
            <p:cNvPr id="156" name="Google Shape;156;p26"/>
            <p:cNvSpPr/>
            <p:nvPr/>
          </p:nvSpPr>
          <p:spPr>
            <a:xfrm>
              <a:off x="3676971" y="3049410"/>
              <a:ext cx="232210" cy="218118"/>
            </a:xfrm>
            <a:custGeom>
              <a:rect b="b" l="l" r="r" t="t"/>
              <a:pathLst>
                <a:path extrusionOk="0" h="614417" w="654112">
                  <a:moveTo>
                    <a:pt x="567635" y="283"/>
                  </a:moveTo>
                  <a:lnTo>
                    <a:pt x="86478" y="283"/>
                  </a:lnTo>
                  <a:cubicBezTo>
                    <a:pt x="38844" y="283"/>
                    <a:pt x="0" y="39128"/>
                    <a:pt x="0" y="86761"/>
                  </a:cubicBezTo>
                  <a:lnTo>
                    <a:pt x="0" y="428419"/>
                  </a:lnTo>
                  <a:cubicBezTo>
                    <a:pt x="0" y="476053"/>
                    <a:pt x="38844" y="514897"/>
                    <a:pt x="86478" y="514897"/>
                  </a:cubicBezTo>
                  <a:lnTo>
                    <a:pt x="132977" y="514897"/>
                  </a:lnTo>
                  <a:lnTo>
                    <a:pt x="132977" y="581244"/>
                  </a:lnTo>
                  <a:cubicBezTo>
                    <a:pt x="132977" y="593436"/>
                    <a:pt x="139499" y="604494"/>
                    <a:pt x="149989" y="610165"/>
                  </a:cubicBezTo>
                  <a:cubicBezTo>
                    <a:pt x="155093" y="613000"/>
                    <a:pt x="160764" y="614418"/>
                    <a:pt x="166151" y="614418"/>
                  </a:cubicBezTo>
                  <a:cubicBezTo>
                    <a:pt x="172388" y="614418"/>
                    <a:pt x="178343" y="612716"/>
                    <a:pt x="183730" y="609314"/>
                  </a:cubicBezTo>
                  <a:lnTo>
                    <a:pt x="336555" y="514614"/>
                  </a:lnTo>
                  <a:lnTo>
                    <a:pt x="567635" y="514614"/>
                  </a:lnTo>
                  <a:cubicBezTo>
                    <a:pt x="615268" y="514614"/>
                    <a:pt x="654112" y="475770"/>
                    <a:pt x="654112" y="428136"/>
                  </a:cubicBezTo>
                  <a:lnTo>
                    <a:pt x="654112" y="86478"/>
                  </a:lnTo>
                  <a:cubicBezTo>
                    <a:pt x="654112" y="38844"/>
                    <a:pt x="615268" y="0"/>
                    <a:pt x="567635" y="0"/>
                  </a:cubicBezTo>
                  <a:close/>
                  <a:moveTo>
                    <a:pt x="587766" y="428136"/>
                  </a:moveTo>
                  <a:cubicBezTo>
                    <a:pt x="587766" y="439194"/>
                    <a:pt x="578976" y="447983"/>
                    <a:pt x="567918" y="447983"/>
                  </a:cubicBezTo>
                  <a:lnTo>
                    <a:pt x="327481" y="447983"/>
                  </a:lnTo>
                  <a:cubicBezTo>
                    <a:pt x="321244" y="447983"/>
                    <a:pt x="315289" y="449684"/>
                    <a:pt x="309902" y="453087"/>
                  </a:cubicBezTo>
                  <a:lnTo>
                    <a:pt x="199891" y="521135"/>
                  </a:lnTo>
                  <a:lnTo>
                    <a:pt x="199891" y="481157"/>
                  </a:lnTo>
                  <a:cubicBezTo>
                    <a:pt x="199891" y="462727"/>
                    <a:pt x="184864" y="447983"/>
                    <a:pt x="166718" y="447983"/>
                  </a:cubicBezTo>
                  <a:lnTo>
                    <a:pt x="87045" y="447983"/>
                  </a:lnTo>
                  <a:cubicBezTo>
                    <a:pt x="75987" y="447983"/>
                    <a:pt x="67197" y="439194"/>
                    <a:pt x="67197" y="428136"/>
                  </a:cubicBezTo>
                  <a:lnTo>
                    <a:pt x="67197" y="86478"/>
                  </a:lnTo>
                  <a:cubicBezTo>
                    <a:pt x="67197" y="75420"/>
                    <a:pt x="75987" y="66630"/>
                    <a:pt x="87045" y="66630"/>
                  </a:cubicBezTo>
                  <a:lnTo>
                    <a:pt x="568202" y="66630"/>
                  </a:lnTo>
                  <a:cubicBezTo>
                    <a:pt x="579260" y="66630"/>
                    <a:pt x="588049" y="75420"/>
                    <a:pt x="588049" y="86478"/>
                  </a:cubicBezTo>
                  <a:lnTo>
                    <a:pt x="588049" y="428136"/>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57" name="Google Shape;157;p26"/>
            <p:cNvSpPr/>
            <p:nvPr/>
          </p:nvSpPr>
          <p:spPr>
            <a:xfrm>
              <a:off x="3732139" y="3143501"/>
              <a:ext cx="122234" cy="42509"/>
            </a:xfrm>
            <a:custGeom>
              <a:rect b="b" l="l" r="r" t="t"/>
              <a:pathLst>
                <a:path extrusionOk="0" h="119744" w="344322">
                  <a:moveTo>
                    <a:pt x="288164" y="9167"/>
                  </a:moveTo>
                  <a:cubicBezTo>
                    <a:pt x="224936" y="68425"/>
                    <a:pt x="124565" y="68142"/>
                    <a:pt x="54816" y="8033"/>
                  </a:cubicBezTo>
                  <a:cubicBezTo>
                    <a:pt x="40922" y="-3876"/>
                    <a:pt x="19941" y="-2458"/>
                    <a:pt x="8033" y="11718"/>
                  </a:cubicBezTo>
                  <a:cubicBezTo>
                    <a:pt x="-3876" y="25612"/>
                    <a:pt x="-2458" y="46593"/>
                    <a:pt x="11718" y="58501"/>
                  </a:cubicBezTo>
                  <a:cubicBezTo>
                    <a:pt x="57651" y="97913"/>
                    <a:pt x="115775" y="119745"/>
                    <a:pt x="174750" y="119745"/>
                  </a:cubicBezTo>
                  <a:lnTo>
                    <a:pt x="175601" y="119745"/>
                  </a:lnTo>
                  <a:cubicBezTo>
                    <a:pt x="235143" y="119745"/>
                    <a:pt x="291283" y="97346"/>
                    <a:pt x="333813" y="57651"/>
                  </a:cubicBezTo>
                  <a:cubicBezTo>
                    <a:pt x="347139" y="44892"/>
                    <a:pt x="347990" y="23910"/>
                    <a:pt x="335231" y="10868"/>
                  </a:cubicBezTo>
                  <a:cubicBezTo>
                    <a:pt x="322755" y="-2742"/>
                    <a:pt x="301774" y="-3309"/>
                    <a:pt x="288447" y="916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58" name="Google Shape;158;p26"/>
            <p:cNvSpPr/>
            <p:nvPr/>
          </p:nvSpPr>
          <p:spPr>
            <a:xfrm>
              <a:off x="3810071" y="3100971"/>
              <a:ext cx="28284" cy="28284"/>
            </a:xfrm>
            <a:custGeom>
              <a:rect b="b" l="l" r="r" t="t"/>
              <a:pathLst>
                <a:path extrusionOk="0" h="79672" w="79673">
                  <a:moveTo>
                    <a:pt x="39837" y="79673"/>
                  </a:moveTo>
                  <a:lnTo>
                    <a:pt x="39837" y="79673"/>
                  </a:lnTo>
                  <a:cubicBezTo>
                    <a:pt x="54297" y="79673"/>
                    <a:pt x="67056" y="72301"/>
                    <a:pt x="74144" y="60109"/>
                  </a:cubicBezTo>
                  <a:cubicBezTo>
                    <a:pt x="81516" y="47350"/>
                    <a:pt x="81516" y="32039"/>
                    <a:pt x="74144" y="19564"/>
                  </a:cubicBezTo>
                  <a:cubicBezTo>
                    <a:pt x="67056" y="7372"/>
                    <a:pt x="54297" y="0"/>
                    <a:pt x="39837" y="0"/>
                  </a:cubicBezTo>
                  <a:lnTo>
                    <a:pt x="39837" y="0"/>
                  </a:lnTo>
                  <a:cubicBezTo>
                    <a:pt x="25376" y="0"/>
                    <a:pt x="12617" y="7372"/>
                    <a:pt x="5529" y="19564"/>
                  </a:cubicBezTo>
                  <a:cubicBezTo>
                    <a:pt x="-1843" y="32323"/>
                    <a:pt x="-1843" y="47634"/>
                    <a:pt x="5529" y="60109"/>
                  </a:cubicBezTo>
                  <a:cubicBezTo>
                    <a:pt x="12617" y="72301"/>
                    <a:pt x="25660" y="79673"/>
                    <a:pt x="39837" y="7967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59" name="Google Shape;159;p26"/>
            <p:cNvSpPr/>
            <p:nvPr/>
          </p:nvSpPr>
          <p:spPr>
            <a:xfrm>
              <a:off x="3748904" y="3100971"/>
              <a:ext cx="28284" cy="28284"/>
            </a:xfrm>
            <a:custGeom>
              <a:rect b="b" l="l" r="r" t="t"/>
              <a:pathLst>
                <a:path extrusionOk="0" h="79672" w="79673">
                  <a:moveTo>
                    <a:pt x="39837" y="79673"/>
                  </a:moveTo>
                  <a:lnTo>
                    <a:pt x="39837" y="79673"/>
                  </a:lnTo>
                  <a:cubicBezTo>
                    <a:pt x="54297" y="79673"/>
                    <a:pt x="67056" y="72301"/>
                    <a:pt x="74144" y="60109"/>
                  </a:cubicBezTo>
                  <a:cubicBezTo>
                    <a:pt x="81516" y="47350"/>
                    <a:pt x="81516" y="32039"/>
                    <a:pt x="74144" y="19564"/>
                  </a:cubicBezTo>
                  <a:cubicBezTo>
                    <a:pt x="67056" y="7372"/>
                    <a:pt x="54297" y="0"/>
                    <a:pt x="39837" y="0"/>
                  </a:cubicBezTo>
                  <a:lnTo>
                    <a:pt x="39837" y="0"/>
                  </a:lnTo>
                  <a:cubicBezTo>
                    <a:pt x="25376" y="0"/>
                    <a:pt x="12617" y="7372"/>
                    <a:pt x="5529" y="19564"/>
                  </a:cubicBezTo>
                  <a:cubicBezTo>
                    <a:pt x="-1843" y="32323"/>
                    <a:pt x="-1843" y="47634"/>
                    <a:pt x="5529" y="60109"/>
                  </a:cubicBezTo>
                  <a:cubicBezTo>
                    <a:pt x="12617" y="72301"/>
                    <a:pt x="25660" y="79673"/>
                    <a:pt x="39837" y="7967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sp>
        <p:nvSpPr>
          <p:cNvPr id="160" name="Google Shape;160;p26"/>
          <p:cNvSpPr/>
          <p:nvPr/>
        </p:nvSpPr>
        <p:spPr>
          <a:xfrm>
            <a:off x="7521099" y="1504762"/>
            <a:ext cx="228895" cy="222245"/>
          </a:xfrm>
          <a:custGeom>
            <a:rect b="b" l="l" r="r" t="t"/>
            <a:pathLst>
              <a:path extrusionOk="0" h="626042" w="644775">
                <a:moveTo>
                  <a:pt x="425301" y="280415"/>
                </a:moveTo>
                <a:lnTo>
                  <a:pt x="552891" y="280415"/>
                </a:lnTo>
                <a:cubicBezTo>
                  <a:pt x="593153" y="280415"/>
                  <a:pt x="626043" y="247525"/>
                  <a:pt x="626043" y="207263"/>
                </a:cubicBezTo>
                <a:lnTo>
                  <a:pt x="626043" y="79673"/>
                </a:lnTo>
                <a:cubicBezTo>
                  <a:pt x="626043" y="39411"/>
                  <a:pt x="593153" y="6521"/>
                  <a:pt x="552891" y="6521"/>
                </a:cubicBezTo>
                <a:lnTo>
                  <a:pt x="425301" y="6521"/>
                </a:lnTo>
                <a:cubicBezTo>
                  <a:pt x="385039" y="6521"/>
                  <a:pt x="352149" y="39411"/>
                  <a:pt x="352149" y="79673"/>
                </a:cubicBezTo>
                <a:lnTo>
                  <a:pt x="352149" y="207263"/>
                </a:lnTo>
                <a:cubicBezTo>
                  <a:pt x="352149" y="247525"/>
                  <a:pt x="385039" y="280415"/>
                  <a:pt x="425301" y="280415"/>
                </a:cubicBezTo>
                <a:close/>
                <a:moveTo>
                  <a:pt x="418779" y="79673"/>
                </a:moveTo>
                <a:cubicBezTo>
                  <a:pt x="418779" y="75987"/>
                  <a:pt x="421898" y="73152"/>
                  <a:pt x="425301" y="73152"/>
                </a:cubicBezTo>
                <a:lnTo>
                  <a:pt x="552891" y="73152"/>
                </a:lnTo>
                <a:cubicBezTo>
                  <a:pt x="556577" y="73152"/>
                  <a:pt x="559412" y="76271"/>
                  <a:pt x="559412" y="79673"/>
                </a:cubicBezTo>
                <a:lnTo>
                  <a:pt x="559412" y="207263"/>
                </a:lnTo>
                <a:cubicBezTo>
                  <a:pt x="559412" y="210949"/>
                  <a:pt x="556293" y="213784"/>
                  <a:pt x="552891" y="213784"/>
                </a:cubicBezTo>
                <a:lnTo>
                  <a:pt x="425301" y="213784"/>
                </a:lnTo>
                <a:cubicBezTo>
                  <a:pt x="421615" y="213784"/>
                  <a:pt x="418779" y="210666"/>
                  <a:pt x="418779" y="207263"/>
                </a:cubicBezTo>
                <a:lnTo>
                  <a:pt x="418779" y="79673"/>
                </a:lnTo>
                <a:close/>
                <a:moveTo>
                  <a:pt x="204711" y="352149"/>
                </a:moveTo>
                <a:lnTo>
                  <a:pt x="77121" y="352149"/>
                </a:lnTo>
                <a:cubicBezTo>
                  <a:pt x="36859" y="352149"/>
                  <a:pt x="3969" y="385039"/>
                  <a:pt x="3969" y="425301"/>
                </a:cubicBezTo>
                <a:lnTo>
                  <a:pt x="3969" y="552891"/>
                </a:lnTo>
                <a:cubicBezTo>
                  <a:pt x="3969" y="593153"/>
                  <a:pt x="36859" y="626043"/>
                  <a:pt x="77121" y="626043"/>
                </a:cubicBezTo>
                <a:lnTo>
                  <a:pt x="204711" y="626043"/>
                </a:lnTo>
                <a:cubicBezTo>
                  <a:pt x="244973" y="626043"/>
                  <a:pt x="277863" y="593153"/>
                  <a:pt x="277863" y="552891"/>
                </a:cubicBezTo>
                <a:lnTo>
                  <a:pt x="277863" y="425301"/>
                </a:lnTo>
                <a:cubicBezTo>
                  <a:pt x="277863" y="385039"/>
                  <a:pt x="244973" y="352149"/>
                  <a:pt x="204711" y="352149"/>
                </a:cubicBezTo>
                <a:close/>
                <a:moveTo>
                  <a:pt x="211516" y="552891"/>
                </a:moveTo>
                <a:cubicBezTo>
                  <a:pt x="211516" y="556577"/>
                  <a:pt x="208681" y="559412"/>
                  <a:pt x="204995" y="559412"/>
                </a:cubicBezTo>
                <a:lnTo>
                  <a:pt x="77405" y="559412"/>
                </a:lnTo>
                <a:cubicBezTo>
                  <a:pt x="73719" y="559412"/>
                  <a:pt x="70883" y="556577"/>
                  <a:pt x="70883" y="552891"/>
                </a:cubicBezTo>
                <a:lnTo>
                  <a:pt x="70883" y="425301"/>
                </a:lnTo>
                <a:cubicBezTo>
                  <a:pt x="70883" y="421615"/>
                  <a:pt x="74002" y="418779"/>
                  <a:pt x="77405" y="418779"/>
                </a:cubicBezTo>
                <a:lnTo>
                  <a:pt x="204995" y="418779"/>
                </a:lnTo>
                <a:cubicBezTo>
                  <a:pt x="208681" y="418779"/>
                  <a:pt x="211516" y="421898"/>
                  <a:pt x="211516" y="425301"/>
                </a:cubicBezTo>
                <a:lnTo>
                  <a:pt x="211516" y="552891"/>
                </a:lnTo>
                <a:close/>
                <a:moveTo>
                  <a:pt x="143468" y="0"/>
                </a:moveTo>
                <a:cubicBezTo>
                  <a:pt x="64362" y="0"/>
                  <a:pt x="0" y="64362"/>
                  <a:pt x="0" y="143468"/>
                </a:cubicBezTo>
                <a:cubicBezTo>
                  <a:pt x="0" y="222574"/>
                  <a:pt x="64362" y="286936"/>
                  <a:pt x="143468" y="286936"/>
                </a:cubicBezTo>
                <a:cubicBezTo>
                  <a:pt x="222574" y="286936"/>
                  <a:pt x="286936" y="222574"/>
                  <a:pt x="286936" y="143468"/>
                </a:cubicBezTo>
                <a:cubicBezTo>
                  <a:pt x="286936" y="64362"/>
                  <a:pt x="222574" y="0"/>
                  <a:pt x="143468" y="0"/>
                </a:cubicBezTo>
                <a:close/>
                <a:moveTo>
                  <a:pt x="143468" y="220589"/>
                </a:moveTo>
                <a:cubicBezTo>
                  <a:pt x="100938" y="220589"/>
                  <a:pt x="66347" y="185998"/>
                  <a:pt x="66347" y="143468"/>
                </a:cubicBezTo>
                <a:cubicBezTo>
                  <a:pt x="66347" y="100938"/>
                  <a:pt x="100938" y="66347"/>
                  <a:pt x="143468" y="66347"/>
                </a:cubicBezTo>
                <a:cubicBezTo>
                  <a:pt x="185998" y="66347"/>
                  <a:pt x="220589" y="100938"/>
                  <a:pt x="220589" y="143468"/>
                </a:cubicBezTo>
                <a:cubicBezTo>
                  <a:pt x="220589" y="185998"/>
                  <a:pt x="185998" y="220589"/>
                  <a:pt x="143468" y="220589"/>
                </a:cubicBezTo>
                <a:close/>
                <a:moveTo>
                  <a:pt x="634265" y="518583"/>
                </a:moveTo>
                <a:lnTo>
                  <a:pt x="544952" y="374548"/>
                </a:lnTo>
                <a:cubicBezTo>
                  <a:pt x="532477" y="354701"/>
                  <a:pt x="511211" y="342792"/>
                  <a:pt x="487678" y="342792"/>
                </a:cubicBezTo>
                <a:cubicBezTo>
                  <a:pt x="464145" y="342792"/>
                  <a:pt x="442880" y="354701"/>
                  <a:pt x="430404" y="374548"/>
                </a:cubicBezTo>
                <a:lnTo>
                  <a:pt x="341091" y="518583"/>
                </a:lnTo>
                <a:cubicBezTo>
                  <a:pt x="328048" y="539565"/>
                  <a:pt x="327481" y="565650"/>
                  <a:pt x="339390" y="587199"/>
                </a:cubicBezTo>
                <a:cubicBezTo>
                  <a:pt x="351298" y="608464"/>
                  <a:pt x="373697" y="621790"/>
                  <a:pt x="398365" y="621790"/>
                </a:cubicBezTo>
                <a:lnTo>
                  <a:pt x="577275" y="621790"/>
                </a:lnTo>
                <a:cubicBezTo>
                  <a:pt x="601659" y="621790"/>
                  <a:pt x="624341" y="608464"/>
                  <a:pt x="636250" y="587199"/>
                </a:cubicBezTo>
                <a:cubicBezTo>
                  <a:pt x="648158" y="565650"/>
                  <a:pt x="647591" y="539281"/>
                  <a:pt x="634548" y="518583"/>
                </a:cubicBezTo>
                <a:close/>
                <a:moveTo>
                  <a:pt x="577558" y="555443"/>
                </a:moveTo>
                <a:cubicBezTo>
                  <a:pt x="577558" y="555443"/>
                  <a:pt x="577558" y="555443"/>
                  <a:pt x="577275" y="555443"/>
                </a:cubicBezTo>
                <a:lnTo>
                  <a:pt x="398081" y="555443"/>
                </a:lnTo>
                <a:cubicBezTo>
                  <a:pt x="398081" y="555443"/>
                  <a:pt x="397798" y="553742"/>
                  <a:pt x="397798" y="553742"/>
                </a:cubicBezTo>
                <a:lnTo>
                  <a:pt x="487111" y="409706"/>
                </a:lnTo>
                <a:lnTo>
                  <a:pt x="488529" y="409706"/>
                </a:lnTo>
                <a:lnTo>
                  <a:pt x="577842" y="553742"/>
                </a:lnTo>
                <a:lnTo>
                  <a:pt x="577842" y="555443"/>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61" name="Google Shape;161;p26"/>
          <p:cNvSpPr/>
          <p:nvPr/>
        </p:nvSpPr>
        <p:spPr>
          <a:xfrm>
            <a:off x="0" y="4848125"/>
            <a:ext cx="9144000" cy="3420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pic>
        <p:nvPicPr>
          <p:cNvPr id="162" name="Google Shape;162;p26"/>
          <p:cNvPicPr preferRelativeResize="0"/>
          <p:nvPr/>
        </p:nvPicPr>
        <p:blipFill>
          <a:blip r:embed="rId10">
            <a:alphaModFix/>
          </a:blip>
          <a:stretch>
            <a:fillRect/>
          </a:stretch>
        </p:blipFill>
        <p:spPr>
          <a:xfrm>
            <a:off x="8106800" y="4953325"/>
            <a:ext cx="861701" cy="1316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7"/>
          <p:cNvSpPr txBox="1"/>
          <p:nvPr>
            <p:ph type="title"/>
          </p:nvPr>
        </p:nvSpPr>
        <p:spPr>
          <a:xfrm>
            <a:off x="457200" y="1307125"/>
            <a:ext cx="8229600" cy="931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Table </a:t>
            </a:r>
            <a:endParaRPr/>
          </a:p>
          <a:p>
            <a:pPr indent="0" lvl="0" marL="0" rtl="0" algn="l">
              <a:spcBef>
                <a:spcPts val="0"/>
              </a:spcBef>
              <a:spcAft>
                <a:spcPts val="0"/>
              </a:spcAft>
              <a:buNone/>
            </a:pPr>
            <a:r>
              <a:rPr lang="en"/>
              <a:t>       of contents</a:t>
            </a:r>
            <a:endParaRPr b="0"/>
          </a:p>
        </p:txBody>
      </p:sp>
      <p:sp>
        <p:nvSpPr>
          <p:cNvPr id="168" name="Google Shape;168;p27"/>
          <p:cNvSpPr txBox="1"/>
          <p:nvPr>
            <p:ph idx="1" type="subTitle"/>
          </p:nvPr>
        </p:nvSpPr>
        <p:spPr>
          <a:xfrm>
            <a:off x="1362775" y="2348550"/>
            <a:ext cx="2658900" cy="539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Name of the section</a:t>
            </a:r>
            <a:endParaRPr/>
          </a:p>
        </p:txBody>
      </p:sp>
      <p:sp>
        <p:nvSpPr>
          <p:cNvPr id="169" name="Google Shape;169;p27"/>
          <p:cNvSpPr txBox="1"/>
          <p:nvPr>
            <p:ph idx="2" type="subTitle"/>
          </p:nvPr>
        </p:nvSpPr>
        <p:spPr>
          <a:xfrm>
            <a:off x="1724580" y="2918558"/>
            <a:ext cx="2658900" cy="539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Name of the section</a:t>
            </a:r>
            <a:endParaRPr/>
          </a:p>
        </p:txBody>
      </p:sp>
      <p:sp>
        <p:nvSpPr>
          <p:cNvPr id="170" name="Google Shape;170;p27"/>
          <p:cNvSpPr txBox="1"/>
          <p:nvPr>
            <p:ph idx="3" type="subTitle"/>
          </p:nvPr>
        </p:nvSpPr>
        <p:spPr>
          <a:xfrm>
            <a:off x="2086396" y="3488567"/>
            <a:ext cx="2658900" cy="539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Name of the section</a:t>
            </a:r>
            <a:endParaRPr/>
          </a:p>
        </p:txBody>
      </p:sp>
      <p:sp>
        <p:nvSpPr>
          <p:cNvPr id="171" name="Google Shape;171;p27"/>
          <p:cNvSpPr txBox="1"/>
          <p:nvPr>
            <p:ph idx="4" type="subTitle"/>
          </p:nvPr>
        </p:nvSpPr>
        <p:spPr>
          <a:xfrm>
            <a:off x="2448211" y="4058575"/>
            <a:ext cx="2658900" cy="539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Name of the section</a:t>
            </a:r>
            <a:endParaRPr/>
          </a:p>
        </p:txBody>
      </p:sp>
      <p:sp>
        <p:nvSpPr>
          <p:cNvPr id="172" name="Google Shape;172;p27"/>
          <p:cNvSpPr txBox="1"/>
          <p:nvPr>
            <p:ph idx="5" type="subTitle"/>
          </p:nvPr>
        </p:nvSpPr>
        <p:spPr>
          <a:xfrm>
            <a:off x="5107125" y="2348550"/>
            <a:ext cx="2704500" cy="539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Name of the section</a:t>
            </a:r>
            <a:endParaRPr/>
          </a:p>
        </p:txBody>
      </p:sp>
      <p:sp>
        <p:nvSpPr>
          <p:cNvPr id="173" name="Google Shape;173;p27"/>
          <p:cNvSpPr txBox="1"/>
          <p:nvPr>
            <p:ph idx="6" type="subTitle"/>
          </p:nvPr>
        </p:nvSpPr>
        <p:spPr>
          <a:xfrm>
            <a:off x="5475145" y="2918558"/>
            <a:ext cx="2704500" cy="539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Name of the section</a:t>
            </a:r>
            <a:endParaRPr/>
          </a:p>
        </p:txBody>
      </p:sp>
      <p:sp>
        <p:nvSpPr>
          <p:cNvPr id="174" name="Google Shape;174;p27"/>
          <p:cNvSpPr txBox="1"/>
          <p:nvPr>
            <p:ph idx="7" type="subTitle"/>
          </p:nvPr>
        </p:nvSpPr>
        <p:spPr>
          <a:xfrm>
            <a:off x="5843165" y="3488566"/>
            <a:ext cx="2704500" cy="539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Name of the section</a:t>
            </a:r>
            <a:endParaRPr/>
          </a:p>
        </p:txBody>
      </p:sp>
      <p:sp>
        <p:nvSpPr>
          <p:cNvPr id="175" name="Google Shape;175;p27"/>
          <p:cNvSpPr txBox="1"/>
          <p:nvPr>
            <p:ph idx="8" type="subTitle"/>
          </p:nvPr>
        </p:nvSpPr>
        <p:spPr>
          <a:xfrm>
            <a:off x="6211185" y="4058574"/>
            <a:ext cx="2704500" cy="539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Name of the section</a:t>
            </a:r>
            <a:endParaRPr/>
          </a:p>
        </p:txBody>
      </p:sp>
      <p:sp>
        <p:nvSpPr>
          <p:cNvPr id="176" name="Google Shape;176;p27"/>
          <p:cNvSpPr txBox="1"/>
          <p:nvPr>
            <p:ph idx="9" type="title"/>
          </p:nvPr>
        </p:nvSpPr>
        <p:spPr>
          <a:xfrm>
            <a:off x="1587966" y="4082388"/>
            <a:ext cx="865800" cy="310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04</a:t>
            </a:r>
            <a:endParaRPr/>
          </a:p>
        </p:txBody>
      </p:sp>
      <p:sp>
        <p:nvSpPr>
          <p:cNvPr id="177" name="Google Shape;177;p27"/>
          <p:cNvSpPr txBox="1"/>
          <p:nvPr>
            <p:ph idx="13" type="title"/>
          </p:nvPr>
        </p:nvSpPr>
        <p:spPr>
          <a:xfrm>
            <a:off x="825966" y="2942171"/>
            <a:ext cx="865800" cy="310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178" name="Google Shape;178;p27"/>
          <p:cNvSpPr txBox="1"/>
          <p:nvPr>
            <p:ph idx="14" type="title"/>
          </p:nvPr>
        </p:nvSpPr>
        <p:spPr>
          <a:xfrm>
            <a:off x="445794" y="2372363"/>
            <a:ext cx="864300" cy="310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179" name="Google Shape;179;p27"/>
          <p:cNvSpPr txBox="1"/>
          <p:nvPr>
            <p:ph idx="15" type="title"/>
          </p:nvPr>
        </p:nvSpPr>
        <p:spPr>
          <a:xfrm>
            <a:off x="1206966" y="3512279"/>
            <a:ext cx="865800" cy="310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180" name="Google Shape;180;p27"/>
          <p:cNvSpPr txBox="1"/>
          <p:nvPr>
            <p:ph idx="16" type="title"/>
          </p:nvPr>
        </p:nvSpPr>
        <p:spPr>
          <a:xfrm>
            <a:off x="4583003" y="2942369"/>
            <a:ext cx="865800" cy="310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06</a:t>
            </a:r>
            <a:endParaRPr/>
          </a:p>
        </p:txBody>
      </p:sp>
      <p:sp>
        <p:nvSpPr>
          <p:cNvPr id="181" name="Google Shape;181;p27"/>
          <p:cNvSpPr txBox="1"/>
          <p:nvPr>
            <p:ph idx="17" type="title"/>
          </p:nvPr>
        </p:nvSpPr>
        <p:spPr>
          <a:xfrm>
            <a:off x="4964002" y="3512375"/>
            <a:ext cx="865800" cy="310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07</a:t>
            </a:r>
            <a:endParaRPr/>
          </a:p>
        </p:txBody>
      </p:sp>
      <p:sp>
        <p:nvSpPr>
          <p:cNvPr id="182" name="Google Shape;182;p27"/>
          <p:cNvSpPr txBox="1"/>
          <p:nvPr>
            <p:ph idx="18" type="title"/>
          </p:nvPr>
        </p:nvSpPr>
        <p:spPr>
          <a:xfrm>
            <a:off x="5345004" y="4082381"/>
            <a:ext cx="865800" cy="310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08</a:t>
            </a:r>
            <a:endParaRPr/>
          </a:p>
        </p:txBody>
      </p:sp>
      <p:sp>
        <p:nvSpPr>
          <p:cNvPr id="183" name="Google Shape;183;p27"/>
          <p:cNvSpPr txBox="1"/>
          <p:nvPr>
            <p:ph idx="19" type="title"/>
          </p:nvPr>
        </p:nvSpPr>
        <p:spPr>
          <a:xfrm>
            <a:off x="4202003" y="2372363"/>
            <a:ext cx="865800" cy="310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05</a:t>
            </a:r>
            <a:endParaRPr/>
          </a:p>
        </p:txBody>
      </p:sp>
      <p:cxnSp>
        <p:nvCxnSpPr>
          <p:cNvPr id="184" name="Google Shape;184;p27"/>
          <p:cNvCxnSpPr/>
          <p:nvPr/>
        </p:nvCxnSpPr>
        <p:spPr>
          <a:xfrm>
            <a:off x="-165150" y="2816614"/>
            <a:ext cx="9437700" cy="0"/>
          </a:xfrm>
          <a:prstGeom prst="straightConnector1">
            <a:avLst/>
          </a:prstGeom>
          <a:noFill/>
          <a:ln cap="flat" cmpd="sng" w="9525">
            <a:solidFill>
              <a:schemeClr val="accent4"/>
            </a:solidFill>
            <a:prstDash val="solid"/>
            <a:round/>
            <a:headEnd len="med" w="med" type="none"/>
            <a:tailEnd len="med" w="med" type="none"/>
          </a:ln>
        </p:spPr>
      </p:cxnSp>
      <p:cxnSp>
        <p:nvCxnSpPr>
          <p:cNvPr id="185" name="Google Shape;185;p27"/>
          <p:cNvCxnSpPr/>
          <p:nvPr/>
        </p:nvCxnSpPr>
        <p:spPr>
          <a:xfrm>
            <a:off x="-165150" y="3396153"/>
            <a:ext cx="9437700" cy="0"/>
          </a:xfrm>
          <a:prstGeom prst="straightConnector1">
            <a:avLst/>
          </a:prstGeom>
          <a:noFill/>
          <a:ln cap="flat" cmpd="sng" w="9525">
            <a:solidFill>
              <a:schemeClr val="accent4"/>
            </a:solidFill>
            <a:prstDash val="solid"/>
            <a:round/>
            <a:headEnd len="med" w="med" type="none"/>
            <a:tailEnd len="med" w="med" type="none"/>
          </a:ln>
        </p:spPr>
      </p:cxnSp>
      <p:cxnSp>
        <p:nvCxnSpPr>
          <p:cNvPr id="186" name="Google Shape;186;p27"/>
          <p:cNvCxnSpPr/>
          <p:nvPr/>
        </p:nvCxnSpPr>
        <p:spPr>
          <a:xfrm>
            <a:off x="-165150" y="3975691"/>
            <a:ext cx="9437700" cy="0"/>
          </a:xfrm>
          <a:prstGeom prst="straightConnector1">
            <a:avLst/>
          </a:prstGeom>
          <a:noFill/>
          <a:ln cap="flat" cmpd="sng" w="9525">
            <a:solidFill>
              <a:schemeClr val="accent4"/>
            </a:solidFill>
            <a:prstDash val="solid"/>
            <a:round/>
            <a:headEnd len="med" w="med" type="none"/>
            <a:tailEnd len="med" w="med" type="non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pic>
        <p:nvPicPr>
          <p:cNvPr id="191" name="Google Shape;191;p28" title="freepik__enhance__48261.jpeg"/>
          <p:cNvPicPr preferRelativeResize="0"/>
          <p:nvPr>
            <p:ph idx="2" type="pic"/>
          </p:nvPr>
        </p:nvPicPr>
        <p:blipFill rotWithShape="1">
          <a:blip r:embed="rId3">
            <a:alphaModFix/>
          </a:blip>
          <a:srcRect b="9942" l="17621" r="1985" t="0"/>
          <a:stretch/>
        </p:blipFill>
        <p:spPr>
          <a:xfrm>
            <a:off x="5715850" y="-75"/>
            <a:ext cx="3428148" cy="5143572"/>
          </a:xfrm>
          <a:prstGeom prst="rect">
            <a:avLst/>
          </a:prstGeom>
        </p:spPr>
      </p:pic>
      <p:sp>
        <p:nvSpPr>
          <p:cNvPr id="192" name="Google Shape;192;p28"/>
          <p:cNvSpPr txBox="1"/>
          <p:nvPr>
            <p:ph type="title"/>
          </p:nvPr>
        </p:nvSpPr>
        <p:spPr>
          <a:xfrm>
            <a:off x="457200" y="1126050"/>
            <a:ext cx="3998400" cy="131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can write here a</a:t>
            </a:r>
            <a:endParaRPr/>
          </a:p>
          <a:p>
            <a:pPr indent="0" lvl="0" marL="0" rtl="0" algn="l">
              <a:spcBef>
                <a:spcPts val="0"/>
              </a:spcBef>
              <a:spcAft>
                <a:spcPts val="0"/>
              </a:spcAft>
              <a:buNone/>
            </a:pPr>
            <a:r>
              <a:rPr lang="en"/>
              <a:t>        long title to captivate the </a:t>
            </a:r>
            <a:r>
              <a:rPr lang="en"/>
              <a:t>audience</a:t>
            </a:r>
            <a:r>
              <a:rPr lang="en"/>
              <a:t> attention </a:t>
            </a:r>
            <a:endParaRPr/>
          </a:p>
        </p:txBody>
      </p:sp>
      <p:sp>
        <p:nvSpPr>
          <p:cNvPr id="193" name="Google Shape;193;p28"/>
          <p:cNvSpPr txBox="1"/>
          <p:nvPr>
            <p:ph idx="1" type="body"/>
          </p:nvPr>
        </p:nvSpPr>
        <p:spPr>
          <a:xfrm>
            <a:off x="1016100" y="2438575"/>
            <a:ext cx="4045500" cy="2247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rgbClr val="273D40"/>
              </a:buClr>
              <a:buSzPts val="600"/>
              <a:buFont typeface="Arial"/>
              <a:buNone/>
            </a:pPr>
            <a:r>
              <a:rPr lang="en">
                <a:solidFill>
                  <a:schemeClr val="dk1"/>
                </a:solidFill>
              </a:rPr>
              <a:t>Do you kn</a:t>
            </a:r>
            <a:r>
              <a:rPr lang="en">
                <a:solidFill>
                  <a:schemeClr val="dk1"/>
                </a:solidFill>
              </a:rPr>
              <a:t>ow what helps you make your point clear?</a:t>
            </a:r>
            <a:br>
              <a:rPr lang="en">
                <a:solidFill>
                  <a:schemeClr val="dk1"/>
                </a:solidFill>
              </a:rPr>
            </a:br>
            <a:r>
              <a:rPr lang="en">
                <a:solidFill>
                  <a:schemeClr val="dk1"/>
                </a:solidFill>
              </a:rPr>
              <a:t>Lists like this one:</a:t>
            </a:r>
            <a:endParaRPr>
              <a:solidFill>
                <a:schemeClr val="dk1"/>
              </a:solidFill>
            </a:endParaRPr>
          </a:p>
          <a:p>
            <a:pPr indent="0" lvl="0" marL="0" rtl="0" algn="l">
              <a:spcBef>
                <a:spcPts val="0"/>
              </a:spcBef>
              <a:spcAft>
                <a:spcPts val="0"/>
              </a:spcAft>
              <a:buClr>
                <a:srgbClr val="273D40"/>
              </a:buClr>
              <a:buSzPts val="600"/>
              <a:buFont typeface="Arial"/>
              <a:buNone/>
            </a:pPr>
            <a:r>
              <a:t/>
            </a:r>
            <a:endParaRPr/>
          </a:p>
          <a:p>
            <a:pPr indent="-304800" lvl="0" marL="457200" rtl="0" algn="l">
              <a:spcBef>
                <a:spcPts val="0"/>
              </a:spcBef>
              <a:spcAft>
                <a:spcPts val="0"/>
              </a:spcAft>
              <a:buClr>
                <a:schemeClr val="dk1"/>
              </a:buClr>
              <a:buSzPts val="1200"/>
              <a:buChar char="●"/>
            </a:pPr>
            <a:r>
              <a:rPr lang="en">
                <a:solidFill>
                  <a:schemeClr val="dk1"/>
                </a:solidFill>
              </a:rPr>
              <a:t>They’re sim</a:t>
            </a:r>
            <a:r>
              <a:rPr lang="en">
                <a:solidFill>
                  <a:schemeClr val="dk1"/>
                </a:solidFill>
              </a:rPr>
              <a:t>ple </a:t>
            </a:r>
            <a:endParaRPr>
              <a:solidFill>
                <a:schemeClr val="dk1"/>
              </a:solidFill>
            </a:endParaRPr>
          </a:p>
          <a:p>
            <a:pPr indent="-304800" lvl="0" marL="457200" rtl="0" algn="l">
              <a:spcBef>
                <a:spcPts val="0"/>
              </a:spcBef>
              <a:spcAft>
                <a:spcPts val="0"/>
              </a:spcAft>
              <a:buClr>
                <a:schemeClr val="dk1"/>
              </a:buClr>
              <a:buSzPts val="1200"/>
              <a:buChar char="●"/>
            </a:pPr>
            <a:r>
              <a:rPr lang="en">
                <a:solidFill>
                  <a:schemeClr val="dk1"/>
                </a:solidFill>
              </a:rPr>
              <a:t>You can organize your ideas clearly</a:t>
            </a:r>
            <a:endParaRPr>
              <a:solidFill>
                <a:schemeClr val="dk1"/>
              </a:solidFill>
            </a:endParaRPr>
          </a:p>
          <a:p>
            <a:pPr indent="-304800" lvl="0" marL="457200" rtl="0" algn="l">
              <a:spcBef>
                <a:spcPts val="0"/>
              </a:spcBef>
              <a:spcAft>
                <a:spcPts val="0"/>
              </a:spcAft>
              <a:buClr>
                <a:schemeClr val="dk1"/>
              </a:buClr>
              <a:buSzPts val="1200"/>
              <a:buChar char="●"/>
            </a:pPr>
            <a:r>
              <a:rPr lang="en">
                <a:solidFill>
                  <a:schemeClr val="dk1"/>
                </a:solidFill>
              </a:rPr>
              <a:t>You’ll never forget to buy milk!</a:t>
            </a:r>
            <a:endParaRPr>
              <a:solidFill>
                <a:schemeClr val="dk1"/>
              </a:solidFill>
            </a:endParaRPr>
          </a:p>
          <a:p>
            <a:pPr indent="0" lvl="0" marL="0" rtl="0" algn="l">
              <a:spcBef>
                <a:spcPts val="1600"/>
              </a:spcBef>
              <a:spcAft>
                <a:spcPts val="0"/>
              </a:spcAft>
              <a:buNone/>
            </a:pPr>
            <a:r>
              <a:rPr lang="en"/>
              <a:t>You can replace the image. Just right-click on it and select “Replace image”</a:t>
            </a:r>
            <a:endParaRPr/>
          </a:p>
        </p:txBody>
      </p:sp>
      <p:cxnSp>
        <p:nvCxnSpPr>
          <p:cNvPr id="194" name="Google Shape;194;p28"/>
          <p:cNvCxnSpPr/>
          <p:nvPr/>
        </p:nvCxnSpPr>
        <p:spPr>
          <a:xfrm flipH="1">
            <a:off x="5709575" y="-41875"/>
            <a:ext cx="10500" cy="5327700"/>
          </a:xfrm>
          <a:prstGeom prst="straightConnector1">
            <a:avLst/>
          </a:prstGeom>
          <a:noFill/>
          <a:ln cap="flat" cmpd="sng" w="9525">
            <a:solidFill>
              <a:schemeClr val="accent4"/>
            </a:solidFill>
            <a:prstDash val="solid"/>
            <a:round/>
            <a:headEnd len="med" w="med" type="none"/>
            <a:tailEnd len="med" w="med" type="none"/>
          </a:ln>
        </p:spPr>
      </p:cxnSp>
      <p:cxnSp>
        <p:nvCxnSpPr>
          <p:cNvPr id="195" name="Google Shape;195;p28"/>
          <p:cNvCxnSpPr/>
          <p:nvPr/>
        </p:nvCxnSpPr>
        <p:spPr>
          <a:xfrm flipH="1">
            <a:off x="223350" y="-41875"/>
            <a:ext cx="10500" cy="5327700"/>
          </a:xfrm>
          <a:prstGeom prst="straightConnector1">
            <a:avLst/>
          </a:prstGeom>
          <a:noFill/>
          <a:ln cap="flat" cmpd="sng" w="9525">
            <a:solidFill>
              <a:schemeClr val="accent4"/>
            </a:solidFill>
            <a:prstDash val="solid"/>
            <a:round/>
            <a:headEnd len="med" w="med" type="none"/>
            <a:tailEnd len="med" w="med" type="none"/>
          </a:ln>
        </p:spPr>
      </p:cxnSp>
      <p:sp>
        <p:nvSpPr>
          <p:cNvPr id="196" name="Google Shape;196;p28"/>
          <p:cNvSpPr txBox="1"/>
          <p:nvPr>
            <p:ph idx="4294967295" type="subTitle"/>
          </p:nvPr>
        </p:nvSpPr>
        <p:spPr>
          <a:xfrm>
            <a:off x="457200" y="228600"/>
            <a:ext cx="1202400" cy="306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accent2"/>
                </a:solidFill>
                <a:latin typeface="Kedebideri ExtraBold"/>
                <a:ea typeface="Kedebideri ExtraBold"/>
                <a:cs typeface="Kedebideri ExtraBold"/>
                <a:sym typeface="Kedebideri ExtraBold"/>
              </a:rPr>
              <a:t>PROJECT NAME</a:t>
            </a:r>
            <a:endParaRPr sz="800">
              <a:solidFill>
                <a:schemeClr val="accent2"/>
              </a:solidFill>
              <a:latin typeface="Kedebideri ExtraBold"/>
              <a:ea typeface="Kedebideri ExtraBold"/>
              <a:cs typeface="Kedebideri ExtraBold"/>
              <a:sym typeface="Kedebideri ExtraBold"/>
            </a:endParaRPr>
          </a:p>
        </p:txBody>
      </p:sp>
      <p:sp>
        <p:nvSpPr>
          <p:cNvPr id="197" name="Google Shape;197;p28"/>
          <p:cNvSpPr txBox="1"/>
          <p:nvPr>
            <p:ph idx="4294967295" type="subTitle"/>
          </p:nvPr>
        </p:nvSpPr>
        <p:spPr>
          <a:xfrm>
            <a:off x="457200" y="4608600"/>
            <a:ext cx="1202400" cy="306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800">
                <a:solidFill>
                  <a:schemeClr val="accent2"/>
                </a:solidFill>
                <a:latin typeface="Kedebideri ExtraBold"/>
                <a:ea typeface="Kedebideri ExtraBold"/>
                <a:cs typeface="Kedebideri ExtraBold"/>
                <a:sym typeface="Kedebideri ExtraBold"/>
              </a:rPr>
              <a:t>MONTH / 20XX</a:t>
            </a:r>
            <a:endParaRPr sz="800">
              <a:solidFill>
                <a:schemeClr val="accent2"/>
              </a:solidFill>
              <a:latin typeface="Kedebideri ExtraBold"/>
              <a:ea typeface="Kedebideri ExtraBold"/>
              <a:cs typeface="Kedebideri ExtraBold"/>
              <a:sym typeface="Kedebideri ExtraBo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9"/>
          <p:cNvSpPr txBox="1"/>
          <p:nvPr>
            <p:ph type="title"/>
          </p:nvPr>
        </p:nvSpPr>
        <p:spPr>
          <a:xfrm>
            <a:off x="5086975" y="1736775"/>
            <a:ext cx="3828300" cy="1698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accent4"/>
                </a:solidFill>
              </a:rPr>
              <a:t>      Name </a:t>
            </a:r>
            <a:r>
              <a:rPr lang="en">
                <a:solidFill>
                  <a:schemeClr val="accent4"/>
                </a:solidFill>
              </a:rPr>
              <a:t>of </a:t>
            </a:r>
            <a:br>
              <a:rPr lang="en">
                <a:solidFill>
                  <a:schemeClr val="accent4"/>
                </a:solidFill>
              </a:rPr>
            </a:br>
            <a:r>
              <a:rPr lang="en">
                <a:solidFill>
                  <a:schemeClr val="accent4"/>
                </a:solidFill>
              </a:rPr>
              <a:t>                  t</a:t>
            </a:r>
            <a:r>
              <a:rPr lang="en">
                <a:solidFill>
                  <a:schemeClr val="accent4"/>
                </a:solidFill>
              </a:rPr>
              <a:t>he   </a:t>
            </a:r>
            <a:endParaRPr>
              <a:solidFill>
                <a:schemeClr val="accent4"/>
              </a:solidFill>
            </a:endParaRPr>
          </a:p>
          <a:p>
            <a:pPr indent="0" lvl="0" marL="0" rtl="0" algn="l">
              <a:spcBef>
                <a:spcPts val="0"/>
              </a:spcBef>
              <a:spcAft>
                <a:spcPts val="0"/>
              </a:spcAft>
              <a:buNone/>
            </a:pPr>
            <a:r>
              <a:rPr lang="en">
                <a:solidFill>
                  <a:schemeClr val="accent4"/>
                </a:solidFill>
              </a:rPr>
              <a:t> </a:t>
            </a:r>
            <a:r>
              <a:rPr lang="en">
                <a:solidFill>
                  <a:schemeClr val="accent4"/>
                </a:solidFill>
              </a:rPr>
              <a:t>section</a:t>
            </a:r>
            <a:endParaRPr>
              <a:solidFill>
                <a:schemeClr val="accent4"/>
              </a:solidFill>
            </a:endParaRPr>
          </a:p>
        </p:txBody>
      </p:sp>
      <p:sp>
        <p:nvSpPr>
          <p:cNvPr id="203" name="Google Shape;203;p29"/>
          <p:cNvSpPr txBox="1"/>
          <p:nvPr>
            <p:ph idx="2" type="title"/>
          </p:nvPr>
        </p:nvSpPr>
        <p:spPr>
          <a:xfrm>
            <a:off x="1326300" y="1862778"/>
            <a:ext cx="1489800" cy="1402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01</a:t>
            </a:r>
            <a:endParaRPr/>
          </a:p>
        </p:txBody>
      </p:sp>
      <p:sp>
        <p:nvSpPr>
          <p:cNvPr id="204" name="Google Shape;204;p29"/>
          <p:cNvSpPr txBox="1"/>
          <p:nvPr>
            <p:ph idx="4294967295" type="subTitle"/>
          </p:nvPr>
        </p:nvSpPr>
        <p:spPr>
          <a:xfrm>
            <a:off x="457200" y="228600"/>
            <a:ext cx="1202400" cy="306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accent4"/>
                </a:solidFill>
                <a:latin typeface="Kedebideri ExtraBold"/>
                <a:ea typeface="Kedebideri ExtraBold"/>
                <a:cs typeface="Kedebideri ExtraBold"/>
                <a:sym typeface="Kedebideri ExtraBold"/>
              </a:rPr>
              <a:t>PROJECT NAME</a:t>
            </a:r>
            <a:endParaRPr sz="800">
              <a:solidFill>
                <a:schemeClr val="accent4"/>
              </a:solidFill>
              <a:latin typeface="Kedebideri ExtraBold"/>
              <a:ea typeface="Kedebideri ExtraBold"/>
              <a:cs typeface="Kedebideri ExtraBold"/>
              <a:sym typeface="Kedebideri ExtraBold"/>
            </a:endParaRPr>
          </a:p>
        </p:txBody>
      </p:sp>
      <p:sp>
        <p:nvSpPr>
          <p:cNvPr id="205" name="Google Shape;205;p29"/>
          <p:cNvSpPr txBox="1"/>
          <p:nvPr>
            <p:ph idx="4294967295" type="subTitle"/>
          </p:nvPr>
        </p:nvSpPr>
        <p:spPr>
          <a:xfrm>
            <a:off x="457200" y="4608600"/>
            <a:ext cx="1202400" cy="306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800">
                <a:solidFill>
                  <a:schemeClr val="accent4"/>
                </a:solidFill>
                <a:latin typeface="Kedebideri ExtraBold"/>
                <a:ea typeface="Kedebideri ExtraBold"/>
                <a:cs typeface="Kedebideri ExtraBold"/>
                <a:sym typeface="Kedebideri ExtraBold"/>
              </a:rPr>
              <a:t>MONTH / 20XX</a:t>
            </a:r>
            <a:endParaRPr sz="800">
              <a:solidFill>
                <a:schemeClr val="accent4"/>
              </a:solidFill>
              <a:latin typeface="Kedebideri ExtraBold"/>
              <a:ea typeface="Kedebideri ExtraBold"/>
              <a:cs typeface="Kedebideri ExtraBold"/>
              <a:sym typeface="Kedebideri ExtraBo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0"/>
          <p:cNvSpPr txBox="1"/>
          <p:nvPr>
            <p:ph type="title"/>
          </p:nvPr>
        </p:nvSpPr>
        <p:spPr>
          <a:xfrm>
            <a:off x="1386575" y="1337225"/>
            <a:ext cx="3541800" cy="147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Let’s </a:t>
            </a:r>
            <a:endParaRPr/>
          </a:p>
          <a:p>
            <a:pPr indent="0" lvl="0" marL="0" rtl="0" algn="l">
              <a:spcBef>
                <a:spcPts val="0"/>
              </a:spcBef>
              <a:spcAft>
                <a:spcPts val="0"/>
              </a:spcAft>
              <a:buNone/>
            </a:pPr>
            <a:r>
              <a:rPr lang="en"/>
              <a:t>            have </a:t>
            </a:r>
            <a:endParaRPr/>
          </a:p>
          <a:p>
            <a:pPr indent="0" lvl="0" marL="0" rtl="0" algn="l">
              <a:spcBef>
                <a:spcPts val="0"/>
              </a:spcBef>
              <a:spcAft>
                <a:spcPts val="0"/>
              </a:spcAft>
              <a:buNone/>
            </a:pPr>
            <a:r>
              <a:rPr lang="en"/>
              <a:t>       a look</a:t>
            </a:r>
            <a:endParaRPr/>
          </a:p>
        </p:txBody>
      </p:sp>
      <p:sp>
        <p:nvSpPr>
          <p:cNvPr id="211" name="Google Shape;211;p30"/>
          <p:cNvSpPr txBox="1"/>
          <p:nvPr>
            <p:ph idx="1" type="subTitle"/>
          </p:nvPr>
        </p:nvSpPr>
        <p:spPr>
          <a:xfrm>
            <a:off x="3234325" y="3108700"/>
            <a:ext cx="5452500" cy="1806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Mercury is the closest planet to the Sun and the smallest one in the entire Solar System. This planet’s name has nothing to do with the liquid metal, since Mercury was named after the Roman messenger god. Despite being closer to the Sun than Venus, its temperatures aren't as terribly hot as that planet’s. Its surface is quite similar to that of Earth’s Moon, which means there are a lot of craters and plains. Speaking of craters, many of them were named after artists or authors who made significant contributions to their respective fields. Mercury takes a little more than 58 days to complete its rotation, so try to imagine how long days must be there! </a:t>
            </a:r>
            <a:endParaRPr/>
          </a:p>
        </p:txBody>
      </p:sp>
      <p:sp>
        <p:nvSpPr>
          <p:cNvPr id="212" name="Google Shape;212;p30"/>
          <p:cNvSpPr txBox="1"/>
          <p:nvPr>
            <p:ph idx="1" type="subTitle"/>
          </p:nvPr>
        </p:nvSpPr>
        <p:spPr>
          <a:xfrm>
            <a:off x="457200" y="228600"/>
            <a:ext cx="1202400" cy="306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accent2"/>
                </a:solidFill>
                <a:latin typeface="Kedebideri ExtraBold"/>
                <a:ea typeface="Kedebideri ExtraBold"/>
                <a:cs typeface="Kedebideri ExtraBold"/>
                <a:sym typeface="Kedebideri ExtraBold"/>
              </a:rPr>
              <a:t>PROJECT NAME</a:t>
            </a:r>
            <a:endParaRPr sz="800">
              <a:solidFill>
                <a:schemeClr val="accent2"/>
              </a:solidFill>
              <a:latin typeface="Kedebideri ExtraBold"/>
              <a:ea typeface="Kedebideri ExtraBold"/>
              <a:cs typeface="Kedebideri ExtraBold"/>
              <a:sym typeface="Kedebideri ExtraBold"/>
            </a:endParaRPr>
          </a:p>
        </p:txBody>
      </p:sp>
      <p:sp>
        <p:nvSpPr>
          <p:cNvPr id="213" name="Google Shape;213;p30"/>
          <p:cNvSpPr txBox="1"/>
          <p:nvPr>
            <p:ph idx="1" type="subTitle"/>
          </p:nvPr>
        </p:nvSpPr>
        <p:spPr>
          <a:xfrm>
            <a:off x="457200" y="4608600"/>
            <a:ext cx="1202400" cy="306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800">
                <a:solidFill>
                  <a:schemeClr val="accent2"/>
                </a:solidFill>
                <a:latin typeface="Kedebideri ExtraBold"/>
                <a:ea typeface="Kedebideri ExtraBold"/>
                <a:cs typeface="Kedebideri ExtraBold"/>
                <a:sym typeface="Kedebideri ExtraBold"/>
              </a:rPr>
              <a:t>MONTH / 20XX</a:t>
            </a:r>
            <a:endParaRPr sz="800">
              <a:solidFill>
                <a:schemeClr val="accent2"/>
              </a:solidFill>
              <a:latin typeface="Kedebideri ExtraBold"/>
              <a:ea typeface="Kedebideri ExtraBold"/>
              <a:cs typeface="Kedebideri ExtraBold"/>
              <a:sym typeface="Kedebideri ExtraBold"/>
            </a:endParaRPr>
          </a:p>
        </p:txBody>
      </p:sp>
      <p:cxnSp>
        <p:nvCxnSpPr>
          <p:cNvPr id="214" name="Google Shape;214;p30"/>
          <p:cNvCxnSpPr/>
          <p:nvPr/>
        </p:nvCxnSpPr>
        <p:spPr>
          <a:xfrm>
            <a:off x="-165150" y="2950439"/>
            <a:ext cx="9437700" cy="0"/>
          </a:xfrm>
          <a:prstGeom prst="straightConnector1">
            <a:avLst/>
          </a:prstGeom>
          <a:noFill/>
          <a:ln cap="flat" cmpd="sng" w="9525">
            <a:solidFill>
              <a:schemeClr val="accent4"/>
            </a:solidFill>
            <a:prstDash val="solid"/>
            <a:round/>
            <a:headEnd len="med" w="med" type="none"/>
            <a:tailEnd len="med" w="med" type="non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1"/>
          <p:cNvSpPr txBox="1"/>
          <p:nvPr>
            <p:ph type="title"/>
          </p:nvPr>
        </p:nvSpPr>
        <p:spPr>
          <a:xfrm>
            <a:off x="457200" y="228600"/>
            <a:ext cx="4131900" cy="104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a:t>
            </a:r>
            <a:endParaRPr/>
          </a:p>
          <a:p>
            <a:pPr indent="0" lvl="0" marL="0" rtl="0" algn="l">
              <a:spcBef>
                <a:spcPts val="0"/>
              </a:spcBef>
              <a:spcAft>
                <a:spcPts val="0"/>
              </a:spcAft>
              <a:buNone/>
            </a:pPr>
            <a:r>
              <a:rPr lang="en"/>
              <a:t>      history</a:t>
            </a:r>
            <a:endParaRPr/>
          </a:p>
        </p:txBody>
      </p:sp>
      <p:sp>
        <p:nvSpPr>
          <p:cNvPr id="220" name="Google Shape;220;p31"/>
          <p:cNvSpPr txBox="1"/>
          <p:nvPr/>
        </p:nvSpPr>
        <p:spPr>
          <a:xfrm>
            <a:off x="528316" y="3469472"/>
            <a:ext cx="1860900" cy="5334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a:solidFill>
                  <a:schemeClr val="dk2"/>
                </a:solidFill>
                <a:latin typeface="Raleway"/>
                <a:ea typeface="Raleway"/>
                <a:cs typeface="Raleway"/>
                <a:sym typeface="Raleway"/>
              </a:rPr>
              <a:t>This is Venus</a:t>
            </a:r>
            <a:endParaRPr b="1">
              <a:solidFill>
                <a:schemeClr val="dk2"/>
              </a:solidFill>
              <a:latin typeface="Raleway"/>
              <a:ea typeface="Raleway"/>
              <a:cs typeface="Raleway"/>
              <a:sym typeface="Raleway"/>
            </a:endParaRPr>
          </a:p>
        </p:txBody>
      </p:sp>
      <p:sp>
        <p:nvSpPr>
          <p:cNvPr id="221" name="Google Shape;221;p31"/>
          <p:cNvSpPr txBox="1"/>
          <p:nvPr/>
        </p:nvSpPr>
        <p:spPr>
          <a:xfrm>
            <a:off x="528296" y="4002858"/>
            <a:ext cx="1860900" cy="60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191919"/>
                </a:solidFill>
                <a:latin typeface="Open Sans"/>
                <a:ea typeface="Open Sans"/>
                <a:cs typeface="Open Sans"/>
                <a:sym typeface="Open Sans"/>
              </a:rPr>
              <a:t>Venus is the second planet from the Sun</a:t>
            </a:r>
            <a:endParaRPr sz="1200">
              <a:solidFill>
                <a:srgbClr val="191919"/>
              </a:solidFill>
              <a:latin typeface="Open Sans"/>
              <a:ea typeface="Open Sans"/>
              <a:cs typeface="Open Sans"/>
              <a:sym typeface="Open Sans"/>
            </a:endParaRPr>
          </a:p>
        </p:txBody>
      </p:sp>
      <p:sp>
        <p:nvSpPr>
          <p:cNvPr id="222" name="Google Shape;222;p31"/>
          <p:cNvSpPr txBox="1"/>
          <p:nvPr/>
        </p:nvSpPr>
        <p:spPr>
          <a:xfrm>
            <a:off x="2627558" y="3469472"/>
            <a:ext cx="1860900" cy="5334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a:solidFill>
                  <a:schemeClr val="dk2"/>
                </a:solidFill>
                <a:latin typeface="Raleway"/>
                <a:ea typeface="Raleway"/>
                <a:cs typeface="Raleway"/>
                <a:sym typeface="Raleway"/>
              </a:rPr>
              <a:t>This is Saturn</a:t>
            </a:r>
            <a:endParaRPr b="1">
              <a:solidFill>
                <a:schemeClr val="dk2"/>
              </a:solidFill>
              <a:latin typeface="Raleway"/>
              <a:ea typeface="Raleway"/>
              <a:cs typeface="Raleway"/>
              <a:sym typeface="Raleway"/>
            </a:endParaRPr>
          </a:p>
        </p:txBody>
      </p:sp>
      <p:sp>
        <p:nvSpPr>
          <p:cNvPr id="223" name="Google Shape;223;p31"/>
          <p:cNvSpPr txBox="1"/>
          <p:nvPr/>
        </p:nvSpPr>
        <p:spPr>
          <a:xfrm>
            <a:off x="2627541" y="4002859"/>
            <a:ext cx="1860900" cy="60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191919"/>
                </a:solidFill>
                <a:latin typeface="Open Sans"/>
                <a:ea typeface="Open Sans"/>
                <a:cs typeface="Open Sans"/>
                <a:sym typeface="Open Sans"/>
              </a:rPr>
              <a:t>Saturn is composed of hydrogen and helium</a:t>
            </a:r>
            <a:endParaRPr sz="1200">
              <a:solidFill>
                <a:srgbClr val="191919"/>
              </a:solidFill>
              <a:latin typeface="Open Sans"/>
              <a:ea typeface="Open Sans"/>
              <a:cs typeface="Open Sans"/>
              <a:sym typeface="Open Sans"/>
            </a:endParaRPr>
          </a:p>
        </p:txBody>
      </p:sp>
      <p:sp>
        <p:nvSpPr>
          <p:cNvPr id="224" name="Google Shape;224;p31"/>
          <p:cNvSpPr txBox="1"/>
          <p:nvPr/>
        </p:nvSpPr>
        <p:spPr>
          <a:xfrm>
            <a:off x="4726800" y="3469472"/>
            <a:ext cx="1860900" cy="5334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a:solidFill>
                  <a:schemeClr val="dk2"/>
                </a:solidFill>
                <a:latin typeface="Raleway"/>
                <a:ea typeface="Raleway"/>
                <a:cs typeface="Raleway"/>
                <a:sym typeface="Raleway"/>
              </a:rPr>
              <a:t>This is Mars</a:t>
            </a:r>
            <a:endParaRPr b="1">
              <a:solidFill>
                <a:schemeClr val="dk2"/>
              </a:solidFill>
              <a:latin typeface="Raleway"/>
              <a:ea typeface="Raleway"/>
              <a:cs typeface="Raleway"/>
              <a:sym typeface="Raleway"/>
            </a:endParaRPr>
          </a:p>
        </p:txBody>
      </p:sp>
      <p:sp>
        <p:nvSpPr>
          <p:cNvPr id="225" name="Google Shape;225;p31"/>
          <p:cNvSpPr txBox="1"/>
          <p:nvPr/>
        </p:nvSpPr>
        <p:spPr>
          <a:xfrm>
            <a:off x="4726786" y="4002858"/>
            <a:ext cx="1860900" cy="60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191919"/>
                </a:solidFill>
                <a:latin typeface="Open Sans"/>
                <a:ea typeface="Open Sans"/>
                <a:cs typeface="Open Sans"/>
                <a:sym typeface="Open Sans"/>
              </a:rPr>
              <a:t>Despite being red, Mars is actually a </a:t>
            </a:r>
            <a:endParaRPr sz="1200">
              <a:solidFill>
                <a:srgbClr val="191919"/>
              </a:solidFill>
              <a:latin typeface="Open Sans"/>
              <a:ea typeface="Open Sans"/>
              <a:cs typeface="Open Sans"/>
              <a:sym typeface="Open Sans"/>
            </a:endParaRPr>
          </a:p>
          <a:p>
            <a:pPr indent="0" lvl="0" marL="0" rtl="0" algn="l">
              <a:spcBef>
                <a:spcPts val="0"/>
              </a:spcBef>
              <a:spcAft>
                <a:spcPts val="0"/>
              </a:spcAft>
              <a:buNone/>
            </a:pPr>
            <a:r>
              <a:rPr lang="en" sz="1200">
                <a:solidFill>
                  <a:srgbClr val="191919"/>
                </a:solidFill>
                <a:latin typeface="Open Sans"/>
                <a:ea typeface="Open Sans"/>
                <a:cs typeface="Open Sans"/>
                <a:sym typeface="Open Sans"/>
              </a:rPr>
              <a:t>cold place</a:t>
            </a:r>
            <a:endParaRPr sz="1200">
              <a:solidFill>
                <a:srgbClr val="191919"/>
              </a:solidFill>
              <a:latin typeface="Open Sans"/>
              <a:ea typeface="Open Sans"/>
              <a:cs typeface="Open Sans"/>
              <a:sym typeface="Open Sans"/>
            </a:endParaRPr>
          </a:p>
        </p:txBody>
      </p:sp>
      <p:sp>
        <p:nvSpPr>
          <p:cNvPr id="226" name="Google Shape;226;p31"/>
          <p:cNvSpPr txBox="1"/>
          <p:nvPr/>
        </p:nvSpPr>
        <p:spPr>
          <a:xfrm>
            <a:off x="6826042" y="3469472"/>
            <a:ext cx="1860900" cy="5334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a:solidFill>
                  <a:schemeClr val="dk2"/>
                </a:solidFill>
                <a:latin typeface="Raleway"/>
                <a:ea typeface="Raleway"/>
                <a:cs typeface="Raleway"/>
                <a:sym typeface="Raleway"/>
              </a:rPr>
              <a:t>This is Neptune</a:t>
            </a:r>
            <a:endParaRPr b="1">
              <a:solidFill>
                <a:schemeClr val="dk2"/>
              </a:solidFill>
              <a:latin typeface="Raleway"/>
              <a:ea typeface="Raleway"/>
              <a:cs typeface="Raleway"/>
              <a:sym typeface="Raleway"/>
            </a:endParaRPr>
          </a:p>
        </p:txBody>
      </p:sp>
      <p:sp>
        <p:nvSpPr>
          <p:cNvPr id="227" name="Google Shape;227;p31"/>
          <p:cNvSpPr txBox="1"/>
          <p:nvPr/>
        </p:nvSpPr>
        <p:spPr>
          <a:xfrm>
            <a:off x="6826031" y="4002859"/>
            <a:ext cx="1860900" cy="60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191919"/>
                </a:solidFill>
                <a:latin typeface="Open Sans"/>
                <a:ea typeface="Open Sans"/>
                <a:cs typeface="Open Sans"/>
                <a:sym typeface="Open Sans"/>
              </a:rPr>
              <a:t>Neptune is the farthest planet from the Sun</a:t>
            </a:r>
            <a:endParaRPr sz="1200">
              <a:solidFill>
                <a:srgbClr val="191919"/>
              </a:solidFill>
              <a:latin typeface="Open Sans"/>
              <a:ea typeface="Open Sans"/>
              <a:cs typeface="Open Sans"/>
              <a:sym typeface="Open Sans"/>
            </a:endParaRPr>
          </a:p>
        </p:txBody>
      </p:sp>
      <p:sp>
        <p:nvSpPr>
          <p:cNvPr id="228" name="Google Shape;228;p31"/>
          <p:cNvSpPr txBox="1"/>
          <p:nvPr/>
        </p:nvSpPr>
        <p:spPr>
          <a:xfrm>
            <a:off x="528325" y="1738262"/>
            <a:ext cx="1860900" cy="46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2400">
                <a:solidFill>
                  <a:schemeClr val="dk2"/>
                </a:solidFill>
                <a:latin typeface="Raleway SemiBold"/>
                <a:ea typeface="Raleway SemiBold"/>
                <a:cs typeface="Raleway SemiBold"/>
                <a:sym typeface="Raleway SemiBold"/>
              </a:rPr>
              <a:t>01</a:t>
            </a:r>
            <a:endParaRPr sz="2400">
              <a:solidFill>
                <a:schemeClr val="dk2"/>
              </a:solidFill>
              <a:latin typeface="Raleway SemiBold"/>
              <a:ea typeface="Raleway SemiBold"/>
              <a:cs typeface="Raleway SemiBold"/>
              <a:sym typeface="Raleway SemiBold"/>
            </a:endParaRPr>
          </a:p>
        </p:txBody>
      </p:sp>
      <p:sp>
        <p:nvSpPr>
          <p:cNvPr id="229" name="Google Shape;229;p31"/>
          <p:cNvSpPr txBox="1"/>
          <p:nvPr/>
        </p:nvSpPr>
        <p:spPr>
          <a:xfrm>
            <a:off x="2627567" y="1738262"/>
            <a:ext cx="1860900" cy="46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2400">
                <a:solidFill>
                  <a:schemeClr val="dk2"/>
                </a:solidFill>
                <a:latin typeface="Raleway SemiBold"/>
                <a:ea typeface="Raleway SemiBold"/>
                <a:cs typeface="Raleway SemiBold"/>
                <a:sym typeface="Raleway SemiBold"/>
              </a:rPr>
              <a:t>02</a:t>
            </a:r>
            <a:endParaRPr sz="2400">
              <a:solidFill>
                <a:schemeClr val="dk2"/>
              </a:solidFill>
              <a:latin typeface="Raleway SemiBold"/>
              <a:ea typeface="Raleway SemiBold"/>
              <a:cs typeface="Raleway SemiBold"/>
              <a:sym typeface="Raleway SemiBold"/>
            </a:endParaRPr>
          </a:p>
        </p:txBody>
      </p:sp>
      <p:sp>
        <p:nvSpPr>
          <p:cNvPr id="230" name="Google Shape;230;p31"/>
          <p:cNvSpPr txBox="1"/>
          <p:nvPr/>
        </p:nvSpPr>
        <p:spPr>
          <a:xfrm>
            <a:off x="4726808" y="1738262"/>
            <a:ext cx="1860900" cy="46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2400">
                <a:solidFill>
                  <a:schemeClr val="dk2"/>
                </a:solidFill>
                <a:latin typeface="Raleway SemiBold"/>
                <a:ea typeface="Raleway SemiBold"/>
                <a:cs typeface="Raleway SemiBold"/>
                <a:sym typeface="Raleway SemiBold"/>
              </a:rPr>
              <a:t>03</a:t>
            </a:r>
            <a:endParaRPr sz="2400">
              <a:solidFill>
                <a:schemeClr val="dk2"/>
              </a:solidFill>
              <a:latin typeface="Raleway SemiBold"/>
              <a:ea typeface="Raleway SemiBold"/>
              <a:cs typeface="Raleway SemiBold"/>
              <a:sym typeface="Raleway SemiBold"/>
            </a:endParaRPr>
          </a:p>
        </p:txBody>
      </p:sp>
      <p:sp>
        <p:nvSpPr>
          <p:cNvPr id="231" name="Google Shape;231;p31"/>
          <p:cNvSpPr txBox="1"/>
          <p:nvPr/>
        </p:nvSpPr>
        <p:spPr>
          <a:xfrm>
            <a:off x="6826050" y="1738262"/>
            <a:ext cx="1860900" cy="46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2400">
                <a:solidFill>
                  <a:schemeClr val="dk2"/>
                </a:solidFill>
                <a:latin typeface="Raleway SemiBold"/>
                <a:ea typeface="Raleway SemiBold"/>
                <a:cs typeface="Raleway SemiBold"/>
                <a:sym typeface="Raleway SemiBold"/>
              </a:rPr>
              <a:t>04</a:t>
            </a:r>
            <a:endParaRPr sz="2400">
              <a:solidFill>
                <a:schemeClr val="dk2"/>
              </a:solidFill>
              <a:latin typeface="Raleway SemiBold"/>
              <a:ea typeface="Raleway SemiBold"/>
              <a:cs typeface="Raleway SemiBold"/>
              <a:sym typeface="Raleway SemiBold"/>
            </a:endParaRPr>
          </a:p>
        </p:txBody>
      </p:sp>
      <p:cxnSp>
        <p:nvCxnSpPr>
          <p:cNvPr id="232" name="Google Shape;232;p31"/>
          <p:cNvCxnSpPr/>
          <p:nvPr/>
        </p:nvCxnSpPr>
        <p:spPr>
          <a:xfrm>
            <a:off x="2556396" y="1888000"/>
            <a:ext cx="0" cy="2720400"/>
          </a:xfrm>
          <a:prstGeom prst="straightConnector1">
            <a:avLst/>
          </a:prstGeom>
          <a:noFill/>
          <a:ln cap="flat" cmpd="sng" w="9525">
            <a:solidFill>
              <a:schemeClr val="accent4"/>
            </a:solidFill>
            <a:prstDash val="solid"/>
            <a:round/>
            <a:headEnd len="med" w="med" type="none"/>
            <a:tailEnd len="med" w="med" type="none"/>
          </a:ln>
        </p:spPr>
      </p:cxnSp>
      <p:cxnSp>
        <p:nvCxnSpPr>
          <p:cNvPr id="233" name="Google Shape;233;p31"/>
          <p:cNvCxnSpPr/>
          <p:nvPr/>
        </p:nvCxnSpPr>
        <p:spPr>
          <a:xfrm>
            <a:off x="4655573" y="1888000"/>
            <a:ext cx="0" cy="2720400"/>
          </a:xfrm>
          <a:prstGeom prst="straightConnector1">
            <a:avLst/>
          </a:prstGeom>
          <a:noFill/>
          <a:ln cap="flat" cmpd="sng" w="9525">
            <a:solidFill>
              <a:schemeClr val="accent4"/>
            </a:solidFill>
            <a:prstDash val="solid"/>
            <a:round/>
            <a:headEnd len="med" w="med" type="none"/>
            <a:tailEnd len="med" w="med" type="none"/>
          </a:ln>
        </p:spPr>
      </p:cxnSp>
      <p:cxnSp>
        <p:nvCxnSpPr>
          <p:cNvPr id="234" name="Google Shape;234;p31"/>
          <p:cNvCxnSpPr/>
          <p:nvPr/>
        </p:nvCxnSpPr>
        <p:spPr>
          <a:xfrm>
            <a:off x="6754750" y="1888000"/>
            <a:ext cx="0" cy="2720400"/>
          </a:xfrm>
          <a:prstGeom prst="straightConnector1">
            <a:avLst/>
          </a:prstGeom>
          <a:noFill/>
          <a:ln cap="flat" cmpd="sng" w="9525">
            <a:solidFill>
              <a:schemeClr val="accent4"/>
            </a:solidFill>
            <a:prstDash val="solid"/>
            <a:round/>
            <a:headEnd len="med" w="med" type="none"/>
            <a:tailEnd len="med" w="med" type="none"/>
          </a:ln>
        </p:spPr>
      </p:cxnSp>
      <p:cxnSp>
        <p:nvCxnSpPr>
          <p:cNvPr id="235" name="Google Shape;235;p31"/>
          <p:cNvCxnSpPr/>
          <p:nvPr/>
        </p:nvCxnSpPr>
        <p:spPr>
          <a:xfrm>
            <a:off x="455100" y="1888000"/>
            <a:ext cx="0" cy="2720400"/>
          </a:xfrm>
          <a:prstGeom prst="straightConnector1">
            <a:avLst/>
          </a:prstGeom>
          <a:noFill/>
          <a:ln cap="flat" cmpd="sng" w="9525">
            <a:solidFill>
              <a:schemeClr val="accent4"/>
            </a:solidFill>
            <a:prstDash val="solid"/>
            <a:round/>
            <a:headEnd len="med" w="med" type="none"/>
            <a:tailEnd len="med" w="med" type="non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32"/>
          <p:cNvSpPr txBox="1"/>
          <p:nvPr>
            <p:ph type="title"/>
          </p:nvPr>
        </p:nvSpPr>
        <p:spPr>
          <a:xfrm>
            <a:off x="4541700" y="925525"/>
            <a:ext cx="4145100" cy="7548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n"/>
              <a:t>333,000</a:t>
            </a:r>
            <a:endParaRPr/>
          </a:p>
        </p:txBody>
      </p:sp>
      <p:sp>
        <p:nvSpPr>
          <p:cNvPr id="241" name="Google Shape;241;p32"/>
          <p:cNvSpPr txBox="1"/>
          <p:nvPr>
            <p:ph idx="1" type="subTitle"/>
          </p:nvPr>
        </p:nvSpPr>
        <p:spPr>
          <a:xfrm>
            <a:off x="457200" y="1090584"/>
            <a:ext cx="2803500" cy="448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How many times the Sun’s mass is compared to Earth’s</a:t>
            </a:r>
            <a:endParaRPr/>
          </a:p>
        </p:txBody>
      </p:sp>
      <p:sp>
        <p:nvSpPr>
          <p:cNvPr id="242" name="Google Shape;242;p32"/>
          <p:cNvSpPr txBox="1"/>
          <p:nvPr>
            <p:ph idx="2" type="title"/>
          </p:nvPr>
        </p:nvSpPr>
        <p:spPr>
          <a:xfrm>
            <a:off x="4541700" y="3082109"/>
            <a:ext cx="4145100" cy="7548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n"/>
              <a:t>386,000 km</a:t>
            </a:r>
            <a:endParaRPr/>
          </a:p>
        </p:txBody>
      </p:sp>
      <p:sp>
        <p:nvSpPr>
          <p:cNvPr id="243" name="Google Shape;243;p32"/>
          <p:cNvSpPr txBox="1"/>
          <p:nvPr>
            <p:ph idx="3" type="subTitle"/>
          </p:nvPr>
        </p:nvSpPr>
        <p:spPr>
          <a:xfrm>
            <a:off x="457200" y="3231511"/>
            <a:ext cx="2803500" cy="448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Distance between Earth and the Moon</a:t>
            </a:r>
            <a:endParaRPr/>
          </a:p>
        </p:txBody>
      </p:sp>
      <p:sp>
        <p:nvSpPr>
          <p:cNvPr id="244" name="Google Shape;244;p32"/>
          <p:cNvSpPr txBox="1"/>
          <p:nvPr>
            <p:ph idx="4" type="title"/>
          </p:nvPr>
        </p:nvSpPr>
        <p:spPr>
          <a:xfrm>
            <a:off x="4541700" y="2003817"/>
            <a:ext cx="4145100" cy="7548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n"/>
              <a:t>12,742 km</a:t>
            </a:r>
            <a:endParaRPr/>
          </a:p>
        </p:txBody>
      </p:sp>
      <p:sp>
        <p:nvSpPr>
          <p:cNvPr id="245" name="Google Shape;245;p32"/>
          <p:cNvSpPr txBox="1"/>
          <p:nvPr>
            <p:ph idx="5" type="subTitle"/>
          </p:nvPr>
        </p:nvSpPr>
        <p:spPr>
          <a:xfrm>
            <a:off x="457200" y="2161047"/>
            <a:ext cx="2803500" cy="448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The average diameter of Earth at the equator</a:t>
            </a:r>
            <a:endParaRPr/>
          </a:p>
        </p:txBody>
      </p:sp>
      <p:sp>
        <p:nvSpPr>
          <p:cNvPr id="246" name="Google Shape;246;p32"/>
          <p:cNvSpPr txBox="1"/>
          <p:nvPr>
            <p:ph idx="6" type="title"/>
          </p:nvPr>
        </p:nvSpPr>
        <p:spPr>
          <a:xfrm>
            <a:off x="4541700" y="4160401"/>
            <a:ext cx="4145100" cy="7548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n"/>
              <a:t>24 hours</a:t>
            </a:r>
            <a:endParaRPr/>
          </a:p>
        </p:txBody>
      </p:sp>
      <p:sp>
        <p:nvSpPr>
          <p:cNvPr id="247" name="Google Shape;247;p32"/>
          <p:cNvSpPr txBox="1"/>
          <p:nvPr>
            <p:ph idx="7" type="subTitle"/>
          </p:nvPr>
        </p:nvSpPr>
        <p:spPr>
          <a:xfrm>
            <a:off x="457200" y="4301974"/>
            <a:ext cx="2803500" cy="448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The duration of a full rotation of Earth (1 day)</a:t>
            </a:r>
            <a:endParaRPr/>
          </a:p>
        </p:txBody>
      </p:sp>
      <p:sp>
        <p:nvSpPr>
          <p:cNvPr id="248" name="Google Shape;248;p32"/>
          <p:cNvSpPr txBox="1"/>
          <p:nvPr>
            <p:ph idx="8" type="title"/>
          </p:nvPr>
        </p:nvSpPr>
        <p:spPr>
          <a:xfrm>
            <a:off x="457200" y="228600"/>
            <a:ext cx="7004400" cy="66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Key metrics</a:t>
            </a:r>
            <a:endParaRPr/>
          </a:p>
        </p:txBody>
      </p:sp>
      <p:cxnSp>
        <p:nvCxnSpPr>
          <p:cNvPr id="249" name="Google Shape;249;p32"/>
          <p:cNvCxnSpPr/>
          <p:nvPr/>
        </p:nvCxnSpPr>
        <p:spPr>
          <a:xfrm rot="10800000">
            <a:off x="457200" y="1842075"/>
            <a:ext cx="8229600" cy="0"/>
          </a:xfrm>
          <a:prstGeom prst="straightConnector1">
            <a:avLst/>
          </a:prstGeom>
          <a:noFill/>
          <a:ln cap="flat" cmpd="sng" w="9525">
            <a:solidFill>
              <a:schemeClr val="accent4"/>
            </a:solidFill>
            <a:prstDash val="solid"/>
            <a:round/>
            <a:headEnd len="med" w="med" type="none"/>
            <a:tailEnd len="med" w="med" type="none"/>
          </a:ln>
        </p:spPr>
      </p:cxnSp>
      <p:cxnSp>
        <p:nvCxnSpPr>
          <p:cNvPr id="250" name="Google Shape;250;p32"/>
          <p:cNvCxnSpPr/>
          <p:nvPr/>
        </p:nvCxnSpPr>
        <p:spPr>
          <a:xfrm rot="10800000">
            <a:off x="457200" y="2920363"/>
            <a:ext cx="8229600" cy="0"/>
          </a:xfrm>
          <a:prstGeom prst="straightConnector1">
            <a:avLst/>
          </a:prstGeom>
          <a:noFill/>
          <a:ln cap="flat" cmpd="sng" w="9525">
            <a:solidFill>
              <a:schemeClr val="accent4"/>
            </a:solidFill>
            <a:prstDash val="solid"/>
            <a:round/>
            <a:headEnd len="med" w="med" type="none"/>
            <a:tailEnd len="med" w="med" type="none"/>
          </a:ln>
        </p:spPr>
      </p:cxnSp>
      <p:cxnSp>
        <p:nvCxnSpPr>
          <p:cNvPr id="251" name="Google Shape;251;p32"/>
          <p:cNvCxnSpPr/>
          <p:nvPr/>
        </p:nvCxnSpPr>
        <p:spPr>
          <a:xfrm rot="10800000">
            <a:off x="457200" y="3998650"/>
            <a:ext cx="8229600" cy="0"/>
          </a:xfrm>
          <a:prstGeom prst="straightConnector1">
            <a:avLst/>
          </a:prstGeom>
          <a:noFill/>
          <a:ln cap="flat" cmpd="sng" w="9525">
            <a:solidFill>
              <a:schemeClr val="accent4"/>
            </a:solidFill>
            <a:prstDash val="solid"/>
            <a:round/>
            <a:headEnd len="med" w="med" type="none"/>
            <a:tailEnd len="med" w="med" type="non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pic>
        <p:nvPicPr>
          <p:cNvPr id="256" name="Google Shape;256;p33" title="freepik__enhance__26664.jpeg"/>
          <p:cNvPicPr preferRelativeResize="0"/>
          <p:nvPr>
            <p:ph idx="2" type="pic"/>
          </p:nvPr>
        </p:nvPicPr>
        <p:blipFill rotWithShape="1">
          <a:blip r:embed="rId3">
            <a:alphaModFix/>
          </a:blip>
          <a:srcRect b="0" l="386" r="396" t="0"/>
          <a:stretch/>
        </p:blipFill>
        <p:spPr>
          <a:xfrm>
            <a:off x="0" y="0"/>
            <a:ext cx="9144003" cy="5143500"/>
          </a:xfrm>
          <a:prstGeom prst="rect">
            <a:avLst/>
          </a:prstGeom>
        </p:spPr>
      </p:pic>
      <p:sp>
        <p:nvSpPr>
          <p:cNvPr id="257" name="Google Shape;257;p33"/>
          <p:cNvSpPr txBox="1"/>
          <p:nvPr>
            <p:ph type="title"/>
          </p:nvPr>
        </p:nvSpPr>
        <p:spPr>
          <a:xfrm>
            <a:off x="5230250" y="3673925"/>
            <a:ext cx="3456600" cy="995100"/>
          </a:xfrm>
          <a:prstGeom prst="rect">
            <a:avLst/>
          </a:prstGeom>
          <a:solidFill>
            <a:schemeClr val="lt1"/>
          </a:solidFill>
        </p:spPr>
        <p:txBody>
          <a:bodyPr anchorCtr="0" anchor="ctr" bIns="91425" lIns="91425" spcFirstLastPara="1" rIns="91425" wrap="square" tIns="91425">
            <a:noAutofit/>
          </a:bodyPr>
          <a:lstStyle/>
          <a:p>
            <a:pPr indent="0" lvl="0" marL="0" rtl="0" algn="ctr">
              <a:spcBef>
                <a:spcPts val="0"/>
              </a:spcBef>
              <a:spcAft>
                <a:spcPts val="0"/>
              </a:spcAft>
              <a:buNone/>
            </a:pPr>
            <a:r>
              <a:rPr lang="en"/>
              <a:t>You can give a brief description of the topic you want to talk about here. For example, you can say that Mercury is the smallest planet in the entire Solar System</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34"/>
          <p:cNvSpPr txBox="1"/>
          <p:nvPr>
            <p:ph type="title"/>
          </p:nvPr>
        </p:nvSpPr>
        <p:spPr>
          <a:xfrm>
            <a:off x="661200" y="298700"/>
            <a:ext cx="3742800" cy="2474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lt2"/>
                </a:solidFill>
              </a:rPr>
              <a:t>Thank     </a:t>
            </a:r>
            <a:endParaRPr>
              <a:solidFill>
                <a:schemeClr val="lt2"/>
              </a:solidFill>
            </a:endParaRPr>
          </a:p>
          <a:p>
            <a:pPr indent="0" lvl="0" marL="0" rtl="0" algn="l">
              <a:spcBef>
                <a:spcPts val="0"/>
              </a:spcBef>
              <a:spcAft>
                <a:spcPts val="0"/>
              </a:spcAft>
              <a:buNone/>
            </a:pPr>
            <a:r>
              <a:rPr lang="en">
                <a:solidFill>
                  <a:schemeClr val="lt2"/>
                </a:solidFill>
              </a:rPr>
              <a:t>         you</a:t>
            </a:r>
            <a:endParaRPr>
              <a:solidFill>
                <a:schemeClr val="lt2"/>
              </a:solidFill>
            </a:endParaRPr>
          </a:p>
        </p:txBody>
      </p:sp>
      <p:sp>
        <p:nvSpPr>
          <p:cNvPr id="263" name="Google Shape;263;p34"/>
          <p:cNvSpPr txBox="1"/>
          <p:nvPr>
            <p:ph idx="1" type="subTitle"/>
          </p:nvPr>
        </p:nvSpPr>
        <p:spPr>
          <a:xfrm>
            <a:off x="5763000" y="2867058"/>
            <a:ext cx="3152700" cy="1231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accent4"/>
                </a:solidFill>
              </a:rPr>
              <a:t>Do you have any questions?</a:t>
            </a:r>
            <a:endParaRPr b="1">
              <a:solidFill>
                <a:schemeClr val="accent4"/>
              </a:solidFill>
            </a:endParaRPr>
          </a:p>
          <a:p>
            <a:pPr indent="0" lvl="0" marL="0" rtl="0" algn="l">
              <a:spcBef>
                <a:spcPts val="1000"/>
              </a:spcBef>
              <a:spcAft>
                <a:spcPts val="0"/>
              </a:spcAft>
              <a:buNone/>
            </a:pPr>
            <a:r>
              <a:rPr lang="en">
                <a:solidFill>
                  <a:schemeClr val="accent4"/>
                </a:solidFill>
              </a:rPr>
              <a:t>youremail@freepik.com</a:t>
            </a:r>
            <a:endParaRPr>
              <a:solidFill>
                <a:schemeClr val="accent4"/>
              </a:solidFill>
            </a:endParaRPr>
          </a:p>
          <a:p>
            <a:pPr indent="0" lvl="0" marL="0" rtl="0" algn="l">
              <a:spcBef>
                <a:spcPts val="0"/>
              </a:spcBef>
              <a:spcAft>
                <a:spcPts val="0"/>
              </a:spcAft>
              <a:buNone/>
            </a:pPr>
            <a:r>
              <a:rPr lang="en">
                <a:solidFill>
                  <a:schemeClr val="accent4"/>
                </a:solidFill>
              </a:rPr>
              <a:t>+00 000 000 000</a:t>
            </a:r>
            <a:endParaRPr>
              <a:solidFill>
                <a:schemeClr val="accent4"/>
              </a:solidFill>
            </a:endParaRPr>
          </a:p>
          <a:p>
            <a:pPr indent="0" lvl="0" marL="0" rtl="0" algn="l">
              <a:spcBef>
                <a:spcPts val="0"/>
              </a:spcBef>
              <a:spcAft>
                <a:spcPts val="0"/>
              </a:spcAft>
              <a:buNone/>
            </a:pPr>
            <a:r>
              <a:rPr lang="en">
                <a:solidFill>
                  <a:schemeClr val="accent4"/>
                </a:solidFill>
              </a:rPr>
              <a:t>yourwebsite.com</a:t>
            </a:r>
            <a:endParaRPr>
              <a:solidFill>
                <a:schemeClr val="accent4"/>
              </a:solidFill>
            </a:endParaRPr>
          </a:p>
        </p:txBody>
      </p:sp>
      <p:grpSp>
        <p:nvGrpSpPr>
          <p:cNvPr id="264" name="Google Shape;264;p34"/>
          <p:cNvGrpSpPr/>
          <p:nvPr/>
        </p:nvGrpSpPr>
        <p:grpSpPr>
          <a:xfrm>
            <a:off x="5082875" y="2867051"/>
            <a:ext cx="437400" cy="437400"/>
            <a:chOff x="5082875" y="2867051"/>
            <a:chExt cx="437400" cy="437400"/>
          </a:xfrm>
        </p:grpSpPr>
        <p:sp>
          <p:nvSpPr>
            <p:cNvPr id="265" name="Google Shape;265;p34"/>
            <p:cNvSpPr/>
            <p:nvPr/>
          </p:nvSpPr>
          <p:spPr>
            <a:xfrm>
              <a:off x="5082875" y="2867051"/>
              <a:ext cx="437400" cy="437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66" name="Google Shape;266;p34"/>
            <p:cNvGrpSpPr/>
            <p:nvPr/>
          </p:nvGrpSpPr>
          <p:grpSpPr>
            <a:xfrm>
              <a:off x="5159924" y="2947756"/>
              <a:ext cx="276012" cy="275991"/>
              <a:chOff x="3368074" y="3882537"/>
              <a:chExt cx="215298" cy="215298"/>
            </a:xfrm>
          </p:grpSpPr>
          <p:sp>
            <p:nvSpPr>
              <p:cNvPr id="267" name="Google Shape;267;p34"/>
              <p:cNvSpPr/>
              <p:nvPr/>
            </p:nvSpPr>
            <p:spPr>
              <a:xfrm>
                <a:off x="3368074" y="3882537"/>
                <a:ext cx="215298" cy="215298"/>
              </a:xfrm>
              <a:custGeom>
                <a:rect b="b" l="l" r="r" t="t"/>
                <a:pathLst>
                  <a:path extrusionOk="0" h="6764" w="6764">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34"/>
              <p:cNvSpPr/>
              <p:nvPr/>
            </p:nvSpPr>
            <p:spPr>
              <a:xfrm>
                <a:off x="3418143" y="3933656"/>
                <a:ext cx="114811" cy="112742"/>
              </a:xfrm>
              <a:custGeom>
                <a:rect b="b" l="l" r="r" t="t"/>
                <a:pathLst>
                  <a:path extrusionOk="0" h="3542" w="3607">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34"/>
              <p:cNvSpPr/>
              <p:nvPr/>
            </p:nvSpPr>
            <p:spPr>
              <a:xfrm>
                <a:off x="3519298" y="3910197"/>
                <a:ext cx="29570" cy="29220"/>
              </a:xfrm>
              <a:custGeom>
                <a:rect b="b" l="l" r="r" t="t"/>
                <a:pathLst>
                  <a:path extrusionOk="0" h="918" w="929">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70" name="Google Shape;270;p34"/>
          <p:cNvGrpSpPr/>
          <p:nvPr/>
        </p:nvGrpSpPr>
        <p:grpSpPr>
          <a:xfrm>
            <a:off x="5082875" y="4349069"/>
            <a:ext cx="437400" cy="437400"/>
            <a:chOff x="5082875" y="4349069"/>
            <a:chExt cx="437400" cy="437400"/>
          </a:xfrm>
        </p:grpSpPr>
        <p:sp>
          <p:nvSpPr>
            <p:cNvPr id="271" name="Google Shape;271;p34"/>
            <p:cNvSpPr/>
            <p:nvPr/>
          </p:nvSpPr>
          <p:spPr>
            <a:xfrm>
              <a:off x="5082875" y="4349069"/>
              <a:ext cx="437400" cy="437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34"/>
            <p:cNvSpPr/>
            <p:nvPr/>
          </p:nvSpPr>
          <p:spPr>
            <a:xfrm>
              <a:off x="5167324" y="4430568"/>
              <a:ext cx="268502" cy="274403"/>
            </a:xfrm>
            <a:custGeom>
              <a:rect b="b" l="l" r="r" t="t"/>
              <a:pathLst>
                <a:path extrusionOk="0" h="6860069" w="6712561">
                  <a:moveTo>
                    <a:pt x="3994869" y="2904749"/>
                  </a:moveTo>
                  <a:lnTo>
                    <a:pt x="6493788" y="0"/>
                  </a:lnTo>
                  <a:lnTo>
                    <a:pt x="5901628" y="0"/>
                  </a:lnTo>
                  <a:lnTo>
                    <a:pt x="3731848" y="2522189"/>
                  </a:lnTo>
                  <a:lnTo>
                    <a:pt x="1998833" y="0"/>
                  </a:lnTo>
                  <a:lnTo>
                    <a:pt x="0" y="0"/>
                  </a:lnTo>
                  <a:lnTo>
                    <a:pt x="2620640" y="3813966"/>
                  </a:lnTo>
                  <a:lnTo>
                    <a:pt x="0" y="6860070"/>
                  </a:lnTo>
                  <a:lnTo>
                    <a:pt x="592216" y="6860070"/>
                  </a:lnTo>
                  <a:lnTo>
                    <a:pt x="2883548" y="4196581"/>
                  </a:lnTo>
                  <a:lnTo>
                    <a:pt x="4713728" y="6860070"/>
                  </a:lnTo>
                  <a:lnTo>
                    <a:pt x="6712561" y="6860070"/>
                  </a:lnTo>
                  <a:lnTo>
                    <a:pt x="3994757" y="2904749"/>
                  </a:lnTo>
                  <a:lnTo>
                    <a:pt x="3994925" y="2904749"/>
                  </a:lnTo>
                  <a:close/>
                  <a:moveTo>
                    <a:pt x="3183768" y="3847528"/>
                  </a:moveTo>
                  <a:lnTo>
                    <a:pt x="2918230" y="3467765"/>
                  </a:lnTo>
                  <a:lnTo>
                    <a:pt x="805563" y="445770"/>
                  </a:lnTo>
                  <a:lnTo>
                    <a:pt x="1715115" y="445770"/>
                  </a:lnTo>
                  <a:lnTo>
                    <a:pt x="3420106" y="2884611"/>
                  </a:lnTo>
                  <a:lnTo>
                    <a:pt x="3685644" y="3264375"/>
                  </a:lnTo>
                  <a:lnTo>
                    <a:pt x="5901907" y="6434494"/>
                  </a:lnTo>
                  <a:lnTo>
                    <a:pt x="4992356" y="6434494"/>
                  </a:lnTo>
                  <a:lnTo>
                    <a:pt x="3183824" y="3847640"/>
                  </a:lnTo>
                  <a:lnTo>
                    <a:pt x="3183824" y="3847472"/>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73" name="Google Shape;273;p34"/>
          <p:cNvGrpSpPr/>
          <p:nvPr/>
        </p:nvGrpSpPr>
        <p:grpSpPr>
          <a:xfrm>
            <a:off x="5082875" y="3608060"/>
            <a:ext cx="437400" cy="437400"/>
            <a:chOff x="5082875" y="3608060"/>
            <a:chExt cx="437400" cy="437400"/>
          </a:xfrm>
        </p:grpSpPr>
        <p:sp>
          <p:nvSpPr>
            <p:cNvPr id="274" name="Google Shape;274;p34"/>
            <p:cNvSpPr/>
            <p:nvPr/>
          </p:nvSpPr>
          <p:spPr>
            <a:xfrm>
              <a:off x="5082875" y="3608060"/>
              <a:ext cx="437400" cy="437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5" name="Google Shape;275;p34"/>
            <p:cNvGrpSpPr/>
            <p:nvPr/>
          </p:nvGrpSpPr>
          <p:grpSpPr>
            <a:xfrm>
              <a:off x="5168181" y="3707473"/>
              <a:ext cx="266790" cy="238574"/>
              <a:chOff x="3824739" y="3890112"/>
              <a:chExt cx="208105" cy="186110"/>
            </a:xfrm>
          </p:grpSpPr>
          <p:sp>
            <p:nvSpPr>
              <p:cNvPr id="276" name="Google Shape;276;p34"/>
              <p:cNvSpPr/>
              <p:nvPr/>
            </p:nvSpPr>
            <p:spPr>
              <a:xfrm>
                <a:off x="3831933" y="3955682"/>
                <a:ext cx="47809" cy="120540"/>
              </a:xfrm>
              <a:custGeom>
                <a:rect b="b" l="l" r="r" t="t"/>
                <a:pathLst>
                  <a:path extrusionOk="0" h="3787" w="1502">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34"/>
              <p:cNvSpPr/>
              <p:nvPr/>
            </p:nvSpPr>
            <p:spPr>
              <a:xfrm>
                <a:off x="3824739" y="3890112"/>
                <a:ext cx="55002" cy="55002"/>
              </a:xfrm>
              <a:custGeom>
                <a:rect b="b" l="l" r="r" t="t"/>
                <a:pathLst>
                  <a:path extrusionOk="0" h="1728" w="1728">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34"/>
              <p:cNvSpPr/>
              <p:nvPr/>
            </p:nvSpPr>
            <p:spPr>
              <a:xfrm>
                <a:off x="3904696" y="3955682"/>
                <a:ext cx="128148" cy="120540"/>
              </a:xfrm>
              <a:custGeom>
                <a:rect b="b" l="l" r="r" t="t"/>
                <a:pathLst>
                  <a:path extrusionOk="0" h="3787" w="4026">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82" name="Shape 282"/>
        <p:cNvGrpSpPr/>
        <p:nvPr/>
      </p:nvGrpSpPr>
      <p:grpSpPr>
        <a:xfrm>
          <a:off x="0" y="0"/>
          <a:ext cx="0" cy="0"/>
          <a:chOff x="0" y="0"/>
          <a:chExt cx="0" cy="0"/>
        </a:xfrm>
      </p:grpSpPr>
      <p:sp>
        <p:nvSpPr>
          <p:cNvPr id="283" name="Google Shape;283;p35"/>
          <p:cNvSpPr txBox="1"/>
          <p:nvPr>
            <p:ph type="title"/>
          </p:nvPr>
        </p:nvSpPr>
        <p:spPr>
          <a:xfrm>
            <a:off x="728527" y="539500"/>
            <a:ext cx="3347700" cy="48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Fonts</a:t>
            </a:r>
            <a:endParaRPr/>
          </a:p>
        </p:txBody>
      </p:sp>
      <p:sp>
        <p:nvSpPr>
          <p:cNvPr id="284" name="Google Shape;284;p35"/>
          <p:cNvSpPr txBox="1"/>
          <p:nvPr/>
        </p:nvSpPr>
        <p:spPr>
          <a:xfrm>
            <a:off x="713225" y="2426538"/>
            <a:ext cx="3195900" cy="302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100">
                <a:solidFill>
                  <a:schemeClr val="lt1"/>
                </a:solidFill>
                <a:latin typeface="Inter"/>
                <a:ea typeface="Inter"/>
                <a:cs typeface="Inter"/>
                <a:sym typeface="Inter"/>
              </a:rPr>
              <a:t>Click on the button of the link to the fonts </a:t>
            </a:r>
            <a:endParaRPr sz="1100">
              <a:solidFill>
                <a:schemeClr val="lt1"/>
              </a:solidFill>
              <a:latin typeface="Inter"/>
              <a:ea typeface="Inter"/>
              <a:cs typeface="Inter"/>
              <a:sym typeface="Inter"/>
            </a:endParaRPr>
          </a:p>
        </p:txBody>
      </p:sp>
      <p:sp>
        <p:nvSpPr>
          <p:cNvPr id="285" name="Google Shape;285;p35"/>
          <p:cNvSpPr/>
          <p:nvPr/>
        </p:nvSpPr>
        <p:spPr>
          <a:xfrm>
            <a:off x="5068946" y="2360912"/>
            <a:ext cx="689100" cy="656700"/>
          </a:xfrm>
          <a:prstGeom prst="roundRect">
            <a:avLst>
              <a:gd fmla="val 16667" name="adj"/>
            </a:avLst>
          </a:prstGeom>
          <a:solidFill>
            <a:srgbClr val="262626"/>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286" name="Google Shape;286;p35"/>
          <p:cNvSpPr txBox="1"/>
          <p:nvPr/>
        </p:nvSpPr>
        <p:spPr>
          <a:xfrm>
            <a:off x="5068946" y="2497662"/>
            <a:ext cx="689100" cy="383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dk1"/>
                </a:solidFill>
                <a:latin typeface="Inter"/>
                <a:ea typeface="Inter"/>
                <a:cs typeface="Inter"/>
                <a:sym typeface="Inter"/>
              </a:rPr>
              <a:t>#262626</a:t>
            </a:r>
            <a:endParaRPr sz="900">
              <a:solidFill>
                <a:schemeClr val="dk1"/>
              </a:solidFill>
              <a:latin typeface="Inter"/>
              <a:ea typeface="Inter"/>
              <a:cs typeface="Inter"/>
              <a:sym typeface="Inter"/>
            </a:endParaRPr>
          </a:p>
        </p:txBody>
      </p:sp>
      <p:sp>
        <p:nvSpPr>
          <p:cNvPr id="287" name="Google Shape;287;p35"/>
          <p:cNvSpPr txBox="1"/>
          <p:nvPr/>
        </p:nvSpPr>
        <p:spPr>
          <a:xfrm>
            <a:off x="4972375" y="1187975"/>
            <a:ext cx="3458400" cy="506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rgbClr val="FFFFFF"/>
              </a:buClr>
              <a:buSzPts val="1100"/>
              <a:buFont typeface="Arial"/>
              <a:buNone/>
            </a:pPr>
            <a:r>
              <a:rPr lang="en" sz="1100">
                <a:solidFill>
                  <a:schemeClr val="lt1"/>
                </a:solidFill>
                <a:latin typeface="Inter"/>
                <a:ea typeface="Inter"/>
                <a:cs typeface="Inter"/>
                <a:sym typeface="Inter"/>
              </a:rPr>
              <a:t>All the colors used in this presentation</a:t>
            </a:r>
            <a:endParaRPr b="1" sz="1100">
              <a:solidFill>
                <a:schemeClr val="lt1"/>
              </a:solidFill>
              <a:latin typeface="Inter"/>
              <a:ea typeface="Inter"/>
              <a:cs typeface="Inter"/>
              <a:sym typeface="Inter"/>
            </a:endParaRPr>
          </a:p>
        </p:txBody>
      </p:sp>
      <p:sp>
        <p:nvSpPr>
          <p:cNvPr id="288" name="Google Shape;288;p35"/>
          <p:cNvSpPr/>
          <p:nvPr/>
        </p:nvSpPr>
        <p:spPr>
          <a:xfrm>
            <a:off x="5881037" y="2360912"/>
            <a:ext cx="689100" cy="656700"/>
          </a:xfrm>
          <a:prstGeom prst="roundRect">
            <a:avLst>
              <a:gd fmla="val 16667" name="adj"/>
            </a:avLst>
          </a:prstGeom>
          <a:solidFill>
            <a:srgbClr val="E1EAF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289" name="Google Shape;289;p35"/>
          <p:cNvSpPr txBox="1"/>
          <p:nvPr/>
        </p:nvSpPr>
        <p:spPr>
          <a:xfrm>
            <a:off x="5881037" y="2497662"/>
            <a:ext cx="689100" cy="383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lt1"/>
                </a:solidFill>
                <a:latin typeface="Inter"/>
                <a:ea typeface="Inter"/>
                <a:cs typeface="Inter"/>
                <a:sym typeface="Inter"/>
              </a:rPr>
              <a:t>#e1eaff</a:t>
            </a:r>
            <a:endParaRPr sz="900">
              <a:solidFill>
                <a:schemeClr val="lt1"/>
              </a:solidFill>
              <a:latin typeface="Inter"/>
              <a:ea typeface="Inter"/>
              <a:cs typeface="Inter"/>
              <a:sym typeface="Inter"/>
            </a:endParaRPr>
          </a:p>
        </p:txBody>
      </p:sp>
      <p:sp>
        <p:nvSpPr>
          <p:cNvPr id="290" name="Google Shape;290;p35"/>
          <p:cNvSpPr/>
          <p:nvPr/>
        </p:nvSpPr>
        <p:spPr>
          <a:xfrm>
            <a:off x="5068946" y="3142437"/>
            <a:ext cx="689100" cy="656700"/>
          </a:xfrm>
          <a:prstGeom prst="roundRect">
            <a:avLst>
              <a:gd fmla="val 16667" name="adj"/>
            </a:avLst>
          </a:prstGeom>
          <a:solidFill>
            <a:srgbClr val="1DD38B"/>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291" name="Google Shape;291;p35"/>
          <p:cNvSpPr txBox="1"/>
          <p:nvPr/>
        </p:nvSpPr>
        <p:spPr>
          <a:xfrm>
            <a:off x="5068946" y="3279187"/>
            <a:ext cx="689100" cy="383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lt1"/>
                </a:solidFill>
                <a:latin typeface="Inter"/>
                <a:ea typeface="Inter"/>
                <a:cs typeface="Inter"/>
                <a:sym typeface="Inter"/>
              </a:rPr>
              <a:t>#1dd38b</a:t>
            </a:r>
            <a:endParaRPr sz="900">
              <a:solidFill>
                <a:schemeClr val="lt1"/>
              </a:solidFill>
              <a:latin typeface="Inter"/>
              <a:ea typeface="Inter"/>
              <a:cs typeface="Inter"/>
              <a:sym typeface="Inter"/>
            </a:endParaRPr>
          </a:p>
        </p:txBody>
      </p:sp>
      <p:sp>
        <p:nvSpPr>
          <p:cNvPr id="292" name="Google Shape;292;p35"/>
          <p:cNvSpPr/>
          <p:nvPr/>
        </p:nvSpPr>
        <p:spPr>
          <a:xfrm>
            <a:off x="5881037" y="3142437"/>
            <a:ext cx="689100" cy="656700"/>
          </a:xfrm>
          <a:prstGeom prst="roundRect">
            <a:avLst>
              <a:gd fmla="val 16667" name="adj"/>
            </a:avLst>
          </a:prstGeom>
          <a:solidFill>
            <a:srgbClr val="929CF4"/>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293" name="Google Shape;293;p35"/>
          <p:cNvSpPr txBox="1"/>
          <p:nvPr/>
        </p:nvSpPr>
        <p:spPr>
          <a:xfrm>
            <a:off x="5881037" y="3279187"/>
            <a:ext cx="689100" cy="383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900">
              <a:solidFill>
                <a:schemeClr val="lt1"/>
              </a:solidFill>
              <a:latin typeface="Inter"/>
              <a:ea typeface="Inter"/>
              <a:cs typeface="Inter"/>
              <a:sym typeface="Inter"/>
            </a:endParaRPr>
          </a:p>
          <a:p>
            <a:pPr indent="0" lvl="0" marL="0" rtl="0" algn="l">
              <a:spcBef>
                <a:spcPts val="0"/>
              </a:spcBef>
              <a:spcAft>
                <a:spcPts val="0"/>
              </a:spcAft>
              <a:buNone/>
            </a:pPr>
            <a:r>
              <a:rPr lang="en" sz="900">
                <a:solidFill>
                  <a:schemeClr val="lt1"/>
                </a:solidFill>
                <a:latin typeface="Inter"/>
                <a:ea typeface="Inter"/>
                <a:cs typeface="Inter"/>
                <a:sym typeface="Inter"/>
              </a:rPr>
              <a:t> #929cf4</a:t>
            </a:r>
            <a:endParaRPr sz="900">
              <a:solidFill>
                <a:schemeClr val="lt1"/>
              </a:solidFill>
              <a:latin typeface="Inter"/>
              <a:ea typeface="Inter"/>
              <a:cs typeface="Inter"/>
              <a:sym typeface="Inter"/>
            </a:endParaRPr>
          </a:p>
          <a:p>
            <a:pPr indent="0" lvl="0" marL="0" rtl="0" algn="ctr">
              <a:spcBef>
                <a:spcPts val="0"/>
              </a:spcBef>
              <a:spcAft>
                <a:spcPts val="0"/>
              </a:spcAft>
              <a:buNone/>
            </a:pPr>
            <a:r>
              <a:t/>
            </a:r>
            <a:endParaRPr sz="900">
              <a:solidFill>
                <a:schemeClr val="lt1"/>
              </a:solidFill>
              <a:latin typeface="Inter"/>
              <a:ea typeface="Inter"/>
              <a:cs typeface="Inter"/>
              <a:sym typeface="Inter"/>
            </a:endParaRPr>
          </a:p>
        </p:txBody>
      </p:sp>
      <p:sp>
        <p:nvSpPr>
          <p:cNvPr id="294" name="Google Shape;294;p35"/>
          <p:cNvSpPr/>
          <p:nvPr/>
        </p:nvSpPr>
        <p:spPr>
          <a:xfrm>
            <a:off x="6693137" y="2360912"/>
            <a:ext cx="689100" cy="656700"/>
          </a:xfrm>
          <a:prstGeom prst="roundRect">
            <a:avLst>
              <a:gd fmla="val 16667" name="adj"/>
            </a:avLst>
          </a:prstGeom>
          <a:solidFill>
            <a:srgbClr val="676FFE"/>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295" name="Google Shape;295;p35"/>
          <p:cNvSpPr txBox="1"/>
          <p:nvPr/>
        </p:nvSpPr>
        <p:spPr>
          <a:xfrm>
            <a:off x="6693137" y="2497662"/>
            <a:ext cx="689100" cy="383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lt1"/>
                </a:solidFill>
                <a:latin typeface="Inter"/>
                <a:ea typeface="Inter"/>
                <a:cs typeface="Inter"/>
                <a:sym typeface="Inter"/>
              </a:rPr>
              <a:t>#676ffe</a:t>
            </a:r>
            <a:endParaRPr sz="900">
              <a:solidFill>
                <a:schemeClr val="lt1"/>
              </a:solidFill>
              <a:latin typeface="Inter"/>
              <a:ea typeface="Inter"/>
              <a:cs typeface="Inter"/>
              <a:sym typeface="Inter"/>
            </a:endParaRPr>
          </a:p>
        </p:txBody>
      </p:sp>
      <p:grpSp>
        <p:nvGrpSpPr>
          <p:cNvPr id="296" name="Google Shape;296;p35"/>
          <p:cNvGrpSpPr/>
          <p:nvPr/>
        </p:nvGrpSpPr>
        <p:grpSpPr>
          <a:xfrm>
            <a:off x="5084767" y="1811403"/>
            <a:ext cx="412865" cy="384035"/>
            <a:chOff x="-49397175" y="3192625"/>
            <a:chExt cx="300900" cy="281200"/>
          </a:xfrm>
        </p:grpSpPr>
        <p:sp>
          <p:nvSpPr>
            <p:cNvPr id="297" name="Google Shape;297;p35"/>
            <p:cNvSpPr/>
            <p:nvPr/>
          </p:nvSpPr>
          <p:spPr>
            <a:xfrm>
              <a:off x="-49325500" y="3297975"/>
              <a:ext cx="64625" cy="58500"/>
            </a:xfrm>
            <a:custGeom>
              <a:rect b="b" l="l" r="r" t="t"/>
              <a:pathLst>
                <a:path extrusionOk="0" h="2340" w="2585">
                  <a:moveTo>
                    <a:pt x="1045" y="1"/>
                  </a:moveTo>
                  <a:cubicBezTo>
                    <a:pt x="692" y="1"/>
                    <a:pt x="336" y="54"/>
                    <a:pt x="1" y="165"/>
                  </a:cubicBezTo>
                  <a:cubicBezTo>
                    <a:pt x="158" y="1079"/>
                    <a:pt x="694" y="1867"/>
                    <a:pt x="1482" y="2339"/>
                  </a:cubicBezTo>
                  <a:cubicBezTo>
                    <a:pt x="1639" y="1583"/>
                    <a:pt x="2017" y="890"/>
                    <a:pt x="2584" y="354"/>
                  </a:cubicBezTo>
                  <a:cubicBezTo>
                    <a:pt x="2126" y="126"/>
                    <a:pt x="1588" y="1"/>
                    <a:pt x="104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35"/>
            <p:cNvSpPr/>
            <p:nvPr/>
          </p:nvSpPr>
          <p:spPr>
            <a:xfrm>
              <a:off x="-49345975" y="3192625"/>
              <a:ext cx="199300" cy="103975"/>
            </a:xfrm>
            <a:custGeom>
              <a:rect b="b" l="l" r="r" t="t"/>
              <a:pathLst>
                <a:path extrusionOk="0" h="4159" w="7972">
                  <a:moveTo>
                    <a:pt x="3970" y="0"/>
                  </a:moveTo>
                  <a:cubicBezTo>
                    <a:pt x="1670" y="0"/>
                    <a:pt x="1" y="2048"/>
                    <a:pt x="127" y="3907"/>
                  </a:cubicBezTo>
                  <a:cubicBezTo>
                    <a:pt x="743" y="3639"/>
                    <a:pt x="1342" y="3513"/>
                    <a:pt x="1908" y="3513"/>
                  </a:cubicBezTo>
                  <a:cubicBezTo>
                    <a:pt x="2671" y="3513"/>
                    <a:pt x="3373" y="3743"/>
                    <a:pt x="3970" y="4159"/>
                  </a:cubicBezTo>
                  <a:cubicBezTo>
                    <a:pt x="4586" y="3743"/>
                    <a:pt x="5274" y="3513"/>
                    <a:pt x="6036" y="3513"/>
                  </a:cubicBezTo>
                  <a:cubicBezTo>
                    <a:pt x="6599" y="3513"/>
                    <a:pt x="7202" y="3639"/>
                    <a:pt x="7845" y="3907"/>
                  </a:cubicBezTo>
                  <a:cubicBezTo>
                    <a:pt x="7971" y="2048"/>
                    <a:pt x="6302" y="0"/>
                    <a:pt x="397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35"/>
            <p:cNvSpPr/>
            <p:nvPr/>
          </p:nvSpPr>
          <p:spPr>
            <a:xfrm>
              <a:off x="-49272725" y="3381650"/>
              <a:ext cx="52800" cy="53575"/>
            </a:xfrm>
            <a:custGeom>
              <a:rect b="b" l="l" r="r" t="t"/>
              <a:pathLst>
                <a:path extrusionOk="0" h="2143" w="2112">
                  <a:moveTo>
                    <a:pt x="2112" y="0"/>
                  </a:moveTo>
                  <a:cubicBezTo>
                    <a:pt x="1765" y="111"/>
                    <a:pt x="1403" y="166"/>
                    <a:pt x="1044" y="166"/>
                  </a:cubicBezTo>
                  <a:cubicBezTo>
                    <a:pt x="686" y="166"/>
                    <a:pt x="331" y="111"/>
                    <a:pt x="1" y="0"/>
                  </a:cubicBezTo>
                  <a:lnTo>
                    <a:pt x="1" y="0"/>
                  </a:lnTo>
                  <a:cubicBezTo>
                    <a:pt x="32" y="851"/>
                    <a:pt x="442" y="1576"/>
                    <a:pt x="1040" y="2143"/>
                  </a:cubicBezTo>
                  <a:cubicBezTo>
                    <a:pt x="1702" y="1576"/>
                    <a:pt x="2049" y="788"/>
                    <a:pt x="211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35"/>
            <p:cNvSpPr/>
            <p:nvPr/>
          </p:nvSpPr>
          <p:spPr>
            <a:xfrm>
              <a:off x="-49231775" y="3298075"/>
              <a:ext cx="63050" cy="58400"/>
            </a:xfrm>
            <a:custGeom>
              <a:rect b="b" l="l" r="r" t="t"/>
              <a:pathLst>
                <a:path extrusionOk="0" h="2336" w="2522">
                  <a:moveTo>
                    <a:pt x="1547" y="0"/>
                  </a:moveTo>
                  <a:cubicBezTo>
                    <a:pt x="1009" y="0"/>
                    <a:pt x="469" y="141"/>
                    <a:pt x="1" y="414"/>
                  </a:cubicBezTo>
                  <a:cubicBezTo>
                    <a:pt x="568" y="918"/>
                    <a:pt x="915" y="1611"/>
                    <a:pt x="1072" y="2335"/>
                  </a:cubicBezTo>
                  <a:cubicBezTo>
                    <a:pt x="1860" y="1863"/>
                    <a:pt x="2364" y="1075"/>
                    <a:pt x="2521" y="161"/>
                  </a:cubicBezTo>
                  <a:cubicBezTo>
                    <a:pt x="2209" y="53"/>
                    <a:pt x="1879" y="0"/>
                    <a:pt x="15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35"/>
            <p:cNvSpPr/>
            <p:nvPr/>
          </p:nvSpPr>
          <p:spPr>
            <a:xfrm>
              <a:off x="-49271925" y="3317850"/>
              <a:ext cx="48850" cy="49850"/>
            </a:xfrm>
            <a:custGeom>
              <a:rect b="b" l="l" r="r" t="t"/>
              <a:pathLst>
                <a:path extrusionOk="0" h="1994" w="1954">
                  <a:moveTo>
                    <a:pt x="977" y="1"/>
                  </a:moveTo>
                  <a:cubicBezTo>
                    <a:pt x="441" y="505"/>
                    <a:pt x="158" y="1040"/>
                    <a:pt x="0" y="1828"/>
                  </a:cubicBezTo>
                  <a:cubicBezTo>
                    <a:pt x="347" y="1938"/>
                    <a:pt x="670" y="1993"/>
                    <a:pt x="989" y="1993"/>
                  </a:cubicBezTo>
                  <a:cubicBezTo>
                    <a:pt x="1308" y="1993"/>
                    <a:pt x="1623" y="1938"/>
                    <a:pt x="1953" y="1828"/>
                  </a:cubicBezTo>
                  <a:cubicBezTo>
                    <a:pt x="1859" y="1103"/>
                    <a:pt x="1607" y="568"/>
                    <a:pt x="97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35"/>
            <p:cNvSpPr/>
            <p:nvPr/>
          </p:nvSpPr>
          <p:spPr>
            <a:xfrm>
              <a:off x="-49245950" y="3291075"/>
              <a:ext cx="149675" cy="182750"/>
            </a:xfrm>
            <a:custGeom>
              <a:rect b="b" l="l" r="r" t="t"/>
              <a:pathLst>
                <a:path extrusionOk="0" h="7310" w="5987">
                  <a:moveTo>
                    <a:pt x="3844" y="0"/>
                  </a:moveTo>
                  <a:cubicBezTo>
                    <a:pt x="3718" y="1670"/>
                    <a:pt x="2899" y="2773"/>
                    <a:pt x="1734" y="3371"/>
                  </a:cubicBezTo>
                  <a:cubicBezTo>
                    <a:pt x="1765" y="4537"/>
                    <a:pt x="1261" y="5734"/>
                    <a:pt x="1" y="6679"/>
                  </a:cubicBezTo>
                  <a:cubicBezTo>
                    <a:pt x="631" y="7057"/>
                    <a:pt x="1324" y="7310"/>
                    <a:pt x="2080" y="7310"/>
                  </a:cubicBezTo>
                  <a:cubicBezTo>
                    <a:pt x="4191" y="7310"/>
                    <a:pt x="5987" y="5577"/>
                    <a:pt x="5987" y="3434"/>
                  </a:cubicBezTo>
                  <a:cubicBezTo>
                    <a:pt x="5955" y="1985"/>
                    <a:pt x="5105" y="630"/>
                    <a:pt x="384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35"/>
            <p:cNvSpPr/>
            <p:nvPr/>
          </p:nvSpPr>
          <p:spPr>
            <a:xfrm>
              <a:off x="-49397175" y="3291075"/>
              <a:ext cx="149675" cy="182750"/>
            </a:xfrm>
            <a:custGeom>
              <a:rect b="b" l="l" r="r" t="t"/>
              <a:pathLst>
                <a:path extrusionOk="0" h="7310" w="5987">
                  <a:moveTo>
                    <a:pt x="2143" y="0"/>
                  </a:moveTo>
                  <a:cubicBezTo>
                    <a:pt x="852" y="694"/>
                    <a:pt x="1" y="1985"/>
                    <a:pt x="1" y="3434"/>
                  </a:cubicBezTo>
                  <a:cubicBezTo>
                    <a:pt x="1" y="5577"/>
                    <a:pt x="1797" y="7310"/>
                    <a:pt x="3908" y="7310"/>
                  </a:cubicBezTo>
                  <a:cubicBezTo>
                    <a:pt x="4664" y="7310"/>
                    <a:pt x="5357" y="7057"/>
                    <a:pt x="5987" y="6679"/>
                  </a:cubicBezTo>
                  <a:cubicBezTo>
                    <a:pt x="4727" y="5734"/>
                    <a:pt x="4223" y="4537"/>
                    <a:pt x="4254" y="3371"/>
                  </a:cubicBezTo>
                  <a:cubicBezTo>
                    <a:pt x="3088" y="2773"/>
                    <a:pt x="2301" y="1670"/>
                    <a:pt x="214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4" name="Google Shape;304;p35"/>
          <p:cNvGrpSpPr/>
          <p:nvPr/>
        </p:nvGrpSpPr>
        <p:grpSpPr>
          <a:xfrm>
            <a:off x="794294" y="1812811"/>
            <a:ext cx="381187" cy="381219"/>
            <a:chOff x="-50134375" y="3550975"/>
            <a:chExt cx="300100" cy="300125"/>
          </a:xfrm>
        </p:grpSpPr>
        <p:sp>
          <p:nvSpPr>
            <p:cNvPr id="305" name="Google Shape;305;p35"/>
            <p:cNvSpPr/>
            <p:nvPr/>
          </p:nvSpPr>
          <p:spPr>
            <a:xfrm>
              <a:off x="-50134375" y="3550975"/>
              <a:ext cx="300100" cy="300125"/>
            </a:xfrm>
            <a:custGeom>
              <a:rect b="b" l="l" r="r" t="t"/>
              <a:pathLst>
                <a:path extrusionOk="0" h="12005" w="12004">
                  <a:moveTo>
                    <a:pt x="9893" y="1419"/>
                  </a:moveTo>
                  <a:lnTo>
                    <a:pt x="9893" y="1797"/>
                  </a:lnTo>
                  <a:cubicBezTo>
                    <a:pt x="9893" y="1986"/>
                    <a:pt x="10050" y="2143"/>
                    <a:pt x="10239" y="2143"/>
                  </a:cubicBezTo>
                  <a:lnTo>
                    <a:pt x="10586" y="2143"/>
                  </a:lnTo>
                  <a:lnTo>
                    <a:pt x="10586" y="9893"/>
                  </a:lnTo>
                  <a:lnTo>
                    <a:pt x="10239" y="9893"/>
                  </a:lnTo>
                  <a:cubicBezTo>
                    <a:pt x="10050" y="9893"/>
                    <a:pt x="9893" y="10051"/>
                    <a:pt x="9893" y="10240"/>
                  </a:cubicBezTo>
                  <a:lnTo>
                    <a:pt x="9893" y="10587"/>
                  </a:lnTo>
                  <a:lnTo>
                    <a:pt x="2143" y="10587"/>
                  </a:lnTo>
                  <a:lnTo>
                    <a:pt x="2143" y="10240"/>
                  </a:lnTo>
                  <a:cubicBezTo>
                    <a:pt x="2143" y="10051"/>
                    <a:pt x="1985" y="9893"/>
                    <a:pt x="1765" y="9893"/>
                  </a:cubicBezTo>
                  <a:lnTo>
                    <a:pt x="1418" y="9893"/>
                  </a:lnTo>
                  <a:lnTo>
                    <a:pt x="1418" y="2143"/>
                  </a:lnTo>
                  <a:lnTo>
                    <a:pt x="1765" y="2143"/>
                  </a:lnTo>
                  <a:cubicBezTo>
                    <a:pt x="1985" y="2143"/>
                    <a:pt x="2143" y="1986"/>
                    <a:pt x="2143" y="1797"/>
                  </a:cubicBezTo>
                  <a:lnTo>
                    <a:pt x="2143" y="1419"/>
                  </a:lnTo>
                  <a:close/>
                  <a:moveTo>
                    <a:pt x="347" y="1"/>
                  </a:moveTo>
                  <a:cubicBezTo>
                    <a:pt x="158" y="1"/>
                    <a:pt x="0" y="159"/>
                    <a:pt x="0" y="348"/>
                  </a:cubicBezTo>
                  <a:lnTo>
                    <a:pt x="0" y="1797"/>
                  </a:lnTo>
                  <a:cubicBezTo>
                    <a:pt x="0" y="1986"/>
                    <a:pt x="158" y="2143"/>
                    <a:pt x="347" y="2143"/>
                  </a:cubicBezTo>
                  <a:lnTo>
                    <a:pt x="693" y="2143"/>
                  </a:lnTo>
                  <a:lnTo>
                    <a:pt x="693" y="9893"/>
                  </a:lnTo>
                  <a:lnTo>
                    <a:pt x="347" y="9893"/>
                  </a:lnTo>
                  <a:cubicBezTo>
                    <a:pt x="158" y="9893"/>
                    <a:pt x="0" y="10051"/>
                    <a:pt x="0" y="10240"/>
                  </a:cubicBezTo>
                  <a:lnTo>
                    <a:pt x="0" y="11658"/>
                  </a:lnTo>
                  <a:cubicBezTo>
                    <a:pt x="0" y="11847"/>
                    <a:pt x="158" y="12004"/>
                    <a:pt x="347" y="12004"/>
                  </a:cubicBezTo>
                  <a:lnTo>
                    <a:pt x="1765" y="12004"/>
                  </a:lnTo>
                  <a:cubicBezTo>
                    <a:pt x="1985" y="12004"/>
                    <a:pt x="2111" y="11847"/>
                    <a:pt x="2111" y="11658"/>
                  </a:cubicBezTo>
                  <a:lnTo>
                    <a:pt x="2111" y="11311"/>
                  </a:lnTo>
                  <a:lnTo>
                    <a:pt x="9893" y="11311"/>
                  </a:lnTo>
                  <a:lnTo>
                    <a:pt x="9893" y="11658"/>
                  </a:lnTo>
                  <a:cubicBezTo>
                    <a:pt x="9893" y="11847"/>
                    <a:pt x="10050" y="12004"/>
                    <a:pt x="10239" y="12004"/>
                  </a:cubicBezTo>
                  <a:lnTo>
                    <a:pt x="11657" y="12004"/>
                  </a:lnTo>
                  <a:cubicBezTo>
                    <a:pt x="11846" y="12004"/>
                    <a:pt x="12004" y="11847"/>
                    <a:pt x="12004" y="11658"/>
                  </a:cubicBezTo>
                  <a:lnTo>
                    <a:pt x="12004" y="10240"/>
                  </a:lnTo>
                  <a:cubicBezTo>
                    <a:pt x="12004" y="10051"/>
                    <a:pt x="11846" y="9893"/>
                    <a:pt x="11657" y="9893"/>
                  </a:cubicBezTo>
                  <a:lnTo>
                    <a:pt x="11311" y="9893"/>
                  </a:lnTo>
                  <a:lnTo>
                    <a:pt x="11311" y="2143"/>
                  </a:lnTo>
                  <a:lnTo>
                    <a:pt x="11657" y="2143"/>
                  </a:lnTo>
                  <a:cubicBezTo>
                    <a:pt x="11846" y="2143"/>
                    <a:pt x="12004" y="1986"/>
                    <a:pt x="12004" y="1797"/>
                  </a:cubicBezTo>
                  <a:lnTo>
                    <a:pt x="12004" y="348"/>
                  </a:lnTo>
                  <a:cubicBezTo>
                    <a:pt x="12004" y="159"/>
                    <a:pt x="11846" y="1"/>
                    <a:pt x="11657" y="1"/>
                  </a:cubicBezTo>
                  <a:lnTo>
                    <a:pt x="10239" y="1"/>
                  </a:lnTo>
                  <a:cubicBezTo>
                    <a:pt x="10050" y="1"/>
                    <a:pt x="9893" y="159"/>
                    <a:pt x="9893" y="348"/>
                  </a:cubicBezTo>
                  <a:lnTo>
                    <a:pt x="9893" y="726"/>
                  </a:lnTo>
                  <a:lnTo>
                    <a:pt x="2111" y="726"/>
                  </a:lnTo>
                  <a:lnTo>
                    <a:pt x="2111" y="348"/>
                  </a:lnTo>
                  <a:cubicBezTo>
                    <a:pt x="2111" y="159"/>
                    <a:pt x="1985" y="1"/>
                    <a:pt x="176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35"/>
            <p:cNvSpPr/>
            <p:nvPr/>
          </p:nvSpPr>
          <p:spPr>
            <a:xfrm>
              <a:off x="-50054825" y="3603750"/>
              <a:ext cx="141800" cy="194575"/>
            </a:xfrm>
            <a:custGeom>
              <a:rect b="b" l="l" r="r" t="t"/>
              <a:pathLst>
                <a:path extrusionOk="0" h="7783" w="5672">
                  <a:moveTo>
                    <a:pt x="347" y="1"/>
                  </a:moveTo>
                  <a:cubicBezTo>
                    <a:pt x="158" y="1"/>
                    <a:pt x="0" y="158"/>
                    <a:pt x="0" y="347"/>
                  </a:cubicBezTo>
                  <a:lnTo>
                    <a:pt x="0" y="1765"/>
                  </a:lnTo>
                  <a:cubicBezTo>
                    <a:pt x="0" y="1873"/>
                    <a:pt x="74" y="1922"/>
                    <a:pt x="151" y="1922"/>
                  </a:cubicBezTo>
                  <a:cubicBezTo>
                    <a:pt x="186" y="1922"/>
                    <a:pt x="222" y="1911"/>
                    <a:pt x="252" y="1891"/>
                  </a:cubicBezTo>
                  <a:lnTo>
                    <a:pt x="725" y="1419"/>
                  </a:lnTo>
                  <a:lnTo>
                    <a:pt x="2143" y="1419"/>
                  </a:lnTo>
                  <a:lnTo>
                    <a:pt x="2143" y="7089"/>
                  </a:lnTo>
                  <a:lnTo>
                    <a:pt x="1670" y="7562"/>
                  </a:lnTo>
                  <a:cubicBezTo>
                    <a:pt x="1576" y="7625"/>
                    <a:pt x="1670" y="7782"/>
                    <a:pt x="1765" y="7782"/>
                  </a:cubicBezTo>
                  <a:lnTo>
                    <a:pt x="3907" y="7782"/>
                  </a:lnTo>
                  <a:cubicBezTo>
                    <a:pt x="4064" y="7782"/>
                    <a:pt x="4096" y="7625"/>
                    <a:pt x="4033" y="7562"/>
                  </a:cubicBezTo>
                  <a:lnTo>
                    <a:pt x="3560" y="7089"/>
                  </a:lnTo>
                  <a:lnTo>
                    <a:pt x="3560" y="1419"/>
                  </a:lnTo>
                  <a:lnTo>
                    <a:pt x="4978" y="1419"/>
                  </a:lnTo>
                  <a:lnTo>
                    <a:pt x="5451" y="1891"/>
                  </a:lnTo>
                  <a:cubicBezTo>
                    <a:pt x="5467" y="1908"/>
                    <a:pt x="5491" y="1916"/>
                    <a:pt x="5517" y="1916"/>
                  </a:cubicBezTo>
                  <a:cubicBezTo>
                    <a:pt x="5587" y="1916"/>
                    <a:pt x="5671" y="1857"/>
                    <a:pt x="5671" y="1765"/>
                  </a:cubicBezTo>
                  <a:lnTo>
                    <a:pt x="5671" y="347"/>
                  </a:lnTo>
                  <a:cubicBezTo>
                    <a:pt x="5671" y="158"/>
                    <a:pt x="5514" y="1"/>
                    <a:pt x="532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07" name="Google Shape;307;p35"/>
          <p:cNvSpPr txBox="1"/>
          <p:nvPr/>
        </p:nvSpPr>
        <p:spPr>
          <a:xfrm>
            <a:off x="713225" y="1187975"/>
            <a:ext cx="3458400" cy="506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rgbClr val="FFFFFF"/>
              </a:buClr>
              <a:buSzPts val="1100"/>
              <a:buFont typeface="Arial"/>
              <a:buNone/>
            </a:pPr>
            <a:r>
              <a:rPr lang="en" sz="1100">
                <a:solidFill>
                  <a:schemeClr val="lt1"/>
                </a:solidFill>
                <a:latin typeface="Inter"/>
                <a:ea typeface="Inter"/>
                <a:cs typeface="Inter"/>
                <a:sym typeface="Inter"/>
              </a:rPr>
              <a:t>This presentation has been made using the following fonts:</a:t>
            </a:r>
            <a:endParaRPr b="1" sz="1100">
              <a:solidFill>
                <a:schemeClr val="lt1"/>
              </a:solidFill>
              <a:latin typeface="Inter"/>
              <a:ea typeface="Inter"/>
              <a:cs typeface="Inter"/>
              <a:sym typeface="Inter"/>
            </a:endParaRPr>
          </a:p>
        </p:txBody>
      </p:sp>
      <p:sp>
        <p:nvSpPr>
          <p:cNvPr id="308" name="Google Shape;308;p35">
            <a:hlinkClick r:id="rId3"/>
          </p:cNvPr>
          <p:cNvSpPr/>
          <p:nvPr/>
        </p:nvSpPr>
        <p:spPr>
          <a:xfrm>
            <a:off x="794300" y="2880750"/>
            <a:ext cx="2797500" cy="4059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u="sng">
                <a:solidFill>
                  <a:schemeClr val="dk1"/>
                </a:solidFill>
                <a:latin typeface="Inter"/>
                <a:ea typeface="Inter"/>
                <a:cs typeface="Inter"/>
                <a:sym typeface="Inter"/>
              </a:rPr>
              <a:t>Stack Sans Notch</a:t>
            </a:r>
            <a:endParaRPr b="1" sz="1100" u="sng">
              <a:solidFill>
                <a:schemeClr val="dk1"/>
              </a:solidFill>
              <a:latin typeface="Inter"/>
              <a:ea typeface="Inter"/>
              <a:cs typeface="Inter"/>
              <a:sym typeface="Inter"/>
            </a:endParaRPr>
          </a:p>
        </p:txBody>
      </p:sp>
      <p:sp>
        <p:nvSpPr>
          <p:cNvPr id="309" name="Google Shape;309;p35">
            <a:hlinkClick r:id="rId4"/>
          </p:cNvPr>
          <p:cNvSpPr/>
          <p:nvPr/>
        </p:nvSpPr>
        <p:spPr>
          <a:xfrm>
            <a:off x="794300" y="3460800"/>
            <a:ext cx="2797500" cy="4059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u="sng">
                <a:solidFill>
                  <a:schemeClr val="dk1"/>
                </a:solidFill>
                <a:latin typeface="Inter"/>
                <a:ea typeface="Inter"/>
                <a:cs typeface="Inter"/>
                <a:sym typeface="Inter"/>
              </a:rPr>
              <a:t>Kedebideri</a:t>
            </a:r>
            <a:endParaRPr b="1" sz="1100" u="sng">
              <a:solidFill>
                <a:schemeClr val="dk1"/>
              </a:solidFill>
              <a:latin typeface="Inter"/>
              <a:ea typeface="Inter"/>
              <a:cs typeface="Inter"/>
              <a:sym typeface="Inter"/>
            </a:endParaRPr>
          </a:p>
        </p:txBody>
      </p:sp>
      <p:sp>
        <p:nvSpPr>
          <p:cNvPr id="310" name="Google Shape;310;p35"/>
          <p:cNvSpPr txBox="1"/>
          <p:nvPr/>
        </p:nvSpPr>
        <p:spPr>
          <a:xfrm>
            <a:off x="713225" y="4102175"/>
            <a:ext cx="3458400" cy="506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rgbClr val="FFFFFF"/>
              </a:buClr>
              <a:buSzPts val="1100"/>
              <a:buFont typeface="Arial"/>
              <a:buNone/>
            </a:pPr>
            <a:r>
              <a:rPr lang="en" sz="1100">
                <a:solidFill>
                  <a:schemeClr val="lt1"/>
                </a:solidFill>
                <a:latin typeface="Inter"/>
                <a:ea typeface="Inter"/>
                <a:cs typeface="Inter"/>
                <a:sym typeface="Inter"/>
              </a:rPr>
              <a:t>To view this template correctly in PowerPoint, download and install the fonts we used</a:t>
            </a:r>
            <a:endParaRPr b="1" sz="1100">
              <a:solidFill>
                <a:schemeClr val="lt1"/>
              </a:solidFill>
              <a:latin typeface="Inter"/>
              <a:ea typeface="Inter"/>
              <a:cs typeface="Inter"/>
              <a:sym typeface="Inter"/>
            </a:endParaRPr>
          </a:p>
        </p:txBody>
      </p:sp>
      <p:sp>
        <p:nvSpPr>
          <p:cNvPr id="311" name="Google Shape;311;p35"/>
          <p:cNvSpPr txBox="1"/>
          <p:nvPr>
            <p:ph idx="2" type="title"/>
          </p:nvPr>
        </p:nvSpPr>
        <p:spPr>
          <a:xfrm>
            <a:off x="4977550" y="539500"/>
            <a:ext cx="3458400" cy="48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Colors</a:t>
            </a:r>
            <a:endParaRPr/>
          </a:p>
        </p:txBody>
      </p:sp>
      <p:sp>
        <p:nvSpPr>
          <p:cNvPr id="312" name="Google Shape;312;p35"/>
          <p:cNvSpPr/>
          <p:nvPr/>
        </p:nvSpPr>
        <p:spPr>
          <a:xfrm>
            <a:off x="6693112" y="3142437"/>
            <a:ext cx="689100" cy="656700"/>
          </a:xfrm>
          <a:prstGeom prst="roundRect">
            <a:avLst>
              <a:gd fmla="val 16667" name="adj"/>
            </a:avLst>
          </a:prstGeom>
          <a:solidFill>
            <a:schemeClr val="dk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313" name="Google Shape;313;p35"/>
          <p:cNvSpPr txBox="1"/>
          <p:nvPr/>
        </p:nvSpPr>
        <p:spPr>
          <a:xfrm>
            <a:off x="6693112" y="3286662"/>
            <a:ext cx="689100" cy="383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900">
              <a:solidFill>
                <a:schemeClr val="lt1"/>
              </a:solidFill>
              <a:latin typeface="Inter"/>
              <a:ea typeface="Inter"/>
              <a:cs typeface="Inter"/>
              <a:sym typeface="Inter"/>
            </a:endParaRPr>
          </a:p>
          <a:p>
            <a:pPr indent="0" lvl="0" marL="0" rtl="0" algn="l">
              <a:spcBef>
                <a:spcPts val="0"/>
              </a:spcBef>
              <a:spcAft>
                <a:spcPts val="0"/>
              </a:spcAft>
              <a:buNone/>
            </a:pPr>
            <a:r>
              <a:rPr lang="en" sz="900">
                <a:solidFill>
                  <a:schemeClr val="lt1"/>
                </a:solidFill>
                <a:latin typeface="Inter"/>
                <a:ea typeface="Inter"/>
                <a:cs typeface="Inter"/>
                <a:sym typeface="Inter"/>
              </a:rPr>
              <a:t>#ffffffff</a:t>
            </a:r>
            <a:endParaRPr sz="900">
              <a:solidFill>
                <a:schemeClr val="lt1"/>
              </a:solidFill>
              <a:latin typeface="Inter"/>
              <a:ea typeface="Inter"/>
              <a:cs typeface="Inter"/>
              <a:sym typeface="Inter"/>
            </a:endParaRPr>
          </a:p>
          <a:p>
            <a:pPr indent="0" lvl="0" marL="0" rtl="0" algn="ctr">
              <a:spcBef>
                <a:spcPts val="0"/>
              </a:spcBef>
              <a:spcAft>
                <a:spcPts val="0"/>
              </a:spcAft>
              <a:buNone/>
            </a:pPr>
            <a:r>
              <a:t/>
            </a:r>
            <a:endParaRPr sz="900">
              <a:solidFill>
                <a:schemeClr val="lt1"/>
              </a:solidFill>
              <a:latin typeface="Inter"/>
              <a:ea typeface="Inter"/>
              <a:cs typeface="Inter"/>
              <a:sym typeface="Inte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17" name="Shape 317"/>
        <p:cNvGrpSpPr/>
        <p:nvPr/>
      </p:nvGrpSpPr>
      <p:grpSpPr>
        <a:xfrm>
          <a:off x="0" y="0"/>
          <a:ext cx="0" cy="0"/>
          <a:chOff x="0" y="0"/>
          <a:chExt cx="0" cy="0"/>
        </a:xfrm>
      </p:grpSpPr>
      <p:sp>
        <p:nvSpPr>
          <p:cNvPr id="318" name="Google Shape;318;p36"/>
          <p:cNvSpPr txBox="1"/>
          <p:nvPr>
            <p:ph type="title"/>
          </p:nvPr>
        </p:nvSpPr>
        <p:spPr>
          <a:xfrm>
            <a:off x="713225" y="539500"/>
            <a:ext cx="7717500" cy="48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Presentation Maker</a:t>
            </a:r>
            <a:endParaRPr/>
          </a:p>
        </p:txBody>
      </p:sp>
      <p:sp>
        <p:nvSpPr>
          <p:cNvPr id="319" name="Google Shape;319;p36"/>
          <p:cNvSpPr txBox="1"/>
          <p:nvPr/>
        </p:nvSpPr>
        <p:spPr>
          <a:xfrm>
            <a:off x="584550" y="3386149"/>
            <a:ext cx="7974900" cy="611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000"/>
              </a:spcAft>
              <a:buNone/>
            </a:pPr>
            <a:r>
              <a:rPr lang="en" sz="1100">
                <a:solidFill>
                  <a:schemeClr val="lt1"/>
                </a:solidFill>
                <a:latin typeface="Inter"/>
                <a:ea typeface="Inter"/>
                <a:cs typeface="Inter"/>
                <a:sym typeface="Inter"/>
              </a:rPr>
              <a:t>Slidesgo introduces its </a:t>
            </a:r>
            <a:r>
              <a:rPr b="1" lang="en" sz="1100">
                <a:solidFill>
                  <a:schemeClr val="lt1"/>
                </a:solidFill>
                <a:latin typeface="Inter"/>
                <a:ea typeface="Inter"/>
                <a:cs typeface="Inter"/>
                <a:sym typeface="Inter"/>
              </a:rPr>
              <a:t>latest feature</a:t>
            </a:r>
            <a:r>
              <a:rPr lang="en" sz="1100">
                <a:solidFill>
                  <a:schemeClr val="lt1"/>
                </a:solidFill>
                <a:latin typeface="Inter"/>
                <a:ea typeface="Inter"/>
                <a:cs typeface="Inter"/>
                <a:sym typeface="Inter"/>
              </a:rPr>
              <a:t>: the </a:t>
            </a:r>
            <a:r>
              <a:rPr b="1" lang="en" sz="1100">
                <a:solidFill>
                  <a:schemeClr val="lt1"/>
                </a:solidFill>
                <a:latin typeface="Inter"/>
                <a:ea typeface="Inter"/>
                <a:cs typeface="Inter"/>
                <a:sym typeface="Inter"/>
              </a:rPr>
              <a:t>Presentation Maker</a:t>
            </a:r>
            <a:r>
              <a:rPr lang="en" sz="1100">
                <a:solidFill>
                  <a:schemeClr val="lt1"/>
                </a:solidFill>
                <a:latin typeface="Inter"/>
                <a:ea typeface="Inter"/>
                <a:cs typeface="Inter"/>
                <a:sym typeface="Inter"/>
              </a:rPr>
              <a:t>. Enjoy </a:t>
            </a:r>
            <a:r>
              <a:rPr b="1" lang="en" sz="1100">
                <a:solidFill>
                  <a:schemeClr val="lt1"/>
                </a:solidFill>
                <a:latin typeface="Inter"/>
                <a:ea typeface="Inter"/>
                <a:cs typeface="Inter"/>
                <a:sym typeface="Inter"/>
              </a:rPr>
              <a:t>two main functionalities</a:t>
            </a:r>
            <a:r>
              <a:rPr lang="en" sz="1100">
                <a:solidFill>
                  <a:schemeClr val="lt1"/>
                </a:solidFill>
                <a:latin typeface="Inter"/>
                <a:ea typeface="Inter"/>
                <a:cs typeface="Inter"/>
                <a:sym typeface="Inter"/>
              </a:rPr>
              <a:t> - </a:t>
            </a:r>
            <a:r>
              <a:rPr b="1" lang="en" sz="1100">
                <a:solidFill>
                  <a:schemeClr val="lt1"/>
                </a:solidFill>
                <a:latin typeface="Inter"/>
                <a:ea typeface="Inter"/>
                <a:cs typeface="Inter"/>
                <a:sym typeface="Inter"/>
              </a:rPr>
              <a:t>firstly</a:t>
            </a:r>
            <a:r>
              <a:rPr lang="en" sz="1100">
                <a:solidFill>
                  <a:schemeClr val="lt1"/>
                </a:solidFill>
                <a:latin typeface="Inter"/>
                <a:ea typeface="Inter"/>
                <a:cs typeface="Inter"/>
                <a:sym typeface="Inter"/>
              </a:rPr>
              <a:t>, with a few clicks, </a:t>
            </a:r>
            <a:r>
              <a:rPr b="1" lang="en" sz="1100">
                <a:solidFill>
                  <a:schemeClr val="lt1"/>
                </a:solidFill>
                <a:latin typeface="Inter"/>
                <a:ea typeface="Inter"/>
                <a:cs typeface="Inter"/>
                <a:sym typeface="Inter"/>
              </a:rPr>
              <a:t>create marvelous presentations with Artificial Intelligence</a:t>
            </a:r>
            <a:r>
              <a:rPr lang="en" sz="1100">
                <a:solidFill>
                  <a:schemeClr val="lt1"/>
                </a:solidFill>
                <a:latin typeface="Inter"/>
                <a:ea typeface="Inter"/>
                <a:cs typeface="Inter"/>
                <a:sym typeface="Inter"/>
              </a:rPr>
              <a:t> that adapt to your needs. And it's completely free</a:t>
            </a:r>
            <a:endParaRPr sz="1100">
              <a:solidFill>
                <a:schemeClr val="lt1"/>
              </a:solidFill>
              <a:latin typeface="Inter"/>
              <a:ea typeface="Inter"/>
              <a:cs typeface="Inter"/>
              <a:sym typeface="Inter"/>
            </a:endParaRPr>
          </a:p>
        </p:txBody>
      </p:sp>
      <p:sp>
        <p:nvSpPr>
          <p:cNvPr id="320" name="Google Shape;320;p36">
            <a:hlinkClick r:id="rId3"/>
          </p:cNvPr>
          <p:cNvSpPr/>
          <p:nvPr/>
        </p:nvSpPr>
        <p:spPr>
          <a:xfrm>
            <a:off x="3173250" y="4202775"/>
            <a:ext cx="2797500" cy="4059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u="sng">
                <a:solidFill>
                  <a:schemeClr val="dk1"/>
                </a:solidFill>
                <a:latin typeface="Inter"/>
                <a:ea typeface="Inter"/>
                <a:cs typeface="Inter"/>
                <a:sym typeface="Inter"/>
              </a:rPr>
              <a:t>Generate AI Presentation</a:t>
            </a:r>
            <a:endParaRPr b="1" sz="1300" u="sng">
              <a:solidFill>
                <a:schemeClr val="dk1"/>
              </a:solidFill>
              <a:latin typeface="Inter"/>
              <a:ea typeface="Inter"/>
              <a:cs typeface="Inter"/>
              <a:sym typeface="Inter"/>
            </a:endParaRPr>
          </a:p>
        </p:txBody>
      </p:sp>
      <p:pic>
        <p:nvPicPr>
          <p:cNvPr id="321" name="Google Shape;321;p36"/>
          <p:cNvPicPr preferRelativeResize="0"/>
          <p:nvPr/>
        </p:nvPicPr>
        <p:blipFill rotWithShape="1">
          <a:blip r:embed="rId4">
            <a:alphaModFix/>
          </a:blip>
          <a:srcRect b="23100" l="15471" r="10607" t="9884"/>
          <a:stretch/>
        </p:blipFill>
        <p:spPr>
          <a:xfrm>
            <a:off x="4518334" y="1364175"/>
            <a:ext cx="2985900" cy="1679700"/>
          </a:xfrm>
          <a:prstGeom prst="roundRect">
            <a:avLst>
              <a:gd fmla="val 16667" name="adj"/>
            </a:avLst>
          </a:prstGeom>
          <a:noFill/>
          <a:ln>
            <a:noFill/>
          </a:ln>
          <a:effectLst>
            <a:outerShdw blurRad="114300" rotWithShape="0" algn="bl" dir="6900000" dist="9525">
              <a:schemeClr val="dk2">
                <a:alpha val="52999"/>
              </a:schemeClr>
            </a:outerShdw>
          </a:effectLst>
        </p:spPr>
      </p:pic>
      <p:pic>
        <p:nvPicPr>
          <p:cNvPr id="322" name="Google Shape;322;p36"/>
          <p:cNvPicPr preferRelativeResize="0"/>
          <p:nvPr/>
        </p:nvPicPr>
        <p:blipFill rotWithShape="1">
          <a:blip r:embed="rId5">
            <a:alphaModFix/>
          </a:blip>
          <a:srcRect b="58024" l="19756" r="0" t="20517"/>
          <a:stretch/>
        </p:blipFill>
        <p:spPr>
          <a:xfrm>
            <a:off x="1639766" y="1544530"/>
            <a:ext cx="1362600" cy="766800"/>
          </a:xfrm>
          <a:prstGeom prst="roundRect">
            <a:avLst>
              <a:gd fmla="val 16667" name="adj"/>
            </a:avLst>
          </a:prstGeom>
          <a:noFill/>
          <a:ln>
            <a:noFill/>
          </a:ln>
          <a:effectLst>
            <a:outerShdw blurRad="114300" rotWithShape="0" algn="bl" dir="6900000" dist="9525">
              <a:schemeClr val="dk2">
                <a:alpha val="52999"/>
              </a:schemeClr>
            </a:outerShdw>
          </a:effectLst>
        </p:spPr>
      </p:pic>
      <p:pic>
        <p:nvPicPr>
          <p:cNvPr id="323" name="Google Shape;323;p36"/>
          <p:cNvPicPr preferRelativeResize="0"/>
          <p:nvPr/>
        </p:nvPicPr>
        <p:blipFill rotWithShape="1">
          <a:blip r:embed="rId6">
            <a:alphaModFix/>
          </a:blip>
          <a:srcRect b="-1590" l="0" r="0" t="53087"/>
          <a:stretch/>
        </p:blipFill>
        <p:spPr>
          <a:xfrm>
            <a:off x="2339532" y="2209261"/>
            <a:ext cx="1551600" cy="872700"/>
          </a:xfrm>
          <a:prstGeom prst="roundRect">
            <a:avLst>
              <a:gd fmla="val 16667" name="adj"/>
            </a:avLst>
          </a:prstGeom>
          <a:noFill/>
          <a:ln>
            <a:noFill/>
          </a:ln>
          <a:effectLst>
            <a:outerShdw blurRad="114300" rotWithShape="0" algn="bl" dir="6900000" dist="9525">
              <a:schemeClr val="dk2">
                <a:alpha val="52999"/>
              </a:schemeClr>
            </a:outerShdw>
          </a:effectLst>
        </p:spPr>
      </p:pic>
      <p:pic>
        <p:nvPicPr>
          <p:cNvPr id="324" name="Google Shape;324;p36"/>
          <p:cNvPicPr preferRelativeResize="0"/>
          <p:nvPr/>
        </p:nvPicPr>
        <p:blipFill rotWithShape="1">
          <a:blip r:embed="rId7">
            <a:alphaModFix/>
          </a:blip>
          <a:srcRect b="15832" l="3891" r="3882" t="22370"/>
          <a:stretch/>
        </p:blipFill>
        <p:spPr>
          <a:xfrm>
            <a:off x="3274028" y="1544530"/>
            <a:ext cx="1648500" cy="927300"/>
          </a:xfrm>
          <a:prstGeom prst="roundRect">
            <a:avLst>
              <a:gd fmla="val 16667" name="adj"/>
            </a:avLst>
          </a:prstGeom>
          <a:noFill/>
          <a:ln>
            <a:noFill/>
          </a:ln>
          <a:effectLst>
            <a:outerShdw blurRad="114300" rotWithShape="0" algn="bl" dir="6900000" dist="9525">
              <a:schemeClr val="dk2">
                <a:alpha val="52999"/>
              </a:scheme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28" name="Shape 328"/>
        <p:cNvGrpSpPr/>
        <p:nvPr/>
      </p:nvGrpSpPr>
      <p:grpSpPr>
        <a:xfrm>
          <a:off x="0" y="0"/>
          <a:ext cx="0" cy="0"/>
          <a:chOff x="0" y="0"/>
          <a:chExt cx="0" cy="0"/>
        </a:xfrm>
      </p:grpSpPr>
      <p:sp>
        <p:nvSpPr>
          <p:cNvPr id="329" name="Google Shape;329;p37"/>
          <p:cNvSpPr/>
          <p:nvPr/>
        </p:nvSpPr>
        <p:spPr>
          <a:xfrm>
            <a:off x="2099009" y="3282468"/>
            <a:ext cx="1283100" cy="2193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30" name="Google Shape;330;p37"/>
          <p:cNvSpPr/>
          <p:nvPr/>
        </p:nvSpPr>
        <p:spPr>
          <a:xfrm>
            <a:off x="2102902" y="3284568"/>
            <a:ext cx="236100" cy="215100"/>
          </a:xfrm>
          <a:prstGeom prst="roundRect">
            <a:avLst>
              <a:gd fmla="val 16667" name="adj"/>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31" name="Google Shape;331;p37"/>
          <p:cNvSpPr/>
          <p:nvPr/>
        </p:nvSpPr>
        <p:spPr>
          <a:xfrm>
            <a:off x="8191833" y="4393685"/>
            <a:ext cx="160800" cy="207000"/>
          </a:xfrm>
          <a:prstGeom prst="homePlat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32" name="Google Shape;332;p37"/>
          <p:cNvSpPr/>
          <p:nvPr/>
        </p:nvSpPr>
        <p:spPr>
          <a:xfrm>
            <a:off x="8140083" y="3164975"/>
            <a:ext cx="264300" cy="207000"/>
          </a:xfrm>
          <a:prstGeom prst="chevron">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33" name="Google Shape;333;p37"/>
          <p:cNvSpPr/>
          <p:nvPr/>
        </p:nvSpPr>
        <p:spPr>
          <a:xfrm>
            <a:off x="7689945" y="1949083"/>
            <a:ext cx="243000" cy="199800"/>
          </a:xfrm>
          <a:prstGeom prst="rightArrow">
            <a:avLst>
              <a:gd fmla="val 25609" name="adj1"/>
              <a:gd fmla="val 50000" name="adj2"/>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nvGrpSpPr>
          <p:cNvPr id="334" name="Google Shape;334;p37"/>
          <p:cNvGrpSpPr/>
          <p:nvPr/>
        </p:nvGrpSpPr>
        <p:grpSpPr>
          <a:xfrm>
            <a:off x="6057249" y="2960428"/>
            <a:ext cx="547157" cy="635405"/>
            <a:chOff x="4727025" y="1332775"/>
            <a:chExt cx="59900" cy="69625"/>
          </a:xfrm>
        </p:grpSpPr>
        <p:sp>
          <p:nvSpPr>
            <p:cNvPr id="335" name="Google Shape;335;p37"/>
            <p:cNvSpPr/>
            <p:nvPr/>
          </p:nvSpPr>
          <p:spPr>
            <a:xfrm>
              <a:off x="4727025" y="1332775"/>
              <a:ext cx="36450" cy="33200"/>
            </a:xfrm>
            <a:custGeom>
              <a:rect b="b" l="l" r="r" t="t"/>
              <a:pathLst>
                <a:path extrusionOk="0" h="1328" w="1458">
                  <a:moveTo>
                    <a:pt x="1047" y="1"/>
                  </a:moveTo>
                  <a:lnTo>
                    <a:pt x="1047" y="188"/>
                  </a:lnTo>
                  <a:cubicBezTo>
                    <a:pt x="484" y="289"/>
                    <a:pt x="51" y="758"/>
                    <a:pt x="1" y="1328"/>
                  </a:cubicBezTo>
                  <a:lnTo>
                    <a:pt x="477" y="1328"/>
                  </a:lnTo>
                  <a:cubicBezTo>
                    <a:pt x="527" y="1018"/>
                    <a:pt x="751" y="765"/>
                    <a:pt x="1047" y="679"/>
                  </a:cubicBezTo>
                  <a:lnTo>
                    <a:pt x="1047" y="845"/>
                  </a:lnTo>
                  <a:lnTo>
                    <a:pt x="1458" y="433"/>
                  </a:lnTo>
                  <a:lnTo>
                    <a:pt x="104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37"/>
            <p:cNvSpPr/>
            <p:nvPr/>
          </p:nvSpPr>
          <p:spPr>
            <a:xfrm>
              <a:off x="4750475" y="1369025"/>
              <a:ext cx="36450" cy="33375"/>
            </a:xfrm>
            <a:custGeom>
              <a:rect b="b" l="l" r="r" t="t"/>
              <a:pathLst>
                <a:path extrusionOk="0" h="1335" w="1458">
                  <a:moveTo>
                    <a:pt x="974" y="0"/>
                  </a:moveTo>
                  <a:cubicBezTo>
                    <a:pt x="931" y="311"/>
                    <a:pt x="707" y="570"/>
                    <a:pt x="404" y="657"/>
                  </a:cubicBezTo>
                  <a:lnTo>
                    <a:pt x="404" y="491"/>
                  </a:lnTo>
                  <a:lnTo>
                    <a:pt x="0" y="902"/>
                  </a:lnTo>
                  <a:lnTo>
                    <a:pt x="404" y="1335"/>
                  </a:lnTo>
                  <a:lnTo>
                    <a:pt x="404" y="1140"/>
                  </a:lnTo>
                  <a:cubicBezTo>
                    <a:pt x="967" y="1039"/>
                    <a:pt x="1400" y="577"/>
                    <a:pt x="145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7" name="Google Shape;337;p37"/>
          <p:cNvGrpSpPr/>
          <p:nvPr/>
        </p:nvGrpSpPr>
        <p:grpSpPr>
          <a:xfrm>
            <a:off x="6828373" y="1960663"/>
            <a:ext cx="618887" cy="618883"/>
            <a:chOff x="4820425" y="1329900"/>
            <a:chExt cx="70175" cy="70350"/>
          </a:xfrm>
        </p:grpSpPr>
        <p:sp>
          <p:nvSpPr>
            <p:cNvPr id="338" name="Google Shape;338;p37"/>
            <p:cNvSpPr/>
            <p:nvPr/>
          </p:nvSpPr>
          <p:spPr>
            <a:xfrm>
              <a:off x="4862975" y="1335475"/>
              <a:ext cx="27625" cy="34650"/>
            </a:xfrm>
            <a:custGeom>
              <a:rect b="b" l="l" r="r" t="t"/>
              <a:pathLst>
                <a:path extrusionOk="0" h="1386" w="1105">
                  <a:moveTo>
                    <a:pt x="1" y="1"/>
                  </a:moveTo>
                  <a:lnTo>
                    <a:pt x="1" y="491"/>
                  </a:lnTo>
                  <a:cubicBezTo>
                    <a:pt x="217" y="585"/>
                    <a:pt x="376" y="765"/>
                    <a:pt x="441" y="989"/>
                  </a:cubicBezTo>
                  <a:lnTo>
                    <a:pt x="275" y="989"/>
                  </a:lnTo>
                  <a:lnTo>
                    <a:pt x="679" y="1386"/>
                  </a:lnTo>
                  <a:lnTo>
                    <a:pt x="1104" y="989"/>
                  </a:lnTo>
                  <a:lnTo>
                    <a:pt x="917" y="989"/>
                  </a:lnTo>
                  <a:cubicBezTo>
                    <a:pt x="830" y="513"/>
                    <a:pt x="470" y="123"/>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37"/>
            <p:cNvSpPr/>
            <p:nvPr/>
          </p:nvSpPr>
          <p:spPr>
            <a:xfrm>
              <a:off x="4820425" y="1360000"/>
              <a:ext cx="27625" cy="34650"/>
            </a:xfrm>
            <a:custGeom>
              <a:rect b="b" l="l" r="r" t="t"/>
              <a:pathLst>
                <a:path extrusionOk="0" h="1386" w="1105">
                  <a:moveTo>
                    <a:pt x="426" y="1"/>
                  </a:moveTo>
                  <a:lnTo>
                    <a:pt x="1" y="397"/>
                  </a:lnTo>
                  <a:lnTo>
                    <a:pt x="188" y="397"/>
                  </a:lnTo>
                  <a:cubicBezTo>
                    <a:pt x="275" y="873"/>
                    <a:pt x="628" y="1263"/>
                    <a:pt x="1097" y="1386"/>
                  </a:cubicBezTo>
                  <a:lnTo>
                    <a:pt x="1104" y="895"/>
                  </a:lnTo>
                  <a:cubicBezTo>
                    <a:pt x="888" y="801"/>
                    <a:pt x="729" y="621"/>
                    <a:pt x="664" y="397"/>
                  </a:cubicBezTo>
                  <a:lnTo>
                    <a:pt x="830" y="397"/>
                  </a:lnTo>
                  <a:lnTo>
                    <a:pt x="42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37"/>
            <p:cNvSpPr/>
            <p:nvPr/>
          </p:nvSpPr>
          <p:spPr>
            <a:xfrm>
              <a:off x="4850375" y="1372800"/>
              <a:ext cx="34625" cy="27450"/>
            </a:xfrm>
            <a:custGeom>
              <a:rect b="b" l="l" r="r" t="t"/>
              <a:pathLst>
                <a:path extrusionOk="0" h="1098" w="1385">
                  <a:moveTo>
                    <a:pt x="894" y="1"/>
                  </a:moveTo>
                  <a:cubicBezTo>
                    <a:pt x="801" y="210"/>
                    <a:pt x="620" y="369"/>
                    <a:pt x="397" y="434"/>
                  </a:cubicBezTo>
                  <a:lnTo>
                    <a:pt x="397" y="275"/>
                  </a:lnTo>
                  <a:lnTo>
                    <a:pt x="0" y="672"/>
                  </a:lnTo>
                  <a:lnTo>
                    <a:pt x="397" y="1097"/>
                  </a:lnTo>
                  <a:lnTo>
                    <a:pt x="397" y="910"/>
                  </a:lnTo>
                  <a:cubicBezTo>
                    <a:pt x="873" y="823"/>
                    <a:pt x="1262" y="470"/>
                    <a:pt x="138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37"/>
            <p:cNvSpPr/>
            <p:nvPr/>
          </p:nvSpPr>
          <p:spPr>
            <a:xfrm>
              <a:off x="4825850" y="1329900"/>
              <a:ext cx="34625" cy="27975"/>
            </a:xfrm>
            <a:custGeom>
              <a:rect b="b" l="l" r="r" t="t"/>
              <a:pathLst>
                <a:path extrusionOk="0" h="1119" w="1385">
                  <a:moveTo>
                    <a:pt x="988" y="0"/>
                  </a:moveTo>
                  <a:lnTo>
                    <a:pt x="988" y="188"/>
                  </a:lnTo>
                  <a:cubicBezTo>
                    <a:pt x="505" y="274"/>
                    <a:pt x="123" y="635"/>
                    <a:pt x="0" y="1118"/>
                  </a:cubicBezTo>
                  <a:lnTo>
                    <a:pt x="491" y="1118"/>
                  </a:lnTo>
                  <a:cubicBezTo>
                    <a:pt x="584" y="895"/>
                    <a:pt x="765" y="729"/>
                    <a:pt x="995" y="664"/>
                  </a:cubicBezTo>
                  <a:lnTo>
                    <a:pt x="995" y="830"/>
                  </a:lnTo>
                  <a:lnTo>
                    <a:pt x="1385" y="426"/>
                  </a:lnTo>
                  <a:lnTo>
                    <a:pt x="98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2" name="Google Shape;342;p37"/>
          <p:cNvGrpSpPr/>
          <p:nvPr/>
        </p:nvGrpSpPr>
        <p:grpSpPr>
          <a:xfrm>
            <a:off x="5953936" y="1975259"/>
            <a:ext cx="664883" cy="609273"/>
            <a:chOff x="4903200" y="1331525"/>
            <a:chExt cx="73575" cy="67425"/>
          </a:xfrm>
        </p:grpSpPr>
        <p:sp>
          <p:nvSpPr>
            <p:cNvPr id="343" name="Google Shape;343;p37"/>
            <p:cNvSpPr/>
            <p:nvPr/>
          </p:nvSpPr>
          <p:spPr>
            <a:xfrm>
              <a:off x="4903200" y="1331525"/>
              <a:ext cx="73575" cy="67425"/>
            </a:xfrm>
            <a:custGeom>
              <a:rect b="b" l="l" r="r" t="t"/>
              <a:pathLst>
                <a:path extrusionOk="0" h="2697" w="2943">
                  <a:moveTo>
                    <a:pt x="1652" y="0"/>
                  </a:moveTo>
                  <a:lnTo>
                    <a:pt x="1652" y="173"/>
                  </a:lnTo>
                  <a:cubicBezTo>
                    <a:pt x="534" y="195"/>
                    <a:pt x="0" y="1551"/>
                    <a:pt x="794" y="2330"/>
                  </a:cubicBezTo>
                  <a:cubicBezTo>
                    <a:pt x="1051" y="2583"/>
                    <a:pt x="1366" y="2696"/>
                    <a:pt x="1674" y="2696"/>
                  </a:cubicBezTo>
                  <a:cubicBezTo>
                    <a:pt x="2323" y="2696"/>
                    <a:pt x="2943" y="2194"/>
                    <a:pt x="2943" y="1435"/>
                  </a:cubicBezTo>
                  <a:lnTo>
                    <a:pt x="2503" y="1435"/>
                  </a:lnTo>
                  <a:cubicBezTo>
                    <a:pt x="2503" y="1928"/>
                    <a:pt x="2093" y="2259"/>
                    <a:pt x="1668" y="2259"/>
                  </a:cubicBezTo>
                  <a:cubicBezTo>
                    <a:pt x="1470" y="2259"/>
                    <a:pt x="1269" y="2187"/>
                    <a:pt x="1104" y="2027"/>
                  </a:cubicBezTo>
                  <a:cubicBezTo>
                    <a:pt x="577" y="1515"/>
                    <a:pt x="923" y="628"/>
                    <a:pt x="1652" y="613"/>
                  </a:cubicBezTo>
                  <a:lnTo>
                    <a:pt x="1652" y="765"/>
                  </a:lnTo>
                  <a:lnTo>
                    <a:pt x="2020" y="390"/>
                  </a:lnTo>
                  <a:lnTo>
                    <a:pt x="1652" y="0"/>
                  </a:lnTo>
                  <a:close/>
                </a:path>
              </a:pathLst>
            </a:custGeom>
            <a:solidFill>
              <a:schemeClr val="dk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4" name="Google Shape;344;p37"/>
            <p:cNvSpPr/>
            <p:nvPr/>
          </p:nvSpPr>
          <p:spPr>
            <a:xfrm>
              <a:off x="4930250" y="1353150"/>
              <a:ext cx="29775" cy="32475"/>
            </a:xfrm>
            <a:custGeom>
              <a:rect b="b" l="l" r="r" t="t"/>
              <a:pathLst>
                <a:path extrusionOk="0" h="1299" w="1191">
                  <a:moveTo>
                    <a:pt x="592" y="1"/>
                  </a:moveTo>
                  <a:cubicBezTo>
                    <a:pt x="274" y="1"/>
                    <a:pt x="15" y="246"/>
                    <a:pt x="0" y="570"/>
                  </a:cubicBezTo>
                  <a:lnTo>
                    <a:pt x="447" y="570"/>
                  </a:lnTo>
                  <a:cubicBezTo>
                    <a:pt x="447" y="479"/>
                    <a:pt x="519" y="416"/>
                    <a:pt x="597" y="416"/>
                  </a:cubicBezTo>
                  <a:cubicBezTo>
                    <a:pt x="624" y="416"/>
                    <a:pt x="652" y="424"/>
                    <a:pt x="678" y="441"/>
                  </a:cubicBezTo>
                  <a:cubicBezTo>
                    <a:pt x="779" y="506"/>
                    <a:pt x="765" y="657"/>
                    <a:pt x="656" y="707"/>
                  </a:cubicBezTo>
                  <a:lnTo>
                    <a:pt x="656" y="534"/>
                  </a:lnTo>
                  <a:lnTo>
                    <a:pt x="289" y="902"/>
                  </a:lnTo>
                  <a:lnTo>
                    <a:pt x="656" y="1299"/>
                  </a:lnTo>
                  <a:lnTo>
                    <a:pt x="656" y="1155"/>
                  </a:lnTo>
                  <a:cubicBezTo>
                    <a:pt x="959" y="1126"/>
                    <a:pt x="1190" y="873"/>
                    <a:pt x="1190" y="570"/>
                  </a:cubicBezTo>
                  <a:cubicBezTo>
                    <a:pt x="1176" y="246"/>
                    <a:pt x="916" y="1"/>
                    <a:pt x="59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5" name="Google Shape;345;p37"/>
          <p:cNvGrpSpPr/>
          <p:nvPr/>
        </p:nvGrpSpPr>
        <p:grpSpPr>
          <a:xfrm>
            <a:off x="6801402" y="2947166"/>
            <a:ext cx="672829" cy="632468"/>
            <a:chOff x="4815575" y="1416800"/>
            <a:chExt cx="73750" cy="71400"/>
          </a:xfrm>
        </p:grpSpPr>
        <p:sp>
          <p:nvSpPr>
            <p:cNvPr id="346" name="Google Shape;346;p37"/>
            <p:cNvSpPr/>
            <p:nvPr/>
          </p:nvSpPr>
          <p:spPr>
            <a:xfrm>
              <a:off x="4815575" y="1416800"/>
              <a:ext cx="43100" cy="52150"/>
            </a:xfrm>
            <a:custGeom>
              <a:rect b="b" l="l" r="r" t="t"/>
              <a:pathLst>
                <a:path extrusionOk="0" h="2086" w="1724">
                  <a:moveTo>
                    <a:pt x="1327" y="1"/>
                  </a:moveTo>
                  <a:lnTo>
                    <a:pt x="1327" y="181"/>
                  </a:lnTo>
                  <a:cubicBezTo>
                    <a:pt x="469" y="361"/>
                    <a:pt x="0" y="1299"/>
                    <a:pt x="375" y="2085"/>
                  </a:cubicBezTo>
                  <a:lnTo>
                    <a:pt x="772" y="1818"/>
                  </a:lnTo>
                  <a:cubicBezTo>
                    <a:pt x="729" y="1717"/>
                    <a:pt x="707" y="1609"/>
                    <a:pt x="707" y="1501"/>
                  </a:cubicBezTo>
                  <a:cubicBezTo>
                    <a:pt x="714" y="1111"/>
                    <a:pt x="959" y="772"/>
                    <a:pt x="1327" y="657"/>
                  </a:cubicBezTo>
                  <a:lnTo>
                    <a:pt x="1327" y="823"/>
                  </a:lnTo>
                  <a:lnTo>
                    <a:pt x="1724" y="426"/>
                  </a:lnTo>
                  <a:lnTo>
                    <a:pt x="132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37"/>
            <p:cNvSpPr/>
            <p:nvPr/>
          </p:nvSpPr>
          <p:spPr>
            <a:xfrm>
              <a:off x="4861725" y="1421125"/>
              <a:ext cx="27600" cy="51250"/>
            </a:xfrm>
            <a:custGeom>
              <a:rect b="b" l="l" r="r" t="t"/>
              <a:pathLst>
                <a:path extrusionOk="0" h="2050" w="1104">
                  <a:moveTo>
                    <a:pt x="0" y="1"/>
                  </a:moveTo>
                  <a:lnTo>
                    <a:pt x="0" y="477"/>
                  </a:lnTo>
                  <a:cubicBezTo>
                    <a:pt x="375" y="592"/>
                    <a:pt x="635" y="938"/>
                    <a:pt x="635" y="1328"/>
                  </a:cubicBezTo>
                  <a:cubicBezTo>
                    <a:pt x="635" y="1429"/>
                    <a:pt x="621" y="1530"/>
                    <a:pt x="585" y="1624"/>
                  </a:cubicBezTo>
                  <a:lnTo>
                    <a:pt x="404" y="1494"/>
                  </a:lnTo>
                  <a:lnTo>
                    <a:pt x="513" y="2049"/>
                  </a:lnTo>
                  <a:lnTo>
                    <a:pt x="1089" y="1963"/>
                  </a:lnTo>
                  <a:lnTo>
                    <a:pt x="981" y="1883"/>
                  </a:lnTo>
                  <a:cubicBezTo>
                    <a:pt x="1061" y="1710"/>
                    <a:pt x="1104" y="1523"/>
                    <a:pt x="1104" y="1328"/>
                  </a:cubicBezTo>
                  <a:cubicBezTo>
                    <a:pt x="1104" y="679"/>
                    <a:pt x="635" y="123"/>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37"/>
            <p:cNvSpPr/>
            <p:nvPr/>
          </p:nvSpPr>
          <p:spPr>
            <a:xfrm>
              <a:off x="4829450" y="1467825"/>
              <a:ext cx="49250" cy="20375"/>
            </a:xfrm>
            <a:custGeom>
              <a:rect b="b" l="l" r="r" t="t"/>
              <a:pathLst>
                <a:path extrusionOk="0" h="815" w="1970">
                  <a:moveTo>
                    <a:pt x="109" y="1"/>
                  </a:moveTo>
                  <a:lnTo>
                    <a:pt x="0" y="556"/>
                  </a:lnTo>
                  <a:lnTo>
                    <a:pt x="137" y="462"/>
                  </a:lnTo>
                  <a:cubicBezTo>
                    <a:pt x="394" y="698"/>
                    <a:pt x="720" y="815"/>
                    <a:pt x="1045" y="815"/>
                  </a:cubicBezTo>
                  <a:cubicBezTo>
                    <a:pt x="1378" y="815"/>
                    <a:pt x="1710" y="692"/>
                    <a:pt x="1969" y="448"/>
                  </a:cubicBezTo>
                  <a:lnTo>
                    <a:pt x="1969" y="441"/>
                  </a:lnTo>
                  <a:lnTo>
                    <a:pt x="1573" y="174"/>
                  </a:lnTo>
                  <a:cubicBezTo>
                    <a:pt x="1418" y="292"/>
                    <a:pt x="1232" y="352"/>
                    <a:pt x="1046" y="352"/>
                  </a:cubicBezTo>
                  <a:cubicBezTo>
                    <a:pt x="868" y="352"/>
                    <a:pt x="689" y="297"/>
                    <a:pt x="534" y="188"/>
                  </a:cubicBezTo>
                  <a:lnTo>
                    <a:pt x="678" y="95"/>
                  </a:lnTo>
                  <a:lnTo>
                    <a:pt x="10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9" name="Google Shape;349;p37"/>
          <p:cNvGrpSpPr/>
          <p:nvPr/>
        </p:nvGrpSpPr>
        <p:grpSpPr>
          <a:xfrm>
            <a:off x="6017811" y="3967835"/>
            <a:ext cx="633900" cy="633900"/>
            <a:chOff x="5771961" y="3831737"/>
            <a:chExt cx="633900" cy="633900"/>
          </a:xfrm>
        </p:grpSpPr>
        <p:sp>
          <p:nvSpPr>
            <p:cNvPr id="350" name="Google Shape;350;p37"/>
            <p:cNvSpPr/>
            <p:nvPr/>
          </p:nvSpPr>
          <p:spPr>
            <a:xfrm flipH="1">
              <a:off x="5771961" y="3831737"/>
              <a:ext cx="633900" cy="633900"/>
            </a:xfrm>
            <a:prstGeom prst="blockArc">
              <a:avLst>
                <a:gd fmla="val 16275737" name="adj1"/>
                <a:gd fmla="val 15898772" name="adj2"/>
                <a:gd fmla="val 17257" name="adj3"/>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37"/>
            <p:cNvSpPr/>
            <p:nvPr/>
          </p:nvSpPr>
          <p:spPr>
            <a:xfrm>
              <a:off x="5805520" y="3832711"/>
              <a:ext cx="597190" cy="632197"/>
            </a:xfrm>
            <a:custGeom>
              <a:rect b="b" l="l" r="r" t="t"/>
              <a:pathLst>
                <a:path extrusionOk="0" h="2547" w="2389">
                  <a:moveTo>
                    <a:pt x="1148" y="0"/>
                  </a:moveTo>
                  <a:cubicBezTo>
                    <a:pt x="765" y="0"/>
                    <a:pt x="397" y="173"/>
                    <a:pt x="159" y="476"/>
                  </a:cubicBezTo>
                  <a:lnTo>
                    <a:pt x="1" y="354"/>
                  </a:lnTo>
                  <a:lnTo>
                    <a:pt x="116" y="967"/>
                  </a:lnTo>
                  <a:lnTo>
                    <a:pt x="700" y="909"/>
                  </a:lnTo>
                  <a:lnTo>
                    <a:pt x="498" y="750"/>
                  </a:lnTo>
                  <a:cubicBezTo>
                    <a:pt x="669" y="541"/>
                    <a:pt x="910" y="441"/>
                    <a:pt x="1149" y="441"/>
                  </a:cubicBezTo>
                  <a:cubicBezTo>
                    <a:pt x="1454" y="441"/>
                    <a:pt x="1755" y="605"/>
                    <a:pt x="1905" y="916"/>
                  </a:cubicBezTo>
                  <a:cubicBezTo>
                    <a:pt x="2165" y="1472"/>
                    <a:pt x="1768" y="2106"/>
                    <a:pt x="1148" y="2106"/>
                  </a:cubicBezTo>
                  <a:lnTo>
                    <a:pt x="1148" y="2546"/>
                  </a:lnTo>
                  <a:cubicBezTo>
                    <a:pt x="1840" y="2532"/>
                    <a:pt x="2388" y="1962"/>
                    <a:pt x="2388" y="1277"/>
                  </a:cubicBezTo>
                  <a:cubicBezTo>
                    <a:pt x="2388" y="584"/>
                    <a:pt x="1840" y="22"/>
                    <a:pt x="1148" y="0"/>
                  </a:cubicBezTo>
                  <a:close/>
                </a:path>
              </a:pathLst>
            </a:custGeom>
            <a:solidFill>
              <a:schemeClr val="accent1"/>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2" name="Google Shape;352;p37"/>
          <p:cNvGrpSpPr/>
          <p:nvPr/>
        </p:nvGrpSpPr>
        <p:grpSpPr>
          <a:xfrm>
            <a:off x="6819423" y="3950890"/>
            <a:ext cx="636787" cy="649524"/>
            <a:chOff x="4818100" y="1507675"/>
            <a:chExt cx="71225" cy="71625"/>
          </a:xfrm>
        </p:grpSpPr>
        <p:sp>
          <p:nvSpPr>
            <p:cNvPr id="353" name="Google Shape;353;p37"/>
            <p:cNvSpPr/>
            <p:nvPr/>
          </p:nvSpPr>
          <p:spPr>
            <a:xfrm>
              <a:off x="4818100" y="1507675"/>
              <a:ext cx="46000" cy="56300"/>
            </a:xfrm>
            <a:custGeom>
              <a:rect b="b" l="l" r="r" t="t"/>
              <a:pathLst>
                <a:path extrusionOk="0" h="2252" w="1840">
                  <a:moveTo>
                    <a:pt x="1457" y="1"/>
                  </a:moveTo>
                  <a:lnTo>
                    <a:pt x="1457" y="159"/>
                  </a:lnTo>
                  <a:cubicBezTo>
                    <a:pt x="606" y="188"/>
                    <a:pt x="0" y="989"/>
                    <a:pt x="195" y="1818"/>
                  </a:cubicBezTo>
                  <a:cubicBezTo>
                    <a:pt x="188" y="1818"/>
                    <a:pt x="188" y="1825"/>
                    <a:pt x="188" y="1833"/>
                  </a:cubicBezTo>
                  <a:lnTo>
                    <a:pt x="195" y="1869"/>
                  </a:lnTo>
                  <a:cubicBezTo>
                    <a:pt x="195" y="1876"/>
                    <a:pt x="202" y="1883"/>
                    <a:pt x="202" y="1898"/>
                  </a:cubicBezTo>
                  <a:cubicBezTo>
                    <a:pt x="202" y="1905"/>
                    <a:pt x="209" y="1912"/>
                    <a:pt x="209" y="1919"/>
                  </a:cubicBezTo>
                  <a:cubicBezTo>
                    <a:pt x="209" y="1934"/>
                    <a:pt x="216" y="1948"/>
                    <a:pt x="224" y="1955"/>
                  </a:cubicBezTo>
                  <a:lnTo>
                    <a:pt x="231" y="1977"/>
                  </a:lnTo>
                  <a:cubicBezTo>
                    <a:pt x="245" y="2013"/>
                    <a:pt x="260" y="2056"/>
                    <a:pt x="274" y="2092"/>
                  </a:cubicBezTo>
                  <a:lnTo>
                    <a:pt x="281" y="2100"/>
                  </a:lnTo>
                  <a:cubicBezTo>
                    <a:pt x="289" y="2114"/>
                    <a:pt x="296" y="2128"/>
                    <a:pt x="303" y="2143"/>
                  </a:cubicBezTo>
                  <a:lnTo>
                    <a:pt x="317" y="2157"/>
                  </a:lnTo>
                  <a:cubicBezTo>
                    <a:pt x="317" y="2172"/>
                    <a:pt x="325" y="2186"/>
                    <a:pt x="332" y="2201"/>
                  </a:cubicBezTo>
                  <a:lnTo>
                    <a:pt x="346" y="2215"/>
                  </a:lnTo>
                  <a:cubicBezTo>
                    <a:pt x="353" y="2229"/>
                    <a:pt x="361" y="2237"/>
                    <a:pt x="368" y="2251"/>
                  </a:cubicBezTo>
                  <a:lnTo>
                    <a:pt x="743" y="1970"/>
                  </a:lnTo>
                  <a:lnTo>
                    <a:pt x="721" y="1934"/>
                  </a:lnTo>
                  <a:lnTo>
                    <a:pt x="700" y="1898"/>
                  </a:lnTo>
                  <a:lnTo>
                    <a:pt x="692" y="1883"/>
                  </a:lnTo>
                  <a:cubicBezTo>
                    <a:pt x="685" y="1862"/>
                    <a:pt x="678" y="1847"/>
                    <a:pt x="671" y="1825"/>
                  </a:cubicBezTo>
                  <a:cubicBezTo>
                    <a:pt x="671" y="1818"/>
                    <a:pt x="664" y="1811"/>
                    <a:pt x="664" y="1804"/>
                  </a:cubicBezTo>
                  <a:cubicBezTo>
                    <a:pt x="664" y="1797"/>
                    <a:pt x="656" y="1782"/>
                    <a:pt x="649" y="1775"/>
                  </a:cubicBezTo>
                  <a:lnTo>
                    <a:pt x="642" y="1732"/>
                  </a:lnTo>
                  <a:lnTo>
                    <a:pt x="635" y="1703"/>
                  </a:lnTo>
                  <a:lnTo>
                    <a:pt x="628" y="1667"/>
                  </a:lnTo>
                  <a:lnTo>
                    <a:pt x="628" y="1645"/>
                  </a:lnTo>
                  <a:cubicBezTo>
                    <a:pt x="628" y="1638"/>
                    <a:pt x="620" y="1609"/>
                    <a:pt x="620" y="1587"/>
                  </a:cubicBezTo>
                  <a:lnTo>
                    <a:pt x="620" y="1573"/>
                  </a:lnTo>
                  <a:lnTo>
                    <a:pt x="620" y="1508"/>
                  </a:lnTo>
                  <a:cubicBezTo>
                    <a:pt x="620" y="1039"/>
                    <a:pt x="988" y="650"/>
                    <a:pt x="1457" y="628"/>
                  </a:cubicBezTo>
                  <a:lnTo>
                    <a:pt x="1457" y="809"/>
                  </a:lnTo>
                  <a:lnTo>
                    <a:pt x="1839" y="419"/>
                  </a:lnTo>
                  <a:lnTo>
                    <a:pt x="145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37"/>
            <p:cNvSpPr/>
            <p:nvPr/>
          </p:nvSpPr>
          <p:spPr>
            <a:xfrm>
              <a:off x="4869825" y="1519575"/>
              <a:ext cx="19500" cy="23825"/>
            </a:xfrm>
            <a:custGeom>
              <a:rect b="b" l="l" r="r" t="t"/>
              <a:pathLst>
                <a:path extrusionOk="0" h="953" w="780">
                  <a:moveTo>
                    <a:pt x="304" y="1"/>
                  </a:moveTo>
                  <a:lnTo>
                    <a:pt x="1" y="354"/>
                  </a:lnTo>
                  <a:cubicBezTo>
                    <a:pt x="181" y="506"/>
                    <a:pt x="289" y="722"/>
                    <a:pt x="311" y="953"/>
                  </a:cubicBezTo>
                  <a:lnTo>
                    <a:pt x="780" y="953"/>
                  </a:lnTo>
                  <a:cubicBezTo>
                    <a:pt x="751" y="585"/>
                    <a:pt x="585" y="239"/>
                    <a:pt x="30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37"/>
            <p:cNvSpPr/>
            <p:nvPr/>
          </p:nvSpPr>
          <p:spPr>
            <a:xfrm>
              <a:off x="4857575" y="1547700"/>
              <a:ext cx="31575" cy="31600"/>
            </a:xfrm>
            <a:custGeom>
              <a:rect b="b" l="l" r="r" t="t"/>
              <a:pathLst>
                <a:path extrusionOk="0" h="1264" w="1263">
                  <a:moveTo>
                    <a:pt x="801" y="1"/>
                  </a:moveTo>
                  <a:cubicBezTo>
                    <a:pt x="758" y="419"/>
                    <a:pt x="426" y="751"/>
                    <a:pt x="1" y="794"/>
                  </a:cubicBezTo>
                  <a:lnTo>
                    <a:pt x="1" y="1263"/>
                  </a:lnTo>
                  <a:cubicBezTo>
                    <a:pt x="679" y="1213"/>
                    <a:pt x="1219" y="679"/>
                    <a:pt x="12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37"/>
            <p:cNvSpPr/>
            <p:nvPr/>
          </p:nvSpPr>
          <p:spPr>
            <a:xfrm>
              <a:off x="4829800" y="1560150"/>
              <a:ext cx="23650" cy="18950"/>
            </a:xfrm>
            <a:custGeom>
              <a:rect b="b" l="l" r="r" t="t"/>
              <a:pathLst>
                <a:path extrusionOk="0" h="758" w="946">
                  <a:moveTo>
                    <a:pt x="376" y="1"/>
                  </a:moveTo>
                  <a:lnTo>
                    <a:pt x="1" y="282"/>
                  </a:lnTo>
                  <a:cubicBezTo>
                    <a:pt x="239" y="563"/>
                    <a:pt x="578" y="736"/>
                    <a:pt x="946" y="758"/>
                  </a:cubicBezTo>
                  <a:lnTo>
                    <a:pt x="946" y="289"/>
                  </a:lnTo>
                  <a:cubicBezTo>
                    <a:pt x="722" y="267"/>
                    <a:pt x="520" y="166"/>
                    <a:pt x="37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7" name="Google Shape;357;p37"/>
          <p:cNvGrpSpPr/>
          <p:nvPr/>
        </p:nvGrpSpPr>
        <p:grpSpPr>
          <a:xfrm>
            <a:off x="5184293" y="3944970"/>
            <a:ext cx="649520" cy="661559"/>
            <a:chOff x="4906800" y="1507500"/>
            <a:chExt cx="70350" cy="71075"/>
          </a:xfrm>
        </p:grpSpPr>
        <p:sp>
          <p:nvSpPr>
            <p:cNvPr id="358" name="Google Shape;358;p37"/>
            <p:cNvSpPr/>
            <p:nvPr/>
          </p:nvSpPr>
          <p:spPr>
            <a:xfrm>
              <a:off x="4916000" y="1507500"/>
              <a:ext cx="30850" cy="24000"/>
            </a:xfrm>
            <a:custGeom>
              <a:rect b="b" l="l" r="r" t="t"/>
              <a:pathLst>
                <a:path extrusionOk="0" h="960" w="1234">
                  <a:moveTo>
                    <a:pt x="837" y="1"/>
                  </a:moveTo>
                  <a:lnTo>
                    <a:pt x="837" y="202"/>
                  </a:lnTo>
                  <a:cubicBezTo>
                    <a:pt x="484" y="282"/>
                    <a:pt x="181" y="498"/>
                    <a:pt x="0" y="808"/>
                  </a:cubicBezTo>
                  <a:lnTo>
                    <a:pt x="455" y="960"/>
                  </a:lnTo>
                  <a:cubicBezTo>
                    <a:pt x="556" y="837"/>
                    <a:pt x="686" y="736"/>
                    <a:pt x="837" y="686"/>
                  </a:cubicBezTo>
                  <a:lnTo>
                    <a:pt x="837" y="823"/>
                  </a:lnTo>
                  <a:lnTo>
                    <a:pt x="1234" y="426"/>
                  </a:lnTo>
                  <a:lnTo>
                    <a:pt x="83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37"/>
            <p:cNvSpPr/>
            <p:nvPr/>
          </p:nvSpPr>
          <p:spPr>
            <a:xfrm>
              <a:off x="4906800" y="1533825"/>
              <a:ext cx="19675" cy="32475"/>
            </a:xfrm>
            <a:custGeom>
              <a:rect b="b" l="l" r="r" t="t"/>
              <a:pathLst>
                <a:path extrusionOk="0" h="1299" w="787">
                  <a:moveTo>
                    <a:pt x="527" y="1"/>
                  </a:moveTo>
                  <a:lnTo>
                    <a:pt x="1" y="246"/>
                  </a:lnTo>
                  <a:lnTo>
                    <a:pt x="181" y="303"/>
                  </a:lnTo>
                  <a:cubicBezTo>
                    <a:pt x="181" y="347"/>
                    <a:pt x="174" y="390"/>
                    <a:pt x="174" y="433"/>
                  </a:cubicBezTo>
                  <a:cubicBezTo>
                    <a:pt x="174" y="751"/>
                    <a:pt x="289" y="1061"/>
                    <a:pt x="498" y="1299"/>
                  </a:cubicBezTo>
                  <a:lnTo>
                    <a:pt x="787" y="909"/>
                  </a:lnTo>
                  <a:cubicBezTo>
                    <a:pt x="693" y="772"/>
                    <a:pt x="650" y="614"/>
                    <a:pt x="642" y="455"/>
                  </a:cubicBezTo>
                  <a:lnTo>
                    <a:pt x="642" y="455"/>
                  </a:lnTo>
                  <a:lnTo>
                    <a:pt x="787" y="498"/>
                  </a:lnTo>
                  <a:lnTo>
                    <a:pt x="52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37"/>
            <p:cNvSpPr/>
            <p:nvPr/>
          </p:nvSpPr>
          <p:spPr>
            <a:xfrm>
              <a:off x="4926625" y="1561950"/>
              <a:ext cx="30675" cy="16625"/>
            </a:xfrm>
            <a:custGeom>
              <a:rect b="b" l="l" r="r" t="t"/>
              <a:pathLst>
                <a:path extrusionOk="0" h="665" w="1227">
                  <a:moveTo>
                    <a:pt x="556" y="1"/>
                  </a:moveTo>
                  <a:lnTo>
                    <a:pt x="1" y="87"/>
                  </a:lnTo>
                  <a:lnTo>
                    <a:pt x="66" y="664"/>
                  </a:lnTo>
                  <a:lnTo>
                    <a:pt x="181" y="513"/>
                  </a:lnTo>
                  <a:cubicBezTo>
                    <a:pt x="347" y="585"/>
                    <a:pt x="526" y="621"/>
                    <a:pt x="704" y="621"/>
                  </a:cubicBezTo>
                  <a:cubicBezTo>
                    <a:pt x="883" y="621"/>
                    <a:pt x="1061" y="585"/>
                    <a:pt x="1227" y="513"/>
                  </a:cubicBezTo>
                  <a:lnTo>
                    <a:pt x="946" y="123"/>
                  </a:lnTo>
                  <a:cubicBezTo>
                    <a:pt x="866" y="149"/>
                    <a:pt x="785" y="161"/>
                    <a:pt x="704" y="161"/>
                  </a:cubicBezTo>
                  <a:cubicBezTo>
                    <a:pt x="623" y="161"/>
                    <a:pt x="542" y="149"/>
                    <a:pt x="462" y="123"/>
                  </a:cubicBezTo>
                  <a:lnTo>
                    <a:pt x="55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37"/>
            <p:cNvSpPr/>
            <p:nvPr/>
          </p:nvSpPr>
          <p:spPr>
            <a:xfrm>
              <a:off x="4957475" y="1541400"/>
              <a:ext cx="19675" cy="27800"/>
            </a:xfrm>
            <a:custGeom>
              <a:rect b="b" l="l" r="r" t="t"/>
              <a:pathLst>
                <a:path extrusionOk="0" h="1112" w="787">
                  <a:moveTo>
                    <a:pt x="779" y="0"/>
                  </a:moveTo>
                  <a:lnTo>
                    <a:pt x="318" y="145"/>
                  </a:lnTo>
                  <a:cubicBezTo>
                    <a:pt x="318" y="303"/>
                    <a:pt x="274" y="455"/>
                    <a:pt x="188" y="592"/>
                  </a:cubicBezTo>
                  <a:lnTo>
                    <a:pt x="80" y="448"/>
                  </a:lnTo>
                  <a:lnTo>
                    <a:pt x="0" y="1003"/>
                  </a:lnTo>
                  <a:lnTo>
                    <a:pt x="570" y="1111"/>
                  </a:lnTo>
                  <a:lnTo>
                    <a:pt x="469" y="981"/>
                  </a:lnTo>
                  <a:cubicBezTo>
                    <a:pt x="671" y="743"/>
                    <a:pt x="786" y="440"/>
                    <a:pt x="786" y="130"/>
                  </a:cubicBezTo>
                  <a:cubicBezTo>
                    <a:pt x="786" y="87"/>
                    <a:pt x="786" y="44"/>
                    <a:pt x="7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37"/>
            <p:cNvSpPr/>
            <p:nvPr/>
          </p:nvSpPr>
          <p:spPr>
            <a:xfrm>
              <a:off x="4951325" y="1512550"/>
              <a:ext cx="24925" cy="26350"/>
            </a:xfrm>
            <a:custGeom>
              <a:rect b="b" l="l" r="r" t="t"/>
              <a:pathLst>
                <a:path extrusionOk="0" h="1054" w="997">
                  <a:moveTo>
                    <a:pt x="1" y="0"/>
                  </a:moveTo>
                  <a:lnTo>
                    <a:pt x="1" y="476"/>
                  </a:lnTo>
                  <a:cubicBezTo>
                    <a:pt x="145" y="534"/>
                    <a:pt x="282" y="628"/>
                    <a:pt x="376" y="751"/>
                  </a:cubicBezTo>
                  <a:lnTo>
                    <a:pt x="210" y="801"/>
                  </a:lnTo>
                  <a:lnTo>
                    <a:pt x="715" y="1053"/>
                  </a:lnTo>
                  <a:lnTo>
                    <a:pt x="996" y="549"/>
                  </a:lnTo>
                  <a:lnTo>
                    <a:pt x="996" y="549"/>
                  </a:lnTo>
                  <a:lnTo>
                    <a:pt x="838" y="599"/>
                  </a:lnTo>
                  <a:cubicBezTo>
                    <a:pt x="650" y="296"/>
                    <a:pt x="347" y="73"/>
                    <a:pt x="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3" name="Google Shape;363;p37"/>
          <p:cNvGrpSpPr/>
          <p:nvPr/>
        </p:nvGrpSpPr>
        <p:grpSpPr>
          <a:xfrm>
            <a:off x="5195217" y="1960672"/>
            <a:ext cx="627699" cy="627780"/>
            <a:chOff x="3736598" y="2170606"/>
            <a:chExt cx="404889" cy="404889"/>
          </a:xfrm>
        </p:grpSpPr>
        <p:sp>
          <p:nvSpPr>
            <p:cNvPr id="364" name="Google Shape;364;p37"/>
            <p:cNvSpPr/>
            <p:nvPr/>
          </p:nvSpPr>
          <p:spPr>
            <a:xfrm>
              <a:off x="3950281" y="2170846"/>
              <a:ext cx="191206" cy="231947"/>
            </a:xfrm>
            <a:custGeom>
              <a:rect b="b" l="l" r="r" t="t"/>
              <a:pathLst>
                <a:path extrusionOk="0" h="10652" w="8781">
                  <a:moveTo>
                    <a:pt x="23" y="1"/>
                  </a:moveTo>
                  <a:lnTo>
                    <a:pt x="1435" y="2583"/>
                  </a:lnTo>
                  <a:lnTo>
                    <a:pt x="0" y="5246"/>
                  </a:lnTo>
                  <a:cubicBezTo>
                    <a:pt x="1997" y="5498"/>
                    <a:pt x="3512" y="7186"/>
                    <a:pt x="3547" y="9217"/>
                  </a:cubicBezTo>
                  <a:lnTo>
                    <a:pt x="6187" y="10652"/>
                  </a:lnTo>
                  <a:lnTo>
                    <a:pt x="8780" y="9217"/>
                  </a:lnTo>
                  <a:cubicBezTo>
                    <a:pt x="8746" y="4305"/>
                    <a:pt x="4913" y="276"/>
                    <a:pt x="2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37"/>
            <p:cNvSpPr/>
            <p:nvPr/>
          </p:nvSpPr>
          <p:spPr>
            <a:xfrm>
              <a:off x="3737099" y="2170606"/>
              <a:ext cx="231947" cy="191446"/>
            </a:xfrm>
            <a:custGeom>
              <a:rect b="b" l="l" r="r" t="t"/>
              <a:pathLst>
                <a:path extrusionOk="0" h="8792" w="10652">
                  <a:moveTo>
                    <a:pt x="9216" y="0"/>
                  </a:moveTo>
                  <a:cubicBezTo>
                    <a:pt x="4304" y="35"/>
                    <a:pt x="276" y="3868"/>
                    <a:pt x="0" y="8769"/>
                  </a:cubicBezTo>
                  <a:lnTo>
                    <a:pt x="2583" y="7346"/>
                  </a:lnTo>
                  <a:lnTo>
                    <a:pt x="5245" y="8792"/>
                  </a:lnTo>
                  <a:cubicBezTo>
                    <a:pt x="5498" y="6783"/>
                    <a:pt x="7185" y="5268"/>
                    <a:pt x="9216" y="5234"/>
                  </a:cubicBezTo>
                  <a:lnTo>
                    <a:pt x="10651" y="2594"/>
                  </a:lnTo>
                  <a:lnTo>
                    <a:pt x="921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37"/>
            <p:cNvSpPr/>
            <p:nvPr/>
          </p:nvSpPr>
          <p:spPr>
            <a:xfrm>
              <a:off x="3909539" y="2384027"/>
              <a:ext cx="231686" cy="191468"/>
            </a:xfrm>
            <a:custGeom>
              <a:rect b="b" l="l" r="r" t="t"/>
              <a:pathLst>
                <a:path extrusionOk="0" h="8793" w="10640">
                  <a:moveTo>
                    <a:pt x="5395" y="1"/>
                  </a:moveTo>
                  <a:cubicBezTo>
                    <a:pt x="5142" y="1998"/>
                    <a:pt x="3455" y="3513"/>
                    <a:pt x="1435" y="3559"/>
                  </a:cubicBezTo>
                  <a:lnTo>
                    <a:pt x="0" y="6187"/>
                  </a:lnTo>
                  <a:lnTo>
                    <a:pt x="1424" y="8792"/>
                  </a:lnTo>
                  <a:cubicBezTo>
                    <a:pt x="6324" y="8758"/>
                    <a:pt x="10364" y="4913"/>
                    <a:pt x="10640" y="24"/>
                  </a:cubicBezTo>
                  <a:lnTo>
                    <a:pt x="10640" y="24"/>
                  </a:lnTo>
                  <a:lnTo>
                    <a:pt x="8058" y="1436"/>
                  </a:lnTo>
                  <a:lnTo>
                    <a:pt x="539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37"/>
            <p:cNvSpPr/>
            <p:nvPr/>
          </p:nvSpPr>
          <p:spPr>
            <a:xfrm>
              <a:off x="3736598" y="2343307"/>
              <a:ext cx="191707" cy="231686"/>
            </a:xfrm>
            <a:custGeom>
              <a:rect b="b" l="l" r="r" t="t"/>
              <a:pathLst>
                <a:path extrusionOk="0" h="10640" w="8804">
                  <a:moveTo>
                    <a:pt x="2606" y="0"/>
                  </a:moveTo>
                  <a:lnTo>
                    <a:pt x="0" y="1435"/>
                  </a:lnTo>
                  <a:cubicBezTo>
                    <a:pt x="46" y="6335"/>
                    <a:pt x="3880" y="10364"/>
                    <a:pt x="8769" y="10639"/>
                  </a:cubicBezTo>
                  <a:lnTo>
                    <a:pt x="7357" y="8057"/>
                  </a:lnTo>
                  <a:lnTo>
                    <a:pt x="8803" y="5394"/>
                  </a:lnTo>
                  <a:cubicBezTo>
                    <a:pt x="6795" y="5142"/>
                    <a:pt x="5280" y="3455"/>
                    <a:pt x="5245" y="1435"/>
                  </a:cubicBezTo>
                  <a:lnTo>
                    <a:pt x="260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8" name="Google Shape;368;p37"/>
          <p:cNvGrpSpPr/>
          <p:nvPr/>
        </p:nvGrpSpPr>
        <p:grpSpPr>
          <a:xfrm>
            <a:off x="4348491" y="1960790"/>
            <a:ext cx="711386" cy="627545"/>
            <a:chOff x="3161917" y="2170682"/>
            <a:chExt cx="458870" cy="404737"/>
          </a:xfrm>
        </p:grpSpPr>
        <p:sp>
          <p:nvSpPr>
            <p:cNvPr id="369" name="Google Shape;369;p37"/>
            <p:cNvSpPr/>
            <p:nvPr/>
          </p:nvSpPr>
          <p:spPr>
            <a:xfrm>
              <a:off x="3161917" y="2170682"/>
              <a:ext cx="277174" cy="291676"/>
            </a:xfrm>
            <a:custGeom>
              <a:rect b="b" l="l" r="r" t="t"/>
              <a:pathLst>
                <a:path extrusionOk="0" h="13395" w="12729">
                  <a:moveTo>
                    <a:pt x="11294" y="0"/>
                  </a:moveTo>
                  <a:cubicBezTo>
                    <a:pt x="4442" y="46"/>
                    <a:pt x="0" y="7242"/>
                    <a:pt x="3019" y="13394"/>
                  </a:cubicBezTo>
                  <a:lnTo>
                    <a:pt x="4522" y="10915"/>
                  </a:lnTo>
                  <a:lnTo>
                    <a:pt x="7598" y="10835"/>
                  </a:lnTo>
                  <a:cubicBezTo>
                    <a:pt x="6531" y="8195"/>
                    <a:pt x="8436" y="5291"/>
                    <a:pt x="11294" y="5234"/>
                  </a:cubicBezTo>
                  <a:lnTo>
                    <a:pt x="12729" y="2606"/>
                  </a:lnTo>
                  <a:lnTo>
                    <a:pt x="11294" y="0"/>
                  </a:lnTo>
                  <a:close/>
                </a:path>
              </a:pathLst>
            </a:custGeom>
            <a:solidFill>
              <a:schemeClr val="lt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0" name="Google Shape;370;p37"/>
            <p:cNvSpPr/>
            <p:nvPr/>
          </p:nvSpPr>
          <p:spPr>
            <a:xfrm>
              <a:off x="3420326" y="2170922"/>
              <a:ext cx="200461" cy="302934"/>
            </a:xfrm>
            <a:custGeom>
              <a:rect b="b" l="l" r="r" t="t"/>
              <a:pathLst>
                <a:path extrusionOk="0" h="13912" w="9206">
                  <a:moveTo>
                    <a:pt x="24" y="1"/>
                  </a:moveTo>
                  <a:lnTo>
                    <a:pt x="1447" y="2583"/>
                  </a:lnTo>
                  <a:lnTo>
                    <a:pt x="1" y="5246"/>
                  </a:lnTo>
                  <a:cubicBezTo>
                    <a:pt x="2893" y="5602"/>
                    <a:pt x="4488" y="8815"/>
                    <a:pt x="3008" y="11329"/>
                  </a:cubicBezTo>
                  <a:lnTo>
                    <a:pt x="4557" y="13854"/>
                  </a:lnTo>
                  <a:lnTo>
                    <a:pt x="7564" y="13911"/>
                  </a:lnTo>
                  <a:cubicBezTo>
                    <a:pt x="9171" y="11122"/>
                    <a:pt x="9206" y="7691"/>
                    <a:pt x="7679" y="4856"/>
                  </a:cubicBezTo>
                  <a:cubicBezTo>
                    <a:pt x="6141" y="2021"/>
                    <a:pt x="3237" y="184"/>
                    <a:pt x="2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37"/>
            <p:cNvSpPr/>
            <p:nvPr/>
          </p:nvSpPr>
          <p:spPr>
            <a:xfrm>
              <a:off x="3233645" y="2417594"/>
              <a:ext cx="344393" cy="157825"/>
            </a:xfrm>
            <a:custGeom>
              <a:rect b="b" l="l" r="r" t="t"/>
              <a:pathLst>
                <a:path extrusionOk="0" h="7248" w="15816">
                  <a:moveTo>
                    <a:pt x="4557" y="1"/>
                  </a:moveTo>
                  <a:lnTo>
                    <a:pt x="1515" y="81"/>
                  </a:lnTo>
                  <a:lnTo>
                    <a:pt x="0" y="2583"/>
                  </a:lnTo>
                  <a:cubicBezTo>
                    <a:pt x="1607" y="5372"/>
                    <a:pt x="4545" y="7140"/>
                    <a:pt x="7770" y="7243"/>
                  </a:cubicBezTo>
                  <a:cubicBezTo>
                    <a:pt x="7870" y="7246"/>
                    <a:pt x="7970" y="7248"/>
                    <a:pt x="8070" y="7248"/>
                  </a:cubicBezTo>
                  <a:cubicBezTo>
                    <a:pt x="11183" y="7248"/>
                    <a:pt x="14092" y="5691"/>
                    <a:pt x="15816" y="3088"/>
                  </a:cubicBezTo>
                  <a:lnTo>
                    <a:pt x="12832" y="3019"/>
                  </a:lnTo>
                  <a:lnTo>
                    <a:pt x="11260" y="471"/>
                  </a:lnTo>
                  <a:cubicBezTo>
                    <a:pt x="10437" y="1506"/>
                    <a:pt x="9252" y="2011"/>
                    <a:pt x="8072" y="2011"/>
                  </a:cubicBezTo>
                  <a:cubicBezTo>
                    <a:pt x="6699" y="2011"/>
                    <a:pt x="5334" y="1328"/>
                    <a:pt x="455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2" name="Google Shape;372;p37"/>
          <p:cNvGrpSpPr/>
          <p:nvPr/>
        </p:nvGrpSpPr>
        <p:grpSpPr>
          <a:xfrm>
            <a:off x="4382541" y="2970114"/>
            <a:ext cx="643364" cy="616032"/>
            <a:chOff x="3179914" y="2889488"/>
            <a:chExt cx="422876" cy="404911"/>
          </a:xfrm>
        </p:grpSpPr>
        <p:sp>
          <p:nvSpPr>
            <p:cNvPr id="373" name="Google Shape;373;p37"/>
            <p:cNvSpPr/>
            <p:nvPr/>
          </p:nvSpPr>
          <p:spPr>
            <a:xfrm>
              <a:off x="3402328" y="2889749"/>
              <a:ext cx="163726" cy="157477"/>
            </a:xfrm>
            <a:custGeom>
              <a:rect b="b" l="l" r="r" t="t"/>
              <a:pathLst>
                <a:path extrusionOk="0" h="7232" w="7519">
                  <a:moveTo>
                    <a:pt x="24" y="0"/>
                  </a:moveTo>
                  <a:lnTo>
                    <a:pt x="1447" y="2583"/>
                  </a:lnTo>
                  <a:lnTo>
                    <a:pt x="1" y="5257"/>
                  </a:lnTo>
                  <a:cubicBezTo>
                    <a:pt x="1252" y="5418"/>
                    <a:pt x="2365" y="6141"/>
                    <a:pt x="2996" y="7231"/>
                  </a:cubicBezTo>
                  <a:lnTo>
                    <a:pt x="5958" y="7151"/>
                  </a:lnTo>
                  <a:lnTo>
                    <a:pt x="7518" y="4580"/>
                  </a:lnTo>
                  <a:cubicBezTo>
                    <a:pt x="5946" y="1894"/>
                    <a:pt x="3134" y="184"/>
                    <a:pt x="2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37"/>
            <p:cNvSpPr/>
            <p:nvPr/>
          </p:nvSpPr>
          <p:spPr>
            <a:xfrm>
              <a:off x="3467807" y="3000956"/>
              <a:ext cx="134983" cy="191707"/>
            </a:xfrm>
            <a:custGeom>
              <a:rect b="b" l="l" r="r" t="t"/>
              <a:pathLst>
                <a:path extrusionOk="0" h="8804" w="6199">
                  <a:moveTo>
                    <a:pt x="4798" y="1"/>
                  </a:moveTo>
                  <a:lnTo>
                    <a:pt x="3249" y="2549"/>
                  </a:lnTo>
                  <a:lnTo>
                    <a:pt x="242" y="2629"/>
                  </a:lnTo>
                  <a:cubicBezTo>
                    <a:pt x="724" y="3800"/>
                    <a:pt x="644" y="5131"/>
                    <a:pt x="1" y="6221"/>
                  </a:cubicBezTo>
                  <a:lnTo>
                    <a:pt x="1550" y="8746"/>
                  </a:lnTo>
                  <a:lnTo>
                    <a:pt x="4557" y="8804"/>
                  </a:lnTo>
                  <a:cubicBezTo>
                    <a:pt x="6107" y="6095"/>
                    <a:pt x="6199" y="2790"/>
                    <a:pt x="47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37"/>
            <p:cNvSpPr/>
            <p:nvPr/>
          </p:nvSpPr>
          <p:spPr>
            <a:xfrm>
              <a:off x="3222637" y="2889488"/>
              <a:ext cx="198457" cy="149224"/>
            </a:xfrm>
            <a:custGeom>
              <a:rect b="b" l="l" r="r" t="t"/>
              <a:pathLst>
                <a:path extrusionOk="0" h="6853" w="9114">
                  <a:moveTo>
                    <a:pt x="7690" y="1"/>
                  </a:moveTo>
                  <a:cubicBezTo>
                    <a:pt x="4592" y="24"/>
                    <a:pt x="1711" y="1585"/>
                    <a:pt x="1" y="4156"/>
                  </a:cubicBezTo>
                  <a:lnTo>
                    <a:pt x="2904" y="4225"/>
                  </a:lnTo>
                  <a:lnTo>
                    <a:pt x="4511" y="6853"/>
                  </a:lnTo>
                  <a:cubicBezTo>
                    <a:pt x="5257" y="5854"/>
                    <a:pt x="6428" y="5258"/>
                    <a:pt x="7679" y="5235"/>
                  </a:cubicBezTo>
                  <a:lnTo>
                    <a:pt x="9114" y="2606"/>
                  </a:lnTo>
                  <a:lnTo>
                    <a:pt x="769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37"/>
            <p:cNvSpPr/>
            <p:nvPr/>
          </p:nvSpPr>
          <p:spPr>
            <a:xfrm>
              <a:off x="3179914" y="2991462"/>
              <a:ext cx="133960" cy="190205"/>
            </a:xfrm>
            <a:custGeom>
              <a:rect b="b" l="l" r="r" t="t"/>
              <a:pathLst>
                <a:path extrusionOk="0" h="8735" w="6152">
                  <a:moveTo>
                    <a:pt x="1641" y="1"/>
                  </a:moveTo>
                  <a:cubicBezTo>
                    <a:pt x="103" y="2686"/>
                    <a:pt x="0" y="5957"/>
                    <a:pt x="1366" y="8735"/>
                  </a:cubicBezTo>
                  <a:lnTo>
                    <a:pt x="2869" y="6244"/>
                  </a:lnTo>
                  <a:lnTo>
                    <a:pt x="5957" y="6164"/>
                  </a:lnTo>
                  <a:cubicBezTo>
                    <a:pt x="5486" y="5016"/>
                    <a:pt x="5555" y="3731"/>
                    <a:pt x="6152" y="2640"/>
                  </a:cubicBezTo>
                  <a:lnTo>
                    <a:pt x="4568" y="58"/>
                  </a:lnTo>
                  <a:lnTo>
                    <a:pt x="1641"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37"/>
            <p:cNvSpPr/>
            <p:nvPr/>
          </p:nvSpPr>
          <p:spPr>
            <a:xfrm>
              <a:off x="3215887" y="3136661"/>
              <a:ext cx="162725" cy="157477"/>
            </a:xfrm>
            <a:custGeom>
              <a:rect b="b" l="l" r="r" t="t"/>
              <a:pathLst>
                <a:path extrusionOk="0" h="7232" w="7473">
                  <a:moveTo>
                    <a:pt x="4546" y="1"/>
                  </a:moveTo>
                  <a:lnTo>
                    <a:pt x="1516" y="81"/>
                  </a:lnTo>
                  <a:lnTo>
                    <a:pt x="1" y="2583"/>
                  </a:lnTo>
                  <a:cubicBezTo>
                    <a:pt x="1550" y="5280"/>
                    <a:pt x="4339" y="7025"/>
                    <a:pt x="7438" y="7232"/>
                  </a:cubicBezTo>
                  <a:lnTo>
                    <a:pt x="6026" y="4649"/>
                  </a:lnTo>
                  <a:lnTo>
                    <a:pt x="7472" y="1964"/>
                  </a:lnTo>
                  <a:cubicBezTo>
                    <a:pt x="6256" y="1791"/>
                    <a:pt x="5177" y="1068"/>
                    <a:pt x="454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37"/>
            <p:cNvSpPr/>
            <p:nvPr/>
          </p:nvSpPr>
          <p:spPr>
            <a:xfrm>
              <a:off x="3359605" y="3146677"/>
              <a:ext cx="200439" cy="147722"/>
            </a:xfrm>
            <a:custGeom>
              <a:rect b="b" l="l" r="r" t="t"/>
              <a:pathLst>
                <a:path extrusionOk="0" h="6784" w="9205">
                  <a:moveTo>
                    <a:pt x="4649" y="0"/>
                  </a:moveTo>
                  <a:cubicBezTo>
                    <a:pt x="3880" y="976"/>
                    <a:pt x="2697" y="1549"/>
                    <a:pt x="1446" y="1549"/>
                  </a:cubicBezTo>
                  <a:lnTo>
                    <a:pt x="1435" y="1549"/>
                  </a:lnTo>
                  <a:lnTo>
                    <a:pt x="0" y="4189"/>
                  </a:lnTo>
                  <a:lnTo>
                    <a:pt x="1435" y="6783"/>
                  </a:lnTo>
                  <a:lnTo>
                    <a:pt x="1446" y="6783"/>
                  </a:lnTo>
                  <a:cubicBezTo>
                    <a:pt x="1458" y="6783"/>
                    <a:pt x="1469" y="6783"/>
                    <a:pt x="1481" y="6783"/>
                  </a:cubicBezTo>
                  <a:cubicBezTo>
                    <a:pt x="4589" y="6783"/>
                    <a:pt x="7490" y="5224"/>
                    <a:pt x="9205" y="2628"/>
                  </a:cubicBezTo>
                  <a:lnTo>
                    <a:pt x="6221" y="2559"/>
                  </a:lnTo>
                  <a:lnTo>
                    <a:pt x="464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9" name="Google Shape;379;p37"/>
          <p:cNvGrpSpPr/>
          <p:nvPr/>
        </p:nvGrpSpPr>
        <p:grpSpPr>
          <a:xfrm>
            <a:off x="5200057" y="2970064"/>
            <a:ext cx="637699" cy="616132"/>
            <a:chOff x="3729467" y="2889422"/>
            <a:chExt cx="419153" cy="404977"/>
          </a:xfrm>
        </p:grpSpPr>
        <p:sp>
          <p:nvSpPr>
            <p:cNvPr id="380" name="Google Shape;380;p37"/>
            <p:cNvSpPr/>
            <p:nvPr/>
          </p:nvSpPr>
          <p:spPr>
            <a:xfrm>
              <a:off x="4014137" y="2974913"/>
              <a:ext cx="134482" cy="178707"/>
            </a:xfrm>
            <a:custGeom>
              <a:rect b="b" l="l" r="r" t="t"/>
              <a:pathLst>
                <a:path extrusionOk="0" h="8207" w="6176">
                  <a:moveTo>
                    <a:pt x="4121" y="0"/>
                  </a:moveTo>
                  <a:lnTo>
                    <a:pt x="2973" y="2732"/>
                  </a:lnTo>
                  <a:lnTo>
                    <a:pt x="0" y="3260"/>
                  </a:lnTo>
                  <a:cubicBezTo>
                    <a:pt x="391" y="3891"/>
                    <a:pt x="586" y="4625"/>
                    <a:pt x="586" y="5372"/>
                  </a:cubicBezTo>
                  <a:cubicBezTo>
                    <a:pt x="586" y="5658"/>
                    <a:pt x="563" y="5945"/>
                    <a:pt x="494" y="6232"/>
                  </a:cubicBezTo>
                  <a:lnTo>
                    <a:pt x="2743" y="8206"/>
                  </a:lnTo>
                  <a:lnTo>
                    <a:pt x="5613" y="7392"/>
                  </a:lnTo>
                  <a:cubicBezTo>
                    <a:pt x="6175" y="4832"/>
                    <a:pt x="5636" y="2146"/>
                    <a:pt x="412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37"/>
            <p:cNvSpPr/>
            <p:nvPr/>
          </p:nvSpPr>
          <p:spPr>
            <a:xfrm>
              <a:off x="3741225" y="3095375"/>
              <a:ext cx="148963" cy="173460"/>
            </a:xfrm>
            <a:custGeom>
              <a:rect b="b" l="l" r="r" t="t"/>
              <a:pathLst>
                <a:path extrusionOk="0" h="7966" w="6841">
                  <a:moveTo>
                    <a:pt x="2215" y="0"/>
                  </a:moveTo>
                  <a:lnTo>
                    <a:pt x="0" y="1963"/>
                  </a:lnTo>
                  <a:cubicBezTo>
                    <a:pt x="597" y="4511"/>
                    <a:pt x="2250" y="6691"/>
                    <a:pt x="4534" y="7965"/>
                  </a:cubicBezTo>
                  <a:lnTo>
                    <a:pt x="4373" y="5027"/>
                  </a:lnTo>
                  <a:lnTo>
                    <a:pt x="6841" y="3248"/>
                  </a:lnTo>
                  <a:cubicBezTo>
                    <a:pt x="5980" y="2686"/>
                    <a:pt x="5360" y="1814"/>
                    <a:pt x="5108" y="804"/>
                  </a:cubicBezTo>
                  <a:lnTo>
                    <a:pt x="221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37"/>
            <p:cNvSpPr/>
            <p:nvPr/>
          </p:nvSpPr>
          <p:spPr>
            <a:xfrm>
              <a:off x="3949660" y="2889684"/>
              <a:ext cx="146219" cy="145980"/>
            </a:xfrm>
            <a:custGeom>
              <a:rect b="b" l="l" r="r" t="t"/>
              <a:pathLst>
                <a:path extrusionOk="0" h="6704" w="6715">
                  <a:moveTo>
                    <a:pt x="12" y="0"/>
                  </a:moveTo>
                  <a:lnTo>
                    <a:pt x="1435" y="2583"/>
                  </a:lnTo>
                  <a:lnTo>
                    <a:pt x="0" y="5257"/>
                  </a:lnTo>
                  <a:cubicBezTo>
                    <a:pt x="1022" y="5383"/>
                    <a:pt x="1963" y="5900"/>
                    <a:pt x="2629" y="6703"/>
                  </a:cubicBezTo>
                  <a:lnTo>
                    <a:pt x="5567" y="6187"/>
                  </a:lnTo>
                  <a:lnTo>
                    <a:pt x="6714" y="3432"/>
                  </a:lnTo>
                  <a:cubicBezTo>
                    <a:pt x="5062" y="1401"/>
                    <a:pt x="2629" y="150"/>
                    <a:pt x="1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37"/>
            <p:cNvSpPr/>
            <p:nvPr/>
          </p:nvSpPr>
          <p:spPr>
            <a:xfrm>
              <a:off x="3847947" y="3172089"/>
              <a:ext cx="167210" cy="122310"/>
            </a:xfrm>
            <a:custGeom>
              <a:rect b="b" l="l" r="r" t="t"/>
              <a:pathLst>
                <a:path extrusionOk="0" h="5617" w="7679">
                  <a:moveTo>
                    <a:pt x="2433" y="1"/>
                  </a:moveTo>
                  <a:lnTo>
                    <a:pt x="0" y="1757"/>
                  </a:lnTo>
                  <a:lnTo>
                    <a:pt x="149" y="4718"/>
                  </a:lnTo>
                  <a:cubicBezTo>
                    <a:pt x="1415" y="5317"/>
                    <a:pt x="2781" y="5616"/>
                    <a:pt x="4148" y="5616"/>
                  </a:cubicBezTo>
                  <a:cubicBezTo>
                    <a:pt x="5347" y="5616"/>
                    <a:pt x="6546" y="5386"/>
                    <a:pt x="7678" y="4924"/>
                  </a:cubicBezTo>
                  <a:lnTo>
                    <a:pt x="5280" y="3203"/>
                  </a:lnTo>
                  <a:lnTo>
                    <a:pt x="5417" y="173"/>
                  </a:lnTo>
                  <a:lnTo>
                    <a:pt x="5417" y="173"/>
                  </a:lnTo>
                  <a:cubicBezTo>
                    <a:pt x="5016" y="311"/>
                    <a:pt x="4591" y="379"/>
                    <a:pt x="4155" y="379"/>
                  </a:cubicBezTo>
                  <a:cubicBezTo>
                    <a:pt x="3558" y="379"/>
                    <a:pt x="2973" y="253"/>
                    <a:pt x="243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37"/>
            <p:cNvSpPr/>
            <p:nvPr/>
          </p:nvSpPr>
          <p:spPr>
            <a:xfrm>
              <a:off x="3974658" y="3122616"/>
              <a:ext cx="158457" cy="151206"/>
            </a:xfrm>
            <a:custGeom>
              <a:rect b="b" l="l" r="r" t="t"/>
              <a:pathLst>
                <a:path extrusionOk="0" h="6944" w="7277">
                  <a:moveTo>
                    <a:pt x="2158" y="0"/>
                  </a:moveTo>
                  <a:cubicBezTo>
                    <a:pt x="1790" y="964"/>
                    <a:pt x="1079" y="1768"/>
                    <a:pt x="149" y="2227"/>
                  </a:cubicBezTo>
                  <a:lnTo>
                    <a:pt x="0" y="5222"/>
                  </a:lnTo>
                  <a:lnTo>
                    <a:pt x="2422" y="6944"/>
                  </a:lnTo>
                  <a:cubicBezTo>
                    <a:pt x="4775" y="5785"/>
                    <a:pt x="6542" y="3696"/>
                    <a:pt x="7277" y="1171"/>
                  </a:cubicBezTo>
                  <a:lnTo>
                    <a:pt x="7277" y="1171"/>
                  </a:lnTo>
                  <a:lnTo>
                    <a:pt x="4430" y="1986"/>
                  </a:lnTo>
                  <a:lnTo>
                    <a:pt x="215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37"/>
            <p:cNvSpPr/>
            <p:nvPr/>
          </p:nvSpPr>
          <p:spPr>
            <a:xfrm>
              <a:off x="3729467" y="2966660"/>
              <a:ext cx="138990" cy="158718"/>
            </a:xfrm>
            <a:custGeom>
              <a:rect b="b" l="l" r="r" t="t"/>
              <a:pathLst>
                <a:path extrusionOk="0" h="7289" w="6383">
                  <a:moveTo>
                    <a:pt x="2296" y="0"/>
                  </a:moveTo>
                  <a:cubicBezTo>
                    <a:pt x="678" y="2055"/>
                    <a:pt x="1" y="4706"/>
                    <a:pt x="425" y="7288"/>
                  </a:cubicBezTo>
                  <a:lnTo>
                    <a:pt x="2618" y="5337"/>
                  </a:lnTo>
                  <a:lnTo>
                    <a:pt x="5556" y="6152"/>
                  </a:lnTo>
                  <a:cubicBezTo>
                    <a:pt x="5544" y="6026"/>
                    <a:pt x="5533" y="5888"/>
                    <a:pt x="5533" y="5751"/>
                  </a:cubicBezTo>
                  <a:cubicBezTo>
                    <a:pt x="5533" y="4855"/>
                    <a:pt x="5831" y="3983"/>
                    <a:pt x="6382" y="3271"/>
                  </a:cubicBezTo>
                  <a:lnTo>
                    <a:pt x="5211" y="505"/>
                  </a:lnTo>
                  <a:lnTo>
                    <a:pt x="229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37"/>
            <p:cNvSpPr/>
            <p:nvPr/>
          </p:nvSpPr>
          <p:spPr>
            <a:xfrm>
              <a:off x="3787716" y="2889422"/>
              <a:ext cx="180449" cy="139229"/>
            </a:xfrm>
            <a:custGeom>
              <a:rect b="b" l="l" r="r" t="t"/>
              <a:pathLst>
                <a:path extrusionOk="0" h="6394" w="8287">
                  <a:moveTo>
                    <a:pt x="6863" y="1"/>
                  </a:moveTo>
                  <a:cubicBezTo>
                    <a:pt x="4235" y="12"/>
                    <a:pt x="1756" y="1137"/>
                    <a:pt x="0" y="3088"/>
                  </a:cubicBezTo>
                  <a:lnTo>
                    <a:pt x="2904" y="3593"/>
                  </a:lnTo>
                  <a:lnTo>
                    <a:pt x="4086" y="6394"/>
                  </a:lnTo>
                  <a:cubicBezTo>
                    <a:pt x="4820" y="5671"/>
                    <a:pt x="5819" y="5258"/>
                    <a:pt x="6852" y="5235"/>
                  </a:cubicBezTo>
                  <a:lnTo>
                    <a:pt x="8287" y="2606"/>
                  </a:lnTo>
                  <a:lnTo>
                    <a:pt x="686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87" name="Google Shape;387;p37"/>
          <p:cNvSpPr/>
          <p:nvPr/>
        </p:nvSpPr>
        <p:spPr>
          <a:xfrm>
            <a:off x="8131280" y="1977517"/>
            <a:ext cx="281906" cy="142932"/>
          </a:xfrm>
          <a:custGeom>
            <a:rect b="b" l="l" r="r" t="t"/>
            <a:pathLst>
              <a:path extrusionOk="0" h="1544" w="3045">
                <a:moveTo>
                  <a:pt x="1645" y="0"/>
                </a:moveTo>
                <a:lnTo>
                  <a:pt x="2143" y="505"/>
                </a:lnTo>
                <a:lnTo>
                  <a:pt x="0" y="505"/>
                </a:lnTo>
                <a:lnTo>
                  <a:pt x="0" y="1046"/>
                </a:lnTo>
                <a:lnTo>
                  <a:pt x="2143" y="1046"/>
                </a:lnTo>
                <a:lnTo>
                  <a:pt x="1645" y="1544"/>
                </a:lnTo>
                <a:lnTo>
                  <a:pt x="2272" y="1544"/>
                </a:lnTo>
                <a:lnTo>
                  <a:pt x="3044" y="772"/>
                </a:lnTo>
                <a:lnTo>
                  <a:pt x="227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37"/>
          <p:cNvSpPr/>
          <p:nvPr/>
        </p:nvSpPr>
        <p:spPr>
          <a:xfrm>
            <a:off x="8144658" y="3770920"/>
            <a:ext cx="255150" cy="177554"/>
          </a:xfrm>
          <a:custGeom>
            <a:rect b="b" l="l" r="r" t="t"/>
            <a:pathLst>
              <a:path extrusionOk="0" h="1918" w="2756">
                <a:moveTo>
                  <a:pt x="1757" y="0"/>
                </a:moveTo>
                <a:cubicBezTo>
                  <a:pt x="1693" y="0"/>
                  <a:pt x="1630" y="25"/>
                  <a:pt x="1580" y="75"/>
                </a:cubicBezTo>
                <a:cubicBezTo>
                  <a:pt x="1479" y="176"/>
                  <a:pt x="1479" y="335"/>
                  <a:pt x="1580" y="436"/>
                </a:cubicBezTo>
                <a:lnTo>
                  <a:pt x="1768" y="623"/>
                </a:lnTo>
                <a:cubicBezTo>
                  <a:pt x="1797" y="652"/>
                  <a:pt x="1775" y="702"/>
                  <a:pt x="1739" y="702"/>
                </a:cubicBezTo>
                <a:lnTo>
                  <a:pt x="253" y="702"/>
                </a:lnTo>
                <a:cubicBezTo>
                  <a:pt x="116" y="702"/>
                  <a:pt x="1" y="818"/>
                  <a:pt x="1" y="962"/>
                </a:cubicBezTo>
                <a:cubicBezTo>
                  <a:pt x="1" y="1099"/>
                  <a:pt x="116" y="1215"/>
                  <a:pt x="253" y="1215"/>
                </a:cubicBezTo>
                <a:lnTo>
                  <a:pt x="1739" y="1215"/>
                </a:lnTo>
                <a:cubicBezTo>
                  <a:pt x="1775" y="1215"/>
                  <a:pt x="1797" y="1265"/>
                  <a:pt x="1768" y="1294"/>
                </a:cubicBezTo>
                <a:lnTo>
                  <a:pt x="1580" y="1481"/>
                </a:lnTo>
                <a:cubicBezTo>
                  <a:pt x="1479" y="1582"/>
                  <a:pt x="1479" y="1741"/>
                  <a:pt x="1580" y="1842"/>
                </a:cubicBezTo>
                <a:cubicBezTo>
                  <a:pt x="1631" y="1892"/>
                  <a:pt x="1696" y="1918"/>
                  <a:pt x="1760" y="1918"/>
                </a:cubicBezTo>
                <a:cubicBezTo>
                  <a:pt x="1825" y="1918"/>
                  <a:pt x="1890" y="1892"/>
                  <a:pt x="1941" y="1842"/>
                </a:cubicBezTo>
                <a:lnTo>
                  <a:pt x="2676" y="1106"/>
                </a:lnTo>
                <a:cubicBezTo>
                  <a:pt x="2756" y="1027"/>
                  <a:pt x="2756" y="897"/>
                  <a:pt x="2676" y="811"/>
                </a:cubicBezTo>
                <a:lnTo>
                  <a:pt x="1941" y="82"/>
                </a:lnTo>
                <a:cubicBezTo>
                  <a:pt x="1889" y="27"/>
                  <a:pt x="1823" y="0"/>
                  <a:pt x="17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9" name="Google Shape;389;p37"/>
          <p:cNvGrpSpPr/>
          <p:nvPr/>
        </p:nvGrpSpPr>
        <p:grpSpPr>
          <a:xfrm>
            <a:off x="7684888" y="2251259"/>
            <a:ext cx="253114" cy="215138"/>
            <a:chOff x="4660325" y="1866850"/>
            <a:chExt cx="68350" cy="58100"/>
          </a:xfrm>
        </p:grpSpPr>
        <p:sp>
          <p:nvSpPr>
            <p:cNvPr id="390" name="Google Shape;390;p37"/>
            <p:cNvSpPr/>
            <p:nvPr/>
          </p:nvSpPr>
          <p:spPr>
            <a:xfrm>
              <a:off x="4660325" y="1866850"/>
              <a:ext cx="37700" cy="58100"/>
            </a:xfrm>
            <a:custGeom>
              <a:rect b="b" l="l" r="r" t="t"/>
              <a:pathLst>
                <a:path extrusionOk="0" h="2324" w="1508">
                  <a:moveTo>
                    <a:pt x="346" y="1"/>
                  </a:moveTo>
                  <a:lnTo>
                    <a:pt x="0" y="354"/>
                  </a:lnTo>
                  <a:lnTo>
                    <a:pt x="815" y="1162"/>
                  </a:lnTo>
                  <a:lnTo>
                    <a:pt x="0" y="1977"/>
                  </a:lnTo>
                  <a:lnTo>
                    <a:pt x="346" y="2323"/>
                  </a:lnTo>
                  <a:lnTo>
                    <a:pt x="1508" y="1162"/>
                  </a:lnTo>
                  <a:lnTo>
                    <a:pt x="34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37"/>
            <p:cNvSpPr/>
            <p:nvPr/>
          </p:nvSpPr>
          <p:spPr>
            <a:xfrm>
              <a:off x="4690975" y="1866850"/>
              <a:ext cx="37700" cy="58100"/>
            </a:xfrm>
            <a:custGeom>
              <a:rect b="b" l="l" r="r" t="t"/>
              <a:pathLst>
                <a:path extrusionOk="0" h="2324" w="1508">
                  <a:moveTo>
                    <a:pt x="346" y="1"/>
                  </a:moveTo>
                  <a:lnTo>
                    <a:pt x="0" y="354"/>
                  </a:lnTo>
                  <a:lnTo>
                    <a:pt x="808" y="1162"/>
                  </a:lnTo>
                  <a:lnTo>
                    <a:pt x="0" y="1977"/>
                  </a:lnTo>
                  <a:lnTo>
                    <a:pt x="346" y="2323"/>
                  </a:lnTo>
                  <a:lnTo>
                    <a:pt x="1508" y="1162"/>
                  </a:lnTo>
                  <a:lnTo>
                    <a:pt x="34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2" name="Google Shape;392;p37"/>
          <p:cNvGrpSpPr/>
          <p:nvPr/>
        </p:nvGrpSpPr>
        <p:grpSpPr>
          <a:xfrm>
            <a:off x="8148685" y="2290371"/>
            <a:ext cx="247096" cy="136915"/>
            <a:chOff x="4791775" y="1877500"/>
            <a:chExt cx="66725" cy="36975"/>
          </a:xfrm>
        </p:grpSpPr>
        <p:sp>
          <p:nvSpPr>
            <p:cNvPr id="393" name="Google Shape;393;p37"/>
            <p:cNvSpPr/>
            <p:nvPr/>
          </p:nvSpPr>
          <p:spPr>
            <a:xfrm>
              <a:off x="4791775" y="1877500"/>
              <a:ext cx="36075" cy="36975"/>
            </a:xfrm>
            <a:custGeom>
              <a:rect b="b" l="l" r="r" t="t"/>
              <a:pathLst>
                <a:path extrusionOk="0" h="1479" w="1443">
                  <a:moveTo>
                    <a:pt x="0" y="0"/>
                  </a:moveTo>
                  <a:lnTo>
                    <a:pt x="743" y="736"/>
                  </a:lnTo>
                  <a:lnTo>
                    <a:pt x="0" y="1479"/>
                  </a:lnTo>
                  <a:lnTo>
                    <a:pt x="700" y="1479"/>
                  </a:lnTo>
                  <a:lnTo>
                    <a:pt x="1442" y="736"/>
                  </a:lnTo>
                  <a:lnTo>
                    <a:pt x="700"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37"/>
            <p:cNvSpPr/>
            <p:nvPr/>
          </p:nvSpPr>
          <p:spPr>
            <a:xfrm>
              <a:off x="4822425" y="1877500"/>
              <a:ext cx="36075" cy="36975"/>
            </a:xfrm>
            <a:custGeom>
              <a:rect b="b" l="l" r="r" t="t"/>
              <a:pathLst>
                <a:path extrusionOk="0" h="1479" w="1443">
                  <a:moveTo>
                    <a:pt x="0" y="0"/>
                  </a:moveTo>
                  <a:lnTo>
                    <a:pt x="743" y="736"/>
                  </a:lnTo>
                  <a:lnTo>
                    <a:pt x="0" y="1479"/>
                  </a:lnTo>
                  <a:lnTo>
                    <a:pt x="700" y="1479"/>
                  </a:lnTo>
                  <a:lnTo>
                    <a:pt x="1443" y="736"/>
                  </a:lnTo>
                  <a:lnTo>
                    <a:pt x="700"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5" name="Google Shape;395;p37"/>
          <p:cNvGrpSpPr/>
          <p:nvPr/>
        </p:nvGrpSpPr>
        <p:grpSpPr>
          <a:xfrm>
            <a:off x="8162017" y="3518149"/>
            <a:ext cx="220433" cy="136915"/>
            <a:chOff x="4923925" y="1877500"/>
            <a:chExt cx="59525" cy="36975"/>
          </a:xfrm>
        </p:grpSpPr>
        <p:sp>
          <p:nvSpPr>
            <p:cNvPr id="396" name="Google Shape;396;p37"/>
            <p:cNvSpPr/>
            <p:nvPr/>
          </p:nvSpPr>
          <p:spPr>
            <a:xfrm>
              <a:off x="4923925" y="1877500"/>
              <a:ext cx="28875" cy="36975"/>
            </a:xfrm>
            <a:custGeom>
              <a:rect b="b" l="l" r="r" t="t"/>
              <a:pathLst>
                <a:path extrusionOk="0" h="1479" w="1155">
                  <a:moveTo>
                    <a:pt x="332" y="0"/>
                  </a:moveTo>
                  <a:cubicBezTo>
                    <a:pt x="116" y="0"/>
                    <a:pt x="1" y="260"/>
                    <a:pt x="159" y="419"/>
                  </a:cubicBezTo>
                  <a:lnTo>
                    <a:pt x="433" y="700"/>
                  </a:lnTo>
                  <a:cubicBezTo>
                    <a:pt x="455" y="722"/>
                    <a:pt x="455" y="758"/>
                    <a:pt x="433" y="779"/>
                  </a:cubicBezTo>
                  <a:lnTo>
                    <a:pt x="159" y="1053"/>
                  </a:lnTo>
                  <a:cubicBezTo>
                    <a:pt x="1" y="1212"/>
                    <a:pt x="116" y="1479"/>
                    <a:pt x="332" y="1479"/>
                  </a:cubicBezTo>
                  <a:cubicBezTo>
                    <a:pt x="397" y="1479"/>
                    <a:pt x="462" y="1450"/>
                    <a:pt x="506" y="1407"/>
                  </a:cubicBezTo>
                  <a:lnTo>
                    <a:pt x="1133" y="779"/>
                  </a:lnTo>
                  <a:cubicBezTo>
                    <a:pt x="1155" y="758"/>
                    <a:pt x="1155" y="722"/>
                    <a:pt x="1133" y="700"/>
                  </a:cubicBezTo>
                  <a:lnTo>
                    <a:pt x="506" y="73"/>
                  </a:lnTo>
                  <a:cubicBezTo>
                    <a:pt x="462" y="22"/>
                    <a:pt x="397" y="0"/>
                    <a:pt x="33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37"/>
            <p:cNvSpPr/>
            <p:nvPr/>
          </p:nvSpPr>
          <p:spPr>
            <a:xfrm>
              <a:off x="4954575" y="1877500"/>
              <a:ext cx="28875" cy="36975"/>
            </a:xfrm>
            <a:custGeom>
              <a:rect b="b" l="l" r="r" t="t"/>
              <a:pathLst>
                <a:path extrusionOk="0" h="1479" w="1155">
                  <a:moveTo>
                    <a:pt x="333" y="0"/>
                  </a:moveTo>
                  <a:cubicBezTo>
                    <a:pt x="116" y="0"/>
                    <a:pt x="1" y="260"/>
                    <a:pt x="159" y="419"/>
                  </a:cubicBezTo>
                  <a:lnTo>
                    <a:pt x="434" y="700"/>
                  </a:lnTo>
                  <a:cubicBezTo>
                    <a:pt x="455" y="722"/>
                    <a:pt x="455" y="758"/>
                    <a:pt x="434" y="779"/>
                  </a:cubicBezTo>
                  <a:lnTo>
                    <a:pt x="159" y="1053"/>
                  </a:lnTo>
                  <a:cubicBezTo>
                    <a:pt x="1" y="1212"/>
                    <a:pt x="116" y="1479"/>
                    <a:pt x="333" y="1479"/>
                  </a:cubicBezTo>
                  <a:cubicBezTo>
                    <a:pt x="397" y="1479"/>
                    <a:pt x="462" y="1450"/>
                    <a:pt x="506" y="1407"/>
                  </a:cubicBezTo>
                  <a:lnTo>
                    <a:pt x="1133" y="779"/>
                  </a:lnTo>
                  <a:cubicBezTo>
                    <a:pt x="1155" y="758"/>
                    <a:pt x="1155" y="722"/>
                    <a:pt x="1133" y="700"/>
                  </a:cubicBezTo>
                  <a:lnTo>
                    <a:pt x="506" y="73"/>
                  </a:lnTo>
                  <a:cubicBezTo>
                    <a:pt x="462" y="22"/>
                    <a:pt x="397" y="0"/>
                    <a:pt x="33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8" name="Google Shape;398;p37"/>
          <p:cNvGrpSpPr/>
          <p:nvPr/>
        </p:nvGrpSpPr>
        <p:grpSpPr>
          <a:xfrm>
            <a:off x="7703914" y="3491072"/>
            <a:ext cx="215063" cy="191070"/>
            <a:chOff x="5058450" y="1870100"/>
            <a:chExt cx="58075" cy="51600"/>
          </a:xfrm>
        </p:grpSpPr>
        <p:sp>
          <p:nvSpPr>
            <p:cNvPr id="399" name="Google Shape;399;p37"/>
            <p:cNvSpPr/>
            <p:nvPr/>
          </p:nvSpPr>
          <p:spPr>
            <a:xfrm>
              <a:off x="5058450" y="1870100"/>
              <a:ext cx="25800" cy="51600"/>
            </a:xfrm>
            <a:custGeom>
              <a:rect b="b" l="l" r="r" t="t"/>
              <a:pathLst>
                <a:path extrusionOk="0" h="2064" w="1032">
                  <a:moveTo>
                    <a:pt x="0" y="1"/>
                  </a:moveTo>
                  <a:lnTo>
                    <a:pt x="0" y="621"/>
                  </a:lnTo>
                  <a:lnTo>
                    <a:pt x="0" y="1443"/>
                  </a:lnTo>
                  <a:lnTo>
                    <a:pt x="0" y="2063"/>
                  </a:lnTo>
                  <a:lnTo>
                    <a:pt x="1032" y="1032"/>
                  </a:lnTo>
                  <a:lnTo>
                    <a:pt x="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37"/>
            <p:cNvSpPr/>
            <p:nvPr/>
          </p:nvSpPr>
          <p:spPr>
            <a:xfrm>
              <a:off x="5090725" y="1870100"/>
              <a:ext cx="25800" cy="51600"/>
            </a:xfrm>
            <a:custGeom>
              <a:rect b="b" l="l" r="r" t="t"/>
              <a:pathLst>
                <a:path extrusionOk="0" h="2064" w="1032">
                  <a:moveTo>
                    <a:pt x="0" y="1"/>
                  </a:moveTo>
                  <a:lnTo>
                    <a:pt x="0" y="621"/>
                  </a:lnTo>
                  <a:lnTo>
                    <a:pt x="0" y="1443"/>
                  </a:lnTo>
                  <a:lnTo>
                    <a:pt x="0" y="2063"/>
                  </a:lnTo>
                  <a:lnTo>
                    <a:pt x="1032" y="1032"/>
                  </a:lnTo>
                  <a:lnTo>
                    <a:pt x="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1" name="Google Shape;401;p37"/>
          <p:cNvGrpSpPr/>
          <p:nvPr/>
        </p:nvGrpSpPr>
        <p:grpSpPr>
          <a:xfrm>
            <a:off x="7716273" y="3171274"/>
            <a:ext cx="190344" cy="194402"/>
            <a:chOff x="4676550" y="2160575"/>
            <a:chExt cx="51400" cy="52500"/>
          </a:xfrm>
        </p:grpSpPr>
        <p:sp>
          <p:nvSpPr>
            <p:cNvPr id="402" name="Google Shape;402;p37"/>
            <p:cNvSpPr/>
            <p:nvPr/>
          </p:nvSpPr>
          <p:spPr>
            <a:xfrm>
              <a:off x="4676550" y="2160575"/>
              <a:ext cx="27775" cy="52500"/>
            </a:xfrm>
            <a:custGeom>
              <a:rect b="b" l="l" r="r" t="t"/>
              <a:pathLst>
                <a:path extrusionOk="0" h="2100" w="1111">
                  <a:moveTo>
                    <a:pt x="0" y="1"/>
                  </a:moveTo>
                  <a:lnTo>
                    <a:pt x="823" y="1047"/>
                  </a:lnTo>
                  <a:lnTo>
                    <a:pt x="0" y="2100"/>
                  </a:lnTo>
                  <a:lnTo>
                    <a:pt x="289" y="2100"/>
                  </a:lnTo>
                  <a:lnTo>
                    <a:pt x="1111" y="1047"/>
                  </a:lnTo>
                  <a:lnTo>
                    <a:pt x="289"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37"/>
            <p:cNvSpPr/>
            <p:nvPr/>
          </p:nvSpPr>
          <p:spPr>
            <a:xfrm>
              <a:off x="4688275" y="2160575"/>
              <a:ext cx="27975" cy="52500"/>
            </a:xfrm>
            <a:custGeom>
              <a:rect b="b" l="l" r="r" t="t"/>
              <a:pathLst>
                <a:path extrusionOk="0" h="2100" w="1119">
                  <a:moveTo>
                    <a:pt x="0" y="1"/>
                  </a:moveTo>
                  <a:lnTo>
                    <a:pt x="822" y="1047"/>
                  </a:lnTo>
                  <a:lnTo>
                    <a:pt x="0" y="2100"/>
                  </a:lnTo>
                  <a:lnTo>
                    <a:pt x="296" y="2100"/>
                  </a:lnTo>
                  <a:lnTo>
                    <a:pt x="1118" y="1047"/>
                  </a:lnTo>
                  <a:lnTo>
                    <a:pt x="29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37"/>
            <p:cNvSpPr/>
            <p:nvPr/>
          </p:nvSpPr>
          <p:spPr>
            <a:xfrm>
              <a:off x="4700175" y="2160575"/>
              <a:ext cx="27775" cy="52500"/>
            </a:xfrm>
            <a:custGeom>
              <a:rect b="b" l="l" r="r" t="t"/>
              <a:pathLst>
                <a:path extrusionOk="0" h="2100" w="1111">
                  <a:moveTo>
                    <a:pt x="0" y="1"/>
                  </a:moveTo>
                  <a:lnTo>
                    <a:pt x="822" y="1047"/>
                  </a:lnTo>
                  <a:lnTo>
                    <a:pt x="0" y="2100"/>
                  </a:lnTo>
                  <a:lnTo>
                    <a:pt x="289" y="2100"/>
                  </a:lnTo>
                  <a:lnTo>
                    <a:pt x="1111" y="1047"/>
                  </a:lnTo>
                  <a:lnTo>
                    <a:pt x="289"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5" name="Google Shape;405;p37"/>
          <p:cNvSpPr/>
          <p:nvPr/>
        </p:nvSpPr>
        <p:spPr>
          <a:xfrm>
            <a:off x="7698544" y="3774160"/>
            <a:ext cx="225803" cy="171074"/>
          </a:xfrm>
          <a:custGeom>
            <a:rect b="b" l="l" r="r" t="t"/>
            <a:pathLst>
              <a:path extrusionOk="0" h="1848" w="2439">
                <a:moveTo>
                  <a:pt x="1580" y="1"/>
                </a:moveTo>
                <a:lnTo>
                  <a:pt x="1371" y="203"/>
                </a:lnTo>
                <a:lnTo>
                  <a:pt x="1919" y="780"/>
                </a:lnTo>
                <a:lnTo>
                  <a:pt x="1" y="780"/>
                </a:lnTo>
                <a:lnTo>
                  <a:pt x="1" y="1068"/>
                </a:lnTo>
                <a:lnTo>
                  <a:pt x="1919" y="1068"/>
                </a:lnTo>
                <a:lnTo>
                  <a:pt x="1371" y="1645"/>
                </a:lnTo>
                <a:lnTo>
                  <a:pt x="1580" y="1847"/>
                </a:lnTo>
                <a:lnTo>
                  <a:pt x="2439" y="924"/>
                </a:lnTo>
                <a:lnTo>
                  <a:pt x="1580"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6" name="Google Shape;406;p37"/>
          <p:cNvGrpSpPr/>
          <p:nvPr/>
        </p:nvGrpSpPr>
        <p:grpSpPr>
          <a:xfrm>
            <a:off x="8131604" y="4049152"/>
            <a:ext cx="281258" cy="243836"/>
            <a:chOff x="5037700" y="2430325"/>
            <a:chExt cx="75950" cy="65850"/>
          </a:xfrm>
        </p:grpSpPr>
        <p:sp>
          <p:nvSpPr>
            <p:cNvPr id="407" name="Google Shape;407;p37"/>
            <p:cNvSpPr/>
            <p:nvPr/>
          </p:nvSpPr>
          <p:spPr>
            <a:xfrm>
              <a:off x="5059700" y="2430325"/>
              <a:ext cx="53950" cy="65850"/>
            </a:xfrm>
            <a:custGeom>
              <a:rect b="b" l="l" r="r" t="t"/>
              <a:pathLst>
                <a:path extrusionOk="0" h="2634" w="2158">
                  <a:moveTo>
                    <a:pt x="1" y="1"/>
                  </a:moveTo>
                  <a:lnTo>
                    <a:pt x="866" y="1321"/>
                  </a:lnTo>
                  <a:lnTo>
                    <a:pt x="1" y="2633"/>
                  </a:lnTo>
                  <a:lnTo>
                    <a:pt x="1292" y="2633"/>
                  </a:lnTo>
                  <a:lnTo>
                    <a:pt x="2157" y="1321"/>
                  </a:lnTo>
                  <a:lnTo>
                    <a:pt x="129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37"/>
            <p:cNvSpPr/>
            <p:nvPr/>
          </p:nvSpPr>
          <p:spPr>
            <a:xfrm>
              <a:off x="5037700" y="2430325"/>
              <a:ext cx="34100" cy="65850"/>
            </a:xfrm>
            <a:custGeom>
              <a:rect b="b" l="l" r="r" t="t"/>
              <a:pathLst>
                <a:path extrusionOk="0" h="2634" w="1364">
                  <a:moveTo>
                    <a:pt x="1" y="1"/>
                  </a:moveTo>
                  <a:lnTo>
                    <a:pt x="866" y="1321"/>
                  </a:lnTo>
                  <a:lnTo>
                    <a:pt x="1" y="2633"/>
                  </a:lnTo>
                  <a:lnTo>
                    <a:pt x="498" y="2633"/>
                  </a:lnTo>
                  <a:lnTo>
                    <a:pt x="1364" y="1321"/>
                  </a:lnTo>
                  <a:lnTo>
                    <a:pt x="498"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9" name="Google Shape;409;p37"/>
          <p:cNvGrpSpPr/>
          <p:nvPr/>
        </p:nvGrpSpPr>
        <p:grpSpPr>
          <a:xfrm>
            <a:off x="721961" y="1949359"/>
            <a:ext cx="2665005" cy="270860"/>
            <a:chOff x="6336019" y="3733725"/>
            <a:chExt cx="2566206" cy="351310"/>
          </a:xfrm>
        </p:grpSpPr>
        <p:sp>
          <p:nvSpPr>
            <p:cNvPr id="410" name="Google Shape;410;p37"/>
            <p:cNvSpPr/>
            <p:nvPr/>
          </p:nvSpPr>
          <p:spPr>
            <a:xfrm>
              <a:off x="6336019" y="3733735"/>
              <a:ext cx="1881300" cy="351300"/>
            </a:xfrm>
            <a:prstGeom prst="homePlate">
              <a:avLst>
                <a:gd fmla="val 50000" name="adj"/>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37"/>
            <p:cNvSpPr/>
            <p:nvPr/>
          </p:nvSpPr>
          <p:spPr>
            <a:xfrm>
              <a:off x="8098525" y="3733725"/>
              <a:ext cx="346500" cy="351300"/>
            </a:xfrm>
            <a:prstGeom prst="chevron">
              <a:avLst>
                <a:gd fmla="val 50000" name="adj"/>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37"/>
            <p:cNvSpPr/>
            <p:nvPr/>
          </p:nvSpPr>
          <p:spPr>
            <a:xfrm>
              <a:off x="8327125" y="3733725"/>
              <a:ext cx="346500" cy="351300"/>
            </a:xfrm>
            <a:prstGeom prst="chevron">
              <a:avLst>
                <a:gd fmla="val 50000" name="adj"/>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37"/>
            <p:cNvSpPr/>
            <p:nvPr/>
          </p:nvSpPr>
          <p:spPr>
            <a:xfrm>
              <a:off x="8555725" y="3733725"/>
              <a:ext cx="346500" cy="351300"/>
            </a:xfrm>
            <a:prstGeom prst="chevron">
              <a:avLst>
                <a:gd fmla="val 50000" name="adj"/>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descr="Timeline background shape" id="414" name="Google Shape;414;p37"/>
          <p:cNvSpPr/>
          <p:nvPr/>
        </p:nvSpPr>
        <p:spPr>
          <a:xfrm>
            <a:off x="2099075" y="4390775"/>
            <a:ext cx="1287900" cy="198300"/>
          </a:xfrm>
          <a:prstGeom prst="homePlat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15" name="Google Shape;415;p37"/>
          <p:cNvGrpSpPr/>
          <p:nvPr/>
        </p:nvGrpSpPr>
        <p:grpSpPr>
          <a:xfrm flipH="1">
            <a:off x="3575516" y="1954083"/>
            <a:ext cx="631989" cy="631989"/>
            <a:chOff x="5681300" y="2527788"/>
            <a:chExt cx="805800" cy="805800"/>
          </a:xfrm>
        </p:grpSpPr>
        <p:sp>
          <p:nvSpPr>
            <p:cNvPr id="416" name="Google Shape;416;p37"/>
            <p:cNvSpPr/>
            <p:nvPr/>
          </p:nvSpPr>
          <p:spPr>
            <a:xfrm>
              <a:off x="5681300" y="2527788"/>
              <a:ext cx="805800" cy="805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37"/>
            <p:cNvSpPr/>
            <p:nvPr/>
          </p:nvSpPr>
          <p:spPr>
            <a:xfrm>
              <a:off x="5681300" y="2527788"/>
              <a:ext cx="805800" cy="805800"/>
            </a:xfrm>
            <a:prstGeom prst="pie">
              <a:avLst>
                <a:gd fmla="val 0" name="adj1"/>
                <a:gd fmla="val 16200000" name="adj2"/>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8" name="Google Shape;418;p37"/>
          <p:cNvGrpSpPr/>
          <p:nvPr/>
        </p:nvGrpSpPr>
        <p:grpSpPr>
          <a:xfrm flipH="1">
            <a:off x="3573551" y="3964578"/>
            <a:ext cx="633954" cy="633782"/>
            <a:chOff x="4049800" y="640400"/>
            <a:chExt cx="858900" cy="858900"/>
          </a:xfrm>
        </p:grpSpPr>
        <p:sp>
          <p:nvSpPr>
            <p:cNvPr id="419" name="Google Shape;419;p37"/>
            <p:cNvSpPr/>
            <p:nvPr/>
          </p:nvSpPr>
          <p:spPr>
            <a:xfrm>
              <a:off x="4049800" y="640400"/>
              <a:ext cx="858900" cy="858900"/>
            </a:xfrm>
            <a:prstGeom prst="donut">
              <a:avLst>
                <a:gd fmla="val 25000"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37"/>
            <p:cNvSpPr/>
            <p:nvPr/>
          </p:nvSpPr>
          <p:spPr>
            <a:xfrm>
              <a:off x="4049800" y="640400"/>
              <a:ext cx="858900" cy="858900"/>
            </a:xfrm>
            <a:prstGeom prst="blockArc">
              <a:avLst>
                <a:gd fmla="val 21598365" name="adj1"/>
                <a:gd fmla="val 16242758" name="adj2"/>
                <a:gd fmla="val 24993" name="adj3"/>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1" name="Google Shape;421;p37"/>
          <p:cNvGrpSpPr/>
          <p:nvPr/>
        </p:nvGrpSpPr>
        <p:grpSpPr>
          <a:xfrm flipH="1">
            <a:off x="4280059" y="3853009"/>
            <a:ext cx="848259" cy="848355"/>
            <a:chOff x="5080188" y="927900"/>
            <a:chExt cx="961200" cy="961200"/>
          </a:xfrm>
        </p:grpSpPr>
        <p:sp>
          <p:nvSpPr>
            <p:cNvPr id="422" name="Google Shape;422;p37"/>
            <p:cNvSpPr/>
            <p:nvPr/>
          </p:nvSpPr>
          <p:spPr>
            <a:xfrm>
              <a:off x="5201900" y="1050116"/>
              <a:ext cx="716700" cy="716700"/>
            </a:xfrm>
            <a:prstGeom prst="donut">
              <a:avLst>
                <a:gd fmla="val 4716"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37"/>
            <p:cNvSpPr/>
            <p:nvPr/>
          </p:nvSpPr>
          <p:spPr>
            <a:xfrm>
              <a:off x="5269594" y="1117818"/>
              <a:ext cx="581100" cy="581100"/>
            </a:xfrm>
            <a:prstGeom prst="donut">
              <a:avLst>
                <a:gd fmla="val 581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37"/>
            <p:cNvSpPr/>
            <p:nvPr/>
          </p:nvSpPr>
          <p:spPr>
            <a:xfrm>
              <a:off x="5339279" y="1187526"/>
              <a:ext cx="441900" cy="441600"/>
            </a:xfrm>
            <a:prstGeom prst="donut">
              <a:avLst>
                <a:gd fmla="val 7648"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37"/>
            <p:cNvSpPr/>
            <p:nvPr/>
          </p:nvSpPr>
          <p:spPr>
            <a:xfrm>
              <a:off x="5414892" y="1263155"/>
              <a:ext cx="290700" cy="290700"/>
            </a:xfrm>
            <a:prstGeom prst="donut">
              <a:avLst>
                <a:gd fmla="val 10182"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37"/>
            <p:cNvSpPr/>
            <p:nvPr/>
          </p:nvSpPr>
          <p:spPr>
            <a:xfrm rot="-3809958">
              <a:off x="5202435" y="1050148"/>
              <a:ext cx="716705" cy="716705"/>
            </a:xfrm>
            <a:prstGeom prst="blockArc">
              <a:avLst>
                <a:gd fmla="val 5266439" name="adj1"/>
                <a:gd fmla="val 19995741" name="adj2"/>
                <a:gd fmla="val 4692" name="adj3"/>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37"/>
            <p:cNvSpPr/>
            <p:nvPr/>
          </p:nvSpPr>
          <p:spPr>
            <a:xfrm rot="-3906059">
              <a:off x="5269616" y="1117617"/>
              <a:ext cx="581445" cy="581445"/>
            </a:xfrm>
            <a:prstGeom prst="blockArc">
              <a:avLst>
                <a:gd fmla="val 3085776" name="adj1"/>
                <a:gd fmla="val 20100839" name="adj2"/>
                <a:gd fmla="val 5564" name="adj3"/>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37"/>
            <p:cNvSpPr/>
            <p:nvPr/>
          </p:nvSpPr>
          <p:spPr>
            <a:xfrm rot="-4222340">
              <a:off x="5339825" y="1187386"/>
              <a:ext cx="442087" cy="442087"/>
            </a:xfrm>
            <a:prstGeom prst="blockArc">
              <a:avLst>
                <a:gd fmla="val 8884448" name="adj1"/>
                <a:gd fmla="val 20414899" name="adj2"/>
                <a:gd fmla="val 7688" name="adj3"/>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37"/>
            <p:cNvSpPr/>
            <p:nvPr/>
          </p:nvSpPr>
          <p:spPr>
            <a:xfrm rot="-4538880">
              <a:off x="5414922" y="1262925"/>
              <a:ext cx="290465" cy="290465"/>
            </a:xfrm>
            <a:prstGeom prst="blockArc">
              <a:avLst>
                <a:gd fmla="val 6490304" name="adj1"/>
                <a:gd fmla="val 20700625" name="adj2"/>
                <a:gd fmla="val 10156" name="adj3"/>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30" name="Google Shape;430;p37"/>
          <p:cNvSpPr/>
          <p:nvPr/>
        </p:nvSpPr>
        <p:spPr>
          <a:xfrm>
            <a:off x="7721595" y="2575830"/>
            <a:ext cx="179700" cy="179700"/>
          </a:xfrm>
          <a:prstGeom prst="curvedRightArrow">
            <a:avLst>
              <a:gd fmla="val 25000" name="adj1"/>
              <a:gd fmla="val 50000" name="adj2"/>
              <a:gd fmla="val 25000" name="adj3"/>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37"/>
          <p:cNvSpPr/>
          <p:nvPr/>
        </p:nvSpPr>
        <p:spPr>
          <a:xfrm flipH="1">
            <a:off x="8182383" y="2575830"/>
            <a:ext cx="179700" cy="179700"/>
          </a:xfrm>
          <a:prstGeom prst="curvedRightArrow">
            <a:avLst>
              <a:gd fmla="val 25000" name="adj1"/>
              <a:gd fmla="val 50000" name="adj2"/>
              <a:gd fmla="val 25000" name="adj3"/>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37"/>
          <p:cNvSpPr txBox="1"/>
          <p:nvPr/>
        </p:nvSpPr>
        <p:spPr>
          <a:xfrm>
            <a:off x="723350" y="1264175"/>
            <a:ext cx="7697100" cy="550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100">
                <a:solidFill>
                  <a:schemeClr val="lt1"/>
                </a:solidFill>
                <a:latin typeface="Inter"/>
                <a:ea typeface="Inter"/>
                <a:cs typeface="Inter"/>
                <a:sym typeface="Inter"/>
              </a:rPr>
              <a:t>You can easily </a:t>
            </a:r>
            <a:r>
              <a:rPr b="1" lang="en" sz="1100">
                <a:solidFill>
                  <a:schemeClr val="lt1"/>
                </a:solidFill>
                <a:latin typeface="Inter"/>
                <a:ea typeface="Inter"/>
                <a:cs typeface="Inter"/>
                <a:sym typeface="Inter"/>
              </a:rPr>
              <a:t>resize </a:t>
            </a:r>
            <a:r>
              <a:rPr lang="en" sz="1100">
                <a:solidFill>
                  <a:schemeClr val="lt1"/>
                </a:solidFill>
                <a:latin typeface="Inter"/>
                <a:ea typeface="Inter"/>
                <a:cs typeface="Inter"/>
                <a:sym typeface="Inter"/>
              </a:rPr>
              <a:t>these resources without losing quality. To </a:t>
            </a:r>
            <a:r>
              <a:rPr b="1" lang="en" sz="1100">
                <a:solidFill>
                  <a:schemeClr val="lt1"/>
                </a:solidFill>
                <a:latin typeface="Inter"/>
                <a:ea typeface="Inter"/>
                <a:cs typeface="Inter"/>
                <a:sym typeface="Inter"/>
              </a:rPr>
              <a:t>change the color</a:t>
            </a:r>
            <a:r>
              <a:rPr lang="en" sz="1100">
                <a:solidFill>
                  <a:schemeClr val="lt1"/>
                </a:solidFill>
                <a:latin typeface="Inter"/>
                <a:ea typeface="Inter"/>
                <a:cs typeface="Inter"/>
                <a:sym typeface="Inter"/>
              </a:rPr>
              <a:t>, just ungroup the resource and click on the object you want to change. You can also look for more </a:t>
            </a:r>
            <a:r>
              <a:rPr b="1" lang="en" sz="1100" u="sng">
                <a:solidFill>
                  <a:schemeClr val="hlink"/>
                </a:solidFill>
                <a:latin typeface="Inter"/>
                <a:ea typeface="Inter"/>
                <a:cs typeface="Inter"/>
                <a:sym typeface="Inter"/>
                <a:hlinkClick r:id="rId3"/>
              </a:rPr>
              <a:t>infographics</a:t>
            </a:r>
            <a:r>
              <a:rPr b="1" lang="en" sz="1100">
                <a:solidFill>
                  <a:schemeClr val="dk2"/>
                </a:solidFill>
                <a:latin typeface="Inter"/>
                <a:ea typeface="Inter"/>
                <a:cs typeface="Inter"/>
                <a:sym typeface="Inter"/>
              </a:rPr>
              <a:t> </a:t>
            </a:r>
            <a:r>
              <a:rPr lang="en" sz="1100">
                <a:solidFill>
                  <a:schemeClr val="lt1"/>
                </a:solidFill>
                <a:latin typeface="Inter"/>
                <a:ea typeface="Inter"/>
                <a:cs typeface="Inter"/>
                <a:sym typeface="Inter"/>
              </a:rPr>
              <a:t>on Slidesgo</a:t>
            </a:r>
            <a:endParaRPr sz="1100">
              <a:solidFill>
                <a:schemeClr val="lt1"/>
              </a:solidFill>
              <a:latin typeface="Inter"/>
              <a:ea typeface="Inter"/>
              <a:cs typeface="Inter"/>
              <a:sym typeface="Inter"/>
            </a:endParaRPr>
          </a:p>
        </p:txBody>
      </p:sp>
      <p:sp>
        <p:nvSpPr>
          <p:cNvPr id="433" name="Google Shape;433;p37"/>
          <p:cNvSpPr txBox="1"/>
          <p:nvPr>
            <p:ph type="title"/>
          </p:nvPr>
        </p:nvSpPr>
        <p:spPr>
          <a:xfrm>
            <a:off x="713225" y="539500"/>
            <a:ext cx="7717500" cy="48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Use our editable graphic resources...</a:t>
            </a:r>
            <a:endParaRPr/>
          </a:p>
        </p:txBody>
      </p:sp>
      <p:grpSp>
        <p:nvGrpSpPr>
          <p:cNvPr id="434" name="Google Shape;434;p37"/>
          <p:cNvGrpSpPr/>
          <p:nvPr/>
        </p:nvGrpSpPr>
        <p:grpSpPr>
          <a:xfrm>
            <a:off x="3574205" y="2962074"/>
            <a:ext cx="633300" cy="632112"/>
            <a:chOff x="3309128" y="2874033"/>
            <a:chExt cx="633300" cy="632113"/>
          </a:xfrm>
        </p:grpSpPr>
        <p:grpSp>
          <p:nvGrpSpPr>
            <p:cNvPr id="435" name="Google Shape;435;p37"/>
            <p:cNvGrpSpPr/>
            <p:nvPr/>
          </p:nvGrpSpPr>
          <p:grpSpPr>
            <a:xfrm flipH="1">
              <a:off x="3310391" y="2874095"/>
              <a:ext cx="631989" cy="631989"/>
              <a:chOff x="5681300" y="2527788"/>
              <a:chExt cx="805800" cy="805800"/>
            </a:xfrm>
          </p:grpSpPr>
          <p:sp>
            <p:nvSpPr>
              <p:cNvPr id="436" name="Google Shape;436;p37"/>
              <p:cNvSpPr/>
              <p:nvPr/>
            </p:nvSpPr>
            <p:spPr>
              <a:xfrm>
                <a:off x="5681300" y="2527788"/>
                <a:ext cx="805800" cy="805800"/>
              </a:xfrm>
              <a:prstGeom prst="ellipse">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37"/>
              <p:cNvSpPr/>
              <p:nvPr/>
            </p:nvSpPr>
            <p:spPr>
              <a:xfrm>
                <a:off x="5681300" y="2527788"/>
                <a:ext cx="805800" cy="805800"/>
              </a:xfrm>
              <a:prstGeom prst="pie">
                <a:avLst>
                  <a:gd fmla="val 10752091" name="adj1"/>
                  <a:gd fmla="val 16200000" name="adj2"/>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38" name="Google Shape;438;p37"/>
            <p:cNvSpPr/>
            <p:nvPr/>
          </p:nvSpPr>
          <p:spPr>
            <a:xfrm flipH="1">
              <a:off x="3310328" y="2874045"/>
              <a:ext cx="632100" cy="632100"/>
            </a:xfrm>
            <a:prstGeom prst="pie">
              <a:avLst>
                <a:gd fmla="val 5390934" name="adj1"/>
                <a:gd fmla="val 10831396" name="adj2"/>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37"/>
            <p:cNvSpPr/>
            <p:nvPr/>
          </p:nvSpPr>
          <p:spPr>
            <a:xfrm flipH="1">
              <a:off x="3309128" y="2874033"/>
              <a:ext cx="632100" cy="632100"/>
            </a:xfrm>
            <a:prstGeom prst="pie">
              <a:avLst>
                <a:gd fmla="val 0" name="adj1"/>
                <a:gd fmla="val 5396727" name="adj2"/>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40" name="Google Shape;440;p37"/>
          <p:cNvSpPr/>
          <p:nvPr/>
        </p:nvSpPr>
        <p:spPr>
          <a:xfrm>
            <a:off x="7684845" y="2845178"/>
            <a:ext cx="253200" cy="207000"/>
          </a:xfrm>
          <a:prstGeom prst="stripedRightArrow">
            <a:avLst>
              <a:gd fmla="val 34775" name="adj1"/>
              <a:gd fmla="val 45411"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41" name="Google Shape;441;p37"/>
          <p:cNvSpPr/>
          <p:nvPr/>
        </p:nvSpPr>
        <p:spPr>
          <a:xfrm>
            <a:off x="8131233" y="2845178"/>
            <a:ext cx="282000" cy="207000"/>
          </a:xfrm>
          <a:prstGeom prst="notchedRightArrow">
            <a:avLst>
              <a:gd fmla="val 50000" name="adj1"/>
              <a:gd fmla="val 5000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42" name="Google Shape;442;p37"/>
          <p:cNvSpPr/>
          <p:nvPr/>
        </p:nvSpPr>
        <p:spPr>
          <a:xfrm>
            <a:off x="7679295" y="4067570"/>
            <a:ext cx="264300" cy="207000"/>
          </a:xfrm>
          <a:prstGeom prst="chevron">
            <a:avLst>
              <a:gd fmla="val 78131"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43" name="Google Shape;443;p37"/>
          <p:cNvSpPr/>
          <p:nvPr/>
        </p:nvSpPr>
        <p:spPr>
          <a:xfrm>
            <a:off x="7689945" y="4397283"/>
            <a:ext cx="243000" cy="199800"/>
          </a:xfrm>
          <a:prstGeom prst="rightArrow">
            <a:avLst>
              <a:gd fmla="val 67726" name="adj1"/>
              <a:gd fmla="val 76469" name="adj2"/>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44" name="Google Shape;444;p37"/>
          <p:cNvSpPr/>
          <p:nvPr/>
        </p:nvSpPr>
        <p:spPr>
          <a:xfrm flipH="1">
            <a:off x="729250" y="3642663"/>
            <a:ext cx="1275900" cy="482400"/>
          </a:xfrm>
          <a:prstGeom prst="wedgeRoundRectCallout">
            <a:avLst>
              <a:gd fmla="val -20828" name="adj1"/>
              <a:gd fmla="val 74256" name="adj2"/>
              <a:gd fmla="val 0" name="adj3"/>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nvGrpSpPr>
          <p:cNvPr id="445" name="Google Shape;445;p37"/>
          <p:cNvGrpSpPr/>
          <p:nvPr/>
        </p:nvGrpSpPr>
        <p:grpSpPr>
          <a:xfrm>
            <a:off x="727325" y="3289926"/>
            <a:ext cx="1275785" cy="243900"/>
            <a:chOff x="727100" y="2805863"/>
            <a:chExt cx="1052975" cy="243900"/>
          </a:xfrm>
        </p:grpSpPr>
        <p:sp>
          <p:nvSpPr>
            <p:cNvPr id="446" name="Google Shape;446;p37"/>
            <p:cNvSpPr/>
            <p:nvPr/>
          </p:nvSpPr>
          <p:spPr>
            <a:xfrm>
              <a:off x="958075" y="2805863"/>
              <a:ext cx="822000" cy="243900"/>
            </a:xfrm>
            <a:prstGeom prst="roundRect">
              <a:avLst>
                <a:gd fmla="val 16667"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47" name="Google Shape;447;p37"/>
            <p:cNvSpPr/>
            <p:nvPr/>
          </p:nvSpPr>
          <p:spPr>
            <a:xfrm>
              <a:off x="727100" y="2805863"/>
              <a:ext cx="203700" cy="243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448" name="Google Shape;448;p37"/>
          <p:cNvGrpSpPr/>
          <p:nvPr/>
        </p:nvGrpSpPr>
        <p:grpSpPr>
          <a:xfrm>
            <a:off x="2098996" y="2365190"/>
            <a:ext cx="1283157" cy="280500"/>
            <a:chOff x="2098900" y="2390725"/>
            <a:chExt cx="1245300" cy="280500"/>
          </a:xfrm>
        </p:grpSpPr>
        <p:sp>
          <p:nvSpPr>
            <p:cNvPr id="449" name="Google Shape;449;p37"/>
            <p:cNvSpPr/>
            <p:nvPr/>
          </p:nvSpPr>
          <p:spPr>
            <a:xfrm>
              <a:off x="2098900" y="2390725"/>
              <a:ext cx="1245300" cy="280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50" name="Google Shape;450;p37"/>
            <p:cNvSpPr/>
            <p:nvPr/>
          </p:nvSpPr>
          <p:spPr>
            <a:xfrm>
              <a:off x="2098900" y="2390725"/>
              <a:ext cx="355500" cy="280500"/>
            </a:xfrm>
            <a:prstGeom prst="homePlate">
              <a:avLst>
                <a:gd fmla="val 50000" name="adj"/>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451" name="Google Shape;451;p37"/>
          <p:cNvGrpSpPr/>
          <p:nvPr/>
        </p:nvGrpSpPr>
        <p:grpSpPr>
          <a:xfrm>
            <a:off x="721950" y="2767089"/>
            <a:ext cx="1284825" cy="414000"/>
            <a:chOff x="721950" y="2306059"/>
            <a:chExt cx="1284825" cy="414000"/>
          </a:xfrm>
        </p:grpSpPr>
        <p:sp>
          <p:nvSpPr>
            <p:cNvPr id="452" name="Google Shape;452;p37"/>
            <p:cNvSpPr/>
            <p:nvPr/>
          </p:nvSpPr>
          <p:spPr>
            <a:xfrm>
              <a:off x="1073775" y="2368013"/>
              <a:ext cx="933000" cy="2901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53" name="Google Shape;453;p37"/>
            <p:cNvSpPr/>
            <p:nvPr/>
          </p:nvSpPr>
          <p:spPr>
            <a:xfrm>
              <a:off x="721950" y="2306059"/>
              <a:ext cx="429900" cy="414000"/>
            </a:xfrm>
            <a:prstGeom prst="chevron">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454" name="Google Shape;454;p37"/>
          <p:cNvGrpSpPr/>
          <p:nvPr/>
        </p:nvGrpSpPr>
        <p:grpSpPr>
          <a:xfrm>
            <a:off x="713229" y="2329056"/>
            <a:ext cx="1293618" cy="329196"/>
            <a:chOff x="713225" y="3210638"/>
            <a:chExt cx="1242550" cy="316200"/>
          </a:xfrm>
        </p:grpSpPr>
        <p:sp>
          <p:nvSpPr>
            <p:cNvPr id="455" name="Google Shape;455;p37"/>
            <p:cNvSpPr/>
            <p:nvPr/>
          </p:nvSpPr>
          <p:spPr>
            <a:xfrm>
              <a:off x="870075" y="3246788"/>
              <a:ext cx="1085700" cy="2439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56" name="Google Shape;456;p37"/>
            <p:cNvSpPr/>
            <p:nvPr/>
          </p:nvSpPr>
          <p:spPr>
            <a:xfrm>
              <a:off x="713225" y="3210638"/>
              <a:ext cx="320100" cy="316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457" name="Google Shape;457;p37"/>
          <p:cNvGrpSpPr/>
          <p:nvPr/>
        </p:nvGrpSpPr>
        <p:grpSpPr>
          <a:xfrm>
            <a:off x="721985" y="4382375"/>
            <a:ext cx="1283160" cy="215100"/>
            <a:chOff x="721950" y="4382375"/>
            <a:chExt cx="1247725" cy="215100"/>
          </a:xfrm>
        </p:grpSpPr>
        <p:sp>
          <p:nvSpPr>
            <p:cNvPr id="458" name="Google Shape;458;p37"/>
            <p:cNvSpPr/>
            <p:nvPr/>
          </p:nvSpPr>
          <p:spPr>
            <a:xfrm>
              <a:off x="724375" y="4382375"/>
              <a:ext cx="1245300" cy="215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59" name="Google Shape;459;p37"/>
            <p:cNvSpPr/>
            <p:nvPr/>
          </p:nvSpPr>
          <p:spPr>
            <a:xfrm>
              <a:off x="721950" y="4386425"/>
              <a:ext cx="324600" cy="207000"/>
            </a:xfrm>
            <a:prstGeom prst="round1Rect">
              <a:avLst>
                <a:gd fmla="val 50000" name="adj"/>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460" name="Google Shape;460;p37"/>
          <p:cNvGrpSpPr/>
          <p:nvPr/>
        </p:nvGrpSpPr>
        <p:grpSpPr>
          <a:xfrm>
            <a:off x="2098906" y="2790661"/>
            <a:ext cx="1283103" cy="344100"/>
            <a:chOff x="2098900" y="2843850"/>
            <a:chExt cx="1227850" cy="344100"/>
          </a:xfrm>
        </p:grpSpPr>
        <p:sp>
          <p:nvSpPr>
            <p:cNvPr id="461" name="Google Shape;461;p37"/>
            <p:cNvSpPr/>
            <p:nvPr/>
          </p:nvSpPr>
          <p:spPr>
            <a:xfrm>
              <a:off x="2130650" y="2870850"/>
              <a:ext cx="1196100" cy="290100"/>
            </a:xfrm>
            <a:prstGeom prst="homePlate">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62" name="Google Shape;462;p37"/>
            <p:cNvSpPr/>
            <p:nvPr/>
          </p:nvSpPr>
          <p:spPr>
            <a:xfrm>
              <a:off x="2098900" y="2843850"/>
              <a:ext cx="729600" cy="3441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sp>
        <p:nvSpPr>
          <p:cNvPr id="463" name="Google Shape;463;p37"/>
          <p:cNvSpPr/>
          <p:nvPr/>
        </p:nvSpPr>
        <p:spPr>
          <a:xfrm flipH="1" rot="10800000">
            <a:off x="2101350" y="3644004"/>
            <a:ext cx="1283100" cy="601800"/>
          </a:xfrm>
          <a:prstGeom prst="upArrowCallout">
            <a:avLst>
              <a:gd fmla="val 25000" name="adj1"/>
              <a:gd fmla="val 23097" name="adj2"/>
              <a:gd fmla="val 12474" name="adj3"/>
              <a:gd fmla="val 68581" name="adj4"/>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grpSp>
        <p:nvGrpSpPr>
          <p:cNvPr id="468" name="Google Shape;468;p38"/>
          <p:cNvGrpSpPr/>
          <p:nvPr/>
        </p:nvGrpSpPr>
        <p:grpSpPr>
          <a:xfrm>
            <a:off x="870168" y="539716"/>
            <a:ext cx="3548604" cy="1964364"/>
            <a:chOff x="2654821" y="2311071"/>
            <a:chExt cx="2279715" cy="1262120"/>
          </a:xfrm>
        </p:grpSpPr>
        <p:grpSp>
          <p:nvGrpSpPr>
            <p:cNvPr id="469" name="Google Shape;469;p38"/>
            <p:cNvGrpSpPr/>
            <p:nvPr/>
          </p:nvGrpSpPr>
          <p:grpSpPr>
            <a:xfrm>
              <a:off x="4034269" y="2840745"/>
              <a:ext cx="40212" cy="36437"/>
              <a:chOff x="4293400" y="2574725"/>
              <a:chExt cx="84425" cy="80100"/>
            </a:xfrm>
          </p:grpSpPr>
          <p:sp>
            <p:nvSpPr>
              <p:cNvPr id="470" name="Google Shape;470;p38"/>
              <p:cNvSpPr/>
              <p:nvPr/>
            </p:nvSpPr>
            <p:spPr>
              <a:xfrm>
                <a:off x="4293400" y="2574725"/>
                <a:ext cx="57150" cy="45250"/>
              </a:xfrm>
              <a:custGeom>
                <a:rect b="b" l="l" r="r" t="t"/>
                <a:pathLst>
                  <a:path extrusionOk="0" h="1810" w="2286">
                    <a:moveTo>
                      <a:pt x="2286" y="905"/>
                    </a:moveTo>
                    <a:lnTo>
                      <a:pt x="1857" y="476"/>
                    </a:lnTo>
                    <a:lnTo>
                      <a:pt x="0" y="0"/>
                    </a:lnTo>
                    <a:lnTo>
                      <a:pt x="95" y="834"/>
                    </a:lnTo>
                    <a:lnTo>
                      <a:pt x="952" y="1476"/>
                    </a:lnTo>
                    <a:lnTo>
                      <a:pt x="1952" y="1810"/>
                    </a:lnTo>
                    <a:close/>
                  </a:path>
                </a:pathLst>
              </a:custGeom>
              <a:solidFill>
                <a:schemeClr val="dk2"/>
              </a:solidFill>
              <a:ln>
                <a:noFill/>
              </a:ln>
            </p:spPr>
          </p:sp>
          <p:sp>
            <p:nvSpPr>
              <p:cNvPr id="471" name="Google Shape;471;p38"/>
              <p:cNvSpPr/>
              <p:nvPr/>
            </p:nvSpPr>
            <p:spPr>
              <a:xfrm>
                <a:off x="4299350" y="2589925"/>
                <a:ext cx="78475" cy="64900"/>
              </a:xfrm>
              <a:custGeom>
                <a:rect b="b" l="l" r="r" t="t"/>
                <a:pathLst>
                  <a:path extrusionOk="0" h="2596" w="3139">
                    <a:moveTo>
                      <a:pt x="2009" y="1"/>
                    </a:moveTo>
                    <a:lnTo>
                      <a:pt x="1820" y="252"/>
                    </a:lnTo>
                    <a:lnTo>
                      <a:pt x="1632" y="314"/>
                    </a:lnTo>
                    <a:lnTo>
                      <a:pt x="1590" y="419"/>
                    </a:lnTo>
                    <a:lnTo>
                      <a:pt x="1318" y="398"/>
                    </a:lnTo>
                    <a:lnTo>
                      <a:pt x="1255" y="273"/>
                    </a:lnTo>
                    <a:lnTo>
                      <a:pt x="983" y="63"/>
                    </a:lnTo>
                    <a:lnTo>
                      <a:pt x="837" y="42"/>
                    </a:lnTo>
                    <a:lnTo>
                      <a:pt x="795" y="63"/>
                    </a:lnTo>
                    <a:lnTo>
                      <a:pt x="753" y="252"/>
                    </a:lnTo>
                    <a:lnTo>
                      <a:pt x="900" y="314"/>
                    </a:lnTo>
                    <a:lnTo>
                      <a:pt x="983" y="461"/>
                    </a:lnTo>
                    <a:lnTo>
                      <a:pt x="963" y="670"/>
                    </a:lnTo>
                    <a:lnTo>
                      <a:pt x="753" y="566"/>
                    </a:lnTo>
                    <a:lnTo>
                      <a:pt x="544" y="524"/>
                    </a:lnTo>
                    <a:lnTo>
                      <a:pt x="209" y="356"/>
                    </a:lnTo>
                    <a:lnTo>
                      <a:pt x="0" y="419"/>
                    </a:lnTo>
                    <a:lnTo>
                      <a:pt x="0" y="524"/>
                    </a:lnTo>
                    <a:lnTo>
                      <a:pt x="105" y="628"/>
                    </a:lnTo>
                    <a:lnTo>
                      <a:pt x="314" y="670"/>
                    </a:lnTo>
                    <a:lnTo>
                      <a:pt x="419" y="796"/>
                    </a:lnTo>
                    <a:lnTo>
                      <a:pt x="377" y="921"/>
                    </a:lnTo>
                    <a:lnTo>
                      <a:pt x="377" y="1026"/>
                    </a:lnTo>
                    <a:lnTo>
                      <a:pt x="628" y="1214"/>
                    </a:lnTo>
                    <a:lnTo>
                      <a:pt x="628" y="1340"/>
                    </a:lnTo>
                    <a:lnTo>
                      <a:pt x="544" y="1423"/>
                    </a:lnTo>
                    <a:lnTo>
                      <a:pt x="628" y="1612"/>
                    </a:lnTo>
                    <a:lnTo>
                      <a:pt x="879" y="1737"/>
                    </a:lnTo>
                    <a:lnTo>
                      <a:pt x="1067" y="1737"/>
                    </a:lnTo>
                    <a:lnTo>
                      <a:pt x="1193" y="1863"/>
                    </a:lnTo>
                    <a:lnTo>
                      <a:pt x="1046" y="1884"/>
                    </a:lnTo>
                    <a:lnTo>
                      <a:pt x="1109" y="2051"/>
                    </a:lnTo>
                    <a:lnTo>
                      <a:pt x="1088" y="2093"/>
                    </a:lnTo>
                    <a:lnTo>
                      <a:pt x="1088" y="2239"/>
                    </a:lnTo>
                    <a:lnTo>
                      <a:pt x="1172" y="2260"/>
                    </a:lnTo>
                    <a:lnTo>
                      <a:pt x="1276" y="2198"/>
                    </a:lnTo>
                    <a:lnTo>
                      <a:pt x="1276" y="2156"/>
                    </a:lnTo>
                    <a:lnTo>
                      <a:pt x="1318" y="2093"/>
                    </a:lnTo>
                    <a:lnTo>
                      <a:pt x="1381" y="2072"/>
                    </a:lnTo>
                    <a:lnTo>
                      <a:pt x="1486" y="1946"/>
                    </a:lnTo>
                    <a:lnTo>
                      <a:pt x="1569" y="1926"/>
                    </a:lnTo>
                    <a:lnTo>
                      <a:pt x="1611" y="1821"/>
                    </a:lnTo>
                    <a:lnTo>
                      <a:pt x="1695" y="1821"/>
                    </a:lnTo>
                    <a:lnTo>
                      <a:pt x="1820" y="1737"/>
                    </a:lnTo>
                    <a:lnTo>
                      <a:pt x="1883" y="1737"/>
                    </a:lnTo>
                    <a:lnTo>
                      <a:pt x="1883" y="1758"/>
                    </a:lnTo>
                    <a:lnTo>
                      <a:pt x="1925" y="1758"/>
                    </a:lnTo>
                    <a:lnTo>
                      <a:pt x="1988" y="1863"/>
                    </a:lnTo>
                    <a:lnTo>
                      <a:pt x="2051" y="1946"/>
                    </a:lnTo>
                    <a:lnTo>
                      <a:pt x="2009" y="1988"/>
                    </a:lnTo>
                    <a:lnTo>
                      <a:pt x="2030" y="2051"/>
                    </a:lnTo>
                    <a:lnTo>
                      <a:pt x="2155" y="2135"/>
                    </a:lnTo>
                    <a:lnTo>
                      <a:pt x="1988" y="2260"/>
                    </a:lnTo>
                    <a:lnTo>
                      <a:pt x="2155" y="2470"/>
                    </a:lnTo>
                    <a:lnTo>
                      <a:pt x="2260" y="2511"/>
                    </a:lnTo>
                    <a:lnTo>
                      <a:pt x="2302" y="2574"/>
                    </a:lnTo>
                    <a:lnTo>
                      <a:pt x="2406" y="2595"/>
                    </a:lnTo>
                    <a:lnTo>
                      <a:pt x="2448" y="2574"/>
                    </a:lnTo>
                    <a:lnTo>
                      <a:pt x="2448" y="2365"/>
                    </a:lnTo>
                    <a:lnTo>
                      <a:pt x="2427" y="2302"/>
                    </a:lnTo>
                    <a:lnTo>
                      <a:pt x="2427" y="2198"/>
                    </a:lnTo>
                    <a:lnTo>
                      <a:pt x="2406" y="2072"/>
                    </a:lnTo>
                    <a:lnTo>
                      <a:pt x="2427" y="1967"/>
                    </a:lnTo>
                    <a:lnTo>
                      <a:pt x="2469" y="1946"/>
                    </a:lnTo>
                    <a:lnTo>
                      <a:pt x="2553" y="2030"/>
                    </a:lnTo>
                    <a:lnTo>
                      <a:pt x="2511" y="2135"/>
                    </a:lnTo>
                    <a:lnTo>
                      <a:pt x="2553" y="2198"/>
                    </a:lnTo>
                    <a:lnTo>
                      <a:pt x="2574" y="2135"/>
                    </a:lnTo>
                    <a:lnTo>
                      <a:pt x="2574" y="1946"/>
                    </a:lnTo>
                    <a:lnTo>
                      <a:pt x="2636" y="1884"/>
                    </a:lnTo>
                    <a:lnTo>
                      <a:pt x="2636" y="1779"/>
                    </a:lnTo>
                    <a:lnTo>
                      <a:pt x="2574" y="1737"/>
                    </a:lnTo>
                    <a:lnTo>
                      <a:pt x="2616" y="1633"/>
                    </a:lnTo>
                    <a:lnTo>
                      <a:pt x="2657" y="1549"/>
                    </a:lnTo>
                    <a:lnTo>
                      <a:pt x="2636" y="1444"/>
                    </a:lnTo>
                    <a:lnTo>
                      <a:pt x="2636" y="1298"/>
                    </a:lnTo>
                    <a:lnTo>
                      <a:pt x="2783" y="1151"/>
                    </a:lnTo>
                    <a:lnTo>
                      <a:pt x="2950" y="1130"/>
                    </a:lnTo>
                    <a:lnTo>
                      <a:pt x="3034" y="1089"/>
                    </a:lnTo>
                    <a:lnTo>
                      <a:pt x="3139" y="1089"/>
                    </a:lnTo>
                    <a:lnTo>
                      <a:pt x="3034" y="984"/>
                    </a:lnTo>
                    <a:lnTo>
                      <a:pt x="2888" y="900"/>
                    </a:lnTo>
                    <a:lnTo>
                      <a:pt x="2741" y="921"/>
                    </a:lnTo>
                    <a:lnTo>
                      <a:pt x="2616" y="817"/>
                    </a:lnTo>
                    <a:lnTo>
                      <a:pt x="2574" y="712"/>
                    </a:lnTo>
                    <a:lnTo>
                      <a:pt x="2406" y="586"/>
                    </a:lnTo>
                    <a:lnTo>
                      <a:pt x="2323" y="419"/>
                    </a:lnTo>
                    <a:lnTo>
                      <a:pt x="2323" y="314"/>
                    </a:lnTo>
                    <a:lnTo>
                      <a:pt x="2134" y="84"/>
                    </a:lnTo>
                    <a:lnTo>
                      <a:pt x="200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2" name="Google Shape;472;p38"/>
            <p:cNvGrpSpPr/>
            <p:nvPr/>
          </p:nvGrpSpPr>
          <p:grpSpPr>
            <a:xfrm>
              <a:off x="3894606" y="2334874"/>
              <a:ext cx="913198" cy="518984"/>
              <a:chOff x="4000175" y="1462675"/>
              <a:chExt cx="1917275" cy="1140875"/>
            </a:xfrm>
          </p:grpSpPr>
          <p:sp>
            <p:nvSpPr>
              <p:cNvPr id="473" name="Google Shape;473;p38"/>
              <p:cNvSpPr/>
              <p:nvPr/>
            </p:nvSpPr>
            <p:spPr>
              <a:xfrm>
                <a:off x="4178050" y="2433300"/>
                <a:ext cx="60250" cy="65175"/>
              </a:xfrm>
              <a:custGeom>
                <a:rect b="b" l="l" r="r" t="t"/>
                <a:pathLst>
                  <a:path extrusionOk="0" h="2607" w="2410">
                    <a:moveTo>
                      <a:pt x="639" y="2410"/>
                    </a:moveTo>
                    <a:lnTo>
                      <a:pt x="1180" y="2607"/>
                    </a:lnTo>
                    <a:lnTo>
                      <a:pt x="2410" y="2017"/>
                    </a:lnTo>
                    <a:lnTo>
                      <a:pt x="2262" y="0"/>
                    </a:lnTo>
                    <a:lnTo>
                      <a:pt x="541" y="0"/>
                    </a:lnTo>
                    <a:lnTo>
                      <a:pt x="0" y="1771"/>
                    </a:lnTo>
                    <a:close/>
                  </a:path>
                </a:pathLst>
              </a:custGeom>
              <a:solidFill>
                <a:schemeClr val="dk2"/>
              </a:solidFill>
              <a:ln>
                <a:noFill/>
              </a:ln>
            </p:spPr>
          </p:sp>
          <p:grpSp>
            <p:nvGrpSpPr>
              <p:cNvPr id="474" name="Google Shape;474;p38"/>
              <p:cNvGrpSpPr/>
              <p:nvPr/>
            </p:nvGrpSpPr>
            <p:grpSpPr>
              <a:xfrm>
                <a:off x="4000175" y="1462675"/>
                <a:ext cx="1917275" cy="1140875"/>
                <a:chOff x="4000175" y="1462675"/>
                <a:chExt cx="1917275" cy="1140875"/>
              </a:xfrm>
            </p:grpSpPr>
            <p:sp>
              <p:nvSpPr>
                <p:cNvPr id="475" name="Google Shape;475;p38"/>
                <p:cNvSpPr/>
                <p:nvPr/>
              </p:nvSpPr>
              <p:spPr>
                <a:xfrm>
                  <a:off x="4000175" y="2000075"/>
                  <a:ext cx="1545875" cy="510000"/>
                </a:xfrm>
                <a:custGeom>
                  <a:rect b="b" l="l" r="r" t="t"/>
                  <a:pathLst>
                    <a:path extrusionOk="0" h="20400" w="61835">
                      <a:moveTo>
                        <a:pt x="1594" y="319"/>
                      </a:moveTo>
                      <a:lnTo>
                        <a:pt x="106" y="0"/>
                      </a:lnTo>
                      <a:lnTo>
                        <a:pt x="0" y="2444"/>
                      </a:lnTo>
                      <a:lnTo>
                        <a:pt x="1062" y="9031"/>
                      </a:lnTo>
                      <a:lnTo>
                        <a:pt x="3931" y="9775"/>
                      </a:lnTo>
                      <a:lnTo>
                        <a:pt x="2125" y="10200"/>
                      </a:lnTo>
                      <a:lnTo>
                        <a:pt x="531" y="10413"/>
                      </a:lnTo>
                      <a:lnTo>
                        <a:pt x="1487" y="13600"/>
                      </a:lnTo>
                      <a:lnTo>
                        <a:pt x="3931" y="17212"/>
                      </a:lnTo>
                      <a:lnTo>
                        <a:pt x="8393" y="18594"/>
                      </a:lnTo>
                      <a:lnTo>
                        <a:pt x="9987" y="18169"/>
                      </a:lnTo>
                      <a:lnTo>
                        <a:pt x="13281" y="20400"/>
                      </a:lnTo>
                      <a:lnTo>
                        <a:pt x="14343" y="18912"/>
                      </a:lnTo>
                      <a:lnTo>
                        <a:pt x="28793" y="17319"/>
                      </a:lnTo>
                      <a:lnTo>
                        <a:pt x="35699" y="16894"/>
                      </a:lnTo>
                      <a:lnTo>
                        <a:pt x="48342" y="16894"/>
                      </a:lnTo>
                      <a:lnTo>
                        <a:pt x="49617" y="15194"/>
                      </a:lnTo>
                      <a:lnTo>
                        <a:pt x="59285" y="20294"/>
                      </a:lnTo>
                      <a:lnTo>
                        <a:pt x="60135" y="19231"/>
                      </a:lnTo>
                      <a:lnTo>
                        <a:pt x="61835" y="18487"/>
                      </a:lnTo>
                      <a:lnTo>
                        <a:pt x="61092" y="13494"/>
                      </a:lnTo>
                      <a:lnTo>
                        <a:pt x="46323" y="3188"/>
                      </a:lnTo>
                      <a:lnTo>
                        <a:pt x="12962" y="10413"/>
                      </a:lnTo>
                      <a:lnTo>
                        <a:pt x="4569" y="7013"/>
                      </a:lnTo>
                      <a:lnTo>
                        <a:pt x="2444" y="3507"/>
                      </a:lnTo>
                      <a:lnTo>
                        <a:pt x="2019" y="1807"/>
                      </a:lnTo>
                      <a:close/>
                    </a:path>
                  </a:pathLst>
                </a:custGeom>
                <a:solidFill>
                  <a:schemeClr val="dk2"/>
                </a:solidFill>
                <a:ln>
                  <a:noFill/>
                </a:ln>
              </p:spPr>
            </p:sp>
            <p:sp>
              <p:nvSpPr>
                <p:cNvPr id="476" name="Google Shape;476;p38"/>
                <p:cNvSpPr/>
                <p:nvPr/>
              </p:nvSpPr>
              <p:spPr>
                <a:xfrm>
                  <a:off x="4624175" y="1521775"/>
                  <a:ext cx="58100" cy="73775"/>
                </a:xfrm>
                <a:custGeom>
                  <a:rect b="b" l="l" r="r" t="t"/>
                  <a:pathLst>
                    <a:path extrusionOk="0" h="2951" w="2324">
                      <a:moveTo>
                        <a:pt x="210" y="1"/>
                      </a:moveTo>
                      <a:lnTo>
                        <a:pt x="126" y="84"/>
                      </a:lnTo>
                      <a:lnTo>
                        <a:pt x="147" y="189"/>
                      </a:lnTo>
                      <a:lnTo>
                        <a:pt x="252" y="252"/>
                      </a:lnTo>
                      <a:lnTo>
                        <a:pt x="335" y="356"/>
                      </a:lnTo>
                      <a:lnTo>
                        <a:pt x="273" y="419"/>
                      </a:lnTo>
                      <a:lnTo>
                        <a:pt x="210" y="419"/>
                      </a:lnTo>
                      <a:lnTo>
                        <a:pt x="147" y="335"/>
                      </a:lnTo>
                      <a:lnTo>
                        <a:pt x="63" y="293"/>
                      </a:lnTo>
                      <a:lnTo>
                        <a:pt x="22" y="293"/>
                      </a:lnTo>
                      <a:lnTo>
                        <a:pt x="42" y="356"/>
                      </a:lnTo>
                      <a:lnTo>
                        <a:pt x="22" y="545"/>
                      </a:lnTo>
                      <a:lnTo>
                        <a:pt x="1" y="565"/>
                      </a:lnTo>
                      <a:lnTo>
                        <a:pt x="1" y="712"/>
                      </a:lnTo>
                      <a:lnTo>
                        <a:pt x="42" y="754"/>
                      </a:lnTo>
                      <a:lnTo>
                        <a:pt x="126" y="775"/>
                      </a:lnTo>
                      <a:lnTo>
                        <a:pt x="189" y="858"/>
                      </a:lnTo>
                      <a:lnTo>
                        <a:pt x="147" y="963"/>
                      </a:lnTo>
                      <a:lnTo>
                        <a:pt x="294" y="1256"/>
                      </a:lnTo>
                      <a:lnTo>
                        <a:pt x="356" y="1340"/>
                      </a:lnTo>
                      <a:lnTo>
                        <a:pt x="461" y="1340"/>
                      </a:lnTo>
                      <a:lnTo>
                        <a:pt x="398" y="1402"/>
                      </a:lnTo>
                      <a:lnTo>
                        <a:pt x="294" y="1444"/>
                      </a:lnTo>
                      <a:lnTo>
                        <a:pt x="231" y="1612"/>
                      </a:lnTo>
                      <a:lnTo>
                        <a:pt x="335" y="1821"/>
                      </a:lnTo>
                      <a:lnTo>
                        <a:pt x="398" y="1988"/>
                      </a:lnTo>
                      <a:lnTo>
                        <a:pt x="398" y="2114"/>
                      </a:lnTo>
                      <a:lnTo>
                        <a:pt x="440" y="2177"/>
                      </a:lnTo>
                      <a:lnTo>
                        <a:pt x="461" y="2281"/>
                      </a:lnTo>
                      <a:lnTo>
                        <a:pt x="419" y="2323"/>
                      </a:lnTo>
                      <a:lnTo>
                        <a:pt x="503" y="2511"/>
                      </a:lnTo>
                      <a:lnTo>
                        <a:pt x="545" y="2679"/>
                      </a:lnTo>
                      <a:lnTo>
                        <a:pt x="649" y="2762"/>
                      </a:lnTo>
                      <a:lnTo>
                        <a:pt x="649" y="2867"/>
                      </a:lnTo>
                      <a:lnTo>
                        <a:pt x="733" y="2951"/>
                      </a:lnTo>
                      <a:lnTo>
                        <a:pt x="879" y="2909"/>
                      </a:lnTo>
                      <a:lnTo>
                        <a:pt x="963" y="2742"/>
                      </a:lnTo>
                      <a:lnTo>
                        <a:pt x="1089" y="2553"/>
                      </a:lnTo>
                      <a:lnTo>
                        <a:pt x="1172" y="2511"/>
                      </a:lnTo>
                      <a:lnTo>
                        <a:pt x="1151" y="2428"/>
                      </a:lnTo>
                      <a:lnTo>
                        <a:pt x="1172" y="2323"/>
                      </a:lnTo>
                      <a:lnTo>
                        <a:pt x="1423" y="2135"/>
                      </a:lnTo>
                      <a:lnTo>
                        <a:pt x="1528" y="2114"/>
                      </a:lnTo>
                      <a:lnTo>
                        <a:pt x="1612" y="2177"/>
                      </a:lnTo>
                      <a:lnTo>
                        <a:pt x="1695" y="2177"/>
                      </a:lnTo>
                      <a:lnTo>
                        <a:pt x="1737" y="2072"/>
                      </a:lnTo>
                      <a:lnTo>
                        <a:pt x="1800" y="1988"/>
                      </a:lnTo>
                      <a:lnTo>
                        <a:pt x="1926" y="1926"/>
                      </a:lnTo>
                      <a:lnTo>
                        <a:pt x="2114" y="1779"/>
                      </a:lnTo>
                      <a:lnTo>
                        <a:pt x="2135" y="1674"/>
                      </a:lnTo>
                      <a:lnTo>
                        <a:pt x="2219" y="1612"/>
                      </a:lnTo>
                      <a:lnTo>
                        <a:pt x="2323" y="1382"/>
                      </a:lnTo>
                      <a:lnTo>
                        <a:pt x="2302" y="1256"/>
                      </a:lnTo>
                      <a:lnTo>
                        <a:pt x="2135" y="1068"/>
                      </a:lnTo>
                      <a:lnTo>
                        <a:pt x="2051" y="942"/>
                      </a:lnTo>
                      <a:lnTo>
                        <a:pt x="2051" y="837"/>
                      </a:lnTo>
                      <a:lnTo>
                        <a:pt x="1884" y="712"/>
                      </a:lnTo>
                      <a:lnTo>
                        <a:pt x="1779" y="712"/>
                      </a:lnTo>
                      <a:lnTo>
                        <a:pt x="1716" y="733"/>
                      </a:lnTo>
                      <a:lnTo>
                        <a:pt x="1633" y="670"/>
                      </a:lnTo>
                      <a:lnTo>
                        <a:pt x="1507" y="628"/>
                      </a:lnTo>
                      <a:lnTo>
                        <a:pt x="1382" y="503"/>
                      </a:lnTo>
                      <a:lnTo>
                        <a:pt x="1319" y="461"/>
                      </a:lnTo>
                      <a:lnTo>
                        <a:pt x="1298" y="524"/>
                      </a:lnTo>
                      <a:lnTo>
                        <a:pt x="1214" y="503"/>
                      </a:lnTo>
                      <a:lnTo>
                        <a:pt x="1193" y="419"/>
                      </a:lnTo>
                      <a:lnTo>
                        <a:pt x="1110" y="314"/>
                      </a:lnTo>
                      <a:lnTo>
                        <a:pt x="1047" y="314"/>
                      </a:lnTo>
                      <a:lnTo>
                        <a:pt x="1005" y="419"/>
                      </a:lnTo>
                      <a:lnTo>
                        <a:pt x="963" y="419"/>
                      </a:lnTo>
                      <a:lnTo>
                        <a:pt x="858" y="252"/>
                      </a:lnTo>
                      <a:lnTo>
                        <a:pt x="775" y="210"/>
                      </a:lnTo>
                      <a:lnTo>
                        <a:pt x="775" y="252"/>
                      </a:lnTo>
                      <a:lnTo>
                        <a:pt x="858" y="356"/>
                      </a:lnTo>
                      <a:lnTo>
                        <a:pt x="858" y="440"/>
                      </a:lnTo>
                      <a:lnTo>
                        <a:pt x="775" y="503"/>
                      </a:lnTo>
                      <a:lnTo>
                        <a:pt x="775" y="607"/>
                      </a:lnTo>
                      <a:lnTo>
                        <a:pt x="733" y="607"/>
                      </a:lnTo>
                      <a:lnTo>
                        <a:pt x="670" y="524"/>
                      </a:lnTo>
                      <a:lnTo>
                        <a:pt x="649" y="147"/>
                      </a:lnTo>
                      <a:lnTo>
                        <a:pt x="545" y="105"/>
                      </a:lnTo>
                      <a:lnTo>
                        <a:pt x="440" y="84"/>
                      </a:lnTo>
                      <a:lnTo>
                        <a:pt x="27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38"/>
                <p:cNvSpPr/>
                <p:nvPr/>
              </p:nvSpPr>
              <p:spPr>
                <a:xfrm>
                  <a:off x="4499150" y="1462675"/>
                  <a:ext cx="117200" cy="104100"/>
                </a:xfrm>
                <a:custGeom>
                  <a:rect b="b" l="l" r="r" t="t"/>
                  <a:pathLst>
                    <a:path extrusionOk="0" h="4164" w="4688">
                      <a:moveTo>
                        <a:pt x="398" y="0"/>
                      </a:moveTo>
                      <a:lnTo>
                        <a:pt x="357" y="63"/>
                      </a:lnTo>
                      <a:lnTo>
                        <a:pt x="336" y="168"/>
                      </a:lnTo>
                      <a:lnTo>
                        <a:pt x="357" y="251"/>
                      </a:lnTo>
                      <a:lnTo>
                        <a:pt x="357" y="398"/>
                      </a:lnTo>
                      <a:lnTo>
                        <a:pt x="252" y="523"/>
                      </a:lnTo>
                      <a:lnTo>
                        <a:pt x="147" y="712"/>
                      </a:lnTo>
                      <a:lnTo>
                        <a:pt x="22" y="879"/>
                      </a:lnTo>
                      <a:lnTo>
                        <a:pt x="1" y="984"/>
                      </a:lnTo>
                      <a:lnTo>
                        <a:pt x="22" y="1423"/>
                      </a:lnTo>
                      <a:lnTo>
                        <a:pt x="105" y="1507"/>
                      </a:lnTo>
                      <a:lnTo>
                        <a:pt x="210" y="1549"/>
                      </a:lnTo>
                      <a:lnTo>
                        <a:pt x="231" y="1653"/>
                      </a:lnTo>
                      <a:lnTo>
                        <a:pt x="189" y="1967"/>
                      </a:lnTo>
                      <a:lnTo>
                        <a:pt x="126" y="2093"/>
                      </a:lnTo>
                      <a:lnTo>
                        <a:pt x="105" y="2197"/>
                      </a:lnTo>
                      <a:lnTo>
                        <a:pt x="126" y="2281"/>
                      </a:lnTo>
                      <a:lnTo>
                        <a:pt x="189" y="2260"/>
                      </a:lnTo>
                      <a:lnTo>
                        <a:pt x="273" y="2155"/>
                      </a:lnTo>
                      <a:lnTo>
                        <a:pt x="419" y="2093"/>
                      </a:lnTo>
                      <a:lnTo>
                        <a:pt x="482" y="2155"/>
                      </a:lnTo>
                      <a:lnTo>
                        <a:pt x="503" y="2260"/>
                      </a:lnTo>
                      <a:lnTo>
                        <a:pt x="650" y="2385"/>
                      </a:lnTo>
                      <a:lnTo>
                        <a:pt x="754" y="2385"/>
                      </a:lnTo>
                      <a:lnTo>
                        <a:pt x="817" y="2344"/>
                      </a:lnTo>
                      <a:lnTo>
                        <a:pt x="901" y="2365"/>
                      </a:lnTo>
                      <a:cubicBezTo>
                        <a:pt x="859" y="2448"/>
                        <a:pt x="859" y="2511"/>
                        <a:pt x="859" y="2595"/>
                      </a:cubicBezTo>
                      <a:lnTo>
                        <a:pt x="838" y="2595"/>
                      </a:lnTo>
                      <a:lnTo>
                        <a:pt x="733" y="2657"/>
                      </a:lnTo>
                      <a:lnTo>
                        <a:pt x="629" y="2595"/>
                      </a:lnTo>
                      <a:lnTo>
                        <a:pt x="545" y="2595"/>
                      </a:lnTo>
                      <a:lnTo>
                        <a:pt x="440" y="2678"/>
                      </a:lnTo>
                      <a:lnTo>
                        <a:pt x="315" y="2678"/>
                      </a:lnTo>
                      <a:lnTo>
                        <a:pt x="294" y="2699"/>
                      </a:lnTo>
                      <a:lnTo>
                        <a:pt x="336" y="2783"/>
                      </a:lnTo>
                      <a:lnTo>
                        <a:pt x="482" y="2804"/>
                      </a:lnTo>
                      <a:lnTo>
                        <a:pt x="524" y="2909"/>
                      </a:lnTo>
                      <a:lnTo>
                        <a:pt x="650" y="2971"/>
                      </a:lnTo>
                      <a:lnTo>
                        <a:pt x="733" y="3076"/>
                      </a:lnTo>
                      <a:lnTo>
                        <a:pt x="901" y="3118"/>
                      </a:lnTo>
                      <a:lnTo>
                        <a:pt x="1110" y="3118"/>
                      </a:lnTo>
                      <a:lnTo>
                        <a:pt x="1173" y="3139"/>
                      </a:lnTo>
                      <a:lnTo>
                        <a:pt x="1131" y="3181"/>
                      </a:lnTo>
                      <a:lnTo>
                        <a:pt x="963" y="3222"/>
                      </a:lnTo>
                      <a:lnTo>
                        <a:pt x="838" y="3222"/>
                      </a:lnTo>
                      <a:lnTo>
                        <a:pt x="838" y="3285"/>
                      </a:lnTo>
                      <a:lnTo>
                        <a:pt x="942" y="3327"/>
                      </a:lnTo>
                      <a:lnTo>
                        <a:pt x="1068" y="3327"/>
                      </a:lnTo>
                      <a:lnTo>
                        <a:pt x="1173" y="3243"/>
                      </a:lnTo>
                      <a:lnTo>
                        <a:pt x="1319" y="3139"/>
                      </a:lnTo>
                      <a:lnTo>
                        <a:pt x="1382" y="3097"/>
                      </a:lnTo>
                      <a:lnTo>
                        <a:pt x="1445" y="2929"/>
                      </a:lnTo>
                      <a:lnTo>
                        <a:pt x="1528" y="2762"/>
                      </a:lnTo>
                      <a:lnTo>
                        <a:pt x="1486" y="2678"/>
                      </a:lnTo>
                      <a:lnTo>
                        <a:pt x="1256" y="2532"/>
                      </a:lnTo>
                      <a:lnTo>
                        <a:pt x="1152" y="2511"/>
                      </a:lnTo>
                      <a:lnTo>
                        <a:pt x="1152" y="2385"/>
                      </a:lnTo>
                      <a:lnTo>
                        <a:pt x="1256" y="2406"/>
                      </a:lnTo>
                      <a:lnTo>
                        <a:pt x="1382" y="2385"/>
                      </a:lnTo>
                      <a:lnTo>
                        <a:pt x="1570" y="2281"/>
                      </a:lnTo>
                      <a:lnTo>
                        <a:pt x="1654" y="2176"/>
                      </a:lnTo>
                      <a:lnTo>
                        <a:pt x="1654" y="2072"/>
                      </a:lnTo>
                      <a:lnTo>
                        <a:pt x="1779" y="1946"/>
                      </a:lnTo>
                      <a:lnTo>
                        <a:pt x="1968" y="1800"/>
                      </a:lnTo>
                      <a:lnTo>
                        <a:pt x="2114" y="1967"/>
                      </a:lnTo>
                      <a:lnTo>
                        <a:pt x="2010" y="2009"/>
                      </a:lnTo>
                      <a:lnTo>
                        <a:pt x="1968" y="2093"/>
                      </a:lnTo>
                      <a:lnTo>
                        <a:pt x="1968" y="2176"/>
                      </a:lnTo>
                      <a:lnTo>
                        <a:pt x="1800" y="2197"/>
                      </a:lnTo>
                      <a:lnTo>
                        <a:pt x="1696" y="2281"/>
                      </a:lnTo>
                      <a:lnTo>
                        <a:pt x="1654" y="2469"/>
                      </a:lnTo>
                      <a:lnTo>
                        <a:pt x="1654" y="2574"/>
                      </a:lnTo>
                      <a:lnTo>
                        <a:pt x="1758" y="2637"/>
                      </a:lnTo>
                      <a:lnTo>
                        <a:pt x="1821" y="2637"/>
                      </a:lnTo>
                      <a:lnTo>
                        <a:pt x="1884" y="2720"/>
                      </a:lnTo>
                      <a:lnTo>
                        <a:pt x="1758" y="2867"/>
                      </a:lnTo>
                      <a:lnTo>
                        <a:pt x="1717" y="2971"/>
                      </a:lnTo>
                      <a:lnTo>
                        <a:pt x="1779" y="3139"/>
                      </a:lnTo>
                      <a:lnTo>
                        <a:pt x="1758" y="3222"/>
                      </a:lnTo>
                      <a:lnTo>
                        <a:pt x="1570" y="3327"/>
                      </a:lnTo>
                      <a:lnTo>
                        <a:pt x="1549" y="3390"/>
                      </a:lnTo>
                      <a:lnTo>
                        <a:pt x="1675" y="3453"/>
                      </a:lnTo>
                      <a:lnTo>
                        <a:pt x="1738" y="3515"/>
                      </a:lnTo>
                      <a:lnTo>
                        <a:pt x="1779" y="3494"/>
                      </a:lnTo>
                      <a:lnTo>
                        <a:pt x="1758" y="3411"/>
                      </a:lnTo>
                      <a:lnTo>
                        <a:pt x="1779" y="3348"/>
                      </a:lnTo>
                      <a:lnTo>
                        <a:pt x="1884" y="3411"/>
                      </a:lnTo>
                      <a:lnTo>
                        <a:pt x="1989" y="3494"/>
                      </a:lnTo>
                      <a:lnTo>
                        <a:pt x="2093" y="3432"/>
                      </a:lnTo>
                      <a:lnTo>
                        <a:pt x="2177" y="3432"/>
                      </a:lnTo>
                      <a:lnTo>
                        <a:pt x="2240" y="3536"/>
                      </a:lnTo>
                      <a:lnTo>
                        <a:pt x="2323" y="3746"/>
                      </a:lnTo>
                      <a:lnTo>
                        <a:pt x="2407" y="3829"/>
                      </a:lnTo>
                      <a:lnTo>
                        <a:pt x="2533" y="3850"/>
                      </a:lnTo>
                      <a:lnTo>
                        <a:pt x="2658" y="3934"/>
                      </a:lnTo>
                      <a:lnTo>
                        <a:pt x="2763" y="3955"/>
                      </a:lnTo>
                      <a:lnTo>
                        <a:pt x="2909" y="3871"/>
                      </a:lnTo>
                      <a:lnTo>
                        <a:pt x="3056" y="3829"/>
                      </a:lnTo>
                      <a:lnTo>
                        <a:pt x="3139" y="3871"/>
                      </a:lnTo>
                      <a:lnTo>
                        <a:pt x="3286" y="3955"/>
                      </a:lnTo>
                      <a:lnTo>
                        <a:pt x="3579" y="3976"/>
                      </a:lnTo>
                      <a:lnTo>
                        <a:pt x="3683" y="3955"/>
                      </a:lnTo>
                      <a:lnTo>
                        <a:pt x="3767" y="3976"/>
                      </a:lnTo>
                      <a:lnTo>
                        <a:pt x="3872" y="3976"/>
                      </a:lnTo>
                      <a:lnTo>
                        <a:pt x="3955" y="4059"/>
                      </a:lnTo>
                      <a:lnTo>
                        <a:pt x="4060" y="4164"/>
                      </a:lnTo>
                      <a:lnTo>
                        <a:pt x="4165" y="4164"/>
                      </a:lnTo>
                      <a:lnTo>
                        <a:pt x="4269" y="4080"/>
                      </a:lnTo>
                      <a:lnTo>
                        <a:pt x="4395" y="3955"/>
                      </a:lnTo>
                      <a:lnTo>
                        <a:pt x="4541" y="3913"/>
                      </a:lnTo>
                      <a:lnTo>
                        <a:pt x="4688" y="3725"/>
                      </a:lnTo>
                      <a:lnTo>
                        <a:pt x="4688" y="3620"/>
                      </a:lnTo>
                      <a:lnTo>
                        <a:pt x="4541" y="3453"/>
                      </a:lnTo>
                      <a:lnTo>
                        <a:pt x="4479" y="3432"/>
                      </a:lnTo>
                      <a:lnTo>
                        <a:pt x="4332" y="3285"/>
                      </a:lnTo>
                      <a:lnTo>
                        <a:pt x="4186" y="3243"/>
                      </a:lnTo>
                      <a:lnTo>
                        <a:pt x="4060" y="3181"/>
                      </a:lnTo>
                      <a:lnTo>
                        <a:pt x="4018" y="3034"/>
                      </a:lnTo>
                      <a:lnTo>
                        <a:pt x="4102" y="3034"/>
                      </a:lnTo>
                      <a:lnTo>
                        <a:pt x="4186" y="3097"/>
                      </a:lnTo>
                      <a:lnTo>
                        <a:pt x="4290" y="3097"/>
                      </a:lnTo>
                      <a:lnTo>
                        <a:pt x="4290" y="3013"/>
                      </a:lnTo>
                      <a:lnTo>
                        <a:pt x="4165" y="2825"/>
                      </a:lnTo>
                      <a:lnTo>
                        <a:pt x="3976" y="2657"/>
                      </a:lnTo>
                      <a:lnTo>
                        <a:pt x="3976" y="2490"/>
                      </a:lnTo>
                      <a:lnTo>
                        <a:pt x="3955" y="2344"/>
                      </a:lnTo>
                      <a:lnTo>
                        <a:pt x="3851" y="2281"/>
                      </a:lnTo>
                      <a:lnTo>
                        <a:pt x="3851" y="2155"/>
                      </a:lnTo>
                      <a:lnTo>
                        <a:pt x="3788" y="2093"/>
                      </a:lnTo>
                      <a:lnTo>
                        <a:pt x="3746" y="2093"/>
                      </a:lnTo>
                      <a:lnTo>
                        <a:pt x="3370" y="1821"/>
                      </a:lnTo>
                      <a:lnTo>
                        <a:pt x="3160" y="1779"/>
                      </a:lnTo>
                      <a:lnTo>
                        <a:pt x="2972" y="1821"/>
                      </a:lnTo>
                      <a:lnTo>
                        <a:pt x="2951" y="1883"/>
                      </a:lnTo>
                      <a:lnTo>
                        <a:pt x="2972" y="1967"/>
                      </a:lnTo>
                      <a:lnTo>
                        <a:pt x="3139" y="2155"/>
                      </a:lnTo>
                      <a:lnTo>
                        <a:pt x="3139" y="2239"/>
                      </a:lnTo>
                      <a:lnTo>
                        <a:pt x="3077" y="2344"/>
                      </a:lnTo>
                      <a:lnTo>
                        <a:pt x="3077" y="2448"/>
                      </a:lnTo>
                      <a:lnTo>
                        <a:pt x="3056" y="2574"/>
                      </a:lnTo>
                      <a:lnTo>
                        <a:pt x="2972" y="2720"/>
                      </a:lnTo>
                      <a:lnTo>
                        <a:pt x="2930" y="2783"/>
                      </a:lnTo>
                      <a:lnTo>
                        <a:pt x="2909" y="2699"/>
                      </a:lnTo>
                      <a:lnTo>
                        <a:pt x="2951" y="2595"/>
                      </a:lnTo>
                      <a:lnTo>
                        <a:pt x="2972" y="2490"/>
                      </a:lnTo>
                      <a:lnTo>
                        <a:pt x="2930" y="2448"/>
                      </a:lnTo>
                      <a:lnTo>
                        <a:pt x="2972" y="2260"/>
                      </a:lnTo>
                      <a:lnTo>
                        <a:pt x="2930" y="2155"/>
                      </a:lnTo>
                      <a:lnTo>
                        <a:pt x="2742" y="1883"/>
                      </a:lnTo>
                      <a:lnTo>
                        <a:pt x="2595" y="1779"/>
                      </a:lnTo>
                      <a:lnTo>
                        <a:pt x="2386" y="1758"/>
                      </a:lnTo>
                      <a:lnTo>
                        <a:pt x="2323" y="1779"/>
                      </a:lnTo>
                      <a:lnTo>
                        <a:pt x="2282" y="1925"/>
                      </a:lnTo>
                      <a:lnTo>
                        <a:pt x="2240" y="1946"/>
                      </a:lnTo>
                      <a:cubicBezTo>
                        <a:pt x="2198" y="1883"/>
                        <a:pt x="2114" y="1841"/>
                        <a:pt x="2072" y="1821"/>
                      </a:cubicBezTo>
                      <a:lnTo>
                        <a:pt x="2114" y="1779"/>
                      </a:lnTo>
                      <a:lnTo>
                        <a:pt x="2177" y="1674"/>
                      </a:lnTo>
                      <a:lnTo>
                        <a:pt x="2177" y="1549"/>
                      </a:lnTo>
                      <a:lnTo>
                        <a:pt x="1989" y="1444"/>
                      </a:lnTo>
                      <a:lnTo>
                        <a:pt x="1800" y="1297"/>
                      </a:lnTo>
                      <a:lnTo>
                        <a:pt x="1696" y="1109"/>
                      </a:lnTo>
                      <a:lnTo>
                        <a:pt x="1696" y="984"/>
                      </a:lnTo>
                      <a:lnTo>
                        <a:pt x="1758" y="837"/>
                      </a:lnTo>
                      <a:lnTo>
                        <a:pt x="1758" y="733"/>
                      </a:lnTo>
                      <a:lnTo>
                        <a:pt x="1696" y="712"/>
                      </a:lnTo>
                      <a:lnTo>
                        <a:pt x="1403" y="712"/>
                      </a:lnTo>
                      <a:lnTo>
                        <a:pt x="1194" y="628"/>
                      </a:lnTo>
                      <a:lnTo>
                        <a:pt x="1047" y="523"/>
                      </a:lnTo>
                      <a:lnTo>
                        <a:pt x="817" y="251"/>
                      </a:lnTo>
                      <a:lnTo>
                        <a:pt x="650" y="105"/>
                      </a:lnTo>
                      <a:lnTo>
                        <a:pt x="46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38"/>
                <p:cNvSpPr/>
                <p:nvPr/>
              </p:nvSpPr>
              <p:spPr>
                <a:xfrm>
                  <a:off x="4241800" y="1706950"/>
                  <a:ext cx="130800" cy="246400"/>
                </a:xfrm>
                <a:custGeom>
                  <a:rect b="b" l="l" r="r" t="t"/>
                  <a:pathLst>
                    <a:path extrusionOk="0" h="9856" w="5232">
                      <a:moveTo>
                        <a:pt x="4750" y="1"/>
                      </a:moveTo>
                      <a:lnTo>
                        <a:pt x="4625" y="63"/>
                      </a:lnTo>
                      <a:lnTo>
                        <a:pt x="4604" y="126"/>
                      </a:lnTo>
                      <a:lnTo>
                        <a:pt x="4520" y="105"/>
                      </a:lnTo>
                      <a:lnTo>
                        <a:pt x="4436" y="42"/>
                      </a:lnTo>
                      <a:lnTo>
                        <a:pt x="4332" y="63"/>
                      </a:lnTo>
                      <a:lnTo>
                        <a:pt x="4206" y="168"/>
                      </a:lnTo>
                      <a:lnTo>
                        <a:pt x="4185" y="273"/>
                      </a:lnTo>
                      <a:lnTo>
                        <a:pt x="4101" y="335"/>
                      </a:lnTo>
                      <a:lnTo>
                        <a:pt x="4018" y="356"/>
                      </a:lnTo>
                      <a:lnTo>
                        <a:pt x="3934" y="440"/>
                      </a:lnTo>
                      <a:lnTo>
                        <a:pt x="3934" y="524"/>
                      </a:lnTo>
                      <a:lnTo>
                        <a:pt x="3871" y="628"/>
                      </a:lnTo>
                      <a:lnTo>
                        <a:pt x="3871" y="670"/>
                      </a:lnTo>
                      <a:lnTo>
                        <a:pt x="3934" y="775"/>
                      </a:lnTo>
                      <a:lnTo>
                        <a:pt x="3934" y="858"/>
                      </a:lnTo>
                      <a:lnTo>
                        <a:pt x="3829" y="858"/>
                      </a:lnTo>
                      <a:lnTo>
                        <a:pt x="3788" y="900"/>
                      </a:lnTo>
                      <a:lnTo>
                        <a:pt x="3788" y="984"/>
                      </a:lnTo>
                      <a:lnTo>
                        <a:pt x="3725" y="1047"/>
                      </a:lnTo>
                      <a:lnTo>
                        <a:pt x="3662" y="1109"/>
                      </a:lnTo>
                      <a:lnTo>
                        <a:pt x="3453" y="1256"/>
                      </a:lnTo>
                      <a:lnTo>
                        <a:pt x="3369" y="1298"/>
                      </a:lnTo>
                      <a:lnTo>
                        <a:pt x="3306" y="1277"/>
                      </a:lnTo>
                      <a:lnTo>
                        <a:pt x="3202" y="1277"/>
                      </a:lnTo>
                      <a:lnTo>
                        <a:pt x="3139" y="1319"/>
                      </a:lnTo>
                      <a:lnTo>
                        <a:pt x="3034" y="1486"/>
                      </a:lnTo>
                      <a:lnTo>
                        <a:pt x="2951" y="1528"/>
                      </a:lnTo>
                      <a:lnTo>
                        <a:pt x="2888" y="1507"/>
                      </a:lnTo>
                      <a:lnTo>
                        <a:pt x="2867" y="1423"/>
                      </a:lnTo>
                      <a:lnTo>
                        <a:pt x="2825" y="1423"/>
                      </a:lnTo>
                      <a:lnTo>
                        <a:pt x="2783" y="1507"/>
                      </a:lnTo>
                      <a:lnTo>
                        <a:pt x="2825" y="1633"/>
                      </a:lnTo>
                      <a:lnTo>
                        <a:pt x="2783" y="1695"/>
                      </a:lnTo>
                      <a:lnTo>
                        <a:pt x="2762" y="1591"/>
                      </a:lnTo>
                      <a:lnTo>
                        <a:pt x="2721" y="1486"/>
                      </a:lnTo>
                      <a:lnTo>
                        <a:pt x="2532" y="1507"/>
                      </a:lnTo>
                      <a:lnTo>
                        <a:pt x="2323" y="1570"/>
                      </a:lnTo>
                      <a:lnTo>
                        <a:pt x="2260" y="1612"/>
                      </a:lnTo>
                      <a:lnTo>
                        <a:pt x="2197" y="1633"/>
                      </a:lnTo>
                      <a:lnTo>
                        <a:pt x="2156" y="1695"/>
                      </a:lnTo>
                      <a:lnTo>
                        <a:pt x="2218" y="1842"/>
                      </a:lnTo>
                      <a:lnTo>
                        <a:pt x="2260" y="1905"/>
                      </a:lnTo>
                      <a:lnTo>
                        <a:pt x="2260" y="1946"/>
                      </a:lnTo>
                      <a:lnTo>
                        <a:pt x="2218" y="1988"/>
                      </a:lnTo>
                      <a:lnTo>
                        <a:pt x="2135" y="2093"/>
                      </a:lnTo>
                      <a:lnTo>
                        <a:pt x="2093" y="2051"/>
                      </a:lnTo>
                      <a:lnTo>
                        <a:pt x="2093" y="2009"/>
                      </a:lnTo>
                      <a:lnTo>
                        <a:pt x="2135" y="1946"/>
                      </a:lnTo>
                      <a:lnTo>
                        <a:pt x="2135" y="1884"/>
                      </a:lnTo>
                      <a:lnTo>
                        <a:pt x="2051" y="1884"/>
                      </a:lnTo>
                      <a:lnTo>
                        <a:pt x="1946" y="2009"/>
                      </a:lnTo>
                      <a:lnTo>
                        <a:pt x="1884" y="2051"/>
                      </a:lnTo>
                      <a:lnTo>
                        <a:pt x="1884" y="2135"/>
                      </a:lnTo>
                      <a:lnTo>
                        <a:pt x="1946" y="2156"/>
                      </a:lnTo>
                      <a:lnTo>
                        <a:pt x="1905" y="2218"/>
                      </a:lnTo>
                      <a:lnTo>
                        <a:pt x="1842" y="2323"/>
                      </a:lnTo>
                      <a:lnTo>
                        <a:pt x="1716" y="2323"/>
                      </a:lnTo>
                      <a:lnTo>
                        <a:pt x="1632" y="2365"/>
                      </a:lnTo>
                      <a:lnTo>
                        <a:pt x="1612" y="2449"/>
                      </a:lnTo>
                      <a:lnTo>
                        <a:pt x="1507" y="2470"/>
                      </a:lnTo>
                      <a:lnTo>
                        <a:pt x="1465" y="2553"/>
                      </a:lnTo>
                      <a:lnTo>
                        <a:pt x="1423" y="2721"/>
                      </a:lnTo>
                      <a:lnTo>
                        <a:pt x="1465" y="2742"/>
                      </a:lnTo>
                      <a:lnTo>
                        <a:pt x="1528" y="2742"/>
                      </a:lnTo>
                      <a:lnTo>
                        <a:pt x="1465" y="2825"/>
                      </a:lnTo>
                      <a:lnTo>
                        <a:pt x="1277" y="2825"/>
                      </a:lnTo>
                      <a:lnTo>
                        <a:pt x="1214" y="2867"/>
                      </a:lnTo>
                      <a:lnTo>
                        <a:pt x="1193" y="3034"/>
                      </a:lnTo>
                      <a:lnTo>
                        <a:pt x="1214" y="3097"/>
                      </a:lnTo>
                      <a:lnTo>
                        <a:pt x="1277" y="3097"/>
                      </a:lnTo>
                      <a:lnTo>
                        <a:pt x="1360" y="3076"/>
                      </a:lnTo>
                      <a:lnTo>
                        <a:pt x="1381" y="3139"/>
                      </a:lnTo>
                      <a:lnTo>
                        <a:pt x="1360" y="3181"/>
                      </a:lnTo>
                      <a:lnTo>
                        <a:pt x="1360" y="3286"/>
                      </a:lnTo>
                      <a:lnTo>
                        <a:pt x="1277" y="3348"/>
                      </a:lnTo>
                      <a:lnTo>
                        <a:pt x="1193" y="3306"/>
                      </a:lnTo>
                      <a:lnTo>
                        <a:pt x="1068" y="3286"/>
                      </a:lnTo>
                      <a:lnTo>
                        <a:pt x="942" y="3348"/>
                      </a:lnTo>
                      <a:lnTo>
                        <a:pt x="900" y="3411"/>
                      </a:lnTo>
                      <a:lnTo>
                        <a:pt x="900" y="3495"/>
                      </a:lnTo>
                      <a:lnTo>
                        <a:pt x="858" y="3599"/>
                      </a:lnTo>
                      <a:lnTo>
                        <a:pt x="754" y="3683"/>
                      </a:lnTo>
                      <a:lnTo>
                        <a:pt x="670" y="3620"/>
                      </a:lnTo>
                      <a:lnTo>
                        <a:pt x="628" y="3558"/>
                      </a:lnTo>
                      <a:lnTo>
                        <a:pt x="586" y="3474"/>
                      </a:lnTo>
                      <a:lnTo>
                        <a:pt x="544" y="3495"/>
                      </a:lnTo>
                      <a:lnTo>
                        <a:pt x="524" y="3662"/>
                      </a:lnTo>
                      <a:lnTo>
                        <a:pt x="544" y="3788"/>
                      </a:lnTo>
                      <a:lnTo>
                        <a:pt x="649" y="3871"/>
                      </a:lnTo>
                      <a:lnTo>
                        <a:pt x="733" y="3830"/>
                      </a:lnTo>
                      <a:lnTo>
                        <a:pt x="754" y="3871"/>
                      </a:lnTo>
                      <a:lnTo>
                        <a:pt x="754" y="3934"/>
                      </a:lnTo>
                      <a:lnTo>
                        <a:pt x="691" y="4081"/>
                      </a:lnTo>
                      <a:lnTo>
                        <a:pt x="733" y="4122"/>
                      </a:lnTo>
                      <a:lnTo>
                        <a:pt x="796" y="4143"/>
                      </a:lnTo>
                      <a:lnTo>
                        <a:pt x="858" y="4081"/>
                      </a:lnTo>
                      <a:lnTo>
                        <a:pt x="900" y="4081"/>
                      </a:lnTo>
                      <a:lnTo>
                        <a:pt x="963" y="4102"/>
                      </a:lnTo>
                      <a:lnTo>
                        <a:pt x="1068" y="4102"/>
                      </a:lnTo>
                      <a:lnTo>
                        <a:pt x="1151" y="4039"/>
                      </a:lnTo>
                      <a:lnTo>
                        <a:pt x="1172" y="4081"/>
                      </a:lnTo>
                      <a:lnTo>
                        <a:pt x="1109" y="4143"/>
                      </a:lnTo>
                      <a:lnTo>
                        <a:pt x="1047" y="4185"/>
                      </a:lnTo>
                      <a:lnTo>
                        <a:pt x="900" y="4185"/>
                      </a:lnTo>
                      <a:lnTo>
                        <a:pt x="858" y="4248"/>
                      </a:lnTo>
                      <a:lnTo>
                        <a:pt x="775" y="4227"/>
                      </a:lnTo>
                      <a:lnTo>
                        <a:pt x="733" y="4311"/>
                      </a:lnTo>
                      <a:lnTo>
                        <a:pt x="754" y="4436"/>
                      </a:lnTo>
                      <a:lnTo>
                        <a:pt x="837" y="4499"/>
                      </a:lnTo>
                      <a:lnTo>
                        <a:pt x="900" y="4520"/>
                      </a:lnTo>
                      <a:lnTo>
                        <a:pt x="984" y="4499"/>
                      </a:lnTo>
                      <a:lnTo>
                        <a:pt x="1005" y="4520"/>
                      </a:lnTo>
                      <a:lnTo>
                        <a:pt x="984" y="4562"/>
                      </a:lnTo>
                      <a:lnTo>
                        <a:pt x="858" y="4625"/>
                      </a:lnTo>
                      <a:lnTo>
                        <a:pt x="733" y="4625"/>
                      </a:lnTo>
                      <a:lnTo>
                        <a:pt x="649" y="4666"/>
                      </a:lnTo>
                      <a:lnTo>
                        <a:pt x="649" y="4729"/>
                      </a:lnTo>
                      <a:lnTo>
                        <a:pt x="691" y="4771"/>
                      </a:lnTo>
                      <a:lnTo>
                        <a:pt x="796" y="4750"/>
                      </a:lnTo>
                      <a:lnTo>
                        <a:pt x="900" y="4750"/>
                      </a:lnTo>
                      <a:lnTo>
                        <a:pt x="900" y="4813"/>
                      </a:lnTo>
                      <a:lnTo>
                        <a:pt x="837" y="4834"/>
                      </a:lnTo>
                      <a:lnTo>
                        <a:pt x="733" y="4855"/>
                      </a:lnTo>
                      <a:lnTo>
                        <a:pt x="733" y="4897"/>
                      </a:lnTo>
                      <a:lnTo>
                        <a:pt x="754" y="4938"/>
                      </a:lnTo>
                      <a:lnTo>
                        <a:pt x="879" y="4959"/>
                      </a:lnTo>
                      <a:lnTo>
                        <a:pt x="984" y="5043"/>
                      </a:lnTo>
                      <a:lnTo>
                        <a:pt x="984" y="5085"/>
                      </a:lnTo>
                      <a:lnTo>
                        <a:pt x="858" y="5085"/>
                      </a:lnTo>
                      <a:lnTo>
                        <a:pt x="754" y="5043"/>
                      </a:lnTo>
                      <a:lnTo>
                        <a:pt x="649" y="5043"/>
                      </a:lnTo>
                      <a:lnTo>
                        <a:pt x="565" y="5085"/>
                      </a:lnTo>
                      <a:lnTo>
                        <a:pt x="544" y="5169"/>
                      </a:lnTo>
                      <a:lnTo>
                        <a:pt x="482" y="5210"/>
                      </a:lnTo>
                      <a:lnTo>
                        <a:pt x="482" y="5273"/>
                      </a:lnTo>
                      <a:lnTo>
                        <a:pt x="544" y="5315"/>
                      </a:lnTo>
                      <a:lnTo>
                        <a:pt x="524" y="5378"/>
                      </a:lnTo>
                      <a:lnTo>
                        <a:pt x="461" y="5399"/>
                      </a:lnTo>
                      <a:lnTo>
                        <a:pt x="419" y="5399"/>
                      </a:lnTo>
                      <a:lnTo>
                        <a:pt x="335" y="5483"/>
                      </a:lnTo>
                      <a:lnTo>
                        <a:pt x="314" y="5566"/>
                      </a:lnTo>
                      <a:lnTo>
                        <a:pt x="335" y="5608"/>
                      </a:lnTo>
                      <a:lnTo>
                        <a:pt x="314" y="5671"/>
                      </a:lnTo>
                      <a:lnTo>
                        <a:pt x="210" y="5692"/>
                      </a:lnTo>
                      <a:lnTo>
                        <a:pt x="210" y="5713"/>
                      </a:lnTo>
                      <a:lnTo>
                        <a:pt x="335" y="5838"/>
                      </a:lnTo>
                      <a:lnTo>
                        <a:pt x="440" y="5901"/>
                      </a:lnTo>
                      <a:lnTo>
                        <a:pt x="482" y="5880"/>
                      </a:lnTo>
                      <a:lnTo>
                        <a:pt x="524" y="5796"/>
                      </a:lnTo>
                      <a:lnTo>
                        <a:pt x="586" y="5734"/>
                      </a:lnTo>
                      <a:lnTo>
                        <a:pt x="754" y="5629"/>
                      </a:lnTo>
                      <a:lnTo>
                        <a:pt x="858" y="5587"/>
                      </a:lnTo>
                      <a:lnTo>
                        <a:pt x="858" y="5629"/>
                      </a:lnTo>
                      <a:lnTo>
                        <a:pt x="837" y="5629"/>
                      </a:lnTo>
                      <a:lnTo>
                        <a:pt x="796" y="5713"/>
                      </a:lnTo>
                      <a:lnTo>
                        <a:pt x="649" y="5817"/>
                      </a:lnTo>
                      <a:lnTo>
                        <a:pt x="586" y="5922"/>
                      </a:lnTo>
                      <a:lnTo>
                        <a:pt x="565" y="6027"/>
                      </a:lnTo>
                      <a:lnTo>
                        <a:pt x="586" y="6131"/>
                      </a:lnTo>
                      <a:lnTo>
                        <a:pt x="565" y="6194"/>
                      </a:lnTo>
                      <a:lnTo>
                        <a:pt x="565" y="6236"/>
                      </a:lnTo>
                      <a:lnTo>
                        <a:pt x="754" y="6236"/>
                      </a:lnTo>
                      <a:lnTo>
                        <a:pt x="837" y="6194"/>
                      </a:lnTo>
                      <a:lnTo>
                        <a:pt x="837" y="6257"/>
                      </a:lnTo>
                      <a:lnTo>
                        <a:pt x="775" y="6299"/>
                      </a:lnTo>
                      <a:lnTo>
                        <a:pt x="586" y="6299"/>
                      </a:lnTo>
                      <a:lnTo>
                        <a:pt x="524" y="6340"/>
                      </a:lnTo>
                      <a:lnTo>
                        <a:pt x="356" y="6445"/>
                      </a:lnTo>
                      <a:lnTo>
                        <a:pt x="356" y="6571"/>
                      </a:lnTo>
                      <a:lnTo>
                        <a:pt x="335" y="6654"/>
                      </a:lnTo>
                      <a:lnTo>
                        <a:pt x="356" y="6759"/>
                      </a:lnTo>
                      <a:lnTo>
                        <a:pt x="461" y="6759"/>
                      </a:lnTo>
                      <a:lnTo>
                        <a:pt x="524" y="6822"/>
                      </a:lnTo>
                      <a:lnTo>
                        <a:pt x="482" y="6863"/>
                      </a:lnTo>
                      <a:lnTo>
                        <a:pt x="377" y="6863"/>
                      </a:lnTo>
                      <a:lnTo>
                        <a:pt x="252" y="6884"/>
                      </a:lnTo>
                      <a:lnTo>
                        <a:pt x="147" y="7052"/>
                      </a:lnTo>
                      <a:lnTo>
                        <a:pt x="147" y="7177"/>
                      </a:lnTo>
                      <a:lnTo>
                        <a:pt x="210" y="7240"/>
                      </a:lnTo>
                      <a:lnTo>
                        <a:pt x="272" y="7198"/>
                      </a:lnTo>
                      <a:lnTo>
                        <a:pt x="440" y="7135"/>
                      </a:lnTo>
                      <a:lnTo>
                        <a:pt x="461" y="7177"/>
                      </a:lnTo>
                      <a:lnTo>
                        <a:pt x="356" y="7261"/>
                      </a:lnTo>
                      <a:lnTo>
                        <a:pt x="335" y="7366"/>
                      </a:lnTo>
                      <a:lnTo>
                        <a:pt x="377" y="7366"/>
                      </a:lnTo>
                      <a:lnTo>
                        <a:pt x="461" y="7282"/>
                      </a:lnTo>
                      <a:lnTo>
                        <a:pt x="544" y="7261"/>
                      </a:lnTo>
                      <a:lnTo>
                        <a:pt x="565" y="7303"/>
                      </a:lnTo>
                      <a:lnTo>
                        <a:pt x="482" y="7387"/>
                      </a:lnTo>
                      <a:lnTo>
                        <a:pt x="461" y="7470"/>
                      </a:lnTo>
                      <a:lnTo>
                        <a:pt x="544" y="7554"/>
                      </a:lnTo>
                      <a:lnTo>
                        <a:pt x="649" y="7554"/>
                      </a:lnTo>
                      <a:lnTo>
                        <a:pt x="565" y="7575"/>
                      </a:lnTo>
                      <a:lnTo>
                        <a:pt x="482" y="7575"/>
                      </a:lnTo>
                      <a:lnTo>
                        <a:pt x="419" y="7659"/>
                      </a:lnTo>
                      <a:lnTo>
                        <a:pt x="419" y="7721"/>
                      </a:lnTo>
                      <a:lnTo>
                        <a:pt x="461" y="7826"/>
                      </a:lnTo>
                      <a:lnTo>
                        <a:pt x="419" y="7889"/>
                      </a:lnTo>
                      <a:lnTo>
                        <a:pt x="356" y="7868"/>
                      </a:lnTo>
                      <a:lnTo>
                        <a:pt x="252" y="7889"/>
                      </a:lnTo>
                      <a:lnTo>
                        <a:pt x="168" y="7826"/>
                      </a:lnTo>
                      <a:lnTo>
                        <a:pt x="105" y="7826"/>
                      </a:lnTo>
                      <a:lnTo>
                        <a:pt x="0" y="7972"/>
                      </a:lnTo>
                      <a:lnTo>
                        <a:pt x="0" y="8077"/>
                      </a:lnTo>
                      <a:lnTo>
                        <a:pt x="168" y="8265"/>
                      </a:lnTo>
                      <a:lnTo>
                        <a:pt x="147" y="8391"/>
                      </a:lnTo>
                      <a:lnTo>
                        <a:pt x="168" y="8496"/>
                      </a:lnTo>
                      <a:lnTo>
                        <a:pt x="335" y="8621"/>
                      </a:lnTo>
                      <a:lnTo>
                        <a:pt x="335" y="8705"/>
                      </a:lnTo>
                      <a:lnTo>
                        <a:pt x="482" y="8830"/>
                      </a:lnTo>
                      <a:lnTo>
                        <a:pt x="586" y="8872"/>
                      </a:lnTo>
                      <a:lnTo>
                        <a:pt x="649" y="8851"/>
                      </a:lnTo>
                      <a:lnTo>
                        <a:pt x="733" y="8830"/>
                      </a:lnTo>
                      <a:lnTo>
                        <a:pt x="837" y="8663"/>
                      </a:lnTo>
                      <a:lnTo>
                        <a:pt x="796" y="8516"/>
                      </a:lnTo>
                      <a:lnTo>
                        <a:pt x="837" y="8412"/>
                      </a:lnTo>
                      <a:lnTo>
                        <a:pt x="900" y="8307"/>
                      </a:lnTo>
                      <a:lnTo>
                        <a:pt x="858" y="8433"/>
                      </a:lnTo>
                      <a:lnTo>
                        <a:pt x="858" y="8516"/>
                      </a:lnTo>
                      <a:lnTo>
                        <a:pt x="900" y="8600"/>
                      </a:lnTo>
                      <a:lnTo>
                        <a:pt x="963" y="8747"/>
                      </a:lnTo>
                      <a:lnTo>
                        <a:pt x="1047" y="8788"/>
                      </a:lnTo>
                      <a:lnTo>
                        <a:pt x="1109" y="8726"/>
                      </a:lnTo>
                      <a:lnTo>
                        <a:pt x="1109" y="8642"/>
                      </a:lnTo>
                      <a:lnTo>
                        <a:pt x="1172" y="8537"/>
                      </a:lnTo>
                      <a:lnTo>
                        <a:pt x="1193" y="8600"/>
                      </a:lnTo>
                      <a:lnTo>
                        <a:pt x="1172" y="8642"/>
                      </a:lnTo>
                      <a:lnTo>
                        <a:pt x="1172" y="8747"/>
                      </a:lnTo>
                      <a:lnTo>
                        <a:pt x="1277" y="8935"/>
                      </a:lnTo>
                      <a:lnTo>
                        <a:pt x="1402" y="9019"/>
                      </a:lnTo>
                      <a:lnTo>
                        <a:pt x="1507" y="9019"/>
                      </a:lnTo>
                      <a:lnTo>
                        <a:pt x="1591" y="8956"/>
                      </a:lnTo>
                      <a:lnTo>
                        <a:pt x="1632" y="8998"/>
                      </a:lnTo>
                      <a:lnTo>
                        <a:pt x="1612" y="9040"/>
                      </a:lnTo>
                      <a:lnTo>
                        <a:pt x="1570" y="9040"/>
                      </a:lnTo>
                      <a:lnTo>
                        <a:pt x="1528" y="9123"/>
                      </a:lnTo>
                      <a:lnTo>
                        <a:pt x="1444" y="9165"/>
                      </a:lnTo>
                      <a:lnTo>
                        <a:pt x="1423" y="9249"/>
                      </a:lnTo>
                      <a:lnTo>
                        <a:pt x="1528" y="9332"/>
                      </a:lnTo>
                      <a:lnTo>
                        <a:pt x="1528" y="9416"/>
                      </a:lnTo>
                      <a:lnTo>
                        <a:pt x="1444" y="9416"/>
                      </a:lnTo>
                      <a:lnTo>
                        <a:pt x="1381" y="9374"/>
                      </a:lnTo>
                      <a:lnTo>
                        <a:pt x="1381" y="9458"/>
                      </a:lnTo>
                      <a:lnTo>
                        <a:pt x="1423" y="9521"/>
                      </a:lnTo>
                      <a:lnTo>
                        <a:pt x="1612" y="9542"/>
                      </a:lnTo>
                      <a:lnTo>
                        <a:pt x="1716" y="9584"/>
                      </a:lnTo>
                      <a:lnTo>
                        <a:pt x="1821" y="9563"/>
                      </a:lnTo>
                      <a:lnTo>
                        <a:pt x="1967" y="9604"/>
                      </a:lnTo>
                      <a:lnTo>
                        <a:pt x="1967" y="9521"/>
                      </a:lnTo>
                      <a:lnTo>
                        <a:pt x="2051" y="9542"/>
                      </a:lnTo>
                      <a:lnTo>
                        <a:pt x="2072" y="9625"/>
                      </a:lnTo>
                      <a:lnTo>
                        <a:pt x="2135" y="9772"/>
                      </a:lnTo>
                      <a:lnTo>
                        <a:pt x="2218" y="9856"/>
                      </a:lnTo>
                      <a:lnTo>
                        <a:pt x="2281" y="9856"/>
                      </a:lnTo>
                      <a:lnTo>
                        <a:pt x="2365" y="9751"/>
                      </a:lnTo>
                      <a:lnTo>
                        <a:pt x="2344" y="9625"/>
                      </a:lnTo>
                      <a:lnTo>
                        <a:pt x="2177" y="9542"/>
                      </a:lnTo>
                      <a:lnTo>
                        <a:pt x="2135" y="9521"/>
                      </a:lnTo>
                      <a:lnTo>
                        <a:pt x="2177" y="9479"/>
                      </a:lnTo>
                      <a:lnTo>
                        <a:pt x="2260" y="9521"/>
                      </a:lnTo>
                      <a:lnTo>
                        <a:pt x="2365" y="9584"/>
                      </a:lnTo>
                      <a:lnTo>
                        <a:pt x="2428" y="9667"/>
                      </a:lnTo>
                      <a:lnTo>
                        <a:pt x="2469" y="9772"/>
                      </a:lnTo>
                      <a:lnTo>
                        <a:pt x="2532" y="9772"/>
                      </a:lnTo>
                      <a:lnTo>
                        <a:pt x="2553" y="9667"/>
                      </a:lnTo>
                      <a:lnTo>
                        <a:pt x="2595" y="9646"/>
                      </a:lnTo>
                      <a:lnTo>
                        <a:pt x="2679" y="9751"/>
                      </a:lnTo>
                      <a:lnTo>
                        <a:pt x="2804" y="9793"/>
                      </a:lnTo>
                      <a:lnTo>
                        <a:pt x="2888" y="9793"/>
                      </a:lnTo>
                      <a:lnTo>
                        <a:pt x="2888" y="9730"/>
                      </a:lnTo>
                      <a:lnTo>
                        <a:pt x="2783" y="9646"/>
                      </a:lnTo>
                      <a:lnTo>
                        <a:pt x="2783" y="9584"/>
                      </a:lnTo>
                      <a:lnTo>
                        <a:pt x="2846" y="9563"/>
                      </a:lnTo>
                      <a:lnTo>
                        <a:pt x="2951" y="9604"/>
                      </a:lnTo>
                      <a:lnTo>
                        <a:pt x="2993" y="9667"/>
                      </a:lnTo>
                      <a:lnTo>
                        <a:pt x="3013" y="9667"/>
                      </a:lnTo>
                      <a:lnTo>
                        <a:pt x="3055" y="9772"/>
                      </a:lnTo>
                      <a:lnTo>
                        <a:pt x="3118" y="9814"/>
                      </a:lnTo>
                      <a:lnTo>
                        <a:pt x="3181" y="9793"/>
                      </a:lnTo>
                      <a:lnTo>
                        <a:pt x="3202" y="9688"/>
                      </a:lnTo>
                      <a:lnTo>
                        <a:pt x="3160" y="9604"/>
                      </a:lnTo>
                      <a:lnTo>
                        <a:pt x="3076" y="9604"/>
                      </a:lnTo>
                      <a:lnTo>
                        <a:pt x="3013" y="9563"/>
                      </a:lnTo>
                      <a:lnTo>
                        <a:pt x="3055" y="9500"/>
                      </a:lnTo>
                      <a:lnTo>
                        <a:pt x="3097" y="9542"/>
                      </a:lnTo>
                      <a:lnTo>
                        <a:pt x="3160" y="9542"/>
                      </a:lnTo>
                      <a:lnTo>
                        <a:pt x="3223" y="9437"/>
                      </a:lnTo>
                      <a:lnTo>
                        <a:pt x="3265" y="9353"/>
                      </a:lnTo>
                      <a:lnTo>
                        <a:pt x="3265" y="9312"/>
                      </a:lnTo>
                      <a:lnTo>
                        <a:pt x="3118" y="9207"/>
                      </a:lnTo>
                      <a:lnTo>
                        <a:pt x="3055" y="9228"/>
                      </a:lnTo>
                      <a:lnTo>
                        <a:pt x="2951" y="9207"/>
                      </a:lnTo>
                      <a:lnTo>
                        <a:pt x="2867" y="9040"/>
                      </a:lnTo>
                      <a:lnTo>
                        <a:pt x="2762" y="9040"/>
                      </a:lnTo>
                      <a:lnTo>
                        <a:pt x="2574" y="8872"/>
                      </a:lnTo>
                      <a:lnTo>
                        <a:pt x="2490" y="8788"/>
                      </a:lnTo>
                      <a:lnTo>
                        <a:pt x="2365" y="8788"/>
                      </a:lnTo>
                      <a:lnTo>
                        <a:pt x="2239" y="8516"/>
                      </a:lnTo>
                      <a:lnTo>
                        <a:pt x="2030" y="8286"/>
                      </a:lnTo>
                      <a:lnTo>
                        <a:pt x="1946" y="8014"/>
                      </a:lnTo>
                      <a:lnTo>
                        <a:pt x="1842" y="7847"/>
                      </a:lnTo>
                      <a:lnTo>
                        <a:pt x="1842" y="7554"/>
                      </a:lnTo>
                      <a:lnTo>
                        <a:pt x="1758" y="7387"/>
                      </a:lnTo>
                      <a:lnTo>
                        <a:pt x="1716" y="7073"/>
                      </a:lnTo>
                      <a:lnTo>
                        <a:pt x="1695" y="7010"/>
                      </a:lnTo>
                      <a:lnTo>
                        <a:pt x="1737" y="6905"/>
                      </a:lnTo>
                      <a:lnTo>
                        <a:pt x="1737" y="6822"/>
                      </a:lnTo>
                      <a:lnTo>
                        <a:pt x="1632" y="6801"/>
                      </a:lnTo>
                      <a:lnTo>
                        <a:pt x="1549" y="6843"/>
                      </a:lnTo>
                      <a:lnTo>
                        <a:pt x="1486" y="6801"/>
                      </a:lnTo>
                      <a:lnTo>
                        <a:pt x="1507" y="6759"/>
                      </a:lnTo>
                      <a:lnTo>
                        <a:pt x="1653" y="6759"/>
                      </a:lnTo>
                      <a:lnTo>
                        <a:pt x="1800" y="6696"/>
                      </a:lnTo>
                      <a:lnTo>
                        <a:pt x="1821" y="6487"/>
                      </a:lnTo>
                      <a:lnTo>
                        <a:pt x="1800" y="6382"/>
                      </a:lnTo>
                      <a:lnTo>
                        <a:pt x="1695" y="6403"/>
                      </a:lnTo>
                      <a:lnTo>
                        <a:pt x="1591" y="6424"/>
                      </a:lnTo>
                      <a:lnTo>
                        <a:pt x="1632" y="6382"/>
                      </a:lnTo>
                      <a:lnTo>
                        <a:pt x="1800" y="6319"/>
                      </a:lnTo>
                      <a:lnTo>
                        <a:pt x="1821" y="6236"/>
                      </a:lnTo>
                      <a:lnTo>
                        <a:pt x="1779" y="6194"/>
                      </a:lnTo>
                      <a:lnTo>
                        <a:pt x="1570" y="6194"/>
                      </a:lnTo>
                      <a:lnTo>
                        <a:pt x="1423" y="6173"/>
                      </a:lnTo>
                      <a:lnTo>
                        <a:pt x="1423" y="6110"/>
                      </a:lnTo>
                      <a:lnTo>
                        <a:pt x="1507" y="6068"/>
                      </a:lnTo>
                      <a:lnTo>
                        <a:pt x="1465" y="6006"/>
                      </a:lnTo>
                      <a:lnTo>
                        <a:pt x="1465" y="5922"/>
                      </a:lnTo>
                      <a:lnTo>
                        <a:pt x="1507" y="5964"/>
                      </a:lnTo>
                      <a:lnTo>
                        <a:pt x="1570" y="6068"/>
                      </a:lnTo>
                      <a:lnTo>
                        <a:pt x="1674" y="6110"/>
                      </a:lnTo>
                      <a:lnTo>
                        <a:pt x="1821" y="6110"/>
                      </a:lnTo>
                      <a:lnTo>
                        <a:pt x="1842" y="6068"/>
                      </a:lnTo>
                      <a:lnTo>
                        <a:pt x="1925" y="6027"/>
                      </a:lnTo>
                      <a:lnTo>
                        <a:pt x="1988" y="5901"/>
                      </a:lnTo>
                      <a:lnTo>
                        <a:pt x="1988" y="5775"/>
                      </a:lnTo>
                      <a:lnTo>
                        <a:pt x="2051" y="5650"/>
                      </a:lnTo>
                      <a:lnTo>
                        <a:pt x="2093" y="5545"/>
                      </a:lnTo>
                      <a:lnTo>
                        <a:pt x="2009" y="5462"/>
                      </a:lnTo>
                      <a:lnTo>
                        <a:pt x="1946" y="5336"/>
                      </a:lnTo>
                      <a:lnTo>
                        <a:pt x="1842" y="5294"/>
                      </a:lnTo>
                      <a:lnTo>
                        <a:pt x="1779" y="5294"/>
                      </a:lnTo>
                      <a:lnTo>
                        <a:pt x="1716" y="5252"/>
                      </a:lnTo>
                      <a:lnTo>
                        <a:pt x="1800" y="5231"/>
                      </a:lnTo>
                      <a:lnTo>
                        <a:pt x="1884" y="5252"/>
                      </a:lnTo>
                      <a:lnTo>
                        <a:pt x="1946" y="5231"/>
                      </a:lnTo>
                      <a:lnTo>
                        <a:pt x="2009" y="5294"/>
                      </a:lnTo>
                      <a:lnTo>
                        <a:pt x="2009" y="5378"/>
                      </a:lnTo>
                      <a:lnTo>
                        <a:pt x="2051" y="5399"/>
                      </a:lnTo>
                      <a:lnTo>
                        <a:pt x="2114" y="5336"/>
                      </a:lnTo>
                      <a:lnTo>
                        <a:pt x="2051" y="5148"/>
                      </a:lnTo>
                      <a:lnTo>
                        <a:pt x="1925" y="4980"/>
                      </a:lnTo>
                      <a:lnTo>
                        <a:pt x="1821" y="4834"/>
                      </a:lnTo>
                      <a:lnTo>
                        <a:pt x="1842" y="4771"/>
                      </a:lnTo>
                      <a:lnTo>
                        <a:pt x="1925" y="4855"/>
                      </a:lnTo>
                      <a:lnTo>
                        <a:pt x="1946" y="4938"/>
                      </a:lnTo>
                      <a:lnTo>
                        <a:pt x="2051" y="4980"/>
                      </a:lnTo>
                      <a:lnTo>
                        <a:pt x="2156" y="5022"/>
                      </a:lnTo>
                      <a:lnTo>
                        <a:pt x="2197" y="4938"/>
                      </a:lnTo>
                      <a:lnTo>
                        <a:pt x="2197" y="4855"/>
                      </a:lnTo>
                      <a:lnTo>
                        <a:pt x="2135" y="4813"/>
                      </a:lnTo>
                      <a:lnTo>
                        <a:pt x="2135" y="4729"/>
                      </a:lnTo>
                      <a:lnTo>
                        <a:pt x="2218" y="4625"/>
                      </a:lnTo>
                      <a:lnTo>
                        <a:pt x="2218" y="4520"/>
                      </a:lnTo>
                      <a:lnTo>
                        <a:pt x="2135" y="4415"/>
                      </a:lnTo>
                      <a:lnTo>
                        <a:pt x="2009" y="4248"/>
                      </a:lnTo>
                      <a:lnTo>
                        <a:pt x="2093" y="4248"/>
                      </a:lnTo>
                      <a:lnTo>
                        <a:pt x="2197" y="4332"/>
                      </a:lnTo>
                      <a:lnTo>
                        <a:pt x="2260" y="4311"/>
                      </a:lnTo>
                      <a:lnTo>
                        <a:pt x="2323" y="4185"/>
                      </a:lnTo>
                      <a:lnTo>
                        <a:pt x="2302" y="4143"/>
                      </a:lnTo>
                      <a:lnTo>
                        <a:pt x="2218" y="4143"/>
                      </a:lnTo>
                      <a:lnTo>
                        <a:pt x="2218" y="3997"/>
                      </a:lnTo>
                      <a:lnTo>
                        <a:pt x="2302" y="3976"/>
                      </a:lnTo>
                      <a:lnTo>
                        <a:pt x="2407" y="4039"/>
                      </a:lnTo>
                      <a:lnTo>
                        <a:pt x="2553" y="4102"/>
                      </a:lnTo>
                      <a:lnTo>
                        <a:pt x="2616" y="4018"/>
                      </a:lnTo>
                      <a:lnTo>
                        <a:pt x="2532" y="3976"/>
                      </a:lnTo>
                      <a:lnTo>
                        <a:pt x="2532" y="3913"/>
                      </a:lnTo>
                      <a:lnTo>
                        <a:pt x="2616" y="3913"/>
                      </a:lnTo>
                      <a:lnTo>
                        <a:pt x="2679" y="3934"/>
                      </a:lnTo>
                      <a:lnTo>
                        <a:pt x="2762" y="3871"/>
                      </a:lnTo>
                      <a:lnTo>
                        <a:pt x="2762" y="3767"/>
                      </a:lnTo>
                      <a:lnTo>
                        <a:pt x="2741" y="3704"/>
                      </a:lnTo>
                      <a:lnTo>
                        <a:pt x="2762" y="3662"/>
                      </a:lnTo>
                      <a:lnTo>
                        <a:pt x="2930" y="3578"/>
                      </a:lnTo>
                      <a:lnTo>
                        <a:pt x="2951" y="3495"/>
                      </a:lnTo>
                      <a:lnTo>
                        <a:pt x="2846" y="3453"/>
                      </a:lnTo>
                      <a:lnTo>
                        <a:pt x="2783" y="3369"/>
                      </a:lnTo>
                      <a:lnTo>
                        <a:pt x="2846" y="3265"/>
                      </a:lnTo>
                      <a:lnTo>
                        <a:pt x="2888" y="3369"/>
                      </a:lnTo>
                      <a:lnTo>
                        <a:pt x="2972" y="3306"/>
                      </a:lnTo>
                      <a:lnTo>
                        <a:pt x="3139" y="3097"/>
                      </a:lnTo>
                      <a:lnTo>
                        <a:pt x="3181" y="2972"/>
                      </a:lnTo>
                      <a:lnTo>
                        <a:pt x="3265" y="2930"/>
                      </a:lnTo>
                      <a:lnTo>
                        <a:pt x="3285" y="2783"/>
                      </a:lnTo>
                      <a:lnTo>
                        <a:pt x="3453" y="2679"/>
                      </a:lnTo>
                      <a:lnTo>
                        <a:pt x="3516" y="2532"/>
                      </a:lnTo>
                      <a:lnTo>
                        <a:pt x="3599" y="2323"/>
                      </a:lnTo>
                      <a:lnTo>
                        <a:pt x="3683" y="2323"/>
                      </a:lnTo>
                      <a:lnTo>
                        <a:pt x="3892" y="2156"/>
                      </a:lnTo>
                      <a:lnTo>
                        <a:pt x="4122" y="1905"/>
                      </a:lnTo>
                      <a:lnTo>
                        <a:pt x="4311" y="1737"/>
                      </a:lnTo>
                      <a:lnTo>
                        <a:pt x="4394" y="1737"/>
                      </a:lnTo>
                      <a:lnTo>
                        <a:pt x="4541" y="1612"/>
                      </a:lnTo>
                      <a:lnTo>
                        <a:pt x="4729" y="1570"/>
                      </a:lnTo>
                      <a:lnTo>
                        <a:pt x="4834" y="1486"/>
                      </a:lnTo>
                      <a:lnTo>
                        <a:pt x="4980" y="1277"/>
                      </a:lnTo>
                      <a:lnTo>
                        <a:pt x="5064" y="1214"/>
                      </a:lnTo>
                      <a:lnTo>
                        <a:pt x="5127" y="1214"/>
                      </a:lnTo>
                      <a:lnTo>
                        <a:pt x="5190" y="1193"/>
                      </a:lnTo>
                      <a:lnTo>
                        <a:pt x="5190" y="1109"/>
                      </a:lnTo>
                      <a:lnTo>
                        <a:pt x="5169" y="1068"/>
                      </a:lnTo>
                      <a:lnTo>
                        <a:pt x="5231" y="963"/>
                      </a:lnTo>
                      <a:lnTo>
                        <a:pt x="5190" y="858"/>
                      </a:lnTo>
                      <a:lnTo>
                        <a:pt x="5190" y="691"/>
                      </a:lnTo>
                      <a:lnTo>
                        <a:pt x="5169" y="670"/>
                      </a:lnTo>
                      <a:lnTo>
                        <a:pt x="5085" y="670"/>
                      </a:lnTo>
                      <a:lnTo>
                        <a:pt x="5085" y="524"/>
                      </a:lnTo>
                      <a:lnTo>
                        <a:pt x="5148" y="377"/>
                      </a:lnTo>
                      <a:lnTo>
                        <a:pt x="5127" y="335"/>
                      </a:lnTo>
                      <a:lnTo>
                        <a:pt x="5022" y="314"/>
                      </a:lnTo>
                      <a:lnTo>
                        <a:pt x="4959" y="252"/>
                      </a:lnTo>
                      <a:lnTo>
                        <a:pt x="4855" y="231"/>
                      </a:lnTo>
                      <a:lnTo>
                        <a:pt x="4813" y="147"/>
                      </a:lnTo>
                      <a:lnTo>
                        <a:pt x="4813" y="42"/>
                      </a:lnTo>
                      <a:lnTo>
                        <a:pt x="475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38"/>
                <p:cNvSpPr/>
                <p:nvPr/>
              </p:nvSpPr>
              <p:spPr>
                <a:xfrm>
                  <a:off x="4015475" y="1586100"/>
                  <a:ext cx="1901975" cy="1017450"/>
                </a:xfrm>
                <a:custGeom>
                  <a:rect b="b" l="l" r="r" t="t"/>
                  <a:pathLst>
                    <a:path extrusionOk="0" h="40698" w="76079">
                      <a:moveTo>
                        <a:pt x="27578" y="1"/>
                      </a:moveTo>
                      <a:lnTo>
                        <a:pt x="27431" y="126"/>
                      </a:lnTo>
                      <a:lnTo>
                        <a:pt x="27389" y="231"/>
                      </a:lnTo>
                      <a:lnTo>
                        <a:pt x="27285" y="273"/>
                      </a:lnTo>
                      <a:lnTo>
                        <a:pt x="27368" y="377"/>
                      </a:lnTo>
                      <a:lnTo>
                        <a:pt x="27264" y="482"/>
                      </a:lnTo>
                      <a:lnTo>
                        <a:pt x="27243" y="649"/>
                      </a:lnTo>
                      <a:lnTo>
                        <a:pt x="27285" y="796"/>
                      </a:lnTo>
                      <a:lnTo>
                        <a:pt x="27159" y="921"/>
                      </a:lnTo>
                      <a:lnTo>
                        <a:pt x="27138" y="1444"/>
                      </a:lnTo>
                      <a:lnTo>
                        <a:pt x="27264" y="1570"/>
                      </a:lnTo>
                      <a:lnTo>
                        <a:pt x="27264" y="1695"/>
                      </a:lnTo>
                      <a:lnTo>
                        <a:pt x="27159" y="1695"/>
                      </a:lnTo>
                      <a:lnTo>
                        <a:pt x="27180" y="1842"/>
                      </a:lnTo>
                      <a:lnTo>
                        <a:pt x="27285" y="1967"/>
                      </a:lnTo>
                      <a:lnTo>
                        <a:pt x="27389" y="1967"/>
                      </a:lnTo>
                      <a:lnTo>
                        <a:pt x="27536" y="2156"/>
                      </a:lnTo>
                      <a:lnTo>
                        <a:pt x="27682" y="2177"/>
                      </a:lnTo>
                      <a:lnTo>
                        <a:pt x="27536" y="2281"/>
                      </a:lnTo>
                      <a:lnTo>
                        <a:pt x="27578" y="2407"/>
                      </a:lnTo>
                      <a:lnTo>
                        <a:pt x="27578" y="2491"/>
                      </a:lnTo>
                      <a:lnTo>
                        <a:pt x="27787" y="2511"/>
                      </a:lnTo>
                      <a:lnTo>
                        <a:pt x="27912" y="2470"/>
                      </a:lnTo>
                      <a:lnTo>
                        <a:pt x="28101" y="2532"/>
                      </a:lnTo>
                      <a:lnTo>
                        <a:pt x="28289" y="2532"/>
                      </a:lnTo>
                      <a:lnTo>
                        <a:pt x="28331" y="2616"/>
                      </a:lnTo>
                      <a:lnTo>
                        <a:pt x="28226" y="2700"/>
                      </a:lnTo>
                      <a:lnTo>
                        <a:pt x="28122" y="2679"/>
                      </a:lnTo>
                      <a:lnTo>
                        <a:pt x="28059" y="2700"/>
                      </a:lnTo>
                      <a:lnTo>
                        <a:pt x="27933" y="2616"/>
                      </a:lnTo>
                      <a:lnTo>
                        <a:pt x="27661" y="2721"/>
                      </a:lnTo>
                      <a:lnTo>
                        <a:pt x="27578" y="2679"/>
                      </a:lnTo>
                      <a:lnTo>
                        <a:pt x="27473" y="2721"/>
                      </a:lnTo>
                      <a:lnTo>
                        <a:pt x="27368" y="2700"/>
                      </a:lnTo>
                      <a:lnTo>
                        <a:pt x="27264" y="2700"/>
                      </a:lnTo>
                      <a:lnTo>
                        <a:pt x="27201" y="2783"/>
                      </a:lnTo>
                      <a:lnTo>
                        <a:pt x="26950" y="2783"/>
                      </a:lnTo>
                      <a:lnTo>
                        <a:pt x="26887" y="2888"/>
                      </a:lnTo>
                      <a:lnTo>
                        <a:pt x="26908" y="2930"/>
                      </a:lnTo>
                      <a:lnTo>
                        <a:pt x="27034" y="2951"/>
                      </a:lnTo>
                      <a:lnTo>
                        <a:pt x="27054" y="3055"/>
                      </a:lnTo>
                      <a:lnTo>
                        <a:pt x="27201" y="3035"/>
                      </a:lnTo>
                      <a:lnTo>
                        <a:pt x="27264" y="3097"/>
                      </a:lnTo>
                      <a:lnTo>
                        <a:pt x="27410" y="3014"/>
                      </a:lnTo>
                      <a:lnTo>
                        <a:pt x="27515" y="3160"/>
                      </a:lnTo>
                      <a:lnTo>
                        <a:pt x="27661" y="3265"/>
                      </a:lnTo>
                      <a:lnTo>
                        <a:pt x="27787" y="3516"/>
                      </a:lnTo>
                      <a:lnTo>
                        <a:pt x="27682" y="3746"/>
                      </a:lnTo>
                      <a:lnTo>
                        <a:pt x="27410" y="4018"/>
                      </a:lnTo>
                      <a:lnTo>
                        <a:pt x="27515" y="3746"/>
                      </a:lnTo>
                      <a:lnTo>
                        <a:pt x="27431" y="3662"/>
                      </a:lnTo>
                      <a:lnTo>
                        <a:pt x="27431" y="3495"/>
                      </a:lnTo>
                      <a:lnTo>
                        <a:pt x="27243" y="3453"/>
                      </a:lnTo>
                      <a:lnTo>
                        <a:pt x="27180" y="3432"/>
                      </a:lnTo>
                      <a:lnTo>
                        <a:pt x="27180" y="3348"/>
                      </a:lnTo>
                      <a:lnTo>
                        <a:pt x="27117" y="3327"/>
                      </a:lnTo>
                      <a:lnTo>
                        <a:pt x="27013" y="3411"/>
                      </a:lnTo>
                      <a:lnTo>
                        <a:pt x="26845" y="3411"/>
                      </a:lnTo>
                      <a:lnTo>
                        <a:pt x="26720" y="3537"/>
                      </a:lnTo>
                      <a:lnTo>
                        <a:pt x="26845" y="3599"/>
                      </a:lnTo>
                      <a:lnTo>
                        <a:pt x="26803" y="3662"/>
                      </a:lnTo>
                      <a:lnTo>
                        <a:pt x="26657" y="3662"/>
                      </a:lnTo>
                      <a:lnTo>
                        <a:pt x="26741" y="3767"/>
                      </a:lnTo>
                      <a:lnTo>
                        <a:pt x="26720" y="3851"/>
                      </a:lnTo>
                      <a:lnTo>
                        <a:pt x="26552" y="3976"/>
                      </a:lnTo>
                      <a:lnTo>
                        <a:pt x="26531" y="3851"/>
                      </a:lnTo>
                      <a:lnTo>
                        <a:pt x="26490" y="3851"/>
                      </a:lnTo>
                      <a:lnTo>
                        <a:pt x="26406" y="3913"/>
                      </a:lnTo>
                      <a:lnTo>
                        <a:pt x="26448" y="4039"/>
                      </a:lnTo>
                      <a:lnTo>
                        <a:pt x="26406" y="4164"/>
                      </a:lnTo>
                      <a:lnTo>
                        <a:pt x="26301" y="4164"/>
                      </a:lnTo>
                      <a:lnTo>
                        <a:pt x="26280" y="3976"/>
                      </a:lnTo>
                      <a:lnTo>
                        <a:pt x="26176" y="3871"/>
                      </a:lnTo>
                      <a:lnTo>
                        <a:pt x="26134" y="3934"/>
                      </a:lnTo>
                      <a:lnTo>
                        <a:pt x="26176" y="4039"/>
                      </a:lnTo>
                      <a:lnTo>
                        <a:pt x="26071" y="4227"/>
                      </a:lnTo>
                      <a:lnTo>
                        <a:pt x="26008" y="4374"/>
                      </a:lnTo>
                      <a:lnTo>
                        <a:pt x="25883" y="4290"/>
                      </a:lnTo>
                      <a:lnTo>
                        <a:pt x="25883" y="4227"/>
                      </a:lnTo>
                      <a:lnTo>
                        <a:pt x="26008" y="3955"/>
                      </a:lnTo>
                      <a:lnTo>
                        <a:pt x="25966" y="3851"/>
                      </a:lnTo>
                      <a:lnTo>
                        <a:pt x="25820" y="3830"/>
                      </a:lnTo>
                      <a:lnTo>
                        <a:pt x="25506" y="3934"/>
                      </a:lnTo>
                      <a:lnTo>
                        <a:pt x="25401" y="3871"/>
                      </a:lnTo>
                      <a:lnTo>
                        <a:pt x="25255" y="4018"/>
                      </a:lnTo>
                      <a:lnTo>
                        <a:pt x="25150" y="3976"/>
                      </a:lnTo>
                      <a:lnTo>
                        <a:pt x="25046" y="3934"/>
                      </a:lnTo>
                      <a:lnTo>
                        <a:pt x="24878" y="3955"/>
                      </a:lnTo>
                      <a:lnTo>
                        <a:pt x="25025" y="4081"/>
                      </a:lnTo>
                      <a:lnTo>
                        <a:pt x="24941" y="4164"/>
                      </a:lnTo>
                      <a:lnTo>
                        <a:pt x="24920" y="4143"/>
                      </a:lnTo>
                      <a:lnTo>
                        <a:pt x="24878" y="4081"/>
                      </a:lnTo>
                      <a:lnTo>
                        <a:pt x="24837" y="4060"/>
                      </a:lnTo>
                      <a:lnTo>
                        <a:pt x="24774" y="4164"/>
                      </a:lnTo>
                      <a:lnTo>
                        <a:pt x="24732" y="4227"/>
                      </a:lnTo>
                      <a:lnTo>
                        <a:pt x="24732" y="4478"/>
                      </a:lnTo>
                      <a:lnTo>
                        <a:pt x="24816" y="4562"/>
                      </a:lnTo>
                      <a:lnTo>
                        <a:pt x="24941" y="4436"/>
                      </a:lnTo>
                      <a:lnTo>
                        <a:pt x="25025" y="4478"/>
                      </a:lnTo>
                      <a:lnTo>
                        <a:pt x="25192" y="4353"/>
                      </a:lnTo>
                      <a:lnTo>
                        <a:pt x="25276" y="4374"/>
                      </a:lnTo>
                      <a:lnTo>
                        <a:pt x="25255" y="4478"/>
                      </a:lnTo>
                      <a:lnTo>
                        <a:pt x="24941" y="4604"/>
                      </a:lnTo>
                      <a:lnTo>
                        <a:pt x="24878" y="4750"/>
                      </a:lnTo>
                      <a:lnTo>
                        <a:pt x="24753" y="4813"/>
                      </a:lnTo>
                      <a:lnTo>
                        <a:pt x="24502" y="4855"/>
                      </a:lnTo>
                      <a:lnTo>
                        <a:pt x="24460" y="4918"/>
                      </a:lnTo>
                      <a:lnTo>
                        <a:pt x="24523" y="5001"/>
                      </a:lnTo>
                      <a:lnTo>
                        <a:pt x="24313" y="5064"/>
                      </a:lnTo>
                      <a:lnTo>
                        <a:pt x="24209" y="5001"/>
                      </a:lnTo>
                      <a:lnTo>
                        <a:pt x="24146" y="5022"/>
                      </a:lnTo>
                      <a:lnTo>
                        <a:pt x="24125" y="5127"/>
                      </a:lnTo>
                      <a:lnTo>
                        <a:pt x="24041" y="5169"/>
                      </a:lnTo>
                      <a:lnTo>
                        <a:pt x="23895" y="5211"/>
                      </a:lnTo>
                      <a:lnTo>
                        <a:pt x="23832" y="5294"/>
                      </a:lnTo>
                      <a:lnTo>
                        <a:pt x="23916" y="5399"/>
                      </a:lnTo>
                      <a:lnTo>
                        <a:pt x="23874" y="5399"/>
                      </a:lnTo>
                      <a:lnTo>
                        <a:pt x="23832" y="5504"/>
                      </a:lnTo>
                      <a:lnTo>
                        <a:pt x="23790" y="5524"/>
                      </a:lnTo>
                      <a:lnTo>
                        <a:pt x="23728" y="5441"/>
                      </a:lnTo>
                      <a:lnTo>
                        <a:pt x="23686" y="5441"/>
                      </a:lnTo>
                      <a:lnTo>
                        <a:pt x="23581" y="5608"/>
                      </a:lnTo>
                      <a:lnTo>
                        <a:pt x="23602" y="5650"/>
                      </a:lnTo>
                      <a:lnTo>
                        <a:pt x="23560" y="5713"/>
                      </a:lnTo>
                      <a:lnTo>
                        <a:pt x="23560" y="5817"/>
                      </a:lnTo>
                      <a:lnTo>
                        <a:pt x="23456" y="5943"/>
                      </a:lnTo>
                      <a:lnTo>
                        <a:pt x="23477" y="6048"/>
                      </a:lnTo>
                      <a:lnTo>
                        <a:pt x="23309" y="6110"/>
                      </a:lnTo>
                      <a:lnTo>
                        <a:pt x="23142" y="6110"/>
                      </a:lnTo>
                      <a:lnTo>
                        <a:pt x="23037" y="6173"/>
                      </a:lnTo>
                      <a:lnTo>
                        <a:pt x="23037" y="6278"/>
                      </a:lnTo>
                      <a:lnTo>
                        <a:pt x="23100" y="6278"/>
                      </a:lnTo>
                      <a:lnTo>
                        <a:pt x="23163" y="6215"/>
                      </a:lnTo>
                      <a:lnTo>
                        <a:pt x="23414" y="6257"/>
                      </a:lnTo>
                      <a:lnTo>
                        <a:pt x="23372" y="6340"/>
                      </a:lnTo>
                      <a:lnTo>
                        <a:pt x="23246" y="6320"/>
                      </a:lnTo>
                      <a:lnTo>
                        <a:pt x="23204" y="6361"/>
                      </a:lnTo>
                      <a:lnTo>
                        <a:pt x="23288" y="6445"/>
                      </a:lnTo>
                      <a:lnTo>
                        <a:pt x="23267" y="6675"/>
                      </a:lnTo>
                      <a:lnTo>
                        <a:pt x="23163" y="6759"/>
                      </a:lnTo>
                      <a:lnTo>
                        <a:pt x="23184" y="6843"/>
                      </a:lnTo>
                      <a:lnTo>
                        <a:pt x="23163" y="6947"/>
                      </a:lnTo>
                      <a:lnTo>
                        <a:pt x="23037" y="6759"/>
                      </a:lnTo>
                      <a:lnTo>
                        <a:pt x="22932" y="6780"/>
                      </a:lnTo>
                      <a:lnTo>
                        <a:pt x="22786" y="6633"/>
                      </a:lnTo>
                      <a:lnTo>
                        <a:pt x="22723" y="6592"/>
                      </a:lnTo>
                      <a:lnTo>
                        <a:pt x="22681" y="6654"/>
                      </a:lnTo>
                      <a:lnTo>
                        <a:pt x="22765" y="6738"/>
                      </a:lnTo>
                      <a:lnTo>
                        <a:pt x="22765" y="6843"/>
                      </a:lnTo>
                      <a:lnTo>
                        <a:pt x="22723" y="6905"/>
                      </a:lnTo>
                      <a:lnTo>
                        <a:pt x="22786" y="7010"/>
                      </a:lnTo>
                      <a:lnTo>
                        <a:pt x="22891" y="6968"/>
                      </a:lnTo>
                      <a:lnTo>
                        <a:pt x="23079" y="7010"/>
                      </a:lnTo>
                      <a:lnTo>
                        <a:pt x="23204" y="7052"/>
                      </a:lnTo>
                      <a:lnTo>
                        <a:pt x="23246" y="7156"/>
                      </a:lnTo>
                      <a:lnTo>
                        <a:pt x="23351" y="7219"/>
                      </a:lnTo>
                      <a:lnTo>
                        <a:pt x="23456" y="7198"/>
                      </a:lnTo>
                      <a:lnTo>
                        <a:pt x="23497" y="7177"/>
                      </a:lnTo>
                      <a:lnTo>
                        <a:pt x="23560" y="7261"/>
                      </a:lnTo>
                      <a:lnTo>
                        <a:pt x="23414" y="7303"/>
                      </a:lnTo>
                      <a:lnTo>
                        <a:pt x="23288" y="7303"/>
                      </a:lnTo>
                      <a:lnTo>
                        <a:pt x="23184" y="7198"/>
                      </a:lnTo>
                      <a:lnTo>
                        <a:pt x="23142" y="7219"/>
                      </a:lnTo>
                      <a:lnTo>
                        <a:pt x="23100" y="7303"/>
                      </a:lnTo>
                      <a:lnTo>
                        <a:pt x="23058" y="7366"/>
                      </a:lnTo>
                      <a:lnTo>
                        <a:pt x="23184" y="7512"/>
                      </a:lnTo>
                      <a:lnTo>
                        <a:pt x="23267" y="7470"/>
                      </a:lnTo>
                      <a:lnTo>
                        <a:pt x="23456" y="7470"/>
                      </a:lnTo>
                      <a:lnTo>
                        <a:pt x="23497" y="7617"/>
                      </a:lnTo>
                      <a:lnTo>
                        <a:pt x="23581" y="7680"/>
                      </a:lnTo>
                      <a:lnTo>
                        <a:pt x="23623" y="7596"/>
                      </a:lnTo>
                      <a:lnTo>
                        <a:pt x="23811" y="7596"/>
                      </a:lnTo>
                      <a:lnTo>
                        <a:pt x="23790" y="7701"/>
                      </a:lnTo>
                      <a:lnTo>
                        <a:pt x="23937" y="7805"/>
                      </a:lnTo>
                      <a:lnTo>
                        <a:pt x="24083" y="7805"/>
                      </a:lnTo>
                      <a:lnTo>
                        <a:pt x="24146" y="7952"/>
                      </a:lnTo>
                      <a:lnTo>
                        <a:pt x="24083" y="8161"/>
                      </a:lnTo>
                      <a:lnTo>
                        <a:pt x="23832" y="8307"/>
                      </a:lnTo>
                      <a:lnTo>
                        <a:pt x="23769" y="8433"/>
                      </a:lnTo>
                      <a:lnTo>
                        <a:pt x="23769" y="8517"/>
                      </a:lnTo>
                      <a:lnTo>
                        <a:pt x="23979" y="8726"/>
                      </a:lnTo>
                      <a:lnTo>
                        <a:pt x="24104" y="8768"/>
                      </a:lnTo>
                      <a:lnTo>
                        <a:pt x="23895" y="8768"/>
                      </a:lnTo>
                      <a:lnTo>
                        <a:pt x="23665" y="8579"/>
                      </a:lnTo>
                      <a:lnTo>
                        <a:pt x="23665" y="8454"/>
                      </a:lnTo>
                      <a:lnTo>
                        <a:pt x="23769" y="8224"/>
                      </a:lnTo>
                      <a:lnTo>
                        <a:pt x="23832" y="8161"/>
                      </a:lnTo>
                      <a:lnTo>
                        <a:pt x="23832" y="8098"/>
                      </a:lnTo>
                      <a:lnTo>
                        <a:pt x="23895" y="7952"/>
                      </a:lnTo>
                      <a:lnTo>
                        <a:pt x="23832" y="7910"/>
                      </a:lnTo>
                      <a:lnTo>
                        <a:pt x="23456" y="8098"/>
                      </a:lnTo>
                      <a:lnTo>
                        <a:pt x="23246" y="8161"/>
                      </a:lnTo>
                      <a:lnTo>
                        <a:pt x="23184" y="8307"/>
                      </a:lnTo>
                      <a:lnTo>
                        <a:pt x="23058" y="8349"/>
                      </a:lnTo>
                      <a:lnTo>
                        <a:pt x="22953" y="8307"/>
                      </a:lnTo>
                      <a:lnTo>
                        <a:pt x="22828" y="8328"/>
                      </a:lnTo>
                      <a:lnTo>
                        <a:pt x="22660" y="8454"/>
                      </a:lnTo>
                      <a:lnTo>
                        <a:pt x="22221" y="8621"/>
                      </a:lnTo>
                      <a:lnTo>
                        <a:pt x="21907" y="8684"/>
                      </a:lnTo>
                      <a:lnTo>
                        <a:pt x="21782" y="8684"/>
                      </a:lnTo>
                      <a:lnTo>
                        <a:pt x="21614" y="8851"/>
                      </a:lnTo>
                      <a:lnTo>
                        <a:pt x="21468" y="8851"/>
                      </a:lnTo>
                      <a:lnTo>
                        <a:pt x="21384" y="8935"/>
                      </a:lnTo>
                      <a:lnTo>
                        <a:pt x="21510" y="9040"/>
                      </a:lnTo>
                      <a:lnTo>
                        <a:pt x="21510" y="9165"/>
                      </a:lnTo>
                      <a:lnTo>
                        <a:pt x="21489" y="9291"/>
                      </a:lnTo>
                      <a:lnTo>
                        <a:pt x="21572" y="9374"/>
                      </a:lnTo>
                      <a:lnTo>
                        <a:pt x="21677" y="9374"/>
                      </a:lnTo>
                      <a:lnTo>
                        <a:pt x="21698" y="9458"/>
                      </a:lnTo>
                      <a:lnTo>
                        <a:pt x="21635" y="9521"/>
                      </a:lnTo>
                      <a:lnTo>
                        <a:pt x="21844" y="9667"/>
                      </a:lnTo>
                      <a:lnTo>
                        <a:pt x="22012" y="9918"/>
                      </a:lnTo>
                      <a:lnTo>
                        <a:pt x="22012" y="10128"/>
                      </a:lnTo>
                      <a:lnTo>
                        <a:pt x="22054" y="10232"/>
                      </a:lnTo>
                      <a:lnTo>
                        <a:pt x="22116" y="10232"/>
                      </a:lnTo>
                      <a:lnTo>
                        <a:pt x="22137" y="10400"/>
                      </a:lnTo>
                      <a:lnTo>
                        <a:pt x="22305" y="10504"/>
                      </a:lnTo>
                      <a:lnTo>
                        <a:pt x="22430" y="10462"/>
                      </a:lnTo>
                      <a:lnTo>
                        <a:pt x="22828" y="10504"/>
                      </a:lnTo>
                      <a:lnTo>
                        <a:pt x="22953" y="10421"/>
                      </a:lnTo>
                      <a:lnTo>
                        <a:pt x="22953" y="10504"/>
                      </a:lnTo>
                      <a:lnTo>
                        <a:pt x="22995" y="10609"/>
                      </a:lnTo>
                      <a:lnTo>
                        <a:pt x="22995" y="10755"/>
                      </a:lnTo>
                      <a:lnTo>
                        <a:pt x="23184" y="10839"/>
                      </a:lnTo>
                      <a:lnTo>
                        <a:pt x="23288" y="10986"/>
                      </a:lnTo>
                      <a:lnTo>
                        <a:pt x="23581" y="10986"/>
                      </a:lnTo>
                      <a:lnTo>
                        <a:pt x="23790" y="11132"/>
                      </a:lnTo>
                      <a:lnTo>
                        <a:pt x="23874" y="11132"/>
                      </a:lnTo>
                      <a:lnTo>
                        <a:pt x="23979" y="11258"/>
                      </a:lnTo>
                      <a:lnTo>
                        <a:pt x="24000" y="11550"/>
                      </a:lnTo>
                      <a:lnTo>
                        <a:pt x="24041" y="11676"/>
                      </a:lnTo>
                      <a:lnTo>
                        <a:pt x="24000" y="11864"/>
                      </a:lnTo>
                      <a:lnTo>
                        <a:pt x="24125" y="12011"/>
                      </a:lnTo>
                      <a:lnTo>
                        <a:pt x="24230" y="12094"/>
                      </a:lnTo>
                      <a:lnTo>
                        <a:pt x="24418" y="12346"/>
                      </a:lnTo>
                      <a:lnTo>
                        <a:pt x="24502" y="12618"/>
                      </a:lnTo>
                      <a:lnTo>
                        <a:pt x="24648" y="12743"/>
                      </a:lnTo>
                      <a:lnTo>
                        <a:pt x="24711" y="12869"/>
                      </a:lnTo>
                      <a:lnTo>
                        <a:pt x="24585" y="13141"/>
                      </a:lnTo>
                      <a:lnTo>
                        <a:pt x="24502" y="13162"/>
                      </a:lnTo>
                      <a:lnTo>
                        <a:pt x="24418" y="13141"/>
                      </a:lnTo>
                      <a:lnTo>
                        <a:pt x="24418" y="13141"/>
                      </a:lnTo>
                      <a:lnTo>
                        <a:pt x="24523" y="13287"/>
                      </a:lnTo>
                      <a:lnTo>
                        <a:pt x="24732" y="13329"/>
                      </a:lnTo>
                      <a:lnTo>
                        <a:pt x="24837" y="13392"/>
                      </a:lnTo>
                      <a:lnTo>
                        <a:pt x="25046" y="13643"/>
                      </a:lnTo>
                      <a:lnTo>
                        <a:pt x="25255" y="13706"/>
                      </a:lnTo>
                      <a:lnTo>
                        <a:pt x="25276" y="13685"/>
                      </a:lnTo>
                      <a:lnTo>
                        <a:pt x="25360" y="13706"/>
                      </a:lnTo>
                      <a:lnTo>
                        <a:pt x="25548" y="13559"/>
                      </a:lnTo>
                      <a:lnTo>
                        <a:pt x="25736" y="13517"/>
                      </a:lnTo>
                      <a:lnTo>
                        <a:pt x="25945" y="13685"/>
                      </a:lnTo>
                      <a:lnTo>
                        <a:pt x="26092" y="13747"/>
                      </a:lnTo>
                      <a:lnTo>
                        <a:pt x="26197" y="13747"/>
                      </a:lnTo>
                      <a:lnTo>
                        <a:pt x="26280" y="13894"/>
                      </a:lnTo>
                      <a:lnTo>
                        <a:pt x="26301" y="14124"/>
                      </a:lnTo>
                      <a:lnTo>
                        <a:pt x="26238" y="13915"/>
                      </a:lnTo>
                      <a:lnTo>
                        <a:pt x="26176" y="13810"/>
                      </a:lnTo>
                      <a:lnTo>
                        <a:pt x="25987" y="13810"/>
                      </a:lnTo>
                      <a:lnTo>
                        <a:pt x="25757" y="13643"/>
                      </a:lnTo>
                      <a:lnTo>
                        <a:pt x="25611" y="13643"/>
                      </a:lnTo>
                      <a:lnTo>
                        <a:pt x="25443" y="13810"/>
                      </a:lnTo>
                      <a:lnTo>
                        <a:pt x="25443" y="13978"/>
                      </a:lnTo>
                      <a:lnTo>
                        <a:pt x="25464" y="14061"/>
                      </a:lnTo>
                      <a:lnTo>
                        <a:pt x="25234" y="13810"/>
                      </a:lnTo>
                      <a:lnTo>
                        <a:pt x="24983" y="13810"/>
                      </a:lnTo>
                      <a:lnTo>
                        <a:pt x="24857" y="13706"/>
                      </a:lnTo>
                      <a:lnTo>
                        <a:pt x="24857" y="13580"/>
                      </a:lnTo>
                      <a:lnTo>
                        <a:pt x="24753" y="13434"/>
                      </a:lnTo>
                      <a:lnTo>
                        <a:pt x="24565" y="13371"/>
                      </a:lnTo>
                      <a:lnTo>
                        <a:pt x="24397" y="13371"/>
                      </a:lnTo>
                      <a:lnTo>
                        <a:pt x="24188" y="13245"/>
                      </a:lnTo>
                      <a:lnTo>
                        <a:pt x="24230" y="13182"/>
                      </a:lnTo>
                      <a:lnTo>
                        <a:pt x="24230" y="13057"/>
                      </a:lnTo>
                      <a:lnTo>
                        <a:pt x="24313" y="13015"/>
                      </a:lnTo>
                      <a:lnTo>
                        <a:pt x="24272" y="12910"/>
                      </a:lnTo>
                      <a:lnTo>
                        <a:pt x="24230" y="12638"/>
                      </a:lnTo>
                      <a:lnTo>
                        <a:pt x="24167" y="12429"/>
                      </a:lnTo>
                      <a:lnTo>
                        <a:pt x="24083" y="12387"/>
                      </a:lnTo>
                      <a:lnTo>
                        <a:pt x="24021" y="12555"/>
                      </a:lnTo>
                      <a:lnTo>
                        <a:pt x="23958" y="12597"/>
                      </a:lnTo>
                      <a:lnTo>
                        <a:pt x="23979" y="12743"/>
                      </a:lnTo>
                      <a:lnTo>
                        <a:pt x="23895" y="12827"/>
                      </a:lnTo>
                      <a:lnTo>
                        <a:pt x="23916" y="12910"/>
                      </a:lnTo>
                      <a:lnTo>
                        <a:pt x="23895" y="13036"/>
                      </a:lnTo>
                      <a:lnTo>
                        <a:pt x="23811" y="13036"/>
                      </a:lnTo>
                      <a:lnTo>
                        <a:pt x="23769" y="12659"/>
                      </a:lnTo>
                      <a:lnTo>
                        <a:pt x="23853" y="12555"/>
                      </a:lnTo>
                      <a:lnTo>
                        <a:pt x="23811" y="12429"/>
                      </a:lnTo>
                      <a:lnTo>
                        <a:pt x="23644" y="12283"/>
                      </a:lnTo>
                      <a:lnTo>
                        <a:pt x="23644" y="12094"/>
                      </a:lnTo>
                      <a:lnTo>
                        <a:pt x="23560" y="11969"/>
                      </a:lnTo>
                      <a:lnTo>
                        <a:pt x="23560" y="11802"/>
                      </a:lnTo>
                      <a:lnTo>
                        <a:pt x="23707" y="11697"/>
                      </a:lnTo>
                      <a:lnTo>
                        <a:pt x="23707" y="11613"/>
                      </a:lnTo>
                      <a:lnTo>
                        <a:pt x="23686" y="11509"/>
                      </a:lnTo>
                      <a:lnTo>
                        <a:pt x="23707" y="11299"/>
                      </a:lnTo>
                      <a:lnTo>
                        <a:pt x="23581" y="11278"/>
                      </a:lnTo>
                      <a:lnTo>
                        <a:pt x="23539" y="11299"/>
                      </a:lnTo>
                      <a:lnTo>
                        <a:pt x="23456" y="11216"/>
                      </a:lnTo>
                      <a:lnTo>
                        <a:pt x="23225" y="11383"/>
                      </a:lnTo>
                      <a:lnTo>
                        <a:pt x="22912" y="11425"/>
                      </a:lnTo>
                      <a:lnTo>
                        <a:pt x="22744" y="11425"/>
                      </a:lnTo>
                      <a:lnTo>
                        <a:pt x="22514" y="11195"/>
                      </a:lnTo>
                      <a:lnTo>
                        <a:pt x="22388" y="11111"/>
                      </a:lnTo>
                      <a:lnTo>
                        <a:pt x="22347" y="11006"/>
                      </a:lnTo>
                      <a:lnTo>
                        <a:pt x="22012" y="10965"/>
                      </a:lnTo>
                      <a:lnTo>
                        <a:pt x="21886" y="10860"/>
                      </a:lnTo>
                      <a:lnTo>
                        <a:pt x="21761" y="10693"/>
                      </a:lnTo>
                      <a:lnTo>
                        <a:pt x="21363" y="10693"/>
                      </a:lnTo>
                      <a:lnTo>
                        <a:pt x="21259" y="10651"/>
                      </a:lnTo>
                      <a:lnTo>
                        <a:pt x="21133" y="10734"/>
                      </a:lnTo>
                      <a:lnTo>
                        <a:pt x="20987" y="10944"/>
                      </a:lnTo>
                      <a:lnTo>
                        <a:pt x="20966" y="11069"/>
                      </a:lnTo>
                      <a:lnTo>
                        <a:pt x="20924" y="11111"/>
                      </a:lnTo>
                      <a:lnTo>
                        <a:pt x="20861" y="11090"/>
                      </a:lnTo>
                      <a:lnTo>
                        <a:pt x="20840" y="11174"/>
                      </a:lnTo>
                      <a:lnTo>
                        <a:pt x="20924" y="11258"/>
                      </a:lnTo>
                      <a:lnTo>
                        <a:pt x="21091" y="11132"/>
                      </a:lnTo>
                      <a:lnTo>
                        <a:pt x="21300" y="11174"/>
                      </a:lnTo>
                      <a:lnTo>
                        <a:pt x="21405" y="11383"/>
                      </a:lnTo>
                      <a:lnTo>
                        <a:pt x="21280" y="11613"/>
                      </a:lnTo>
                      <a:lnTo>
                        <a:pt x="21133" y="11655"/>
                      </a:lnTo>
                      <a:lnTo>
                        <a:pt x="20861" y="11550"/>
                      </a:lnTo>
                      <a:lnTo>
                        <a:pt x="20715" y="11362"/>
                      </a:lnTo>
                      <a:lnTo>
                        <a:pt x="20610" y="11362"/>
                      </a:lnTo>
                      <a:lnTo>
                        <a:pt x="20443" y="11467"/>
                      </a:lnTo>
                      <a:lnTo>
                        <a:pt x="20401" y="11550"/>
                      </a:lnTo>
                      <a:lnTo>
                        <a:pt x="20317" y="11571"/>
                      </a:lnTo>
                      <a:lnTo>
                        <a:pt x="20505" y="11822"/>
                      </a:lnTo>
                      <a:lnTo>
                        <a:pt x="20568" y="11822"/>
                      </a:lnTo>
                      <a:lnTo>
                        <a:pt x="20631" y="11969"/>
                      </a:lnTo>
                      <a:lnTo>
                        <a:pt x="20840" y="12136"/>
                      </a:lnTo>
                      <a:lnTo>
                        <a:pt x="21028" y="12136"/>
                      </a:lnTo>
                      <a:lnTo>
                        <a:pt x="21112" y="12220"/>
                      </a:lnTo>
                      <a:lnTo>
                        <a:pt x="21405" y="12241"/>
                      </a:lnTo>
                      <a:lnTo>
                        <a:pt x="21489" y="12178"/>
                      </a:lnTo>
                      <a:lnTo>
                        <a:pt x="21531" y="12178"/>
                      </a:lnTo>
                      <a:lnTo>
                        <a:pt x="21572" y="12283"/>
                      </a:lnTo>
                      <a:lnTo>
                        <a:pt x="21782" y="12283"/>
                      </a:lnTo>
                      <a:lnTo>
                        <a:pt x="21824" y="12429"/>
                      </a:lnTo>
                      <a:lnTo>
                        <a:pt x="21907" y="12450"/>
                      </a:lnTo>
                      <a:lnTo>
                        <a:pt x="21928" y="12555"/>
                      </a:lnTo>
                      <a:lnTo>
                        <a:pt x="22158" y="12597"/>
                      </a:lnTo>
                      <a:lnTo>
                        <a:pt x="22263" y="12513"/>
                      </a:lnTo>
                      <a:lnTo>
                        <a:pt x="22200" y="12618"/>
                      </a:lnTo>
                      <a:lnTo>
                        <a:pt x="21949" y="12659"/>
                      </a:lnTo>
                      <a:lnTo>
                        <a:pt x="21803" y="12576"/>
                      </a:lnTo>
                      <a:lnTo>
                        <a:pt x="21698" y="12555"/>
                      </a:lnTo>
                      <a:lnTo>
                        <a:pt x="21531" y="12366"/>
                      </a:lnTo>
                      <a:lnTo>
                        <a:pt x="21426" y="12346"/>
                      </a:lnTo>
                      <a:lnTo>
                        <a:pt x="21321" y="12408"/>
                      </a:lnTo>
                      <a:lnTo>
                        <a:pt x="21196" y="12408"/>
                      </a:lnTo>
                      <a:lnTo>
                        <a:pt x="21091" y="12534"/>
                      </a:lnTo>
                      <a:lnTo>
                        <a:pt x="21049" y="12429"/>
                      </a:lnTo>
                      <a:lnTo>
                        <a:pt x="20945" y="12346"/>
                      </a:lnTo>
                      <a:lnTo>
                        <a:pt x="20840" y="12408"/>
                      </a:lnTo>
                      <a:lnTo>
                        <a:pt x="20631" y="12408"/>
                      </a:lnTo>
                      <a:lnTo>
                        <a:pt x="20464" y="12304"/>
                      </a:lnTo>
                      <a:lnTo>
                        <a:pt x="20338" y="12325"/>
                      </a:lnTo>
                      <a:lnTo>
                        <a:pt x="20296" y="12220"/>
                      </a:lnTo>
                      <a:lnTo>
                        <a:pt x="20401" y="12136"/>
                      </a:lnTo>
                      <a:lnTo>
                        <a:pt x="20401" y="12053"/>
                      </a:lnTo>
                      <a:lnTo>
                        <a:pt x="20296" y="11990"/>
                      </a:lnTo>
                      <a:lnTo>
                        <a:pt x="20296" y="11885"/>
                      </a:lnTo>
                      <a:lnTo>
                        <a:pt x="20108" y="11718"/>
                      </a:lnTo>
                      <a:lnTo>
                        <a:pt x="20024" y="11592"/>
                      </a:lnTo>
                      <a:lnTo>
                        <a:pt x="20087" y="11425"/>
                      </a:lnTo>
                      <a:lnTo>
                        <a:pt x="19982" y="11278"/>
                      </a:lnTo>
                      <a:lnTo>
                        <a:pt x="19982" y="11006"/>
                      </a:lnTo>
                      <a:lnTo>
                        <a:pt x="19836" y="10881"/>
                      </a:lnTo>
                      <a:lnTo>
                        <a:pt x="19836" y="10693"/>
                      </a:lnTo>
                      <a:lnTo>
                        <a:pt x="19794" y="10651"/>
                      </a:lnTo>
                      <a:lnTo>
                        <a:pt x="19710" y="10630"/>
                      </a:lnTo>
                      <a:lnTo>
                        <a:pt x="19689" y="10462"/>
                      </a:lnTo>
                      <a:lnTo>
                        <a:pt x="19522" y="10337"/>
                      </a:lnTo>
                      <a:lnTo>
                        <a:pt x="19459" y="10379"/>
                      </a:lnTo>
                      <a:lnTo>
                        <a:pt x="19689" y="10860"/>
                      </a:lnTo>
                      <a:lnTo>
                        <a:pt x="19752" y="11174"/>
                      </a:lnTo>
                      <a:lnTo>
                        <a:pt x="19710" y="11425"/>
                      </a:lnTo>
                      <a:lnTo>
                        <a:pt x="19522" y="11676"/>
                      </a:lnTo>
                      <a:lnTo>
                        <a:pt x="19396" y="11802"/>
                      </a:lnTo>
                      <a:lnTo>
                        <a:pt x="19396" y="11885"/>
                      </a:lnTo>
                      <a:lnTo>
                        <a:pt x="19480" y="11948"/>
                      </a:lnTo>
                      <a:lnTo>
                        <a:pt x="19501" y="12136"/>
                      </a:lnTo>
                      <a:lnTo>
                        <a:pt x="19417" y="12346"/>
                      </a:lnTo>
                      <a:lnTo>
                        <a:pt x="19417" y="12471"/>
                      </a:lnTo>
                      <a:lnTo>
                        <a:pt x="19627" y="12618"/>
                      </a:lnTo>
                      <a:lnTo>
                        <a:pt x="19899" y="12848"/>
                      </a:lnTo>
                      <a:lnTo>
                        <a:pt x="19940" y="12994"/>
                      </a:lnTo>
                      <a:lnTo>
                        <a:pt x="20108" y="12994"/>
                      </a:lnTo>
                      <a:lnTo>
                        <a:pt x="20233" y="13141"/>
                      </a:lnTo>
                      <a:lnTo>
                        <a:pt x="20338" y="13371"/>
                      </a:lnTo>
                      <a:lnTo>
                        <a:pt x="20317" y="13727"/>
                      </a:lnTo>
                      <a:lnTo>
                        <a:pt x="20275" y="13894"/>
                      </a:lnTo>
                      <a:lnTo>
                        <a:pt x="20422" y="14103"/>
                      </a:lnTo>
                      <a:lnTo>
                        <a:pt x="20380" y="14354"/>
                      </a:lnTo>
                      <a:lnTo>
                        <a:pt x="20464" y="14501"/>
                      </a:lnTo>
                      <a:lnTo>
                        <a:pt x="20673" y="14731"/>
                      </a:lnTo>
                      <a:lnTo>
                        <a:pt x="20715" y="14856"/>
                      </a:lnTo>
                      <a:lnTo>
                        <a:pt x="20673" y="15024"/>
                      </a:lnTo>
                      <a:lnTo>
                        <a:pt x="20736" y="15087"/>
                      </a:lnTo>
                      <a:lnTo>
                        <a:pt x="20882" y="15149"/>
                      </a:lnTo>
                      <a:lnTo>
                        <a:pt x="21070" y="15045"/>
                      </a:lnTo>
                      <a:lnTo>
                        <a:pt x="21280" y="15087"/>
                      </a:lnTo>
                      <a:lnTo>
                        <a:pt x="21363" y="15045"/>
                      </a:lnTo>
                      <a:lnTo>
                        <a:pt x="21384" y="14877"/>
                      </a:lnTo>
                      <a:lnTo>
                        <a:pt x="21510" y="14752"/>
                      </a:lnTo>
                      <a:lnTo>
                        <a:pt x="21677" y="14815"/>
                      </a:lnTo>
                      <a:lnTo>
                        <a:pt x="21782" y="14773"/>
                      </a:lnTo>
                      <a:lnTo>
                        <a:pt x="21991" y="14919"/>
                      </a:lnTo>
                      <a:lnTo>
                        <a:pt x="22116" y="14856"/>
                      </a:lnTo>
                      <a:lnTo>
                        <a:pt x="22200" y="14982"/>
                      </a:lnTo>
                      <a:lnTo>
                        <a:pt x="22451" y="15087"/>
                      </a:lnTo>
                      <a:lnTo>
                        <a:pt x="22640" y="15087"/>
                      </a:lnTo>
                      <a:lnTo>
                        <a:pt x="22765" y="15275"/>
                      </a:lnTo>
                      <a:lnTo>
                        <a:pt x="22765" y="15379"/>
                      </a:lnTo>
                      <a:lnTo>
                        <a:pt x="22953" y="15484"/>
                      </a:lnTo>
                      <a:lnTo>
                        <a:pt x="23016" y="15589"/>
                      </a:lnTo>
                      <a:lnTo>
                        <a:pt x="23037" y="15610"/>
                      </a:lnTo>
                      <a:lnTo>
                        <a:pt x="23058" y="15693"/>
                      </a:lnTo>
                      <a:lnTo>
                        <a:pt x="23142" y="15777"/>
                      </a:lnTo>
                      <a:lnTo>
                        <a:pt x="23058" y="15861"/>
                      </a:lnTo>
                      <a:lnTo>
                        <a:pt x="22953" y="15882"/>
                      </a:lnTo>
                      <a:lnTo>
                        <a:pt x="22953" y="16070"/>
                      </a:lnTo>
                      <a:lnTo>
                        <a:pt x="23037" y="16216"/>
                      </a:lnTo>
                      <a:lnTo>
                        <a:pt x="23121" y="16279"/>
                      </a:lnTo>
                      <a:lnTo>
                        <a:pt x="23079" y="16384"/>
                      </a:lnTo>
                      <a:lnTo>
                        <a:pt x="23163" y="16488"/>
                      </a:lnTo>
                      <a:lnTo>
                        <a:pt x="23288" y="16488"/>
                      </a:lnTo>
                      <a:lnTo>
                        <a:pt x="23372" y="16593"/>
                      </a:lnTo>
                      <a:lnTo>
                        <a:pt x="23518" y="16593"/>
                      </a:lnTo>
                      <a:lnTo>
                        <a:pt x="23602" y="16426"/>
                      </a:lnTo>
                      <a:lnTo>
                        <a:pt x="23665" y="16509"/>
                      </a:lnTo>
                      <a:lnTo>
                        <a:pt x="23769" y="16488"/>
                      </a:lnTo>
                      <a:lnTo>
                        <a:pt x="23832" y="16509"/>
                      </a:lnTo>
                      <a:lnTo>
                        <a:pt x="23790" y="16530"/>
                      </a:lnTo>
                      <a:lnTo>
                        <a:pt x="23728" y="16593"/>
                      </a:lnTo>
                      <a:lnTo>
                        <a:pt x="23560" y="16614"/>
                      </a:lnTo>
                      <a:lnTo>
                        <a:pt x="23456" y="16635"/>
                      </a:lnTo>
                      <a:lnTo>
                        <a:pt x="23288" y="16656"/>
                      </a:lnTo>
                      <a:lnTo>
                        <a:pt x="23142" y="16551"/>
                      </a:lnTo>
                      <a:lnTo>
                        <a:pt x="22995" y="16551"/>
                      </a:lnTo>
                      <a:lnTo>
                        <a:pt x="22932" y="16426"/>
                      </a:lnTo>
                      <a:lnTo>
                        <a:pt x="22974" y="16384"/>
                      </a:lnTo>
                      <a:lnTo>
                        <a:pt x="22953" y="16237"/>
                      </a:lnTo>
                      <a:lnTo>
                        <a:pt x="22849" y="16112"/>
                      </a:lnTo>
                      <a:lnTo>
                        <a:pt x="22828" y="15986"/>
                      </a:lnTo>
                      <a:lnTo>
                        <a:pt x="22723" y="15923"/>
                      </a:lnTo>
                      <a:lnTo>
                        <a:pt x="22744" y="15798"/>
                      </a:lnTo>
                      <a:lnTo>
                        <a:pt x="22619" y="15610"/>
                      </a:lnTo>
                      <a:lnTo>
                        <a:pt x="22556" y="15610"/>
                      </a:lnTo>
                      <a:lnTo>
                        <a:pt x="22430" y="15526"/>
                      </a:lnTo>
                      <a:lnTo>
                        <a:pt x="22242" y="15421"/>
                      </a:lnTo>
                      <a:lnTo>
                        <a:pt x="22242" y="15254"/>
                      </a:lnTo>
                      <a:lnTo>
                        <a:pt x="22054" y="15066"/>
                      </a:lnTo>
                      <a:lnTo>
                        <a:pt x="21907" y="15066"/>
                      </a:lnTo>
                      <a:lnTo>
                        <a:pt x="21677" y="15317"/>
                      </a:lnTo>
                      <a:lnTo>
                        <a:pt x="21510" y="15338"/>
                      </a:lnTo>
                      <a:lnTo>
                        <a:pt x="21405" y="15463"/>
                      </a:lnTo>
                      <a:lnTo>
                        <a:pt x="21217" y="15589"/>
                      </a:lnTo>
                      <a:lnTo>
                        <a:pt x="21259" y="15944"/>
                      </a:lnTo>
                      <a:lnTo>
                        <a:pt x="21321" y="16049"/>
                      </a:lnTo>
                      <a:lnTo>
                        <a:pt x="21572" y="16175"/>
                      </a:lnTo>
                      <a:lnTo>
                        <a:pt x="21761" y="16593"/>
                      </a:lnTo>
                      <a:lnTo>
                        <a:pt x="21719" y="16698"/>
                      </a:lnTo>
                      <a:lnTo>
                        <a:pt x="21531" y="17012"/>
                      </a:lnTo>
                      <a:lnTo>
                        <a:pt x="21510" y="17179"/>
                      </a:lnTo>
                      <a:lnTo>
                        <a:pt x="21614" y="17367"/>
                      </a:lnTo>
                      <a:lnTo>
                        <a:pt x="21510" y="17639"/>
                      </a:lnTo>
                      <a:lnTo>
                        <a:pt x="21510" y="17744"/>
                      </a:lnTo>
                      <a:lnTo>
                        <a:pt x="21363" y="17890"/>
                      </a:lnTo>
                      <a:lnTo>
                        <a:pt x="21363" y="17974"/>
                      </a:lnTo>
                      <a:lnTo>
                        <a:pt x="21259" y="18016"/>
                      </a:lnTo>
                      <a:lnTo>
                        <a:pt x="21175" y="18120"/>
                      </a:lnTo>
                      <a:lnTo>
                        <a:pt x="21175" y="18267"/>
                      </a:lnTo>
                      <a:lnTo>
                        <a:pt x="21259" y="18330"/>
                      </a:lnTo>
                      <a:lnTo>
                        <a:pt x="21259" y="18434"/>
                      </a:lnTo>
                      <a:lnTo>
                        <a:pt x="21070" y="18539"/>
                      </a:lnTo>
                      <a:lnTo>
                        <a:pt x="20840" y="18497"/>
                      </a:lnTo>
                      <a:lnTo>
                        <a:pt x="20798" y="18434"/>
                      </a:lnTo>
                      <a:lnTo>
                        <a:pt x="20589" y="18434"/>
                      </a:lnTo>
                      <a:lnTo>
                        <a:pt x="20380" y="18476"/>
                      </a:lnTo>
                      <a:lnTo>
                        <a:pt x="20212" y="18413"/>
                      </a:lnTo>
                      <a:lnTo>
                        <a:pt x="19794" y="18330"/>
                      </a:lnTo>
                      <a:lnTo>
                        <a:pt x="19627" y="18183"/>
                      </a:lnTo>
                      <a:lnTo>
                        <a:pt x="19585" y="18079"/>
                      </a:lnTo>
                      <a:lnTo>
                        <a:pt x="19396" y="18100"/>
                      </a:lnTo>
                      <a:lnTo>
                        <a:pt x="19334" y="18204"/>
                      </a:lnTo>
                      <a:lnTo>
                        <a:pt x="19313" y="18162"/>
                      </a:lnTo>
                      <a:lnTo>
                        <a:pt x="19229" y="18120"/>
                      </a:lnTo>
                      <a:lnTo>
                        <a:pt x="19313" y="17974"/>
                      </a:lnTo>
                      <a:lnTo>
                        <a:pt x="19480" y="17953"/>
                      </a:lnTo>
                      <a:lnTo>
                        <a:pt x="19794" y="17890"/>
                      </a:lnTo>
                      <a:lnTo>
                        <a:pt x="19836" y="17807"/>
                      </a:lnTo>
                      <a:lnTo>
                        <a:pt x="20108" y="17974"/>
                      </a:lnTo>
                      <a:lnTo>
                        <a:pt x="20171" y="17974"/>
                      </a:lnTo>
                      <a:lnTo>
                        <a:pt x="20212" y="17890"/>
                      </a:lnTo>
                      <a:lnTo>
                        <a:pt x="20338" y="17890"/>
                      </a:lnTo>
                      <a:lnTo>
                        <a:pt x="20338" y="17974"/>
                      </a:lnTo>
                      <a:lnTo>
                        <a:pt x="20150" y="18079"/>
                      </a:lnTo>
                      <a:lnTo>
                        <a:pt x="20254" y="18183"/>
                      </a:lnTo>
                      <a:lnTo>
                        <a:pt x="20464" y="18162"/>
                      </a:lnTo>
                      <a:lnTo>
                        <a:pt x="20547" y="18058"/>
                      </a:lnTo>
                      <a:lnTo>
                        <a:pt x="20673" y="17995"/>
                      </a:lnTo>
                      <a:lnTo>
                        <a:pt x="20673" y="17911"/>
                      </a:lnTo>
                      <a:lnTo>
                        <a:pt x="20568" y="17786"/>
                      </a:lnTo>
                      <a:lnTo>
                        <a:pt x="20568" y="17702"/>
                      </a:lnTo>
                      <a:lnTo>
                        <a:pt x="20694" y="17786"/>
                      </a:lnTo>
                      <a:lnTo>
                        <a:pt x="20756" y="17702"/>
                      </a:lnTo>
                      <a:lnTo>
                        <a:pt x="20756" y="17472"/>
                      </a:lnTo>
                      <a:lnTo>
                        <a:pt x="20882" y="17388"/>
                      </a:lnTo>
                      <a:lnTo>
                        <a:pt x="20861" y="17325"/>
                      </a:lnTo>
                      <a:lnTo>
                        <a:pt x="20777" y="17346"/>
                      </a:lnTo>
                      <a:lnTo>
                        <a:pt x="20756" y="17284"/>
                      </a:lnTo>
                      <a:lnTo>
                        <a:pt x="20882" y="17242"/>
                      </a:lnTo>
                      <a:lnTo>
                        <a:pt x="20882" y="17012"/>
                      </a:lnTo>
                      <a:lnTo>
                        <a:pt x="20840" y="16928"/>
                      </a:lnTo>
                      <a:lnTo>
                        <a:pt x="20903" y="16823"/>
                      </a:lnTo>
                      <a:lnTo>
                        <a:pt x="20903" y="16760"/>
                      </a:lnTo>
                      <a:lnTo>
                        <a:pt x="21008" y="16698"/>
                      </a:lnTo>
                      <a:lnTo>
                        <a:pt x="20987" y="16509"/>
                      </a:lnTo>
                      <a:lnTo>
                        <a:pt x="20861" y="16384"/>
                      </a:lnTo>
                      <a:lnTo>
                        <a:pt x="20777" y="16175"/>
                      </a:lnTo>
                      <a:lnTo>
                        <a:pt x="20798" y="16007"/>
                      </a:lnTo>
                      <a:lnTo>
                        <a:pt x="20798" y="15882"/>
                      </a:lnTo>
                      <a:lnTo>
                        <a:pt x="20861" y="15903"/>
                      </a:lnTo>
                      <a:lnTo>
                        <a:pt x="20861" y="15819"/>
                      </a:lnTo>
                      <a:lnTo>
                        <a:pt x="20673" y="15651"/>
                      </a:lnTo>
                      <a:lnTo>
                        <a:pt x="20589" y="15610"/>
                      </a:lnTo>
                      <a:lnTo>
                        <a:pt x="20526" y="15505"/>
                      </a:lnTo>
                      <a:lnTo>
                        <a:pt x="20338" y="15463"/>
                      </a:lnTo>
                      <a:lnTo>
                        <a:pt x="20108" y="15170"/>
                      </a:lnTo>
                      <a:lnTo>
                        <a:pt x="20045" y="14940"/>
                      </a:lnTo>
                      <a:lnTo>
                        <a:pt x="20003" y="14877"/>
                      </a:lnTo>
                      <a:lnTo>
                        <a:pt x="20045" y="14794"/>
                      </a:lnTo>
                      <a:lnTo>
                        <a:pt x="19919" y="14710"/>
                      </a:lnTo>
                      <a:lnTo>
                        <a:pt x="19836" y="14563"/>
                      </a:lnTo>
                      <a:lnTo>
                        <a:pt x="19899" y="14417"/>
                      </a:lnTo>
                      <a:lnTo>
                        <a:pt x="19710" y="14145"/>
                      </a:lnTo>
                      <a:lnTo>
                        <a:pt x="19710" y="13978"/>
                      </a:lnTo>
                      <a:lnTo>
                        <a:pt x="19585" y="13831"/>
                      </a:lnTo>
                      <a:lnTo>
                        <a:pt x="19606" y="13768"/>
                      </a:lnTo>
                      <a:lnTo>
                        <a:pt x="19606" y="13685"/>
                      </a:lnTo>
                      <a:lnTo>
                        <a:pt x="19501" y="13580"/>
                      </a:lnTo>
                      <a:lnTo>
                        <a:pt x="19438" y="13224"/>
                      </a:lnTo>
                      <a:lnTo>
                        <a:pt x="19375" y="13078"/>
                      </a:lnTo>
                      <a:lnTo>
                        <a:pt x="19229" y="12973"/>
                      </a:lnTo>
                      <a:lnTo>
                        <a:pt x="19292" y="12910"/>
                      </a:lnTo>
                      <a:lnTo>
                        <a:pt x="19250" y="12848"/>
                      </a:lnTo>
                      <a:lnTo>
                        <a:pt x="19166" y="12869"/>
                      </a:lnTo>
                      <a:lnTo>
                        <a:pt x="19166" y="12848"/>
                      </a:lnTo>
                      <a:lnTo>
                        <a:pt x="19041" y="12806"/>
                      </a:lnTo>
                      <a:lnTo>
                        <a:pt x="18957" y="12638"/>
                      </a:lnTo>
                      <a:lnTo>
                        <a:pt x="18831" y="12534"/>
                      </a:lnTo>
                      <a:lnTo>
                        <a:pt x="18769" y="12408"/>
                      </a:lnTo>
                      <a:lnTo>
                        <a:pt x="18852" y="12387"/>
                      </a:lnTo>
                      <a:lnTo>
                        <a:pt x="18873" y="12283"/>
                      </a:lnTo>
                      <a:lnTo>
                        <a:pt x="18831" y="12178"/>
                      </a:lnTo>
                      <a:lnTo>
                        <a:pt x="18852" y="12094"/>
                      </a:lnTo>
                      <a:lnTo>
                        <a:pt x="18790" y="11990"/>
                      </a:lnTo>
                      <a:lnTo>
                        <a:pt x="18852" y="11676"/>
                      </a:lnTo>
                      <a:lnTo>
                        <a:pt x="18769" y="11488"/>
                      </a:lnTo>
                      <a:lnTo>
                        <a:pt x="18769" y="11278"/>
                      </a:lnTo>
                      <a:lnTo>
                        <a:pt x="18727" y="11195"/>
                      </a:lnTo>
                      <a:lnTo>
                        <a:pt x="18727" y="11069"/>
                      </a:lnTo>
                      <a:lnTo>
                        <a:pt x="18643" y="10944"/>
                      </a:lnTo>
                      <a:lnTo>
                        <a:pt x="18748" y="10881"/>
                      </a:lnTo>
                      <a:lnTo>
                        <a:pt x="18685" y="10776"/>
                      </a:lnTo>
                      <a:lnTo>
                        <a:pt x="18559" y="10755"/>
                      </a:lnTo>
                      <a:lnTo>
                        <a:pt x="18413" y="10755"/>
                      </a:lnTo>
                      <a:lnTo>
                        <a:pt x="18057" y="10630"/>
                      </a:lnTo>
                      <a:lnTo>
                        <a:pt x="17932" y="10630"/>
                      </a:lnTo>
                      <a:lnTo>
                        <a:pt x="17890" y="10672"/>
                      </a:lnTo>
                      <a:lnTo>
                        <a:pt x="17785" y="10630"/>
                      </a:lnTo>
                      <a:lnTo>
                        <a:pt x="17681" y="10630"/>
                      </a:lnTo>
                      <a:lnTo>
                        <a:pt x="17534" y="10714"/>
                      </a:lnTo>
                      <a:lnTo>
                        <a:pt x="17388" y="10714"/>
                      </a:lnTo>
                      <a:lnTo>
                        <a:pt x="17262" y="10755"/>
                      </a:lnTo>
                      <a:lnTo>
                        <a:pt x="17220" y="10714"/>
                      </a:lnTo>
                      <a:lnTo>
                        <a:pt x="17262" y="10651"/>
                      </a:lnTo>
                      <a:lnTo>
                        <a:pt x="17158" y="10609"/>
                      </a:lnTo>
                      <a:lnTo>
                        <a:pt x="17053" y="10630"/>
                      </a:lnTo>
                      <a:lnTo>
                        <a:pt x="17074" y="10860"/>
                      </a:lnTo>
                      <a:lnTo>
                        <a:pt x="17053" y="11069"/>
                      </a:lnTo>
                      <a:lnTo>
                        <a:pt x="17158" y="11195"/>
                      </a:lnTo>
                      <a:lnTo>
                        <a:pt x="17116" y="11258"/>
                      </a:lnTo>
                      <a:lnTo>
                        <a:pt x="17074" y="11467"/>
                      </a:lnTo>
                      <a:lnTo>
                        <a:pt x="17158" y="11550"/>
                      </a:lnTo>
                      <a:lnTo>
                        <a:pt x="17158" y="11676"/>
                      </a:lnTo>
                      <a:lnTo>
                        <a:pt x="17199" y="11760"/>
                      </a:lnTo>
                      <a:lnTo>
                        <a:pt x="17158" y="11822"/>
                      </a:lnTo>
                      <a:lnTo>
                        <a:pt x="17158" y="12011"/>
                      </a:lnTo>
                      <a:lnTo>
                        <a:pt x="17220" y="12136"/>
                      </a:lnTo>
                      <a:lnTo>
                        <a:pt x="17158" y="12304"/>
                      </a:lnTo>
                      <a:lnTo>
                        <a:pt x="17158" y="12408"/>
                      </a:lnTo>
                      <a:lnTo>
                        <a:pt x="17199" y="12534"/>
                      </a:lnTo>
                      <a:lnTo>
                        <a:pt x="17178" y="12618"/>
                      </a:lnTo>
                      <a:lnTo>
                        <a:pt x="17053" y="12701"/>
                      </a:lnTo>
                      <a:lnTo>
                        <a:pt x="16844" y="13015"/>
                      </a:lnTo>
                      <a:lnTo>
                        <a:pt x="16760" y="13057"/>
                      </a:lnTo>
                      <a:lnTo>
                        <a:pt x="16781" y="13162"/>
                      </a:lnTo>
                      <a:lnTo>
                        <a:pt x="16865" y="13266"/>
                      </a:lnTo>
                      <a:lnTo>
                        <a:pt x="16802" y="13371"/>
                      </a:lnTo>
                      <a:lnTo>
                        <a:pt x="16781" y="13559"/>
                      </a:lnTo>
                      <a:lnTo>
                        <a:pt x="16906" y="13685"/>
                      </a:lnTo>
                      <a:lnTo>
                        <a:pt x="16990" y="13643"/>
                      </a:lnTo>
                      <a:lnTo>
                        <a:pt x="17074" y="13706"/>
                      </a:lnTo>
                      <a:lnTo>
                        <a:pt x="17158" y="13915"/>
                      </a:lnTo>
                      <a:lnTo>
                        <a:pt x="17283" y="13915"/>
                      </a:lnTo>
                      <a:lnTo>
                        <a:pt x="17388" y="14019"/>
                      </a:lnTo>
                      <a:lnTo>
                        <a:pt x="17304" y="13999"/>
                      </a:lnTo>
                      <a:lnTo>
                        <a:pt x="17220" y="14103"/>
                      </a:lnTo>
                      <a:lnTo>
                        <a:pt x="17220" y="14271"/>
                      </a:lnTo>
                      <a:lnTo>
                        <a:pt x="17409" y="14396"/>
                      </a:lnTo>
                      <a:lnTo>
                        <a:pt x="17409" y="14522"/>
                      </a:lnTo>
                      <a:lnTo>
                        <a:pt x="17325" y="14605"/>
                      </a:lnTo>
                      <a:lnTo>
                        <a:pt x="17262" y="14543"/>
                      </a:lnTo>
                      <a:lnTo>
                        <a:pt x="17262" y="14626"/>
                      </a:lnTo>
                      <a:lnTo>
                        <a:pt x="17367" y="14898"/>
                      </a:lnTo>
                      <a:lnTo>
                        <a:pt x="17430" y="14961"/>
                      </a:lnTo>
                      <a:lnTo>
                        <a:pt x="17492" y="15149"/>
                      </a:lnTo>
                      <a:lnTo>
                        <a:pt x="17534" y="15066"/>
                      </a:lnTo>
                      <a:lnTo>
                        <a:pt x="17639" y="15149"/>
                      </a:lnTo>
                      <a:lnTo>
                        <a:pt x="17764" y="15149"/>
                      </a:lnTo>
                      <a:lnTo>
                        <a:pt x="17911" y="15233"/>
                      </a:lnTo>
                      <a:lnTo>
                        <a:pt x="18015" y="15066"/>
                      </a:lnTo>
                      <a:lnTo>
                        <a:pt x="18057" y="15128"/>
                      </a:lnTo>
                      <a:lnTo>
                        <a:pt x="18057" y="15338"/>
                      </a:lnTo>
                      <a:lnTo>
                        <a:pt x="18141" y="15442"/>
                      </a:lnTo>
                      <a:lnTo>
                        <a:pt x="18183" y="15463"/>
                      </a:lnTo>
                      <a:lnTo>
                        <a:pt x="18434" y="15756"/>
                      </a:lnTo>
                      <a:lnTo>
                        <a:pt x="18559" y="15777"/>
                      </a:lnTo>
                      <a:lnTo>
                        <a:pt x="18643" y="15735"/>
                      </a:lnTo>
                      <a:lnTo>
                        <a:pt x="18748" y="15735"/>
                      </a:lnTo>
                      <a:lnTo>
                        <a:pt x="18769" y="15777"/>
                      </a:lnTo>
                      <a:lnTo>
                        <a:pt x="18873" y="15777"/>
                      </a:lnTo>
                      <a:lnTo>
                        <a:pt x="18769" y="15861"/>
                      </a:lnTo>
                      <a:lnTo>
                        <a:pt x="18769" y="16175"/>
                      </a:lnTo>
                      <a:lnTo>
                        <a:pt x="18748" y="16258"/>
                      </a:lnTo>
                      <a:lnTo>
                        <a:pt x="18811" y="16384"/>
                      </a:lnTo>
                      <a:lnTo>
                        <a:pt x="18790" y="16426"/>
                      </a:lnTo>
                      <a:lnTo>
                        <a:pt x="18706" y="16426"/>
                      </a:lnTo>
                      <a:lnTo>
                        <a:pt x="18748" y="16593"/>
                      </a:lnTo>
                      <a:lnTo>
                        <a:pt x="18748" y="16677"/>
                      </a:lnTo>
                      <a:lnTo>
                        <a:pt x="18601" y="16635"/>
                      </a:lnTo>
                      <a:lnTo>
                        <a:pt x="18476" y="16384"/>
                      </a:lnTo>
                      <a:lnTo>
                        <a:pt x="18329" y="16258"/>
                      </a:lnTo>
                      <a:lnTo>
                        <a:pt x="18141" y="16216"/>
                      </a:lnTo>
                      <a:lnTo>
                        <a:pt x="18057" y="16070"/>
                      </a:lnTo>
                      <a:lnTo>
                        <a:pt x="17932" y="15965"/>
                      </a:lnTo>
                      <a:lnTo>
                        <a:pt x="17618" y="15944"/>
                      </a:lnTo>
                      <a:lnTo>
                        <a:pt x="17304" y="15756"/>
                      </a:lnTo>
                      <a:lnTo>
                        <a:pt x="17116" y="15735"/>
                      </a:lnTo>
                      <a:lnTo>
                        <a:pt x="17095" y="15631"/>
                      </a:lnTo>
                      <a:lnTo>
                        <a:pt x="17011" y="15631"/>
                      </a:lnTo>
                      <a:lnTo>
                        <a:pt x="16906" y="15547"/>
                      </a:lnTo>
                      <a:lnTo>
                        <a:pt x="16760" y="15589"/>
                      </a:lnTo>
                      <a:lnTo>
                        <a:pt x="16655" y="15693"/>
                      </a:lnTo>
                      <a:lnTo>
                        <a:pt x="16593" y="15568"/>
                      </a:lnTo>
                      <a:lnTo>
                        <a:pt x="16614" y="15526"/>
                      </a:lnTo>
                      <a:lnTo>
                        <a:pt x="16593" y="15442"/>
                      </a:lnTo>
                      <a:lnTo>
                        <a:pt x="16237" y="15317"/>
                      </a:lnTo>
                      <a:lnTo>
                        <a:pt x="16070" y="15212"/>
                      </a:lnTo>
                      <a:lnTo>
                        <a:pt x="15526" y="15170"/>
                      </a:lnTo>
                      <a:lnTo>
                        <a:pt x="15086" y="15233"/>
                      </a:lnTo>
                      <a:lnTo>
                        <a:pt x="14982" y="15191"/>
                      </a:lnTo>
                      <a:lnTo>
                        <a:pt x="14877" y="15233"/>
                      </a:lnTo>
                      <a:lnTo>
                        <a:pt x="14772" y="15170"/>
                      </a:lnTo>
                      <a:lnTo>
                        <a:pt x="14710" y="15212"/>
                      </a:lnTo>
                      <a:lnTo>
                        <a:pt x="14605" y="15170"/>
                      </a:lnTo>
                      <a:lnTo>
                        <a:pt x="14521" y="15233"/>
                      </a:lnTo>
                      <a:lnTo>
                        <a:pt x="14584" y="15359"/>
                      </a:lnTo>
                      <a:lnTo>
                        <a:pt x="14584" y="15463"/>
                      </a:lnTo>
                      <a:lnTo>
                        <a:pt x="14458" y="15505"/>
                      </a:lnTo>
                      <a:lnTo>
                        <a:pt x="14458" y="15568"/>
                      </a:lnTo>
                      <a:lnTo>
                        <a:pt x="14521" y="15693"/>
                      </a:lnTo>
                      <a:lnTo>
                        <a:pt x="14605" y="15756"/>
                      </a:lnTo>
                      <a:lnTo>
                        <a:pt x="14668" y="15965"/>
                      </a:lnTo>
                      <a:lnTo>
                        <a:pt x="14710" y="16070"/>
                      </a:lnTo>
                      <a:lnTo>
                        <a:pt x="14751" y="15965"/>
                      </a:lnTo>
                      <a:lnTo>
                        <a:pt x="14814" y="15965"/>
                      </a:lnTo>
                      <a:lnTo>
                        <a:pt x="14919" y="16133"/>
                      </a:lnTo>
                      <a:lnTo>
                        <a:pt x="14919" y="16237"/>
                      </a:lnTo>
                      <a:lnTo>
                        <a:pt x="15044" y="16279"/>
                      </a:lnTo>
                      <a:lnTo>
                        <a:pt x="15212" y="16447"/>
                      </a:lnTo>
                      <a:lnTo>
                        <a:pt x="15044" y="16426"/>
                      </a:lnTo>
                      <a:lnTo>
                        <a:pt x="15002" y="16384"/>
                      </a:lnTo>
                      <a:lnTo>
                        <a:pt x="14919" y="16384"/>
                      </a:lnTo>
                      <a:lnTo>
                        <a:pt x="14877" y="16551"/>
                      </a:lnTo>
                      <a:lnTo>
                        <a:pt x="14772" y="16635"/>
                      </a:lnTo>
                      <a:lnTo>
                        <a:pt x="14605" y="16551"/>
                      </a:lnTo>
                      <a:lnTo>
                        <a:pt x="14521" y="16614"/>
                      </a:lnTo>
                      <a:lnTo>
                        <a:pt x="14521" y="16656"/>
                      </a:lnTo>
                      <a:lnTo>
                        <a:pt x="14668" y="16823"/>
                      </a:lnTo>
                      <a:lnTo>
                        <a:pt x="14710" y="16865"/>
                      </a:lnTo>
                      <a:lnTo>
                        <a:pt x="14710" y="16949"/>
                      </a:lnTo>
                      <a:lnTo>
                        <a:pt x="14668" y="17032"/>
                      </a:lnTo>
                      <a:lnTo>
                        <a:pt x="14375" y="17032"/>
                      </a:lnTo>
                      <a:lnTo>
                        <a:pt x="14291" y="16949"/>
                      </a:lnTo>
                      <a:lnTo>
                        <a:pt x="14312" y="16865"/>
                      </a:lnTo>
                      <a:lnTo>
                        <a:pt x="14270" y="16760"/>
                      </a:lnTo>
                      <a:lnTo>
                        <a:pt x="14375" y="16698"/>
                      </a:lnTo>
                      <a:lnTo>
                        <a:pt x="14375" y="16635"/>
                      </a:lnTo>
                      <a:lnTo>
                        <a:pt x="14270" y="16530"/>
                      </a:lnTo>
                      <a:lnTo>
                        <a:pt x="14186" y="16509"/>
                      </a:lnTo>
                      <a:lnTo>
                        <a:pt x="14270" y="16405"/>
                      </a:lnTo>
                      <a:lnTo>
                        <a:pt x="14249" y="16384"/>
                      </a:lnTo>
                      <a:lnTo>
                        <a:pt x="14165" y="16426"/>
                      </a:lnTo>
                      <a:lnTo>
                        <a:pt x="14103" y="16426"/>
                      </a:lnTo>
                      <a:lnTo>
                        <a:pt x="13956" y="16593"/>
                      </a:lnTo>
                      <a:lnTo>
                        <a:pt x="13873" y="16614"/>
                      </a:lnTo>
                      <a:lnTo>
                        <a:pt x="13768" y="16719"/>
                      </a:lnTo>
                      <a:lnTo>
                        <a:pt x="13768" y="16760"/>
                      </a:lnTo>
                      <a:lnTo>
                        <a:pt x="13642" y="16760"/>
                      </a:lnTo>
                      <a:lnTo>
                        <a:pt x="13580" y="16844"/>
                      </a:lnTo>
                      <a:lnTo>
                        <a:pt x="13580" y="16928"/>
                      </a:lnTo>
                      <a:lnTo>
                        <a:pt x="13517" y="16970"/>
                      </a:lnTo>
                      <a:lnTo>
                        <a:pt x="13245" y="16970"/>
                      </a:lnTo>
                      <a:lnTo>
                        <a:pt x="13161" y="16949"/>
                      </a:lnTo>
                      <a:lnTo>
                        <a:pt x="13119" y="16970"/>
                      </a:lnTo>
                      <a:lnTo>
                        <a:pt x="13036" y="16970"/>
                      </a:lnTo>
                      <a:lnTo>
                        <a:pt x="12952" y="16928"/>
                      </a:lnTo>
                      <a:lnTo>
                        <a:pt x="12805" y="17032"/>
                      </a:lnTo>
                      <a:lnTo>
                        <a:pt x="12785" y="17074"/>
                      </a:lnTo>
                      <a:lnTo>
                        <a:pt x="12680" y="17116"/>
                      </a:lnTo>
                      <a:lnTo>
                        <a:pt x="12575" y="17221"/>
                      </a:lnTo>
                      <a:lnTo>
                        <a:pt x="12575" y="17263"/>
                      </a:lnTo>
                      <a:lnTo>
                        <a:pt x="12638" y="17325"/>
                      </a:lnTo>
                      <a:lnTo>
                        <a:pt x="12617" y="17388"/>
                      </a:lnTo>
                      <a:lnTo>
                        <a:pt x="12638" y="17472"/>
                      </a:lnTo>
                      <a:lnTo>
                        <a:pt x="12617" y="17535"/>
                      </a:lnTo>
                      <a:lnTo>
                        <a:pt x="12513" y="17451"/>
                      </a:lnTo>
                      <a:lnTo>
                        <a:pt x="12471" y="17367"/>
                      </a:lnTo>
                      <a:lnTo>
                        <a:pt x="12408" y="17367"/>
                      </a:lnTo>
                      <a:lnTo>
                        <a:pt x="12282" y="17493"/>
                      </a:lnTo>
                      <a:lnTo>
                        <a:pt x="12220" y="17639"/>
                      </a:lnTo>
                      <a:lnTo>
                        <a:pt x="12220" y="17493"/>
                      </a:lnTo>
                      <a:lnTo>
                        <a:pt x="12094" y="17451"/>
                      </a:lnTo>
                      <a:lnTo>
                        <a:pt x="12010" y="17493"/>
                      </a:lnTo>
                      <a:lnTo>
                        <a:pt x="11948" y="17493"/>
                      </a:lnTo>
                      <a:lnTo>
                        <a:pt x="11864" y="17535"/>
                      </a:lnTo>
                      <a:lnTo>
                        <a:pt x="11759" y="17493"/>
                      </a:lnTo>
                      <a:lnTo>
                        <a:pt x="11738" y="17388"/>
                      </a:lnTo>
                      <a:lnTo>
                        <a:pt x="11864" y="17284"/>
                      </a:lnTo>
                      <a:lnTo>
                        <a:pt x="11969" y="17284"/>
                      </a:lnTo>
                      <a:lnTo>
                        <a:pt x="12010" y="17221"/>
                      </a:lnTo>
                      <a:lnTo>
                        <a:pt x="11948" y="17074"/>
                      </a:lnTo>
                      <a:lnTo>
                        <a:pt x="11969" y="17032"/>
                      </a:lnTo>
                      <a:lnTo>
                        <a:pt x="12052" y="16970"/>
                      </a:lnTo>
                      <a:lnTo>
                        <a:pt x="11906" y="16844"/>
                      </a:lnTo>
                      <a:lnTo>
                        <a:pt x="11864" y="16865"/>
                      </a:lnTo>
                      <a:lnTo>
                        <a:pt x="11780" y="16844"/>
                      </a:lnTo>
                      <a:lnTo>
                        <a:pt x="11759" y="16802"/>
                      </a:lnTo>
                      <a:lnTo>
                        <a:pt x="11969" y="16698"/>
                      </a:lnTo>
                      <a:lnTo>
                        <a:pt x="12052" y="16698"/>
                      </a:lnTo>
                      <a:lnTo>
                        <a:pt x="12157" y="16635"/>
                      </a:lnTo>
                      <a:lnTo>
                        <a:pt x="12115" y="16593"/>
                      </a:lnTo>
                      <a:lnTo>
                        <a:pt x="11906" y="16614"/>
                      </a:lnTo>
                      <a:lnTo>
                        <a:pt x="11592" y="16740"/>
                      </a:lnTo>
                      <a:lnTo>
                        <a:pt x="11529" y="16823"/>
                      </a:lnTo>
                      <a:lnTo>
                        <a:pt x="11571" y="16886"/>
                      </a:lnTo>
                      <a:lnTo>
                        <a:pt x="11592" y="16970"/>
                      </a:lnTo>
                      <a:lnTo>
                        <a:pt x="11655" y="17053"/>
                      </a:lnTo>
                      <a:lnTo>
                        <a:pt x="11592" y="17137"/>
                      </a:lnTo>
                      <a:lnTo>
                        <a:pt x="11529" y="17158"/>
                      </a:lnTo>
                      <a:lnTo>
                        <a:pt x="11425" y="17053"/>
                      </a:lnTo>
                      <a:lnTo>
                        <a:pt x="11445" y="17012"/>
                      </a:lnTo>
                      <a:lnTo>
                        <a:pt x="11487" y="16991"/>
                      </a:lnTo>
                      <a:lnTo>
                        <a:pt x="11466" y="16907"/>
                      </a:lnTo>
                      <a:lnTo>
                        <a:pt x="11445" y="16907"/>
                      </a:lnTo>
                      <a:lnTo>
                        <a:pt x="11236" y="17116"/>
                      </a:lnTo>
                      <a:lnTo>
                        <a:pt x="11236" y="17158"/>
                      </a:lnTo>
                      <a:lnTo>
                        <a:pt x="11320" y="17242"/>
                      </a:lnTo>
                      <a:lnTo>
                        <a:pt x="11383" y="17263"/>
                      </a:lnTo>
                      <a:lnTo>
                        <a:pt x="11383" y="17346"/>
                      </a:lnTo>
                      <a:lnTo>
                        <a:pt x="11257" y="17472"/>
                      </a:lnTo>
                      <a:lnTo>
                        <a:pt x="11215" y="17430"/>
                      </a:lnTo>
                      <a:lnTo>
                        <a:pt x="11257" y="17346"/>
                      </a:lnTo>
                      <a:lnTo>
                        <a:pt x="11236" y="17263"/>
                      </a:lnTo>
                      <a:lnTo>
                        <a:pt x="11173" y="17263"/>
                      </a:lnTo>
                      <a:lnTo>
                        <a:pt x="11173" y="17200"/>
                      </a:lnTo>
                      <a:lnTo>
                        <a:pt x="10943" y="17263"/>
                      </a:lnTo>
                      <a:lnTo>
                        <a:pt x="10922" y="17346"/>
                      </a:lnTo>
                      <a:lnTo>
                        <a:pt x="10755" y="17430"/>
                      </a:lnTo>
                      <a:lnTo>
                        <a:pt x="10629" y="17409"/>
                      </a:lnTo>
                      <a:lnTo>
                        <a:pt x="10546" y="17430"/>
                      </a:lnTo>
                      <a:lnTo>
                        <a:pt x="10546" y="17472"/>
                      </a:lnTo>
                      <a:lnTo>
                        <a:pt x="10316" y="17765"/>
                      </a:lnTo>
                      <a:lnTo>
                        <a:pt x="10274" y="17786"/>
                      </a:lnTo>
                      <a:lnTo>
                        <a:pt x="10064" y="18058"/>
                      </a:lnTo>
                      <a:lnTo>
                        <a:pt x="9960" y="18100"/>
                      </a:lnTo>
                      <a:lnTo>
                        <a:pt x="9876" y="18037"/>
                      </a:lnTo>
                      <a:lnTo>
                        <a:pt x="9813" y="18037"/>
                      </a:lnTo>
                      <a:lnTo>
                        <a:pt x="9876" y="18141"/>
                      </a:lnTo>
                      <a:lnTo>
                        <a:pt x="10023" y="18246"/>
                      </a:lnTo>
                      <a:lnTo>
                        <a:pt x="10064" y="18309"/>
                      </a:lnTo>
                      <a:lnTo>
                        <a:pt x="10064" y="18309"/>
                      </a:lnTo>
                      <a:lnTo>
                        <a:pt x="9876" y="18246"/>
                      </a:lnTo>
                      <a:lnTo>
                        <a:pt x="9813" y="18288"/>
                      </a:lnTo>
                      <a:lnTo>
                        <a:pt x="9500" y="18309"/>
                      </a:lnTo>
                      <a:lnTo>
                        <a:pt x="9458" y="18372"/>
                      </a:lnTo>
                      <a:lnTo>
                        <a:pt x="9541" y="18476"/>
                      </a:lnTo>
                      <a:lnTo>
                        <a:pt x="9541" y="18581"/>
                      </a:lnTo>
                      <a:lnTo>
                        <a:pt x="9458" y="18706"/>
                      </a:lnTo>
                      <a:lnTo>
                        <a:pt x="9500" y="18895"/>
                      </a:lnTo>
                      <a:lnTo>
                        <a:pt x="9458" y="19020"/>
                      </a:lnTo>
                      <a:lnTo>
                        <a:pt x="9248" y="19104"/>
                      </a:lnTo>
                      <a:lnTo>
                        <a:pt x="9228" y="19146"/>
                      </a:lnTo>
                      <a:lnTo>
                        <a:pt x="9081" y="19146"/>
                      </a:lnTo>
                      <a:lnTo>
                        <a:pt x="9039" y="19229"/>
                      </a:lnTo>
                      <a:lnTo>
                        <a:pt x="8956" y="19104"/>
                      </a:lnTo>
                      <a:lnTo>
                        <a:pt x="8809" y="19208"/>
                      </a:lnTo>
                      <a:lnTo>
                        <a:pt x="8579" y="19208"/>
                      </a:lnTo>
                      <a:lnTo>
                        <a:pt x="8328" y="18916"/>
                      </a:lnTo>
                      <a:lnTo>
                        <a:pt x="8098" y="18706"/>
                      </a:lnTo>
                      <a:lnTo>
                        <a:pt x="8014" y="18644"/>
                      </a:lnTo>
                      <a:lnTo>
                        <a:pt x="8014" y="18476"/>
                      </a:lnTo>
                      <a:lnTo>
                        <a:pt x="8056" y="18413"/>
                      </a:lnTo>
                      <a:lnTo>
                        <a:pt x="8098" y="18455"/>
                      </a:lnTo>
                      <a:lnTo>
                        <a:pt x="8160" y="18372"/>
                      </a:lnTo>
                      <a:lnTo>
                        <a:pt x="8119" y="18309"/>
                      </a:lnTo>
                      <a:lnTo>
                        <a:pt x="8181" y="18267"/>
                      </a:lnTo>
                      <a:lnTo>
                        <a:pt x="8370" y="18267"/>
                      </a:lnTo>
                      <a:lnTo>
                        <a:pt x="8412" y="18183"/>
                      </a:lnTo>
                      <a:lnTo>
                        <a:pt x="8621" y="18183"/>
                      </a:lnTo>
                      <a:lnTo>
                        <a:pt x="8642" y="18100"/>
                      </a:lnTo>
                      <a:lnTo>
                        <a:pt x="8495" y="17890"/>
                      </a:lnTo>
                      <a:lnTo>
                        <a:pt x="8474" y="17807"/>
                      </a:lnTo>
                      <a:lnTo>
                        <a:pt x="8328" y="17786"/>
                      </a:lnTo>
                      <a:lnTo>
                        <a:pt x="8202" y="17660"/>
                      </a:lnTo>
                      <a:lnTo>
                        <a:pt x="8202" y="17556"/>
                      </a:lnTo>
                      <a:lnTo>
                        <a:pt x="8077" y="17451"/>
                      </a:lnTo>
                      <a:lnTo>
                        <a:pt x="7763" y="17430"/>
                      </a:lnTo>
                      <a:lnTo>
                        <a:pt x="7554" y="17451"/>
                      </a:lnTo>
                      <a:lnTo>
                        <a:pt x="7449" y="17493"/>
                      </a:lnTo>
                      <a:lnTo>
                        <a:pt x="7323" y="17493"/>
                      </a:lnTo>
                      <a:lnTo>
                        <a:pt x="7072" y="17346"/>
                      </a:lnTo>
                      <a:lnTo>
                        <a:pt x="6947" y="17346"/>
                      </a:lnTo>
                      <a:lnTo>
                        <a:pt x="6947" y="17388"/>
                      </a:lnTo>
                      <a:lnTo>
                        <a:pt x="7240" y="17639"/>
                      </a:lnTo>
                      <a:lnTo>
                        <a:pt x="7386" y="17744"/>
                      </a:lnTo>
                      <a:lnTo>
                        <a:pt x="7470" y="17974"/>
                      </a:lnTo>
                      <a:lnTo>
                        <a:pt x="7470" y="18100"/>
                      </a:lnTo>
                      <a:lnTo>
                        <a:pt x="7533" y="18183"/>
                      </a:lnTo>
                      <a:lnTo>
                        <a:pt x="7470" y="18225"/>
                      </a:lnTo>
                      <a:lnTo>
                        <a:pt x="7470" y="18330"/>
                      </a:lnTo>
                      <a:lnTo>
                        <a:pt x="7491" y="18413"/>
                      </a:lnTo>
                      <a:lnTo>
                        <a:pt x="7449" y="18434"/>
                      </a:lnTo>
                      <a:lnTo>
                        <a:pt x="7449" y="18706"/>
                      </a:lnTo>
                      <a:lnTo>
                        <a:pt x="7386" y="18853"/>
                      </a:lnTo>
                      <a:lnTo>
                        <a:pt x="7449" y="18999"/>
                      </a:lnTo>
                      <a:lnTo>
                        <a:pt x="7595" y="18999"/>
                      </a:lnTo>
                      <a:lnTo>
                        <a:pt x="7742" y="19062"/>
                      </a:lnTo>
                      <a:lnTo>
                        <a:pt x="7805" y="19167"/>
                      </a:lnTo>
                      <a:lnTo>
                        <a:pt x="7784" y="19229"/>
                      </a:lnTo>
                      <a:lnTo>
                        <a:pt x="7805" y="19313"/>
                      </a:lnTo>
                      <a:lnTo>
                        <a:pt x="7784" y="19355"/>
                      </a:lnTo>
                      <a:lnTo>
                        <a:pt x="7784" y="19418"/>
                      </a:lnTo>
                      <a:lnTo>
                        <a:pt x="7847" y="19460"/>
                      </a:lnTo>
                      <a:lnTo>
                        <a:pt x="7784" y="19543"/>
                      </a:lnTo>
                      <a:lnTo>
                        <a:pt x="7784" y="19794"/>
                      </a:lnTo>
                      <a:lnTo>
                        <a:pt x="7742" y="19857"/>
                      </a:lnTo>
                      <a:lnTo>
                        <a:pt x="7805" y="20004"/>
                      </a:lnTo>
                      <a:lnTo>
                        <a:pt x="7847" y="20213"/>
                      </a:lnTo>
                      <a:lnTo>
                        <a:pt x="7763" y="20171"/>
                      </a:lnTo>
                      <a:lnTo>
                        <a:pt x="7700" y="20045"/>
                      </a:lnTo>
                      <a:lnTo>
                        <a:pt x="7575" y="19941"/>
                      </a:lnTo>
                      <a:lnTo>
                        <a:pt x="7449" y="20066"/>
                      </a:lnTo>
                      <a:lnTo>
                        <a:pt x="7470" y="19941"/>
                      </a:lnTo>
                      <a:lnTo>
                        <a:pt x="7428" y="19857"/>
                      </a:lnTo>
                      <a:lnTo>
                        <a:pt x="7240" y="19836"/>
                      </a:lnTo>
                      <a:lnTo>
                        <a:pt x="7072" y="19857"/>
                      </a:lnTo>
                      <a:lnTo>
                        <a:pt x="6968" y="19773"/>
                      </a:lnTo>
                      <a:lnTo>
                        <a:pt x="6821" y="19753"/>
                      </a:lnTo>
                      <a:lnTo>
                        <a:pt x="6738" y="19794"/>
                      </a:lnTo>
                      <a:lnTo>
                        <a:pt x="6612" y="20087"/>
                      </a:lnTo>
                      <a:lnTo>
                        <a:pt x="6424" y="20255"/>
                      </a:lnTo>
                      <a:lnTo>
                        <a:pt x="6298" y="20276"/>
                      </a:lnTo>
                      <a:lnTo>
                        <a:pt x="6194" y="20380"/>
                      </a:lnTo>
                      <a:lnTo>
                        <a:pt x="6173" y="20527"/>
                      </a:lnTo>
                      <a:lnTo>
                        <a:pt x="6026" y="20694"/>
                      </a:lnTo>
                      <a:lnTo>
                        <a:pt x="5963" y="20757"/>
                      </a:lnTo>
                      <a:lnTo>
                        <a:pt x="5963" y="20841"/>
                      </a:lnTo>
                      <a:lnTo>
                        <a:pt x="6005" y="21029"/>
                      </a:lnTo>
                      <a:lnTo>
                        <a:pt x="6277" y="21301"/>
                      </a:lnTo>
                      <a:lnTo>
                        <a:pt x="6424" y="21531"/>
                      </a:lnTo>
                      <a:lnTo>
                        <a:pt x="6340" y="21636"/>
                      </a:lnTo>
                      <a:lnTo>
                        <a:pt x="6277" y="21636"/>
                      </a:lnTo>
                      <a:lnTo>
                        <a:pt x="6277" y="21761"/>
                      </a:lnTo>
                      <a:lnTo>
                        <a:pt x="6173" y="21845"/>
                      </a:lnTo>
                      <a:lnTo>
                        <a:pt x="6110" y="21949"/>
                      </a:lnTo>
                      <a:lnTo>
                        <a:pt x="5963" y="21782"/>
                      </a:lnTo>
                      <a:lnTo>
                        <a:pt x="5587" y="21615"/>
                      </a:lnTo>
                      <a:lnTo>
                        <a:pt x="5461" y="21615"/>
                      </a:lnTo>
                      <a:lnTo>
                        <a:pt x="5398" y="21531"/>
                      </a:lnTo>
                      <a:lnTo>
                        <a:pt x="5189" y="21531"/>
                      </a:lnTo>
                      <a:lnTo>
                        <a:pt x="5085" y="21447"/>
                      </a:lnTo>
                      <a:lnTo>
                        <a:pt x="5022" y="21322"/>
                      </a:lnTo>
                      <a:lnTo>
                        <a:pt x="4854" y="21301"/>
                      </a:lnTo>
                      <a:lnTo>
                        <a:pt x="4729" y="21217"/>
                      </a:lnTo>
                      <a:lnTo>
                        <a:pt x="4603" y="21217"/>
                      </a:lnTo>
                      <a:lnTo>
                        <a:pt x="4562" y="21301"/>
                      </a:lnTo>
                      <a:lnTo>
                        <a:pt x="4603" y="21364"/>
                      </a:lnTo>
                      <a:lnTo>
                        <a:pt x="4562" y="21426"/>
                      </a:lnTo>
                      <a:lnTo>
                        <a:pt x="4603" y="21468"/>
                      </a:lnTo>
                      <a:lnTo>
                        <a:pt x="4520" y="21552"/>
                      </a:lnTo>
                      <a:lnTo>
                        <a:pt x="4415" y="21552"/>
                      </a:lnTo>
                      <a:lnTo>
                        <a:pt x="4499" y="21719"/>
                      </a:lnTo>
                      <a:lnTo>
                        <a:pt x="4520" y="21845"/>
                      </a:lnTo>
                      <a:lnTo>
                        <a:pt x="4666" y="21929"/>
                      </a:lnTo>
                      <a:lnTo>
                        <a:pt x="4771" y="22054"/>
                      </a:lnTo>
                      <a:lnTo>
                        <a:pt x="4917" y="22138"/>
                      </a:lnTo>
                      <a:lnTo>
                        <a:pt x="5022" y="22075"/>
                      </a:lnTo>
                      <a:lnTo>
                        <a:pt x="5085" y="22075"/>
                      </a:lnTo>
                      <a:lnTo>
                        <a:pt x="5168" y="22033"/>
                      </a:lnTo>
                      <a:lnTo>
                        <a:pt x="5189" y="22096"/>
                      </a:lnTo>
                      <a:lnTo>
                        <a:pt x="5336" y="22159"/>
                      </a:lnTo>
                      <a:lnTo>
                        <a:pt x="5336" y="22201"/>
                      </a:lnTo>
                      <a:lnTo>
                        <a:pt x="5273" y="22263"/>
                      </a:lnTo>
                      <a:lnTo>
                        <a:pt x="5357" y="22347"/>
                      </a:lnTo>
                      <a:lnTo>
                        <a:pt x="5357" y="22514"/>
                      </a:lnTo>
                      <a:lnTo>
                        <a:pt x="5273" y="22556"/>
                      </a:lnTo>
                      <a:lnTo>
                        <a:pt x="5168" y="22556"/>
                      </a:lnTo>
                      <a:lnTo>
                        <a:pt x="5043" y="22682"/>
                      </a:lnTo>
                      <a:lnTo>
                        <a:pt x="4980" y="22682"/>
                      </a:lnTo>
                      <a:lnTo>
                        <a:pt x="4875" y="22577"/>
                      </a:lnTo>
                      <a:lnTo>
                        <a:pt x="4729" y="22577"/>
                      </a:lnTo>
                      <a:lnTo>
                        <a:pt x="4645" y="22514"/>
                      </a:lnTo>
                      <a:lnTo>
                        <a:pt x="4457" y="22514"/>
                      </a:lnTo>
                      <a:lnTo>
                        <a:pt x="4415" y="22473"/>
                      </a:lnTo>
                      <a:lnTo>
                        <a:pt x="4415" y="22347"/>
                      </a:lnTo>
                      <a:lnTo>
                        <a:pt x="4310" y="22284"/>
                      </a:lnTo>
                      <a:lnTo>
                        <a:pt x="4227" y="22180"/>
                      </a:lnTo>
                      <a:lnTo>
                        <a:pt x="4185" y="22180"/>
                      </a:lnTo>
                      <a:lnTo>
                        <a:pt x="4080" y="22263"/>
                      </a:lnTo>
                      <a:lnTo>
                        <a:pt x="3829" y="22180"/>
                      </a:lnTo>
                      <a:lnTo>
                        <a:pt x="3787" y="22075"/>
                      </a:lnTo>
                      <a:lnTo>
                        <a:pt x="3725" y="22033"/>
                      </a:lnTo>
                      <a:lnTo>
                        <a:pt x="3787" y="21949"/>
                      </a:lnTo>
                      <a:lnTo>
                        <a:pt x="3766" y="21824"/>
                      </a:lnTo>
                      <a:lnTo>
                        <a:pt x="3766" y="21719"/>
                      </a:lnTo>
                      <a:lnTo>
                        <a:pt x="3662" y="21636"/>
                      </a:lnTo>
                      <a:lnTo>
                        <a:pt x="3662" y="21531"/>
                      </a:lnTo>
                      <a:lnTo>
                        <a:pt x="3494" y="21385"/>
                      </a:lnTo>
                      <a:lnTo>
                        <a:pt x="3494" y="21238"/>
                      </a:lnTo>
                      <a:lnTo>
                        <a:pt x="3411" y="21217"/>
                      </a:lnTo>
                      <a:lnTo>
                        <a:pt x="3453" y="21113"/>
                      </a:lnTo>
                      <a:lnTo>
                        <a:pt x="3515" y="21092"/>
                      </a:lnTo>
                      <a:lnTo>
                        <a:pt x="3557" y="20903"/>
                      </a:lnTo>
                      <a:lnTo>
                        <a:pt x="3557" y="20799"/>
                      </a:lnTo>
                      <a:lnTo>
                        <a:pt x="3515" y="20778"/>
                      </a:lnTo>
                      <a:lnTo>
                        <a:pt x="3515" y="20694"/>
                      </a:lnTo>
                      <a:lnTo>
                        <a:pt x="3578" y="20610"/>
                      </a:lnTo>
                      <a:lnTo>
                        <a:pt x="3515" y="20589"/>
                      </a:lnTo>
                      <a:lnTo>
                        <a:pt x="3390" y="20401"/>
                      </a:lnTo>
                      <a:lnTo>
                        <a:pt x="3139" y="20297"/>
                      </a:lnTo>
                      <a:lnTo>
                        <a:pt x="3055" y="20359"/>
                      </a:lnTo>
                      <a:lnTo>
                        <a:pt x="2992" y="20297"/>
                      </a:lnTo>
                      <a:lnTo>
                        <a:pt x="2930" y="20297"/>
                      </a:lnTo>
                      <a:lnTo>
                        <a:pt x="2867" y="20338"/>
                      </a:lnTo>
                      <a:lnTo>
                        <a:pt x="2741" y="20297"/>
                      </a:lnTo>
                      <a:lnTo>
                        <a:pt x="2783" y="20255"/>
                      </a:lnTo>
                      <a:lnTo>
                        <a:pt x="2888" y="20234"/>
                      </a:lnTo>
                      <a:lnTo>
                        <a:pt x="2930" y="20150"/>
                      </a:lnTo>
                      <a:lnTo>
                        <a:pt x="2783" y="20108"/>
                      </a:lnTo>
                      <a:lnTo>
                        <a:pt x="2783" y="20087"/>
                      </a:lnTo>
                      <a:lnTo>
                        <a:pt x="2867" y="20066"/>
                      </a:lnTo>
                      <a:lnTo>
                        <a:pt x="2783" y="20004"/>
                      </a:lnTo>
                      <a:lnTo>
                        <a:pt x="2720" y="20066"/>
                      </a:lnTo>
                      <a:lnTo>
                        <a:pt x="2532" y="20108"/>
                      </a:lnTo>
                      <a:lnTo>
                        <a:pt x="2511" y="20087"/>
                      </a:lnTo>
                      <a:lnTo>
                        <a:pt x="2553" y="20004"/>
                      </a:lnTo>
                      <a:lnTo>
                        <a:pt x="2658" y="19962"/>
                      </a:lnTo>
                      <a:lnTo>
                        <a:pt x="2637" y="19941"/>
                      </a:lnTo>
                      <a:lnTo>
                        <a:pt x="2448" y="19899"/>
                      </a:lnTo>
                      <a:lnTo>
                        <a:pt x="2427" y="19836"/>
                      </a:lnTo>
                      <a:lnTo>
                        <a:pt x="2302" y="19753"/>
                      </a:lnTo>
                      <a:lnTo>
                        <a:pt x="2260" y="19585"/>
                      </a:lnTo>
                      <a:lnTo>
                        <a:pt x="2134" y="19522"/>
                      </a:lnTo>
                      <a:lnTo>
                        <a:pt x="2155" y="19481"/>
                      </a:lnTo>
                      <a:lnTo>
                        <a:pt x="2260" y="19481"/>
                      </a:lnTo>
                      <a:lnTo>
                        <a:pt x="2302" y="19522"/>
                      </a:lnTo>
                      <a:lnTo>
                        <a:pt x="2448" y="19543"/>
                      </a:lnTo>
                      <a:lnTo>
                        <a:pt x="2469" y="19648"/>
                      </a:lnTo>
                      <a:lnTo>
                        <a:pt x="2720" y="19857"/>
                      </a:lnTo>
                      <a:lnTo>
                        <a:pt x="2783" y="19857"/>
                      </a:lnTo>
                      <a:lnTo>
                        <a:pt x="2825" y="19794"/>
                      </a:lnTo>
                      <a:lnTo>
                        <a:pt x="2950" y="19878"/>
                      </a:lnTo>
                      <a:lnTo>
                        <a:pt x="3139" y="19878"/>
                      </a:lnTo>
                      <a:lnTo>
                        <a:pt x="3160" y="19836"/>
                      </a:lnTo>
                      <a:lnTo>
                        <a:pt x="3243" y="19899"/>
                      </a:lnTo>
                      <a:lnTo>
                        <a:pt x="3160" y="19962"/>
                      </a:lnTo>
                      <a:lnTo>
                        <a:pt x="3202" y="19983"/>
                      </a:lnTo>
                      <a:lnTo>
                        <a:pt x="3202" y="20045"/>
                      </a:lnTo>
                      <a:lnTo>
                        <a:pt x="3306" y="20045"/>
                      </a:lnTo>
                      <a:lnTo>
                        <a:pt x="3369" y="19983"/>
                      </a:lnTo>
                      <a:lnTo>
                        <a:pt x="3557" y="19983"/>
                      </a:lnTo>
                      <a:lnTo>
                        <a:pt x="3494" y="20004"/>
                      </a:lnTo>
                      <a:lnTo>
                        <a:pt x="3599" y="20004"/>
                      </a:lnTo>
                      <a:lnTo>
                        <a:pt x="3704" y="19983"/>
                      </a:lnTo>
                      <a:lnTo>
                        <a:pt x="3704" y="20066"/>
                      </a:lnTo>
                      <a:lnTo>
                        <a:pt x="3871" y="20192"/>
                      </a:lnTo>
                      <a:lnTo>
                        <a:pt x="3934" y="20150"/>
                      </a:lnTo>
                      <a:lnTo>
                        <a:pt x="4038" y="20171"/>
                      </a:lnTo>
                      <a:lnTo>
                        <a:pt x="4080" y="20213"/>
                      </a:lnTo>
                      <a:lnTo>
                        <a:pt x="4227" y="20213"/>
                      </a:lnTo>
                      <a:lnTo>
                        <a:pt x="4331" y="20255"/>
                      </a:lnTo>
                      <a:lnTo>
                        <a:pt x="4415" y="20192"/>
                      </a:lnTo>
                      <a:lnTo>
                        <a:pt x="4541" y="20297"/>
                      </a:lnTo>
                      <a:lnTo>
                        <a:pt x="4729" y="20359"/>
                      </a:lnTo>
                      <a:lnTo>
                        <a:pt x="5064" y="20380"/>
                      </a:lnTo>
                      <a:lnTo>
                        <a:pt x="5336" y="20359"/>
                      </a:lnTo>
                      <a:lnTo>
                        <a:pt x="5357" y="20297"/>
                      </a:lnTo>
                      <a:lnTo>
                        <a:pt x="5545" y="20297"/>
                      </a:lnTo>
                      <a:lnTo>
                        <a:pt x="5608" y="20255"/>
                      </a:lnTo>
                      <a:lnTo>
                        <a:pt x="5796" y="20213"/>
                      </a:lnTo>
                      <a:lnTo>
                        <a:pt x="5963" y="20150"/>
                      </a:lnTo>
                      <a:lnTo>
                        <a:pt x="6173" y="19857"/>
                      </a:lnTo>
                      <a:lnTo>
                        <a:pt x="6194" y="19773"/>
                      </a:lnTo>
                      <a:lnTo>
                        <a:pt x="6319" y="19627"/>
                      </a:lnTo>
                      <a:lnTo>
                        <a:pt x="6319" y="19543"/>
                      </a:lnTo>
                      <a:lnTo>
                        <a:pt x="6340" y="19460"/>
                      </a:lnTo>
                      <a:lnTo>
                        <a:pt x="6382" y="19313"/>
                      </a:lnTo>
                      <a:lnTo>
                        <a:pt x="6382" y="19167"/>
                      </a:lnTo>
                      <a:lnTo>
                        <a:pt x="6382" y="19041"/>
                      </a:lnTo>
                      <a:lnTo>
                        <a:pt x="6319" y="18999"/>
                      </a:lnTo>
                      <a:lnTo>
                        <a:pt x="6277" y="18999"/>
                      </a:lnTo>
                      <a:lnTo>
                        <a:pt x="6173" y="18832"/>
                      </a:lnTo>
                      <a:lnTo>
                        <a:pt x="6089" y="18790"/>
                      </a:lnTo>
                      <a:lnTo>
                        <a:pt x="6068" y="18644"/>
                      </a:lnTo>
                      <a:lnTo>
                        <a:pt x="5963" y="18392"/>
                      </a:lnTo>
                      <a:lnTo>
                        <a:pt x="5859" y="18372"/>
                      </a:lnTo>
                      <a:lnTo>
                        <a:pt x="5817" y="18413"/>
                      </a:lnTo>
                      <a:lnTo>
                        <a:pt x="5691" y="18372"/>
                      </a:lnTo>
                      <a:lnTo>
                        <a:pt x="5691" y="18288"/>
                      </a:lnTo>
                      <a:lnTo>
                        <a:pt x="5461" y="18120"/>
                      </a:lnTo>
                      <a:lnTo>
                        <a:pt x="5461" y="18016"/>
                      </a:lnTo>
                      <a:lnTo>
                        <a:pt x="5336" y="17890"/>
                      </a:lnTo>
                      <a:lnTo>
                        <a:pt x="5273" y="17890"/>
                      </a:lnTo>
                      <a:lnTo>
                        <a:pt x="5294" y="17953"/>
                      </a:lnTo>
                      <a:lnTo>
                        <a:pt x="5378" y="18079"/>
                      </a:lnTo>
                      <a:lnTo>
                        <a:pt x="5294" y="18100"/>
                      </a:lnTo>
                      <a:lnTo>
                        <a:pt x="5168" y="17974"/>
                      </a:lnTo>
                      <a:lnTo>
                        <a:pt x="5085" y="17974"/>
                      </a:lnTo>
                      <a:lnTo>
                        <a:pt x="4938" y="17807"/>
                      </a:lnTo>
                      <a:lnTo>
                        <a:pt x="4875" y="17807"/>
                      </a:lnTo>
                      <a:lnTo>
                        <a:pt x="4875" y="17869"/>
                      </a:lnTo>
                      <a:lnTo>
                        <a:pt x="4917" y="17911"/>
                      </a:lnTo>
                      <a:lnTo>
                        <a:pt x="4834" y="17890"/>
                      </a:lnTo>
                      <a:lnTo>
                        <a:pt x="4708" y="17681"/>
                      </a:lnTo>
                      <a:lnTo>
                        <a:pt x="4603" y="17660"/>
                      </a:lnTo>
                      <a:lnTo>
                        <a:pt x="4520" y="17556"/>
                      </a:lnTo>
                      <a:lnTo>
                        <a:pt x="4122" y="17284"/>
                      </a:lnTo>
                      <a:lnTo>
                        <a:pt x="3515" y="16970"/>
                      </a:lnTo>
                      <a:lnTo>
                        <a:pt x="3390" y="16928"/>
                      </a:lnTo>
                      <a:lnTo>
                        <a:pt x="3369" y="16970"/>
                      </a:lnTo>
                      <a:lnTo>
                        <a:pt x="3243" y="16907"/>
                      </a:lnTo>
                      <a:lnTo>
                        <a:pt x="3097" y="16865"/>
                      </a:lnTo>
                      <a:lnTo>
                        <a:pt x="3097" y="16928"/>
                      </a:lnTo>
                      <a:lnTo>
                        <a:pt x="3034" y="16970"/>
                      </a:lnTo>
                      <a:lnTo>
                        <a:pt x="2930" y="16928"/>
                      </a:lnTo>
                      <a:lnTo>
                        <a:pt x="2762" y="16928"/>
                      </a:lnTo>
                      <a:lnTo>
                        <a:pt x="2678" y="16823"/>
                      </a:lnTo>
                      <a:lnTo>
                        <a:pt x="2574" y="16760"/>
                      </a:lnTo>
                      <a:lnTo>
                        <a:pt x="2574" y="16802"/>
                      </a:lnTo>
                      <a:lnTo>
                        <a:pt x="2637" y="16865"/>
                      </a:lnTo>
                      <a:lnTo>
                        <a:pt x="2616" y="16928"/>
                      </a:lnTo>
                      <a:lnTo>
                        <a:pt x="2532" y="16865"/>
                      </a:lnTo>
                      <a:lnTo>
                        <a:pt x="2406" y="16907"/>
                      </a:lnTo>
                      <a:lnTo>
                        <a:pt x="2344" y="16949"/>
                      </a:lnTo>
                      <a:lnTo>
                        <a:pt x="2365" y="17032"/>
                      </a:lnTo>
                      <a:lnTo>
                        <a:pt x="2302" y="17158"/>
                      </a:lnTo>
                      <a:lnTo>
                        <a:pt x="2155" y="17158"/>
                      </a:lnTo>
                      <a:lnTo>
                        <a:pt x="2239" y="17053"/>
                      </a:lnTo>
                      <a:lnTo>
                        <a:pt x="2323" y="17012"/>
                      </a:lnTo>
                      <a:lnTo>
                        <a:pt x="2260" y="16949"/>
                      </a:lnTo>
                      <a:lnTo>
                        <a:pt x="2197" y="16949"/>
                      </a:lnTo>
                      <a:lnTo>
                        <a:pt x="2218" y="16907"/>
                      </a:lnTo>
                      <a:lnTo>
                        <a:pt x="2239" y="16844"/>
                      </a:lnTo>
                      <a:lnTo>
                        <a:pt x="2197" y="16823"/>
                      </a:lnTo>
                      <a:lnTo>
                        <a:pt x="2134" y="16886"/>
                      </a:lnTo>
                      <a:lnTo>
                        <a:pt x="2030" y="17012"/>
                      </a:lnTo>
                      <a:lnTo>
                        <a:pt x="2030" y="16928"/>
                      </a:lnTo>
                      <a:lnTo>
                        <a:pt x="2030" y="16886"/>
                      </a:lnTo>
                      <a:lnTo>
                        <a:pt x="2009" y="16844"/>
                      </a:lnTo>
                      <a:lnTo>
                        <a:pt x="1946" y="16928"/>
                      </a:lnTo>
                      <a:lnTo>
                        <a:pt x="1925" y="16928"/>
                      </a:lnTo>
                      <a:lnTo>
                        <a:pt x="1925" y="16844"/>
                      </a:lnTo>
                      <a:lnTo>
                        <a:pt x="1821" y="16823"/>
                      </a:lnTo>
                      <a:lnTo>
                        <a:pt x="1716" y="16907"/>
                      </a:lnTo>
                      <a:lnTo>
                        <a:pt x="1695" y="16802"/>
                      </a:lnTo>
                      <a:lnTo>
                        <a:pt x="1632" y="16760"/>
                      </a:lnTo>
                      <a:lnTo>
                        <a:pt x="1569" y="16844"/>
                      </a:lnTo>
                      <a:lnTo>
                        <a:pt x="1528" y="16740"/>
                      </a:lnTo>
                      <a:lnTo>
                        <a:pt x="1528" y="16614"/>
                      </a:lnTo>
                      <a:lnTo>
                        <a:pt x="1590" y="16530"/>
                      </a:lnTo>
                      <a:lnTo>
                        <a:pt x="1590" y="16614"/>
                      </a:lnTo>
                      <a:lnTo>
                        <a:pt x="1674" y="16698"/>
                      </a:lnTo>
                      <a:lnTo>
                        <a:pt x="1800" y="16656"/>
                      </a:lnTo>
                      <a:lnTo>
                        <a:pt x="1883" y="16719"/>
                      </a:lnTo>
                      <a:lnTo>
                        <a:pt x="1988" y="16635"/>
                      </a:lnTo>
                      <a:lnTo>
                        <a:pt x="1988" y="16593"/>
                      </a:lnTo>
                      <a:lnTo>
                        <a:pt x="1904" y="16530"/>
                      </a:lnTo>
                      <a:lnTo>
                        <a:pt x="1883" y="16509"/>
                      </a:lnTo>
                      <a:lnTo>
                        <a:pt x="1800" y="16488"/>
                      </a:lnTo>
                      <a:lnTo>
                        <a:pt x="1737" y="16530"/>
                      </a:lnTo>
                      <a:lnTo>
                        <a:pt x="1695" y="16488"/>
                      </a:lnTo>
                      <a:lnTo>
                        <a:pt x="1632" y="16405"/>
                      </a:lnTo>
                      <a:lnTo>
                        <a:pt x="1528" y="16342"/>
                      </a:lnTo>
                      <a:lnTo>
                        <a:pt x="1423" y="16342"/>
                      </a:lnTo>
                      <a:lnTo>
                        <a:pt x="1402" y="16384"/>
                      </a:lnTo>
                      <a:lnTo>
                        <a:pt x="1465" y="16426"/>
                      </a:lnTo>
                      <a:lnTo>
                        <a:pt x="1486" y="16426"/>
                      </a:lnTo>
                      <a:lnTo>
                        <a:pt x="1486" y="16488"/>
                      </a:lnTo>
                      <a:lnTo>
                        <a:pt x="1402" y="16509"/>
                      </a:lnTo>
                      <a:lnTo>
                        <a:pt x="1360" y="16509"/>
                      </a:lnTo>
                      <a:lnTo>
                        <a:pt x="1360" y="16551"/>
                      </a:lnTo>
                      <a:lnTo>
                        <a:pt x="1465" y="16635"/>
                      </a:lnTo>
                      <a:lnTo>
                        <a:pt x="1402" y="16656"/>
                      </a:lnTo>
                      <a:lnTo>
                        <a:pt x="1318" y="16656"/>
                      </a:lnTo>
                      <a:lnTo>
                        <a:pt x="1277" y="16740"/>
                      </a:lnTo>
                      <a:lnTo>
                        <a:pt x="1256" y="16886"/>
                      </a:lnTo>
                      <a:lnTo>
                        <a:pt x="1193" y="16802"/>
                      </a:lnTo>
                      <a:lnTo>
                        <a:pt x="1193" y="16698"/>
                      </a:lnTo>
                      <a:lnTo>
                        <a:pt x="1151" y="16635"/>
                      </a:lnTo>
                      <a:lnTo>
                        <a:pt x="1005" y="16614"/>
                      </a:lnTo>
                      <a:lnTo>
                        <a:pt x="1005" y="16740"/>
                      </a:lnTo>
                      <a:lnTo>
                        <a:pt x="942" y="16823"/>
                      </a:lnTo>
                      <a:lnTo>
                        <a:pt x="795" y="16781"/>
                      </a:lnTo>
                      <a:lnTo>
                        <a:pt x="691" y="16781"/>
                      </a:lnTo>
                      <a:lnTo>
                        <a:pt x="691" y="16928"/>
                      </a:lnTo>
                      <a:lnTo>
                        <a:pt x="628" y="17053"/>
                      </a:lnTo>
                      <a:lnTo>
                        <a:pt x="481" y="17095"/>
                      </a:lnTo>
                      <a:lnTo>
                        <a:pt x="335" y="17242"/>
                      </a:lnTo>
                      <a:lnTo>
                        <a:pt x="335" y="17451"/>
                      </a:lnTo>
                      <a:lnTo>
                        <a:pt x="251" y="17451"/>
                      </a:lnTo>
                      <a:lnTo>
                        <a:pt x="105" y="17514"/>
                      </a:lnTo>
                      <a:lnTo>
                        <a:pt x="0" y="17556"/>
                      </a:lnTo>
                      <a:lnTo>
                        <a:pt x="105" y="17576"/>
                      </a:lnTo>
                      <a:lnTo>
                        <a:pt x="63" y="17744"/>
                      </a:lnTo>
                      <a:lnTo>
                        <a:pt x="21" y="17932"/>
                      </a:lnTo>
                      <a:lnTo>
                        <a:pt x="105" y="18037"/>
                      </a:lnTo>
                      <a:lnTo>
                        <a:pt x="209" y="18288"/>
                      </a:lnTo>
                      <a:lnTo>
                        <a:pt x="272" y="18288"/>
                      </a:lnTo>
                      <a:lnTo>
                        <a:pt x="440" y="18372"/>
                      </a:lnTo>
                      <a:lnTo>
                        <a:pt x="523" y="18497"/>
                      </a:lnTo>
                      <a:lnTo>
                        <a:pt x="565" y="18602"/>
                      </a:lnTo>
                      <a:lnTo>
                        <a:pt x="837" y="18769"/>
                      </a:lnTo>
                      <a:lnTo>
                        <a:pt x="900" y="18832"/>
                      </a:lnTo>
                      <a:lnTo>
                        <a:pt x="858" y="19020"/>
                      </a:lnTo>
                      <a:lnTo>
                        <a:pt x="753" y="19208"/>
                      </a:lnTo>
                      <a:lnTo>
                        <a:pt x="649" y="19460"/>
                      </a:lnTo>
                      <a:lnTo>
                        <a:pt x="774" y="19627"/>
                      </a:lnTo>
                      <a:lnTo>
                        <a:pt x="837" y="19773"/>
                      </a:lnTo>
                      <a:lnTo>
                        <a:pt x="1067" y="20234"/>
                      </a:lnTo>
                      <a:lnTo>
                        <a:pt x="1318" y="20820"/>
                      </a:lnTo>
                      <a:lnTo>
                        <a:pt x="1214" y="20861"/>
                      </a:lnTo>
                      <a:lnTo>
                        <a:pt x="1193" y="21217"/>
                      </a:lnTo>
                      <a:lnTo>
                        <a:pt x="1193" y="21322"/>
                      </a:lnTo>
                      <a:lnTo>
                        <a:pt x="1297" y="21343"/>
                      </a:lnTo>
                      <a:lnTo>
                        <a:pt x="1214" y="21447"/>
                      </a:lnTo>
                      <a:lnTo>
                        <a:pt x="1214" y="21636"/>
                      </a:lnTo>
                      <a:lnTo>
                        <a:pt x="1297" y="21740"/>
                      </a:lnTo>
                      <a:lnTo>
                        <a:pt x="1423" y="21761"/>
                      </a:lnTo>
                      <a:lnTo>
                        <a:pt x="1486" y="21866"/>
                      </a:lnTo>
                      <a:lnTo>
                        <a:pt x="1423" y="21929"/>
                      </a:lnTo>
                      <a:lnTo>
                        <a:pt x="1423" y="22138"/>
                      </a:lnTo>
                      <a:lnTo>
                        <a:pt x="1486" y="22263"/>
                      </a:lnTo>
                      <a:lnTo>
                        <a:pt x="1674" y="22389"/>
                      </a:lnTo>
                      <a:lnTo>
                        <a:pt x="1674" y="22577"/>
                      </a:lnTo>
                      <a:lnTo>
                        <a:pt x="1569" y="22745"/>
                      </a:lnTo>
                      <a:lnTo>
                        <a:pt x="1507" y="22912"/>
                      </a:lnTo>
                      <a:lnTo>
                        <a:pt x="1779" y="23289"/>
                      </a:lnTo>
                      <a:lnTo>
                        <a:pt x="1925" y="23330"/>
                      </a:lnTo>
                      <a:lnTo>
                        <a:pt x="2197" y="23623"/>
                      </a:lnTo>
                      <a:lnTo>
                        <a:pt x="2218" y="23812"/>
                      </a:lnTo>
                      <a:lnTo>
                        <a:pt x="2051" y="24230"/>
                      </a:lnTo>
                      <a:lnTo>
                        <a:pt x="1821" y="24628"/>
                      </a:lnTo>
                      <a:lnTo>
                        <a:pt x="1695" y="24900"/>
                      </a:lnTo>
                      <a:lnTo>
                        <a:pt x="1528" y="25151"/>
                      </a:lnTo>
                      <a:lnTo>
                        <a:pt x="1381" y="25402"/>
                      </a:lnTo>
                      <a:lnTo>
                        <a:pt x="1256" y="25486"/>
                      </a:lnTo>
                      <a:lnTo>
                        <a:pt x="984" y="25737"/>
                      </a:lnTo>
                      <a:lnTo>
                        <a:pt x="1005" y="25904"/>
                      </a:lnTo>
                      <a:cubicBezTo>
                        <a:pt x="1005" y="25883"/>
                        <a:pt x="1046" y="25883"/>
                        <a:pt x="1046" y="25883"/>
                      </a:cubicBezTo>
                      <a:cubicBezTo>
                        <a:pt x="1067" y="25883"/>
                        <a:pt x="1193" y="25799"/>
                        <a:pt x="1193" y="25799"/>
                      </a:cubicBezTo>
                      <a:lnTo>
                        <a:pt x="1318" y="25779"/>
                      </a:lnTo>
                      <a:lnTo>
                        <a:pt x="1256" y="25841"/>
                      </a:lnTo>
                      <a:lnTo>
                        <a:pt x="1297" y="25925"/>
                      </a:lnTo>
                      <a:lnTo>
                        <a:pt x="1297" y="26030"/>
                      </a:lnTo>
                      <a:lnTo>
                        <a:pt x="1172" y="25925"/>
                      </a:lnTo>
                      <a:lnTo>
                        <a:pt x="1151" y="26009"/>
                      </a:lnTo>
                      <a:lnTo>
                        <a:pt x="1277" y="26155"/>
                      </a:lnTo>
                      <a:lnTo>
                        <a:pt x="1402" y="26155"/>
                      </a:lnTo>
                      <a:lnTo>
                        <a:pt x="1486" y="26260"/>
                      </a:lnTo>
                      <a:lnTo>
                        <a:pt x="1611" y="26260"/>
                      </a:lnTo>
                      <a:lnTo>
                        <a:pt x="1674" y="26239"/>
                      </a:lnTo>
                      <a:lnTo>
                        <a:pt x="1779" y="26239"/>
                      </a:lnTo>
                      <a:lnTo>
                        <a:pt x="1883" y="26364"/>
                      </a:lnTo>
                      <a:lnTo>
                        <a:pt x="1800" y="26448"/>
                      </a:lnTo>
                      <a:lnTo>
                        <a:pt x="1611" y="26406"/>
                      </a:lnTo>
                      <a:lnTo>
                        <a:pt x="1528" y="26427"/>
                      </a:lnTo>
                      <a:lnTo>
                        <a:pt x="1507" y="26532"/>
                      </a:lnTo>
                      <a:lnTo>
                        <a:pt x="1381" y="26636"/>
                      </a:lnTo>
                      <a:lnTo>
                        <a:pt x="1277" y="26553"/>
                      </a:lnTo>
                      <a:lnTo>
                        <a:pt x="1214" y="26615"/>
                      </a:lnTo>
                      <a:lnTo>
                        <a:pt x="1214" y="26720"/>
                      </a:lnTo>
                      <a:lnTo>
                        <a:pt x="1109" y="26741"/>
                      </a:lnTo>
                      <a:lnTo>
                        <a:pt x="1067" y="26636"/>
                      </a:lnTo>
                      <a:lnTo>
                        <a:pt x="1005" y="26657"/>
                      </a:lnTo>
                      <a:lnTo>
                        <a:pt x="1005" y="26720"/>
                      </a:lnTo>
                      <a:lnTo>
                        <a:pt x="1067" y="26783"/>
                      </a:lnTo>
                      <a:lnTo>
                        <a:pt x="1046" y="26929"/>
                      </a:lnTo>
                      <a:lnTo>
                        <a:pt x="1088" y="26992"/>
                      </a:lnTo>
                      <a:lnTo>
                        <a:pt x="1088" y="27034"/>
                      </a:lnTo>
                      <a:lnTo>
                        <a:pt x="1067" y="27055"/>
                      </a:lnTo>
                      <a:lnTo>
                        <a:pt x="984" y="27159"/>
                      </a:lnTo>
                      <a:lnTo>
                        <a:pt x="942" y="27306"/>
                      </a:lnTo>
                      <a:lnTo>
                        <a:pt x="858" y="27369"/>
                      </a:lnTo>
                      <a:lnTo>
                        <a:pt x="795" y="27808"/>
                      </a:lnTo>
                      <a:lnTo>
                        <a:pt x="1067" y="28289"/>
                      </a:lnTo>
                      <a:lnTo>
                        <a:pt x="1067" y="28394"/>
                      </a:lnTo>
                      <a:lnTo>
                        <a:pt x="984" y="28457"/>
                      </a:lnTo>
                      <a:lnTo>
                        <a:pt x="1005" y="28561"/>
                      </a:lnTo>
                      <a:lnTo>
                        <a:pt x="942" y="28708"/>
                      </a:lnTo>
                      <a:lnTo>
                        <a:pt x="1046" y="28729"/>
                      </a:lnTo>
                      <a:lnTo>
                        <a:pt x="1067" y="28833"/>
                      </a:lnTo>
                      <a:lnTo>
                        <a:pt x="1046" y="28875"/>
                      </a:lnTo>
                      <a:lnTo>
                        <a:pt x="1088" y="28938"/>
                      </a:lnTo>
                      <a:lnTo>
                        <a:pt x="1109" y="29043"/>
                      </a:lnTo>
                      <a:lnTo>
                        <a:pt x="1088" y="29126"/>
                      </a:lnTo>
                      <a:lnTo>
                        <a:pt x="1172" y="29252"/>
                      </a:lnTo>
                      <a:lnTo>
                        <a:pt x="1193" y="29294"/>
                      </a:lnTo>
                      <a:lnTo>
                        <a:pt x="1256" y="29461"/>
                      </a:lnTo>
                      <a:lnTo>
                        <a:pt x="1318" y="29566"/>
                      </a:lnTo>
                      <a:lnTo>
                        <a:pt x="1360" y="29712"/>
                      </a:lnTo>
                      <a:lnTo>
                        <a:pt x="1402" y="29712"/>
                      </a:lnTo>
                      <a:lnTo>
                        <a:pt x="1507" y="29796"/>
                      </a:lnTo>
                      <a:lnTo>
                        <a:pt x="1632" y="29712"/>
                      </a:lnTo>
                      <a:lnTo>
                        <a:pt x="1737" y="29900"/>
                      </a:lnTo>
                      <a:lnTo>
                        <a:pt x="1883" y="29817"/>
                      </a:lnTo>
                      <a:lnTo>
                        <a:pt x="2009" y="29859"/>
                      </a:lnTo>
                      <a:lnTo>
                        <a:pt x="2113" y="30026"/>
                      </a:lnTo>
                      <a:lnTo>
                        <a:pt x="2260" y="29921"/>
                      </a:lnTo>
                      <a:lnTo>
                        <a:pt x="2427" y="29880"/>
                      </a:lnTo>
                      <a:lnTo>
                        <a:pt x="2511" y="29963"/>
                      </a:lnTo>
                      <a:lnTo>
                        <a:pt x="2574" y="29963"/>
                      </a:lnTo>
                      <a:lnTo>
                        <a:pt x="2846" y="30026"/>
                      </a:lnTo>
                      <a:lnTo>
                        <a:pt x="2867" y="30172"/>
                      </a:lnTo>
                      <a:lnTo>
                        <a:pt x="2825" y="30319"/>
                      </a:lnTo>
                      <a:lnTo>
                        <a:pt x="2930" y="30424"/>
                      </a:lnTo>
                      <a:lnTo>
                        <a:pt x="2930" y="30612"/>
                      </a:lnTo>
                      <a:lnTo>
                        <a:pt x="3055" y="30737"/>
                      </a:lnTo>
                      <a:lnTo>
                        <a:pt x="3139" y="30905"/>
                      </a:lnTo>
                      <a:lnTo>
                        <a:pt x="3285" y="31114"/>
                      </a:lnTo>
                      <a:lnTo>
                        <a:pt x="3390" y="31177"/>
                      </a:lnTo>
                      <a:lnTo>
                        <a:pt x="3453" y="31365"/>
                      </a:lnTo>
                      <a:lnTo>
                        <a:pt x="3620" y="31428"/>
                      </a:lnTo>
                      <a:lnTo>
                        <a:pt x="3829" y="31595"/>
                      </a:lnTo>
                      <a:lnTo>
                        <a:pt x="3871" y="31700"/>
                      </a:lnTo>
                      <a:lnTo>
                        <a:pt x="4018" y="31805"/>
                      </a:lnTo>
                      <a:lnTo>
                        <a:pt x="3934" y="31867"/>
                      </a:lnTo>
                      <a:lnTo>
                        <a:pt x="3829" y="32056"/>
                      </a:lnTo>
                      <a:lnTo>
                        <a:pt x="3557" y="32097"/>
                      </a:lnTo>
                      <a:lnTo>
                        <a:pt x="3411" y="31993"/>
                      </a:lnTo>
                      <a:lnTo>
                        <a:pt x="3369" y="32097"/>
                      </a:lnTo>
                      <a:lnTo>
                        <a:pt x="3369" y="32223"/>
                      </a:lnTo>
                      <a:lnTo>
                        <a:pt x="3474" y="32411"/>
                      </a:lnTo>
                      <a:lnTo>
                        <a:pt x="3453" y="32579"/>
                      </a:lnTo>
                      <a:lnTo>
                        <a:pt x="3578" y="32725"/>
                      </a:lnTo>
                      <a:lnTo>
                        <a:pt x="3578" y="32893"/>
                      </a:lnTo>
                      <a:lnTo>
                        <a:pt x="3683" y="32913"/>
                      </a:lnTo>
                      <a:lnTo>
                        <a:pt x="3808" y="32893"/>
                      </a:lnTo>
                      <a:lnTo>
                        <a:pt x="3808" y="32746"/>
                      </a:lnTo>
                      <a:lnTo>
                        <a:pt x="3892" y="32683"/>
                      </a:lnTo>
                      <a:lnTo>
                        <a:pt x="4185" y="32788"/>
                      </a:lnTo>
                      <a:lnTo>
                        <a:pt x="4457" y="32788"/>
                      </a:lnTo>
                      <a:lnTo>
                        <a:pt x="4624" y="32704"/>
                      </a:lnTo>
                      <a:lnTo>
                        <a:pt x="4750" y="32704"/>
                      </a:lnTo>
                      <a:lnTo>
                        <a:pt x="4834" y="32955"/>
                      </a:lnTo>
                      <a:lnTo>
                        <a:pt x="4959" y="33060"/>
                      </a:lnTo>
                      <a:lnTo>
                        <a:pt x="4875" y="33206"/>
                      </a:lnTo>
                      <a:lnTo>
                        <a:pt x="5043" y="33416"/>
                      </a:lnTo>
                      <a:lnTo>
                        <a:pt x="5357" y="33353"/>
                      </a:lnTo>
                      <a:lnTo>
                        <a:pt x="5461" y="33457"/>
                      </a:lnTo>
                      <a:lnTo>
                        <a:pt x="5482" y="33583"/>
                      </a:lnTo>
                      <a:lnTo>
                        <a:pt x="5587" y="33625"/>
                      </a:lnTo>
                      <a:lnTo>
                        <a:pt x="5587" y="33771"/>
                      </a:lnTo>
                      <a:lnTo>
                        <a:pt x="5650" y="33960"/>
                      </a:lnTo>
                      <a:lnTo>
                        <a:pt x="5901" y="34211"/>
                      </a:lnTo>
                      <a:lnTo>
                        <a:pt x="6005" y="34106"/>
                      </a:lnTo>
                      <a:lnTo>
                        <a:pt x="6173" y="34190"/>
                      </a:lnTo>
                      <a:lnTo>
                        <a:pt x="6298" y="34169"/>
                      </a:lnTo>
                      <a:lnTo>
                        <a:pt x="6424" y="34190"/>
                      </a:lnTo>
                      <a:lnTo>
                        <a:pt x="6612" y="34043"/>
                      </a:lnTo>
                      <a:lnTo>
                        <a:pt x="6696" y="34043"/>
                      </a:lnTo>
                      <a:lnTo>
                        <a:pt x="6821" y="34315"/>
                      </a:lnTo>
                      <a:lnTo>
                        <a:pt x="7010" y="34420"/>
                      </a:lnTo>
                      <a:lnTo>
                        <a:pt x="7051" y="34525"/>
                      </a:lnTo>
                      <a:lnTo>
                        <a:pt x="7135" y="34462"/>
                      </a:lnTo>
                      <a:lnTo>
                        <a:pt x="7344" y="34504"/>
                      </a:lnTo>
                      <a:lnTo>
                        <a:pt x="7491" y="34504"/>
                      </a:lnTo>
                      <a:lnTo>
                        <a:pt x="7595" y="34587"/>
                      </a:lnTo>
                      <a:lnTo>
                        <a:pt x="7742" y="34566"/>
                      </a:lnTo>
                      <a:lnTo>
                        <a:pt x="7888" y="34671"/>
                      </a:lnTo>
                      <a:lnTo>
                        <a:pt x="8077" y="34692"/>
                      </a:lnTo>
                      <a:lnTo>
                        <a:pt x="8160" y="34608"/>
                      </a:lnTo>
                      <a:lnTo>
                        <a:pt x="8202" y="34734"/>
                      </a:lnTo>
                      <a:lnTo>
                        <a:pt x="8286" y="34797"/>
                      </a:lnTo>
                      <a:lnTo>
                        <a:pt x="8286" y="34943"/>
                      </a:lnTo>
                      <a:lnTo>
                        <a:pt x="8181" y="35090"/>
                      </a:lnTo>
                      <a:lnTo>
                        <a:pt x="8056" y="35110"/>
                      </a:lnTo>
                      <a:lnTo>
                        <a:pt x="8014" y="35362"/>
                      </a:lnTo>
                      <a:lnTo>
                        <a:pt x="8181" y="35466"/>
                      </a:lnTo>
                      <a:lnTo>
                        <a:pt x="8202" y="35634"/>
                      </a:lnTo>
                      <a:lnTo>
                        <a:pt x="8119" y="35843"/>
                      </a:lnTo>
                      <a:lnTo>
                        <a:pt x="8160" y="35989"/>
                      </a:lnTo>
                      <a:lnTo>
                        <a:pt x="8056" y="36073"/>
                      </a:lnTo>
                      <a:lnTo>
                        <a:pt x="7763" y="36094"/>
                      </a:lnTo>
                      <a:lnTo>
                        <a:pt x="7637" y="36303"/>
                      </a:lnTo>
                      <a:lnTo>
                        <a:pt x="7554" y="36345"/>
                      </a:lnTo>
                      <a:lnTo>
                        <a:pt x="7533" y="36596"/>
                      </a:lnTo>
                      <a:lnTo>
                        <a:pt x="7554" y="36596"/>
                      </a:lnTo>
                      <a:lnTo>
                        <a:pt x="7658" y="36617"/>
                      </a:lnTo>
                      <a:lnTo>
                        <a:pt x="7784" y="36554"/>
                      </a:lnTo>
                      <a:lnTo>
                        <a:pt x="7951" y="36512"/>
                      </a:lnTo>
                      <a:lnTo>
                        <a:pt x="7972" y="36575"/>
                      </a:lnTo>
                      <a:lnTo>
                        <a:pt x="7951" y="36659"/>
                      </a:lnTo>
                      <a:lnTo>
                        <a:pt x="7637" y="36805"/>
                      </a:lnTo>
                      <a:lnTo>
                        <a:pt x="7491" y="36889"/>
                      </a:lnTo>
                      <a:lnTo>
                        <a:pt x="7554" y="36931"/>
                      </a:lnTo>
                      <a:lnTo>
                        <a:pt x="7637" y="36931"/>
                      </a:lnTo>
                      <a:lnTo>
                        <a:pt x="7554" y="37014"/>
                      </a:lnTo>
                      <a:lnTo>
                        <a:pt x="7428" y="36994"/>
                      </a:lnTo>
                      <a:lnTo>
                        <a:pt x="7240" y="37014"/>
                      </a:lnTo>
                      <a:lnTo>
                        <a:pt x="7323" y="37203"/>
                      </a:lnTo>
                      <a:lnTo>
                        <a:pt x="7386" y="37286"/>
                      </a:lnTo>
                      <a:lnTo>
                        <a:pt x="7449" y="37224"/>
                      </a:lnTo>
                      <a:lnTo>
                        <a:pt x="7470" y="37286"/>
                      </a:lnTo>
                      <a:lnTo>
                        <a:pt x="7575" y="37307"/>
                      </a:lnTo>
                      <a:lnTo>
                        <a:pt x="7575" y="37349"/>
                      </a:lnTo>
                      <a:lnTo>
                        <a:pt x="7491" y="37391"/>
                      </a:lnTo>
                      <a:lnTo>
                        <a:pt x="7449" y="37454"/>
                      </a:lnTo>
                      <a:lnTo>
                        <a:pt x="7365" y="37454"/>
                      </a:lnTo>
                      <a:lnTo>
                        <a:pt x="7323" y="37517"/>
                      </a:lnTo>
                      <a:lnTo>
                        <a:pt x="7323" y="37559"/>
                      </a:lnTo>
                      <a:lnTo>
                        <a:pt x="7177" y="37705"/>
                      </a:lnTo>
                      <a:lnTo>
                        <a:pt x="7177" y="37831"/>
                      </a:lnTo>
                      <a:lnTo>
                        <a:pt x="7240" y="37851"/>
                      </a:lnTo>
                      <a:lnTo>
                        <a:pt x="7219" y="38019"/>
                      </a:lnTo>
                      <a:lnTo>
                        <a:pt x="7114" y="37977"/>
                      </a:lnTo>
                      <a:lnTo>
                        <a:pt x="7072" y="38019"/>
                      </a:lnTo>
                      <a:lnTo>
                        <a:pt x="6968" y="37935"/>
                      </a:lnTo>
                      <a:lnTo>
                        <a:pt x="6842" y="37914"/>
                      </a:lnTo>
                      <a:lnTo>
                        <a:pt x="6842" y="37956"/>
                      </a:lnTo>
                      <a:lnTo>
                        <a:pt x="6905" y="38040"/>
                      </a:lnTo>
                      <a:lnTo>
                        <a:pt x="6821" y="38061"/>
                      </a:lnTo>
                      <a:lnTo>
                        <a:pt x="6738" y="38144"/>
                      </a:lnTo>
                      <a:lnTo>
                        <a:pt x="6863" y="38165"/>
                      </a:lnTo>
                      <a:lnTo>
                        <a:pt x="6947" y="38165"/>
                      </a:lnTo>
                      <a:lnTo>
                        <a:pt x="7114" y="38291"/>
                      </a:lnTo>
                      <a:lnTo>
                        <a:pt x="7114" y="38375"/>
                      </a:lnTo>
                      <a:lnTo>
                        <a:pt x="7240" y="38500"/>
                      </a:lnTo>
                      <a:lnTo>
                        <a:pt x="7449" y="38479"/>
                      </a:lnTo>
                      <a:lnTo>
                        <a:pt x="7679" y="38605"/>
                      </a:lnTo>
                      <a:lnTo>
                        <a:pt x="7847" y="38647"/>
                      </a:lnTo>
                      <a:lnTo>
                        <a:pt x="8202" y="38898"/>
                      </a:lnTo>
                      <a:lnTo>
                        <a:pt x="8286" y="39023"/>
                      </a:lnTo>
                      <a:lnTo>
                        <a:pt x="8391" y="39065"/>
                      </a:lnTo>
                      <a:lnTo>
                        <a:pt x="8412" y="39128"/>
                      </a:lnTo>
                      <a:lnTo>
                        <a:pt x="8516" y="39211"/>
                      </a:lnTo>
                      <a:lnTo>
                        <a:pt x="8600" y="39211"/>
                      </a:lnTo>
                      <a:lnTo>
                        <a:pt x="8621" y="39295"/>
                      </a:lnTo>
                      <a:lnTo>
                        <a:pt x="8725" y="39337"/>
                      </a:lnTo>
                      <a:lnTo>
                        <a:pt x="8788" y="39337"/>
                      </a:lnTo>
                      <a:lnTo>
                        <a:pt x="8893" y="39483"/>
                      </a:lnTo>
                      <a:lnTo>
                        <a:pt x="8997" y="39504"/>
                      </a:lnTo>
                      <a:lnTo>
                        <a:pt x="9039" y="39525"/>
                      </a:lnTo>
                      <a:lnTo>
                        <a:pt x="9102" y="39504"/>
                      </a:lnTo>
                      <a:lnTo>
                        <a:pt x="9248" y="39630"/>
                      </a:lnTo>
                      <a:lnTo>
                        <a:pt x="9248" y="39714"/>
                      </a:lnTo>
                      <a:lnTo>
                        <a:pt x="9374" y="39735"/>
                      </a:lnTo>
                      <a:lnTo>
                        <a:pt x="9520" y="39923"/>
                      </a:lnTo>
                      <a:lnTo>
                        <a:pt x="9583" y="40007"/>
                      </a:lnTo>
                      <a:lnTo>
                        <a:pt x="9625" y="40237"/>
                      </a:lnTo>
                      <a:lnTo>
                        <a:pt x="9730" y="40425"/>
                      </a:lnTo>
                      <a:lnTo>
                        <a:pt x="9688" y="40488"/>
                      </a:lnTo>
                      <a:lnTo>
                        <a:pt x="9730" y="40572"/>
                      </a:lnTo>
                      <a:cubicBezTo>
                        <a:pt x="9939" y="40572"/>
                        <a:pt x="10483" y="40572"/>
                        <a:pt x="10462" y="40446"/>
                      </a:cubicBezTo>
                      <a:lnTo>
                        <a:pt x="10420" y="40279"/>
                      </a:lnTo>
                      <a:lnTo>
                        <a:pt x="11090" y="40258"/>
                      </a:lnTo>
                      <a:cubicBezTo>
                        <a:pt x="11090" y="40258"/>
                        <a:pt x="11215" y="40383"/>
                        <a:pt x="11320" y="40383"/>
                      </a:cubicBezTo>
                      <a:cubicBezTo>
                        <a:pt x="11425" y="40383"/>
                        <a:pt x="11948" y="40153"/>
                        <a:pt x="11948" y="40153"/>
                      </a:cubicBezTo>
                      <a:cubicBezTo>
                        <a:pt x="11948" y="40153"/>
                        <a:pt x="12073" y="40174"/>
                        <a:pt x="12136" y="40279"/>
                      </a:cubicBezTo>
                      <a:cubicBezTo>
                        <a:pt x="12159" y="40337"/>
                        <a:pt x="12208" y="40350"/>
                        <a:pt x="12254" y="40350"/>
                      </a:cubicBezTo>
                      <a:cubicBezTo>
                        <a:pt x="12291" y="40350"/>
                        <a:pt x="12327" y="40341"/>
                        <a:pt x="12345" y="40341"/>
                      </a:cubicBezTo>
                      <a:lnTo>
                        <a:pt x="12345" y="40320"/>
                      </a:lnTo>
                      <a:lnTo>
                        <a:pt x="12492" y="40341"/>
                      </a:lnTo>
                      <a:lnTo>
                        <a:pt x="12764" y="40551"/>
                      </a:lnTo>
                      <a:lnTo>
                        <a:pt x="12826" y="40676"/>
                      </a:lnTo>
                      <a:lnTo>
                        <a:pt x="13098" y="40697"/>
                      </a:lnTo>
                      <a:lnTo>
                        <a:pt x="13140" y="40592"/>
                      </a:lnTo>
                      <a:lnTo>
                        <a:pt x="13308" y="40488"/>
                      </a:lnTo>
                      <a:lnTo>
                        <a:pt x="13496" y="40258"/>
                      </a:lnTo>
                      <a:lnTo>
                        <a:pt x="13433" y="40237"/>
                      </a:lnTo>
                      <a:lnTo>
                        <a:pt x="13119" y="39965"/>
                      </a:lnTo>
                      <a:lnTo>
                        <a:pt x="12910" y="39714"/>
                      </a:lnTo>
                      <a:lnTo>
                        <a:pt x="12889" y="39546"/>
                      </a:lnTo>
                      <a:lnTo>
                        <a:pt x="12805" y="39442"/>
                      </a:lnTo>
                      <a:lnTo>
                        <a:pt x="12805" y="39295"/>
                      </a:lnTo>
                      <a:lnTo>
                        <a:pt x="12785" y="39211"/>
                      </a:lnTo>
                      <a:lnTo>
                        <a:pt x="12764" y="39170"/>
                      </a:lnTo>
                      <a:lnTo>
                        <a:pt x="12680" y="39170"/>
                      </a:lnTo>
                      <a:lnTo>
                        <a:pt x="12680" y="39065"/>
                      </a:lnTo>
                      <a:lnTo>
                        <a:pt x="12722" y="39086"/>
                      </a:lnTo>
                      <a:lnTo>
                        <a:pt x="12764" y="38981"/>
                      </a:lnTo>
                      <a:lnTo>
                        <a:pt x="12805" y="38877"/>
                      </a:lnTo>
                      <a:lnTo>
                        <a:pt x="12722" y="38877"/>
                      </a:lnTo>
                      <a:lnTo>
                        <a:pt x="12680" y="38919"/>
                      </a:lnTo>
                      <a:lnTo>
                        <a:pt x="12554" y="38856"/>
                      </a:lnTo>
                      <a:lnTo>
                        <a:pt x="12554" y="38667"/>
                      </a:lnTo>
                      <a:lnTo>
                        <a:pt x="12450" y="38647"/>
                      </a:lnTo>
                      <a:lnTo>
                        <a:pt x="12366" y="38563"/>
                      </a:lnTo>
                      <a:lnTo>
                        <a:pt x="12282" y="38584"/>
                      </a:lnTo>
                      <a:lnTo>
                        <a:pt x="12178" y="38584"/>
                      </a:lnTo>
                      <a:lnTo>
                        <a:pt x="12136" y="38375"/>
                      </a:lnTo>
                      <a:lnTo>
                        <a:pt x="12157" y="38270"/>
                      </a:lnTo>
                      <a:lnTo>
                        <a:pt x="12199" y="38228"/>
                      </a:lnTo>
                      <a:lnTo>
                        <a:pt x="12199" y="38019"/>
                      </a:lnTo>
                      <a:lnTo>
                        <a:pt x="12261" y="37914"/>
                      </a:lnTo>
                      <a:lnTo>
                        <a:pt x="12282" y="37768"/>
                      </a:lnTo>
                      <a:lnTo>
                        <a:pt x="12345" y="37726"/>
                      </a:lnTo>
                      <a:lnTo>
                        <a:pt x="12366" y="37600"/>
                      </a:lnTo>
                      <a:lnTo>
                        <a:pt x="12408" y="37517"/>
                      </a:lnTo>
                      <a:lnTo>
                        <a:pt x="12408" y="37433"/>
                      </a:lnTo>
                      <a:lnTo>
                        <a:pt x="12471" y="37454"/>
                      </a:lnTo>
                      <a:lnTo>
                        <a:pt x="12513" y="37517"/>
                      </a:lnTo>
                      <a:lnTo>
                        <a:pt x="12575" y="37496"/>
                      </a:lnTo>
                      <a:lnTo>
                        <a:pt x="12596" y="37412"/>
                      </a:lnTo>
                      <a:lnTo>
                        <a:pt x="12659" y="37454"/>
                      </a:lnTo>
                      <a:lnTo>
                        <a:pt x="12701" y="37412"/>
                      </a:lnTo>
                      <a:lnTo>
                        <a:pt x="12785" y="37412"/>
                      </a:lnTo>
                      <a:lnTo>
                        <a:pt x="12868" y="37349"/>
                      </a:lnTo>
                      <a:lnTo>
                        <a:pt x="12826" y="37307"/>
                      </a:lnTo>
                      <a:lnTo>
                        <a:pt x="12764" y="37286"/>
                      </a:lnTo>
                      <a:lnTo>
                        <a:pt x="12805" y="37286"/>
                      </a:lnTo>
                      <a:cubicBezTo>
                        <a:pt x="12805" y="37286"/>
                        <a:pt x="12826" y="37307"/>
                        <a:pt x="12868" y="37307"/>
                      </a:cubicBezTo>
                      <a:cubicBezTo>
                        <a:pt x="12889" y="37307"/>
                        <a:pt x="12931" y="37286"/>
                        <a:pt x="12931" y="37286"/>
                      </a:cubicBezTo>
                      <a:lnTo>
                        <a:pt x="12994" y="37328"/>
                      </a:lnTo>
                      <a:lnTo>
                        <a:pt x="13036" y="37307"/>
                      </a:lnTo>
                      <a:lnTo>
                        <a:pt x="13015" y="37245"/>
                      </a:lnTo>
                      <a:lnTo>
                        <a:pt x="12847" y="37140"/>
                      </a:lnTo>
                      <a:lnTo>
                        <a:pt x="12931" y="37119"/>
                      </a:lnTo>
                      <a:lnTo>
                        <a:pt x="13036" y="37140"/>
                      </a:lnTo>
                      <a:lnTo>
                        <a:pt x="13098" y="37119"/>
                      </a:lnTo>
                      <a:lnTo>
                        <a:pt x="13161" y="37140"/>
                      </a:lnTo>
                      <a:lnTo>
                        <a:pt x="13161" y="37077"/>
                      </a:lnTo>
                      <a:lnTo>
                        <a:pt x="13119" y="37035"/>
                      </a:lnTo>
                      <a:lnTo>
                        <a:pt x="13161" y="37035"/>
                      </a:lnTo>
                      <a:lnTo>
                        <a:pt x="13161" y="36994"/>
                      </a:lnTo>
                      <a:lnTo>
                        <a:pt x="13119" y="36931"/>
                      </a:lnTo>
                      <a:lnTo>
                        <a:pt x="13203" y="36910"/>
                      </a:lnTo>
                      <a:lnTo>
                        <a:pt x="13203" y="36868"/>
                      </a:lnTo>
                      <a:lnTo>
                        <a:pt x="13203" y="36805"/>
                      </a:lnTo>
                      <a:lnTo>
                        <a:pt x="13057" y="36722"/>
                      </a:lnTo>
                      <a:lnTo>
                        <a:pt x="12910" y="36784"/>
                      </a:lnTo>
                      <a:lnTo>
                        <a:pt x="12701" y="36659"/>
                      </a:lnTo>
                      <a:lnTo>
                        <a:pt x="12701" y="36554"/>
                      </a:lnTo>
                      <a:lnTo>
                        <a:pt x="12910" y="36554"/>
                      </a:lnTo>
                      <a:lnTo>
                        <a:pt x="12680" y="36157"/>
                      </a:lnTo>
                      <a:lnTo>
                        <a:pt x="12408" y="35885"/>
                      </a:lnTo>
                      <a:lnTo>
                        <a:pt x="12052" y="35780"/>
                      </a:lnTo>
                      <a:lnTo>
                        <a:pt x="11989" y="35864"/>
                      </a:lnTo>
                      <a:lnTo>
                        <a:pt x="11822" y="35717"/>
                      </a:lnTo>
                      <a:lnTo>
                        <a:pt x="11843" y="35634"/>
                      </a:lnTo>
                      <a:lnTo>
                        <a:pt x="11738" y="35466"/>
                      </a:lnTo>
                      <a:lnTo>
                        <a:pt x="11508" y="35403"/>
                      </a:lnTo>
                      <a:lnTo>
                        <a:pt x="11571" y="35194"/>
                      </a:lnTo>
                      <a:lnTo>
                        <a:pt x="11634" y="34818"/>
                      </a:lnTo>
                      <a:lnTo>
                        <a:pt x="11550" y="34734"/>
                      </a:lnTo>
                      <a:lnTo>
                        <a:pt x="11529" y="34462"/>
                      </a:lnTo>
                      <a:lnTo>
                        <a:pt x="11634" y="34399"/>
                      </a:lnTo>
                      <a:lnTo>
                        <a:pt x="11780" y="34211"/>
                      </a:lnTo>
                      <a:lnTo>
                        <a:pt x="11780" y="34064"/>
                      </a:lnTo>
                      <a:lnTo>
                        <a:pt x="11864" y="33960"/>
                      </a:lnTo>
                      <a:lnTo>
                        <a:pt x="12178" y="34253"/>
                      </a:lnTo>
                      <a:lnTo>
                        <a:pt x="12199" y="34357"/>
                      </a:lnTo>
                      <a:lnTo>
                        <a:pt x="12387" y="34462"/>
                      </a:lnTo>
                      <a:lnTo>
                        <a:pt x="12575" y="34420"/>
                      </a:lnTo>
                      <a:lnTo>
                        <a:pt x="12554" y="34253"/>
                      </a:lnTo>
                      <a:lnTo>
                        <a:pt x="12617" y="34190"/>
                      </a:lnTo>
                      <a:lnTo>
                        <a:pt x="12492" y="33729"/>
                      </a:lnTo>
                      <a:lnTo>
                        <a:pt x="12680" y="33688"/>
                      </a:lnTo>
                      <a:lnTo>
                        <a:pt x="12868" y="33688"/>
                      </a:lnTo>
                      <a:lnTo>
                        <a:pt x="12868" y="33562"/>
                      </a:lnTo>
                      <a:lnTo>
                        <a:pt x="12785" y="33457"/>
                      </a:lnTo>
                      <a:lnTo>
                        <a:pt x="12805" y="33332"/>
                      </a:lnTo>
                      <a:lnTo>
                        <a:pt x="12994" y="33227"/>
                      </a:lnTo>
                      <a:lnTo>
                        <a:pt x="13077" y="33227"/>
                      </a:lnTo>
                      <a:lnTo>
                        <a:pt x="13119" y="33060"/>
                      </a:lnTo>
                      <a:lnTo>
                        <a:pt x="13203" y="32997"/>
                      </a:lnTo>
                      <a:lnTo>
                        <a:pt x="13329" y="33018"/>
                      </a:lnTo>
                      <a:lnTo>
                        <a:pt x="13349" y="32913"/>
                      </a:lnTo>
                      <a:lnTo>
                        <a:pt x="13329" y="32809"/>
                      </a:lnTo>
                      <a:lnTo>
                        <a:pt x="13349" y="32725"/>
                      </a:lnTo>
                      <a:lnTo>
                        <a:pt x="13538" y="32830"/>
                      </a:lnTo>
                      <a:lnTo>
                        <a:pt x="13663" y="32893"/>
                      </a:lnTo>
                      <a:lnTo>
                        <a:pt x="13642" y="32955"/>
                      </a:lnTo>
                      <a:lnTo>
                        <a:pt x="13559" y="33060"/>
                      </a:lnTo>
                      <a:lnTo>
                        <a:pt x="13621" y="33123"/>
                      </a:lnTo>
                      <a:lnTo>
                        <a:pt x="13726" y="33060"/>
                      </a:lnTo>
                      <a:lnTo>
                        <a:pt x="13747" y="32997"/>
                      </a:lnTo>
                      <a:lnTo>
                        <a:pt x="13831" y="32934"/>
                      </a:lnTo>
                      <a:lnTo>
                        <a:pt x="13831" y="33039"/>
                      </a:lnTo>
                      <a:lnTo>
                        <a:pt x="13914" y="32955"/>
                      </a:lnTo>
                      <a:lnTo>
                        <a:pt x="13935" y="32893"/>
                      </a:lnTo>
                      <a:lnTo>
                        <a:pt x="14040" y="32893"/>
                      </a:lnTo>
                      <a:lnTo>
                        <a:pt x="14165" y="32809"/>
                      </a:lnTo>
                      <a:lnTo>
                        <a:pt x="14270" y="32809"/>
                      </a:lnTo>
                      <a:lnTo>
                        <a:pt x="14312" y="32955"/>
                      </a:lnTo>
                      <a:lnTo>
                        <a:pt x="14458" y="33039"/>
                      </a:lnTo>
                      <a:lnTo>
                        <a:pt x="14668" y="32955"/>
                      </a:lnTo>
                      <a:lnTo>
                        <a:pt x="14772" y="32955"/>
                      </a:lnTo>
                      <a:lnTo>
                        <a:pt x="14814" y="33039"/>
                      </a:lnTo>
                      <a:lnTo>
                        <a:pt x="14898" y="33039"/>
                      </a:lnTo>
                      <a:lnTo>
                        <a:pt x="15002" y="33206"/>
                      </a:lnTo>
                      <a:lnTo>
                        <a:pt x="15128" y="33206"/>
                      </a:lnTo>
                      <a:lnTo>
                        <a:pt x="15233" y="33332"/>
                      </a:lnTo>
                      <a:lnTo>
                        <a:pt x="15400" y="33457"/>
                      </a:lnTo>
                      <a:lnTo>
                        <a:pt x="15463" y="33457"/>
                      </a:lnTo>
                      <a:lnTo>
                        <a:pt x="15526" y="33541"/>
                      </a:lnTo>
                      <a:lnTo>
                        <a:pt x="15526" y="33667"/>
                      </a:lnTo>
                      <a:lnTo>
                        <a:pt x="15609" y="33688"/>
                      </a:lnTo>
                      <a:lnTo>
                        <a:pt x="15672" y="33583"/>
                      </a:lnTo>
                      <a:lnTo>
                        <a:pt x="15672" y="33437"/>
                      </a:lnTo>
                      <a:lnTo>
                        <a:pt x="15777" y="33353"/>
                      </a:lnTo>
                      <a:lnTo>
                        <a:pt x="15860" y="33457"/>
                      </a:lnTo>
                      <a:lnTo>
                        <a:pt x="16070" y="33478"/>
                      </a:lnTo>
                      <a:lnTo>
                        <a:pt x="16153" y="33583"/>
                      </a:lnTo>
                      <a:lnTo>
                        <a:pt x="16258" y="33625"/>
                      </a:lnTo>
                      <a:lnTo>
                        <a:pt x="16383" y="33520"/>
                      </a:lnTo>
                      <a:lnTo>
                        <a:pt x="16383" y="33311"/>
                      </a:lnTo>
                      <a:lnTo>
                        <a:pt x="16509" y="33311"/>
                      </a:lnTo>
                      <a:lnTo>
                        <a:pt x="16509" y="33206"/>
                      </a:lnTo>
                      <a:lnTo>
                        <a:pt x="16614" y="33165"/>
                      </a:lnTo>
                      <a:lnTo>
                        <a:pt x="16697" y="33248"/>
                      </a:lnTo>
                      <a:lnTo>
                        <a:pt x="16760" y="33144"/>
                      </a:lnTo>
                      <a:lnTo>
                        <a:pt x="16886" y="33123"/>
                      </a:lnTo>
                      <a:lnTo>
                        <a:pt x="17032" y="33269"/>
                      </a:lnTo>
                      <a:lnTo>
                        <a:pt x="17074" y="33332"/>
                      </a:lnTo>
                      <a:lnTo>
                        <a:pt x="17220" y="33311"/>
                      </a:lnTo>
                      <a:lnTo>
                        <a:pt x="17199" y="33165"/>
                      </a:lnTo>
                      <a:lnTo>
                        <a:pt x="17283" y="33144"/>
                      </a:lnTo>
                      <a:lnTo>
                        <a:pt x="17409" y="33144"/>
                      </a:lnTo>
                      <a:lnTo>
                        <a:pt x="17451" y="33060"/>
                      </a:lnTo>
                      <a:lnTo>
                        <a:pt x="17597" y="33144"/>
                      </a:lnTo>
                      <a:lnTo>
                        <a:pt x="17660" y="33206"/>
                      </a:lnTo>
                      <a:lnTo>
                        <a:pt x="17639" y="33269"/>
                      </a:lnTo>
                      <a:lnTo>
                        <a:pt x="17555" y="33332"/>
                      </a:lnTo>
                      <a:lnTo>
                        <a:pt x="17660" y="33457"/>
                      </a:lnTo>
                      <a:lnTo>
                        <a:pt x="17764" y="33478"/>
                      </a:lnTo>
                      <a:lnTo>
                        <a:pt x="17827" y="33457"/>
                      </a:lnTo>
                      <a:lnTo>
                        <a:pt x="17911" y="33520"/>
                      </a:lnTo>
                      <a:lnTo>
                        <a:pt x="18078" y="33520"/>
                      </a:lnTo>
                      <a:lnTo>
                        <a:pt x="18287" y="33625"/>
                      </a:lnTo>
                      <a:lnTo>
                        <a:pt x="18434" y="33583"/>
                      </a:lnTo>
                      <a:lnTo>
                        <a:pt x="18476" y="33457"/>
                      </a:lnTo>
                      <a:lnTo>
                        <a:pt x="18476" y="33353"/>
                      </a:lnTo>
                      <a:lnTo>
                        <a:pt x="18539" y="33311"/>
                      </a:lnTo>
                      <a:lnTo>
                        <a:pt x="18706" y="33416"/>
                      </a:lnTo>
                      <a:lnTo>
                        <a:pt x="18873" y="33437"/>
                      </a:lnTo>
                      <a:lnTo>
                        <a:pt x="19062" y="33353"/>
                      </a:lnTo>
                      <a:lnTo>
                        <a:pt x="19103" y="33248"/>
                      </a:lnTo>
                      <a:lnTo>
                        <a:pt x="19083" y="32809"/>
                      </a:lnTo>
                      <a:lnTo>
                        <a:pt x="19020" y="32746"/>
                      </a:lnTo>
                      <a:lnTo>
                        <a:pt x="18852" y="32746"/>
                      </a:lnTo>
                      <a:lnTo>
                        <a:pt x="18748" y="32683"/>
                      </a:lnTo>
                      <a:lnTo>
                        <a:pt x="18706" y="32621"/>
                      </a:lnTo>
                      <a:lnTo>
                        <a:pt x="18580" y="32600"/>
                      </a:lnTo>
                      <a:lnTo>
                        <a:pt x="18497" y="32516"/>
                      </a:lnTo>
                      <a:lnTo>
                        <a:pt x="18371" y="32516"/>
                      </a:lnTo>
                      <a:lnTo>
                        <a:pt x="18371" y="32432"/>
                      </a:lnTo>
                      <a:lnTo>
                        <a:pt x="18350" y="32369"/>
                      </a:lnTo>
                      <a:lnTo>
                        <a:pt x="18371" y="32307"/>
                      </a:lnTo>
                      <a:lnTo>
                        <a:pt x="18476" y="32307"/>
                      </a:lnTo>
                      <a:lnTo>
                        <a:pt x="18497" y="32181"/>
                      </a:lnTo>
                      <a:lnTo>
                        <a:pt x="18580" y="32077"/>
                      </a:lnTo>
                      <a:lnTo>
                        <a:pt x="18559" y="31951"/>
                      </a:lnTo>
                      <a:lnTo>
                        <a:pt x="18476" y="31951"/>
                      </a:lnTo>
                      <a:lnTo>
                        <a:pt x="18476" y="31805"/>
                      </a:lnTo>
                      <a:lnTo>
                        <a:pt x="18601" y="31637"/>
                      </a:lnTo>
                      <a:lnTo>
                        <a:pt x="18748" y="31491"/>
                      </a:lnTo>
                      <a:lnTo>
                        <a:pt x="18978" y="31470"/>
                      </a:lnTo>
                      <a:lnTo>
                        <a:pt x="19083" y="31491"/>
                      </a:lnTo>
                      <a:lnTo>
                        <a:pt x="19166" y="31449"/>
                      </a:lnTo>
                      <a:lnTo>
                        <a:pt x="19166" y="31344"/>
                      </a:lnTo>
                      <a:lnTo>
                        <a:pt x="19062" y="31323"/>
                      </a:lnTo>
                      <a:lnTo>
                        <a:pt x="18978" y="31219"/>
                      </a:lnTo>
                      <a:lnTo>
                        <a:pt x="18873" y="31219"/>
                      </a:lnTo>
                      <a:lnTo>
                        <a:pt x="18790" y="31260"/>
                      </a:lnTo>
                      <a:lnTo>
                        <a:pt x="18685" y="31219"/>
                      </a:lnTo>
                      <a:lnTo>
                        <a:pt x="18539" y="31219"/>
                      </a:lnTo>
                      <a:lnTo>
                        <a:pt x="18539" y="31135"/>
                      </a:lnTo>
                      <a:lnTo>
                        <a:pt x="18580" y="31072"/>
                      </a:lnTo>
                      <a:lnTo>
                        <a:pt x="18748" y="31072"/>
                      </a:lnTo>
                      <a:lnTo>
                        <a:pt x="18685" y="30947"/>
                      </a:lnTo>
                      <a:lnTo>
                        <a:pt x="18539" y="30968"/>
                      </a:lnTo>
                      <a:lnTo>
                        <a:pt x="18434" y="30947"/>
                      </a:lnTo>
                      <a:lnTo>
                        <a:pt x="18476" y="30905"/>
                      </a:lnTo>
                      <a:lnTo>
                        <a:pt x="18434" y="30758"/>
                      </a:lnTo>
                      <a:lnTo>
                        <a:pt x="18476" y="30737"/>
                      </a:lnTo>
                      <a:lnTo>
                        <a:pt x="18601" y="30737"/>
                      </a:lnTo>
                      <a:lnTo>
                        <a:pt x="18664" y="30654"/>
                      </a:lnTo>
                      <a:lnTo>
                        <a:pt x="18748" y="30654"/>
                      </a:lnTo>
                      <a:lnTo>
                        <a:pt x="18769" y="30716"/>
                      </a:lnTo>
                      <a:lnTo>
                        <a:pt x="18894" y="30696"/>
                      </a:lnTo>
                      <a:lnTo>
                        <a:pt x="18999" y="30758"/>
                      </a:lnTo>
                      <a:lnTo>
                        <a:pt x="19062" y="30716"/>
                      </a:lnTo>
                      <a:lnTo>
                        <a:pt x="19062" y="30633"/>
                      </a:lnTo>
                      <a:lnTo>
                        <a:pt x="19166" y="30591"/>
                      </a:lnTo>
                      <a:lnTo>
                        <a:pt x="19271" y="30591"/>
                      </a:lnTo>
                      <a:lnTo>
                        <a:pt x="19334" y="30696"/>
                      </a:lnTo>
                      <a:lnTo>
                        <a:pt x="19396" y="30612"/>
                      </a:lnTo>
                      <a:lnTo>
                        <a:pt x="19396" y="30528"/>
                      </a:lnTo>
                      <a:lnTo>
                        <a:pt x="19606" y="30486"/>
                      </a:lnTo>
                      <a:lnTo>
                        <a:pt x="19731" y="30486"/>
                      </a:lnTo>
                      <a:lnTo>
                        <a:pt x="19899" y="30403"/>
                      </a:lnTo>
                      <a:lnTo>
                        <a:pt x="20045" y="30403"/>
                      </a:lnTo>
                      <a:lnTo>
                        <a:pt x="20066" y="30340"/>
                      </a:lnTo>
                      <a:lnTo>
                        <a:pt x="20233" y="30235"/>
                      </a:lnTo>
                      <a:lnTo>
                        <a:pt x="20359" y="30235"/>
                      </a:lnTo>
                      <a:lnTo>
                        <a:pt x="20443" y="30193"/>
                      </a:lnTo>
                      <a:lnTo>
                        <a:pt x="20526" y="30193"/>
                      </a:lnTo>
                      <a:lnTo>
                        <a:pt x="20589" y="30214"/>
                      </a:lnTo>
                      <a:lnTo>
                        <a:pt x="20652" y="30172"/>
                      </a:lnTo>
                      <a:lnTo>
                        <a:pt x="20652" y="30026"/>
                      </a:lnTo>
                      <a:lnTo>
                        <a:pt x="20736" y="29984"/>
                      </a:lnTo>
                      <a:lnTo>
                        <a:pt x="20861" y="29984"/>
                      </a:lnTo>
                      <a:lnTo>
                        <a:pt x="20882" y="29900"/>
                      </a:lnTo>
                      <a:lnTo>
                        <a:pt x="20966" y="29859"/>
                      </a:lnTo>
                      <a:lnTo>
                        <a:pt x="21008" y="29900"/>
                      </a:lnTo>
                      <a:lnTo>
                        <a:pt x="21091" y="29921"/>
                      </a:lnTo>
                      <a:lnTo>
                        <a:pt x="21196" y="29880"/>
                      </a:lnTo>
                      <a:lnTo>
                        <a:pt x="21321" y="29817"/>
                      </a:lnTo>
                      <a:lnTo>
                        <a:pt x="21572" y="29670"/>
                      </a:lnTo>
                      <a:lnTo>
                        <a:pt x="21614" y="29670"/>
                      </a:lnTo>
                      <a:lnTo>
                        <a:pt x="21677" y="29649"/>
                      </a:lnTo>
                      <a:lnTo>
                        <a:pt x="21803" y="29608"/>
                      </a:lnTo>
                      <a:lnTo>
                        <a:pt x="21886" y="29503"/>
                      </a:lnTo>
                      <a:lnTo>
                        <a:pt x="21949" y="29545"/>
                      </a:lnTo>
                      <a:lnTo>
                        <a:pt x="22116" y="29503"/>
                      </a:lnTo>
                      <a:lnTo>
                        <a:pt x="22116" y="29440"/>
                      </a:lnTo>
                      <a:lnTo>
                        <a:pt x="22054" y="29356"/>
                      </a:lnTo>
                      <a:lnTo>
                        <a:pt x="22116" y="29336"/>
                      </a:lnTo>
                      <a:lnTo>
                        <a:pt x="22284" y="29336"/>
                      </a:lnTo>
                      <a:lnTo>
                        <a:pt x="22305" y="29231"/>
                      </a:lnTo>
                      <a:lnTo>
                        <a:pt x="22409" y="29168"/>
                      </a:lnTo>
                      <a:lnTo>
                        <a:pt x="22472" y="29168"/>
                      </a:lnTo>
                      <a:lnTo>
                        <a:pt x="22556" y="29147"/>
                      </a:lnTo>
                      <a:lnTo>
                        <a:pt x="22681" y="29189"/>
                      </a:lnTo>
                      <a:lnTo>
                        <a:pt x="22849" y="29168"/>
                      </a:lnTo>
                      <a:lnTo>
                        <a:pt x="22974" y="29273"/>
                      </a:lnTo>
                      <a:lnTo>
                        <a:pt x="23100" y="29273"/>
                      </a:lnTo>
                      <a:lnTo>
                        <a:pt x="23246" y="29210"/>
                      </a:lnTo>
                      <a:lnTo>
                        <a:pt x="23372" y="29210"/>
                      </a:lnTo>
                      <a:lnTo>
                        <a:pt x="23414" y="29356"/>
                      </a:lnTo>
                      <a:lnTo>
                        <a:pt x="23477" y="29377"/>
                      </a:lnTo>
                      <a:lnTo>
                        <a:pt x="23539" y="29503"/>
                      </a:lnTo>
                      <a:lnTo>
                        <a:pt x="23602" y="29608"/>
                      </a:lnTo>
                      <a:lnTo>
                        <a:pt x="23686" y="29670"/>
                      </a:lnTo>
                      <a:lnTo>
                        <a:pt x="23686" y="29712"/>
                      </a:lnTo>
                      <a:lnTo>
                        <a:pt x="23665" y="29817"/>
                      </a:lnTo>
                      <a:lnTo>
                        <a:pt x="23686" y="29921"/>
                      </a:lnTo>
                      <a:lnTo>
                        <a:pt x="23686" y="29984"/>
                      </a:lnTo>
                      <a:lnTo>
                        <a:pt x="23602" y="30005"/>
                      </a:lnTo>
                      <a:lnTo>
                        <a:pt x="23665" y="30110"/>
                      </a:lnTo>
                      <a:lnTo>
                        <a:pt x="23749" y="30152"/>
                      </a:lnTo>
                      <a:lnTo>
                        <a:pt x="23874" y="30089"/>
                      </a:lnTo>
                      <a:lnTo>
                        <a:pt x="23937" y="30152"/>
                      </a:lnTo>
                      <a:lnTo>
                        <a:pt x="24000" y="30131"/>
                      </a:lnTo>
                      <a:lnTo>
                        <a:pt x="24021" y="30026"/>
                      </a:lnTo>
                      <a:lnTo>
                        <a:pt x="24104" y="30005"/>
                      </a:lnTo>
                      <a:lnTo>
                        <a:pt x="24125" y="30110"/>
                      </a:lnTo>
                      <a:lnTo>
                        <a:pt x="24209" y="30110"/>
                      </a:lnTo>
                      <a:lnTo>
                        <a:pt x="24230" y="30026"/>
                      </a:lnTo>
                      <a:lnTo>
                        <a:pt x="24188" y="29921"/>
                      </a:lnTo>
                      <a:lnTo>
                        <a:pt x="24209" y="29900"/>
                      </a:lnTo>
                      <a:lnTo>
                        <a:pt x="24418" y="30026"/>
                      </a:lnTo>
                      <a:lnTo>
                        <a:pt x="24439" y="30214"/>
                      </a:lnTo>
                      <a:lnTo>
                        <a:pt x="24523" y="30340"/>
                      </a:lnTo>
                      <a:lnTo>
                        <a:pt x="24606" y="30340"/>
                      </a:lnTo>
                      <a:lnTo>
                        <a:pt x="24669" y="30256"/>
                      </a:lnTo>
                      <a:lnTo>
                        <a:pt x="24627" y="30235"/>
                      </a:lnTo>
                      <a:lnTo>
                        <a:pt x="24606" y="30193"/>
                      </a:lnTo>
                      <a:lnTo>
                        <a:pt x="24732" y="30152"/>
                      </a:lnTo>
                      <a:lnTo>
                        <a:pt x="24941" y="30256"/>
                      </a:lnTo>
                      <a:lnTo>
                        <a:pt x="25025" y="30256"/>
                      </a:lnTo>
                      <a:lnTo>
                        <a:pt x="25088" y="30193"/>
                      </a:lnTo>
                      <a:lnTo>
                        <a:pt x="25150" y="30214"/>
                      </a:lnTo>
                      <a:lnTo>
                        <a:pt x="25088" y="30319"/>
                      </a:lnTo>
                      <a:lnTo>
                        <a:pt x="25025" y="30361"/>
                      </a:lnTo>
                      <a:lnTo>
                        <a:pt x="25025" y="30528"/>
                      </a:lnTo>
                      <a:lnTo>
                        <a:pt x="25088" y="30633"/>
                      </a:lnTo>
                      <a:lnTo>
                        <a:pt x="25171" y="30633"/>
                      </a:lnTo>
                      <a:lnTo>
                        <a:pt x="25255" y="30549"/>
                      </a:lnTo>
                      <a:lnTo>
                        <a:pt x="25381" y="30528"/>
                      </a:lnTo>
                      <a:lnTo>
                        <a:pt x="25611" y="30570"/>
                      </a:lnTo>
                      <a:lnTo>
                        <a:pt x="25673" y="30612"/>
                      </a:lnTo>
                      <a:lnTo>
                        <a:pt x="25757" y="30549"/>
                      </a:lnTo>
                      <a:lnTo>
                        <a:pt x="25715" y="30424"/>
                      </a:lnTo>
                      <a:lnTo>
                        <a:pt x="25820" y="30361"/>
                      </a:lnTo>
                      <a:lnTo>
                        <a:pt x="25987" y="30340"/>
                      </a:lnTo>
                      <a:lnTo>
                        <a:pt x="26092" y="30256"/>
                      </a:lnTo>
                      <a:lnTo>
                        <a:pt x="26134" y="30152"/>
                      </a:lnTo>
                      <a:lnTo>
                        <a:pt x="26217" y="30089"/>
                      </a:lnTo>
                      <a:lnTo>
                        <a:pt x="26217" y="30005"/>
                      </a:lnTo>
                      <a:lnTo>
                        <a:pt x="26343" y="29880"/>
                      </a:lnTo>
                      <a:lnTo>
                        <a:pt x="26448" y="29838"/>
                      </a:lnTo>
                      <a:lnTo>
                        <a:pt x="26531" y="29733"/>
                      </a:lnTo>
                      <a:lnTo>
                        <a:pt x="26657" y="29712"/>
                      </a:lnTo>
                      <a:lnTo>
                        <a:pt x="26824" y="29670"/>
                      </a:lnTo>
                      <a:lnTo>
                        <a:pt x="26866" y="29712"/>
                      </a:lnTo>
                      <a:lnTo>
                        <a:pt x="26866" y="29817"/>
                      </a:lnTo>
                      <a:lnTo>
                        <a:pt x="27138" y="29900"/>
                      </a:lnTo>
                      <a:lnTo>
                        <a:pt x="27054" y="29921"/>
                      </a:lnTo>
                      <a:lnTo>
                        <a:pt x="27117" y="30005"/>
                      </a:lnTo>
                      <a:lnTo>
                        <a:pt x="28163" y="30800"/>
                      </a:lnTo>
                      <a:lnTo>
                        <a:pt x="29565" y="32579"/>
                      </a:lnTo>
                      <a:lnTo>
                        <a:pt x="29712" y="32537"/>
                      </a:lnTo>
                      <a:lnTo>
                        <a:pt x="29816" y="32495"/>
                      </a:lnTo>
                      <a:lnTo>
                        <a:pt x="29837" y="32411"/>
                      </a:lnTo>
                      <a:lnTo>
                        <a:pt x="29816" y="32390"/>
                      </a:lnTo>
                      <a:lnTo>
                        <a:pt x="29816" y="32265"/>
                      </a:lnTo>
                      <a:lnTo>
                        <a:pt x="29879" y="32202"/>
                      </a:lnTo>
                      <a:lnTo>
                        <a:pt x="30047" y="32286"/>
                      </a:lnTo>
                      <a:lnTo>
                        <a:pt x="30026" y="32369"/>
                      </a:lnTo>
                      <a:lnTo>
                        <a:pt x="30026" y="32432"/>
                      </a:lnTo>
                      <a:lnTo>
                        <a:pt x="30151" y="32474"/>
                      </a:lnTo>
                      <a:lnTo>
                        <a:pt x="30214" y="32537"/>
                      </a:lnTo>
                      <a:lnTo>
                        <a:pt x="30319" y="32537"/>
                      </a:lnTo>
                      <a:lnTo>
                        <a:pt x="30402" y="32495"/>
                      </a:lnTo>
                      <a:lnTo>
                        <a:pt x="30507" y="32474"/>
                      </a:lnTo>
                      <a:lnTo>
                        <a:pt x="30674" y="32537"/>
                      </a:lnTo>
                      <a:lnTo>
                        <a:pt x="30800" y="32495"/>
                      </a:lnTo>
                      <a:lnTo>
                        <a:pt x="30904" y="32516"/>
                      </a:lnTo>
                      <a:lnTo>
                        <a:pt x="31009" y="32474"/>
                      </a:lnTo>
                      <a:lnTo>
                        <a:pt x="31030" y="32411"/>
                      </a:lnTo>
                      <a:lnTo>
                        <a:pt x="31009" y="32369"/>
                      </a:lnTo>
                      <a:lnTo>
                        <a:pt x="31030" y="32307"/>
                      </a:lnTo>
                      <a:lnTo>
                        <a:pt x="31218" y="32286"/>
                      </a:lnTo>
                      <a:lnTo>
                        <a:pt x="31427" y="32286"/>
                      </a:lnTo>
                      <a:lnTo>
                        <a:pt x="31616" y="32328"/>
                      </a:lnTo>
                      <a:lnTo>
                        <a:pt x="31783" y="32474"/>
                      </a:lnTo>
                      <a:lnTo>
                        <a:pt x="31888" y="32621"/>
                      </a:lnTo>
                      <a:lnTo>
                        <a:pt x="31951" y="32746"/>
                      </a:lnTo>
                      <a:lnTo>
                        <a:pt x="32013" y="32746"/>
                      </a:lnTo>
                      <a:lnTo>
                        <a:pt x="32139" y="32788"/>
                      </a:lnTo>
                      <a:lnTo>
                        <a:pt x="32264" y="32851"/>
                      </a:lnTo>
                      <a:lnTo>
                        <a:pt x="32327" y="32851"/>
                      </a:lnTo>
                      <a:lnTo>
                        <a:pt x="32390" y="32913"/>
                      </a:lnTo>
                      <a:lnTo>
                        <a:pt x="32390" y="32997"/>
                      </a:lnTo>
                      <a:lnTo>
                        <a:pt x="32369" y="33039"/>
                      </a:lnTo>
                      <a:lnTo>
                        <a:pt x="32369" y="33144"/>
                      </a:lnTo>
                      <a:lnTo>
                        <a:pt x="32390" y="33227"/>
                      </a:lnTo>
                      <a:lnTo>
                        <a:pt x="32453" y="33269"/>
                      </a:lnTo>
                      <a:lnTo>
                        <a:pt x="32474" y="33311"/>
                      </a:lnTo>
                      <a:lnTo>
                        <a:pt x="32536" y="33311"/>
                      </a:lnTo>
                      <a:lnTo>
                        <a:pt x="32641" y="33353"/>
                      </a:lnTo>
                      <a:lnTo>
                        <a:pt x="32704" y="33416"/>
                      </a:lnTo>
                      <a:lnTo>
                        <a:pt x="32746" y="33353"/>
                      </a:lnTo>
                      <a:lnTo>
                        <a:pt x="32850" y="33311"/>
                      </a:lnTo>
                      <a:lnTo>
                        <a:pt x="33101" y="33269"/>
                      </a:lnTo>
                      <a:lnTo>
                        <a:pt x="33227" y="33248"/>
                      </a:lnTo>
                      <a:lnTo>
                        <a:pt x="33290" y="33144"/>
                      </a:lnTo>
                      <a:lnTo>
                        <a:pt x="33394" y="33102"/>
                      </a:lnTo>
                      <a:lnTo>
                        <a:pt x="33436" y="33123"/>
                      </a:lnTo>
                      <a:lnTo>
                        <a:pt x="33394" y="33248"/>
                      </a:lnTo>
                      <a:lnTo>
                        <a:pt x="33415" y="33353"/>
                      </a:lnTo>
                      <a:lnTo>
                        <a:pt x="33499" y="33374"/>
                      </a:lnTo>
                      <a:lnTo>
                        <a:pt x="33624" y="33478"/>
                      </a:lnTo>
                      <a:lnTo>
                        <a:pt x="33792" y="33541"/>
                      </a:lnTo>
                      <a:lnTo>
                        <a:pt x="33813" y="33562"/>
                      </a:lnTo>
                      <a:lnTo>
                        <a:pt x="33896" y="33562"/>
                      </a:lnTo>
                      <a:lnTo>
                        <a:pt x="34001" y="33625"/>
                      </a:lnTo>
                      <a:lnTo>
                        <a:pt x="34043" y="33625"/>
                      </a:lnTo>
                      <a:lnTo>
                        <a:pt x="34043" y="33583"/>
                      </a:lnTo>
                      <a:lnTo>
                        <a:pt x="34127" y="33374"/>
                      </a:lnTo>
                      <a:lnTo>
                        <a:pt x="34231" y="33332"/>
                      </a:lnTo>
                      <a:lnTo>
                        <a:pt x="34482" y="33332"/>
                      </a:lnTo>
                      <a:lnTo>
                        <a:pt x="34524" y="33269"/>
                      </a:lnTo>
                      <a:lnTo>
                        <a:pt x="34629" y="33165"/>
                      </a:lnTo>
                      <a:lnTo>
                        <a:pt x="34796" y="33102"/>
                      </a:lnTo>
                      <a:lnTo>
                        <a:pt x="34796" y="32997"/>
                      </a:lnTo>
                      <a:lnTo>
                        <a:pt x="34859" y="32893"/>
                      </a:lnTo>
                      <a:lnTo>
                        <a:pt x="35005" y="32809"/>
                      </a:lnTo>
                      <a:lnTo>
                        <a:pt x="35005" y="32725"/>
                      </a:lnTo>
                      <a:lnTo>
                        <a:pt x="35110" y="32621"/>
                      </a:lnTo>
                      <a:lnTo>
                        <a:pt x="35215" y="32600"/>
                      </a:lnTo>
                      <a:lnTo>
                        <a:pt x="35298" y="32495"/>
                      </a:lnTo>
                      <a:lnTo>
                        <a:pt x="35361" y="32432"/>
                      </a:lnTo>
                      <a:lnTo>
                        <a:pt x="35298" y="32390"/>
                      </a:lnTo>
                      <a:lnTo>
                        <a:pt x="35298" y="32307"/>
                      </a:lnTo>
                      <a:lnTo>
                        <a:pt x="35319" y="32265"/>
                      </a:lnTo>
                      <a:lnTo>
                        <a:pt x="35508" y="32307"/>
                      </a:lnTo>
                      <a:lnTo>
                        <a:pt x="35591" y="32265"/>
                      </a:lnTo>
                      <a:lnTo>
                        <a:pt x="35633" y="32097"/>
                      </a:lnTo>
                      <a:lnTo>
                        <a:pt x="35717" y="32077"/>
                      </a:lnTo>
                      <a:lnTo>
                        <a:pt x="35926" y="32056"/>
                      </a:lnTo>
                      <a:lnTo>
                        <a:pt x="36031" y="32014"/>
                      </a:lnTo>
                      <a:lnTo>
                        <a:pt x="36261" y="32014"/>
                      </a:lnTo>
                      <a:lnTo>
                        <a:pt x="36345" y="31972"/>
                      </a:lnTo>
                      <a:lnTo>
                        <a:pt x="36365" y="31972"/>
                      </a:lnTo>
                      <a:lnTo>
                        <a:pt x="36449" y="32077"/>
                      </a:lnTo>
                      <a:lnTo>
                        <a:pt x="36449" y="32160"/>
                      </a:lnTo>
                      <a:lnTo>
                        <a:pt x="36533" y="32223"/>
                      </a:lnTo>
                      <a:lnTo>
                        <a:pt x="36658" y="32223"/>
                      </a:lnTo>
                      <a:lnTo>
                        <a:pt x="36700" y="32202"/>
                      </a:lnTo>
                      <a:lnTo>
                        <a:pt x="36805" y="32202"/>
                      </a:lnTo>
                      <a:lnTo>
                        <a:pt x="36889" y="32160"/>
                      </a:lnTo>
                      <a:lnTo>
                        <a:pt x="37077" y="32160"/>
                      </a:lnTo>
                      <a:lnTo>
                        <a:pt x="37098" y="32223"/>
                      </a:lnTo>
                      <a:lnTo>
                        <a:pt x="37119" y="32328"/>
                      </a:lnTo>
                      <a:lnTo>
                        <a:pt x="37161" y="32411"/>
                      </a:lnTo>
                      <a:lnTo>
                        <a:pt x="37453" y="32579"/>
                      </a:lnTo>
                      <a:lnTo>
                        <a:pt x="37537" y="32641"/>
                      </a:lnTo>
                      <a:lnTo>
                        <a:pt x="37746" y="32746"/>
                      </a:lnTo>
                      <a:lnTo>
                        <a:pt x="37830" y="32704"/>
                      </a:lnTo>
                      <a:lnTo>
                        <a:pt x="37935" y="32641"/>
                      </a:lnTo>
                      <a:lnTo>
                        <a:pt x="38060" y="32579"/>
                      </a:lnTo>
                      <a:lnTo>
                        <a:pt x="38165" y="32579"/>
                      </a:lnTo>
                      <a:lnTo>
                        <a:pt x="38269" y="32600"/>
                      </a:lnTo>
                      <a:lnTo>
                        <a:pt x="38353" y="32641"/>
                      </a:lnTo>
                      <a:lnTo>
                        <a:pt x="38437" y="32621"/>
                      </a:lnTo>
                      <a:lnTo>
                        <a:pt x="38688" y="32621"/>
                      </a:lnTo>
                      <a:lnTo>
                        <a:pt x="38793" y="32683"/>
                      </a:lnTo>
                      <a:lnTo>
                        <a:pt x="38897" y="32683"/>
                      </a:lnTo>
                      <a:lnTo>
                        <a:pt x="38939" y="32641"/>
                      </a:lnTo>
                      <a:lnTo>
                        <a:pt x="39044" y="32683"/>
                      </a:lnTo>
                      <a:lnTo>
                        <a:pt x="39211" y="32641"/>
                      </a:lnTo>
                      <a:lnTo>
                        <a:pt x="39316" y="32474"/>
                      </a:lnTo>
                      <a:lnTo>
                        <a:pt x="39274" y="32390"/>
                      </a:lnTo>
                      <a:lnTo>
                        <a:pt x="39169" y="32307"/>
                      </a:lnTo>
                      <a:lnTo>
                        <a:pt x="39169" y="32118"/>
                      </a:lnTo>
                      <a:lnTo>
                        <a:pt x="39190" y="31951"/>
                      </a:lnTo>
                      <a:lnTo>
                        <a:pt x="39169" y="31867"/>
                      </a:lnTo>
                      <a:lnTo>
                        <a:pt x="39065" y="31846"/>
                      </a:lnTo>
                      <a:lnTo>
                        <a:pt x="39002" y="31763"/>
                      </a:lnTo>
                      <a:lnTo>
                        <a:pt x="38834" y="31700"/>
                      </a:lnTo>
                      <a:lnTo>
                        <a:pt x="38772" y="31574"/>
                      </a:lnTo>
                      <a:lnTo>
                        <a:pt x="38772" y="31281"/>
                      </a:lnTo>
                      <a:lnTo>
                        <a:pt x="38876" y="31156"/>
                      </a:lnTo>
                      <a:lnTo>
                        <a:pt x="38876" y="31072"/>
                      </a:lnTo>
                      <a:lnTo>
                        <a:pt x="38939" y="30968"/>
                      </a:lnTo>
                      <a:lnTo>
                        <a:pt x="39044" y="30947"/>
                      </a:lnTo>
                      <a:lnTo>
                        <a:pt x="39086" y="30968"/>
                      </a:lnTo>
                      <a:lnTo>
                        <a:pt x="39148" y="30863"/>
                      </a:lnTo>
                      <a:lnTo>
                        <a:pt x="39106" y="30758"/>
                      </a:lnTo>
                      <a:lnTo>
                        <a:pt x="39148" y="30696"/>
                      </a:lnTo>
                      <a:lnTo>
                        <a:pt x="39211" y="30633"/>
                      </a:lnTo>
                      <a:lnTo>
                        <a:pt x="39316" y="30633"/>
                      </a:lnTo>
                      <a:lnTo>
                        <a:pt x="39399" y="30696"/>
                      </a:lnTo>
                      <a:lnTo>
                        <a:pt x="39567" y="30737"/>
                      </a:lnTo>
                      <a:lnTo>
                        <a:pt x="39713" y="30821"/>
                      </a:lnTo>
                      <a:lnTo>
                        <a:pt x="39734" y="30863"/>
                      </a:lnTo>
                      <a:lnTo>
                        <a:pt x="39881" y="30926"/>
                      </a:lnTo>
                      <a:lnTo>
                        <a:pt x="40236" y="30926"/>
                      </a:lnTo>
                      <a:lnTo>
                        <a:pt x="40320" y="30968"/>
                      </a:lnTo>
                      <a:lnTo>
                        <a:pt x="40362" y="31030"/>
                      </a:lnTo>
                      <a:lnTo>
                        <a:pt x="40529" y="31051"/>
                      </a:lnTo>
                      <a:lnTo>
                        <a:pt x="40613" y="31114"/>
                      </a:lnTo>
                      <a:lnTo>
                        <a:pt x="40718" y="31135"/>
                      </a:lnTo>
                      <a:lnTo>
                        <a:pt x="40948" y="31135"/>
                      </a:lnTo>
                      <a:lnTo>
                        <a:pt x="41031" y="31156"/>
                      </a:lnTo>
                      <a:lnTo>
                        <a:pt x="41073" y="31240"/>
                      </a:lnTo>
                      <a:lnTo>
                        <a:pt x="41073" y="31323"/>
                      </a:lnTo>
                      <a:lnTo>
                        <a:pt x="41136" y="31386"/>
                      </a:lnTo>
                      <a:lnTo>
                        <a:pt x="41136" y="31470"/>
                      </a:lnTo>
                      <a:lnTo>
                        <a:pt x="41178" y="31533"/>
                      </a:lnTo>
                      <a:lnTo>
                        <a:pt x="41241" y="31658"/>
                      </a:lnTo>
                      <a:lnTo>
                        <a:pt x="41241" y="31763"/>
                      </a:lnTo>
                      <a:lnTo>
                        <a:pt x="41303" y="31805"/>
                      </a:lnTo>
                      <a:lnTo>
                        <a:pt x="41387" y="31805"/>
                      </a:lnTo>
                      <a:lnTo>
                        <a:pt x="41492" y="31909"/>
                      </a:lnTo>
                      <a:lnTo>
                        <a:pt x="41513" y="31972"/>
                      </a:lnTo>
                      <a:lnTo>
                        <a:pt x="41680" y="32014"/>
                      </a:lnTo>
                      <a:lnTo>
                        <a:pt x="41868" y="32118"/>
                      </a:lnTo>
                      <a:lnTo>
                        <a:pt x="41931" y="32118"/>
                      </a:lnTo>
                      <a:lnTo>
                        <a:pt x="41994" y="32077"/>
                      </a:lnTo>
                      <a:lnTo>
                        <a:pt x="42182" y="32077"/>
                      </a:lnTo>
                      <a:lnTo>
                        <a:pt x="42245" y="32014"/>
                      </a:lnTo>
                      <a:lnTo>
                        <a:pt x="42329" y="32014"/>
                      </a:lnTo>
                      <a:lnTo>
                        <a:pt x="42412" y="32056"/>
                      </a:lnTo>
                      <a:lnTo>
                        <a:pt x="42496" y="32014"/>
                      </a:lnTo>
                      <a:lnTo>
                        <a:pt x="42601" y="31909"/>
                      </a:lnTo>
                      <a:lnTo>
                        <a:pt x="42747" y="31867"/>
                      </a:lnTo>
                      <a:lnTo>
                        <a:pt x="42977" y="31846"/>
                      </a:lnTo>
                      <a:lnTo>
                        <a:pt x="43124" y="31763"/>
                      </a:lnTo>
                      <a:lnTo>
                        <a:pt x="43270" y="31763"/>
                      </a:lnTo>
                      <a:lnTo>
                        <a:pt x="43396" y="31700"/>
                      </a:lnTo>
                      <a:lnTo>
                        <a:pt x="43542" y="31784"/>
                      </a:lnTo>
                      <a:lnTo>
                        <a:pt x="43710" y="31805"/>
                      </a:lnTo>
                      <a:lnTo>
                        <a:pt x="43961" y="31805"/>
                      </a:lnTo>
                      <a:lnTo>
                        <a:pt x="44065" y="31972"/>
                      </a:lnTo>
                      <a:lnTo>
                        <a:pt x="44275" y="32056"/>
                      </a:lnTo>
                      <a:lnTo>
                        <a:pt x="44421" y="32056"/>
                      </a:lnTo>
                      <a:lnTo>
                        <a:pt x="44547" y="32014"/>
                      </a:lnTo>
                      <a:lnTo>
                        <a:pt x="44609" y="32077"/>
                      </a:lnTo>
                      <a:lnTo>
                        <a:pt x="44651" y="32265"/>
                      </a:lnTo>
                      <a:lnTo>
                        <a:pt x="44756" y="32328"/>
                      </a:lnTo>
                      <a:lnTo>
                        <a:pt x="44840" y="32390"/>
                      </a:lnTo>
                      <a:lnTo>
                        <a:pt x="44923" y="32411"/>
                      </a:lnTo>
                      <a:lnTo>
                        <a:pt x="45028" y="32516"/>
                      </a:lnTo>
                      <a:lnTo>
                        <a:pt x="45112" y="32516"/>
                      </a:lnTo>
                      <a:lnTo>
                        <a:pt x="45363" y="32495"/>
                      </a:lnTo>
                      <a:lnTo>
                        <a:pt x="45593" y="32579"/>
                      </a:lnTo>
                      <a:lnTo>
                        <a:pt x="45948" y="32579"/>
                      </a:lnTo>
                      <a:lnTo>
                        <a:pt x="46095" y="32537"/>
                      </a:lnTo>
                      <a:lnTo>
                        <a:pt x="46158" y="32495"/>
                      </a:lnTo>
                      <a:lnTo>
                        <a:pt x="46283" y="32495"/>
                      </a:lnTo>
                      <a:lnTo>
                        <a:pt x="46388" y="32537"/>
                      </a:lnTo>
                      <a:lnTo>
                        <a:pt x="46472" y="32537"/>
                      </a:lnTo>
                      <a:lnTo>
                        <a:pt x="46534" y="32411"/>
                      </a:lnTo>
                      <a:lnTo>
                        <a:pt x="46744" y="32286"/>
                      </a:lnTo>
                      <a:lnTo>
                        <a:pt x="46890" y="32286"/>
                      </a:lnTo>
                      <a:lnTo>
                        <a:pt x="46953" y="32181"/>
                      </a:lnTo>
                      <a:lnTo>
                        <a:pt x="47329" y="32181"/>
                      </a:lnTo>
                      <a:lnTo>
                        <a:pt x="47434" y="32077"/>
                      </a:lnTo>
                      <a:lnTo>
                        <a:pt x="47455" y="31972"/>
                      </a:lnTo>
                      <a:lnTo>
                        <a:pt x="47455" y="31909"/>
                      </a:lnTo>
                      <a:lnTo>
                        <a:pt x="47539" y="31805"/>
                      </a:lnTo>
                      <a:lnTo>
                        <a:pt x="47664" y="31763"/>
                      </a:lnTo>
                      <a:lnTo>
                        <a:pt x="47748" y="31679"/>
                      </a:lnTo>
                      <a:lnTo>
                        <a:pt x="47790" y="31553"/>
                      </a:lnTo>
                      <a:lnTo>
                        <a:pt x="47873" y="31470"/>
                      </a:lnTo>
                      <a:lnTo>
                        <a:pt x="47978" y="31470"/>
                      </a:lnTo>
                      <a:lnTo>
                        <a:pt x="47999" y="31491"/>
                      </a:lnTo>
                      <a:lnTo>
                        <a:pt x="48187" y="31449"/>
                      </a:lnTo>
                      <a:lnTo>
                        <a:pt x="48292" y="31449"/>
                      </a:lnTo>
                      <a:lnTo>
                        <a:pt x="48417" y="31533"/>
                      </a:lnTo>
                      <a:lnTo>
                        <a:pt x="48501" y="31637"/>
                      </a:lnTo>
                      <a:lnTo>
                        <a:pt x="48585" y="31658"/>
                      </a:lnTo>
                      <a:lnTo>
                        <a:pt x="48689" y="31595"/>
                      </a:lnTo>
                      <a:lnTo>
                        <a:pt x="48731" y="31658"/>
                      </a:lnTo>
                      <a:lnTo>
                        <a:pt x="48836" y="31658"/>
                      </a:lnTo>
                      <a:lnTo>
                        <a:pt x="48982" y="31574"/>
                      </a:lnTo>
                      <a:lnTo>
                        <a:pt x="48982" y="31533"/>
                      </a:lnTo>
                      <a:lnTo>
                        <a:pt x="49150" y="31491"/>
                      </a:lnTo>
                      <a:lnTo>
                        <a:pt x="49359" y="31574"/>
                      </a:lnTo>
                      <a:lnTo>
                        <a:pt x="49422" y="31637"/>
                      </a:lnTo>
                      <a:lnTo>
                        <a:pt x="49464" y="31595"/>
                      </a:lnTo>
                      <a:lnTo>
                        <a:pt x="49547" y="31595"/>
                      </a:lnTo>
                      <a:lnTo>
                        <a:pt x="49568" y="31658"/>
                      </a:lnTo>
                      <a:lnTo>
                        <a:pt x="49673" y="31637"/>
                      </a:lnTo>
                      <a:lnTo>
                        <a:pt x="49840" y="31658"/>
                      </a:lnTo>
                      <a:lnTo>
                        <a:pt x="49924" y="31742"/>
                      </a:lnTo>
                      <a:lnTo>
                        <a:pt x="49966" y="31742"/>
                      </a:lnTo>
                      <a:lnTo>
                        <a:pt x="50259" y="31470"/>
                      </a:lnTo>
                      <a:lnTo>
                        <a:pt x="50384" y="31365"/>
                      </a:lnTo>
                      <a:lnTo>
                        <a:pt x="50594" y="31344"/>
                      </a:lnTo>
                      <a:lnTo>
                        <a:pt x="50677" y="31260"/>
                      </a:lnTo>
                      <a:lnTo>
                        <a:pt x="50698" y="31156"/>
                      </a:lnTo>
                      <a:lnTo>
                        <a:pt x="50677" y="31030"/>
                      </a:lnTo>
                      <a:lnTo>
                        <a:pt x="50614" y="31009"/>
                      </a:lnTo>
                      <a:lnTo>
                        <a:pt x="50573" y="31030"/>
                      </a:lnTo>
                      <a:lnTo>
                        <a:pt x="50510" y="31009"/>
                      </a:lnTo>
                      <a:lnTo>
                        <a:pt x="50468" y="31009"/>
                      </a:lnTo>
                      <a:lnTo>
                        <a:pt x="50468" y="30842"/>
                      </a:lnTo>
                      <a:lnTo>
                        <a:pt x="50489" y="30800"/>
                      </a:lnTo>
                      <a:lnTo>
                        <a:pt x="50489" y="30633"/>
                      </a:lnTo>
                      <a:lnTo>
                        <a:pt x="50447" y="30528"/>
                      </a:lnTo>
                      <a:lnTo>
                        <a:pt x="50468" y="30444"/>
                      </a:lnTo>
                      <a:lnTo>
                        <a:pt x="50552" y="30424"/>
                      </a:lnTo>
                      <a:lnTo>
                        <a:pt x="50552" y="30319"/>
                      </a:lnTo>
                      <a:lnTo>
                        <a:pt x="50468" y="30235"/>
                      </a:lnTo>
                      <a:lnTo>
                        <a:pt x="50447" y="30110"/>
                      </a:lnTo>
                      <a:lnTo>
                        <a:pt x="50468" y="30068"/>
                      </a:lnTo>
                      <a:lnTo>
                        <a:pt x="50405" y="29963"/>
                      </a:lnTo>
                      <a:lnTo>
                        <a:pt x="50405" y="29859"/>
                      </a:lnTo>
                      <a:lnTo>
                        <a:pt x="50489" y="29754"/>
                      </a:lnTo>
                      <a:lnTo>
                        <a:pt x="50573" y="29691"/>
                      </a:lnTo>
                      <a:lnTo>
                        <a:pt x="50594" y="29566"/>
                      </a:lnTo>
                      <a:lnTo>
                        <a:pt x="50677" y="29461"/>
                      </a:lnTo>
                      <a:lnTo>
                        <a:pt x="50761" y="29398"/>
                      </a:lnTo>
                      <a:lnTo>
                        <a:pt x="50761" y="29273"/>
                      </a:lnTo>
                      <a:lnTo>
                        <a:pt x="50719" y="29189"/>
                      </a:lnTo>
                      <a:lnTo>
                        <a:pt x="50719" y="29126"/>
                      </a:lnTo>
                      <a:lnTo>
                        <a:pt x="50656" y="29064"/>
                      </a:lnTo>
                      <a:lnTo>
                        <a:pt x="50594" y="28959"/>
                      </a:lnTo>
                      <a:lnTo>
                        <a:pt x="50510" y="28833"/>
                      </a:lnTo>
                      <a:lnTo>
                        <a:pt x="50447" y="28812"/>
                      </a:lnTo>
                      <a:lnTo>
                        <a:pt x="50363" y="28833"/>
                      </a:lnTo>
                      <a:lnTo>
                        <a:pt x="50238" y="28917"/>
                      </a:lnTo>
                      <a:lnTo>
                        <a:pt x="50175" y="28917"/>
                      </a:lnTo>
                      <a:lnTo>
                        <a:pt x="50154" y="28854"/>
                      </a:lnTo>
                      <a:lnTo>
                        <a:pt x="50154" y="28603"/>
                      </a:lnTo>
                      <a:lnTo>
                        <a:pt x="50175" y="28540"/>
                      </a:lnTo>
                      <a:lnTo>
                        <a:pt x="50175" y="28499"/>
                      </a:lnTo>
                      <a:lnTo>
                        <a:pt x="50238" y="28436"/>
                      </a:lnTo>
                      <a:lnTo>
                        <a:pt x="50259" y="28331"/>
                      </a:lnTo>
                      <a:lnTo>
                        <a:pt x="50342" y="28227"/>
                      </a:lnTo>
                      <a:lnTo>
                        <a:pt x="50342" y="28143"/>
                      </a:lnTo>
                      <a:lnTo>
                        <a:pt x="50384" y="28101"/>
                      </a:lnTo>
                      <a:lnTo>
                        <a:pt x="50552" y="28080"/>
                      </a:lnTo>
                      <a:lnTo>
                        <a:pt x="50614" y="28038"/>
                      </a:lnTo>
                      <a:lnTo>
                        <a:pt x="50698" y="28038"/>
                      </a:lnTo>
                      <a:lnTo>
                        <a:pt x="50719" y="28017"/>
                      </a:lnTo>
                      <a:lnTo>
                        <a:pt x="50803" y="28017"/>
                      </a:lnTo>
                      <a:lnTo>
                        <a:pt x="50886" y="27996"/>
                      </a:lnTo>
                      <a:lnTo>
                        <a:pt x="50928" y="27913"/>
                      </a:lnTo>
                      <a:lnTo>
                        <a:pt x="51033" y="27913"/>
                      </a:lnTo>
                      <a:lnTo>
                        <a:pt x="51117" y="27829"/>
                      </a:lnTo>
                      <a:lnTo>
                        <a:pt x="51242" y="27871"/>
                      </a:lnTo>
                      <a:lnTo>
                        <a:pt x="51451" y="27871"/>
                      </a:lnTo>
                      <a:lnTo>
                        <a:pt x="51514" y="27808"/>
                      </a:lnTo>
                      <a:lnTo>
                        <a:pt x="51556" y="27808"/>
                      </a:lnTo>
                      <a:lnTo>
                        <a:pt x="51598" y="27724"/>
                      </a:lnTo>
                      <a:lnTo>
                        <a:pt x="51744" y="27703"/>
                      </a:lnTo>
                      <a:lnTo>
                        <a:pt x="51765" y="27683"/>
                      </a:lnTo>
                      <a:lnTo>
                        <a:pt x="51849" y="27703"/>
                      </a:lnTo>
                      <a:lnTo>
                        <a:pt x="51933" y="27703"/>
                      </a:lnTo>
                      <a:lnTo>
                        <a:pt x="52016" y="27745"/>
                      </a:lnTo>
                      <a:lnTo>
                        <a:pt x="52184" y="27787"/>
                      </a:lnTo>
                      <a:lnTo>
                        <a:pt x="52267" y="27829"/>
                      </a:lnTo>
                      <a:lnTo>
                        <a:pt x="52288" y="27892"/>
                      </a:lnTo>
                      <a:lnTo>
                        <a:pt x="52435" y="27892"/>
                      </a:lnTo>
                      <a:lnTo>
                        <a:pt x="52498" y="27850"/>
                      </a:lnTo>
                      <a:lnTo>
                        <a:pt x="52539" y="27892"/>
                      </a:lnTo>
                      <a:lnTo>
                        <a:pt x="52644" y="27934"/>
                      </a:lnTo>
                      <a:lnTo>
                        <a:pt x="52686" y="27913"/>
                      </a:lnTo>
                      <a:lnTo>
                        <a:pt x="52686" y="27829"/>
                      </a:lnTo>
                      <a:lnTo>
                        <a:pt x="52749" y="27808"/>
                      </a:lnTo>
                      <a:lnTo>
                        <a:pt x="52790" y="27829"/>
                      </a:lnTo>
                      <a:lnTo>
                        <a:pt x="52874" y="27829"/>
                      </a:lnTo>
                      <a:lnTo>
                        <a:pt x="52916" y="27808"/>
                      </a:lnTo>
                      <a:lnTo>
                        <a:pt x="52979" y="27892"/>
                      </a:lnTo>
                      <a:lnTo>
                        <a:pt x="53021" y="27892"/>
                      </a:lnTo>
                      <a:lnTo>
                        <a:pt x="53104" y="27913"/>
                      </a:lnTo>
                      <a:lnTo>
                        <a:pt x="53125" y="27955"/>
                      </a:lnTo>
                      <a:lnTo>
                        <a:pt x="53104" y="28017"/>
                      </a:lnTo>
                      <a:lnTo>
                        <a:pt x="53125" y="28059"/>
                      </a:lnTo>
                      <a:lnTo>
                        <a:pt x="53188" y="28059"/>
                      </a:lnTo>
                      <a:lnTo>
                        <a:pt x="53209" y="28122"/>
                      </a:lnTo>
                      <a:lnTo>
                        <a:pt x="53272" y="28059"/>
                      </a:lnTo>
                      <a:lnTo>
                        <a:pt x="53335" y="28101"/>
                      </a:lnTo>
                      <a:lnTo>
                        <a:pt x="53376" y="28143"/>
                      </a:lnTo>
                      <a:lnTo>
                        <a:pt x="53335" y="28206"/>
                      </a:lnTo>
                      <a:lnTo>
                        <a:pt x="53376" y="28247"/>
                      </a:lnTo>
                      <a:lnTo>
                        <a:pt x="53481" y="28268"/>
                      </a:lnTo>
                      <a:lnTo>
                        <a:pt x="53523" y="28268"/>
                      </a:lnTo>
                      <a:lnTo>
                        <a:pt x="53586" y="28310"/>
                      </a:lnTo>
                      <a:lnTo>
                        <a:pt x="53586" y="28352"/>
                      </a:lnTo>
                      <a:lnTo>
                        <a:pt x="53627" y="28373"/>
                      </a:lnTo>
                      <a:lnTo>
                        <a:pt x="53690" y="28457"/>
                      </a:lnTo>
                      <a:lnTo>
                        <a:pt x="53690" y="28540"/>
                      </a:lnTo>
                      <a:lnTo>
                        <a:pt x="53711" y="28624"/>
                      </a:lnTo>
                      <a:lnTo>
                        <a:pt x="53711" y="28666"/>
                      </a:lnTo>
                      <a:lnTo>
                        <a:pt x="53732" y="28687"/>
                      </a:lnTo>
                      <a:lnTo>
                        <a:pt x="53899" y="28687"/>
                      </a:lnTo>
                      <a:lnTo>
                        <a:pt x="53920" y="28750"/>
                      </a:lnTo>
                      <a:lnTo>
                        <a:pt x="53899" y="28833"/>
                      </a:lnTo>
                      <a:lnTo>
                        <a:pt x="53899" y="28875"/>
                      </a:lnTo>
                      <a:lnTo>
                        <a:pt x="54025" y="28959"/>
                      </a:lnTo>
                      <a:lnTo>
                        <a:pt x="54067" y="29064"/>
                      </a:lnTo>
                      <a:lnTo>
                        <a:pt x="54151" y="29147"/>
                      </a:lnTo>
                      <a:lnTo>
                        <a:pt x="54171" y="29210"/>
                      </a:lnTo>
                      <a:lnTo>
                        <a:pt x="54234" y="29252"/>
                      </a:lnTo>
                      <a:lnTo>
                        <a:pt x="54255" y="29356"/>
                      </a:lnTo>
                      <a:lnTo>
                        <a:pt x="54339" y="29398"/>
                      </a:lnTo>
                      <a:lnTo>
                        <a:pt x="54339" y="29461"/>
                      </a:lnTo>
                      <a:lnTo>
                        <a:pt x="54318" y="29503"/>
                      </a:lnTo>
                      <a:lnTo>
                        <a:pt x="54339" y="29524"/>
                      </a:lnTo>
                      <a:lnTo>
                        <a:pt x="54381" y="29503"/>
                      </a:lnTo>
                      <a:lnTo>
                        <a:pt x="54443" y="29587"/>
                      </a:lnTo>
                      <a:lnTo>
                        <a:pt x="54464" y="29670"/>
                      </a:lnTo>
                      <a:lnTo>
                        <a:pt x="54569" y="29817"/>
                      </a:lnTo>
                      <a:lnTo>
                        <a:pt x="54778" y="29963"/>
                      </a:lnTo>
                      <a:lnTo>
                        <a:pt x="54799" y="30047"/>
                      </a:lnTo>
                      <a:lnTo>
                        <a:pt x="54841" y="30152"/>
                      </a:lnTo>
                      <a:lnTo>
                        <a:pt x="54883" y="30193"/>
                      </a:lnTo>
                      <a:lnTo>
                        <a:pt x="54883" y="30298"/>
                      </a:lnTo>
                      <a:lnTo>
                        <a:pt x="54967" y="30319"/>
                      </a:lnTo>
                      <a:lnTo>
                        <a:pt x="55008" y="30319"/>
                      </a:lnTo>
                      <a:lnTo>
                        <a:pt x="55050" y="30424"/>
                      </a:lnTo>
                      <a:lnTo>
                        <a:pt x="55050" y="30507"/>
                      </a:lnTo>
                      <a:lnTo>
                        <a:pt x="55092" y="30612"/>
                      </a:lnTo>
                      <a:lnTo>
                        <a:pt x="55218" y="30737"/>
                      </a:lnTo>
                      <a:lnTo>
                        <a:pt x="55322" y="30758"/>
                      </a:lnTo>
                      <a:lnTo>
                        <a:pt x="55385" y="30842"/>
                      </a:lnTo>
                      <a:lnTo>
                        <a:pt x="55469" y="30842"/>
                      </a:lnTo>
                      <a:lnTo>
                        <a:pt x="55511" y="30821"/>
                      </a:lnTo>
                      <a:lnTo>
                        <a:pt x="55573" y="30842"/>
                      </a:lnTo>
                      <a:lnTo>
                        <a:pt x="55615" y="30821"/>
                      </a:lnTo>
                      <a:lnTo>
                        <a:pt x="55741" y="30842"/>
                      </a:lnTo>
                      <a:lnTo>
                        <a:pt x="55803" y="30779"/>
                      </a:lnTo>
                      <a:lnTo>
                        <a:pt x="55887" y="30779"/>
                      </a:lnTo>
                      <a:lnTo>
                        <a:pt x="55887" y="30821"/>
                      </a:lnTo>
                      <a:lnTo>
                        <a:pt x="55824" y="30863"/>
                      </a:lnTo>
                      <a:lnTo>
                        <a:pt x="55845" y="30905"/>
                      </a:lnTo>
                      <a:lnTo>
                        <a:pt x="55992" y="30905"/>
                      </a:lnTo>
                      <a:lnTo>
                        <a:pt x="56034" y="30926"/>
                      </a:lnTo>
                      <a:lnTo>
                        <a:pt x="56055" y="30968"/>
                      </a:lnTo>
                      <a:lnTo>
                        <a:pt x="56138" y="31030"/>
                      </a:lnTo>
                      <a:lnTo>
                        <a:pt x="56159" y="30968"/>
                      </a:lnTo>
                      <a:lnTo>
                        <a:pt x="56222" y="30947"/>
                      </a:lnTo>
                      <a:lnTo>
                        <a:pt x="56264" y="30968"/>
                      </a:lnTo>
                      <a:lnTo>
                        <a:pt x="56306" y="30905"/>
                      </a:lnTo>
                      <a:lnTo>
                        <a:pt x="56348" y="30905"/>
                      </a:lnTo>
                      <a:lnTo>
                        <a:pt x="56410" y="30947"/>
                      </a:lnTo>
                      <a:lnTo>
                        <a:pt x="56431" y="31009"/>
                      </a:lnTo>
                      <a:lnTo>
                        <a:pt x="56473" y="31072"/>
                      </a:lnTo>
                      <a:lnTo>
                        <a:pt x="56536" y="31072"/>
                      </a:lnTo>
                      <a:lnTo>
                        <a:pt x="56557" y="31135"/>
                      </a:lnTo>
                      <a:lnTo>
                        <a:pt x="56620" y="31177"/>
                      </a:lnTo>
                      <a:lnTo>
                        <a:pt x="56640" y="31177"/>
                      </a:lnTo>
                      <a:lnTo>
                        <a:pt x="56682" y="31240"/>
                      </a:lnTo>
                      <a:lnTo>
                        <a:pt x="56724" y="31281"/>
                      </a:lnTo>
                      <a:lnTo>
                        <a:pt x="56850" y="31344"/>
                      </a:lnTo>
                      <a:lnTo>
                        <a:pt x="56871" y="31365"/>
                      </a:lnTo>
                      <a:lnTo>
                        <a:pt x="56933" y="31365"/>
                      </a:lnTo>
                      <a:lnTo>
                        <a:pt x="56975" y="31407"/>
                      </a:lnTo>
                      <a:lnTo>
                        <a:pt x="57059" y="31449"/>
                      </a:lnTo>
                      <a:lnTo>
                        <a:pt x="57122" y="31407"/>
                      </a:lnTo>
                      <a:lnTo>
                        <a:pt x="57184" y="31407"/>
                      </a:lnTo>
                      <a:lnTo>
                        <a:pt x="57247" y="31365"/>
                      </a:lnTo>
                      <a:lnTo>
                        <a:pt x="57289" y="31365"/>
                      </a:lnTo>
                      <a:lnTo>
                        <a:pt x="57352" y="31386"/>
                      </a:lnTo>
                      <a:lnTo>
                        <a:pt x="57352" y="31470"/>
                      </a:lnTo>
                      <a:lnTo>
                        <a:pt x="57289" y="31553"/>
                      </a:lnTo>
                      <a:lnTo>
                        <a:pt x="57289" y="31637"/>
                      </a:lnTo>
                      <a:lnTo>
                        <a:pt x="57289" y="31700"/>
                      </a:lnTo>
                      <a:lnTo>
                        <a:pt x="57394" y="31700"/>
                      </a:lnTo>
                      <a:lnTo>
                        <a:pt x="57436" y="31805"/>
                      </a:lnTo>
                      <a:lnTo>
                        <a:pt x="57456" y="31909"/>
                      </a:lnTo>
                      <a:lnTo>
                        <a:pt x="57436" y="32014"/>
                      </a:lnTo>
                      <a:lnTo>
                        <a:pt x="57394" y="32056"/>
                      </a:lnTo>
                      <a:lnTo>
                        <a:pt x="57394" y="32118"/>
                      </a:lnTo>
                      <a:lnTo>
                        <a:pt x="57498" y="32265"/>
                      </a:lnTo>
                      <a:lnTo>
                        <a:pt x="57561" y="32286"/>
                      </a:lnTo>
                      <a:lnTo>
                        <a:pt x="57645" y="32390"/>
                      </a:lnTo>
                      <a:lnTo>
                        <a:pt x="57666" y="32432"/>
                      </a:lnTo>
                      <a:lnTo>
                        <a:pt x="57749" y="32411"/>
                      </a:lnTo>
                      <a:lnTo>
                        <a:pt x="57812" y="32369"/>
                      </a:lnTo>
                      <a:lnTo>
                        <a:pt x="57896" y="32369"/>
                      </a:lnTo>
                      <a:lnTo>
                        <a:pt x="57938" y="32432"/>
                      </a:lnTo>
                      <a:lnTo>
                        <a:pt x="57980" y="32516"/>
                      </a:lnTo>
                      <a:lnTo>
                        <a:pt x="58042" y="32495"/>
                      </a:lnTo>
                      <a:lnTo>
                        <a:pt x="58105" y="32432"/>
                      </a:lnTo>
                      <a:lnTo>
                        <a:pt x="58189" y="32474"/>
                      </a:lnTo>
                      <a:lnTo>
                        <a:pt x="58231" y="32432"/>
                      </a:lnTo>
                      <a:lnTo>
                        <a:pt x="58398" y="32411"/>
                      </a:lnTo>
                      <a:lnTo>
                        <a:pt x="58461" y="32328"/>
                      </a:lnTo>
                      <a:lnTo>
                        <a:pt x="58524" y="32307"/>
                      </a:lnTo>
                      <a:lnTo>
                        <a:pt x="58524" y="32244"/>
                      </a:lnTo>
                      <a:lnTo>
                        <a:pt x="58544" y="32160"/>
                      </a:lnTo>
                      <a:lnTo>
                        <a:pt x="58628" y="32097"/>
                      </a:lnTo>
                      <a:lnTo>
                        <a:pt x="58628" y="31993"/>
                      </a:lnTo>
                      <a:lnTo>
                        <a:pt x="58649" y="31909"/>
                      </a:lnTo>
                      <a:lnTo>
                        <a:pt x="58837" y="31909"/>
                      </a:lnTo>
                      <a:lnTo>
                        <a:pt x="58858" y="31805"/>
                      </a:lnTo>
                      <a:lnTo>
                        <a:pt x="58921" y="31805"/>
                      </a:lnTo>
                      <a:lnTo>
                        <a:pt x="58963" y="31784"/>
                      </a:lnTo>
                      <a:lnTo>
                        <a:pt x="59005" y="31700"/>
                      </a:lnTo>
                      <a:lnTo>
                        <a:pt x="59047" y="31658"/>
                      </a:lnTo>
                      <a:lnTo>
                        <a:pt x="59151" y="31658"/>
                      </a:lnTo>
                      <a:lnTo>
                        <a:pt x="59214" y="31595"/>
                      </a:lnTo>
                      <a:lnTo>
                        <a:pt x="59319" y="31658"/>
                      </a:lnTo>
                      <a:lnTo>
                        <a:pt x="59361" y="31700"/>
                      </a:lnTo>
                      <a:lnTo>
                        <a:pt x="59465" y="31700"/>
                      </a:lnTo>
                      <a:lnTo>
                        <a:pt x="59486" y="31763"/>
                      </a:lnTo>
                      <a:lnTo>
                        <a:pt x="59549" y="31867"/>
                      </a:lnTo>
                      <a:lnTo>
                        <a:pt x="59486" y="31909"/>
                      </a:lnTo>
                      <a:lnTo>
                        <a:pt x="59528" y="31972"/>
                      </a:lnTo>
                      <a:lnTo>
                        <a:pt x="59633" y="32077"/>
                      </a:lnTo>
                      <a:lnTo>
                        <a:pt x="59633" y="32139"/>
                      </a:lnTo>
                      <a:lnTo>
                        <a:pt x="59674" y="32202"/>
                      </a:lnTo>
                      <a:lnTo>
                        <a:pt x="59758" y="32244"/>
                      </a:lnTo>
                      <a:lnTo>
                        <a:pt x="59737" y="32390"/>
                      </a:lnTo>
                      <a:lnTo>
                        <a:pt x="59737" y="32495"/>
                      </a:lnTo>
                      <a:lnTo>
                        <a:pt x="59695" y="32537"/>
                      </a:lnTo>
                      <a:lnTo>
                        <a:pt x="59633" y="32558"/>
                      </a:lnTo>
                      <a:lnTo>
                        <a:pt x="59549" y="32662"/>
                      </a:lnTo>
                      <a:lnTo>
                        <a:pt x="59549" y="32725"/>
                      </a:lnTo>
                      <a:lnTo>
                        <a:pt x="59591" y="32809"/>
                      </a:lnTo>
                      <a:lnTo>
                        <a:pt x="59633" y="32830"/>
                      </a:lnTo>
                      <a:lnTo>
                        <a:pt x="59633" y="32934"/>
                      </a:lnTo>
                      <a:lnTo>
                        <a:pt x="59591" y="33018"/>
                      </a:lnTo>
                      <a:lnTo>
                        <a:pt x="59633" y="33060"/>
                      </a:lnTo>
                      <a:lnTo>
                        <a:pt x="59674" y="33081"/>
                      </a:lnTo>
                      <a:lnTo>
                        <a:pt x="59674" y="33144"/>
                      </a:lnTo>
                      <a:lnTo>
                        <a:pt x="59695" y="33185"/>
                      </a:lnTo>
                      <a:lnTo>
                        <a:pt x="59695" y="33248"/>
                      </a:lnTo>
                      <a:lnTo>
                        <a:pt x="59674" y="33269"/>
                      </a:lnTo>
                      <a:lnTo>
                        <a:pt x="59653" y="33290"/>
                      </a:lnTo>
                      <a:lnTo>
                        <a:pt x="59653" y="33437"/>
                      </a:lnTo>
                      <a:lnTo>
                        <a:pt x="59695" y="33562"/>
                      </a:lnTo>
                      <a:lnTo>
                        <a:pt x="59737" y="33604"/>
                      </a:lnTo>
                      <a:lnTo>
                        <a:pt x="59737" y="33667"/>
                      </a:lnTo>
                      <a:lnTo>
                        <a:pt x="59674" y="33709"/>
                      </a:lnTo>
                      <a:lnTo>
                        <a:pt x="59653" y="33792"/>
                      </a:lnTo>
                      <a:lnTo>
                        <a:pt x="59674" y="33855"/>
                      </a:lnTo>
                      <a:lnTo>
                        <a:pt x="59674" y="33897"/>
                      </a:lnTo>
                      <a:lnTo>
                        <a:pt x="59695" y="33960"/>
                      </a:lnTo>
                      <a:lnTo>
                        <a:pt x="59633" y="34001"/>
                      </a:lnTo>
                      <a:lnTo>
                        <a:pt x="59591" y="34022"/>
                      </a:lnTo>
                      <a:lnTo>
                        <a:pt x="59633" y="34085"/>
                      </a:lnTo>
                      <a:lnTo>
                        <a:pt x="59653" y="34169"/>
                      </a:lnTo>
                      <a:lnTo>
                        <a:pt x="59633" y="34211"/>
                      </a:lnTo>
                      <a:lnTo>
                        <a:pt x="59570" y="34315"/>
                      </a:lnTo>
                      <a:lnTo>
                        <a:pt x="59591" y="34378"/>
                      </a:lnTo>
                      <a:lnTo>
                        <a:pt x="59633" y="34420"/>
                      </a:lnTo>
                      <a:lnTo>
                        <a:pt x="59591" y="34483"/>
                      </a:lnTo>
                      <a:lnTo>
                        <a:pt x="59591" y="34525"/>
                      </a:lnTo>
                      <a:lnTo>
                        <a:pt x="59633" y="34587"/>
                      </a:lnTo>
                      <a:lnTo>
                        <a:pt x="59653" y="34650"/>
                      </a:lnTo>
                      <a:lnTo>
                        <a:pt x="59591" y="34713"/>
                      </a:lnTo>
                      <a:lnTo>
                        <a:pt x="59549" y="34713"/>
                      </a:lnTo>
                      <a:lnTo>
                        <a:pt x="59486" y="34692"/>
                      </a:lnTo>
                      <a:lnTo>
                        <a:pt x="59130" y="34608"/>
                      </a:lnTo>
                      <a:lnTo>
                        <a:pt x="59047" y="34587"/>
                      </a:lnTo>
                      <a:lnTo>
                        <a:pt x="58942" y="34546"/>
                      </a:lnTo>
                      <a:lnTo>
                        <a:pt x="58900" y="34546"/>
                      </a:lnTo>
                      <a:lnTo>
                        <a:pt x="58796" y="34713"/>
                      </a:lnTo>
                      <a:lnTo>
                        <a:pt x="58754" y="34797"/>
                      </a:lnTo>
                      <a:lnTo>
                        <a:pt x="58712" y="34859"/>
                      </a:lnTo>
                      <a:lnTo>
                        <a:pt x="58628" y="34859"/>
                      </a:lnTo>
                      <a:lnTo>
                        <a:pt x="58544" y="34922"/>
                      </a:lnTo>
                      <a:lnTo>
                        <a:pt x="58524" y="34964"/>
                      </a:lnTo>
                      <a:lnTo>
                        <a:pt x="58586" y="35069"/>
                      </a:lnTo>
                      <a:lnTo>
                        <a:pt x="58712" y="35278"/>
                      </a:lnTo>
                      <a:lnTo>
                        <a:pt x="58733" y="35362"/>
                      </a:lnTo>
                      <a:lnTo>
                        <a:pt x="58754" y="35445"/>
                      </a:lnTo>
                      <a:lnTo>
                        <a:pt x="58837" y="35550"/>
                      </a:lnTo>
                      <a:lnTo>
                        <a:pt x="58837" y="35654"/>
                      </a:lnTo>
                      <a:lnTo>
                        <a:pt x="58837" y="35780"/>
                      </a:lnTo>
                      <a:lnTo>
                        <a:pt x="58837" y="35885"/>
                      </a:lnTo>
                      <a:lnTo>
                        <a:pt x="58837" y="36094"/>
                      </a:lnTo>
                      <a:lnTo>
                        <a:pt x="58921" y="36157"/>
                      </a:lnTo>
                      <a:lnTo>
                        <a:pt x="58921" y="36261"/>
                      </a:lnTo>
                      <a:lnTo>
                        <a:pt x="58921" y="36366"/>
                      </a:lnTo>
                      <a:lnTo>
                        <a:pt x="58900" y="36408"/>
                      </a:lnTo>
                      <a:lnTo>
                        <a:pt x="58900" y="36491"/>
                      </a:lnTo>
                      <a:lnTo>
                        <a:pt x="58921" y="36533"/>
                      </a:lnTo>
                      <a:lnTo>
                        <a:pt x="58921" y="36638"/>
                      </a:lnTo>
                      <a:lnTo>
                        <a:pt x="58858" y="36638"/>
                      </a:lnTo>
                      <a:lnTo>
                        <a:pt x="58733" y="36617"/>
                      </a:lnTo>
                      <a:lnTo>
                        <a:pt x="58649" y="36680"/>
                      </a:lnTo>
                      <a:lnTo>
                        <a:pt x="58649" y="36722"/>
                      </a:lnTo>
                      <a:lnTo>
                        <a:pt x="58691" y="36826"/>
                      </a:lnTo>
                      <a:lnTo>
                        <a:pt x="58733" y="36847"/>
                      </a:lnTo>
                      <a:lnTo>
                        <a:pt x="58733" y="36931"/>
                      </a:lnTo>
                      <a:lnTo>
                        <a:pt x="58733" y="36952"/>
                      </a:lnTo>
                      <a:lnTo>
                        <a:pt x="58837" y="37098"/>
                      </a:lnTo>
                      <a:lnTo>
                        <a:pt x="58858" y="37098"/>
                      </a:lnTo>
                      <a:lnTo>
                        <a:pt x="58921" y="36931"/>
                      </a:lnTo>
                      <a:lnTo>
                        <a:pt x="59068" y="36910"/>
                      </a:lnTo>
                      <a:lnTo>
                        <a:pt x="59130" y="36952"/>
                      </a:lnTo>
                      <a:lnTo>
                        <a:pt x="59172" y="36784"/>
                      </a:lnTo>
                      <a:lnTo>
                        <a:pt x="59256" y="36722"/>
                      </a:lnTo>
                      <a:lnTo>
                        <a:pt x="59256" y="36512"/>
                      </a:lnTo>
                      <a:lnTo>
                        <a:pt x="59361" y="36429"/>
                      </a:lnTo>
                      <a:lnTo>
                        <a:pt x="59361" y="36324"/>
                      </a:lnTo>
                      <a:lnTo>
                        <a:pt x="59381" y="36282"/>
                      </a:lnTo>
                      <a:lnTo>
                        <a:pt x="59528" y="36366"/>
                      </a:lnTo>
                      <a:lnTo>
                        <a:pt x="59653" y="36303"/>
                      </a:lnTo>
                      <a:lnTo>
                        <a:pt x="59695" y="36366"/>
                      </a:lnTo>
                      <a:lnTo>
                        <a:pt x="59695" y="36575"/>
                      </a:lnTo>
                      <a:lnTo>
                        <a:pt x="59884" y="36617"/>
                      </a:lnTo>
                      <a:lnTo>
                        <a:pt x="60072" y="36722"/>
                      </a:lnTo>
                      <a:lnTo>
                        <a:pt x="60114" y="36680"/>
                      </a:lnTo>
                      <a:lnTo>
                        <a:pt x="60197" y="36742"/>
                      </a:lnTo>
                      <a:lnTo>
                        <a:pt x="60323" y="36617"/>
                      </a:lnTo>
                      <a:lnTo>
                        <a:pt x="60490" y="36596"/>
                      </a:lnTo>
                      <a:lnTo>
                        <a:pt x="60511" y="36512"/>
                      </a:lnTo>
                      <a:lnTo>
                        <a:pt x="60595" y="36512"/>
                      </a:lnTo>
                      <a:lnTo>
                        <a:pt x="60679" y="36366"/>
                      </a:lnTo>
                      <a:lnTo>
                        <a:pt x="60846" y="36115"/>
                      </a:lnTo>
                      <a:lnTo>
                        <a:pt x="60825" y="36073"/>
                      </a:lnTo>
                      <a:lnTo>
                        <a:pt x="60951" y="36010"/>
                      </a:lnTo>
                      <a:lnTo>
                        <a:pt x="60951" y="35926"/>
                      </a:lnTo>
                      <a:lnTo>
                        <a:pt x="60909" y="35780"/>
                      </a:lnTo>
                      <a:lnTo>
                        <a:pt x="60993" y="35822"/>
                      </a:lnTo>
                      <a:lnTo>
                        <a:pt x="60993" y="35843"/>
                      </a:lnTo>
                      <a:lnTo>
                        <a:pt x="61118" y="35654"/>
                      </a:lnTo>
                      <a:lnTo>
                        <a:pt x="61055" y="35550"/>
                      </a:lnTo>
                      <a:lnTo>
                        <a:pt x="61118" y="35529"/>
                      </a:lnTo>
                      <a:lnTo>
                        <a:pt x="61118" y="35341"/>
                      </a:lnTo>
                      <a:lnTo>
                        <a:pt x="61223" y="35299"/>
                      </a:lnTo>
                      <a:lnTo>
                        <a:pt x="61223" y="35194"/>
                      </a:lnTo>
                      <a:lnTo>
                        <a:pt x="61369" y="35090"/>
                      </a:lnTo>
                      <a:lnTo>
                        <a:pt x="61411" y="35027"/>
                      </a:lnTo>
                      <a:lnTo>
                        <a:pt x="61348" y="34985"/>
                      </a:lnTo>
                      <a:lnTo>
                        <a:pt x="61369" y="34838"/>
                      </a:lnTo>
                      <a:lnTo>
                        <a:pt x="61453" y="34818"/>
                      </a:lnTo>
                      <a:lnTo>
                        <a:pt x="61557" y="34315"/>
                      </a:lnTo>
                      <a:lnTo>
                        <a:pt x="61683" y="34169"/>
                      </a:lnTo>
                      <a:lnTo>
                        <a:pt x="61683" y="34064"/>
                      </a:lnTo>
                      <a:lnTo>
                        <a:pt x="61829" y="33960"/>
                      </a:lnTo>
                      <a:lnTo>
                        <a:pt x="61850" y="33834"/>
                      </a:lnTo>
                      <a:lnTo>
                        <a:pt x="61976" y="33667"/>
                      </a:lnTo>
                      <a:lnTo>
                        <a:pt x="61976" y="33541"/>
                      </a:lnTo>
                      <a:lnTo>
                        <a:pt x="61934" y="33520"/>
                      </a:lnTo>
                      <a:lnTo>
                        <a:pt x="61892" y="33353"/>
                      </a:lnTo>
                      <a:lnTo>
                        <a:pt x="62039" y="33227"/>
                      </a:lnTo>
                      <a:lnTo>
                        <a:pt x="61976" y="32955"/>
                      </a:lnTo>
                      <a:lnTo>
                        <a:pt x="62081" y="32830"/>
                      </a:lnTo>
                      <a:lnTo>
                        <a:pt x="62081" y="32746"/>
                      </a:lnTo>
                      <a:lnTo>
                        <a:pt x="62039" y="32746"/>
                      </a:lnTo>
                      <a:lnTo>
                        <a:pt x="62101" y="32579"/>
                      </a:lnTo>
                      <a:lnTo>
                        <a:pt x="62101" y="32411"/>
                      </a:lnTo>
                      <a:lnTo>
                        <a:pt x="62206" y="32307"/>
                      </a:lnTo>
                      <a:lnTo>
                        <a:pt x="62206" y="32118"/>
                      </a:lnTo>
                      <a:lnTo>
                        <a:pt x="62185" y="32097"/>
                      </a:lnTo>
                      <a:lnTo>
                        <a:pt x="62164" y="31909"/>
                      </a:lnTo>
                      <a:lnTo>
                        <a:pt x="62248" y="31742"/>
                      </a:lnTo>
                      <a:lnTo>
                        <a:pt x="62248" y="31574"/>
                      </a:lnTo>
                      <a:lnTo>
                        <a:pt x="62394" y="31386"/>
                      </a:lnTo>
                      <a:lnTo>
                        <a:pt x="62394" y="31240"/>
                      </a:lnTo>
                      <a:lnTo>
                        <a:pt x="62353" y="31135"/>
                      </a:lnTo>
                      <a:lnTo>
                        <a:pt x="62353" y="30947"/>
                      </a:lnTo>
                      <a:lnTo>
                        <a:pt x="62394" y="30905"/>
                      </a:lnTo>
                      <a:lnTo>
                        <a:pt x="62394" y="30758"/>
                      </a:lnTo>
                      <a:lnTo>
                        <a:pt x="62311" y="30758"/>
                      </a:lnTo>
                      <a:lnTo>
                        <a:pt x="62269" y="30486"/>
                      </a:lnTo>
                      <a:lnTo>
                        <a:pt x="62269" y="30403"/>
                      </a:lnTo>
                      <a:lnTo>
                        <a:pt x="62248" y="30319"/>
                      </a:lnTo>
                      <a:lnTo>
                        <a:pt x="62248" y="30110"/>
                      </a:lnTo>
                      <a:lnTo>
                        <a:pt x="62081" y="29921"/>
                      </a:lnTo>
                      <a:lnTo>
                        <a:pt x="62039" y="29921"/>
                      </a:lnTo>
                      <a:lnTo>
                        <a:pt x="61976" y="29817"/>
                      </a:lnTo>
                      <a:lnTo>
                        <a:pt x="62039" y="29775"/>
                      </a:lnTo>
                      <a:lnTo>
                        <a:pt x="62101" y="29608"/>
                      </a:lnTo>
                      <a:lnTo>
                        <a:pt x="62101" y="29566"/>
                      </a:lnTo>
                      <a:lnTo>
                        <a:pt x="61997" y="29649"/>
                      </a:lnTo>
                      <a:lnTo>
                        <a:pt x="61892" y="29608"/>
                      </a:lnTo>
                      <a:lnTo>
                        <a:pt x="61788" y="29231"/>
                      </a:lnTo>
                      <a:lnTo>
                        <a:pt x="61788" y="29126"/>
                      </a:lnTo>
                      <a:lnTo>
                        <a:pt x="61767" y="29043"/>
                      </a:lnTo>
                      <a:lnTo>
                        <a:pt x="61746" y="28833"/>
                      </a:lnTo>
                      <a:lnTo>
                        <a:pt x="61788" y="28750"/>
                      </a:lnTo>
                      <a:lnTo>
                        <a:pt x="61683" y="28457"/>
                      </a:lnTo>
                      <a:lnTo>
                        <a:pt x="61767" y="28394"/>
                      </a:lnTo>
                      <a:lnTo>
                        <a:pt x="61725" y="28352"/>
                      </a:lnTo>
                      <a:lnTo>
                        <a:pt x="61746" y="28310"/>
                      </a:lnTo>
                      <a:lnTo>
                        <a:pt x="61746" y="28227"/>
                      </a:lnTo>
                      <a:lnTo>
                        <a:pt x="61683" y="28185"/>
                      </a:lnTo>
                      <a:lnTo>
                        <a:pt x="61746" y="28080"/>
                      </a:lnTo>
                      <a:lnTo>
                        <a:pt x="61683" y="27975"/>
                      </a:lnTo>
                      <a:lnTo>
                        <a:pt x="61683" y="27892"/>
                      </a:lnTo>
                      <a:lnTo>
                        <a:pt x="61767" y="27829"/>
                      </a:lnTo>
                      <a:lnTo>
                        <a:pt x="61662" y="27766"/>
                      </a:lnTo>
                      <a:lnTo>
                        <a:pt x="61641" y="27620"/>
                      </a:lnTo>
                      <a:lnTo>
                        <a:pt x="61683" y="27557"/>
                      </a:lnTo>
                      <a:lnTo>
                        <a:pt x="61662" y="27452"/>
                      </a:lnTo>
                      <a:lnTo>
                        <a:pt x="61578" y="27515"/>
                      </a:lnTo>
                      <a:lnTo>
                        <a:pt x="61474" y="27494"/>
                      </a:lnTo>
                      <a:lnTo>
                        <a:pt x="61348" y="27390"/>
                      </a:lnTo>
                      <a:lnTo>
                        <a:pt x="61348" y="27264"/>
                      </a:lnTo>
                      <a:lnTo>
                        <a:pt x="61411" y="27180"/>
                      </a:lnTo>
                      <a:lnTo>
                        <a:pt x="61411" y="27076"/>
                      </a:lnTo>
                      <a:lnTo>
                        <a:pt x="61244" y="26887"/>
                      </a:lnTo>
                      <a:lnTo>
                        <a:pt x="61160" y="26887"/>
                      </a:lnTo>
                      <a:lnTo>
                        <a:pt x="61055" y="26762"/>
                      </a:lnTo>
                      <a:lnTo>
                        <a:pt x="61139" y="26720"/>
                      </a:lnTo>
                      <a:lnTo>
                        <a:pt x="61139" y="26615"/>
                      </a:lnTo>
                      <a:lnTo>
                        <a:pt x="61202" y="26511"/>
                      </a:lnTo>
                      <a:lnTo>
                        <a:pt x="61097" y="26323"/>
                      </a:lnTo>
                      <a:lnTo>
                        <a:pt x="61013" y="26323"/>
                      </a:lnTo>
                      <a:lnTo>
                        <a:pt x="60930" y="26239"/>
                      </a:lnTo>
                      <a:lnTo>
                        <a:pt x="60825" y="26218"/>
                      </a:lnTo>
                      <a:lnTo>
                        <a:pt x="60804" y="26134"/>
                      </a:lnTo>
                      <a:lnTo>
                        <a:pt x="60532" y="26051"/>
                      </a:lnTo>
                      <a:lnTo>
                        <a:pt x="60490" y="25988"/>
                      </a:lnTo>
                      <a:lnTo>
                        <a:pt x="60323" y="25946"/>
                      </a:lnTo>
                      <a:lnTo>
                        <a:pt x="60260" y="25904"/>
                      </a:lnTo>
                      <a:lnTo>
                        <a:pt x="60197" y="25779"/>
                      </a:lnTo>
                      <a:lnTo>
                        <a:pt x="60114" y="25695"/>
                      </a:lnTo>
                      <a:lnTo>
                        <a:pt x="59988" y="25695"/>
                      </a:lnTo>
                      <a:lnTo>
                        <a:pt x="59863" y="25590"/>
                      </a:lnTo>
                      <a:lnTo>
                        <a:pt x="59737" y="25695"/>
                      </a:lnTo>
                      <a:lnTo>
                        <a:pt x="59633" y="25695"/>
                      </a:lnTo>
                      <a:lnTo>
                        <a:pt x="59570" y="25779"/>
                      </a:lnTo>
                      <a:lnTo>
                        <a:pt x="59486" y="25779"/>
                      </a:lnTo>
                      <a:lnTo>
                        <a:pt x="59444" y="25716"/>
                      </a:lnTo>
                      <a:lnTo>
                        <a:pt x="59444" y="25674"/>
                      </a:lnTo>
                      <a:lnTo>
                        <a:pt x="59340" y="25611"/>
                      </a:lnTo>
                      <a:lnTo>
                        <a:pt x="59235" y="25611"/>
                      </a:lnTo>
                      <a:lnTo>
                        <a:pt x="59277" y="25799"/>
                      </a:lnTo>
                      <a:lnTo>
                        <a:pt x="59381" y="25904"/>
                      </a:lnTo>
                      <a:lnTo>
                        <a:pt x="59340" y="26009"/>
                      </a:lnTo>
                      <a:lnTo>
                        <a:pt x="59381" y="26197"/>
                      </a:lnTo>
                      <a:lnTo>
                        <a:pt x="59340" y="26343"/>
                      </a:lnTo>
                      <a:lnTo>
                        <a:pt x="59256" y="26406"/>
                      </a:lnTo>
                      <a:lnTo>
                        <a:pt x="59256" y="26239"/>
                      </a:lnTo>
                      <a:lnTo>
                        <a:pt x="59277" y="26113"/>
                      </a:lnTo>
                      <a:lnTo>
                        <a:pt x="59214" y="25946"/>
                      </a:lnTo>
                      <a:lnTo>
                        <a:pt x="59151" y="26030"/>
                      </a:lnTo>
                      <a:lnTo>
                        <a:pt x="59172" y="26134"/>
                      </a:lnTo>
                      <a:lnTo>
                        <a:pt x="59130" y="26323"/>
                      </a:lnTo>
                      <a:lnTo>
                        <a:pt x="59005" y="26406"/>
                      </a:lnTo>
                      <a:lnTo>
                        <a:pt x="58733" y="26427"/>
                      </a:lnTo>
                      <a:lnTo>
                        <a:pt x="58712" y="26364"/>
                      </a:lnTo>
                      <a:lnTo>
                        <a:pt x="58816" y="26302"/>
                      </a:lnTo>
                      <a:lnTo>
                        <a:pt x="58858" y="26302"/>
                      </a:lnTo>
                      <a:lnTo>
                        <a:pt x="58858" y="26134"/>
                      </a:lnTo>
                      <a:lnTo>
                        <a:pt x="58921" y="26051"/>
                      </a:lnTo>
                      <a:lnTo>
                        <a:pt x="58963" y="26009"/>
                      </a:lnTo>
                      <a:lnTo>
                        <a:pt x="58837" y="26009"/>
                      </a:lnTo>
                      <a:lnTo>
                        <a:pt x="58796" y="26051"/>
                      </a:lnTo>
                      <a:lnTo>
                        <a:pt x="58733" y="26009"/>
                      </a:lnTo>
                      <a:lnTo>
                        <a:pt x="58649" y="26030"/>
                      </a:lnTo>
                      <a:lnTo>
                        <a:pt x="58607" y="26134"/>
                      </a:lnTo>
                      <a:lnTo>
                        <a:pt x="58524" y="26197"/>
                      </a:lnTo>
                      <a:lnTo>
                        <a:pt x="58503" y="26197"/>
                      </a:lnTo>
                      <a:lnTo>
                        <a:pt x="58419" y="26302"/>
                      </a:lnTo>
                      <a:lnTo>
                        <a:pt x="58272" y="26155"/>
                      </a:lnTo>
                      <a:lnTo>
                        <a:pt x="58293" y="26009"/>
                      </a:lnTo>
                      <a:lnTo>
                        <a:pt x="58231" y="25820"/>
                      </a:lnTo>
                      <a:lnTo>
                        <a:pt x="58105" y="25632"/>
                      </a:lnTo>
                      <a:lnTo>
                        <a:pt x="58105" y="25339"/>
                      </a:lnTo>
                      <a:lnTo>
                        <a:pt x="57980" y="25381"/>
                      </a:lnTo>
                      <a:lnTo>
                        <a:pt x="57917" y="25381"/>
                      </a:lnTo>
                      <a:lnTo>
                        <a:pt x="57812" y="25423"/>
                      </a:lnTo>
                      <a:lnTo>
                        <a:pt x="57749" y="25465"/>
                      </a:lnTo>
                      <a:lnTo>
                        <a:pt x="57603" y="25548"/>
                      </a:lnTo>
                      <a:lnTo>
                        <a:pt x="57498" y="25548"/>
                      </a:lnTo>
                      <a:lnTo>
                        <a:pt x="57394" y="25486"/>
                      </a:lnTo>
                      <a:lnTo>
                        <a:pt x="57289" y="25527"/>
                      </a:lnTo>
                      <a:lnTo>
                        <a:pt x="57184" y="25444"/>
                      </a:lnTo>
                      <a:lnTo>
                        <a:pt x="57143" y="25339"/>
                      </a:lnTo>
                      <a:lnTo>
                        <a:pt x="57184" y="25255"/>
                      </a:lnTo>
                      <a:lnTo>
                        <a:pt x="57226" y="25109"/>
                      </a:lnTo>
                      <a:lnTo>
                        <a:pt x="57331" y="24942"/>
                      </a:lnTo>
                      <a:lnTo>
                        <a:pt x="57477" y="24774"/>
                      </a:lnTo>
                      <a:lnTo>
                        <a:pt x="57477" y="24586"/>
                      </a:lnTo>
                      <a:lnTo>
                        <a:pt x="57666" y="24439"/>
                      </a:lnTo>
                      <a:lnTo>
                        <a:pt x="57666" y="24272"/>
                      </a:lnTo>
                      <a:lnTo>
                        <a:pt x="57708" y="24251"/>
                      </a:lnTo>
                      <a:lnTo>
                        <a:pt x="57708" y="24188"/>
                      </a:lnTo>
                      <a:lnTo>
                        <a:pt x="57812" y="24021"/>
                      </a:lnTo>
                      <a:lnTo>
                        <a:pt x="57854" y="23874"/>
                      </a:lnTo>
                      <a:lnTo>
                        <a:pt x="57917" y="23749"/>
                      </a:lnTo>
                      <a:lnTo>
                        <a:pt x="57875" y="23623"/>
                      </a:lnTo>
                      <a:lnTo>
                        <a:pt x="57917" y="23540"/>
                      </a:lnTo>
                      <a:lnTo>
                        <a:pt x="57917" y="23330"/>
                      </a:lnTo>
                      <a:lnTo>
                        <a:pt x="57980" y="23038"/>
                      </a:lnTo>
                      <a:lnTo>
                        <a:pt x="58021" y="23038"/>
                      </a:lnTo>
                      <a:lnTo>
                        <a:pt x="58063" y="22828"/>
                      </a:lnTo>
                      <a:lnTo>
                        <a:pt x="58168" y="22786"/>
                      </a:lnTo>
                      <a:lnTo>
                        <a:pt x="58126" y="22661"/>
                      </a:lnTo>
                      <a:lnTo>
                        <a:pt x="58293" y="22473"/>
                      </a:lnTo>
                      <a:lnTo>
                        <a:pt x="58314" y="22305"/>
                      </a:lnTo>
                      <a:lnTo>
                        <a:pt x="58419" y="22242"/>
                      </a:lnTo>
                      <a:lnTo>
                        <a:pt x="58377" y="22033"/>
                      </a:lnTo>
                      <a:lnTo>
                        <a:pt x="58419" y="21970"/>
                      </a:lnTo>
                      <a:lnTo>
                        <a:pt x="58419" y="21845"/>
                      </a:lnTo>
                      <a:lnTo>
                        <a:pt x="58503" y="21782"/>
                      </a:lnTo>
                      <a:lnTo>
                        <a:pt x="58544" y="21782"/>
                      </a:lnTo>
                      <a:lnTo>
                        <a:pt x="58544" y="21657"/>
                      </a:lnTo>
                      <a:lnTo>
                        <a:pt x="58503" y="21573"/>
                      </a:lnTo>
                      <a:lnTo>
                        <a:pt x="58503" y="21343"/>
                      </a:lnTo>
                      <a:lnTo>
                        <a:pt x="58482" y="21217"/>
                      </a:lnTo>
                      <a:lnTo>
                        <a:pt x="58544" y="21029"/>
                      </a:lnTo>
                      <a:lnTo>
                        <a:pt x="58712" y="20841"/>
                      </a:lnTo>
                      <a:lnTo>
                        <a:pt x="58754" y="20631"/>
                      </a:lnTo>
                      <a:lnTo>
                        <a:pt x="58607" y="20401"/>
                      </a:lnTo>
                      <a:lnTo>
                        <a:pt x="58628" y="20276"/>
                      </a:lnTo>
                      <a:lnTo>
                        <a:pt x="58733" y="20171"/>
                      </a:lnTo>
                      <a:lnTo>
                        <a:pt x="58754" y="20045"/>
                      </a:lnTo>
                      <a:lnTo>
                        <a:pt x="58963" y="19878"/>
                      </a:lnTo>
                      <a:lnTo>
                        <a:pt x="59005" y="19773"/>
                      </a:lnTo>
                      <a:lnTo>
                        <a:pt x="59068" y="19773"/>
                      </a:lnTo>
                      <a:lnTo>
                        <a:pt x="59151" y="19857"/>
                      </a:lnTo>
                      <a:lnTo>
                        <a:pt x="59277" y="19836"/>
                      </a:lnTo>
                      <a:lnTo>
                        <a:pt x="59486" y="19669"/>
                      </a:lnTo>
                      <a:lnTo>
                        <a:pt x="59674" y="19669"/>
                      </a:lnTo>
                      <a:lnTo>
                        <a:pt x="59842" y="19564"/>
                      </a:lnTo>
                      <a:lnTo>
                        <a:pt x="59967" y="19564"/>
                      </a:lnTo>
                      <a:lnTo>
                        <a:pt x="60072" y="19481"/>
                      </a:lnTo>
                      <a:lnTo>
                        <a:pt x="60177" y="19481"/>
                      </a:lnTo>
                      <a:lnTo>
                        <a:pt x="60281" y="19460"/>
                      </a:lnTo>
                      <a:lnTo>
                        <a:pt x="60323" y="19376"/>
                      </a:lnTo>
                      <a:lnTo>
                        <a:pt x="60428" y="19460"/>
                      </a:lnTo>
                      <a:lnTo>
                        <a:pt x="60386" y="19585"/>
                      </a:lnTo>
                      <a:lnTo>
                        <a:pt x="60469" y="19627"/>
                      </a:lnTo>
                      <a:lnTo>
                        <a:pt x="60574" y="19732"/>
                      </a:lnTo>
                      <a:lnTo>
                        <a:pt x="60616" y="19627"/>
                      </a:lnTo>
                      <a:lnTo>
                        <a:pt x="60721" y="19543"/>
                      </a:lnTo>
                      <a:lnTo>
                        <a:pt x="60574" y="19418"/>
                      </a:lnTo>
                      <a:lnTo>
                        <a:pt x="60574" y="19355"/>
                      </a:lnTo>
                      <a:lnTo>
                        <a:pt x="60700" y="19271"/>
                      </a:lnTo>
                      <a:lnTo>
                        <a:pt x="60909" y="19313"/>
                      </a:lnTo>
                      <a:lnTo>
                        <a:pt x="61013" y="19250"/>
                      </a:lnTo>
                      <a:lnTo>
                        <a:pt x="61244" y="19250"/>
                      </a:lnTo>
                      <a:lnTo>
                        <a:pt x="61306" y="19334"/>
                      </a:lnTo>
                      <a:lnTo>
                        <a:pt x="61348" y="19334"/>
                      </a:lnTo>
                      <a:lnTo>
                        <a:pt x="61432" y="19250"/>
                      </a:lnTo>
                      <a:lnTo>
                        <a:pt x="61516" y="19250"/>
                      </a:lnTo>
                      <a:lnTo>
                        <a:pt x="61474" y="19146"/>
                      </a:lnTo>
                      <a:lnTo>
                        <a:pt x="61557" y="19104"/>
                      </a:lnTo>
                      <a:lnTo>
                        <a:pt x="61746" y="19104"/>
                      </a:lnTo>
                      <a:lnTo>
                        <a:pt x="61829" y="19208"/>
                      </a:lnTo>
                      <a:lnTo>
                        <a:pt x="62039" y="19125"/>
                      </a:lnTo>
                      <a:lnTo>
                        <a:pt x="62039" y="19041"/>
                      </a:lnTo>
                      <a:lnTo>
                        <a:pt x="61955" y="18999"/>
                      </a:lnTo>
                      <a:lnTo>
                        <a:pt x="61892" y="19041"/>
                      </a:lnTo>
                      <a:lnTo>
                        <a:pt x="61767" y="18957"/>
                      </a:lnTo>
                      <a:lnTo>
                        <a:pt x="61850" y="18832"/>
                      </a:lnTo>
                      <a:lnTo>
                        <a:pt x="61871" y="18916"/>
                      </a:lnTo>
                      <a:lnTo>
                        <a:pt x="62039" y="18853"/>
                      </a:lnTo>
                      <a:lnTo>
                        <a:pt x="61871" y="18748"/>
                      </a:lnTo>
                      <a:lnTo>
                        <a:pt x="61871" y="18685"/>
                      </a:lnTo>
                      <a:lnTo>
                        <a:pt x="61955" y="18685"/>
                      </a:lnTo>
                      <a:lnTo>
                        <a:pt x="62101" y="18497"/>
                      </a:lnTo>
                      <a:lnTo>
                        <a:pt x="62269" y="18497"/>
                      </a:lnTo>
                      <a:lnTo>
                        <a:pt x="62353" y="18581"/>
                      </a:lnTo>
                      <a:lnTo>
                        <a:pt x="62457" y="18518"/>
                      </a:lnTo>
                      <a:lnTo>
                        <a:pt x="62666" y="18581"/>
                      </a:lnTo>
                      <a:lnTo>
                        <a:pt x="62813" y="18581"/>
                      </a:lnTo>
                      <a:lnTo>
                        <a:pt x="62813" y="18623"/>
                      </a:lnTo>
                      <a:lnTo>
                        <a:pt x="62897" y="18685"/>
                      </a:lnTo>
                      <a:lnTo>
                        <a:pt x="62959" y="18644"/>
                      </a:lnTo>
                      <a:lnTo>
                        <a:pt x="62918" y="18581"/>
                      </a:lnTo>
                      <a:lnTo>
                        <a:pt x="63106" y="18581"/>
                      </a:lnTo>
                      <a:lnTo>
                        <a:pt x="63252" y="18602"/>
                      </a:lnTo>
                      <a:lnTo>
                        <a:pt x="63357" y="18602"/>
                      </a:lnTo>
                      <a:lnTo>
                        <a:pt x="63462" y="18685"/>
                      </a:lnTo>
                      <a:lnTo>
                        <a:pt x="63462" y="18727"/>
                      </a:lnTo>
                      <a:lnTo>
                        <a:pt x="63629" y="18748"/>
                      </a:lnTo>
                      <a:lnTo>
                        <a:pt x="63734" y="18664"/>
                      </a:lnTo>
                      <a:lnTo>
                        <a:pt x="63796" y="18685"/>
                      </a:lnTo>
                      <a:lnTo>
                        <a:pt x="63838" y="18769"/>
                      </a:lnTo>
                      <a:lnTo>
                        <a:pt x="63629" y="18916"/>
                      </a:lnTo>
                      <a:lnTo>
                        <a:pt x="63441" y="18916"/>
                      </a:lnTo>
                      <a:lnTo>
                        <a:pt x="63378" y="18978"/>
                      </a:lnTo>
                      <a:lnTo>
                        <a:pt x="63378" y="19083"/>
                      </a:lnTo>
                      <a:lnTo>
                        <a:pt x="63273" y="19083"/>
                      </a:lnTo>
                      <a:lnTo>
                        <a:pt x="63252" y="19125"/>
                      </a:lnTo>
                      <a:lnTo>
                        <a:pt x="63315" y="19146"/>
                      </a:lnTo>
                      <a:lnTo>
                        <a:pt x="63378" y="19146"/>
                      </a:lnTo>
                      <a:lnTo>
                        <a:pt x="63545" y="19355"/>
                      </a:lnTo>
                      <a:lnTo>
                        <a:pt x="63587" y="19313"/>
                      </a:lnTo>
                      <a:lnTo>
                        <a:pt x="63775" y="19250"/>
                      </a:lnTo>
                      <a:lnTo>
                        <a:pt x="63859" y="19146"/>
                      </a:lnTo>
                      <a:lnTo>
                        <a:pt x="63838" y="19104"/>
                      </a:lnTo>
                      <a:lnTo>
                        <a:pt x="63964" y="19041"/>
                      </a:lnTo>
                      <a:lnTo>
                        <a:pt x="63880" y="18916"/>
                      </a:lnTo>
                      <a:lnTo>
                        <a:pt x="63964" y="18916"/>
                      </a:lnTo>
                      <a:lnTo>
                        <a:pt x="64089" y="19083"/>
                      </a:lnTo>
                      <a:lnTo>
                        <a:pt x="64173" y="19104"/>
                      </a:lnTo>
                      <a:lnTo>
                        <a:pt x="64215" y="19020"/>
                      </a:lnTo>
                      <a:lnTo>
                        <a:pt x="64173" y="18978"/>
                      </a:lnTo>
                      <a:lnTo>
                        <a:pt x="64257" y="18916"/>
                      </a:lnTo>
                      <a:lnTo>
                        <a:pt x="64298" y="18832"/>
                      </a:lnTo>
                      <a:lnTo>
                        <a:pt x="64319" y="18832"/>
                      </a:lnTo>
                      <a:lnTo>
                        <a:pt x="64319" y="18727"/>
                      </a:lnTo>
                      <a:lnTo>
                        <a:pt x="64298" y="18664"/>
                      </a:lnTo>
                      <a:lnTo>
                        <a:pt x="64382" y="18623"/>
                      </a:lnTo>
                      <a:lnTo>
                        <a:pt x="64466" y="18685"/>
                      </a:lnTo>
                      <a:lnTo>
                        <a:pt x="64529" y="18623"/>
                      </a:lnTo>
                      <a:lnTo>
                        <a:pt x="64591" y="18685"/>
                      </a:lnTo>
                      <a:lnTo>
                        <a:pt x="64612" y="18769"/>
                      </a:lnTo>
                      <a:lnTo>
                        <a:pt x="64696" y="18811"/>
                      </a:lnTo>
                      <a:lnTo>
                        <a:pt x="64842" y="18664"/>
                      </a:lnTo>
                      <a:lnTo>
                        <a:pt x="64780" y="18602"/>
                      </a:lnTo>
                      <a:lnTo>
                        <a:pt x="64780" y="18581"/>
                      </a:lnTo>
                      <a:lnTo>
                        <a:pt x="64842" y="18518"/>
                      </a:lnTo>
                      <a:lnTo>
                        <a:pt x="64926" y="18560"/>
                      </a:lnTo>
                      <a:lnTo>
                        <a:pt x="65010" y="18497"/>
                      </a:lnTo>
                      <a:lnTo>
                        <a:pt x="65094" y="18497"/>
                      </a:lnTo>
                      <a:lnTo>
                        <a:pt x="65114" y="18455"/>
                      </a:lnTo>
                      <a:lnTo>
                        <a:pt x="65010" y="18351"/>
                      </a:lnTo>
                      <a:lnTo>
                        <a:pt x="65031" y="18288"/>
                      </a:lnTo>
                      <a:lnTo>
                        <a:pt x="65031" y="18246"/>
                      </a:lnTo>
                      <a:lnTo>
                        <a:pt x="64926" y="18183"/>
                      </a:lnTo>
                      <a:lnTo>
                        <a:pt x="64884" y="18141"/>
                      </a:lnTo>
                      <a:lnTo>
                        <a:pt x="64884" y="18162"/>
                      </a:lnTo>
                      <a:lnTo>
                        <a:pt x="64884" y="18204"/>
                      </a:lnTo>
                      <a:lnTo>
                        <a:pt x="64822" y="18204"/>
                      </a:lnTo>
                      <a:lnTo>
                        <a:pt x="64717" y="18162"/>
                      </a:lnTo>
                      <a:lnTo>
                        <a:pt x="64696" y="18183"/>
                      </a:lnTo>
                      <a:lnTo>
                        <a:pt x="64696" y="18246"/>
                      </a:lnTo>
                      <a:lnTo>
                        <a:pt x="64591" y="18246"/>
                      </a:lnTo>
                      <a:lnTo>
                        <a:pt x="64529" y="18288"/>
                      </a:lnTo>
                      <a:lnTo>
                        <a:pt x="64466" y="18246"/>
                      </a:lnTo>
                      <a:lnTo>
                        <a:pt x="64487" y="18141"/>
                      </a:lnTo>
                      <a:lnTo>
                        <a:pt x="64529" y="18100"/>
                      </a:lnTo>
                      <a:lnTo>
                        <a:pt x="64382" y="17890"/>
                      </a:lnTo>
                      <a:lnTo>
                        <a:pt x="64487" y="17828"/>
                      </a:lnTo>
                      <a:lnTo>
                        <a:pt x="64382" y="17660"/>
                      </a:lnTo>
                      <a:lnTo>
                        <a:pt x="64424" y="17451"/>
                      </a:lnTo>
                      <a:lnTo>
                        <a:pt x="64424" y="17325"/>
                      </a:lnTo>
                      <a:lnTo>
                        <a:pt x="64508" y="17221"/>
                      </a:lnTo>
                      <a:lnTo>
                        <a:pt x="64508" y="17032"/>
                      </a:lnTo>
                      <a:lnTo>
                        <a:pt x="64612" y="16928"/>
                      </a:lnTo>
                      <a:lnTo>
                        <a:pt x="64612" y="16802"/>
                      </a:lnTo>
                      <a:lnTo>
                        <a:pt x="64591" y="16781"/>
                      </a:lnTo>
                      <a:lnTo>
                        <a:pt x="64717" y="16719"/>
                      </a:lnTo>
                      <a:lnTo>
                        <a:pt x="64591" y="16572"/>
                      </a:lnTo>
                      <a:lnTo>
                        <a:pt x="64633" y="16175"/>
                      </a:lnTo>
                      <a:lnTo>
                        <a:pt x="64738" y="16091"/>
                      </a:lnTo>
                      <a:lnTo>
                        <a:pt x="64633" y="15944"/>
                      </a:lnTo>
                      <a:lnTo>
                        <a:pt x="64612" y="15777"/>
                      </a:lnTo>
                      <a:lnTo>
                        <a:pt x="64529" y="15735"/>
                      </a:lnTo>
                      <a:lnTo>
                        <a:pt x="64529" y="15672"/>
                      </a:lnTo>
                      <a:lnTo>
                        <a:pt x="64633" y="15589"/>
                      </a:lnTo>
                      <a:lnTo>
                        <a:pt x="64612" y="15442"/>
                      </a:lnTo>
                      <a:lnTo>
                        <a:pt x="64696" y="15379"/>
                      </a:lnTo>
                      <a:lnTo>
                        <a:pt x="64822" y="15170"/>
                      </a:lnTo>
                      <a:lnTo>
                        <a:pt x="64947" y="15212"/>
                      </a:lnTo>
                      <a:lnTo>
                        <a:pt x="65031" y="15149"/>
                      </a:lnTo>
                      <a:lnTo>
                        <a:pt x="65114" y="15170"/>
                      </a:lnTo>
                      <a:lnTo>
                        <a:pt x="65156" y="15107"/>
                      </a:lnTo>
                      <a:lnTo>
                        <a:pt x="65366" y="15107"/>
                      </a:lnTo>
                      <a:lnTo>
                        <a:pt x="65407" y="15045"/>
                      </a:lnTo>
                      <a:lnTo>
                        <a:pt x="65470" y="15024"/>
                      </a:lnTo>
                      <a:lnTo>
                        <a:pt x="65512" y="14919"/>
                      </a:lnTo>
                      <a:lnTo>
                        <a:pt x="65554" y="14919"/>
                      </a:lnTo>
                      <a:lnTo>
                        <a:pt x="65617" y="14898"/>
                      </a:lnTo>
                      <a:lnTo>
                        <a:pt x="65742" y="14898"/>
                      </a:lnTo>
                      <a:lnTo>
                        <a:pt x="65763" y="15003"/>
                      </a:lnTo>
                      <a:lnTo>
                        <a:pt x="65826" y="14961"/>
                      </a:lnTo>
                      <a:lnTo>
                        <a:pt x="65868" y="14961"/>
                      </a:lnTo>
                      <a:lnTo>
                        <a:pt x="65951" y="15107"/>
                      </a:lnTo>
                      <a:lnTo>
                        <a:pt x="65993" y="15107"/>
                      </a:lnTo>
                      <a:lnTo>
                        <a:pt x="66098" y="14961"/>
                      </a:lnTo>
                      <a:lnTo>
                        <a:pt x="66098" y="14835"/>
                      </a:lnTo>
                      <a:lnTo>
                        <a:pt x="66182" y="14815"/>
                      </a:lnTo>
                      <a:lnTo>
                        <a:pt x="66203" y="14689"/>
                      </a:lnTo>
                      <a:lnTo>
                        <a:pt x="66265" y="14689"/>
                      </a:lnTo>
                      <a:lnTo>
                        <a:pt x="66286" y="14794"/>
                      </a:lnTo>
                      <a:lnTo>
                        <a:pt x="66412" y="14856"/>
                      </a:lnTo>
                      <a:lnTo>
                        <a:pt x="66412" y="15003"/>
                      </a:lnTo>
                      <a:lnTo>
                        <a:pt x="66391" y="15045"/>
                      </a:lnTo>
                      <a:lnTo>
                        <a:pt x="66454" y="15107"/>
                      </a:lnTo>
                      <a:lnTo>
                        <a:pt x="66475" y="15212"/>
                      </a:lnTo>
                      <a:lnTo>
                        <a:pt x="66391" y="15275"/>
                      </a:lnTo>
                      <a:lnTo>
                        <a:pt x="66454" y="15317"/>
                      </a:lnTo>
                      <a:lnTo>
                        <a:pt x="66475" y="15442"/>
                      </a:lnTo>
                      <a:lnTo>
                        <a:pt x="66454" y="15442"/>
                      </a:lnTo>
                      <a:lnTo>
                        <a:pt x="66454" y="15526"/>
                      </a:lnTo>
                      <a:lnTo>
                        <a:pt x="66475" y="15568"/>
                      </a:lnTo>
                      <a:lnTo>
                        <a:pt x="66412" y="15651"/>
                      </a:lnTo>
                      <a:lnTo>
                        <a:pt x="66391" y="15693"/>
                      </a:lnTo>
                      <a:lnTo>
                        <a:pt x="66412" y="15756"/>
                      </a:lnTo>
                      <a:lnTo>
                        <a:pt x="66516" y="15651"/>
                      </a:lnTo>
                      <a:lnTo>
                        <a:pt x="66558" y="15735"/>
                      </a:lnTo>
                      <a:lnTo>
                        <a:pt x="66663" y="15756"/>
                      </a:lnTo>
                      <a:lnTo>
                        <a:pt x="66684" y="15965"/>
                      </a:lnTo>
                      <a:lnTo>
                        <a:pt x="66726" y="15903"/>
                      </a:lnTo>
                      <a:lnTo>
                        <a:pt x="66726" y="15840"/>
                      </a:lnTo>
                      <a:lnTo>
                        <a:pt x="66830" y="15735"/>
                      </a:lnTo>
                      <a:lnTo>
                        <a:pt x="66914" y="15735"/>
                      </a:lnTo>
                      <a:lnTo>
                        <a:pt x="66977" y="15777"/>
                      </a:lnTo>
                      <a:lnTo>
                        <a:pt x="66872" y="15944"/>
                      </a:lnTo>
                      <a:lnTo>
                        <a:pt x="66977" y="16049"/>
                      </a:lnTo>
                      <a:lnTo>
                        <a:pt x="66998" y="16175"/>
                      </a:lnTo>
                      <a:lnTo>
                        <a:pt x="67081" y="15986"/>
                      </a:lnTo>
                      <a:lnTo>
                        <a:pt x="67144" y="15944"/>
                      </a:lnTo>
                      <a:lnTo>
                        <a:pt x="67144" y="15861"/>
                      </a:lnTo>
                      <a:lnTo>
                        <a:pt x="67207" y="15777"/>
                      </a:lnTo>
                      <a:lnTo>
                        <a:pt x="67207" y="15484"/>
                      </a:lnTo>
                      <a:lnTo>
                        <a:pt x="67291" y="15421"/>
                      </a:lnTo>
                      <a:lnTo>
                        <a:pt x="67207" y="15338"/>
                      </a:lnTo>
                      <a:lnTo>
                        <a:pt x="67311" y="15254"/>
                      </a:lnTo>
                      <a:lnTo>
                        <a:pt x="67311" y="15149"/>
                      </a:lnTo>
                      <a:lnTo>
                        <a:pt x="67249" y="15128"/>
                      </a:lnTo>
                      <a:lnTo>
                        <a:pt x="67249" y="15066"/>
                      </a:lnTo>
                      <a:lnTo>
                        <a:pt x="67311" y="15045"/>
                      </a:lnTo>
                      <a:lnTo>
                        <a:pt x="67332" y="14856"/>
                      </a:lnTo>
                      <a:lnTo>
                        <a:pt x="67249" y="14794"/>
                      </a:lnTo>
                      <a:lnTo>
                        <a:pt x="67311" y="14605"/>
                      </a:lnTo>
                      <a:lnTo>
                        <a:pt x="67395" y="14522"/>
                      </a:lnTo>
                      <a:lnTo>
                        <a:pt x="67542" y="14501"/>
                      </a:lnTo>
                      <a:lnTo>
                        <a:pt x="67604" y="14584"/>
                      </a:lnTo>
                      <a:lnTo>
                        <a:pt x="67667" y="14647"/>
                      </a:lnTo>
                      <a:lnTo>
                        <a:pt x="67730" y="14584"/>
                      </a:lnTo>
                      <a:lnTo>
                        <a:pt x="67646" y="14501"/>
                      </a:lnTo>
                      <a:lnTo>
                        <a:pt x="67688" y="14375"/>
                      </a:lnTo>
                      <a:lnTo>
                        <a:pt x="67521" y="14291"/>
                      </a:lnTo>
                      <a:lnTo>
                        <a:pt x="67479" y="14061"/>
                      </a:lnTo>
                      <a:lnTo>
                        <a:pt x="67395" y="13999"/>
                      </a:lnTo>
                      <a:lnTo>
                        <a:pt x="67395" y="13957"/>
                      </a:lnTo>
                      <a:lnTo>
                        <a:pt x="67291" y="13873"/>
                      </a:lnTo>
                      <a:lnTo>
                        <a:pt x="67270" y="13706"/>
                      </a:lnTo>
                      <a:lnTo>
                        <a:pt x="67311" y="13664"/>
                      </a:lnTo>
                      <a:lnTo>
                        <a:pt x="67291" y="13538"/>
                      </a:lnTo>
                      <a:lnTo>
                        <a:pt x="67165" y="13434"/>
                      </a:lnTo>
                      <a:lnTo>
                        <a:pt x="67186" y="13329"/>
                      </a:lnTo>
                      <a:lnTo>
                        <a:pt x="67123" y="13266"/>
                      </a:lnTo>
                      <a:lnTo>
                        <a:pt x="67291" y="13141"/>
                      </a:lnTo>
                      <a:lnTo>
                        <a:pt x="67416" y="13141"/>
                      </a:lnTo>
                      <a:lnTo>
                        <a:pt x="67521" y="13015"/>
                      </a:lnTo>
                      <a:lnTo>
                        <a:pt x="67688" y="13015"/>
                      </a:lnTo>
                      <a:lnTo>
                        <a:pt x="67730" y="12952"/>
                      </a:lnTo>
                      <a:lnTo>
                        <a:pt x="67897" y="13078"/>
                      </a:lnTo>
                      <a:lnTo>
                        <a:pt x="68044" y="13078"/>
                      </a:lnTo>
                      <a:lnTo>
                        <a:pt x="68107" y="13120"/>
                      </a:lnTo>
                      <a:lnTo>
                        <a:pt x="68211" y="13141"/>
                      </a:lnTo>
                      <a:lnTo>
                        <a:pt x="68274" y="13120"/>
                      </a:lnTo>
                      <a:lnTo>
                        <a:pt x="68127" y="13182"/>
                      </a:lnTo>
                      <a:lnTo>
                        <a:pt x="68211" y="13245"/>
                      </a:lnTo>
                      <a:lnTo>
                        <a:pt x="68065" y="13287"/>
                      </a:lnTo>
                      <a:lnTo>
                        <a:pt x="67939" y="13266"/>
                      </a:lnTo>
                      <a:lnTo>
                        <a:pt x="67793" y="13434"/>
                      </a:lnTo>
                      <a:lnTo>
                        <a:pt x="67793" y="13496"/>
                      </a:lnTo>
                      <a:lnTo>
                        <a:pt x="67835" y="13643"/>
                      </a:lnTo>
                      <a:lnTo>
                        <a:pt x="67835" y="13768"/>
                      </a:lnTo>
                      <a:lnTo>
                        <a:pt x="67918" y="13810"/>
                      </a:lnTo>
                      <a:lnTo>
                        <a:pt x="67939" y="13894"/>
                      </a:lnTo>
                      <a:lnTo>
                        <a:pt x="68065" y="14061"/>
                      </a:lnTo>
                      <a:lnTo>
                        <a:pt x="68065" y="14103"/>
                      </a:lnTo>
                      <a:lnTo>
                        <a:pt x="68107" y="14103"/>
                      </a:lnTo>
                      <a:lnTo>
                        <a:pt x="68065" y="14166"/>
                      </a:lnTo>
                      <a:lnTo>
                        <a:pt x="68211" y="14208"/>
                      </a:lnTo>
                      <a:lnTo>
                        <a:pt x="68232" y="14333"/>
                      </a:lnTo>
                      <a:lnTo>
                        <a:pt x="68232" y="14396"/>
                      </a:lnTo>
                      <a:lnTo>
                        <a:pt x="68169" y="14438"/>
                      </a:lnTo>
                      <a:lnTo>
                        <a:pt x="68211" y="14710"/>
                      </a:lnTo>
                      <a:lnTo>
                        <a:pt x="68253" y="14731"/>
                      </a:lnTo>
                      <a:lnTo>
                        <a:pt x="68316" y="14647"/>
                      </a:lnTo>
                      <a:lnTo>
                        <a:pt x="68358" y="14647"/>
                      </a:lnTo>
                      <a:lnTo>
                        <a:pt x="68441" y="14752"/>
                      </a:lnTo>
                      <a:lnTo>
                        <a:pt x="68483" y="14835"/>
                      </a:lnTo>
                      <a:lnTo>
                        <a:pt x="68420" y="15024"/>
                      </a:lnTo>
                      <a:lnTo>
                        <a:pt x="68420" y="15233"/>
                      </a:lnTo>
                      <a:lnTo>
                        <a:pt x="68483" y="15317"/>
                      </a:lnTo>
                      <a:lnTo>
                        <a:pt x="68567" y="15254"/>
                      </a:lnTo>
                      <a:lnTo>
                        <a:pt x="68672" y="15275"/>
                      </a:lnTo>
                      <a:lnTo>
                        <a:pt x="68692" y="15338"/>
                      </a:lnTo>
                      <a:lnTo>
                        <a:pt x="68672" y="15421"/>
                      </a:lnTo>
                      <a:lnTo>
                        <a:pt x="68588" y="15421"/>
                      </a:lnTo>
                      <a:lnTo>
                        <a:pt x="68483" y="15484"/>
                      </a:lnTo>
                      <a:lnTo>
                        <a:pt x="68462" y="15484"/>
                      </a:lnTo>
                      <a:lnTo>
                        <a:pt x="68337" y="15631"/>
                      </a:lnTo>
                      <a:lnTo>
                        <a:pt x="68316" y="15735"/>
                      </a:lnTo>
                      <a:lnTo>
                        <a:pt x="68169" y="15798"/>
                      </a:lnTo>
                      <a:lnTo>
                        <a:pt x="68148" y="15861"/>
                      </a:lnTo>
                      <a:lnTo>
                        <a:pt x="68065" y="15882"/>
                      </a:lnTo>
                      <a:lnTo>
                        <a:pt x="68065" y="15986"/>
                      </a:lnTo>
                      <a:lnTo>
                        <a:pt x="68023" y="16070"/>
                      </a:lnTo>
                      <a:lnTo>
                        <a:pt x="68065" y="16195"/>
                      </a:lnTo>
                      <a:lnTo>
                        <a:pt x="68148" y="16175"/>
                      </a:lnTo>
                      <a:lnTo>
                        <a:pt x="68148" y="16321"/>
                      </a:lnTo>
                      <a:lnTo>
                        <a:pt x="68044" y="16509"/>
                      </a:lnTo>
                      <a:lnTo>
                        <a:pt x="68065" y="16593"/>
                      </a:lnTo>
                      <a:lnTo>
                        <a:pt x="68127" y="16614"/>
                      </a:lnTo>
                      <a:lnTo>
                        <a:pt x="68107" y="16844"/>
                      </a:lnTo>
                      <a:lnTo>
                        <a:pt x="68127" y="17032"/>
                      </a:lnTo>
                      <a:lnTo>
                        <a:pt x="68065" y="17116"/>
                      </a:lnTo>
                      <a:lnTo>
                        <a:pt x="67939" y="17158"/>
                      </a:lnTo>
                      <a:lnTo>
                        <a:pt x="67918" y="17263"/>
                      </a:lnTo>
                      <a:lnTo>
                        <a:pt x="67960" y="17325"/>
                      </a:lnTo>
                      <a:lnTo>
                        <a:pt x="67939" y="17535"/>
                      </a:lnTo>
                      <a:lnTo>
                        <a:pt x="67918" y="17576"/>
                      </a:lnTo>
                      <a:lnTo>
                        <a:pt x="67939" y="17660"/>
                      </a:lnTo>
                      <a:lnTo>
                        <a:pt x="68044" y="17765"/>
                      </a:lnTo>
                      <a:lnTo>
                        <a:pt x="67960" y="17765"/>
                      </a:lnTo>
                      <a:lnTo>
                        <a:pt x="67939" y="17953"/>
                      </a:lnTo>
                      <a:lnTo>
                        <a:pt x="67960" y="17995"/>
                      </a:lnTo>
                      <a:lnTo>
                        <a:pt x="67960" y="18141"/>
                      </a:lnTo>
                      <a:lnTo>
                        <a:pt x="67855" y="18246"/>
                      </a:lnTo>
                      <a:lnTo>
                        <a:pt x="67939" y="18372"/>
                      </a:lnTo>
                      <a:lnTo>
                        <a:pt x="67939" y="18602"/>
                      </a:lnTo>
                      <a:lnTo>
                        <a:pt x="68023" y="18811"/>
                      </a:lnTo>
                      <a:lnTo>
                        <a:pt x="67835" y="19146"/>
                      </a:lnTo>
                      <a:lnTo>
                        <a:pt x="67939" y="19292"/>
                      </a:lnTo>
                      <a:lnTo>
                        <a:pt x="67835" y="19250"/>
                      </a:lnTo>
                      <a:lnTo>
                        <a:pt x="67625" y="19292"/>
                      </a:lnTo>
                      <a:lnTo>
                        <a:pt x="67625" y="19501"/>
                      </a:lnTo>
                      <a:lnTo>
                        <a:pt x="67646" y="19564"/>
                      </a:lnTo>
                      <a:lnTo>
                        <a:pt x="67521" y="19711"/>
                      </a:lnTo>
                      <a:lnTo>
                        <a:pt x="67291" y="19606"/>
                      </a:lnTo>
                      <a:lnTo>
                        <a:pt x="67186" y="19711"/>
                      </a:lnTo>
                      <a:lnTo>
                        <a:pt x="67186" y="19773"/>
                      </a:lnTo>
                      <a:lnTo>
                        <a:pt x="67332" y="19773"/>
                      </a:lnTo>
                      <a:lnTo>
                        <a:pt x="67542" y="20087"/>
                      </a:lnTo>
                      <a:lnTo>
                        <a:pt x="67542" y="20380"/>
                      </a:lnTo>
                      <a:lnTo>
                        <a:pt x="67500" y="20464"/>
                      </a:lnTo>
                      <a:lnTo>
                        <a:pt x="67542" y="20548"/>
                      </a:lnTo>
                      <a:lnTo>
                        <a:pt x="67437" y="20569"/>
                      </a:lnTo>
                      <a:lnTo>
                        <a:pt x="67416" y="20778"/>
                      </a:lnTo>
                      <a:lnTo>
                        <a:pt x="67291" y="20924"/>
                      </a:lnTo>
                      <a:lnTo>
                        <a:pt x="67270" y="21175"/>
                      </a:lnTo>
                      <a:lnTo>
                        <a:pt x="67374" y="21385"/>
                      </a:lnTo>
                      <a:lnTo>
                        <a:pt x="67416" y="21761"/>
                      </a:lnTo>
                      <a:lnTo>
                        <a:pt x="67583" y="22033"/>
                      </a:lnTo>
                      <a:lnTo>
                        <a:pt x="67583" y="22242"/>
                      </a:lnTo>
                      <a:lnTo>
                        <a:pt x="67835" y="22807"/>
                      </a:lnTo>
                      <a:lnTo>
                        <a:pt x="68148" y="23414"/>
                      </a:lnTo>
                      <a:lnTo>
                        <a:pt x="68462" y="23916"/>
                      </a:lnTo>
                      <a:lnTo>
                        <a:pt x="68630" y="24063"/>
                      </a:lnTo>
                      <a:lnTo>
                        <a:pt x="68630" y="24251"/>
                      </a:lnTo>
                      <a:lnTo>
                        <a:pt x="69048" y="24732"/>
                      </a:lnTo>
                      <a:lnTo>
                        <a:pt x="69488" y="25527"/>
                      </a:lnTo>
                      <a:lnTo>
                        <a:pt x="69697" y="25632"/>
                      </a:lnTo>
                      <a:lnTo>
                        <a:pt x="69843" y="25632"/>
                      </a:lnTo>
                      <a:lnTo>
                        <a:pt x="69927" y="25590"/>
                      </a:lnTo>
                      <a:lnTo>
                        <a:pt x="69927" y="25590"/>
                      </a:lnTo>
                      <a:lnTo>
                        <a:pt x="69885" y="25695"/>
                      </a:lnTo>
                      <a:lnTo>
                        <a:pt x="69780" y="25737"/>
                      </a:lnTo>
                      <a:lnTo>
                        <a:pt x="69697" y="25737"/>
                      </a:lnTo>
                      <a:lnTo>
                        <a:pt x="69843" y="25988"/>
                      </a:lnTo>
                      <a:lnTo>
                        <a:pt x="70052" y="26469"/>
                      </a:lnTo>
                      <a:lnTo>
                        <a:pt x="70094" y="26678"/>
                      </a:lnTo>
                      <a:lnTo>
                        <a:pt x="70220" y="26867"/>
                      </a:lnTo>
                      <a:lnTo>
                        <a:pt x="70450" y="26887"/>
                      </a:lnTo>
                      <a:lnTo>
                        <a:pt x="70471" y="26971"/>
                      </a:lnTo>
                      <a:lnTo>
                        <a:pt x="70471" y="27076"/>
                      </a:lnTo>
                      <a:lnTo>
                        <a:pt x="70513" y="27159"/>
                      </a:lnTo>
                      <a:lnTo>
                        <a:pt x="70471" y="27285"/>
                      </a:lnTo>
                      <a:lnTo>
                        <a:pt x="70617" y="27034"/>
                      </a:lnTo>
                      <a:lnTo>
                        <a:pt x="70659" y="26762"/>
                      </a:lnTo>
                      <a:lnTo>
                        <a:pt x="70680" y="26741"/>
                      </a:lnTo>
                      <a:lnTo>
                        <a:pt x="70680" y="26636"/>
                      </a:lnTo>
                      <a:lnTo>
                        <a:pt x="70827" y="26511"/>
                      </a:lnTo>
                      <a:lnTo>
                        <a:pt x="70848" y="26406"/>
                      </a:lnTo>
                      <a:lnTo>
                        <a:pt x="70827" y="26343"/>
                      </a:lnTo>
                      <a:lnTo>
                        <a:pt x="70868" y="26239"/>
                      </a:lnTo>
                      <a:lnTo>
                        <a:pt x="70931" y="25988"/>
                      </a:lnTo>
                      <a:lnTo>
                        <a:pt x="70868" y="25883"/>
                      </a:lnTo>
                      <a:lnTo>
                        <a:pt x="70889" y="25695"/>
                      </a:lnTo>
                      <a:lnTo>
                        <a:pt x="70994" y="25611"/>
                      </a:lnTo>
                      <a:lnTo>
                        <a:pt x="70889" y="25507"/>
                      </a:lnTo>
                      <a:lnTo>
                        <a:pt x="70848" y="25527"/>
                      </a:lnTo>
                      <a:lnTo>
                        <a:pt x="70764" y="25507"/>
                      </a:lnTo>
                      <a:lnTo>
                        <a:pt x="70827" y="25423"/>
                      </a:lnTo>
                      <a:lnTo>
                        <a:pt x="70743" y="25276"/>
                      </a:lnTo>
                      <a:lnTo>
                        <a:pt x="70785" y="25297"/>
                      </a:lnTo>
                      <a:lnTo>
                        <a:pt x="70848" y="25255"/>
                      </a:lnTo>
                      <a:lnTo>
                        <a:pt x="70743" y="25151"/>
                      </a:lnTo>
                      <a:lnTo>
                        <a:pt x="70764" y="25067"/>
                      </a:lnTo>
                      <a:lnTo>
                        <a:pt x="70785" y="24942"/>
                      </a:lnTo>
                      <a:lnTo>
                        <a:pt x="70659" y="24942"/>
                      </a:lnTo>
                      <a:lnTo>
                        <a:pt x="70576" y="24879"/>
                      </a:lnTo>
                      <a:lnTo>
                        <a:pt x="70638" y="24774"/>
                      </a:lnTo>
                      <a:lnTo>
                        <a:pt x="70743" y="24879"/>
                      </a:lnTo>
                      <a:lnTo>
                        <a:pt x="70889" y="24732"/>
                      </a:lnTo>
                      <a:lnTo>
                        <a:pt x="70973" y="24753"/>
                      </a:lnTo>
                      <a:lnTo>
                        <a:pt x="71078" y="24649"/>
                      </a:lnTo>
                      <a:lnTo>
                        <a:pt x="71182" y="24565"/>
                      </a:lnTo>
                      <a:lnTo>
                        <a:pt x="71203" y="24586"/>
                      </a:lnTo>
                      <a:lnTo>
                        <a:pt x="71350" y="24628"/>
                      </a:lnTo>
                      <a:lnTo>
                        <a:pt x="71266" y="24523"/>
                      </a:lnTo>
                      <a:lnTo>
                        <a:pt x="71099" y="24439"/>
                      </a:lnTo>
                      <a:lnTo>
                        <a:pt x="71099" y="24314"/>
                      </a:lnTo>
                      <a:lnTo>
                        <a:pt x="70952" y="24230"/>
                      </a:lnTo>
                      <a:lnTo>
                        <a:pt x="70848" y="23895"/>
                      </a:lnTo>
                      <a:lnTo>
                        <a:pt x="70931" y="23602"/>
                      </a:lnTo>
                      <a:lnTo>
                        <a:pt x="70827" y="23498"/>
                      </a:lnTo>
                      <a:lnTo>
                        <a:pt x="70889" y="23414"/>
                      </a:lnTo>
                      <a:lnTo>
                        <a:pt x="70931" y="23268"/>
                      </a:lnTo>
                      <a:lnTo>
                        <a:pt x="71036" y="23058"/>
                      </a:lnTo>
                      <a:lnTo>
                        <a:pt x="71078" y="23372"/>
                      </a:lnTo>
                      <a:lnTo>
                        <a:pt x="71161" y="23393"/>
                      </a:lnTo>
                      <a:lnTo>
                        <a:pt x="71350" y="23289"/>
                      </a:lnTo>
                      <a:lnTo>
                        <a:pt x="71371" y="23330"/>
                      </a:lnTo>
                      <a:lnTo>
                        <a:pt x="71705" y="23205"/>
                      </a:lnTo>
                      <a:lnTo>
                        <a:pt x="71705" y="23058"/>
                      </a:lnTo>
                      <a:lnTo>
                        <a:pt x="71789" y="22975"/>
                      </a:lnTo>
                      <a:lnTo>
                        <a:pt x="71664" y="22891"/>
                      </a:lnTo>
                      <a:lnTo>
                        <a:pt x="71454" y="22598"/>
                      </a:lnTo>
                      <a:lnTo>
                        <a:pt x="71371" y="22598"/>
                      </a:lnTo>
                      <a:lnTo>
                        <a:pt x="71078" y="22159"/>
                      </a:lnTo>
                      <a:lnTo>
                        <a:pt x="71078" y="22054"/>
                      </a:lnTo>
                      <a:lnTo>
                        <a:pt x="70994" y="21970"/>
                      </a:lnTo>
                      <a:lnTo>
                        <a:pt x="70973" y="21594"/>
                      </a:lnTo>
                      <a:lnTo>
                        <a:pt x="70994" y="21531"/>
                      </a:lnTo>
                      <a:lnTo>
                        <a:pt x="70952" y="21343"/>
                      </a:lnTo>
                      <a:lnTo>
                        <a:pt x="71036" y="21217"/>
                      </a:lnTo>
                      <a:lnTo>
                        <a:pt x="71036" y="21092"/>
                      </a:lnTo>
                      <a:lnTo>
                        <a:pt x="70889" y="21113"/>
                      </a:lnTo>
                      <a:lnTo>
                        <a:pt x="70868" y="21029"/>
                      </a:lnTo>
                      <a:lnTo>
                        <a:pt x="70973" y="20882"/>
                      </a:lnTo>
                      <a:lnTo>
                        <a:pt x="71078" y="20841"/>
                      </a:lnTo>
                      <a:lnTo>
                        <a:pt x="71078" y="20778"/>
                      </a:lnTo>
                      <a:lnTo>
                        <a:pt x="71078" y="20757"/>
                      </a:lnTo>
                      <a:lnTo>
                        <a:pt x="71161" y="20673"/>
                      </a:lnTo>
                      <a:lnTo>
                        <a:pt x="71182" y="20778"/>
                      </a:lnTo>
                      <a:lnTo>
                        <a:pt x="71182" y="20903"/>
                      </a:lnTo>
                      <a:lnTo>
                        <a:pt x="71140" y="21029"/>
                      </a:lnTo>
                      <a:lnTo>
                        <a:pt x="71140" y="21196"/>
                      </a:lnTo>
                      <a:lnTo>
                        <a:pt x="71308" y="21238"/>
                      </a:lnTo>
                      <a:lnTo>
                        <a:pt x="71475" y="21343"/>
                      </a:lnTo>
                      <a:lnTo>
                        <a:pt x="71559" y="21322"/>
                      </a:lnTo>
                      <a:lnTo>
                        <a:pt x="71559" y="21154"/>
                      </a:lnTo>
                      <a:lnTo>
                        <a:pt x="71601" y="21092"/>
                      </a:lnTo>
                      <a:lnTo>
                        <a:pt x="71496" y="20903"/>
                      </a:lnTo>
                      <a:lnTo>
                        <a:pt x="71245" y="20673"/>
                      </a:lnTo>
                      <a:lnTo>
                        <a:pt x="71245" y="20401"/>
                      </a:lnTo>
                      <a:lnTo>
                        <a:pt x="71099" y="20359"/>
                      </a:lnTo>
                      <a:lnTo>
                        <a:pt x="71078" y="20317"/>
                      </a:lnTo>
                      <a:lnTo>
                        <a:pt x="71057" y="20380"/>
                      </a:lnTo>
                      <a:lnTo>
                        <a:pt x="70973" y="20464"/>
                      </a:lnTo>
                      <a:lnTo>
                        <a:pt x="70973" y="20506"/>
                      </a:lnTo>
                      <a:lnTo>
                        <a:pt x="70931" y="20569"/>
                      </a:lnTo>
                      <a:lnTo>
                        <a:pt x="70785" y="20485"/>
                      </a:lnTo>
                      <a:lnTo>
                        <a:pt x="70785" y="20276"/>
                      </a:lnTo>
                      <a:lnTo>
                        <a:pt x="70722" y="20150"/>
                      </a:lnTo>
                      <a:lnTo>
                        <a:pt x="70617" y="19941"/>
                      </a:lnTo>
                      <a:lnTo>
                        <a:pt x="70680" y="19836"/>
                      </a:lnTo>
                      <a:lnTo>
                        <a:pt x="70743" y="19794"/>
                      </a:lnTo>
                      <a:lnTo>
                        <a:pt x="70722" y="19690"/>
                      </a:lnTo>
                      <a:lnTo>
                        <a:pt x="70785" y="19585"/>
                      </a:lnTo>
                      <a:lnTo>
                        <a:pt x="70722" y="19522"/>
                      </a:lnTo>
                      <a:lnTo>
                        <a:pt x="70743" y="19439"/>
                      </a:lnTo>
                      <a:lnTo>
                        <a:pt x="70743" y="19334"/>
                      </a:lnTo>
                      <a:lnTo>
                        <a:pt x="70659" y="19271"/>
                      </a:lnTo>
                      <a:lnTo>
                        <a:pt x="70555" y="19313"/>
                      </a:lnTo>
                      <a:lnTo>
                        <a:pt x="70366" y="19146"/>
                      </a:lnTo>
                      <a:lnTo>
                        <a:pt x="70241" y="19146"/>
                      </a:lnTo>
                      <a:lnTo>
                        <a:pt x="70157" y="19229"/>
                      </a:lnTo>
                      <a:lnTo>
                        <a:pt x="70157" y="19313"/>
                      </a:lnTo>
                      <a:lnTo>
                        <a:pt x="70304" y="19460"/>
                      </a:lnTo>
                      <a:lnTo>
                        <a:pt x="70262" y="19564"/>
                      </a:lnTo>
                      <a:lnTo>
                        <a:pt x="70220" y="19627"/>
                      </a:lnTo>
                      <a:lnTo>
                        <a:pt x="70094" y="19564"/>
                      </a:lnTo>
                      <a:lnTo>
                        <a:pt x="69927" y="19355"/>
                      </a:lnTo>
                      <a:lnTo>
                        <a:pt x="69822" y="19250"/>
                      </a:lnTo>
                      <a:lnTo>
                        <a:pt x="69739" y="19208"/>
                      </a:lnTo>
                      <a:lnTo>
                        <a:pt x="69801" y="19146"/>
                      </a:lnTo>
                      <a:lnTo>
                        <a:pt x="69697" y="18936"/>
                      </a:lnTo>
                      <a:lnTo>
                        <a:pt x="69697" y="18811"/>
                      </a:lnTo>
                      <a:lnTo>
                        <a:pt x="69697" y="18727"/>
                      </a:lnTo>
                      <a:lnTo>
                        <a:pt x="69634" y="18623"/>
                      </a:lnTo>
                      <a:lnTo>
                        <a:pt x="69697" y="18539"/>
                      </a:lnTo>
                      <a:lnTo>
                        <a:pt x="69634" y="18372"/>
                      </a:lnTo>
                      <a:lnTo>
                        <a:pt x="69718" y="18267"/>
                      </a:lnTo>
                      <a:lnTo>
                        <a:pt x="69718" y="18162"/>
                      </a:lnTo>
                      <a:lnTo>
                        <a:pt x="69739" y="18037"/>
                      </a:lnTo>
                      <a:lnTo>
                        <a:pt x="69739" y="17890"/>
                      </a:lnTo>
                      <a:lnTo>
                        <a:pt x="69697" y="17932"/>
                      </a:lnTo>
                      <a:lnTo>
                        <a:pt x="69592" y="17786"/>
                      </a:lnTo>
                      <a:lnTo>
                        <a:pt x="69613" y="17744"/>
                      </a:lnTo>
                      <a:lnTo>
                        <a:pt x="69697" y="17723"/>
                      </a:lnTo>
                      <a:lnTo>
                        <a:pt x="69801" y="17786"/>
                      </a:lnTo>
                      <a:lnTo>
                        <a:pt x="69801" y="17744"/>
                      </a:lnTo>
                      <a:lnTo>
                        <a:pt x="69718" y="17660"/>
                      </a:lnTo>
                      <a:lnTo>
                        <a:pt x="69634" y="17576"/>
                      </a:lnTo>
                      <a:lnTo>
                        <a:pt x="69676" y="17514"/>
                      </a:lnTo>
                      <a:lnTo>
                        <a:pt x="69718" y="17514"/>
                      </a:lnTo>
                      <a:lnTo>
                        <a:pt x="69697" y="17430"/>
                      </a:lnTo>
                      <a:lnTo>
                        <a:pt x="69613" y="17346"/>
                      </a:lnTo>
                      <a:lnTo>
                        <a:pt x="69488" y="17325"/>
                      </a:lnTo>
                      <a:lnTo>
                        <a:pt x="69467" y="17242"/>
                      </a:lnTo>
                      <a:lnTo>
                        <a:pt x="69508" y="17221"/>
                      </a:lnTo>
                      <a:lnTo>
                        <a:pt x="69488" y="17074"/>
                      </a:lnTo>
                      <a:lnTo>
                        <a:pt x="69383" y="16970"/>
                      </a:lnTo>
                      <a:lnTo>
                        <a:pt x="69404" y="16886"/>
                      </a:lnTo>
                      <a:lnTo>
                        <a:pt x="69425" y="16781"/>
                      </a:lnTo>
                      <a:lnTo>
                        <a:pt x="69488" y="16719"/>
                      </a:lnTo>
                      <a:lnTo>
                        <a:pt x="69404" y="16614"/>
                      </a:lnTo>
                      <a:lnTo>
                        <a:pt x="69425" y="16530"/>
                      </a:lnTo>
                      <a:lnTo>
                        <a:pt x="69508" y="16530"/>
                      </a:lnTo>
                      <a:lnTo>
                        <a:pt x="69613" y="16593"/>
                      </a:lnTo>
                      <a:lnTo>
                        <a:pt x="69697" y="16572"/>
                      </a:lnTo>
                      <a:lnTo>
                        <a:pt x="69739" y="16405"/>
                      </a:lnTo>
                      <a:lnTo>
                        <a:pt x="69822" y="16405"/>
                      </a:lnTo>
                      <a:lnTo>
                        <a:pt x="69885" y="16488"/>
                      </a:lnTo>
                      <a:lnTo>
                        <a:pt x="69927" y="16488"/>
                      </a:lnTo>
                      <a:lnTo>
                        <a:pt x="70011" y="16614"/>
                      </a:lnTo>
                      <a:lnTo>
                        <a:pt x="70136" y="16363"/>
                      </a:lnTo>
                      <a:lnTo>
                        <a:pt x="70011" y="16300"/>
                      </a:lnTo>
                      <a:lnTo>
                        <a:pt x="70032" y="16195"/>
                      </a:lnTo>
                      <a:lnTo>
                        <a:pt x="70115" y="16154"/>
                      </a:lnTo>
                      <a:lnTo>
                        <a:pt x="70241" y="15903"/>
                      </a:lnTo>
                      <a:lnTo>
                        <a:pt x="70241" y="15777"/>
                      </a:lnTo>
                      <a:lnTo>
                        <a:pt x="70324" y="15882"/>
                      </a:lnTo>
                      <a:lnTo>
                        <a:pt x="70429" y="15944"/>
                      </a:lnTo>
                      <a:lnTo>
                        <a:pt x="70429" y="16070"/>
                      </a:lnTo>
                      <a:lnTo>
                        <a:pt x="70555" y="16426"/>
                      </a:lnTo>
                      <a:lnTo>
                        <a:pt x="70638" y="16509"/>
                      </a:lnTo>
                      <a:lnTo>
                        <a:pt x="70680" y="16468"/>
                      </a:lnTo>
                      <a:lnTo>
                        <a:pt x="70722" y="16154"/>
                      </a:lnTo>
                      <a:lnTo>
                        <a:pt x="70743" y="16049"/>
                      </a:lnTo>
                      <a:lnTo>
                        <a:pt x="70722" y="15903"/>
                      </a:lnTo>
                      <a:lnTo>
                        <a:pt x="70785" y="15798"/>
                      </a:lnTo>
                      <a:lnTo>
                        <a:pt x="70722" y="15651"/>
                      </a:lnTo>
                      <a:lnTo>
                        <a:pt x="70827" y="15693"/>
                      </a:lnTo>
                      <a:lnTo>
                        <a:pt x="70889" y="15631"/>
                      </a:lnTo>
                      <a:lnTo>
                        <a:pt x="70952" y="15421"/>
                      </a:lnTo>
                      <a:lnTo>
                        <a:pt x="71057" y="15421"/>
                      </a:lnTo>
                      <a:lnTo>
                        <a:pt x="71182" y="15254"/>
                      </a:lnTo>
                      <a:lnTo>
                        <a:pt x="71308" y="15233"/>
                      </a:lnTo>
                      <a:lnTo>
                        <a:pt x="71371" y="15275"/>
                      </a:lnTo>
                      <a:lnTo>
                        <a:pt x="71559" y="15149"/>
                      </a:lnTo>
                      <a:lnTo>
                        <a:pt x="71705" y="15170"/>
                      </a:lnTo>
                      <a:lnTo>
                        <a:pt x="72019" y="15359"/>
                      </a:lnTo>
                      <a:lnTo>
                        <a:pt x="72040" y="15463"/>
                      </a:lnTo>
                      <a:lnTo>
                        <a:pt x="72124" y="15484"/>
                      </a:lnTo>
                      <a:lnTo>
                        <a:pt x="72229" y="15463"/>
                      </a:lnTo>
                      <a:lnTo>
                        <a:pt x="72291" y="15484"/>
                      </a:lnTo>
                      <a:lnTo>
                        <a:pt x="72229" y="15547"/>
                      </a:lnTo>
                      <a:lnTo>
                        <a:pt x="72396" y="15714"/>
                      </a:lnTo>
                      <a:lnTo>
                        <a:pt x="72438" y="15672"/>
                      </a:lnTo>
                      <a:lnTo>
                        <a:pt x="72542" y="15777"/>
                      </a:lnTo>
                      <a:lnTo>
                        <a:pt x="72668" y="15756"/>
                      </a:lnTo>
                      <a:lnTo>
                        <a:pt x="72752" y="15777"/>
                      </a:lnTo>
                      <a:lnTo>
                        <a:pt x="72752" y="15672"/>
                      </a:lnTo>
                      <a:lnTo>
                        <a:pt x="72647" y="15526"/>
                      </a:lnTo>
                      <a:lnTo>
                        <a:pt x="72710" y="15442"/>
                      </a:lnTo>
                      <a:lnTo>
                        <a:pt x="72668" y="15359"/>
                      </a:lnTo>
                      <a:lnTo>
                        <a:pt x="72605" y="15338"/>
                      </a:lnTo>
                      <a:lnTo>
                        <a:pt x="72605" y="15233"/>
                      </a:lnTo>
                      <a:lnTo>
                        <a:pt x="72668" y="15128"/>
                      </a:lnTo>
                      <a:lnTo>
                        <a:pt x="72731" y="14856"/>
                      </a:lnTo>
                      <a:lnTo>
                        <a:pt x="72814" y="14647"/>
                      </a:lnTo>
                      <a:lnTo>
                        <a:pt x="72773" y="14543"/>
                      </a:lnTo>
                      <a:lnTo>
                        <a:pt x="72919" y="14375"/>
                      </a:lnTo>
                      <a:lnTo>
                        <a:pt x="72856" y="14291"/>
                      </a:lnTo>
                      <a:lnTo>
                        <a:pt x="72940" y="14229"/>
                      </a:lnTo>
                      <a:lnTo>
                        <a:pt x="72856" y="14061"/>
                      </a:lnTo>
                      <a:lnTo>
                        <a:pt x="72773" y="13999"/>
                      </a:lnTo>
                      <a:lnTo>
                        <a:pt x="72773" y="13957"/>
                      </a:lnTo>
                      <a:lnTo>
                        <a:pt x="72940" y="13957"/>
                      </a:lnTo>
                      <a:lnTo>
                        <a:pt x="72982" y="13810"/>
                      </a:lnTo>
                      <a:lnTo>
                        <a:pt x="72814" y="13747"/>
                      </a:lnTo>
                      <a:lnTo>
                        <a:pt x="72752" y="13643"/>
                      </a:lnTo>
                      <a:lnTo>
                        <a:pt x="72835" y="13601"/>
                      </a:lnTo>
                      <a:lnTo>
                        <a:pt x="72877" y="13664"/>
                      </a:lnTo>
                      <a:lnTo>
                        <a:pt x="72961" y="13643"/>
                      </a:lnTo>
                      <a:lnTo>
                        <a:pt x="72982" y="13559"/>
                      </a:lnTo>
                      <a:lnTo>
                        <a:pt x="72940" y="13475"/>
                      </a:lnTo>
                      <a:lnTo>
                        <a:pt x="73065" y="13371"/>
                      </a:lnTo>
                      <a:lnTo>
                        <a:pt x="73065" y="13287"/>
                      </a:lnTo>
                      <a:lnTo>
                        <a:pt x="72982" y="13224"/>
                      </a:lnTo>
                      <a:lnTo>
                        <a:pt x="73065" y="13162"/>
                      </a:lnTo>
                      <a:lnTo>
                        <a:pt x="73149" y="13182"/>
                      </a:lnTo>
                      <a:lnTo>
                        <a:pt x="73191" y="13078"/>
                      </a:lnTo>
                      <a:lnTo>
                        <a:pt x="73233" y="13036"/>
                      </a:lnTo>
                      <a:lnTo>
                        <a:pt x="73170" y="12973"/>
                      </a:lnTo>
                      <a:lnTo>
                        <a:pt x="73275" y="12952"/>
                      </a:lnTo>
                      <a:lnTo>
                        <a:pt x="73400" y="12827"/>
                      </a:lnTo>
                      <a:lnTo>
                        <a:pt x="73358" y="12743"/>
                      </a:lnTo>
                      <a:lnTo>
                        <a:pt x="73379" y="12638"/>
                      </a:lnTo>
                      <a:lnTo>
                        <a:pt x="73421" y="12722"/>
                      </a:lnTo>
                      <a:lnTo>
                        <a:pt x="73526" y="12618"/>
                      </a:lnTo>
                      <a:lnTo>
                        <a:pt x="73463" y="12450"/>
                      </a:lnTo>
                      <a:lnTo>
                        <a:pt x="73463" y="12304"/>
                      </a:lnTo>
                      <a:lnTo>
                        <a:pt x="73568" y="12304"/>
                      </a:lnTo>
                      <a:lnTo>
                        <a:pt x="73589" y="12325"/>
                      </a:lnTo>
                      <a:lnTo>
                        <a:pt x="73651" y="12283"/>
                      </a:lnTo>
                      <a:lnTo>
                        <a:pt x="73819" y="12074"/>
                      </a:lnTo>
                      <a:lnTo>
                        <a:pt x="73756" y="12032"/>
                      </a:lnTo>
                      <a:lnTo>
                        <a:pt x="73756" y="11927"/>
                      </a:lnTo>
                      <a:lnTo>
                        <a:pt x="73861" y="11927"/>
                      </a:lnTo>
                      <a:lnTo>
                        <a:pt x="74070" y="11760"/>
                      </a:lnTo>
                      <a:lnTo>
                        <a:pt x="73986" y="11697"/>
                      </a:lnTo>
                      <a:lnTo>
                        <a:pt x="74028" y="11655"/>
                      </a:lnTo>
                      <a:lnTo>
                        <a:pt x="74174" y="11655"/>
                      </a:lnTo>
                      <a:lnTo>
                        <a:pt x="74342" y="11550"/>
                      </a:lnTo>
                      <a:lnTo>
                        <a:pt x="74300" y="11467"/>
                      </a:lnTo>
                      <a:lnTo>
                        <a:pt x="74321" y="11404"/>
                      </a:lnTo>
                      <a:lnTo>
                        <a:pt x="74405" y="11467"/>
                      </a:lnTo>
                      <a:lnTo>
                        <a:pt x="74426" y="11571"/>
                      </a:lnTo>
                      <a:lnTo>
                        <a:pt x="74530" y="11592"/>
                      </a:lnTo>
                      <a:lnTo>
                        <a:pt x="74614" y="11550"/>
                      </a:lnTo>
                      <a:lnTo>
                        <a:pt x="74739" y="11613"/>
                      </a:lnTo>
                      <a:lnTo>
                        <a:pt x="75158" y="11613"/>
                      </a:lnTo>
                      <a:lnTo>
                        <a:pt x="75242" y="11676"/>
                      </a:lnTo>
                      <a:lnTo>
                        <a:pt x="75283" y="11655"/>
                      </a:lnTo>
                      <a:lnTo>
                        <a:pt x="75242" y="11488"/>
                      </a:lnTo>
                      <a:lnTo>
                        <a:pt x="75137" y="11404"/>
                      </a:lnTo>
                      <a:lnTo>
                        <a:pt x="75137" y="11362"/>
                      </a:lnTo>
                      <a:lnTo>
                        <a:pt x="75221" y="11341"/>
                      </a:lnTo>
                      <a:lnTo>
                        <a:pt x="75221" y="10986"/>
                      </a:lnTo>
                      <a:lnTo>
                        <a:pt x="75053" y="10755"/>
                      </a:lnTo>
                      <a:lnTo>
                        <a:pt x="74928" y="10734"/>
                      </a:lnTo>
                      <a:lnTo>
                        <a:pt x="74760" y="10525"/>
                      </a:lnTo>
                      <a:lnTo>
                        <a:pt x="74844" y="10442"/>
                      </a:lnTo>
                      <a:lnTo>
                        <a:pt x="74677" y="10316"/>
                      </a:lnTo>
                      <a:lnTo>
                        <a:pt x="74426" y="10253"/>
                      </a:lnTo>
                      <a:lnTo>
                        <a:pt x="74153" y="10086"/>
                      </a:lnTo>
                      <a:lnTo>
                        <a:pt x="74049" y="9918"/>
                      </a:lnTo>
                      <a:lnTo>
                        <a:pt x="74028" y="10023"/>
                      </a:lnTo>
                      <a:lnTo>
                        <a:pt x="73944" y="10002"/>
                      </a:lnTo>
                      <a:lnTo>
                        <a:pt x="73902" y="10023"/>
                      </a:lnTo>
                      <a:lnTo>
                        <a:pt x="73881" y="10149"/>
                      </a:lnTo>
                      <a:lnTo>
                        <a:pt x="73735" y="10190"/>
                      </a:lnTo>
                      <a:lnTo>
                        <a:pt x="73693" y="10107"/>
                      </a:lnTo>
                      <a:lnTo>
                        <a:pt x="73693" y="9981"/>
                      </a:lnTo>
                      <a:lnTo>
                        <a:pt x="73819" y="9897"/>
                      </a:lnTo>
                      <a:lnTo>
                        <a:pt x="73735" y="9793"/>
                      </a:lnTo>
                      <a:lnTo>
                        <a:pt x="73777" y="9730"/>
                      </a:lnTo>
                      <a:lnTo>
                        <a:pt x="73840" y="9730"/>
                      </a:lnTo>
                      <a:lnTo>
                        <a:pt x="73923" y="9814"/>
                      </a:lnTo>
                      <a:lnTo>
                        <a:pt x="73693" y="9458"/>
                      </a:lnTo>
                      <a:lnTo>
                        <a:pt x="73526" y="9312"/>
                      </a:lnTo>
                      <a:lnTo>
                        <a:pt x="73526" y="9479"/>
                      </a:lnTo>
                      <a:lnTo>
                        <a:pt x="73526" y="9521"/>
                      </a:lnTo>
                      <a:lnTo>
                        <a:pt x="73463" y="9521"/>
                      </a:lnTo>
                      <a:lnTo>
                        <a:pt x="73254" y="9312"/>
                      </a:lnTo>
                      <a:lnTo>
                        <a:pt x="73254" y="9207"/>
                      </a:lnTo>
                      <a:lnTo>
                        <a:pt x="73358" y="9249"/>
                      </a:lnTo>
                      <a:lnTo>
                        <a:pt x="73296" y="9144"/>
                      </a:lnTo>
                      <a:lnTo>
                        <a:pt x="73003" y="8893"/>
                      </a:lnTo>
                      <a:lnTo>
                        <a:pt x="72961" y="8893"/>
                      </a:lnTo>
                      <a:lnTo>
                        <a:pt x="72982" y="8977"/>
                      </a:lnTo>
                      <a:lnTo>
                        <a:pt x="72940" y="9081"/>
                      </a:lnTo>
                      <a:lnTo>
                        <a:pt x="72773" y="9102"/>
                      </a:lnTo>
                      <a:lnTo>
                        <a:pt x="72647" y="8977"/>
                      </a:lnTo>
                      <a:lnTo>
                        <a:pt x="72521" y="8956"/>
                      </a:lnTo>
                      <a:lnTo>
                        <a:pt x="72375" y="8726"/>
                      </a:lnTo>
                      <a:lnTo>
                        <a:pt x="72375" y="8642"/>
                      </a:lnTo>
                      <a:lnTo>
                        <a:pt x="72312" y="8579"/>
                      </a:lnTo>
                      <a:lnTo>
                        <a:pt x="72208" y="8621"/>
                      </a:lnTo>
                      <a:lnTo>
                        <a:pt x="72019" y="8768"/>
                      </a:lnTo>
                      <a:lnTo>
                        <a:pt x="72019" y="8830"/>
                      </a:lnTo>
                      <a:lnTo>
                        <a:pt x="71915" y="8789"/>
                      </a:lnTo>
                      <a:lnTo>
                        <a:pt x="71831" y="8851"/>
                      </a:lnTo>
                      <a:lnTo>
                        <a:pt x="71831" y="9081"/>
                      </a:lnTo>
                      <a:lnTo>
                        <a:pt x="71894" y="9144"/>
                      </a:lnTo>
                      <a:lnTo>
                        <a:pt x="71894" y="9144"/>
                      </a:lnTo>
                      <a:lnTo>
                        <a:pt x="71789" y="9081"/>
                      </a:lnTo>
                      <a:lnTo>
                        <a:pt x="71705" y="8872"/>
                      </a:lnTo>
                      <a:lnTo>
                        <a:pt x="71747" y="8726"/>
                      </a:lnTo>
                      <a:lnTo>
                        <a:pt x="71580" y="8621"/>
                      </a:lnTo>
                      <a:lnTo>
                        <a:pt x="71517" y="8454"/>
                      </a:lnTo>
                      <a:lnTo>
                        <a:pt x="71475" y="8454"/>
                      </a:lnTo>
                      <a:lnTo>
                        <a:pt x="71580" y="8433"/>
                      </a:lnTo>
                      <a:lnTo>
                        <a:pt x="71685" y="8558"/>
                      </a:lnTo>
                      <a:lnTo>
                        <a:pt x="71685" y="8433"/>
                      </a:lnTo>
                      <a:lnTo>
                        <a:pt x="71810" y="8433"/>
                      </a:lnTo>
                      <a:lnTo>
                        <a:pt x="71915" y="8475"/>
                      </a:lnTo>
                      <a:lnTo>
                        <a:pt x="72061" y="8370"/>
                      </a:lnTo>
                      <a:lnTo>
                        <a:pt x="72019" y="8265"/>
                      </a:lnTo>
                      <a:lnTo>
                        <a:pt x="71705" y="8140"/>
                      </a:lnTo>
                      <a:lnTo>
                        <a:pt x="71622" y="8265"/>
                      </a:lnTo>
                      <a:lnTo>
                        <a:pt x="71475" y="8265"/>
                      </a:lnTo>
                      <a:lnTo>
                        <a:pt x="71329" y="8224"/>
                      </a:lnTo>
                      <a:lnTo>
                        <a:pt x="71475" y="8224"/>
                      </a:lnTo>
                      <a:lnTo>
                        <a:pt x="71580" y="8098"/>
                      </a:lnTo>
                      <a:lnTo>
                        <a:pt x="71685" y="8056"/>
                      </a:lnTo>
                      <a:lnTo>
                        <a:pt x="71789" y="8119"/>
                      </a:lnTo>
                      <a:lnTo>
                        <a:pt x="71936" y="8140"/>
                      </a:lnTo>
                      <a:lnTo>
                        <a:pt x="72061" y="8245"/>
                      </a:lnTo>
                      <a:lnTo>
                        <a:pt x="72229" y="8433"/>
                      </a:lnTo>
                      <a:lnTo>
                        <a:pt x="72354" y="8433"/>
                      </a:lnTo>
                      <a:lnTo>
                        <a:pt x="72417" y="8537"/>
                      </a:lnTo>
                      <a:lnTo>
                        <a:pt x="72480" y="8558"/>
                      </a:lnTo>
                      <a:lnTo>
                        <a:pt x="72626" y="8475"/>
                      </a:lnTo>
                      <a:lnTo>
                        <a:pt x="72668" y="8558"/>
                      </a:lnTo>
                      <a:lnTo>
                        <a:pt x="72940" y="8349"/>
                      </a:lnTo>
                      <a:lnTo>
                        <a:pt x="72961" y="8391"/>
                      </a:lnTo>
                      <a:lnTo>
                        <a:pt x="72940" y="8496"/>
                      </a:lnTo>
                      <a:lnTo>
                        <a:pt x="73045" y="8433"/>
                      </a:lnTo>
                      <a:lnTo>
                        <a:pt x="73045" y="8286"/>
                      </a:lnTo>
                      <a:lnTo>
                        <a:pt x="73170" y="8077"/>
                      </a:lnTo>
                      <a:lnTo>
                        <a:pt x="73149" y="8014"/>
                      </a:lnTo>
                      <a:lnTo>
                        <a:pt x="73149" y="7847"/>
                      </a:lnTo>
                      <a:lnTo>
                        <a:pt x="73086" y="7617"/>
                      </a:lnTo>
                      <a:lnTo>
                        <a:pt x="73191" y="7240"/>
                      </a:lnTo>
                      <a:lnTo>
                        <a:pt x="73191" y="7010"/>
                      </a:lnTo>
                      <a:lnTo>
                        <a:pt x="73086" y="6884"/>
                      </a:lnTo>
                      <a:lnTo>
                        <a:pt x="73045" y="6759"/>
                      </a:lnTo>
                      <a:lnTo>
                        <a:pt x="72877" y="6612"/>
                      </a:lnTo>
                      <a:lnTo>
                        <a:pt x="72793" y="6445"/>
                      </a:lnTo>
                      <a:lnTo>
                        <a:pt x="72856" y="6445"/>
                      </a:lnTo>
                      <a:lnTo>
                        <a:pt x="72961" y="6571"/>
                      </a:lnTo>
                      <a:lnTo>
                        <a:pt x="72982" y="6571"/>
                      </a:lnTo>
                      <a:lnTo>
                        <a:pt x="72940" y="6403"/>
                      </a:lnTo>
                      <a:lnTo>
                        <a:pt x="72773" y="6340"/>
                      </a:lnTo>
                      <a:lnTo>
                        <a:pt x="72647" y="6382"/>
                      </a:lnTo>
                      <a:lnTo>
                        <a:pt x="72417" y="6340"/>
                      </a:lnTo>
                      <a:lnTo>
                        <a:pt x="72103" y="5943"/>
                      </a:lnTo>
                      <a:lnTo>
                        <a:pt x="72019" y="5880"/>
                      </a:lnTo>
                      <a:lnTo>
                        <a:pt x="72040" y="5817"/>
                      </a:lnTo>
                      <a:lnTo>
                        <a:pt x="72208" y="5817"/>
                      </a:lnTo>
                      <a:lnTo>
                        <a:pt x="72249" y="5671"/>
                      </a:lnTo>
                      <a:lnTo>
                        <a:pt x="72166" y="5608"/>
                      </a:lnTo>
                      <a:lnTo>
                        <a:pt x="72040" y="5608"/>
                      </a:lnTo>
                      <a:lnTo>
                        <a:pt x="71998" y="5545"/>
                      </a:lnTo>
                      <a:lnTo>
                        <a:pt x="72061" y="5504"/>
                      </a:lnTo>
                      <a:lnTo>
                        <a:pt x="72019" y="5336"/>
                      </a:lnTo>
                      <a:lnTo>
                        <a:pt x="72040" y="5315"/>
                      </a:lnTo>
                      <a:lnTo>
                        <a:pt x="72166" y="5462"/>
                      </a:lnTo>
                      <a:lnTo>
                        <a:pt x="72354" y="5566"/>
                      </a:lnTo>
                      <a:lnTo>
                        <a:pt x="72375" y="5504"/>
                      </a:lnTo>
                      <a:lnTo>
                        <a:pt x="72312" y="5420"/>
                      </a:lnTo>
                      <a:lnTo>
                        <a:pt x="72312" y="5315"/>
                      </a:lnTo>
                      <a:lnTo>
                        <a:pt x="72270" y="5232"/>
                      </a:lnTo>
                      <a:lnTo>
                        <a:pt x="72333" y="5190"/>
                      </a:lnTo>
                      <a:lnTo>
                        <a:pt x="72375" y="5252"/>
                      </a:lnTo>
                      <a:lnTo>
                        <a:pt x="72417" y="5336"/>
                      </a:lnTo>
                      <a:lnTo>
                        <a:pt x="72521" y="5357"/>
                      </a:lnTo>
                      <a:lnTo>
                        <a:pt x="72563" y="5650"/>
                      </a:lnTo>
                      <a:lnTo>
                        <a:pt x="72542" y="5734"/>
                      </a:lnTo>
                      <a:lnTo>
                        <a:pt x="72835" y="5943"/>
                      </a:lnTo>
                      <a:lnTo>
                        <a:pt x="72940" y="5880"/>
                      </a:lnTo>
                      <a:lnTo>
                        <a:pt x="73065" y="5943"/>
                      </a:lnTo>
                      <a:lnTo>
                        <a:pt x="73065" y="6152"/>
                      </a:lnTo>
                      <a:lnTo>
                        <a:pt x="73170" y="6152"/>
                      </a:lnTo>
                      <a:lnTo>
                        <a:pt x="73379" y="5859"/>
                      </a:lnTo>
                      <a:lnTo>
                        <a:pt x="73421" y="5734"/>
                      </a:lnTo>
                      <a:lnTo>
                        <a:pt x="73379" y="5608"/>
                      </a:lnTo>
                      <a:lnTo>
                        <a:pt x="73400" y="5357"/>
                      </a:lnTo>
                      <a:lnTo>
                        <a:pt x="73379" y="5252"/>
                      </a:lnTo>
                      <a:lnTo>
                        <a:pt x="73421" y="5357"/>
                      </a:lnTo>
                      <a:lnTo>
                        <a:pt x="73421" y="5524"/>
                      </a:lnTo>
                      <a:lnTo>
                        <a:pt x="73505" y="5524"/>
                      </a:lnTo>
                      <a:lnTo>
                        <a:pt x="73609" y="5420"/>
                      </a:lnTo>
                      <a:lnTo>
                        <a:pt x="73798" y="5357"/>
                      </a:lnTo>
                      <a:lnTo>
                        <a:pt x="73819" y="5232"/>
                      </a:lnTo>
                      <a:lnTo>
                        <a:pt x="74007" y="5294"/>
                      </a:lnTo>
                      <a:lnTo>
                        <a:pt x="73986" y="5336"/>
                      </a:lnTo>
                      <a:lnTo>
                        <a:pt x="74007" y="5399"/>
                      </a:lnTo>
                      <a:lnTo>
                        <a:pt x="74300" y="5608"/>
                      </a:lnTo>
                      <a:lnTo>
                        <a:pt x="74342" y="5629"/>
                      </a:lnTo>
                      <a:lnTo>
                        <a:pt x="74405" y="5776"/>
                      </a:lnTo>
                      <a:lnTo>
                        <a:pt x="74405" y="5838"/>
                      </a:lnTo>
                      <a:lnTo>
                        <a:pt x="74446" y="5859"/>
                      </a:lnTo>
                      <a:lnTo>
                        <a:pt x="74698" y="5817"/>
                      </a:lnTo>
                      <a:lnTo>
                        <a:pt x="74739" y="5838"/>
                      </a:lnTo>
                      <a:lnTo>
                        <a:pt x="74739" y="5880"/>
                      </a:lnTo>
                      <a:lnTo>
                        <a:pt x="74760" y="5880"/>
                      </a:lnTo>
                      <a:lnTo>
                        <a:pt x="74865" y="5776"/>
                      </a:lnTo>
                      <a:lnTo>
                        <a:pt x="74823" y="5671"/>
                      </a:lnTo>
                      <a:lnTo>
                        <a:pt x="74844" y="5650"/>
                      </a:lnTo>
                      <a:lnTo>
                        <a:pt x="74928" y="5650"/>
                      </a:lnTo>
                      <a:lnTo>
                        <a:pt x="74886" y="5504"/>
                      </a:lnTo>
                      <a:lnTo>
                        <a:pt x="74970" y="5524"/>
                      </a:lnTo>
                      <a:lnTo>
                        <a:pt x="75032" y="5608"/>
                      </a:lnTo>
                      <a:lnTo>
                        <a:pt x="74990" y="5671"/>
                      </a:lnTo>
                      <a:lnTo>
                        <a:pt x="75095" y="5671"/>
                      </a:lnTo>
                      <a:lnTo>
                        <a:pt x="75200" y="5629"/>
                      </a:lnTo>
                      <a:lnTo>
                        <a:pt x="75472" y="5650"/>
                      </a:lnTo>
                      <a:lnTo>
                        <a:pt x="75555" y="5713"/>
                      </a:lnTo>
                      <a:lnTo>
                        <a:pt x="75618" y="5713"/>
                      </a:lnTo>
                      <a:lnTo>
                        <a:pt x="75660" y="5755"/>
                      </a:lnTo>
                      <a:lnTo>
                        <a:pt x="75702" y="5755"/>
                      </a:lnTo>
                      <a:lnTo>
                        <a:pt x="75786" y="5671"/>
                      </a:lnTo>
                      <a:lnTo>
                        <a:pt x="75723" y="5462"/>
                      </a:lnTo>
                      <a:lnTo>
                        <a:pt x="75786" y="5504"/>
                      </a:lnTo>
                      <a:lnTo>
                        <a:pt x="75911" y="5671"/>
                      </a:lnTo>
                      <a:lnTo>
                        <a:pt x="76078" y="5608"/>
                      </a:lnTo>
                      <a:lnTo>
                        <a:pt x="76078" y="5524"/>
                      </a:lnTo>
                      <a:lnTo>
                        <a:pt x="75995" y="5357"/>
                      </a:lnTo>
                      <a:lnTo>
                        <a:pt x="75869" y="5378"/>
                      </a:lnTo>
                      <a:lnTo>
                        <a:pt x="75744" y="5294"/>
                      </a:lnTo>
                      <a:lnTo>
                        <a:pt x="75806" y="5190"/>
                      </a:lnTo>
                      <a:lnTo>
                        <a:pt x="75911" y="5232"/>
                      </a:lnTo>
                      <a:lnTo>
                        <a:pt x="75995" y="5211"/>
                      </a:lnTo>
                      <a:lnTo>
                        <a:pt x="75995" y="5064"/>
                      </a:lnTo>
                      <a:lnTo>
                        <a:pt x="75890" y="5022"/>
                      </a:lnTo>
                      <a:lnTo>
                        <a:pt x="75806" y="4980"/>
                      </a:lnTo>
                      <a:lnTo>
                        <a:pt x="75744" y="5022"/>
                      </a:lnTo>
                      <a:lnTo>
                        <a:pt x="75744" y="5127"/>
                      </a:lnTo>
                      <a:lnTo>
                        <a:pt x="75681" y="5064"/>
                      </a:lnTo>
                      <a:lnTo>
                        <a:pt x="75555" y="5085"/>
                      </a:lnTo>
                      <a:lnTo>
                        <a:pt x="75576" y="4918"/>
                      </a:lnTo>
                      <a:lnTo>
                        <a:pt x="75493" y="4855"/>
                      </a:lnTo>
                      <a:lnTo>
                        <a:pt x="75388" y="4876"/>
                      </a:lnTo>
                      <a:lnTo>
                        <a:pt x="75388" y="4980"/>
                      </a:lnTo>
                      <a:lnTo>
                        <a:pt x="75346" y="4897"/>
                      </a:lnTo>
                      <a:lnTo>
                        <a:pt x="75346" y="4813"/>
                      </a:lnTo>
                      <a:lnTo>
                        <a:pt x="75472" y="4771"/>
                      </a:lnTo>
                      <a:lnTo>
                        <a:pt x="75451" y="4583"/>
                      </a:lnTo>
                      <a:lnTo>
                        <a:pt x="75367" y="4562"/>
                      </a:lnTo>
                      <a:lnTo>
                        <a:pt x="75493" y="4457"/>
                      </a:lnTo>
                      <a:lnTo>
                        <a:pt x="75430" y="4290"/>
                      </a:lnTo>
                      <a:lnTo>
                        <a:pt x="75451" y="4227"/>
                      </a:lnTo>
                      <a:lnTo>
                        <a:pt x="75283" y="4081"/>
                      </a:lnTo>
                      <a:lnTo>
                        <a:pt x="75158" y="4102"/>
                      </a:lnTo>
                      <a:lnTo>
                        <a:pt x="75032" y="4248"/>
                      </a:lnTo>
                      <a:lnTo>
                        <a:pt x="75053" y="4060"/>
                      </a:lnTo>
                      <a:lnTo>
                        <a:pt x="75158" y="4018"/>
                      </a:lnTo>
                      <a:lnTo>
                        <a:pt x="75053" y="3851"/>
                      </a:lnTo>
                      <a:lnTo>
                        <a:pt x="75053" y="3746"/>
                      </a:lnTo>
                      <a:lnTo>
                        <a:pt x="75011" y="3746"/>
                      </a:lnTo>
                      <a:lnTo>
                        <a:pt x="74928" y="3830"/>
                      </a:lnTo>
                      <a:lnTo>
                        <a:pt x="74865" y="3746"/>
                      </a:lnTo>
                      <a:lnTo>
                        <a:pt x="74739" y="3746"/>
                      </a:lnTo>
                      <a:lnTo>
                        <a:pt x="74593" y="3767"/>
                      </a:lnTo>
                      <a:lnTo>
                        <a:pt x="74718" y="3662"/>
                      </a:lnTo>
                      <a:lnTo>
                        <a:pt x="74865" y="3662"/>
                      </a:lnTo>
                      <a:lnTo>
                        <a:pt x="75011" y="3558"/>
                      </a:lnTo>
                      <a:lnTo>
                        <a:pt x="75053" y="3620"/>
                      </a:lnTo>
                      <a:lnTo>
                        <a:pt x="75158" y="3432"/>
                      </a:lnTo>
                      <a:lnTo>
                        <a:pt x="75283" y="3411"/>
                      </a:lnTo>
                      <a:lnTo>
                        <a:pt x="75325" y="3307"/>
                      </a:lnTo>
                      <a:lnTo>
                        <a:pt x="75242" y="3202"/>
                      </a:lnTo>
                      <a:lnTo>
                        <a:pt x="74970" y="3139"/>
                      </a:lnTo>
                      <a:lnTo>
                        <a:pt x="75158" y="3118"/>
                      </a:lnTo>
                      <a:lnTo>
                        <a:pt x="75346" y="3118"/>
                      </a:lnTo>
                      <a:lnTo>
                        <a:pt x="75388" y="3035"/>
                      </a:lnTo>
                      <a:lnTo>
                        <a:pt x="75346" y="2909"/>
                      </a:lnTo>
                      <a:lnTo>
                        <a:pt x="75221" y="2867"/>
                      </a:lnTo>
                      <a:lnTo>
                        <a:pt x="75137" y="2721"/>
                      </a:lnTo>
                      <a:lnTo>
                        <a:pt x="75032" y="2763"/>
                      </a:lnTo>
                      <a:lnTo>
                        <a:pt x="75011" y="2679"/>
                      </a:lnTo>
                      <a:lnTo>
                        <a:pt x="75053" y="2511"/>
                      </a:lnTo>
                      <a:lnTo>
                        <a:pt x="74949" y="2198"/>
                      </a:lnTo>
                      <a:lnTo>
                        <a:pt x="74970" y="2135"/>
                      </a:lnTo>
                      <a:lnTo>
                        <a:pt x="75032" y="2051"/>
                      </a:lnTo>
                      <a:lnTo>
                        <a:pt x="75032" y="1967"/>
                      </a:lnTo>
                      <a:lnTo>
                        <a:pt x="74928" y="1905"/>
                      </a:lnTo>
                      <a:lnTo>
                        <a:pt x="74823" y="2051"/>
                      </a:lnTo>
                      <a:lnTo>
                        <a:pt x="74718" y="2135"/>
                      </a:lnTo>
                      <a:lnTo>
                        <a:pt x="74718" y="1967"/>
                      </a:lnTo>
                      <a:lnTo>
                        <a:pt x="74614" y="1967"/>
                      </a:lnTo>
                      <a:lnTo>
                        <a:pt x="74614" y="2051"/>
                      </a:lnTo>
                      <a:lnTo>
                        <a:pt x="74530" y="2072"/>
                      </a:lnTo>
                      <a:lnTo>
                        <a:pt x="74509" y="2030"/>
                      </a:lnTo>
                      <a:lnTo>
                        <a:pt x="74530" y="1884"/>
                      </a:lnTo>
                      <a:lnTo>
                        <a:pt x="74174" y="1842"/>
                      </a:lnTo>
                      <a:lnTo>
                        <a:pt x="74091" y="1884"/>
                      </a:lnTo>
                      <a:lnTo>
                        <a:pt x="73923" y="1863"/>
                      </a:lnTo>
                      <a:lnTo>
                        <a:pt x="73819" y="1758"/>
                      </a:lnTo>
                      <a:lnTo>
                        <a:pt x="73798" y="1716"/>
                      </a:lnTo>
                      <a:lnTo>
                        <a:pt x="73693" y="1675"/>
                      </a:lnTo>
                      <a:lnTo>
                        <a:pt x="73651" y="1716"/>
                      </a:lnTo>
                      <a:lnTo>
                        <a:pt x="73589" y="1633"/>
                      </a:lnTo>
                      <a:lnTo>
                        <a:pt x="73484" y="1633"/>
                      </a:lnTo>
                      <a:lnTo>
                        <a:pt x="73379" y="1779"/>
                      </a:lnTo>
                      <a:lnTo>
                        <a:pt x="73275" y="1821"/>
                      </a:lnTo>
                      <a:lnTo>
                        <a:pt x="73233" y="1842"/>
                      </a:lnTo>
                      <a:lnTo>
                        <a:pt x="73170" y="1884"/>
                      </a:lnTo>
                      <a:lnTo>
                        <a:pt x="73296" y="1884"/>
                      </a:lnTo>
                      <a:lnTo>
                        <a:pt x="73254" y="1967"/>
                      </a:lnTo>
                      <a:lnTo>
                        <a:pt x="73128" y="2051"/>
                      </a:lnTo>
                      <a:lnTo>
                        <a:pt x="73065" y="2051"/>
                      </a:lnTo>
                      <a:lnTo>
                        <a:pt x="73086" y="2156"/>
                      </a:lnTo>
                      <a:lnTo>
                        <a:pt x="73191" y="2239"/>
                      </a:lnTo>
                      <a:lnTo>
                        <a:pt x="73170" y="2281"/>
                      </a:lnTo>
                      <a:lnTo>
                        <a:pt x="73065" y="2260"/>
                      </a:lnTo>
                      <a:lnTo>
                        <a:pt x="72982" y="2051"/>
                      </a:lnTo>
                      <a:lnTo>
                        <a:pt x="73024" y="1988"/>
                      </a:lnTo>
                      <a:lnTo>
                        <a:pt x="73024" y="1988"/>
                      </a:lnTo>
                      <a:lnTo>
                        <a:pt x="72940" y="2030"/>
                      </a:lnTo>
                      <a:lnTo>
                        <a:pt x="72773" y="2239"/>
                      </a:lnTo>
                      <a:lnTo>
                        <a:pt x="72710" y="2386"/>
                      </a:lnTo>
                      <a:lnTo>
                        <a:pt x="72605" y="2491"/>
                      </a:lnTo>
                      <a:lnTo>
                        <a:pt x="72626" y="2553"/>
                      </a:lnTo>
                      <a:lnTo>
                        <a:pt x="72773" y="2407"/>
                      </a:lnTo>
                      <a:lnTo>
                        <a:pt x="72856" y="2407"/>
                      </a:lnTo>
                      <a:lnTo>
                        <a:pt x="72919" y="2511"/>
                      </a:lnTo>
                      <a:lnTo>
                        <a:pt x="73024" y="2616"/>
                      </a:lnTo>
                      <a:lnTo>
                        <a:pt x="73233" y="2783"/>
                      </a:lnTo>
                      <a:lnTo>
                        <a:pt x="73254" y="2909"/>
                      </a:lnTo>
                      <a:lnTo>
                        <a:pt x="73170" y="2993"/>
                      </a:lnTo>
                      <a:lnTo>
                        <a:pt x="73191" y="3097"/>
                      </a:lnTo>
                      <a:lnTo>
                        <a:pt x="73358" y="3076"/>
                      </a:lnTo>
                      <a:lnTo>
                        <a:pt x="73505" y="2993"/>
                      </a:lnTo>
                      <a:lnTo>
                        <a:pt x="73589" y="3097"/>
                      </a:lnTo>
                      <a:lnTo>
                        <a:pt x="73589" y="3202"/>
                      </a:lnTo>
                      <a:lnTo>
                        <a:pt x="73672" y="3390"/>
                      </a:lnTo>
                      <a:lnTo>
                        <a:pt x="73672" y="3432"/>
                      </a:lnTo>
                      <a:lnTo>
                        <a:pt x="73568" y="3327"/>
                      </a:lnTo>
                      <a:lnTo>
                        <a:pt x="73484" y="3181"/>
                      </a:lnTo>
                      <a:lnTo>
                        <a:pt x="73400" y="3139"/>
                      </a:lnTo>
                      <a:lnTo>
                        <a:pt x="73358" y="3244"/>
                      </a:lnTo>
                      <a:lnTo>
                        <a:pt x="73379" y="3348"/>
                      </a:lnTo>
                      <a:lnTo>
                        <a:pt x="73442" y="3390"/>
                      </a:lnTo>
                      <a:lnTo>
                        <a:pt x="73400" y="3411"/>
                      </a:lnTo>
                      <a:lnTo>
                        <a:pt x="73296" y="3390"/>
                      </a:lnTo>
                      <a:lnTo>
                        <a:pt x="73191" y="3223"/>
                      </a:lnTo>
                      <a:lnTo>
                        <a:pt x="73045" y="3202"/>
                      </a:lnTo>
                      <a:lnTo>
                        <a:pt x="72940" y="3307"/>
                      </a:lnTo>
                      <a:lnTo>
                        <a:pt x="72856" y="3286"/>
                      </a:lnTo>
                      <a:lnTo>
                        <a:pt x="72835" y="3139"/>
                      </a:lnTo>
                      <a:lnTo>
                        <a:pt x="72877" y="3097"/>
                      </a:lnTo>
                      <a:lnTo>
                        <a:pt x="72814" y="2972"/>
                      </a:lnTo>
                      <a:lnTo>
                        <a:pt x="72710" y="2888"/>
                      </a:lnTo>
                      <a:lnTo>
                        <a:pt x="72668" y="2763"/>
                      </a:lnTo>
                      <a:lnTo>
                        <a:pt x="72459" y="2700"/>
                      </a:lnTo>
                      <a:lnTo>
                        <a:pt x="72291" y="2365"/>
                      </a:lnTo>
                      <a:lnTo>
                        <a:pt x="72187" y="2239"/>
                      </a:lnTo>
                      <a:lnTo>
                        <a:pt x="72208" y="2177"/>
                      </a:lnTo>
                      <a:lnTo>
                        <a:pt x="72124" y="2093"/>
                      </a:lnTo>
                      <a:lnTo>
                        <a:pt x="72019" y="2072"/>
                      </a:lnTo>
                      <a:lnTo>
                        <a:pt x="72019" y="2072"/>
                      </a:lnTo>
                      <a:lnTo>
                        <a:pt x="72040" y="2135"/>
                      </a:lnTo>
                      <a:lnTo>
                        <a:pt x="72019" y="2239"/>
                      </a:lnTo>
                      <a:lnTo>
                        <a:pt x="71977" y="2198"/>
                      </a:lnTo>
                      <a:lnTo>
                        <a:pt x="71915" y="2072"/>
                      </a:lnTo>
                      <a:lnTo>
                        <a:pt x="71685" y="1947"/>
                      </a:lnTo>
                      <a:lnTo>
                        <a:pt x="71559" y="1926"/>
                      </a:lnTo>
                      <a:lnTo>
                        <a:pt x="71454" y="1947"/>
                      </a:lnTo>
                      <a:lnTo>
                        <a:pt x="71475" y="2030"/>
                      </a:lnTo>
                      <a:lnTo>
                        <a:pt x="71580" y="2072"/>
                      </a:lnTo>
                      <a:lnTo>
                        <a:pt x="71789" y="2156"/>
                      </a:lnTo>
                      <a:lnTo>
                        <a:pt x="71622" y="2198"/>
                      </a:lnTo>
                      <a:lnTo>
                        <a:pt x="71413" y="2135"/>
                      </a:lnTo>
                      <a:lnTo>
                        <a:pt x="71308" y="2030"/>
                      </a:lnTo>
                      <a:lnTo>
                        <a:pt x="71350" y="1947"/>
                      </a:lnTo>
                      <a:lnTo>
                        <a:pt x="71287" y="1926"/>
                      </a:lnTo>
                      <a:lnTo>
                        <a:pt x="71099" y="1926"/>
                      </a:lnTo>
                      <a:lnTo>
                        <a:pt x="71161" y="1947"/>
                      </a:lnTo>
                      <a:lnTo>
                        <a:pt x="71161" y="1988"/>
                      </a:lnTo>
                      <a:lnTo>
                        <a:pt x="70994" y="2051"/>
                      </a:lnTo>
                      <a:lnTo>
                        <a:pt x="70931" y="1947"/>
                      </a:lnTo>
                      <a:lnTo>
                        <a:pt x="70952" y="1884"/>
                      </a:lnTo>
                      <a:lnTo>
                        <a:pt x="70764" y="1863"/>
                      </a:lnTo>
                      <a:lnTo>
                        <a:pt x="70722" y="1884"/>
                      </a:lnTo>
                      <a:lnTo>
                        <a:pt x="70743" y="1988"/>
                      </a:lnTo>
                      <a:lnTo>
                        <a:pt x="70638" y="1967"/>
                      </a:lnTo>
                      <a:lnTo>
                        <a:pt x="70576" y="1863"/>
                      </a:lnTo>
                      <a:lnTo>
                        <a:pt x="70429" y="1863"/>
                      </a:lnTo>
                      <a:lnTo>
                        <a:pt x="70471" y="1967"/>
                      </a:lnTo>
                      <a:lnTo>
                        <a:pt x="70471" y="1967"/>
                      </a:lnTo>
                      <a:lnTo>
                        <a:pt x="69990" y="1863"/>
                      </a:lnTo>
                      <a:lnTo>
                        <a:pt x="69843" y="1926"/>
                      </a:lnTo>
                      <a:lnTo>
                        <a:pt x="69676" y="1842"/>
                      </a:lnTo>
                      <a:lnTo>
                        <a:pt x="69676" y="1758"/>
                      </a:lnTo>
                      <a:lnTo>
                        <a:pt x="69508" y="1716"/>
                      </a:lnTo>
                      <a:lnTo>
                        <a:pt x="69488" y="1737"/>
                      </a:lnTo>
                      <a:lnTo>
                        <a:pt x="69488" y="1779"/>
                      </a:lnTo>
                      <a:lnTo>
                        <a:pt x="69425" y="1737"/>
                      </a:lnTo>
                      <a:lnTo>
                        <a:pt x="69320" y="1716"/>
                      </a:lnTo>
                      <a:lnTo>
                        <a:pt x="69216" y="1633"/>
                      </a:lnTo>
                      <a:lnTo>
                        <a:pt x="69153" y="1654"/>
                      </a:lnTo>
                      <a:lnTo>
                        <a:pt x="69174" y="1758"/>
                      </a:lnTo>
                      <a:lnTo>
                        <a:pt x="69006" y="1758"/>
                      </a:lnTo>
                      <a:lnTo>
                        <a:pt x="68860" y="1779"/>
                      </a:lnTo>
                      <a:lnTo>
                        <a:pt x="68839" y="1884"/>
                      </a:lnTo>
                      <a:lnTo>
                        <a:pt x="68651" y="1884"/>
                      </a:lnTo>
                      <a:lnTo>
                        <a:pt x="68316" y="1758"/>
                      </a:lnTo>
                      <a:lnTo>
                        <a:pt x="68337" y="1716"/>
                      </a:lnTo>
                      <a:lnTo>
                        <a:pt x="68546" y="1779"/>
                      </a:lnTo>
                      <a:lnTo>
                        <a:pt x="68651" y="1842"/>
                      </a:lnTo>
                      <a:lnTo>
                        <a:pt x="68672" y="1779"/>
                      </a:lnTo>
                      <a:lnTo>
                        <a:pt x="68337" y="1549"/>
                      </a:lnTo>
                      <a:lnTo>
                        <a:pt x="67939" y="1507"/>
                      </a:lnTo>
                      <a:lnTo>
                        <a:pt x="67793" y="1549"/>
                      </a:lnTo>
                      <a:lnTo>
                        <a:pt x="67730" y="1507"/>
                      </a:lnTo>
                      <a:lnTo>
                        <a:pt x="67793" y="1444"/>
                      </a:lnTo>
                      <a:lnTo>
                        <a:pt x="67688" y="1402"/>
                      </a:lnTo>
                      <a:lnTo>
                        <a:pt x="67542" y="1423"/>
                      </a:lnTo>
                      <a:lnTo>
                        <a:pt x="67604" y="1444"/>
                      </a:lnTo>
                      <a:lnTo>
                        <a:pt x="67521" y="1465"/>
                      </a:lnTo>
                      <a:lnTo>
                        <a:pt x="67395" y="1423"/>
                      </a:lnTo>
                      <a:lnTo>
                        <a:pt x="67019" y="1319"/>
                      </a:lnTo>
                      <a:lnTo>
                        <a:pt x="66851" y="1340"/>
                      </a:lnTo>
                      <a:lnTo>
                        <a:pt x="66788" y="1423"/>
                      </a:lnTo>
                      <a:lnTo>
                        <a:pt x="66705" y="1402"/>
                      </a:lnTo>
                      <a:lnTo>
                        <a:pt x="66663" y="1319"/>
                      </a:lnTo>
                      <a:lnTo>
                        <a:pt x="66558" y="1361"/>
                      </a:lnTo>
                      <a:lnTo>
                        <a:pt x="66349" y="1361"/>
                      </a:lnTo>
                      <a:lnTo>
                        <a:pt x="66244" y="1298"/>
                      </a:lnTo>
                      <a:lnTo>
                        <a:pt x="66161" y="1319"/>
                      </a:lnTo>
                      <a:lnTo>
                        <a:pt x="66014" y="1340"/>
                      </a:lnTo>
                      <a:lnTo>
                        <a:pt x="65951" y="1319"/>
                      </a:lnTo>
                      <a:lnTo>
                        <a:pt x="65847" y="1402"/>
                      </a:lnTo>
                      <a:lnTo>
                        <a:pt x="65826" y="1507"/>
                      </a:lnTo>
                      <a:lnTo>
                        <a:pt x="65763" y="1402"/>
                      </a:lnTo>
                      <a:lnTo>
                        <a:pt x="65303" y="1528"/>
                      </a:lnTo>
                      <a:lnTo>
                        <a:pt x="65303" y="1633"/>
                      </a:lnTo>
                      <a:lnTo>
                        <a:pt x="65198" y="1612"/>
                      </a:lnTo>
                      <a:lnTo>
                        <a:pt x="65135" y="1737"/>
                      </a:lnTo>
                      <a:lnTo>
                        <a:pt x="65094" y="1737"/>
                      </a:lnTo>
                      <a:lnTo>
                        <a:pt x="65031" y="1654"/>
                      </a:lnTo>
                      <a:lnTo>
                        <a:pt x="64884" y="1675"/>
                      </a:lnTo>
                      <a:lnTo>
                        <a:pt x="64884" y="1779"/>
                      </a:lnTo>
                      <a:lnTo>
                        <a:pt x="64801" y="1779"/>
                      </a:lnTo>
                      <a:lnTo>
                        <a:pt x="64696" y="1842"/>
                      </a:lnTo>
                      <a:lnTo>
                        <a:pt x="64529" y="1737"/>
                      </a:lnTo>
                      <a:lnTo>
                        <a:pt x="64403" y="1779"/>
                      </a:lnTo>
                      <a:lnTo>
                        <a:pt x="64403" y="1863"/>
                      </a:lnTo>
                      <a:lnTo>
                        <a:pt x="64152" y="1863"/>
                      </a:lnTo>
                      <a:lnTo>
                        <a:pt x="63838" y="1884"/>
                      </a:lnTo>
                      <a:lnTo>
                        <a:pt x="63754" y="1842"/>
                      </a:lnTo>
                      <a:lnTo>
                        <a:pt x="63482" y="1884"/>
                      </a:lnTo>
                      <a:lnTo>
                        <a:pt x="63462" y="1905"/>
                      </a:lnTo>
                      <a:lnTo>
                        <a:pt x="63629" y="2009"/>
                      </a:lnTo>
                      <a:lnTo>
                        <a:pt x="63692" y="2198"/>
                      </a:lnTo>
                      <a:lnTo>
                        <a:pt x="63775" y="2260"/>
                      </a:lnTo>
                      <a:lnTo>
                        <a:pt x="63796" y="2386"/>
                      </a:lnTo>
                      <a:lnTo>
                        <a:pt x="63880" y="2574"/>
                      </a:lnTo>
                      <a:lnTo>
                        <a:pt x="63838" y="2637"/>
                      </a:lnTo>
                      <a:lnTo>
                        <a:pt x="63838" y="2804"/>
                      </a:lnTo>
                      <a:lnTo>
                        <a:pt x="63880" y="2804"/>
                      </a:lnTo>
                      <a:lnTo>
                        <a:pt x="63985" y="2700"/>
                      </a:lnTo>
                      <a:lnTo>
                        <a:pt x="64194" y="2804"/>
                      </a:lnTo>
                      <a:lnTo>
                        <a:pt x="64257" y="2888"/>
                      </a:lnTo>
                      <a:lnTo>
                        <a:pt x="64319" y="2909"/>
                      </a:lnTo>
                      <a:lnTo>
                        <a:pt x="64529" y="3118"/>
                      </a:lnTo>
                      <a:lnTo>
                        <a:pt x="64570" y="3307"/>
                      </a:lnTo>
                      <a:lnTo>
                        <a:pt x="64717" y="3348"/>
                      </a:lnTo>
                      <a:lnTo>
                        <a:pt x="64822" y="3516"/>
                      </a:lnTo>
                      <a:lnTo>
                        <a:pt x="64822" y="3579"/>
                      </a:lnTo>
                      <a:lnTo>
                        <a:pt x="64842" y="3662"/>
                      </a:lnTo>
                      <a:lnTo>
                        <a:pt x="64801" y="3725"/>
                      </a:lnTo>
                      <a:lnTo>
                        <a:pt x="64884" y="3830"/>
                      </a:lnTo>
                      <a:lnTo>
                        <a:pt x="64822" y="3871"/>
                      </a:lnTo>
                      <a:lnTo>
                        <a:pt x="64738" y="3851"/>
                      </a:lnTo>
                      <a:lnTo>
                        <a:pt x="64612" y="3934"/>
                      </a:lnTo>
                      <a:lnTo>
                        <a:pt x="64633" y="4039"/>
                      </a:lnTo>
                      <a:lnTo>
                        <a:pt x="64508" y="4060"/>
                      </a:lnTo>
                      <a:lnTo>
                        <a:pt x="64403" y="4143"/>
                      </a:lnTo>
                      <a:lnTo>
                        <a:pt x="64215" y="4102"/>
                      </a:lnTo>
                      <a:lnTo>
                        <a:pt x="64152" y="4039"/>
                      </a:lnTo>
                      <a:lnTo>
                        <a:pt x="64152" y="3892"/>
                      </a:lnTo>
                      <a:lnTo>
                        <a:pt x="63964" y="3641"/>
                      </a:lnTo>
                      <a:lnTo>
                        <a:pt x="63880" y="3641"/>
                      </a:lnTo>
                      <a:lnTo>
                        <a:pt x="63838" y="3662"/>
                      </a:lnTo>
                      <a:lnTo>
                        <a:pt x="63566" y="3620"/>
                      </a:lnTo>
                      <a:lnTo>
                        <a:pt x="63378" y="3641"/>
                      </a:lnTo>
                      <a:lnTo>
                        <a:pt x="63315" y="3579"/>
                      </a:lnTo>
                      <a:lnTo>
                        <a:pt x="63148" y="3411"/>
                      </a:lnTo>
                      <a:lnTo>
                        <a:pt x="63148" y="3286"/>
                      </a:lnTo>
                      <a:lnTo>
                        <a:pt x="63043" y="3202"/>
                      </a:lnTo>
                      <a:lnTo>
                        <a:pt x="62897" y="3181"/>
                      </a:lnTo>
                      <a:lnTo>
                        <a:pt x="62855" y="3097"/>
                      </a:lnTo>
                      <a:lnTo>
                        <a:pt x="62813" y="2951"/>
                      </a:lnTo>
                      <a:lnTo>
                        <a:pt x="62625" y="2909"/>
                      </a:lnTo>
                      <a:lnTo>
                        <a:pt x="62583" y="2951"/>
                      </a:lnTo>
                      <a:lnTo>
                        <a:pt x="62583" y="3097"/>
                      </a:lnTo>
                      <a:lnTo>
                        <a:pt x="62583" y="3244"/>
                      </a:lnTo>
                      <a:lnTo>
                        <a:pt x="62604" y="3327"/>
                      </a:lnTo>
                      <a:lnTo>
                        <a:pt x="62478" y="3516"/>
                      </a:lnTo>
                      <a:lnTo>
                        <a:pt x="62415" y="3641"/>
                      </a:lnTo>
                      <a:lnTo>
                        <a:pt x="62332" y="3558"/>
                      </a:lnTo>
                      <a:lnTo>
                        <a:pt x="62311" y="3474"/>
                      </a:lnTo>
                      <a:lnTo>
                        <a:pt x="62269" y="3474"/>
                      </a:lnTo>
                      <a:lnTo>
                        <a:pt x="62164" y="3558"/>
                      </a:lnTo>
                      <a:lnTo>
                        <a:pt x="61913" y="3537"/>
                      </a:lnTo>
                      <a:lnTo>
                        <a:pt x="61704" y="3620"/>
                      </a:lnTo>
                      <a:lnTo>
                        <a:pt x="61641" y="3579"/>
                      </a:lnTo>
                      <a:lnTo>
                        <a:pt x="61474" y="3725"/>
                      </a:lnTo>
                      <a:lnTo>
                        <a:pt x="61327" y="3746"/>
                      </a:lnTo>
                      <a:lnTo>
                        <a:pt x="61223" y="3725"/>
                      </a:lnTo>
                      <a:lnTo>
                        <a:pt x="61118" y="3620"/>
                      </a:lnTo>
                      <a:lnTo>
                        <a:pt x="61034" y="3620"/>
                      </a:lnTo>
                      <a:lnTo>
                        <a:pt x="60972" y="3662"/>
                      </a:lnTo>
                      <a:lnTo>
                        <a:pt x="61013" y="3746"/>
                      </a:lnTo>
                      <a:lnTo>
                        <a:pt x="60804" y="3830"/>
                      </a:lnTo>
                      <a:lnTo>
                        <a:pt x="60700" y="3913"/>
                      </a:lnTo>
                      <a:lnTo>
                        <a:pt x="60449" y="3934"/>
                      </a:lnTo>
                      <a:lnTo>
                        <a:pt x="60323" y="4081"/>
                      </a:lnTo>
                      <a:lnTo>
                        <a:pt x="60323" y="4290"/>
                      </a:lnTo>
                      <a:lnTo>
                        <a:pt x="60323" y="4562"/>
                      </a:lnTo>
                      <a:lnTo>
                        <a:pt x="60532" y="4855"/>
                      </a:lnTo>
                      <a:lnTo>
                        <a:pt x="60553" y="5022"/>
                      </a:lnTo>
                      <a:lnTo>
                        <a:pt x="60407" y="4813"/>
                      </a:lnTo>
                      <a:lnTo>
                        <a:pt x="60281" y="4688"/>
                      </a:lnTo>
                      <a:lnTo>
                        <a:pt x="60177" y="4708"/>
                      </a:lnTo>
                      <a:lnTo>
                        <a:pt x="60030" y="4625"/>
                      </a:lnTo>
                      <a:lnTo>
                        <a:pt x="60072" y="4729"/>
                      </a:lnTo>
                      <a:lnTo>
                        <a:pt x="60177" y="4792"/>
                      </a:lnTo>
                      <a:lnTo>
                        <a:pt x="60218" y="4980"/>
                      </a:lnTo>
                      <a:lnTo>
                        <a:pt x="60218" y="5022"/>
                      </a:lnTo>
                      <a:lnTo>
                        <a:pt x="60072" y="4813"/>
                      </a:lnTo>
                      <a:lnTo>
                        <a:pt x="59967" y="4813"/>
                      </a:lnTo>
                      <a:lnTo>
                        <a:pt x="59925" y="4604"/>
                      </a:lnTo>
                      <a:lnTo>
                        <a:pt x="59758" y="4415"/>
                      </a:lnTo>
                      <a:lnTo>
                        <a:pt x="59674" y="4269"/>
                      </a:lnTo>
                      <a:lnTo>
                        <a:pt x="59570" y="4269"/>
                      </a:lnTo>
                      <a:lnTo>
                        <a:pt x="59612" y="4457"/>
                      </a:lnTo>
                      <a:lnTo>
                        <a:pt x="59591" y="4562"/>
                      </a:lnTo>
                      <a:lnTo>
                        <a:pt x="59549" y="4415"/>
                      </a:lnTo>
                      <a:lnTo>
                        <a:pt x="59402" y="4353"/>
                      </a:lnTo>
                      <a:lnTo>
                        <a:pt x="59256" y="4374"/>
                      </a:lnTo>
                      <a:lnTo>
                        <a:pt x="59256" y="4457"/>
                      </a:lnTo>
                      <a:lnTo>
                        <a:pt x="59172" y="4374"/>
                      </a:lnTo>
                      <a:lnTo>
                        <a:pt x="59026" y="4374"/>
                      </a:lnTo>
                      <a:lnTo>
                        <a:pt x="58879" y="4520"/>
                      </a:lnTo>
                      <a:lnTo>
                        <a:pt x="58754" y="4562"/>
                      </a:lnTo>
                      <a:lnTo>
                        <a:pt x="58837" y="4415"/>
                      </a:lnTo>
                      <a:lnTo>
                        <a:pt x="58837" y="4311"/>
                      </a:lnTo>
                      <a:lnTo>
                        <a:pt x="58712" y="4081"/>
                      </a:lnTo>
                      <a:lnTo>
                        <a:pt x="58712" y="3934"/>
                      </a:lnTo>
                      <a:lnTo>
                        <a:pt x="58649" y="3871"/>
                      </a:lnTo>
                      <a:lnTo>
                        <a:pt x="58649" y="3767"/>
                      </a:lnTo>
                      <a:lnTo>
                        <a:pt x="58544" y="3558"/>
                      </a:lnTo>
                      <a:lnTo>
                        <a:pt x="58335" y="3327"/>
                      </a:lnTo>
                      <a:lnTo>
                        <a:pt x="58105" y="3202"/>
                      </a:lnTo>
                      <a:lnTo>
                        <a:pt x="57875" y="2930"/>
                      </a:lnTo>
                      <a:lnTo>
                        <a:pt x="57310" y="2742"/>
                      </a:lnTo>
                      <a:lnTo>
                        <a:pt x="57038" y="2742"/>
                      </a:lnTo>
                      <a:lnTo>
                        <a:pt x="56892" y="2783"/>
                      </a:lnTo>
                      <a:lnTo>
                        <a:pt x="56661" y="2930"/>
                      </a:lnTo>
                      <a:lnTo>
                        <a:pt x="56661" y="2993"/>
                      </a:lnTo>
                      <a:lnTo>
                        <a:pt x="56536" y="2951"/>
                      </a:lnTo>
                      <a:lnTo>
                        <a:pt x="56327" y="3035"/>
                      </a:lnTo>
                      <a:lnTo>
                        <a:pt x="55887" y="3244"/>
                      </a:lnTo>
                      <a:lnTo>
                        <a:pt x="55720" y="3265"/>
                      </a:lnTo>
                      <a:lnTo>
                        <a:pt x="55531" y="3453"/>
                      </a:lnTo>
                      <a:lnTo>
                        <a:pt x="55427" y="3516"/>
                      </a:lnTo>
                      <a:lnTo>
                        <a:pt x="55197" y="3683"/>
                      </a:lnTo>
                      <a:lnTo>
                        <a:pt x="55071" y="3746"/>
                      </a:lnTo>
                      <a:lnTo>
                        <a:pt x="54946" y="3871"/>
                      </a:lnTo>
                      <a:lnTo>
                        <a:pt x="54757" y="3934"/>
                      </a:lnTo>
                      <a:lnTo>
                        <a:pt x="54590" y="3871"/>
                      </a:lnTo>
                      <a:lnTo>
                        <a:pt x="54360" y="3934"/>
                      </a:lnTo>
                      <a:lnTo>
                        <a:pt x="54213" y="3997"/>
                      </a:lnTo>
                      <a:lnTo>
                        <a:pt x="54339" y="3871"/>
                      </a:lnTo>
                      <a:lnTo>
                        <a:pt x="54527" y="3767"/>
                      </a:lnTo>
                      <a:lnTo>
                        <a:pt x="54548" y="3662"/>
                      </a:lnTo>
                      <a:lnTo>
                        <a:pt x="54381" y="3474"/>
                      </a:lnTo>
                      <a:lnTo>
                        <a:pt x="54109" y="3411"/>
                      </a:lnTo>
                      <a:lnTo>
                        <a:pt x="53837" y="3223"/>
                      </a:lnTo>
                      <a:lnTo>
                        <a:pt x="53753" y="3160"/>
                      </a:lnTo>
                      <a:lnTo>
                        <a:pt x="53711" y="3223"/>
                      </a:lnTo>
                      <a:lnTo>
                        <a:pt x="53607" y="3453"/>
                      </a:lnTo>
                      <a:lnTo>
                        <a:pt x="53607" y="3579"/>
                      </a:lnTo>
                      <a:lnTo>
                        <a:pt x="53544" y="3516"/>
                      </a:lnTo>
                      <a:lnTo>
                        <a:pt x="53502" y="3537"/>
                      </a:lnTo>
                      <a:lnTo>
                        <a:pt x="53439" y="3662"/>
                      </a:lnTo>
                      <a:lnTo>
                        <a:pt x="53376" y="3725"/>
                      </a:lnTo>
                      <a:lnTo>
                        <a:pt x="53335" y="3662"/>
                      </a:lnTo>
                      <a:lnTo>
                        <a:pt x="53397" y="3516"/>
                      </a:lnTo>
                      <a:lnTo>
                        <a:pt x="53439" y="3432"/>
                      </a:lnTo>
                      <a:lnTo>
                        <a:pt x="53397" y="3265"/>
                      </a:lnTo>
                      <a:lnTo>
                        <a:pt x="53272" y="3202"/>
                      </a:lnTo>
                      <a:lnTo>
                        <a:pt x="53125" y="3327"/>
                      </a:lnTo>
                      <a:lnTo>
                        <a:pt x="53167" y="3411"/>
                      </a:lnTo>
                      <a:lnTo>
                        <a:pt x="53083" y="3537"/>
                      </a:lnTo>
                      <a:lnTo>
                        <a:pt x="53000" y="3453"/>
                      </a:lnTo>
                      <a:lnTo>
                        <a:pt x="52979" y="3307"/>
                      </a:lnTo>
                      <a:lnTo>
                        <a:pt x="52916" y="3160"/>
                      </a:lnTo>
                      <a:lnTo>
                        <a:pt x="52874" y="3014"/>
                      </a:lnTo>
                      <a:lnTo>
                        <a:pt x="52770" y="3118"/>
                      </a:lnTo>
                      <a:lnTo>
                        <a:pt x="52560" y="3139"/>
                      </a:lnTo>
                      <a:lnTo>
                        <a:pt x="52246" y="3223"/>
                      </a:lnTo>
                      <a:lnTo>
                        <a:pt x="52163" y="3202"/>
                      </a:lnTo>
                      <a:lnTo>
                        <a:pt x="52267" y="3118"/>
                      </a:lnTo>
                      <a:lnTo>
                        <a:pt x="52246" y="3014"/>
                      </a:lnTo>
                      <a:lnTo>
                        <a:pt x="52246" y="2909"/>
                      </a:lnTo>
                      <a:lnTo>
                        <a:pt x="52226" y="2783"/>
                      </a:lnTo>
                      <a:lnTo>
                        <a:pt x="52246" y="2763"/>
                      </a:lnTo>
                      <a:lnTo>
                        <a:pt x="52456" y="2909"/>
                      </a:lnTo>
                      <a:lnTo>
                        <a:pt x="52560" y="2825"/>
                      </a:lnTo>
                      <a:lnTo>
                        <a:pt x="52581" y="2700"/>
                      </a:lnTo>
                      <a:lnTo>
                        <a:pt x="52393" y="2428"/>
                      </a:lnTo>
                      <a:lnTo>
                        <a:pt x="52016" y="2302"/>
                      </a:lnTo>
                      <a:lnTo>
                        <a:pt x="51702" y="2281"/>
                      </a:lnTo>
                      <a:lnTo>
                        <a:pt x="51347" y="2365"/>
                      </a:lnTo>
                      <a:lnTo>
                        <a:pt x="51033" y="2407"/>
                      </a:lnTo>
                      <a:lnTo>
                        <a:pt x="50824" y="2574"/>
                      </a:lnTo>
                      <a:lnTo>
                        <a:pt x="50886" y="3139"/>
                      </a:lnTo>
                      <a:lnTo>
                        <a:pt x="50866" y="3307"/>
                      </a:lnTo>
                      <a:lnTo>
                        <a:pt x="50907" y="3411"/>
                      </a:lnTo>
                      <a:lnTo>
                        <a:pt x="50803" y="3579"/>
                      </a:lnTo>
                      <a:lnTo>
                        <a:pt x="50803" y="3746"/>
                      </a:lnTo>
                      <a:lnTo>
                        <a:pt x="50656" y="3851"/>
                      </a:lnTo>
                      <a:lnTo>
                        <a:pt x="50552" y="3851"/>
                      </a:lnTo>
                      <a:lnTo>
                        <a:pt x="50489" y="3788"/>
                      </a:lnTo>
                      <a:lnTo>
                        <a:pt x="50489" y="3725"/>
                      </a:lnTo>
                      <a:lnTo>
                        <a:pt x="50363" y="3620"/>
                      </a:lnTo>
                      <a:lnTo>
                        <a:pt x="50447" y="3537"/>
                      </a:lnTo>
                      <a:lnTo>
                        <a:pt x="50510" y="3558"/>
                      </a:lnTo>
                      <a:lnTo>
                        <a:pt x="50594" y="3369"/>
                      </a:lnTo>
                      <a:lnTo>
                        <a:pt x="50552" y="3139"/>
                      </a:lnTo>
                      <a:lnTo>
                        <a:pt x="50405" y="3097"/>
                      </a:lnTo>
                      <a:lnTo>
                        <a:pt x="50342" y="2888"/>
                      </a:lnTo>
                      <a:lnTo>
                        <a:pt x="50405" y="2909"/>
                      </a:lnTo>
                      <a:lnTo>
                        <a:pt x="50510" y="2804"/>
                      </a:lnTo>
                      <a:lnTo>
                        <a:pt x="50510" y="2930"/>
                      </a:lnTo>
                      <a:lnTo>
                        <a:pt x="50614" y="3035"/>
                      </a:lnTo>
                      <a:lnTo>
                        <a:pt x="50698" y="3223"/>
                      </a:lnTo>
                      <a:lnTo>
                        <a:pt x="50719" y="3160"/>
                      </a:lnTo>
                      <a:lnTo>
                        <a:pt x="50698" y="2888"/>
                      </a:lnTo>
                      <a:lnTo>
                        <a:pt x="50656" y="2679"/>
                      </a:lnTo>
                      <a:lnTo>
                        <a:pt x="50259" y="2825"/>
                      </a:lnTo>
                      <a:lnTo>
                        <a:pt x="49945" y="3035"/>
                      </a:lnTo>
                      <a:lnTo>
                        <a:pt x="49945" y="3160"/>
                      </a:lnTo>
                      <a:lnTo>
                        <a:pt x="49757" y="3307"/>
                      </a:lnTo>
                      <a:lnTo>
                        <a:pt x="49652" y="3223"/>
                      </a:lnTo>
                      <a:lnTo>
                        <a:pt x="49673" y="3139"/>
                      </a:lnTo>
                      <a:lnTo>
                        <a:pt x="49777" y="3118"/>
                      </a:lnTo>
                      <a:lnTo>
                        <a:pt x="49673" y="2993"/>
                      </a:lnTo>
                      <a:lnTo>
                        <a:pt x="49757" y="2742"/>
                      </a:lnTo>
                      <a:lnTo>
                        <a:pt x="49882" y="2804"/>
                      </a:lnTo>
                      <a:lnTo>
                        <a:pt x="49945" y="2783"/>
                      </a:lnTo>
                      <a:lnTo>
                        <a:pt x="50070" y="2825"/>
                      </a:lnTo>
                      <a:lnTo>
                        <a:pt x="50468" y="2637"/>
                      </a:lnTo>
                      <a:lnTo>
                        <a:pt x="50614" y="2595"/>
                      </a:lnTo>
                      <a:lnTo>
                        <a:pt x="50342" y="2595"/>
                      </a:lnTo>
                      <a:lnTo>
                        <a:pt x="50175" y="2616"/>
                      </a:lnTo>
                      <a:lnTo>
                        <a:pt x="49945" y="2595"/>
                      </a:lnTo>
                      <a:lnTo>
                        <a:pt x="49443" y="2595"/>
                      </a:lnTo>
                      <a:lnTo>
                        <a:pt x="49338" y="2637"/>
                      </a:lnTo>
                      <a:lnTo>
                        <a:pt x="48669" y="2700"/>
                      </a:lnTo>
                      <a:lnTo>
                        <a:pt x="48271" y="2700"/>
                      </a:lnTo>
                      <a:lnTo>
                        <a:pt x="48041" y="2742"/>
                      </a:lnTo>
                      <a:lnTo>
                        <a:pt x="47769" y="2637"/>
                      </a:lnTo>
                      <a:lnTo>
                        <a:pt x="47539" y="2679"/>
                      </a:lnTo>
                      <a:lnTo>
                        <a:pt x="47371" y="2742"/>
                      </a:lnTo>
                      <a:lnTo>
                        <a:pt x="47518" y="2909"/>
                      </a:lnTo>
                      <a:lnTo>
                        <a:pt x="47685" y="2909"/>
                      </a:lnTo>
                      <a:lnTo>
                        <a:pt x="47790" y="2951"/>
                      </a:lnTo>
                      <a:lnTo>
                        <a:pt x="47894" y="2930"/>
                      </a:lnTo>
                      <a:lnTo>
                        <a:pt x="48041" y="3055"/>
                      </a:lnTo>
                      <a:lnTo>
                        <a:pt x="48041" y="3139"/>
                      </a:lnTo>
                      <a:lnTo>
                        <a:pt x="47832" y="3327"/>
                      </a:lnTo>
                      <a:lnTo>
                        <a:pt x="47685" y="3307"/>
                      </a:lnTo>
                      <a:lnTo>
                        <a:pt x="47518" y="3369"/>
                      </a:lnTo>
                      <a:lnTo>
                        <a:pt x="47476" y="3537"/>
                      </a:lnTo>
                      <a:lnTo>
                        <a:pt x="47434" y="3641"/>
                      </a:lnTo>
                      <a:lnTo>
                        <a:pt x="47560" y="3871"/>
                      </a:lnTo>
                      <a:lnTo>
                        <a:pt x="47769" y="3934"/>
                      </a:lnTo>
                      <a:lnTo>
                        <a:pt x="47790" y="3788"/>
                      </a:lnTo>
                      <a:lnTo>
                        <a:pt x="47936" y="3662"/>
                      </a:lnTo>
                      <a:lnTo>
                        <a:pt x="48145" y="3579"/>
                      </a:lnTo>
                      <a:lnTo>
                        <a:pt x="48104" y="3788"/>
                      </a:lnTo>
                      <a:lnTo>
                        <a:pt x="47894" y="3788"/>
                      </a:lnTo>
                      <a:lnTo>
                        <a:pt x="47999" y="3934"/>
                      </a:lnTo>
                      <a:lnTo>
                        <a:pt x="47978" y="3955"/>
                      </a:lnTo>
                      <a:lnTo>
                        <a:pt x="48041" y="4060"/>
                      </a:lnTo>
                      <a:lnTo>
                        <a:pt x="47894" y="4143"/>
                      </a:lnTo>
                      <a:lnTo>
                        <a:pt x="48041" y="4164"/>
                      </a:lnTo>
                      <a:lnTo>
                        <a:pt x="48166" y="4102"/>
                      </a:lnTo>
                      <a:lnTo>
                        <a:pt x="48208" y="4206"/>
                      </a:lnTo>
                      <a:lnTo>
                        <a:pt x="48187" y="4353"/>
                      </a:lnTo>
                      <a:lnTo>
                        <a:pt x="48313" y="4478"/>
                      </a:lnTo>
                      <a:lnTo>
                        <a:pt x="48459" y="4499"/>
                      </a:lnTo>
                      <a:lnTo>
                        <a:pt x="48627" y="4708"/>
                      </a:lnTo>
                      <a:lnTo>
                        <a:pt x="48606" y="4813"/>
                      </a:lnTo>
                      <a:lnTo>
                        <a:pt x="48522" y="4771"/>
                      </a:lnTo>
                      <a:lnTo>
                        <a:pt x="48397" y="4813"/>
                      </a:lnTo>
                      <a:lnTo>
                        <a:pt x="48459" y="4939"/>
                      </a:lnTo>
                      <a:lnTo>
                        <a:pt x="48376" y="5001"/>
                      </a:lnTo>
                      <a:lnTo>
                        <a:pt x="48313" y="4939"/>
                      </a:lnTo>
                      <a:lnTo>
                        <a:pt x="48250" y="4980"/>
                      </a:lnTo>
                      <a:lnTo>
                        <a:pt x="48187" y="4834"/>
                      </a:lnTo>
                      <a:lnTo>
                        <a:pt x="47999" y="4708"/>
                      </a:lnTo>
                      <a:lnTo>
                        <a:pt x="47936" y="4729"/>
                      </a:lnTo>
                      <a:lnTo>
                        <a:pt x="47978" y="4813"/>
                      </a:lnTo>
                      <a:lnTo>
                        <a:pt x="47873" y="4897"/>
                      </a:lnTo>
                      <a:lnTo>
                        <a:pt x="47790" y="4834"/>
                      </a:lnTo>
                      <a:lnTo>
                        <a:pt x="47727" y="4897"/>
                      </a:lnTo>
                      <a:lnTo>
                        <a:pt x="47769" y="5022"/>
                      </a:lnTo>
                      <a:lnTo>
                        <a:pt x="47790" y="5211"/>
                      </a:lnTo>
                      <a:lnTo>
                        <a:pt x="47936" y="5232"/>
                      </a:lnTo>
                      <a:lnTo>
                        <a:pt x="48083" y="5148"/>
                      </a:lnTo>
                      <a:lnTo>
                        <a:pt x="48187" y="5252"/>
                      </a:lnTo>
                      <a:lnTo>
                        <a:pt x="48104" y="5336"/>
                      </a:lnTo>
                      <a:lnTo>
                        <a:pt x="48250" y="5399"/>
                      </a:lnTo>
                      <a:lnTo>
                        <a:pt x="48145" y="5462"/>
                      </a:lnTo>
                      <a:lnTo>
                        <a:pt x="47978" y="5420"/>
                      </a:lnTo>
                      <a:lnTo>
                        <a:pt x="47978" y="5462"/>
                      </a:lnTo>
                      <a:lnTo>
                        <a:pt x="48145" y="5566"/>
                      </a:lnTo>
                      <a:lnTo>
                        <a:pt x="47873" y="5566"/>
                      </a:lnTo>
                      <a:lnTo>
                        <a:pt x="47832" y="5462"/>
                      </a:lnTo>
                      <a:lnTo>
                        <a:pt x="47643" y="5462"/>
                      </a:lnTo>
                      <a:lnTo>
                        <a:pt x="47560" y="5336"/>
                      </a:lnTo>
                      <a:lnTo>
                        <a:pt x="47434" y="5315"/>
                      </a:lnTo>
                      <a:lnTo>
                        <a:pt x="47308" y="5190"/>
                      </a:lnTo>
                      <a:lnTo>
                        <a:pt x="47120" y="5190"/>
                      </a:lnTo>
                      <a:lnTo>
                        <a:pt x="46995" y="5106"/>
                      </a:lnTo>
                      <a:lnTo>
                        <a:pt x="46890" y="5127"/>
                      </a:lnTo>
                      <a:lnTo>
                        <a:pt x="46827" y="5106"/>
                      </a:lnTo>
                      <a:lnTo>
                        <a:pt x="46430" y="5252"/>
                      </a:lnTo>
                      <a:lnTo>
                        <a:pt x="46409" y="5357"/>
                      </a:lnTo>
                      <a:lnTo>
                        <a:pt x="46367" y="5420"/>
                      </a:lnTo>
                      <a:lnTo>
                        <a:pt x="46430" y="5504"/>
                      </a:lnTo>
                      <a:lnTo>
                        <a:pt x="46409" y="5566"/>
                      </a:lnTo>
                      <a:lnTo>
                        <a:pt x="46492" y="5713"/>
                      </a:lnTo>
                      <a:lnTo>
                        <a:pt x="46472" y="5734"/>
                      </a:lnTo>
                      <a:lnTo>
                        <a:pt x="46367" y="5629"/>
                      </a:lnTo>
                      <a:lnTo>
                        <a:pt x="46283" y="5671"/>
                      </a:lnTo>
                      <a:lnTo>
                        <a:pt x="46179" y="5629"/>
                      </a:lnTo>
                      <a:lnTo>
                        <a:pt x="45739" y="5671"/>
                      </a:lnTo>
                      <a:lnTo>
                        <a:pt x="45530" y="5650"/>
                      </a:lnTo>
                      <a:lnTo>
                        <a:pt x="45384" y="5524"/>
                      </a:lnTo>
                      <a:lnTo>
                        <a:pt x="45258" y="5504"/>
                      </a:lnTo>
                      <a:lnTo>
                        <a:pt x="45132" y="5357"/>
                      </a:lnTo>
                      <a:lnTo>
                        <a:pt x="45049" y="5211"/>
                      </a:lnTo>
                      <a:lnTo>
                        <a:pt x="44944" y="5148"/>
                      </a:lnTo>
                      <a:lnTo>
                        <a:pt x="44944" y="5232"/>
                      </a:lnTo>
                      <a:lnTo>
                        <a:pt x="45028" y="5420"/>
                      </a:lnTo>
                      <a:lnTo>
                        <a:pt x="45049" y="5734"/>
                      </a:lnTo>
                      <a:lnTo>
                        <a:pt x="45216" y="6068"/>
                      </a:lnTo>
                      <a:lnTo>
                        <a:pt x="45342" y="6340"/>
                      </a:lnTo>
                      <a:lnTo>
                        <a:pt x="45446" y="6926"/>
                      </a:lnTo>
                      <a:lnTo>
                        <a:pt x="45425" y="7073"/>
                      </a:lnTo>
                      <a:lnTo>
                        <a:pt x="45342" y="7073"/>
                      </a:lnTo>
                      <a:lnTo>
                        <a:pt x="45258" y="6968"/>
                      </a:lnTo>
                      <a:lnTo>
                        <a:pt x="45237" y="6864"/>
                      </a:lnTo>
                      <a:lnTo>
                        <a:pt x="45132" y="6759"/>
                      </a:lnTo>
                      <a:lnTo>
                        <a:pt x="45070" y="6801"/>
                      </a:lnTo>
                      <a:lnTo>
                        <a:pt x="45132" y="6884"/>
                      </a:lnTo>
                      <a:lnTo>
                        <a:pt x="45112" y="6968"/>
                      </a:lnTo>
                      <a:lnTo>
                        <a:pt x="44923" y="6905"/>
                      </a:lnTo>
                      <a:lnTo>
                        <a:pt x="44756" y="6717"/>
                      </a:lnTo>
                      <a:lnTo>
                        <a:pt x="44505" y="6696"/>
                      </a:lnTo>
                      <a:lnTo>
                        <a:pt x="44379" y="6550"/>
                      </a:lnTo>
                      <a:lnTo>
                        <a:pt x="44275" y="6508"/>
                      </a:lnTo>
                      <a:lnTo>
                        <a:pt x="43898" y="6173"/>
                      </a:lnTo>
                      <a:lnTo>
                        <a:pt x="43877" y="6173"/>
                      </a:lnTo>
                      <a:lnTo>
                        <a:pt x="43793" y="6236"/>
                      </a:lnTo>
                      <a:lnTo>
                        <a:pt x="43689" y="6236"/>
                      </a:lnTo>
                      <a:lnTo>
                        <a:pt x="43647" y="6152"/>
                      </a:lnTo>
                      <a:lnTo>
                        <a:pt x="43877" y="5943"/>
                      </a:lnTo>
                      <a:lnTo>
                        <a:pt x="43982" y="5943"/>
                      </a:lnTo>
                      <a:lnTo>
                        <a:pt x="43898" y="5880"/>
                      </a:lnTo>
                      <a:lnTo>
                        <a:pt x="43772" y="5817"/>
                      </a:lnTo>
                      <a:lnTo>
                        <a:pt x="43647" y="5671"/>
                      </a:lnTo>
                      <a:lnTo>
                        <a:pt x="43626" y="5671"/>
                      </a:lnTo>
                      <a:lnTo>
                        <a:pt x="43647" y="5755"/>
                      </a:lnTo>
                      <a:lnTo>
                        <a:pt x="43751" y="5859"/>
                      </a:lnTo>
                      <a:lnTo>
                        <a:pt x="43751" y="5964"/>
                      </a:lnTo>
                      <a:lnTo>
                        <a:pt x="43626" y="6048"/>
                      </a:lnTo>
                      <a:lnTo>
                        <a:pt x="43417" y="5985"/>
                      </a:lnTo>
                      <a:lnTo>
                        <a:pt x="43207" y="5838"/>
                      </a:lnTo>
                      <a:lnTo>
                        <a:pt x="43145" y="5755"/>
                      </a:lnTo>
                      <a:lnTo>
                        <a:pt x="42935" y="5734"/>
                      </a:lnTo>
                      <a:lnTo>
                        <a:pt x="42894" y="5608"/>
                      </a:lnTo>
                      <a:lnTo>
                        <a:pt x="42789" y="5545"/>
                      </a:lnTo>
                      <a:lnTo>
                        <a:pt x="43040" y="5545"/>
                      </a:lnTo>
                      <a:lnTo>
                        <a:pt x="43270" y="5608"/>
                      </a:lnTo>
                      <a:lnTo>
                        <a:pt x="43375" y="5671"/>
                      </a:lnTo>
                      <a:lnTo>
                        <a:pt x="43521" y="5629"/>
                      </a:lnTo>
                      <a:lnTo>
                        <a:pt x="43626" y="5441"/>
                      </a:lnTo>
                      <a:lnTo>
                        <a:pt x="43626" y="5378"/>
                      </a:lnTo>
                      <a:lnTo>
                        <a:pt x="43542" y="5420"/>
                      </a:lnTo>
                      <a:lnTo>
                        <a:pt x="43521" y="5336"/>
                      </a:lnTo>
                      <a:lnTo>
                        <a:pt x="43417" y="5357"/>
                      </a:lnTo>
                      <a:lnTo>
                        <a:pt x="43459" y="5190"/>
                      </a:lnTo>
                      <a:lnTo>
                        <a:pt x="43333" y="5043"/>
                      </a:lnTo>
                      <a:lnTo>
                        <a:pt x="43249" y="5106"/>
                      </a:lnTo>
                      <a:lnTo>
                        <a:pt x="43228" y="5001"/>
                      </a:lnTo>
                      <a:lnTo>
                        <a:pt x="43145" y="4980"/>
                      </a:lnTo>
                      <a:lnTo>
                        <a:pt x="43061" y="5022"/>
                      </a:lnTo>
                      <a:lnTo>
                        <a:pt x="43019" y="5085"/>
                      </a:lnTo>
                      <a:lnTo>
                        <a:pt x="42831" y="5043"/>
                      </a:lnTo>
                      <a:lnTo>
                        <a:pt x="42810" y="4897"/>
                      </a:lnTo>
                      <a:lnTo>
                        <a:pt x="43019" y="4708"/>
                      </a:lnTo>
                      <a:lnTo>
                        <a:pt x="42998" y="4625"/>
                      </a:lnTo>
                      <a:lnTo>
                        <a:pt x="42894" y="4625"/>
                      </a:lnTo>
                      <a:lnTo>
                        <a:pt x="42726" y="4792"/>
                      </a:lnTo>
                      <a:lnTo>
                        <a:pt x="42705" y="4667"/>
                      </a:lnTo>
                      <a:lnTo>
                        <a:pt x="42768" y="4562"/>
                      </a:lnTo>
                      <a:lnTo>
                        <a:pt x="42726" y="4415"/>
                      </a:lnTo>
                      <a:lnTo>
                        <a:pt x="42663" y="4457"/>
                      </a:lnTo>
                      <a:lnTo>
                        <a:pt x="42622" y="4499"/>
                      </a:lnTo>
                      <a:lnTo>
                        <a:pt x="42601" y="4395"/>
                      </a:lnTo>
                      <a:lnTo>
                        <a:pt x="42496" y="4395"/>
                      </a:lnTo>
                      <a:lnTo>
                        <a:pt x="42454" y="4353"/>
                      </a:lnTo>
                      <a:lnTo>
                        <a:pt x="42391" y="4269"/>
                      </a:lnTo>
                      <a:lnTo>
                        <a:pt x="42433" y="4102"/>
                      </a:lnTo>
                      <a:lnTo>
                        <a:pt x="42391" y="4060"/>
                      </a:lnTo>
                      <a:lnTo>
                        <a:pt x="42308" y="4102"/>
                      </a:lnTo>
                      <a:lnTo>
                        <a:pt x="42224" y="4248"/>
                      </a:lnTo>
                      <a:lnTo>
                        <a:pt x="42203" y="4039"/>
                      </a:lnTo>
                      <a:lnTo>
                        <a:pt x="42099" y="3955"/>
                      </a:lnTo>
                      <a:lnTo>
                        <a:pt x="41994" y="4039"/>
                      </a:lnTo>
                      <a:lnTo>
                        <a:pt x="41910" y="4039"/>
                      </a:lnTo>
                      <a:lnTo>
                        <a:pt x="41868" y="3871"/>
                      </a:lnTo>
                      <a:lnTo>
                        <a:pt x="41764" y="3976"/>
                      </a:lnTo>
                      <a:lnTo>
                        <a:pt x="41701" y="3976"/>
                      </a:lnTo>
                      <a:lnTo>
                        <a:pt x="41680" y="4060"/>
                      </a:lnTo>
                      <a:lnTo>
                        <a:pt x="41659" y="3892"/>
                      </a:lnTo>
                      <a:lnTo>
                        <a:pt x="41659" y="3830"/>
                      </a:lnTo>
                      <a:lnTo>
                        <a:pt x="41492" y="3830"/>
                      </a:lnTo>
                      <a:lnTo>
                        <a:pt x="41408" y="3851"/>
                      </a:lnTo>
                      <a:lnTo>
                        <a:pt x="41366" y="3788"/>
                      </a:lnTo>
                      <a:lnTo>
                        <a:pt x="41199" y="3851"/>
                      </a:lnTo>
                      <a:lnTo>
                        <a:pt x="41094" y="3851"/>
                      </a:lnTo>
                      <a:lnTo>
                        <a:pt x="41073" y="3892"/>
                      </a:lnTo>
                      <a:lnTo>
                        <a:pt x="41136" y="3955"/>
                      </a:lnTo>
                      <a:lnTo>
                        <a:pt x="41178" y="4081"/>
                      </a:lnTo>
                      <a:lnTo>
                        <a:pt x="41115" y="4060"/>
                      </a:lnTo>
                      <a:lnTo>
                        <a:pt x="41052" y="4081"/>
                      </a:lnTo>
                      <a:lnTo>
                        <a:pt x="41052" y="4164"/>
                      </a:lnTo>
                      <a:lnTo>
                        <a:pt x="41031" y="4143"/>
                      </a:lnTo>
                      <a:lnTo>
                        <a:pt x="40885" y="4164"/>
                      </a:lnTo>
                      <a:lnTo>
                        <a:pt x="40843" y="4143"/>
                      </a:lnTo>
                      <a:lnTo>
                        <a:pt x="40885" y="4039"/>
                      </a:lnTo>
                      <a:lnTo>
                        <a:pt x="40969" y="3976"/>
                      </a:lnTo>
                      <a:lnTo>
                        <a:pt x="40927" y="3871"/>
                      </a:lnTo>
                      <a:lnTo>
                        <a:pt x="40822" y="3851"/>
                      </a:lnTo>
                      <a:lnTo>
                        <a:pt x="40822" y="3955"/>
                      </a:lnTo>
                      <a:lnTo>
                        <a:pt x="40738" y="3997"/>
                      </a:lnTo>
                      <a:lnTo>
                        <a:pt x="40655" y="3892"/>
                      </a:lnTo>
                      <a:lnTo>
                        <a:pt x="40550" y="3871"/>
                      </a:lnTo>
                      <a:lnTo>
                        <a:pt x="40446" y="3767"/>
                      </a:lnTo>
                      <a:lnTo>
                        <a:pt x="40425" y="3851"/>
                      </a:lnTo>
                      <a:lnTo>
                        <a:pt x="40341" y="3871"/>
                      </a:lnTo>
                      <a:lnTo>
                        <a:pt x="40194" y="3871"/>
                      </a:lnTo>
                      <a:lnTo>
                        <a:pt x="40132" y="3788"/>
                      </a:lnTo>
                      <a:lnTo>
                        <a:pt x="40111" y="3892"/>
                      </a:lnTo>
                      <a:lnTo>
                        <a:pt x="40027" y="3955"/>
                      </a:lnTo>
                      <a:lnTo>
                        <a:pt x="39902" y="3851"/>
                      </a:lnTo>
                      <a:lnTo>
                        <a:pt x="39818" y="3851"/>
                      </a:lnTo>
                      <a:lnTo>
                        <a:pt x="39860" y="3955"/>
                      </a:lnTo>
                      <a:lnTo>
                        <a:pt x="39881" y="3997"/>
                      </a:lnTo>
                      <a:lnTo>
                        <a:pt x="39755" y="4102"/>
                      </a:lnTo>
                      <a:lnTo>
                        <a:pt x="39692" y="4081"/>
                      </a:lnTo>
                      <a:lnTo>
                        <a:pt x="39671" y="3997"/>
                      </a:lnTo>
                      <a:lnTo>
                        <a:pt x="39609" y="4102"/>
                      </a:lnTo>
                      <a:lnTo>
                        <a:pt x="39630" y="4269"/>
                      </a:lnTo>
                      <a:lnTo>
                        <a:pt x="39713" y="4353"/>
                      </a:lnTo>
                      <a:lnTo>
                        <a:pt x="39734" y="4457"/>
                      </a:lnTo>
                      <a:lnTo>
                        <a:pt x="39797" y="4478"/>
                      </a:lnTo>
                      <a:lnTo>
                        <a:pt x="39818" y="4625"/>
                      </a:lnTo>
                      <a:lnTo>
                        <a:pt x="39964" y="4667"/>
                      </a:lnTo>
                      <a:lnTo>
                        <a:pt x="40006" y="4729"/>
                      </a:lnTo>
                      <a:lnTo>
                        <a:pt x="40006" y="4834"/>
                      </a:lnTo>
                      <a:lnTo>
                        <a:pt x="40111" y="4918"/>
                      </a:lnTo>
                      <a:lnTo>
                        <a:pt x="40132" y="5001"/>
                      </a:lnTo>
                      <a:lnTo>
                        <a:pt x="40069" y="5106"/>
                      </a:lnTo>
                      <a:lnTo>
                        <a:pt x="40006" y="5085"/>
                      </a:lnTo>
                      <a:lnTo>
                        <a:pt x="39985" y="5001"/>
                      </a:lnTo>
                      <a:lnTo>
                        <a:pt x="39818" y="5043"/>
                      </a:lnTo>
                      <a:lnTo>
                        <a:pt x="39713" y="5022"/>
                      </a:lnTo>
                      <a:lnTo>
                        <a:pt x="39609" y="5043"/>
                      </a:lnTo>
                      <a:lnTo>
                        <a:pt x="39671" y="5127"/>
                      </a:lnTo>
                      <a:lnTo>
                        <a:pt x="39588" y="5232"/>
                      </a:lnTo>
                      <a:lnTo>
                        <a:pt x="39462" y="5232"/>
                      </a:lnTo>
                      <a:lnTo>
                        <a:pt x="39378" y="5211"/>
                      </a:lnTo>
                      <a:lnTo>
                        <a:pt x="39127" y="5336"/>
                      </a:lnTo>
                      <a:lnTo>
                        <a:pt x="38751" y="5399"/>
                      </a:lnTo>
                      <a:lnTo>
                        <a:pt x="38625" y="5336"/>
                      </a:lnTo>
                      <a:lnTo>
                        <a:pt x="38437" y="5336"/>
                      </a:lnTo>
                      <a:lnTo>
                        <a:pt x="38416" y="5357"/>
                      </a:lnTo>
                      <a:lnTo>
                        <a:pt x="38311" y="5336"/>
                      </a:lnTo>
                      <a:lnTo>
                        <a:pt x="37788" y="5315"/>
                      </a:lnTo>
                      <a:lnTo>
                        <a:pt x="37621" y="5190"/>
                      </a:lnTo>
                      <a:lnTo>
                        <a:pt x="37579" y="4980"/>
                      </a:lnTo>
                      <a:lnTo>
                        <a:pt x="37663" y="4834"/>
                      </a:lnTo>
                      <a:lnTo>
                        <a:pt x="37705" y="4813"/>
                      </a:lnTo>
                      <a:lnTo>
                        <a:pt x="37705" y="4729"/>
                      </a:lnTo>
                      <a:lnTo>
                        <a:pt x="37558" y="4688"/>
                      </a:lnTo>
                      <a:lnTo>
                        <a:pt x="37370" y="4688"/>
                      </a:lnTo>
                      <a:lnTo>
                        <a:pt x="37035" y="4834"/>
                      </a:lnTo>
                      <a:lnTo>
                        <a:pt x="36554" y="4876"/>
                      </a:lnTo>
                      <a:lnTo>
                        <a:pt x="36156" y="4980"/>
                      </a:lnTo>
                      <a:lnTo>
                        <a:pt x="35926" y="5022"/>
                      </a:lnTo>
                      <a:lnTo>
                        <a:pt x="35884" y="5106"/>
                      </a:lnTo>
                      <a:lnTo>
                        <a:pt x="35801" y="5106"/>
                      </a:lnTo>
                      <a:lnTo>
                        <a:pt x="35738" y="5190"/>
                      </a:lnTo>
                      <a:lnTo>
                        <a:pt x="35612" y="5252"/>
                      </a:lnTo>
                      <a:lnTo>
                        <a:pt x="35466" y="5399"/>
                      </a:lnTo>
                      <a:lnTo>
                        <a:pt x="35529" y="5545"/>
                      </a:lnTo>
                      <a:lnTo>
                        <a:pt x="35612" y="5566"/>
                      </a:lnTo>
                      <a:lnTo>
                        <a:pt x="35717" y="5524"/>
                      </a:lnTo>
                      <a:lnTo>
                        <a:pt x="35780" y="5545"/>
                      </a:lnTo>
                      <a:lnTo>
                        <a:pt x="35717" y="5629"/>
                      </a:lnTo>
                      <a:lnTo>
                        <a:pt x="35654" y="5650"/>
                      </a:lnTo>
                      <a:lnTo>
                        <a:pt x="35549" y="5755"/>
                      </a:lnTo>
                      <a:lnTo>
                        <a:pt x="35549" y="5817"/>
                      </a:lnTo>
                      <a:lnTo>
                        <a:pt x="35508" y="5755"/>
                      </a:lnTo>
                      <a:lnTo>
                        <a:pt x="35487" y="5545"/>
                      </a:lnTo>
                      <a:lnTo>
                        <a:pt x="35319" y="5420"/>
                      </a:lnTo>
                      <a:lnTo>
                        <a:pt x="35298" y="5336"/>
                      </a:lnTo>
                      <a:lnTo>
                        <a:pt x="35319" y="5252"/>
                      </a:lnTo>
                      <a:lnTo>
                        <a:pt x="35194" y="5148"/>
                      </a:lnTo>
                      <a:lnTo>
                        <a:pt x="35110" y="5148"/>
                      </a:lnTo>
                      <a:lnTo>
                        <a:pt x="34880" y="4939"/>
                      </a:lnTo>
                      <a:lnTo>
                        <a:pt x="34817" y="4939"/>
                      </a:lnTo>
                      <a:lnTo>
                        <a:pt x="34817" y="5022"/>
                      </a:lnTo>
                      <a:lnTo>
                        <a:pt x="35005" y="5232"/>
                      </a:lnTo>
                      <a:lnTo>
                        <a:pt x="35026" y="5357"/>
                      </a:lnTo>
                      <a:lnTo>
                        <a:pt x="34922" y="5462"/>
                      </a:lnTo>
                      <a:lnTo>
                        <a:pt x="34733" y="5504"/>
                      </a:lnTo>
                      <a:lnTo>
                        <a:pt x="34650" y="5545"/>
                      </a:lnTo>
                      <a:lnTo>
                        <a:pt x="34482" y="5545"/>
                      </a:lnTo>
                      <a:lnTo>
                        <a:pt x="34168" y="5294"/>
                      </a:lnTo>
                      <a:lnTo>
                        <a:pt x="34168" y="5190"/>
                      </a:lnTo>
                      <a:lnTo>
                        <a:pt x="34231" y="5106"/>
                      </a:lnTo>
                      <a:lnTo>
                        <a:pt x="34210" y="5022"/>
                      </a:lnTo>
                      <a:lnTo>
                        <a:pt x="34043" y="5085"/>
                      </a:lnTo>
                      <a:lnTo>
                        <a:pt x="34043" y="5211"/>
                      </a:lnTo>
                      <a:lnTo>
                        <a:pt x="33959" y="5294"/>
                      </a:lnTo>
                      <a:lnTo>
                        <a:pt x="33750" y="5148"/>
                      </a:lnTo>
                      <a:lnTo>
                        <a:pt x="33604" y="5148"/>
                      </a:lnTo>
                      <a:lnTo>
                        <a:pt x="33499" y="5252"/>
                      </a:lnTo>
                      <a:lnTo>
                        <a:pt x="33520" y="5441"/>
                      </a:lnTo>
                      <a:lnTo>
                        <a:pt x="33436" y="5566"/>
                      </a:lnTo>
                      <a:lnTo>
                        <a:pt x="33520" y="5734"/>
                      </a:lnTo>
                      <a:lnTo>
                        <a:pt x="33645" y="5776"/>
                      </a:lnTo>
                      <a:lnTo>
                        <a:pt x="33813" y="5650"/>
                      </a:lnTo>
                      <a:lnTo>
                        <a:pt x="33834" y="5566"/>
                      </a:lnTo>
                      <a:lnTo>
                        <a:pt x="34043" y="5441"/>
                      </a:lnTo>
                      <a:lnTo>
                        <a:pt x="34106" y="5524"/>
                      </a:lnTo>
                      <a:lnTo>
                        <a:pt x="34064" y="5650"/>
                      </a:lnTo>
                      <a:lnTo>
                        <a:pt x="33855" y="5817"/>
                      </a:lnTo>
                      <a:lnTo>
                        <a:pt x="33938" y="5880"/>
                      </a:lnTo>
                      <a:lnTo>
                        <a:pt x="33855" y="6027"/>
                      </a:lnTo>
                      <a:lnTo>
                        <a:pt x="33729" y="6068"/>
                      </a:lnTo>
                      <a:lnTo>
                        <a:pt x="33604" y="5985"/>
                      </a:lnTo>
                      <a:lnTo>
                        <a:pt x="33604" y="6048"/>
                      </a:lnTo>
                      <a:lnTo>
                        <a:pt x="33645" y="6173"/>
                      </a:lnTo>
                      <a:lnTo>
                        <a:pt x="33583" y="6299"/>
                      </a:lnTo>
                      <a:lnTo>
                        <a:pt x="33394" y="6445"/>
                      </a:lnTo>
                      <a:lnTo>
                        <a:pt x="33436" y="6550"/>
                      </a:lnTo>
                      <a:lnTo>
                        <a:pt x="33394" y="6592"/>
                      </a:lnTo>
                      <a:lnTo>
                        <a:pt x="33311" y="6592"/>
                      </a:lnTo>
                      <a:lnTo>
                        <a:pt x="33164" y="6759"/>
                      </a:lnTo>
                      <a:lnTo>
                        <a:pt x="32955" y="6780"/>
                      </a:lnTo>
                      <a:lnTo>
                        <a:pt x="32746" y="6801"/>
                      </a:lnTo>
                      <a:lnTo>
                        <a:pt x="32683" y="6926"/>
                      </a:lnTo>
                      <a:lnTo>
                        <a:pt x="32746" y="7094"/>
                      </a:lnTo>
                      <a:lnTo>
                        <a:pt x="32913" y="7303"/>
                      </a:lnTo>
                      <a:lnTo>
                        <a:pt x="32997" y="7324"/>
                      </a:lnTo>
                      <a:lnTo>
                        <a:pt x="32913" y="7345"/>
                      </a:lnTo>
                      <a:lnTo>
                        <a:pt x="32767" y="7345"/>
                      </a:lnTo>
                      <a:lnTo>
                        <a:pt x="32746" y="7429"/>
                      </a:lnTo>
                      <a:lnTo>
                        <a:pt x="32767" y="7491"/>
                      </a:lnTo>
                      <a:lnTo>
                        <a:pt x="32704" y="7596"/>
                      </a:lnTo>
                      <a:lnTo>
                        <a:pt x="32599" y="7701"/>
                      </a:lnTo>
                      <a:lnTo>
                        <a:pt x="32495" y="7701"/>
                      </a:lnTo>
                      <a:lnTo>
                        <a:pt x="32474" y="7763"/>
                      </a:lnTo>
                      <a:lnTo>
                        <a:pt x="32495" y="7659"/>
                      </a:lnTo>
                      <a:lnTo>
                        <a:pt x="32599" y="7596"/>
                      </a:lnTo>
                      <a:lnTo>
                        <a:pt x="32683" y="7282"/>
                      </a:lnTo>
                      <a:lnTo>
                        <a:pt x="32599" y="7219"/>
                      </a:lnTo>
                      <a:lnTo>
                        <a:pt x="32599" y="7115"/>
                      </a:lnTo>
                      <a:lnTo>
                        <a:pt x="32662" y="7073"/>
                      </a:lnTo>
                      <a:lnTo>
                        <a:pt x="32662" y="6926"/>
                      </a:lnTo>
                      <a:lnTo>
                        <a:pt x="32599" y="6780"/>
                      </a:lnTo>
                      <a:lnTo>
                        <a:pt x="32662" y="6612"/>
                      </a:lnTo>
                      <a:lnTo>
                        <a:pt x="32767" y="6550"/>
                      </a:lnTo>
                      <a:lnTo>
                        <a:pt x="32808" y="6445"/>
                      </a:lnTo>
                      <a:lnTo>
                        <a:pt x="32767" y="6194"/>
                      </a:lnTo>
                      <a:lnTo>
                        <a:pt x="32746" y="6152"/>
                      </a:lnTo>
                      <a:lnTo>
                        <a:pt x="32788" y="6068"/>
                      </a:lnTo>
                      <a:lnTo>
                        <a:pt x="32871" y="6068"/>
                      </a:lnTo>
                      <a:lnTo>
                        <a:pt x="32913" y="6089"/>
                      </a:lnTo>
                      <a:lnTo>
                        <a:pt x="33080" y="6048"/>
                      </a:lnTo>
                      <a:lnTo>
                        <a:pt x="33185" y="5776"/>
                      </a:lnTo>
                      <a:lnTo>
                        <a:pt x="33164" y="5671"/>
                      </a:lnTo>
                      <a:lnTo>
                        <a:pt x="33101" y="5545"/>
                      </a:lnTo>
                      <a:lnTo>
                        <a:pt x="33185" y="5252"/>
                      </a:lnTo>
                      <a:lnTo>
                        <a:pt x="33269" y="5127"/>
                      </a:lnTo>
                      <a:lnTo>
                        <a:pt x="33373" y="4939"/>
                      </a:lnTo>
                      <a:lnTo>
                        <a:pt x="33311" y="4792"/>
                      </a:lnTo>
                      <a:lnTo>
                        <a:pt x="33290" y="4792"/>
                      </a:lnTo>
                      <a:lnTo>
                        <a:pt x="33206" y="4876"/>
                      </a:lnTo>
                      <a:lnTo>
                        <a:pt x="33122" y="4876"/>
                      </a:lnTo>
                      <a:lnTo>
                        <a:pt x="32997" y="4813"/>
                      </a:lnTo>
                      <a:lnTo>
                        <a:pt x="33122" y="4813"/>
                      </a:lnTo>
                      <a:lnTo>
                        <a:pt x="33269" y="4708"/>
                      </a:lnTo>
                      <a:lnTo>
                        <a:pt x="33373" y="4667"/>
                      </a:lnTo>
                      <a:lnTo>
                        <a:pt x="33415" y="4562"/>
                      </a:lnTo>
                      <a:lnTo>
                        <a:pt x="33394" y="4499"/>
                      </a:lnTo>
                      <a:lnTo>
                        <a:pt x="33436" y="4415"/>
                      </a:lnTo>
                      <a:lnTo>
                        <a:pt x="33520" y="4248"/>
                      </a:lnTo>
                      <a:lnTo>
                        <a:pt x="33499" y="4185"/>
                      </a:lnTo>
                      <a:lnTo>
                        <a:pt x="33541" y="4081"/>
                      </a:lnTo>
                      <a:lnTo>
                        <a:pt x="33708" y="3997"/>
                      </a:lnTo>
                      <a:lnTo>
                        <a:pt x="33708" y="3892"/>
                      </a:lnTo>
                      <a:lnTo>
                        <a:pt x="33624" y="3830"/>
                      </a:lnTo>
                      <a:lnTo>
                        <a:pt x="33624" y="3767"/>
                      </a:lnTo>
                      <a:lnTo>
                        <a:pt x="33708" y="3641"/>
                      </a:lnTo>
                      <a:lnTo>
                        <a:pt x="33687" y="3537"/>
                      </a:lnTo>
                      <a:lnTo>
                        <a:pt x="33729" y="3432"/>
                      </a:lnTo>
                      <a:lnTo>
                        <a:pt x="33792" y="3411"/>
                      </a:lnTo>
                      <a:lnTo>
                        <a:pt x="33855" y="3223"/>
                      </a:lnTo>
                      <a:lnTo>
                        <a:pt x="33855" y="3014"/>
                      </a:lnTo>
                      <a:lnTo>
                        <a:pt x="33813" y="2804"/>
                      </a:lnTo>
                      <a:lnTo>
                        <a:pt x="33708" y="2616"/>
                      </a:lnTo>
                      <a:lnTo>
                        <a:pt x="33729" y="2574"/>
                      </a:lnTo>
                      <a:lnTo>
                        <a:pt x="33708" y="2491"/>
                      </a:lnTo>
                      <a:lnTo>
                        <a:pt x="33645" y="2470"/>
                      </a:lnTo>
                      <a:lnTo>
                        <a:pt x="33604" y="2491"/>
                      </a:lnTo>
                      <a:lnTo>
                        <a:pt x="33520" y="2428"/>
                      </a:lnTo>
                      <a:lnTo>
                        <a:pt x="33478" y="2365"/>
                      </a:lnTo>
                      <a:lnTo>
                        <a:pt x="33436" y="2365"/>
                      </a:lnTo>
                      <a:lnTo>
                        <a:pt x="33394" y="2491"/>
                      </a:lnTo>
                      <a:lnTo>
                        <a:pt x="33332" y="2532"/>
                      </a:lnTo>
                      <a:lnTo>
                        <a:pt x="33290" y="2491"/>
                      </a:lnTo>
                      <a:lnTo>
                        <a:pt x="33206" y="2365"/>
                      </a:lnTo>
                      <a:lnTo>
                        <a:pt x="33227" y="2323"/>
                      </a:lnTo>
                      <a:lnTo>
                        <a:pt x="33185" y="2302"/>
                      </a:lnTo>
                      <a:lnTo>
                        <a:pt x="33018" y="2281"/>
                      </a:lnTo>
                      <a:lnTo>
                        <a:pt x="32955" y="2177"/>
                      </a:lnTo>
                      <a:lnTo>
                        <a:pt x="32976" y="2156"/>
                      </a:lnTo>
                      <a:lnTo>
                        <a:pt x="33122" y="2156"/>
                      </a:lnTo>
                      <a:lnTo>
                        <a:pt x="33332" y="2219"/>
                      </a:lnTo>
                      <a:lnTo>
                        <a:pt x="33415" y="2302"/>
                      </a:lnTo>
                      <a:lnTo>
                        <a:pt x="33478" y="2260"/>
                      </a:lnTo>
                      <a:lnTo>
                        <a:pt x="33520" y="2260"/>
                      </a:lnTo>
                      <a:lnTo>
                        <a:pt x="33583" y="2323"/>
                      </a:lnTo>
                      <a:lnTo>
                        <a:pt x="33604" y="2386"/>
                      </a:lnTo>
                      <a:lnTo>
                        <a:pt x="33645" y="2386"/>
                      </a:lnTo>
                      <a:lnTo>
                        <a:pt x="33645" y="2302"/>
                      </a:lnTo>
                      <a:lnTo>
                        <a:pt x="33541" y="2177"/>
                      </a:lnTo>
                      <a:lnTo>
                        <a:pt x="33541" y="2072"/>
                      </a:lnTo>
                      <a:lnTo>
                        <a:pt x="33478" y="1967"/>
                      </a:lnTo>
                      <a:lnTo>
                        <a:pt x="33394" y="1905"/>
                      </a:lnTo>
                      <a:lnTo>
                        <a:pt x="33332" y="1905"/>
                      </a:lnTo>
                      <a:lnTo>
                        <a:pt x="33290" y="1967"/>
                      </a:lnTo>
                      <a:lnTo>
                        <a:pt x="33206" y="1947"/>
                      </a:lnTo>
                      <a:lnTo>
                        <a:pt x="33185" y="1800"/>
                      </a:lnTo>
                      <a:lnTo>
                        <a:pt x="33018" y="1654"/>
                      </a:lnTo>
                      <a:lnTo>
                        <a:pt x="33018" y="1549"/>
                      </a:lnTo>
                      <a:lnTo>
                        <a:pt x="32955" y="1465"/>
                      </a:lnTo>
                      <a:lnTo>
                        <a:pt x="32892" y="1382"/>
                      </a:lnTo>
                      <a:lnTo>
                        <a:pt x="32808" y="1382"/>
                      </a:lnTo>
                      <a:lnTo>
                        <a:pt x="32704" y="1444"/>
                      </a:lnTo>
                      <a:lnTo>
                        <a:pt x="32704" y="1549"/>
                      </a:lnTo>
                      <a:lnTo>
                        <a:pt x="32808" y="1549"/>
                      </a:lnTo>
                      <a:lnTo>
                        <a:pt x="32892" y="1591"/>
                      </a:lnTo>
                      <a:lnTo>
                        <a:pt x="32871" y="1654"/>
                      </a:lnTo>
                      <a:lnTo>
                        <a:pt x="32788" y="1695"/>
                      </a:lnTo>
                      <a:lnTo>
                        <a:pt x="32788" y="1779"/>
                      </a:lnTo>
                      <a:lnTo>
                        <a:pt x="32746" y="1800"/>
                      </a:lnTo>
                      <a:lnTo>
                        <a:pt x="32536" y="1570"/>
                      </a:lnTo>
                      <a:lnTo>
                        <a:pt x="32536" y="1486"/>
                      </a:lnTo>
                      <a:lnTo>
                        <a:pt x="32474" y="1361"/>
                      </a:lnTo>
                      <a:lnTo>
                        <a:pt x="32369" y="1340"/>
                      </a:lnTo>
                      <a:lnTo>
                        <a:pt x="31930" y="1068"/>
                      </a:lnTo>
                      <a:lnTo>
                        <a:pt x="31825" y="1026"/>
                      </a:lnTo>
                      <a:lnTo>
                        <a:pt x="31804" y="1005"/>
                      </a:lnTo>
                      <a:lnTo>
                        <a:pt x="31532" y="1026"/>
                      </a:lnTo>
                      <a:lnTo>
                        <a:pt x="31511" y="921"/>
                      </a:lnTo>
                      <a:lnTo>
                        <a:pt x="31553" y="858"/>
                      </a:lnTo>
                      <a:lnTo>
                        <a:pt x="31532" y="796"/>
                      </a:lnTo>
                      <a:lnTo>
                        <a:pt x="31407" y="817"/>
                      </a:lnTo>
                      <a:lnTo>
                        <a:pt x="31344" y="754"/>
                      </a:lnTo>
                      <a:lnTo>
                        <a:pt x="31218" y="796"/>
                      </a:lnTo>
                      <a:lnTo>
                        <a:pt x="31135" y="858"/>
                      </a:lnTo>
                      <a:lnTo>
                        <a:pt x="31093" y="838"/>
                      </a:lnTo>
                      <a:lnTo>
                        <a:pt x="30988" y="942"/>
                      </a:lnTo>
                      <a:lnTo>
                        <a:pt x="30925" y="1047"/>
                      </a:lnTo>
                      <a:lnTo>
                        <a:pt x="30779" y="1047"/>
                      </a:lnTo>
                      <a:lnTo>
                        <a:pt x="30695" y="1026"/>
                      </a:lnTo>
                      <a:lnTo>
                        <a:pt x="30570" y="1172"/>
                      </a:lnTo>
                      <a:lnTo>
                        <a:pt x="30381" y="1235"/>
                      </a:lnTo>
                      <a:lnTo>
                        <a:pt x="30298" y="1256"/>
                      </a:lnTo>
                      <a:lnTo>
                        <a:pt x="30256" y="1214"/>
                      </a:lnTo>
                      <a:lnTo>
                        <a:pt x="30172" y="1214"/>
                      </a:lnTo>
                      <a:lnTo>
                        <a:pt x="30130" y="1256"/>
                      </a:lnTo>
                      <a:lnTo>
                        <a:pt x="30130" y="1361"/>
                      </a:lnTo>
                      <a:lnTo>
                        <a:pt x="30193" y="1382"/>
                      </a:lnTo>
                      <a:lnTo>
                        <a:pt x="30256" y="1382"/>
                      </a:lnTo>
                      <a:lnTo>
                        <a:pt x="30298" y="1549"/>
                      </a:lnTo>
                      <a:lnTo>
                        <a:pt x="30339" y="1758"/>
                      </a:lnTo>
                      <a:lnTo>
                        <a:pt x="30256" y="1905"/>
                      </a:lnTo>
                      <a:lnTo>
                        <a:pt x="30067" y="1905"/>
                      </a:lnTo>
                      <a:lnTo>
                        <a:pt x="29942" y="2051"/>
                      </a:lnTo>
                      <a:lnTo>
                        <a:pt x="29733" y="2093"/>
                      </a:lnTo>
                      <a:lnTo>
                        <a:pt x="29649" y="2072"/>
                      </a:lnTo>
                      <a:lnTo>
                        <a:pt x="29754" y="1988"/>
                      </a:lnTo>
                      <a:lnTo>
                        <a:pt x="29837" y="1967"/>
                      </a:lnTo>
                      <a:lnTo>
                        <a:pt x="29858" y="1842"/>
                      </a:lnTo>
                      <a:lnTo>
                        <a:pt x="29733" y="1591"/>
                      </a:lnTo>
                      <a:lnTo>
                        <a:pt x="29816" y="1444"/>
                      </a:lnTo>
                      <a:lnTo>
                        <a:pt x="29816" y="1340"/>
                      </a:lnTo>
                      <a:lnTo>
                        <a:pt x="29858" y="1256"/>
                      </a:lnTo>
                      <a:lnTo>
                        <a:pt x="29775" y="1068"/>
                      </a:lnTo>
                      <a:lnTo>
                        <a:pt x="29775" y="963"/>
                      </a:lnTo>
                      <a:lnTo>
                        <a:pt x="29628" y="817"/>
                      </a:lnTo>
                      <a:lnTo>
                        <a:pt x="29523" y="858"/>
                      </a:lnTo>
                      <a:lnTo>
                        <a:pt x="29440" y="817"/>
                      </a:lnTo>
                      <a:lnTo>
                        <a:pt x="29398" y="817"/>
                      </a:lnTo>
                      <a:lnTo>
                        <a:pt x="29356" y="942"/>
                      </a:lnTo>
                      <a:lnTo>
                        <a:pt x="29210" y="963"/>
                      </a:lnTo>
                      <a:lnTo>
                        <a:pt x="29147" y="921"/>
                      </a:lnTo>
                      <a:lnTo>
                        <a:pt x="29042" y="963"/>
                      </a:lnTo>
                      <a:lnTo>
                        <a:pt x="28938" y="1130"/>
                      </a:lnTo>
                      <a:lnTo>
                        <a:pt x="28707" y="1130"/>
                      </a:lnTo>
                      <a:lnTo>
                        <a:pt x="28707" y="1047"/>
                      </a:lnTo>
                      <a:lnTo>
                        <a:pt x="28791" y="921"/>
                      </a:lnTo>
                      <a:lnTo>
                        <a:pt x="28791" y="838"/>
                      </a:lnTo>
                      <a:lnTo>
                        <a:pt x="28707" y="817"/>
                      </a:lnTo>
                      <a:lnTo>
                        <a:pt x="28519" y="1110"/>
                      </a:lnTo>
                      <a:lnTo>
                        <a:pt x="28268" y="1214"/>
                      </a:lnTo>
                      <a:lnTo>
                        <a:pt x="28163" y="1172"/>
                      </a:lnTo>
                      <a:lnTo>
                        <a:pt x="28268" y="1026"/>
                      </a:lnTo>
                      <a:lnTo>
                        <a:pt x="28394" y="1005"/>
                      </a:lnTo>
                      <a:lnTo>
                        <a:pt x="28519" y="817"/>
                      </a:lnTo>
                      <a:lnTo>
                        <a:pt x="28498" y="691"/>
                      </a:lnTo>
                      <a:lnTo>
                        <a:pt x="28561" y="586"/>
                      </a:lnTo>
                      <a:lnTo>
                        <a:pt x="28561" y="524"/>
                      </a:lnTo>
                      <a:lnTo>
                        <a:pt x="28645" y="440"/>
                      </a:lnTo>
                      <a:lnTo>
                        <a:pt x="28645" y="398"/>
                      </a:lnTo>
                      <a:lnTo>
                        <a:pt x="28477" y="335"/>
                      </a:lnTo>
                      <a:lnTo>
                        <a:pt x="28414" y="294"/>
                      </a:lnTo>
                      <a:lnTo>
                        <a:pt x="28414" y="126"/>
                      </a:lnTo>
                      <a:lnTo>
                        <a:pt x="28373" y="105"/>
                      </a:lnTo>
                      <a:lnTo>
                        <a:pt x="28205" y="231"/>
                      </a:lnTo>
                      <a:lnTo>
                        <a:pt x="28059" y="210"/>
                      </a:lnTo>
                      <a:lnTo>
                        <a:pt x="27996" y="63"/>
                      </a:lnTo>
                      <a:lnTo>
                        <a:pt x="27891" y="63"/>
                      </a:lnTo>
                      <a:lnTo>
                        <a:pt x="27787" y="168"/>
                      </a:lnTo>
                      <a:lnTo>
                        <a:pt x="2766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A6CBC2"/>
                    </a:solidFill>
                  </a:endParaRPr>
                </a:p>
              </p:txBody>
            </p:sp>
            <p:sp>
              <p:nvSpPr>
                <p:cNvPr id="480" name="Google Shape;480;p38"/>
                <p:cNvSpPr/>
                <p:nvPr/>
              </p:nvSpPr>
              <p:spPr>
                <a:xfrm>
                  <a:off x="5538025" y="2213300"/>
                  <a:ext cx="94175" cy="208750"/>
                </a:xfrm>
                <a:custGeom>
                  <a:rect b="b" l="l" r="r" t="t"/>
                  <a:pathLst>
                    <a:path extrusionOk="0" h="8350" w="3767">
                      <a:moveTo>
                        <a:pt x="251" y="1"/>
                      </a:moveTo>
                      <a:lnTo>
                        <a:pt x="209" y="63"/>
                      </a:lnTo>
                      <a:lnTo>
                        <a:pt x="251" y="105"/>
                      </a:lnTo>
                      <a:lnTo>
                        <a:pt x="251" y="189"/>
                      </a:lnTo>
                      <a:lnTo>
                        <a:pt x="188" y="210"/>
                      </a:lnTo>
                      <a:lnTo>
                        <a:pt x="105" y="168"/>
                      </a:lnTo>
                      <a:lnTo>
                        <a:pt x="0" y="168"/>
                      </a:lnTo>
                      <a:lnTo>
                        <a:pt x="168" y="314"/>
                      </a:lnTo>
                      <a:lnTo>
                        <a:pt x="356" y="461"/>
                      </a:lnTo>
                      <a:lnTo>
                        <a:pt x="419" y="524"/>
                      </a:lnTo>
                      <a:lnTo>
                        <a:pt x="398" y="670"/>
                      </a:lnTo>
                      <a:lnTo>
                        <a:pt x="460" y="607"/>
                      </a:lnTo>
                      <a:lnTo>
                        <a:pt x="502" y="607"/>
                      </a:lnTo>
                      <a:lnTo>
                        <a:pt x="565" y="691"/>
                      </a:lnTo>
                      <a:lnTo>
                        <a:pt x="502" y="733"/>
                      </a:lnTo>
                      <a:lnTo>
                        <a:pt x="419" y="775"/>
                      </a:lnTo>
                      <a:lnTo>
                        <a:pt x="460" y="838"/>
                      </a:lnTo>
                      <a:lnTo>
                        <a:pt x="523" y="838"/>
                      </a:lnTo>
                      <a:lnTo>
                        <a:pt x="565" y="984"/>
                      </a:lnTo>
                      <a:lnTo>
                        <a:pt x="481" y="1026"/>
                      </a:lnTo>
                      <a:lnTo>
                        <a:pt x="377" y="1005"/>
                      </a:lnTo>
                      <a:lnTo>
                        <a:pt x="314" y="900"/>
                      </a:lnTo>
                      <a:lnTo>
                        <a:pt x="251" y="984"/>
                      </a:lnTo>
                      <a:lnTo>
                        <a:pt x="168" y="1130"/>
                      </a:lnTo>
                      <a:lnTo>
                        <a:pt x="272" y="1235"/>
                      </a:lnTo>
                      <a:lnTo>
                        <a:pt x="314" y="1382"/>
                      </a:lnTo>
                      <a:lnTo>
                        <a:pt x="419" y="1528"/>
                      </a:lnTo>
                      <a:lnTo>
                        <a:pt x="523" y="1716"/>
                      </a:lnTo>
                      <a:lnTo>
                        <a:pt x="523" y="1946"/>
                      </a:lnTo>
                      <a:lnTo>
                        <a:pt x="586" y="1988"/>
                      </a:lnTo>
                      <a:lnTo>
                        <a:pt x="607" y="2177"/>
                      </a:lnTo>
                      <a:lnTo>
                        <a:pt x="691" y="2470"/>
                      </a:lnTo>
                      <a:lnTo>
                        <a:pt x="774" y="2658"/>
                      </a:lnTo>
                      <a:lnTo>
                        <a:pt x="900" y="2700"/>
                      </a:lnTo>
                      <a:lnTo>
                        <a:pt x="900" y="2762"/>
                      </a:lnTo>
                      <a:lnTo>
                        <a:pt x="837" y="2804"/>
                      </a:lnTo>
                      <a:lnTo>
                        <a:pt x="1130" y="3097"/>
                      </a:lnTo>
                      <a:lnTo>
                        <a:pt x="1235" y="3118"/>
                      </a:lnTo>
                      <a:lnTo>
                        <a:pt x="1360" y="3307"/>
                      </a:lnTo>
                      <a:lnTo>
                        <a:pt x="1402" y="3516"/>
                      </a:lnTo>
                      <a:lnTo>
                        <a:pt x="1402" y="3641"/>
                      </a:lnTo>
                      <a:lnTo>
                        <a:pt x="1465" y="3809"/>
                      </a:lnTo>
                      <a:lnTo>
                        <a:pt x="1465" y="3934"/>
                      </a:lnTo>
                      <a:lnTo>
                        <a:pt x="1569" y="3976"/>
                      </a:lnTo>
                      <a:lnTo>
                        <a:pt x="1674" y="4123"/>
                      </a:lnTo>
                      <a:lnTo>
                        <a:pt x="1653" y="4143"/>
                      </a:lnTo>
                      <a:lnTo>
                        <a:pt x="1653" y="4227"/>
                      </a:lnTo>
                      <a:lnTo>
                        <a:pt x="1779" y="4436"/>
                      </a:lnTo>
                      <a:lnTo>
                        <a:pt x="1821" y="4562"/>
                      </a:lnTo>
                      <a:lnTo>
                        <a:pt x="1883" y="4708"/>
                      </a:lnTo>
                      <a:lnTo>
                        <a:pt x="1883" y="4918"/>
                      </a:lnTo>
                      <a:lnTo>
                        <a:pt x="1946" y="5001"/>
                      </a:lnTo>
                      <a:lnTo>
                        <a:pt x="1925" y="5106"/>
                      </a:lnTo>
                      <a:lnTo>
                        <a:pt x="1946" y="5315"/>
                      </a:lnTo>
                      <a:lnTo>
                        <a:pt x="2051" y="5524"/>
                      </a:lnTo>
                      <a:lnTo>
                        <a:pt x="2030" y="5608"/>
                      </a:lnTo>
                      <a:lnTo>
                        <a:pt x="2030" y="5755"/>
                      </a:lnTo>
                      <a:lnTo>
                        <a:pt x="2155" y="5859"/>
                      </a:lnTo>
                      <a:lnTo>
                        <a:pt x="2365" y="6131"/>
                      </a:lnTo>
                      <a:lnTo>
                        <a:pt x="2365" y="6257"/>
                      </a:lnTo>
                      <a:lnTo>
                        <a:pt x="2448" y="6424"/>
                      </a:lnTo>
                      <a:lnTo>
                        <a:pt x="2406" y="6654"/>
                      </a:lnTo>
                      <a:lnTo>
                        <a:pt x="2448" y="6843"/>
                      </a:lnTo>
                      <a:lnTo>
                        <a:pt x="2553" y="7010"/>
                      </a:lnTo>
                      <a:lnTo>
                        <a:pt x="2574" y="7156"/>
                      </a:lnTo>
                      <a:lnTo>
                        <a:pt x="2720" y="7324"/>
                      </a:lnTo>
                      <a:lnTo>
                        <a:pt x="2762" y="7408"/>
                      </a:lnTo>
                      <a:lnTo>
                        <a:pt x="2699" y="7596"/>
                      </a:lnTo>
                      <a:lnTo>
                        <a:pt x="2699" y="7847"/>
                      </a:lnTo>
                      <a:lnTo>
                        <a:pt x="2762" y="7993"/>
                      </a:lnTo>
                      <a:lnTo>
                        <a:pt x="2867" y="8098"/>
                      </a:lnTo>
                      <a:lnTo>
                        <a:pt x="2929" y="8244"/>
                      </a:lnTo>
                      <a:lnTo>
                        <a:pt x="3097" y="8349"/>
                      </a:lnTo>
                      <a:lnTo>
                        <a:pt x="3097" y="8349"/>
                      </a:lnTo>
                      <a:lnTo>
                        <a:pt x="3076" y="8224"/>
                      </a:lnTo>
                      <a:lnTo>
                        <a:pt x="3097" y="8098"/>
                      </a:lnTo>
                      <a:lnTo>
                        <a:pt x="3034" y="7993"/>
                      </a:lnTo>
                      <a:lnTo>
                        <a:pt x="3013" y="7847"/>
                      </a:lnTo>
                      <a:lnTo>
                        <a:pt x="3034" y="7680"/>
                      </a:lnTo>
                      <a:lnTo>
                        <a:pt x="3139" y="7575"/>
                      </a:lnTo>
                      <a:lnTo>
                        <a:pt x="3201" y="7596"/>
                      </a:lnTo>
                      <a:lnTo>
                        <a:pt x="3201" y="7680"/>
                      </a:lnTo>
                      <a:lnTo>
                        <a:pt x="3243" y="7721"/>
                      </a:lnTo>
                      <a:lnTo>
                        <a:pt x="3494" y="7700"/>
                      </a:lnTo>
                      <a:lnTo>
                        <a:pt x="3515" y="7638"/>
                      </a:lnTo>
                      <a:lnTo>
                        <a:pt x="3557" y="7638"/>
                      </a:lnTo>
                      <a:lnTo>
                        <a:pt x="3599" y="7700"/>
                      </a:lnTo>
                      <a:lnTo>
                        <a:pt x="3557" y="7721"/>
                      </a:lnTo>
                      <a:lnTo>
                        <a:pt x="3557" y="7826"/>
                      </a:lnTo>
                      <a:lnTo>
                        <a:pt x="3704" y="7952"/>
                      </a:lnTo>
                      <a:lnTo>
                        <a:pt x="3725" y="8056"/>
                      </a:lnTo>
                      <a:lnTo>
                        <a:pt x="3766" y="8119"/>
                      </a:lnTo>
                      <a:lnTo>
                        <a:pt x="3766" y="8035"/>
                      </a:lnTo>
                      <a:lnTo>
                        <a:pt x="3745" y="7993"/>
                      </a:lnTo>
                      <a:lnTo>
                        <a:pt x="3766" y="7847"/>
                      </a:lnTo>
                      <a:lnTo>
                        <a:pt x="3766" y="7721"/>
                      </a:lnTo>
                      <a:lnTo>
                        <a:pt x="3662" y="7638"/>
                      </a:lnTo>
                      <a:lnTo>
                        <a:pt x="3641" y="7491"/>
                      </a:lnTo>
                      <a:lnTo>
                        <a:pt x="3599" y="7387"/>
                      </a:lnTo>
                      <a:lnTo>
                        <a:pt x="3515" y="7428"/>
                      </a:lnTo>
                      <a:lnTo>
                        <a:pt x="3432" y="7428"/>
                      </a:lnTo>
                      <a:lnTo>
                        <a:pt x="3285" y="7324"/>
                      </a:lnTo>
                      <a:lnTo>
                        <a:pt x="3243" y="7156"/>
                      </a:lnTo>
                      <a:lnTo>
                        <a:pt x="3181" y="7010"/>
                      </a:lnTo>
                      <a:lnTo>
                        <a:pt x="3034" y="6905"/>
                      </a:lnTo>
                      <a:lnTo>
                        <a:pt x="2929" y="6884"/>
                      </a:lnTo>
                      <a:lnTo>
                        <a:pt x="2867" y="6780"/>
                      </a:lnTo>
                      <a:lnTo>
                        <a:pt x="2804" y="6571"/>
                      </a:lnTo>
                      <a:lnTo>
                        <a:pt x="2720" y="6424"/>
                      </a:lnTo>
                      <a:lnTo>
                        <a:pt x="2678" y="6278"/>
                      </a:lnTo>
                      <a:lnTo>
                        <a:pt x="2678" y="6089"/>
                      </a:lnTo>
                      <a:lnTo>
                        <a:pt x="2657" y="5859"/>
                      </a:lnTo>
                      <a:lnTo>
                        <a:pt x="2595" y="5755"/>
                      </a:lnTo>
                      <a:lnTo>
                        <a:pt x="2616" y="5545"/>
                      </a:lnTo>
                      <a:lnTo>
                        <a:pt x="2595" y="5441"/>
                      </a:lnTo>
                      <a:lnTo>
                        <a:pt x="2511" y="5294"/>
                      </a:lnTo>
                      <a:lnTo>
                        <a:pt x="2574" y="5211"/>
                      </a:lnTo>
                      <a:lnTo>
                        <a:pt x="2595" y="5127"/>
                      </a:lnTo>
                      <a:lnTo>
                        <a:pt x="2595" y="5085"/>
                      </a:lnTo>
                      <a:lnTo>
                        <a:pt x="2657" y="5043"/>
                      </a:lnTo>
                      <a:lnTo>
                        <a:pt x="2720" y="5085"/>
                      </a:lnTo>
                      <a:lnTo>
                        <a:pt x="2867" y="5043"/>
                      </a:lnTo>
                      <a:lnTo>
                        <a:pt x="2992" y="5043"/>
                      </a:lnTo>
                      <a:lnTo>
                        <a:pt x="3118" y="5127"/>
                      </a:lnTo>
                      <a:lnTo>
                        <a:pt x="3201" y="5315"/>
                      </a:lnTo>
                      <a:lnTo>
                        <a:pt x="3306" y="5336"/>
                      </a:lnTo>
                      <a:lnTo>
                        <a:pt x="3411" y="5420"/>
                      </a:lnTo>
                      <a:lnTo>
                        <a:pt x="3515" y="5566"/>
                      </a:lnTo>
                      <a:lnTo>
                        <a:pt x="3599" y="5608"/>
                      </a:lnTo>
                      <a:lnTo>
                        <a:pt x="3536" y="5483"/>
                      </a:lnTo>
                      <a:lnTo>
                        <a:pt x="3411" y="5315"/>
                      </a:lnTo>
                      <a:lnTo>
                        <a:pt x="3243" y="5211"/>
                      </a:lnTo>
                      <a:lnTo>
                        <a:pt x="3139" y="5022"/>
                      </a:lnTo>
                      <a:lnTo>
                        <a:pt x="3034" y="4897"/>
                      </a:lnTo>
                      <a:lnTo>
                        <a:pt x="3034" y="4813"/>
                      </a:lnTo>
                      <a:lnTo>
                        <a:pt x="2992" y="4771"/>
                      </a:lnTo>
                      <a:lnTo>
                        <a:pt x="2888" y="4562"/>
                      </a:lnTo>
                      <a:lnTo>
                        <a:pt x="2825" y="4436"/>
                      </a:lnTo>
                      <a:lnTo>
                        <a:pt x="2762" y="4395"/>
                      </a:lnTo>
                      <a:lnTo>
                        <a:pt x="2720" y="4269"/>
                      </a:lnTo>
                      <a:lnTo>
                        <a:pt x="2574" y="4060"/>
                      </a:lnTo>
                      <a:lnTo>
                        <a:pt x="2406" y="3809"/>
                      </a:lnTo>
                      <a:lnTo>
                        <a:pt x="2365" y="3641"/>
                      </a:lnTo>
                      <a:lnTo>
                        <a:pt x="2155" y="3390"/>
                      </a:lnTo>
                      <a:lnTo>
                        <a:pt x="2072" y="3181"/>
                      </a:lnTo>
                      <a:lnTo>
                        <a:pt x="1967" y="3118"/>
                      </a:lnTo>
                      <a:lnTo>
                        <a:pt x="1967" y="3014"/>
                      </a:lnTo>
                      <a:lnTo>
                        <a:pt x="1925" y="2888"/>
                      </a:lnTo>
                      <a:lnTo>
                        <a:pt x="1841" y="2867"/>
                      </a:lnTo>
                      <a:lnTo>
                        <a:pt x="1841" y="2909"/>
                      </a:lnTo>
                      <a:lnTo>
                        <a:pt x="1758" y="2909"/>
                      </a:lnTo>
                      <a:lnTo>
                        <a:pt x="1737" y="2867"/>
                      </a:lnTo>
                      <a:lnTo>
                        <a:pt x="1758" y="2762"/>
                      </a:lnTo>
                      <a:lnTo>
                        <a:pt x="1737" y="2679"/>
                      </a:lnTo>
                      <a:lnTo>
                        <a:pt x="1632" y="2616"/>
                      </a:lnTo>
                      <a:lnTo>
                        <a:pt x="1528" y="2490"/>
                      </a:lnTo>
                      <a:lnTo>
                        <a:pt x="1465" y="2344"/>
                      </a:lnTo>
                      <a:lnTo>
                        <a:pt x="1402" y="2260"/>
                      </a:lnTo>
                      <a:lnTo>
                        <a:pt x="1402" y="2135"/>
                      </a:lnTo>
                      <a:lnTo>
                        <a:pt x="1423" y="2030"/>
                      </a:lnTo>
                      <a:lnTo>
                        <a:pt x="1444" y="2051"/>
                      </a:lnTo>
                      <a:lnTo>
                        <a:pt x="1423" y="1884"/>
                      </a:lnTo>
                      <a:lnTo>
                        <a:pt x="1402" y="1716"/>
                      </a:lnTo>
                      <a:lnTo>
                        <a:pt x="1360" y="1570"/>
                      </a:lnTo>
                      <a:lnTo>
                        <a:pt x="1235" y="1528"/>
                      </a:lnTo>
                      <a:lnTo>
                        <a:pt x="1109" y="1382"/>
                      </a:lnTo>
                      <a:lnTo>
                        <a:pt x="1109" y="1319"/>
                      </a:lnTo>
                      <a:lnTo>
                        <a:pt x="1046" y="1256"/>
                      </a:lnTo>
                      <a:lnTo>
                        <a:pt x="1046" y="1193"/>
                      </a:lnTo>
                      <a:lnTo>
                        <a:pt x="1109" y="1193"/>
                      </a:lnTo>
                      <a:lnTo>
                        <a:pt x="1214" y="1298"/>
                      </a:lnTo>
                      <a:lnTo>
                        <a:pt x="1318" y="1444"/>
                      </a:lnTo>
                      <a:lnTo>
                        <a:pt x="1318" y="1444"/>
                      </a:lnTo>
                      <a:lnTo>
                        <a:pt x="1256" y="1298"/>
                      </a:lnTo>
                      <a:lnTo>
                        <a:pt x="1130" y="1110"/>
                      </a:lnTo>
                      <a:lnTo>
                        <a:pt x="1005" y="942"/>
                      </a:lnTo>
                      <a:lnTo>
                        <a:pt x="942" y="942"/>
                      </a:lnTo>
                      <a:lnTo>
                        <a:pt x="921" y="858"/>
                      </a:lnTo>
                      <a:lnTo>
                        <a:pt x="691" y="670"/>
                      </a:lnTo>
                      <a:lnTo>
                        <a:pt x="607" y="566"/>
                      </a:lnTo>
                      <a:lnTo>
                        <a:pt x="607" y="335"/>
                      </a:lnTo>
                      <a:lnTo>
                        <a:pt x="523" y="273"/>
                      </a:lnTo>
                      <a:lnTo>
                        <a:pt x="377" y="210"/>
                      </a:lnTo>
                      <a:lnTo>
                        <a:pt x="293" y="63"/>
                      </a:lnTo>
                      <a:lnTo>
                        <a:pt x="25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81" name="Google Shape;481;p38"/>
            <p:cNvGrpSpPr/>
            <p:nvPr/>
          </p:nvGrpSpPr>
          <p:grpSpPr>
            <a:xfrm>
              <a:off x="3875768" y="2846704"/>
              <a:ext cx="44796" cy="47366"/>
              <a:chOff x="3960625" y="2587825"/>
              <a:chExt cx="94050" cy="104125"/>
            </a:xfrm>
          </p:grpSpPr>
          <p:sp>
            <p:nvSpPr>
              <p:cNvPr id="482" name="Google Shape;482;p38"/>
              <p:cNvSpPr/>
              <p:nvPr/>
            </p:nvSpPr>
            <p:spPr>
              <a:xfrm>
                <a:off x="3960625" y="2587825"/>
                <a:ext cx="94050" cy="51200"/>
              </a:xfrm>
              <a:custGeom>
                <a:rect b="b" l="l" r="r" t="t"/>
                <a:pathLst>
                  <a:path extrusionOk="0" h="2048" w="3762">
                    <a:moveTo>
                      <a:pt x="190" y="2048"/>
                    </a:moveTo>
                    <a:lnTo>
                      <a:pt x="0" y="1762"/>
                    </a:lnTo>
                    <a:lnTo>
                      <a:pt x="309" y="1048"/>
                    </a:lnTo>
                    <a:lnTo>
                      <a:pt x="3762" y="0"/>
                    </a:lnTo>
                    <a:lnTo>
                      <a:pt x="3714" y="1072"/>
                    </a:lnTo>
                    <a:lnTo>
                      <a:pt x="2929" y="1143"/>
                    </a:lnTo>
                    <a:lnTo>
                      <a:pt x="2167" y="1000"/>
                    </a:lnTo>
                    <a:close/>
                  </a:path>
                </a:pathLst>
              </a:custGeom>
              <a:solidFill>
                <a:schemeClr val="dk2"/>
              </a:solidFill>
              <a:ln>
                <a:noFill/>
              </a:ln>
            </p:spPr>
          </p:sp>
          <p:sp>
            <p:nvSpPr>
              <p:cNvPr id="483" name="Google Shape;483;p38"/>
              <p:cNvSpPr/>
              <p:nvPr/>
            </p:nvSpPr>
            <p:spPr>
              <a:xfrm>
                <a:off x="3963000" y="2596725"/>
                <a:ext cx="86850" cy="95225"/>
              </a:xfrm>
              <a:custGeom>
                <a:rect b="b" l="l" r="r" t="t"/>
                <a:pathLst>
                  <a:path extrusionOk="0" h="3809" w="3474">
                    <a:moveTo>
                      <a:pt x="1549" y="2009"/>
                    </a:moveTo>
                    <a:lnTo>
                      <a:pt x="1632" y="2030"/>
                    </a:lnTo>
                    <a:lnTo>
                      <a:pt x="1695" y="2093"/>
                    </a:lnTo>
                    <a:lnTo>
                      <a:pt x="1674" y="2135"/>
                    </a:lnTo>
                    <a:lnTo>
                      <a:pt x="1674" y="2189"/>
                    </a:lnTo>
                    <a:lnTo>
                      <a:pt x="1674" y="2189"/>
                    </a:lnTo>
                    <a:cubicBezTo>
                      <a:pt x="1645" y="2167"/>
                      <a:pt x="1613" y="2146"/>
                      <a:pt x="1569" y="2135"/>
                    </a:cubicBezTo>
                    <a:cubicBezTo>
                      <a:pt x="1549" y="2114"/>
                      <a:pt x="1528" y="2114"/>
                      <a:pt x="1486" y="2114"/>
                    </a:cubicBezTo>
                    <a:lnTo>
                      <a:pt x="1549" y="2072"/>
                    </a:lnTo>
                    <a:lnTo>
                      <a:pt x="1549" y="2009"/>
                    </a:lnTo>
                    <a:close/>
                    <a:moveTo>
                      <a:pt x="3327" y="1"/>
                    </a:moveTo>
                    <a:lnTo>
                      <a:pt x="3201" y="105"/>
                    </a:lnTo>
                    <a:lnTo>
                      <a:pt x="3201" y="231"/>
                    </a:lnTo>
                    <a:lnTo>
                      <a:pt x="3243" y="335"/>
                    </a:lnTo>
                    <a:lnTo>
                      <a:pt x="3160" y="377"/>
                    </a:lnTo>
                    <a:lnTo>
                      <a:pt x="2929" y="356"/>
                    </a:lnTo>
                    <a:lnTo>
                      <a:pt x="2825" y="419"/>
                    </a:lnTo>
                    <a:lnTo>
                      <a:pt x="2720" y="356"/>
                    </a:lnTo>
                    <a:lnTo>
                      <a:pt x="2616" y="356"/>
                    </a:lnTo>
                    <a:lnTo>
                      <a:pt x="2532" y="419"/>
                    </a:lnTo>
                    <a:lnTo>
                      <a:pt x="2427" y="419"/>
                    </a:lnTo>
                    <a:lnTo>
                      <a:pt x="2406" y="314"/>
                    </a:lnTo>
                    <a:lnTo>
                      <a:pt x="2260" y="314"/>
                    </a:lnTo>
                    <a:lnTo>
                      <a:pt x="2113" y="273"/>
                    </a:lnTo>
                    <a:lnTo>
                      <a:pt x="2009" y="377"/>
                    </a:lnTo>
                    <a:lnTo>
                      <a:pt x="1862" y="419"/>
                    </a:lnTo>
                    <a:lnTo>
                      <a:pt x="1674" y="419"/>
                    </a:lnTo>
                    <a:lnTo>
                      <a:pt x="1632" y="377"/>
                    </a:lnTo>
                    <a:lnTo>
                      <a:pt x="1549" y="440"/>
                    </a:lnTo>
                    <a:lnTo>
                      <a:pt x="1444" y="440"/>
                    </a:lnTo>
                    <a:lnTo>
                      <a:pt x="1318" y="524"/>
                    </a:lnTo>
                    <a:lnTo>
                      <a:pt x="1025" y="524"/>
                    </a:lnTo>
                    <a:lnTo>
                      <a:pt x="900" y="586"/>
                    </a:lnTo>
                    <a:lnTo>
                      <a:pt x="900" y="649"/>
                    </a:lnTo>
                    <a:lnTo>
                      <a:pt x="732" y="691"/>
                    </a:lnTo>
                    <a:lnTo>
                      <a:pt x="502" y="838"/>
                    </a:lnTo>
                    <a:lnTo>
                      <a:pt x="481" y="984"/>
                    </a:lnTo>
                    <a:lnTo>
                      <a:pt x="398" y="1151"/>
                    </a:lnTo>
                    <a:lnTo>
                      <a:pt x="168" y="1214"/>
                    </a:lnTo>
                    <a:lnTo>
                      <a:pt x="168" y="1361"/>
                    </a:lnTo>
                    <a:lnTo>
                      <a:pt x="84" y="1507"/>
                    </a:lnTo>
                    <a:lnTo>
                      <a:pt x="0" y="1570"/>
                    </a:lnTo>
                    <a:lnTo>
                      <a:pt x="0" y="1716"/>
                    </a:lnTo>
                    <a:lnTo>
                      <a:pt x="209" y="1884"/>
                    </a:lnTo>
                    <a:lnTo>
                      <a:pt x="335" y="2072"/>
                    </a:lnTo>
                    <a:lnTo>
                      <a:pt x="398" y="2093"/>
                    </a:lnTo>
                    <a:lnTo>
                      <a:pt x="398" y="2135"/>
                    </a:lnTo>
                    <a:lnTo>
                      <a:pt x="544" y="2365"/>
                    </a:lnTo>
                    <a:lnTo>
                      <a:pt x="586" y="2532"/>
                    </a:lnTo>
                    <a:lnTo>
                      <a:pt x="649" y="2553"/>
                    </a:lnTo>
                    <a:lnTo>
                      <a:pt x="753" y="2449"/>
                    </a:lnTo>
                    <a:lnTo>
                      <a:pt x="837" y="2553"/>
                    </a:lnTo>
                    <a:lnTo>
                      <a:pt x="963" y="2595"/>
                    </a:lnTo>
                    <a:lnTo>
                      <a:pt x="1025" y="2511"/>
                    </a:lnTo>
                    <a:lnTo>
                      <a:pt x="1130" y="2511"/>
                    </a:lnTo>
                    <a:lnTo>
                      <a:pt x="1277" y="2595"/>
                    </a:lnTo>
                    <a:lnTo>
                      <a:pt x="1360" y="2532"/>
                    </a:lnTo>
                    <a:lnTo>
                      <a:pt x="1381" y="2616"/>
                    </a:lnTo>
                    <a:lnTo>
                      <a:pt x="1465" y="2616"/>
                    </a:lnTo>
                    <a:lnTo>
                      <a:pt x="1528" y="2658"/>
                    </a:lnTo>
                    <a:lnTo>
                      <a:pt x="1653" y="2700"/>
                    </a:lnTo>
                    <a:lnTo>
                      <a:pt x="1569" y="2742"/>
                    </a:lnTo>
                    <a:lnTo>
                      <a:pt x="1486" y="2825"/>
                    </a:lnTo>
                    <a:lnTo>
                      <a:pt x="1423" y="2762"/>
                    </a:lnTo>
                    <a:lnTo>
                      <a:pt x="1318" y="2742"/>
                    </a:lnTo>
                    <a:lnTo>
                      <a:pt x="1067" y="2595"/>
                    </a:lnTo>
                    <a:lnTo>
                      <a:pt x="963" y="2616"/>
                    </a:lnTo>
                    <a:lnTo>
                      <a:pt x="858" y="2658"/>
                    </a:lnTo>
                    <a:lnTo>
                      <a:pt x="753" y="2616"/>
                    </a:lnTo>
                    <a:lnTo>
                      <a:pt x="691" y="2721"/>
                    </a:lnTo>
                    <a:lnTo>
                      <a:pt x="628" y="2742"/>
                    </a:lnTo>
                    <a:lnTo>
                      <a:pt x="607" y="2846"/>
                    </a:lnTo>
                    <a:lnTo>
                      <a:pt x="732" y="2972"/>
                    </a:lnTo>
                    <a:lnTo>
                      <a:pt x="858" y="3035"/>
                    </a:lnTo>
                    <a:lnTo>
                      <a:pt x="1004" y="3139"/>
                    </a:lnTo>
                    <a:lnTo>
                      <a:pt x="1004" y="3223"/>
                    </a:lnTo>
                    <a:lnTo>
                      <a:pt x="942" y="3265"/>
                    </a:lnTo>
                    <a:lnTo>
                      <a:pt x="942" y="3369"/>
                    </a:lnTo>
                    <a:lnTo>
                      <a:pt x="1046" y="3495"/>
                    </a:lnTo>
                    <a:lnTo>
                      <a:pt x="1130" y="3579"/>
                    </a:lnTo>
                    <a:lnTo>
                      <a:pt x="1151" y="3495"/>
                    </a:lnTo>
                    <a:lnTo>
                      <a:pt x="1130" y="3453"/>
                    </a:lnTo>
                    <a:lnTo>
                      <a:pt x="1172" y="3348"/>
                    </a:lnTo>
                    <a:lnTo>
                      <a:pt x="1214" y="3474"/>
                    </a:lnTo>
                    <a:lnTo>
                      <a:pt x="1360" y="3537"/>
                    </a:lnTo>
                    <a:lnTo>
                      <a:pt x="1381" y="3599"/>
                    </a:lnTo>
                    <a:lnTo>
                      <a:pt x="1360" y="3704"/>
                    </a:lnTo>
                    <a:lnTo>
                      <a:pt x="1423" y="3788"/>
                    </a:lnTo>
                    <a:lnTo>
                      <a:pt x="1423" y="3746"/>
                    </a:lnTo>
                    <a:lnTo>
                      <a:pt x="1465" y="3599"/>
                    </a:lnTo>
                    <a:lnTo>
                      <a:pt x="1569" y="3599"/>
                    </a:lnTo>
                    <a:lnTo>
                      <a:pt x="1632" y="3704"/>
                    </a:lnTo>
                    <a:lnTo>
                      <a:pt x="1800" y="3809"/>
                    </a:lnTo>
                    <a:lnTo>
                      <a:pt x="1800" y="3809"/>
                    </a:lnTo>
                    <a:lnTo>
                      <a:pt x="1737" y="3704"/>
                    </a:lnTo>
                    <a:lnTo>
                      <a:pt x="1758" y="3641"/>
                    </a:lnTo>
                    <a:lnTo>
                      <a:pt x="1695" y="3537"/>
                    </a:lnTo>
                    <a:lnTo>
                      <a:pt x="1632" y="3348"/>
                    </a:lnTo>
                    <a:lnTo>
                      <a:pt x="1549" y="3244"/>
                    </a:lnTo>
                    <a:lnTo>
                      <a:pt x="1549" y="3181"/>
                    </a:lnTo>
                    <a:lnTo>
                      <a:pt x="1632" y="3181"/>
                    </a:lnTo>
                    <a:lnTo>
                      <a:pt x="1758" y="3265"/>
                    </a:lnTo>
                    <a:lnTo>
                      <a:pt x="1737" y="3327"/>
                    </a:lnTo>
                    <a:lnTo>
                      <a:pt x="1758" y="3369"/>
                    </a:lnTo>
                    <a:lnTo>
                      <a:pt x="1841" y="3286"/>
                    </a:lnTo>
                    <a:lnTo>
                      <a:pt x="1967" y="3348"/>
                    </a:lnTo>
                    <a:lnTo>
                      <a:pt x="1967" y="3286"/>
                    </a:lnTo>
                    <a:lnTo>
                      <a:pt x="1904" y="3244"/>
                    </a:lnTo>
                    <a:lnTo>
                      <a:pt x="1904" y="3181"/>
                    </a:lnTo>
                    <a:lnTo>
                      <a:pt x="1862" y="3181"/>
                    </a:lnTo>
                    <a:lnTo>
                      <a:pt x="1758" y="3139"/>
                    </a:lnTo>
                    <a:lnTo>
                      <a:pt x="1758" y="3076"/>
                    </a:lnTo>
                    <a:lnTo>
                      <a:pt x="1653" y="3014"/>
                    </a:lnTo>
                    <a:lnTo>
                      <a:pt x="1758" y="2951"/>
                    </a:lnTo>
                    <a:lnTo>
                      <a:pt x="1862" y="2951"/>
                    </a:lnTo>
                    <a:lnTo>
                      <a:pt x="1904" y="2909"/>
                    </a:lnTo>
                    <a:lnTo>
                      <a:pt x="2072" y="3014"/>
                    </a:lnTo>
                    <a:lnTo>
                      <a:pt x="2093" y="3055"/>
                    </a:lnTo>
                    <a:lnTo>
                      <a:pt x="2197" y="3076"/>
                    </a:lnTo>
                    <a:lnTo>
                      <a:pt x="2218" y="3035"/>
                    </a:lnTo>
                    <a:lnTo>
                      <a:pt x="2113" y="2909"/>
                    </a:lnTo>
                    <a:lnTo>
                      <a:pt x="2155" y="2762"/>
                    </a:lnTo>
                    <a:lnTo>
                      <a:pt x="2093" y="2700"/>
                    </a:lnTo>
                    <a:lnTo>
                      <a:pt x="1841" y="2532"/>
                    </a:lnTo>
                    <a:lnTo>
                      <a:pt x="1758" y="2511"/>
                    </a:lnTo>
                    <a:lnTo>
                      <a:pt x="1737" y="2490"/>
                    </a:lnTo>
                    <a:cubicBezTo>
                      <a:pt x="1758" y="2490"/>
                      <a:pt x="1779" y="2449"/>
                      <a:pt x="1800" y="2407"/>
                    </a:cubicBezTo>
                    <a:lnTo>
                      <a:pt x="1862" y="2449"/>
                    </a:lnTo>
                    <a:lnTo>
                      <a:pt x="1946" y="2490"/>
                    </a:lnTo>
                    <a:lnTo>
                      <a:pt x="1988" y="2553"/>
                    </a:lnTo>
                    <a:lnTo>
                      <a:pt x="2093" y="2616"/>
                    </a:lnTo>
                    <a:lnTo>
                      <a:pt x="2176" y="2616"/>
                    </a:lnTo>
                    <a:lnTo>
                      <a:pt x="2197" y="2658"/>
                    </a:lnTo>
                    <a:lnTo>
                      <a:pt x="2281" y="2762"/>
                    </a:lnTo>
                    <a:lnTo>
                      <a:pt x="2323" y="2825"/>
                    </a:lnTo>
                    <a:lnTo>
                      <a:pt x="2323" y="2867"/>
                    </a:lnTo>
                    <a:lnTo>
                      <a:pt x="2365" y="2930"/>
                    </a:lnTo>
                    <a:lnTo>
                      <a:pt x="2427" y="2972"/>
                    </a:lnTo>
                    <a:lnTo>
                      <a:pt x="2490" y="2951"/>
                    </a:lnTo>
                    <a:lnTo>
                      <a:pt x="2532" y="2972"/>
                    </a:lnTo>
                    <a:lnTo>
                      <a:pt x="2595" y="2867"/>
                    </a:lnTo>
                    <a:lnTo>
                      <a:pt x="2490" y="2867"/>
                    </a:lnTo>
                    <a:lnTo>
                      <a:pt x="2469" y="2888"/>
                    </a:lnTo>
                    <a:lnTo>
                      <a:pt x="2385" y="2825"/>
                    </a:lnTo>
                    <a:lnTo>
                      <a:pt x="2385" y="2742"/>
                    </a:lnTo>
                    <a:lnTo>
                      <a:pt x="2365" y="2679"/>
                    </a:lnTo>
                    <a:lnTo>
                      <a:pt x="2365" y="2637"/>
                    </a:lnTo>
                    <a:lnTo>
                      <a:pt x="2302" y="2553"/>
                    </a:lnTo>
                    <a:lnTo>
                      <a:pt x="2176" y="2428"/>
                    </a:lnTo>
                    <a:lnTo>
                      <a:pt x="2176" y="2449"/>
                    </a:lnTo>
                    <a:lnTo>
                      <a:pt x="2093" y="2449"/>
                    </a:lnTo>
                    <a:lnTo>
                      <a:pt x="2093" y="2428"/>
                    </a:lnTo>
                    <a:lnTo>
                      <a:pt x="1988" y="2365"/>
                    </a:lnTo>
                    <a:lnTo>
                      <a:pt x="1883" y="2344"/>
                    </a:lnTo>
                    <a:lnTo>
                      <a:pt x="1800" y="2239"/>
                    </a:lnTo>
                    <a:lnTo>
                      <a:pt x="1758" y="2239"/>
                    </a:lnTo>
                    <a:cubicBezTo>
                      <a:pt x="1730" y="2230"/>
                      <a:pt x="1706" y="2212"/>
                      <a:pt x="1680" y="2193"/>
                    </a:cubicBezTo>
                    <a:lnTo>
                      <a:pt x="1680" y="2193"/>
                    </a:lnTo>
                    <a:lnTo>
                      <a:pt x="1737" y="2156"/>
                    </a:lnTo>
                    <a:lnTo>
                      <a:pt x="1758" y="2030"/>
                    </a:lnTo>
                    <a:lnTo>
                      <a:pt x="1674" y="1946"/>
                    </a:lnTo>
                    <a:lnTo>
                      <a:pt x="1486" y="1737"/>
                    </a:lnTo>
                    <a:lnTo>
                      <a:pt x="1423" y="1695"/>
                    </a:lnTo>
                    <a:lnTo>
                      <a:pt x="1381" y="1612"/>
                    </a:lnTo>
                    <a:lnTo>
                      <a:pt x="1256" y="1507"/>
                    </a:lnTo>
                    <a:lnTo>
                      <a:pt x="1318" y="1465"/>
                    </a:lnTo>
                    <a:lnTo>
                      <a:pt x="1277" y="1235"/>
                    </a:lnTo>
                    <a:lnTo>
                      <a:pt x="1360" y="1130"/>
                    </a:lnTo>
                    <a:lnTo>
                      <a:pt x="1486" y="1089"/>
                    </a:lnTo>
                    <a:lnTo>
                      <a:pt x="1528" y="1193"/>
                    </a:lnTo>
                    <a:lnTo>
                      <a:pt x="1465" y="1193"/>
                    </a:lnTo>
                    <a:lnTo>
                      <a:pt x="1465" y="1256"/>
                    </a:lnTo>
                    <a:lnTo>
                      <a:pt x="1653" y="1319"/>
                    </a:lnTo>
                    <a:lnTo>
                      <a:pt x="1674" y="1465"/>
                    </a:lnTo>
                    <a:lnTo>
                      <a:pt x="1779" y="1570"/>
                    </a:lnTo>
                    <a:lnTo>
                      <a:pt x="1904" y="1570"/>
                    </a:lnTo>
                    <a:lnTo>
                      <a:pt x="1841" y="1507"/>
                    </a:lnTo>
                    <a:lnTo>
                      <a:pt x="1779" y="1423"/>
                    </a:lnTo>
                    <a:lnTo>
                      <a:pt x="1800" y="1361"/>
                    </a:lnTo>
                    <a:lnTo>
                      <a:pt x="1946" y="1402"/>
                    </a:lnTo>
                    <a:lnTo>
                      <a:pt x="2009" y="1528"/>
                    </a:lnTo>
                    <a:lnTo>
                      <a:pt x="2093" y="1570"/>
                    </a:lnTo>
                    <a:lnTo>
                      <a:pt x="2155" y="1486"/>
                    </a:lnTo>
                    <a:lnTo>
                      <a:pt x="2072" y="1423"/>
                    </a:lnTo>
                    <a:lnTo>
                      <a:pt x="1988" y="1402"/>
                    </a:lnTo>
                    <a:lnTo>
                      <a:pt x="1988" y="1361"/>
                    </a:lnTo>
                    <a:lnTo>
                      <a:pt x="2197" y="1361"/>
                    </a:lnTo>
                    <a:lnTo>
                      <a:pt x="2281" y="1423"/>
                    </a:lnTo>
                    <a:lnTo>
                      <a:pt x="2302" y="1402"/>
                    </a:lnTo>
                    <a:lnTo>
                      <a:pt x="2176" y="1298"/>
                    </a:lnTo>
                    <a:lnTo>
                      <a:pt x="2051" y="1277"/>
                    </a:lnTo>
                    <a:lnTo>
                      <a:pt x="1946" y="1151"/>
                    </a:lnTo>
                    <a:lnTo>
                      <a:pt x="1988" y="1068"/>
                    </a:lnTo>
                    <a:lnTo>
                      <a:pt x="2093" y="1089"/>
                    </a:lnTo>
                    <a:lnTo>
                      <a:pt x="2176" y="1047"/>
                    </a:lnTo>
                    <a:lnTo>
                      <a:pt x="2218" y="879"/>
                    </a:lnTo>
                    <a:lnTo>
                      <a:pt x="2302" y="858"/>
                    </a:lnTo>
                    <a:lnTo>
                      <a:pt x="2427" y="963"/>
                    </a:lnTo>
                    <a:lnTo>
                      <a:pt x="2532" y="963"/>
                    </a:lnTo>
                    <a:lnTo>
                      <a:pt x="2637" y="858"/>
                    </a:lnTo>
                    <a:lnTo>
                      <a:pt x="2637" y="796"/>
                    </a:lnTo>
                    <a:lnTo>
                      <a:pt x="2699" y="796"/>
                    </a:lnTo>
                    <a:lnTo>
                      <a:pt x="2783" y="879"/>
                    </a:lnTo>
                    <a:lnTo>
                      <a:pt x="3013" y="879"/>
                    </a:lnTo>
                    <a:lnTo>
                      <a:pt x="3201" y="942"/>
                    </a:lnTo>
                    <a:lnTo>
                      <a:pt x="3327" y="900"/>
                    </a:lnTo>
                    <a:lnTo>
                      <a:pt x="3348" y="566"/>
                    </a:lnTo>
                    <a:lnTo>
                      <a:pt x="3327" y="440"/>
                    </a:lnTo>
                    <a:lnTo>
                      <a:pt x="3473" y="335"/>
                    </a:lnTo>
                    <a:lnTo>
                      <a:pt x="3473" y="210"/>
                    </a:lnTo>
                    <a:lnTo>
                      <a:pt x="3369" y="147"/>
                    </a:lnTo>
                    <a:lnTo>
                      <a:pt x="341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4" name="Google Shape;484;p38"/>
            <p:cNvGrpSpPr/>
            <p:nvPr/>
          </p:nvGrpSpPr>
          <p:grpSpPr>
            <a:xfrm>
              <a:off x="3782759" y="2807162"/>
              <a:ext cx="82686" cy="85487"/>
              <a:chOff x="3765350" y="2500900"/>
              <a:chExt cx="173600" cy="187925"/>
            </a:xfrm>
          </p:grpSpPr>
          <p:sp>
            <p:nvSpPr>
              <p:cNvPr id="485" name="Google Shape;485;p38"/>
              <p:cNvSpPr/>
              <p:nvPr/>
            </p:nvSpPr>
            <p:spPr>
              <a:xfrm>
                <a:off x="3765350" y="2500900"/>
                <a:ext cx="108950" cy="64300"/>
              </a:xfrm>
              <a:custGeom>
                <a:rect b="b" l="l" r="r" t="t"/>
                <a:pathLst>
                  <a:path extrusionOk="0" h="2572" w="4358">
                    <a:moveTo>
                      <a:pt x="1286" y="596"/>
                    </a:moveTo>
                    <a:lnTo>
                      <a:pt x="0" y="1072"/>
                    </a:lnTo>
                    <a:lnTo>
                      <a:pt x="429" y="2239"/>
                    </a:lnTo>
                    <a:lnTo>
                      <a:pt x="857" y="2572"/>
                    </a:lnTo>
                    <a:lnTo>
                      <a:pt x="2191" y="1215"/>
                    </a:lnTo>
                    <a:lnTo>
                      <a:pt x="4024" y="1072"/>
                    </a:lnTo>
                    <a:lnTo>
                      <a:pt x="4358" y="429"/>
                    </a:lnTo>
                    <a:lnTo>
                      <a:pt x="3120" y="0"/>
                    </a:lnTo>
                    <a:lnTo>
                      <a:pt x="2477" y="358"/>
                    </a:lnTo>
                    <a:close/>
                  </a:path>
                </a:pathLst>
              </a:custGeom>
              <a:solidFill>
                <a:schemeClr val="dk2"/>
              </a:solidFill>
              <a:ln>
                <a:noFill/>
              </a:ln>
            </p:spPr>
          </p:sp>
          <p:sp>
            <p:nvSpPr>
              <p:cNvPr id="486" name="Google Shape;486;p38"/>
              <p:cNvSpPr/>
              <p:nvPr/>
            </p:nvSpPr>
            <p:spPr>
              <a:xfrm>
                <a:off x="3797175" y="2609800"/>
                <a:ext cx="2625" cy="3700"/>
              </a:xfrm>
              <a:custGeom>
                <a:rect b="b" l="l" r="r" t="t"/>
                <a:pathLst>
                  <a:path extrusionOk="0" h="148" w="105">
                    <a:moveTo>
                      <a:pt x="42" y="1"/>
                    </a:moveTo>
                    <a:lnTo>
                      <a:pt x="21" y="43"/>
                    </a:lnTo>
                    <a:lnTo>
                      <a:pt x="0" y="84"/>
                    </a:lnTo>
                    <a:lnTo>
                      <a:pt x="0" y="147"/>
                    </a:lnTo>
                    <a:lnTo>
                      <a:pt x="21" y="147"/>
                    </a:lnTo>
                    <a:lnTo>
                      <a:pt x="42" y="105"/>
                    </a:lnTo>
                    <a:lnTo>
                      <a:pt x="105" y="22"/>
                    </a:lnTo>
                    <a:lnTo>
                      <a:pt x="4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38"/>
              <p:cNvSpPr/>
              <p:nvPr/>
            </p:nvSpPr>
            <p:spPr>
              <a:xfrm>
                <a:off x="3796125" y="2610325"/>
                <a:ext cx="22525" cy="41875"/>
              </a:xfrm>
              <a:custGeom>
                <a:rect b="b" l="l" r="r" t="t"/>
                <a:pathLst>
                  <a:path extrusionOk="0" h="1675" w="901">
                    <a:moveTo>
                      <a:pt x="565" y="1"/>
                    </a:moveTo>
                    <a:lnTo>
                      <a:pt x="461" y="22"/>
                    </a:lnTo>
                    <a:lnTo>
                      <a:pt x="252" y="273"/>
                    </a:lnTo>
                    <a:lnTo>
                      <a:pt x="168" y="273"/>
                    </a:lnTo>
                    <a:lnTo>
                      <a:pt x="42" y="189"/>
                    </a:lnTo>
                    <a:lnTo>
                      <a:pt x="42" y="314"/>
                    </a:lnTo>
                    <a:lnTo>
                      <a:pt x="1" y="398"/>
                    </a:lnTo>
                    <a:lnTo>
                      <a:pt x="105" y="503"/>
                    </a:lnTo>
                    <a:lnTo>
                      <a:pt x="105" y="586"/>
                    </a:lnTo>
                    <a:lnTo>
                      <a:pt x="189" y="649"/>
                    </a:lnTo>
                    <a:lnTo>
                      <a:pt x="189" y="796"/>
                    </a:lnTo>
                    <a:lnTo>
                      <a:pt x="105" y="858"/>
                    </a:lnTo>
                    <a:lnTo>
                      <a:pt x="147" y="942"/>
                    </a:lnTo>
                    <a:lnTo>
                      <a:pt x="273" y="942"/>
                    </a:lnTo>
                    <a:lnTo>
                      <a:pt x="273" y="1005"/>
                    </a:lnTo>
                    <a:lnTo>
                      <a:pt x="189" y="1068"/>
                    </a:lnTo>
                    <a:lnTo>
                      <a:pt x="147" y="1277"/>
                    </a:lnTo>
                    <a:lnTo>
                      <a:pt x="189" y="1361"/>
                    </a:lnTo>
                    <a:lnTo>
                      <a:pt x="252" y="1591"/>
                    </a:lnTo>
                    <a:lnTo>
                      <a:pt x="314" y="1674"/>
                    </a:lnTo>
                    <a:lnTo>
                      <a:pt x="377" y="1654"/>
                    </a:lnTo>
                    <a:lnTo>
                      <a:pt x="419" y="1674"/>
                    </a:lnTo>
                    <a:lnTo>
                      <a:pt x="503" y="1654"/>
                    </a:lnTo>
                    <a:lnTo>
                      <a:pt x="524" y="1528"/>
                    </a:lnTo>
                    <a:lnTo>
                      <a:pt x="565" y="1444"/>
                    </a:lnTo>
                    <a:lnTo>
                      <a:pt x="670" y="1444"/>
                    </a:lnTo>
                    <a:lnTo>
                      <a:pt x="733" y="1528"/>
                    </a:lnTo>
                    <a:lnTo>
                      <a:pt x="796" y="1528"/>
                    </a:lnTo>
                    <a:lnTo>
                      <a:pt x="837" y="1444"/>
                    </a:lnTo>
                    <a:lnTo>
                      <a:pt x="837" y="1214"/>
                    </a:lnTo>
                    <a:lnTo>
                      <a:pt x="879" y="1151"/>
                    </a:lnTo>
                    <a:lnTo>
                      <a:pt x="837" y="921"/>
                    </a:lnTo>
                    <a:lnTo>
                      <a:pt x="900" y="712"/>
                    </a:lnTo>
                    <a:lnTo>
                      <a:pt x="733" y="586"/>
                    </a:lnTo>
                    <a:lnTo>
                      <a:pt x="879" y="503"/>
                    </a:lnTo>
                    <a:lnTo>
                      <a:pt x="879" y="419"/>
                    </a:lnTo>
                    <a:lnTo>
                      <a:pt x="837" y="294"/>
                    </a:lnTo>
                    <a:lnTo>
                      <a:pt x="775" y="189"/>
                    </a:lnTo>
                    <a:lnTo>
                      <a:pt x="691" y="63"/>
                    </a:lnTo>
                    <a:lnTo>
                      <a:pt x="670" y="84"/>
                    </a:lnTo>
                    <a:lnTo>
                      <a:pt x="56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38"/>
              <p:cNvSpPr/>
              <p:nvPr/>
            </p:nvSpPr>
            <p:spPr>
              <a:xfrm>
                <a:off x="3821225" y="2579475"/>
                <a:ext cx="6300" cy="4200"/>
              </a:xfrm>
              <a:custGeom>
                <a:rect b="b" l="l" r="r" t="t"/>
                <a:pathLst>
                  <a:path extrusionOk="0" h="168" w="252">
                    <a:moveTo>
                      <a:pt x="189" y="0"/>
                    </a:moveTo>
                    <a:lnTo>
                      <a:pt x="147" y="42"/>
                    </a:lnTo>
                    <a:lnTo>
                      <a:pt x="43" y="84"/>
                    </a:lnTo>
                    <a:lnTo>
                      <a:pt x="1" y="147"/>
                    </a:lnTo>
                    <a:lnTo>
                      <a:pt x="43" y="167"/>
                    </a:lnTo>
                    <a:lnTo>
                      <a:pt x="189" y="147"/>
                    </a:lnTo>
                    <a:lnTo>
                      <a:pt x="252" y="147"/>
                    </a:lnTo>
                    <a:lnTo>
                      <a:pt x="252" y="63"/>
                    </a:lnTo>
                    <a:lnTo>
                      <a:pt x="18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38"/>
              <p:cNvSpPr/>
              <p:nvPr/>
            </p:nvSpPr>
            <p:spPr>
              <a:xfrm>
                <a:off x="3833800" y="2589400"/>
                <a:ext cx="1575" cy="1600"/>
              </a:xfrm>
              <a:custGeom>
                <a:rect b="b" l="l" r="r" t="t"/>
                <a:pathLst>
                  <a:path extrusionOk="0" h="64" w="63">
                    <a:moveTo>
                      <a:pt x="42" y="1"/>
                    </a:moveTo>
                    <a:lnTo>
                      <a:pt x="0" y="22"/>
                    </a:lnTo>
                    <a:lnTo>
                      <a:pt x="63" y="63"/>
                    </a:lnTo>
                    <a:lnTo>
                      <a:pt x="4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38"/>
              <p:cNvSpPr/>
              <p:nvPr/>
            </p:nvSpPr>
            <p:spPr>
              <a:xfrm>
                <a:off x="3774675" y="2506225"/>
                <a:ext cx="164275" cy="182600"/>
              </a:xfrm>
              <a:custGeom>
                <a:rect b="b" l="l" r="r" t="t"/>
                <a:pathLst>
                  <a:path extrusionOk="0" h="7304" w="6571">
                    <a:moveTo>
                      <a:pt x="2595" y="1"/>
                    </a:moveTo>
                    <a:lnTo>
                      <a:pt x="2302" y="189"/>
                    </a:lnTo>
                    <a:lnTo>
                      <a:pt x="2114" y="105"/>
                    </a:lnTo>
                    <a:lnTo>
                      <a:pt x="2009" y="252"/>
                    </a:lnTo>
                    <a:lnTo>
                      <a:pt x="2072" y="419"/>
                    </a:lnTo>
                    <a:lnTo>
                      <a:pt x="1842" y="482"/>
                    </a:lnTo>
                    <a:lnTo>
                      <a:pt x="1800" y="691"/>
                    </a:lnTo>
                    <a:lnTo>
                      <a:pt x="1695" y="608"/>
                    </a:lnTo>
                    <a:lnTo>
                      <a:pt x="1591" y="608"/>
                    </a:lnTo>
                    <a:lnTo>
                      <a:pt x="1340" y="524"/>
                    </a:lnTo>
                    <a:lnTo>
                      <a:pt x="1340" y="691"/>
                    </a:lnTo>
                    <a:lnTo>
                      <a:pt x="1235" y="901"/>
                    </a:lnTo>
                    <a:lnTo>
                      <a:pt x="1172" y="796"/>
                    </a:lnTo>
                    <a:lnTo>
                      <a:pt x="1005" y="712"/>
                    </a:lnTo>
                    <a:lnTo>
                      <a:pt x="1026" y="587"/>
                    </a:lnTo>
                    <a:lnTo>
                      <a:pt x="900" y="503"/>
                    </a:lnTo>
                    <a:lnTo>
                      <a:pt x="691" y="880"/>
                    </a:lnTo>
                    <a:lnTo>
                      <a:pt x="524" y="796"/>
                    </a:lnTo>
                    <a:lnTo>
                      <a:pt x="294" y="942"/>
                    </a:lnTo>
                    <a:lnTo>
                      <a:pt x="168" y="901"/>
                    </a:lnTo>
                    <a:lnTo>
                      <a:pt x="105" y="942"/>
                    </a:lnTo>
                    <a:lnTo>
                      <a:pt x="126" y="1089"/>
                    </a:lnTo>
                    <a:lnTo>
                      <a:pt x="231" y="1193"/>
                    </a:lnTo>
                    <a:lnTo>
                      <a:pt x="210" y="1361"/>
                    </a:lnTo>
                    <a:lnTo>
                      <a:pt x="84" y="1403"/>
                    </a:lnTo>
                    <a:lnTo>
                      <a:pt x="1" y="1465"/>
                    </a:lnTo>
                    <a:lnTo>
                      <a:pt x="126" y="1633"/>
                    </a:lnTo>
                    <a:lnTo>
                      <a:pt x="168" y="1926"/>
                    </a:lnTo>
                    <a:lnTo>
                      <a:pt x="335" y="2051"/>
                    </a:lnTo>
                    <a:lnTo>
                      <a:pt x="524" y="2051"/>
                    </a:lnTo>
                    <a:lnTo>
                      <a:pt x="440" y="2240"/>
                    </a:lnTo>
                    <a:lnTo>
                      <a:pt x="503" y="2365"/>
                    </a:lnTo>
                    <a:lnTo>
                      <a:pt x="796" y="2302"/>
                    </a:lnTo>
                    <a:lnTo>
                      <a:pt x="900" y="2177"/>
                    </a:lnTo>
                    <a:lnTo>
                      <a:pt x="900" y="2072"/>
                    </a:lnTo>
                    <a:lnTo>
                      <a:pt x="1172" y="1926"/>
                    </a:lnTo>
                    <a:lnTo>
                      <a:pt x="1570" y="2030"/>
                    </a:lnTo>
                    <a:lnTo>
                      <a:pt x="1675" y="2093"/>
                    </a:lnTo>
                    <a:lnTo>
                      <a:pt x="1842" y="2156"/>
                    </a:lnTo>
                    <a:lnTo>
                      <a:pt x="1884" y="2261"/>
                    </a:lnTo>
                    <a:lnTo>
                      <a:pt x="1905" y="2302"/>
                    </a:lnTo>
                    <a:lnTo>
                      <a:pt x="1967" y="2386"/>
                    </a:lnTo>
                    <a:lnTo>
                      <a:pt x="2072" y="2574"/>
                    </a:lnTo>
                    <a:lnTo>
                      <a:pt x="2072" y="2679"/>
                    </a:lnTo>
                    <a:lnTo>
                      <a:pt x="2156" y="2721"/>
                    </a:lnTo>
                    <a:lnTo>
                      <a:pt x="2156" y="2888"/>
                    </a:lnTo>
                    <a:lnTo>
                      <a:pt x="2281" y="2930"/>
                    </a:lnTo>
                    <a:lnTo>
                      <a:pt x="2365" y="3035"/>
                    </a:lnTo>
                    <a:lnTo>
                      <a:pt x="2511" y="3202"/>
                    </a:lnTo>
                    <a:lnTo>
                      <a:pt x="2532" y="3307"/>
                    </a:lnTo>
                    <a:lnTo>
                      <a:pt x="2700" y="3307"/>
                    </a:lnTo>
                    <a:lnTo>
                      <a:pt x="2804" y="3432"/>
                    </a:lnTo>
                    <a:lnTo>
                      <a:pt x="2825" y="3537"/>
                    </a:lnTo>
                    <a:lnTo>
                      <a:pt x="2909" y="3558"/>
                    </a:lnTo>
                    <a:lnTo>
                      <a:pt x="3139" y="3851"/>
                    </a:lnTo>
                    <a:lnTo>
                      <a:pt x="3369" y="4018"/>
                    </a:lnTo>
                    <a:lnTo>
                      <a:pt x="3474" y="4039"/>
                    </a:lnTo>
                    <a:lnTo>
                      <a:pt x="3579" y="4081"/>
                    </a:lnTo>
                    <a:lnTo>
                      <a:pt x="3620" y="4186"/>
                    </a:lnTo>
                    <a:lnTo>
                      <a:pt x="3725" y="4186"/>
                    </a:lnTo>
                    <a:lnTo>
                      <a:pt x="3788" y="4123"/>
                    </a:lnTo>
                    <a:lnTo>
                      <a:pt x="3934" y="4165"/>
                    </a:lnTo>
                    <a:lnTo>
                      <a:pt x="4039" y="4165"/>
                    </a:lnTo>
                    <a:lnTo>
                      <a:pt x="4164" y="4395"/>
                    </a:lnTo>
                    <a:lnTo>
                      <a:pt x="4248" y="4458"/>
                    </a:lnTo>
                    <a:lnTo>
                      <a:pt x="4290" y="4416"/>
                    </a:lnTo>
                    <a:lnTo>
                      <a:pt x="4395" y="4458"/>
                    </a:lnTo>
                    <a:lnTo>
                      <a:pt x="4395" y="4520"/>
                    </a:lnTo>
                    <a:lnTo>
                      <a:pt x="4604" y="4520"/>
                    </a:lnTo>
                    <a:lnTo>
                      <a:pt x="4688" y="4625"/>
                    </a:lnTo>
                    <a:lnTo>
                      <a:pt x="4688" y="4730"/>
                    </a:lnTo>
                    <a:lnTo>
                      <a:pt x="4646" y="4792"/>
                    </a:lnTo>
                    <a:lnTo>
                      <a:pt x="4708" y="4834"/>
                    </a:lnTo>
                    <a:lnTo>
                      <a:pt x="4834" y="4834"/>
                    </a:lnTo>
                    <a:lnTo>
                      <a:pt x="4897" y="4939"/>
                    </a:lnTo>
                    <a:lnTo>
                      <a:pt x="5043" y="4981"/>
                    </a:lnTo>
                    <a:lnTo>
                      <a:pt x="5106" y="4939"/>
                    </a:lnTo>
                    <a:lnTo>
                      <a:pt x="5169" y="5002"/>
                    </a:lnTo>
                    <a:lnTo>
                      <a:pt x="5232" y="5190"/>
                    </a:lnTo>
                    <a:lnTo>
                      <a:pt x="5252" y="5357"/>
                    </a:lnTo>
                    <a:lnTo>
                      <a:pt x="5315" y="5441"/>
                    </a:lnTo>
                    <a:lnTo>
                      <a:pt x="5357" y="5650"/>
                    </a:lnTo>
                    <a:lnTo>
                      <a:pt x="5420" y="5755"/>
                    </a:lnTo>
                    <a:lnTo>
                      <a:pt x="5420" y="5859"/>
                    </a:lnTo>
                    <a:lnTo>
                      <a:pt x="5357" y="5943"/>
                    </a:lnTo>
                    <a:lnTo>
                      <a:pt x="5315" y="5943"/>
                    </a:lnTo>
                    <a:lnTo>
                      <a:pt x="5273" y="5964"/>
                    </a:lnTo>
                    <a:lnTo>
                      <a:pt x="5315" y="6069"/>
                    </a:lnTo>
                    <a:lnTo>
                      <a:pt x="5273" y="6173"/>
                    </a:lnTo>
                    <a:lnTo>
                      <a:pt x="5211" y="6257"/>
                    </a:lnTo>
                    <a:lnTo>
                      <a:pt x="5127" y="6278"/>
                    </a:lnTo>
                    <a:lnTo>
                      <a:pt x="5106" y="6341"/>
                    </a:lnTo>
                    <a:lnTo>
                      <a:pt x="5106" y="6362"/>
                    </a:lnTo>
                    <a:lnTo>
                      <a:pt x="5211" y="6466"/>
                    </a:lnTo>
                    <a:lnTo>
                      <a:pt x="5357" y="6445"/>
                    </a:lnTo>
                    <a:lnTo>
                      <a:pt x="5441" y="6341"/>
                    </a:lnTo>
                    <a:lnTo>
                      <a:pt x="5462" y="6194"/>
                    </a:lnTo>
                    <a:lnTo>
                      <a:pt x="5629" y="6069"/>
                    </a:lnTo>
                    <a:lnTo>
                      <a:pt x="5650" y="5818"/>
                    </a:lnTo>
                    <a:lnTo>
                      <a:pt x="5755" y="5713"/>
                    </a:lnTo>
                    <a:lnTo>
                      <a:pt x="5859" y="5671"/>
                    </a:lnTo>
                    <a:lnTo>
                      <a:pt x="5880" y="5608"/>
                    </a:lnTo>
                    <a:lnTo>
                      <a:pt x="5859" y="5546"/>
                    </a:lnTo>
                    <a:lnTo>
                      <a:pt x="5880" y="5399"/>
                    </a:lnTo>
                    <a:lnTo>
                      <a:pt x="5859" y="5336"/>
                    </a:lnTo>
                    <a:lnTo>
                      <a:pt x="5692" y="5190"/>
                    </a:lnTo>
                    <a:lnTo>
                      <a:pt x="5587" y="5190"/>
                    </a:lnTo>
                    <a:lnTo>
                      <a:pt x="5566" y="5127"/>
                    </a:lnTo>
                    <a:lnTo>
                      <a:pt x="5566" y="5043"/>
                    </a:lnTo>
                    <a:lnTo>
                      <a:pt x="5650" y="5002"/>
                    </a:lnTo>
                    <a:lnTo>
                      <a:pt x="5671" y="4918"/>
                    </a:lnTo>
                    <a:lnTo>
                      <a:pt x="5671" y="4834"/>
                    </a:lnTo>
                    <a:lnTo>
                      <a:pt x="5734" y="4771"/>
                    </a:lnTo>
                    <a:lnTo>
                      <a:pt x="5776" y="4625"/>
                    </a:lnTo>
                    <a:lnTo>
                      <a:pt x="5838" y="4604"/>
                    </a:lnTo>
                    <a:lnTo>
                      <a:pt x="5901" y="4604"/>
                    </a:lnTo>
                    <a:lnTo>
                      <a:pt x="6006" y="4667"/>
                    </a:lnTo>
                    <a:lnTo>
                      <a:pt x="6048" y="4709"/>
                    </a:lnTo>
                    <a:lnTo>
                      <a:pt x="6215" y="4709"/>
                    </a:lnTo>
                    <a:lnTo>
                      <a:pt x="6278" y="4730"/>
                    </a:lnTo>
                    <a:lnTo>
                      <a:pt x="6257" y="4813"/>
                    </a:lnTo>
                    <a:lnTo>
                      <a:pt x="6299" y="4918"/>
                    </a:lnTo>
                    <a:lnTo>
                      <a:pt x="6382" y="5022"/>
                    </a:lnTo>
                    <a:lnTo>
                      <a:pt x="6487" y="5085"/>
                    </a:lnTo>
                    <a:lnTo>
                      <a:pt x="6487" y="5043"/>
                    </a:lnTo>
                    <a:lnTo>
                      <a:pt x="6508" y="5022"/>
                    </a:lnTo>
                    <a:lnTo>
                      <a:pt x="6487" y="5002"/>
                    </a:lnTo>
                    <a:lnTo>
                      <a:pt x="6550" y="4918"/>
                    </a:lnTo>
                    <a:lnTo>
                      <a:pt x="6571" y="4771"/>
                    </a:lnTo>
                    <a:lnTo>
                      <a:pt x="6508" y="4688"/>
                    </a:lnTo>
                    <a:lnTo>
                      <a:pt x="6403" y="4604"/>
                    </a:lnTo>
                    <a:lnTo>
                      <a:pt x="6236" y="4562"/>
                    </a:lnTo>
                    <a:lnTo>
                      <a:pt x="6131" y="4416"/>
                    </a:lnTo>
                    <a:lnTo>
                      <a:pt x="5943" y="4290"/>
                    </a:lnTo>
                    <a:lnTo>
                      <a:pt x="5504" y="4060"/>
                    </a:lnTo>
                    <a:lnTo>
                      <a:pt x="5294" y="4018"/>
                    </a:lnTo>
                    <a:lnTo>
                      <a:pt x="5148" y="4018"/>
                    </a:lnTo>
                    <a:lnTo>
                      <a:pt x="5106" y="3914"/>
                    </a:lnTo>
                    <a:lnTo>
                      <a:pt x="5106" y="3851"/>
                    </a:lnTo>
                    <a:lnTo>
                      <a:pt x="5232" y="3746"/>
                    </a:lnTo>
                    <a:lnTo>
                      <a:pt x="5252" y="3662"/>
                    </a:lnTo>
                    <a:lnTo>
                      <a:pt x="5148" y="3621"/>
                    </a:lnTo>
                    <a:lnTo>
                      <a:pt x="5022" y="3642"/>
                    </a:lnTo>
                    <a:lnTo>
                      <a:pt x="4918" y="3621"/>
                    </a:lnTo>
                    <a:lnTo>
                      <a:pt x="4708" y="3621"/>
                    </a:lnTo>
                    <a:lnTo>
                      <a:pt x="4625" y="3558"/>
                    </a:lnTo>
                    <a:lnTo>
                      <a:pt x="4520" y="3537"/>
                    </a:lnTo>
                    <a:lnTo>
                      <a:pt x="4457" y="3453"/>
                    </a:lnTo>
                    <a:lnTo>
                      <a:pt x="4290" y="3328"/>
                    </a:lnTo>
                    <a:lnTo>
                      <a:pt x="4206" y="3202"/>
                    </a:lnTo>
                    <a:lnTo>
                      <a:pt x="4102" y="3097"/>
                    </a:lnTo>
                    <a:lnTo>
                      <a:pt x="4039" y="2993"/>
                    </a:lnTo>
                    <a:lnTo>
                      <a:pt x="4039" y="2867"/>
                    </a:lnTo>
                    <a:lnTo>
                      <a:pt x="3976" y="2825"/>
                    </a:lnTo>
                    <a:lnTo>
                      <a:pt x="3976" y="2721"/>
                    </a:lnTo>
                    <a:lnTo>
                      <a:pt x="3620" y="2365"/>
                    </a:lnTo>
                    <a:lnTo>
                      <a:pt x="3537" y="2261"/>
                    </a:lnTo>
                    <a:lnTo>
                      <a:pt x="3411" y="2177"/>
                    </a:lnTo>
                    <a:lnTo>
                      <a:pt x="3139" y="2051"/>
                    </a:lnTo>
                    <a:lnTo>
                      <a:pt x="3097" y="1968"/>
                    </a:lnTo>
                    <a:lnTo>
                      <a:pt x="3056" y="1821"/>
                    </a:lnTo>
                    <a:lnTo>
                      <a:pt x="3014" y="1654"/>
                    </a:lnTo>
                    <a:lnTo>
                      <a:pt x="3056" y="1612"/>
                    </a:lnTo>
                    <a:lnTo>
                      <a:pt x="3139" y="1465"/>
                    </a:lnTo>
                    <a:lnTo>
                      <a:pt x="3056" y="1361"/>
                    </a:lnTo>
                    <a:lnTo>
                      <a:pt x="3014" y="1235"/>
                    </a:lnTo>
                    <a:lnTo>
                      <a:pt x="3056" y="1152"/>
                    </a:lnTo>
                    <a:lnTo>
                      <a:pt x="3202" y="1131"/>
                    </a:lnTo>
                    <a:lnTo>
                      <a:pt x="3307" y="1026"/>
                    </a:lnTo>
                    <a:lnTo>
                      <a:pt x="3432" y="1026"/>
                    </a:lnTo>
                    <a:lnTo>
                      <a:pt x="3516" y="942"/>
                    </a:lnTo>
                    <a:lnTo>
                      <a:pt x="3579" y="901"/>
                    </a:lnTo>
                    <a:lnTo>
                      <a:pt x="3725" y="921"/>
                    </a:lnTo>
                    <a:lnTo>
                      <a:pt x="3683" y="712"/>
                    </a:lnTo>
                    <a:lnTo>
                      <a:pt x="3725" y="691"/>
                    </a:lnTo>
                    <a:lnTo>
                      <a:pt x="3662" y="587"/>
                    </a:lnTo>
                    <a:lnTo>
                      <a:pt x="3788" y="398"/>
                    </a:lnTo>
                    <a:lnTo>
                      <a:pt x="3725" y="315"/>
                    </a:lnTo>
                    <a:lnTo>
                      <a:pt x="3537" y="356"/>
                    </a:lnTo>
                    <a:lnTo>
                      <a:pt x="3202" y="273"/>
                    </a:lnTo>
                    <a:lnTo>
                      <a:pt x="2909" y="105"/>
                    </a:lnTo>
                    <a:lnTo>
                      <a:pt x="2930" y="1"/>
                    </a:lnTo>
                    <a:lnTo>
                      <a:pt x="2721" y="43"/>
                    </a:lnTo>
                    <a:lnTo>
                      <a:pt x="2595" y="1"/>
                    </a:lnTo>
                    <a:close/>
                    <a:moveTo>
                      <a:pt x="4960" y="6236"/>
                    </a:moveTo>
                    <a:lnTo>
                      <a:pt x="4813" y="6362"/>
                    </a:lnTo>
                    <a:lnTo>
                      <a:pt x="4750" y="6362"/>
                    </a:lnTo>
                    <a:lnTo>
                      <a:pt x="4625" y="6278"/>
                    </a:lnTo>
                    <a:lnTo>
                      <a:pt x="4499" y="6403"/>
                    </a:lnTo>
                    <a:lnTo>
                      <a:pt x="4227" y="6382"/>
                    </a:lnTo>
                    <a:lnTo>
                      <a:pt x="4018" y="6445"/>
                    </a:lnTo>
                    <a:lnTo>
                      <a:pt x="3872" y="6403"/>
                    </a:lnTo>
                    <a:lnTo>
                      <a:pt x="3767" y="6341"/>
                    </a:lnTo>
                    <a:lnTo>
                      <a:pt x="3641" y="6341"/>
                    </a:lnTo>
                    <a:lnTo>
                      <a:pt x="3558" y="6382"/>
                    </a:lnTo>
                    <a:lnTo>
                      <a:pt x="3495" y="6341"/>
                    </a:lnTo>
                    <a:lnTo>
                      <a:pt x="3369" y="6382"/>
                    </a:lnTo>
                    <a:lnTo>
                      <a:pt x="3348" y="6571"/>
                    </a:lnTo>
                    <a:lnTo>
                      <a:pt x="3474" y="6675"/>
                    </a:lnTo>
                    <a:lnTo>
                      <a:pt x="3600" y="6655"/>
                    </a:lnTo>
                    <a:lnTo>
                      <a:pt x="3809" y="6801"/>
                    </a:lnTo>
                    <a:lnTo>
                      <a:pt x="3955" y="6822"/>
                    </a:lnTo>
                    <a:lnTo>
                      <a:pt x="4060" y="6927"/>
                    </a:lnTo>
                    <a:lnTo>
                      <a:pt x="4311" y="7031"/>
                    </a:lnTo>
                    <a:lnTo>
                      <a:pt x="4374" y="7010"/>
                    </a:lnTo>
                    <a:lnTo>
                      <a:pt x="4478" y="7094"/>
                    </a:lnTo>
                    <a:lnTo>
                      <a:pt x="4499" y="7199"/>
                    </a:lnTo>
                    <a:lnTo>
                      <a:pt x="4750" y="7303"/>
                    </a:lnTo>
                    <a:lnTo>
                      <a:pt x="4855" y="7282"/>
                    </a:lnTo>
                    <a:lnTo>
                      <a:pt x="4855" y="7136"/>
                    </a:lnTo>
                    <a:lnTo>
                      <a:pt x="4918" y="7073"/>
                    </a:lnTo>
                    <a:lnTo>
                      <a:pt x="4918" y="6927"/>
                    </a:lnTo>
                    <a:lnTo>
                      <a:pt x="4813" y="6801"/>
                    </a:lnTo>
                    <a:lnTo>
                      <a:pt x="4918" y="6508"/>
                    </a:lnTo>
                    <a:lnTo>
                      <a:pt x="5022" y="6403"/>
                    </a:lnTo>
                    <a:lnTo>
                      <a:pt x="5022" y="6362"/>
                    </a:lnTo>
                    <a:lnTo>
                      <a:pt x="5043" y="6362"/>
                    </a:lnTo>
                    <a:lnTo>
                      <a:pt x="5043" y="6341"/>
                    </a:lnTo>
                    <a:lnTo>
                      <a:pt x="4960" y="6236"/>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1" name="Google Shape;491;p38"/>
            <p:cNvGrpSpPr/>
            <p:nvPr/>
          </p:nvGrpSpPr>
          <p:grpSpPr>
            <a:xfrm>
              <a:off x="3775674" y="2798496"/>
              <a:ext cx="40545" cy="23564"/>
              <a:chOff x="3750475" y="2481850"/>
              <a:chExt cx="85125" cy="51800"/>
            </a:xfrm>
          </p:grpSpPr>
          <p:sp>
            <p:nvSpPr>
              <p:cNvPr id="492" name="Google Shape;492;p38"/>
              <p:cNvSpPr/>
              <p:nvPr/>
            </p:nvSpPr>
            <p:spPr>
              <a:xfrm>
                <a:off x="3762125" y="2492625"/>
                <a:ext cx="64900" cy="36650"/>
              </a:xfrm>
              <a:custGeom>
                <a:rect b="b" l="l" r="r" t="t"/>
                <a:pathLst>
                  <a:path extrusionOk="0" h="1466" w="2596">
                    <a:moveTo>
                      <a:pt x="1507" y="1"/>
                    </a:moveTo>
                    <a:lnTo>
                      <a:pt x="1361" y="64"/>
                    </a:lnTo>
                    <a:lnTo>
                      <a:pt x="1402" y="105"/>
                    </a:lnTo>
                    <a:lnTo>
                      <a:pt x="1340" y="189"/>
                    </a:lnTo>
                    <a:lnTo>
                      <a:pt x="1214" y="126"/>
                    </a:lnTo>
                    <a:lnTo>
                      <a:pt x="1109" y="189"/>
                    </a:lnTo>
                    <a:lnTo>
                      <a:pt x="1005" y="168"/>
                    </a:lnTo>
                    <a:lnTo>
                      <a:pt x="817" y="210"/>
                    </a:lnTo>
                    <a:lnTo>
                      <a:pt x="712" y="210"/>
                    </a:lnTo>
                    <a:lnTo>
                      <a:pt x="691" y="126"/>
                    </a:lnTo>
                    <a:lnTo>
                      <a:pt x="565" y="126"/>
                    </a:lnTo>
                    <a:lnTo>
                      <a:pt x="482" y="231"/>
                    </a:lnTo>
                    <a:lnTo>
                      <a:pt x="607" y="294"/>
                    </a:lnTo>
                    <a:lnTo>
                      <a:pt x="607" y="398"/>
                    </a:lnTo>
                    <a:lnTo>
                      <a:pt x="503" y="440"/>
                    </a:lnTo>
                    <a:lnTo>
                      <a:pt x="398" y="608"/>
                    </a:lnTo>
                    <a:lnTo>
                      <a:pt x="314" y="628"/>
                    </a:lnTo>
                    <a:lnTo>
                      <a:pt x="168" y="859"/>
                    </a:lnTo>
                    <a:lnTo>
                      <a:pt x="147" y="1047"/>
                    </a:lnTo>
                    <a:lnTo>
                      <a:pt x="147" y="1152"/>
                    </a:lnTo>
                    <a:lnTo>
                      <a:pt x="84" y="1152"/>
                    </a:lnTo>
                    <a:lnTo>
                      <a:pt x="0" y="1173"/>
                    </a:lnTo>
                    <a:lnTo>
                      <a:pt x="42" y="1277"/>
                    </a:lnTo>
                    <a:lnTo>
                      <a:pt x="147" y="1277"/>
                    </a:lnTo>
                    <a:lnTo>
                      <a:pt x="293" y="1235"/>
                    </a:lnTo>
                    <a:lnTo>
                      <a:pt x="252" y="1068"/>
                    </a:lnTo>
                    <a:lnTo>
                      <a:pt x="314" y="1026"/>
                    </a:lnTo>
                    <a:lnTo>
                      <a:pt x="482" y="1026"/>
                    </a:lnTo>
                    <a:lnTo>
                      <a:pt x="524" y="1131"/>
                    </a:lnTo>
                    <a:lnTo>
                      <a:pt x="586" y="1277"/>
                    </a:lnTo>
                    <a:lnTo>
                      <a:pt x="670" y="1340"/>
                    </a:lnTo>
                    <a:lnTo>
                      <a:pt x="670" y="1424"/>
                    </a:lnTo>
                    <a:lnTo>
                      <a:pt x="796" y="1465"/>
                    </a:lnTo>
                    <a:lnTo>
                      <a:pt x="1026" y="1319"/>
                    </a:lnTo>
                    <a:lnTo>
                      <a:pt x="1151" y="1361"/>
                    </a:lnTo>
                    <a:lnTo>
                      <a:pt x="1361" y="1026"/>
                    </a:lnTo>
                    <a:lnTo>
                      <a:pt x="1507" y="1110"/>
                    </a:lnTo>
                    <a:lnTo>
                      <a:pt x="1507" y="1235"/>
                    </a:lnTo>
                    <a:lnTo>
                      <a:pt x="1674" y="1319"/>
                    </a:lnTo>
                    <a:lnTo>
                      <a:pt x="1737" y="1445"/>
                    </a:lnTo>
                    <a:lnTo>
                      <a:pt x="1842" y="1235"/>
                    </a:lnTo>
                    <a:lnTo>
                      <a:pt x="1842" y="1068"/>
                    </a:lnTo>
                    <a:lnTo>
                      <a:pt x="2093" y="1131"/>
                    </a:lnTo>
                    <a:lnTo>
                      <a:pt x="2197" y="1131"/>
                    </a:lnTo>
                    <a:lnTo>
                      <a:pt x="2302" y="1214"/>
                    </a:lnTo>
                    <a:lnTo>
                      <a:pt x="2302" y="1005"/>
                    </a:lnTo>
                    <a:lnTo>
                      <a:pt x="2553" y="942"/>
                    </a:lnTo>
                    <a:lnTo>
                      <a:pt x="2490" y="754"/>
                    </a:lnTo>
                    <a:lnTo>
                      <a:pt x="2595" y="628"/>
                    </a:lnTo>
                    <a:lnTo>
                      <a:pt x="2553" y="524"/>
                    </a:lnTo>
                    <a:lnTo>
                      <a:pt x="2469" y="524"/>
                    </a:lnTo>
                    <a:lnTo>
                      <a:pt x="2365" y="628"/>
                    </a:lnTo>
                    <a:lnTo>
                      <a:pt x="2260" y="503"/>
                    </a:lnTo>
                    <a:lnTo>
                      <a:pt x="2177" y="524"/>
                    </a:lnTo>
                    <a:lnTo>
                      <a:pt x="2030" y="524"/>
                    </a:lnTo>
                    <a:lnTo>
                      <a:pt x="1988" y="440"/>
                    </a:lnTo>
                    <a:lnTo>
                      <a:pt x="2030" y="398"/>
                    </a:lnTo>
                    <a:lnTo>
                      <a:pt x="2030" y="294"/>
                    </a:lnTo>
                    <a:lnTo>
                      <a:pt x="1884" y="210"/>
                    </a:lnTo>
                    <a:lnTo>
                      <a:pt x="1737" y="84"/>
                    </a:lnTo>
                    <a:lnTo>
                      <a:pt x="1653" y="84"/>
                    </a:lnTo>
                    <a:lnTo>
                      <a:pt x="1612" y="126"/>
                    </a:lnTo>
                    <a:lnTo>
                      <a:pt x="1528" y="105"/>
                    </a:lnTo>
                    <a:lnTo>
                      <a:pt x="150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38"/>
              <p:cNvSpPr/>
              <p:nvPr/>
            </p:nvSpPr>
            <p:spPr>
              <a:xfrm>
                <a:off x="3750475" y="2481850"/>
                <a:ext cx="85125" cy="51800"/>
              </a:xfrm>
              <a:custGeom>
                <a:rect b="b" l="l" r="r" t="t"/>
                <a:pathLst>
                  <a:path extrusionOk="0" h="2072" w="3405">
                    <a:moveTo>
                      <a:pt x="1095" y="286"/>
                    </a:moveTo>
                    <a:lnTo>
                      <a:pt x="0" y="1667"/>
                    </a:lnTo>
                    <a:lnTo>
                      <a:pt x="547" y="2072"/>
                    </a:lnTo>
                    <a:lnTo>
                      <a:pt x="1214" y="1858"/>
                    </a:lnTo>
                    <a:lnTo>
                      <a:pt x="1881" y="1262"/>
                    </a:lnTo>
                    <a:lnTo>
                      <a:pt x="2976" y="1286"/>
                    </a:lnTo>
                    <a:lnTo>
                      <a:pt x="3405" y="786"/>
                    </a:lnTo>
                    <a:lnTo>
                      <a:pt x="2167" y="0"/>
                    </a:lnTo>
                    <a:close/>
                  </a:path>
                </a:pathLst>
              </a:custGeom>
              <a:solidFill>
                <a:schemeClr val="dk2"/>
              </a:solidFill>
              <a:ln>
                <a:noFill/>
              </a:ln>
            </p:spPr>
          </p:sp>
        </p:grpSp>
        <p:grpSp>
          <p:nvGrpSpPr>
            <p:cNvPr id="494" name="Google Shape;494;p38"/>
            <p:cNvGrpSpPr/>
            <p:nvPr/>
          </p:nvGrpSpPr>
          <p:grpSpPr>
            <a:xfrm>
              <a:off x="3716946" y="2776024"/>
              <a:ext cx="81971" cy="76912"/>
              <a:chOff x="3627175" y="2432450"/>
              <a:chExt cx="172100" cy="169075"/>
            </a:xfrm>
          </p:grpSpPr>
          <p:sp>
            <p:nvSpPr>
              <p:cNvPr id="495" name="Google Shape;495;p38"/>
              <p:cNvSpPr/>
              <p:nvPr/>
            </p:nvSpPr>
            <p:spPr>
              <a:xfrm>
                <a:off x="3627175" y="2433000"/>
                <a:ext cx="164800" cy="156950"/>
              </a:xfrm>
              <a:custGeom>
                <a:rect b="b" l="l" r="r" t="t"/>
                <a:pathLst>
                  <a:path extrusionOk="0" h="6278" w="6592">
                    <a:moveTo>
                      <a:pt x="3829" y="0"/>
                    </a:moveTo>
                    <a:lnTo>
                      <a:pt x="3808" y="42"/>
                    </a:lnTo>
                    <a:lnTo>
                      <a:pt x="3599" y="105"/>
                    </a:lnTo>
                    <a:lnTo>
                      <a:pt x="3578" y="63"/>
                    </a:lnTo>
                    <a:lnTo>
                      <a:pt x="3390" y="168"/>
                    </a:lnTo>
                    <a:lnTo>
                      <a:pt x="3369" y="272"/>
                    </a:lnTo>
                    <a:lnTo>
                      <a:pt x="3390" y="398"/>
                    </a:lnTo>
                    <a:lnTo>
                      <a:pt x="3348" y="607"/>
                    </a:lnTo>
                    <a:lnTo>
                      <a:pt x="3181" y="796"/>
                    </a:lnTo>
                    <a:lnTo>
                      <a:pt x="3181" y="837"/>
                    </a:lnTo>
                    <a:lnTo>
                      <a:pt x="2992" y="900"/>
                    </a:lnTo>
                    <a:lnTo>
                      <a:pt x="2888" y="900"/>
                    </a:lnTo>
                    <a:lnTo>
                      <a:pt x="2783" y="879"/>
                    </a:lnTo>
                    <a:lnTo>
                      <a:pt x="2574" y="1005"/>
                    </a:lnTo>
                    <a:lnTo>
                      <a:pt x="2532" y="1089"/>
                    </a:lnTo>
                    <a:lnTo>
                      <a:pt x="2574" y="1151"/>
                    </a:lnTo>
                    <a:lnTo>
                      <a:pt x="2658" y="1193"/>
                    </a:lnTo>
                    <a:lnTo>
                      <a:pt x="2532" y="1298"/>
                    </a:lnTo>
                    <a:lnTo>
                      <a:pt x="2365" y="1319"/>
                    </a:lnTo>
                    <a:lnTo>
                      <a:pt x="2134" y="1298"/>
                    </a:lnTo>
                    <a:lnTo>
                      <a:pt x="2030" y="1235"/>
                    </a:lnTo>
                    <a:lnTo>
                      <a:pt x="1946" y="1298"/>
                    </a:lnTo>
                    <a:lnTo>
                      <a:pt x="1925" y="1214"/>
                    </a:lnTo>
                    <a:lnTo>
                      <a:pt x="1841" y="1151"/>
                    </a:lnTo>
                    <a:lnTo>
                      <a:pt x="1883" y="1047"/>
                    </a:lnTo>
                    <a:lnTo>
                      <a:pt x="1800" y="1026"/>
                    </a:lnTo>
                    <a:lnTo>
                      <a:pt x="1695" y="1047"/>
                    </a:lnTo>
                    <a:lnTo>
                      <a:pt x="1569" y="1047"/>
                    </a:lnTo>
                    <a:lnTo>
                      <a:pt x="1507" y="1026"/>
                    </a:lnTo>
                    <a:lnTo>
                      <a:pt x="1528" y="1151"/>
                    </a:lnTo>
                    <a:lnTo>
                      <a:pt x="1507" y="1214"/>
                    </a:lnTo>
                    <a:lnTo>
                      <a:pt x="1716" y="1402"/>
                    </a:lnTo>
                    <a:lnTo>
                      <a:pt x="1674" y="1444"/>
                    </a:lnTo>
                    <a:lnTo>
                      <a:pt x="1695" y="1528"/>
                    </a:lnTo>
                    <a:lnTo>
                      <a:pt x="1695" y="1633"/>
                    </a:lnTo>
                    <a:lnTo>
                      <a:pt x="1737" y="1716"/>
                    </a:lnTo>
                    <a:lnTo>
                      <a:pt x="1737" y="1821"/>
                    </a:lnTo>
                    <a:lnTo>
                      <a:pt x="1569" y="1779"/>
                    </a:lnTo>
                    <a:lnTo>
                      <a:pt x="1465" y="1821"/>
                    </a:lnTo>
                    <a:lnTo>
                      <a:pt x="1381" y="1779"/>
                    </a:lnTo>
                    <a:lnTo>
                      <a:pt x="1277" y="1821"/>
                    </a:lnTo>
                    <a:lnTo>
                      <a:pt x="1256" y="1758"/>
                    </a:lnTo>
                    <a:lnTo>
                      <a:pt x="1109" y="1863"/>
                    </a:lnTo>
                    <a:lnTo>
                      <a:pt x="963" y="1653"/>
                    </a:lnTo>
                    <a:lnTo>
                      <a:pt x="858" y="1633"/>
                    </a:lnTo>
                    <a:lnTo>
                      <a:pt x="733" y="1653"/>
                    </a:lnTo>
                    <a:lnTo>
                      <a:pt x="628" y="1758"/>
                    </a:lnTo>
                    <a:lnTo>
                      <a:pt x="565" y="1737"/>
                    </a:lnTo>
                    <a:lnTo>
                      <a:pt x="481" y="1779"/>
                    </a:lnTo>
                    <a:lnTo>
                      <a:pt x="440" y="1758"/>
                    </a:lnTo>
                    <a:lnTo>
                      <a:pt x="335" y="1758"/>
                    </a:lnTo>
                    <a:lnTo>
                      <a:pt x="251" y="1842"/>
                    </a:lnTo>
                    <a:lnTo>
                      <a:pt x="63" y="1863"/>
                    </a:lnTo>
                    <a:lnTo>
                      <a:pt x="0" y="1946"/>
                    </a:lnTo>
                    <a:lnTo>
                      <a:pt x="42" y="2030"/>
                    </a:lnTo>
                    <a:lnTo>
                      <a:pt x="147" y="1988"/>
                    </a:lnTo>
                    <a:lnTo>
                      <a:pt x="251" y="2030"/>
                    </a:lnTo>
                    <a:lnTo>
                      <a:pt x="272" y="2051"/>
                    </a:lnTo>
                    <a:lnTo>
                      <a:pt x="272" y="2051"/>
                    </a:lnTo>
                    <a:lnTo>
                      <a:pt x="147" y="2030"/>
                    </a:lnTo>
                    <a:lnTo>
                      <a:pt x="105" y="2051"/>
                    </a:lnTo>
                    <a:lnTo>
                      <a:pt x="126" y="2156"/>
                    </a:lnTo>
                    <a:lnTo>
                      <a:pt x="168" y="2072"/>
                    </a:lnTo>
                    <a:lnTo>
                      <a:pt x="230" y="2093"/>
                    </a:lnTo>
                    <a:lnTo>
                      <a:pt x="251" y="2177"/>
                    </a:lnTo>
                    <a:lnTo>
                      <a:pt x="209" y="2197"/>
                    </a:lnTo>
                    <a:lnTo>
                      <a:pt x="105" y="2239"/>
                    </a:lnTo>
                    <a:lnTo>
                      <a:pt x="105" y="2260"/>
                    </a:lnTo>
                    <a:lnTo>
                      <a:pt x="209" y="2260"/>
                    </a:lnTo>
                    <a:lnTo>
                      <a:pt x="230" y="2386"/>
                    </a:lnTo>
                    <a:lnTo>
                      <a:pt x="230" y="2469"/>
                    </a:lnTo>
                    <a:lnTo>
                      <a:pt x="335" y="2386"/>
                    </a:lnTo>
                    <a:lnTo>
                      <a:pt x="481" y="2386"/>
                    </a:lnTo>
                    <a:lnTo>
                      <a:pt x="670" y="2469"/>
                    </a:lnTo>
                    <a:lnTo>
                      <a:pt x="733" y="2511"/>
                    </a:lnTo>
                    <a:lnTo>
                      <a:pt x="774" y="2511"/>
                    </a:lnTo>
                    <a:lnTo>
                      <a:pt x="900" y="2595"/>
                    </a:lnTo>
                    <a:lnTo>
                      <a:pt x="1005" y="2511"/>
                    </a:lnTo>
                    <a:lnTo>
                      <a:pt x="1067" y="2553"/>
                    </a:lnTo>
                    <a:lnTo>
                      <a:pt x="1046" y="2595"/>
                    </a:lnTo>
                    <a:lnTo>
                      <a:pt x="1067" y="2658"/>
                    </a:lnTo>
                    <a:lnTo>
                      <a:pt x="1172" y="2595"/>
                    </a:lnTo>
                    <a:lnTo>
                      <a:pt x="1214" y="2658"/>
                    </a:lnTo>
                    <a:lnTo>
                      <a:pt x="1172" y="2762"/>
                    </a:lnTo>
                    <a:lnTo>
                      <a:pt x="1214" y="2825"/>
                    </a:lnTo>
                    <a:lnTo>
                      <a:pt x="1297" y="2825"/>
                    </a:lnTo>
                    <a:lnTo>
                      <a:pt x="1402" y="2783"/>
                    </a:lnTo>
                    <a:lnTo>
                      <a:pt x="1528" y="2783"/>
                    </a:lnTo>
                    <a:lnTo>
                      <a:pt x="1611" y="2888"/>
                    </a:lnTo>
                    <a:lnTo>
                      <a:pt x="1507" y="2825"/>
                    </a:lnTo>
                    <a:lnTo>
                      <a:pt x="1402" y="2825"/>
                    </a:lnTo>
                    <a:lnTo>
                      <a:pt x="1360" y="2930"/>
                    </a:lnTo>
                    <a:lnTo>
                      <a:pt x="1402" y="2972"/>
                    </a:lnTo>
                    <a:lnTo>
                      <a:pt x="1423" y="3076"/>
                    </a:lnTo>
                    <a:lnTo>
                      <a:pt x="1381" y="3181"/>
                    </a:lnTo>
                    <a:lnTo>
                      <a:pt x="1402" y="3244"/>
                    </a:lnTo>
                    <a:lnTo>
                      <a:pt x="1486" y="3244"/>
                    </a:lnTo>
                    <a:lnTo>
                      <a:pt x="1632" y="3432"/>
                    </a:lnTo>
                    <a:lnTo>
                      <a:pt x="1779" y="3453"/>
                    </a:lnTo>
                    <a:lnTo>
                      <a:pt x="1904" y="3537"/>
                    </a:lnTo>
                    <a:lnTo>
                      <a:pt x="1904" y="3641"/>
                    </a:lnTo>
                    <a:lnTo>
                      <a:pt x="1946" y="3725"/>
                    </a:lnTo>
                    <a:lnTo>
                      <a:pt x="1904" y="3830"/>
                    </a:lnTo>
                    <a:lnTo>
                      <a:pt x="1883" y="3850"/>
                    </a:lnTo>
                    <a:lnTo>
                      <a:pt x="1841" y="3934"/>
                    </a:lnTo>
                    <a:lnTo>
                      <a:pt x="1946" y="3955"/>
                    </a:lnTo>
                    <a:lnTo>
                      <a:pt x="2134" y="4081"/>
                    </a:lnTo>
                    <a:lnTo>
                      <a:pt x="2260" y="4436"/>
                    </a:lnTo>
                    <a:lnTo>
                      <a:pt x="2260" y="4436"/>
                    </a:lnTo>
                    <a:lnTo>
                      <a:pt x="2113" y="4269"/>
                    </a:lnTo>
                    <a:lnTo>
                      <a:pt x="2093" y="4143"/>
                    </a:lnTo>
                    <a:lnTo>
                      <a:pt x="1946" y="4081"/>
                    </a:lnTo>
                    <a:lnTo>
                      <a:pt x="1904" y="4122"/>
                    </a:lnTo>
                    <a:lnTo>
                      <a:pt x="1841" y="4394"/>
                    </a:lnTo>
                    <a:lnTo>
                      <a:pt x="1841" y="4604"/>
                    </a:lnTo>
                    <a:lnTo>
                      <a:pt x="1946" y="4687"/>
                    </a:lnTo>
                    <a:lnTo>
                      <a:pt x="1883" y="4750"/>
                    </a:lnTo>
                    <a:lnTo>
                      <a:pt x="1841" y="5127"/>
                    </a:lnTo>
                    <a:lnTo>
                      <a:pt x="1737" y="5482"/>
                    </a:lnTo>
                    <a:lnTo>
                      <a:pt x="1590" y="5545"/>
                    </a:lnTo>
                    <a:lnTo>
                      <a:pt x="1695" y="5608"/>
                    </a:lnTo>
                    <a:lnTo>
                      <a:pt x="1716" y="5629"/>
                    </a:lnTo>
                    <a:lnTo>
                      <a:pt x="1779" y="5629"/>
                    </a:lnTo>
                    <a:lnTo>
                      <a:pt x="1800" y="5754"/>
                    </a:lnTo>
                    <a:lnTo>
                      <a:pt x="1800" y="5859"/>
                    </a:lnTo>
                    <a:lnTo>
                      <a:pt x="1946" y="5838"/>
                    </a:lnTo>
                    <a:lnTo>
                      <a:pt x="2197" y="5922"/>
                    </a:lnTo>
                    <a:lnTo>
                      <a:pt x="2302" y="6047"/>
                    </a:lnTo>
                    <a:lnTo>
                      <a:pt x="2406" y="6006"/>
                    </a:lnTo>
                    <a:lnTo>
                      <a:pt x="2532" y="6131"/>
                    </a:lnTo>
                    <a:lnTo>
                      <a:pt x="2678" y="6131"/>
                    </a:lnTo>
                    <a:lnTo>
                      <a:pt x="2762" y="6152"/>
                    </a:lnTo>
                    <a:lnTo>
                      <a:pt x="2867" y="6047"/>
                    </a:lnTo>
                    <a:lnTo>
                      <a:pt x="3139" y="6047"/>
                    </a:lnTo>
                    <a:lnTo>
                      <a:pt x="3243" y="6110"/>
                    </a:lnTo>
                    <a:lnTo>
                      <a:pt x="3390" y="6068"/>
                    </a:lnTo>
                    <a:lnTo>
                      <a:pt x="3557" y="6173"/>
                    </a:lnTo>
                    <a:lnTo>
                      <a:pt x="3829" y="6152"/>
                    </a:lnTo>
                    <a:lnTo>
                      <a:pt x="4018" y="6257"/>
                    </a:lnTo>
                    <a:lnTo>
                      <a:pt x="4101" y="6278"/>
                    </a:lnTo>
                    <a:lnTo>
                      <a:pt x="4101" y="6236"/>
                    </a:lnTo>
                    <a:lnTo>
                      <a:pt x="4038" y="6068"/>
                    </a:lnTo>
                    <a:lnTo>
                      <a:pt x="4101" y="5859"/>
                    </a:lnTo>
                    <a:lnTo>
                      <a:pt x="4101" y="5796"/>
                    </a:lnTo>
                    <a:lnTo>
                      <a:pt x="4227" y="5650"/>
                    </a:lnTo>
                    <a:lnTo>
                      <a:pt x="4436" y="5441"/>
                    </a:lnTo>
                    <a:lnTo>
                      <a:pt x="4499" y="5441"/>
                    </a:lnTo>
                    <a:lnTo>
                      <a:pt x="4562" y="5503"/>
                    </a:lnTo>
                    <a:lnTo>
                      <a:pt x="4708" y="5503"/>
                    </a:lnTo>
                    <a:lnTo>
                      <a:pt x="4834" y="5587"/>
                    </a:lnTo>
                    <a:lnTo>
                      <a:pt x="4938" y="5587"/>
                    </a:lnTo>
                    <a:lnTo>
                      <a:pt x="5022" y="5524"/>
                    </a:lnTo>
                    <a:lnTo>
                      <a:pt x="5085" y="5503"/>
                    </a:lnTo>
                    <a:lnTo>
                      <a:pt x="5461" y="5734"/>
                    </a:lnTo>
                    <a:lnTo>
                      <a:pt x="5545" y="5817"/>
                    </a:lnTo>
                    <a:lnTo>
                      <a:pt x="5796" y="5817"/>
                    </a:lnTo>
                    <a:lnTo>
                      <a:pt x="5901" y="5734"/>
                    </a:lnTo>
                    <a:lnTo>
                      <a:pt x="5880" y="5692"/>
                    </a:lnTo>
                    <a:lnTo>
                      <a:pt x="5984" y="5545"/>
                    </a:lnTo>
                    <a:lnTo>
                      <a:pt x="6340" y="5294"/>
                    </a:lnTo>
                    <a:lnTo>
                      <a:pt x="6382" y="5273"/>
                    </a:lnTo>
                    <a:lnTo>
                      <a:pt x="6319" y="5169"/>
                    </a:lnTo>
                    <a:lnTo>
                      <a:pt x="6403" y="4980"/>
                    </a:lnTo>
                    <a:lnTo>
                      <a:pt x="6235" y="4980"/>
                    </a:lnTo>
                    <a:lnTo>
                      <a:pt x="6068" y="4855"/>
                    </a:lnTo>
                    <a:lnTo>
                      <a:pt x="6026" y="4562"/>
                    </a:lnTo>
                    <a:lnTo>
                      <a:pt x="5880" y="4394"/>
                    </a:lnTo>
                    <a:lnTo>
                      <a:pt x="5963" y="4332"/>
                    </a:lnTo>
                    <a:lnTo>
                      <a:pt x="6089" y="4290"/>
                    </a:lnTo>
                    <a:lnTo>
                      <a:pt x="6131" y="4122"/>
                    </a:lnTo>
                    <a:lnTo>
                      <a:pt x="6026" y="4018"/>
                    </a:lnTo>
                    <a:lnTo>
                      <a:pt x="6005" y="3850"/>
                    </a:lnTo>
                    <a:lnTo>
                      <a:pt x="6068" y="3809"/>
                    </a:lnTo>
                    <a:lnTo>
                      <a:pt x="6068" y="3725"/>
                    </a:lnTo>
                    <a:lnTo>
                      <a:pt x="5984" y="3662"/>
                    </a:lnTo>
                    <a:lnTo>
                      <a:pt x="5922" y="3516"/>
                    </a:lnTo>
                    <a:lnTo>
                      <a:pt x="5880" y="3411"/>
                    </a:lnTo>
                    <a:lnTo>
                      <a:pt x="5712" y="3411"/>
                    </a:lnTo>
                    <a:lnTo>
                      <a:pt x="5650" y="3453"/>
                    </a:lnTo>
                    <a:lnTo>
                      <a:pt x="5691" y="3620"/>
                    </a:lnTo>
                    <a:lnTo>
                      <a:pt x="5545" y="3662"/>
                    </a:lnTo>
                    <a:lnTo>
                      <a:pt x="5440" y="3662"/>
                    </a:lnTo>
                    <a:lnTo>
                      <a:pt x="5398" y="3558"/>
                    </a:lnTo>
                    <a:lnTo>
                      <a:pt x="5482" y="3537"/>
                    </a:lnTo>
                    <a:lnTo>
                      <a:pt x="5545" y="3537"/>
                    </a:lnTo>
                    <a:lnTo>
                      <a:pt x="5545" y="3432"/>
                    </a:lnTo>
                    <a:lnTo>
                      <a:pt x="5566" y="3244"/>
                    </a:lnTo>
                    <a:lnTo>
                      <a:pt x="5712" y="3013"/>
                    </a:lnTo>
                    <a:lnTo>
                      <a:pt x="5796" y="2993"/>
                    </a:lnTo>
                    <a:lnTo>
                      <a:pt x="5901" y="2825"/>
                    </a:lnTo>
                    <a:lnTo>
                      <a:pt x="6005" y="2783"/>
                    </a:lnTo>
                    <a:lnTo>
                      <a:pt x="6005" y="2679"/>
                    </a:lnTo>
                    <a:lnTo>
                      <a:pt x="5880" y="2616"/>
                    </a:lnTo>
                    <a:lnTo>
                      <a:pt x="5963" y="2511"/>
                    </a:lnTo>
                    <a:lnTo>
                      <a:pt x="6089" y="2511"/>
                    </a:lnTo>
                    <a:lnTo>
                      <a:pt x="6110" y="2595"/>
                    </a:lnTo>
                    <a:lnTo>
                      <a:pt x="6215" y="2595"/>
                    </a:lnTo>
                    <a:lnTo>
                      <a:pt x="6403" y="2553"/>
                    </a:lnTo>
                    <a:lnTo>
                      <a:pt x="6340" y="2449"/>
                    </a:lnTo>
                    <a:lnTo>
                      <a:pt x="6235" y="2365"/>
                    </a:lnTo>
                    <a:lnTo>
                      <a:pt x="6235" y="2197"/>
                    </a:lnTo>
                    <a:lnTo>
                      <a:pt x="6298" y="2030"/>
                    </a:lnTo>
                    <a:lnTo>
                      <a:pt x="6382" y="1946"/>
                    </a:lnTo>
                    <a:lnTo>
                      <a:pt x="6382" y="1842"/>
                    </a:lnTo>
                    <a:lnTo>
                      <a:pt x="6445" y="1674"/>
                    </a:lnTo>
                    <a:lnTo>
                      <a:pt x="6591" y="1549"/>
                    </a:lnTo>
                    <a:lnTo>
                      <a:pt x="6445" y="1465"/>
                    </a:lnTo>
                    <a:lnTo>
                      <a:pt x="6340" y="1465"/>
                    </a:lnTo>
                    <a:lnTo>
                      <a:pt x="6215" y="1402"/>
                    </a:lnTo>
                    <a:lnTo>
                      <a:pt x="6110" y="1444"/>
                    </a:lnTo>
                    <a:lnTo>
                      <a:pt x="6026" y="1402"/>
                    </a:lnTo>
                    <a:lnTo>
                      <a:pt x="5922" y="1402"/>
                    </a:lnTo>
                    <a:lnTo>
                      <a:pt x="5859" y="1444"/>
                    </a:lnTo>
                    <a:lnTo>
                      <a:pt x="5754" y="1361"/>
                    </a:lnTo>
                    <a:lnTo>
                      <a:pt x="5754" y="1298"/>
                    </a:lnTo>
                    <a:lnTo>
                      <a:pt x="5650" y="1214"/>
                    </a:lnTo>
                    <a:lnTo>
                      <a:pt x="5566" y="1235"/>
                    </a:lnTo>
                    <a:lnTo>
                      <a:pt x="5398" y="1193"/>
                    </a:lnTo>
                    <a:lnTo>
                      <a:pt x="5357" y="1089"/>
                    </a:lnTo>
                    <a:lnTo>
                      <a:pt x="5252" y="1089"/>
                    </a:lnTo>
                    <a:lnTo>
                      <a:pt x="5189" y="1130"/>
                    </a:lnTo>
                    <a:lnTo>
                      <a:pt x="5085" y="1047"/>
                    </a:lnTo>
                    <a:lnTo>
                      <a:pt x="4980" y="1026"/>
                    </a:lnTo>
                    <a:lnTo>
                      <a:pt x="4854" y="879"/>
                    </a:lnTo>
                    <a:lnTo>
                      <a:pt x="4771" y="837"/>
                    </a:lnTo>
                    <a:lnTo>
                      <a:pt x="4729" y="796"/>
                    </a:lnTo>
                    <a:lnTo>
                      <a:pt x="4645" y="796"/>
                    </a:lnTo>
                    <a:lnTo>
                      <a:pt x="4603" y="837"/>
                    </a:lnTo>
                    <a:lnTo>
                      <a:pt x="4457" y="775"/>
                    </a:lnTo>
                    <a:lnTo>
                      <a:pt x="4457" y="607"/>
                    </a:lnTo>
                    <a:lnTo>
                      <a:pt x="4394" y="586"/>
                    </a:lnTo>
                    <a:lnTo>
                      <a:pt x="4310" y="524"/>
                    </a:lnTo>
                    <a:lnTo>
                      <a:pt x="4227" y="524"/>
                    </a:lnTo>
                    <a:lnTo>
                      <a:pt x="4080" y="398"/>
                    </a:lnTo>
                    <a:lnTo>
                      <a:pt x="4038" y="293"/>
                    </a:lnTo>
                    <a:lnTo>
                      <a:pt x="3913" y="252"/>
                    </a:lnTo>
                    <a:lnTo>
                      <a:pt x="3892" y="63"/>
                    </a:lnTo>
                    <a:lnTo>
                      <a:pt x="382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38"/>
              <p:cNvSpPr/>
              <p:nvPr/>
            </p:nvSpPr>
            <p:spPr>
              <a:xfrm>
                <a:off x="3658200" y="2557475"/>
                <a:ext cx="70850" cy="44050"/>
              </a:xfrm>
              <a:custGeom>
                <a:rect b="b" l="l" r="r" t="t"/>
                <a:pathLst>
                  <a:path extrusionOk="0" h="1762" w="2834">
                    <a:moveTo>
                      <a:pt x="571" y="595"/>
                    </a:moveTo>
                    <a:lnTo>
                      <a:pt x="0" y="1119"/>
                    </a:lnTo>
                    <a:lnTo>
                      <a:pt x="1833" y="1762"/>
                    </a:lnTo>
                    <a:lnTo>
                      <a:pt x="2714" y="1476"/>
                    </a:lnTo>
                    <a:lnTo>
                      <a:pt x="2834" y="1071"/>
                    </a:lnTo>
                    <a:lnTo>
                      <a:pt x="1833" y="0"/>
                    </a:lnTo>
                    <a:close/>
                  </a:path>
                </a:pathLst>
              </a:custGeom>
              <a:solidFill>
                <a:schemeClr val="dk2"/>
              </a:solidFill>
              <a:ln>
                <a:noFill/>
              </a:ln>
            </p:spPr>
          </p:sp>
          <p:sp>
            <p:nvSpPr>
              <p:cNvPr id="497" name="Google Shape;497;p38"/>
              <p:cNvSpPr/>
              <p:nvPr/>
            </p:nvSpPr>
            <p:spPr>
              <a:xfrm>
                <a:off x="3719525" y="2432450"/>
                <a:ext cx="79750" cy="89900"/>
              </a:xfrm>
              <a:custGeom>
                <a:rect b="b" l="l" r="r" t="t"/>
                <a:pathLst>
                  <a:path extrusionOk="0" h="3596" w="3190">
                    <a:moveTo>
                      <a:pt x="0" y="167"/>
                    </a:moveTo>
                    <a:lnTo>
                      <a:pt x="261" y="0"/>
                    </a:lnTo>
                    <a:lnTo>
                      <a:pt x="1619" y="1095"/>
                    </a:lnTo>
                    <a:lnTo>
                      <a:pt x="2381" y="1286"/>
                    </a:lnTo>
                    <a:lnTo>
                      <a:pt x="3190" y="1429"/>
                    </a:lnTo>
                    <a:lnTo>
                      <a:pt x="2809" y="2595"/>
                    </a:lnTo>
                    <a:lnTo>
                      <a:pt x="2071" y="2429"/>
                    </a:lnTo>
                    <a:lnTo>
                      <a:pt x="1524" y="3596"/>
                    </a:lnTo>
                    <a:close/>
                  </a:path>
                </a:pathLst>
              </a:custGeom>
              <a:solidFill>
                <a:schemeClr val="dk2"/>
              </a:solidFill>
              <a:ln>
                <a:noFill/>
              </a:ln>
            </p:spPr>
          </p:sp>
        </p:grpSp>
        <p:grpSp>
          <p:nvGrpSpPr>
            <p:cNvPr id="498" name="Google Shape;498;p38"/>
            <p:cNvGrpSpPr/>
            <p:nvPr/>
          </p:nvGrpSpPr>
          <p:grpSpPr>
            <a:xfrm>
              <a:off x="3685682" y="2845624"/>
              <a:ext cx="29311" cy="45055"/>
              <a:chOff x="3561536" y="2585450"/>
              <a:chExt cx="61539" cy="99045"/>
            </a:xfrm>
          </p:grpSpPr>
          <p:sp>
            <p:nvSpPr>
              <p:cNvPr id="499" name="Google Shape;499;p38"/>
              <p:cNvSpPr/>
              <p:nvPr/>
            </p:nvSpPr>
            <p:spPr>
              <a:xfrm rot="192277">
                <a:off x="3564002" y="2593849"/>
                <a:ext cx="44498" cy="89472"/>
              </a:xfrm>
              <a:custGeom>
                <a:rect b="b" l="l" r="r" t="t"/>
                <a:pathLst>
                  <a:path extrusionOk="0" h="3579" w="1780">
                    <a:moveTo>
                      <a:pt x="628" y="1"/>
                    </a:moveTo>
                    <a:lnTo>
                      <a:pt x="356" y="22"/>
                    </a:lnTo>
                    <a:lnTo>
                      <a:pt x="377" y="147"/>
                    </a:lnTo>
                    <a:lnTo>
                      <a:pt x="461" y="357"/>
                    </a:lnTo>
                    <a:lnTo>
                      <a:pt x="440" y="712"/>
                    </a:lnTo>
                    <a:lnTo>
                      <a:pt x="440" y="775"/>
                    </a:lnTo>
                    <a:lnTo>
                      <a:pt x="419" y="943"/>
                    </a:lnTo>
                    <a:lnTo>
                      <a:pt x="482" y="1026"/>
                    </a:lnTo>
                    <a:lnTo>
                      <a:pt x="440" y="1131"/>
                    </a:lnTo>
                    <a:lnTo>
                      <a:pt x="356" y="1256"/>
                    </a:lnTo>
                    <a:lnTo>
                      <a:pt x="356" y="1445"/>
                    </a:lnTo>
                    <a:lnTo>
                      <a:pt x="231" y="1654"/>
                    </a:lnTo>
                    <a:lnTo>
                      <a:pt x="231" y="1759"/>
                    </a:lnTo>
                    <a:lnTo>
                      <a:pt x="64" y="1968"/>
                    </a:lnTo>
                    <a:lnTo>
                      <a:pt x="1" y="2303"/>
                    </a:lnTo>
                    <a:lnTo>
                      <a:pt x="1" y="2386"/>
                    </a:lnTo>
                    <a:lnTo>
                      <a:pt x="105" y="2386"/>
                    </a:lnTo>
                    <a:lnTo>
                      <a:pt x="168" y="2303"/>
                    </a:lnTo>
                    <a:lnTo>
                      <a:pt x="273" y="2219"/>
                    </a:lnTo>
                    <a:lnTo>
                      <a:pt x="252" y="2303"/>
                    </a:lnTo>
                    <a:lnTo>
                      <a:pt x="315" y="2344"/>
                    </a:lnTo>
                    <a:lnTo>
                      <a:pt x="126" y="2428"/>
                    </a:lnTo>
                    <a:lnTo>
                      <a:pt x="126" y="2554"/>
                    </a:lnTo>
                    <a:lnTo>
                      <a:pt x="168" y="2616"/>
                    </a:lnTo>
                    <a:lnTo>
                      <a:pt x="252" y="2533"/>
                    </a:lnTo>
                    <a:lnTo>
                      <a:pt x="419" y="2533"/>
                    </a:lnTo>
                    <a:lnTo>
                      <a:pt x="336" y="2616"/>
                    </a:lnTo>
                    <a:lnTo>
                      <a:pt x="377" y="2763"/>
                    </a:lnTo>
                    <a:lnTo>
                      <a:pt x="336" y="2909"/>
                    </a:lnTo>
                    <a:lnTo>
                      <a:pt x="336" y="3223"/>
                    </a:lnTo>
                    <a:lnTo>
                      <a:pt x="273" y="3432"/>
                    </a:lnTo>
                    <a:lnTo>
                      <a:pt x="231" y="3495"/>
                    </a:lnTo>
                    <a:lnTo>
                      <a:pt x="273" y="3537"/>
                    </a:lnTo>
                    <a:lnTo>
                      <a:pt x="440" y="3432"/>
                    </a:lnTo>
                    <a:lnTo>
                      <a:pt x="691" y="3495"/>
                    </a:lnTo>
                    <a:lnTo>
                      <a:pt x="796" y="3579"/>
                    </a:lnTo>
                    <a:lnTo>
                      <a:pt x="963" y="3474"/>
                    </a:lnTo>
                    <a:lnTo>
                      <a:pt x="1110" y="3474"/>
                    </a:lnTo>
                    <a:lnTo>
                      <a:pt x="1152" y="3432"/>
                    </a:lnTo>
                    <a:lnTo>
                      <a:pt x="1152" y="3286"/>
                    </a:lnTo>
                    <a:lnTo>
                      <a:pt x="1068" y="3160"/>
                    </a:lnTo>
                    <a:lnTo>
                      <a:pt x="1193" y="2909"/>
                    </a:lnTo>
                    <a:lnTo>
                      <a:pt x="1319" y="2805"/>
                    </a:lnTo>
                    <a:lnTo>
                      <a:pt x="1361" y="2658"/>
                    </a:lnTo>
                    <a:lnTo>
                      <a:pt x="1214" y="2658"/>
                    </a:lnTo>
                    <a:lnTo>
                      <a:pt x="1152" y="2512"/>
                    </a:lnTo>
                    <a:lnTo>
                      <a:pt x="1319" y="2323"/>
                    </a:lnTo>
                    <a:lnTo>
                      <a:pt x="1319" y="2093"/>
                    </a:lnTo>
                    <a:lnTo>
                      <a:pt x="1193" y="2010"/>
                    </a:lnTo>
                    <a:lnTo>
                      <a:pt x="1047" y="1717"/>
                    </a:lnTo>
                    <a:lnTo>
                      <a:pt x="1172" y="1696"/>
                    </a:lnTo>
                    <a:lnTo>
                      <a:pt x="1277" y="1696"/>
                    </a:lnTo>
                    <a:lnTo>
                      <a:pt x="1424" y="1487"/>
                    </a:lnTo>
                    <a:lnTo>
                      <a:pt x="1319" y="1382"/>
                    </a:lnTo>
                    <a:lnTo>
                      <a:pt x="1465" y="1277"/>
                    </a:lnTo>
                    <a:lnTo>
                      <a:pt x="1465" y="922"/>
                    </a:lnTo>
                    <a:lnTo>
                      <a:pt x="1424" y="754"/>
                    </a:lnTo>
                    <a:lnTo>
                      <a:pt x="1675" y="545"/>
                    </a:lnTo>
                    <a:lnTo>
                      <a:pt x="1737" y="545"/>
                    </a:lnTo>
                    <a:lnTo>
                      <a:pt x="1779" y="440"/>
                    </a:lnTo>
                    <a:lnTo>
                      <a:pt x="1675" y="252"/>
                    </a:lnTo>
                    <a:lnTo>
                      <a:pt x="1633" y="127"/>
                    </a:lnTo>
                    <a:lnTo>
                      <a:pt x="1382" y="85"/>
                    </a:lnTo>
                    <a:lnTo>
                      <a:pt x="1277" y="210"/>
                    </a:lnTo>
                    <a:lnTo>
                      <a:pt x="942" y="127"/>
                    </a:lnTo>
                    <a:lnTo>
                      <a:pt x="754" y="231"/>
                    </a:lnTo>
                    <a:lnTo>
                      <a:pt x="691" y="147"/>
                    </a:lnTo>
                    <a:lnTo>
                      <a:pt x="733" y="22"/>
                    </a:lnTo>
                    <a:lnTo>
                      <a:pt x="62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38"/>
              <p:cNvSpPr/>
              <p:nvPr/>
            </p:nvSpPr>
            <p:spPr>
              <a:xfrm>
                <a:off x="3580800" y="2585450"/>
                <a:ext cx="42275" cy="93450"/>
              </a:xfrm>
              <a:custGeom>
                <a:rect b="b" l="l" r="r" t="t"/>
                <a:pathLst>
                  <a:path extrusionOk="0" h="3738" w="1691">
                    <a:moveTo>
                      <a:pt x="453" y="0"/>
                    </a:moveTo>
                    <a:lnTo>
                      <a:pt x="0" y="547"/>
                    </a:lnTo>
                    <a:lnTo>
                      <a:pt x="0" y="3429"/>
                    </a:lnTo>
                    <a:lnTo>
                      <a:pt x="429" y="3738"/>
                    </a:lnTo>
                    <a:lnTo>
                      <a:pt x="1691" y="2714"/>
                    </a:lnTo>
                    <a:lnTo>
                      <a:pt x="1691" y="500"/>
                    </a:lnTo>
                    <a:close/>
                  </a:path>
                </a:pathLst>
              </a:custGeom>
              <a:solidFill>
                <a:schemeClr val="dk2"/>
              </a:solidFill>
              <a:ln>
                <a:noFill/>
              </a:ln>
            </p:spPr>
          </p:sp>
        </p:grpSp>
        <p:grpSp>
          <p:nvGrpSpPr>
            <p:cNvPr id="501" name="Google Shape;501;p38"/>
            <p:cNvGrpSpPr/>
            <p:nvPr/>
          </p:nvGrpSpPr>
          <p:grpSpPr>
            <a:xfrm>
              <a:off x="3849905" y="2572252"/>
              <a:ext cx="74339" cy="119559"/>
              <a:chOff x="3906325" y="1984500"/>
              <a:chExt cx="156075" cy="262825"/>
            </a:xfrm>
          </p:grpSpPr>
          <p:sp>
            <p:nvSpPr>
              <p:cNvPr id="502" name="Google Shape;502;p38"/>
              <p:cNvSpPr/>
              <p:nvPr/>
            </p:nvSpPr>
            <p:spPr>
              <a:xfrm>
                <a:off x="3906325" y="1984500"/>
                <a:ext cx="100825" cy="124200"/>
              </a:xfrm>
              <a:custGeom>
                <a:rect b="b" l="l" r="r" t="t"/>
                <a:pathLst>
                  <a:path extrusionOk="0" h="4968" w="4033">
                    <a:moveTo>
                      <a:pt x="2901" y="4968"/>
                    </a:moveTo>
                    <a:lnTo>
                      <a:pt x="1524" y="4673"/>
                    </a:lnTo>
                    <a:lnTo>
                      <a:pt x="0" y="1771"/>
                    </a:lnTo>
                    <a:lnTo>
                      <a:pt x="737" y="886"/>
                    </a:lnTo>
                    <a:lnTo>
                      <a:pt x="2508" y="1181"/>
                    </a:lnTo>
                    <a:lnTo>
                      <a:pt x="2655" y="345"/>
                    </a:lnTo>
                    <a:lnTo>
                      <a:pt x="3442" y="0"/>
                    </a:lnTo>
                    <a:lnTo>
                      <a:pt x="4033" y="443"/>
                    </a:lnTo>
                    <a:close/>
                  </a:path>
                </a:pathLst>
              </a:custGeom>
              <a:solidFill>
                <a:schemeClr val="dk2"/>
              </a:solidFill>
              <a:ln>
                <a:noFill/>
              </a:ln>
            </p:spPr>
          </p:sp>
          <p:sp>
            <p:nvSpPr>
              <p:cNvPr id="503" name="Google Shape;503;p38"/>
              <p:cNvSpPr/>
              <p:nvPr/>
            </p:nvSpPr>
            <p:spPr>
              <a:xfrm>
                <a:off x="3919575" y="1989950"/>
                <a:ext cx="142825" cy="257375"/>
              </a:xfrm>
              <a:custGeom>
                <a:rect b="b" l="l" r="r" t="t"/>
                <a:pathLst>
                  <a:path extrusionOk="0" h="10295" w="5713">
                    <a:moveTo>
                      <a:pt x="2867" y="0"/>
                    </a:moveTo>
                    <a:lnTo>
                      <a:pt x="2762" y="105"/>
                    </a:lnTo>
                    <a:lnTo>
                      <a:pt x="2762" y="147"/>
                    </a:lnTo>
                    <a:lnTo>
                      <a:pt x="2679" y="189"/>
                    </a:lnTo>
                    <a:lnTo>
                      <a:pt x="2532" y="147"/>
                    </a:lnTo>
                    <a:lnTo>
                      <a:pt x="2386" y="209"/>
                    </a:lnTo>
                    <a:lnTo>
                      <a:pt x="2386" y="293"/>
                    </a:lnTo>
                    <a:lnTo>
                      <a:pt x="2323" y="419"/>
                    </a:lnTo>
                    <a:lnTo>
                      <a:pt x="2239" y="461"/>
                    </a:lnTo>
                    <a:lnTo>
                      <a:pt x="2281" y="544"/>
                    </a:lnTo>
                    <a:lnTo>
                      <a:pt x="2260" y="628"/>
                    </a:lnTo>
                    <a:lnTo>
                      <a:pt x="2239" y="921"/>
                    </a:lnTo>
                    <a:lnTo>
                      <a:pt x="2281" y="1088"/>
                    </a:lnTo>
                    <a:lnTo>
                      <a:pt x="2344" y="1193"/>
                    </a:lnTo>
                    <a:lnTo>
                      <a:pt x="2281" y="1277"/>
                    </a:lnTo>
                    <a:lnTo>
                      <a:pt x="2177" y="1360"/>
                    </a:lnTo>
                    <a:lnTo>
                      <a:pt x="2072" y="1360"/>
                    </a:lnTo>
                    <a:lnTo>
                      <a:pt x="1967" y="1444"/>
                    </a:lnTo>
                    <a:lnTo>
                      <a:pt x="1905" y="1486"/>
                    </a:lnTo>
                    <a:lnTo>
                      <a:pt x="1821" y="1611"/>
                    </a:lnTo>
                    <a:lnTo>
                      <a:pt x="1674" y="1590"/>
                    </a:lnTo>
                    <a:lnTo>
                      <a:pt x="1507" y="1465"/>
                    </a:lnTo>
                    <a:lnTo>
                      <a:pt x="1381" y="1465"/>
                    </a:lnTo>
                    <a:lnTo>
                      <a:pt x="1298" y="1549"/>
                    </a:lnTo>
                    <a:lnTo>
                      <a:pt x="1151" y="1674"/>
                    </a:lnTo>
                    <a:lnTo>
                      <a:pt x="900" y="1674"/>
                    </a:lnTo>
                    <a:lnTo>
                      <a:pt x="733" y="1590"/>
                    </a:lnTo>
                    <a:lnTo>
                      <a:pt x="670" y="1465"/>
                    </a:lnTo>
                    <a:lnTo>
                      <a:pt x="607" y="1339"/>
                    </a:lnTo>
                    <a:lnTo>
                      <a:pt x="377" y="1130"/>
                    </a:lnTo>
                    <a:lnTo>
                      <a:pt x="293" y="984"/>
                    </a:lnTo>
                    <a:lnTo>
                      <a:pt x="189" y="963"/>
                    </a:lnTo>
                    <a:lnTo>
                      <a:pt x="105" y="1046"/>
                    </a:lnTo>
                    <a:lnTo>
                      <a:pt x="84" y="1151"/>
                    </a:lnTo>
                    <a:lnTo>
                      <a:pt x="105" y="1214"/>
                    </a:lnTo>
                    <a:lnTo>
                      <a:pt x="84" y="1256"/>
                    </a:lnTo>
                    <a:lnTo>
                      <a:pt x="42" y="1214"/>
                    </a:lnTo>
                    <a:lnTo>
                      <a:pt x="1" y="1256"/>
                    </a:lnTo>
                    <a:lnTo>
                      <a:pt x="105" y="1360"/>
                    </a:lnTo>
                    <a:lnTo>
                      <a:pt x="273" y="1423"/>
                    </a:lnTo>
                    <a:lnTo>
                      <a:pt x="482" y="1674"/>
                    </a:lnTo>
                    <a:lnTo>
                      <a:pt x="628" y="1779"/>
                    </a:lnTo>
                    <a:lnTo>
                      <a:pt x="879" y="1800"/>
                    </a:lnTo>
                    <a:lnTo>
                      <a:pt x="942" y="1841"/>
                    </a:lnTo>
                    <a:lnTo>
                      <a:pt x="1026" y="1883"/>
                    </a:lnTo>
                    <a:lnTo>
                      <a:pt x="1130" y="2009"/>
                    </a:lnTo>
                    <a:lnTo>
                      <a:pt x="1193" y="2113"/>
                    </a:lnTo>
                    <a:lnTo>
                      <a:pt x="1298" y="2113"/>
                    </a:lnTo>
                    <a:lnTo>
                      <a:pt x="1402" y="2239"/>
                    </a:lnTo>
                    <a:lnTo>
                      <a:pt x="1465" y="2239"/>
                    </a:lnTo>
                    <a:lnTo>
                      <a:pt x="1528" y="2323"/>
                    </a:lnTo>
                    <a:lnTo>
                      <a:pt x="1465" y="2427"/>
                    </a:lnTo>
                    <a:lnTo>
                      <a:pt x="1507" y="2574"/>
                    </a:lnTo>
                    <a:lnTo>
                      <a:pt x="1444" y="2720"/>
                    </a:lnTo>
                    <a:lnTo>
                      <a:pt x="1444" y="2825"/>
                    </a:lnTo>
                    <a:lnTo>
                      <a:pt x="1612" y="2825"/>
                    </a:lnTo>
                    <a:lnTo>
                      <a:pt x="1633" y="2950"/>
                    </a:lnTo>
                    <a:lnTo>
                      <a:pt x="1591" y="3034"/>
                    </a:lnTo>
                    <a:lnTo>
                      <a:pt x="1612" y="3181"/>
                    </a:lnTo>
                    <a:lnTo>
                      <a:pt x="1653" y="3285"/>
                    </a:lnTo>
                    <a:lnTo>
                      <a:pt x="1695" y="3494"/>
                    </a:lnTo>
                    <a:lnTo>
                      <a:pt x="1653" y="3599"/>
                    </a:lnTo>
                    <a:lnTo>
                      <a:pt x="1695" y="3683"/>
                    </a:lnTo>
                    <a:lnTo>
                      <a:pt x="1695" y="3913"/>
                    </a:lnTo>
                    <a:lnTo>
                      <a:pt x="1653" y="3997"/>
                    </a:lnTo>
                    <a:lnTo>
                      <a:pt x="1716" y="4143"/>
                    </a:lnTo>
                    <a:lnTo>
                      <a:pt x="1821" y="4185"/>
                    </a:lnTo>
                    <a:lnTo>
                      <a:pt x="1925" y="4394"/>
                    </a:lnTo>
                    <a:lnTo>
                      <a:pt x="1967" y="4478"/>
                    </a:lnTo>
                    <a:lnTo>
                      <a:pt x="1967" y="4603"/>
                    </a:lnTo>
                    <a:lnTo>
                      <a:pt x="1988" y="4645"/>
                    </a:lnTo>
                    <a:lnTo>
                      <a:pt x="2093" y="4645"/>
                    </a:lnTo>
                    <a:lnTo>
                      <a:pt x="2197" y="4750"/>
                    </a:lnTo>
                    <a:lnTo>
                      <a:pt x="2407" y="4750"/>
                    </a:lnTo>
                    <a:lnTo>
                      <a:pt x="2574" y="4875"/>
                    </a:lnTo>
                    <a:lnTo>
                      <a:pt x="2490" y="4938"/>
                    </a:lnTo>
                    <a:lnTo>
                      <a:pt x="2553" y="5022"/>
                    </a:lnTo>
                    <a:lnTo>
                      <a:pt x="2553" y="5189"/>
                    </a:lnTo>
                    <a:lnTo>
                      <a:pt x="2490" y="5231"/>
                    </a:lnTo>
                    <a:lnTo>
                      <a:pt x="2679" y="5378"/>
                    </a:lnTo>
                    <a:lnTo>
                      <a:pt x="2553" y="5357"/>
                    </a:lnTo>
                    <a:lnTo>
                      <a:pt x="2490" y="5378"/>
                    </a:lnTo>
                    <a:lnTo>
                      <a:pt x="2658" y="5524"/>
                    </a:lnTo>
                    <a:lnTo>
                      <a:pt x="2658" y="5587"/>
                    </a:lnTo>
                    <a:lnTo>
                      <a:pt x="2469" y="5482"/>
                    </a:lnTo>
                    <a:lnTo>
                      <a:pt x="2302" y="5482"/>
                    </a:lnTo>
                    <a:lnTo>
                      <a:pt x="2156" y="5587"/>
                    </a:lnTo>
                    <a:lnTo>
                      <a:pt x="2156" y="5691"/>
                    </a:lnTo>
                    <a:lnTo>
                      <a:pt x="2051" y="5796"/>
                    </a:lnTo>
                    <a:lnTo>
                      <a:pt x="2051" y="5880"/>
                    </a:lnTo>
                    <a:lnTo>
                      <a:pt x="1988" y="5901"/>
                    </a:lnTo>
                    <a:lnTo>
                      <a:pt x="1821" y="6089"/>
                    </a:lnTo>
                    <a:lnTo>
                      <a:pt x="1779" y="6277"/>
                    </a:lnTo>
                    <a:lnTo>
                      <a:pt x="1737" y="6298"/>
                    </a:lnTo>
                    <a:lnTo>
                      <a:pt x="1716" y="6256"/>
                    </a:lnTo>
                    <a:lnTo>
                      <a:pt x="1653" y="6256"/>
                    </a:lnTo>
                    <a:lnTo>
                      <a:pt x="1716" y="6361"/>
                    </a:lnTo>
                    <a:lnTo>
                      <a:pt x="1674" y="6445"/>
                    </a:lnTo>
                    <a:lnTo>
                      <a:pt x="1549" y="6445"/>
                    </a:lnTo>
                    <a:lnTo>
                      <a:pt x="1465" y="6549"/>
                    </a:lnTo>
                    <a:lnTo>
                      <a:pt x="1507" y="6717"/>
                    </a:lnTo>
                    <a:lnTo>
                      <a:pt x="1570" y="6759"/>
                    </a:lnTo>
                    <a:lnTo>
                      <a:pt x="1444" y="6717"/>
                    </a:lnTo>
                    <a:lnTo>
                      <a:pt x="1402" y="6654"/>
                    </a:lnTo>
                    <a:lnTo>
                      <a:pt x="1319" y="6696"/>
                    </a:lnTo>
                    <a:lnTo>
                      <a:pt x="1256" y="6821"/>
                    </a:lnTo>
                    <a:lnTo>
                      <a:pt x="1298" y="6884"/>
                    </a:lnTo>
                    <a:lnTo>
                      <a:pt x="1214" y="6842"/>
                    </a:lnTo>
                    <a:lnTo>
                      <a:pt x="1193" y="6905"/>
                    </a:lnTo>
                    <a:lnTo>
                      <a:pt x="1256" y="6968"/>
                    </a:lnTo>
                    <a:lnTo>
                      <a:pt x="1256" y="7031"/>
                    </a:lnTo>
                    <a:lnTo>
                      <a:pt x="1193" y="7114"/>
                    </a:lnTo>
                    <a:lnTo>
                      <a:pt x="1151" y="7156"/>
                    </a:lnTo>
                    <a:lnTo>
                      <a:pt x="1047" y="7219"/>
                    </a:lnTo>
                    <a:lnTo>
                      <a:pt x="1005" y="7177"/>
                    </a:lnTo>
                    <a:lnTo>
                      <a:pt x="984" y="7135"/>
                    </a:lnTo>
                    <a:lnTo>
                      <a:pt x="900" y="7114"/>
                    </a:lnTo>
                    <a:lnTo>
                      <a:pt x="817" y="7135"/>
                    </a:lnTo>
                    <a:lnTo>
                      <a:pt x="837" y="7240"/>
                    </a:lnTo>
                    <a:lnTo>
                      <a:pt x="796" y="7282"/>
                    </a:lnTo>
                    <a:lnTo>
                      <a:pt x="837" y="7386"/>
                    </a:lnTo>
                    <a:lnTo>
                      <a:pt x="796" y="7491"/>
                    </a:lnTo>
                    <a:lnTo>
                      <a:pt x="733" y="7533"/>
                    </a:lnTo>
                    <a:lnTo>
                      <a:pt x="691" y="7637"/>
                    </a:lnTo>
                    <a:lnTo>
                      <a:pt x="733" y="7742"/>
                    </a:lnTo>
                    <a:lnTo>
                      <a:pt x="775" y="7763"/>
                    </a:lnTo>
                    <a:lnTo>
                      <a:pt x="733" y="7867"/>
                    </a:lnTo>
                    <a:lnTo>
                      <a:pt x="775" y="7951"/>
                    </a:lnTo>
                    <a:lnTo>
                      <a:pt x="858" y="7909"/>
                    </a:lnTo>
                    <a:lnTo>
                      <a:pt x="900" y="7972"/>
                    </a:lnTo>
                    <a:lnTo>
                      <a:pt x="879" y="8098"/>
                    </a:lnTo>
                    <a:lnTo>
                      <a:pt x="837" y="8160"/>
                    </a:lnTo>
                    <a:lnTo>
                      <a:pt x="879" y="8265"/>
                    </a:lnTo>
                    <a:lnTo>
                      <a:pt x="837" y="8307"/>
                    </a:lnTo>
                    <a:lnTo>
                      <a:pt x="942" y="8495"/>
                    </a:lnTo>
                    <a:lnTo>
                      <a:pt x="1005" y="8537"/>
                    </a:lnTo>
                    <a:lnTo>
                      <a:pt x="942" y="8621"/>
                    </a:lnTo>
                    <a:lnTo>
                      <a:pt x="1026" y="8746"/>
                    </a:lnTo>
                    <a:lnTo>
                      <a:pt x="942" y="8788"/>
                    </a:lnTo>
                    <a:lnTo>
                      <a:pt x="984" y="8955"/>
                    </a:lnTo>
                    <a:lnTo>
                      <a:pt x="942" y="9039"/>
                    </a:lnTo>
                    <a:lnTo>
                      <a:pt x="942" y="9269"/>
                    </a:lnTo>
                    <a:lnTo>
                      <a:pt x="1005" y="9353"/>
                    </a:lnTo>
                    <a:lnTo>
                      <a:pt x="942" y="9479"/>
                    </a:lnTo>
                    <a:lnTo>
                      <a:pt x="942" y="9562"/>
                    </a:lnTo>
                    <a:lnTo>
                      <a:pt x="1005" y="9625"/>
                    </a:lnTo>
                    <a:lnTo>
                      <a:pt x="1151" y="9541"/>
                    </a:lnTo>
                    <a:lnTo>
                      <a:pt x="1214" y="9583"/>
                    </a:lnTo>
                    <a:lnTo>
                      <a:pt x="1235" y="9520"/>
                    </a:lnTo>
                    <a:lnTo>
                      <a:pt x="1361" y="9646"/>
                    </a:lnTo>
                    <a:lnTo>
                      <a:pt x="1444" y="9625"/>
                    </a:lnTo>
                    <a:lnTo>
                      <a:pt x="1528" y="9688"/>
                    </a:lnTo>
                    <a:lnTo>
                      <a:pt x="1674" y="9667"/>
                    </a:lnTo>
                    <a:lnTo>
                      <a:pt x="1737" y="9688"/>
                    </a:lnTo>
                    <a:lnTo>
                      <a:pt x="1674" y="9772"/>
                    </a:lnTo>
                    <a:lnTo>
                      <a:pt x="1737" y="9772"/>
                    </a:lnTo>
                    <a:lnTo>
                      <a:pt x="1863" y="9667"/>
                    </a:lnTo>
                    <a:lnTo>
                      <a:pt x="1863" y="9751"/>
                    </a:lnTo>
                    <a:lnTo>
                      <a:pt x="1779" y="9855"/>
                    </a:lnTo>
                    <a:lnTo>
                      <a:pt x="1946" y="10064"/>
                    </a:lnTo>
                    <a:lnTo>
                      <a:pt x="1967" y="10148"/>
                    </a:lnTo>
                    <a:lnTo>
                      <a:pt x="1946" y="10274"/>
                    </a:lnTo>
                    <a:lnTo>
                      <a:pt x="1967" y="10295"/>
                    </a:lnTo>
                    <a:lnTo>
                      <a:pt x="2030" y="10148"/>
                    </a:lnTo>
                    <a:lnTo>
                      <a:pt x="2114" y="10106"/>
                    </a:lnTo>
                    <a:lnTo>
                      <a:pt x="2135" y="10190"/>
                    </a:lnTo>
                    <a:lnTo>
                      <a:pt x="2239" y="10148"/>
                    </a:lnTo>
                    <a:lnTo>
                      <a:pt x="2323" y="10148"/>
                    </a:lnTo>
                    <a:lnTo>
                      <a:pt x="2490" y="10002"/>
                    </a:lnTo>
                    <a:lnTo>
                      <a:pt x="2595" y="10002"/>
                    </a:lnTo>
                    <a:lnTo>
                      <a:pt x="2825" y="9855"/>
                    </a:lnTo>
                    <a:lnTo>
                      <a:pt x="2867" y="9792"/>
                    </a:lnTo>
                    <a:lnTo>
                      <a:pt x="3014" y="9855"/>
                    </a:lnTo>
                    <a:lnTo>
                      <a:pt x="3118" y="9834"/>
                    </a:lnTo>
                    <a:lnTo>
                      <a:pt x="3223" y="9688"/>
                    </a:lnTo>
                    <a:lnTo>
                      <a:pt x="3244" y="9751"/>
                    </a:lnTo>
                    <a:lnTo>
                      <a:pt x="3202" y="9855"/>
                    </a:lnTo>
                    <a:lnTo>
                      <a:pt x="3244" y="9876"/>
                    </a:lnTo>
                    <a:lnTo>
                      <a:pt x="3306" y="9751"/>
                    </a:lnTo>
                    <a:lnTo>
                      <a:pt x="3348" y="9772"/>
                    </a:lnTo>
                    <a:lnTo>
                      <a:pt x="3306" y="9646"/>
                    </a:lnTo>
                    <a:lnTo>
                      <a:pt x="3348" y="9583"/>
                    </a:lnTo>
                    <a:lnTo>
                      <a:pt x="3411" y="9688"/>
                    </a:lnTo>
                    <a:lnTo>
                      <a:pt x="3453" y="9688"/>
                    </a:lnTo>
                    <a:lnTo>
                      <a:pt x="3495" y="9625"/>
                    </a:lnTo>
                    <a:lnTo>
                      <a:pt x="3537" y="9751"/>
                    </a:lnTo>
                    <a:lnTo>
                      <a:pt x="3620" y="9730"/>
                    </a:lnTo>
                    <a:lnTo>
                      <a:pt x="3620" y="9646"/>
                    </a:lnTo>
                    <a:lnTo>
                      <a:pt x="3662" y="9667"/>
                    </a:lnTo>
                    <a:lnTo>
                      <a:pt x="3704" y="9730"/>
                    </a:lnTo>
                    <a:lnTo>
                      <a:pt x="3767" y="9646"/>
                    </a:lnTo>
                    <a:lnTo>
                      <a:pt x="3934" y="9625"/>
                    </a:lnTo>
                    <a:lnTo>
                      <a:pt x="4018" y="9688"/>
                    </a:lnTo>
                    <a:lnTo>
                      <a:pt x="4206" y="9667"/>
                    </a:lnTo>
                    <a:lnTo>
                      <a:pt x="4206" y="9625"/>
                    </a:lnTo>
                    <a:lnTo>
                      <a:pt x="4143" y="9562"/>
                    </a:lnTo>
                    <a:lnTo>
                      <a:pt x="4206" y="9541"/>
                    </a:lnTo>
                    <a:lnTo>
                      <a:pt x="4269" y="9562"/>
                    </a:lnTo>
                    <a:lnTo>
                      <a:pt x="4311" y="9646"/>
                    </a:lnTo>
                    <a:lnTo>
                      <a:pt x="4415" y="9667"/>
                    </a:lnTo>
                    <a:lnTo>
                      <a:pt x="4457" y="9562"/>
                    </a:lnTo>
                    <a:lnTo>
                      <a:pt x="4436" y="9416"/>
                    </a:lnTo>
                    <a:lnTo>
                      <a:pt x="4687" y="9144"/>
                    </a:lnTo>
                    <a:lnTo>
                      <a:pt x="4876" y="9123"/>
                    </a:lnTo>
                    <a:lnTo>
                      <a:pt x="5043" y="8872"/>
                    </a:lnTo>
                    <a:lnTo>
                      <a:pt x="5190" y="8621"/>
                    </a:lnTo>
                    <a:lnTo>
                      <a:pt x="5315" y="8349"/>
                    </a:lnTo>
                    <a:lnTo>
                      <a:pt x="5566" y="7951"/>
                    </a:lnTo>
                    <a:lnTo>
                      <a:pt x="5713" y="7533"/>
                    </a:lnTo>
                    <a:lnTo>
                      <a:pt x="5692" y="7344"/>
                    </a:lnTo>
                    <a:lnTo>
                      <a:pt x="5420" y="7051"/>
                    </a:lnTo>
                    <a:lnTo>
                      <a:pt x="5273" y="7010"/>
                    </a:lnTo>
                    <a:lnTo>
                      <a:pt x="5001" y="6633"/>
                    </a:lnTo>
                    <a:lnTo>
                      <a:pt x="5064" y="6466"/>
                    </a:lnTo>
                    <a:lnTo>
                      <a:pt x="5169" y="6298"/>
                    </a:lnTo>
                    <a:lnTo>
                      <a:pt x="5169" y="6110"/>
                    </a:lnTo>
                    <a:lnTo>
                      <a:pt x="4980" y="5984"/>
                    </a:lnTo>
                    <a:lnTo>
                      <a:pt x="4938" y="5859"/>
                    </a:lnTo>
                    <a:lnTo>
                      <a:pt x="4938" y="5650"/>
                    </a:lnTo>
                    <a:lnTo>
                      <a:pt x="4980" y="5587"/>
                    </a:lnTo>
                    <a:lnTo>
                      <a:pt x="4938" y="5482"/>
                    </a:lnTo>
                    <a:lnTo>
                      <a:pt x="4792" y="5461"/>
                    </a:lnTo>
                    <a:lnTo>
                      <a:pt x="4729" y="5357"/>
                    </a:lnTo>
                    <a:lnTo>
                      <a:pt x="4729" y="5168"/>
                    </a:lnTo>
                    <a:lnTo>
                      <a:pt x="4792" y="5064"/>
                    </a:lnTo>
                    <a:lnTo>
                      <a:pt x="4687" y="5043"/>
                    </a:lnTo>
                    <a:lnTo>
                      <a:pt x="4687" y="4938"/>
                    </a:lnTo>
                    <a:lnTo>
                      <a:pt x="4729" y="4582"/>
                    </a:lnTo>
                    <a:lnTo>
                      <a:pt x="4834" y="4541"/>
                    </a:lnTo>
                    <a:lnTo>
                      <a:pt x="4562" y="3955"/>
                    </a:lnTo>
                    <a:lnTo>
                      <a:pt x="4332" y="3494"/>
                    </a:lnTo>
                    <a:lnTo>
                      <a:pt x="4269" y="3348"/>
                    </a:lnTo>
                    <a:lnTo>
                      <a:pt x="4143" y="3181"/>
                    </a:lnTo>
                    <a:lnTo>
                      <a:pt x="4248" y="2929"/>
                    </a:lnTo>
                    <a:lnTo>
                      <a:pt x="4353" y="2741"/>
                    </a:lnTo>
                    <a:lnTo>
                      <a:pt x="4415" y="2553"/>
                    </a:lnTo>
                    <a:lnTo>
                      <a:pt x="4332" y="2490"/>
                    </a:lnTo>
                    <a:lnTo>
                      <a:pt x="4060" y="2323"/>
                    </a:lnTo>
                    <a:lnTo>
                      <a:pt x="4018" y="2218"/>
                    </a:lnTo>
                    <a:lnTo>
                      <a:pt x="3934" y="2093"/>
                    </a:lnTo>
                    <a:lnTo>
                      <a:pt x="3767" y="2009"/>
                    </a:lnTo>
                    <a:lnTo>
                      <a:pt x="3704" y="2009"/>
                    </a:lnTo>
                    <a:lnTo>
                      <a:pt x="3599" y="1758"/>
                    </a:lnTo>
                    <a:lnTo>
                      <a:pt x="3516" y="1653"/>
                    </a:lnTo>
                    <a:lnTo>
                      <a:pt x="3558" y="1465"/>
                    </a:lnTo>
                    <a:lnTo>
                      <a:pt x="3599" y="1297"/>
                    </a:lnTo>
                    <a:lnTo>
                      <a:pt x="3495" y="1277"/>
                    </a:lnTo>
                    <a:lnTo>
                      <a:pt x="3599" y="1235"/>
                    </a:lnTo>
                    <a:lnTo>
                      <a:pt x="3746" y="1172"/>
                    </a:lnTo>
                    <a:lnTo>
                      <a:pt x="3725" y="942"/>
                    </a:lnTo>
                    <a:lnTo>
                      <a:pt x="3830" y="774"/>
                    </a:lnTo>
                    <a:lnTo>
                      <a:pt x="3850" y="649"/>
                    </a:lnTo>
                    <a:lnTo>
                      <a:pt x="3746" y="523"/>
                    </a:lnTo>
                    <a:lnTo>
                      <a:pt x="3725" y="419"/>
                    </a:lnTo>
                    <a:lnTo>
                      <a:pt x="3537" y="398"/>
                    </a:lnTo>
                    <a:lnTo>
                      <a:pt x="3411" y="335"/>
                    </a:lnTo>
                    <a:lnTo>
                      <a:pt x="3327" y="251"/>
                    </a:lnTo>
                    <a:lnTo>
                      <a:pt x="3202" y="84"/>
                    </a:lnTo>
                    <a:lnTo>
                      <a:pt x="309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4" name="Google Shape;504;p38"/>
            <p:cNvGrpSpPr/>
            <p:nvPr/>
          </p:nvGrpSpPr>
          <p:grpSpPr>
            <a:xfrm>
              <a:off x="2654821" y="2414345"/>
              <a:ext cx="667570" cy="558731"/>
              <a:chOff x="1397225" y="1637375"/>
              <a:chExt cx="1401575" cy="1228250"/>
            </a:xfrm>
          </p:grpSpPr>
          <p:sp>
            <p:nvSpPr>
              <p:cNvPr id="505" name="Google Shape;505;p38"/>
              <p:cNvSpPr/>
              <p:nvPr/>
            </p:nvSpPr>
            <p:spPr>
              <a:xfrm>
                <a:off x="2050925" y="2362200"/>
                <a:ext cx="747875" cy="497225"/>
              </a:xfrm>
              <a:custGeom>
                <a:rect b="b" l="l" r="r" t="t"/>
                <a:pathLst>
                  <a:path extrusionOk="0" h="19889" w="29915">
                    <a:moveTo>
                      <a:pt x="107" y="1186"/>
                    </a:moveTo>
                    <a:lnTo>
                      <a:pt x="0" y="0"/>
                    </a:lnTo>
                    <a:lnTo>
                      <a:pt x="15577" y="1563"/>
                    </a:lnTo>
                    <a:lnTo>
                      <a:pt x="26519" y="5336"/>
                    </a:lnTo>
                    <a:lnTo>
                      <a:pt x="27435" y="5444"/>
                    </a:lnTo>
                    <a:lnTo>
                      <a:pt x="28783" y="4420"/>
                    </a:lnTo>
                    <a:lnTo>
                      <a:pt x="29753" y="4527"/>
                    </a:lnTo>
                    <a:lnTo>
                      <a:pt x="29915" y="6198"/>
                    </a:lnTo>
                    <a:lnTo>
                      <a:pt x="26465" y="6899"/>
                    </a:lnTo>
                    <a:lnTo>
                      <a:pt x="11157" y="16062"/>
                    </a:lnTo>
                    <a:lnTo>
                      <a:pt x="10295" y="18649"/>
                    </a:lnTo>
                    <a:lnTo>
                      <a:pt x="10295" y="19889"/>
                    </a:lnTo>
                    <a:lnTo>
                      <a:pt x="2803" y="15846"/>
                    </a:lnTo>
                    <a:lnTo>
                      <a:pt x="1347" y="14876"/>
                    </a:lnTo>
                    <a:lnTo>
                      <a:pt x="0" y="14607"/>
                    </a:lnTo>
                    <a:lnTo>
                      <a:pt x="916" y="11642"/>
                    </a:lnTo>
                    <a:lnTo>
                      <a:pt x="1725" y="3881"/>
                    </a:lnTo>
                    <a:close/>
                  </a:path>
                </a:pathLst>
              </a:custGeom>
              <a:solidFill>
                <a:schemeClr val="dk2"/>
              </a:solidFill>
              <a:ln>
                <a:noFill/>
              </a:ln>
            </p:spPr>
          </p:sp>
          <p:grpSp>
            <p:nvGrpSpPr>
              <p:cNvPr id="506" name="Google Shape;506;p38"/>
              <p:cNvGrpSpPr/>
              <p:nvPr/>
            </p:nvGrpSpPr>
            <p:grpSpPr>
              <a:xfrm>
                <a:off x="1397225" y="1637375"/>
                <a:ext cx="1398775" cy="1228250"/>
                <a:chOff x="1397225" y="1637375"/>
                <a:chExt cx="1398775" cy="1228250"/>
              </a:xfrm>
            </p:grpSpPr>
            <p:sp>
              <p:nvSpPr>
                <p:cNvPr id="507" name="Google Shape;507;p38"/>
                <p:cNvSpPr/>
                <p:nvPr/>
              </p:nvSpPr>
              <p:spPr>
                <a:xfrm>
                  <a:off x="1397225" y="1637375"/>
                  <a:ext cx="692600" cy="594250"/>
                </a:xfrm>
                <a:custGeom>
                  <a:rect b="b" l="l" r="r" t="t"/>
                  <a:pathLst>
                    <a:path extrusionOk="0" h="23770" w="27704">
                      <a:moveTo>
                        <a:pt x="14864" y="15547"/>
                      </a:moveTo>
                      <a:lnTo>
                        <a:pt x="14836" y="15589"/>
                      </a:lnTo>
                      <a:lnTo>
                        <a:pt x="14836" y="15568"/>
                      </a:lnTo>
                      <a:lnTo>
                        <a:pt x="14864" y="15547"/>
                      </a:lnTo>
                      <a:close/>
                      <a:moveTo>
                        <a:pt x="19460" y="16760"/>
                      </a:moveTo>
                      <a:lnTo>
                        <a:pt x="19523" y="16823"/>
                      </a:lnTo>
                      <a:lnTo>
                        <a:pt x="19460" y="16844"/>
                      </a:lnTo>
                      <a:lnTo>
                        <a:pt x="19460" y="16760"/>
                      </a:lnTo>
                      <a:close/>
                      <a:moveTo>
                        <a:pt x="23686" y="18497"/>
                      </a:moveTo>
                      <a:lnTo>
                        <a:pt x="23624" y="18644"/>
                      </a:lnTo>
                      <a:lnTo>
                        <a:pt x="23561" y="18853"/>
                      </a:lnTo>
                      <a:lnTo>
                        <a:pt x="23582" y="19020"/>
                      </a:lnTo>
                      <a:lnTo>
                        <a:pt x="23477" y="19229"/>
                      </a:lnTo>
                      <a:lnTo>
                        <a:pt x="23477" y="19355"/>
                      </a:lnTo>
                      <a:lnTo>
                        <a:pt x="23519" y="19439"/>
                      </a:lnTo>
                      <a:lnTo>
                        <a:pt x="23393" y="19355"/>
                      </a:lnTo>
                      <a:lnTo>
                        <a:pt x="23393" y="19543"/>
                      </a:lnTo>
                      <a:lnTo>
                        <a:pt x="23393" y="19564"/>
                      </a:lnTo>
                      <a:cubicBezTo>
                        <a:pt x="23352" y="19648"/>
                        <a:pt x="23310" y="19753"/>
                        <a:pt x="23310" y="19836"/>
                      </a:cubicBezTo>
                      <a:lnTo>
                        <a:pt x="23310" y="19962"/>
                      </a:lnTo>
                      <a:lnTo>
                        <a:pt x="23289" y="19941"/>
                      </a:lnTo>
                      <a:lnTo>
                        <a:pt x="23289" y="19836"/>
                      </a:lnTo>
                      <a:lnTo>
                        <a:pt x="23258" y="19791"/>
                      </a:lnTo>
                      <a:lnTo>
                        <a:pt x="23268" y="19773"/>
                      </a:lnTo>
                      <a:lnTo>
                        <a:pt x="23268" y="19627"/>
                      </a:lnTo>
                      <a:lnTo>
                        <a:pt x="23331" y="19543"/>
                      </a:lnTo>
                      <a:lnTo>
                        <a:pt x="23352" y="19250"/>
                      </a:lnTo>
                      <a:lnTo>
                        <a:pt x="23435" y="19020"/>
                      </a:lnTo>
                      <a:lnTo>
                        <a:pt x="23435" y="18790"/>
                      </a:lnTo>
                      <a:lnTo>
                        <a:pt x="23414" y="18623"/>
                      </a:lnTo>
                      <a:lnTo>
                        <a:pt x="23352" y="18539"/>
                      </a:lnTo>
                      <a:lnTo>
                        <a:pt x="23352" y="18518"/>
                      </a:lnTo>
                      <a:lnTo>
                        <a:pt x="23414" y="18539"/>
                      </a:lnTo>
                      <a:lnTo>
                        <a:pt x="23456" y="18685"/>
                      </a:lnTo>
                      <a:lnTo>
                        <a:pt x="23519" y="18706"/>
                      </a:lnTo>
                      <a:lnTo>
                        <a:pt x="23561" y="18581"/>
                      </a:lnTo>
                      <a:lnTo>
                        <a:pt x="23686" y="18497"/>
                      </a:lnTo>
                      <a:close/>
                      <a:moveTo>
                        <a:pt x="23204" y="19889"/>
                      </a:moveTo>
                      <a:lnTo>
                        <a:pt x="23184" y="19941"/>
                      </a:lnTo>
                      <a:lnTo>
                        <a:pt x="23142" y="20297"/>
                      </a:lnTo>
                      <a:lnTo>
                        <a:pt x="23038" y="20464"/>
                      </a:lnTo>
                      <a:lnTo>
                        <a:pt x="23017" y="20631"/>
                      </a:lnTo>
                      <a:lnTo>
                        <a:pt x="23121" y="20694"/>
                      </a:lnTo>
                      <a:lnTo>
                        <a:pt x="23080" y="20778"/>
                      </a:lnTo>
                      <a:lnTo>
                        <a:pt x="23121" y="20841"/>
                      </a:lnTo>
                      <a:lnTo>
                        <a:pt x="22996" y="20841"/>
                      </a:lnTo>
                      <a:lnTo>
                        <a:pt x="22912" y="20924"/>
                      </a:lnTo>
                      <a:lnTo>
                        <a:pt x="22912" y="21050"/>
                      </a:lnTo>
                      <a:cubicBezTo>
                        <a:pt x="22891" y="21050"/>
                        <a:pt x="22870" y="21092"/>
                        <a:pt x="22870" y="21134"/>
                      </a:cubicBezTo>
                      <a:lnTo>
                        <a:pt x="22870" y="21154"/>
                      </a:lnTo>
                      <a:lnTo>
                        <a:pt x="22847" y="21178"/>
                      </a:lnTo>
                      <a:lnTo>
                        <a:pt x="22847" y="21178"/>
                      </a:lnTo>
                      <a:lnTo>
                        <a:pt x="22849" y="21154"/>
                      </a:lnTo>
                      <a:lnTo>
                        <a:pt x="22849" y="20945"/>
                      </a:lnTo>
                      <a:lnTo>
                        <a:pt x="22828" y="20882"/>
                      </a:lnTo>
                      <a:cubicBezTo>
                        <a:pt x="22828" y="20820"/>
                        <a:pt x="22849" y="20778"/>
                        <a:pt x="22849" y="20736"/>
                      </a:cubicBezTo>
                      <a:lnTo>
                        <a:pt x="22891" y="20778"/>
                      </a:lnTo>
                      <a:lnTo>
                        <a:pt x="22954" y="20778"/>
                      </a:lnTo>
                      <a:lnTo>
                        <a:pt x="22954" y="20610"/>
                      </a:lnTo>
                      <a:lnTo>
                        <a:pt x="23017" y="20569"/>
                      </a:lnTo>
                      <a:lnTo>
                        <a:pt x="22954" y="20485"/>
                      </a:lnTo>
                      <a:lnTo>
                        <a:pt x="22828" y="20464"/>
                      </a:lnTo>
                      <a:lnTo>
                        <a:pt x="22828" y="20380"/>
                      </a:lnTo>
                      <a:lnTo>
                        <a:pt x="22703" y="20150"/>
                      </a:lnTo>
                      <a:lnTo>
                        <a:pt x="22703" y="20108"/>
                      </a:lnTo>
                      <a:lnTo>
                        <a:pt x="22828" y="20255"/>
                      </a:lnTo>
                      <a:lnTo>
                        <a:pt x="22912" y="20380"/>
                      </a:lnTo>
                      <a:lnTo>
                        <a:pt x="22996" y="20401"/>
                      </a:lnTo>
                      <a:lnTo>
                        <a:pt x="23038" y="20359"/>
                      </a:lnTo>
                      <a:lnTo>
                        <a:pt x="23017" y="20276"/>
                      </a:lnTo>
                      <a:lnTo>
                        <a:pt x="23121" y="20255"/>
                      </a:lnTo>
                      <a:lnTo>
                        <a:pt x="23121" y="20171"/>
                      </a:lnTo>
                      <a:lnTo>
                        <a:pt x="23059" y="20108"/>
                      </a:lnTo>
                      <a:cubicBezTo>
                        <a:pt x="23101" y="20066"/>
                        <a:pt x="23121" y="19983"/>
                        <a:pt x="23142" y="19941"/>
                      </a:cubicBezTo>
                      <a:lnTo>
                        <a:pt x="23163" y="19962"/>
                      </a:lnTo>
                      <a:lnTo>
                        <a:pt x="23204" y="19889"/>
                      </a:lnTo>
                      <a:close/>
                      <a:moveTo>
                        <a:pt x="23519" y="19836"/>
                      </a:moveTo>
                      <a:lnTo>
                        <a:pt x="23540" y="19962"/>
                      </a:lnTo>
                      <a:lnTo>
                        <a:pt x="23582" y="19962"/>
                      </a:lnTo>
                      <a:lnTo>
                        <a:pt x="23582" y="20087"/>
                      </a:lnTo>
                      <a:lnTo>
                        <a:pt x="23665" y="20171"/>
                      </a:lnTo>
                      <a:lnTo>
                        <a:pt x="23728" y="20108"/>
                      </a:lnTo>
                      <a:lnTo>
                        <a:pt x="23770" y="20150"/>
                      </a:lnTo>
                      <a:lnTo>
                        <a:pt x="23875" y="20087"/>
                      </a:lnTo>
                      <a:lnTo>
                        <a:pt x="24021" y="20087"/>
                      </a:lnTo>
                      <a:lnTo>
                        <a:pt x="24021" y="20108"/>
                      </a:lnTo>
                      <a:lnTo>
                        <a:pt x="23854" y="20213"/>
                      </a:lnTo>
                      <a:lnTo>
                        <a:pt x="23812" y="20255"/>
                      </a:lnTo>
                      <a:lnTo>
                        <a:pt x="23812" y="20297"/>
                      </a:lnTo>
                      <a:lnTo>
                        <a:pt x="23875" y="20359"/>
                      </a:lnTo>
                      <a:lnTo>
                        <a:pt x="23854" y="20401"/>
                      </a:lnTo>
                      <a:lnTo>
                        <a:pt x="23770" y="20401"/>
                      </a:lnTo>
                      <a:lnTo>
                        <a:pt x="23770" y="20464"/>
                      </a:lnTo>
                      <a:lnTo>
                        <a:pt x="23854" y="20590"/>
                      </a:lnTo>
                      <a:lnTo>
                        <a:pt x="23854" y="20694"/>
                      </a:lnTo>
                      <a:lnTo>
                        <a:pt x="23812" y="20715"/>
                      </a:lnTo>
                      <a:lnTo>
                        <a:pt x="23728" y="20631"/>
                      </a:lnTo>
                      <a:lnTo>
                        <a:pt x="23665" y="20548"/>
                      </a:lnTo>
                      <a:lnTo>
                        <a:pt x="23645" y="20610"/>
                      </a:lnTo>
                      <a:lnTo>
                        <a:pt x="23665" y="20694"/>
                      </a:lnTo>
                      <a:lnTo>
                        <a:pt x="23624" y="20757"/>
                      </a:lnTo>
                      <a:lnTo>
                        <a:pt x="23624" y="20903"/>
                      </a:lnTo>
                      <a:lnTo>
                        <a:pt x="23645" y="20924"/>
                      </a:lnTo>
                      <a:cubicBezTo>
                        <a:pt x="23629" y="20919"/>
                        <a:pt x="23614" y="20916"/>
                        <a:pt x="23601" y="20916"/>
                      </a:cubicBezTo>
                      <a:cubicBezTo>
                        <a:pt x="23562" y="20916"/>
                        <a:pt x="23535" y="20940"/>
                        <a:pt x="23519" y="20987"/>
                      </a:cubicBezTo>
                      <a:cubicBezTo>
                        <a:pt x="23456" y="21071"/>
                        <a:pt x="23414" y="21154"/>
                        <a:pt x="23373" y="21259"/>
                      </a:cubicBezTo>
                      <a:lnTo>
                        <a:pt x="23268" y="21154"/>
                      </a:lnTo>
                      <a:lnTo>
                        <a:pt x="23121" y="21154"/>
                      </a:lnTo>
                      <a:lnTo>
                        <a:pt x="23121" y="21238"/>
                      </a:lnTo>
                      <a:lnTo>
                        <a:pt x="23163" y="21322"/>
                      </a:lnTo>
                      <a:lnTo>
                        <a:pt x="23142" y="21426"/>
                      </a:lnTo>
                      <a:lnTo>
                        <a:pt x="23247" y="21468"/>
                      </a:lnTo>
                      <a:lnTo>
                        <a:pt x="23205" y="21552"/>
                      </a:lnTo>
                      <a:lnTo>
                        <a:pt x="23121" y="21552"/>
                      </a:lnTo>
                      <a:lnTo>
                        <a:pt x="23101" y="21531"/>
                      </a:lnTo>
                      <a:lnTo>
                        <a:pt x="23038" y="21615"/>
                      </a:lnTo>
                      <a:lnTo>
                        <a:pt x="23038" y="21531"/>
                      </a:lnTo>
                      <a:lnTo>
                        <a:pt x="23101" y="21447"/>
                      </a:lnTo>
                      <a:lnTo>
                        <a:pt x="22996" y="21322"/>
                      </a:lnTo>
                      <a:cubicBezTo>
                        <a:pt x="22996" y="21259"/>
                        <a:pt x="22996" y="21196"/>
                        <a:pt x="23017" y="21134"/>
                      </a:cubicBezTo>
                      <a:lnTo>
                        <a:pt x="23163" y="21050"/>
                      </a:lnTo>
                      <a:lnTo>
                        <a:pt x="23205" y="20882"/>
                      </a:lnTo>
                      <a:lnTo>
                        <a:pt x="23268" y="20903"/>
                      </a:lnTo>
                      <a:lnTo>
                        <a:pt x="23331" y="20841"/>
                      </a:lnTo>
                      <a:lnTo>
                        <a:pt x="23331" y="20736"/>
                      </a:lnTo>
                      <a:lnTo>
                        <a:pt x="23352" y="20673"/>
                      </a:lnTo>
                      <a:lnTo>
                        <a:pt x="23352" y="20276"/>
                      </a:lnTo>
                      <a:lnTo>
                        <a:pt x="23373" y="20171"/>
                      </a:lnTo>
                      <a:lnTo>
                        <a:pt x="23435" y="20401"/>
                      </a:lnTo>
                      <a:lnTo>
                        <a:pt x="23414" y="20673"/>
                      </a:lnTo>
                      <a:lnTo>
                        <a:pt x="23456" y="20694"/>
                      </a:lnTo>
                      <a:lnTo>
                        <a:pt x="23540" y="20527"/>
                      </a:lnTo>
                      <a:lnTo>
                        <a:pt x="23519" y="20108"/>
                      </a:lnTo>
                      <a:lnTo>
                        <a:pt x="23435" y="20004"/>
                      </a:lnTo>
                      <a:cubicBezTo>
                        <a:pt x="23456" y="19983"/>
                        <a:pt x="23456" y="19941"/>
                        <a:pt x="23498" y="19899"/>
                      </a:cubicBezTo>
                      <a:cubicBezTo>
                        <a:pt x="23519" y="19878"/>
                        <a:pt x="23519" y="19857"/>
                        <a:pt x="23519" y="19836"/>
                      </a:cubicBezTo>
                      <a:close/>
                      <a:moveTo>
                        <a:pt x="22808" y="1"/>
                      </a:moveTo>
                      <a:lnTo>
                        <a:pt x="22598" y="105"/>
                      </a:lnTo>
                      <a:lnTo>
                        <a:pt x="22556" y="168"/>
                      </a:lnTo>
                      <a:lnTo>
                        <a:pt x="22389" y="168"/>
                      </a:lnTo>
                      <a:lnTo>
                        <a:pt x="22264" y="231"/>
                      </a:lnTo>
                      <a:lnTo>
                        <a:pt x="22033" y="440"/>
                      </a:lnTo>
                      <a:lnTo>
                        <a:pt x="21866" y="503"/>
                      </a:lnTo>
                      <a:lnTo>
                        <a:pt x="21615" y="503"/>
                      </a:lnTo>
                      <a:lnTo>
                        <a:pt x="21448" y="398"/>
                      </a:lnTo>
                      <a:lnTo>
                        <a:pt x="21406" y="335"/>
                      </a:lnTo>
                      <a:lnTo>
                        <a:pt x="21406" y="398"/>
                      </a:lnTo>
                      <a:lnTo>
                        <a:pt x="21322" y="398"/>
                      </a:lnTo>
                      <a:lnTo>
                        <a:pt x="21217" y="294"/>
                      </a:lnTo>
                      <a:lnTo>
                        <a:pt x="21113" y="335"/>
                      </a:lnTo>
                      <a:lnTo>
                        <a:pt x="21092" y="419"/>
                      </a:lnTo>
                      <a:lnTo>
                        <a:pt x="21029" y="419"/>
                      </a:lnTo>
                      <a:lnTo>
                        <a:pt x="21008" y="335"/>
                      </a:lnTo>
                      <a:lnTo>
                        <a:pt x="21029" y="273"/>
                      </a:lnTo>
                      <a:lnTo>
                        <a:pt x="21134" y="210"/>
                      </a:lnTo>
                      <a:lnTo>
                        <a:pt x="21092" y="168"/>
                      </a:lnTo>
                      <a:lnTo>
                        <a:pt x="20945" y="210"/>
                      </a:lnTo>
                      <a:lnTo>
                        <a:pt x="20736" y="315"/>
                      </a:lnTo>
                      <a:lnTo>
                        <a:pt x="20590" y="398"/>
                      </a:lnTo>
                      <a:lnTo>
                        <a:pt x="20527" y="524"/>
                      </a:lnTo>
                      <a:lnTo>
                        <a:pt x="20569" y="628"/>
                      </a:lnTo>
                      <a:lnTo>
                        <a:pt x="20694" y="649"/>
                      </a:lnTo>
                      <a:lnTo>
                        <a:pt x="20611" y="733"/>
                      </a:lnTo>
                      <a:lnTo>
                        <a:pt x="20255" y="733"/>
                      </a:lnTo>
                      <a:lnTo>
                        <a:pt x="20088" y="859"/>
                      </a:lnTo>
                      <a:lnTo>
                        <a:pt x="19983" y="1131"/>
                      </a:lnTo>
                      <a:lnTo>
                        <a:pt x="19941" y="1319"/>
                      </a:lnTo>
                      <a:lnTo>
                        <a:pt x="19878" y="1319"/>
                      </a:lnTo>
                      <a:lnTo>
                        <a:pt x="19857" y="1256"/>
                      </a:lnTo>
                      <a:lnTo>
                        <a:pt x="19878" y="1068"/>
                      </a:lnTo>
                      <a:lnTo>
                        <a:pt x="20025" y="817"/>
                      </a:lnTo>
                      <a:lnTo>
                        <a:pt x="20025" y="733"/>
                      </a:lnTo>
                      <a:lnTo>
                        <a:pt x="19983" y="733"/>
                      </a:lnTo>
                      <a:lnTo>
                        <a:pt x="19732" y="1047"/>
                      </a:lnTo>
                      <a:lnTo>
                        <a:pt x="19585" y="1047"/>
                      </a:lnTo>
                      <a:lnTo>
                        <a:pt x="19523" y="1026"/>
                      </a:lnTo>
                      <a:lnTo>
                        <a:pt x="19439" y="921"/>
                      </a:lnTo>
                      <a:lnTo>
                        <a:pt x="19313" y="900"/>
                      </a:lnTo>
                      <a:lnTo>
                        <a:pt x="19230" y="900"/>
                      </a:lnTo>
                      <a:lnTo>
                        <a:pt x="19230" y="942"/>
                      </a:lnTo>
                      <a:lnTo>
                        <a:pt x="19418" y="1026"/>
                      </a:lnTo>
                      <a:lnTo>
                        <a:pt x="19460" y="1110"/>
                      </a:lnTo>
                      <a:lnTo>
                        <a:pt x="19418" y="1131"/>
                      </a:lnTo>
                      <a:lnTo>
                        <a:pt x="19251" y="1068"/>
                      </a:lnTo>
                      <a:lnTo>
                        <a:pt x="19062" y="1047"/>
                      </a:lnTo>
                      <a:lnTo>
                        <a:pt x="18832" y="1151"/>
                      </a:lnTo>
                      <a:lnTo>
                        <a:pt x="18539" y="1423"/>
                      </a:lnTo>
                      <a:lnTo>
                        <a:pt x="18204" y="1570"/>
                      </a:lnTo>
                      <a:lnTo>
                        <a:pt x="17974" y="1758"/>
                      </a:lnTo>
                      <a:lnTo>
                        <a:pt x="17744" y="1967"/>
                      </a:lnTo>
                      <a:lnTo>
                        <a:pt x="17451" y="2219"/>
                      </a:lnTo>
                      <a:lnTo>
                        <a:pt x="17263" y="2302"/>
                      </a:lnTo>
                      <a:lnTo>
                        <a:pt x="17158" y="2323"/>
                      </a:lnTo>
                      <a:lnTo>
                        <a:pt x="17012" y="2428"/>
                      </a:lnTo>
                      <a:lnTo>
                        <a:pt x="16865" y="2428"/>
                      </a:lnTo>
                      <a:lnTo>
                        <a:pt x="16698" y="2574"/>
                      </a:lnTo>
                      <a:lnTo>
                        <a:pt x="16510" y="2574"/>
                      </a:lnTo>
                      <a:lnTo>
                        <a:pt x="16426" y="2491"/>
                      </a:lnTo>
                      <a:lnTo>
                        <a:pt x="16238" y="2470"/>
                      </a:lnTo>
                      <a:lnTo>
                        <a:pt x="16091" y="2365"/>
                      </a:lnTo>
                      <a:lnTo>
                        <a:pt x="15986" y="2302"/>
                      </a:lnTo>
                      <a:lnTo>
                        <a:pt x="15798" y="2219"/>
                      </a:lnTo>
                      <a:lnTo>
                        <a:pt x="15714" y="2260"/>
                      </a:lnTo>
                      <a:lnTo>
                        <a:pt x="15589" y="2386"/>
                      </a:lnTo>
                      <a:lnTo>
                        <a:pt x="15380" y="2595"/>
                      </a:lnTo>
                      <a:lnTo>
                        <a:pt x="15338" y="2721"/>
                      </a:lnTo>
                      <a:lnTo>
                        <a:pt x="15233" y="2825"/>
                      </a:lnTo>
                      <a:lnTo>
                        <a:pt x="15170" y="2951"/>
                      </a:lnTo>
                      <a:lnTo>
                        <a:pt x="15087" y="2951"/>
                      </a:lnTo>
                      <a:lnTo>
                        <a:pt x="15024" y="2909"/>
                      </a:lnTo>
                      <a:lnTo>
                        <a:pt x="14940" y="2951"/>
                      </a:lnTo>
                      <a:lnTo>
                        <a:pt x="15045" y="3202"/>
                      </a:lnTo>
                      <a:lnTo>
                        <a:pt x="15170" y="3683"/>
                      </a:lnTo>
                      <a:lnTo>
                        <a:pt x="15296" y="4081"/>
                      </a:lnTo>
                      <a:lnTo>
                        <a:pt x="15359" y="4416"/>
                      </a:lnTo>
                      <a:lnTo>
                        <a:pt x="15338" y="4729"/>
                      </a:lnTo>
                      <a:lnTo>
                        <a:pt x="15191" y="4980"/>
                      </a:lnTo>
                      <a:lnTo>
                        <a:pt x="15087" y="5127"/>
                      </a:lnTo>
                      <a:lnTo>
                        <a:pt x="15087" y="5190"/>
                      </a:lnTo>
                      <a:lnTo>
                        <a:pt x="15296" y="5441"/>
                      </a:lnTo>
                      <a:lnTo>
                        <a:pt x="15442" y="5504"/>
                      </a:lnTo>
                      <a:lnTo>
                        <a:pt x="15442" y="5357"/>
                      </a:lnTo>
                      <a:lnTo>
                        <a:pt x="15484" y="5420"/>
                      </a:lnTo>
                      <a:lnTo>
                        <a:pt x="15589" y="5357"/>
                      </a:lnTo>
                      <a:lnTo>
                        <a:pt x="15673" y="5357"/>
                      </a:lnTo>
                      <a:lnTo>
                        <a:pt x="15589" y="5441"/>
                      </a:lnTo>
                      <a:lnTo>
                        <a:pt x="15589" y="5525"/>
                      </a:lnTo>
                      <a:lnTo>
                        <a:pt x="15882" y="5755"/>
                      </a:lnTo>
                      <a:lnTo>
                        <a:pt x="15798" y="5817"/>
                      </a:lnTo>
                      <a:lnTo>
                        <a:pt x="15673" y="5776"/>
                      </a:lnTo>
                      <a:lnTo>
                        <a:pt x="15652" y="5859"/>
                      </a:lnTo>
                      <a:lnTo>
                        <a:pt x="15610" y="6152"/>
                      </a:lnTo>
                      <a:lnTo>
                        <a:pt x="15610" y="6278"/>
                      </a:lnTo>
                      <a:lnTo>
                        <a:pt x="15673" y="6341"/>
                      </a:lnTo>
                      <a:lnTo>
                        <a:pt x="15756" y="6257"/>
                      </a:lnTo>
                      <a:lnTo>
                        <a:pt x="15882" y="6236"/>
                      </a:lnTo>
                      <a:lnTo>
                        <a:pt x="15986" y="6278"/>
                      </a:lnTo>
                      <a:lnTo>
                        <a:pt x="16028" y="6361"/>
                      </a:lnTo>
                      <a:lnTo>
                        <a:pt x="16196" y="6299"/>
                      </a:lnTo>
                      <a:lnTo>
                        <a:pt x="16384" y="6361"/>
                      </a:lnTo>
                      <a:lnTo>
                        <a:pt x="16530" y="6445"/>
                      </a:lnTo>
                      <a:lnTo>
                        <a:pt x="16384" y="6508"/>
                      </a:lnTo>
                      <a:lnTo>
                        <a:pt x="16405" y="6654"/>
                      </a:lnTo>
                      <a:lnTo>
                        <a:pt x="16384" y="6759"/>
                      </a:lnTo>
                      <a:lnTo>
                        <a:pt x="16196" y="6780"/>
                      </a:lnTo>
                      <a:lnTo>
                        <a:pt x="16217" y="6696"/>
                      </a:lnTo>
                      <a:lnTo>
                        <a:pt x="16112" y="6613"/>
                      </a:lnTo>
                      <a:lnTo>
                        <a:pt x="16028" y="6675"/>
                      </a:lnTo>
                      <a:lnTo>
                        <a:pt x="15882" y="6654"/>
                      </a:lnTo>
                      <a:lnTo>
                        <a:pt x="15819" y="6592"/>
                      </a:lnTo>
                      <a:lnTo>
                        <a:pt x="15777" y="6445"/>
                      </a:lnTo>
                      <a:lnTo>
                        <a:pt x="15673" y="6403"/>
                      </a:lnTo>
                      <a:lnTo>
                        <a:pt x="15610" y="6403"/>
                      </a:lnTo>
                      <a:lnTo>
                        <a:pt x="15484" y="6299"/>
                      </a:lnTo>
                      <a:lnTo>
                        <a:pt x="15505" y="6131"/>
                      </a:lnTo>
                      <a:lnTo>
                        <a:pt x="15652" y="5776"/>
                      </a:lnTo>
                      <a:lnTo>
                        <a:pt x="15610" y="5671"/>
                      </a:lnTo>
                      <a:lnTo>
                        <a:pt x="15568" y="5671"/>
                      </a:lnTo>
                      <a:lnTo>
                        <a:pt x="15463" y="5776"/>
                      </a:lnTo>
                      <a:lnTo>
                        <a:pt x="15463" y="6131"/>
                      </a:lnTo>
                      <a:lnTo>
                        <a:pt x="15401" y="6341"/>
                      </a:lnTo>
                      <a:lnTo>
                        <a:pt x="15296" y="6445"/>
                      </a:lnTo>
                      <a:lnTo>
                        <a:pt x="15296" y="6508"/>
                      </a:lnTo>
                      <a:lnTo>
                        <a:pt x="15380" y="6382"/>
                      </a:lnTo>
                      <a:lnTo>
                        <a:pt x="15463" y="6382"/>
                      </a:lnTo>
                      <a:lnTo>
                        <a:pt x="15505" y="6445"/>
                      </a:lnTo>
                      <a:lnTo>
                        <a:pt x="15652" y="6445"/>
                      </a:lnTo>
                      <a:lnTo>
                        <a:pt x="15694" y="6571"/>
                      </a:lnTo>
                      <a:lnTo>
                        <a:pt x="15694" y="6780"/>
                      </a:lnTo>
                      <a:lnTo>
                        <a:pt x="15589" y="6905"/>
                      </a:lnTo>
                      <a:lnTo>
                        <a:pt x="15442" y="6968"/>
                      </a:lnTo>
                      <a:lnTo>
                        <a:pt x="15442" y="6968"/>
                      </a:lnTo>
                      <a:lnTo>
                        <a:pt x="15589" y="6780"/>
                      </a:lnTo>
                      <a:lnTo>
                        <a:pt x="15589" y="6696"/>
                      </a:lnTo>
                      <a:lnTo>
                        <a:pt x="15505" y="6675"/>
                      </a:lnTo>
                      <a:lnTo>
                        <a:pt x="15463" y="6613"/>
                      </a:lnTo>
                      <a:lnTo>
                        <a:pt x="15380" y="6675"/>
                      </a:lnTo>
                      <a:lnTo>
                        <a:pt x="15191" y="6801"/>
                      </a:lnTo>
                      <a:lnTo>
                        <a:pt x="15191" y="6905"/>
                      </a:lnTo>
                      <a:lnTo>
                        <a:pt x="15087" y="6926"/>
                      </a:lnTo>
                      <a:lnTo>
                        <a:pt x="14982" y="6989"/>
                      </a:lnTo>
                      <a:lnTo>
                        <a:pt x="14961" y="6885"/>
                      </a:lnTo>
                      <a:lnTo>
                        <a:pt x="14898" y="6864"/>
                      </a:lnTo>
                      <a:lnTo>
                        <a:pt x="14752" y="6864"/>
                      </a:lnTo>
                      <a:lnTo>
                        <a:pt x="14668" y="6822"/>
                      </a:lnTo>
                      <a:lnTo>
                        <a:pt x="14647" y="6696"/>
                      </a:lnTo>
                      <a:lnTo>
                        <a:pt x="14564" y="6675"/>
                      </a:lnTo>
                      <a:lnTo>
                        <a:pt x="14522" y="6696"/>
                      </a:lnTo>
                      <a:lnTo>
                        <a:pt x="14417" y="6696"/>
                      </a:lnTo>
                      <a:lnTo>
                        <a:pt x="14417" y="6613"/>
                      </a:lnTo>
                      <a:lnTo>
                        <a:pt x="14334" y="6571"/>
                      </a:lnTo>
                      <a:lnTo>
                        <a:pt x="14250" y="6613"/>
                      </a:lnTo>
                      <a:lnTo>
                        <a:pt x="14208" y="6613"/>
                      </a:lnTo>
                      <a:lnTo>
                        <a:pt x="14208" y="6487"/>
                      </a:lnTo>
                      <a:lnTo>
                        <a:pt x="14145" y="6403"/>
                      </a:lnTo>
                      <a:lnTo>
                        <a:pt x="14145" y="6341"/>
                      </a:lnTo>
                      <a:lnTo>
                        <a:pt x="14250" y="6299"/>
                      </a:lnTo>
                      <a:lnTo>
                        <a:pt x="14396" y="6131"/>
                      </a:lnTo>
                      <a:lnTo>
                        <a:pt x="14459" y="6131"/>
                      </a:lnTo>
                      <a:lnTo>
                        <a:pt x="14543" y="6048"/>
                      </a:lnTo>
                      <a:lnTo>
                        <a:pt x="14543" y="5964"/>
                      </a:lnTo>
                      <a:lnTo>
                        <a:pt x="14396" y="5817"/>
                      </a:lnTo>
                      <a:lnTo>
                        <a:pt x="14313" y="5755"/>
                      </a:lnTo>
                      <a:lnTo>
                        <a:pt x="14208" y="5755"/>
                      </a:lnTo>
                      <a:lnTo>
                        <a:pt x="14020" y="5859"/>
                      </a:lnTo>
                      <a:lnTo>
                        <a:pt x="13915" y="5859"/>
                      </a:lnTo>
                      <a:lnTo>
                        <a:pt x="13810" y="5776"/>
                      </a:lnTo>
                      <a:lnTo>
                        <a:pt x="13706" y="5776"/>
                      </a:lnTo>
                      <a:lnTo>
                        <a:pt x="13371" y="5922"/>
                      </a:lnTo>
                      <a:lnTo>
                        <a:pt x="13329" y="5964"/>
                      </a:lnTo>
                      <a:lnTo>
                        <a:pt x="13392" y="6027"/>
                      </a:lnTo>
                      <a:lnTo>
                        <a:pt x="13517" y="6131"/>
                      </a:lnTo>
                      <a:lnTo>
                        <a:pt x="13497" y="6152"/>
                      </a:lnTo>
                      <a:lnTo>
                        <a:pt x="13392" y="6131"/>
                      </a:lnTo>
                      <a:lnTo>
                        <a:pt x="13287" y="6131"/>
                      </a:lnTo>
                      <a:lnTo>
                        <a:pt x="13225" y="6069"/>
                      </a:lnTo>
                      <a:lnTo>
                        <a:pt x="13120" y="6048"/>
                      </a:lnTo>
                      <a:lnTo>
                        <a:pt x="12911" y="6027"/>
                      </a:lnTo>
                      <a:lnTo>
                        <a:pt x="12701" y="6048"/>
                      </a:lnTo>
                      <a:lnTo>
                        <a:pt x="12639" y="6089"/>
                      </a:lnTo>
                      <a:lnTo>
                        <a:pt x="12639" y="6152"/>
                      </a:lnTo>
                      <a:lnTo>
                        <a:pt x="12534" y="6152"/>
                      </a:lnTo>
                      <a:lnTo>
                        <a:pt x="12492" y="6131"/>
                      </a:lnTo>
                      <a:lnTo>
                        <a:pt x="12429" y="6131"/>
                      </a:lnTo>
                      <a:lnTo>
                        <a:pt x="12262" y="6236"/>
                      </a:lnTo>
                      <a:lnTo>
                        <a:pt x="12262" y="6278"/>
                      </a:lnTo>
                      <a:lnTo>
                        <a:pt x="12178" y="6299"/>
                      </a:lnTo>
                      <a:lnTo>
                        <a:pt x="12011" y="6382"/>
                      </a:lnTo>
                      <a:lnTo>
                        <a:pt x="11865" y="6466"/>
                      </a:lnTo>
                      <a:lnTo>
                        <a:pt x="11802" y="6466"/>
                      </a:lnTo>
                      <a:lnTo>
                        <a:pt x="11823" y="6403"/>
                      </a:lnTo>
                      <a:lnTo>
                        <a:pt x="11844" y="6341"/>
                      </a:lnTo>
                      <a:lnTo>
                        <a:pt x="11739" y="6382"/>
                      </a:lnTo>
                      <a:lnTo>
                        <a:pt x="11634" y="6508"/>
                      </a:lnTo>
                      <a:lnTo>
                        <a:pt x="11634" y="6571"/>
                      </a:lnTo>
                      <a:lnTo>
                        <a:pt x="11802" y="6759"/>
                      </a:lnTo>
                      <a:lnTo>
                        <a:pt x="11948" y="6989"/>
                      </a:lnTo>
                      <a:lnTo>
                        <a:pt x="12116" y="7031"/>
                      </a:lnTo>
                      <a:lnTo>
                        <a:pt x="12241" y="7198"/>
                      </a:lnTo>
                      <a:lnTo>
                        <a:pt x="12367" y="7282"/>
                      </a:lnTo>
                      <a:lnTo>
                        <a:pt x="12429" y="7408"/>
                      </a:lnTo>
                      <a:lnTo>
                        <a:pt x="12534" y="7429"/>
                      </a:lnTo>
                      <a:lnTo>
                        <a:pt x="12660" y="7512"/>
                      </a:lnTo>
                      <a:lnTo>
                        <a:pt x="12597" y="7533"/>
                      </a:lnTo>
                      <a:lnTo>
                        <a:pt x="12429" y="7533"/>
                      </a:lnTo>
                      <a:lnTo>
                        <a:pt x="12388" y="7429"/>
                      </a:lnTo>
                      <a:lnTo>
                        <a:pt x="12262" y="7324"/>
                      </a:lnTo>
                      <a:lnTo>
                        <a:pt x="12178" y="7282"/>
                      </a:lnTo>
                      <a:lnTo>
                        <a:pt x="12137" y="7282"/>
                      </a:lnTo>
                      <a:lnTo>
                        <a:pt x="12011" y="7408"/>
                      </a:lnTo>
                      <a:lnTo>
                        <a:pt x="11885" y="7408"/>
                      </a:lnTo>
                      <a:lnTo>
                        <a:pt x="11802" y="7303"/>
                      </a:lnTo>
                      <a:lnTo>
                        <a:pt x="11906" y="7198"/>
                      </a:lnTo>
                      <a:lnTo>
                        <a:pt x="11906" y="7136"/>
                      </a:lnTo>
                      <a:lnTo>
                        <a:pt x="11823" y="7136"/>
                      </a:lnTo>
                      <a:lnTo>
                        <a:pt x="11739" y="7282"/>
                      </a:lnTo>
                      <a:lnTo>
                        <a:pt x="11781" y="7512"/>
                      </a:lnTo>
                      <a:lnTo>
                        <a:pt x="11802" y="7554"/>
                      </a:lnTo>
                      <a:lnTo>
                        <a:pt x="11802" y="7638"/>
                      </a:lnTo>
                      <a:lnTo>
                        <a:pt x="11676" y="7742"/>
                      </a:lnTo>
                      <a:lnTo>
                        <a:pt x="11593" y="7910"/>
                      </a:lnTo>
                      <a:lnTo>
                        <a:pt x="11572" y="8056"/>
                      </a:lnTo>
                      <a:lnTo>
                        <a:pt x="11593" y="8224"/>
                      </a:lnTo>
                      <a:lnTo>
                        <a:pt x="11802" y="8454"/>
                      </a:lnTo>
                      <a:lnTo>
                        <a:pt x="11990" y="8538"/>
                      </a:lnTo>
                      <a:lnTo>
                        <a:pt x="12116" y="8663"/>
                      </a:lnTo>
                      <a:lnTo>
                        <a:pt x="12199" y="8663"/>
                      </a:lnTo>
                      <a:lnTo>
                        <a:pt x="12346" y="8558"/>
                      </a:lnTo>
                      <a:lnTo>
                        <a:pt x="12492" y="8496"/>
                      </a:lnTo>
                      <a:lnTo>
                        <a:pt x="12639" y="8579"/>
                      </a:lnTo>
                      <a:lnTo>
                        <a:pt x="12890" y="8600"/>
                      </a:lnTo>
                      <a:lnTo>
                        <a:pt x="12994" y="8684"/>
                      </a:lnTo>
                      <a:lnTo>
                        <a:pt x="13015" y="8810"/>
                      </a:lnTo>
                      <a:lnTo>
                        <a:pt x="13078" y="8851"/>
                      </a:lnTo>
                      <a:lnTo>
                        <a:pt x="13141" y="8789"/>
                      </a:lnTo>
                      <a:lnTo>
                        <a:pt x="13141" y="8642"/>
                      </a:lnTo>
                      <a:lnTo>
                        <a:pt x="13162" y="8579"/>
                      </a:lnTo>
                      <a:lnTo>
                        <a:pt x="13266" y="8642"/>
                      </a:lnTo>
                      <a:lnTo>
                        <a:pt x="13266" y="8705"/>
                      </a:lnTo>
                      <a:lnTo>
                        <a:pt x="13162" y="8851"/>
                      </a:lnTo>
                      <a:lnTo>
                        <a:pt x="13162" y="8956"/>
                      </a:lnTo>
                      <a:lnTo>
                        <a:pt x="13204" y="8956"/>
                      </a:lnTo>
                      <a:lnTo>
                        <a:pt x="13371" y="8810"/>
                      </a:lnTo>
                      <a:lnTo>
                        <a:pt x="13413" y="8747"/>
                      </a:lnTo>
                      <a:lnTo>
                        <a:pt x="13601" y="8684"/>
                      </a:lnTo>
                      <a:lnTo>
                        <a:pt x="13831" y="8538"/>
                      </a:lnTo>
                      <a:lnTo>
                        <a:pt x="13999" y="8496"/>
                      </a:lnTo>
                      <a:lnTo>
                        <a:pt x="14082" y="8391"/>
                      </a:lnTo>
                      <a:lnTo>
                        <a:pt x="14124" y="8391"/>
                      </a:lnTo>
                      <a:lnTo>
                        <a:pt x="14145" y="8475"/>
                      </a:lnTo>
                      <a:lnTo>
                        <a:pt x="14208" y="8496"/>
                      </a:lnTo>
                      <a:lnTo>
                        <a:pt x="14396" y="8370"/>
                      </a:lnTo>
                      <a:lnTo>
                        <a:pt x="14543" y="8370"/>
                      </a:lnTo>
                      <a:lnTo>
                        <a:pt x="14606" y="8328"/>
                      </a:lnTo>
                      <a:lnTo>
                        <a:pt x="14543" y="8391"/>
                      </a:lnTo>
                      <a:lnTo>
                        <a:pt x="14417" y="8475"/>
                      </a:lnTo>
                      <a:lnTo>
                        <a:pt x="14417" y="8538"/>
                      </a:lnTo>
                      <a:lnTo>
                        <a:pt x="14459" y="8558"/>
                      </a:lnTo>
                      <a:lnTo>
                        <a:pt x="14354" y="8747"/>
                      </a:lnTo>
                      <a:lnTo>
                        <a:pt x="14208" y="8768"/>
                      </a:lnTo>
                      <a:lnTo>
                        <a:pt x="14145" y="8705"/>
                      </a:lnTo>
                      <a:lnTo>
                        <a:pt x="14082" y="8705"/>
                      </a:lnTo>
                      <a:lnTo>
                        <a:pt x="13915" y="8851"/>
                      </a:lnTo>
                      <a:lnTo>
                        <a:pt x="13915" y="8872"/>
                      </a:lnTo>
                      <a:lnTo>
                        <a:pt x="14041" y="8893"/>
                      </a:lnTo>
                      <a:lnTo>
                        <a:pt x="14124" y="8977"/>
                      </a:lnTo>
                      <a:lnTo>
                        <a:pt x="14124" y="9123"/>
                      </a:lnTo>
                      <a:lnTo>
                        <a:pt x="13936" y="9333"/>
                      </a:lnTo>
                      <a:lnTo>
                        <a:pt x="13915" y="9479"/>
                      </a:lnTo>
                      <a:lnTo>
                        <a:pt x="13873" y="9542"/>
                      </a:lnTo>
                      <a:lnTo>
                        <a:pt x="13831" y="9626"/>
                      </a:lnTo>
                      <a:lnTo>
                        <a:pt x="13873" y="9688"/>
                      </a:lnTo>
                      <a:lnTo>
                        <a:pt x="13894" y="9751"/>
                      </a:lnTo>
                      <a:lnTo>
                        <a:pt x="13873" y="9856"/>
                      </a:lnTo>
                      <a:lnTo>
                        <a:pt x="13748" y="10002"/>
                      </a:lnTo>
                      <a:lnTo>
                        <a:pt x="13643" y="10065"/>
                      </a:lnTo>
                      <a:lnTo>
                        <a:pt x="13538" y="10065"/>
                      </a:lnTo>
                      <a:lnTo>
                        <a:pt x="13476" y="10128"/>
                      </a:lnTo>
                      <a:lnTo>
                        <a:pt x="13371" y="10232"/>
                      </a:lnTo>
                      <a:lnTo>
                        <a:pt x="13287" y="10253"/>
                      </a:lnTo>
                      <a:lnTo>
                        <a:pt x="13162" y="10232"/>
                      </a:lnTo>
                      <a:lnTo>
                        <a:pt x="12994" y="10128"/>
                      </a:lnTo>
                      <a:lnTo>
                        <a:pt x="12953" y="10149"/>
                      </a:lnTo>
                      <a:lnTo>
                        <a:pt x="12890" y="10107"/>
                      </a:lnTo>
                      <a:lnTo>
                        <a:pt x="12806" y="10002"/>
                      </a:lnTo>
                      <a:lnTo>
                        <a:pt x="12785" y="10023"/>
                      </a:lnTo>
                      <a:lnTo>
                        <a:pt x="12681" y="10170"/>
                      </a:lnTo>
                      <a:lnTo>
                        <a:pt x="12555" y="10253"/>
                      </a:lnTo>
                      <a:lnTo>
                        <a:pt x="12471" y="10358"/>
                      </a:lnTo>
                      <a:lnTo>
                        <a:pt x="12241" y="10442"/>
                      </a:lnTo>
                      <a:lnTo>
                        <a:pt x="12157" y="10483"/>
                      </a:lnTo>
                      <a:lnTo>
                        <a:pt x="12053" y="10483"/>
                      </a:lnTo>
                      <a:lnTo>
                        <a:pt x="11948" y="10462"/>
                      </a:lnTo>
                      <a:lnTo>
                        <a:pt x="11760" y="10462"/>
                      </a:lnTo>
                      <a:lnTo>
                        <a:pt x="11634" y="10567"/>
                      </a:lnTo>
                      <a:lnTo>
                        <a:pt x="11509" y="10567"/>
                      </a:lnTo>
                      <a:lnTo>
                        <a:pt x="11425" y="10630"/>
                      </a:lnTo>
                      <a:lnTo>
                        <a:pt x="11425" y="10755"/>
                      </a:lnTo>
                      <a:lnTo>
                        <a:pt x="11341" y="10965"/>
                      </a:lnTo>
                      <a:lnTo>
                        <a:pt x="11279" y="11048"/>
                      </a:lnTo>
                      <a:lnTo>
                        <a:pt x="11279" y="10965"/>
                      </a:lnTo>
                      <a:lnTo>
                        <a:pt x="11132" y="10839"/>
                      </a:lnTo>
                      <a:lnTo>
                        <a:pt x="10986" y="10839"/>
                      </a:lnTo>
                      <a:lnTo>
                        <a:pt x="10902" y="10860"/>
                      </a:lnTo>
                      <a:lnTo>
                        <a:pt x="10923" y="10944"/>
                      </a:lnTo>
                      <a:lnTo>
                        <a:pt x="11007" y="10986"/>
                      </a:lnTo>
                      <a:lnTo>
                        <a:pt x="10965" y="11090"/>
                      </a:lnTo>
                      <a:lnTo>
                        <a:pt x="10902" y="11090"/>
                      </a:lnTo>
                      <a:lnTo>
                        <a:pt x="10860" y="10986"/>
                      </a:lnTo>
                      <a:lnTo>
                        <a:pt x="10756" y="10881"/>
                      </a:lnTo>
                      <a:lnTo>
                        <a:pt x="10693" y="10881"/>
                      </a:lnTo>
                      <a:lnTo>
                        <a:pt x="10546" y="11048"/>
                      </a:lnTo>
                      <a:lnTo>
                        <a:pt x="10484" y="11174"/>
                      </a:lnTo>
                      <a:lnTo>
                        <a:pt x="10400" y="11195"/>
                      </a:lnTo>
                      <a:lnTo>
                        <a:pt x="10337" y="11195"/>
                      </a:lnTo>
                      <a:lnTo>
                        <a:pt x="10065" y="11425"/>
                      </a:lnTo>
                      <a:lnTo>
                        <a:pt x="10023" y="11613"/>
                      </a:lnTo>
                      <a:lnTo>
                        <a:pt x="9960" y="11634"/>
                      </a:lnTo>
                      <a:lnTo>
                        <a:pt x="9835" y="11676"/>
                      </a:lnTo>
                      <a:lnTo>
                        <a:pt x="9730" y="11613"/>
                      </a:lnTo>
                      <a:lnTo>
                        <a:pt x="9709" y="11634"/>
                      </a:lnTo>
                      <a:lnTo>
                        <a:pt x="9814" y="11781"/>
                      </a:lnTo>
                      <a:lnTo>
                        <a:pt x="9772" y="11843"/>
                      </a:lnTo>
                      <a:lnTo>
                        <a:pt x="9709" y="11843"/>
                      </a:lnTo>
                      <a:lnTo>
                        <a:pt x="9647" y="11739"/>
                      </a:lnTo>
                      <a:lnTo>
                        <a:pt x="9605" y="11739"/>
                      </a:lnTo>
                      <a:lnTo>
                        <a:pt x="9542" y="11843"/>
                      </a:lnTo>
                      <a:lnTo>
                        <a:pt x="9416" y="12011"/>
                      </a:lnTo>
                      <a:lnTo>
                        <a:pt x="9416" y="12095"/>
                      </a:lnTo>
                      <a:lnTo>
                        <a:pt x="9521" y="12241"/>
                      </a:lnTo>
                      <a:lnTo>
                        <a:pt x="9542" y="12367"/>
                      </a:lnTo>
                      <a:lnTo>
                        <a:pt x="9521" y="12471"/>
                      </a:lnTo>
                      <a:lnTo>
                        <a:pt x="9458" y="12576"/>
                      </a:lnTo>
                      <a:lnTo>
                        <a:pt x="9500" y="12680"/>
                      </a:lnTo>
                      <a:lnTo>
                        <a:pt x="9563" y="12659"/>
                      </a:lnTo>
                      <a:lnTo>
                        <a:pt x="9647" y="12576"/>
                      </a:lnTo>
                      <a:lnTo>
                        <a:pt x="9668" y="12639"/>
                      </a:lnTo>
                      <a:lnTo>
                        <a:pt x="9709" y="12785"/>
                      </a:lnTo>
                      <a:lnTo>
                        <a:pt x="9647" y="12827"/>
                      </a:lnTo>
                      <a:lnTo>
                        <a:pt x="9605" y="12869"/>
                      </a:lnTo>
                      <a:lnTo>
                        <a:pt x="9626" y="12931"/>
                      </a:lnTo>
                      <a:lnTo>
                        <a:pt x="9709" y="12931"/>
                      </a:lnTo>
                      <a:lnTo>
                        <a:pt x="9751" y="12869"/>
                      </a:lnTo>
                      <a:lnTo>
                        <a:pt x="9835" y="12869"/>
                      </a:lnTo>
                      <a:lnTo>
                        <a:pt x="9856" y="12931"/>
                      </a:lnTo>
                      <a:lnTo>
                        <a:pt x="9856" y="12973"/>
                      </a:lnTo>
                      <a:lnTo>
                        <a:pt x="9981" y="12994"/>
                      </a:lnTo>
                      <a:lnTo>
                        <a:pt x="10086" y="13057"/>
                      </a:lnTo>
                      <a:lnTo>
                        <a:pt x="10232" y="13057"/>
                      </a:lnTo>
                      <a:lnTo>
                        <a:pt x="10337" y="12973"/>
                      </a:lnTo>
                      <a:lnTo>
                        <a:pt x="10379" y="12764"/>
                      </a:lnTo>
                      <a:lnTo>
                        <a:pt x="10463" y="12680"/>
                      </a:lnTo>
                      <a:lnTo>
                        <a:pt x="10672" y="12680"/>
                      </a:lnTo>
                      <a:lnTo>
                        <a:pt x="10756" y="12639"/>
                      </a:lnTo>
                      <a:lnTo>
                        <a:pt x="10651" y="12764"/>
                      </a:lnTo>
                      <a:lnTo>
                        <a:pt x="10546" y="12764"/>
                      </a:lnTo>
                      <a:lnTo>
                        <a:pt x="10358" y="12952"/>
                      </a:lnTo>
                      <a:lnTo>
                        <a:pt x="10337" y="13057"/>
                      </a:lnTo>
                      <a:lnTo>
                        <a:pt x="10253" y="13141"/>
                      </a:lnTo>
                      <a:lnTo>
                        <a:pt x="10358" y="13266"/>
                      </a:lnTo>
                      <a:lnTo>
                        <a:pt x="10358" y="13350"/>
                      </a:lnTo>
                      <a:lnTo>
                        <a:pt x="10191" y="13392"/>
                      </a:lnTo>
                      <a:lnTo>
                        <a:pt x="10149" y="13350"/>
                      </a:lnTo>
                      <a:lnTo>
                        <a:pt x="10149" y="13266"/>
                      </a:lnTo>
                      <a:lnTo>
                        <a:pt x="10086" y="13203"/>
                      </a:lnTo>
                      <a:lnTo>
                        <a:pt x="9981" y="13203"/>
                      </a:lnTo>
                      <a:lnTo>
                        <a:pt x="9940" y="13099"/>
                      </a:lnTo>
                      <a:lnTo>
                        <a:pt x="9772" y="13078"/>
                      </a:lnTo>
                      <a:lnTo>
                        <a:pt x="9730" y="12994"/>
                      </a:lnTo>
                      <a:lnTo>
                        <a:pt x="9647" y="13078"/>
                      </a:lnTo>
                      <a:lnTo>
                        <a:pt x="9542" y="13099"/>
                      </a:lnTo>
                      <a:lnTo>
                        <a:pt x="9521" y="13203"/>
                      </a:lnTo>
                      <a:lnTo>
                        <a:pt x="9437" y="13266"/>
                      </a:lnTo>
                      <a:lnTo>
                        <a:pt x="9312" y="13245"/>
                      </a:lnTo>
                      <a:lnTo>
                        <a:pt x="9291" y="13308"/>
                      </a:lnTo>
                      <a:lnTo>
                        <a:pt x="9333" y="13413"/>
                      </a:lnTo>
                      <a:lnTo>
                        <a:pt x="9396" y="13413"/>
                      </a:lnTo>
                      <a:lnTo>
                        <a:pt x="9312" y="13496"/>
                      </a:lnTo>
                      <a:lnTo>
                        <a:pt x="9291" y="13664"/>
                      </a:lnTo>
                      <a:lnTo>
                        <a:pt x="9312" y="13768"/>
                      </a:lnTo>
                      <a:lnTo>
                        <a:pt x="9396" y="13768"/>
                      </a:lnTo>
                      <a:lnTo>
                        <a:pt x="9396" y="13936"/>
                      </a:lnTo>
                      <a:lnTo>
                        <a:pt x="9416" y="13999"/>
                      </a:lnTo>
                      <a:lnTo>
                        <a:pt x="9416" y="14082"/>
                      </a:lnTo>
                      <a:lnTo>
                        <a:pt x="9521" y="14187"/>
                      </a:lnTo>
                      <a:lnTo>
                        <a:pt x="9521" y="14229"/>
                      </a:lnTo>
                      <a:lnTo>
                        <a:pt x="9396" y="14250"/>
                      </a:lnTo>
                      <a:lnTo>
                        <a:pt x="9354" y="14312"/>
                      </a:lnTo>
                      <a:lnTo>
                        <a:pt x="9730" y="14501"/>
                      </a:lnTo>
                      <a:lnTo>
                        <a:pt x="9877" y="14501"/>
                      </a:lnTo>
                      <a:lnTo>
                        <a:pt x="10065" y="14417"/>
                      </a:lnTo>
                      <a:lnTo>
                        <a:pt x="10170" y="14396"/>
                      </a:lnTo>
                      <a:lnTo>
                        <a:pt x="10232" y="14438"/>
                      </a:lnTo>
                      <a:lnTo>
                        <a:pt x="10295" y="14438"/>
                      </a:lnTo>
                      <a:lnTo>
                        <a:pt x="10463" y="14229"/>
                      </a:lnTo>
                      <a:lnTo>
                        <a:pt x="10463" y="14124"/>
                      </a:lnTo>
                      <a:lnTo>
                        <a:pt x="10400" y="14040"/>
                      </a:lnTo>
                      <a:lnTo>
                        <a:pt x="10400" y="13999"/>
                      </a:lnTo>
                      <a:lnTo>
                        <a:pt x="10567" y="13915"/>
                      </a:lnTo>
                      <a:lnTo>
                        <a:pt x="10714" y="13789"/>
                      </a:lnTo>
                      <a:lnTo>
                        <a:pt x="10986" y="13622"/>
                      </a:lnTo>
                      <a:lnTo>
                        <a:pt x="11090" y="13664"/>
                      </a:lnTo>
                      <a:lnTo>
                        <a:pt x="10986" y="13664"/>
                      </a:lnTo>
                      <a:lnTo>
                        <a:pt x="10756" y="13894"/>
                      </a:lnTo>
                      <a:lnTo>
                        <a:pt x="10588" y="13978"/>
                      </a:lnTo>
                      <a:lnTo>
                        <a:pt x="10588" y="14019"/>
                      </a:lnTo>
                      <a:lnTo>
                        <a:pt x="10693" y="14103"/>
                      </a:lnTo>
                      <a:lnTo>
                        <a:pt x="10693" y="14187"/>
                      </a:lnTo>
                      <a:lnTo>
                        <a:pt x="10588" y="14333"/>
                      </a:lnTo>
                      <a:lnTo>
                        <a:pt x="10463" y="14417"/>
                      </a:lnTo>
                      <a:lnTo>
                        <a:pt x="10442" y="14543"/>
                      </a:lnTo>
                      <a:lnTo>
                        <a:pt x="10463" y="14710"/>
                      </a:lnTo>
                      <a:lnTo>
                        <a:pt x="10442" y="14815"/>
                      </a:lnTo>
                      <a:lnTo>
                        <a:pt x="10442" y="14856"/>
                      </a:lnTo>
                      <a:lnTo>
                        <a:pt x="10442" y="14961"/>
                      </a:lnTo>
                      <a:lnTo>
                        <a:pt x="10463" y="15087"/>
                      </a:lnTo>
                      <a:lnTo>
                        <a:pt x="10295" y="15149"/>
                      </a:lnTo>
                      <a:lnTo>
                        <a:pt x="10232" y="15191"/>
                      </a:lnTo>
                      <a:lnTo>
                        <a:pt x="10191" y="15275"/>
                      </a:lnTo>
                      <a:lnTo>
                        <a:pt x="10044" y="15442"/>
                      </a:lnTo>
                      <a:lnTo>
                        <a:pt x="10002" y="15463"/>
                      </a:lnTo>
                      <a:lnTo>
                        <a:pt x="10044" y="15568"/>
                      </a:lnTo>
                      <a:lnTo>
                        <a:pt x="10044" y="15672"/>
                      </a:lnTo>
                      <a:lnTo>
                        <a:pt x="10107" y="15693"/>
                      </a:lnTo>
                      <a:lnTo>
                        <a:pt x="10212" y="15672"/>
                      </a:lnTo>
                      <a:lnTo>
                        <a:pt x="10274" y="15672"/>
                      </a:lnTo>
                      <a:lnTo>
                        <a:pt x="10316" y="15714"/>
                      </a:lnTo>
                      <a:lnTo>
                        <a:pt x="10253" y="15798"/>
                      </a:lnTo>
                      <a:lnTo>
                        <a:pt x="10128" y="15798"/>
                      </a:lnTo>
                      <a:lnTo>
                        <a:pt x="10065" y="15840"/>
                      </a:lnTo>
                      <a:lnTo>
                        <a:pt x="10086" y="15903"/>
                      </a:lnTo>
                      <a:lnTo>
                        <a:pt x="10065" y="15944"/>
                      </a:lnTo>
                      <a:lnTo>
                        <a:pt x="10086" y="16028"/>
                      </a:lnTo>
                      <a:lnTo>
                        <a:pt x="10023" y="16091"/>
                      </a:lnTo>
                      <a:lnTo>
                        <a:pt x="9940" y="16112"/>
                      </a:lnTo>
                      <a:lnTo>
                        <a:pt x="9835" y="16154"/>
                      </a:lnTo>
                      <a:lnTo>
                        <a:pt x="9751" y="16133"/>
                      </a:lnTo>
                      <a:lnTo>
                        <a:pt x="9709" y="16154"/>
                      </a:lnTo>
                      <a:lnTo>
                        <a:pt x="9772" y="16216"/>
                      </a:lnTo>
                      <a:lnTo>
                        <a:pt x="9877" y="16237"/>
                      </a:lnTo>
                      <a:lnTo>
                        <a:pt x="9960" y="16300"/>
                      </a:lnTo>
                      <a:lnTo>
                        <a:pt x="10086" y="16154"/>
                      </a:lnTo>
                      <a:lnTo>
                        <a:pt x="10337" y="16007"/>
                      </a:lnTo>
                      <a:lnTo>
                        <a:pt x="10379" y="16007"/>
                      </a:lnTo>
                      <a:lnTo>
                        <a:pt x="10463" y="16028"/>
                      </a:lnTo>
                      <a:lnTo>
                        <a:pt x="10546" y="15944"/>
                      </a:lnTo>
                      <a:lnTo>
                        <a:pt x="10714" y="15882"/>
                      </a:lnTo>
                      <a:lnTo>
                        <a:pt x="10693" y="15944"/>
                      </a:lnTo>
                      <a:lnTo>
                        <a:pt x="10630" y="16007"/>
                      </a:lnTo>
                      <a:lnTo>
                        <a:pt x="10630" y="16049"/>
                      </a:lnTo>
                      <a:lnTo>
                        <a:pt x="10693" y="16091"/>
                      </a:lnTo>
                      <a:lnTo>
                        <a:pt x="10714" y="16196"/>
                      </a:lnTo>
                      <a:lnTo>
                        <a:pt x="10693" y="16237"/>
                      </a:lnTo>
                      <a:lnTo>
                        <a:pt x="10776" y="16300"/>
                      </a:lnTo>
                      <a:lnTo>
                        <a:pt x="10881" y="16216"/>
                      </a:lnTo>
                      <a:lnTo>
                        <a:pt x="10944" y="16133"/>
                      </a:lnTo>
                      <a:lnTo>
                        <a:pt x="10986" y="16196"/>
                      </a:lnTo>
                      <a:lnTo>
                        <a:pt x="10965" y="16237"/>
                      </a:lnTo>
                      <a:lnTo>
                        <a:pt x="11049" y="16363"/>
                      </a:lnTo>
                      <a:lnTo>
                        <a:pt x="11069" y="16551"/>
                      </a:lnTo>
                      <a:lnTo>
                        <a:pt x="11049" y="16656"/>
                      </a:lnTo>
                      <a:lnTo>
                        <a:pt x="11090" y="16823"/>
                      </a:lnTo>
                      <a:lnTo>
                        <a:pt x="11153" y="16823"/>
                      </a:lnTo>
                      <a:lnTo>
                        <a:pt x="11195" y="16677"/>
                      </a:lnTo>
                      <a:lnTo>
                        <a:pt x="11195" y="16572"/>
                      </a:lnTo>
                      <a:lnTo>
                        <a:pt x="11300" y="16426"/>
                      </a:lnTo>
                      <a:lnTo>
                        <a:pt x="11321" y="16321"/>
                      </a:lnTo>
                      <a:lnTo>
                        <a:pt x="11467" y="16216"/>
                      </a:lnTo>
                      <a:lnTo>
                        <a:pt x="11488" y="16216"/>
                      </a:lnTo>
                      <a:lnTo>
                        <a:pt x="11593" y="16133"/>
                      </a:lnTo>
                      <a:lnTo>
                        <a:pt x="11739" y="16133"/>
                      </a:lnTo>
                      <a:lnTo>
                        <a:pt x="11593" y="16216"/>
                      </a:lnTo>
                      <a:lnTo>
                        <a:pt x="11425" y="16405"/>
                      </a:lnTo>
                      <a:lnTo>
                        <a:pt x="11425" y="16447"/>
                      </a:lnTo>
                      <a:lnTo>
                        <a:pt x="11572" y="16614"/>
                      </a:lnTo>
                      <a:lnTo>
                        <a:pt x="11634" y="16635"/>
                      </a:lnTo>
                      <a:lnTo>
                        <a:pt x="11802" y="16551"/>
                      </a:lnTo>
                      <a:lnTo>
                        <a:pt x="12032" y="16530"/>
                      </a:lnTo>
                      <a:lnTo>
                        <a:pt x="12137" y="16447"/>
                      </a:lnTo>
                      <a:lnTo>
                        <a:pt x="12220" y="16447"/>
                      </a:lnTo>
                      <a:lnTo>
                        <a:pt x="12429" y="16342"/>
                      </a:lnTo>
                      <a:lnTo>
                        <a:pt x="12513" y="16342"/>
                      </a:lnTo>
                      <a:lnTo>
                        <a:pt x="12429" y="16363"/>
                      </a:lnTo>
                      <a:lnTo>
                        <a:pt x="12304" y="16530"/>
                      </a:lnTo>
                      <a:lnTo>
                        <a:pt x="12304" y="16572"/>
                      </a:lnTo>
                      <a:lnTo>
                        <a:pt x="12220" y="16656"/>
                      </a:lnTo>
                      <a:lnTo>
                        <a:pt x="11906" y="16844"/>
                      </a:lnTo>
                      <a:lnTo>
                        <a:pt x="11781" y="16970"/>
                      </a:lnTo>
                      <a:lnTo>
                        <a:pt x="11676" y="17158"/>
                      </a:lnTo>
                      <a:lnTo>
                        <a:pt x="11634" y="17263"/>
                      </a:lnTo>
                      <a:lnTo>
                        <a:pt x="11697" y="17367"/>
                      </a:lnTo>
                      <a:lnTo>
                        <a:pt x="11802" y="17451"/>
                      </a:lnTo>
                      <a:lnTo>
                        <a:pt x="11613" y="17409"/>
                      </a:lnTo>
                      <a:lnTo>
                        <a:pt x="11530" y="17451"/>
                      </a:lnTo>
                      <a:lnTo>
                        <a:pt x="11425" y="17577"/>
                      </a:lnTo>
                      <a:lnTo>
                        <a:pt x="11383" y="17702"/>
                      </a:lnTo>
                      <a:lnTo>
                        <a:pt x="11216" y="17869"/>
                      </a:lnTo>
                      <a:lnTo>
                        <a:pt x="11153" y="17974"/>
                      </a:lnTo>
                      <a:lnTo>
                        <a:pt x="11174" y="18016"/>
                      </a:lnTo>
                      <a:lnTo>
                        <a:pt x="11216" y="18079"/>
                      </a:lnTo>
                      <a:lnTo>
                        <a:pt x="11195" y="18141"/>
                      </a:lnTo>
                      <a:lnTo>
                        <a:pt x="11111" y="18121"/>
                      </a:lnTo>
                      <a:lnTo>
                        <a:pt x="11090" y="18037"/>
                      </a:lnTo>
                      <a:lnTo>
                        <a:pt x="11007" y="18016"/>
                      </a:lnTo>
                      <a:lnTo>
                        <a:pt x="10944" y="18121"/>
                      </a:lnTo>
                      <a:lnTo>
                        <a:pt x="10776" y="18204"/>
                      </a:lnTo>
                      <a:lnTo>
                        <a:pt x="10839" y="18288"/>
                      </a:lnTo>
                      <a:lnTo>
                        <a:pt x="10776" y="18351"/>
                      </a:lnTo>
                      <a:lnTo>
                        <a:pt x="10693" y="18330"/>
                      </a:lnTo>
                      <a:lnTo>
                        <a:pt x="10672" y="18288"/>
                      </a:lnTo>
                      <a:lnTo>
                        <a:pt x="10630" y="18330"/>
                      </a:lnTo>
                      <a:lnTo>
                        <a:pt x="10358" y="18539"/>
                      </a:lnTo>
                      <a:lnTo>
                        <a:pt x="10274" y="18644"/>
                      </a:lnTo>
                      <a:lnTo>
                        <a:pt x="10316" y="18727"/>
                      </a:lnTo>
                      <a:lnTo>
                        <a:pt x="10253" y="18769"/>
                      </a:lnTo>
                      <a:lnTo>
                        <a:pt x="10170" y="18748"/>
                      </a:lnTo>
                      <a:lnTo>
                        <a:pt x="10170" y="18644"/>
                      </a:lnTo>
                      <a:lnTo>
                        <a:pt x="10023" y="18727"/>
                      </a:lnTo>
                      <a:lnTo>
                        <a:pt x="9898" y="18811"/>
                      </a:lnTo>
                      <a:lnTo>
                        <a:pt x="9793" y="18853"/>
                      </a:lnTo>
                      <a:lnTo>
                        <a:pt x="9751" y="18937"/>
                      </a:lnTo>
                      <a:lnTo>
                        <a:pt x="9647" y="18978"/>
                      </a:lnTo>
                      <a:lnTo>
                        <a:pt x="9500" y="18978"/>
                      </a:lnTo>
                      <a:lnTo>
                        <a:pt x="9333" y="19146"/>
                      </a:lnTo>
                      <a:lnTo>
                        <a:pt x="9082" y="19250"/>
                      </a:lnTo>
                      <a:lnTo>
                        <a:pt x="8893" y="19397"/>
                      </a:lnTo>
                      <a:lnTo>
                        <a:pt x="8810" y="19564"/>
                      </a:lnTo>
                      <a:lnTo>
                        <a:pt x="8810" y="19606"/>
                      </a:lnTo>
                      <a:lnTo>
                        <a:pt x="8872" y="19711"/>
                      </a:lnTo>
                      <a:lnTo>
                        <a:pt x="8872" y="19794"/>
                      </a:lnTo>
                      <a:lnTo>
                        <a:pt x="8852" y="19815"/>
                      </a:lnTo>
                      <a:lnTo>
                        <a:pt x="8768" y="19711"/>
                      </a:lnTo>
                      <a:lnTo>
                        <a:pt x="8747" y="19711"/>
                      </a:lnTo>
                      <a:lnTo>
                        <a:pt x="8705" y="19773"/>
                      </a:lnTo>
                      <a:lnTo>
                        <a:pt x="8747" y="19857"/>
                      </a:lnTo>
                      <a:lnTo>
                        <a:pt x="8684" y="19878"/>
                      </a:lnTo>
                      <a:lnTo>
                        <a:pt x="8621" y="19794"/>
                      </a:lnTo>
                      <a:lnTo>
                        <a:pt x="8705" y="19711"/>
                      </a:lnTo>
                      <a:cubicBezTo>
                        <a:pt x="8761" y="19673"/>
                        <a:pt x="8717" y="19603"/>
                        <a:pt x="8677" y="19603"/>
                      </a:cubicBezTo>
                      <a:cubicBezTo>
                        <a:pt x="8673" y="19603"/>
                        <a:pt x="8668" y="19604"/>
                        <a:pt x="8663" y="19606"/>
                      </a:cubicBezTo>
                      <a:lnTo>
                        <a:pt x="8600" y="19585"/>
                      </a:lnTo>
                      <a:lnTo>
                        <a:pt x="8496" y="19585"/>
                      </a:lnTo>
                      <a:lnTo>
                        <a:pt x="8454" y="19564"/>
                      </a:lnTo>
                      <a:lnTo>
                        <a:pt x="8349" y="19585"/>
                      </a:lnTo>
                      <a:lnTo>
                        <a:pt x="8161" y="19606"/>
                      </a:lnTo>
                      <a:lnTo>
                        <a:pt x="8056" y="19669"/>
                      </a:lnTo>
                      <a:lnTo>
                        <a:pt x="7973" y="19773"/>
                      </a:lnTo>
                      <a:lnTo>
                        <a:pt x="7826" y="19815"/>
                      </a:lnTo>
                      <a:lnTo>
                        <a:pt x="7680" y="19899"/>
                      </a:lnTo>
                      <a:lnTo>
                        <a:pt x="7554" y="20066"/>
                      </a:lnTo>
                      <a:lnTo>
                        <a:pt x="7575" y="20108"/>
                      </a:lnTo>
                      <a:lnTo>
                        <a:pt x="7533" y="20171"/>
                      </a:lnTo>
                      <a:lnTo>
                        <a:pt x="7471" y="20171"/>
                      </a:lnTo>
                      <a:lnTo>
                        <a:pt x="7345" y="20213"/>
                      </a:lnTo>
                      <a:lnTo>
                        <a:pt x="7261" y="20276"/>
                      </a:lnTo>
                      <a:lnTo>
                        <a:pt x="7261" y="20338"/>
                      </a:lnTo>
                      <a:lnTo>
                        <a:pt x="7219" y="20338"/>
                      </a:lnTo>
                      <a:lnTo>
                        <a:pt x="7115" y="20318"/>
                      </a:lnTo>
                      <a:lnTo>
                        <a:pt x="7010" y="20338"/>
                      </a:lnTo>
                      <a:lnTo>
                        <a:pt x="6989" y="20422"/>
                      </a:lnTo>
                      <a:lnTo>
                        <a:pt x="6947" y="20548"/>
                      </a:lnTo>
                      <a:lnTo>
                        <a:pt x="6947" y="20590"/>
                      </a:lnTo>
                      <a:cubicBezTo>
                        <a:pt x="6927" y="20590"/>
                        <a:pt x="6906" y="20610"/>
                        <a:pt x="6885" y="20610"/>
                      </a:cubicBezTo>
                      <a:lnTo>
                        <a:pt x="6843" y="20590"/>
                      </a:lnTo>
                      <a:lnTo>
                        <a:pt x="6906" y="20485"/>
                      </a:lnTo>
                      <a:lnTo>
                        <a:pt x="6822" y="20380"/>
                      </a:lnTo>
                      <a:lnTo>
                        <a:pt x="6675" y="20380"/>
                      </a:lnTo>
                      <a:lnTo>
                        <a:pt x="6634" y="20422"/>
                      </a:lnTo>
                      <a:lnTo>
                        <a:pt x="6571" y="20485"/>
                      </a:lnTo>
                      <a:lnTo>
                        <a:pt x="6466" y="20485"/>
                      </a:lnTo>
                      <a:lnTo>
                        <a:pt x="6403" y="20527"/>
                      </a:lnTo>
                      <a:lnTo>
                        <a:pt x="6299" y="20422"/>
                      </a:lnTo>
                      <a:lnTo>
                        <a:pt x="6257" y="20422"/>
                      </a:lnTo>
                      <a:lnTo>
                        <a:pt x="6152" y="20610"/>
                      </a:lnTo>
                      <a:lnTo>
                        <a:pt x="6090" y="20631"/>
                      </a:lnTo>
                      <a:lnTo>
                        <a:pt x="5985" y="20715"/>
                      </a:lnTo>
                      <a:lnTo>
                        <a:pt x="5943" y="20694"/>
                      </a:lnTo>
                      <a:lnTo>
                        <a:pt x="5880" y="20736"/>
                      </a:lnTo>
                      <a:lnTo>
                        <a:pt x="5859" y="20841"/>
                      </a:lnTo>
                      <a:lnTo>
                        <a:pt x="5880" y="20945"/>
                      </a:lnTo>
                      <a:lnTo>
                        <a:pt x="5943" y="20966"/>
                      </a:lnTo>
                      <a:cubicBezTo>
                        <a:pt x="5776" y="21029"/>
                        <a:pt x="5629" y="21071"/>
                        <a:pt x="5462" y="21154"/>
                      </a:cubicBezTo>
                      <a:lnTo>
                        <a:pt x="5441" y="21071"/>
                      </a:lnTo>
                      <a:lnTo>
                        <a:pt x="5378" y="21050"/>
                      </a:lnTo>
                      <a:lnTo>
                        <a:pt x="5378" y="21154"/>
                      </a:lnTo>
                      <a:lnTo>
                        <a:pt x="5378" y="21217"/>
                      </a:lnTo>
                      <a:cubicBezTo>
                        <a:pt x="5357" y="21217"/>
                        <a:pt x="5336" y="21238"/>
                        <a:pt x="5274" y="21238"/>
                      </a:cubicBezTo>
                      <a:lnTo>
                        <a:pt x="5232" y="21217"/>
                      </a:lnTo>
                      <a:lnTo>
                        <a:pt x="5169" y="21134"/>
                      </a:lnTo>
                      <a:lnTo>
                        <a:pt x="5064" y="21154"/>
                      </a:lnTo>
                      <a:lnTo>
                        <a:pt x="5064" y="21238"/>
                      </a:lnTo>
                      <a:lnTo>
                        <a:pt x="5127" y="21280"/>
                      </a:lnTo>
                      <a:cubicBezTo>
                        <a:pt x="5106" y="21322"/>
                        <a:pt x="5043" y="21322"/>
                        <a:pt x="5022" y="21343"/>
                      </a:cubicBezTo>
                      <a:lnTo>
                        <a:pt x="4960" y="21280"/>
                      </a:lnTo>
                      <a:lnTo>
                        <a:pt x="4960" y="21364"/>
                      </a:lnTo>
                      <a:cubicBezTo>
                        <a:pt x="4939" y="21385"/>
                        <a:pt x="4918" y="21385"/>
                        <a:pt x="4897" y="21385"/>
                      </a:cubicBezTo>
                      <a:lnTo>
                        <a:pt x="4855" y="21343"/>
                      </a:lnTo>
                      <a:lnTo>
                        <a:pt x="4730" y="21322"/>
                      </a:lnTo>
                      <a:lnTo>
                        <a:pt x="4688" y="21238"/>
                      </a:lnTo>
                      <a:lnTo>
                        <a:pt x="4583" y="21238"/>
                      </a:lnTo>
                      <a:lnTo>
                        <a:pt x="4478" y="21343"/>
                      </a:lnTo>
                      <a:lnTo>
                        <a:pt x="4478" y="21426"/>
                      </a:lnTo>
                      <a:lnTo>
                        <a:pt x="4541" y="21489"/>
                      </a:lnTo>
                      <a:cubicBezTo>
                        <a:pt x="4520" y="21489"/>
                        <a:pt x="4499" y="21531"/>
                        <a:pt x="4499" y="21531"/>
                      </a:cubicBezTo>
                      <a:lnTo>
                        <a:pt x="4395" y="21468"/>
                      </a:lnTo>
                      <a:lnTo>
                        <a:pt x="4290" y="21552"/>
                      </a:lnTo>
                      <a:lnTo>
                        <a:pt x="4290" y="21594"/>
                      </a:lnTo>
                      <a:cubicBezTo>
                        <a:pt x="4081" y="21678"/>
                        <a:pt x="3893" y="21761"/>
                        <a:pt x="3683" y="21845"/>
                      </a:cubicBezTo>
                      <a:lnTo>
                        <a:pt x="3704" y="21782"/>
                      </a:lnTo>
                      <a:lnTo>
                        <a:pt x="3809" y="21740"/>
                      </a:lnTo>
                      <a:lnTo>
                        <a:pt x="3746" y="21698"/>
                      </a:lnTo>
                      <a:lnTo>
                        <a:pt x="3704" y="21573"/>
                      </a:lnTo>
                      <a:lnTo>
                        <a:pt x="3600" y="21636"/>
                      </a:lnTo>
                      <a:lnTo>
                        <a:pt x="3432" y="21636"/>
                      </a:lnTo>
                      <a:lnTo>
                        <a:pt x="3453" y="21698"/>
                      </a:lnTo>
                      <a:lnTo>
                        <a:pt x="3390" y="21803"/>
                      </a:lnTo>
                      <a:lnTo>
                        <a:pt x="3286" y="21845"/>
                      </a:lnTo>
                      <a:lnTo>
                        <a:pt x="3160" y="21970"/>
                      </a:lnTo>
                      <a:lnTo>
                        <a:pt x="3160" y="22012"/>
                      </a:lnTo>
                      <a:cubicBezTo>
                        <a:pt x="2951" y="22096"/>
                        <a:pt x="2742" y="22159"/>
                        <a:pt x="2533" y="22201"/>
                      </a:cubicBezTo>
                      <a:lnTo>
                        <a:pt x="2512" y="22180"/>
                      </a:lnTo>
                      <a:lnTo>
                        <a:pt x="2386" y="22222"/>
                      </a:lnTo>
                      <a:lnTo>
                        <a:pt x="2407" y="22263"/>
                      </a:lnTo>
                      <a:cubicBezTo>
                        <a:pt x="2344" y="22263"/>
                        <a:pt x="2302" y="22284"/>
                        <a:pt x="2240" y="22284"/>
                      </a:cubicBezTo>
                      <a:cubicBezTo>
                        <a:pt x="2177" y="22305"/>
                        <a:pt x="2093" y="22305"/>
                        <a:pt x="2009" y="22326"/>
                      </a:cubicBezTo>
                      <a:lnTo>
                        <a:pt x="1926" y="22263"/>
                      </a:lnTo>
                      <a:lnTo>
                        <a:pt x="1821" y="22368"/>
                      </a:lnTo>
                      <a:lnTo>
                        <a:pt x="1821" y="22389"/>
                      </a:lnTo>
                      <a:cubicBezTo>
                        <a:pt x="1758" y="22410"/>
                        <a:pt x="1654" y="22410"/>
                        <a:pt x="1570" y="22431"/>
                      </a:cubicBezTo>
                      <a:cubicBezTo>
                        <a:pt x="1264" y="22480"/>
                        <a:pt x="957" y="22500"/>
                        <a:pt x="651" y="22500"/>
                      </a:cubicBezTo>
                      <a:cubicBezTo>
                        <a:pt x="434" y="22500"/>
                        <a:pt x="218" y="22490"/>
                        <a:pt x="1" y="22473"/>
                      </a:cubicBezTo>
                      <a:lnTo>
                        <a:pt x="1" y="22473"/>
                      </a:lnTo>
                      <a:cubicBezTo>
                        <a:pt x="332" y="22512"/>
                        <a:pt x="664" y="22527"/>
                        <a:pt x="990" y="22527"/>
                      </a:cubicBezTo>
                      <a:cubicBezTo>
                        <a:pt x="1179" y="22527"/>
                        <a:pt x="1365" y="22522"/>
                        <a:pt x="1549" y="22514"/>
                      </a:cubicBezTo>
                      <a:lnTo>
                        <a:pt x="1549" y="22535"/>
                      </a:lnTo>
                      <a:lnTo>
                        <a:pt x="1654" y="22577"/>
                      </a:lnTo>
                      <a:lnTo>
                        <a:pt x="1612" y="22514"/>
                      </a:lnTo>
                      <a:cubicBezTo>
                        <a:pt x="2093" y="22473"/>
                        <a:pt x="2533" y="22389"/>
                        <a:pt x="2972" y="22263"/>
                      </a:cubicBezTo>
                      <a:lnTo>
                        <a:pt x="2972" y="22263"/>
                      </a:lnTo>
                      <a:lnTo>
                        <a:pt x="2867" y="22368"/>
                      </a:lnTo>
                      <a:lnTo>
                        <a:pt x="3077" y="22368"/>
                      </a:lnTo>
                      <a:lnTo>
                        <a:pt x="3223" y="22222"/>
                      </a:lnTo>
                      <a:lnTo>
                        <a:pt x="3370" y="22222"/>
                      </a:lnTo>
                      <a:lnTo>
                        <a:pt x="3453" y="22159"/>
                      </a:lnTo>
                      <a:cubicBezTo>
                        <a:pt x="3579" y="22096"/>
                        <a:pt x="3746" y="22075"/>
                        <a:pt x="3872" y="22012"/>
                      </a:cubicBezTo>
                      <a:lnTo>
                        <a:pt x="3893" y="22054"/>
                      </a:lnTo>
                      <a:lnTo>
                        <a:pt x="4081" y="22054"/>
                      </a:lnTo>
                      <a:lnTo>
                        <a:pt x="4227" y="21991"/>
                      </a:lnTo>
                      <a:lnTo>
                        <a:pt x="4290" y="21719"/>
                      </a:lnTo>
                      <a:lnTo>
                        <a:pt x="4311" y="21803"/>
                      </a:lnTo>
                      <a:lnTo>
                        <a:pt x="4374" y="21845"/>
                      </a:lnTo>
                      <a:lnTo>
                        <a:pt x="4416" y="21740"/>
                      </a:lnTo>
                      <a:lnTo>
                        <a:pt x="4458" y="21657"/>
                      </a:lnTo>
                      <a:lnTo>
                        <a:pt x="4520" y="21678"/>
                      </a:lnTo>
                      <a:lnTo>
                        <a:pt x="4562" y="21740"/>
                      </a:lnTo>
                      <a:lnTo>
                        <a:pt x="4604" y="21719"/>
                      </a:lnTo>
                      <a:lnTo>
                        <a:pt x="4688" y="21615"/>
                      </a:lnTo>
                      <a:lnTo>
                        <a:pt x="4834" y="21531"/>
                      </a:lnTo>
                      <a:lnTo>
                        <a:pt x="4834" y="21468"/>
                      </a:lnTo>
                      <a:cubicBezTo>
                        <a:pt x="5043" y="21406"/>
                        <a:pt x="5253" y="21301"/>
                        <a:pt x="5462" y="21217"/>
                      </a:cubicBezTo>
                      <a:lnTo>
                        <a:pt x="5462" y="21217"/>
                      </a:lnTo>
                      <a:lnTo>
                        <a:pt x="5420" y="21238"/>
                      </a:lnTo>
                      <a:lnTo>
                        <a:pt x="5546" y="21238"/>
                      </a:lnTo>
                      <a:lnTo>
                        <a:pt x="5504" y="21196"/>
                      </a:lnTo>
                      <a:cubicBezTo>
                        <a:pt x="5839" y="21050"/>
                        <a:pt x="6173" y="20903"/>
                        <a:pt x="6508" y="20778"/>
                      </a:cubicBezTo>
                      <a:lnTo>
                        <a:pt x="6571" y="20799"/>
                      </a:lnTo>
                      <a:lnTo>
                        <a:pt x="6759" y="20778"/>
                      </a:lnTo>
                      <a:lnTo>
                        <a:pt x="6822" y="20694"/>
                      </a:lnTo>
                      <a:lnTo>
                        <a:pt x="6989" y="20715"/>
                      </a:lnTo>
                      <a:lnTo>
                        <a:pt x="6989" y="20673"/>
                      </a:lnTo>
                      <a:lnTo>
                        <a:pt x="6927" y="20610"/>
                      </a:lnTo>
                      <a:cubicBezTo>
                        <a:pt x="7031" y="20569"/>
                        <a:pt x="7136" y="20527"/>
                        <a:pt x="7240" y="20485"/>
                      </a:cubicBezTo>
                      <a:lnTo>
                        <a:pt x="7282" y="20485"/>
                      </a:lnTo>
                      <a:cubicBezTo>
                        <a:pt x="7324" y="20464"/>
                        <a:pt x="7387" y="20422"/>
                        <a:pt x="7429" y="20422"/>
                      </a:cubicBezTo>
                      <a:lnTo>
                        <a:pt x="7450" y="20485"/>
                      </a:lnTo>
                      <a:lnTo>
                        <a:pt x="7554" y="20485"/>
                      </a:lnTo>
                      <a:lnTo>
                        <a:pt x="7617" y="20380"/>
                      </a:lnTo>
                      <a:lnTo>
                        <a:pt x="7638" y="20464"/>
                      </a:lnTo>
                      <a:lnTo>
                        <a:pt x="7659" y="20464"/>
                      </a:lnTo>
                      <a:lnTo>
                        <a:pt x="7701" y="20380"/>
                      </a:lnTo>
                      <a:lnTo>
                        <a:pt x="7763" y="20318"/>
                      </a:lnTo>
                      <a:lnTo>
                        <a:pt x="7868" y="20318"/>
                      </a:lnTo>
                      <a:lnTo>
                        <a:pt x="7973" y="20255"/>
                      </a:lnTo>
                      <a:lnTo>
                        <a:pt x="8015" y="20171"/>
                      </a:lnTo>
                      <a:cubicBezTo>
                        <a:pt x="8077" y="20150"/>
                        <a:pt x="8161" y="20087"/>
                        <a:pt x="8224" y="20066"/>
                      </a:cubicBezTo>
                      <a:lnTo>
                        <a:pt x="8224" y="20066"/>
                      </a:lnTo>
                      <a:lnTo>
                        <a:pt x="8182" y="20108"/>
                      </a:lnTo>
                      <a:lnTo>
                        <a:pt x="8182" y="20213"/>
                      </a:lnTo>
                      <a:lnTo>
                        <a:pt x="8224" y="20255"/>
                      </a:lnTo>
                      <a:lnTo>
                        <a:pt x="8370" y="20150"/>
                      </a:lnTo>
                      <a:lnTo>
                        <a:pt x="8391" y="20066"/>
                      </a:lnTo>
                      <a:lnTo>
                        <a:pt x="8475" y="20045"/>
                      </a:lnTo>
                      <a:lnTo>
                        <a:pt x="8496" y="20087"/>
                      </a:lnTo>
                      <a:lnTo>
                        <a:pt x="8538" y="20045"/>
                      </a:lnTo>
                      <a:lnTo>
                        <a:pt x="8580" y="20045"/>
                      </a:lnTo>
                      <a:lnTo>
                        <a:pt x="8600" y="20108"/>
                      </a:lnTo>
                      <a:lnTo>
                        <a:pt x="8580" y="20192"/>
                      </a:lnTo>
                      <a:lnTo>
                        <a:pt x="8642" y="20192"/>
                      </a:lnTo>
                      <a:lnTo>
                        <a:pt x="8705" y="20087"/>
                      </a:lnTo>
                      <a:lnTo>
                        <a:pt x="8789" y="20087"/>
                      </a:lnTo>
                      <a:lnTo>
                        <a:pt x="8872" y="20004"/>
                      </a:lnTo>
                      <a:lnTo>
                        <a:pt x="8977" y="20004"/>
                      </a:lnTo>
                      <a:lnTo>
                        <a:pt x="9082" y="19857"/>
                      </a:lnTo>
                      <a:lnTo>
                        <a:pt x="9186" y="19794"/>
                      </a:lnTo>
                      <a:lnTo>
                        <a:pt x="9270" y="19836"/>
                      </a:lnTo>
                      <a:lnTo>
                        <a:pt x="9270" y="19899"/>
                      </a:lnTo>
                      <a:lnTo>
                        <a:pt x="9186" y="20004"/>
                      </a:lnTo>
                      <a:lnTo>
                        <a:pt x="9103" y="20150"/>
                      </a:lnTo>
                      <a:lnTo>
                        <a:pt x="9103" y="20192"/>
                      </a:lnTo>
                      <a:lnTo>
                        <a:pt x="9165" y="20192"/>
                      </a:lnTo>
                      <a:lnTo>
                        <a:pt x="9312" y="20045"/>
                      </a:lnTo>
                      <a:lnTo>
                        <a:pt x="9312" y="19857"/>
                      </a:lnTo>
                      <a:lnTo>
                        <a:pt x="9333" y="19836"/>
                      </a:lnTo>
                      <a:lnTo>
                        <a:pt x="9396" y="19899"/>
                      </a:lnTo>
                      <a:lnTo>
                        <a:pt x="9479" y="19857"/>
                      </a:lnTo>
                      <a:lnTo>
                        <a:pt x="9542" y="19878"/>
                      </a:lnTo>
                      <a:lnTo>
                        <a:pt x="9647" y="19878"/>
                      </a:lnTo>
                      <a:lnTo>
                        <a:pt x="9751" y="19753"/>
                      </a:lnTo>
                      <a:lnTo>
                        <a:pt x="9793" y="19753"/>
                      </a:lnTo>
                      <a:lnTo>
                        <a:pt x="9814" y="19773"/>
                      </a:lnTo>
                      <a:lnTo>
                        <a:pt x="9856" y="19648"/>
                      </a:lnTo>
                      <a:lnTo>
                        <a:pt x="9919" y="19585"/>
                      </a:lnTo>
                      <a:lnTo>
                        <a:pt x="9940" y="19627"/>
                      </a:lnTo>
                      <a:lnTo>
                        <a:pt x="9919" y="19690"/>
                      </a:lnTo>
                      <a:lnTo>
                        <a:pt x="9919" y="19794"/>
                      </a:lnTo>
                      <a:lnTo>
                        <a:pt x="9960" y="19773"/>
                      </a:lnTo>
                      <a:lnTo>
                        <a:pt x="10044" y="19669"/>
                      </a:lnTo>
                      <a:lnTo>
                        <a:pt x="10002" y="19648"/>
                      </a:lnTo>
                      <a:lnTo>
                        <a:pt x="10065" y="19564"/>
                      </a:lnTo>
                      <a:lnTo>
                        <a:pt x="10065" y="19522"/>
                      </a:lnTo>
                      <a:lnTo>
                        <a:pt x="9898" y="19522"/>
                      </a:lnTo>
                      <a:lnTo>
                        <a:pt x="9856" y="19481"/>
                      </a:lnTo>
                      <a:lnTo>
                        <a:pt x="10023" y="19439"/>
                      </a:lnTo>
                      <a:lnTo>
                        <a:pt x="10212" y="19334"/>
                      </a:lnTo>
                      <a:lnTo>
                        <a:pt x="10442" y="19334"/>
                      </a:lnTo>
                      <a:lnTo>
                        <a:pt x="10484" y="19271"/>
                      </a:lnTo>
                      <a:lnTo>
                        <a:pt x="10484" y="19209"/>
                      </a:lnTo>
                      <a:lnTo>
                        <a:pt x="10442" y="19209"/>
                      </a:lnTo>
                      <a:lnTo>
                        <a:pt x="10484" y="19167"/>
                      </a:lnTo>
                      <a:lnTo>
                        <a:pt x="10567" y="19146"/>
                      </a:lnTo>
                      <a:lnTo>
                        <a:pt x="10651" y="19104"/>
                      </a:lnTo>
                      <a:lnTo>
                        <a:pt x="10693" y="19104"/>
                      </a:lnTo>
                      <a:lnTo>
                        <a:pt x="10735" y="19209"/>
                      </a:lnTo>
                      <a:lnTo>
                        <a:pt x="10839" y="19209"/>
                      </a:lnTo>
                      <a:lnTo>
                        <a:pt x="10881" y="19125"/>
                      </a:lnTo>
                      <a:lnTo>
                        <a:pt x="10860" y="19104"/>
                      </a:lnTo>
                      <a:lnTo>
                        <a:pt x="10944" y="19020"/>
                      </a:lnTo>
                      <a:lnTo>
                        <a:pt x="10944" y="18916"/>
                      </a:lnTo>
                      <a:lnTo>
                        <a:pt x="10986" y="18853"/>
                      </a:lnTo>
                      <a:lnTo>
                        <a:pt x="11049" y="18916"/>
                      </a:lnTo>
                      <a:lnTo>
                        <a:pt x="11049" y="18999"/>
                      </a:lnTo>
                      <a:lnTo>
                        <a:pt x="11090" y="19041"/>
                      </a:lnTo>
                      <a:lnTo>
                        <a:pt x="11216" y="18957"/>
                      </a:lnTo>
                      <a:lnTo>
                        <a:pt x="11279" y="18895"/>
                      </a:lnTo>
                      <a:lnTo>
                        <a:pt x="11362" y="18895"/>
                      </a:lnTo>
                      <a:lnTo>
                        <a:pt x="11404" y="18790"/>
                      </a:lnTo>
                      <a:lnTo>
                        <a:pt x="11425" y="18748"/>
                      </a:lnTo>
                      <a:lnTo>
                        <a:pt x="11488" y="18811"/>
                      </a:lnTo>
                      <a:lnTo>
                        <a:pt x="11593" y="18790"/>
                      </a:lnTo>
                      <a:lnTo>
                        <a:pt x="11718" y="18623"/>
                      </a:lnTo>
                      <a:lnTo>
                        <a:pt x="11718" y="18539"/>
                      </a:lnTo>
                      <a:lnTo>
                        <a:pt x="11613" y="18539"/>
                      </a:lnTo>
                      <a:lnTo>
                        <a:pt x="11593" y="18518"/>
                      </a:lnTo>
                      <a:lnTo>
                        <a:pt x="11739" y="18413"/>
                      </a:lnTo>
                      <a:lnTo>
                        <a:pt x="11844" y="18393"/>
                      </a:lnTo>
                      <a:lnTo>
                        <a:pt x="11927" y="18288"/>
                      </a:lnTo>
                      <a:lnTo>
                        <a:pt x="11990" y="18288"/>
                      </a:lnTo>
                      <a:lnTo>
                        <a:pt x="12011" y="18330"/>
                      </a:lnTo>
                      <a:lnTo>
                        <a:pt x="12137" y="18204"/>
                      </a:lnTo>
                      <a:lnTo>
                        <a:pt x="12241" y="18141"/>
                      </a:lnTo>
                      <a:lnTo>
                        <a:pt x="12262" y="18079"/>
                      </a:lnTo>
                      <a:lnTo>
                        <a:pt x="12346" y="18037"/>
                      </a:lnTo>
                      <a:lnTo>
                        <a:pt x="12367" y="17995"/>
                      </a:lnTo>
                      <a:lnTo>
                        <a:pt x="12450" y="17995"/>
                      </a:lnTo>
                      <a:lnTo>
                        <a:pt x="12471" y="18079"/>
                      </a:lnTo>
                      <a:lnTo>
                        <a:pt x="12534" y="18100"/>
                      </a:lnTo>
                      <a:lnTo>
                        <a:pt x="12555" y="18016"/>
                      </a:lnTo>
                      <a:lnTo>
                        <a:pt x="12660" y="18016"/>
                      </a:lnTo>
                      <a:lnTo>
                        <a:pt x="12722" y="17995"/>
                      </a:lnTo>
                      <a:lnTo>
                        <a:pt x="12722" y="17911"/>
                      </a:lnTo>
                      <a:lnTo>
                        <a:pt x="12827" y="17890"/>
                      </a:lnTo>
                      <a:lnTo>
                        <a:pt x="12848" y="17828"/>
                      </a:lnTo>
                      <a:lnTo>
                        <a:pt x="12869" y="17869"/>
                      </a:lnTo>
                      <a:lnTo>
                        <a:pt x="13036" y="17890"/>
                      </a:lnTo>
                      <a:lnTo>
                        <a:pt x="13057" y="17786"/>
                      </a:lnTo>
                      <a:lnTo>
                        <a:pt x="13099" y="17786"/>
                      </a:lnTo>
                      <a:lnTo>
                        <a:pt x="13099" y="17849"/>
                      </a:lnTo>
                      <a:lnTo>
                        <a:pt x="13162" y="17849"/>
                      </a:lnTo>
                      <a:lnTo>
                        <a:pt x="13204" y="17786"/>
                      </a:lnTo>
                      <a:lnTo>
                        <a:pt x="13266" y="17849"/>
                      </a:lnTo>
                      <a:lnTo>
                        <a:pt x="13308" y="17807"/>
                      </a:lnTo>
                      <a:lnTo>
                        <a:pt x="13371" y="17660"/>
                      </a:lnTo>
                      <a:lnTo>
                        <a:pt x="13308" y="17660"/>
                      </a:lnTo>
                      <a:lnTo>
                        <a:pt x="13266" y="17681"/>
                      </a:lnTo>
                      <a:lnTo>
                        <a:pt x="13287" y="17597"/>
                      </a:lnTo>
                      <a:lnTo>
                        <a:pt x="13350" y="17556"/>
                      </a:lnTo>
                      <a:cubicBezTo>
                        <a:pt x="13371" y="17618"/>
                        <a:pt x="13392" y="17702"/>
                        <a:pt x="13455" y="17765"/>
                      </a:cubicBezTo>
                      <a:cubicBezTo>
                        <a:pt x="13517" y="17849"/>
                        <a:pt x="13392" y="17995"/>
                        <a:pt x="13308" y="18079"/>
                      </a:cubicBezTo>
                      <a:lnTo>
                        <a:pt x="13245" y="18183"/>
                      </a:lnTo>
                      <a:lnTo>
                        <a:pt x="13266" y="18225"/>
                      </a:lnTo>
                      <a:lnTo>
                        <a:pt x="13371" y="18309"/>
                      </a:lnTo>
                      <a:lnTo>
                        <a:pt x="13350" y="18413"/>
                      </a:lnTo>
                      <a:lnTo>
                        <a:pt x="13266" y="18351"/>
                      </a:lnTo>
                      <a:lnTo>
                        <a:pt x="13245" y="18393"/>
                      </a:lnTo>
                      <a:lnTo>
                        <a:pt x="13266" y="18497"/>
                      </a:lnTo>
                      <a:lnTo>
                        <a:pt x="13162" y="18623"/>
                      </a:lnTo>
                      <a:lnTo>
                        <a:pt x="13099" y="18602"/>
                      </a:lnTo>
                      <a:lnTo>
                        <a:pt x="13099" y="18351"/>
                      </a:lnTo>
                      <a:lnTo>
                        <a:pt x="13057" y="18330"/>
                      </a:lnTo>
                      <a:lnTo>
                        <a:pt x="12890" y="18351"/>
                      </a:lnTo>
                      <a:lnTo>
                        <a:pt x="12639" y="18497"/>
                      </a:lnTo>
                      <a:lnTo>
                        <a:pt x="12471" y="18602"/>
                      </a:lnTo>
                      <a:lnTo>
                        <a:pt x="12450" y="18665"/>
                      </a:lnTo>
                      <a:lnTo>
                        <a:pt x="12471" y="18727"/>
                      </a:lnTo>
                      <a:lnTo>
                        <a:pt x="12471" y="18853"/>
                      </a:lnTo>
                      <a:lnTo>
                        <a:pt x="12450" y="18957"/>
                      </a:lnTo>
                      <a:lnTo>
                        <a:pt x="12409" y="19041"/>
                      </a:lnTo>
                      <a:lnTo>
                        <a:pt x="12409" y="19146"/>
                      </a:lnTo>
                      <a:lnTo>
                        <a:pt x="12471" y="19188"/>
                      </a:lnTo>
                      <a:lnTo>
                        <a:pt x="12555" y="19167"/>
                      </a:lnTo>
                      <a:lnTo>
                        <a:pt x="12576" y="19125"/>
                      </a:lnTo>
                      <a:lnTo>
                        <a:pt x="12555" y="19083"/>
                      </a:lnTo>
                      <a:lnTo>
                        <a:pt x="12513" y="19062"/>
                      </a:lnTo>
                      <a:lnTo>
                        <a:pt x="12555" y="19020"/>
                      </a:lnTo>
                      <a:lnTo>
                        <a:pt x="12681" y="19020"/>
                      </a:lnTo>
                      <a:lnTo>
                        <a:pt x="12660" y="19062"/>
                      </a:lnTo>
                      <a:lnTo>
                        <a:pt x="12722" y="19125"/>
                      </a:lnTo>
                      <a:lnTo>
                        <a:pt x="12785" y="19041"/>
                      </a:lnTo>
                      <a:lnTo>
                        <a:pt x="12848" y="19041"/>
                      </a:lnTo>
                      <a:lnTo>
                        <a:pt x="12764" y="19146"/>
                      </a:lnTo>
                      <a:lnTo>
                        <a:pt x="12764" y="19188"/>
                      </a:lnTo>
                      <a:lnTo>
                        <a:pt x="12555" y="19355"/>
                      </a:lnTo>
                      <a:lnTo>
                        <a:pt x="12534" y="19397"/>
                      </a:lnTo>
                      <a:lnTo>
                        <a:pt x="12639" y="19439"/>
                      </a:lnTo>
                      <a:lnTo>
                        <a:pt x="12681" y="19355"/>
                      </a:lnTo>
                      <a:lnTo>
                        <a:pt x="12764" y="19292"/>
                      </a:lnTo>
                      <a:lnTo>
                        <a:pt x="12764" y="19229"/>
                      </a:lnTo>
                      <a:lnTo>
                        <a:pt x="12890" y="19146"/>
                      </a:lnTo>
                      <a:lnTo>
                        <a:pt x="12869" y="19083"/>
                      </a:lnTo>
                      <a:lnTo>
                        <a:pt x="12932" y="19041"/>
                      </a:lnTo>
                      <a:lnTo>
                        <a:pt x="12973" y="19041"/>
                      </a:lnTo>
                      <a:lnTo>
                        <a:pt x="13036" y="18916"/>
                      </a:lnTo>
                      <a:lnTo>
                        <a:pt x="13078" y="18937"/>
                      </a:lnTo>
                      <a:lnTo>
                        <a:pt x="13183" y="18916"/>
                      </a:lnTo>
                      <a:lnTo>
                        <a:pt x="13287" y="18937"/>
                      </a:lnTo>
                      <a:lnTo>
                        <a:pt x="13455" y="18832"/>
                      </a:lnTo>
                      <a:lnTo>
                        <a:pt x="13413" y="18748"/>
                      </a:lnTo>
                      <a:lnTo>
                        <a:pt x="13287" y="18706"/>
                      </a:lnTo>
                      <a:lnTo>
                        <a:pt x="13371" y="18665"/>
                      </a:lnTo>
                      <a:lnTo>
                        <a:pt x="13497" y="18665"/>
                      </a:lnTo>
                      <a:lnTo>
                        <a:pt x="13580" y="18769"/>
                      </a:lnTo>
                      <a:lnTo>
                        <a:pt x="13664" y="18769"/>
                      </a:lnTo>
                      <a:lnTo>
                        <a:pt x="13727" y="18665"/>
                      </a:lnTo>
                      <a:lnTo>
                        <a:pt x="13685" y="18539"/>
                      </a:lnTo>
                      <a:lnTo>
                        <a:pt x="13580" y="18518"/>
                      </a:lnTo>
                      <a:lnTo>
                        <a:pt x="13622" y="18455"/>
                      </a:lnTo>
                      <a:lnTo>
                        <a:pt x="13706" y="18455"/>
                      </a:lnTo>
                      <a:lnTo>
                        <a:pt x="13789" y="18497"/>
                      </a:lnTo>
                      <a:lnTo>
                        <a:pt x="13852" y="18455"/>
                      </a:lnTo>
                      <a:lnTo>
                        <a:pt x="13894" y="18518"/>
                      </a:lnTo>
                      <a:lnTo>
                        <a:pt x="13957" y="18539"/>
                      </a:lnTo>
                      <a:lnTo>
                        <a:pt x="14041" y="18413"/>
                      </a:lnTo>
                      <a:lnTo>
                        <a:pt x="14020" y="18330"/>
                      </a:lnTo>
                      <a:lnTo>
                        <a:pt x="13957" y="18309"/>
                      </a:lnTo>
                      <a:lnTo>
                        <a:pt x="13957" y="18225"/>
                      </a:lnTo>
                      <a:lnTo>
                        <a:pt x="14062" y="18225"/>
                      </a:lnTo>
                      <a:lnTo>
                        <a:pt x="14166" y="18204"/>
                      </a:lnTo>
                      <a:lnTo>
                        <a:pt x="14124" y="18079"/>
                      </a:lnTo>
                      <a:lnTo>
                        <a:pt x="14041" y="18037"/>
                      </a:lnTo>
                      <a:lnTo>
                        <a:pt x="13957" y="18079"/>
                      </a:lnTo>
                      <a:lnTo>
                        <a:pt x="14041" y="17995"/>
                      </a:lnTo>
                      <a:cubicBezTo>
                        <a:pt x="14062" y="17974"/>
                        <a:pt x="14041" y="17932"/>
                        <a:pt x="14041" y="17932"/>
                      </a:cubicBezTo>
                      <a:lnTo>
                        <a:pt x="14145" y="17828"/>
                      </a:lnTo>
                      <a:lnTo>
                        <a:pt x="14166" y="17911"/>
                      </a:lnTo>
                      <a:lnTo>
                        <a:pt x="14229" y="17911"/>
                      </a:lnTo>
                      <a:lnTo>
                        <a:pt x="14313" y="17807"/>
                      </a:lnTo>
                      <a:lnTo>
                        <a:pt x="14354" y="17869"/>
                      </a:lnTo>
                      <a:lnTo>
                        <a:pt x="14438" y="17828"/>
                      </a:lnTo>
                      <a:lnTo>
                        <a:pt x="14417" y="17765"/>
                      </a:lnTo>
                      <a:lnTo>
                        <a:pt x="14334" y="17723"/>
                      </a:lnTo>
                      <a:lnTo>
                        <a:pt x="14396" y="17660"/>
                      </a:lnTo>
                      <a:lnTo>
                        <a:pt x="14438" y="17597"/>
                      </a:lnTo>
                      <a:lnTo>
                        <a:pt x="14396" y="17514"/>
                      </a:lnTo>
                      <a:lnTo>
                        <a:pt x="14313" y="17556"/>
                      </a:lnTo>
                      <a:lnTo>
                        <a:pt x="14292" y="17597"/>
                      </a:lnTo>
                      <a:lnTo>
                        <a:pt x="14229" y="17597"/>
                      </a:lnTo>
                      <a:lnTo>
                        <a:pt x="14250" y="17493"/>
                      </a:lnTo>
                      <a:lnTo>
                        <a:pt x="14208" y="17472"/>
                      </a:lnTo>
                      <a:lnTo>
                        <a:pt x="14103" y="17493"/>
                      </a:lnTo>
                      <a:lnTo>
                        <a:pt x="14041" y="17577"/>
                      </a:lnTo>
                      <a:lnTo>
                        <a:pt x="14103" y="17618"/>
                      </a:lnTo>
                      <a:lnTo>
                        <a:pt x="14041" y="17723"/>
                      </a:lnTo>
                      <a:lnTo>
                        <a:pt x="13999" y="17702"/>
                      </a:lnTo>
                      <a:lnTo>
                        <a:pt x="13978" y="17786"/>
                      </a:lnTo>
                      <a:lnTo>
                        <a:pt x="13894" y="17765"/>
                      </a:lnTo>
                      <a:lnTo>
                        <a:pt x="13831" y="17807"/>
                      </a:lnTo>
                      <a:lnTo>
                        <a:pt x="13873" y="17869"/>
                      </a:lnTo>
                      <a:lnTo>
                        <a:pt x="13999" y="17995"/>
                      </a:lnTo>
                      <a:lnTo>
                        <a:pt x="13831" y="18141"/>
                      </a:lnTo>
                      <a:lnTo>
                        <a:pt x="13831" y="18079"/>
                      </a:lnTo>
                      <a:lnTo>
                        <a:pt x="13727" y="17995"/>
                      </a:lnTo>
                      <a:lnTo>
                        <a:pt x="13685" y="18037"/>
                      </a:lnTo>
                      <a:lnTo>
                        <a:pt x="13706" y="18121"/>
                      </a:lnTo>
                      <a:lnTo>
                        <a:pt x="13685" y="18225"/>
                      </a:lnTo>
                      <a:lnTo>
                        <a:pt x="13622" y="18204"/>
                      </a:lnTo>
                      <a:lnTo>
                        <a:pt x="13580" y="18225"/>
                      </a:lnTo>
                      <a:lnTo>
                        <a:pt x="13517" y="18330"/>
                      </a:lnTo>
                      <a:lnTo>
                        <a:pt x="13434" y="18351"/>
                      </a:lnTo>
                      <a:lnTo>
                        <a:pt x="13434" y="18288"/>
                      </a:lnTo>
                      <a:lnTo>
                        <a:pt x="13497" y="18225"/>
                      </a:lnTo>
                      <a:lnTo>
                        <a:pt x="13497" y="18121"/>
                      </a:lnTo>
                      <a:lnTo>
                        <a:pt x="13413" y="18079"/>
                      </a:lnTo>
                      <a:lnTo>
                        <a:pt x="13371" y="18079"/>
                      </a:lnTo>
                      <a:cubicBezTo>
                        <a:pt x="13413" y="17995"/>
                        <a:pt x="13476" y="17911"/>
                        <a:pt x="13559" y="17849"/>
                      </a:cubicBezTo>
                      <a:lnTo>
                        <a:pt x="13559" y="17807"/>
                      </a:lnTo>
                      <a:cubicBezTo>
                        <a:pt x="13497" y="17702"/>
                        <a:pt x="13476" y="17597"/>
                        <a:pt x="13434" y="17493"/>
                      </a:cubicBezTo>
                      <a:lnTo>
                        <a:pt x="13476" y="17493"/>
                      </a:lnTo>
                      <a:lnTo>
                        <a:pt x="13517" y="17535"/>
                      </a:lnTo>
                      <a:lnTo>
                        <a:pt x="13538" y="17493"/>
                      </a:lnTo>
                      <a:lnTo>
                        <a:pt x="13497" y="17409"/>
                      </a:lnTo>
                      <a:lnTo>
                        <a:pt x="13413" y="17388"/>
                      </a:lnTo>
                      <a:lnTo>
                        <a:pt x="13476" y="17367"/>
                      </a:lnTo>
                      <a:lnTo>
                        <a:pt x="13580" y="17388"/>
                      </a:lnTo>
                      <a:lnTo>
                        <a:pt x="13706" y="17263"/>
                      </a:lnTo>
                      <a:lnTo>
                        <a:pt x="13831" y="17263"/>
                      </a:lnTo>
                      <a:lnTo>
                        <a:pt x="13936" y="17158"/>
                      </a:lnTo>
                      <a:lnTo>
                        <a:pt x="14020" y="17137"/>
                      </a:lnTo>
                      <a:lnTo>
                        <a:pt x="14145" y="16991"/>
                      </a:lnTo>
                      <a:lnTo>
                        <a:pt x="14145" y="16844"/>
                      </a:lnTo>
                      <a:lnTo>
                        <a:pt x="14103" y="16781"/>
                      </a:lnTo>
                      <a:lnTo>
                        <a:pt x="14082" y="16781"/>
                      </a:lnTo>
                      <a:lnTo>
                        <a:pt x="14020" y="16656"/>
                      </a:lnTo>
                      <a:lnTo>
                        <a:pt x="13957" y="16635"/>
                      </a:lnTo>
                      <a:lnTo>
                        <a:pt x="13810" y="16635"/>
                      </a:lnTo>
                      <a:lnTo>
                        <a:pt x="13831" y="16530"/>
                      </a:lnTo>
                      <a:lnTo>
                        <a:pt x="13831" y="16426"/>
                      </a:lnTo>
                      <a:lnTo>
                        <a:pt x="13999" y="16363"/>
                      </a:lnTo>
                      <a:lnTo>
                        <a:pt x="14020" y="16321"/>
                      </a:lnTo>
                      <a:lnTo>
                        <a:pt x="14103" y="16300"/>
                      </a:lnTo>
                      <a:lnTo>
                        <a:pt x="14124" y="16216"/>
                      </a:lnTo>
                      <a:lnTo>
                        <a:pt x="14103" y="16216"/>
                      </a:lnTo>
                      <a:lnTo>
                        <a:pt x="14145" y="16154"/>
                      </a:lnTo>
                      <a:lnTo>
                        <a:pt x="14250" y="16196"/>
                      </a:lnTo>
                      <a:lnTo>
                        <a:pt x="14417" y="16091"/>
                      </a:lnTo>
                      <a:lnTo>
                        <a:pt x="14522" y="16175"/>
                      </a:lnTo>
                      <a:lnTo>
                        <a:pt x="14647" y="16091"/>
                      </a:lnTo>
                      <a:lnTo>
                        <a:pt x="14626" y="16175"/>
                      </a:lnTo>
                      <a:lnTo>
                        <a:pt x="14647" y="16216"/>
                      </a:lnTo>
                      <a:lnTo>
                        <a:pt x="14731" y="16216"/>
                      </a:lnTo>
                      <a:lnTo>
                        <a:pt x="14857" y="16091"/>
                      </a:lnTo>
                      <a:lnTo>
                        <a:pt x="14836" y="16028"/>
                      </a:lnTo>
                      <a:lnTo>
                        <a:pt x="14773" y="16007"/>
                      </a:lnTo>
                      <a:lnTo>
                        <a:pt x="14752" y="15965"/>
                      </a:lnTo>
                      <a:lnTo>
                        <a:pt x="14794" y="15924"/>
                      </a:lnTo>
                      <a:lnTo>
                        <a:pt x="14919" y="15986"/>
                      </a:lnTo>
                      <a:lnTo>
                        <a:pt x="15129" y="15924"/>
                      </a:lnTo>
                      <a:lnTo>
                        <a:pt x="15170" y="15777"/>
                      </a:lnTo>
                      <a:lnTo>
                        <a:pt x="15129" y="15631"/>
                      </a:lnTo>
                      <a:lnTo>
                        <a:pt x="14961" y="15526"/>
                      </a:lnTo>
                      <a:lnTo>
                        <a:pt x="14891" y="15526"/>
                      </a:lnTo>
                      <a:lnTo>
                        <a:pt x="14919" y="15505"/>
                      </a:lnTo>
                      <a:lnTo>
                        <a:pt x="15066" y="15505"/>
                      </a:lnTo>
                      <a:lnTo>
                        <a:pt x="15150" y="15589"/>
                      </a:lnTo>
                      <a:lnTo>
                        <a:pt x="15296" y="15589"/>
                      </a:lnTo>
                      <a:lnTo>
                        <a:pt x="15401" y="15484"/>
                      </a:lnTo>
                      <a:lnTo>
                        <a:pt x="15401" y="15400"/>
                      </a:lnTo>
                      <a:lnTo>
                        <a:pt x="15673" y="15275"/>
                      </a:lnTo>
                      <a:lnTo>
                        <a:pt x="15798" y="15149"/>
                      </a:lnTo>
                      <a:lnTo>
                        <a:pt x="15924" y="15149"/>
                      </a:lnTo>
                      <a:lnTo>
                        <a:pt x="15986" y="15087"/>
                      </a:lnTo>
                      <a:lnTo>
                        <a:pt x="15986" y="15003"/>
                      </a:lnTo>
                      <a:lnTo>
                        <a:pt x="16217" y="14836"/>
                      </a:lnTo>
                      <a:lnTo>
                        <a:pt x="16426" y="14794"/>
                      </a:lnTo>
                      <a:lnTo>
                        <a:pt x="16656" y="14584"/>
                      </a:lnTo>
                      <a:lnTo>
                        <a:pt x="16844" y="14564"/>
                      </a:lnTo>
                      <a:lnTo>
                        <a:pt x="17033" y="14333"/>
                      </a:lnTo>
                      <a:lnTo>
                        <a:pt x="16949" y="14480"/>
                      </a:lnTo>
                      <a:lnTo>
                        <a:pt x="16949" y="14626"/>
                      </a:lnTo>
                      <a:lnTo>
                        <a:pt x="17012" y="14647"/>
                      </a:lnTo>
                      <a:lnTo>
                        <a:pt x="17075" y="14668"/>
                      </a:lnTo>
                      <a:lnTo>
                        <a:pt x="17116" y="14731"/>
                      </a:lnTo>
                      <a:lnTo>
                        <a:pt x="17263" y="14564"/>
                      </a:lnTo>
                      <a:lnTo>
                        <a:pt x="17367" y="14522"/>
                      </a:lnTo>
                      <a:lnTo>
                        <a:pt x="17598" y="14438"/>
                      </a:lnTo>
                      <a:lnTo>
                        <a:pt x="17681" y="14354"/>
                      </a:lnTo>
                      <a:lnTo>
                        <a:pt x="17681" y="14354"/>
                      </a:lnTo>
                      <a:lnTo>
                        <a:pt x="17639" y="14480"/>
                      </a:lnTo>
                      <a:lnTo>
                        <a:pt x="17451" y="14584"/>
                      </a:lnTo>
                      <a:lnTo>
                        <a:pt x="17326" y="14584"/>
                      </a:lnTo>
                      <a:lnTo>
                        <a:pt x="17054" y="14856"/>
                      </a:lnTo>
                      <a:lnTo>
                        <a:pt x="17033" y="14961"/>
                      </a:lnTo>
                      <a:lnTo>
                        <a:pt x="17158" y="15149"/>
                      </a:lnTo>
                      <a:lnTo>
                        <a:pt x="17179" y="15275"/>
                      </a:lnTo>
                      <a:lnTo>
                        <a:pt x="17054" y="15191"/>
                      </a:lnTo>
                      <a:lnTo>
                        <a:pt x="16949" y="15191"/>
                      </a:lnTo>
                      <a:lnTo>
                        <a:pt x="16886" y="15212"/>
                      </a:lnTo>
                      <a:lnTo>
                        <a:pt x="16823" y="15212"/>
                      </a:lnTo>
                      <a:lnTo>
                        <a:pt x="16719" y="15149"/>
                      </a:lnTo>
                      <a:lnTo>
                        <a:pt x="16698" y="14982"/>
                      </a:lnTo>
                      <a:lnTo>
                        <a:pt x="16510" y="15066"/>
                      </a:lnTo>
                      <a:lnTo>
                        <a:pt x="16405" y="15066"/>
                      </a:lnTo>
                      <a:lnTo>
                        <a:pt x="16238" y="15170"/>
                      </a:lnTo>
                      <a:lnTo>
                        <a:pt x="16091" y="15170"/>
                      </a:lnTo>
                      <a:lnTo>
                        <a:pt x="15986" y="15275"/>
                      </a:lnTo>
                      <a:lnTo>
                        <a:pt x="15986" y="15380"/>
                      </a:lnTo>
                      <a:lnTo>
                        <a:pt x="16007" y="15421"/>
                      </a:lnTo>
                      <a:lnTo>
                        <a:pt x="15903" y="15610"/>
                      </a:lnTo>
                      <a:lnTo>
                        <a:pt x="15777" y="15693"/>
                      </a:lnTo>
                      <a:lnTo>
                        <a:pt x="15714" y="15840"/>
                      </a:lnTo>
                      <a:lnTo>
                        <a:pt x="15380" y="16133"/>
                      </a:lnTo>
                      <a:lnTo>
                        <a:pt x="15296" y="16237"/>
                      </a:lnTo>
                      <a:lnTo>
                        <a:pt x="15296" y="16321"/>
                      </a:lnTo>
                      <a:lnTo>
                        <a:pt x="15401" y="16468"/>
                      </a:lnTo>
                      <a:lnTo>
                        <a:pt x="15463" y="16405"/>
                      </a:lnTo>
                      <a:lnTo>
                        <a:pt x="15505" y="16405"/>
                      </a:lnTo>
                      <a:lnTo>
                        <a:pt x="15610" y="16321"/>
                      </a:lnTo>
                      <a:lnTo>
                        <a:pt x="15694" y="16342"/>
                      </a:lnTo>
                      <a:lnTo>
                        <a:pt x="15694" y="16405"/>
                      </a:lnTo>
                      <a:lnTo>
                        <a:pt x="15484" y="16551"/>
                      </a:lnTo>
                      <a:lnTo>
                        <a:pt x="15401" y="16551"/>
                      </a:lnTo>
                      <a:lnTo>
                        <a:pt x="15359" y="16656"/>
                      </a:lnTo>
                      <a:lnTo>
                        <a:pt x="15254" y="16614"/>
                      </a:lnTo>
                      <a:lnTo>
                        <a:pt x="15170" y="16614"/>
                      </a:lnTo>
                      <a:lnTo>
                        <a:pt x="15087" y="16635"/>
                      </a:lnTo>
                      <a:lnTo>
                        <a:pt x="15087" y="16740"/>
                      </a:lnTo>
                      <a:lnTo>
                        <a:pt x="15024" y="16719"/>
                      </a:lnTo>
                      <a:lnTo>
                        <a:pt x="14919" y="16740"/>
                      </a:lnTo>
                      <a:lnTo>
                        <a:pt x="14919" y="16865"/>
                      </a:lnTo>
                      <a:lnTo>
                        <a:pt x="15066" y="17053"/>
                      </a:lnTo>
                      <a:lnTo>
                        <a:pt x="15129" y="17032"/>
                      </a:lnTo>
                      <a:lnTo>
                        <a:pt x="15170" y="16949"/>
                      </a:lnTo>
                      <a:lnTo>
                        <a:pt x="15233" y="17032"/>
                      </a:lnTo>
                      <a:lnTo>
                        <a:pt x="15275" y="16886"/>
                      </a:lnTo>
                      <a:lnTo>
                        <a:pt x="15359" y="16886"/>
                      </a:lnTo>
                      <a:lnTo>
                        <a:pt x="15359" y="16991"/>
                      </a:lnTo>
                      <a:lnTo>
                        <a:pt x="15442" y="16949"/>
                      </a:lnTo>
                      <a:lnTo>
                        <a:pt x="15463" y="16865"/>
                      </a:lnTo>
                      <a:lnTo>
                        <a:pt x="15526" y="16823"/>
                      </a:lnTo>
                      <a:lnTo>
                        <a:pt x="15652" y="16740"/>
                      </a:lnTo>
                      <a:lnTo>
                        <a:pt x="15652" y="16614"/>
                      </a:lnTo>
                      <a:lnTo>
                        <a:pt x="15714" y="16530"/>
                      </a:lnTo>
                      <a:lnTo>
                        <a:pt x="15714" y="16572"/>
                      </a:lnTo>
                      <a:lnTo>
                        <a:pt x="15673" y="16635"/>
                      </a:lnTo>
                      <a:lnTo>
                        <a:pt x="15714" y="16719"/>
                      </a:lnTo>
                      <a:lnTo>
                        <a:pt x="15840" y="16719"/>
                      </a:lnTo>
                      <a:lnTo>
                        <a:pt x="16028" y="16572"/>
                      </a:lnTo>
                      <a:lnTo>
                        <a:pt x="16175" y="16572"/>
                      </a:lnTo>
                      <a:lnTo>
                        <a:pt x="16196" y="16656"/>
                      </a:lnTo>
                      <a:lnTo>
                        <a:pt x="16258" y="16614"/>
                      </a:lnTo>
                      <a:lnTo>
                        <a:pt x="16321" y="16405"/>
                      </a:lnTo>
                      <a:lnTo>
                        <a:pt x="16447" y="16321"/>
                      </a:lnTo>
                      <a:lnTo>
                        <a:pt x="16510" y="16321"/>
                      </a:lnTo>
                      <a:lnTo>
                        <a:pt x="16363" y="16468"/>
                      </a:lnTo>
                      <a:lnTo>
                        <a:pt x="16363" y="16551"/>
                      </a:lnTo>
                      <a:lnTo>
                        <a:pt x="16447" y="16509"/>
                      </a:lnTo>
                      <a:lnTo>
                        <a:pt x="16572" y="16342"/>
                      </a:lnTo>
                      <a:lnTo>
                        <a:pt x="16656" y="16154"/>
                      </a:lnTo>
                      <a:lnTo>
                        <a:pt x="16740" y="16112"/>
                      </a:lnTo>
                      <a:lnTo>
                        <a:pt x="16740" y="16196"/>
                      </a:lnTo>
                      <a:lnTo>
                        <a:pt x="16656" y="16321"/>
                      </a:lnTo>
                      <a:lnTo>
                        <a:pt x="16656" y="16363"/>
                      </a:lnTo>
                      <a:lnTo>
                        <a:pt x="16782" y="16237"/>
                      </a:lnTo>
                      <a:lnTo>
                        <a:pt x="16844" y="16321"/>
                      </a:lnTo>
                      <a:lnTo>
                        <a:pt x="16844" y="16405"/>
                      </a:lnTo>
                      <a:lnTo>
                        <a:pt x="16970" y="16426"/>
                      </a:lnTo>
                      <a:lnTo>
                        <a:pt x="17033" y="16468"/>
                      </a:lnTo>
                      <a:lnTo>
                        <a:pt x="17095" y="16405"/>
                      </a:lnTo>
                      <a:lnTo>
                        <a:pt x="17158" y="16258"/>
                      </a:lnTo>
                      <a:lnTo>
                        <a:pt x="17305" y="16237"/>
                      </a:lnTo>
                      <a:lnTo>
                        <a:pt x="17409" y="16154"/>
                      </a:lnTo>
                      <a:lnTo>
                        <a:pt x="17347" y="16133"/>
                      </a:lnTo>
                      <a:lnTo>
                        <a:pt x="17367" y="16007"/>
                      </a:lnTo>
                      <a:lnTo>
                        <a:pt x="17577" y="15924"/>
                      </a:lnTo>
                      <a:lnTo>
                        <a:pt x="17598" y="15840"/>
                      </a:lnTo>
                      <a:lnTo>
                        <a:pt x="17598" y="15735"/>
                      </a:lnTo>
                      <a:lnTo>
                        <a:pt x="17493" y="15777"/>
                      </a:lnTo>
                      <a:lnTo>
                        <a:pt x="17409" y="15714"/>
                      </a:lnTo>
                      <a:lnTo>
                        <a:pt x="17284" y="15693"/>
                      </a:lnTo>
                      <a:lnTo>
                        <a:pt x="17347" y="15610"/>
                      </a:lnTo>
                      <a:lnTo>
                        <a:pt x="17451" y="15610"/>
                      </a:lnTo>
                      <a:lnTo>
                        <a:pt x="17514" y="15631"/>
                      </a:lnTo>
                      <a:lnTo>
                        <a:pt x="17577" y="15568"/>
                      </a:lnTo>
                      <a:lnTo>
                        <a:pt x="17577" y="15463"/>
                      </a:lnTo>
                      <a:lnTo>
                        <a:pt x="17472" y="15505"/>
                      </a:lnTo>
                      <a:lnTo>
                        <a:pt x="17367" y="15400"/>
                      </a:lnTo>
                      <a:lnTo>
                        <a:pt x="17367" y="15317"/>
                      </a:lnTo>
                      <a:lnTo>
                        <a:pt x="17514" y="15296"/>
                      </a:lnTo>
                      <a:lnTo>
                        <a:pt x="17598" y="15275"/>
                      </a:lnTo>
                      <a:lnTo>
                        <a:pt x="17660" y="15296"/>
                      </a:lnTo>
                      <a:lnTo>
                        <a:pt x="17681" y="15254"/>
                      </a:lnTo>
                      <a:lnTo>
                        <a:pt x="17619" y="15108"/>
                      </a:lnTo>
                      <a:lnTo>
                        <a:pt x="17807" y="15045"/>
                      </a:lnTo>
                      <a:lnTo>
                        <a:pt x="17911" y="15108"/>
                      </a:lnTo>
                      <a:lnTo>
                        <a:pt x="17995" y="15087"/>
                      </a:lnTo>
                      <a:lnTo>
                        <a:pt x="18121" y="15087"/>
                      </a:lnTo>
                      <a:lnTo>
                        <a:pt x="17911" y="15254"/>
                      </a:lnTo>
                      <a:lnTo>
                        <a:pt x="17911" y="15359"/>
                      </a:lnTo>
                      <a:lnTo>
                        <a:pt x="17932" y="15526"/>
                      </a:lnTo>
                      <a:lnTo>
                        <a:pt x="17995" y="15526"/>
                      </a:lnTo>
                      <a:lnTo>
                        <a:pt x="18079" y="15317"/>
                      </a:lnTo>
                      <a:lnTo>
                        <a:pt x="18142" y="15275"/>
                      </a:lnTo>
                      <a:lnTo>
                        <a:pt x="18204" y="15275"/>
                      </a:lnTo>
                      <a:lnTo>
                        <a:pt x="18183" y="15359"/>
                      </a:lnTo>
                      <a:lnTo>
                        <a:pt x="18121" y="15421"/>
                      </a:lnTo>
                      <a:lnTo>
                        <a:pt x="18142" y="15505"/>
                      </a:lnTo>
                      <a:lnTo>
                        <a:pt x="18288" y="15400"/>
                      </a:lnTo>
                      <a:lnTo>
                        <a:pt x="18309" y="15317"/>
                      </a:lnTo>
                      <a:lnTo>
                        <a:pt x="18393" y="15400"/>
                      </a:lnTo>
                      <a:lnTo>
                        <a:pt x="18497" y="15317"/>
                      </a:lnTo>
                      <a:lnTo>
                        <a:pt x="18539" y="15317"/>
                      </a:lnTo>
                      <a:lnTo>
                        <a:pt x="18644" y="15254"/>
                      </a:lnTo>
                      <a:lnTo>
                        <a:pt x="18769" y="15212"/>
                      </a:lnTo>
                      <a:lnTo>
                        <a:pt x="18874" y="15254"/>
                      </a:lnTo>
                      <a:lnTo>
                        <a:pt x="18853" y="15296"/>
                      </a:lnTo>
                      <a:lnTo>
                        <a:pt x="18727" y="15296"/>
                      </a:lnTo>
                      <a:lnTo>
                        <a:pt x="18602" y="15421"/>
                      </a:lnTo>
                      <a:lnTo>
                        <a:pt x="18686" y="15421"/>
                      </a:lnTo>
                      <a:lnTo>
                        <a:pt x="18623" y="15505"/>
                      </a:lnTo>
                      <a:lnTo>
                        <a:pt x="18686" y="15568"/>
                      </a:lnTo>
                      <a:lnTo>
                        <a:pt x="18895" y="15610"/>
                      </a:lnTo>
                      <a:lnTo>
                        <a:pt x="18958" y="15693"/>
                      </a:lnTo>
                      <a:lnTo>
                        <a:pt x="18958" y="15735"/>
                      </a:lnTo>
                      <a:lnTo>
                        <a:pt x="18832" y="15631"/>
                      </a:lnTo>
                      <a:lnTo>
                        <a:pt x="18686" y="15610"/>
                      </a:lnTo>
                      <a:lnTo>
                        <a:pt x="18581" y="15672"/>
                      </a:lnTo>
                      <a:lnTo>
                        <a:pt x="18581" y="15777"/>
                      </a:lnTo>
                      <a:lnTo>
                        <a:pt x="18644" y="15798"/>
                      </a:lnTo>
                      <a:lnTo>
                        <a:pt x="18748" y="15735"/>
                      </a:lnTo>
                      <a:lnTo>
                        <a:pt x="18832" y="15819"/>
                      </a:lnTo>
                      <a:lnTo>
                        <a:pt x="18790" y="15840"/>
                      </a:lnTo>
                      <a:lnTo>
                        <a:pt x="18644" y="15840"/>
                      </a:lnTo>
                      <a:lnTo>
                        <a:pt x="18644" y="15924"/>
                      </a:lnTo>
                      <a:lnTo>
                        <a:pt x="18811" y="15986"/>
                      </a:lnTo>
                      <a:lnTo>
                        <a:pt x="18853" y="16049"/>
                      </a:lnTo>
                      <a:lnTo>
                        <a:pt x="18790" y="16091"/>
                      </a:lnTo>
                      <a:lnTo>
                        <a:pt x="18707" y="16112"/>
                      </a:lnTo>
                      <a:lnTo>
                        <a:pt x="18707" y="16154"/>
                      </a:lnTo>
                      <a:lnTo>
                        <a:pt x="18811" y="16154"/>
                      </a:lnTo>
                      <a:lnTo>
                        <a:pt x="18916" y="16112"/>
                      </a:lnTo>
                      <a:lnTo>
                        <a:pt x="19020" y="16196"/>
                      </a:lnTo>
                      <a:lnTo>
                        <a:pt x="19125" y="16237"/>
                      </a:lnTo>
                      <a:lnTo>
                        <a:pt x="19271" y="16196"/>
                      </a:lnTo>
                      <a:lnTo>
                        <a:pt x="19334" y="16258"/>
                      </a:lnTo>
                      <a:lnTo>
                        <a:pt x="19334" y="16321"/>
                      </a:lnTo>
                      <a:lnTo>
                        <a:pt x="19251" y="16363"/>
                      </a:lnTo>
                      <a:lnTo>
                        <a:pt x="19271" y="16447"/>
                      </a:lnTo>
                      <a:lnTo>
                        <a:pt x="19334" y="16468"/>
                      </a:lnTo>
                      <a:lnTo>
                        <a:pt x="19355" y="16551"/>
                      </a:lnTo>
                      <a:lnTo>
                        <a:pt x="19439" y="16572"/>
                      </a:lnTo>
                      <a:lnTo>
                        <a:pt x="19523" y="16488"/>
                      </a:lnTo>
                      <a:lnTo>
                        <a:pt x="19481" y="16426"/>
                      </a:lnTo>
                      <a:lnTo>
                        <a:pt x="19523" y="16384"/>
                      </a:lnTo>
                      <a:lnTo>
                        <a:pt x="19648" y="16384"/>
                      </a:lnTo>
                      <a:lnTo>
                        <a:pt x="19564" y="16488"/>
                      </a:lnTo>
                      <a:lnTo>
                        <a:pt x="19564" y="16551"/>
                      </a:lnTo>
                      <a:lnTo>
                        <a:pt x="19418" y="16719"/>
                      </a:lnTo>
                      <a:lnTo>
                        <a:pt x="19443" y="16744"/>
                      </a:lnTo>
                      <a:lnTo>
                        <a:pt x="19376" y="16760"/>
                      </a:lnTo>
                      <a:lnTo>
                        <a:pt x="19418" y="16844"/>
                      </a:lnTo>
                      <a:lnTo>
                        <a:pt x="19690" y="16907"/>
                      </a:lnTo>
                      <a:lnTo>
                        <a:pt x="19774" y="16865"/>
                      </a:lnTo>
                      <a:lnTo>
                        <a:pt x="19857" y="16907"/>
                      </a:lnTo>
                      <a:lnTo>
                        <a:pt x="20108" y="16907"/>
                      </a:lnTo>
                      <a:lnTo>
                        <a:pt x="20234" y="16865"/>
                      </a:lnTo>
                      <a:lnTo>
                        <a:pt x="20297" y="16907"/>
                      </a:lnTo>
                      <a:lnTo>
                        <a:pt x="20297" y="16970"/>
                      </a:lnTo>
                      <a:lnTo>
                        <a:pt x="20380" y="16970"/>
                      </a:lnTo>
                      <a:lnTo>
                        <a:pt x="20443" y="17053"/>
                      </a:lnTo>
                      <a:lnTo>
                        <a:pt x="20527" y="17116"/>
                      </a:lnTo>
                      <a:lnTo>
                        <a:pt x="20548" y="17179"/>
                      </a:lnTo>
                      <a:lnTo>
                        <a:pt x="20652" y="17179"/>
                      </a:lnTo>
                      <a:lnTo>
                        <a:pt x="20820" y="17116"/>
                      </a:lnTo>
                      <a:lnTo>
                        <a:pt x="20841" y="17074"/>
                      </a:lnTo>
                      <a:lnTo>
                        <a:pt x="20904" y="17116"/>
                      </a:lnTo>
                      <a:lnTo>
                        <a:pt x="20904" y="17179"/>
                      </a:lnTo>
                      <a:lnTo>
                        <a:pt x="20820" y="17263"/>
                      </a:lnTo>
                      <a:lnTo>
                        <a:pt x="20715" y="17284"/>
                      </a:lnTo>
                      <a:lnTo>
                        <a:pt x="20736" y="17346"/>
                      </a:lnTo>
                      <a:lnTo>
                        <a:pt x="20904" y="17388"/>
                      </a:lnTo>
                      <a:lnTo>
                        <a:pt x="20924" y="17493"/>
                      </a:lnTo>
                      <a:lnTo>
                        <a:pt x="21008" y="17577"/>
                      </a:lnTo>
                      <a:lnTo>
                        <a:pt x="21176" y="17639"/>
                      </a:lnTo>
                      <a:lnTo>
                        <a:pt x="21385" y="17577"/>
                      </a:lnTo>
                      <a:lnTo>
                        <a:pt x="21468" y="17556"/>
                      </a:lnTo>
                      <a:lnTo>
                        <a:pt x="21489" y="17597"/>
                      </a:lnTo>
                      <a:lnTo>
                        <a:pt x="21573" y="17535"/>
                      </a:lnTo>
                      <a:lnTo>
                        <a:pt x="21740" y="17430"/>
                      </a:lnTo>
                      <a:lnTo>
                        <a:pt x="21782" y="17430"/>
                      </a:lnTo>
                      <a:lnTo>
                        <a:pt x="21740" y="17493"/>
                      </a:lnTo>
                      <a:lnTo>
                        <a:pt x="21636" y="17577"/>
                      </a:lnTo>
                      <a:lnTo>
                        <a:pt x="21594" y="17786"/>
                      </a:lnTo>
                      <a:lnTo>
                        <a:pt x="21552" y="17911"/>
                      </a:lnTo>
                      <a:lnTo>
                        <a:pt x="21468" y="17911"/>
                      </a:lnTo>
                      <a:lnTo>
                        <a:pt x="21343" y="17849"/>
                      </a:lnTo>
                      <a:lnTo>
                        <a:pt x="21280" y="17869"/>
                      </a:lnTo>
                      <a:lnTo>
                        <a:pt x="21364" y="17995"/>
                      </a:lnTo>
                      <a:lnTo>
                        <a:pt x="21385" y="18100"/>
                      </a:lnTo>
                      <a:lnTo>
                        <a:pt x="21468" y="18162"/>
                      </a:lnTo>
                      <a:lnTo>
                        <a:pt x="21573" y="18121"/>
                      </a:lnTo>
                      <a:lnTo>
                        <a:pt x="21657" y="18162"/>
                      </a:lnTo>
                      <a:lnTo>
                        <a:pt x="21636" y="18225"/>
                      </a:lnTo>
                      <a:lnTo>
                        <a:pt x="21552" y="18225"/>
                      </a:lnTo>
                      <a:lnTo>
                        <a:pt x="21552" y="18288"/>
                      </a:lnTo>
                      <a:lnTo>
                        <a:pt x="21720" y="18434"/>
                      </a:lnTo>
                      <a:lnTo>
                        <a:pt x="21761" y="18413"/>
                      </a:lnTo>
                      <a:lnTo>
                        <a:pt x="21887" y="18434"/>
                      </a:lnTo>
                      <a:lnTo>
                        <a:pt x="21950" y="18330"/>
                      </a:lnTo>
                      <a:lnTo>
                        <a:pt x="22075" y="18100"/>
                      </a:lnTo>
                      <a:lnTo>
                        <a:pt x="22033" y="18288"/>
                      </a:lnTo>
                      <a:lnTo>
                        <a:pt x="22033" y="18413"/>
                      </a:lnTo>
                      <a:lnTo>
                        <a:pt x="21992" y="18497"/>
                      </a:lnTo>
                      <a:lnTo>
                        <a:pt x="21950" y="18518"/>
                      </a:lnTo>
                      <a:lnTo>
                        <a:pt x="21866" y="18623"/>
                      </a:lnTo>
                      <a:lnTo>
                        <a:pt x="21887" y="18706"/>
                      </a:lnTo>
                      <a:lnTo>
                        <a:pt x="21971" y="18748"/>
                      </a:lnTo>
                      <a:lnTo>
                        <a:pt x="21929" y="18811"/>
                      </a:lnTo>
                      <a:lnTo>
                        <a:pt x="21929" y="19062"/>
                      </a:lnTo>
                      <a:lnTo>
                        <a:pt x="21971" y="19125"/>
                      </a:lnTo>
                      <a:lnTo>
                        <a:pt x="22054" y="19125"/>
                      </a:lnTo>
                      <a:lnTo>
                        <a:pt x="22033" y="19229"/>
                      </a:lnTo>
                      <a:lnTo>
                        <a:pt x="22054" y="19334"/>
                      </a:lnTo>
                      <a:lnTo>
                        <a:pt x="22243" y="19522"/>
                      </a:lnTo>
                      <a:lnTo>
                        <a:pt x="22284" y="19543"/>
                      </a:lnTo>
                      <a:lnTo>
                        <a:pt x="22284" y="19585"/>
                      </a:lnTo>
                      <a:lnTo>
                        <a:pt x="22347" y="19543"/>
                      </a:lnTo>
                      <a:lnTo>
                        <a:pt x="22389" y="19627"/>
                      </a:lnTo>
                      <a:lnTo>
                        <a:pt x="22473" y="19585"/>
                      </a:lnTo>
                      <a:lnTo>
                        <a:pt x="22452" y="19543"/>
                      </a:lnTo>
                      <a:lnTo>
                        <a:pt x="22473" y="19481"/>
                      </a:lnTo>
                      <a:lnTo>
                        <a:pt x="22515" y="19543"/>
                      </a:lnTo>
                      <a:lnTo>
                        <a:pt x="22598" y="19564"/>
                      </a:lnTo>
                      <a:lnTo>
                        <a:pt x="22661" y="19481"/>
                      </a:lnTo>
                      <a:lnTo>
                        <a:pt x="22577" y="19334"/>
                      </a:lnTo>
                      <a:lnTo>
                        <a:pt x="22515" y="19334"/>
                      </a:lnTo>
                      <a:lnTo>
                        <a:pt x="22473" y="19355"/>
                      </a:lnTo>
                      <a:lnTo>
                        <a:pt x="22452" y="19334"/>
                      </a:lnTo>
                      <a:lnTo>
                        <a:pt x="22515" y="19229"/>
                      </a:lnTo>
                      <a:lnTo>
                        <a:pt x="22515" y="19146"/>
                      </a:lnTo>
                      <a:lnTo>
                        <a:pt x="22494" y="19062"/>
                      </a:lnTo>
                      <a:lnTo>
                        <a:pt x="22410" y="19041"/>
                      </a:lnTo>
                      <a:lnTo>
                        <a:pt x="22410" y="18999"/>
                      </a:lnTo>
                      <a:lnTo>
                        <a:pt x="22473" y="18937"/>
                      </a:lnTo>
                      <a:lnTo>
                        <a:pt x="22494" y="18811"/>
                      </a:lnTo>
                      <a:lnTo>
                        <a:pt x="22577" y="18811"/>
                      </a:lnTo>
                      <a:lnTo>
                        <a:pt x="22577" y="18916"/>
                      </a:lnTo>
                      <a:lnTo>
                        <a:pt x="22598" y="18999"/>
                      </a:lnTo>
                      <a:lnTo>
                        <a:pt x="22682" y="18895"/>
                      </a:lnTo>
                      <a:lnTo>
                        <a:pt x="22703" y="18957"/>
                      </a:lnTo>
                      <a:lnTo>
                        <a:pt x="22766" y="19041"/>
                      </a:lnTo>
                      <a:lnTo>
                        <a:pt x="22703" y="19146"/>
                      </a:lnTo>
                      <a:lnTo>
                        <a:pt x="22724" y="19229"/>
                      </a:lnTo>
                      <a:lnTo>
                        <a:pt x="22787" y="19250"/>
                      </a:lnTo>
                      <a:lnTo>
                        <a:pt x="22891" y="19146"/>
                      </a:lnTo>
                      <a:lnTo>
                        <a:pt x="22933" y="19146"/>
                      </a:lnTo>
                      <a:lnTo>
                        <a:pt x="22912" y="19229"/>
                      </a:lnTo>
                      <a:lnTo>
                        <a:pt x="22828" y="19313"/>
                      </a:lnTo>
                      <a:lnTo>
                        <a:pt x="22828" y="19376"/>
                      </a:lnTo>
                      <a:lnTo>
                        <a:pt x="22870" y="19481"/>
                      </a:lnTo>
                      <a:lnTo>
                        <a:pt x="22808" y="19627"/>
                      </a:lnTo>
                      <a:lnTo>
                        <a:pt x="22828" y="19669"/>
                      </a:lnTo>
                      <a:lnTo>
                        <a:pt x="22891" y="19669"/>
                      </a:lnTo>
                      <a:lnTo>
                        <a:pt x="22891" y="19857"/>
                      </a:lnTo>
                      <a:cubicBezTo>
                        <a:pt x="22891" y="19899"/>
                        <a:pt x="22870" y="19983"/>
                        <a:pt x="22870" y="20045"/>
                      </a:cubicBezTo>
                      <a:lnTo>
                        <a:pt x="22828" y="20087"/>
                      </a:lnTo>
                      <a:lnTo>
                        <a:pt x="22808" y="20004"/>
                      </a:lnTo>
                      <a:lnTo>
                        <a:pt x="22870" y="19941"/>
                      </a:lnTo>
                      <a:lnTo>
                        <a:pt x="22870" y="19857"/>
                      </a:lnTo>
                      <a:lnTo>
                        <a:pt x="22766" y="19794"/>
                      </a:lnTo>
                      <a:lnTo>
                        <a:pt x="22598" y="19836"/>
                      </a:lnTo>
                      <a:lnTo>
                        <a:pt x="22577" y="19878"/>
                      </a:lnTo>
                      <a:lnTo>
                        <a:pt x="22515" y="19899"/>
                      </a:lnTo>
                      <a:lnTo>
                        <a:pt x="22473" y="19794"/>
                      </a:lnTo>
                      <a:lnTo>
                        <a:pt x="22410" y="19941"/>
                      </a:lnTo>
                      <a:lnTo>
                        <a:pt x="22452" y="20066"/>
                      </a:lnTo>
                      <a:lnTo>
                        <a:pt x="22515" y="20108"/>
                      </a:lnTo>
                      <a:lnTo>
                        <a:pt x="22473" y="20192"/>
                      </a:lnTo>
                      <a:lnTo>
                        <a:pt x="22410" y="20150"/>
                      </a:lnTo>
                      <a:lnTo>
                        <a:pt x="22368" y="20255"/>
                      </a:lnTo>
                      <a:lnTo>
                        <a:pt x="22452" y="20401"/>
                      </a:lnTo>
                      <a:lnTo>
                        <a:pt x="22410" y="20506"/>
                      </a:lnTo>
                      <a:lnTo>
                        <a:pt x="22494" y="20569"/>
                      </a:lnTo>
                      <a:lnTo>
                        <a:pt x="22410" y="20631"/>
                      </a:lnTo>
                      <a:lnTo>
                        <a:pt x="22515" y="20778"/>
                      </a:lnTo>
                      <a:lnTo>
                        <a:pt x="22619" y="20778"/>
                      </a:lnTo>
                      <a:lnTo>
                        <a:pt x="22703" y="20694"/>
                      </a:lnTo>
                      <a:lnTo>
                        <a:pt x="22703" y="20569"/>
                      </a:lnTo>
                      <a:lnTo>
                        <a:pt x="22619" y="20401"/>
                      </a:lnTo>
                      <a:lnTo>
                        <a:pt x="22661" y="20297"/>
                      </a:lnTo>
                      <a:lnTo>
                        <a:pt x="22787" y="20527"/>
                      </a:lnTo>
                      <a:lnTo>
                        <a:pt x="22787" y="20631"/>
                      </a:lnTo>
                      <a:lnTo>
                        <a:pt x="22787" y="20694"/>
                      </a:lnTo>
                      <a:cubicBezTo>
                        <a:pt x="22766" y="20694"/>
                        <a:pt x="22724" y="20694"/>
                        <a:pt x="22724" y="20715"/>
                      </a:cubicBezTo>
                      <a:lnTo>
                        <a:pt x="22724" y="20736"/>
                      </a:lnTo>
                      <a:lnTo>
                        <a:pt x="22682" y="20799"/>
                      </a:lnTo>
                      <a:lnTo>
                        <a:pt x="22577" y="20841"/>
                      </a:lnTo>
                      <a:lnTo>
                        <a:pt x="22598" y="20924"/>
                      </a:lnTo>
                      <a:lnTo>
                        <a:pt x="22682" y="21008"/>
                      </a:lnTo>
                      <a:lnTo>
                        <a:pt x="22598" y="21092"/>
                      </a:lnTo>
                      <a:lnTo>
                        <a:pt x="22598" y="21196"/>
                      </a:lnTo>
                      <a:lnTo>
                        <a:pt x="22536" y="21259"/>
                      </a:lnTo>
                      <a:lnTo>
                        <a:pt x="22431" y="21301"/>
                      </a:lnTo>
                      <a:lnTo>
                        <a:pt x="22431" y="21343"/>
                      </a:lnTo>
                      <a:lnTo>
                        <a:pt x="22577" y="21364"/>
                      </a:lnTo>
                      <a:lnTo>
                        <a:pt x="22536" y="21426"/>
                      </a:lnTo>
                      <a:lnTo>
                        <a:pt x="22494" y="21447"/>
                      </a:lnTo>
                      <a:lnTo>
                        <a:pt x="22494" y="21531"/>
                      </a:lnTo>
                      <a:lnTo>
                        <a:pt x="22536" y="21531"/>
                      </a:lnTo>
                      <a:lnTo>
                        <a:pt x="22619" y="21510"/>
                      </a:lnTo>
                      <a:lnTo>
                        <a:pt x="22640" y="21552"/>
                      </a:lnTo>
                      <a:lnTo>
                        <a:pt x="22598" y="21615"/>
                      </a:lnTo>
                      <a:lnTo>
                        <a:pt x="22515" y="21636"/>
                      </a:lnTo>
                      <a:lnTo>
                        <a:pt x="22473" y="21719"/>
                      </a:lnTo>
                      <a:lnTo>
                        <a:pt x="22494" y="21866"/>
                      </a:lnTo>
                      <a:lnTo>
                        <a:pt x="22536" y="21929"/>
                      </a:lnTo>
                      <a:lnTo>
                        <a:pt x="22515" y="21991"/>
                      </a:lnTo>
                      <a:lnTo>
                        <a:pt x="22536" y="22075"/>
                      </a:lnTo>
                      <a:lnTo>
                        <a:pt x="22598" y="22054"/>
                      </a:lnTo>
                      <a:lnTo>
                        <a:pt x="22619" y="21970"/>
                      </a:lnTo>
                      <a:lnTo>
                        <a:pt x="22640" y="21845"/>
                      </a:lnTo>
                      <a:lnTo>
                        <a:pt x="22703" y="21678"/>
                      </a:lnTo>
                      <a:lnTo>
                        <a:pt x="22745" y="21615"/>
                      </a:lnTo>
                      <a:lnTo>
                        <a:pt x="22787" y="21406"/>
                      </a:lnTo>
                      <a:lnTo>
                        <a:pt x="22828" y="21343"/>
                      </a:lnTo>
                      <a:lnTo>
                        <a:pt x="22844" y="21204"/>
                      </a:lnTo>
                      <a:lnTo>
                        <a:pt x="22870" y="21217"/>
                      </a:lnTo>
                      <a:cubicBezTo>
                        <a:pt x="22870" y="21301"/>
                        <a:pt x="22870" y="21364"/>
                        <a:pt x="22891" y="21447"/>
                      </a:cubicBezTo>
                      <a:lnTo>
                        <a:pt x="22870" y="21426"/>
                      </a:lnTo>
                      <a:lnTo>
                        <a:pt x="22808" y="21510"/>
                      </a:lnTo>
                      <a:lnTo>
                        <a:pt x="22808" y="21636"/>
                      </a:lnTo>
                      <a:lnTo>
                        <a:pt x="22870" y="21678"/>
                      </a:lnTo>
                      <a:lnTo>
                        <a:pt x="22787" y="21782"/>
                      </a:lnTo>
                      <a:lnTo>
                        <a:pt x="22891" y="21845"/>
                      </a:lnTo>
                      <a:lnTo>
                        <a:pt x="22891" y="21929"/>
                      </a:lnTo>
                      <a:lnTo>
                        <a:pt x="22828" y="21970"/>
                      </a:lnTo>
                      <a:lnTo>
                        <a:pt x="22766" y="21929"/>
                      </a:lnTo>
                      <a:lnTo>
                        <a:pt x="22703" y="21991"/>
                      </a:lnTo>
                      <a:lnTo>
                        <a:pt x="22703" y="22054"/>
                      </a:lnTo>
                      <a:lnTo>
                        <a:pt x="22661" y="22138"/>
                      </a:lnTo>
                      <a:lnTo>
                        <a:pt x="22619" y="22201"/>
                      </a:lnTo>
                      <a:lnTo>
                        <a:pt x="22682" y="22263"/>
                      </a:lnTo>
                      <a:lnTo>
                        <a:pt x="22766" y="22054"/>
                      </a:lnTo>
                      <a:lnTo>
                        <a:pt x="22787" y="22096"/>
                      </a:lnTo>
                      <a:lnTo>
                        <a:pt x="22724" y="22201"/>
                      </a:lnTo>
                      <a:lnTo>
                        <a:pt x="22828" y="22180"/>
                      </a:lnTo>
                      <a:lnTo>
                        <a:pt x="22891" y="22096"/>
                      </a:lnTo>
                      <a:lnTo>
                        <a:pt x="22891" y="21991"/>
                      </a:lnTo>
                      <a:lnTo>
                        <a:pt x="23017" y="21845"/>
                      </a:lnTo>
                      <a:cubicBezTo>
                        <a:pt x="23017" y="21929"/>
                        <a:pt x="23017" y="21991"/>
                        <a:pt x="23038" y="22075"/>
                      </a:cubicBezTo>
                      <a:lnTo>
                        <a:pt x="23017" y="22096"/>
                      </a:lnTo>
                      <a:lnTo>
                        <a:pt x="23080" y="22159"/>
                      </a:lnTo>
                      <a:cubicBezTo>
                        <a:pt x="23101" y="22201"/>
                        <a:pt x="23101" y="22284"/>
                        <a:pt x="23121" y="22326"/>
                      </a:cubicBezTo>
                      <a:lnTo>
                        <a:pt x="23080" y="22473"/>
                      </a:lnTo>
                      <a:lnTo>
                        <a:pt x="23080" y="22556"/>
                      </a:lnTo>
                      <a:lnTo>
                        <a:pt x="23038" y="22640"/>
                      </a:lnTo>
                      <a:lnTo>
                        <a:pt x="22933" y="22682"/>
                      </a:lnTo>
                      <a:lnTo>
                        <a:pt x="22912" y="22724"/>
                      </a:lnTo>
                      <a:lnTo>
                        <a:pt x="22933" y="22786"/>
                      </a:lnTo>
                      <a:lnTo>
                        <a:pt x="23017" y="22745"/>
                      </a:lnTo>
                      <a:lnTo>
                        <a:pt x="23101" y="22786"/>
                      </a:lnTo>
                      <a:lnTo>
                        <a:pt x="23101" y="22828"/>
                      </a:lnTo>
                      <a:lnTo>
                        <a:pt x="22996" y="22912"/>
                      </a:lnTo>
                      <a:lnTo>
                        <a:pt x="22996" y="22954"/>
                      </a:lnTo>
                      <a:lnTo>
                        <a:pt x="22975" y="23038"/>
                      </a:lnTo>
                      <a:lnTo>
                        <a:pt x="22912" y="23038"/>
                      </a:lnTo>
                      <a:lnTo>
                        <a:pt x="22870" y="23100"/>
                      </a:lnTo>
                      <a:lnTo>
                        <a:pt x="22891" y="23142"/>
                      </a:lnTo>
                      <a:lnTo>
                        <a:pt x="22975" y="23142"/>
                      </a:lnTo>
                      <a:lnTo>
                        <a:pt x="23017" y="23205"/>
                      </a:lnTo>
                      <a:lnTo>
                        <a:pt x="23038" y="23142"/>
                      </a:lnTo>
                      <a:lnTo>
                        <a:pt x="23121" y="23121"/>
                      </a:lnTo>
                      <a:lnTo>
                        <a:pt x="23184" y="23163"/>
                      </a:lnTo>
                      <a:lnTo>
                        <a:pt x="23101" y="23226"/>
                      </a:lnTo>
                      <a:lnTo>
                        <a:pt x="23080" y="23268"/>
                      </a:lnTo>
                      <a:lnTo>
                        <a:pt x="23121" y="23351"/>
                      </a:lnTo>
                      <a:lnTo>
                        <a:pt x="23038" y="23435"/>
                      </a:lnTo>
                      <a:lnTo>
                        <a:pt x="23017" y="23519"/>
                      </a:lnTo>
                      <a:lnTo>
                        <a:pt x="23121" y="23582"/>
                      </a:lnTo>
                      <a:lnTo>
                        <a:pt x="23101" y="23686"/>
                      </a:lnTo>
                      <a:lnTo>
                        <a:pt x="23142" y="23749"/>
                      </a:lnTo>
                      <a:lnTo>
                        <a:pt x="23247" y="23749"/>
                      </a:lnTo>
                      <a:lnTo>
                        <a:pt x="23310" y="23686"/>
                      </a:lnTo>
                      <a:lnTo>
                        <a:pt x="23247" y="23623"/>
                      </a:lnTo>
                      <a:lnTo>
                        <a:pt x="23310" y="23561"/>
                      </a:lnTo>
                      <a:lnTo>
                        <a:pt x="23247" y="23519"/>
                      </a:lnTo>
                      <a:lnTo>
                        <a:pt x="23205" y="23519"/>
                      </a:lnTo>
                      <a:lnTo>
                        <a:pt x="23247" y="23435"/>
                      </a:lnTo>
                      <a:lnTo>
                        <a:pt x="23331" y="23414"/>
                      </a:lnTo>
                      <a:lnTo>
                        <a:pt x="23435" y="23331"/>
                      </a:lnTo>
                      <a:lnTo>
                        <a:pt x="23435" y="23247"/>
                      </a:lnTo>
                      <a:lnTo>
                        <a:pt x="23393" y="23226"/>
                      </a:lnTo>
                      <a:lnTo>
                        <a:pt x="23310" y="23226"/>
                      </a:lnTo>
                      <a:lnTo>
                        <a:pt x="23310" y="23205"/>
                      </a:lnTo>
                      <a:lnTo>
                        <a:pt x="23414" y="23121"/>
                      </a:lnTo>
                      <a:lnTo>
                        <a:pt x="23393" y="23017"/>
                      </a:lnTo>
                      <a:lnTo>
                        <a:pt x="23247" y="22912"/>
                      </a:lnTo>
                      <a:lnTo>
                        <a:pt x="23310" y="22807"/>
                      </a:lnTo>
                      <a:lnTo>
                        <a:pt x="23331" y="22828"/>
                      </a:lnTo>
                      <a:lnTo>
                        <a:pt x="23414" y="22828"/>
                      </a:lnTo>
                      <a:lnTo>
                        <a:pt x="23414" y="22766"/>
                      </a:lnTo>
                      <a:lnTo>
                        <a:pt x="23310" y="22661"/>
                      </a:lnTo>
                      <a:lnTo>
                        <a:pt x="23373" y="22661"/>
                      </a:lnTo>
                      <a:lnTo>
                        <a:pt x="23373" y="22473"/>
                      </a:lnTo>
                      <a:lnTo>
                        <a:pt x="23247" y="22389"/>
                      </a:lnTo>
                      <a:lnTo>
                        <a:pt x="23226" y="22410"/>
                      </a:lnTo>
                      <a:lnTo>
                        <a:pt x="23142" y="22347"/>
                      </a:lnTo>
                      <a:lnTo>
                        <a:pt x="23163" y="22305"/>
                      </a:lnTo>
                      <a:lnTo>
                        <a:pt x="23163" y="22284"/>
                      </a:lnTo>
                      <a:lnTo>
                        <a:pt x="23247" y="22180"/>
                      </a:lnTo>
                      <a:lnTo>
                        <a:pt x="23205" y="22096"/>
                      </a:lnTo>
                      <a:cubicBezTo>
                        <a:pt x="23205" y="22054"/>
                        <a:pt x="23226" y="21991"/>
                        <a:pt x="23226" y="21950"/>
                      </a:cubicBezTo>
                      <a:lnTo>
                        <a:pt x="23226" y="21887"/>
                      </a:lnTo>
                      <a:lnTo>
                        <a:pt x="23268" y="21929"/>
                      </a:lnTo>
                      <a:lnTo>
                        <a:pt x="23352" y="21866"/>
                      </a:lnTo>
                      <a:lnTo>
                        <a:pt x="23310" y="21761"/>
                      </a:lnTo>
                      <a:lnTo>
                        <a:pt x="23352" y="21719"/>
                      </a:lnTo>
                      <a:lnTo>
                        <a:pt x="23352" y="21573"/>
                      </a:lnTo>
                      <a:lnTo>
                        <a:pt x="23414" y="21552"/>
                      </a:lnTo>
                      <a:lnTo>
                        <a:pt x="23435" y="21719"/>
                      </a:lnTo>
                      <a:lnTo>
                        <a:pt x="23477" y="21678"/>
                      </a:lnTo>
                      <a:lnTo>
                        <a:pt x="23519" y="21657"/>
                      </a:lnTo>
                      <a:lnTo>
                        <a:pt x="23519" y="21678"/>
                      </a:lnTo>
                      <a:lnTo>
                        <a:pt x="23519" y="21719"/>
                      </a:lnTo>
                      <a:lnTo>
                        <a:pt x="23477" y="21761"/>
                      </a:lnTo>
                      <a:lnTo>
                        <a:pt x="23477" y="21845"/>
                      </a:lnTo>
                      <a:lnTo>
                        <a:pt x="23540" y="21887"/>
                      </a:lnTo>
                      <a:lnTo>
                        <a:pt x="23665" y="21866"/>
                      </a:lnTo>
                      <a:lnTo>
                        <a:pt x="23749" y="21761"/>
                      </a:lnTo>
                      <a:lnTo>
                        <a:pt x="23728" y="21719"/>
                      </a:lnTo>
                      <a:cubicBezTo>
                        <a:pt x="23749" y="21657"/>
                        <a:pt x="23770" y="21573"/>
                        <a:pt x="23791" y="21510"/>
                      </a:cubicBezTo>
                      <a:lnTo>
                        <a:pt x="23833" y="21531"/>
                      </a:lnTo>
                      <a:lnTo>
                        <a:pt x="23854" y="21636"/>
                      </a:lnTo>
                      <a:lnTo>
                        <a:pt x="23958" y="21719"/>
                      </a:lnTo>
                      <a:lnTo>
                        <a:pt x="24000" y="21719"/>
                      </a:lnTo>
                      <a:lnTo>
                        <a:pt x="23937" y="21740"/>
                      </a:lnTo>
                      <a:lnTo>
                        <a:pt x="23854" y="21740"/>
                      </a:lnTo>
                      <a:lnTo>
                        <a:pt x="23833" y="21782"/>
                      </a:lnTo>
                      <a:cubicBezTo>
                        <a:pt x="23749" y="21824"/>
                        <a:pt x="23665" y="21866"/>
                        <a:pt x="23665" y="21970"/>
                      </a:cubicBezTo>
                      <a:cubicBezTo>
                        <a:pt x="23665" y="22054"/>
                        <a:pt x="23665" y="22096"/>
                        <a:pt x="23686" y="22180"/>
                      </a:cubicBezTo>
                      <a:lnTo>
                        <a:pt x="23665" y="22159"/>
                      </a:lnTo>
                      <a:lnTo>
                        <a:pt x="23665" y="22138"/>
                      </a:lnTo>
                      <a:lnTo>
                        <a:pt x="23645" y="22159"/>
                      </a:lnTo>
                      <a:cubicBezTo>
                        <a:pt x="23624" y="22159"/>
                        <a:pt x="23603" y="22138"/>
                        <a:pt x="23561" y="22138"/>
                      </a:cubicBezTo>
                      <a:lnTo>
                        <a:pt x="23624" y="22075"/>
                      </a:lnTo>
                      <a:lnTo>
                        <a:pt x="23645" y="21991"/>
                      </a:lnTo>
                      <a:lnTo>
                        <a:pt x="23456" y="21970"/>
                      </a:lnTo>
                      <a:lnTo>
                        <a:pt x="23352" y="22075"/>
                      </a:lnTo>
                      <a:lnTo>
                        <a:pt x="23414" y="22180"/>
                      </a:lnTo>
                      <a:lnTo>
                        <a:pt x="23435" y="22180"/>
                      </a:lnTo>
                      <a:cubicBezTo>
                        <a:pt x="23414" y="22201"/>
                        <a:pt x="23414" y="22222"/>
                        <a:pt x="23414" y="22263"/>
                      </a:cubicBezTo>
                      <a:cubicBezTo>
                        <a:pt x="23435" y="22284"/>
                        <a:pt x="23435" y="22326"/>
                        <a:pt x="23456" y="22368"/>
                      </a:cubicBezTo>
                      <a:cubicBezTo>
                        <a:pt x="23498" y="22389"/>
                        <a:pt x="23519" y="22431"/>
                        <a:pt x="23540" y="22494"/>
                      </a:cubicBezTo>
                      <a:lnTo>
                        <a:pt x="23561" y="22494"/>
                      </a:lnTo>
                      <a:cubicBezTo>
                        <a:pt x="23561" y="22494"/>
                        <a:pt x="23561" y="22514"/>
                        <a:pt x="23582" y="22514"/>
                      </a:cubicBezTo>
                      <a:cubicBezTo>
                        <a:pt x="23624" y="22577"/>
                        <a:pt x="23665" y="22577"/>
                        <a:pt x="23686" y="22598"/>
                      </a:cubicBezTo>
                      <a:lnTo>
                        <a:pt x="23665" y="22619"/>
                      </a:lnTo>
                      <a:lnTo>
                        <a:pt x="23540" y="22724"/>
                      </a:lnTo>
                      <a:lnTo>
                        <a:pt x="23540" y="22828"/>
                      </a:lnTo>
                      <a:lnTo>
                        <a:pt x="23603" y="22933"/>
                      </a:lnTo>
                      <a:lnTo>
                        <a:pt x="23728" y="22828"/>
                      </a:lnTo>
                      <a:lnTo>
                        <a:pt x="23812" y="22682"/>
                      </a:lnTo>
                      <a:lnTo>
                        <a:pt x="23812" y="22619"/>
                      </a:lnTo>
                      <a:lnTo>
                        <a:pt x="23875" y="22598"/>
                      </a:lnTo>
                      <a:lnTo>
                        <a:pt x="24021" y="22473"/>
                      </a:lnTo>
                      <a:lnTo>
                        <a:pt x="24042" y="22514"/>
                      </a:lnTo>
                      <a:lnTo>
                        <a:pt x="24251" y="22514"/>
                      </a:lnTo>
                      <a:lnTo>
                        <a:pt x="24168" y="22619"/>
                      </a:lnTo>
                      <a:lnTo>
                        <a:pt x="24189" y="22640"/>
                      </a:lnTo>
                      <a:lnTo>
                        <a:pt x="24314" y="22640"/>
                      </a:lnTo>
                      <a:lnTo>
                        <a:pt x="24314" y="22703"/>
                      </a:lnTo>
                      <a:lnTo>
                        <a:pt x="24209" y="22807"/>
                      </a:lnTo>
                      <a:cubicBezTo>
                        <a:pt x="24189" y="22807"/>
                        <a:pt x="24168" y="22828"/>
                        <a:pt x="24147" y="22828"/>
                      </a:cubicBezTo>
                      <a:lnTo>
                        <a:pt x="24168" y="22724"/>
                      </a:lnTo>
                      <a:lnTo>
                        <a:pt x="24105" y="22598"/>
                      </a:lnTo>
                      <a:lnTo>
                        <a:pt x="23979" y="22598"/>
                      </a:lnTo>
                      <a:lnTo>
                        <a:pt x="23979" y="22640"/>
                      </a:lnTo>
                      <a:lnTo>
                        <a:pt x="23875" y="22703"/>
                      </a:lnTo>
                      <a:lnTo>
                        <a:pt x="23833" y="22849"/>
                      </a:lnTo>
                      <a:lnTo>
                        <a:pt x="23833" y="22912"/>
                      </a:lnTo>
                      <a:lnTo>
                        <a:pt x="23728" y="23017"/>
                      </a:lnTo>
                      <a:lnTo>
                        <a:pt x="23749" y="23100"/>
                      </a:lnTo>
                      <a:lnTo>
                        <a:pt x="23937" y="23017"/>
                      </a:lnTo>
                      <a:cubicBezTo>
                        <a:pt x="23937" y="23038"/>
                        <a:pt x="23958" y="23038"/>
                        <a:pt x="23958" y="23038"/>
                      </a:cubicBezTo>
                      <a:lnTo>
                        <a:pt x="23854" y="23121"/>
                      </a:lnTo>
                      <a:lnTo>
                        <a:pt x="23770" y="23247"/>
                      </a:lnTo>
                      <a:lnTo>
                        <a:pt x="23833" y="23310"/>
                      </a:lnTo>
                      <a:lnTo>
                        <a:pt x="24000" y="23163"/>
                      </a:lnTo>
                      <a:lnTo>
                        <a:pt x="24063" y="23100"/>
                      </a:lnTo>
                      <a:cubicBezTo>
                        <a:pt x="24084" y="23121"/>
                        <a:pt x="24105" y="23121"/>
                        <a:pt x="24147" y="23142"/>
                      </a:cubicBezTo>
                      <a:lnTo>
                        <a:pt x="24147" y="23163"/>
                      </a:lnTo>
                      <a:lnTo>
                        <a:pt x="24168" y="23226"/>
                      </a:lnTo>
                      <a:lnTo>
                        <a:pt x="24189" y="23268"/>
                      </a:lnTo>
                      <a:lnTo>
                        <a:pt x="24000" y="23268"/>
                      </a:lnTo>
                      <a:lnTo>
                        <a:pt x="23937" y="23351"/>
                      </a:lnTo>
                      <a:lnTo>
                        <a:pt x="23937" y="23414"/>
                      </a:lnTo>
                      <a:lnTo>
                        <a:pt x="24000" y="23414"/>
                      </a:lnTo>
                      <a:lnTo>
                        <a:pt x="24063" y="23372"/>
                      </a:lnTo>
                      <a:lnTo>
                        <a:pt x="24168" y="23372"/>
                      </a:lnTo>
                      <a:lnTo>
                        <a:pt x="24168" y="23414"/>
                      </a:lnTo>
                      <a:lnTo>
                        <a:pt x="24063" y="23477"/>
                      </a:lnTo>
                      <a:lnTo>
                        <a:pt x="23937" y="23477"/>
                      </a:lnTo>
                      <a:lnTo>
                        <a:pt x="23875" y="23540"/>
                      </a:lnTo>
                      <a:lnTo>
                        <a:pt x="23854" y="23665"/>
                      </a:lnTo>
                      <a:lnTo>
                        <a:pt x="23896" y="23770"/>
                      </a:lnTo>
                      <a:lnTo>
                        <a:pt x="23979" y="23728"/>
                      </a:lnTo>
                      <a:lnTo>
                        <a:pt x="24000" y="23644"/>
                      </a:lnTo>
                      <a:lnTo>
                        <a:pt x="24084" y="23644"/>
                      </a:lnTo>
                      <a:lnTo>
                        <a:pt x="24189" y="23582"/>
                      </a:lnTo>
                      <a:lnTo>
                        <a:pt x="24314" y="23435"/>
                      </a:lnTo>
                      <a:lnTo>
                        <a:pt x="24461" y="23247"/>
                      </a:lnTo>
                      <a:lnTo>
                        <a:pt x="24502" y="23017"/>
                      </a:lnTo>
                      <a:lnTo>
                        <a:pt x="24628" y="22745"/>
                      </a:lnTo>
                      <a:lnTo>
                        <a:pt x="24691" y="22724"/>
                      </a:lnTo>
                      <a:lnTo>
                        <a:pt x="24691" y="22703"/>
                      </a:lnTo>
                      <a:lnTo>
                        <a:pt x="24691" y="22661"/>
                      </a:lnTo>
                      <a:lnTo>
                        <a:pt x="24670" y="22661"/>
                      </a:lnTo>
                      <a:lnTo>
                        <a:pt x="24712" y="22619"/>
                      </a:lnTo>
                      <a:lnTo>
                        <a:pt x="24712" y="22577"/>
                      </a:lnTo>
                      <a:lnTo>
                        <a:pt x="24753" y="22514"/>
                      </a:lnTo>
                      <a:lnTo>
                        <a:pt x="24712" y="22473"/>
                      </a:lnTo>
                      <a:lnTo>
                        <a:pt x="24670" y="22452"/>
                      </a:lnTo>
                      <a:lnTo>
                        <a:pt x="24670" y="22347"/>
                      </a:lnTo>
                      <a:lnTo>
                        <a:pt x="24607" y="22242"/>
                      </a:lnTo>
                      <a:lnTo>
                        <a:pt x="24481" y="22159"/>
                      </a:lnTo>
                      <a:lnTo>
                        <a:pt x="24398" y="22096"/>
                      </a:lnTo>
                      <a:lnTo>
                        <a:pt x="24377" y="22033"/>
                      </a:lnTo>
                      <a:lnTo>
                        <a:pt x="24272" y="21866"/>
                      </a:lnTo>
                      <a:lnTo>
                        <a:pt x="24189" y="21845"/>
                      </a:lnTo>
                      <a:lnTo>
                        <a:pt x="24084" y="21845"/>
                      </a:lnTo>
                      <a:lnTo>
                        <a:pt x="24084" y="21782"/>
                      </a:lnTo>
                      <a:lnTo>
                        <a:pt x="24126" y="21740"/>
                      </a:lnTo>
                      <a:lnTo>
                        <a:pt x="24084" y="21657"/>
                      </a:lnTo>
                      <a:lnTo>
                        <a:pt x="24042" y="21615"/>
                      </a:lnTo>
                      <a:lnTo>
                        <a:pt x="24021" y="21531"/>
                      </a:lnTo>
                      <a:lnTo>
                        <a:pt x="24063" y="21468"/>
                      </a:lnTo>
                      <a:lnTo>
                        <a:pt x="24126" y="21447"/>
                      </a:lnTo>
                      <a:lnTo>
                        <a:pt x="24084" y="21406"/>
                      </a:lnTo>
                      <a:lnTo>
                        <a:pt x="24021" y="21343"/>
                      </a:lnTo>
                      <a:lnTo>
                        <a:pt x="23958" y="21343"/>
                      </a:lnTo>
                      <a:lnTo>
                        <a:pt x="23958" y="21259"/>
                      </a:lnTo>
                      <a:lnTo>
                        <a:pt x="24063" y="21217"/>
                      </a:lnTo>
                      <a:lnTo>
                        <a:pt x="24042" y="20799"/>
                      </a:lnTo>
                      <a:lnTo>
                        <a:pt x="24042" y="20380"/>
                      </a:lnTo>
                      <a:lnTo>
                        <a:pt x="24084" y="20025"/>
                      </a:lnTo>
                      <a:lnTo>
                        <a:pt x="24063" y="19941"/>
                      </a:lnTo>
                      <a:lnTo>
                        <a:pt x="24063" y="19836"/>
                      </a:lnTo>
                      <a:lnTo>
                        <a:pt x="24126" y="19732"/>
                      </a:lnTo>
                      <a:lnTo>
                        <a:pt x="24084" y="19627"/>
                      </a:lnTo>
                      <a:lnTo>
                        <a:pt x="24042" y="19543"/>
                      </a:lnTo>
                      <a:lnTo>
                        <a:pt x="24021" y="19334"/>
                      </a:lnTo>
                      <a:lnTo>
                        <a:pt x="23875" y="19167"/>
                      </a:lnTo>
                      <a:lnTo>
                        <a:pt x="23833" y="18957"/>
                      </a:lnTo>
                      <a:lnTo>
                        <a:pt x="23854" y="18853"/>
                      </a:lnTo>
                      <a:lnTo>
                        <a:pt x="23728" y="18518"/>
                      </a:lnTo>
                      <a:lnTo>
                        <a:pt x="23749" y="18434"/>
                      </a:lnTo>
                      <a:lnTo>
                        <a:pt x="23833" y="18288"/>
                      </a:lnTo>
                      <a:lnTo>
                        <a:pt x="23812" y="18204"/>
                      </a:lnTo>
                      <a:lnTo>
                        <a:pt x="23812" y="18100"/>
                      </a:lnTo>
                      <a:lnTo>
                        <a:pt x="23665" y="17995"/>
                      </a:lnTo>
                      <a:lnTo>
                        <a:pt x="23498" y="17995"/>
                      </a:lnTo>
                      <a:lnTo>
                        <a:pt x="23289" y="18058"/>
                      </a:lnTo>
                      <a:lnTo>
                        <a:pt x="23226" y="18079"/>
                      </a:lnTo>
                      <a:lnTo>
                        <a:pt x="23017" y="18162"/>
                      </a:lnTo>
                      <a:lnTo>
                        <a:pt x="22891" y="18288"/>
                      </a:lnTo>
                      <a:lnTo>
                        <a:pt x="22724" y="18518"/>
                      </a:lnTo>
                      <a:lnTo>
                        <a:pt x="22598" y="18602"/>
                      </a:lnTo>
                      <a:lnTo>
                        <a:pt x="22410" y="18623"/>
                      </a:lnTo>
                      <a:lnTo>
                        <a:pt x="22201" y="18644"/>
                      </a:lnTo>
                      <a:lnTo>
                        <a:pt x="22159" y="18644"/>
                      </a:lnTo>
                      <a:lnTo>
                        <a:pt x="22159" y="18581"/>
                      </a:lnTo>
                      <a:lnTo>
                        <a:pt x="22264" y="18413"/>
                      </a:lnTo>
                      <a:lnTo>
                        <a:pt x="22201" y="18267"/>
                      </a:lnTo>
                      <a:lnTo>
                        <a:pt x="22054" y="17597"/>
                      </a:lnTo>
                      <a:lnTo>
                        <a:pt x="21950" y="17325"/>
                      </a:lnTo>
                      <a:lnTo>
                        <a:pt x="21887" y="17179"/>
                      </a:lnTo>
                      <a:lnTo>
                        <a:pt x="22033" y="16928"/>
                      </a:lnTo>
                      <a:lnTo>
                        <a:pt x="21740" y="16886"/>
                      </a:lnTo>
                      <a:lnTo>
                        <a:pt x="21531" y="17032"/>
                      </a:lnTo>
                      <a:lnTo>
                        <a:pt x="21406" y="16970"/>
                      </a:lnTo>
                      <a:lnTo>
                        <a:pt x="21029" y="16970"/>
                      </a:lnTo>
                      <a:lnTo>
                        <a:pt x="27704" y="4792"/>
                      </a:lnTo>
                      <a:lnTo>
                        <a:pt x="27683" y="4729"/>
                      </a:lnTo>
                      <a:lnTo>
                        <a:pt x="27536" y="4708"/>
                      </a:lnTo>
                      <a:lnTo>
                        <a:pt x="27474" y="4729"/>
                      </a:lnTo>
                      <a:lnTo>
                        <a:pt x="27411" y="4667"/>
                      </a:lnTo>
                      <a:lnTo>
                        <a:pt x="27369" y="4416"/>
                      </a:lnTo>
                      <a:lnTo>
                        <a:pt x="27306" y="4290"/>
                      </a:lnTo>
                      <a:lnTo>
                        <a:pt x="27222" y="4248"/>
                      </a:lnTo>
                      <a:lnTo>
                        <a:pt x="27202" y="4102"/>
                      </a:lnTo>
                      <a:lnTo>
                        <a:pt x="27118" y="3955"/>
                      </a:lnTo>
                      <a:lnTo>
                        <a:pt x="27076" y="3892"/>
                      </a:lnTo>
                      <a:lnTo>
                        <a:pt x="26867" y="3892"/>
                      </a:lnTo>
                      <a:lnTo>
                        <a:pt x="26846" y="3934"/>
                      </a:lnTo>
                      <a:lnTo>
                        <a:pt x="26678" y="3892"/>
                      </a:lnTo>
                      <a:lnTo>
                        <a:pt x="26532" y="3934"/>
                      </a:lnTo>
                      <a:lnTo>
                        <a:pt x="26448" y="3872"/>
                      </a:lnTo>
                      <a:lnTo>
                        <a:pt x="26386" y="3892"/>
                      </a:lnTo>
                      <a:lnTo>
                        <a:pt x="26344" y="3872"/>
                      </a:lnTo>
                      <a:lnTo>
                        <a:pt x="26323" y="3892"/>
                      </a:lnTo>
                      <a:lnTo>
                        <a:pt x="26239" y="3892"/>
                      </a:lnTo>
                      <a:lnTo>
                        <a:pt x="26239" y="3872"/>
                      </a:lnTo>
                      <a:lnTo>
                        <a:pt x="26281" y="3872"/>
                      </a:lnTo>
                      <a:lnTo>
                        <a:pt x="26281" y="3830"/>
                      </a:lnTo>
                      <a:lnTo>
                        <a:pt x="26176" y="3746"/>
                      </a:lnTo>
                      <a:lnTo>
                        <a:pt x="26114" y="3767"/>
                      </a:lnTo>
                      <a:lnTo>
                        <a:pt x="26030" y="3746"/>
                      </a:lnTo>
                      <a:lnTo>
                        <a:pt x="26051" y="3725"/>
                      </a:lnTo>
                      <a:lnTo>
                        <a:pt x="26114" y="3683"/>
                      </a:lnTo>
                      <a:lnTo>
                        <a:pt x="26051" y="3641"/>
                      </a:lnTo>
                      <a:lnTo>
                        <a:pt x="25967" y="3641"/>
                      </a:lnTo>
                      <a:lnTo>
                        <a:pt x="25904" y="3620"/>
                      </a:lnTo>
                      <a:lnTo>
                        <a:pt x="25904" y="3558"/>
                      </a:lnTo>
                      <a:lnTo>
                        <a:pt x="25821" y="3474"/>
                      </a:lnTo>
                      <a:lnTo>
                        <a:pt x="25737" y="3411"/>
                      </a:lnTo>
                      <a:lnTo>
                        <a:pt x="25716" y="3411"/>
                      </a:lnTo>
                      <a:lnTo>
                        <a:pt x="25653" y="3369"/>
                      </a:lnTo>
                      <a:lnTo>
                        <a:pt x="25611" y="3369"/>
                      </a:lnTo>
                      <a:lnTo>
                        <a:pt x="25549" y="3432"/>
                      </a:lnTo>
                      <a:lnTo>
                        <a:pt x="25549" y="3369"/>
                      </a:lnTo>
                      <a:lnTo>
                        <a:pt x="25528" y="3328"/>
                      </a:lnTo>
                      <a:lnTo>
                        <a:pt x="25444" y="3265"/>
                      </a:lnTo>
                      <a:lnTo>
                        <a:pt x="25381" y="3369"/>
                      </a:lnTo>
                      <a:lnTo>
                        <a:pt x="25318" y="3328"/>
                      </a:lnTo>
                      <a:lnTo>
                        <a:pt x="25318" y="3244"/>
                      </a:lnTo>
                      <a:lnTo>
                        <a:pt x="25381" y="3223"/>
                      </a:lnTo>
                      <a:lnTo>
                        <a:pt x="25339" y="3160"/>
                      </a:lnTo>
                      <a:lnTo>
                        <a:pt x="25277" y="3139"/>
                      </a:lnTo>
                      <a:lnTo>
                        <a:pt x="25193" y="3160"/>
                      </a:lnTo>
                      <a:lnTo>
                        <a:pt x="25193" y="3160"/>
                      </a:lnTo>
                      <a:lnTo>
                        <a:pt x="25214" y="3118"/>
                      </a:lnTo>
                      <a:lnTo>
                        <a:pt x="25214" y="3056"/>
                      </a:lnTo>
                      <a:lnTo>
                        <a:pt x="25109" y="3014"/>
                      </a:lnTo>
                      <a:lnTo>
                        <a:pt x="25025" y="2909"/>
                      </a:lnTo>
                      <a:lnTo>
                        <a:pt x="25067" y="2888"/>
                      </a:lnTo>
                      <a:lnTo>
                        <a:pt x="25025" y="2825"/>
                      </a:lnTo>
                      <a:lnTo>
                        <a:pt x="24963" y="2804"/>
                      </a:lnTo>
                      <a:lnTo>
                        <a:pt x="24900" y="2846"/>
                      </a:lnTo>
                      <a:lnTo>
                        <a:pt x="24691" y="3056"/>
                      </a:lnTo>
                      <a:lnTo>
                        <a:pt x="24461" y="3202"/>
                      </a:lnTo>
                      <a:lnTo>
                        <a:pt x="24670" y="3035"/>
                      </a:lnTo>
                      <a:lnTo>
                        <a:pt x="24795" y="2846"/>
                      </a:lnTo>
                      <a:lnTo>
                        <a:pt x="24921" y="2721"/>
                      </a:lnTo>
                      <a:lnTo>
                        <a:pt x="24963" y="2595"/>
                      </a:lnTo>
                      <a:lnTo>
                        <a:pt x="24879" y="2532"/>
                      </a:lnTo>
                      <a:lnTo>
                        <a:pt x="24712" y="2428"/>
                      </a:lnTo>
                      <a:lnTo>
                        <a:pt x="24586" y="2428"/>
                      </a:lnTo>
                      <a:lnTo>
                        <a:pt x="24440" y="2491"/>
                      </a:lnTo>
                      <a:lnTo>
                        <a:pt x="24356" y="2491"/>
                      </a:lnTo>
                      <a:lnTo>
                        <a:pt x="24293" y="2512"/>
                      </a:lnTo>
                      <a:lnTo>
                        <a:pt x="24147" y="2532"/>
                      </a:lnTo>
                      <a:lnTo>
                        <a:pt x="23979" y="2721"/>
                      </a:lnTo>
                      <a:lnTo>
                        <a:pt x="23854" y="2825"/>
                      </a:lnTo>
                      <a:lnTo>
                        <a:pt x="23854" y="2825"/>
                      </a:lnTo>
                      <a:lnTo>
                        <a:pt x="23958" y="2700"/>
                      </a:lnTo>
                      <a:lnTo>
                        <a:pt x="23937" y="2532"/>
                      </a:lnTo>
                      <a:lnTo>
                        <a:pt x="23958" y="2407"/>
                      </a:lnTo>
                      <a:lnTo>
                        <a:pt x="23958" y="2302"/>
                      </a:lnTo>
                      <a:lnTo>
                        <a:pt x="23770" y="2198"/>
                      </a:lnTo>
                      <a:lnTo>
                        <a:pt x="23770" y="2156"/>
                      </a:lnTo>
                      <a:lnTo>
                        <a:pt x="23875" y="2093"/>
                      </a:lnTo>
                      <a:lnTo>
                        <a:pt x="23979" y="2093"/>
                      </a:lnTo>
                      <a:lnTo>
                        <a:pt x="23979" y="2051"/>
                      </a:lnTo>
                      <a:lnTo>
                        <a:pt x="23707" y="1884"/>
                      </a:lnTo>
                      <a:lnTo>
                        <a:pt x="23665" y="1800"/>
                      </a:lnTo>
                      <a:lnTo>
                        <a:pt x="23728" y="1737"/>
                      </a:lnTo>
                      <a:lnTo>
                        <a:pt x="23875" y="1654"/>
                      </a:lnTo>
                      <a:lnTo>
                        <a:pt x="23958" y="1570"/>
                      </a:lnTo>
                      <a:lnTo>
                        <a:pt x="23917" y="1486"/>
                      </a:lnTo>
                      <a:lnTo>
                        <a:pt x="23854" y="1361"/>
                      </a:lnTo>
                      <a:lnTo>
                        <a:pt x="23812" y="1361"/>
                      </a:lnTo>
                      <a:lnTo>
                        <a:pt x="23749" y="1382"/>
                      </a:lnTo>
                      <a:lnTo>
                        <a:pt x="23707" y="1319"/>
                      </a:lnTo>
                      <a:lnTo>
                        <a:pt x="23624" y="1256"/>
                      </a:lnTo>
                      <a:lnTo>
                        <a:pt x="23519" y="1256"/>
                      </a:lnTo>
                      <a:lnTo>
                        <a:pt x="23393" y="1214"/>
                      </a:lnTo>
                      <a:lnTo>
                        <a:pt x="23331" y="1172"/>
                      </a:lnTo>
                      <a:lnTo>
                        <a:pt x="23247" y="1214"/>
                      </a:lnTo>
                      <a:lnTo>
                        <a:pt x="23121" y="1214"/>
                      </a:lnTo>
                      <a:lnTo>
                        <a:pt x="23080" y="1319"/>
                      </a:lnTo>
                      <a:lnTo>
                        <a:pt x="23080" y="1361"/>
                      </a:lnTo>
                      <a:lnTo>
                        <a:pt x="22996" y="1256"/>
                      </a:lnTo>
                      <a:lnTo>
                        <a:pt x="23038" y="1151"/>
                      </a:lnTo>
                      <a:lnTo>
                        <a:pt x="23101" y="1131"/>
                      </a:lnTo>
                      <a:lnTo>
                        <a:pt x="23101" y="1026"/>
                      </a:lnTo>
                      <a:lnTo>
                        <a:pt x="23142" y="942"/>
                      </a:lnTo>
                      <a:lnTo>
                        <a:pt x="23205" y="921"/>
                      </a:lnTo>
                      <a:lnTo>
                        <a:pt x="23205" y="817"/>
                      </a:lnTo>
                      <a:lnTo>
                        <a:pt x="23226" y="712"/>
                      </a:lnTo>
                      <a:lnTo>
                        <a:pt x="23205" y="649"/>
                      </a:lnTo>
                      <a:lnTo>
                        <a:pt x="23184" y="649"/>
                      </a:lnTo>
                      <a:lnTo>
                        <a:pt x="23038" y="796"/>
                      </a:lnTo>
                      <a:lnTo>
                        <a:pt x="23017" y="900"/>
                      </a:lnTo>
                      <a:lnTo>
                        <a:pt x="22996" y="900"/>
                      </a:lnTo>
                      <a:lnTo>
                        <a:pt x="22912" y="838"/>
                      </a:lnTo>
                      <a:lnTo>
                        <a:pt x="22808" y="900"/>
                      </a:lnTo>
                      <a:lnTo>
                        <a:pt x="22787" y="942"/>
                      </a:lnTo>
                      <a:lnTo>
                        <a:pt x="22808" y="1047"/>
                      </a:lnTo>
                      <a:lnTo>
                        <a:pt x="22724" y="1131"/>
                      </a:lnTo>
                      <a:lnTo>
                        <a:pt x="22682" y="1131"/>
                      </a:lnTo>
                      <a:lnTo>
                        <a:pt x="22661" y="1068"/>
                      </a:lnTo>
                      <a:lnTo>
                        <a:pt x="22598" y="1214"/>
                      </a:lnTo>
                      <a:lnTo>
                        <a:pt x="22598" y="1319"/>
                      </a:lnTo>
                      <a:lnTo>
                        <a:pt x="22556" y="1172"/>
                      </a:lnTo>
                      <a:lnTo>
                        <a:pt x="22556" y="1047"/>
                      </a:lnTo>
                      <a:lnTo>
                        <a:pt x="22598" y="942"/>
                      </a:lnTo>
                      <a:lnTo>
                        <a:pt x="22556" y="921"/>
                      </a:lnTo>
                      <a:lnTo>
                        <a:pt x="22473" y="1005"/>
                      </a:lnTo>
                      <a:lnTo>
                        <a:pt x="22452" y="1068"/>
                      </a:lnTo>
                      <a:lnTo>
                        <a:pt x="22368" y="1110"/>
                      </a:lnTo>
                      <a:lnTo>
                        <a:pt x="22410" y="921"/>
                      </a:lnTo>
                      <a:lnTo>
                        <a:pt x="22368" y="817"/>
                      </a:lnTo>
                      <a:lnTo>
                        <a:pt x="22264" y="817"/>
                      </a:lnTo>
                      <a:lnTo>
                        <a:pt x="22284" y="733"/>
                      </a:lnTo>
                      <a:lnTo>
                        <a:pt x="22410" y="628"/>
                      </a:lnTo>
                      <a:lnTo>
                        <a:pt x="22515" y="607"/>
                      </a:lnTo>
                      <a:lnTo>
                        <a:pt x="22661" y="712"/>
                      </a:lnTo>
                      <a:lnTo>
                        <a:pt x="22808" y="628"/>
                      </a:lnTo>
                      <a:lnTo>
                        <a:pt x="22912" y="607"/>
                      </a:lnTo>
                      <a:lnTo>
                        <a:pt x="23017" y="503"/>
                      </a:lnTo>
                      <a:lnTo>
                        <a:pt x="23017" y="440"/>
                      </a:lnTo>
                      <a:lnTo>
                        <a:pt x="23038" y="398"/>
                      </a:lnTo>
                      <a:lnTo>
                        <a:pt x="23017" y="335"/>
                      </a:lnTo>
                      <a:lnTo>
                        <a:pt x="22891" y="294"/>
                      </a:lnTo>
                      <a:lnTo>
                        <a:pt x="22828" y="294"/>
                      </a:lnTo>
                      <a:lnTo>
                        <a:pt x="22828" y="189"/>
                      </a:lnTo>
                      <a:lnTo>
                        <a:pt x="22787" y="126"/>
                      </a:lnTo>
                      <a:lnTo>
                        <a:pt x="22766" y="105"/>
                      </a:lnTo>
                      <a:lnTo>
                        <a:pt x="22787" y="84"/>
                      </a:lnTo>
                      <a:lnTo>
                        <a:pt x="22828" y="63"/>
                      </a:lnTo>
                      <a:lnTo>
                        <a:pt x="2287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38"/>
                <p:cNvSpPr/>
                <p:nvPr/>
              </p:nvSpPr>
              <p:spPr>
                <a:xfrm>
                  <a:off x="1979950" y="2384350"/>
                  <a:ext cx="816050" cy="481275"/>
                </a:xfrm>
                <a:custGeom>
                  <a:rect b="b" l="l" r="r" t="t"/>
                  <a:pathLst>
                    <a:path extrusionOk="0" h="19251" w="32642">
                      <a:moveTo>
                        <a:pt x="2846" y="1"/>
                      </a:moveTo>
                      <a:lnTo>
                        <a:pt x="2909" y="210"/>
                      </a:lnTo>
                      <a:lnTo>
                        <a:pt x="3035" y="273"/>
                      </a:lnTo>
                      <a:lnTo>
                        <a:pt x="2993" y="356"/>
                      </a:lnTo>
                      <a:lnTo>
                        <a:pt x="2909" y="440"/>
                      </a:lnTo>
                      <a:lnTo>
                        <a:pt x="2930" y="545"/>
                      </a:lnTo>
                      <a:lnTo>
                        <a:pt x="2993" y="586"/>
                      </a:lnTo>
                      <a:lnTo>
                        <a:pt x="2972" y="649"/>
                      </a:lnTo>
                      <a:lnTo>
                        <a:pt x="2909" y="733"/>
                      </a:lnTo>
                      <a:lnTo>
                        <a:pt x="2951" y="775"/>
                      </a:lnTo>
                      <a:lnTo>
                        <a:pt x="2951" y="858"/>
                      </a:lnTo>
                      <a:lnTo>
                        <a:pt x="2993" y="900"/>
                      </a:lnTo>
                      <a:lnTo>
                        <a:pt x="2909" y="1047"/>
                      </a:lnTo>
                      <a:lnTo>
                        <a:pt x="2825" y="1089"/>
                      </a:lnTo>
                      <a:lnTo>
                        <a:pt x="2763" y="1256"/>
                      </a:lnTo>
                      <a:lnTo>
                        <a:pt x="2721" y="1298"/>
                      </a:lnTo>
                      <a:lnTo>
                        <a:pt x="2721" y="1423"/>
                      </a:lnTo>
                      <a:lnTo>
                        <a:pt x="2637" y="1486"/>
                      </a:lnTo>
                      <a:lnTo>
                        <a:pt x="2616" y="1591"/>
                      </a:lnTo>
                      <a:lnTo>
                        <a:pt x="2470" y="1674"/>
                      </a:lnTo>
                      <a:lnTo>
                        <a:pt x="2386" y="1633"/>
                      </a:lnTo>
                      <a:lnTo>
                        <a:pt x="2344" y="1570"/>
                      </a:lnTo>
                      <a:lnTo>
                        <a:pt x="2428" y="1465"/>
                      </a:lnTo>
                      <a:lnTo>
                        <a:pt x="2449" y="1507"/>
                      </a:lnTo>
                      <a:lnTo>
                        <a:pt x="2532" y="1465"/>
                      </a:lnTo>
                      <a:lnTo>
                        <a:pt x="2553" y="1528"/>
                      </a:lnTo>
                      <a:lnTo>
                        <a:pt x="2595" y="1486"/>
                      </a:lnTo>
                      <a:lnTo>
                        <a:pt x="2595" y="1361"/>
                      </a:lnTo>
                      <a:lnTo>
                        <a:pt x="2658" y="1214"/>
                      </a:lnTo>
                      <a:lnTo>
                        <a:pt x="2742" y="1151"/>
                      </a:lnTo>
                      <a:lnTo>
                        <a:pt x="2742" y="1047"/>
                      </a:lnTo>
                      <a:lnTo>
                        <a:pt x="2700" y="1068"/>
                      </a:lnTo>
                      <a:lnTo>
                        <a:pt x="2553" y="1172"/>
                      </a:lnTo>
                      <a:lnTo>
                        <a:pt x="2512" y="1214"/>
                      </a:lnTo>
                      <a:lnTo>
                        <a:pt x="2428" y="1214"/>
                      </a:lnTo>
                      <a:lnTo>
                        <a:pt x="2428" y="1172"/>
                      </a:lnTo>
                      <a:lnTo>
                        <a:pt x="2532" y="1068"/>
                      </a:lnTo>
                      <a:lnTo>
                        <a:pt x="2658" y="1005"/>
                      </a:lnTo>
                      <a:lnTo>
                        <a:pt x="2700" y="963"/>
                      </a:lnTo>
                      <a:lnTo>
                        <a:pt x="2658" y="879"/>
                      </a:lnTo>
                      <a:lnTo>
                        <a:pt x="2616" y="879"/>
                      </a:lnTo>
                      <a:lnTo>
                        <a:pt x="2532" y="900"/>
                      </a:lnTo>
                      <a:lnTo>
                        <a:pt x="2470" y="796"/>
                      </a:lnTo>
                      <a:lnTo>
                        <a:pt x="2407" y="754"/>
                      </a:lnTo>
                      <a:lnTo>
                        <a:pt x="2135" y="754"/>
                      </a:lnTo>
                      <a:lnTo>
                        <a:pt x="2009" y="649"/>
                      </a:lnTo>
                      <a:lnTo>
                        <a:pt x="1716" y="419"/>
                      </a:lnTo>
                      <a:lnTo>
                        <a:pt x="1696" y="440"/>
                      </a:lnTo>
                      <a:lnTo>
                        <a:pt x="1675" y="545"/>
                      </a:lnTo>
                      <a:lnTo>
                        <a:pt x="1591" y="754"/>
                      </a:lnTo>
                      <a:lnTo>
                        <a:pt x="1591" y="858"/>
                      </a:lnTo>
                      <a:lnTo>
                        <a:pt x="1654" y="1068"/>
                      </a:lnTo>
                      <a:lnTo>
                        <a:pt x="1591" y="1382"/>
                      </a:lnTo>
                      <a:lnTo>
                        <a:pt x="1612" y="1507"/>
                      </a:lnTo>
                      <a:lnTo>
                        <a:pt x="1591" y="1674"/>
                      </a:lnTo>
                      <a:lnTo>
                        <a:pt x="1612" y="1737"/>
                      </a:lnTo>
                      <a:lnTo>
                        <a:pt x="1675" y="1737"/>
                      </a:lnTo>
                      <a:lnTo>
                        <a:pt x="1696" y="1800"/>
                      </a:lnTo>
                      <a:lnTo>
                        <a:pt x="1654" y="1884"/>
                      </a:lnTo>
                      <a:lnTo>
                        <a:pt x="1591" y="1884"/>
                      </a:lnTo>
                      <a:lnTo>
                        <a:pt x="1570" y="1946"/>
                      </a:lnTo>
                      <a:lnTo>
                        <a:pt x="1591" y="2009"/>
                      </a:lnTo>
                      <a:lnTo>
                        <a:pt x="1696" y="2030"/>
                      </a:lnTo>
                      <a:lnTo>
                        <a:pt x="1654" y="2135"/>
                      </a:lnTo>
                      <a:lnTo>
                        <a:pt x="1654" y="2239"/>
                      </a:lnTo>
                      <a:lnTo>
                        <a:pt x="1591" y="2323"/>
                      </a:lnTo>
                      <a:lnTo>
                        <a:pt x="1549" y="2302"/>
                      </a:lnTo>
                      <a:lnTo>
                        <a:pt x="1507" y="2344"/>
                      </a:lnTo>
                      <a:lnTo>
                        <a:pt x="1507" y="2428"/>
                      </a:lnTo>
                      <a:lnTo>
                        <a:pt x="1675" y="2449"/>
                      </a:lnTo>
                      <a:lnTo>
                        <a:pt x="1821" y="2470"/>
                      </a:lnTo>
                      <a:lnTo>
                        <a:pt x="1926" y="2553"/>
                      </a:lnTo>
                      <a:lnTo>
                        <a:pt x="2072" y="2553"/>
                      </a:lnTo>
                      <a:lnTo>
                        <a:pt x="2114" y="2637"/>
                      </a:lnTo>
                      <a:lnTo>
                        <a:pt x="2135" y="2783"/>
                      </a:lnTo>
                      <a:lnTo>
                        <a:pt x="2093" y="2658"/>
                      </a:lnTo>
                      <a:lnTo>
                        <a:pt x="1988" y="2574"/>
                      </a:lnTo>
                      <a:lnTo>
                        <a:pt x="1905" y="2616"/>
                      </a:lnTo>
                      <a:lnTo>
                        <a:pt x="1821" y="2553"/>
                      </a:lnTo>
                      <a:lnTo>
                        <a:pt x="1612" y="2532"/>
                      </a:lnTo>
                      <a:lnTo>
                        <a:pt x="1570" y="2470"/>
                      </a:lnTo>
                      <a:lnTo>
                        <a:pt x="1507" y="2511"/>
                      </a:lnTo>
                      <a:lnTo>
                        <a:pt x="1507" y="2616"/>
                      </a:lnTo>
                      <a:lnTo>
                        <a:pt x="1403" y="2763"/>
                      </a:lnTo>
                      <a:lnTo>
                        <a:pt x="1403" y="2846"/>
                      </a:lnTo>
                      <a:lnTo>
                        <a:pt x="1403" y="2930"/>
                      </a:lnTo>
                      <a:lnTo>
                        <a:pt x="1340" y="3076"/>
                      </a:lnTo>
                      <a:lnTo>
                        <a:pt x="1277" y="3202"/>
                      </a:lnTo>
                      <a:lnTo>
                        <a:pt x="1131" y="3558"/>
                      </a:lnTo>
                      <a:lnTo>
                        <a:pt x="1089" y="3809"/>
                      </a:lnTo>
                      <a:lnTo>
                        <a:pt x="942" y="4102"/>
                      </a:lnTo>
                      <a:lnTo>
                        <a:pt x="921" y="4415"/>
                      </a:lnTo>
                      <a:lnTo>
                        <a:pt x="838" y="4541"/>
                      </a:lnTo>
                      <a:lnTo>
                        <a:pt x="733" y="4667"/>
                      </a:lnTo>
                      <a:lnTo>
                        <a:pt x="649" y="4855"/>
                      </a:lnTo>
                      <a:lnTo>
                        <a:pt x="608" y="4939"/>
                      </a:lnTo>
                      <a:lnTo>
                        <a:pt x="566" y="5043"/>
                      </a:lnTo>
                      <a:lnTo>
                        <a:pt x="419" y="5231"/>
                      </a:lnTo>
                      <a:lnTo>
                        <a:pt x="356" y="5336"/>
                      </a:lnTo>
                      <a:lnTo>
                        <a:pt x="398" y="5566"/>
                      </a:lnTo>
                      <a:lnTo>
                        <a:pt x="336" y="5776"/>
                      </a:lnTo>
                      <a:lnTo>
                        <a:pt x="336" y="5922"/>
                      </a:lnTo>
                      <a:lnTo>
                        <a:pt x="419" y="6027"/>
                      </a:lnTo>
                      <a:lnTo>
                        <a:pt x="356" y="6110"/>
                      </a:lnTo>
                      <a:lnTo>
                        <a:pt x="336" y="6194"/>
                      </a:lnTo>
                      <a:lnTo>
                        <a:pt x="398" y="6340"/>
                      </a:lnTo>
                      <a:lnTo>
                        <a:pt x="356" y="6592"/>
                      </a:lnTo>
                      <a:lnTo>
                        <a:pt x="315" y="6717"/>
                      </a:lnTo>
                      <a:lnTo>
                        <a:pt x="231" y="6759"/>
                      </a:lnTo>
                      <a:lnTo>
                        <a:pt x="252" y="6843"/>
                      </a:lnTo>
                      <a:lnTo>
                        <a:pt x="294" y="6864"/>
                      </a:lnTo>
                      <a:lnTo>
                        <a:pt x="231" y="7031"/>
                      </a:lnTo>
                      <a:lnTo>
                        <a:pt x="84" y="7136"/>
                      </a:lnTo>
                      <a:lnTo>
                        <a:pt x="1" y="7261"/>
                      </a:lnTo>
                      <a:lnTo>
                        <a:pt x="1" y="7387"/>
                      </a:lnTo>
                      <a:lnTo>
                        <a:pt x="105" y="7554"/>
                      </a:lnTo>
                      <a:lnTo>
                        <a:pt x="210" y="7763"/>
                      </a:lnTo>
                      <a:lnTo>
                        <a:pt x="210" y="7993"/>
                      </a:lnTo>
                      <a:lnTo>
                        <a:pt x="189" y="8119"/>
                      </a:lnTo>
                      <a:lnTo>
                        <a:pt x="126" y="8203"/>
                      </a:lnTo>
                      <a:lnTo>
                        <a:pt x="126" y="8286"/>
                      </a:lnTo>
                      <a:lnTo>
                        <a:pt x="147" y="8370"/>
                      </a:lnTo>
                      <a:lnTo>
                        <a:pt x="189" y="8496"/>
                      </a:lnTo>
                      <a:lnTo>
                        <a:pt x="126" y="8579"/>
                      </a:lnTo>
                      <a:lnTo>
                        <a:pt x="105" y="8642"/>
                      </a:lnTo>
                      <a:lnTo>
                        <a:pt x="126" y="8726"/>
                      </a:lnTo>
                      <a:lnTo>
                        <a:pt x="356" y="9102"/>
                      </a:lnTo>
                      <a:lnTo>
                        <a:pt x="398" y="9207"/>
                      </a:lnTo>
                      <a:lnTo>
                        <a:pt x="356" y="9270"/>
                      </a:lnTo>
                      <a:lnTo>
                        <a:pt x="398" y="9353"/>
                      </a:lnTo>
                      <a:lnTo>
                        <a:pt x="524" y="9479"/>
                      </a:lnTo>
                      <a:lnTo>
                        <a:pt x="545" y="9542"/>
                      </a:lnTo>
                      <a:lnTo>
                        <a:pt x="628" y="9542"/>
                      </a:lnTo>
                      <a:lnTo>
                        <a:pt x="628" y="9437"/>
                      </a:lnTo>
                      <a:lnTo>
                        <a:pt x="628" y="9312"/>
                      </a:lnTo>
                      <a:lnTo>
                        <a:pt x="712" y="9333"/>
                      </a:lnTo>
                      <a:lnTo>
                        <a:pt x="733" y="9312"/>
                      </a:lnTo>
                      <a:lnTo>
                        <a:pt x="733" y="9353"/>
                      </a:lnTo>
                      <a:lnTo>
                        <a:pt x="838" y="9353"/>
                      </a:lnTo>
                      <a:lnTo>
                        <a:pt x="859" y="9416"/>
                      </a:lnTo>
                      <a:lnTo>
                        <a:pt x="984" y="9437"/>
                      </a:lnTo>
                      <a:lnTo>
                        <a:pt x="880" y="9437"/>
                      </a:lnTo>
                      <a:lnTo>
                        <a:pt x="817" y="9479"/>
                      </a:lnTo>
                      <a:lnTo>
                        <a:pt x="754" y="9437"/>
                      </a:lnTo>
                      <a:lnTo>
                        <a:pt x="712" y="9437"/>
                      </a:lnTo>
                      <a:lnTo>
                        <a:pt x="712" y="9521"/>
                      </a:lnTo>
                      <a:lnTo>
                        <a:pt x="754" y="9542"/>
                      </a:lnTo>
                      <a:lnTo>
                        <a:pt x="754" y="9688"/>
                      </a:lnTo>
                      <a:lnTo>
                        <a:pt x="817" y="9793"/>
                      </a:lnTo>
                      <a:lnTo>
                        <a:pt x="838" y="9835"/>
                      </a:lnTo>
                      <a:lnTo>
                        <a:pt x="733" y="9793"/>
                      </a:lnTo>
                      <a:lnTo>
                        <a:pt x="670" y="9688"/>
                      </a:lnTo>
                      <a:lnTo>
                        <a:pt x="649" y="9646"/>
                      </a:lnTo>
                      <a:lnTo>
                        <a:pt x="608" y="9688"/>
                      </a:lnTo>
                      <a:lnTo>
                        <a:pt x="608" y="9772"/>
                      </a:lnTo>
                      <a:lnTo>
                        <a:pt x="545" y="9835"/>
                      </a:lnTo>
                      <a:lnTo>
                        <a:pt x="566" y="9877"/>
                      </a:lnTo>
                      <a:lnTo>
                        <a:pt x="545" y="9981"/>
                      </a:lnTo>
                      <a:lnTo>
                        <a:pt x="545" y="10086"/>
                      </a:lnTo>
                      <a:lnTo>
                        <a:pt x="608" y="10107"/>
                      </a:lnTo>
                      <a:lnTo>
                        <a:pt x="628" y="10211"/>
                      </a:lnTo>
                      <a:lnTo>
                        <a:pt x="733" y="10274"/>
                      </a:lnTo>
                      <a:lnTo>
                        <a:pt x="775" y="10358"/>
                      </a:lnTo>
                      <a:lnTo>
                        <a:pt x="775" y="10421"/>
                      </a:lnTo>
                      <a:lnTo>
                        <a:pt x="712" y="10504"/>
                      </a:lnTo>
                      <a:lnTo>
                        <a:pt x="649" y="10504"/>
                      </a:lnTo>
                      <a:lnTo>
                        <a:pt x="649" y="10567"/>
                      </a:lnTo>
                      <a:lnTo>
                        <a:pt x="670" y="10672"/>
                      </a:lnTo>
                      <a:lnTo>
                        <a:pt x="670" y="10797"/>
                      </a:lnTo>
                      <a:lnTo>
                        <a:pt x="712" y="10839"/>
                      </a:lnTo>
                      <a:lnTo>
                        <a:pt x="775" y="10923"/>
                      </a:lnTo>
                      <a:lnTo>
                        <a:pt x="817" y="11111"/>
                      </a:lnTo>
                      <a:lnTo>
                        <a:pt x="942" y="11362"/>
                      </a:lnTo>
                      <a:lnTo>
                        <a:pt x="1026" y="11509"/>
                      </a:lnTo>
                      <a:lnTo>
                        <a:pt x="1068" y="11530"/>
                      </a:lnTo>
                      <a:lnTo>
                        <a:pt x="1047" y="11571"/>
                      </a:lnTo>
                      <a:lnTo>
                        <a:pt x="1047" y="11613"/>
                      </a:lnTo>
                      <a:lnTo>
                        <a:pt x="1152" y="11718"/>
                      </a:lnTo>
                      <a:lnTo>
                        <a:pt x="1172" y="11843"/>
                      </a:lnTo>
                      <a:lnTo>
                        <a:pt x="1152" y="11990"/>
                      </a:lnTo>
                      <a:lnTo>
                        <a:pt x="1131" y="12094"/>
                      </a:lnTo>
                      <a:lnTo>
                        <a:pt x="1089" y="12136"/>
                      </a:lnTo>
                      <a:lnTo>
                        <a:pt x="1131" y="12199"/>
                      </a:lnTo>
                      <a:lnTo>
                        <a:pt x="1172" y="12262"/>
                      </a:lnTo>
                      <a:lnTo>
                        <a:pt x="1382" y="12262"/>
                      </a:lnTo>
                      <a:lnTo>
                        <a:pt x="1486" y="12283"/>
                      </a:lnTo>
                      <a:lnTo>
                        <a:pt x="1591" y="12346"/>
                      </a:lnTo>
                      <a:lnTo>
                        <a:pt x="1675" y="12366"/>
                      </a:lnTo>
                      <a:lnTo>
                        <a:pt x="1821" y="12366"/>
                      </a:lnTo>
                      <a:lnTo>
                        <a:pt x="1884" y="12450"/>
                      </a:lnTo>
                      <a:lnTo>
                        <a:pt x="1884" y="12555"/>
                      </a:lnTo>
                      <a:lnTo>
                        <a:pt x="2030" y="12618"/>
                      </a:lnTo>
                      <a:lnTo>
                        <a:pt x="2135" y="12618"/>
                      </a:lnTo>
                      <a:lnTo>
                        <a:pt x="2281" y="12680"/>
                      </a:lnTo>
                      <a:lnTo>
                        <a:pt x="2302" y="12722"/>
                      </a:lnTo>
                      <a:lnTo>
                        <a:pt x="2302" y="12827"/>
                      </a:lnTo>
                      <a:lnTo>
                        <a:pt x="2344" y="12869"/>
                      </a:lnTo>
                      <a:lnTo>
                        <a:pt x="2407" y="12827"/>
                      </a:lnTo>
                      <a:lnTo>
                        <a:pt x="2470" y="12827"/>
                      </a:lnTo>
                      <a:lnTo>
                        <a:pt x="2616" y="12973"/>
                      </a:lnTo>
                      <a:lnTo>
                        <a:pt x="2805" y="13245"/>
                      </a:lnTo>
                      <a:lnTo>
                        <a:pt x="2825" y="13434"/>
                      </a:lnTo>
                      <a:lnTo>
                        <a:pt x="2805" y="13559"/>
                      </a:lnTo>
                      <a:lnTo>
                        <a:pt x="2805" y="13664"/>
                      </a:lnTo>
                      <a:lnTo>
                        <a:pt x="4185" y="13643"/>
                      </a:lnTo>
                      <a:lnTo>
                        <a:pt x="4206" y="13706"/>
                      </a:lnTo>
                      <a:lnTo>
                        <a:pt x="4206" y="13747"/>
                      </a:lnTo>
                      <a:lnTo>
                        <a:pt x="6131" y="14647"/>
                      </a:lnTo>
                      <a:lnTo>
                        <a:pt x="7784" y="14689"/>
                      </a:lnTo>
                      <a:lnTo>
                        <a:pt x="7826" y="14480"/>
                      </a:lnTo>
                      <a:lnTo>
                        <a:pt x="8747" y="14501"/>
                      </a:lnTo>
                      <a:lnTo>
                        <a:pt x="8872" y="14584"/>
                      </a:lnTo>
                      <a:lnTo>
                        <a:pt x="8935" y="14710"/>
                      </a:lnTo>
                      <a:lnTo>
                        <a:pt x="8998" y="14773"/>
                      </a:lnTo>
                      <a:lnTo>
                        <a:pt x="9019" y="14815"/>
                      </a:lnTo>
                      <a:lnTo>
                        <a:pt x="9082" y="14815"/>
                      </a:lnTo>
                      <a:lnTo>
                        <a:pt x="9123" y="14898"/>
                      </a:lnTo>
                      <a:lnTo>
                        <a:pt x="9103" y="14961"/>
                      </a:lnTo>
                      <a:lnTo>
                        <a:pt x="9207" y="14982"/>
                      </a:lnTo>
                      <a:lnTo>
                        <a:pt x="9270" y="15066"/>
                      </a:lnTo>
                      <a:lnTo>
                        <a:pt x="9270" y="15107"/>
                      </a:lnTo>
                      <a:lnTo>
                        <a:pt x="9228" y="15170"/>
                      </a:lnTo>
                      <a:lnTo>
                        <a:pt x="9312" y="15191"/>
                      </a:lnTo>
                      <a:lnTo>
                        <a:pt x="9395" y="15233"/>
                      </a:lnTo>
                      <a:lnTo>
                        <a:pt x="9437" y="15317"/>
                      </a:lnTo>
                      <a:lnTo>
                        <a:pt x="9458" y="15442"/>
                      </a:lnTo>
                      <a:lnTo>
                        <a:pt x="9500" y="15484"/>
                      </a:lnTo>
                      <a:lnTo>
                        <a:pt x="9521" y="15505"/>
                      </a:lnTo>
                      <a:lnTo>
                        <a:pt x="9542" y="15526"/>
                      </a:lnTo>
                      <a:lnTo>
                        <a:pt x="9626" y="15610"/>
                      </a:lnTo>
                      <a:lnTo>
                        <a:pt x="9626" y="15693"/>
                      </a:lnTo>
                      <a:lnTo>
                        <a:pt x="9605" y="15714"/>
                      </a:lnTo>
                      <a:lnTo>
                        <a:pt x="9521" y="15735"/>
                      </a:lnTo>
                      <a:lnTo>
                        <a:pt x="9521" y="15756"/>
                      </a:lnTo>
                      <a:lnTo>
                        <a:pt x="9626" y="15903"/>
                      </a:lnTo>
                      <a:lnTo>
                        <a:pt x="9709" y="15965"/>
                      </a:lnTo>
                      <a:lnTo>
                        <a:pt x="9730" y="16070"/>
                      </a:lnTo>
                      <a:lnTo>
                        <a:pt x="9730" y="16112"/>
                      </a:lnTo>
                      <a:lnTo>
                        <a:pt x="9751" y="16112"/>
                      </a:lnTo>
                      <a:lnTo>
                        <a:pt x="9793" y="16133"/>
                      </a:lnTo>
                      <a:lnTo>
                        <a:pt x="9835" y="16133"/>
                      </a:lnTo>
                      <a:lnTo>
                        <a:pt x="9877" y="16154"/>
                      </a:lnTo>
                      <a:lnTo>
                        <a:pt x="9919" y="16216"/>
                      </a:lnTo>
                      <a:lnTo>
                        <a:pt x="9919" y="16237"/>
                      </a:lnTo>
                      <a:lnTo>
                        <a:pt x="9960" y="16279"/>
                      </a:lnTo>
                      <a:lnTo>
                        <a:pt x="10023" y="16279"/>
                      </a:lnTo>
                      <a:lnTo>
                        <a:pt x="10149" y="16342"/>
                      </a:lnTo>
                      <a:lnTo>
                        <a:pt x="10170" y="16384"/>
                      </a:lnTo>
                      <a:lnTo>
                        <a:pt x="10253" y="16426"/>
                      </a:lnTo>
                      <a:lnTo>
                        <a:pt x="10379" y="16467"/>
                      </a:lnTo>
                      <a:lnTo>
                        <a:pt x="10400" y="16530"/>
                      </a:lnTo>
                      <a:lnTo>
                        <a:pt x="10463" y="16530"/>
                      </a:lnTo>
                      <a:lnTo>
                        <a:pt x="10504" y="16488"/>
                      </a:lnTo>
                      <a:lnTo>
                        <a:pt x="10504" y="16467"/>
                      </a:lnTo>
                      <a:lnTo>
                        <a:pt x="10609" y="16384"/>
                      </a:lnTo>
                      <a:lnTo>
                        <a:pt x="10672" y="16384"/>
                      </a:lnTo>
                      <a:lnTo>
                        <a:pt x="10672" y="16342"/>
                      </a:lnTo>
                      <a:lnTo>
                        <a:pt x="10672" y="16321"/>
                      </a:lnTo>
                      <a:lnTo>
                        <a:pt x="10714" y="16237"/>
                      </a:lnTo>
                      <a:lnTo>
                        <a:pt x="10797" y="16070"/>
                      </a:lnTo>
                      <a:lnTo>
                        <a:pt x="10839" y="16028"/>
                      </a:lnTo>
                      <a:lnTo>
                        <a:pt x="10923" y="16007"/>
                      </a:lnTo>
                      <a:lnTo>
                        <a:pt x="10965" y="16007"/>
                      </a:lnTo>
                      <a:lnTo>
                        <a:pt x="10986" y="16028"/>
                      </a:lnTo>
                      <a:lnTo>
                        <a:pt x="11027" y="16028"/>
                      </a:lnTo>
                      <a:lnTo>
                        <a:pt x="11069" y="15944"/>
                      </a:lnTo>
                      <a:lnTo>
                        <a:pt x="11174" y="15944"/>
                      </a:lnTo>
                      <a:lnTo>
                        <a:pt x="11279" y="15965"/>
                      </a:lnTo>
                      <a:lnTo>
                        <a:pt x="11383" y="15944"/>
                      </a:lnTo>
                      <a:lnTo>
                        <a:pt x="11404" y="15965"/>
                      </a:lnTo>
                      <a:lnTo>
                        <a:pt x="11425" y="16007"/>
                      </a:lnTo>
                      <a:lnTo>
                        <a:pt x="11509" y="16007"/>
                      </a:lnTo>
                      <a:lnTo>
                        <a:pt x="11592" y="16028"/>
                      </a:lnTo>
                      <a:lnTo>
                        <a:pt x="11634" y="16133"/>
                      </a:lnTo>
                      <a:lnTo>
                        <a:pt x="11739" y="16216"/>
                      </a:lnTo>
                      <a:lnTo>
                        <a:pt x="11844" y="16363"/>
                      </a:lnTo>
                      <a:lnTo>
                        <a:pt x="11864" y="16467"/>
                      </a:lnTo>
                      <a:lnTo>
                        <a:pt x="11927" y="16530"/>
                      </a:lnTo>
                      <a:lnTo>
                        <a:pt x="11927" y="16593"/>
                      </a:lnTo>
                      <a:lnTo>
                        <a:pt x="11927" y="16760"/>
                      </a:lnTo>
                      <a:lnTo>
                        <a:pt x="12011" y="16781"/>
                      </a:lnTo>
                      <a:lnTo>
                        <a:pt x="12032" y="16865"/>
                      </a:lnTo>
                      <a:lnTo>
                        <a:pt x="12116" y="17074"/>
                      </a:lnTo>
                      <a:lnTo>
                        <a:pt x="12157" y="17095"/>
                      </a:lnTo>
                      <a:lnTo>
                        <a:pt x="12178" y="17179"/>
                      </a:lnTo>
                      <a:lnTo>
                        <a:pt x="12262" y="17221"/>
                      </a:lnTo>
                      <a:lnTo>
                        <a:pt x="12283" y="17325"/>
                      </a:lnTo>
                      <a:lnTo>
                        <a:pt x="12346" y="17430"/>
                      </a:lnTo>
                      <a:lnTo>
                        <a:pt x="12450" y="17514"/>
                      </a:lnTo>
                      <a:lnTo>
                        <a:pt x="12429" y="17618"/>
                      </a:lnTo>
                      <a:lnTo>
                        <a:pt x="12429" y="17723"/>
                      </a:lnTo>
                      <a:lnTo>
                        <a:pt x="12429" y="17786"/>
                      </a:lnTo>
                      <a:lnTo>
                        <a:pt x="12429" y="17807"/>
                      </a:lnTo>
                      <a:lnTo>
                        <a:pt x="12555" y="18141"/>
                      </a:lnTo>
                      <a:lnTo>
                        <a:pt x="12534" y="18309"/>
                      </a:lnTo>
                      <a:lnTo>
                        <a:pt x="12576" y="18351"/>
                      </a:lnTo>
                      <a:lnTo>
                        <a:pt x="12597" y="18351"/>
                      </a:lnTo>
                      <a:lnTo>
                        <a:pt x="12660" y="18372"/>
                      </a:lnTo>
                      <a:lnTo>
                        <a:pt x="12743" y="18372"/>
                      </a:lnTo>
                      <a:lnTo>
                        <a:pt x="12806" y="18413"/>
                      </a:lnTo>
                      <a:lnTo>
                        <a:pt x="12911" y="18518"/>
                      </a:lnTo>
                      <a:lnTo>
                        <a:pt x="13099" y="18560"/>
                      </a:lnTo>
                      <a:lnTo>
                        <a:pt x="13204" y="18644"/>
                      </a:lnTo>
                      <a:lnTo>
                        <a:pt x="13308" y="18644"/>
                      </a:lnTo>
                      <a:lnTo>
                        <a:pt x="13329" y="18727"/>
                      </a:lnTo>
                      <a:lnTo>
                        <a:pt x="13392" y="18748"/>
                      </a:lnTo>
                      <a:lnTo>
                        <a:pt x="13476" y="18581"/>
                      </a:lnTo>
                      <a:lnTo>
                        <a:pt x="13496" y="18455"/>
                      </a:lnTo>
                      <a:lnTo>
                        <a:pt x="13476" y="18372"/>
                      </a:lnTo>
                      <a:lnTo>
                        <a:pt x="13476" y="18120"/>
                      </a:lnTo>
                      <a:lnTo>
                        <a:pt x="13413" y="18037"/>
                      </a:lnTo>
                      <a:lnTo>
                        <a:pt x="13496" y="17911"/>
                      </a:lnTo>
                      <a:lnTo>
                        <a:pt x="13538" y="17723"/>
                      </a:lnTo>
                      <a:lnTo>
                        <a:pt x="13622" y="17618"/>
                      </a:lnTo>
                      <a:lnTo>
                        <a:pt x="13580" y="17409"/>
                      </a:lnTo>
                      <a:lnTo>
                        <a:pt x="13685" y="17367"/>
                      </a:lnTo>
                      <a:lnTo>
                        <a:pt x="13789" y="17284"/>
                      </a:lnTo>
                      <a:lnTo>
                        <a:pt x="13727" y="17200"/>
                      </a:lnTo>
                      <a:lnTo>
                        <a:pt x="13831" y="17074"/>
                      </a:lnTo>
                      <a:lnTo>
                        <a:pt x="13894" y="17095"/>
                      </a:lnTo>
                      <a:lnTo>
                        <a:pt x="13999" y="17053"/>
                      </a:lnTo>
                      <a:lnTo>
                        <a:pt x="13957" y="16907"/>
                      </a:lnTo>
                      <a:lnTo>
                        <a:pt x="13957" y="16907"/>
                      </a:lnTo>
                      <a:lnTo>
                        <a:pt x="14040" y="16970"/>
                      </a:lnTo>
                      <a:lnTo>
                        <a:pt x="14145" y="16907"/>
                      </a:lnTo>
                      <a:lnTo>
                        <a:pt x="14103" y="16865"/>
                      </a:lnTo>
                      <a:lnTo>
                        <a:pt x="14208" y="16781"/>
                      </a:lnTo>
                      <a:lnTo>
                        <a:pt x="14250" y="16802"/>
                      </a:lnTo>
                      <a:lnTo>
                        <a:pt x="14312" y="16781"/>
                      </a:lnTo>
                      <a:lnTo>
                        <a:pt x="14375" y="16865"/>
                      </a:lnTo>
                      <a:lnTo>
                        <a:pt x="14271" y="16949"/>
                      </a:lnTo>
                      <a:lnTo>
                        <a:pt x="14354" y="16949"/>
                      </a:lnTo>
                      <a:lnTo>
                        <a:pt x="14459" y="16844"/>
                      </a:lnTo>
                      <a:lnTo>
                        <a:pt x="14543" y="16844"/>
                      </a:lnTo>
                      <a:lnTo>
                        <a:pt x="14794" y="16739"/>
                      </a:lnTo>
                      <a:lnTo>
                        <a:pt x="14982" y="16551"/>
                      </a:lnTo>
                      <a:lnTo>
                        <a:pt x="15066" y="16551"/>
                      </a:lnTo>
                      <a:lnTo>
                        <a:pt x="15108" y="16488"/>
                      </a:lnTo>
                      <a:lnTo>
                        <a:pt x="15087" y="16384"/>
                      </a:lnTo>
                      <a:lnTo>
                        <a:pt x="15108" y="16258"/>
                      </a:lnTo>
                      <a:lnTo>
                        <a:pt x="15045" y="16112"/>
                      </a:lnTo>
                      <a:lnTo>
                        <a:pt x="15087" y="16175"/>
                      </a:lnTo>
                      <a:lnTo>
                        <a:pt x="15170" y="16175"/>
                      </a:lnTo>
                      <a:lnTo>
                        <a:pt x="15275" y="16070"/>
                      </a:lnTo>
                      <a:lnTo>
                        <a:pt x="15275" y="16028"/>
                      </a:lnTo>
                      <a:lnTo>
                        <a:pt x="15317" y="16133"/>
                      </a:lnTo>
                      <a:lnTo>
                        <a:pt x="15254" y="16237"/>
                      </a:lnTo>
                      <a:lnTo>
                        <a:pt x="15275" y="16321"/>
                      </a:lnTo>
                      <a:lnTo>
                        <a:pt x="15275" y="16426"/>
                      </a:lnTo>
                      <a:lnTo>
                        <a:pt x="15401" y="16384"/>
                      </a:lnTo>
                      <a:lnTo>
                        <a:pt x="15484" y="16258"/>
                      </a:lnTo>
                      <a:lnTo>
                        <a:pt x="15568" y="16258"/>
                      </a:lnTo>
                      <a:lnTo>
                        <a:pt x="15631" y="16216"/>
                      </a:lnTo>
                      <a:lnTo>
                        <a:pt x="15840" y="16154"/>
                      </a:lnTo>
                      <a:lnTo>
                        <a:pt x="16007" y="16154"/>
                      </a:lnTo>
                      <a:lnTo>
                        <a:pt x="16258" y="16237"/>
                      </a:lnTo>
                      <a:lnTo>
                        <a:pt x="16321" y="16279"/>
                      </a:lnTo>
                      <a:lnTo>
                        <a:pt x="16635" y="16321"/>
                      </a:lnTo>
                      <a:lnTo>
                        <a:pt x="16740" y="16279"/>
                      </a:lnTo>
                      <a:lnTo>
                        <a:pt x="16740" y="16237"/>
                      </a:lnTo>
                      <a:lnTo>
                        <a:pt x="16740" y="16154"/>
                      </a:lnTo>
                      <a:lnTo>
                        <a:pt x="16844" y="16133"/>
                      </a:lnTo>
                      <a:lnTo>
                        <a:pt x="16928" y="16154"/>
                      </a:lnTo>
                      <a:lnTo>
                        <a:pt x="16865" y="16216"/>
                      </a:lnTo>
                      <a:lnTo>
                        <a:pt x="16928" y="16237"/>
                      </a:lnTo>
                      <a:lnTo>
                        <a:pt x="16991" y="16216"/>
                      </a:lnTo>
                      <a:lnTo>
                        <a:pt x="17053" y="16258"/>
                      </a:lnTo>
                      <a:lnTo>
                        <a:pt x="17053" y="16342"/>
                      </a:lnTo>
                      <a:lnTo>
                        <a:pt x="17074" y="16384"/>
                      </a:lnTo>
                      <a:lnTo>
                        <a:pt x="17200" y="16363"/>
                      </a:lnTo>
                      <a:lnTo>
                        <a:pt x="17242" y="16426"/>
                      </a:lnTo>
                      <a:lnTo>
                        <a:pt x="17158" y="16488"/>
                      </a:lnTo>
                      <a:lnTo>
                        <a:pt x="17095" y="16551"/>
                      </a:lnTo>
                      <a:lnTo>
                        <a:pt x="17179" y="16572"/>
                      </a:lnTo>
                      <a:lnTo>
                        <a:pt x="17263" y="16551"/>
                      </a:lnTo>
                      <a:lnTo>
                        <a:pt x="17346" y="16593"/>
                      </a:lnTo>
                      <a:lnTo>
                        <a:pt x="17493" y="16656"/>
                      </a:lnTo>
                      <a:lnTo>
                        <a:pt x="17556" y="16572"/>
                      </a:lnTo>
                      <a:lnTo>
                        <a:pt x="17618" y="16530"/>
                      </a:lnTo>
                      <a:lnTo>
                        <a:pt x="17723" y="16593"/>
                      </a:lnTo>
                      <a:lnTo>
                        <a:pt x="17786" y="16656"/>
                      </a:lnTo>
                      <a:lnTo>
                        <a:pt x="17870" y="16635"/>
                      </a:lnTo>
                      <a:lnTo>
                        <a:pt x="17870" y="16467"/>
                      </a:lnTo>
                      <a:lnTo>
                        <a:pt x="17807" y="16363"/>
                      </a:lnTo>
                      <a:lnTo>
                        <a:pt x="17911" y="16363"/>
                      </a:lnTo>
                      <a:lnTo>
                        <a:pt x="18016" y="16488"/>
                      </a:lnTo>
                      <a:lnTo>
                        <a:pt x="18100" y="16530"/>
                      </a:lnTo>
                      <a:lnTo>
                        <a:pt x="18142" y="16593"/>
                      </a:lnTo>
                      <a:lnTo>
                        <a:pt x="18204" y="16593"/>
                      </a:lnTo>
                      <a:lnTo>
                        <a:pt x="18288" y="16635"/>
                      </a:lnTo>
                      <a:lnTo>
                        <a:pt x="18288" y="16760"/>
                      </a:lnTo>
                      <a:lnTo>
                        <a:pt x="18309" y="16677"/>
                      </a:lnTo>
                      <a:lnTo>
                        <a:pt x="18414" y="16656"/>
                      </a:lnTo>
                      <a:lnTo>
                        <a:pt x="18414" y="16635"/>
                      </a:lnTo>
                      <a:lnTo>
                        <a:pt x="18288" y="16530"/>
                      </a:lnTo>
                      <a:lnTo>
                        <a:pt x="18100" y="16447"/>
                      </a:lnTo>
                      <a:lnTo>
                        <a:pt x="18037" y="16363"/>
                      </a:lnTo>
                      <a:lnTo>
                        <a:pt x="18037" y="16258"/>
                      </a:lnTo>
                      <a:lnTo>
                        <a:pt x="18225" y="16175"/>
                      </a:lnTo>
                      <a:lnTo>
                        <a:pt x="18288" y="16154"/>
                      </a:lnTo>
                      <a:lnTo>
                        <a:pt x="18183" y="16112"/>
                      </a:lnTo>
                      <a:lnTo>
                        <a:pt x="18121" y="16049"/>
                      </a:lnTo>
                      <a:lnTo>
                        <a:pt x="18100" y="16049"/>
                      </a:lnTo>
                      <a:lnTo>
                        <a:pt x="18016" y="16112"/>
                      </a:lnTo>
                      <a:lnTo>
                        <a:pt x="17932" y="16154"/>
                      </a:lnTo>
                      <a:lnTo>
                        <a:pt x="17932" y="16070"/>
                      </a:lnTo>
                      <a:lnTo>
                        <a:pt x="18037" y="15944"/>
                      </a:lnTo>
                      <a:lnTo>
                        <a:pt x="18246" y="15861"/>
                      </a:lnTo>
                      <a:lnTo>
                        <a:pt x="18330" y="15798"/>
                      </a:lnTo>
                      <a:lnTo>
                        <a:pt x="18665" y="15735"/>
                      </a:lnTo>
                      <a:lnTo>
                        <a:pt x="18811" y="15756"/>
                      </a:lnTo>
                      <a:lnTo>
                        <a:pt x="18874" y="15735"/>
                      </a:lnTo>
                      <a:lnTo>
                        <a:pt x="18958" y="15735"/>
                      </a:lnTo>
                      <a:lnTo>
                        <a:pt x="19020" y="15651"/>
                      </a:lnTo>
                      <a:lnTo>
                        <a:pt x="19062" y="15547"/>
                      </a:lnTo>
                      <a:lnTo>
                        <a:pt x="19146" y="15547"/>
                      </a:lnTo>
                      <a:lnTo>
                        <a:pt x="19125" y="15631"/>
                      </a:lnTo>
                      <a:lnTo>
                        <a:pt x="19125" y="15714"/>
                      </a:lnTo>
                      <a:lnTo>
                        <a:pt x="19250" y="15819"/>
                      </a:lnTo>
                      <a:lnTo>
                        <a:pt x="19334" y="15756"/>
                      </a:lnTo>
                      <a:lnTo>
                        <a:pt x="19481" y="15756"/>
                      </a:lnTo>
                      <a:lnTo>
                        <a:pt x="19585" y="15735"/>
                      </a:lnTo>
                      <a:lnTo>
                        <a:pt x="19648" y="15798"/>
                      </a:lnTo>
                      <a:lnTo>
                        <a:pt x="19815" y="15756"/>
                      </a:lnTo>
                      <a:lnTo>
                        <a:pt x="19878" y="15798"/>
                      </a:lnTo>
                      <a:lnTo>
                        <a:pt x="20004" y="15714"/>
                      </a:lnTo>
                      <a:lnTo>
                        <a:pt x="20108" y="15714"/>
                      </a:lnTo>
                      <a:lnTo>
                        <a:pt x="20129" y="15735"/>
                      </a:lnTo>
                      <a:lnTo>
                        <a:pt x="20087" y="15756"/>
                      </a:lnTo>
                      <a:lnTo>
                        <a:pt x="19962" y="15756"/>
                      </a:lnTo>
                      <a:lnTo>
                        <a:pt x="19920" y="15798"/>
                      </a:lnTo>
                      <a:lnTo>
                        <a:pt x="20087" y="15819"/>
                      </a:lnTo>
                      <a:lnTo>
                        <a:pt x="20213" y="15819"/>
                      </a:lnTo>
                      <a:lnTo>
                        <a:pt x="20318" y="15903"/>
                      </a:lnTo>
                      <a:lnTo>
                        <a:pt x="20401" y="15944"/>
                      </a:lnTo>
                      <a:lnTo>
                        <a:pt x="20338" y="15861"/>
                      </a:lnTo>
                      <a:lnTo>
                        <a:pt x="20338" y="15819"/>
                      </a:lnTo>
                      <a:lnTo>
                        <a:pt x="20401" y="15819"/>
                      </a:lnTo>
                      <a:lnTo>
                        <a:pt x="20422" y="15861"/>
                      </a:lnTo>
                      <a:lnTo>
                        <a:pt x="20527" y="15944"/>
                      </a:lnTo>
                      <a:lnTo>
                        <a:pt x="20506" y="16007"/>
                      </a:lnTo>
                      <a:lnTo>
                        <a:pt x="20443" y="15944"/>
                      </a:lnTo>
                      <a:lnTo>
                        <a:pt x="20422" y="15965"/>
                      </a:lnTo>
                      <a:lnTo>
                        <a:pt x="20548" y="16049"/>
                      </a:lnTo>
                      <a:lnTo>
                        <a:pt x="20610" y="16133"/>
                      </a:lnTo>
                      <a:lnTo>
                        <a:pt x="20652" y="16175"/>
                      </a:lnTo>
                      <a:lnTo>
                        <a:pt x="20631" y="16216"/>
                      </a:lnTo>
                      <a:lnTo>
                        <a:pt x="20610" y="16154"/>
                      </a:lnTo>
                      <a:lnTo>
                        <a:pt x="20590" y="16216"/>
                      </a:lnTo>
                      <a:lnTo>
                        <a:pt x="20610" y="16258"/>
                      </a:lnTo>
                      <a:lnTo>
                        <a:pt x="20799" y="16237"/>
                      </a:lnTo>
                      <a:lnTo>
                        <a:pt x="20903" y="16216"/>
                      </a:lnTo>
                      <a:lnTo>
                        <a:pt x="21029" y="16070"/>
                      </a:lnTo>
                      <a:lnTo>
                        <a:pt x="21113" y="16070"/>
                      </a:lnTo>
                      <a:lnTo>
                        <a:pt x="21113" y="16049"/>
                      </a:lnTo>
                      <a:lnTo>
                        <a:pt x="21175" y="15965"/>
                      </a:lnTo>
                      <a:lnTo>
                        <a:pt x="21280" y="15965"/>
                      </a:lnTo>
                      <a:lnTo>
                        <a:pt x="21364" y="16007"/>
                      </a:lnTo>
                      <a:lnTo>
                        <a:pt x="21489" y="16049"/>
                      </a:lnTo>
                      <a:lnTo>
                        <a:pt x="21552" y="16258"/>
                      </a:lnTo>
                      <a:lnTo>
                        <a:pt x="21636" y="16321"/>
                      </a:lnTo>
                      <a:lnTo>
                        <a:pt x="21657" y="16321"/>
                      </a:lnTo>
                      <a:lnTo>
                        <a:pt x="21678" y="16447"/>
                      </a:lnTo>
                      <a:lnTo>
                        <a:pt x="21761" y="16488"/>
                      </a:lnTo>
                      <a:lnTo>
                        <a:pt x="21803" y="16488"/>
                      </a:lnTo>
                      <a:lnTo>
                        <a:pt x="21803" y="16551"/>
                      </a:lnTo>
                      <a:lnTo>
                        <a:pt x="21866" y="16635"/>
                      </a:lnTo>
                      <a:lnTo>
                        <a:pt x="21950" y="16656"/>
                      </a:lnTo>
                      <a:lnTo>
                        <a:pt x="22012" y="16781"/>
                      </a:lnTo>
                      <a:lnTo>
                        <a:pt x="21991" y="16907"/>
                      </a:lnTo>
                      <a:lnTo>
                        <a:pt x="21908" y="17179"/>
                      </a:lnTo>
                      <a:lnTo>
                        <a:pt x="21803" y="17409"/>
                      </a:lnTo>
                      <a:lnTo>
                        <a:pt x="21803" y="17493"/>
                      </a:lnTo>
                      <a:lnTo>
                        <a:pt x="21887" y="17597"/>
                      </a:lnTo>
                      <a:lnTo>
                        <a:pt x="21908" y="17576"/>
                      </a:lnTo>
                      <a:lnTo>
                        <a:pt x="21971" y="17493"/>
                      </a:lnTo>
                      <a:lnTo>
                        <a:pt x="21971" y="17430"/>
                      </a:lnTo>
                      <a:lnTo>
                        <a:pt x="21991" y="17388"/>
                      </a:lnTo>
                      <a:lnTo>
                        <a:pt x="22075" y="17430"/>
                      </a:lnTo>
                      <a:lnTo>
                        <a:pt x="22096" y="17535"/>
                      </a:lnTo>
                      <a:lnTo>
                        <a:pt x="21950" y="17744"/>
                      </a:lnTo>
                      <a:lnTo>
                        <a:pt x="21971" y="17807"/>
                      </a:lnTo>
                      <a:lnTo>
                        <a:pt x="21991" y="17911"/>
                      </a:lnTo>
                      <a:lnTo>
                        <a:pt x="22054" y="18016"/>
                      </a:lnTo>
                      <a:lnTo>
                        <a:pt x="22075" y="18058"/>
                      </a:lnTo>
                      <a:lnTo>
                        <a:pt x="22117" y="18037"/>
                      </a:lnTo>
                      <a:lnTo>
                        <a:pt x="22159" y="18141"/>
                      </a:lnTo>
                      <a:lnTo>
                        <a:pt x="22201" y="18100"/>
                      </a:lnTo>
                      <a:lnTo>
                        <a:pt x="22201" y="18058"/>
                      </a:lnTo>
                      <a:lnTo>
                        <a:pt x="22222" y="18100"/>
                      </a:lnTo>
                      <a:lnTo>
                        <a:pt x="22368" y="18058"/>
                      </a:lnTo>
                      <a:lnTo>
                        <a:pt x="22368" y="18058"/>
                      </a:lnTo>
                      <a:lnTo>
                        <a:pt x="22263" y="18141"/>
                      </a:lnTo>
                      <a:lnTo>
                        <a:pt x="22222" y="18246"/>
                      </a:lnTo>
                      <a:lnTo>
                        <a:pt x="22201" y="18309"/>
                      </a:lnTo>
                      <a:lnTo>
                        <a:pt x="22201" y="18351"/>
                      </a:lnTo>
                      <a:lnTo>
                        <a:pt x="22368" y="18455"/>
                      </a:lnTo>
                      <a:lnTo>
                        <a:pt x="22368" y="18581"/>
                      </a:lnTo>
                      <a:lnTo>
                        <a:pt x="22368" y="18748"/>
                      </a:lnTo>
                      <a:lnTo>
                        <a:pt x="22410" y="18769"/>
                      </a:lnTo>
                      <a:lnTo>
                        <a:pt x="22494" y="18769"/>
                      </a:lnTo>
                      <a:lnTo>
                        <a:pt x="22535" y="18853"/>
                      </a:lnTo>
                      <a:lnTo>
                        <a:pt x="22515" y="18957"/>
                      </a:lnTo>
                      <a:lnTo>
                        <a:pt x="22682" y="19062"/>
                      </a:lnTo>
                      <a:lnTo>
                        <a:pt x="22598" y="19083"/>
                      </a:lnTo>
                      <a:lnTo>
                        <a:pt x="22724" y="19146"/>
                      </a:lnTo>
                      <a:lnTo>
                        <a:pt x="22787" y="19188"/>
                      </a:lnTo>
                      <a:lnTo>
                        <a:pt x="22891" y="19250"/>
                      </a:lnTo>
                      <a:lnTo>
                        <a:pt x="22996" y="19188"/>
                      </a:lnTo>
                      <a:lnTo>
                        <a:pt x="23100" y="19167"/>
                      </a:lnTo>
                      <a:lnTo>
                        <a:pt x="23100" y="18999"/>
                      </a:lnTo>
                      <a:lnTo>
                        <a:pt x="23163" y="18895"/>
                      </a:lnTo>
                      <a:lnTo>
                        <a:pt x="23226" y="18769"/>
                      </a:lnTo>
                      <a:lnTo>
                        <a:pt x="23331" y="18560"/>
                      </a:lnTo>
                      <a:lnTo>
                        <a:pt x="23310" y="18455"/>
                      </a:lnTo>
                      <a:lnTo>
                        <a:pt x="23351" y="18413"/>
                      </a:lnTo>
                      <a:lnTo>
                        <a:pt x="23351" y="18225"/>
                      </a:lnTo>
                      <a:lnTo>
                        <a:pt x="23331" y="18162"/>
                      </a:lnTo>
                      <a:lnTo>
                        <a:pt x="23414" y="18120"/>
                      </a:lnTo>
                      <a:lnTo>
                        <a:pt x="23351" y="17932"/>
                      </a:lnTo>
                      <a:lnTo>
                        <a:pt x="23247" y="17848"/>
                      </a:lnTo>
                      <a:lnTo>
                        <a:pt x="23205" y="17493"/>
                      </a:lnTo>
                      <a:lnTo>
                        <a:pt x="23142" y="17430"/>
                      </a:lnTo>
                      <a:lnTo>
                        <a:pt x="23163" y="17263"/>
                      </a:lnTo>
                      <a:lnTo>
                        <a:pt x="23205" y="17116"/>
                      </a:lnTo>
                      <a:lnTo>
                        <a:pt x="23163" y="17011"/>
                      </a:lnTo>
                      <a:lnTo>
                        <a:pt x="23100" y="16907"/>
                      </a:lnTo>
                      <a:lnTo>
                        <a:pt x="23038" y="16656"/>
                      </a:lnTo>
                      <a:lnTo>
                        <a:pt x="22996" y="16551"/>
                      </a:lnTo>
                      <a:lnTo>
                        <a:pt x="22954" y="16279"/>
                      </a:lnTo>
                      <a:lnTo>
                        <a:pt x="22912" y="16133"/>
                      </a:lnTo>
                      <a:lnTo>
                        <a:pt x="22933" y="15903"/>
                      </a:lnTo>
                      <a:lnTo>
                        <a:pt x="22912" y="15714"/>
                      </a:lnTo>
                      <a:lnTo>
                        <a:pt x="22933" y="15379"/>
                      </a:lnTo>
                      <a:lnTo>
                        <a:pt x="22933" y="15170"/>
                      </a:lnTo>
                      <a:lnTo>
                        <a:pt x="23038" y="15003"/>
                      </a:lnTo>
                      <a:lnTo>
                        <a:pt x="23121" y="14856"/>
                      </a:lnTo>
                      <a:lnTo>
                        <a:pt x="23226" y="14815"/>
                      </a:lnTo>
                      <a:lnTo>
                        <a:pt x="23268" y="14752"/>
                      </a:lnTo>
                      <a:lnTo>
                        <a:pt x="23331" y="14752"/>
                      </a:lnTo>
                      <a:lnTo>
                        <a:pt x="23414" y="14605"/>
                      </a:lnTo>
                      <a:lnTo>
                        <a:pt x="23414" y="14543"/>
                      </a:lnTo>
                      <a:lnTo>
                        <a:pt x="23372" y="14501"/>
                      </a:lnTo>
                      <a:lnTo>
                        <a:pt x="23414" y="14480"/>
                      </a:lnTo>
                      <a:lnTo>
                        <a:pt x="23540" y="14480"/>
                      </a:lnTo>
                      <a:lnTo>
                        <a:pt x="23561" y="14396"/>
                      </a:lnTo>
                      <a:lnTo>
                        <a:pt x="23665" y="14396"/>
                      </a:lnTo>
                      <a:lnTo>
                        <a:pt x="23686" y="14354"/>
                      </a:lnTo>
                      <a:lnTo>
                        <a:pt x="23875" y="14333"/>
                      </a:lnTo>
                      <a:lnTo>
                        <a:pt x="23937" y="14250"/>
                      </a:lnTo>
                      <a:lnTo>
                        <a:pt x="24063" y="14250"/>
                      </a:lnTo>
                      <a:lnTo>
                        <a:pt x="24084" y="14187"/>
                      </a:lnTo>
                      <a:lnTo>
                        <a:pt x="24168" y="14187"/>
                      </a:lnTo>
                      <a:lnTo>
                        <a:pt x="24209" y="14229"/>
                      </a:lnTo>
                      <a:lnTo>
                        <a:pt x="24314" y="14082"/>
                      </a:lnTo>
                      <a:lnTo>
                        <a:pt x="24314" y="14040"/>
                      </a:lnTo>
                      <a:lnTo>
                        <a:pt x="24377" y="14040"/>
                      </a:lnTo>
                      <a:lnTo>
                        <a:pt x="24481" y="13957"/>
                      </a:lnTo>
                      <a:lnTo>
                        <a:pt x="24481" y="13873"/>
                      </a:lnTo>
                      <a:lnTo>
                        <a:pt x="24691" y="13601"/>
                      </a:lnTo>
                      <a:lnTo>
                        <a:pt x="24795" y="13496"/>
                      </a:lnTo>
                      <a:lnTo>
                        <a:pt x="24984" y="13496"/>
                      </a:lnTo>
                      <a:lnTo>
                        <a:pt x="25025" y="13517"/>
                      </a:lnTo>
                      <a:lnTo>
                        <a:pt x="25088" y="13517"/>
                      </a:lnTo>
                      <a:lnTo>
                        <a:pt x="25193" y="13329"/>
                      </a:lnTo>
                      <a:lnTo>
                        <a:pt x="25465" y="13099"/>
                      </a:lnTo>
                      <a:lnTo>
                        <a:pt x="25737" y="12931"/>
                      </a:lnTo>
                      <a:lnTo>
                        <a:pt x="25862" y="12910"/>
                      </a:lnTo>
                      <a:lnTo>
                        <a:pt x="25925" y="12890"/>
                      </a:lnTo>
                      <a:lnTo>
                        <a:pt x="25988" y="12890"/>
                      </a:lnTo>
                      <a:lnTo>
                        <a:pt x="25988" y="12910"/>
                      </a:lnTo>
                      <a:lnTo>
                        <a:pt x="26092" y="12910"/>
                      </a:lnTo>
                      <a:lnTo>
                        <a:pt x="26197" y="12785"/>
                      </a:lnTo>
                      <a:lnTo>
                        <a:pt x="26155" y="12785"/>
                      </a:lnTo>
                      <a:lnTo>
                        <a:pt x="26134" y="12722"/>
                      </a:lnTo>
                      <a:lnTo>
                        <a:pt x="26030" y="12827"/>
                      </a:lnTo>
                      <a:lnTo>
                        <a:pt x="25883" y="12806"/>
                      </a:lnTo>
                      <a:lnTo>
                        <a:pt x="25820" y="12722"/>
                      </a:lnTo>
                      <a:lnTo>
                        <a:pt x="25925" y="12785"/>
                      </a:lnTo>
                      <a:lnTo>
                        <a:pt x="26051" y="12701"/>
                      </a:lnTo>
                      <a:lnTo>
                        <a:pt x="26030" y="12680"/>
                      </a:lnTo>
                      <a:lnTo>
                        <a:pt x="26092" y="12618"/>
                      </a:lnTo>
                      <a:lnTo>
                        <a:pt x="26051" y="12555"/>
                      </a:lnTo>
                      <a:lnTo>
                        <a:pt x="25925" y="12513"/>
                      </a:lnTo>
                      <a:lnTo>
                        <a:pt x="25862" y="12471"/>
                      </a:lnTo>
                      <a:lnTo>
                        <a:pt x="25946" y="12471"/>
                      </a:lnTo>
                      <a:lnTo>
                        <a:pt x="26030" y="12492"/>
                      </a:lnTo>
                      <a:lnTo>
                        <a:pt x="26092" y="12471"/>
                      </a:lnTo>
                      <a:lnTo>
                        <a:pt x="26092" y="12387"/>
                      </a:lnTo>
                      <a:lnTo>
                        <a:pt x="26155" y="12513"/>
                      </a:lnTo>
                      <a:lnTo>
                        <a:pt x="26239" y="12492"/>
                      </a:lnTo>
                      <a:lnTo>
                        <a:pt x="26302" y="12555"/>
                      </a:lnTo>
                      <a:lnTo>
                        <a:pt x="26364" y="12513"/>
                      </a:lnTo>
                      <a:lnTo>
                        <a:pt x="26385" y="12408"/>
                      </a:lnTo>
                      <a:lnTo>
                        <a:pt x="26511" y="12304"/>
                      </a:lnTo>
                      <a:lnTo>
                        <a:pt x="26553" y="12304"/>
                      </a:lnTo>
                      <a:lnTo>
                        <a:pt x="26574" y="12199"/>
                      </a:lnTo>
                      <a:lnTo>
                        <a:pt x="26553" y="12094"/>
                      </a:lnTo>
                      <a:lnTo>
                        <a:pt x="26511" y="12094"/>
                      </a:lnTo>
                      <a:lnTo>
                        <a:pt x="26448" y="12241"/>
                      </a:lnTo>
                      <a:lnTo>
                        <a:pt x="26448" y="12283"/>
                      </a:lnTo>
                      <a:lnTo>
                        <a:pt x="26385" y="12262"/>
                      </a:lnTo>
                      <a:lnTo>
                        <a:pt x="26364" y="12094"/>
                      </a:lnTo>
                      <a:lnTo>
                        <a:pt x="26344" y="12074"/>
                      </a:lnTo>
                      <a:lnTo>
                        <a:pt x="26092" y="12094"/>
                      </a:lnTo>
                      <a:lnTo>
                        <a:pt x="25967" y="12157"/>
                      </a:lnTo>
                      <a:lnTo>
                        <a:pt x="25988" y="12074"/>
                      </a:lnTo>
                      <a:lnTo>
                        <a:pt x="25988" y="11927"/>
                      </a:lnTo>
                      <a:lnTo>
                        <a:pt x="26051" y="11885"/>
                      </a:lnTo>
                      <a:lnTo>
                        <a:pt x="26092" y="11990"/>
                      </a:lnTo>
                      <a:lnTo>
                        <a:pt x="26176" y="12032"/>
                      </a:lnTo>
                      <a:lnTo>
                        <a:pt x="26239" y="11969"/>
                      </a:lnTo>
                      <a:lnTo>
                        <a:pt x="26385" y="11948"/>
                      </a:lnTo>
                      <a:lnTo>
                        <a:pt x="26406" y="11885"/>
                      </a:lnTo>
                      <a:lnTo>
                        <a:pt x="26490" y="11885"/>
                      </a:lnTo>
                      <a:lnTo>
                        <a:pt x="26511" y="11843"/>
                      </a:lnTo>
                      <a:lnTo>
                        <a:pt x="26490" y="11718"/>
                      </a:lnTo>
                      <a:lnTo>
                        <a:pt x="26448" y="11655"/>
                      </a:lnTo>
                      <a:lnTo>
                        <a:pt x="26469" y="11613"/>
                      </a:lnTo>
                      <a:lnTo>
                        <a:pt x="26511" y="11634"/>
                      </a:lnTo>
                      <a:lnTo>
                        <a:pt x="26574" y="11530"/>
                      </a:lnTo>
                      <a:lnTo>
                        <a:pt x="26511" y="11425"/>
                      </a:lnTo>
                      <a:lnTo>
                        <a:pt x="26469" y="11362"/>
                      </a:lnTo>
                      <a:lnTo>
                        <a:pt x="26385" y="11404"/>
                      </a:lnTo>
                      <a:lnTo>
                        <a:pt x="26302" y="11362"/>
                      </a:lnTo>
                      <a:lnTo>
                        <a:pt x="26260" y="11237"/>
                      </a:lnTo>
                      <a:lnTo>
                        <a:pt x="26176" y="11237"/>
                      </a:lnTo>
                      <a:lnTo>
                        <a:pt x="26092" y="11195"/>
                      </a:lnTo>
                      <a:lnTo>
                        <a:pt x="26030" y="11111"/>
                      </a:lnTo>
                      <a:lnTo>
                        <a:pt x="26030" y="11111"/>
                      </a:lnTo>
                      <a:lnTo>
                        <a:pt x="26092" y="11153"/>
                      </a:lnTo>
                      <a:lnTo>
                        <a:pt x="26260" y="11153"/>
                      </a:lnTo>
                      <a:lnTo>
                        <a:pt x="26302" y="11257"/>
                      </a:lnTo>
                      <a:lnTo>
                        <a:pt x="26385" y="11299"/>
                      </a:lnTo>
                      <a:lnTo>
                        <a:pt x="26406" y="11216"/>
                      </a:lnTo>
                      <a:lnTo>
                        <a:pt x="26281" y="11090"/>
                      </a:lnTo>
                      <a:lnTo>
                        <a:pt x="26385" y="11111"/>
                      </a:lnTo>
                      <a:lnTo>
                        <a:pt x="26406" y="11048"/>
                      </a:lnTo>
                      <a:lnTo>
                        <a:pt x="26448" y="11027"/>
                      </a:lnTo>
                      <a:lnTo>
                        <a:pt x="26406" y="10944"/>
                      </a:lnTo>
                      <a:lnTo>
                        <a:pt x="26281" y="10881"/>
                      </a:lnTo>
                      <a:lnTo>
                        <a:pt x="26239" y="10713"/>
                      </a:lnTo>
                      <a:lnTo>
                        <a:pt x="26281" y="10734"/>
                      </a:lnTo>
                      <a:lnTo>
                        <a:pt x="26344" y="10839"/>
                      </a:lnTo>
                      <a:lnTo>
                        <a:pt x="26406" y="10839"/>
                      </a:lnTo>
                      <a:lnTo>
                        <a:pt x="26448" y="10734"/>
                      </a:lnTo>
                      <a:lnTo>
                        <a:pt x="26448" y="10630"/>
                      </a:lnTo>
                      <a:lnTo>
                        <a:pt x="26344" y="10588"/>
                      </a:lnTo>
                      <a:lnTo>
                        <a:pt x="26197" y="10421"/>
                      </a:lnTo>
                      <a:lnTo>
                        <a:pt x="26092" y="10379"/>
                      </a:lnTo>
                      <a:lnTo>
                        <a:pt x="26030" y="10274"/>
                      </a:lnTo>
                      <a:lnTo>
                        <a:pt x="25946" y="10253"/>
                      </a:lnTo>
                      <a:lnTo>
                        <a:pt x="25946" y="10149"/>
                      </a:lnTo>
                      <a:lnTo>
                        <a:pt x="26030" y="10044"/>
                      </a:lnTo>
                      <a:lnTo>
                        <a:pt x="25967" y="10149"/>
                      </a:lnTo>
                      <a:lnTo>
                        <a:pt x="25988" y="10190"/>
                      </a:lnTo>
                      <a:lnTo>
                        <a:pt x="26051" y="10211"/>
                      </a:lnTo>
                      <a:lnTo>
                        <a:pt x="26134" y="10316"/>
                      </a:lnTo>
                      <a:lnTo>
                        <a:pt x="26239" y="10358"/>
                      </a:lnTo>
                      <a:lnTo>
                        <a:pt x="26364" y="10504"/>
                      </a:lnTo>
                      <a:lnTo>
                        <a:pt x="26385" y="10504"/>
                      </a:lnTo>
                      <a:lnTo>
                        <a:pt x="26406" y="10274"/>
                      </a:lnTo>
                      <a:lnTo>
                        <a:pt x="26406" y="10169"/>
                      </a:lnTo>
                      <a:lnTo>
                        <a:pt x="26406" y="10086"/>
                      </a:lnTo>
                      <a:lnTo>
                        <a:pt x="26385" y="10044"/>
                      </a:lnTo>
                      <a:lnTo>
                        <a:pt x="26406" y="9856"/>
                      </a:lnTo>
                      <a:lnTo>
                        <a:pt x="26448" y="9793"/>
                      </a:lnTo>
                      <a:lnTo>
                        <a:pt x="26409" y="9728"/>
                      </a:lnTo>
                      <a:lnTo>
                        <a:pt x="26409" y="9728"/>
                      </a:lnTo>
                      <a:lnTo>
                        <a:pt x="26490" y="9667"/>
                      </a:lnTo>
                      <a:lnTo>
                        <a:pt x="26616" y="9563"/>
                      </a:lnTo>
                      <a:lnTo>
                        <a:pt x="26657" y="9458"/>
                      </a:lnTo>
                      <a:lnTo>
                        <a:pt x="26657" y="9437"/>
                      </a:lnTo>
                      <a:lnTo>
                        <a:pt x="26678" y="9458"/>
                      </a:lnTo>
                      <a:lnTo>
                        <a:pt x="26657" y="9584"/>
                      </a:lnTo>
                      <a:lnTo>
                        <a:pt x="26678" y="9625"/>
                      </a:lnTo>
                      <a:lnTo>
                        <a:pt x="26574" y="9667"/>
                      </a:lnTo>
                      <a:lnTo>
                        <a:pt x="26511" y="9793"/>
                      </a:lnTo>
                      <a:lnTo>
                        <a:pt x="26595" y="9960"/>
                      </a:lnTo>
                      <a:lnTo>
                        <a:pt x="26574" y="10107"/>
                      </a:lnTo>
                      <a:lnTo>
                        <a:pt x="26490" y="10253"/>
                      </a:lnTo>
                      <a:lnTo>
                        <a:pt x="26490" y="10358"/>
                      </a:lnTo>
                      <a:lnTo>
                        <a:pt x="26595" y="10462"/>
                      </a:lnTo>
                      <a:lnTo>
                        <a:pt x="26616" y="10400"/>
                      </a:lnTo>
                      <a:lnTo>
                        <a:pt x="26657" y="10462"/>
                      </a:lnTo>
                      <a:lnTo>
                        <a:pt x="26699" y="10462"/>
                      </a:lnTo>
                      <a:lnTo>
                        <a:pt x="26699" y="10483"/>
                      </a:lnTo>
                      <a:lnTo>
                        <a:pt x="26678" y="10525"/>
                      </a:lnTo>
                      <a:lnTo>
                        <a:pt x="26699" y="10609"/>
                      </a:lnTo>
                      <a:lnTo>
                        <a:pt x="26825" y="10609"/>
                      </a:lnTo>
                      <a:lnTo>
                        <a:pt x="26762" y="10672"/>
                      </a:lnTo>
                      <a:lnTo>
                        <a:pt x="26762" y="10693"/>
                      </a:lnTo>
                      <a:lnTo>
                        <a:pt x="26699" y="10797"/>
                      </a:lnTo>
                      <a:lnTo>
                        <a:pt x="26699" y="10881"/>
                      </a:lnTo>
                      <a:lnTo>
                        <a:pt x="26657" y="10985"/>
                      </a:lnTo>
                      <a:lnTo>
                        <a:pt x="26616" y="11111"/>
                      </a:lnTo>
                      <a:lnTo>
                        <a:pt x="26616" y="11216"/>
                      </a:lnTo>
                      <a:lnTo>
                        <a:pt x="26657" y="11153"/>
                      </a:lnTo>
                      <a:lnTo>
                        <a:pt x="26678" y="11111"/>
                      </a:lnTo>
                      <a:lnTo>
                        <a:pt x="26783" y="10902"/>
                      </a:lnTo>
                      <a:lnTo>
                        <a:pt x="26804" y="10944"/>
                      </a:lnTo>
                      <a:lnTo>
                        <a:pt x="26804" y="11006"/>
                      </a:lnTo>
                      <a:lnTo>
                        <a:pt x="26825" y="10944"/>
                      </a:lnTo>
                      <a:lnTo>
                        <a:pt x="26825" y="10881"/>
                      </a:lnTo>
                      <a:lnTo>
                        <a:pt x="26909" y="10776"/>
                      </a:lnTo>
                      <a:lnTo>
                        <a:pt x="26992" y="10525"/>
                      </a:lnTo>
                      <a:lnTo>
                        <a:pt x="27118" y="10462"/>
                      </a:lnTo>
                      <a:lnTo>
                        <a:pt x="27222" y="10253"/>
                      </a:lnTo>
                      <a:lnTo>
                        <a:pt x="27222" y="10086"/>
                      </a:lnTo>
                      <a:lnTo>
                        <a:pt x="27139" y="9897"/>
                      </a:lnTo>
                      <a:lnTo>
                        <a:pt x="27097" y="9856"/>
                      </a:lnTo>
                      <a:lnTo>
                        <a:pt x="27076" y="9688"/>
                      </a:lnTo>
                      <a:lnTo>
                        <a:pt x="27013" y="9625"/>
                      </a:lnTo>
                      <a:lnTo>
                        <a:pt x="27013" y="9521"/>
                      </a:lnTo>
                      <a:lnTo>
                        <a:pt x="27076" y="9416"/>
                      </a:lnTo>
                      <a:lnTo>
                        <a:pt x="27181" y="9312"/>
                      </a:lnTo>
                      <a:lnTo>
                        <a:pt x="27306" y="9249"/>
                      </a:lnTo>
                      <a:lnTo>
                        <a:pt x="27118" y="9458"/>
                      </a:lnTo>
                      <a:lnTo>
                        <a:pt x="27076" y="9542"/>
                      </a:lnTo>
                      <a:lnTo>
                        <a:pt x="27118" y="9625"/>
                      </a:lnTo>
                      <a:lnTo>
                        <a:pt x="27243" y="9751"/>
                      </a:lnTo>
                      <a:lnTo>
                        <a:pt x="27327" y="9730"/>
                      </a:lnTo>
                      <a:lnTo>
                        <a:pt x="27390" y="9772"/>
                      </a:lnTo>
                      <a:lnTo>
                        <a:pt x="27327" y="9939"/>
                      </a:lnTo>
                      <a:lnTo>
                        <a:pt x="27327" y="9939"/>
                      </a:lnTo>
                      <a:lnTo>
                        <a:pt x="27411" y="9877"/>
                      </a:lnTo>
                      <a:lnTo>
                        <a:pt x="27432" y="9897"/>
                      </a:lnTo>
                      <a:lnTo>
                        <a:pt x="27515" y="9793"/>
                      </a:lnTo>
                      <a:lnTo>
                        <a:pt x="27515" y="9730"/>
                      </a:lnTo>
                      <a:lnTo>
                        <a:pt x="27557" y="9730"/>
                      </a:lnTo>
                      <a:lnTo>
                        <a:pt x="27620" y="9646"/>
                      </a:lnTo>
                      <a:lnTo>
                        <a:pt x="27704" y="9625"/>
                      </a:lnTo>
                      <a:lnTo>
                        <a:pt x="27745" y="9458"/>
                      </a:lnTo>
                      <a:lnTo>
                        <a:pt x="27808" y="9374"/>
                      </a:lnTo>
                      <a:lnTo>
                        <a:pt x="27850" y="9374"/>
                      </a:lnTo>
                      <a:lnTo>
                        <a:pt x="27913" y="9270"/>
                      </a:lnTo>
                      <a:lnTo>
                        <a:pt x="27934" y="9207"/>
                      </a:lnTo>
                      <a:lnTo>
                        <a:pt x="27934" y="9144"/>
                      </a:lnTo>
                      <a:lnTo>
                        <a:pt x="27976" y="9040"/>
                      </a:lnTo>
                      <a:lnTo>
                        <a:pt x="27976" y="8998"/>
                      </a:lnTo>
                      <a:lnTo>
                        <a:pt x="28038" y="8914"/>
                      </a:lnTo>
                      <a:lnTo>
                        <a:pt x="28017" y="8830"/>
                      </a:lnTo>
                      <a:lnTo>
                        <a:pt x="27955" y="8789"/>
                      </a:lnTo>
                      <a:lnTo>
                        <a:pt x="27913" y="8705"/>
                      </a:lnTo>
                      <a:lnTo>
                        <a:pt x="28059" y="8621"/>
                      </a:lnTo>
                      <a:lnTo>
                        <a:pt x="28059" y="8537"/>
                      </a:lnTo>
                      <a:lnTo>
                        <a:pt x="28164" y="8475"/>
                      </a:lnTo>
                      <a:lnTo>
                        <a:pt x="28248" y="8433"/>
                      </a:lnTo>
                      <a:lnTo>
                        <a:pt x="28436" y="8328"/>
                      </a:lnTo>
                      <a:lnTo>
                        <a:pt x="28561" y="8328"/>
                      </a:lnTo>
                      <a:lnTo>
                        <a:pt x="28750" y="8203"/>
                      </a:lnTo>
                      <a:lnTo>
                        <a:pt x="28813" y="8203"/>
                      </a:lnTo>
                      <a:lnTo>
                        <a:pt x="28854" y="8224"/>
                      </a:lnTo>
                      <a:lnTo>
                        <a:pt x="29085" y="8203"/>
                      </a:lnTo>
                      <a:lnTo>
                        <a:pt x="29189" y="8265"/>
                      </a:lnTo>
                      <a:lnTo>
                        <a:pt x="29336" y="8203"/>
                      </a:lnTo>
                      <a:lnTo>
                        <a:pt x="29587" y="8203"/>
                      </a:lnTo>
                      <a:lnTo>
                        <a:pt x="29629" y="8182"/>
                      </a:lnTo>
                      <a:lnTo>
                        <a:pt x="29608" y="8119"/>
                      </a:lnTo>
                      <a:lnTo>
                        <a:pt x="29608" y="7972"/>
                      </a:lnTo>
                      <a:lnTo>
                        <a:pt x="29608" y="7847"/>
                      </a:lnTo>
                      <a:lnTo>
                        <a:pt x="29733" y="7952"/>
                      </a:lnTo>
                      <a:lnTo>
                        <a:pt x="29733" y="8077"/>
                      </a:lnTo>
                      <a:lnTo>
                        <a:pt x="29712" y="8161"/>
                      </a:lnTo>
                      <a:lnTo>
                        <a:pt x="29796" y="8161"/>
                      </a:lnTo>
                      <a:lnTo>
                        <a:pt x="29901" y="8056"/>
                      </a:lnTo>
                      <a:lnTo>
                        <a:pt x="30005" y="7868"/>
                      </a:lnTo>
                      <a:lnTo>
                        <a:pt x="30047" y="7972"/>
                      </a:lnTo>
                      <a:lnTo>
                        <a:pt x="30047" y="8056"/>
                      </a:lnTo>
                      <a:lnTo>
                        <a:pt x="30131" y="8077"/>
                      </a:lnTo>
                      <a:lnTo>
                        <a:pt x="30382" y="7952"/>
                      </a:lnTo>
                      <a:lnTo>
                        <a:pt x="30466" y="7805"/>
                      </a:lnTo>
                      <a:lnTo>
                        <a:pt x="30424" y="7596"/>
                      </a:lnTo>
                      <a:lnTo>
                        <a:pt x="30361" y="7638"/>
                      </a:lnTo>
                      <a:lnTo>
                        <a:pt x="30361" y="7742"/>
                      </a:lnTo>
                      <a:lnTo>
                        <a:pt x="30319" y="7868"/>
                      </a:lnTo>
                      <a:lnTo>
                        <a:pt x="30152" y="7868"/>
                      </a:lnTo>
                      <a:lnTo>
                        <a:pt x="30131" y="7763"/>
                      </a:lnTo>
                      <a:lnTo>
                        <a:pt x="30068" y="7575"/>
                      </a:lnTo>
                      <a:lnTo>
                        <a:pt x="29922" y="7491"/>
                      </a:lnTo>
                      <a:lnTo>
                        <a:pt x="29922" y="7449"/>
                      </a:lnTo>
                      <a:lnTo>
                        <a:pt x="30131" y="7261"/>
                      </a:lnTo>
                      <a:lnTo>
                        <a:pt x="30131" y="7177"/>
                      </a:lnTo>
                      <a:lnTo>
                        <a:pt x="30047" y="7177"/>
                      </a:lnTo>
                      <a:lnTo>
                        <a:pt x="30047" y="7115"/>
                      </a:lnTo>
                      <a:lnTo>
                        <a:pt x="30131" y="7052"/>
                      </a:lnTo>
                      <a:lnTo>
                        <a:pt x="30152" y="6968"/>
                      </a:lnTo>
                      <a:lnTo>
                        <a:pt x="30214" y="6905"/>
                      </a:lnTo>
                      <a:lnTo>
                        <a:pt x="30277" y="6696"/>
                      </a:lnTo>
                      <a:lnTo>
                        <a:pt x="30486" y="6529"/>
                      </a:lnTo>
                      <a:lnTo>
                        <a:pt x="30570" y="6382"/>
                      </a:lnTo>
                      <a:lnTo>
                        <a:pt x="30633" y="6382"/>
                      </a:lnTo>
                      <a:lnTo>
                        <a:pt x="30696" y="6278"/>
                      </a:lnTo>
                      <a:lnTo>
                        <a:pt x="30696" y="6340"/>
                      </a:lnTo>
                      <a:lnTo>
                        <a:pt x="30779" y="6382"/>
                      </a:lnTo>
                      <a:lnTo>
                        <a:pt x="30842" y="6299"/>
                      </a:lnTo>
                      <a:lnTo>
                        <a:pt x="30905" y="6173"/>
                      </a:lnTo>
                      <a:lnTo>
                        <a:pt x="30905" y="6299"/>
                      </a:lnTo>
                      <a:lnTo>
                        <a:pt x="30989" y="6299"/>
                      </a:lnTo>
                      <a:lnTo>
                        <a:pt x="31051" y="6173"/>
                      </a:lnTo>
                      <a:lnTo>
                        <a:pt x="31093" y="6215"/>
                      </a:lnTo>
                      <a:lnTo>
                        <a:pt x="31156" y="6173"/>
                      </a:lnTo>
                      <a:lnTo>
                        <a:pt x="31261" y="6006"/>
                      </a:lnTo>
                      <a:lnTo>
                        <a:pt x="31407" y="5796"/>
                      </a:lnTo>
                      <a:lnTo>
                        <a:pt x="31386" y="5922"/>
                      </a:lnTo>
                      <a:lnTo>
                        <a:pt x="31407" y="6006"/>
                      </a:lnTo>
                      <a:lnTo>
                        <a:pt x="31512" y="6006"/>
                      </a:lnTo>
                      <a:lnTo>
                        <a:pt x="31616" y="5880"/>
                      </a:lnTo>
                      <a:lnTo>
                        <a:pt x="31742" y="5880"/>
                      </a:lnTo>
                      <a:lnTo>
                        <a:pt x="31784" y="6006"/>
                      </a:lnTo>
                      <a:lnTo>
                        <a:pt x="31846" y="6006"/>
                      </a:lnTo>
                      <a:lnTo>
                        <a:pt x="31951" y="5880"/>
                      </a:lnTo>
                      <a:lnTo>
                        <a:pt x="32035" y="5922"/>
                      </a:lnTo>
                      <a:lnTo>
                        <a:pt x="32098" y="5901"/>
                      </a:lnTo>
                      <a:lnTo>
                        <a:pt x="32202" y="5817"/>
                      </a:lnTo>
                      <a:lnTo>
                        <a:pt x="32307" y="5817"/>
                      </a:lnTo>
                      <a:lnTo>
                        <a:pt x="32432" y="5755"/>
                      </a:lnTo>
                      <a:lnTo>
                        <a:pt x="32474" y="5817"/>
                      </a:lnTo>
                      <a:lnTo>
                        <a:pt x="32558" y="5796"/>
                      </a:lnTo>
                      <a:lnTo>
                        <a:pt x="32642" y="5713"/>
                      </a:lnTo>
                      <a:lnTo>
                        <a:pt x="32537" y="5650"/>
                      </a:lnTo>
                      <a:lnTo>
                        <a:pt x="32474" y="5713"/>
                      </a:lnTo>
                      <a:lnTo>
                        <a:pt x="32411" y="5650"/>
                      </a:lnTo>
                      <a:lnTo>
                        <a:pt x="32453" y="5504"/>
                      </a:lnTo>
                      <a:lnTo>
                        <a:pt x="32223" y="5378"/>
                      </a:lnTo>
                      <a:lnTo>
                        <a:pt x="32202" y="5357"/>
                      </a:lnTo>
                      <a:lnTo>
                        <a:pt x="32223" y="5294"/>
                      </a:lnTo>
                      <a:lnTo>
                        <a:pt x="32223" y="5252"/>
                      </a:lnTo>
                      <a:lnTo>
                        <a:pt x="32223" y="5169"/>
                      </a:lnTo>
                      <a:lnTo>
                        <a:pt x="32244" y="5085"/>
                      </a:lnTo>
                      <a:lnTo>
                        <a:pt x="32202" y="5022"/>
                      </a:lnTo>
                      <a:lnTo>
                        <a:pt x="32139" y="4959"/>
                      </a:lnTo>
                      <a:lnTo>
                        <a:pt x="32098" y="4939"/>
                      </a:lnTo>
                      <a:lnTo>
                        <a:pt x="32118" y="4855"/>
                      </a:lnTo>
                      <a:lnTo>
                        <a:pt x="32244" y="4123"/>
                      </a:lnTo>
                      <a:lnTo>
                        <a:pt x="32244" y="3934"/>
                      </a:lnTo>
                      <a:lnTo>
                        <a:pt x="32014" y="3725"/>
                      </a:lnTo>
                      <a:lnTo>
                        <a:pt x="31951" y="3788"/>
                      </a:lnTo>
                      <a:lnTo>
                        <a:pt x="31805" y="3725"/>
                      </a:lnTo>
                      <a:lnTo>
                        <a:pt x="31700" y="3767"/>
                      </a:lnTo>
                      <a:lnTo>
                        <a:pt x="31616" y="3683"/>
                      </a:lnTo>
                      <a:lnTo>
                        <a:pt x="31533" y="3662"/>
                      </a:lnTo>
                      <a:lnTo>
                        <a:pt x="31512" y="3662"/>
                      </a:lnTo>
                      <a:lnTo>
                        <a:pt x="31407" y="3767"/>
                      </a:lnTo>
                      <a:lnTo>
                        <a:pt x="31365" y="3830"/>
                      </a:lnTo>
                      <a:lnTo>
                        <a:pt x="31156" y="4081"/>
                      </a:lnTo>
                      <a:lnTo>
                        <a:pt x="31072" y="4206"/>
                      </a:lnTo>
                      <a:lnTo>
                        <a:pt x="31072" y="4311"/>
                      </a:lnTo>
                      <a:lnTo>
                        <a:pt x="30905" y="4395"/>
                      </a:lnTo>
                      <a:lnTo>
                        <a:pt x="30905" y="4520"/>
                      </a:lnTo>
                      <a:lnTo>
                        <a:pt x="30863" y="4625"/>
                      </a:lnTo>
                      <a:lnTo>
                        <a:pt x="30696" y="4813"/>
                      </a:lnTo>
                      <a:lnTo>
                        <a:pt x="30633" y="4834"/>
                      </a:lnTo>
                      <a:lnTo>
                        <a:pt x="30445" y="5043"/>
                      </a:lnTo>
                      <a:lnTo>
                        <a:pt x="30424" y="5127"/>
                      </a:lnTo>
                      <a:lnTo>
                        <a:pt x="30340" y="5169"/>
                      </a:lnTo>
                      <a:lnTo>
                        <a:pt x="30235" y="5148"/>
                      </a:lnTo>
                      <a:lnTo>
                        <a:pt x="30173" y="5148"/>
                      </a:lnTo>
                      <a:lnTo>
                        <a:pt x="30131" y="5190"/>
                      </a:lnTo>
                      <a:lnTo>
                        <a:pt x="30068" y="5190"/>
                      </a:lnTo>
                      <a:lnTo>
                        <a:pt x="29942" y="5336"/>
                      </a:lnTo>
                      <a:lnTo>
                        <a:pt x="28269" y="5294"/>
                      </a:lnTo>
                      <a:lnTo>
                        <a:pt x="28059" y="5336"/>
                      </a:lnTo>
                      <a:lnTo>
                        <a:pt x="27955" y="5441"/>
                      </a:lnTo>
                      <a:lnTo>
                        <a:pt x="27829" y="5483"/>
                      </a:lnTo>
                      <a:lnTo>
                        <a:pt x="27704" y="5566"/>
                      </a:lnTo>
                      <a:lnTo>
                        <a:pt x="27453" y="5817"/>
                      </a:lnTo>
                      <a:lnTo>
                        <a:pt x="27285" y="5859"/>
                      </a:lnTo>
                      <a:lnTo>
                        <a:pt x="27181" y="5922"/>
                      </a:lnTo>
                      <a:lnTo>
                        <a:pt x="26699" y="6299"/>
                      </a:lnTo>
                      <a:lnTo>
                        <a:pt x="25611" y="6612"/>
                      </a:lnTo>
                      <a:lnTo>
                        <a:pt x="25569" y="6864"/>
                      </a:lnTo>
                      <a:lnTo>
                        <a:pt x="25318" y="6968"/>
                      </a:lnTo>
                      <a:lnTo>
                        <a:pt x="23331" y="7491"/>
                      </a:lnTo>
                      <a:lnTo>
                        <a:pt x="23247" y="7324"/>
                      </a:lnTo>
                      <a:lnTo>
                        <a:pt x="23351" y="7177"/>
                      </a:lnTo>
                      <a:lnTo>
                        <a:pt x="23561" y="7073"/>
                      </a:lnTo>
                      <a:lnTo>
                        <a:pt x="23665" y="6947"/>
                      </a:lnTo>
                      <a:lnTo>
                        <a:pt x="23728" y="6822"/>
                      </a:lnTo>
                      <a:lnTo>
                        <a:pt x="23770" y="6696"/>
                      </a:lnTo>
                      <a:lnTo>
                        <a:pt x="23833" y="5922"/>
                      </a:lnTo>
                      <a:lnTo>
                        <a:pt x="23456" y="4143"/>
                      </a:lnTo>
                      <a:lnTo>
                        <a:pt x="23100" y="3871"/>
                      </a:lnTo>
                      <a:lnTo>
                        <a:pt x="22954" y="3683"/>
                      </a:lnTo>
                      <a:lnTo>
                        <a:pt x="20652" y="2616"/>
                      </a:lnTo>
                      <a:lnTo>
                        <a:pt x="20548" y="2553"/>
                      </a:lnTo>
                      <a:lnTo>
                        <a:pt x="20422" y="2511"/>
                      </a:lnTo>
                      <a:lnTo>
                        <a:pt x="20380" y="2449"/>
                      </a:lnTo>
                      <a:lnTo>
                        <a:pt x="20087" y="2449"/>
                      </a:lnTo>
                      <a:lnTo>
                        <a:pt x="20066" y="2344"/>
                      </a:lnTo>
                      <a:lnTo>
                        <a:pt x="19983" y="2302"/>
                      </a:lnTo>
                      <a:lnTo>
                        <a:pt x="19899" y="2344"/>
                      </a:lnTo>
                      <a:lnTo>
                        <a:pt x="19711" y="2344"/>
                      </a:lnTo>
                      <a:lnTo>
                        <a:pt x="19606" y="2323"/>
                      </a:lnTo>
                      <a:lnTo>
                        <a:pt x="19543" y="2239"/>
                      </a:lnTo>
                      <a:lnTo>
                        <a:pt x="19439" y="2198"/>
                      </a:lnTo>
                      <a:lnTo>
                        <a:pt x="19230" y="2135"/>
                      </a:lnTo>
                      <a:lnTo>
                        <a:pt x="19167" y="2009"/>
                      </a:lnTo>
                      <a:lnTo>
                        <a:pt x="19083" y="2009"/>
                      </a:lnTo>
                      <a:lnTo>
                        <a:pt x="18958" y="1905"/>
                      </a:lnTo>
                      <a:lnTo>
                        <a:pt x="18853" y="1905"/>
                      </a:lnTo>
                      <a:lnTo>
                        <a:pt x="18769" y="1884"/>
                      </a:lnTo>
                      <a:lnTo>
                        <a:pt x="18644" y="1905"/>
                      </a:lnTo>
                      <a:lnTo>
                        <a:pt x="18623" y="1926"/>
                      </a:lnTo>
                      <a:lnTo>
                        <a:pt x="18560" y="1842"/>
                      </a:lnTo>
                      <a:lnTo>
                        <a:pt x="18434" y="1821"/>
                      </a:lnTo>
                      <a:lnTo>
                        <a:pt x="18414" y="1800"/>
                      </a:lnTo>
                      <a:lnTo>
                        <a:pt x="18309" y="1737"/>
                      </a:lnTo>
                      <a:lnTo>
                        <a:pt x="18288" y="1716"/>
                      </a:lnTo>
                      <a:lnTo>
                        <a:pt x="18204" y="1633"/>
                      </a:lnTo>
                      <a:lnTo>
                        <a:pt x="18204" y="1612"/>
                      </a:lnTo>
                      <a:lnTo>
                        <a:pt x="18079" y="1507"/>
                      </a:lnTo>
                      <a:lnTo>
                        <a:pt x="17932" y="1507"/>
                      </a:lnTo>
                      <a:lnTo>
                        <a:pt x="17807" y="1486"/>
                      </a:lnTo>
                      <a:lnTo>
                        <a:pt x="284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09" name="Google Shape;509;p38"/>
            <p:cNvGrpSpPr/>
            <p:nvPr/>
          </p:nvGrpSpPr>
          <p:grpSpPr>
            <a:xfrm>
              <a:off x="3230417" y="3103734"/>
              <a:ext cx="282982" cy="280332"/>
              <a:chOff x="2605700" y="3152850"/>
              <a:chExt cx="594125" cy="616250"/>
            </a:xfrm>
          </p:grpSpPr>
          <p:sp>
            <p:nvSpPr>
              <p:cNvPr id="510" name="Google Shape;510;p38"/>
              <p:cNvSpPr/>
              <p:nvPr/>
            </p:nvSpPr>
            <p:spPr>
              <a:xfrm>
                <a:off x="2605700" y="3152850"/>
                <a:ext cx="379825" cy="616250"/>
              </a:xfrm>
              <a:custGeom>
                <a:rect b="b" l="l" r="r" t="t"/>
                <a:pathLst>
                  <a:path extrusionOk="0" h="24650" w="15193">
                    <a:moveTo>
                      <a:pt x="14024" y="2338"/>
                    </a:moveTo>
                    <a:lnTo>
                      <a:pt x="8818" y="0"/>
                    </a:lnTo>
                    <a:lnTo>
                      <a:pt x="4037" y="1594"/>
                    </a:lnTo>
                    <a:lnTo>
                      <a:pt x="0" y="7225"/>
                    </a:lnTo>
                    <a:lnTo>
                      <a:pt x="2018" y="11156"/>
                    </a:lnTo>
                    <a:lnTo>
                      <a:pt x="7331" y="12325"/>
                    </a:lnTo>
                    <a:lnTo>
                      <a:pt x="10518" y="17531"/>
                    </a:lnTo>
                    <a:lnTo>
                      <a:pt x="11049" y="22843"/>
                    </a:lnTo>
                    <a:lnTo>
                      <a:pt x="13705" y="24650"/>
                    </a:lnTo>
                    <a:lnTo>
                      <a:pt x="15193" y="18700"/>
                    </a:lnTo>
                    <a:lnTo>
                      <a:pt x="12218" y="5844"/>
                    </a:lnTo>
                    <a:close/>
                  </a:path>
                </a:pathLst>
              </a:custGeom>
              <a:solidFill>
                <a:schemeClr val="dk2"/>
              </a:solidFill>
              <a:ln>
                <a:noFill/>
              </a:ln>
            </p:spPr>
          </p:sp>
          <p:sp>
            <p:nvSpPr>
              <p:cNvPr id="511" name="Google Shape;511;p38"/>
              <p:cNvSpPr/>
              <p:nvPr/>
            </p:nvSpPr>
            <p:spPr>
              <a:xfrm>
                <a:off x="2632775" y="3168475"/>
                <a:ext cx="567050" cy="590050"/>
              </a:xfrm>
              <a:custGeom>
                <a:rect b="b" l="l" r="r" t="t"/>
                <a:pathLst>
                  <a:path extrusionOk="0" h="23602" w="22682">
                    <a:moveTo>
                      <a:pt x="13852" y="21070"/>
                    </a:moveTo>
                    <a:lnTo>
                      <a:pt x="13894" y="21091"/>
                    </a:lnTo>
                    <a:lnTo>
                      <a:pt x="13977" y="21217"/>
                    </a:lnTo>
                    <a:lnTo>
                      <a:pt x="14103" y="21384"/>
                    </a:lnTo>
                    <a:lnTo>
                      <a:pt x="14166" y="21384"/>
                    </a:lnTo>
                    <a:lnTo>
                      <a:pt x="14208" y="21342"/>
                    </a:lnTo>
                    <a:lnTo>
                      <a:pt x="14228" y="21384"/>
                    </a:lnTo>
                    <a:lnTo>
                      <a:pt x="14228" y="21489"/>
                    </a:lnTo>
                    <a:lnTo>
                      <a:pt x="14187" y="21489"/>
                    </a:lnTo>
                    <a:lnTo>
                      <a:pt x="14124" y="21698"/>
                    </a:lnTo>
                    <a:lnTo>
                      <a:pt x="13998" y="21928"/>
                    </a:lnTo>
                    <a:lnTo>
                      <a:pt x="13873" y="21928"/>
                    </a:lnTo>
                    <a:lnTo>
                      <a:pt x="13852" y="22075"/>
                    </a:lnTo>
                    <a:lnTo>
                      <a:pt x="13789" y="22158"/>
                    </a:lnTo>
                    <a:lnTo>
                      <a:pt x="13768" y="22158"/>
                    </a:lnTo>
                    <a:lnTo>
                      <a:pt x="13643" y="22242"/>
                    </a:lnTo>
                    <a:lnTo>
                      <a:pt x="13559" y="22326"/>
                    </a:lnTo>
                    <a:lnTo>
                      <a:pt x="13559" y="22367"/>
                    </a:lnTo>
                    <a:lnTo>
                      <a:pt x="13454" y="22388"/>
                    </a:lnTo>
                    <a:lnTo>
                      <a:pt x="13392" y="22451"/>
                    </a:lnTo>
                    <a:lnTo>
                      <a:pt x="13392" y="22472"/>
                    </a:lnTo>
                    <a:lnTo>
                      <a:pt x="13329" y="22347"/>
                    </a:lnTo>
                    <a:lnTo>
                      <a:pt x="13371" y="22242"/>
                    </a:lnTo>
                    <a:lnTo>
                      <a:pt x="13454" y="22179"/>
                    </a:lnTo>
                    <a:lnTo>
                      <a:pt x="13454" y="22116"/>
                    </a:lnTo>
                    <a:lnTo>
                      <a:pt x="13559" y="22012"/>
                    </a:lnTo>
                    <a:lnTo>
                      <a:pt x="13559" y="21928"/>
                    </a:lnTo>
                    <a:lnTo>
                      <a:pt x="13601" y="21970"/>
                    </a:lnTo>
                    <a:lnTo>
                      <a:pt x="13684" y="21970"/>
                    </a:lnTo>
                    <a:lnTo>
                      <a:pt x="13789" y="21865"/>
                    </a:lnTo>
                    <a:lnTo>
                      <a:pt x="13789" y="21761"/>
                    </a:lnTo>
                    <a:lnTo>
                      <a:pt x="13810" y="21740"/>
                    </a:lnTo>
                    <a:lnTo>
                      <a:pt x="13810" y="21614"/>
                    </a:lnTo>
                    <a:lnTo>
                      <a:pt x="13873" y="21551"/>
                    </a:lnTo>
                    <a:lnTo>
                      <a:pt x="13915" y="21551"/>
                    </a:lnTo>
                    <a:lnTo>
                      <a:pt x="13977" y="21447"/>
                    </a:lnTo>
                    <a:lnTo>
                      <a:pt x="13956" y="21384"/>
                    </a:lnTo>
                    <a:lnTo>
                      <a:pt x="13894" y="21300"/>
                    </a:lnTo>
                    <a:lnTo>
                      <a:pt x="13894" y="21112"/>
                    </a:lnTo>
                    <a:lnTo>
                      <a:pt x="13852" y="21070"/>
                    </a:lnTo>
                    <a:close/>
                    <a:moveTo>
                      <a:pt x="7617" y="0"/>
                    </a:moveTo>
                    <a:lnTo>
                      <a:pt x="7617" y="147"/>
                    </a:lnTo>
                    <a:lnTo>
                      <a:pt x="7575" y="272"/>
                    </a:lnTo>
                    <a:lnTo>
                      <a:pt x="7282" y="481"/>
                    </a:lnTo>
                    <a:lnTo>
                      <a:pt x="7094" y="502"/>
                    </a:lnTo>
                    <a:lnTo>
                      <a:pt x="6842" y="607"/>
                    </a:lnTo>
                    <a:lnTo>
                      <a:pt x="6738" y="565"/>
                    </a:lnTo>
                    <a:lnTo>
                      <a:pt x="6570" y="586"/>
                    </a:lnTo>
                    <a:lnTo>
                      <a:pt x="6382" y="732"/>
                    </a:lnTo>
                    <a:lnTo>
                      <a:pt x="6215" y="795"/>
                    </a:lnTo>
                    <a:lnTo>
                      <a:pt x="6152" y="732"/>
                    </a:lnTo>
                    <a:lnTo>
                      <a:pt x="5901" y="774"/>
                    </a:lnTo>
                    <a:lnTo>
                      <a:pt x="5692" y="774"/>
                    </a:lnTo>
                    <a:lnTo>
                      <a:pt x="5503" y="670"/>
                    </a:lnTo>
                    <a:lnTo>
                      <a:pt x="5315" y="628"/>
                    </a:lnTo>
                    <a:lnTo>
                      <a:pt x="5169" y="586"/>
                    </a:lnTo>
                    <a:lnTo>
                      <a:pt x="5169" y="586"/>
                    </a:lnTo>
                    <a:lnTo>
                      <a:pt x="5231" y="711"/>
                    </a:lnTo>
                    <a:lnTo>
                      <a:pt x="5378" y="774"/>
                    </a:lnTo>
                    <a:lnTo>
                      <a:pt x="5503" y="879"/>
                    </a:lnTo>
                    <a:lnTo>
                      <a:pt x="5545" y="984"/>
                    </a:lnTo>
                    <a:lnTo>
                      <a:pt x="5399" y="1235"/>
                    </a:lnTo>
                    <a:lnTo>
                      <a:pt x="5420" y="1297"/>
                    </a:lnTo>
                    <a:lnTo>
                      <a:pt x="5441" y="1339"/>
                    </a:lnTo>
                    <a:lnTo>
                      <a:pt x="5420" y="1528"/>
                    </a:lnTo>
                    <a:lnTo>
                      <a:pt x="5692" y="1611"/>
                    </a:lnTo>
                    <a:lnTo>
                      <a:pt x="5859" y="1569"/>
                    </a:lnTo>
                    <a:lnTo>
                      <a:pt x="6047" y="1611"/>
                    </a:lnTo>
                    <a:lnTo>
                      <a:pt x="6047" y="1716"/>
                    </a:lnTo>
                    <a:lnTo>
                      <a:pt x="5922" y="1758"/>
                    </a:lnTo>
                    <a:lnTo>
                      <a:pt x="5650" y="1820"/>
                    </a:lnTo>
                    <a:lnTo>
                      <a:pt x="5608" y="1862"/>
                    </a:lnTo>
                    <a:lnTo>
                      <a:pt x="5545" y="1925"/>
                    </a:lnTo>
                    <a:lnTo>
                      <a:pt x="5503" y="2072"/>
                    </a:lnTo>
                    <a:lnTo>
                      <a:pt x="5210" y="2239"/>
                    </a:lnTo>
                    <a:lnTo>
                      <a:pt x="5106" y="2344"/>
                    </a:lnTo>
                    <a:lnTo>
                      <a:pt x="4897" y="2469"/>
                    </a:lnTo>
                    <a:lnTo>
                      <a:pt x="4771" y="2616"/>
                    </a:lnTo>
                    <a:lnTo>
                      <a:pt x="4541" y="2616"/>
                    </a:lnTo>
                    <a:lnTo>
                      <a:pt x="4394" y="2595"/>
                    </a:lnTo>
                    <a:lnTo>
                      <a:pt x="4164" y="2406"/>
                    </a:lnTo>
                    <a:lnTo>
                      <a:pt x="3955" y="2260"/>
                    </a:lnTo>
                    <a:lnTo>
                      <a:pt x="3809" y="2281"/>
                    </a:lnTo>
                    <a:lnTo>
                      <a:pt x="3809" y="2134"/>
                    </a:lnTo>
                    <a:lnTo>
                      <a:pt x="3767" y="1988"/>
                    </a:lnTo>
                    <a:lnTo>
                      <a:pt x="3662" y="1883"/>
                    </a:lnTo>
                    <a:lnTo>
                      <a:pt x="3641" y="1820"/>
                    </a:lnTo>
                    <a:lnTo>
                      <a:pt x="3495" y="1862"/>
                    </a:lnTo>
                    <a:lnTo>
                      <a:pt x="3390" y="1988"/>
                    </a:lnTo>
                    <a:lnTo>
                      <a:pt x="3306" y="1988"/>
                    </a:lnTo>
                    <a:lnTo>
                      <a:pt x="3244" y="1946"/>
                    </a:lnTo>
                    <a:lnTo>
                      <a:pt x="3139" y="1946"/>
                    </a:lnTo>
                    <a:lnTo>
                      <a:pt x="3076" y="2030"/>
                    </a:lnTo>
                    <a:lnTo>
                      <a:pt x="2407" y="2030"/>
                    </a:lnTo>
                    <a:lnTo>
                      <a:pt x="2386" y="2197"/>
                    </a:lnTo>
                    <a:lnTo>
                      <a:pt x="2448" y="2344"/>
                    </a:lnTo>
                    <a:lnTo>
                      <a:pt x="2658" y="2385"/>
                    </a:lnTo>
                    <a:lnTo>
                      <a:pt x="2720" y="2553"/>
                    </a:lnTo>
                    <a:lnTo>
                      <a:pt x="2679" y="2616"/>
                    </a:lnTo>
                    <a:lnTo>
                      <a:pt x="2762" y="2699"/>
                    </a:lnTo>
                    <a:lnTo>
                      <a:pt x="2720" y="2804"/>
                    </a:lnTo>
                    <a:lnTo>
                      <a:pt x="2595" y="2720"/>
                    </a:lnTo>
                    <a:lnTo>
                      <a:pt x="2197" y="2867"/>
                    </a:lnTo>
                    <a:lnTo>
                      <a:pt x="2239" y="3180"/>
                    </a:lnTo>
                    <a:lnTo>
                      <a:pt x="2344" y="3306"/>
                    </a:lnTo>
                    <a:lnTo>
                      <a:pt x="2553" y="3452"/>
                    </a:lnTo>
                    <a:lnTo>
                      <a:pt x="2679" y="3724"/>
                    </a:lnTo>
                    <a:lnTo>
                      <a:pt x="2679" y="3913"/>
                    </a:lnTo>
                    <a:lnTo>
                      <a:pt x="2679" y="3976"/>
                    </a:lnTo>
                    <a:lnTo>
                      <a:pt x="2365" y="5189"/>
                    </a:lnTo>
                    <a:lnTo>
                      <a:pt x="2260" y="5503"/>
                    </a:lnTo>
                    <a:lnTo>
                      <a:pt x="2281" y="5545"/>
                    </a:lnTo>
                    <a:lnTo>
                      <a:pt x="2239" y="5629"/>
                    </a:lnTo>
                    <a:lnTo>
                      <a:pt x="2093" y="5608"/>
                    </a:lnTo>
                    <a:lnTo>
                      <a:pt x="2093" y="5587"/>
                    </a:lnTo>
                    <a:lnTo>
                      <a:pt x="1967" y="5503"/>
                    </a:lnTo>
                    <a:lnTo>
                      <a:pt x="1821" y="5503"/>
                    </a:lnTo>
                    <a:lnTo>
                      <a:pt x="1758" y="5482"/>
                    </a:lnTo>
                    <a:lnTo>
                      <a:pt x="1716" y="5545"/>
                    </a:lnTo>
                    <a:lnTo>
                      <a:pt x="1319" y="5691"/>
                    </a:lnTo>
                    <a:lnTo>
                      <a:pt x="1026" y="5733"/>
                    </a:lnTo>
                    <a:lnTo>
                      <a:pt x="942" y="5817"/>
                    </a:lnTo>
                    <a:lnTo>
                      <a:pt x="879" y="5838"/>
                    </a:lnTo>
                    <a:lnTo>
                      <a:pt x="733" y="5963"/>
                    </a:lnTo>
                    <a:lnTo>
                      <a:pt x="607" y="6026"/>
                    </a:lnTo>
                    <a:lnTo>
                      <a:pt x="503" y="6110"/>
                    </a:lnTo>
                    <a:lnTo>
                      <a:pt x="523" y="6256"/>
                    </a:lnTo>
                    <a:lnTo>
                      <a:pt x="482" y="6340"/>
                    </a:lnTo>
                    <a:lnTo>
                      <a:pt x="503" y="6424"/>
                    </a:lnTo>
                    <a:lnTo>
                      <a:pt x="356" y="6570"/>
                    </a:lnTo>
                    <a:lnTo>
                      <a:pt x="398" y="6779"/>
                    </a:lnTo>
                    <a:lnTo>
                      <a:pt x="461" y="6884"/>
                    </a:lnTo>
                    <a:lnTo>
                      <a:pt x="356" y="6968"/>
                    </a:lnTo>
                    <a:lnTo>
                      <a:pt x="272" y="6947"/>
                    </a:lnTo>
                    <a:lnTo>
                      <a:pt x="105" y="7051"/>
                    </a:lnTo>
                    <a:lnTo>
                      <a:pt x="105" y="7156"/>
                    </a:lnTo>
                    <a:lnTo>
                      <a:pt x="63" y="7198"/>
                    </a:lnTo>
                    <a:lnTo>
                      <a:pt x="84" y="7282"/>
                    </a:lnTo>
                    <a:lnTo>
                      <a:pt x="63" y="7407"/>
                    </a:lnTo>
                    <a:lnTo>
                      <a:pt x="0" y="7512"/>
                    </a:lnTo>
                    <a:lnTo>
                      <a:pt x="63" y="7616"/>
                    </a:lnTo>
                    <a:lnTo>
                      <a:pt x="42" y="7700"/>
                    </a:lnTo>
                    <a:lnTo>
                      <a:pt x="189" y="7846"/>
                    </a:lnTo>
                    <a:lnTo>
                      <a:pt x="482" y="8307"/>
                    </a:lnTo>
                    <a:lnTo>
                      <a:pt x="314" y="8474"/>
                    </a:lnTo>
                    <a:lnTo>
                      <a:pt x="691" y="8453"/>
                    </a:lnTo>
                    <a:lnTo>
                      <a:pt x="879" y="8474"/>
                    </a:lnTo>
                    <a:lnTo>
                      <a:pt x="1005" y="8662"/>
                    </a:lnTo>
                    <a:lnTo>
                      <a:pt x="1026" y="8830"/>
                    </a:lnTo>
                    <a:lnTo>
                      <a:pt x="1256" y="8830"/>
                    </a:lnTo>
                    <a:lnTo>
                      <a:pt x="1549" y="8851"/>
                    </a:lnTo>
                    <a:lnTo>
                      <a:pt x="1779" y="8621"/>
                    </a:lnTo>
                    <a:lnTo>
                      <a:pt x="1988" y="8474"/>
                    </a:lnTo>
                    <a:lnTo>
                      <a:pt x="2051" y="8537"/>
                    </a:lnTo>
                    <a:lnTo>
                      <a:pt x="2030" y="8662"/>
                    </a:lnTo>
                    <a:lnTo>
                      <a:pt x="1967" y="8725"/>
                    </a:lnTo>
                    <a:lnTo>
                      <a:pt x="1967" y="8934"/>
                    </a:lnTo>
                    <a:lnTo>
                      <a:pt x="1988" y="9269"/>
                    </a:lnTo>
                    <a:lnTo>
                      <a:pt x="1988" y="9395"/>
                    </a:lnTo>
                    <a:lnTo>
                      <a:pt x="2072" y="9478"/>
                    </a:lnTo>
                    <a:lnTo>
                      <a:pt x="2176" y="9458"/>
                    </a:lnTo>
                    <a:lnTo>
                      <a:pt x="2281" y="9416"/>
                    </a:lnTo>
                    <a:lnTo>
                      <a:pt x="2469" y="9416"/>
                    </a:lnTo>
                    <a:lnTo>
                      <a:pt x="2511" y="9458"/>
                    </a:lnTo>
                    <a:lnTo>
                      <a:pt x="3076" y="9458"/>
                    </a:lnTo>
                    <a:lnTo>
                      <a:pt x="3223" y="9353"/>
                    </a:lnTo>
                    <a:lnTo>
                      <a:pt x="3306" y="9353"/>
                    </a:lnTo>
                    <a:lnTo>
                      <a:pt x="3432" y="9248"/>
                    </a:lnTo>
                    <a:lnTo>
                      <a:pt x="3557" y="9248"/>
                    </a:lnTo>
                    <a:lnTo>
                      <a:pt x="3725" y="9186"/>
                    </a:lnTo>
                    <a:lnTo>
                      <a:pt x="3829" y="8934"/>
                    </a:lnTo>
                    <a:lnTo>
                      <a:pt x="4081" y="8746"/>
                    </a:lnTo>
                    <a:lnTo>
                      <a:pt x="4269" y="8725"/>
                    </a:lnTo>
                    <a:lnTo>
                      <a:pt x="4457" y="8621"/>
                    </a:lnTo>
                    <a:lnTo>
                      <a:pt x="4583" y="8621"/>
                    </a:lnTo>
                    <a:lnTo>
                      <a:pt x="4687" y="8683"/>
                    </a:lnTo>
                    <a:lnTo>
                      <a:pt x="4813" y="8621"/>
                    </a:lnTo>
                    <a:lnTo>
                      <a:pt x="4897" y="8662"/>
                    </a:lnTo>
                    <a:lnTo>
                      <a:pt x="4876" y="8788"/>
                    </a:lnTo>
                    <a:lnTo>
                      <a:pt x="4959" y="8997"/>
                    </a:lnTo>
                    <a:lnTo>
                      <a:pt x="5085" y="9374"/>
                    </a:lnTo>
                    <a:lnTo>
                      <a:pt x="5169" y="9646"/>
                    </a:lnTo>
                    <a:lnTo>
                      <a:pt x="5106" y="9751"/>
                    </a:lnTo>
                    <a:lnTo>
                      <a:pt x="5210" y="9960"/>
                    </a:lnTo>
                    <a:lnTo>
                      <a:pt x="5357" y="10002"/>
                    </a:lnTo>
                    <a:lnTo>
                      <a:pt x="5399" y="10190"/>
                    </a:lnTo>
                    <a:lnTo>
                      <a:pt x="5524" y="10274"/>
                    </a:lnTo>
                    <a:lnTo>
                      <a:pt x="5713" y="10357"/>
                    </a:lnTo>
                    <a:lnTo>
                      <a:pt x="5838" y="10462"/>
                    </a:lnTo>
                    <a:lnTo>
                      <a:pt x="5901" y="10420"/>
                    </a:lnTo>
                    <a:lnTo>
                      <a:pt x="6131" y="10357"/>
                    </a:lnTo>
                    <a:lnTo>
                      <a:pt x="6340" y="10587"/>
                    </a:lnTo>
                    <a:lnTo>
                      <a:pt x="6508" y="10525"/>
                    </a:lnTo>
                    <a:lnTo>
                      <a:pt x="6717" y="10755"/>
                    </a:lnTo>
                    <a:lnTo>
                      <a:pt x="6822" y="10755"/>
                    </a:lnTo>
                    <a:lnTo>
                      <a:pt x="7073" y="10839"/>
                    </a:lnTo>
                    <a:lnTo>
                      <a:pt x="7240" y="10880"/>
                    </a:lnTo>
                    <a:lnTo>
                      <a:pt x="7261" y="11048"/>
                    </a:lnTo>
                    <a:lnTo>
                      <a:pt x="7366" y="11069"/>
                    </a:lnTo>
                    <a:lnTo>
                      <a:pt x="7512" y="11152"/>
                    </a:lnTo>
                    <a:lnTo>
                      <a:pt x="7868" y="11131"/>
                    </a:lnTo>
                    <a:lnTo>
                      <a:pt x="8098" y="11257"/>
                    </a:lnTo>
                    <a:lnTo>
                      <a:pt x="8140" y="11362"/>
                    </a:lnTo>
                    <a:lnTo>
                      <a:pt x="8119" y="11634"/>
                    </a:lnTo>
                    <a:lnTo>
                      <a:pt x="8182" y="11843"/>
                    </a:lnTo>
                    <a:lnTo>
                      <a:pt x="8098" y="11968"/>
                    </a:lnTo>
                    <a:lnTo>
                      <a:pt x="8307" y="12324"/>
                    </a:lnTo>
                    <a:lnTo>
                      <a:pt x="8286" y="12596"/>
                    </a:lnTo>
                    <a:lnTo>
                      <a:pt x="9290" y="12617"/>
                    </a:lnTo>
                    <a:lnTo>
                      <a:pt x="9353" y="12973"/>
                    </a:lnTo>
                    <a:lnTo>
                      <a:pt x="9332" y="13224"/>
                    </a:lnTo>
                    <a:lnTo>
                      <a:pt x="9604" y="13287"/>
                    </a:lnTo>
                    <a:lnTo>
                      <a:pt x="9897" y="13810"/>
                    </a:lnTo>
                    <a:lnTo>
                      <a:pt x="9918" y="14103"/>
                    </a:lnTo>
                    <a:lnTo>
                      <a:pt x="9646" y="14688"/>
                    </a:lnTo>
                    <a:lnTo>
                      <a:pt x="9667" y="14772"/>
                    </a:lnTo>
                    <a:lnTo>
                      <a:pt x="9583" y="14856"/>
                    </a:lnTo>
                    <a:lnTo>
                      <a:pt x="9646" y="14919"/>
                    </a:lnTo>
                    <a:lnTo>
                      <a:pt x="9604" y="15044"/>
                    </a:lnTo>
                    <a:lnTo>
                      <a:pt x="9751" y="15149"/>
                    </a:lnTo>
                    <a:lnTo>
                      <a:pt x="9751" y="15337"/>
                    </a:lnTo>
                    <a:lnTo>
                      <a:pt x="9855" y="15525"/>
                    </a:lnTo>
                    <a:lnTo>
                      <a:pt x="9793" y="15860"/>
                    </a:lnTo>
                    <a:lnTo>
                      <a:pt x="9814" y="15986"/>
                    </a:lnTo>
                    <a:lnTo>
                      <a:pt x="9772" y="16111"/>
                    </a:lnTo>
                    <a:lnTo>
                      <a:pt x="9814" y="16258"/>
                    </a:lnTo>
                    <a:lnTo>
                      <a:pt x="10023" y="16216"/>
                    </a:lnTo>
                    <a:lnTo>
                      <a:pt x="10107" y="16279"/>
                    </a:lnTo>
                    <a:lnTo>
                      <a:pt x="10379" y="16258"/>
                    </a:lnTo>
                    <a:lnTo>
                      <a:pt x="10525" y="16300"/>
                    </a:lnTo>
                    <a:lnTo>
                      <a:pt x="10797" y="16195"/>
                    </a:lnTo>
                    <a:lnTo>
                      <a:pt x="10923" y="16300"/>
                    </a:lnTo>
                    <a:lnTo>
                      <a:pt x="11027" y="16321"/>
                    </a:lnTo>
                    <a:lnTo>
                      <a:pt x="11069" y="16467"/>
                    </a:lnTo>
                    <a:lnTo>
                      <a:pt x="11236" y="17095"/>
                    </a:lnTo>
                    <a:lnTo>
                      <a:pt x="11341" y="17304"/>
                    </a:lnTo>
                    <a:lnTo>
                      <a:pt x="11446" y="17325"/>
                    </a:lnTo>
                    <a:lnTo>
                      <a:pt x="11676" y="17199"/>
                    </a:lnTo>
                    <a:lnTo>
                      <a:pt x="11801" y="17241"/>
                    </a:lnTo>
                    <a:lnTo>
                      <a:pt x="11885" y="17325"/>
                    </a:lnTo>
                    <a:lnTo>
                      <a:pt x="11969" y="17346"/>
                    </a:lnTo>
                    <a:lnTo>
                      <a:pt x="11906" y="17450"/>
                    </a:lnTo>
                    <a:lnTo>
                      <a:pt x="11885" y="17994"/>
                    </a:lnTo>
                    <a:lnTo>
                      <a:pt x="11864" y="18057"/>
                    </a:lnTo>
                    <a:lnTo>
                      <a:pt x="11822" y="18078"/>
                    </a:lnTo>
                    <a:lnTo>
                      <a:pt x="11822" y="18162"/>
                    </a:lnTo>
                    <a:lnTo>
                      <a:pt x="11801" y="18204"/>
                    </a:lnTo>
                    <a:lnTo>
                      <a:pt x="11801" y="18287"/>
                    </a:lnTo>
                    <a:lnTo>
                      <a:pt x="11906" y="18204"/>
                    </a:lnTo>
                    <a:lnTo>
                      <a:pt x="12178" y="18245"/>
                    </a:lnTo>
                    <a:lnTo>
                      <a:pt x="12178" y="18350"/>
                    </a:lnTo>
                    <a:lnTo>
                      <a:pt x="12283" y="18580"/>
                    </a:lnTo>
                    <a:lnTo>
                      <a:pt x="12283" y="18769"/>
                    </a:lnTo>
                    <a:lnTo>
                      <a:pt x="12303" y="18999"/>
                    </a:lnTo>
                    <a:lnTo>
                      <a:pt x="12324" y="19208"/>
                    </a:lnTo>
                    <a:lnTo>
                      <a:pt x="12303" y="19292"/>
                    </a:lnTo>
                    <a:lnTo>
                      <a:pt x="12199" y="19292"/>
                    </a:lnTo>
                    <a:lnTo>
                      <a:pt x="12073" y="19354"/>
                    </a:lnTo>
                    <a:lnTo>
                      <a:pt x="12031" y="19417"/>
                    </a:lnTo>
                    <a:lnTo>
                      <a:pt x="11969" y="19501"/>
                    </a:lnTo>
                    <a:lnTo>
                      <a:pt x="11927" y="19459"/>
                    </a:lnTo>
                    <a:lnTo>
                      <a:pt x="11697" y="19626"/>
                    </a:lnTo>
                    <a:lnTo>
                      <a:pt x="11655" y="19710"/>
                    </a:lnTo>
                    <a:lnTo>
                      <a:pt x="11571" y="19731"/>
                    </a:lnTo>
                    <a:lnTo>
                      <a:pt x="11362" y="19919"/>
                    </a:lnTo>
                    <a:lnTo>
                      <a:pt x="11278" y="19940"/>
                    </a:lnTo>
                    <a:lnTo>
                      <a:pt x="11278" y="20066"/>
                    </a:lnTo>
                    <a:lnTo>
                      <a:pt x="11195" y="20087"/>
                    </a:lnTo>
                    <a:lnTo>
                      <a:pt x="11132" y="20087"/>
                    </a:lnTo>
                    <a:lnTo>
                      <a:pt x="10943" y="20338"/>
                    </a:lnTo>
                    <a:lnTo>
                      <a:pt x="10923" y="20401"/>
                    </a:lnTo>
                    <a:lnTo>
                      <a:pt x="10923" y="20547"/>
                    </a:lnTo>
                    <a:lnTo>
                      <a:pt x="10839" y="20568"/>
                    </a:lnTo>
                    <a:lnTo>
                      <a:pt x="10776" y="20652"/>
                    </a:lnTo>
                    <a:lnTo>
                      <a:pt x="10671" y="20861"/>
                    </a:lnTo>
                    <a:lnTo>
                      <a:pt x="10609" y="20924"/>
                    </a:lnTo>
                    <a:lnTo>
                      <a:pt x="10504" y="21091"/>
                    </a:lnTo>
                    <a:lnTo>
                      <a:pt x="10504" y="21133"/>
                    </a:lnTo>
                    <a:lnTo>
                      <a:pt x="10399" y="21217"/>
                    </a:lnTo>
                    <a:lnTo>
                      <a:pt x="10358" y="21279"/>
                    </a:lnTo>
                    <a:lnTo>
                      <a:pt x="10441" y="21279"/>
                    </a:lnTo>
                    <a:lnTo>
                      <a:pt x="10504" y="21300"/>
                    </a:lnTo>
                    <a:lnTo>
                      <a:pt x="10776" y="21217"/>
                    </a:lnTo>
                    <a:lnTo>
                      <a:pt x="10923" y="21300"/>
                    </a:lnTo>
                    <a:lnTo>
                      <a:pt x="11048" y="21489"/>
                    </a:lnTo>
                    <a:lnTo>
                      <a:pt x="11153" y="21530"/>
                    </a:lnTo>
                    <a:lnTo>
                      <a:pt x="11236" y="21698"/>
                    </a:lnTo>
                    <a:lnTo>
                      <a:pt x="11362" y="21928"/>
                    </a:lnTo>
                    <a:lnTo>
                      <a:pt x="11446" y="21928"/>
                    </a:lnTo>
                    <a:lnTo>
                      <a:pt x="11550" y="21803"/>
                    </a:lnTo>
                    <a:lnTo>
                      <a:pt x="11592" y="21803"/>
                    </a:lnTo>
                    <a:lnTo>
                      <a:pt x="11718" y="22012"/>
                    </a:lnTo>
                    <a:lnTo>
                      <a:pt x="11885" y="22075"/>
                    </a:lnTo>
                    <a:lnTo>
                      <a:pt x="12011" y="22116"/>
                    </a:lnTo>
                    <a:lnTo>
                      <a:pt x="12136" y="22242"/>
                    </a:lnTo>
                    <a:lnTo>
                      <a:pt x="12136" y="22388"/>
                    </a:lnTo>
                    <a:lnTo>
                      <a:pt x="12241" y="22367"/>
                    </a:lnTo>
                    <a:lnTo>
                      <a:pt x="12492" y="22472"/>
                    </a:lnTo>
                    <a:lnTo>
                      <a:pt x="12617" y="22639"/>
                    </a:lnTo>
                    <a:lnTo>
                      <a:pt x="12743" y="22849"/>
                    </a:lnTo>
                    <a:lnTo>
                      <a:pt x="12868" y="22911"/>
                    </a:lnTo>
                    <a:lnTo>
                      <a:pt x="12848" y="23079"/>
                    </a:lnTo>
                    <a:lnTo>
                      <a:pt x="12743" y="23225"/>
                    </a:lnTo>
                    <a:lnTo>
                      <a:pt x="12806" y="23414"/>
                    </a:lnTo>
                    <a:lnTo>
                      <a:pt x="12827" y="23476"/>
                    </a:lnTo>
                    <a:lnTo>
                      <a:pt x="12848" y="23497"/>
                    </a:lnTo>
                    <a:lnTo>
                      <a:pt x="12931" y="23581"/>
                    </a:lnTo>
                    <a:lnTo>
                      <a:pt x="12952" y="23602"/>
                    </a:lnTo>
                    <a:lnTo>
                      <a:pt x="13161" y="23414"/>
                    </a:lnTo>
                    <a:lnTo>
                      <a:pt x="13245" y="23225"/>
                    </a:lnTo>
                    <a:lnTo>
                      <a:pt x="13350" y="22849"/>
                    </a:lnTo>
                    <a:lnTo>
                      <a:pt x="13433" y="22577"/>
                    </a:lnTo>
                    <a:lnTo>
                      <a:pt x="13454" y="22535"/>
                    </a:lnTo>
                    <a:lnTo>
                      <a:pt x="13426" y="22507"/>
                    </a:lnTo>
                    <a:lnTo>
                      <a:pt x="13426" y="22507"/>
                    </a:lnTo>
                    <a:lnTo>
                      <a:pt x="13496" y="22535"/>
                    </a:lnTo>
                    <a:lnTo>
                      <a:pt x="13873" y="22242"/>
                    </a:lnTo>
                    <a:lnTo>
                      <a:pt x="14061" y="22033"/>
                    </a:lnTo>
                    <a:lnTo>
                      <a:pt x="14312" y="21551"/>
                    </a:lnTo>
                    <a:lnTo>
                      <a:pt x="14417" y="21321"/>
                    </a:lnTo>
                    <a:lnTo>
                      <a:pt x="14521" y="21028"/>
                    </a:lnTo>
                    <a:lnTo>
                      <a:pt x="14793" y="20547"/>
                    </a:lnTo>
                    <a:lnTo>
                      <a:pt x="15044" y="20233"/>
                    </a:lnTo>
                    <a:lnTo>
                      <a:pt x="15107" y="20129"/>
                    </a:lnTo>
                    <a:lnTo>
                      <a:pt x="15065" y="20087"/>
                    </a:lnTo>
                    <a:lnTo>
                      <a:pt x="15065" y="20024"/>
                    </a:lnTo>
                    <a:lnTo>
                      <a:pt x="15128" y="19982"/>
                    </a:lnTo>
                    <a:lnTo>
                      <a:pt x="15170" y="19857"/>
                    </a:lnTo>
                    <a:lnTo>
                      <a:pt x="15254" y="19815"/>
                    </a:lnTo>
                    <a:lnTo>
                      <a:pt x="15233" y="19710"/>
                    </a:lnTo>
                    <a:lnTo>
                      <a:pt x="15254" y="19626"/>
                    </a:lnTo>
                    <a:lnTo>
                      <a:pt x="15233" y="19606"/>
                    </a:lnTo>
                    <a:lnTo>
                      <a:pt x="15296" y="19585"/>
                    </a:lnTo>
                    <a:lnTo>
                      <a:pt x="15296" y="19480"/>
                    </a:lnTo>
                    <a:lnTo>
                      <a:pt x="15191" y="19313"/>
                    </a:lnTo>
                    <a:lnTo>
                      <a:pt x="15191" y="19229"/>
                    </a:lnTo>
                    <a:lnTo>
                      <a:pt x="15212" y="19166"/>
                    </a:lnTo>
                    <a:lnTo>
                      <a:pt x="15191" y="19082"/>
                    </a:lnTo>
                    <a:lnTo>
                      <a:pt x="15149" y="18915"/>
                    </a:lnTo>
                    <a:lnTo>
                      <a:pt x="15107" y="18748"/>
                    </a:lnTo>
                    <a:lnTo>
                      <a:pt x="15149" y="18685"/>
                    </a:lnTo>
                    <a:lnTo>
                      <a:pt x="15316" y="18664"/>
                    </a:lnTo>
                    <a:lnTo>
                      <a:pt x="15296" y="18559"/>
                    </a:lnTo>
                    <a:lnTo>
                      <a:pt x="15212" y="18497"/>
                    </a:lnTo>
                    <a:lnTo>
                      <a:pt x="15337" y="18476"/>
                    </a:lnTo>
                    <a:lnTo>
                      <a:pt x="15337" y="18371"/>
                    </a:lnTo>
                    <a:lnTo>
                      <a:pt x="15212" y="18308"/>
                    </a:lnTo>
                    <a:lnTo>
                      <a:pt x="15316" y="18287"/>
                    </a:lnTo>
                    <a:lnTo>
                      <a:pt x="15379" y="18183"/>
                    </a:lnTo>
                    <a:lnTo>
                      <a:pt x="15442" y="18245"/>
                    </a:lnTo>
                    <a:lnTo>
                      <a:pt x="15630" y="18057"/>
                    </a:lnTo>
                    <a:lnTo>
                      <a:pt x="15735" y="17973"/>
                    </a:lnTo>
                    <a:lnTo>
                      <a:pt x="15735" y="17932"/>
                    </a:lnTo>
                    <a:lnTo>
                      <a:pt x="15881" y="17785"/>
                    </a:lnTo>
                    <a:lnTo>
                      <a:pt x="16070" y="17681"/>
                    </a:lnTo>
                    <a:lnTo>
                      <a:pt x="16300" y="17429"/>
                    </a:lnTo>
                    <a:lnTo>
                      <a:pt x="16509" y="17409"/>
                    </a:lnTo>
                    <a:lnTo>
                      <a:pt x="16614" y="17304"/>
                    </a:lnTo>
                    <a:lnTo>
                      <a:pt x="16739" y="17199"/>
                    </a:lnTo>
                    <a:lnTo>
                      <a:pt x="16844" y="17199"/>
                    </a:lnTo>
                    <a:lnTo>
                      <a:pt x="16928" y="17241"/>
                    </a:lnTo>
                    <a:lnTo>
                      <a:pt x="17011" y="17283"/>
                    </a:lnTo>
                    <a:lnTo>
                      <a:pt x="17011" y="17199"/>
                    </a:lnTo>
                    <a:lnTo>
                      <a:pt x="17095" y="17032"/>
                    </a:lnTo>
                    <a:lnTo>
                      <a:pt x="17325" y="16885"/>
                    </a:lnTo>
                    <a:lnTo>
                      <a:pt x="17430" y="16865"/>
                    </a:lnTo>
                    <a:lnTo>
                      <a:pt x="17430" y="16802"/>
                    </a:lnTo>
                    <a:lnTo>
                      <a:pt x="17367" y="16781"/>
                    </a:lnTo>
                    <a:lnTo>
                      <a:pt x="17304" y="16739"/>
                    </a:lnTo>
                    <a:lnTo>
                      <a:pt x="17262" y="16676"/>
                    </a:lnTo>
                    <a:lnTo>
                      <a:pt x="17346" y="16634"/>
                    </a:lnTo>
                    <a:lnTo>
                      <a:pt x="17513" y="16572"/>
                    </a:lnTo>
                    <a:lnTo>
                      <a:pt x="17576" y="16593"/>
                    </a:lnTo>
                    <a:lnTo>
                      <a:pt x="17681" y="16593"/>
                    </a:lnTo>
                    <a:lnTo>
                      <a:pt x="17765" y="16530"/>
                    </a:lnTo>
                    <a:lnTo>
                      <a:pt x="17869" y="16530"/>
                    </a:lnTo>
                    <a:lnTo>
                      <a:pt x="17869" y="16593"/>
                    </a:lnTo>
                    <a:lnTo>
                      <a:pt x="17744" y="16676"/>
                    </a:lnTo>
                    <a:lnTo>
                      <a:pt x="17576" y="16697"/>
                    </a:lnTo>
                    <a:lnTo>
                      <a:pt x="17555" y="16718"/>
                    </a:lnTo>
                    <a:lnTo>
                      <a:pt x="17618" y="16739"/>
                    </a:lnTo>
                    <a:lnTo>
                      <a:pt x="17848" y="16676"/>
                    </a:lnTo>
                    <a:lnTo>
                      <a:pt x="18099" y="16572"/>
                    </a:lnTo>
                    <a:lnTo>
                      <a:pt x="18078" y="16509"/>
                    </a:lnTo>
                    <a:lnTo>
                      <a:pt x="18162" y="16467"/>
                    </a:lnTo>
                    <a:lnTo>
                      <a:pt x="18246" y="16467"/>
                    </a:lnTo>
                    <a:lnTo>
                      <a:pt x="18204" y="16509"/>
                    </a:lnTo>
                    <a:cubicBezTo>
                      <a:pt x="18204" y="16509"/>
                      <a:pt x="18204" y="16613"/>
                      <a:pt x="18246" y="16613"/>
                    </a:cubicBezTo>
                    <a:lnTo>
                      <a:pt x="18392" y="16634"/>
                    </a:lnTo>
                    <a:lnTo>
                      <a:pt x="18497" y="16593"/>
                    </a:lnTo>
                    <a:lnTo>
                      <a:pt x="18664" y="16593"/>
                    </a:lnTo>
                    <a:lnTo>
                      <a:pt x="18832" y="16613"/>
                    </a:lnTo>
                    <a:lnTo>
                      <a:pt x="18936" y="16551"/>
                    </a:lnTo>
                    <a:lnTo>
                      <a:pt x="18936" y="16488"/>
                    </a:lnTo>
                    <a:lnTo>
                      <a:pt x="18915" y="16467"/>
                    </a:lnTo>
                    <a:lnTo>
                      <a:pt x="18936" y="16404"/>
                    </a:lnTo>
                    <a:lnTo>
                      <a:pt x="19208" y="16237"/>
                    </a:lnTo>
                    <a:lnTo>
                      <a:pt x="19418" y="16153"/>
                    </a:lnTo>
                    <a:lnTo>
                      <a:pt x="19522" y="16069"/>
                    </a:lnTo>
                    <a:lnTo>
                      <a:pt x="19543" y="15986"/>
                    </a:lnTo>
                    <a:lnTo>
                      <a:pt x="19522" y="15944"/>
                    </a:lnTo>
                    <a:lnTo>
                      <a:pt x="19418" y="15735"/>
                    </a:lnTo>
                    <a:lnTo>
                      <a:pt x="19501" y="15567"/>
                    </a:lnTo>
                    <a:lnTo>
                      <a:pt x="19564" y="15463"/>
                    </a:lnTo>
                    <a:lnTo>
                      <a:pt x="19564" y="15358"/>
                    </a:lnTo>
                    <a:lnTo>
                      <a:pt x="19627" y="15316"/>
                    </a:lnTo>
                    <a:lnTo>
                      <a:pt x="19731" y="15232"/>
                    </a:lnTo>
                    <a:lnTo>
                      <a:pt x="19752" y="15128"/>
                    </a:lnTo>
                    <a:lnTo>
                      <a:pt x="19731" y="15107"/>
                    </a:lnTo>
                    <a:lnTo>
                      <a:pt x="19878" y="14835"/>
                    </a:lnTo>
                    <a:lnTo>
                      <a:pt x="20087" y="14584"/>
                    </a:lnTo>
                    <a:lnTo>
                      <a:pt x="20087" y="14479"/>
                    </a:lnTo>
                    <a:lnTo>
                      <a:pt x="20045" y="14103"/>
                    </a:lnTo>
                    <a:lnTo>
                      <a:pt x="20003" y="14082"/>
                    </a:lnTo>
                    <a:lnTo>
                      <a:pt x="20066" y="13872"/>
                    </a:lnTo>
                    <a:lnTo>
                      <a:pt x="20129" y="13789"/>
                    </a:lnTo>
                    <a:lnTo>
                      <a:pt x="20129" y="13726"/>
                    </a:lnTo>
                    <a:lnTo>
                      <a:pt x="20317" y="13580"/>
                    </a:lnTo>
                    <a:lnTo>
                      <a:pt x="20338" y="13496"/>
                    </a:lnTo>
                    <a:lnTo>
                      <a:pt x="20275" y="13287"/>
                    </a:lnTo>
                    <a:lnTo>
                      <a:pt x="20359" y="13036"/>
                    </a:lnTo>
                    <a:lnTo>
                      <a:pt x="20338" y="12826"/>
                    </a:lnTo>
                    <a:lnTo>
                      <a:pt x="20359" y="12659"/>
                    </a:lnTo>
                    <a:lnTo>
                      <a:pt x="20359" y="12596"/>
                    </a:lnTo>
                    <a:lnTo>
                      <a:pt x="20422" y="12387"/>
                    </a:lnTo>
                    <a:lnTo>
                      <a:pt x="20359" y="11592"/>
                    </a:lnTo>
                    <a:lnTo>
                      <a:pt x="20359" y="11445"/>
                    </a:lnTo>
                    <a:lnTo>
                      <a:pt x="20422" y="11341"/>
                    </a:lnTo>
                    <a:lnTo>
                      <a:pt x="20422" y="11236"/>
                    </a:lnTo>
                    <a:lnTo>
                      <a:pt x="20359" y="11278"/>
                    </a:lnTo>
                    <a:lnTo>
                      <a:pt x="20275" y="11194"/>
                    </a:lnTo>
                    <a:lnTo>
                      <a:pt x="20275" y="11131"/>
                    </a:lnTo>
                    <a:lnTo>
                      <a:pt x="20359" y="10985"/>
                    </a:lnTo>
                    <a:lnTo>
                      <a:pt x="20338" y="10859"/>
                    </a:lnTo>
                    <a:lnTo>
                      <a:pt x="20359" y="10776"/>
                    </a:lnTo>
                    <a:lnTo>
                      <a:pt x="20443" y="10755"/>
                    </a:lnTo>
                    <a:lnTo>
                      <a:pt x="20464" y="10629"/>
                    </a:lnTo>
                    <a:lnTo>
                      <a:pt x="20380" y="10504"/>
                    </a:lnTo>
                    <a:lnTo>
                      <a:pt x="20234" y="10420"/>
                    </a:lnTo>
                    <a:lnTo>
                      <a:pt x="20275" y="10399"/>
                    </a:lnTo>
                    <a:lnTo>
                      <a:pt x="20317" y="10336"/>
                    </a:lnTo>
                    <a:lnTo>
                      <a:pt x="20338" y="10399"/>
                    </a:lnTo>
                    <a:lnTo>
                      <a:pt x="20422" y="10441"/>
                    </a:lnTo>
                    <a:lnTo>
                      <a:pt x="20485" y="10462"/>
                    </a:lnTo>
                    <a:lnTo>
                      <a:pt x="20526" y="10336"/>
                    </a:lnTo>
                    <a:lnTo>
                      <a:pt x="20589" y="10336"/>
                    </a:lnTo>
                    <a:lnTo>
                      <a:pt x="20631" y="10420"/>
                    </a:lnTo>
                    <a:lnTo>
                      <a:pt x="20673" y="10441"/>
                    </a:lnTo>
                    <a:lnTo>
                      <a:pt x="20631" y="10525"/>
                    </a:lnTo>
                    <a:lnTo>
                      <a:pt x="20547" y="10567"/>
                    </a:lnTo>
                    <a:lnTo>
                      <a:pt x="20526" y="10650"/>
                    </a:lnTo>
                    <a:lnTo>
                      <a:pt x="20568" y="10650"/>
                    </a:lnTo>
                    <a:lnTo>
                      <a:pt x="20673" y="10546"/>
                    </a:lnTo>
                    <a:lnTo>
                      <a:pt x="20840" y="10462"/>
                    </a:lnTo>
                    <a:lnTo>
                      <a:pt x="21008" y="10190"/>
                    </a:lnTo>
                    <a:lnTo>
                      <a:pt x="21091" y="9981"/>
                    </a:lnTo>
                    <a:lnTo>
                      <a:pt x="21112" y="9834"/>
                    </a:lnTo>
                    <a:lnTo>
                      <a:pt x="21196" y="9771"/>
                    </a:lnTo>
                    <a:lnTo>
                      <a:pt x="21280" y="9562"/>
                    </a:lnTo>
                    <a:lnTo>
                      <a:pt x="21363" y="9374"/>
                    </a:lnTo>
                    <a:lnTo>
                      <a:pt x="21677" y="9165"/>
                    </a:lnTo>
                    <a:lnTo>
                      <a:pt x="21698" y="9060"/>
                    </a:lnTo>
                    <a:lnTo>
                      <a:pt x="21803" y="9039"/>
                    </a:lnTo>
                    <a:lnTo>
                      <a:pt x="21887" y="8934"/>
                    </a:lnTo>
                    <a:lnTo>
                      <a:pt x="22138" y="8683"/>
                    </a:lnTo>
                    <a:lnTo>
                      <a:pt x="22368" y="8370"/>
                    </a:lnTo>
                    <a:lnTo>
                      <a:pt x="22431" y="8307"/>
                    </a:lnTo>
                    <a:lnTo>
                      <a:pt x="22556" y="7993"/>
                    </a:lnTo>
                    <a:lnTo>
                      <a:pt x="22577" y="7846"/>
                    </a:lnTo>
                    <a:lnTo>
                      <a:pt x="22661" y="7742"/>
                    </a:lnTo>
                    <a:lnTo>
                      <a:pt x="22661" y="7637"/>
                    </a:lnTo>
                    <a:lnTo>
                      <a:pt x="22577" y="7533"/>
                    </a:lnTo>
                    <a:lnTo>
                      <a:pt x="22619" y="7449"/>
                    </a:lnTo>
                    <a:lnTo>
                      <a:pt x="22682" y="7449"/>
                    </a:lnTo>
                    <a:lnTo>
                      <a:pt x="22661" y="7156"/>
                    </a:lnTo>
                    <a:lnTo>
                      <a:pt x="22577" y="7093"/>
                    </a:lnTo>
                    <a:lnTo>
                      <a:pt x="22556" y="6968"/>
                    </a:lnTo>
                    <a:lnTo>
                      <a:pt x="22347" y="6528"/>
                    </a:lnTo>
                    <a:lnTo>
                      <a:pt x="22347" y="6361"/>
                    </a:lnTo>
                    <a:lnTo>
                      <a:pt x="22326" y="6193"/>
                    </a:lnTo>
                    <a:lnTo>
                      <a:pt x="21949" y="6026"/>
                    </a:lnTo>
                    <a:lnTo>
                      <a:pt x="21740" y="6026"/>
                    </a:lnTo>
                    <a:lnTo>
                      <a:pt x="21594" y="6110"/>
                    </a:lnTo>
                    <a:lnTo>
                      <a:pt x="21489" y="5942"/>
                    </a:lnTo>
                    <a:lnTo>
                      <a:pt x="21342" y="5921"/>
                    </a:lnTo>
                    <a:lnTo>
                      <a:pt x="21217" y="5796"/>
                    </a:lnTo>
                    <a:lnTo>
                      <a:pt x="21070" y="5712"/>
                    </a:lnTo>
                    <a:lnTo>
                      <a:pt x="20966" y="5691"/>
                    </a:lnTo>
                    <a:lnTo>
                      <a:pt x="20694" y="5398"/>
                    </a:lnTo>
                    <a:lnTo>
                      <a:pt x="20485" y="5105"/>
                    </a:lnTo>
                    <a:lnTo>
                      <a:pt x="20380" y="5085"/>
                    </a:lnTo>
                    <a:lnTo>
                      <a:pt x="20254" y="4959"/>
                    </a:lnTo>
                    <a:lnTo>
                      <a:pt x="20129" y="4959"/>
                    </a:lnTo>
                    <a:lnTo>
                      <a:pt x="19773" y="4687"/>
                    </a:lnTo>
                    <a:lnTo>
                      <a:pt x="19627" y="4687"/>
                    </a:lnTo>
                    <a:lnTo>
                      <a:pt x="19438" y="4603"/>
                    </a:lnTo>
                    <a:lnTo>
                      <a:pt x="19334" y="4666"/>
                    </a:lnTo>
                    <a:lnTo>
                      <a:pt x="19187" y="4666"/>
                    </a:lnTo>
                    <a:lnTo>
                      <a:pt x="19083" y="4603"/>
                    </a:lnTo>
                    <a:lnTo>
                      <a:pt x="18978" y="4666"/>
                    </a:lnTo>
                    <a:lnTo>
                      <a:pt x="18915" y="4750"/>
                    </a:lnTo>
                    <a:lnTo>
                      <a:pt x="18832" y="4666"/>
                    </a:lnTo>
                    <a:lnTo>
                      <a:pt x="18685" y="4561"/>
                    </a:lnTo>
                    <a:lnTo>
                      <a:pt x="18685" y="4666"/>
                    </a:lnTo>
                    <a:lnTo>
                      <a:pt x="18602" y="4624"/>
                    </a:lnTo>
                    <a:lnTo>
                      <a:pt x="18581" y="4687"/>
                    </a:lnTo>
                    <a:lnTo>
                      <a:pt x="18581" y="4750"/>
                    </a:lnTo>
                    <a:lnTo>
                      <a:pt x="18476" y="4666"/>
                    </a:lnTo>
                    <a:lnTo>
                      <a:pt x="18455" y="4624"/>
                    </a:lnTo>
                    <a:lnTo>
                      <a:pt x="18371" y="4582"/>
                    </a:lnTo>
                    <a:lnTo>
                      <a:pt x="18371" y="4582"/>
                    </a:lnTo>
                    <a:lnTo>
                      <a:pt x="18392" y="4645"/>
                    </a:lnTo>
                    <a:lnTo>
                      <a:pt x="18371" y="4666"/>
                    </a:lnTo>
                    <a:lnTo>
                      <a:pt x="18183" y="4582"/>
                    </a:lnTo>
                    <a:lnTo>
                      <a:pt x="18141" y="4582"/>
                    </a:lnTo>
                    <a:lnTo>
                      <a:pt x="17995" y="4561"/>
                    </a:lnTo>
                    <a:lnTo>
                      <a:pt x="17702" y="4394"/>
                    </a:lnTo>
                    <a:lnTo>
                      <a:pt x="17555" y="4394"/>
                    </a:lnTo>
                    <a:lnTo>
                      <a:pt x="17555" y="4436"/>
                    </a:lnTo>
                    <a:lnTo>
                      <a:pt x="17597" y="4478"/>
                    </a:lnTo>
                    <a:lnTo>
                      <a:pt x="17555" y="4520"/>
                    </a:lnTo>
                    <a:lnTo>
                      <a:pt x="17472" y="4478"/>
                    </a:lnTo>
                    <a:lnTo>
                      <a:pt x="17451" y="4520"/>
                    </a:lnTo>
                    <a:lnTo>
                      <a:pt x="17430" y="4561"/>
                    </a:lnTo>
                    <a:lnTo>
                      <a:pt x="17325" y="4603"/>
                    </a:lnTo>
                    <a:lnTo>
                      <a:pt x="17262" y="4666"/>
                    </a:lnTo>
                    <a:lnTo>
                      <a:pt x="17241" y="4792"/>
                    </a:lnTo>
                    <a:lnTo>
                      <a:pt x="17200" y="4687"/>
                    </a:lnTo>
                    <a:lnTo>
                      <a:pt x="17158" y="4603"/>
                    </a:lnTo>
                    <a:lnTo>
                      <a:pt x="17116" y="4645"/>
                    </a:lnTo>
                    <a:lnTo>
                      <a:pt x="17116" y="4750"/>
                    </a:lnTo>
                    <a:lnTo>
                      <a:pt x="17011" y="4917"/>
                    </a:lnTo>
                    <a:lnTo>
                      <a:pt x="17011" y="5085"/>
                    </a:lnTo>
                    <a:lnTo>
                      <a:pt x="16990" y="4917"/>
                    </a:lnTo>
                    <a:lnTo>
                      <a:pt x="17011" y="4771"/>
                    </a:lnTo>
                    <a:lnTo>
                      <a:pt x="16990" y="4645"/>
                    </a:lnTo>
                    <a:lnTo>
                      <a:pt x="17032" y="4457"/>
                    </a:lnTo>
                    <a:lnTo>
                      <a:pt x="17095" y="4394"/>
                    </a:lnTo>
                    <a:lnTo>
                      <a:pt x="17032" y="4373"/>
                    </a:lnTo>
                    <a:lnTo>
                      <a:pt x="16928" y="4373"/>
                    </a:lnTo>
                    <a:lnTo>
                      <a:pt x="17053" y="4248"/>
                    </a:lnTo>
                    <a:lnTo>
                      <a:pt x="16907" y="4059"/>
                    </a:lnTo>
                    <a:lnTo>
                      <a:pt x="16823" y="3913"/>
                    </a:lnTo>
                    <a:lnTo>
                      <a:pt x="16739" y="3913"/>
                    </a:lnTo>
                    <a:lnTo>
                      <a:pt x="16614" y="3871"/>
                    </a:lnTo>
                    <a:lnTo>
                      <a:pt x="16530" y="3976"/>
                    </a:lnTo>
                    <a:lnTo>
                      <a:pt x="16467" y="4017"/>
                    </a:lnTo>
                    <a:lnTo>
                      <a:pt x="16425" y="3934"/>
                    </a:lnTo>
                    <a:lnTo>
                      <a:pt x="16384" y="3913"/>
                    </a:lnTo>
                    <a:lnTo>
                      <a:pt x="16363" y="3829"/>
                    </a:lnTo>
                    <a:lnTo>
                      <a:pt x="16279" y="3766"/>
                    </a:lnTo>
                    <a:lnTo>
                      <a:pt x="16195" y="3766"/>
                    </a:lnTo>
                    <a:lnTo>
                      <a:pt x="16153" y="3724"/>
                    </a:lnTo>
                    <a:lnTo>
                      <a:pt x="16070" y="3704"/>
                    </a:lnTo>
                    <a:lnTo>
                      <a:pt x="16007" y="3745"/>
                    </a:lnTo>
                    <a:lnTo>
                      <a:pt x="16007" y="3704"/>
                    </a:lnTo>
                    <a:lnTo>
                      <a:pt x="15965" y="3662"/>
                    </a:lnTo>
                    <a:lnTo>
                      <a:pt x="15902" y="3599"/>
                    </a:lnTo>
                    <a:lnTo>
                      <a:pt x="15840" y="3620"/>
                    </a:lnTo>
                    <a:lnTo>
                      <a:pt x="15693" y="3599"/>
                    </a:lnTo>
                    <a:lnTo>
                      <a:pt x="15526" y="3494"/>
                    </a:lnTo>
                    <a:lnTo>
                      <a:pt x="15463" y="3494"/>
                    </a:lnTo>
                    <a:lnTo>
                      <a:pt x="15442" y="3536"/>
                    </a:lnTo>
                    <a:lnTo>
                      <a:pt x="15337" y="3452"/>
                    </a:lnTo>
                    <a:lnTo>
                      <a:pt x="15254" y="3452"/>
                    </a:lnTo>
                    <a:lnTo>
                      <a:pt x="15233" y="3536"/>
                    </a:lnTo>
                    <a:lnTo>
                      <a:pt x="15170" y="3536"/>
                    </a:lnTo>
                    <a:lnTo>
                      <a:pt x="15149" y="3452"/>
                    </a:lnTo>
                    <a:lnTo>
                      <a:pt x="15024" y="3452"/>
                    </a:lnTo>
                    <a:lnTo>
                      <a:pt x="14919" y="3515"/>
                    </a:lnTo>
                    <a:lnTo>
                      <a:pt x="14856" y="3620"/>
                    </a:lnTo>
                    <a:lnTo>
                      <a:pt x="14856" y="3704"/>
                    </a:lnTo>
                    <a:lnTo>
                      <a:pt x="14731" y="3829"/>
                    </a:lnTo>
                    <a:lnTo>
                      <a:pt x="14584" y="3934"/>
                    </a:lnTo>
                    <a:lnTo>
                      <a:pt x="14375" y="4059"/>
                    </a:lnTo>
                    <a:lnTo>
                      <a:pt x="14270" y="4185"/>
                    </a:lnTo>
                    <a:lnTo>
                      <a:pt x="14208" y="4352"/>
                    </a:lnTo>
                    <a:lnTo>
                      <a:pt x="14187" y="4499"/>
                    </a:lnTo>
                    <a:lnTo>
                      <a:pt x="14124" y="4582"/>
                    </a:lnTo>
                    <a:lnTo>
                      <a:pt x="14019" y="4687"/>
                    </a:lnTo>
                    <a:lnTo>
                      <a:pt x="14019" y="4771"/>
                    </a:lnTo>
                    <a:lnTo>
                      <a:pt x="14061" y="4896"/>
                    </a:lnTo>
                    <a:lnTo>
                      <a:pt x="14019" y="5105"/>
                    </a:lnTo>
                    <a:lnTo>
                      <a:pt x="13998" y="4980"/>
                    </a:lnTo>
                    <a:lnTo>
                      <a:pt x="13915" y="4854"/>
                    </a:lnTo>
                    <a:lnTo>
                      <a:pt x="13915" y="4750"/>
                    </a:lnTo>
                    <a:lnTo>
                      <a:pt x="13998" y="4645"/>
                    </a:lnTo>
                    <a:lnTo>
                      <a:pt x="14103" y="4561"/>
                    </a:lnTo>
                    <a:lnTo>
                      <a:pt x="14082" y="4394"/>
                    </a:lnTo>
                    <a:lnTo>
                      <a:pt x="14124" y="4269"/>
                    </a:lnTo>
                    <a:lnTo>
                      <a:pt x="14124" y="4185"/>
                    </a:lnTo>
                    <a:lnTo>
                      <a:pt x="14061" y="4185"/>
                    </a:lnTo>
                    <a:lnTo>
                      <a:pt x="13915" y="4248"/>
                    </a:lnTo>
                    <a:lnTo>
                      <a:pt x="13768" y="4185"/>
                    </a:lnTo>
                    <a:lnTo>
                      <a:pt x="13643" y="4185"/>
                    </a:lnTo>
                    <a:lnTo>
                      <a:pt x="13538" y="4227"/>
                    </a:lnTo>
                    <a:lnTo>
                      <a:pt x="13454" y="4164"/>
                    </a:lnTo>
                    <a:lnTo>
                      <a:pt x="13538" y="4164"/>
                    </a:lnTo>
                    <a:lnTo>
                      <a:pt x="13643" y="4080"/>
                    </a:lnTo>
                    <a:lnTo>
                      <a:pt x="13747" y="4059"/>
                    </a:lnTo>
                    <a:lnTo>
                      <a:pt x="13915" y="4080"/>
                    </a:lnTo>
                    <a:lnTo>
                      <a:pt x="14019" y="4059"/>
                    </a:lnTo>
                    <a:lnTo>
                      <a:pt x="14103" y="3955"/>
                    </a:lnTo>
                    <a:lnTo>
                      <a:pt x="14166" y="3955"/>
                    </a:lnTo>
                    <a:lnTo>
                      <a:pt x="14208" y="4017"/>
                    </a:lnTo>
                    <a:lnTo>
                      <a:pt x="14270" y="3976"/>
                    </a:lnTo>
                    <a:lnTo>
                      <a:pt x="14375" y="3934"/>
                    </a:lnTo>
                    <a:lnTo>
                      <a:pt x="14521" y="3871"/>
                    </a:lnTo>
                    <a:lnTo>
                      <a:pt x="14521" y="3745"/>
                    </a:lnTo>
                    <a:lnTo>
                      <a:pt x="14689" y="3557"/>
                    </a:lnTo>
                    <a:lnTo>
                      <a:pt x="14689" y="3432"/>
                    </a:lnTo>
                    <a:lnTo>
                      <a:pt x="14731" y="3348"/>
                    </a:lnTo>
                    <a:lnTo>
                      <a:pt x="14731" y="3243"/>
                    </a:lnTo>
                    <a:lnTo>
                      <a:pt x="14584" y="3222"/>
                    </a:lnTo>
                    <a:lnTo>
                      <a:pt x="14438" y="3118"/>
                    </a:lnTo>
                    <a:lnTo>
                      <a:pt x="14333" y="3118"/>
                    </a:lnTo>
                    <a:lnTo>
                      <a:pt x="14187" y="3222"/>
                    </a:lnTo>
                    <a:lnTo>
                      <a:pt x="14061" y="3222"/>
                    </a:lnTo>
                    <a:lnTo>
                      <a:pt x="13852" y="3139"/>
                    </a:lnTo>
                    <a:lnTo>
                      <a:pt x="13643" y="3118"/>
                    </a:lnTo>
                    <a:lnTo>
                      <a:pt x="13475" y="3285"/>
                    </a:lnTo>
                    <a:lnTo>
                      <a:pt x="13475" y="3348"/>
                    </a:lnTo>
                    <a:lnTo>
                      <a:pt x="13538" y="3390"/>
                    </a:lnTo>
                    <a:lnTo>
                      <a:pt x="13559" y="3432"/>
                    </a:lnTo>
                    <a:lnTo>
                      <a:pt x="13475" y="3432"/>
                    </a:lnTo>
                    <a:lnTo>
                      <a:pt x="13433" y="3452"/>
                    </a:lnTo>
                    <a:lnTo>
                      <a:pt x="13371" y="3557"/>
                    </a:lnTo>
                    <a:lnTo>
                      <a:pt x="13350" y="3494"/>
                    </a:lnTo>
                    <a:lnTo>
                      <a:pt x="13287" y="3452"/>
                    </a:lnTo>
                    <a:lnTo>
                      <a:pt x="13161" y="3515"/>
                    </a:lnTo>
                    <a:lnTo>
                      <a:pt x="13036" y="3704"/>
                    </a:lnTo>
                    <a:lnTo>
                      <a:pt x="12848" y="3913"/>
                    </a:lnTo>
                    <a:lnTo>
                      <a:pt x="12973" y="3724"/>
                    </a:lnTo>
                    <a:lnTo>
                      <a:pt x="12973" y="3599"/>
                    </a:lnTo>
                    <a:lnTo>
                      <a:pt x="13015" y="3515"/>
                    </a:lnTo>
                    <a:lnTo>
                      <a:pt x="13015" y="3432"/>
                    </a:lnTo>
                    <a:lnTo>
                      <a:pt x="12952" y="3432"/>
                    </a:lnTo>
                    <a:lnTo>
                      <a:pt x="12848" y="3536"/>
                    </a:lnTo>
                    <a:lnTo>
                      <a:pt x="12806" y="3662"/>
                    </a:lnTo>
                    <a:lnTo>
                      <a:pt x="12743" y="3829"/>
                    </a:lnTo>
                    <a:lnTo>
                      <a:pt x="12638" y="3871"/>
                    </a:lnTo>
                    <a:lnTo>
                      <a:pt x="12722" y="3704"/>
                    </a:lnTo>
                    <a:lnTo>
                      <a:pt x="12743" y="3557"/>
                    </a:lnTo>
                    <a:lnTo>
                      <a:pt x="12952" y="3306"/>
                    </a:lnTo>
                    <a:lnTo>
                      <a:pt x="13015" y="3118"/>
                    </a:lnTo>
                    <a:lnTo>
                      <a:pt x="13078" y="3013"/>
                    </a:lnTo>
                    <a:lnTo>
                      <a:pt x="13182" y="2971"/>
                    </a:lnTo>
                    <a:lnTo>
                      <a:pt x="13329" y="2888"/>
                    </a:lnTo>
                    <a:lnTo>
                      <a:pt x="13392" y="2867"/>
                    </a:lnTo>
                    <a:lnTo>
                      <a:pt x="13496" y="2699"/>
                    </a:lnTo>
                    <a:lnTo>
                      <a:pt x="13768" y="2448"/>
                    </a:lnTo>
                    <a:lnTo>
                      <a:pt x="13789" y="2364"/>
                    </a:lnTo>
                    <a:lnTo>
                      <a:pt x="13852" y="2302"/>
                    </a:lnTo>
                    <a:lnTo>
                      <a:pt x="13789" y="2239"/>
                    </a:lnTo>
                    <a:lnTo>
                      <a:pt x="13810" y="2155"/>
                    </a:lnTo>
                    <a:lnTo>
                      <a:pt x="13852" y="2134"/>
                    </a:lnTo>
                    <a:lnTo>
                      <a:pt x="13852" y="2030"/>
                    </a:lnTo>
                    <a:lnTo>
                      <a:pt x="13747" y="1946"/>
                    </a:lnTo>
                    <a:lnTo>
                      <a:pt x="13601" y="1946"/>
                    </a:lnTo>
                    <a:lnTo>
                      <a:pt x="13580" y="1988"/>
                    </a:lnTo>
                    <a:lnTo>
                      <a:pt x="13538" y="1883"/>
                    </a:lnTo>
                    <a:lnTo>
                      <a:pt x="13454" y="1674"/>
                    </a:lnTo>
                    <a:lnTo>
                      <a:pt x="13329" y="1360"/>
                    </a:lnTo>
                    <a:lnTo>
                      <a:pt x="13224" y="1214"/>
                    </a:lnTo>
                    <a:lnTo>
                      <a:pt x="13140" y="1004"/>
                    </a:lnTo>
                    <a:lnTo>
                      <a:pt x="13140" y="879"/>
                    </a:lnTo>
                    <a:lnTo>
                      <a:pt x="13120" y="732"/>
                    </a:lnTo>
                    <a:lnTo>
                      <a:pt x="13057" y="691"/>
                    </a:lnTo>
                    <a:lnTo>
                      <a:pt x="13036" y="586"/>
                    </a:lnTo>
                    <a:lnTo>
                      <a:pt x="12952" y="460"/>
                    </a:lnTo>
                    <a:lnTo>
                      <a:pt x="12931" y="481"/>
                    </a:lnTo>
                    <a:lnTo>
                      <a:pt x="12931" y="565"/>
                    </a:lnTo>
                    <a:lnTo>
                      <a:pt x="12868" y="628"/>
                    </a:lnTo>
                    <a:lnTo>
                      <a:pt x="12743" y="711"/>
                    </a:lnTo>
                    <a:lnTo>
                      <a:pt x="12701" y="795"/>
                    </a:lnTo>
                    <a:lnTo>
                      <a:pt x="12555" y="984"/>
                    </a:lnTo>
                    <a:lnTo>
                      <a:pt x="12408" y="1151"/>
                    </a:lnTo>
                    <a:lnTo>
                      <a:pt x="12408" y="1256"/>
                    </a:lnTo>
                    <a:lnTo>
                      <a:pt x="12303" y="1507"/>
                    </a:lnTo>
                    <a:lnTo>
                      <a:pt x="12199" y="1653"/>
                    </a:lnTo>
                    <a:lnTo>
                      <a:pt x="12115" y="1779"/>
                    </a:lnTo>
                    <a:lnTo>
                      <a:pt x="12011" y="1820"/>
                    </a:lnTo>
                    <a:lnTo>
                      <a:pt x="11969" y="1862"/>
                    </a:lnTo>
                    <a:lnTo>
                      <a:pt x="11927" y="1967"/>
                    </a:lnTo>
                    <a:lnTo>
                      <a:pt x="11822" y="2051"/>
                    </a:lnTo>
                    <a:lnTo>
                      <a:pt x="11759" y="2030"/>
                    </a:lnTo>
                    <a:lnTo>
                      <a:pt x="11759" y="1862"/>
                    </a:lnTo>
                    <a:lnTo>
                      <a:pt x="11697" y="1841"/>
                    </a:lnTo>
                    <a:lnTo>
                      <a:pt x="11676" y="1779"/>
                    </a:lnTo>
                    <a:lnTo>
                      <a:pt x="11613" y="1779"/>
                    </a:lnTo>
                    <a:lnTo>
                      <a:pt x="11550" y="1820"/>
                    </a:lnTo>
                    <a:lnTo>
                      <a:pt x="11487" y="1883"/>
                    </a:lnTo>
                    <a:lnTo>
                      <a:pt x="11383" y="1862"/>
                    </a:lnTo>
                    <a:lnTo>
                      <a:pt x="11299" y="1779"/>
                    </a:lnTo>
                    <a:lnTo>
                      <a:pt x="11299" y="1737"/>
                    </a:lnTo>
                    <a:lnTo>
                      <a:pt x="11278" y="1716"/>
                    </a:lnTo>
                    <a:lnTo>
                      <a:pt x="11257" y="1611"/>
                    </a:lnTo>
                    <a:lnTo>
                      <a:pt x="11236" y="1548"/>
                    </a:lnTo>
                    <a:lnTo>
                      <a:pt x="11153" y="1528"/>
                    </a:lnTo>
                    <a:lnTo>
                      <a:pt x="11048" y="1423"/>
                    </a:lnTo>
                    <a:lnTo>
                      <a:pt x="10881" y="1423"/>
                    </a:lnTo>
                    <a:lnTo>
                      <a:pt x="10776" y="1465"/>
                    </a:lnTo>
                    <a:lnTo>
                      <a:pt x="10546" y="1465"/>
                    </a:lnTo>
                    <a:lnTo>
                      <a:pt x="10420" y="1444"/>
                    </a:lnTo>
                    <a:lnTo>
                      <a:pt x="10316" y="1528"/>
                    </a:lnTo>
                    <a:lnTo>
                      <a:pt x="10295" y="1632"/>
                    </a:lnTo>
                    <a:lnTo>
                      <a:pt x="10399" y="1737"/>
                    </a:lnTo>
                    <a:lnTo>
                      <a:pt x="10420" y="1820"/>
                    </a:lnTo>
                    <a:lnTo>
                      <a:pt x="10462" y="1946"/>
                    </a:lnTo>
                    <a:lnTo>
                      <a:pt x="10441" y="1988"/>
                    </a:lnTo>
                    <a:lnTo>
                      <a:pt x="10337" y="1988"/>
                    </a:lnTo>
                    <a:lnTo>
                      <a:pt x="10190" y="1946"/>
                    </a:lnTo>
                    <a:lnTo>
                      <a:pt x="10148" y="1925"/>
                    </a:lnTo>
                    <a:lnTo>
                      <a:pt x="9918" y="1925"/>
                    </a:lnTo>
                    <a:lnTo>
                      <a:pt x="9814" y="1946"/>
                    </a:lnTo>
                    <a:lnTo>
                      <a:pt x="9772" y="1883"/>
                    </a:lnTo>
                    <a:lnTo>
                      <a:pt x="9604" y="1883"/>
                    </a:lnTo>
                    <a:lnTo>
                      <a:pt x="9479" y="1946"/>
                    </a:lnTo>
                    <a:lnTo>
                      <a:pt x="9395" y="2134"/>
                    </a:lnTo>
                    <a:lnTo>
                      <a:pt x="9165" y="2134"/>
                    </a:lnTo>
                    <a:lnTo>
                      <a:pt x="9039" y="2155"/>
                    </a:lnTo>
                    <a:lnTo>
                      <a:pt x="8998" y="2197"/>
                    </a:lnTo>
                    <a:lnTo>
                      <a:pt x="8935" y="2302"/>
                    </a:lnTo>
                    <a:lnTo>
                      <a:pt x="8788" y="2302"/>
                    </a:lnTo>
                    <a:lnTo>
                      <a:pt x="8767" y="2281"/>
                    </a:lnTo>
                    <a:lnTo>
                      <a:pt x="8684" y="2302"/>
                    </a:lnTo>
                    <a:lnTo>
                      <a:pt x="8621" y="2385"/>
                    </a:lnTo>
                    <a:lnTo>
                      <a:pt x="8537" y="2364"/>
                    </a:lnTo>
                    <a:lnTo>
                      <a:pt x="8307" y="2176"/>
                    </a:lnTo>
                    <a:lnTo>
                      <a:pt x="8223" y="2072"/>
                    </a:lnTo>
                    <a:lnTo>
                      <a:pt x="8223" y="1988"/>
                    </a:lnTo>
                    <a:lnTo>
                      <a:pt x="8098" y="1862"/>
                    </a:lnTo>
                    <a:lnTo>
                      <a:pt x="7993" y="1758"/>
                    </a:lnTo>
                    <a:lnTo>
                      <a:pt x="7993" y="1653"/>
                    </a:lnTo>
                    <a:lnTo>
                      <a:pt x="8014" y="1569"/>
                    </a:lnTo>
                    <a:lnTo>
                      <a:pt x="7993" y="1528"/>
                    </a:lnTo>
                    <a:lnTo>
                      <a:pt x="8014" y="1423"/>
                    </a:lnTo>
                    <a:lnTo>
                      <a:pt x="8056" y="1339"/>
                    </a:lnTo>
                    <a:lnTo>
                      <a:pt x="8056" y="1214"/>
                    </a:lnTo>
                    <a:lnTo>
                      <a:pt x="8161" y="1025"/>
                    </a:lnTo>
                    <a:lnTo>
                      <a:pt x="8202" y="879"/>
                    </a:lnTo>
                    <a:lnTo>
                      <a:pt x="8307" y="732"/>
                    </a:lnTo>
                    <a:lnTo>
                      <a:pt x="8307" y="691"/>
                    </a:lnTo>
                    <a:lnTo>
                      <a:pt x="8202" y="691"/>
                    </a:lnTo>
                    <a:lnTo>
                      <a:pt x="8140" y="607"/>
                    </a:lnTo>
                    <a:lnTo>
                      <a:pt x="8119" y="523"/>
                    </a:lnTo>
                    <a:lnTo>
                      <a:pt x="7993" y="523"/>
                    </a:lnTo>
                    <a:lnTo>
                      <a:pt x="7889" y="481"/>
                    </a:lnTo>
                    <a:lnTo>
                      <a:pt x="7930" y="398"/>
                    </a:lnTo>
                    <a:lnTo>
                      <a:pt x="8014" y="293"/>
                    </a:lnTo>
                    <a:lnTo>
                      <a:pt x="8014" y="147"/>
                    </a:lnTo>
                    <a:lnTo>
                      <a:pt x="7910" y="0"/>
                    </a:lnTo>
                    <a:lnTo>
                      <a:pt x="7784" y="0"/>
                    </a:lnTo>
                    <a:lnTo>
                      <a:pt x="7721" y="63"/>
                    </a:lnTo>
                    <a:lnTo>
                      <a:pt x="767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6B65"/>
                  </a:solidFill>
                </a:endParaRPr>
              </a:p>
            </p:txBody>
          </p:sp>
        </p:grpSp>
        <p:grpSp>
          <p:nvGrpSpPr>
            <p:cNvPr id="512" name="Google Shape;512;p38"/>
            <p:cNvGrpSpPr/>
            <p:nvPr/>
          </p:nvGrpSpPr>
          <p:grpSpPr>
            <a:xfrm>
              <a:off x="3265985" y="3226989"/>
              <a:ext cx="87151" cy="346202"/>
              <a:chOff x="2680375" y="3423800"/>
              <a:chExt cx="182975" cy="761050"/>
            </a:xfrm>
          </p:grpSpPr>
          <p:sp>
            <p:nvSpPr>
              <p:cNvPr id="513" name="Google Shape;513;p38"/>
              <p:cNvSpPr/>
              <p:nvPr/>
            </p:nvSpPr>
            <p:spPr>
              <a:xfrm>
                <a:off x="2698650" y="3423800"/>
                <a:ext cx="164700" cy="703875"/>
              </a:xfrm>
              <a:custGeom>
                <a:rect b="b" l="l" r="r" t="t"/>
                <a:pathLst>
                  <a:path extrusionOk="0" h="28155" w="6588">
                    <a:moveTo>
                      <a:pt x="319" y="4568"/>
                    </a:moveTo>
                    <a:lnTo>
                      <a:pt x="107" y="1274"/>
                    </a:lnTo>
                    <a:lnTo>
                      <a:pt x="319" y="0"/>
                    </a:lnTo>
                    <a:lnTo>
                      <a:pt x="6588" y="4356"/>
                    </a:lnTo>
                    <a:lnTo>
                      <a:pt x="4994" y="7331"/>
                    </a:lnTo>
                    <a:lnTo>
                      <a:pt x="1913" y="16149"/>
                    </a:lnTo>
                    <a:lnTo>
                      <a:pt x="2656" y="24330"/>
                    </a:lnTo>
                    <a:lnTo>
                      <a:pt x="4144" y="28155"/>
                    </a:lnTo>
                    <a:lnTo>
                      <a:pt x="1700" y="27836"/>
                    </a:lnTo>
                    <a:lnTo>
                      <a:pt x="532" y="25605"/>
                    </a:lnTo>
                    <a:lnTo>
                      <a:pt x="1063" y="22736"/>
                    </a:lnTo>
                    <a:lnTo>
                      <a:pt x="0" y="17530"/>
                    </a:lnTo>
                    <a:lnTo>
                      <a:pt x="638" y="14024"/>
                    </a:lnTo>
                    <a:lnTo>
                      <a:pt x="213" y="11793"/>
                    </a:lnTo>
                    <a:lnTo>
                      <a:pt x="744" y="7756"/>
                    </a:lnTo>
                    <a:close/>
                  </a:path>
                </a:pathLst>
              </a:custGeom>
              <a:solidFill>
                <a:schemeClr val="dk2"/>
              </a:solidFill>
              <a:ln>
                <a:noFill/>
              </a:ln>
            </p:spPr>
          </p:sp>
          <p:sp>
            <p:nvSpPr>
              <p:cNvPr id="514" name="Google Shape;514;p38"/>
              <p:cNvSpPr/>
              <p:nvPr/>
            </p:nvSpPr>
            <p:spPr>
              <a:xfrm>
                <a:off x="2680375" y="3510050"/>
                <a:ext cx="137075" cy="674800"/>
              </a:xfrm>
              <a:custGeom>
                <a:rect b="b" l="l" r="r" t="t"/>
                <a:pathLst>
                  <a:path extrusionOk="0" h="26992" w="5483">
                    <a:moveTo>
                      <a:pt x="984" y="23016"/>
                    </a:moveTo>
                    <a:lnTo>
                      <a:pt x="984" y="23121"/>
                    </a:lnTo>
                    <a:lnTo>
                      <a:pt x="1026" y="23058"/>
                    </a:lnTo>
                    <a:lnTo>
                      <a:pt x="1088" y="23016"/>
                    </a:lnTo>
                    <a:close/>
                    <a:moveTo>
                      <a:pt x="1047" y="0"/>
                    </a:moveTo>
                    <a:lnTo>
                      <a:pt x="984" y="105"/>
                    </a:lnTo>
                    <a:lnTo>
                      <a:pt x="963" y="209"/>
                    </a:lnTo>
                    <a:lnTo>
                      <a:pt x="1068" y="314"/>
                    </a:lnTo>
                    <a:lnTo>
                      <a:pt x="1005" y="419"/>
                    </a:lnTo>
                    <a:lnTo>
                      <a:pt x="900" y="502"/>
                    </a:lnTo>
                    <a:lnTo>
                      <a:pt x="837" y="461"/>
                    </a:lnTo>
                    <a:lnTo>
                      <a:pt x="691" y="544"/>
                    </a:lnTo>
                    <a:lnTo>
                      <a:pt x="565" y="628"/>
                    </a:lnTo>
                    <a:lnTo>
                      <a:pt x="628" y="670"/>
                    </a:lnTo>
                    <a:lnTo>
                      <a:pt x="628" y="837"/>
                    </a:lnTo>
                    <a:lnTo>
                      <a:pt x="586" y="963"/>
                    </a:lnTo>
                    <a:lnTo>
                      <a:pt x="628" y="1130"/>
                    </a:lnTo>
                    <a:lnTo>
                      <a:pt x="733" y="1549"/>
                    </a:lnTo>
                    <a:lnTo>
                      <a:pt x="733" y="1695"/>
                    </a:lnTo>
                    <a:lnTo>
                      <a:pt x="691" y="1800"/>
                    </a:lnTo>
                    <a:lnTo>
                      <a:pt x="649" y="1883"/>
                    </a:lnTo>
                    <a:lnTo>
                      <a:pt x="691" y="2093"/>
                    </a:lnTo>
                    <a:lnTo>
                      <a:pt x="775" y="2302"/>
                    </a:lnTo>
                    <a:lnTo>
                      <a:pt x="858" y="2490"/>
                    </a:lnTo>
                    <a:lnTo>
                      <a:pt x="858" y="2762"/>
                    </a:lnTo>
                    <a:lnTo>
                      <a:pt x="837" y="2846"/>
                    </a:lnTo>
                    <a:lnTo>
                      <a:pt x="796" y="2909"/>
                    </a:lnTo>
                    <a:lnTo>
                      <a:pt x="837" y="3327"/>
                    </a:lnTo>
                    <a:lnTo>
                      <a:pt x="837" y="3432"/>
                    </a:lnTo>
                    <a:lnTo>
                      <a:pt x="754" y="3474"/>
                    </a:lnTo>
                    <a:lnTo>
                      <a:pt x="670" y="3536"/>
                    </a:lnTo>
                    <a:lnTo>
                      <a:pt x="670" y="3766"/>
                    </a:lnTo>
                    <a:lnTo>
                      <a:pt x="691" y="3829"/>
                    </a:lnTo>
                    <a:lnTo>
                      <a:pt x="775" y="3766"/>
                    </a:lnTo>
                    <a:lnTo>
                      <a:pt x="837" y="3829"/>
                    </a:lnTo>
                    <a:lnTo>
                      <a:pt x="754" y="3892"/>
                    </a:lnTo>
                    <a:lnTo>
                      <a:pt x="754" y="4499"/>
                    </a:lnTo>
                    <a:lnTo>
                      <a:pt x="837" y="4729"/>
                    </a:lnTo>
                    <a:lnTo>
                      <a:pt x="858" y="4917"/>
                    </a:lnTo>
                    <a:lnTo>
                      <a:pt x="837" y="5064"/>
                    </a:lnTo>
                    <a:lnTo>
                      <a:pt x="733" y="5231"/>
                    </a:lnTo>
                    <a:lnTo>
                      <a:pt x="733" y="5399"/>
                    </a:lnTo>
                    <a:lnTo>
                      <a:pt x="837" y="5566"/>
                    </a:lnTo>
                    <a:lnTo>
                      <a:pt x="796" y="5712"/>
                    </a:lnTo>
                    <a:lnTo>
                      <a:pt x="796" y="5984"/>
                    </a:lnTo>
                    <a:lnTo>
                      <a:pt x="754" y="6089"/>
                    </a:lnTo>
                    <a:lnTo>
                      <a:pt x="754" y="6256"/>
                    </a:lnTo>
                    <a:lnTo>
                      <a:pt x="775" y="6340"/>
                    </a:lnTo>
                    <a:lnTo>
                      <a:pt x="775" y="6403"/>
                    </a:lnTo>
                    <a:lnTo>
                      <a:pt x="670" y="6570"/>
                    </a:lnTo>
                    <a:lnTo>
                      <a:pt x="670" y="6717"/>
                    </a:lnTo>
                    <a:lnTo>
                      <a:pt x="628" y="6821"/>
                    </a:lnTo>
                    <a:lnTo>
                      <a:pt x="649" y="7010"/>
                    </a:lnTo>
                    <a:lnTo>
                      <a:pt x="628" y="7093"/>
                    </a:lnTo>
                    <a:lnTo>
                      <a:pt x="524" y="7303"/>
                    </a:lnTo>
                    <a:lnTo>
                      <a:pt x="524" y="7407"/>
                    </a:lnTo>
                    <a:lnTo>
                      <a:pt x="628" y="7554"/>
                    </a:lnTo>
                    <a:lnTo>
                      <a:pt x="649" y="7721"/>
                    </a:lnTo>
                    <a:lnTo>
                      <a:pt x="733" y="7826"/>
                    </a:lnTo>
                    <a:lnTo>
                      <a:pt x="649" y="7867"/>
                    </a:lnTo>
                    <a:lnTo>
                      <a:pt x="586" y="8014"/>
                    </a:lnTo>
                    <a:lnTo>
                      <a:pt x="670" y="8119"/>
                    </a:lnTo>
                    <a:lnTo>
                      <a:pt x="586" y="8202"/>
                    </a:lnTo>
                    <a:lnTo>
                      <a:pt x="524" y="8244"/>
                    </a:lnTo>
                    <a:lnTo>
                      <a:pt x="524" y="8391"/>
                    </a:lnTo>
                    <a:lnTo>
                      <a:pt x="544" y="8537"/>
                    </a:lnTo>
                    <a:lnTo>
                      <a:pt x="544" y="8663"/>
                    </a:lnTo>
                    <a:lnTo>
                      <a:pt x="670" y="8997"/>
                    </a:lnTo>
                    <a:lnTo>
                      <a:pt x="670" y="9186"/>
                    </a:lnTo>
                    <a:lnTo>
                      <a:pt x="628" y="9228"/>
                    </a:lnTo>
                    <a:lnTo>
                      <a:pt x="628" y="9332"/>
                    </a:lnTo>
                    <a:lnTo>
                      <a:pt x="754" y="9520"/>
                    </a:lnTo>
                    <a:lnTo>
                      <a:pt x="754" y="9730"/>
                    </a:lnTo>
                    <a:lnTo>
                      <a:pt x="733" y="9855"/>
                    </a:lnTo>
                    <a:lnTo>
                      <a:pt x="733" y="9918"/>
                    </a:lnTo>
                    <a:lnTo>
                      <a:pt x="754" y="10023"/>
                    </a:lnTo>
                    <a:lnTo>
                      <a:pt x="733" y="10106"/>
                    </a:lnTo>
                    <a:lnTo>
                      <a:pt x="691" y="10211"/>
                    </a:lnTo>
                    <a:lnTo>
                      <a:pt x="733" y="10253"/>
                    </a:lnTo>
                    <a:lnTo>
                      <a:pt x="858" y="10441"/>
                    </a:lnTo>
                    <a:lnTo>
                      <a:pt x="879" y="10546"/>
                    </a:lnTo>
                    <a:lnTo>
                      <a:pt x="837" y="10650"/>
                    </a:lnTo>
                    <a:lnTo>
                      <a:pt x="754" y="10692"/>
                    </a:lnTo>
                    <a:lnTo>
                      <a:pt x="670" y="10860"/>
                    </a:lnTo>
                    <a:lnTo>
                      <a:pt x="670" y="10901"/>
                    </a:lnTo>
                    <a:lnTo>
                      <a:pt x="733" y="10964"/>
                    </a:lnTo>
                    <a:lnTo>
                      <a:pt x="670" y="11090"/>
                    </a:lnTo>
                    <a:lnTo>
                      <a:pt x="586" y="11173"/>
                    </a:lnTo>
                    <a:lnTo>
                      <a:pt x="586" y="11278"/>
                    </a:lnTo>
                    <a:lnTo>
                      <a:pt x="565" y="11466"/>
                    </a:lnTo>
                    <a:lnTo>
                      <a:pt x="524" y="11571"/>
                    </a:lnTo>
                    <a:lnTo>
                      <a:pt x="524" y="11676"/>
                    </a:lnTo>
                    <a:lnTo>
                      <a:pt x="482" y="11717"/>
                    </a:lnTo>
                    <a:lnTo>
                      <a:pt x="482" y="11843"/>
                    </a:lnTo>
                    <a:lnTo>
                      <a:pt x="419" y="11927"/>
                    </a:lnTo>
                    <a:lnTo>
                      <a:pt x="419" y="11989"/>
                    </a:lnTo>
                    <a:lnTo>
                      <a:pt x="461" y="12052"/>
                    </a:lnTo>
                    <a:lnTo>
                      <a:pt x="377" y="12157"/>
                    </a:lnTo>
                    <a:lnTo>
                      <a:pt x="377" y="12324"/>
                    </a:lnTo>
                    <a:lnTo>
                      <a:pt x="377" y="12429"/>
                    </a:lnTo>
                    <a:lnTo>
                      <a:pt x="314" y="12471"/>
                    </a:lnTo>
                    <a:lnTo>
                      <a:pt x="314" y="12575"/>
                    </a:lnTo>
                    <a:lnTo>
                      <a:pt x="272" y="12659"/>
                    </a:lnTo>
                    <a:lnTo>
                      <a:pt x="272" y="12743"/>
                    </a:lnTo>
                    <a:lnTo>
                      <a:pt x="314" y="12847"/>
                    </a:lnTo>
                    <a:lnTo>
                      <a:pt x="314" y="12952"/>
                    </a:lnTo>
                    <a:lnTo>
                      <a:pt x="231" y="13057"/>
                    </a:lnTo>
                    <a:lnTo>
                      <a:pt x="147" y="13057"/>
                    </a:lnTo>
                    <a:lnTo>
                      <a:pt x="63" y="12994"/>
                    </a:lnTo>
                    <a:lnTo>
                      <a:pt x="0" y="13015"/>
                    </a:lnTo>
                    <a:lnTo>
                      <a:pt x="0" y="13098"/>
                    </a:lnTo>
                    <a:lnTo>
                      <a:pt x="21" y="13224"/>
                    </a:lnTo>
                    <a:lnTo>
                      <a:pt x="21" y="13412"/>
                    </a:lnTo>
                    <a:lnTo>
                      <a:pt x="105" y="13517"/>
                    </a:lnTo>
                    <a:lnTo>
                      <a:pt x="231" y="13621"/>
                    </a:lnTo>
                    <a:lnTo>
                      <a:pt x="252" y="13747"/>
                    </a:lnTo>
                    <a:lnTo>
                      <a:pt x="231" y="13914"/>
                    </a:lnTo>
                    <a:lnTo>
                      <a:pt x="398" y="14228"/>
                    </a:lnTo>
                    <a:lnTo>
                      <a:pt x="440" y="14312"/>
                    </a:lnTo>
                    <a:lnTo>
                      <a:pt x="524" y="14375"/>
                    </a:lnTo>
                    <a:lnTo>
                      <a:pt x="524" y="14563"/>
                    </a:lnTo>
                    <a:lnTo>
                      <a:pt x="461" y="14835"/>
                    </a:lnTo>
                    <a:lnTo>
                      <a:pt x="419" y="14856"/>
                    </a:lnTo>
                    <a:lnTo>
                      <a:pt x="440" y="14940"/>
                    </a:lnTo>
                    <a:lnTo>
                      <a:pt x="419" y="15002"/>
                    </a:lnTo>
                    <a:lnTo>
                      <a:pt x="356" y="14982"/>
                    </a:lnTo>
                    <a:lnTo>
                      <a:pt x="314" y="14982"/>
                    </a:lnTo>
                    <a:lnTo>
                      <a:pt x="272" y="15086"/>
                    </a:lnTo>
                    <a:lnTo>
                      <a:pt x="314" y="15191"/>
                    </a:lnTo>
                    <a:lnTo>
                      <a:pt x="377" y="15254"/>
                    </a:lnTo>
                    <a:lnTo>
                      <a:pt x="335" y="15484"/>
                    </a:lnTo>
                    <a:lnTo>
                      <a:pt x="356" y="15588"/>
                    </a:lnTo>
                    <a:lnTo>
                      <a:pt x="314" y="15672"/>
                    </a:lnTo>
                    <a:lnTo>
                      <a:pt x="356" y="15714"/>
                    </a:lnTo>
                    <a:lnTo>
                      <a:pt x="335" y="15798"/>
                    </a:lnTo>
                    <a:lnTo>
                      <a:pt x="314" y="15818"/>
                    </a:lnTo>
                    <a:lnTo>
                      <a:pt x="335" y="15881"/>
                    </a:lnTo>
                    <a:lnTo>
                      <a:pt x="524" y="16153"/>
                    </a:lnTo>
                    <a:lnTo>
                      <a:pt x="565" y="16216"/>
                    </a:lnTo>
                    <a:lnTo>
                      <a:pt x="565" y="16362"/>
                    </a:lnTo>
                    <a:lnTo>
                      <a:pt x="524" y="16342"/>
                    </a:lnTo>
                    <a:lnTo>
                      <a:pt x="377" y="16342"/>
                    </a:lnTo>
                    <a:lnTo>
                      <a:pt x="314" y="16425"/>
                    </a:lnTo>
                    <a:lnTo>
                      <a:pt x="314" y="16467"/>
                    </a:lnTo>
                    <a:lnTo>
                      <a:pt x="356" y="16530"/>
                    </a:lnTo>
                    <a:lnTo>
                      <a:pt x="356" y="16614"/>
                    </a:lnTo>
                    <a:lnTo>
                      <a:pt x="314" y="16655"/>
                    </a:lnTo>
                    <a:lnTo>
                      <a:pt x="272" y="16739"/>
                    </a:lnTo>
                    <a:lnTo>
                      <a:pt x="314" y="16823"/>
                    </a:lnTo>
                    <a:lnTo>
                      <a:pt x="335" y="16844"/>
                    </a:lnTo>
                    <a:lnTo>
                      <a:pt x="377" y="16969"/>
                    </a:lnTo>
                    <a:lnTo>
                      <a:pt x="419" y="17304"/>
                    </a:lnTo>
                    <a:lnTo>
                      <a:pt x="356" y="17451"/>
                    </a:lnTo>
                    <a:lnTo>
                      <a:pt x="482" y="17492"/>
                    </a:lnTo>
                    <a:lnTo>
                      <a:pt x="670" y="17471"/>
                    </a:lnTo>
                    <a:lnTo>
                      <a:pt x="670" y="17409"/>
                    </a:lnTo>
                    <a:lnTo>
                      <a:pt x="670" y="17283"/>
                    </a:lnTo>
                    <a:lnTo>
                      <a:pt x="733" y="17199"/>
                    </a:lnTo>
                    <a:lnTo>
                      <a:pt x="837" y="17241"/>
                    </a:lnTo>
                    <a:lnTo>
                      <a:pt x="858" y="17199"/>
                    </a:lnTo>
                    <a:lnTo>
                      <a:pt x="733" y="17095"/>
                    </a:lnTo>
                    <a:lnTo>
                      <a:pt x="775" y="17053"/>
                    </a:lnTo>
                    <a:lnTo>
                      <a:pt x="649" y="16927"/>
                    </a:lnTo>
                    <a:lnTo>
                      <a:pt x="649" y="16844"/>
                    </a:lnTo>
                    <a:lnTo>
                      <a:pt x="733" y="16844"/>
                    </a:lnTo>
                    <a:lnTo>
                      <a:pt x="837" y="16886"/>
                    </a:lnTo>
                    <a:lnTo>
                      <a:pt x="837" y="16865"/>
                    </a:lnTo>
                    <a:lnTo>
                      <a:pt x="775" y="16823"/>
                    </a:lnTo>
                    <a:lnTo>
                      <a:pt x="649" y="16718"/>
                    </a:lnTo>
                    <a:lnTo>
                      <a:pt x="775" y="16739"/>
                    </a:lnTo>
                    <a:lnTo>
                      <a:pt x="775" y="16634"/>
                    </a:lnTo>
                    <a:lnTo>
                      <a:pt x="754" y="16572"/>
                    </a:lnTo>
                    <a:lnTo>
                      <a:pt x="754" y="16425"/>
                    </a:lnTo>
                    <a:lnTo>
                      <a:pt x="733" y="16362"/>
                    </a:lnTo>
                    <a:cubicBezTo>
                      <a:pt x="733" y="16321"/>
                      <a:pt x="754" y="16258"/>
                      <a:pt x="775" y="16237"/>
                    </a:cubicBezTo>
                    <a:lnTo>
                      <a:pt x="837" y="16258"/>
                    </a:lnTo>
                    <a:lnTo>
                      <a:pt x="879" y="16237"/>
                    </a:lnTo>
                    <a:cubicBezTo>
                      <a:pt x="879" y="16342"/>
                      <a:pt x="900" y="16467"/>
                      <a:pt x="900" y="16572"/>
                    </a:cubicBezTo>
                    <a:lnTo>
                      <a:pt x="1068" y="17764"/>
                    </a:lnTo>
                    <a:lnTo>
                      <a:pt x="1047" y="17785"/>
                    </a:lnTo>
                    <a:lnTo>
                      <a:pt x="1068" y="17869"/>
                    </a:lnTo>
                    <a:lnTo>
                      <a:pt x="1068" y="18036"/>
                    </a:lnTo>
                    <a:lnTo>
                      <a:pt x="1005" y="18078"/>
                    </a:lnTo>
                    <a:lnTo>
                      <a:pt x="1047" y="18120"/>
                    </a:lnTo>
                    <a:lnTo>
                      <a:pt x="1047" y="18287"/>
                    </a:lnTo>
                    <a:lnTo>
                      <a:pt x="1005" y="18350"/>
                    </a:lnTo>
                    <a:lnTo>
                      <a:pt x="1047" y="18434"/>
                    </a:lnTo>
                    <a:lnTo>
                      <a:pt x="1047" y="18455"/>
                    </a:lnTo>
                    <a:cubicBezTo>
                      <a:pt x="1047" y="18643"/>
                      <a:pt x="1005" y="18852"/>
                      <a:pt x="963" y="19041"/>
                    </a:cubicBezTo>
                    <a:cubicBezTo>
                      <a:pt x="921" y="19187"/>
                      <a:pt x="900" y="19334"/>
                      <a:pt x="858" y="19459"/>
                    </a:cubicBezTo>
                    <a:lnTo>
                      <a:pt x="796" y="19480"/>
                    </a:lnTo>
                    <a:lnTo>
                      <a:pt x="691" y="19564"/>
                    </a:lnTo>
                    <a:lnTo>
                      <a:pt x="649" y="19564"/>
                    </a:lnTo>
                    <a:lnTo>
                      <a:pt x="649" y="19501"/>
                    </a:lnTo>
                    <a:lnTo>
                      <a:pt x="754" y="19480"/>
                    </a:lnTo>
                    <a:lnTo>
                      <a:pt x="837" y="19438"/>
                    </a:lnTo>
                    <a:lnTo>
                      <a:pt x="837" y="19271"/>
                    </a:lnTo>
                    <a:lnTo>
                      <a:pt x="775" y="19250"/>
                    </a:lnTo>
                    <a:lnTo>
                      <a:pt x="670" y="19292"/>
                    </a:lnTo>
                    <a:lnTo>
                      <a:pt x="461" y="19292"/>
                    </a:lnTo>
                    <a:lnTo>
                      <a:pt x="377" y="19271"/>
                    </a:lnTo>
                    <a:lnTo>
                      <a:pt x="293" y="19292"/>
                    </a:lnTo>
                    <a:lnTo>
                      <a:pt x="293" y="19375"/>
                    </a:lnTo>
                    <a:lnTo>
                      <a:pt x="356" y="19501"/>
                    </a:lnTo>
                    <a:lnTo>
                      <a:pt x="398" y="19501"/>
                    </a:lnTo>
                    <a:lnTo>
                      <a:pt x="440" y="19585"/>
                    </a:lnTo>
                    <a:lnTo>
                      <a:pt x="356" y="19585"/>
                    </a:lnTo>
                    <a:lnTo>
                      <a:pt x="335" y="19689"/>
                    </a:lnTo>
                    <a:lnTo>
                      <a:pt x="252" y="19752"/>
                    </a:lnTo>
                    <a:lnTo>
                      <a:pt x="189" y="19857"/>
                    </a:lnTo>
                    <a:lnTo>
                      <a:pt x="42" y="19919"/>
                    </a:lnTo>
                    <a:lnTo>
                      <a:pt x="42" y="20003"/>
                    </a:lnTo>
                    <a:lnTo>
                      <a:pt x="189" y="20192"/>
                    </a:lnTo>
                    <a:lnTo>
                      <a:pt x="272" y="20192"/>
                    </a:lnTo>
                    <a:lnTo>
                      <a:pt x="335" y="20129"/>
                    </a:lnTo>
                    <a:lnTo>
                      <a:pt x="335" y="20066"/>
                    </a:lnTo>
                    <a:lnTo>
                      <a:pt x="231" y="20024"/>
                    </a:lnTo>
                    <a:lnTo>
                      <a:pt x="231" y="19982"/>
                    </a:lnTo>
                    <a:lnTo>
                      <a:pt x="272" y="19878"/>
                    </a:lnTo>
                    <a:lnTo>
                      <a:pt x="440" y="19878"/>
                    </a:lnTo>
                    <a:lnTo>
                      <a:pt x="461" y="19857"/>
                    </a:lnTo>
                    <a:lnTo>
                      <a:pt x="482" y="19982"/>
                    </a:lnTo>
                    <a:lnTo>
                      <a:pt x="586" y="20066"/>
                    </a:lnTo>
                    <a:lnTo>
                      <a:pt x="712" y="20066"/>
                    </a:lnTo>
                    <a:lnTo>
                      <a:pt x="754" y="20003"/>
                    </a:lnTo>
                    <a:lnTo>
                      <a:pt x="754" y="20003"/>
                    </a:lnTo>
                    <a:cubicBezTo>
                      <a:pt x="670" y="20317"/>
                      <a:pt x="649" y="20631"/>
                      <a:pt x="649" y="20924"/>
                    </a:cubicBezTo>
                    <a:lnTo>
                      <a:pt x="586" y="20966"/>
                    </a:lnTo>
                    <a:lnTo>
                      <a:pt x="649" y="21008"/>
                    </a:lnTo>
                    <a:lnTo>
                      <a:pt x="649" y="21154"/>
                    </a:lnTo>
                    <a:lnTo>
                      <a:pt x="565" y="21028"/>
                    </a:lnTo>
                    <a:lnTo>
                      <a:pt x="461" y="21008"/>
                    </a:lnTo>
                    <a:lnTo>
                      <a:pt x="440" y="21049"/>
                    </a:lnTo>
                    <a:lnTo>
                      <a:pt x="440" y="21133"/>
                    </a:lnTo>
                    <a:lnTo>
                      <a:pt x="461" y="21259"/>
                    </a:lnTo>
                    <a:lnTo>
                      <a:pt x="565" y="21280"/>
                    </a:lnTo>
                    <a:lnTo>
                      <a:pt x="649" y="21342"/>
                    </a:lnTo>
                    <a:lnTo>
                      <a:pt x="649" y="21384"/>
                    </a:lnTo>
                    <a:lnTo>
                      <a:pt x="691" y="21552"/>
                    </a:lnTo>
                    <a:lnTo>
                      <a:pt x="754" y="21572"/>
                    </a:lnTo>
                    <a:cubicBezTo>
                      <a:pt x="754" y="21635"/>
                      <a:pt x="775" y="21656"/>
                      <a:pt x="796" y="21698"/>
                    </a:cubicBezTo>
                    <a:lnTo>
                      <a:pt x="670" y="21656"/>
                    </a:lnTo>
                    <a:lnTo>
                      <a:pt x="649" y="21635"/>
                    </a:lnTo>
                    <a:lnTo>
                      <a:pt x="586" y="21677"/>
                    </a:lnTo>
                    <a:lnTo>
                      <a:pt x="649" y="21865"/>
                    </a:lnTo>
                    <a:lnTo>
                      <a:pt x="649" y="21949"/>
                    </a:lnTo>
                    <a:lnTo>
                      <a:pt x="691" y="21970"/>
                    </a:lnTo>
                    <a:lnTo>
                      <a:pt x="796" y="21803"/>
                    </a:lnTo>
                    <a:lnTo>
                      <a:pt x="858" y="21782"/>
                    </a:lnTo>
                    <a:cubicBezTo>
                      <a:pt x="879" y="21844"/>
                      <a:pt x="900" y="21886"/>
                      <a:pt x="921" y="21970"/>
                    </a:cubicBezTo>
                    <a:lnTo>
                      <a:pt x="921" y="22012"/>
                    </a:lnTo>
                    <a:lnTo>
                      <a:pt x="816" y="22054"/>
                    </a:lnTo>
                    <a:lnTo>
                      <a:pt x="921" y="22284"/>
                    </a:lnTo>
                    <a:lnTo>
                      <a:pt x="963" y="22409"/>
                    </a:lnTo>
                    <a:cubicBezTo>
                      <a:pt x="963" y="22493"/>
                      <a:pt x="984" y="22577"/>
                      <a:pt x="1005" y="22640"/>
                    </a:cubicBezTo>
                    <a:lnTo>
                      <a:pt x="984" y="22681"/>
                    </a:lnTo>
                    <a:lnTo>
                      <a:pt x="984" y="22744"/>
                    </a:lnTo>
                    <a:lnTo>
                      <a:pt x="921" y="22807"/>
                    </a:lnTo>
                    <a:lnTo>
                      <a:pt x="1005" y="22849"/>
                    </a:lnTo>
                    <a:lnTo>
                      <a:pt x="1026" y="22932"/>
                    </a:lnTo>
                    <a:lnTo>
                      <a:pt x="1068" y="22932"/>
                    </a:lnTo>
                    <a:cubicBezTo>
                      <a:pt x="1068" y="22953"/>
                      <a:pt x="1068" y="22995"/>
                      <a:pt x="1088" y="23016"/>
                    </a:cubicBezTo>
                    <a:cubicBezTo>
                      <a:pt x="1130" y="23163"/>
                      <a:pt x="1193" y="23330"/>
                      <a:pt x="1235" y="23456"/>
                    </a:cubicBezTo>
                    <a:lnTo>
                      <a:pt x="1277" y="23518"/>
                    </a:lnTo>
                    <a:cubicBezTo>
                      <a:pt x="1277" y="23539"/>
                      <a:pt x="1277" y="23539"/>
                      <a:pt x="1298" y="23560"/>
                    </a:cubicBezTo>
                    <a:lnTo>
                      <a:pt x="1235" y="23665"/>
                    </a:lnTo>
                    <a:lnTo>
                      <a:pt x="1193" y="23728"/>
                    </a:lnTo>
                    <a:lnTo>
                      <a:pt x="1235" y="23749"/>
                    </a:lnTo>
                    <a:lnTo>
                      <a:pt x="1381" y="23728"/>
                    </a:lnTo>
                    <a:lnTo>
                      <a:pt x="1444" y="23874"/>
                    </a:lnTo>
                    <a:lnTo>
                      <a:pt x="1423" y="23874"/>
                    </a:lnTo>
                    <a:lnTo>
                      <a:pt x="1444" y="23937"/>
                    </a:lnTo>
                    <a:lnTo>
                      <a:pt x="1486" y="23958"/>
                    </a:lnTo>
                    <a:lnTo>
                      <a:pt x="1423" y="24000"/>
                    </a:lnTo>
                    <a:lnTo>
                      <a:pt x="1402" y="24062"/>
                    </a:lnTo>
                    <a:lnTo>
                      <a:pt x="1423" y="24146"/>
                    </a:lnTo>
                    <a:lnTo>
                      <a:pt x="1486" y="24167"/>
                    </a:lnTo>
                    <a:lnTo>
                      <a:pt x="1549" y="24188"/>
                    </a:lnTo>
                    <a:lnTo>
                      <a:pt x="1507" y="24104"/>
                    </a:lnTo>
                    <a:lnTo>
                      <a:pt x="1549" y="24083"/>
                    </a:lnTo>
                    <a:cubicBezTo>
                      <a:pt x="1612" y="24167"/>
                      <a:pt x="1653" y="24272"/>
                      <a:pt x="1716" y="24355"/>
                    </a:cubicBezTo>
                    <a:lnTo>
                      <a:pt x="1716" y="24397"/>
                    </a:lnTo>
                    <a:lnTo>
                      <a:pt x="1653" y="24460"/>
                    </a:lnTo>
                    <a:lnTo>
                      <a:pt x="1695" y="24481"/>
                    </a:lnTo>
                    <a:lnTo>
                      <a:pt x="1737" y="24460"/>
                    </a:lnTo>
                    <a:lnTo>
                      <a:pt x="1758" y="24418"/>
                    </a:lnTo>
                    <a:cubicBezTo>
                      <a:pt x="1967" y="24753"/>
                      <a:pt x="2218" y="25004"/>
                      <a:pt x="2469" y="25234"/>
                    </a:cubicBezTo>
                    <a:lnTo>
                      <a:pt x="2449" y="25234"/>
                    </a:lnTo>
                    <a:lnTo>
                      <a:pt x="2365" y="25192"/>
                    </a:lnTo>
                    <a:lnTo>
                      <a:pt x="2260" y="25150"/>
                    </a:lnTo>
                    <a:lnTo>
                      <a:pt x="2156" y="25150"/>
                    </a:lnTo>
                    <a:lnTo>
                      <a:pt x="2072" y="25109"/>
                    </a:lnTo>
                    <a:lnTo>
                      <a:pt x="1946" y="24983"/>
                    </a:lnTo>
                    <a:lnTo>
                      <a:pt x="1863" y="24920"/>
                    </a:lnTo>
                    <a:lnTo>
                      <a:pt x="1842" y="24983"/>
                    </a:lnTo>
                    <a:lnTo>
                      <a:pt x="1863" y="25088"/>
                    </a:lnTo>
                    <a:lnTo>
                      <a:pt x="1946" y="25213"/>
                    </a:lnTo>
                    <a:lnTo>
                      <a:pt x="2072" y="25234"/>
                    </a:lnTo>
                    <a:lnTo>
                      <a:pt x="2239" y="25318"/>
                    </a:lnTo>
                    <a:lnTo>
                      <a:pt x="2281" y="25401"/>
                    </a:lnTo>
                    <a:lnTo>
                      <a:pt x="2365" y="25401"/>
                    </a:lnTo>
                    <a:lnTo>
                      <a:pt x="2428" y="25360"/>
                    </a:lnTo>
                    <a:lnTo>
                      <a:pt x="2574" y="25422"/>
                    </a:lnTo>
                    <a:lnTo>
                      <a:pt x="2679" y="25464"/>
                    </a:lnTo>
                    <a:lnTo>
                      <a:pt x="2783" y="25464"/>
                    </a:lnTo>
                    <a:cubicBezTo>
                      <a:pt x="2804" y="25464"/>
                      <a:pt x="2846" y="25506"/>
                      <a:pt x="2846" y="25527"/>
                    </a:cubicBezTo>
                    <a:lnTo>
                      <a:pt x="2804" y="25527"/>
                    </a:lnTo>
                    <a:lnTo>
                      <a:pt x="2700" y="25569"/>
                    </a:lnTo>
                    <a:lnTo>
                      <a:pt x="2658" y="25548"/>
                    </a:lnTo>
                    <a:lnTo>
                      <a:pt x="2595" y="25506"/>
                    </a:lnTo>
                    <a:lnTo>
                      <a:pt x="2532" y="25506"/>
                    </a:lnTo>
                    <a:lnTo>
                      <a:pt x="2490" y="25548"/>
                    </a:lnTo>
                    <a:lnTo>
                      <a:pt x="2490" y="25611"/>
                    </a:lnTo>
                    <a:lnTo>
                      <a:pt x="2595" y="25653"/>
                    </a:lnTo>
                    <a:lnTo>
                      <a:pt x="2658" y="25757"/>
                    </a:lnTo>
                    <a:lnTo>
                      <a:pt x="2762" y="25799"/>
                    </a:lnTo>
                    <a:lnTo>
                      <a:pt x="2867" y="25925"/>
                    </a:lnTo>
                    <a:lnTo>
                      <a:pt x="2951" y="25945"/>
                    </a:lnTo>
                    <a:lnTo>
                      <a:pt x="3076" y="25925"/>
                    </a:lnTo>
                    <a:lnTo>
                      <a:pt x="3118" y="25945"/>
                    </a:lnTo>
                    <a:lnTo>
                      <a:pt x="3118" y="26029"/>
                    </a:lnTo>
                    <a:lnTo>
                      <a:pt x="3202" y="26092"/>
                    </a:lnTo>
                    <a:lnTo>
                      <a:pt x="3285" y="26071"/>
                    </a:lnTo>
                    <a:lnTo>
                      <a:pt x="3265" y="26029"/>
                    </a:lnTo>
                    <a:lnTo>
                      <a:pt x="3327" y="25945"/>
                    </a:lnTo>
                    <a:lnTo>
                      <a:pt x="3327" y="25883"/>
                    </a:lnTo>
                    <a:lnTo>
                      <a:pt x="3285" y="25862"/>
                    </a:lnTo>
                    <a:lnTo>
                      <a:pt x="3327" y="25841"/>
                    </a:lnTo>
                    <a:lnTo>
                      <a:pt x="3411" y="25841"/>
                    </a:lnTo>
                    <a:lnTo>
                      <a:pt x="3369" y="25757"/>
                    </a:lnTo>
                    <a:lnTo>
                      <a:pt x="3285" y="25736"/>
                    </a:lnTo>
                    <a:lnTo>
                      <a:pt x="3160" y="25757"/>
                    </a:lnTo>
                    <a:lnTo>
                      <a:pt x="3118" y="25715"/>
                    </a:lnTo>
                    <a:lnTo>
                      <a:pt x="3118" y="25715"/>
                    </a:lnTo>
                    <a:cubicBezTo>
                      <a:pt x="3141" y="25721"/>
                      <a:pt x="3164" y="25724"/>
                      <a:pt x="3189" y="25724"/>
                    </a:cubicBezTo>
                    <a:cubicBezTo>
                      <a:pt x="3256" y="25724"/>
                      <a:pt x="3329" y="25704"/>
                      <a:pt x="3390" y="25673"/>
                    </a:cubicBezTo>
                    <a:lnTo>
                      <a:pt x="3411" y="25715"/>
                    </a:lnTo>
                    <a:lnTo>
                      <a:pt x="3578" y="25736"/>
                    </a:lnTo>
                    <a:lnTo>
                      <a:pt x="3683" y="25778"/>
                    </a:lnTo>
                    <a:lnTo>
                      <a:pt x="3746" y="25778"/>
                    </a:lnTo>
                    <a:lnTo>
                      <a:pt x="3829" y="25841"/>
                    </a:lnTo>
                    <a:lnTo>
                      <a:pt x="3892" y="25778"/>
                    </a:lnTo>
                    <a:lnTo>
                      <a:pt x="3955" y="25653"/>
                    </a:lnTo>
                    <a:lnTo>
                      <a:pt x="3913" y="25464"/>
                    </a:lnTo>
                    <a:lnTo>
                      <a:pt x="3934" y="25401"/>
                    </a:lnTo>
                    <a:lnTo>
                      <a:pt x="3934" y="25318"/>
                    </a:lnTo>
                    <a:lnTo>
                      <a:pt x="3955" y="25150"/>
                    </a:lnTo>
                    <a:lnTo>
                      <a:pt x="3955" y="25109"/>
                    </a:lnTo>
                    <a:cubicBezTo>
                      <a:pt x="4018" y="25213"/>
                      <a:pt x="4060" y="25318"/>
                      <a:pt x="4143" y="25422"/>
                    </a:cubicBezTo>
                    <a:lnTo>
                      <a:pt x="4122" y="25527"/>
                    </a:lnTo>
                    <a:lnTo>
                      <a:pt x="4060" y="25632"/>
                    </a:lnTo>
                    <a:lnTo>
                      <a:pt x="4122" y="25736"/>
                    </a:lnTo>
                    <a:lnTo>
                      <a:pt x="4060" y="25820"/>
                    </a:lnTo>
                    <a:lnTo>
                      <a:pt x="4060" y="25883"/>
                    </a:lnTo>
                    <a:lnTo>
                      <a:pt x="4164" y="25945"/>
                    </a:lnTo>
                    <a:lnTo>
                      <a:pt x="4269" y="25966"/>
                    </a:lnTo>
                    <a:lnTo>
                      <a:pt x="4332" y="25987"/>
                    </a:lnTo>
                    <a:lnTo>
                      <a:pt x="4373" y="25945"/>
                    </a:lnTo>
                    <a:lnTo>
                      <a:pt x="4248" y="25841"/>
                    </a:lnTo>
                    <a:lnTo>
                      <a:pt x="4332" y="25757"/>
                    </a:lnTo>
                    <a:lnTo>
                      <a:pt x="4562" y="26155"/>
                    </a:lnTo>
                    <a:lnTo>
                      <a:pt x="4562" y="26155"/>
                    </a:lnTo>
                    <a:lnTo>
                      <a:pt x="4520" y="26134"/>
                    </a:lnTo>
                    <a:lnTo>
                      <a:pt x="4332" y="26050"/>
                    </a:lnTo>
                    <a:lnTo>
                      <a:pt x="4227" y="25987"/>
                    </a:lnTo>
                    <a:lnTo>
                      <a:pt x="4206" y="26029"/>
                    </a:lnTo>
                    <a:lnTo>
                      <a:pt x="4248" y="26071"/>
                    </a:lnTo>
                    <a:lnTo>
                      <a:pt x="4520" y="26197"/>
                    </a:lnTo>
                    <a:lnTo>
                      <a:pt x="4541" y="26259"/>
                    </a:lnTo>
                    <a:lnTo>
                      <a:pt x="4436" y="26259"/>
                    </a:lnTo>
                    <a:lnTo>
                      <a:pt x="4436" y="26322"/>
                    </a:lnTo>
                    <a:lnTo>
                      <a:pt x="4373" y="26322"/>
                    </a:lnTo>
                    <a:lnTo>
                      <a:pt x="4353" y="26238"/>
                    </a:lnTo>
                    <a:lnTo>
                      <a:pt x="4227" y="26155"/>
                    </a:lnTo>
                    <a:lnTo>
                      <a:pt x="4206" y="26176"/>
                    </a:lnTo>
                    <a:lnTo>
                      <a:pt x="4206" y="26259"/>
                    </a:lnTo>
                    <a:lnTo>
                      <a:pt x="4122" y="26259"/>
                    </a:lnTo>
                    <a:lnTo>
                      <a:pt x="3934" y="26280"/>
                    </a:lnTo>
                    <a:lnTo>
                      <a:pt x="3892" y="26322"/>
                    </a:lnTo>
                    <a:lnTo>
                      <a:pt x="3934" y="26364"/>
                    </a:lnTo>
                    <a:lnTo>
                      <a:pt x="3913" y="26385"/>
                    </a:lnTo>
                    <a:lnTo>
                      <a:pt x="3809" y="26364"/>
                    </a:lnTo>
                    <a:lnTo>
                      <a:pt x="3704" y="26385"/>
                    </a:lnTo>
                    <a:lnTo>
                      <a:pt x="3725" y="26448"/>
                    </a:lnTo>
                    <a:lnTo>
                      <a:pt x="3850" y="26469"/>
                    </a:lnTo>
                    <a:lnTo>
                      <a:pt x="3955" y="26469"/>
                    </a:lnTo>
                    <a:lnTo>
                      <a:pt x="3997" y="26427"/>
                    </a:lnTo>
                    <a:lnTo>
                      <a:pt x="4018" y="26385"/>
                    </a:lnTo>
                    <a:lnTo>
                      <a:pt x="4101" y="26427"/>
                    </a:lnTo>
                    <a:lnTo>
                      <a:pt x="4206" y="26490"/>
                    </a:lnTo>
                    <a:lnTo>
                      <a:pt x="4248" y="26469"/>
                    </a:lnTo>
                    <a:lnTo>
                      <a:pt x="4269" y="26531"/>
                    </a:lnTo>
                    <a:lnTo>
                      <a:pt x="4269" y="26573"/>
                    </a:lnTo>
                    <a:lnTo>
                      <a:pt x="4353" y="26636"/>
                    </a:lnTo>
                    <a:lnTo>
                      <a:pt x="4269" y="26678"/>
                    </a:lnTo>
                    <a:lnTo>
                      <a:pt x="4227" y="26782"/>
                    </a:lnTo>
                    <a:lnTo>
                      <a:pt x="4269" y="26866"/>
                    </a:lnTo>
                    <a:lnTo>
                      <a:pt x="4353" y="26866"/>
                    </a:lnTo>
                    <a:lnTo>
                      <a:pt x="4436" y="26887"/>
                    </a:lnTo>
                    <a:lnTo>
                      <a:pt x="4541" y="26992"/>
                    </a:lnTo>
                    <a:lnTo>
                      <a:pt x="4625" y="26992"/>
                    </a:lnTo>
                    <a:lnTo>
                      <a:pt x="4646" y="26971"/>
                    </a:lnTo>
                    <a:lnTo>
                      <a:pt x="4562" y="26908"/>
                    </a:lnTo>
                    <a:lnTo>
                      <a:pt x="4457" y="26845"/>
                    </a:lnTo>
                    <a:lnTo>
                      <a:pt x="4436" y="26782"/>
                    </a:lnTo>
                    <a:lnTo>
                      <a:pt x="4457" y="26782"/>
                    </a:lnTo>
                    <a:lnTo>
                      <a:pt x="4541" y="26803"/>
                    </a:lnTo>
                    <a:lnTo>
                      <a:pt x="4625" y="26762"/>
                    </a:lnTo>
                    <a:lnTo>
                      <a:pt x="4646" y="26699"/>
                    </a:lnTo>
                    <a:lnTo>
                      <a:pt x="4562" y="26678"/>
                    </a:lnTo>
                    <a:lnTo>
                      <a:pt x="4520" y="26636"/>
                    </a:lnTo>
                    <a:lnTo>
                      <a:pt x="4750" y="26531"/>
                    </a:lnTo>
                    <a:lnTo>
                      <a:pt x="4855" y="26469"/>
                    </a:lnTo>
                    <a:lnTo>
                      <a:pt x="4938" y="26490"/>
                    </a:lnTo>
                    <a:cubicBezTo>
                      <a:pt x="4959" y="26531"/>
                      <a:pt x="4959" y="26552"/>
                      <a:pt x="4980" y="26552"/>
                    </a:cubicBezTo>
                    <a:lnTo>
                      <a:pt x="5001" y="26552"/>
                    </a:lnTo>
                    <a:lnTo>
                      <a:pt x="5001" y="26531"/>
                    </a:lnTo>
                    <a:lnTo>
                      <a:pt x="5294" y="26594"/>
                    </a:lnTo>
                    <a:lnTo>
                      <a:pt x="5357" y="26573"/>
                    </a:lnTo>
                    <a:lnTo>
                      <a:pt x="5357" y="26510"/>
                    </a:lnTo>
                    <a:lnTo>
                      <a:pt x="5482" y="26510"/>
                    </a:lnTo>
                    <a:lnTo>
                      <a:pt x="5420" y="26322"/>
                    </a:lnTo>
                    <a:lnTo>
                      <a:pt x="5357" y="26322"/>
                    </a:lnTo>
                    <a:lnTo>
                      <a:pt x="5252" y="26238"/>
                    </a:lnTo>
                    <a:lnTo>
                      <a:pt x="5106" y="26176"/>
                    </a:lnTo>
                    <a:lnTo>
                      <a:pt x="5106" y="26113"/>
                    </a:lnTo>
                    <a:lnTo>
                      <a:pt x="5273" y="26218"/>
                    </a:lnTo>
                    <a:lnTo>
                      <a:pt x="5399" y="26238"/>
                    </a:lnTo>
                    <a:lnTo>
                      <a:pt x="5148" y="25171"/>
                    </a:lnTo>
                    <a:lnTo>
                      <a:pt x="5106" y="25171"/>
                    </a:lnTo>
                    <a:lnTo>
                      <a:pt x="5106" y="25129"/>
                    </a:lnTo>
                    <a:lnTo>
                      <a:pt x="4959" y="24481"/>
                    </a:lnTo>
                    <a:lnTo>
                      <a:pt x="4792" y="24544"/>
                    </a:lnTo>
                    <a:lnTo>
                      <a:pt x="4750" y="24585"/>
                    </a:lnTo>
                    <a:lnTo>
                      <a:pt x="4666" y="24502"/>
                    </a:lnTo>
                    <a:lnTo>
                      <a:pt x="4583" y="24481"/>
                    </a:lnTo>
                    <a:lnTo>
                      <a:pt x="4562" y="24544"/>
                    </a:lnTo>
                    <a:cubicBezTo>
                      <a:pt x="4562" y="24502"/>
                      <a:pt x="4541" y="24502"/>
                      <a:pt x="4541" y="24481"/>
                    </a:cubicBezTo>
                    <a:lnTo>
                      <a:pt x="4541" y="24334"/>
                    </a:lnTo>
                    <a:lnTo>
                      <a:pt x="4625" y="24272"/>
                    </a:lnTo>
                    <a:lnTo>
                      <a:pt x="4750" y="24251"/>
                    </a:lnTo>
                    <a:lnTo>
                      <a:pt x="4897" y="24334"/>
                    </a:lnTo>
                    <a:lnTo>
                      <a:pt x="4980" y="24272"/>
                    </a:lnTo>
                    <a:lnTo>
                      <a:pt x="5001" y="24272"/>
                    </a:lnTo>
                    <a:lnTo>
                      <a:pt x="4855" y="24146"/>
                    </a:lnTo>
                    <a:lnTo>
                      <a:pt x="4520" y="23937"/>
                    </a:lnTo>
                    <a:lnTo>
                      <a:pt x="4457" y="23874"/>
                    </a:lnTo>
                    <a:lnTo>
                      <a:pt x="3725" y="23874"/>
                    </a:lnTo>
                    <a:lnTo>
                      <a:pt x="3306" y="23958"/>
                    </a:lnTo>
                    <a:lnTo>
                      <a:pt x="3202" y="23895"/>
                    </a:lnTo>
                    <a:lnTo>
                      <a:pt x="2930" y="23874"/>
                    </a:lnTo>
                    <a:lnTo>
                      <a:pt x="2846" y="23644"/>
                    </a:lnTo>
                    <a:lnTo>
                      <a:pt x="2783" y="23435"/>
                    </a:lnTo>
                    <a:lnTo>
                      <a:pt x="2658" y="23330"/>
                    </a:lnTo>
                    <a:lnTo>
                      <a:pt x="2637" y="22995"/>
                    </a:lnTo>
                    <a:lnTo>
                      <a:pt x="2637" y="22828"/>
                    </a:lnTo>
                    <a:lnTo>
                      <a:pt x="2511" y="22828"/>
                    </a:lnTo>
                    <a:lnTo>
                      <a:pt x="2323" y="22912"/>
                    </a:lnTo>
                    <a:lnTo>
                      <a:pt x="2218" y="23016"/>
                    </a:lnTo>
                    <a:lnTo>
                      <a:pt x="2093" y="23016"/>
                    </a:lnTo>
                    <a:lnTo>
                      <a:pt x="1842" y="22577"/>
                    </a:lnTo>
                    <a:cubicBezTo>
                      <a:pt x="1821" y="22493"/>
                      <a:pt x="1800" y="22409"/>
                      <a:pt x="1800" y="22326"/>
                    </a:cubicBezTo>
                    <a:lnTo>
                      <a:pt x="1884" y="21844"/>
                    </a:lnTo>
                    <a:lnTo>
                      <a:pt x="2009" y="21656"/>
                    </a:lnTo>
                    <a:lnTo>
                      <a:pt x="2218" y="21447"/>
                    </a:lnTo>
                    <a:lnTo>
                      <a:pt x="2260" y="21154"/>
                    </a:lnTo>
                    <a:lnTo>
                      <a:pt x="2218" y="20840"/>
                    </a:lnTo>
                    <a:lnTo>
                      <a:pt x="2135" y="20610"/>
                    </a:lnTo>
                    <a:lnTo>
                      <a:pt x="2197" y="20338"/>
                    </a:lnTo>
                    <a:lnTo>
                      <a:pt x="2302" y="20212"/>
                    </a:lnTo>
                    <a:lnTo>
                      <a:pt x="2197" y="19961"/>
                    </a:lnTo>
                    <a:lnTo>
                      <a:pt x="2218" y="19815"/>
                    </a:lnTo>
                    <a:lnTo>
                      <a:pt x="2323" y="19710"/>
                    </a:lnTo>
                    <a:lnTo>
                      <a:pt x="2239" y="19480"/>
                    </a:lnTo>
                    <a:lnTo>
                      <a:pt x="2197" y="19166"/>
                    </a:lnTo>
                    <a:lnTo>
                      <a:pt x="2114" y="19020"/>
                    </a:lnTo>
                    <a:lnTo>
                      <a:pt x="2114" y="18915"/>
                    </a:lnTo>
                    <a:lnTo>
                      <a:pt x="2260" y="18769"/>
                    </a:lnTo>
                    <a:lnTo>
                      <a:pt x="2260" y="18643"/>
                    </a:lnTo>
                    <a:lnTo>
                      <a:pt x="2135" y="18434"/>
                    </a:lnTo>
                    <a:lnTo>
                      <a:pt x="1946" y="18308"/>
                    </a:lnTo>
                    <a:lnTo>
                      <a:pt x="1821" y="18308"/>
                    </a:lnTo>
                    <a:lnTo>
                      <a:pt x="1800" y="18329"/>
                    </a:lnTo>
                    <a:lnTo>
                      <a:pt x="1716" y="18246"/>
                    </a:lnTo>
                    <a:lnTo>
                      <a:pt x="1779" y="18141"/>
                    </a:lnTo>
                    <a:lnTo>
                      <a:pt x="2030" y="18141"/>
                    </a:lnTo>
                    <a:lnTo>
                      <a:pt x="2156" y="17995"/>
                    </a:lnTo>
                    <a:lnTo>
                      <a:pt x="2156" y="17869"/>
                    </a:lnTo>
                    <a:lnTo>
                      <a:pt x="2093" y="17827"/>
                    </a:lnTo>
                    <a:lnTo>
                      <a:pt x="2009" y="17890"/>
                    </a:lnTo>
                    <a:lnTo>
                      <a:pt x="1905" y="17869"/>
                    </a:lnTo>
                    <a:lnTo>
                      <a:pt x="1842" y="17597"/>
                    </a:lnTo>
                    <a:lnTo>
                      <a:pt x="1737" y="17367"/>
                    </a:lnTo>
                    <a:lnTo>
                      <a:pt x="1737" y="17199"/>
                    </a:lnTo>
                    <a:lnTo>
                      <a:pt x="1737" y="17032"/>
                    </a:lnTo>
                    <a:lnTo>
                      <a:pt x="1570" y="16969"/>
                    </a:lnTo>
                    <a:lnTo>
                      <a:pt x="1570" y="16948"/>
                    </a:lnTo>
                    <a:cubicBezTo>
                      <a:pt x="1528" y="16865"/>
                      <a:pt x="1528" y="16760"/>
                      <a:pt x="1507" y="16676"/>
                    </a:cubicBezTo>
                    <a:lnTo>
                      <a:pt x="1486" y="16362"/>
                    </a:lnTo>
                    <a:lnTo>
                      <a:pt x="1612" y="16300"/>
                    </a:lnTo>
                    <a:lnTo>
                      <a:pt x="1633" y="16132"/>
                    </a:lnTo>
                    <a:lnTo>
                      <a:pt x="1591" y="16028"/>
                    </a:lnTo>
                    <a:lnTo>
                      <a:pt x="1486" y="15986"/>
                    </a:lnTo>
                    <a:lnTo>
                      <a:pt x="1423" y="15714"/>
                    </a:lnTo>
                    <a:lnTo>
                      <a:pt x="1402" y="15358"/>
                    </a:lnTo>
                    <a:lnTo>
                      <a:pt x="1423" y="14940"/>
                    </a:lnTo>
                    <a:lnTo>
                      <a:pt x="1319" y="14751"/>
                    </a:lnTo>
                    <a:lnTo>
                      <a:pt x="1298" y="14542"/>
                    </a:lnTo>
                    <a:lnTo>
                      <a:pt x="1507" y="14249"/>
                    </a:lnTo>
                    <a:lnTo>
                      <a:pt x="1528" y="13935"/>
                    </a:lnTo>
                    <a:lnTo>
                      <a:pt x="1695" y="13852"/>
                    </a:lnTo>
                    <a:lnTo>
                      <a:pt x="1779" y="13747"/>
                    </a:lnTo>
                    <a:lnTo>
                      <a:pt x="1423" y="13077"/>
                    </a:lnTo>
                    <a:lnTo>
                      <a:pt x="1486" y="12847"/>
                    </a:lnTo>
                    <a:lnTo>
                      <a:pt x="1486" y="12680"/>
                    </a:lnTo>
                    <a:lnTo>
                      <a:pt x="1486" y="12282"/>
                    </a:lnTo>
                    <a:lnTo>
                      <a:pt x="1612" y="12052"/>
                    </a:lnTo>
                    <a:lnTo>
                      <a:pt x="1737" y="11927"/>
                    </a:lnTo>
                    <a:lnTo>
                      <a:pt x="1716" y="11717"/>
                    </a:lnTo>
                    <a:lnTo>
                      <a:pt x="1612" y="11529"/>
                    </a:lnTo>
                    <a:lnTo>
                      <a:pt x="1528" y="11445"/>
                    </a:lnTo>
                    <a:lnTo>
                      <a:pt x="1674" y="11278"/>
                    </a:lnTo>
                    <a:lnTo>
                      <a:pt x="1633" y="11027"/>
                    </a:lnTo>
                    <a:lnTo>
                      <a:pt x="1737" y="10797"/>
                    </a:lnTo>
                    <a:lnTo>
                      <a:pt x="1842" y="10776"/>
                    </a:lnTo>
                    <a:lnTo>
                      <a:pt x="1884" y="10504"/>
                    </a:lnTo>
                    <a:lnTo>
                      <a:pt x="1821" y="10064"/>
                    </a:lnTo>
                    <a:lnTo>
                      <a:pt x="1737" y="9981"/>
                    </a:lnTo>
                    <a:lnTo>
                      <a:pt x="1674" y="9646"/>
                    </a:lnTo>
                    <a:lnTo>
                      <a:pt x="1591" y="9458"/>
                    </a:lnTo>
                    <a:lnTo>
                      <a:pt x="1444" y="9248"/>
                    </a:lnTo>
                    <a:lnTo>
                      <a:pt x="1423" y="9144"/>
                    </a:lnTo>
                    <a:lnTo>
                      <a:pt x="1319" y="9018"/>
                    </a:lnTo>
                    <a:lnTo>
                      <a:pt x="1277" y="8725"/>
                    </a:lnTo>
                    <a:lnTo>
                      <a:pt x="1298" y="8516"/>
                    </a:lnTo>
                    <a:lnTo>
                      <a:pt x="1444" y="8453"/>
                    </a:lnTo>
                    <a:lnTo>
                      <a:pt x="1444" y="8160"/>
                    </a:lnTo>
                    <a:lnTo>
                      <a:pt x="1528" y="8056"/>
                    </a:lnTo>
                    <a:lnTo>
                      <a:pt x="1528" y="7784"/>
                    </a:lnTo>
                    <a:lnTo>
                      <a:pt x="1423" y="7616"/>
                    </a:lnTo>
                    <a:lnTo>
                      <a:pt x="1402" y="7240"/>
                    </a:lnTo>
                    <a:lnTo>
                      <a:pt x="1486" y="7156"/>
                    </a:lnTo>
                    <a:lnTo>
                      <a:pt x="1528" y="6738"/>
                    </a:lnTo>
                    <a:lnTo>
                      <a:pt x="1633" y="6591"/>
                    </a:lnTo>
                    <a:lnTo>
                      <a:pt x="1800" y="6194"/>
                    </a:lnTo>
                    <a:lnTo>
                      <a:pt x="1946" y="6047"/>
                    </a:lnTo>
                    <a:lnTo>
                      <a:pt x="2051" y="5984"/>
                    </a:lnTo>
                    <a:lnTo>
                      <a:pt x="2135" y="5880"/>
                    </a:lnTo>
                    <a:lnTo>
                      <a:pt x="2093" y="5838"/>
                    </a:lnTo>
                    <a:lnTo>
                      <a:pt x="2093" y="5671"/>
                    </a:lnTo>
                    <a:lnTo>
                      <a:pt x="2030" y="5587"/>
                    </a:lnTo>
                    <a:lnTo>
                      <a:pt x="1946" y="5545"/>
                    </a:lnTo>
                    <a:lnTo>
                      <a:pt x="1988" y="5440"/>
                    </a:lnTo>
                    <a:lnTo>
                      <a:pt x="2093" y="5357"/>
                    </a:lnTo>
                    <a:lnTo>
                      <a:pt x="2093" y="5210"/>
                    </a:lnTo>
                    <a:lnTo>
                      <a:pt x="1946" y="5043"/>
                    </a:lnTo>
                    <a:lnTo>
                      <a:pt x="1925" y="4854"/>
                    </a:lnTo>
                    <a:lnTo>
                      <a:pt x="2009" y="4729"/>
                    </a:lnTo>
                    <a:lnTo>
                      <a:pt x="1988" y="4624"/>
                    </a:lnTo>
                    <a:lnTo>
                      <a:pt x="1842" y="4520"/>
                    </a:lnTo>
                    <a:lnTo>
                      <a:pt x="1905" y="4373"/>
                    </a:lnTo>
                    <a:lnTo>
                      <a:pt x="2574" y="3997"/>
                    </a:lnTo>
                    <a:lnTo>
                      <a:pt x="2741" y="3348"/>
                    </a:lnTo>
                    <a:lnTo>
                      <a:pt x="2658" y="3181"/>
                    </a:lnTo>
                    <a:lnTo>
                      <a:pt x="2553" y="3222"/>
                    </a:lnTo>
                    <a:lnTo>
                      <a:pt x="2511" y="3285"/>
                    </a:lnTo>
                    <a:lnTo>
                      <a:pt x="2344" y="3285"/>
                    </a:lnTo>
                    <a:lnTo>
                      <a:pt x="1925" y="2134"/>
                    </a:lnTo>
                    <a:lnTo>
                      <a:pt x="1633" y="1883"/>
                    </a:lnTo>
                    <a:lnTo>
                      <a:pt x="1570" y="1779"/>
                    </a:lnTo>
                    <a:lnTo>
                      <a:pt x="1695" y="1465"/>
                    </a:lnTo>
                    <a:lnTo>
                      <a:pt x="1633" y="1360"/>
                    </a:lnTo>
                    <a:lnTo>
                      <a:pt x="1716" y="1193"/>
                    </a:lnTo>
                    <a:lnTo>
                      <a:pt x="1695" y="1130"/>
                    </a:lnTo>
                    <a:lnTo>
                      <a:pt x="1423" y="921"/>
                    </a:lnTo>
                    <a:lnTo>
                      <a:pt x="1360" y="774"/>
                    </a:lnTo>
                    <a:lnTo>
                      <a:pt x="1319" y="607"/>
                    </a:lnTo>
                    <a:lnTo>
                      <a:pt x="1298" y="544"/>
                    </a:lnTo>
                    <a:lnTo>
                      <a:pt x="1319" y="440"/>
                    </a:lnTo>
                    <a:lnTo>
                      <a:pt x="1298" y="335"/>
                    </a:lnTo>
                    <a:lnTo>
                      <a:pt x="1256" y="293"/>
                    </a:lnTo>
                    <a:lnTo>
                      <a:pt x="1151" y="189"/>
                    </a:lnTo>
                    <a:lnTo>
                      <a:pt x="1151" y="21"/>
                    </a:lnTo>
                    <a:lnTo>
                      <a:pt x="1109" y="21"/>
                    </a:lnTo>
                    <a:lnTo>
                      <a:pt x="104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5" name="Google Shape;515;p38"/>
            <p:cNvGrpSpPr/>
            <p:nvPr/>
          </p:nvGrpSpPr>
          <p:grpSpPr>
            <a:xfrm>
              <a:off x="3855466" y="3289811"/>
              <a:ext cx="112514" cy="94210"/>
              <a:chOff x="3918000" y="3561900"/>
              <a:chExt cx="236225" cy="207100"/>
            </a:xfrm>
          </p:grpSpPr>
          <p:sp>
            <p:nvSpPr>
              <p:cNvPr id="516" name="Google Shape;516;p38"/>
              <p:cNvSpPr/>
              <p:nvPr/>
            </p:nvSpPr>
            <p:spPr>
              <a:xfrm>
                <a:off x="3925800" y="3561900"/>
                <a:ext cx="228425" cy="170000"/>
              </a:xfrm>
              <a:custGeom>
                <a:rect b="b" l="l" r="r" t="t"/>
                <a:pathLst>
                  <a:path extrusionOk="0" h="6800" w="9137">
                    <a:moveTo>
                      <a:pt x="0" y="4356"/>
                    </a:moveTo>
                    <a:lnTo>
                      <a:pt x="1381" y="1594"/>
                    </a:lnTo>
                    <a:lnTo>
                      <a:pt x="7012" y="0"/>
                    </a:lnTo>
                    <a:lnTo>
                      <a:pt x="9137" y="532"/>
                    </a:lnTo>
                    <a:lnTo>
                      <a:pt x="8500" y="2444"/>
                    </a:lnTo>
                    <a:lnTo>
                      <a:pt x="6906" y="5206"/>
                    </a:lnTo>
                    <a:lnTo>
                      <a:pt x="3719" y="6800"/>
                    </a:lnTo>
                    <a:close/>
                  </a:path>
                </a:pathLst>
              </a:custGeom>
              <a:solidFill>
                <a:schemeClr val="dk2"/>
              </a:solidFill>
              <a:ln>
                <a:noFill/>
              </a:ln>
            </p:spPr>
          </p:sp>
          <p:sp>
            <p:nvSpPr>
              <p:cNvPr id="517" name="Google Shape;517;p38"/>
              <p:cNvSpPr/>
              <p:nvPr/>
            </p:nvSpPr>
            <p:spPr>
              <a:xfrm>
                <a:off x="3918000" y="3569675"/>
                <a:ext cx="229150" cy="199325"/>
              </a:xfrm>
              <a:custGeom>
                <a:rect b="b" l="l" r="r" t="t"/>
                <a:pathLst>
                  <a:path extrusionOk="0" h="7973" w="9166">
                    <a:moveTo>
                      <a:pt x="6696" y="3976"/>
                    </a:moveTo>
                    <a:lnTo>
                      <a:pt x="6738" y="4018"/>
                    </a:lnTo>
                    <a:lnTo>
                      <a:pt x="6780" y="3997"/>
                    </a:lnTo>
                    <a:lnTo>
                      <a:pt x="6843" y="4039"/>
                    </a:lnTo>
                    <a:lnTo>
                      <a:pt x="6926" y="4018"/>
                    </a:lnTo>
                    <a:lnTo>
                      <a:pt x="7052" y="4122"/>
                    </a:lnTo>
                    <a:lnTo>
                      <a:pt x="7136" y="4353"/>
                    </a:lnTo>
                    <a:lnTo>
                      <a:pt x="7136" y="4499"/>
                    </a:lnTo>
                    <a:lnTo>
                      <a:pt x="7094" y="4583"/>
                    </a:lnTo>
                    <a:lnTo>
                      <a:pt x="6989" y="4625"/>
                    </a:lnTo>
                    <a:lnTo>
                      <a:pt x="6989" y="4708"/>
                    </a:lnTo>
                    <a:lnTo>
                      <a:pt x="7031" y="4750"/>
                    </a:lnTo>
                    <a:lnTo>
                      <a:pt x="7031" y="4834"/>
                    </a:lnTo>
                    <a:lnTo>
                      <a:pt x="6926" y="4918"/>
                    </a:lnTo>
                    <a:lnTo>
                      <a:pt x="6843" y="4876"/>
                    </a:lnTo>
                    <a:lnTo>
                      <a:pt x="6738" y="4918"/>
                    </a:lnTo>
                    <a:lnTo>
                      <a:pt x="6675" y="4959"/>
                    </a:lnTo>
                    <a:lnTo>
                      <a:pt x="6571" y="5001"/>
                    </a:lnTo>
                    <a:lnTo>
                      <a:pt x="6508" y="5127"/>
                    </a:lnTo>
                    <a:lnTo>
                      <a:pt x="6466" y="5169"/>
                    </a:lnTo>
                    <a:lnTo>
                      <a:pt x="6424" y="5231"/>
                    </a:lnTo>
                    <a:lnTo>
                      <a:pt x="6320" y="5231"/>
                    </a:lnTo>
                    <a:lnTo>
                      <a:pt x="6194" y="5169"/>
                    </a:lnTo>
                    <a:lnTo>
                      <a:pt x="6152" y="5106"/>
                    </a:lnTo>
                    <a:lnTo>
                      <a:pt x="6069" y="5022"/>
                    </a:lnTo>
                    <a:lnTo>
                      <a:pt x="6069" y="4918"/>
                    </a:lnTo>
                    <a:lnTo>
                      <a:pt x="5985" y="4834"/>
                    </a:lnTo>
                    <a:lnTo>
                      <a:pt x="5964" y="4771"/>
                    </a:lnTo>
                    <a:lnTo>
                      <a:pt x="5880" y="4708"/>
                    </a:lnTo>
                    <a:lnTo>
                      <a:pt x="5838" y="4604"/>
                    </a:lnTo>
                    <a:lnTo>
                      <a:pt x="5901" y="4541"/>
                    </a:lnTo>
                    <a:lnTo>
                      <a:pt x="6069" y="4415"/>
                    </a:lnTo>
                    <a:lnTo>
                      <a:pt x="6110" y="4248"/>
                    </a:lnTo>
                    <a:lnTo>
                      <a:pt x="6257" y="4164"/>
                    </a:lnTo>
                    <a:lnTo>
                      <a:pt x="6466" y="4122"/>
                    </a:lnTo>
                    <a:lnTo>
                      <a:pt x="6508" y="4081"/>
                    </a:lnTo>
                    <a:lnTo>
                      <a:pt x="6592" y="4018"/>
                    </a:lnTo>
                    <a:lnTo>
                      <a:pt x="6613" y="3976"/>
                    </a:lnTo>
                    <a:close/>
                    <a:moveTo>
                      <a:pt x="7659" y="1"/>
                    </a:moveTo>
                    <a:lnTo>
                      <a:pt x="7470" y="21"/>
                    </a:lnTo>
                    <a:lnTo>
                      <a:pt x="7387" y="21"/>
                    </a:lnTo>
                    <a:lnTo>
                      <a:pt x="7345" y="63"/>
                    </a:lnTo>
                    <a:lnTo>
                      <a:pt x="7240" y="63"/>
                    </a:lnTo>
                    <a:lnTo>
                      <a:pt x="7178" y="126"/>
                    </a:lnTo>
                    <a:lnTo>
                      <a:pt x="7178" y="168"/>
                    </a:lnTo>
                    <a:lnTo>
                      <a:pt x="7157" y="252"/>
                    </a:lnTo>
                    <a:lnTo>
                      <a:pt x="7073" y="273"/>
                    </a:lnTo>
                    <a:lnTo>
                      <a:pt x="7010" y="356"/>
                    </a:lnTo>
                    <a:lnTo>
                      <a:pt x="6843" y="356"/>
                    </a:lnTo>
                    <a:lnTo>
                      <a:pt x="6822" y="335"/>
                    </a:lnTo>
                    <a:lnTo>
                      <a:pt x="6717" y="356"/>
                    </a:lnTo>
                    <a:lnTo>
                      <a:pt x="6592" y="461"/>
                    </a:lnTo>
                    <a:lnTo>
                      <a:pt x="6529" y="524"/>
                    </a:lnTo>
                    <a:lnTo>
                      <a:pt x="6445" y="565"/>
                    </a:lnTo>
                    <a:lnTo>
                      <a:pt x="6424" y="628"/>
                    </a:lnTo>
                    <a:lnTo>
                      <a:pt x="6341" y="649"/>
                    </a:lnTo>
                    <a:lnTo>
                      <a:pt x="6299" y="691"/>
                    </a:lnTo>
                    <a:lnTo>
                      <a:pt x="6236" y="733"/>
                    </a:lnTo>
                    <a:lnTo>
                      <a:pt x="6173" y="754"/>
                    </a:lnTo>
                    <a:lnTo>
                      <a:pt x="6006" y="963"/>
                    </a:lnTo>
                    <a:lnTo>
                      <a:pt x="5985" y="1089"/>
                    </a:lnTo>
                    <a:lnTo>
                      <a:pt x="6006" y="1151"/>
                    </a:lnTo>
                    <a:lnTo>
                      <a:pt x="6006" y="1214"/>
                    </a:lnTo>
                    <a:lnTo>
                      <a:pt x="5922" y="1256"/>
                    </a:lnTo>
                    <a:lnTo>
                      <a:pt x="5901" y="1298"/>
                    </a:lnTo>
                    <a:lnTo>
                      <a:pt x="5859" y="1319"/>
                    </a:lnTo>
                    <a:lnTo>
                      <a:pt x="5776" y="1402"/>
                    </a:lnTo>
                    <a:lnTo>
                      <a:pt x="5755" y="1486"/>
                    </a:lnTo>
                    <a:lnTo>
                      <a:pt x="5713" y="1507"/>
                    </a:lnTo>
                    <a:lnTo>
                      <a:pt x="5692" y="1570"/>
                    </a:lnTo>
                    <a:lnTo>
                      <a:pt x="5608" y="1570"/>
                    </a:lnTo>
                    <a:lnTo>
                      <a:pt x="5545" y="1612"/>
                    </a:lnTo>
                    <a:lnTo>
                      <a:pt x="5399" y="1633"/>
                    </a:lnTo>
                    <a:lnTo>
                      <a:pt x="5357" y="1737"/>
                    </a:lnTo>
                    <a:lnTo>
                      <a:pt x="5357" y="1905"/>
                    </a:lnTo>
                    <a:lnTo>
                      <a:pt x="5294" y="1967"/>
                    </a:lnTo>
                    <a:lnTo>
                      <a:pt x="5294" y="2030"/>
                    </a:lnTo>
                    <a:lnTo>
                      <a:pt x="5273" y="2135"/>
                    </a:lnTo>
                    <a:lnTo>
                      <a:pt x="5294" y="2197"/>
                    </a:lnTo>
                    <a:lnTo>
                      <a:pt x="5169" y="2260"/>
                    </a:lnTo>
                    <a:lnTo>
                      <a:pt x="5085" y="2239"/>
                    </a:lnTo>
                    <a:lnTo>
                      <a:pt x="5043" y="2197"/>
                    </a:lnTo>
                    <a:lnTo>
                      <a:pt x="4834" y="2197"/>
                    </a:lnTo>
                    <a:lnTo>
                      <a:pt x="4709" y="2218"/>
                    </a:lnTo>
                    <a:lnTo>
                      <a:pt x="4604" y="2197"/>
                    </a:lnTo>
                    <a:lnTo>
                      <a:pt x="4520" y="2218"/>
                    </a:lnTo>
                    <a:lnTo>
                      <a:pt x="4311" y="2093"/>
                    </a:lnTo>
                    <a:lnTo>
                      <a:pt x="4227" y="2093"/>
                    </a:lnTo>
                    <a:lnTo>
                      <a:pt x="4185" y="2009"/>
                    </a:lnTo>
                    <a:lnTo>
                      <a:pt x="3997" y="1988"/>
                    </a:lnTo>
                    <a:lnTo>
                      <a:pt x="3872" y="2009"/>
                    </a:lnTo>
                    <a:lnTo>
                      <a:pt x="3704" y="2135"/>
                    </a:lnTo>
                    <a:lnTo>
                      <a:pt x="3621" y="2365"/>
                    </a:lnTo>
                    <a:lnTo>
                      <a:pt x="3516" y="2469"/>
                    </a:lnTo>
                    <a:lnTo>
                      <a:pt x="3349" y="2553"/>
                    </a:lnTo>
                    <a:lnTo>
                      <a:pt x="3286" y="2637"/>
                    </a:lnTo>
                    <a:lnTo>
                      <a:pt x="3181" y="2721"/>
                    </a:lnTo>
                    <a:lnTo>
                      <a:pt x="3056" y="2742"/>
                    </a:lnTo>
                    <a:lnTo>
                      <a:pt x="2972" y="2783"/>
                    </a:lnTo>
                    <a:lnTo>
                      <a:pt x="2846" y="2762"/>
                    </a:lnTo>
                    <a:lnTo>
                      <a:pt x="2763" y="2825"/>
                    </a:lnTo>
                    <a:lnTo>
                      <a:pt x="2616" y="2783"/>
                    </a:lnTo>
                    <a:lnTo>
                      <a:pt x="2449" y="2825"/>
                    </a:lnTo>
                    <a:lnTo>
                      <a:pt x="2449" y="2721"/>
                    </a:lnTo>
                    <a:lnTo>
                      <a:pt x="2532" y="2532"/>
                    </a:lnTo>
                    <a:lnTo>
                      <a:pt x="2532" y="2365"/>
                    </a:lnTo>
                    <a:lnTo>
                      <a:pt x="2365" y="2051"/>
                    </a:lnTo>
                    <a:lnTo>
                      <a:pt x="2323" y="1905"/>
                    </a:lnTo>
                    <a:lnTo>
                      <a:pt x="2135" y="1779"/>
                    </a:lnTo>
                    <a:lnTo>
                      <a:pt x="2051" y="3871"/>
                    </a:lnTo>
                    <a:lnTo>
                      <a:pt x="1821" y="3871"/>
                    </a:lnTo>
                    <a:lnTo>
                      <a:pt x="1675" y="3934"/>
                    </a:lnTo>
                    <a:lnTo>
                      <a:pt x="1612" y="4039"/>
                    </a:lnTo>
                    <a:lnTo>
                      <a:pt x="1528" y="4081"/>
                    </a:lnTo>
                    <a:lnTo>
                      <a:pt x="1486" y="4122"/>
                    </a:lnTo>
                    <a:lnTo>
                      <a:pt x="1486" y="4248"/>
                    </a:lnTo>
                    <a:lnTo>
                      <a:pt x="1403" y="4227"/>
                    </a:lnTo>
                    <a:lnTo>
                      <a:pt x="1319" y="4227"/>
                    </a:lnTo>
                    <a:lnTo>
                      <a:pt x="1277" y="4143"/>
                    </a:lnTo>
                    <a:lnTo>
                      <a:pt x="1193" y="4143"/>
                    </a:lnTo>
                    <a:lnTo>
                      <a:pt x="1152" y="4206"/>
                    </a:lnTo>
                    <a:lnTo>
                      <a:pt x="1047" y="4185"/>
                    </a:lnTo>
                    <a:lnTo>
                      <a:pt x="984" y="4143"/>
                    </a:lnTo>
                    <a:lnTo>
                      <a:pt x="880" y="4185"/>
                    </a:lnTo>
                    <a:lnTo>
                      <a:pt x="754" y="4102"/>
                    </a:lnTo>
                    <a:lnTo>
                      <a:pt x="566" y="4039"/>
                    </a:lnTo>
                    <a:lnTo>
                      <a:pt x="482" y="3871"/>
                    </a:lnTo>
                    <a:lnTo>
                      <a:pt x="545" y="3725"/>
                    </a:lnTo>
                    <a:lnTo>
                      <a:pt x="440" y="3725"/>
                    </a:lnTo>
                    <a:lnTo>
                      <a:pt x="356" y="3599"/>
                    </a:lnTo>
                    <a:lnTo>
                      <a:pt x="231" y="3662"/>
                    </a:lnTo>
                    <a:lnTo>
                      <a:pt x="168" y="3767"/>
                    </a:lnTo>
                    <a:lnTo>
                      <a:pt x="210" y="3788"/>
                    </a:lnTo>
                    <a:lnTo>
                      <a:pt x="210" y="3871"/>
                    </a:lnTo>
                    <a:lnTo>
                      <a:pt x="64" y="3892"/>
                    </a:lnTo>
                    <a:lnTo>
                      <a:pt x="1" y="3934"/>
                    </a:lnTo>
                    <a:lnTo>
                      <a:pt x="22" y="4122"/>
                    </a:lnTo>
                    <a:lnTo>
                      <a:pt x="210" y="4248"/>
                    </a:lnTo>
                    <a:lnTo>
                      <a:pt x="336" y="4625"/>
                    </a:lnTo>
                    <a:lnTo>
                      <a:pt x="336" y="4771"/>
                    </a:lnTo>
                    <a:lnTo>
                      <a:pt x="461" y="5085"/>
                    </a:lnTo>
                    <a:lnTo>
                      <a:pt x="545" y="5441"/>
                    </a:lnTo>
                    <a:lnTo>
                      <a:pt x="691" y="5650"/>
                    </a:lnTo>
                    <a:lnTo>
                      <a:pt x="691" y="5775"/>
                    </a:lnTo>
                    <a:lnTo>
                      <a:pt x="859" y="6027"/>
                    </a:lnTo>
                    <a:lnTo>
                      <a:pt x="859" y="6110"/>
                    </a:lnTo>
                    <a:lnTo>
                      <a:pt x="900" y="6299"/>
                    </a:lnTo>
                    <a:lnTo>
                      <a:pt x="880" y="6487"/>
                    </a:lnTo>
                    <a:lnTo>
                      <a:pt x="796" y="6550"/>
                    </a:lnTo>
                    <a:lnTo>
                      <a:pt x="754" y="6550"/>
                    </a:lnTo>
                    <a:lnTo>
                      <a:pt x="691" y="6508"/>
                    </a:lnTo>
                    <a:lnTo>
                      <a:pt x="649" y="6550"/>
                    </a:lnTo>
                    <a:lnTo>
                      <a:pt x="649" y="6717"/>
                    </a:lnTo>
                    <a:lnTo>
                      <a:pt x="733" y="6863"/>
                    </a:lnTo>
                    <a:lnTo>
                      <a:pt x="838" y="6968"/>
                    </a:lnTo>
                    <a:lnTo>
                      <a:pt x="942" y="7156"/>
                    </a:lnTo>
                    <a:lnTo>
                      <a:pt x="859" y="7282"/>
                    </a:lnTo>
                    <a:lnTo>
                      <a:pt x="880" y="7449"/>
                    </a:lnTo>
                    <a:lnTo>
                      <a:pt x="838" y="7554"/>
                    </a:lnTo>
                    <a:lnTo>
                      <a:pt x="838" y="7659"/>
                    </a:lnTo>
                    <a:lnTo>
                      <a:pt x="900" y="7700"/>
                    </a:lnTo>
                    <a:lnTo>
                      <a:pt x="900" y="7596"/>
                    </a:lnTo>
                    <a:lnTo>
                      <a:pt x="1005" y="7533"/>
                    </a:lnTo>
                    <a:lnTo>
                      <a:pt x="1152" y="7554"/>
                    </a:lnTo>
                    <a:lnTo>
                      <a:pt x="1172" y="7679"/>
                    </a:lnTo>
                    <a:lnTo>
                      <a:pt x="1110" y="7721"/>
                    </a:lnTo>
                    <a:lnTo>
                      <a:pt x="1172" y="7742"/>
                    </a:lnTo>
                    <a:lnTo>
                      <a:pt x="1256" y="7679"/>
                    </a:lnTo>
                    <a:lnTo>
                      <a:pt x="1361" y="7742"/>
                    </a:lnTo>
                    <a:lnTo>
                      <a:pt x="1361" y="7868"/>
                    </a:lnTo>
                    <a:lnTo>
                      <a:pt x="1403" y="7847"/>
                    </a:lnTo>
                    <a:lnTo>
                      <a:pt x="1696" y="7972"/>
                    </a:lnTo>
                    <a:lnTo>
                      <a:pt x="1737" y="7951"/>
                    </a:lnTo>
                    <a:lnTo>
                      <a:pt x="1800" y="7972"/>
                    </a:lnTo>
                    <a:lnTo>
                      <a:pt x="1821" y="7889"/>
                    </a:lnTo>
                    <a:lnTo>
                      <a:pt x="1926" y="7868"/>
                    </a:lnTo>
                    <a:lnTo>
                      <a:pt x="2051" y="7742"/>
                    </a:lnTo>
                    <a:lnTo>
                      <a:pt x="2198" y="7763"/>
                    </a:lnTo>
                    <a:lnTo>
                      <a:pt x="2219" y="7721"/>
                    </a:lnTo>
                    <a:lnTo>
                      <a:pt x="2344" y="7721"/>
                    </a:lnTo>
                    <a:lnTo>
                      <a:pt x="2512" y="7763"/>
                    </a:lnTo>
                    <a:lnTo>
                      <a:pt x="2574" y="7742"/>
                    </a:lnTo>
                    <a:lnTo>
                      <a:pt x="2721" y="7742"/>
                    </a:lnTo>
                    <a:lnTo>
                      <a:pt x="2742" y="7679"/>
                    </a:lnTo>
                    <a:lnTo>
                      <a:pt x="2784" y="7638"/>
                    </a:lnTo>
                    <a:lnTo>
                      <a:pt x="2867" y="7596"/>
                    </a:lnTo>
                    <a:lnTo>
                      <a:pt x="2930" y="7638"/>
                    </a:lnTo>
                    <a:lnTo>
                      <a:pt x="2951" y="7533"/>
                    </a:lnTo>
                    <a:lnTo>
                      <a:pt x="3035" y="7470"/>
                    </a:lnTo>
                    <a:lnTo>
                      <a:pt x="3349" y="7470"/>
                    </a:lnTo>
                    <a:lnTo>
                      <a:pt x="3474" y="7554"/>
                    </a:lnTo>
                    <a:lnTo>
                      <a:pt x="3558" y="7533"/>
                    </a:lnTo>
                    <a:lnTo>
                      <a:pt x="3558" y="7470"/>
                    </a:lnTo>
                    <a:lnTo>
                      <a:pt x="3725" y="7449"/>
                    </a:lnTo>
                    <a:lnTo>
                      <a:pt x="3997" y="7533"/>
                    </a:lnTo>
                    <a:lnTo>
                      <a:pt x="4081" y="7575"/>
                    </a:lnTo>
                    <a:lnTo>
                      <a:pt x="4353" y="7638"/>
                    </a:lnTo>
                    <a:lnTo>
                      <a:pt x="4395" y="7596"/>
                    </a:lnTo>
                    <a:lnTo>
                      <a:pt x="4353" y="7533"/>
                    </a:lnTo>
                    <a:lnTo>
                      <a:pt x="4437" y="7449"/>
                    </a:lnTo>
                    <a:lnTo>
                      <a:pt x="4541" y="7449"/>
                    </a:lnTo>
                    <a:lnTo>
                      <a:pt x="4667" y="7491"/>
                    </a:lnTo>
                    <a:lnTo>
                      <a:pt x="4876" y="7491"/>
                    </a:lnTo>
                    <a:lnTo>
                      <a:pt x="4876" y="7470"/>
                    </a:lnTo>
                    <a:lnTo>
                      <a:pt x="4813" y="7387"/>
                    </a:lnTo>
                    <a:lnTo>
                      <a:pt x="4855" y="7303"/>
                    </a:lnTo>
                    <a:lnTo>
                      <a:pt x="5022" y="7240"/>
                    </a:lnTo>
                    <a:lnTo>
                      <a:pt x="5190" y="7240"/>
                    </a:lnTo>
                    <a:lnTo>
                      <a:pt x="5253" y="7303"/>
                    </a:lnTo>
                    <a:lnTo>
                      <a:pt x="5378" y="7303"/>
                    </a:lnTo>
                    <a:lnTo>
                      <a:pt x="5504" y="7219"/>
                    </a:lnTo>
                    <a:lnTo>
                      <a:pt x="5713" y="7156"/>
                    </a:lnTo>
                    <a:lnTo>
                      <a:pt x="5713" y="7135"/>
                    </a:lnTo>
                    <a:lnTo>
                      <a:pt x="5859" y="7073"/>
                    </a:lnTo>
                    <a:lnTo>
                      <a:pt x="5922" y="6968"/>
                    </a:lnTo>
                    <a:lnTo>
                      <a:pt x="6320" y="6717"/>
                    </a:lnTo>
                    <a:lnTo>
                      <a:pt x="6424" y="6612"/>
                    </a:lnTo>
                    <a:lnTo>
                      <a:pt x="6424" y="6591"/>
                    </a:lnTo>
                    <a:lnTo>
                      <a:pt x="6508" y="6591"/>
                    </a:lnTo>
                    <a:lnTo>
                      <a:pt x="7115" y="5985"/>
                    </a:lnTo>
                    <a:lnTo>
                      <a:pt x="7136" y="5922"/>
                    </a:lnTo>
                    <a:lnTo>
                      <a:pt x="7198" y="5922"/>
                    </a:lnTo>
                    <a:lnTo>
                      <a:pt x="7282" y="5796"/>
                    </a:lnTo>
                    <a:lnTo>
                      <a:pt x="7387" y="5755"/>
                    </a:lnTo>
                    <a:lnTo>
                      <a:pt x="7429" y="5587"/>
                    </a:lnTo>
                    <a:lnTo>
                      <a:pt x="7596" y="5399"/>
                    </a:lnTo>
                    <a:lnTo>
                      <a:pt x="7847" y="5022"/>
                    </a:lnTo>
                    <a:lnTo>
                      <a:pt x="7910" y="4834"/>
                    </a:lnTo>
                    <a:lnTo>
                      <a:pt x="8014" y="4834"/>
                    </a:lnTo>
                    <a:lnTo>
                      <a:pt x="8077" y="4708"/>
                    </a:lnTo>
                    <a:lnTo>
                      <a:pt x="8077" y="4646"/>
                    </a:lnTo>
                    <a:lnTo>
                      <a:pt x="8182" y="4520"/>
                    </a:lnTo>
                    <a:lnTo>
                      <a:pt x="8266" y="4394"/>
                    </a:lnTo>
                    <a:lnTo>
                      <a:pt x="8391" y="4311"/>
                    </a:lnTo>
                    <a:lnTo>
                      <a:pt x="8433" y="4227"/>
                    </a:lnTo>
                    <a:lnTo>
                      <a:pt x="8538" y="4185"/>
                    </a:lnTo>
                    <a:lnTo>
                      <a:pt x="8579" y="4122"/>
                    </a:lnTo>
                    <a:lnTo>
                      <a:pt x="8621" y="4122"/>
                    </a:lnTo>
                    <a:lnTo>
                      <a:pt x="8789" y="3934"/>
                    </a:lnTo>
                    <a:lnTo>
                      <a:pt x="8810" y="3830"/>
                    </a:lnTo>
                    <a:lnTo>
                      <a:pt x="8893" y="3725"/>
                    </a:lnTo>
                    <a:lnTo>
                      <a:pt x="8935" y="3516"/>
                    </a:lnTo>
                    <a:lnTo>
                      <a:pt x="9019" y="3348"/>
                    </a:lnTo>
                    <a:lnTo>
                      <a:pt x="9040" y="3160"/>
                    </a:lnTo>
                    <a:lnTo>
                      <a:pt x="9123" y="2951"/>
                    </a:lnTo>
                    <a:lnTo>
                      <a:pt x="9103" y="2951"/>
                    </a:lnTo>
                    <a:lnTo>
                      <a:pt x="9165" y="2846"/>
                    </a:lnTo>
                    <a:lnTo>
                      <a:pt x="9165" y="2825"/>
                    </a:lnTo>
                    <a:lnTo>
                      <a:pt x="9061" y="2825"/>
                    </a:lnTo>
                    <a:lnTo>
                      <a:pt x="8935" y="2762"/>
                    </a:lnTo>
                    <a:lnTo>
                      <a:pt x="8830" y="2762"/>
                    </a:lnTo>
                    <a:lnTo>
                      <a:pt x="8768" y="2825"/>
                    </a:lnTo>
                    <a:lnTo>
                      <a:pt x="8768" y="2909"/>
                    </a:lnTo>
                    <a:lnTo>
                      <a:pt x="8726" y="3014"/>
                    </a:lnTo>
                    <a:lnTo>
                      <a:pt x="8663" y="3034"/>
                    </a:lnTo>
                    <a:lnTo>
                      <a:pt x="8454" y="3034"/>
                    </a:lnTo>
                    <a:lnTo>
                      <a:pt x="8266" y="2930"/>
                    </a:lnTo>
                    <a:lnTo>
                      <a:pt x="8182" y="2804"/>
                    </a:lnTo>
                    <a:lnTo>
                      <a:pt x="8140" y="2742"/>
                    </a:lnTo>
                    <a:lnTo>
                      <a:pt x="8098" y="2658"/>
                    </a:lnTo>
                    <a:lnTo>
                      <a:pt x="8161" y="2532"/>
                    </a:lnTo>
                    <a:lnTo>
                      <a:pt x="8286" y="2281"/>
                    </a:lnTo>
                    <a:lnTo>
                      <a:pt x="8307" y="2177"/>
                    </a:lnTo>
                    <a:lnTo>
                      <a:pt x="8412" y="2114"/>
                    </a:lnTo>
                    <a:lnTo>
                      <a:pt x="8579" y="2197"/>
                    </a:lnTo>
                    <a:lnTo>
                      <a:pt x="8663" y="2260"/>
                    </a:lnTo>
                    <a:lnTo>
                      <a:pt x="8768" y="2323"/>
                    </a:lnTo>
                    <a:lnTo>
                      <a:pt x="8768" y="2135"/>
                    </a:lnTo>
                    <a:lnTo>
                      <a:pt x="8768" y="1988"/>
                    </a:lnTo>
                    <a:lnTo>
                      <a:pt x="8810" y="1800"/>
                    </a:lnTo>
                    <a:lnTo>
                      <a:pt x="8810" y="1361"/>
                    </a:lnTo>
                    <a:lnTo>
                      <a:pt x="8789" y="1214"/>
                    </a:lnTo>
                    <a:lnTo>
                      <a:pt x="8747" y="1109"/>
                    </a:lnTo>
                    <a:lnTo>
                      <a:pt x="8747" y="1005"/>
                    </a:lnTo>
                    <a:lnTo>
                      <a:pt x="8747" y="984"/>
                    </a:lnTo>
                    <a:lnTo>
                      <a:pt x="8747" y="733"/>
                    </a:lnTo>
                    <a:lnTo>
                      <a:pt x="8684" y="586"/>
                    </a:lnTo>
                    <a:lnTo>
                      <a:pt x="8642" y="440"/>
                    </a:lnTo>
                    <a:lnTo>
                      <a:pt x="8621" y="273"/>
                    </a:lnTo>
                    <a:lnTo>
                      <a:pt x="8517" y="168"/>
                    </a:lnTo>
                    <a:lnTo>
                      <a:pt x="8328" y="126"/>
                    </a:lnTo>
                    <a:lnTo>
                      <a:pt x="8182" y="147"/>
                    </a:lnTo>
                    <a:lnTo>
                      <a:pt x="8098" y="168"/>
                    </a:lnTo>
                    <a:lnTo>
                      <a:pt x="8056" y="147"/>
                    </a:lnTo>
                    <a:lnTo>
                      <a:pt x="7910" y="105"/>
                    </a:lnTo>
                    <a:lnTo>
                      <a:pt x="7847" y="105"/>
                    </a:lnTo>
                    <a:lnTo>
                      <a:pt x="7784" y="21"/>
                    </a:lnTo>
                    <a:lnTo>
                      <a:pt x="765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18" name="Google Shape;518;p38"/>
            <p:cNvSpPr/>
            <p:nvPr/>
          </p:nvSpPr>
          <p:spPr>
            <a:xfrm>
              <a:off x="3292646" y="3020419"/>
              <a:ext cx="18695" cy="5482"/>
            </a:xfrm>
            <a:custGeom>
              <a:rect b="b" l="l" r="r" t="t"/>
              <a:pathLst>
                <a:path extrusionOk="0" h="482" w="1570">
                  <a:moveTo>
                    <a:pt x="189" y="0"/>
                  </a:moveTo>
                  <a:lnTo>
                    <a:pt x="126" y="84"/>
                  </a:lnTo>
                  <a:lnTo>
                    <a:pt x="21" y="147"/>
                  </a:lnTo>
                  <a:lnTo>
                    <a:pt x="21" y="209"/>
                  </a:lnTo>
                  <a:lnTo>
                    <a:pt x="0" y="272"/>
                  </a:lnTo>
                  <a:lnTo>
                    <a:pt x="42" y="377"/>
                  </a:lnTo>
                  <a:lnTo>
                    <a:pt x="314" y="377"/>
                  </a:lnTo>
                  <a:lnTo>
                    <a:pt x="398" y="398"/>
                  </a:lnTo>
                  <a:lnTo>
                    <a:pt x="607" y="356"/>
                  </a:lnTo>
                  <a:lnTo>
                    <a:pt x="691" y="377"/>
                  </a:lnTo>
                  <a:lnTo>
                    <a:pt x="837" y="293"/>
                  </a:lnTo>
                  <a:cubicBezTo>
                    <a:pt x="1026" y="398"/>
                    <a:pt x="1235" y="356"/>
                    <a:pt x="1423" y="481"/>
                  </a:cubicBezTo>
                  <a:lnTo>
                    <a:pt x="1570" y="460"/>
                  </a:lnTo>
                  <a:lnTo>
                    <a:pt x="1528" y="398"/>
                  </a:lnTo>
                  <a:lnTo>
                    <a:pt x="1444" y="460"/>
                  </a:lnTo>
                  <a:lnTo>
                    <a:pt x="1444" y="440"/>
                  </a:lnTo>
                  <a:cubicBezTo>
                    <a:pt x="1360" y="377"/>
                    <a:pt x="1318" y="356"/>
                    <a:pt x="1235" y="335"/>
                  </a:cubicBezTo>
                  <a:lnTo>
                    <a:pt x="1277" y="293"/>
                  </a:lnTo>
                  <a:lnTo>
                    <a:pt x="1130" y="251"/>
                  </a:lnTo>
                  <a:lnTo>
                    <a:pt x="1046" y="335"/>
                  </a:lnTo>
                  <a:cubicBezTo>
                    <a:pt x="1005" y="335"/>
                    <a:pt x="942" y="335"/>
                    <a:pt x="921" y="293"/>
                  </a:cubicBezTo>
                  <a:lnTo>
                    <a:pt x="921" y="272"/>
                  </a:lnTo>
                  <a:lnTo>
                    <a:pt x="1046" y="147"/>
                  </a:lnTo>
                  <a:lnTo>
                    <a:pt x="942" y="105"/>
                  </a:lnTo>
                  <a:lnTo>
                    <a:pt x="921" y="42"/>
                  </a:lnTo>
                  <a:lnTo>
                    <a:pt x="837" y="0"/>
                  </a:lnTo>
                  <a:lnTo>
                    <a:pt x="607" y="42"/>
                  </a:lnTo>
                  <a:lnTo>
                    <a:pt x="18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38"/>
            <p:cNvSpPr/>
            <p:nvPr/>
          </p:nvSpPr>
          <p:spPr>
            <a:xfrm>
              <a:off x="3260258" y="3010662"/>
              <a:ext cx="26423" cy="16661"/>
            </a:xfrm>
            <a:custGeom>
              <a:rect b="b" l="l" r="r" t="t"/>
              <a:pathLst>
                <a:path extrusionOk="0" h="1465" w="2219">
                  <a:moveTo>
                    <a:pt x="481" y="0"/>
                  </a:moveTo>
                  <a:lnTo>
                    <a:pt x="293" y="42"/>
                  </a:lnTo>
                  <a:lnTo>
                    <a:pt x="230" y="147"/>
                  </a:lnTo>
                  <a:lnTo>
                    <a:pt x="230" y="209"/>
                  </a:lnTo>
                  <a:lnTo>
                    <a:pt x="189" y="314"/>
                  </a:lnTo>
                  <a:lnTo>
                    <a:pt x="230" y="398"/>
                  </a:lnTo>
                  <a:lnTo>
                    <a:pt x="189" y="523"/>
                  </a:lnTo>
                  <a:lnTo>
                    <a:pt x="105" y="586"/>
                  </a:lnTo>
                  <a:lnTo>
                    <a:pt x="84" y="607"/>
                  </a:lnTo>
                  <a:lnTo>
                    <a:pt x="126" y="733"/>
                  </a:lnTo>
                  <a:lnTo>
                    <a:pt x="126" y="837"/>
                  </a:lnTo>
                  <a:lnTo>
                    <a:pt x="126" y="900"/>
                  </a:lnTo>
                  <a:lnTo>
                    <a:pt x="0" y="1046"/>
                  </a:lnTo>
                  <a:lnTo>
                    <a:pt x="0" y="1109"/>
                  </a:lnTo>
                  <a:lnTo>
                    <a:pt x="63" y="1130"/>
                  </a:lnTo>
                  <a:lnTo>
                    <a:pt x="126" y="1256"/>
                  </a:lnTo>
                  <a:lnTo>
                    <a:pt x="84" y="1339"/>
                  </a:lnTo>
                  <a:lnTo>
                    <a:pt x="189" y="1402"/>
                  </a:lnTo>
                  <a:lnTo>
                    <a:pt x="230" y="1444"/>
                  </a:lnTo>
                  <a:lnTo>
                    <a:pt x="293" y="1465"/>
                  </a:lnTo>
                  <a:lnTo>
                    <a:pt x="377" y="1318"/>
                  </a:lnTo>
                  <a:lnTo>
                    <a:pt x="502" y="1130"/>
                  </a:lnTo>
                  <a:lnTo>
                    <a:pt x="502" y="1088"/>
                  </a:lnTo>
                  <a:lnTo>
                    <a:pt x="544" y="984"/>
                  </a:lnTo>
                  <a:lnTo>
                    <a:pt x="607" y="1046"/>
                  </a:lnTo>
                  <a:lnTo>
                    <a:pt x="691" y="1046"/>
                  </a:lnTo>
                  <a:lnTo>
                    <a:pt x="753" y="921"/>
                  </a:lnTo>
                  <a:lnTo>
                    <a:pt x="837" y="984"/>
                  </a:lnTo>
                  <a:lnTo>
                    <a:pt x="837" y="1088"/>
                  </a:lnTo>
                  <a:lnTo>
                    <a:pt x="921" y="1130"/>
                  </a:lnTo>
                  <a:lnTo>
                    <a:pt x="1067" y="1088"/>
                  </a:lnTo>
                  <a:lnTo>
                    <a:pt x="1235" y="942"/>
                  </a:lnTo>
                  <a:lnTo>
                    <a:pt x="1381" y="900"/>
                  </a:lnTo>
                  <a:lnTo>
                    <a:pt x="1569" y="921"/>
                  </a:lnTo>
                  <a:lnTo>
                    <a:pt x="1674" y="900"/>
                  </a:lnTo>
                  <a:lnTo>
                    <a:pt x="1758" y="942"/>
                  </a:lnTo>
                  <a:lnTo>
                    <a:pt x="1883" y="984"/>
                  </a:lnTo>
                  <a:lnTo>
                    <a:pt x="2072" y="1005"/>
                  </a:lnTo>
                  <a:lnTo>
                    <a:pt x="2093" y="921"/>
                  </a:lnTo>
                  <a:lnTo>
                    <a:pt x="2176" y="921"/>
                  </a:lnTo>
                  <a:lnTo>
                    <a:pt x="2218" y="816"/>
                  </a:lnTo>
                  <a:lnTo>
                    <a:pt x="2176" y="733"/>
                  </a:lnTo>
                  <a:lnTo>
                    <a:pt x="1946" y="607"/>
                  </a:lnTo>
                  <a:lnTo>
                    <a:pt x="1862" y="607"/>
                  </a:lnTo>
                  <a:lnTo>
                    <a:pt x="1695" y="565"/>
                  </a:lnTo>
                  <a:lnTo>
                    <a:pt x="1632" y="565"/>
                  </a:lnTo>
                  <a:lnTo>
                    <a:pt x="1465" y="502"/>
                  </a:lnTo>
                  <a:lnTo>
                    <a:pt x="1277" y="398"/>
                  </a:lnTo>
                  <a:lnTo>
                    <a:pt x="1172" y="398"/>
                  </a:lnTo>
                  <a:lnTo>
                    <a:pt x="1256" y="377"/>
                  </a:lnTo>
                  <a:lnTo>
                    <a:pt x="1423" y="419"/>
                  </a:lnTo>
                  <a:lnTo>
                    <a:pt x="1674" y="419"/>
                  </a:lnTo>
                  <a:lnTo>
                    <a:pt x="1779" y="398"/>
                  </a:lnTo>
                  <a:lnTo>
                    <a:pt x="1695" y="356"/>
                  </a:lnTo>
                  <a:lnTo>
                    <a:pt x="1632" y="356"/>
                  </a:lnTo>
                  <a:lnTo>
                    <a:pt x="1444" y="314"/>
                  </a:lnTo>
                  <a:lnTo>
                    <a:pt x="1360" y="147"/>
                  </a:lnTo>
                  <a:lnTo>
                    <a:pt x="1256" y="147"/>
                  </a:lnTo>
                  <a:lnTo>
                    <a:pt x="1214" y="168"/>
                  </a:lnTo>
                  <a:lnTo>
                    <a:pt x="1130" y="105"/>
                  </a:lnTo>
                  <a:lnTo>
                    <a:pt x="649" y="0"/>
                  </a:lnTo>
                  <a:lnTo>
                    <a:pt x="586" y="42"/>
                  </a:lnTo>
                  <a:lnTo>
                    <a:pt x="48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38"/>
            <p:cNvSpPr/>
            <p:nvPr/>
          </p:nvSpPr>
          <p:spPr>
            <a:xfrm>
              <a:off x="3408744" y="2329870"/>
              <a:ext cx="289769" cy="354333"/>
            </a:xfrm>
            <a:custGeom>
              <a:rect b="b" l="l" r="r" t="t"/>
              <a:pathLst>
                <a:path extrusionOk="0" h="31157" w="24335">
                  <a:moveTo>
                    <a:pt x="19167" y="16300"/>
                  </a:moveTo>
                  <a:lnTo>
                    <a:pt x="19161" y="16311"/>
                  </a:lnTo>
                  <a:lnTo>
                    <a:pt x="19167" y="16321"/>
                  </a:lnTo>
                  <a:lnTo>
                    <a:pt x="19167" y="16300"/>
                  </a:lnTo>
                  <a:close/>
                  <a:moveTo>
                    <a:pt x="16572" y="17849"/>
                  </a:moveTo>
                  <a:lnTo>
                    <a:pt x="16593" y="17870"/>
                  </a:lnTo>
                  <a:lnTo>
                    <a:pt x="16509" y="17870"/>
                  </a:lnTo>
                  <a:lnTo>
                    <a:pt x="16509" y="17849"/>
                  </a:lnTo>
                  <a:close/>
                  <a:moveTo>
                    <a:pt x="4771" y="22933"/>
                  </a:moveTo>
                  <a:lnTo>
                    <a:pt x="4813" y="22996"/>
                  </a:lnTo>
                  <a:lnTo>
                    <a:pt x="4792" y="23038"/>
                  </a:lnTo>
                  <a:lnTo>
                    <a:pt x="4750" y="23038"/>
                  </a:lnTo>
                  <a:lnTo>
                    <a:pt x="4688" y="23059"/>
                  </a:lnTo>
                  <a:lnTo>
                    <a:pt x="4709" y="23142"/>
                  </a:lnTo>
                  <a:lnTo>
                    <a:pt x="4792" y="23205"/>
                  </a:lnTo>
                  <a:lnTo>
                    <a:pt x="4960" y="23205"/>
                  </a:lnTo>
                  <a:lnTo>
                    <a:pt x="4981" y="23163"/>
                  </a:lnTo>
                  <a:lnTo>
                    <a:pt x="4960" y="23121"/>
                  </a:lnTo>
                  <a:lnTo>
                    <a:pt x="4960" y="23059"/>
                  </a:lnTo>
                  <a:lnTo>
                    <a:pt x="5001" y="23038"/>
                  </a:lnTo>
                  <a:lnTo>
                    <a:pt x="5127" y="23059"/>
                  </a:lnTo>
                  <a:lnTo>
                    <a:pt x="5169" y="23121"/>
                  </a:lnTo>
                  <a:lnTo>
                    <a:pt x="5106" y="23163"/>
                  </a:lnTo>
                  <a:lnTo>
                    <a:pt x="4960" y="23226"/>
                  </a:lnTo>
                  <a:lnTo>
                    <a:pt x="4750" y="23226"/>
                  </a:lnTo>
                  <a:lnTo>
                    <a:pt x="4750" y="23268"/>
                  </a:lnTo>
                  <a:lnTo>
                    <a:pt x="4855" y="23435"/>
                  </a:lnTo>
                  <a:lnTo>
                    <a:pt x="4981" y="23519"/>
                  </a:lnTo>
                  <a:lnTo>
                    <a:pt x="5064" y="23540"/>
                  </a:lnTo>
                  <a:lnTo>
                    <a:pt x="5085" y="23519"/>
                  </a:lnTo>
                  <a:lnTo>
                    <a:pt x="5190" y="23477"/>
                  </a:lnTo>
                  <a:lnTo>
                    <a:pt x="5211" y="23540"/>
                  </a:lnTo>
                  <a:lnTo>
                    <a:pt x="5190" y="23561"/>
                  </a:lnTo>
                  <a:lnTo>
                    <a:pt x="5127" y="23561"/>
                  </a:lnTo>
                  <a:lnTo>
                    <a:pt x="5064" y="23582"/>
                  </a:lnTo>
                  <a:lnTo>
                    <a:pt x="4897" y="23540"/>
                  </a:lnTo>
                  <a:lnTo>
                    <a:pt x="4771" y="23477"/>
                  </a:lnTo>
                  <a:lnTo>
                    <a:pt x="4646" y="23352"/>
                  </a:lnTo>
                  <a:lnTo>
                    <a:pt x="4541" y="23310"/>
                  </a:lnTo>
                  <a:lnTo>
                    <a:pt x="4436" y="23310"/>
                  </a:lnTo>
                  <a:lnTo>
                    <a:pt x="4332" y="23205"/>
                  </a:lnTo>
                  <a:lnTo>
                    <a:pt x="4185" y="23142"/>
                  </a:lnTo>
                  <a:lnTo>
                    <a:pt x="4164" y="23121"/>
                  </a:lnTo>
                  <a:lnTo>
                    <a:pt x="4081" y="23121"/>
                  </a:lnTo>
                  <a:lnTo>
                    <a:pt x="4018" y="23142"/>
                  </a:lnTo>
                  <a:lnTo>
                    <a:pt x="3913" y="23142"/>
                  </a:lnTo>
                  <a:lnTo>
                    <a:pt x="3892" y="23132"/>
                  </a:lnTo>
                  <a:lnTo>
                    <a:pt x="3892" y="23132"/>
                  </a:lnTo>
                  <a:lnTo>
                    <a:pt x="3913" y="23121"/>
                  </a:lnTo>
                  <a:lnTo>
                    <a:pt x="3976" y="23121"/>
                  </a:lnTo>
                  <a:lnTo>
                    <a:pt x="4123" y="23100"/>
                  </a:lnTo>
                  <a:lnTo>
                    <a:pt x="4164" y="23038"/>
                  </a:lnTo>
                  <a:lnTo>
                    <a:pt x="4185" y="23038"/>
                  </a:lnTo>
                  <a:lnTo>
                    <a:pt x="4185" y="23100"/>
                  </a:lnTo>
                  <a:lnTo>
                    <a:pt x="4248" y="23121"/>
                  </a:lnTo>
                  <a:lnTo>
                    <a:pt x="4332" y="23121"/>
                  </a:lnTo>
                  <a:lnTo>
                    <a:pt x="4436" y="23247"/>
                  </a:lnTo>
                  <a:lnTo>
                    <a:pt x="4478" y="23268"/>
                  </a:lnTo>
                  <a:lnTo>
                    <a:pt x="4562" y="23226"/>
                  </a:lnTo>
                  <a:lnTo>
                    <a:pt x="4604" y="23142"/>
                  </a:lnTo>
                  <a:lnTo>
                    <a:pt x="4604" y="23059"/>
                  </a:lnTo>
                  <a:lnTo>
                    <a:pt x="4583" y="23017"/>
                  </a:lnTo>
                  <a:lnTo>
                    <a:pt x="4583" y="22954"/>
                  </a:lnTo>
                  <a:lnTo>
                    <a:pt x="4688" y="22954"/>
                  </a:lnTo>
                  <a:lnTo>
                    <a:pt x="4709" y="22933"/>
                  </a:lnTo>
                  <a:close/>
                  <a:moveTo>
                    <a:pt x="4269" y="25193"/>
                  </a:moveTo>
                  <a:lnTo>
                    <a:pt x="4290" y="25277"/>
                  </a:lnTo>
                  <a:lnTo>
                    <a:pt x="4395" y="25297"/>
                  </a:lnTo>
                  <a:lnTo>
                    <a:pt x="4436" y="25339"/>
                  </a:lnTo>
                  <a:lnTo>
                    <a:pt x="4353" y="25339"/>
                  </a:lnTo>
                  <a:lnTo>
                    <a:pt x="4290" y="25318"/>
                  </a:lnTo>
                  <a:lnTo>
                    <a:pt x="4123" y="25318"/>
                  </a:lnTo>
                  <a:lnTo>
                    <a:pt x="4060" y="25381"/>
                  </a:lnTo>
                  <a:lnTo>
                    <a:pt x="4039" y="25318"/>
                  </a:lnTo>
                  <a:lnTo>
                    <a:pt x="3976" y="25339"/>
                  </a:lnTo>
                  <a:lnTo>
                    <a:pt x="3955" y="25444"/>
                  </a:lnTo>
                  <a:lnTo>
                    <a:pt x="3913" y="25486"/>
                  </a:lnTo>
                  <a:lnTo>
                    <a:pt x="3851" y="25528"/>
                  </a:lnTo>
                  <a:lnTo>
                    <a:pt x="3725" y="25549"/>
                  </a:lnTo>
                  <a:lnTo>
                    <a:pt x="3641" y="25611"/>
                  </a:lnTo>
                  <a:lnTo>
                    <a:pt x="3725" y="25528"/>
                  </a:lnTo>
                  <a:lnTo>
                    <a:pt x="3830" y="25507"/>
                  </a:lnTo>
                  <a:lnTo>
                    <a:pt x="3872" y="25444"/>
                  </a:lnTo>
                  <a:lnTo>
                    <a:pt x="3913" y="25381"/>
                  </a:lnTo>
                  <a:lnTo>
                    <a:pt x="3955" y="25318"/>
                  </a:lnTo>
                  <a:lnTo>
                    <a:pt x="4018" y="25318"/>
                  </a:lnTo>
                  <a:lnTo>
                    <a:pt x="4227" y="25193"/>
                  </a:lnTo>
                  <a:close/>
                  <a:moveTo>
                    <a:pt x="16614" y="1"/>
                  </a:moveTo>
                  <a:lnTo>
                    <a:pt x="16530" y="22"/>
                  </a:lnTo>
                  <a:lnTo>
                    <a:pt x="16489" y="84"/>
                  </a:lnTo>
                  <a:lnTo>
                    <a:pt x="16489" y="168"/>
                  </a:lnTo>
                  <a:lnTo>
                    <a:pt x="16509" y="273"/>
                  </a:lnTo>
                  <a:lnTo>
                    <a:pt x="16509" y="336"/>
                  </a:lnTo>
                  <a:lnTo>
                    <a:pt x="16468" y="398"/>
                  </a:lnTo>
                  <a:lnTo>
                    <a:pt x="16405" y="336"/>
                  </a:lnTo>
                  <a:lnTo>
                    <a:pt x="16384" y="210"/>
                  </a:lnTo>
                  <a:lnTo>
                    <a:pt x="16321" y="126"/>
                  </a:lnTo>
                  <a:lnTo>
                    <a:pt x="16279" y="126"/>
                  </a:lnTo>
                  <a:lnTo>
                    <a:pt x="16216" y="84"/>
                  </a:lnTo>
                  <a:lnTo>
                    <a:pt x="16175" y="64"/>
                  </a:lnTo>
                  <a:lnTo>
                    <a:pt x="16154" y="105"/>
                  </a:lnTo>
                  <a:lnTo>
                    <a:pt x="16112" y="210"/>
                  </a:lnTo>
                  <a:lnTo>
                    <a:pt x="16070" y="273"/>
                  </a:lnTo>
                  <a:lnTo>
                    <a:pt x="15986" y="231"/>
                  </a:lnTo>
                  <a:lnTo>
                    <a:pt x="15903" y="273"/>
                  </a:lnTo>
                  <a:lnTo>
                    <a:pt x="15882" y="377"/>
                  </a:lnTo>
                  <a:lnTo>
                    <a:pt x="15924" y="440"/>
                  </a:lnTo>
                  <a:lnTo>
                    <a:pt x="15965" y="503"/>
                  </a:lnTo>
                  <a:lnTo>
                    <a:pt x="15882" y="587"/>
                  </a:lnTo>
                  <a:lnTo>
                    <a:pt x="15777" y="712"/>
                  </a:lnTo>
                  <a:lnTo>
                    <a:pt x="15777" y="754"/>
                  </a:lnTo>
                  <a:lnTo>
                    <a:pt x="15861" y="796"/>
                  </a:lnTo>
                  <a:lnTo>
                    <a:pt x="15882" y="838"/>
                  </a:lnTo>
                  <a:lnTo>
                    <a:pt x="15840" y="901"/>
                  </a:lnTo>
                  <a:lnTo>
                    <a:pt x="15777" y="901"/>
                  </a:lnTo>
                  <a:lnTo>
                    <a:pt x="15631" y="817"/>
                  </a:lnTo>
                  <a:lnTo>
                    <a:pt x="15421" y="817"/>
                  </a:lnTo>
                  <a:lnTo>
                    <a:pt x="15380" y="963"/>
                  </a:lnTo>
                  <a:lnTo>
                    <a:pt x="15421" y="1131"/>
                  </a:lnTo>
                  <a:lnTo>
                    <a:pt x="15484" y="1277"/>
                  </a:lnTo>
                  <a:lnTo>
                    <a:pt x="15631" y="1340"/>
                  </a:lnTo>
                  <a:lnTo>
                    <a:pt x="15672" y="1382"/>
                  </a:lnTo>
                  <a:lnTo>
                    <a:pt x="15672" y="1445"/>
                  </a:lnTo>
                  <a:lnTo>
                    <a:pt x="15547" y="1403"/>
                  </a:lnTo>
                  <a:lnTo>
                    <a:pt x="15421" y="1340"/>
                  </a:lnTo>
                  <a:lnTo>
                    <a:pt x="15317" y="1152"/>
                  </a:lnTo>
                  <a:lnTo>
                    <a:pt x="15128" y="1026"/>
                  </a:lnTo>
                  <a:lnTo>
                    <a:pt x="15045" y="963"/>
                  </a:lnTo>
                  <a:lnTo>
                    <a:pt x="15024" y="1026"/>
                  </a:lnTo>
                  <a:lnTo>
                    <a:pt x="15045" y="1068"/>
                  </a:lnTo>
                  <a:lnTo>
                    <a:pt x="15045" y="1173"/>
                  </a:lnTo>
                  <a:lnTo>
                    <a:pt x="15066" y="1256"/>
                  </a:lnTo>
                  <a:lnTo>
                    <a:pt x="15128" y="1340"/>
                  </a:lnTo>
                  <a:lnTo>
                    <a:pt x="15128" y="1465"/>
                  </a:lnTo>
                  <a:lnTo>
                    <a:pt x="15045" y="1549"/>
                  </a:lnTo>
                  <a:lnTo>
                    <a:pt x="15045" y="1382"/>
                  </a:lnTo>
                  <a:lnTo>
                    <a:pt x="15003" y="1256"/>
                  </a:lnTo>
                  <a:lnTo>
                    <a:pt x="14919" y="1110"/>
                  </a:lnTo>
                  <a:lnTo>
                    <a:pt x="14919" y="1026"/>
                  </a:lnTo>
                  <a:lnTo>
                    <a:pt x="14836" y="921"/>
                  </a:lnTo>
                  <a:lnTo>
                    <a:pt x="14731" y="859"/>
                  </a:lnTo>
                  <a:lnTo>
                    <a:pt x="14647" y="984"/>
                  </a:lnTo>
                  <a:lnTo>
                    <a:pt x="14605" y="1068"/>
                  </a:lnTo>
                  <a:lnTo>
                    <a:pt x="14543" y="984"/>
                  </a:lnTo>
                  <a:lnTo>
                    <a:pt x="14605" y="921"/>
                  </a:lnTo>
                  <a:lnTo>
                    <a:pt x="14605" y="859"/>
                  </a:lnTo>
                  <a:lnTo>
                    <a:pt x="14522" y="817"/>
                  </a:lnTo>
                  <a:lnTo>
                    <a:pt x="14501" y="733"/>
                  </a:lnTo>
                  <a:lnTo>
                    <a:pt x="14480" y="691"/>
                  </a:lnTo>
                  <a:lnTo>
                    <a:pt x="14375" y="691"/>
                  </a:lnTo>
                  <a:lnTo>
                    <a:pt x="14292" y="733"/>
                  </a:lnTo>
                  <a:lnTo>
                    <a:pt x="14271" y="712"/>
                  </a:lnTo>
                  <a:lnTo>
                    <a:pt x="14292" y="628"/>
                  </a:lnTo>
                  <a:lnTo>
                    <a:pt x="14375" y="545"/>
                  </a:lnTo>
                  <a:lnTo>
                    <a:pt x="14271" y="566"/>
                  </a:lnTo>
                  <a:lnTo>
                    <a:pt x="14166" y="670"/>
                  </a:lnTo>
                  <a:lnTo>
                    <a:pt x="14124" y="754"/>
                  </a:lnTo>
                  <a:lnTo>
                    <a:pt x="14020" y="817"/>
                  </a:lnTo>
                  <a:lnTo>
                    <a:pt x="13957" y="838"/>
                  </a:lnTo>
                  <a:lnTo>
                    <a:pt x="13852" y="984"/>
                  </a:lnTo>
                  <a:lnTo>
                    <a:pt x="13810" y="984"/>
                  </a:lnTo>
                  <a:lnTo>
                    <a:pt x="13768" y="880"/>
                  </a:lnTo>
                  <a:lnTo>
                    <a:pt x="13685" y="817"/>
                  </a:lnTo>
                  <a:lnTo>
                    <a:pt x="13643" y="817"/>
                  </a:lnTo>
                  <a:lnTo>
                    <a:pt x="13601" y="880"/>
                  </a:lnTo>
                  <a:lnTo>
                    <a:pt x="13580" y="963"/>
                  </a:lnTo>
                  <a:lnTo>
                    <a:pt x="13601" y="1089"/>
                  </a:lnTo>
                  <a:lnTo>
                    <a:pt x="13768" y="1193"/>
                  </a:lnTo>
                  <a:lnTo>
                    <a:pt x="13768" y="1256"/>
                  </a:lnTo>
                  <a:lnTo>
                    <a:pt x="13685" y="1256"/>
                  </a:lnTo>
                  <a:lnTo>
                    <a:pt x="13643" y="1382"/>
                  </a:lnTo>
                  <a:lnTo>
                    <a:pt x="13643" y="1507"/>
                  </a:lnTo>
                  <a:lnTo>
                    <a:pt x="13768" y="1591"/>
                  </a:lnTo>
                  <a:lnTo>
                    <a:pt x="13852" y="1570"/>
                  </a:lnTo>
                  <a:lnTo>
                    <a:pt x="13915" y="1507"/>
                  </a:lnTo>
                  <a:lnTo>
                    <a:pt x="14103" y="1507"/>
                  </a:lnTo>
                  <a:lnTo>
                    <a:pt x="14229" y="1675"/>
                  </a:lnTo>
                  <a:lnTo>
                    <a:pt x="14333" y="1717"/>
                  </a:lnTo>
                  <a:lnTo>
                    <a:pt x="14396" y="1800"/>
                  </a:lnTo>
                  <a:lnTo>
                    <a:pt x="14375" y="1863"/>
                  </a:lnTo>
                  <a:lnTo>
                    <a:pt x="14375" y="1926"/>
                  </a:lnTo>
                  <a:lnTo>
                    <a:pt x="14396" y="2072"/>
                  </a:lnTo>
                  <a:lnTo>
                    <a:pt x="14333" y="2219"/>
                  </a:lnTo>
                  <a:lnTo>
                    <a:pt x="14333" y="2302"/>
                  </a:lnTo>
                  <a:lnTo>
                    <a:pt x="14417" y="2407"/>
                  </a:lnTo>
                  <a:lnTo>
                    <a:pt x="14417" y="2533"/>
                  </a:lnTo>
                  <a:lnTo>
                    <a:pt x="14438" y="2616"/>
                  </a:lnTo>
                  <a:lnTo>
                    <a:pt x="14543" y="2700"/>
                  </a:lnTo>
                  <a:lnTo>
                    <a:pt x="14626" y="2700"/>
                  </a:lnTo>
                  <a:lnTo>
                    <a:pt x="14710" y="2784"/>
                  </a:lnTo>
                  <a:lnTo>
                    <a:pt x="14836" y="2846"/>
                  </a:lnTo>
                  <a:lnTo>
                    <a:pt x="14836" y="2909"/>
                  </a:lnTo>
                  <a:lnTo>
                    <a:pt x="14856" y="2993"/>
                  </a:lnTo>
                  <a:lnTo>
                    <a:pt x="14731" y="2888"/>
                  </a:lnTo>
                  <a:lnTo>
                    <a:pt x="14584" y="2805"/>
                  </a:lnTo>
                  <a:lnTo>
                    <a:pt x="14417" y="2805"/>
                  </a:lnTo>
                  <a:lnTo>
                    <a:pt x="14333" y="2742"/>
                  </a:lnTo>
                  <a:lnTo>
                    <a:pt x="14312" y="2679"/>
                  </a:lnTo>
                  <a:lnTo>
                    <a:pt x="14312" y="2533"/>
                  </a:lnTo>
                  <a:lnTo>
                    <a:pt x="14271" y="2323"/>
                  </a:lnTo>
                  <a:lnTo>
                    <a:pt x="14312" y="2219"/>
                  </a:lnTo>
                  <a:lnTo>
                    <a:pt x="14312" y="2114"/>
                  </a:lnTo>
                  <a:lnTo>
                    <a:pt x="14208" y="2009"/>
                  </a:lnTo>
                  <a:lnTo>
                    <a:pt x="14208" y="1926"/>
                  </a:lnTo>
                  <a:lnTo>
                    <a:pt x="14166" y="1779"/>
                  </a:lnTo>
                  <a:lnTo>
                    <a:pt x="14103" y="1737"/>
                  </a:lnTo>
                  <a:lnTo>
                    <a:pt x="14020" y="1696"/>
                  </a:lnTo>
                  <a:lnTo>
                    <a:pt x="13957" y="1654"/>
                  </a:lnTo>
                  <a:lnTo>
                    <a:pt x="13852" y="1633"/>
                  </a:lnTo>
                  <a:lnTo>
                    <a:pt x="13748" y="1675"/>
                  </a:lnTo>
                  <a:lnTo>
                    <a:pt x="13601" y="1696"/>
                  </a:lnTo>
                  <a:lnTo>
                    <a:pt x="13538" y="1675"/>
                  </a:lnTo>
                  <a:lnTo>
                    <a:pt x="13476" y="1675"/>
                  </a:lnTo>
                  <a:lnTo>
                    <a:pt x="13434" y="1863"/>
                  </a:lnTo>
                  <a:lnTo>
                    <a:pt x="13476" y="1905"/>
                  </a:lnTo>
                  <a:lnTo>
                    <a:pt x="13476" y="2009"/>
                  </a:lnTo>
                  <a:lnTo>
                    <a:pt x="13434" y="2072"/>
                  </a:lnTo>
                  <a:lnTo>
                    <a:pt x="13266" y="1989"/>
                  </a:lnTo>
                  <a:lnTo>
                    <a:pt x="13078" y="1779"/>
                  </a:lnTo>
                  <a:lnTo>
                    <a:pt x="13036" y="1779"/>
                  </a:lnTo>
                  <a:lnTo>
                    <a:pt x="12973" y="1821"/>
                  </a:lnTo>
                  <a:lnTo>
                    <a:pt x="12931" y="1821"/>
                  </a:lnTo>
                  <a:lnTo>
                    <a:pt x="12869" y="1758"/>
                  </a:lnTo>
                  <a:lnTo>
                    <a:pt x="12701" y="1717"/>
                  </a:lnTo>
                  <a:lnTo>
                    <a:pt x="12639" y="1779"/>
                  </a:lnTo>
                  <a:lnTo>
                    <a:pt x="12639" y="1884"/>
                  </a:lnTo>
                  <a:lnTo>
                    <a:pt x="12701" y="2009"/>
                  </a:lnTo>
                  <a:lnTo>
                    <a:pt x="12639" y="2093"/>
                  </a:lnTo>
                  <a:lnTo>
                    <a:pt x="12701" y="2198"/>
                  </a:lnTo>
                  <a:lnTo>
                    <a:pt x="12743" y="2344"/>
                  </a:lnTo>
                  <a:lnTo>
                    <a:pt x="12722" y="2491"/>
                  </a:lnTo>
                  <a:lnTo>
                    <a:pt x="12743" y="2533"/>
                  </a:lnTo>
                  <a:lnTo>
                    <a:pt x="12764" y="2700"/>
                  </a:lnTo>
                  <a:lnTo>
                    <a:pt x="12743" y="2742"/>
                  </a:lnTo>
                  <a:lnTo>
                    <a:pt x="12743" y="2846"/>
                  </a:lnTo>
                  <a:lnTo>
                    <a:pt x="12827" y="3014"/>
                  </a:lnTo>
                  <a:lnTo>
                    <a:pt x="12848" y="3118"/>
                  </a:lnTo>
                  <a:lnTo>
                    <a:pt x="12827" y="3265"/>
                  </a:lnTo>
                  <a:lnTo>
                    <a:pt x="12827" y="3349"/>
                  </a:lnTo>
                  <a:lnTo>
                    <a:pt x="12911" y="3453"/>
                  </a:lnTo>
                  <a:lnTo>
                    <a:pt x="12931" y="3579"/>
                  </a:lnTo>
                  <a:lnTo>
                    <a:pt x="12931" y="3662"/>
                  </a:lnTo>
                  <a:lnTo>
                    <a:pt x="13057" y="3767"/>
                  </a:lnTo>
                  <a:lnTo>
                    <a:pt x="13120" y="3851"/>
                  </a:lnTo>
                  <a:lnTo>
                    <a:pt x="13120" y="3955"/>
                  </a:lnTo>
                  <a:lnTo>
                    <a:pt x="13162" y="3997"/>
                  </a:lnTo>
                  <a:lnTo>
                    <a:pt x="13245" y="3997"/>
                  </a:lnTo>
                  <a:lnTo>
                    <a:pt x="13245" y="4060"/>
                  </a:lnTo>
                  <a:lnTo>
                    <a:pt x="13266" y="4123"/>
                  </a:lnTo>
                  <a:lnTo>
                    <a:pt x="13371" y="4186"/>
                  </a:lnTo>
                  <a:lnTo>
                    <a:pt x="13392" y="4206"/>
                  </a:lnTo>
                  <a:lnTo>
                    <a:pt x="13371" y="4227"/>
                  </a:lnTo>
                  <a:lnTo>
                    <a:pt x="13266" y="4227"/>
                  </a:lnTo>
                  <a:lnTo>
                    <a:pt x="13224" y="4206"/>
                  </a:lnTo>
                  <a:lnTo>
                    <a:pt x="13141" y="4206"/>
                  </a:lnTo>
                  <a:lnTo>
                    <a:pt x="13078" y="4165"/>
                  </a:lnTo>
                  <a:lnTo>
                    <a:pt x="13078" y="4081"/>
                  </a:lnTo>
                  <a:lnTo>
                    <a:pt x="13057" y="4018"/>
                  </a:lnTo>
                  <a:lnTo>
                    <a:pt x="12973" y="3997"/>
                  </a:lnTo>
                  <a:lnTo>
                    <a:pt x="12911" y="4018"/>
                  </a:lnTo>
                  <a:lnTo>
                    <a:pt x="12848" y="4018"/>
                  </a:lnTo>
                  <a:lnTo>
                    <a:pt x="12827" y="3976"/>
                  </a:lnTo>
                  <a:lnTo>
                    <a:pt x="12827" y="3872"/>
                  </a:lnTo>
                  <a:lnTo>
                    <a:pt x="12806" y="3851"/>
                  </a:lnTo>
                  <a:lnTo>
                    <a:pt x="12743" y="3893"/>
                  </a:lnTo>
                  <a:lnTo>
                    <a:pt x="12659" y="4060"/>
                  </a:lnTo>
                  <a:lnTo>
                    <a:pt x="12534" y="4102"/>
                  </a:lnTo>
                  <a:lnTo>
                    <a:pt x="12450" y="4102"/>
                  </a:lnTo>
                  <a:lnTo>
                    <a:pt x="12325" y="3997"/>
                  </a:lnTo>
                  <a:lnTo>
                    <a:pt x="12220" y="3997"/>
                  </a:lnTo>
                  <a:lnTo>
                    <a:pt x="12178" y="3914"/>
                  </a:lnTo>
                  <a:lnTo>
                    <a:pt x="12178" y="3809"/>
                  </a:lnTo>
                  <a:lnTo>
                    <a:pt x="12199" y="3683"/>
                  </a:lnTo>
                  <a:lnTo>
                    <a:pt x="12115" y="3495"/>
                  </a:lnTo>
                  <a:lnTo>
                    <a:pt x="12074" y="3453"/>
                  </a:lnTo>
                  <a:lnTo>
                    <a:pt x="12032" y="3328"/>
                  </a:lnTo>
                  <a:lnTo>
                    <a:pt x="12032" y="3244"/>
                  </a:lnTo>
                  <a:lnTo>
                    <a:pt x="12095" y="3181"/>
                  </a:lnTo>
                  <a:lnTo>
                    <a:pt x="12115" y="3139"/>
                  </a:lnTo>
                  <a:lnTo>
                    <a:pt x="12095" y="2867"/>
                  </a:lnTo>
                  <a:lnTo>
                    <a:pt x="12011" y="2742"/>
                  </a:lnTo>
                  <a:lnTo>
                    <a:pt x="11906" y="2595"/>
                  </a:lnTo>
                  <a:lnTo>
                    <a:pt x="11906" y="2491"/>
                  </a:lnTo>
                  <a:lnTo>
                    <a:pt x="11802" y="2240"/>
                  </a:lnTo>
                  <a:lnTo>
                    <a:pt x="11760" y="2135"/>
                  </a:lnTo>
                  <a:lnTo>
                    <a:pt x="11676" y="2093"/>
                  </a:lnTo>
                  <a:lnTo>
                    <a:pt x="11655" y="2009"/>
                  </a:lnTo>
                  <a:lnTo>
                    <a:pt x="11571" y="1989"/>
                  </a:lnTo>
                  <a:lnTo>
                    <a:pt x="11467" y="1968"/>
                  </a:lnTo>
                  <a:lnTo>
                    <a:pt x="11383" y="1905"/>
                  </a:lnTo>
                  <a:lnTo>
                    <a:pt x="11279" y="1926"/>
                  </a:lnTo>
                  <a:lnTo>
                    <a:pt x="11237" y="1989"/>
                  </a:lnTo>
                  <a:lnTo>
                    <a:pt x="11237" y="2114"/>
                  </a:lnTo>
                  <a:lnTo>
                    <a:pt x="11195" y="2177"/>
                  </a:lnTo>
                  <a:lnTo>
                    <a:pt x="11237" y="2240"/>
                  </a:lnTo>
                  <a:lnTo>
                    <a:pt x="11195" y="2323"/>
                  </a:lnTo>
                  <a:lnTo>
                    <a:pt x="11132" y="2533"/>
                  </a:lnTo>
                  <a:lnTo>
                    <a:pt x="11132" y="2658"/>
                  </a:lnTo>
                  <a:lnTo>
                    <a:pt x="11153" y="2825"/>
                  </a:lnTo>
                  <a:lnTo>
                    <a:pt x="11195" y="2867"/>
                  </a:lnTo>
                  <a:lnTo>
                    <a:pt x="11174" y="3035"/>
                  </a:lnTo>
                  <a:lnTo>
                    <a:pt x="11132" y="3181"/>
                  </a:lnTo>
                  <a:lnTo>
                    <a:pt x="11153" y="3286"/>
                  </a:lnTo>
                  <a:lnTo>
                    <a:pt x="11153" y="3495"/>
                  </a:lnTo>
                  <a:lnTo>
                    <a:pt x="11090" y="3537"/>
                  </a:lnTo>
                  <a:lnTo>
                    <a:pt x="11048" y="3474"/>
                  </a:lnTo>
                  <a:lnTo>
                    <a:pt x="10986" y="3453"/>
                  </a:lnTo>
                  <a:lnTo>
                    <a:pt x="10944" y="3495"/>
                  </a:lnTo>
                  <a:lnTo>
                    <a:pt x="10860" y="3474"/>
                  </a:lnTo>
                  <a:lnTo>
                    <a:pt x="10839" y="3453"/>
                  </a:lnTo>
                  <a:lnTo>
                    <a:pt x="10755" y="3432"/>
                  </a:lnTo>
                  <a:lnTo>
                    <a:pt x="10630" y="3390"/>
                  </a:lnTo>
                  <a:lnTo>
                    <a:pt x="10546" y="3328"/>
                  </a:lnTo>
                  <a:lnTo>
                    <a:pt x="10504" y="3328"/>
                  </a:lnTo>
                  <a:lnTo>
                    <a:pt x="10462" y="3349"/>
                  </a:lnTo>
                  <a:lnTo>
                    <a:pt x="10504" y="3432"/>
                  </a:lnTo>
                  <a:lnTo>
                    <a:pt x="10567" y="3495"/>
                  </a:lnTo>
                  <a:lnTo>
                    <a:pt x="10567" y="3558"/>
                  </a:lnTo>
                  <a:lnTo>
                    <a:pt x="10546" y="3600"/>
                  </a:lnTo>
                  <a:lnTo>
                    <a:pt x="10525" y="3662"/>
                  </a:lnTo>
                  <a:lnTo>
                    <a:pt x="10462" y="3662"/>
                  </a:lnTo>
                  <a:lnTo>
                    <a:pt x="10442" y="3641"/>
                  </a:lnTo>
                  <a:lnTo>
                    <a:pt x="10358" y="3641"/>
                  </a:lnTo>
                  <a:lnTo>
                    <a:pt x="10316" y="3579"/>
                  </a:lnTo>
                  <a:lnTo>
                    <a:pt x="10316" y="3432"/>
                  </a:lnTo>
                  <a:lnTo>
                    <a:pt x="10232" y="3286"/>
                  </a:lnTo>
                  <a:lnTo>
                    <a:pt x="10211" y="3160"/>
                  </a:lnTo>
                  <a:lnTo>
                    <a:pt x="10190" y="3056"/>
                  </a:lnTo>
                  <a:lnTo>
                    <a:pt x="10107" y="2972"/>
                  </a:lnTo>
                  <a:lnTo>
                    <a:pt x="10107" y="2909"/>
                  </a:lnTo>
                  <a:lnTo>
                    <a:pt x="10044" y="2825"/>
                  </a:lnTo>
                  <a:lnTo>
                    <a:pt x="9981" y="2909"/>
                  </a:lnTo>
                  <a:lnTo>
                    <a:pt x="10023" y="2993"/>
                  </a:lnTo>
                  <a:lnTo>
                    <a:pt x="9981" y="3035"/>
                  </a:lnTo>
                  <a:lnTo>
                    <a:pt x="9981" y="3118"/>
                  </a:lnTo>
                  <a:lnTo>
                    <a:pt x="9939" y="3202"/>
                  </a:lnTo>
                  <a:lnTo>
                    <a:pt x="9898" y="3244"/>
                  </a:lnTo>
                  <a:lnTo>
                    <a:pt x="9814" y="3265"/>
                  </a:lnTo>
                  <a:lnTo>
                    <a:pt x="9772" y="3369"/>
                  </a:lnTo>
                  <a:lnTo>
                    <a:pt x="9667" y="3537"/>
                  </a:lnTo>
                  <a:lnTo>
                    <a:pt x="9584" y="3621"/>
                  </a:lnTo>
                  <a:lnTo>
                    <a:pt x="9584" y="3662"/>
                  </a:lnTo>
                  <a:lnTo>
                    <a:pt x="9521" y="3725"/>
                  </a:lnTo>
                  <a:lnTo>
                    <a:pt x="9458" y="3851"/>
                  </a:lnTo>
                  <a:lnTo>
                    <a:pt x="9395" y="3851"/>
                  </a:lnTo>
                  <a:lnTo>
                    <a:pt x="9374" y="3788"/>
                  </a:lnTo>
                  <a:lnTo>
                    <a:pt x="9395" y="3683"/>
                  </a:lnTo>
                  <a:lnTo>
                    <a:pt x="9479" y="3579"/>
                  </a:lnTo>
                  <a:lnTo>
                    <a:pt x="9500" y="3474"/>
                  </a:lnTo>
                  <a:lnTo>
                    <a:pt x="9563" y="3432"/>
                  </a:lnTo>
                  <a:lnTo>
                    <a:pt x="9667" y="3369"/>
                  </a:lnTo>
                  <a:lnTo>
                    <a:pt x="9709" y="3244"/>
                  </a:lnTo>
                  <a:lnTo>
                    <a:pt x="9793" y="3160"/>
                  </a:lnTo>
                  <a:lnTo>
                    <a:pt x="9814" y="3077"/>
                  </a:lnTo>
                  <a:lnTo>
                    <a:pt x="9814" y="3035"/>
                  </a:lnTo>
                  <a:lnTo>
                    <a:pt x="9772" y="2993"/>
                  </a:lnTo>
                  <a:lnTo>
                    <a:pt x="9793" y="2930"/>
                  </a:lnTo>
                  <a:lnTo>
                    <a:pt x="9877" y="2909"/>
                  </a:lnTo>
                  <a:lnTo>
                    <a:pt x="9898" y="2825"/>
                  </a:lnTo>
                  <a:lnTo>
                    <a:pt x="9898" y="2742"/>
                  </a:lnTo>
                  <a:lnTo>
                    <a:pt x="9939" y="2637"/>
                  </a:lnTo>
                  <a:lnTo>
                    <a:pt x="10023" y="2470"/>
                  </a:lnTo>
                  <a:lnTo>
                    <a:pt x="10023" y="2365"/>
                  </a:lnTo>
                  <a:lnTo>
                    <a:pt x="10086" y="2198"/>
                  </a:lnTo>
                  <a:lnTo>
                    <a:pt x="10107" y="1947"/>
                  </a:lnTo>
                  <a:lnTo>
                    <a:pt x="10086" y="1863"/>
                  </a:lnTo>
                  <a:lnTo>
                    <a:pt x="9918" y="1842"/>
                  </a:lnTo>
                  <a:lnTo>
                    <a:pt x="9814" y="1863"/>
                  </a:lnTo>
                  <a:lnTo>
                    <a:pt x="9709" y="1947"/>
                  </a:lnTo>
                  <a:lnTo>
                    <a:pt x="9605" y="1884"/>
                  </a:lnTo>
                  <a:lnTo>
                    <a:pt x="9521" y="1863"/>
                  </a:lnTo>
                  <a:lnTo>
                    <a:pt x="9479" y="1884"/>
                  </a:lnTo>
                  <a:lnTo>
                    <a:pt x="9500" y="1968"/>
                  </a:lnTo>
                  <a:lnTo>
                    <a:pt x="9584" y="2051"/>
                  </a:lnTo>
                  <a:lnTo>
                    <a:pt x="9584" y="2198"/>
                  </a:lnTo>
                  <a:lnTo>
                    <a:pt x="9563" y="2281"/>
                  </a:lnTo>
                  <a:lnTo>
                    <a:pt x="9500" y="2219"/>
                  </a:lnTo>
                  <a:lnTo>
                    <a:pt x="9479" y="2093"/>
                  </a:lnTo>
                  <a:lnTo>
                    <a:pt x="9395" y="2009"/>
                  </a:lnTo>
                  <a:lnTo>
                    <a:pt x="9312" y="1989"/>
                  </a:lnTo>
                  <a:lnTo>
                    <a:pt x="9165" y="2114"/>
                  </a:lnTo>
                  <a:lnTo>
                    <a:pt x="9165" y="2219"/>
                  </a:lnTo>
                  <a:lnTo>
                    <a:pt x="9207" y="2302"/>
                  </a:lnTo>
                  <a:lnTo>
                    <a:pt x="9165" y="2386"/>
                  </a:lnTo>
                  <a:lnTo>
                    <a:pt x="9061" y="2386"/>
                  </a:lnTo>
                  <a:lnTo>
                    <a:pt x="9061" y="2323"/>
                  </a:lnTo>
                  <a:lnTo>
                    <a:pt x="9061" y="2219"/>
                  </a:lnTo>
                  <a:lnTo>
                    <a:pt x="9040" y="2114"/>
                  </a:lnTo>
                  <a:lnTo>
                    <a:pt x="8956" y="2072"/>
                  </a:lnTo>
                  <a:lnTo>
                    <a:pt x="8747" y="2072"/>
                  </a:lnTo>
                  <a:lnTo>
                    <a:pt x="8538" y="2156"/>
                  </a:lnTo>
                  <a:lnTo>
                    <a:pt x="8307" y="2156"/>
                  </a:lnTo>
                  <a:lnTo>
                    <a:pt x="8140" y="2093"/>
                  </a:lnTo>
                  <a:lnTo>
                    <a:pt x="8056" y="2093"/>
                  </a:lnTo>
                  <a:lnTo>
                    <a:pt x="7994" y="2114"/>
                  </a:lnTo>
                  <a:lnTo>
                    <a:pt x="7910" y="2093"/>
                  </a:lnTo>
                  <a:lnTo>
                    <a:pt x="7805" y="2093"/>
                  </a:lnTo>
                  <a:lnTo>
                    <a:pt x="7701" y="2177"/>
                  </a:lnTo>
                  <a:lnTo>
                    <a:pt x="7680" y="2219"/>
                  </a:lnTo>
                  <a:lnTo>
                    <a:pt x="7722" y="2302"/>
                  </a:lnTo>
                  <a:lnTo>
                    <a:pt x="7722" y="2386"/>
                  </a:lnTo>
                  <a:lnTo>
                    <a:pt x="7784" y="2491"/>
                  </a:lnTo>
                  <a:lnTo>
                    <a:pt x="7805" y="2533"/>
                  </a:lnTo>
                  <a:lnTo>
                    <a:pt x="7784" y="2616"/>
                  </a:lnTo>
                  <a:lnTo>
                    <a:pt x="7722" y="2784"/>
                  </a:lnTo>
                  <a:lnTo>
                    <a:pt x="7742" y="2930"/>
                  </a:lnTo>
                  <a:lnTo>
                    <a:pt x="7889" y="3118"/>
                  </a:lnTo>
                  <a:lnTo>
                    <a:pt x="7889" y="3223"/>
                  </a:lnTo>
                  <a:lnTo>
                    <a:pt x="7910" y="3432"/>
                  </a:lnTo>
                  <a:lnTo>
                    <a:pt x="7889" y="3453"/>
                  </a:lnTo>
                  <a:lnTo>
                    <a:pt x="7826" y="3411"/>
                  </a:lnTo>
                  <a:lnTo>
                    <a:pt x="7784" y="3307"/>
                  </a:lnTo>
                  <a:lnTo>
                    <a:pt x="7638" y="3160"/>
                  </a:lnTo>
                  <a:lnTo>
                    <a:pt x="7596" y="3118"/>
                  </a:lnTo>
                  <a:lnTo>
                    <a:pt x="7596" y="2909"/>
                  </a:lnTo>
                  <a:lnTo>
                    <a:pt x="7617" y="2700"/>
                  </a:lnTo>
                  <a:lnTo>
                    <a:pt x="7617" y="2595"/>
                  </a:lnTo>
                  <a:lnTo>
                    <a:pt x="7512" y="2428"/>
                  </a:lnTo>
                  <a:lnTo>
                    <a:pt x="7512" y="2323"/>
                  </a:lnTo>
                  <a:lnTo>
                    <a:pt x="7491" y="2281"/>
                  </a:lnTo>
                  <a:lnTo>
                    <a:pt x="7429" y="2261"/>
                  </a:lnTo>
                  <a:lnTo>
                    <a:pt x="7303" y="2302"/>
                  </a:lnTo>
                  <a:lnTo>
                    <a:pt x="7177" y="2386"/>
                  </a:lnTo>
                  <a:lnTo>
                    <a:pt x="7010" y="2407"/>
                  </a:lnTo>
                  <a:lnTo>
                    <a:pt x="6947" y="2470"/>
                  </a:lnTo>
                  <a:lnTo>
                    <a:pt x="6905" y="2595"/>
                  </a:lnTo>
                  <a:lnTo>
                    <a:pt x="6947" y="2700"/>
                  </a:lnTo>
                  <a:lnTo>
                    <a:pt x="6905" y="2825"/>
                  </a:lnTo>
                  <a:lnTo>
                    <a:pt x="6843" y="2930"/>
                  </a:lnTo>
                  <a:lnTo>
                    <a:pt x="6801" y="2993"/>
                  </a:lnTo>
                  <a:lnTo>
                    <a:pt x="6843" y="3035"/>
                  </a:lnTo>
                  <a:lnTo>
                    <a:pt x="6885" y="3035"/>
                  </a:lnTo>
                  <a:lnTo>
                    <a:pt x="6947" y="3056"/>
                  </a:lnTo>
                  <a:lnTo>
                    <a:pt x="6947" y="3202"/>
                  </a:lnTo>
                  <a:lnTo>
                    <a:pt x="6885" y="3307"/>
                  </a:lnTo>
                  <a:lnTo>
                    <a:pt x="6738" y="3411"/>
                  </a:lnTo>
                  <a:lnTo>
                    <a:pt x="6633" y="3411"/>
                  </a:lnTo>
                  <a:lnTo>
                    <a:pt x="6592" y="3453"/>
                  </a:lnTo>
                  <a:lnTo>
                    <a:pt x="6571" y="3558"/>
                  </a:lnTo>
                  <a:lnTo>
                    <a:pt x="6529" y="3621"/>
                  </a:lnTo>
                  <a:lnTo>
                    <a:pt x="6487" y="3683"/>
                  </a:lnTo>
                  <a:lnTo>
                    <a:pt x="6529" y="3767"/>
                  </a:lnTo>
                  <a:lnTo>
                    <a:pt x="6487" y="3830"/>
                  </a:lnTo>
                  <a:lnTo>
                    <a:pt x="6424" y="3830"/>
                  </a:lnTo>
                  <a:lnTo>
                    <a:pt x="6382" y="3851"/>
                  </a:lnTo>
                  <a:lnTo>
                    <a:pt x="6236" y="3872"/>
                  </a:lnTo>
                  <a:lnTo>
                    <a:pt x="6131" y="3830"/>
                  </a:lnTo>
                  <a:lnTo>
                    <a:pt x="6089" y="3767"/>
                  </a:lnTo>
                  <a:lnTo>
                    <a:pt x="6089" y="3683"/>
                  </a:lnTo>
                  <a:lnTo>
                    <a:pt x="6048" y="3662"/>
                  </a:lnTo>
                  <a:lnTo>
                    <a:pt x="5985" y="3662"/>
                  </a:lnTo>
                  <a:lnTo>
                    <a:pt x="5964" y="3621"/>
                  </a:lnTo>
                  <a:lnTo>
                    <a:pt x="5943" y="3537"/>
                  </a:lnTo>
                  <a:lnTo>
                    <a:pt x="5838" y="3537"/>
                  </a:lnTo>
                  <a:lnTo>
                    <a:pt x="5797" y="3579"/>
                  </a:lnTo>
                  <a:lnTo>
                    <a:pt x="5755" y="3641"/>
                  </a:lnTo>
                  <a:lnTo>
                    <a:pt x="5671" y="3641"/>
                  </a:lnTo>
                  <a:lnTo>
                    <a:pt x="5629" y="3662"/>
                  </a:lnTo>
                  <a:lnTo>
                    <a:pt x="5629" y="3830"/>
                  </a:lnTo>
                  <a:lnTo>
                    <a:pt x="5608" y="3893"/>
                  </a:lnTo>
                  <a:lnTo>
                    <a:pt x="5608" y="3997"/>
                  </a:lnTo>
                  <a:lnTo>
                    <a:pt x="5650" y="4165"/>
                  </a:lnTo>
                  <a:lnTo>
                    <a:pt x="5629" y="4353"/>
                  </a:lnTo>
                  <a:lnTo>
                    <a:pt x="5566" y="4416"/>
                  </a:lnTo>
                  <a:lnTo>
                    <a:pt x="5525" y="4416"/>
                  </a:lnTo>
                  <a:lnTo>
                    <a:pt x="5545" y="4206"/>
                  </a:lnTo>
                  <a:lnTo>
                    <a:pt x="5545" y="4060"/>
                  </a:lnTo>
                  <a:lnTo>
                    <a:pt x="5525" y="3976"/>
                  </a:lnTo>
                  <a:lnTo>
                    <a:pt x="5525" y="3767"/>
                  </a:lnTo>
                  <a:lnTo>
                    <a:pt x="5504" y="3662"/>
                  </a:lnTo>
                  <a:lnTo>
                    <a:pt x="5462" y="3641"/>
                  </a:lnTo>
                  <a:lnTo>
                    <a:pt x="5420" y="3662"/>
                  </a:lnTo>
                  <a:lnTo>
                    <a:pt x="5336" y="3662"/>
                  </a:lnTo>
                  <a:lnTo>
                    <a:pt x="5253" y="3767"/>
                  </a:lnTo>
                  <a:lnTo>
                    <a:pt x="5190" y="3788"/>
                  </a:lnTo>
                  <a:lnTo>
                    <a:pt x="5085" y="3872"/>
                  </a:lnTo>
                  <a:lnTo>
                    <a:pt x="5043" y="3955"/>
                  </a:lnTo>
                  <a:lnTo>
                    <a:pt x="5043" y="4039"/>
                  </a:lnTo>
                  <a:lnTo>
                    <a:pt x="4918" y="4186"/>
                  </a:lnTo>
                  <a:lnTo>
                    <a:pt x="4876" y="4206"/>
                  </a:lnTo>
                  <a:lnTo>
                    <a:pt x="4834" y="4165"/>
                  </a:lnTo>
                  <a:lnTo>
                    <a:pt x="4729" y="4165"/>
                  </a:lnTo>
                  <a:lnTo>
                    <a:pt x="4688" y="4186"/>
                  </a:lnTo>
                  <a:lnTo>
                    <a:pt x="4688" y="4248"/>
                  </a:lnTo>
                  <a:lnTo>
                    <a:pt x="4771" y="4269"/>
                  </a:lnTo>
                  <a:lnTo>
                    <a:pt x="4792" y="4290"/>
                  </a:lnTo>
                  <a:lnTo>
                    <a:pt x="4709" y="4311"/>
                  </a:lnTo>
                  <a:lnTo>
                    <a:pt x="4562" y="4311"/>
                  </a:lnTo>
                  <a:lnTo>
                    <a:pt x="4478" y="4353"/>
                  </a:lnTo>
                  <a:lnTo>
                    <a:pt x="4416" y="4416"/>
                  </a:lnTo>
                  <a:lnTo>
                    <a:pt x="4248" y="4478"/>
                  </a:lnTo>
                  <a:lnTo>
                    <a:pt x="4248" y="4520"/>
                  </a:lnTo>
                  <a:lnTo>
                    <a:pt x="4185" y="4583"/>
                  </a:lnTo>
                  <a:lnTo>
                    <a:pt x="4081" y="4625"/>
                  </a:lnTo>
                  <a:lnTo>
                    <a:pt x="3997" y="4625"/>
                  </a:lnTo>
                  <a:lnTo>
                    <a:pt x="3976" y="4688"/>
                  </a:lnTo>
                  <a:lnTo>
                    <a:pt x="3976" y="4771"/>
                  </a:lnTo>
                  <a:lnTo>
                    <a:pt x="4039" y="4813"/>
                  </a:lnTo>
                  <a:lnTo>
                    <a:pt x="3997" y="4876"/>
                  </a:lnTo>
                  <a:lnTo>
                    <a:pt x="3955" y="4897"/>
                  </a:lnTo>
                  <a:lnTo>
                    <a:pt x="3892" y="4939"/>
                  </a:lnTo>
                  <a:lnTo>
                    <a:pt x="3851" y="5022"/>
                  </a:lnTo>
                  <a:lnTo>
                    <a:pt x="3767" y="5043"/>
                  </a:lnTo>
                  <a:lnTo>
                    <a:pt x="3746" y="5127"/>
                  </a:lnTo>
                  <a:lnTo>
                    <a:pt x="3746" y="5169"/>
                  </a:lnTo>
                  <a:lnTo>
                    <a:pt x="3767" y="5211"/>
                  </a:lnTo>
                  <a:lnTo>
                    <a:pt x="3767" y="5294"/>
                  </a:lnTo>
                  <a:lnTo>
                    <a:pt x="3767" y="5336"/>
                  </a:lnTo>
                  <a:lnTo>
                    <a:pt x="3830" y="5357"/>
                  </a:lnTo>
                  <a:lnTo>
                    <a:pt x="3892" y="5357"/>
                  </a:lnTo>
                  <a:lnTo>
                    <a:pt x="3976" y="5420"/>
                  </a:lnTo>
                  <a:lnTo>
                    <a:pt x="4039" y="5420"/>
                  </a:lnTo>
                  <a:lnTo>
                    <a:pt x="4081" y="5357"/>
                  </a:lnTo>
                  <a:lnTo>
                    <a:pt x="4144" y="5357"/>
                  </a:lnTo>
                  <a:lnTo>
                    <a:pt x="4248" y="5441"/>
                  </a:lnTo>
                  <a:lnTo>
                    <a:pt x="4269" y="5525"/>
                  </a:lnTo>
                  <a:lnTo>
                    <a:pt x="4353" y="5525"/>
                  </a:lnTo>
                  <a:lnTo>
                    <a:pt x="4457" y="5441"/>
                  </a:lnTo>
                  <a:lnTo>
                    <a:pt x="4499" y="5441"/>
                  </a:lnTo>
                  <a:lnTo>
                    <a:pt x="4604" y="5462"/>
                  </a:lnTo>
                  <a:lnTo>
                    <a:pt x="4792" y="5462"/>
                  </a:lnTo>
                  <a:lnTo>
                    <a:pt x="4834" y="5441"/>
                  </a:lnTo>
                  <a:lnTo>
                    <a:pt x="4834" y="5336"/>
                  </a:lnTo>
                  <a:lnTo>
                    <a:pt x="4918" y="5253"/>
                  </a:lnTo>
                  <a:lnTo>
                    <a:pt x="4939" y="5253"/>
                  </a:lnTo>
                  <a:lnTo>
                    <a:pt x="4939" y="5357"/>
                  </a:lnTo>
                  <a:lnTo>
                    <a:pt x="4981" y="5378"/>
                  </a:lnTo>
                  <a:lnTo>
                    <a:pt x="4939" y="5441"/>
                  </a:lnTo>
                  <a:lnTo>
                    <a:pt x="4813" y="5483"/>
                  </a:lnTo>
                  <a:lnTo>
                    <a:pt x="4709" y="5566"/>
                  </a:lnTo>
                  <a:lnTo>
                    <a:pt x="4562" y="5546"/>
                  </a:lnTo>
                  <a:lnTo>
                    <a:pt x="4457" y="5566"/>
                  </a:lnTo>
                  <a:lnTo>
                    <a:pt x="4416" y="5629"/>
                  </a:lnTo>
                  <a:lnTo>
                    <a:pt x="4416" y="5671"/>
                  </a:lnTo>
                  <a:lnTo>
                    <a:pt x="4520" y="5755"/>
                  </a:lnTo>
                  <a:lnTo>
                    <a:pt x="4667" y="5755"/>
                  </a:lnTo>
                  <a:lnTo>
                    <a:pt x="4688" y="5776"/>
                  </a:lnTo>
                  <a:lnTo>
                    <a:pt x="4667" y="5859"/>
                  </a:lnTo>
                  <a:lnTo>
                    <a:pt x="4520" y="5943"/>
                  </a:lnTo>
                  <a:lnTo>
                    <a:pt x="4290" y="5943"/>
                  </a:lnTo>
                  <a:lnTo>
                    <a:pt x="4206" y="6048"/>
                  </a:lnTo>
                  <a:lnTo>
                    <a:pt x="4206" y="6152"/>
                  </a:lnTo>
                  <a:lnTo>
                    <a:pt x="4290" y="6194"/>
                  </a:lnTo>
                  <a:lnTo>
                    <a:pt x="4269" y="6299"/>
                  </a:lnTo>
                  <a:lnTo>
                    <a:pt x="4185" y="6320"/>
                  </a:lnTo>
                  <a:lnTo>
                    <a:pt x="4081" y="6487"/>
                  </a:lnTo>
                  <a:lnTo>
                    <a:pt x="4039" y="6571"/>
                  </a:lnTo>
                  <a:lnTo>
                    <a:pt x="3892" y="6613"/>
                  </a:lnTo>
                  <a:lnTo>
                    <a:pt x="3788" y="6738"/>
                  </a:lnTo>
                  <a:lnTo>
                    <a:pt x="3725" y="6843"/>
                  </a:lnTo>
                  <a:lnTo>
                    <a:pt x="3620" y="6947"/>
                  </a:lnTo>
                  <a:lnTo>
                    <a:pt x="3620" y="7010"/>
                  </a:lnTo>
                  <a:lnTo>
                    <a:pt x="3537" y="7031"/>
                  </a:lnTo>
                  <a:lnTo>
                    <a:pt x="3453" y="7031"/>
                  </a:lnTo>
                  <a:lnTo>
                    <a:pt x="3348" y="6947"/>
                  </a:lnTo>
                  <a:lnTo>
                    <a:pt x="3307" y="6906"/>
                  </a:lnTo>
                  <a:lnTo>
                    <a:pt x="3202" y="6885"/>
                  </a:lnTo>
                  <a:lnTo>
                    <a:pt x="3139" y="6822"/>
                  </a:lnTo>
                  <a:lnTo>
                    <a:pt x="3014" y="6801"/>
                  </a:lnTo>
                  <a:lnTo>
                    <a:pt x="2888" y="6822"/>
                  </a:lnTo>
                  <a:lnTo>
                    <a:pt x="2784" y="6885"/>
                  </a:lnTo>
                  <a:lnTo>
                    <a:pt x="2679" y="6843"/>
                  </a:lnTo>
                  <a:lnTo>
                    <a:pt x="2616" y="6822"/>
                  </a:lnTo>
                  <a:lnTo>
                    <a:pt x="2512" y="6843"/>
                  </a:lnTo>
                  <a:lnTo>
                    <a:pt x="2344" y="6843"/>
                  </a:lnTo>
                  <a:lnTo>
                    <a:pt x="2177" y="6927"/>
                  </a:lnTo>
                  <a:lnTo>
                    <a:pt x="2156" y="7010"/>
                  </a:lnTo>
                  <a:lnTo>
                    <a:pt x="2198" y="7052"/>
                  </a:lnTo>
                  <a:lnTo>
                    <a:pt x="2177" y="7115"/>
                  </a:lnTo>
                  <a:lnTo>
                    <a:pt x="2156" y="7052"/>
                  </a:lnTo>
                  <a:lnTo>
                    <a:pt x="2072" y="7052"/>
                  </a:lnTo>
                  <a:lnTo>
                    <a:pt x="1654" y="7157"/>
                  </a:lnTo>
                  <a:lnTo>
                    <a:pt x="1549" y="7157"/>
                  </a:lnTo>
                  <a:lnTo>
                    <a:pt x="1486" y="7199"/>
                  </a:lnTo>
                  <a:lnTo>
                    <a:pt x="1465" y="7199"/>
                  </a:lnTo>
                  <a:lnTo>
                    <a:pt x="1382" y="7157"/>
                  </a:lnTo>
                  <a:lnTo>
                    <a:pt x="1319" y="7219"/>
                  </a:lnTo>
                  <a:lnTo>
                    <a:pt x="1277" y="7261"/>
                  </a:lnTo>
                  <a:lnTo>
                    <a:pt x="1214" y="7303"/>
                  </a:lnTo>
                  <a:lnTo>
                    <a:pt x="1172" y="7261"/>
                  </a:lnTo>
                  <a:lnTo>
                    <a:pt x="1172" y="7240"/>
                  </a:lnTo>
                  <a:lnTo>
                    <a:pt x="1110" y="7219"/>
                  </a:lnTo>
                  <a:lnTo>
                    <a:pt x="1026" y="7219"/>
                  </a:lnTo>
                  <a:lnTo>
                    <a:pt x="942" y="7261"/>
                  </a:lnTo>
                  <a:lnTo>
                    <a:pt x="859" y="7261"/>
                  </a:lnTo>
                  <a:lnTo>
                    <a:pt x="817" y="7240"/>
                  </a:lnTo>
                  <a:lnTo>
                    <a:pt x="733" y="7240"/>
                  </a:lnTo>
                  <a:lnTo>
                    <a:pt x="691" y="7303"/>
                  </a:lnTo>
                  <a:lnTo>
                    <a:pt x="607" y="7324"/>
                  </a:lnTo>
                  <a:lnTo>
                    <a:pt x="607" y="7366"/>
                  </a:lnTo>
                  <a:lnTo>
                    <a:pt x="607" y="7429"/>
                  </a:lnTo>
                  <a:lnTo>
                    <a:pt x="419" y="7512"/>
                  </a:lnTo>
                  <a:lnTo>
                    <a:pt x="315" y="7512"/>
                  </a:lnTo>
                  <a:lnTo>
                    <a:pt x="294" y="7554"/>
                  </a:lnTo>
                  <a:lnTo>
                    <a:pt x="335" y="7638"/>
                  </a:lnTo>
                  <a:lnTo>
                    <a:pt x="419" y="7638"/>
                  </a:lnTo>
                  <a:lnTo>
                    <a:pt x="482" y="7659"/>
                  </a:lnTo>
                  <a:lnTo>
                    <a:pt x="482" y="7722"/>
                  </a:lnTo>
                  <a:lnTo>
                    <a:pt x="398" y="7722"/>
                  </a:lnTo>
                  <a:lnTo>
                    <a:pt x="377" y="7680"/>
                  </a:lnTo>
                  <a:lnTo>
                    <a:pt x="335" y="7722"/>
                  </a:lnTo>
                  <a:lnTo>
                    <a:pt x="294" y="7784"/>
                  </a:lnTo>
                  <a:lnTo>
                    <a:pt x="189" y="7847"/>
                  </a:lnTo>
                  <a:lnTo>
                    <a:pt x="105" y="7868"/>
                  </a:lnTo>
                  <a:lnTo>
                    <a:pt x="168" y="7931"/>
                  </a:lnTo>
                  <a:lnTo>
                    <a:pt x="273" y="7973"/>
                  </a:lnTo>
                  <a:lnTo>
                    <a:pt x="315" y="8035"/>
                  </a:lnTo>
                  <a:lnTo>
                    <a:pt x="419" y="8266"/>
                  </a:lnTo>
                  <a:lnTo>
                    <a:pt x="482" y="8307"/>
                  </a:lnTo>
                  <a:lnTo>
                    <a:pt x="587" y="8307"/>
                  </a:lnTo>
                  <a:lnTo>
                    <a:pt x="628" y="8349"/>
                  </a:lnTo>
                  <a:lnTo>
                    <a:pt x="649" y="8391"/>
                  </a:lnTo>
                  <a:lnTo>
                    <a:pt x="607" y="8454"/>
                  </a:lnTo>
                  <a:lnTo>
                    <a:pt x="545" y="8496"/>
                  </a:lnTo>
                  <a:lnTo>
                    <a:pt x="524" y="8559"/>
                  </a:lnTo>
                  <a:lnTo>
                    <a:pt x="587" y="8621"/>
                  </a:lnTo>
                  <a:lnTo>
                    <a:pt x="691" y="8663"/>
                  </a:lnTo>
                  <a:lnTo>
                    <a:pt x="817" y="8621"/>
                  </a:lnTo>
                  <a:lnTo>
                    <a:pt x="921" y="8559"/>
                  </a:lnTo>
                  <a:lnTo>
                    <a:pt x="963" y="8496"/>
                  </a:lnTo>
                  <a:lnTo>
                    <a:pt x="1005" y="8475"/>
                  </a:lnTo>
                  <a:lnTo>
                    <a:pt x="1047" y="8496"/>
                  </a:lnTo>
                  <a:lnTo>
                    <a:pt x="1068" y="8559"/>
                  </a:lnTo>
                  <a:lnTo>
                    <a:pt x="1005" y="8684"/>
                  </a:lnTo>
                  <a:lnTo>
                    <a:pt x="900" y="8726"/>
                  </a:lnTo>
                  <a:lnTo>
                    <a:pt x="796" y="8768"/>
                  </a:lnTo>
                  <a:lnTo>
                    <a:pt x="754" y="8810"/>
                  </a:lnTo>
                  <a:lnTo>
                    <a:pt x="796" y="8893"/>
                  </a:lnTo>
                  <a:lnTo>
                    <a:pt x="900" y="8914"/>
                  </a:lnTo>
                  <a:lnTo>
                    <a:pt x="963" y="8872"/>
                  </a:lnTo>
                  <a:lnTo>
                    <a:pt x="1110" y="8810"/>
                  </a:lnTo>
                  <a:lnTo>
                    <a:pt x="1151" y="8831"/>
                  </a:lnTo>
                  <a:lnTo>
                    <a:pt x="1151" y="8872"/>
                  </a:lnTo>
                  <a:lnTo>
                    <a:pt x="963" y="8935"/>
                  </a:lnTo>
                  <a:lnTo>
                    <a:pt x="838" y="8998"/>
                  </a:lnTo>
                  <a:lnTo>
                    <a:pt x="817" y="9040"/>
                  </a:lnTo>
                  <a:lnTo>
                    <a:pt x="1005" y="9228"/>
                  </a:lnTo>
                  <a:lnTo>
                    <a:pt x="1131" y="9291"/>
                  </a:lnTo>
                  <a:lnTo>
                    <a:pt x="1277" y="9291"/>
                  </a:lnTo>
                  <a:lnTo>
                    <a:pt x="1340" y="9228"/>
                  </a:lnTo>
                  <a:lnTo>
                    <a:pt x="1361" y="9103"/>
                  </a:lnTo>
                  <a:lnTo>
                    <a:pt x="1319" y="9040"/>
                  </a:lnTo>
                  <a:lnTo>
                    <a:pt x="1277" y="8998"/>
                  </a:lnTo>
                  <a:lnTo>
                    <a:pt x="1319" y="8977"/>
                  </a:lnTo>
                  <a:lnTo>
                    <a:pt x="1361" y="8977"/>
                  </a:lnTo>
                  <a:lnTo>
                    <a:pt x="1444" y="9082"/>
                  </a:lnTo>
                  <a:lnTo>
                    <a:pt x="1465" y="9103"/>
                  </a:lnTo>
                  <a:lnTo>
                    <a:pt x="1465" y="9144"/>
                  </a:lnTo>
                  <a:lnTo>
                    <a:pt x="1570" y="9207"/>
                  </a:lnTo>
                  <a:lnTo>
                    <a:pt x="1758" y="9228"/>
                  </a:lnTo>
                  <a:lnTo>
                    <a:pt x="1884" y="9228"/>
                  </a:lnTo>
                  <a:lnTo>
                    <a:pt x="1988" y="9144"/>
                  </a:lnTo>
                  <a:lnTo>
                    <a:pt x="2051" y="9123"/>
                  </a:lnTo>
                  <a:lnTo>
                    <a:pt x="2114" y="9144"/>
                  </a:lnTo>
                  <a:lnTo>
                    <a:pt x="2114" y="9228"/>
                  </a:lnTo>
                  <a:lnTo>
                    <a:pt x="2177" y="9291"/>
                  </a:lnTo>
                  <a:lnTo>
                    <a:pt x="2219" y="9291"/>
                  </a:lnTo>
                  <a:lnTo>
                    <a:pt x="2281" y="9312"/>
                  </a:lnTo>
                  <a:lnTo>
                    <a:pt x="2302" y="9458"/>
                  </a:lnTo>
                  <a:lnTo>
                    <a:pt x="2260" y="9458"/>
                  </a:lnTo>
                  <a:lnTo>
                    <a:pt x="2114" y="9542"/>
                  </a:lnTo>
                  <a:lnTo>
                    <a:pt x="2114" y="9626"/>
                  </a:lnTo>
                  <a:lnTo>
                    <a:pt x="2156" y="9667"/>
                  </a:lnTo>
                  <a:lnTo>
                    <a:pt x="2156" y="9730"/>
                  </a:lnTo>
                  <a:lnTo>
                    <a:pt x="2072" y="9667"/>
                  </a:lnTo>
                  <a:lnTo>
                    <a:pt x="2051" y="9647"/>
                  </a:lnTo>
                  <a:lnTo>
                    <a:pt x="1968" y="9626"/>
                  </a:lnTo>
                  <a:lnTo>
                    <a:pt x="1884" y="9542"/>
                  </a:lnTo>
                  <a:lnTo>
                    <a:pt x="1696" y="9458"/>
                  </a:lnTo>
                  <a:lnTo>
                    <a:pt x="1465" y="9458"/>
                  </a:lnTo>
                  <a:lnTo>
                    <a:pt x="1319" y="9437"/>
                  </a:lnTo>
                  <a:lnTo>
                    <a:pt x="1110" y="9500"/>
                  </a:lnTo>
                  <a:lnTo>
                    <a:pt x="1110" y="9542"/>
                  </a:lnTo>
                  <a:lnTo>
                    <a:pt x="1214" y="9626"/>
                  </a:lnTo>
                  <a:lnTo>
                    <a:pt x="1361" y="9647"/>
                  </a:lnTo>
                  <a:lnTo>
                    <a:pt x="1486" y="9667"/>
                  </a:lnTo>
                  <a:lnTo>
                    <a:pt x="1654" y="9772"/>
                  </a:lnTo>
                  <a:lnTo>
                    <a:pt x="1842" y="9856"/>
                  </a:lnTo>
                  <a:lnTo>
                    <a:pt x="1947" y="9856"/>
                  </a:lnTo>
                  <a:lnTo>
                    <a:pt x="2009" y="9877"/>
                  </a:lnTo>
                  <a:lnTo>
                    <a:pt x="1884" y="9940"/>
                  </a:lnTo>
                  <a:lnTo>
                    <a:pt x="1654" y="9940"/>
                  </a:lnTo>
                  <a:lnTo>
                    <a:pt x="1444" y="9814"/>
                  </a:lnTo>
                  <a:lnTo>
                    <a:pt x="1361" y="9751"/>
                  </a:lnTo>
                  <a:lnTo>
                    <a:pt x="1214" y="9751"/>
                  </a:lnTo>
                  <a:lnTo>
                    <a:pt x="1005" y="9647"/>
                  </a:lnTo>
                  <a:lnTo>
                    <a:pt x="796" y="9647"/>
                  </a:lnTo>
                  <a:lnTo>
                    <a:pt x="649" y="9563"/>
                  </a:lnTo>
                  <a:lnTo>
                    <a:pt x="482" y="9521"/>
                  </a:lnTo>
                  <a:lnTo>
                    <a:pt x="294" y="9605"/>
                  </a:lnTo>
                  <a:lnTo>
                    <a:pt x="294" y="9730"/>
                  </a:lnTo>
                  <a:lnTo>
                    <a:pt x="231" y="9667"/>
                  </a:lnTo>
                  <a:lnTo>
                    <a:pt x="168" y="9667"/>
                  </a:lnTo>
                  <a:lnTo>
                    <a:pt x="105" y="9730"/>
                  </a:lnTo>
                  <a:lnTo>
                    <a:pt x="63" y="9730"/>
                  </a:lnTo>
                  <a:lnTo>
                    <a:pt x="1" y="9814"/>
                  </a:lnTo>
                  <a:lnTo>
                    <a:pt x="1" y="9877"/>
                  </a:lnTo>
                  <a:lnTo>
                    <a:pt x="1" y="9960"/>
                  </a:lnTo>
                  <a:lnTo>
                    <a:pt x="63" y="9940"/>
                  </a:lnTo>
                  <a:lnTo>
                    <a:pt x="105" y="9940"/>
                  </a:lnTo>
                  <a:lnTo>
                    <a:pt x="147" y="9960"/>
                  </a:lnTo>
                  <a:lnTo>
                    <a:pt x="63" y="10023"/>
                  </a:lnTo>
                  <a:lnTo>
                    <a:pt x="22" y="10086"/>
                  </a:lnTo>
                  <a:lnTo>
                    <a:pt x="63" y="10191"/>
                  </a:lnTo>
                  <a:lnTo>
                    <a:pt x="189" y="10253"/>
                  </a:lnTo>
                  <a:lnTo>
                    <a:pt x="273" y="10170"/>
                  </a:lnTo>
                  <a:lnTo>
                    <a:pt x="315" y="10149"/>
                  </a:lnTo>
                  <a:lnTo>
                    <a:pt x="377" y="10149"/>
                  </a:lnTo>
                  <a:lnTo>
                    <a:pt x="440" y="10023"/>
                  </a:lnTo>
                  <a:lnTo>
                    <a:pt x="503" y="9981"/>
                  </a:lnTo>
                  <a:lnTo>
                    <a:pt x="587" y="9981"/>
                  </a:lnTo>
                  <a:lnTo>
                    <a:pt x="524" y="10044"/>
                  </a:lnTo>
                  <a:lnTo>
                    <a:pt x="482" y="10170"/>
                  </a:lnTo>
                  <a:lnTo>
                    <a:pt x="398" y="10232"/>
                  </a:lnTo>
                  <a:lnTo>
                    <a:pt x="315" y="10274"/>
                  </a:lnTo>
                  <a:lnTo>
                    <a:pt x="356" y="10442"/>
                  </a:lnTo>
                  <a:lnTo>
                    <a:pt x="503" y="10588"/>
                  </a:lnTo>
                  <a:lnTo>
                    <a:pt x="566" y="10546"/>
                  </a:lnTo>
                  <a:lnTo>
                    <a:pt x="607" y="10546"/>
                  </a:lnTo>
                  <a:lnTo>
                    <a:pt x="775" y="10609"/>
                  </a:lnTo>
                  <a:lnTo>
                    <a:pt x="879" y="10609"/>
                  </a:lnTo>
                  <a:lnTo>
                    <a:pt x="879" y="10672"/>
                  </a:lnTo>
                  <a:lnTo>
                    <a:pt x="817" y="10756"/>
                  </a:lnTo>
                  <a:lnTo>
                    <a:pt x="733" y="10797"/>
                  </a:lnTo>
                  <a:lnTo>
                    <a:pt x="712" y="10776"/>
                  </a:lnTo>
                  <a:lnTo>
                    <a:pt x="545" y="10776"/>
                  </a:lnTo>
                  <a:lnTo>
                    <a:pt x="482" y="10797"/>
                  </a:lnTo>
                  <a:lnTo>
                    <a:pt x="419" y="10881"/>
                  </a:lnTo>
                  <a:lnTo>
                    <a:pt x="273" y="10881"/>
                  </a:lnTo>
                  <a:lnTo>
                    <a:pt x="210" y="10923"/>
                  </a:lnTo>
                  <a:lnTo>
                    <a:pt x="210" y="11069"/>
                  </a:lnTo>
                  <a:lnTo>
                    <a:pt x="294" y="11174"/>
                  </a:lnTo>
                  <a:lnTo>
                    <a:pt x="335" y="11237"/>
                  </a:lnTo>
                  <a:lnTo>
                    <a:pt x="419" y="11425"/>
                  </a:lnTo>
                  <a:lnTo>
                    <a:pt x="545" y="11488"/>
                  </a:lnTo>
                  <a:lnTo>
                    <a:pt x="503" y="11509"/>
                  </a:lnTo>
                  <a:lnTo>
                    <a:pt x="503" y="11530"/>
                  </a:lnTo>
                  <a:lnTo>
                    <a:pt x="587" y="11592"/>
                  </a:lnTo>
                  <a:lnTo>
                    <a:pt x="670" y="11697"/>
                  </a:lnTo>
                  <a:lnTo>
                    <a:pt x="754" y="11760"/>
                  </a:lnTo>
                  <a:lnTo>
                    <a:pt x="859" y="11823"/>
                  </a:lnTo>
                  <a:lnTo>
                    <a:pt x="963" y="11927"/>
                  </a:lnTo>
                  <a:lnTo>
                    <a:pt x="1047" y="11969"/>
                  </a:lnTo>
                  <a:lnTo>
                    <a:pt x="1068" y="11948"/>
                  </a:lnTo>
                  <a:lnTo>
                    <a:pt x="1068" y="11864"/>
                  </a:lnTo>
                  <a:lnTo>
                    <a:pt x="1047" y="11718"/>
                  </a:lnTo>
                  <a:lnTo>
                    <a:pt x="1047" y="11634"/>
                  </a:lnTo>
                  <a:lnTo>
                    <a:pt x="1110" y="11592"/>
                  </a:lnTo>
                  <a:lnTo>
                    <a:pt x="1131" y="11488"/>
                  </a:lnTo>
                  <a:lnTo>
                    <a:pt x="1131" y="11404"/>
                  </a:lnTo>
                  <a:lnTo>
                    <a:pt x="1172" y="11383"/>
                  </a:lnTo>
                  <a:lnTo>
                    <a:pt x="1214" y="11383"/>
                  </a:lnTo>
                  <a:lnTo>
                    <a:pt x="1235" y="11488"/>
                  </a:lnTo>
                  <a:lnTo>
                    <a:pt x="1277" y="11592"/>
                  </a:lnTo>
                  <a:lnTo>
                    <a:pt x="1277" y="11655"/>
                  </a:lnTo>
                  <a:lnTo>
                    <a:pt x="1319" y="11718"/>
                  </a:lnTo>
                  <a:lnTo>
                    <a:pt x="1340" y="11697"/>
                  </a:lnTo>
                  <a:lnTo>
                    <a:pt x="1361" y="11634"/>
                  </a:lnTo>
                  <a:lnTo>
                    <a:pt x="1444" y="11634"/>
                  </a:lnTo>
                  <a:lnTo>
                    <a:pt x="1549" y="11551"/>
                  </a:lnTo>
                  <a:lnTo>
                    <a:pt x="1570" y="11592"/>
                  </a:lnTo>
                  <a:lnTo>
                    <a:pt x="1654" y="11592"/>
                  </a:lnTo>
                  <a:lnTo>
                    <a:pt x="1675" y="11634"/>
                  </a:lnTo>
                  <a:lnTo>
                    <a:pt x="1612" y="11718"/>
                  </a:lnTo>
                  <a:lnTo>
                    <a:pt x="1549" y="11823"/>
                  </a:lnTo>
                  <a:lnTo>
                    <a:pt x="1549" y="11927"/>
                  </a:lnTo>
                  <a:lnTo>
                    <a:pt x="1633" y="11948"/>
                  </a:lnTo>
                  <a:lnTo>
                    <a:pt x="1675" y="11927"/>
                  </a:lnTo>
                  <a:lnTo>
                    <a:pt x="1737" y="11739"/>
                  </a:lnTo>
                  <a:lnTo>
                    <a:pt x="1758" y="11655"/>
                  </a:lnTo>
                  <a:lnTo>
                    <a:pt x="1842" y="11697"/>
                  </a:lnTo>
                  <a:lnTo>
                    <a:pt x="1926" y="11823"/>
                  </a:lnTo>
                  <a:lnTo>
                    <a:pt x="1968" y="11844"/>
                  </a:lnTo>
                  <a:lnTo>
                    <a:pt x="2051" y="11802"/>
                  </a:lnTo>
                  <a:lnTo>
                    <a:pt x="2051" y="11718"/>
                  </a:lnTo>
                  <a:lnTo>
                    <a:pt x="2093" y="11634"/>
                  </a:lnTo>
                  <a:lnTo>
                    <a:pt x="2198" y="11634"/>
                  </a:lnTo>
                  <a:lnTo>
                    <a:pt x="2240" y="11655"/>
                  </a:lnTo>
                  <a:lnTo>
                    <a:pt x="2240" y="11760"/>
                  </a:lnTo>
                  <a:lnTo>
                    <a:pt x="2177" y="11864"/>
                  </a:lnTo>
                  <a:lnTo>
                    <a:pt x="2177" y="11969"/>
                  </a:lnTo>
                  <a:lnTo>
                    <a:pt x="2240" y="11927"/>
                  </a:lnTo>
                  <a:lnTo>
                    <a:pt x="2344" y="11844"/>
                  </a:lnTo>
                  <a:lnTo>
                    <a:pt x="2386" y="11739"/>
                  </a:lnTo>
                  <a:lnTo>
                    <a:pt x="2470" y="11655"/>
                  </a:lnTo>
                  <a:lnTo>
                    <a:pt x="2595" y="11634"/>
                  </a:lnTo>
                  <a:lnTo>
                    <a:pt x="2700" y="11655"/>
                  </a:lnTo>
                  <a:lnTo>
                    <a:pt x="2784" y="11739"/>
                  </a:lnTo>
                  <a:lnTo>
                    <a:pt x="2909" y="11802"/>
                  </a:lnTo>
                  <a:lnTo>
                    <a:pt x="3076" y="11927"/>
                  </a:lnTo>
                  <a:lnTo>
                    <a:pt x="3181" y="11948"/>
                  </a:lnTo>
                  <a:lnTo>
                    <a:pt x="3223" y="11906"/>
                  </a:lnTo>
                  <a:lnTo>
                    <a:pt x="3286" y="11906"/>
                  </a:lnTo>
                  <a:lnTo>
                    <a:pt x="3390" y="12011"/>
                  </a:lnTo>
                  <a:lnTo>
                    <a:pt x="3516" y="12116"/>
                  </a:lnTo>
                  <a:lnTo>
                    <a:pt x="3495" y="12220"/>
                  </a:lnTo>
                  <a:lnTo>
                    <a:pt x="3495" y="12241"/>
                  </a:lnTo>
                  <a:lnTo>
                    <a:pt x="3537" y="12241"/>
                  </a:lnTo>
                  <a:lnTo>
                    <a:pt x="3558" y="12220"/>
                  </a:lnTo>
                  <a:lnTo>
                    <a:pt x="3620" y="12241"/>
                  </a:lnTo>
                  <a:lnTo>
                    <a:pt x="3662" y="12325"/>
                  </a:lnTo>
                  <a:lnTo>
                    <a:pt x="3746" y="12367"/>
                  </a:lnTo>
                  <a:lnTo>
                    <a:pt x="3809" y="12429"/>
                  </a:lnTo>
                  <a:lnTo>
                    <a:pt x="3830" y="12492"/>
                  </a:lnTo>
                  <a:lnTo>
                    <a:pt x="3851" y="12534"/>
                  </a:lnTo>
                  <a:lnTo>
                    <a:pt x="3913" y="12534"/>
                  </a:lnTo>
                  <a:lnTo>
                    <a:pt x="3913" y="12471"/>
                  </a:lnTo>
                  <a:lnTo>
                    <a:pt x="3955" y="12471"/>
                  </a:lnTo>
                  <a:lnTo>
                    <a:pt x="4018" y="12492"/>
                  </a:lnTo>
                  <a:lnTo>
                    <a:pt x="4039" y="12576"/>
                  </a:lnTo>
                  <a:lnTo>
                    <a:pt x="4164" y="12681"/>
                  </a:lnTo>
                  <a:lnTo>
                    <a:pt x="4248" y="12785"/>
                  </a:lnTo>
                  <a:lnTo>
                    <a:pt x="4290" y="12806"/>
                  </a:lnTo>
                  <a:lnTo>
                    <a:pt x="4353" y="12869"/>
                  </a:lnTo>
                  <a:lnTo>
                    <a:pt x="4332" y="12953"/>
                  </a:lnTo>
                  <a:lnTo>
                    <a:pt x="4353" y="12973"/>
                  </a:lnTo>
                  <a:lnTo>
                    <a:pt x="4353" y="13015"/>
                  </a:lnTo>
                  <a:lnTo>
                    <a:pt x="4290" y="13078"/>
                  </a:lnTo>
                  <a:lnTo>
                    <a:pt x="4248" y="13183"/>
                  </a:lnTo>
                  <a:lnTo>
                    <a:pt x="4164" y="13225"/>
                  </a:lnTo>
                  <a:lnTo>
                    <a:pt x="4164" y="13266"/>
                  </a:lnTo>
                  <a:lnTo>
                    <a:pt x="4269" y="13266"/>
                  </a:lnTo>
                  <a:lnTo>
                    <a:pt x="4290" y="13287"/>
                  </a:lnTo>
                  <a:lnTo>
                    <a:pt x="4269" y="13329"/>
                  </a:lnTo>
                  <a:lnTo>
                    <a:pt x="4227" y="13371"/>
                  </a:lnTo>
                  <a:lnTo>
                    <a:pt x="4123" y="13476"/>
                  </a:lnTo>
                  <a:lnTo>
                    <a:pt x="4081" y="13497"/>
                  </a:lnTo>
                  <a:lnTo>
                    <a:pt x="4081" y="13538"/>
                  </a:lnTo>
                  <a:lnTo>
                    <a:pt x="4144" y="13601"/>
                  </a:lnTo>
                  <a:lnTo>
                    <a:pt x="4185" y="13685"/>
                  </a:lnTo>
                  <a:lnTo>
                    <a:pt x="4185" y="13727"/>
                  </a:lnTo>
                  <a:lnTo>
                    <a:pt x="4374" y="13894"/>
                  </a:lnTo>
                  <a:lnTo>
                    <a:pt x="4416" y="13957"/>
                  </a:lnTo>
                  <a:lnTo>
                    <a:pt x="4416" y="14061"/>
                  </a:lnTo>
                  <a:lnTo>
                    <a:pt x="4457" y="14124"/>
                  </a:lnTo>
                  <a:lnTo>
                    <a:pt x="4416" y="14166"/>
                  </a:lnTo>
                  <a:lnTo>
                    <a:pt x="4416" y="14250"/>
                  </a:lnTo>
                  <a:lnTo>
                    <a:pt x="4478" y="14333"/>
                  </a:lnTo>
                  <a:lnTo>
                    <a:pt x="4520" y="14333"/>
                  </a:lnTo>
                  <a:lnTo>
                    <a:pt x="4562" y="14354"/>
                  </a:lnTo>
                  <a:lnTo>
                    <a:pt x="4583" y="14438"/>
                  </a:lnTo>
                  <a:lnTo>
                    <a:pt x="4667" y="14543"/>
                  </a:lnTo>
                  <a:lnTo>
                    <a:pt x="4709" y="14585"/>
                  </a:lnTo>
                  <a:lnTo>
                    <a:pt x="4709" y="14668"/>
                  </a:lnTo>
                  <a:lnTo>
                    <a:pt x="4688" y="14752"/>
                  </a:lnTo>
                  <a:lnTo>
                    <a:pt x="4604" y="14773"/>
                  </a:lnTo>
                  <a:lnTo>
                    <a:pt x="4520" y="14857"/>
                  </a:lnTo>
                  <a:lnTo>
                    <a:pt x="4499" y="14940"/>
                  </a:lnTo>
                  <a:lnTo>
                    <a:pt x="4457" y="15003"/>
                  </a:lnTo>
                  <a:lnTo>
                    <a:pt x="4395" y="15003"/>
                  </a:lnTo>
                  <a:lnTo>
                    <a:pt x="4290" y="15087"/>
                  </a:lnTo>
                  <a:lnTo>
                    <a:pt x="4269" y="15149"/>
                  </a:lnTo>
                  <a:lnTo>
                    <a:pt x="4311" y="15170"/>
                  </a:lnTo>
                  <a:lnTo>
                    <a:pt x="4374" y="15149"/>
                  </a:lnTo>
                  <a:lnTo>
                    <a:pt x="4416" y="15087"/>
                  </a:lnTo>
                  <a:lnTo>
                    <a:pt x="4478" y="15087"/>
                  </a:lnTo>
                  <a:lnTo>
                    <a:pt x="4583" y="14982"/>
                  </a:lnTo>
                  <a:lnTo>
                    <a:pt x="4688" y="14982"/>
                  </a:lnTo>
                  <a:lnTo>
                    <a:pt x="4667" y="15108"/>
                  </a:lnTo>
                  <a:lnTo>
                    <a:pt x="4625" y="15170"/>
                  </a:lnTo>
                  <a:lnTo>
                    <a:pt x="4667" y="15254"/>
                  </a:lnTo>
                  <a:lnTo>
                    <a:pt x="4667" y="15317"/>
                  </a:lnTo>
                  <a:lnTo>
                    <a:pt x="4709" y="15421"/>
                  </a:lnTo>
                  <a:lnTo>
                    <a:pt x="4729" y="15526"/>
                  </a:lnTo>
                  <a:lnTo>
                    <a:pt x="4688" y="15631"/>
                  </a:lnTo>
                  <a:lnTo>
                    <a:pt x="4688" y="15694"/>
                  </a:lnTo>
                  <a:lnTo>
                    <a:pt x="4709" y="15777"/>
                  </a:lnTo>
                  <a:lnTo>
                    <a:pt x="4709" y="15798"/>
                  </a:lnTo>
                  <a:lnTo>
                    <a:pt x="4667" y="15735"/>
                  </a:lnTo>
                  <a:lnTo>
                    <a:pt x="4604" y="15777"/>
                  </a:lnTo>
                  <a:lnTo>
                    <a:pt x="4625" y="15903"/>
                  </a:lnTo>
                  <a:lnTo>
                    <a:pt x="4688" y="16007"/>
                  </a:lnTo>
                  <a:lnTo>
                    <a:pt x="4688" y="16049"/>
                  </a:lnTo>
                  <a:lnTo>
                    <a:pt x="4667" y="16049"/>
                  </a:lnTo>
                  <a:lnTo>
                    <a:pt x="4604" y="16112"/>
                  </a:lnTo>
                  <a:lnTo>
                    <a:pt x="4625" y="16196"/>
                  </a:lnTo>
                  <a:lnTo>
                    <a:pt x="4667" y="16238"/>
                  </a:lnTo>
                  <a:lnTo>
                    <a:pt x="4729" y="16238"/>
                  </a:lnTo>
                  <a:lnTo>
                    <a:pt x="4792" y="16300"/>
                  </a:lnTo>
                  <a:lnTo>
                    <a:pt x="4792" y="16342"/>
                  </a:lnTo>
                  <a:lnTo>
                    <a:pt x="4729" y="16405"/>
                  </a:lnTo>
                  <a:lnTo>
                    <a:pt x="4729" y="16468"/>
                  </a:lnTo>
                  <a:lnTo>
                    <a:pt x="4667" y="16551"/>
                  </a:lnTo>
                  <a:lnTo>
                    <a:pt x="4604" y="16572"/>
                  </a:lnTo>
                  <a:lnTo>
                    <a:pt x="4520" y="16551"/>
                  </a:lnTo>
                  <a:lnTo>
                    <a:pt x="4478" y="16572"/>
                  </a:lnTo>
                  <a:lnTo>
                    <a:pt x="4478" y="16635"/>
                  </a:lnTo>
                  <a:lnTo>
                    <a:pt x="4562" y="16656"/>
                  </a:lnTo>
                  <a:lnTo>
                    <a:pt x="4625" y="16656"/>
                  </a:lnTo>
                  <a:lnTo>
                    <a:pt x="4688" y="16719"/>
                  </a:lnTo>
                  <a:lnTo>
                    <a:pt x="4729" y="16719"/>
                  </a:lnTo>
                  <a:lnTo>
                    <a:pt x="4813" y="16740"/>
                  </a:lnTo>
                  <a:lnTo>
                    <a:pt x="4855" y="16782"/>
                  </a:lnTo>
                  <a:lnTo>
                    <a:pt x="4855" y="16886"/>
                  </a:lnTo>
                  <a:lnTo>
                    <a:pt x="4876" y="17033"/>
                  </a:lnTo>
                  <a:lnTo>
                    <a:pt x="4771" y="17137"/>
                  </a:lnTo>
                  <a:lnTo>
                    <a:pt x="4750" y="17200"/>
                  </a:lnTo>
                  <a:lnTo>
                    <a:pt x="4792" y="17263"/>
                  </a:lnTo>
                  <a:lnTo>
                    <a:pt x="4709" y="17409"/>
                  </a:lnTo>
                  <a:lnTo>
                    <a:pt x="4604" y="17472"/>
                  </a:lnTo>
                  <a:lnTo>
                    <a:pt x="4541" y="17472"/>
                  </a:lnTo>
                  <a:lnTo>
                    <a:pt x="4478" y="17409"/>
                  </a:lnTo>
                  <a:lnTo>
                    <a:pt x="4436" y="17409"/>
                  </a:lnTo>
                  <a:lnTo>
                    <a:pt x="4332" y="17493"/>
                  </a:lnTo>
                  <a:lnTo>
                    <a:pt x="4290" y="17577"/>
                  </a:lnTo>
                  <a:lnTo>
                    <a:pt x="4332" y="17598"/>
                  </a:lnTo>
                  <a:lnTo>
                    <a:pt x="4374" y="17598"/>
                  </a:lnTo>
                  <a:lnTo>
                    <a:pt x="4541" y="17618"/>
                  </a:lnTo>
                  <a:lnTo>
                    <a:pt x="4583" y="17577"/>
                  </a:lnTo>
                  <a:lnTo>
                    <a:pt x="4604" y="17556"/>
                  </a:lnTo>
                  <a:lnTo>
                    <a:pt x="4646" y="17577"/>
                  </a:lnTo>
                  <a:lnTo>
                    <a:pt x="4646" y="17618"/>
                  </a:lnTo>
                  <a:lnTo>
                    <a:pt x="4667" y="17660"/>
                  </a:lnTo>
                  <a:lnTo>
                    <a:pt x="4604" y="17702"/>
                  </a:lnTo>
                  <a:lnTo>
                    <a:pt x="4562" y="17702"/>
                  </a:lnTo>
                  <a:lnTo>
                    <a:pt x="4541" y="17723"/>
                  </a:lnTo>
                  <a:lnTo>
                    <a:pt x="4541" y="17807"/>
                  </a:lnTo>
                  <a:lnTo>
                    <a:pt x="4499" y="17828"/>
                  </a:lnTo>
                  <a:lnTo>
                    <a:pt x="4436" y="17828"/>
                  </a:lnTo>
                  <a:lnTo>
                    <a:pt x="4290" y="17932"/>
                  </a:lnTo>
                  <a:lnTo>
                    <a:pt x="4185" y="17995"/>
                  </a:lnTo>
                  <a:lnTo>
                    <a:pt x="4185" y="18037"/>
                  </a:lnTo>
                  <a:lnTo>
                    <a:pt x="4269" y="18121"/>
                  </a:lnTo>
                  <a:lnTo>
                    <a:pt x="4395" y="18142"/>
                  </a:lnTo>
                  <a:lnTo>
                    <a:pt x="4499" y="18121"/>
                  </a:lnTo>
                  <a:lnTo>
                    <a:pt x="4583" y="18016"/>
                  </a:lnTo>
                  <a:lnTo>
                    <a:pt x="4646" y="17911"/>
                  </a:lnTo>
                  <a:lnTo>
                    <a:pt x="4688" y="17870"/>
                  </a:lnTo>
                  <a:lnTo>
                    <a:pt x="4709" y="17870"/>
                  </a:lnTo>
                  <a:lnTo>
                    <a:pt x="4709" y="17911"/>
                  </a:lnTo>
                  <a:lnTo>
                    <a:pt x="4604" y="18079"/>
                  </a:lnTo>
                  <a:lnTo>
                    <a:pt x="4478" y="18204"/>
                  </a:lnTo>
                  <a:lnTo>
                    <a:pt x="4436" y="18183"/>
                  </a:lnTo>
                  <a:lnTo>
                    <a:pt x="4269" y="18204"/>
                  </a:lnTo>
                  <a:lnTo>
                    <a:pt x="4227" y="18225"/>
                  </a:lnTo>
                  <a:lnTo>
                    <a:pt x="4164" y="18309"/>
                  </a:lnTo>
                  <a:lnTo>
                    <a:pt x="4144" y="18288"/>
                  </a:lnTo>
                  <a:lnTo>
                    <a:pt x="4039" y="18288"/>
                  </a:lnTo>
                  <a:lnTo>
                    <a:pt x="3934" y="18330"/>
                  </a:lnTo>
                  <a:lnTo>
                    <a:pt x="3934" y="18393"/>
                  </a:lnTo>
                  <a:lnTo>
                    <a:pt x="3955" y="18414"/>
                  </a:lnTo>
                  <a:lnTo>
                    <a:pt x="3976" y="18455"/>
                  </a:lnTo>
                  <a:lnTo>
                    <a:pt x="3955" y="18539"/>
                  </a:lnTo>
                  <a:lnTo>
                    <a:pt x="4018" y="18665"/>
                  </a:lnTo>
                  <a:lnTo>
                    <a:pt x="4039" y="18665"/>
                  </a:lnTo>
                  <a:lnTo>
                    <a:pt x="4060" y="18602"/>
                  </a:lnTo>
                  <a:lnTo>
                    <a:pt x="4123" y="18602"/>
                  </a:lnTo>
                  <a:lnTo>
                    <a:pt x="4164" y="18644"/>
                  </a:lnTo>
                  <a:lnTo>
                    <a:pt x="4185" y="18707"/>
                  </a:lnTo>
                  <a:lnTo>
                    <a:pt x="4185" y="18769"/>
                  </a:lnTo>
                  <a:lnTo>
                    <a:pt x="4248" y="18832"/>
                  </a:lnTo>
                  <a:lnTo>
                    <a:pt x="4374" y="18832"/>
                  </a:lnTo>
                  <a:lnTo>
                    <a:pt x="4457" y="18769"/>
                  </a:lnTo>
                  <a:lnTo>
                    <a:pt x="4478" y="18748"/>
                  </a:lnTo>
                  <a:lnTo>
                    <a:pt x="4541" y="18748"/>
                  </a:lnTo>
                  <a:lnTo>
                    <a:pt x="4646" y="18727"/>
                  </a:lnTo>
                  <a:lnTo>
                    <a:pt x="4688" y="18665"/>
                  </a:lnTo>
                  <a:lnTo>
                    <a:pt x="4709" y="18560"/>
                  </a:lnTo>
                  <a:lnTo>
                    <a:pt x="4688" y="18497"/>
                  </a:lnTo>
                  <a:lnTo>
                    <a:pt x="4646" y="18434"/>
                  </a:lnTo>
                  <a:lnTo>
                    <a:pt x="4750" y="18434"/>
                  </a:lnTo>
                  <a:lnTo>
                    <a:pt x="4750" y="18393"/>
                  </a:lnTo>
                  <a:lnTo>
                    <a:pt x="4771" y="18225"/>
                  </a:lnTo>
                  <a:lnTo>
                    <a:pt x="4813" y="18309"/>
                  </a:lnTo>
                  <a:lnTo>
                    <a:pt x="4876" y="18351"/>
                  </a:lnTo>
                  <a:lnTo>
                    <a:pt x="4918" y="18351"/>
                  </a:lnTo>
                  <a:lnTo>
                    <a:pt x="4981" y="18288"/>
                  </a:lnTo>
                  <a:lnTo>
                    <a:pt x="4981" y="18121"/>
                  </a:lnTo>
                  <a:lnTo>
                    <a:pt x="4981" y="18016"/>
                  </a:lnTo>
                  <a:lnTo>
                    <a:pt x="4918" y="17911"/>
                  </a:lnTo>
                  <a:lnTo>
                    <a:pt x="4897" y="17828"/>
                  </a:lnTo>
                  <a:lnTo>
                    <a:pt x="4918" y="17618"/>
                  </a:lnTo>
                  <a:lnTo>
                    <a:pt x="4960" y="17577"/>
                  </a:lnTo>
                  <a:lnTo>
                    <a:pt x="4981" y="17577"/>
                  </a:lnTo>
                  <a:lnTo>
                    <a:pt x="4981" y="17660"/>
                  </a:lnTo>
                  <a:lnTo>
                    <a:pt x="4960" y="17723"/>
                  </a:lnTo>
                  <a:lnTo>
                    <a:pt x="4981" y="17828"/>
                  </a:lnTo>
                  <a:lnTo>
                    <a:pt x="5022" y="17932"/>
                  </a:lnTo>
                  <a:lnTo>
                    <a:pt x="5022" y="18079"/>
                  </a:lnTo>
                  <a:lnTo>
                    <a:pt x="5001" y="18204"/>
                  </a:lnTo>
                  <a:lnTo>
                    <a:pt x="5001" y="18309"/>
                  </a:lnTo>
                  <a:lnTo>
                    <a:pt x="5064" y="18309"/>
                  </a:lnTo>
                  <a:lnTo>
                    <a:pt x="5085" y="18288"/>
                  </a:lnTo>
                  <a:lnTo>
                    <a:pt x="5169" y="18225"/>
                  </a:lnTo>
                  <a:lnTo>
                    <a:pt x="5169" y="18183"/>
                  </a:lnTo>
                  <a:lnTo>
                    <a:pt x="5273" y="18037"/>
                  </a:lnTo>
                  <a:lnTo>
                    <a:pt x="5378" y="17995"/>
                  </a:lnTo>
                  <a:lnTo>
                    <a:pt x="5420" y="17995"/>
                  </a:lnTo>
                  <a:lnTo>
                    <a:pt x="5420" y="18016"/>
                  </a:lnTo>
                  <a:lnTo>
                    <a:pt x="5336" y="18079"/>
                  </a:lnTo>
                  <a:lnTo>
                    <a:pt x="5294" y="18121"/>
                  </a:lnTo>
                  <a:lnTo>
                    <a:pt x="5232" y="18246"/>
                  </a:lnTo>
                  <a:lnTo>
                    <a:pt x="5169" y="18330"/>
                  </a:lnTo>
                  <a:lnTo>
                    <a:pt x="5169" y="18393"/>
                  </a:lnTo>
                  <a:lnTo>
                    <a:pt x="5211" y="18414"/>
                  </a:lnTo>
                  <a:lnTo>
                    <a:pt x="5294" y="18414"/>
                  </a:lnTo>
                  <a:lnTo>
                    <a:pt x="5336" y="18434"/>
                  </a:lnTo>
                  <a:lnTo>
                    <a:pt x="5399" y="18518"/>
                  </a:lnTo>
                  <a:lnTo>
                    <a:pt x="5483" y="18539"/>
                  </a:lnTo>
                  <a:lnTo>
                    <a:pt x="5587" y="18518"/>
                  </a:lnTo>
                  <a:lnTo>
                    <a:pt x="5650" y="18455"/>
                  </a:lnTo>
                  <a:lnTo>
                    <a:pt x="5713" y="18455"/>
                  </a:lnTo>
                  <a:lnTo>
                    <a:pt x="5734" y="18497"/>
                  </a:lnTo>
                  <a:lnTo>
                    <a:pt x="5734" y="18539"/>
                  </a:lnTo>
                  <a:lnTo>
                    <a:pt x="5608" y="18623"/>
                  </a:lnTo>
                  <a:lnTo>
                    <a:pt x="5420" y="18665"/>
                  </a:lnTo>
                  <a:lnTo>
                    <a:pt x="5294" y="18665"/>
                  </a:lnTo>
                  <a:lnTo>
                    <a:pt x="5211" y="18727"/>
                  </a:lnTo>
                  <a:lnTo>
                    <a:pt x="5169" y="18769"/>
                  </a:lnTo>
                  <a:lnTo>
                    <a:pt x="5169" y="18832"/>
                  </a:lnTo>
                  <a:lnTo>
                    <a:pt x="5190" y="18853"/>
                  </a:lnTo>
                  <a:lnTo>
                    <a:pt x="5315" y="18832"/>
                  </a:lnTo>
                  <a:lnTo>
                    <a:pt x="5378" y="18853"/>
                  </a:lnTo>
                  <a:lnTo>
                    <a:pt x="5420" y="18832"/>
                  </a:lnTo>
                  <a:lnTo>
                    <a:pt x="5504" y="18769"/>
                  </a:lnTo>
                  <a:lnTo>
                    <a:pt x="5629" y="18769"/>
                  </a:lnTo>
                  <a:lnTo>
                    <a:pt x="5650" y="18811"/>
                  </a:lnTo>
                  <a:lnTo>
                    <a:pt x="5629" y="18853"/>
                  </a:lnTo>
                  <a:lnTo>
                    <a:pt x="5545" y="18874"/>
                  </a:lnTo>
                  <a:lnTo>
                    <a:pt x="5483" y="18937"/>
                  </a:lnTo>
                  <a:lnTo>
                    <a:pt x="5336" y="18937"/>
                  </a:lnTo>
                  <a:lnTo>
                    <a:pt x="5294" y="19020"/>
                  </a:lnTo>
                  <a:lnTo>
                    <a:pt x="5273" y="19083"/>
                  </a:lnTo>
                  <a:lnTo>
                    <a:pt x="5211" y="19146"/>
                  </a:lnTo>
                  <a:lnTo>
                    <a:pt x="5211" y="19188"/>
                  </a:lnTo>
                  <a:lnTo>
                    <a:pt x="5273" y="19188"/>
                  </a:lnTo>
                  <a:lnTo>
                    <a:pt x="5420" y="19062"/>
                  </a:lnTo>
                  <a:lnTo>
                    <a:pt x="5483" y="19041"/>
                  </a:lnTo>
                  <a:lnTo>
                    <a:pt x="5545" y="19041"/>
                  </a:lnTo>
                  <a:lnTo>
                    <a:pt x="5587" y="19020"/>
                  </a:lnTo>
                  <a:lnTo>
                    <a:pt x="5629" y="19020"/>
                  </a:lnTo>
                  <a:lnTo>
                    <a:pt x="5692" y="19083"/>
                  </a:lnTo>
                  <a:lnTo>
                    <a:pt x="5692" y="19146"/>
                  </a:lnTo>
                  <a:lnTo>
                    <a:pt x="5650" y="19188"/>
                  </a:lnTo>
                  <a:lnTo>
                    <a:pt x="5587" y="19146"/>
                  </a:lnTo>
                  <a:lnTo>
                    <a:pt x="5525" y="19125"/>
                  </a:lnTo>
                  <a:lnTo>
                    <a:pt x="5399" y="19167"/>
                  </a:lnTo>
                  <a:lnTo>
                    <a:pt x="5378" y="19230"/>
                  </a:lnTo>
                  <a:lnTo>
                    <a:pt x="5399" y="19271"/>
                  </a:lnTo>
                  <a:lnTo>
                    <a:pt x="5587" y="19271"/>
                  </a:lnTo>
                  <a:lnTo>
                    <a:pt x="5650" y="19230"/>
                  </a:lnTo>
                  <a:lnTo>
                    <a:pt x="5713" y="19230"/>
                  </a:lnTo>
                  <a:lnTo>
                    <a:pt x="5797" y="19334"/>
                  </a:lnTo>
                  <a:lnTo>
                    <a:pt x="5797" y="19397"/>
                  </a:lnTo>
                  <a:lnTo>
                    <a:pt x="5734" y="19439"/>
                  </a:lnTo>
                  <a:lnTo>
                    <a:pt x="5525" y="19355"/>
                  </a:lnTo>
                  <a:lnTo>
                    <a:pt x="5420" y="19292"/>
                  </a:lnTo>
                  <a:lnTo>
                    <a:pt x="5399" y="19355"/>
                  </a:lnTo>
                  <a:lnTo>
                    <a:pt x="5420" y="19439"/>
                  </a:lnTo>
                  <a:lnTo>
                    <a:pt x="5525" y="19502"/>
                  </a:lnTo>
                  <a:lnTo>
                    <a:pt x="5629" y="19648"/>
                  </a:lnTo>
                  <a:lnTo>
                    <a:pt x="5692" y="19753"/>
                  </a:lnTo>
                  <a:lnTo>
                    <a:pt x="5629" y="19753"/>
                  </a:lnTo>
                  <a:lnTo>
                    <a:pt x="5545" y="19648"/>
                  </a:lnTo>
                  <a:lnTo>
                    <a:pt x="5525" y="19648"/>
                  </a:lnTo>
                  <a:lnTo>
                    <a:pt x="5504" y="19690"/>
                  </a:lnTo>
                  <a:lnTo>
                    <a:pt x="5525" y="19774"/>
                  </a:lnTo>
                  <a:lnTo>
                    <a:pt x="5650" y="19878"/>
                  </a:lnTo>
                  <a:lnTo>
                    <a:pt x="5797" y="19983"/>
                  </a:lnTo>
                  <a:lnTo>
                    <a:pt x="5797" y="20025"/>
                  </a:lnTo>
                  <a:lnTo>
                    <a:pt x="5734" y="20025"/>
                  </a:lnTo>
                  <a:lnTo>
                    <a:pt x="5734" y="20087"/>
                  </a:lnTo>
                  <a:lnTo>
                    <a:pt x="5692" y="20087"/>
                  </a:lnTo>
                  <a:lnTo>
                    <a:pt x="5587" y="19983"/>
                  </a:lnTo>
                  <a:lnTo>
                    <a:pt x="5545" y="19983"/>
                  </a:lnTo>
                  <a:lnTo>
                    <a:pt x="5545" y="20025"/>
                  </a:lnTo>
                  <a:lnTo>
                    <a:pt x="5650" y="20171"/>
                  </a:lnTo>
                  <a:lnTo>
                    <a:pt x="5713" y="20213"/>
                  </a:lnTo>
                  <a:lnTo>
                    <a:pt x="5755" y="20213"/>
                  </a:lnTo>
                  <a:lnTo>
                    <a:pt x="5817" y="20192"/>
                  </a:lnTo>
                  <a:lnTo>
                    <a:pt x="5838" y="20213"/>
                  </a:lnTo>
                  <a:lnTo>
                    <a:pt x="5797" y="20297"/>
                  </a:lnTo>
                  <a:lnTo>
                    <a:pt x="5734" y="20318"/>
                  </a:lnTo>
                  <a:lnTo>
                    <a:pt x="5629" y="20276"/>
                  </a:lnTo>
                  <a:lnTo>
                    <a:pt x="5545" y="20192"/>
                  </a:lnTo>
                  <a:lnTo>
                    <a:pt x="5441" y="20108"/>
                  </a:lnTo>
                  <a:lnTo>
                    <a:pt x="5378" y="20004"/>
                  </a:lnTo>
                  <a:lnTo>
                    <a:pt x="5294" y="19795"/>
                  </a:lnTo>
                  <a:lnTo>
                    <a:pt x="5232" y="19711"/>
                  </a:lnTo>
                  <a:lnTo>
                    <a:pt x="5169" y="19690"/>
                  </a:lnTo>
                  <a:lnTo>
                    <a:pt x="5085" y="19648"/>
                  </a:lnTo>
                  <a:lnTo>
                    <a:pt x="4981" y="19606"/>
                  </a:lnTo>
                  <a:lnTo>
                    <a:pt x="4876" y="19606"/>
                  </a:lnTo>
                  <a:lnTo>
                    <a:pt x="4813" y="19585"/>
                  </a:lnTo>
                  <a:lnTo>
                    <a:pt x="4750" y="19585"/>
                  </a:lnTo>
                  <a:lnTo>
                    <a:pt x="4646" y="19564"/>
                  </a:lnTo>
                  <a:lnTo>
                    <a:pt x="4541" y="19460"/>
                  </a:lnTo>
                  <a:lnTo>
                    <a:pt x="4436" y="19460"/>
                  </a:lnTo>
                  <a:lnTo>
                    <a:pt x="4353" y="19439"/>
                  </a:lnTo>
                  <a:lnTo>
                    <a:pt x="4290" y="19460"/>
                  </a:lnTo>
                  <a:lnTo>
                    <a:pt x="4185" y="19460"/>
                  </a:lnTo>
                  <a:lnTo>
                    <a:pt x="4060" y="19564"/>
                  </a:lnTo>
                  <a:lnTo>
                    <a:pt x="4060" y="19606"/>
                  </a:lnTo>
                  <a:lnTo>
                    <a:pt x="4123" y="19669"/>
                  </a:lnTo>
                  <a:lnTo>
                    <a:pt x="4185" y="19753"/>
                  </a:lnTo>
                  <a:lnTo>
                    <a:pt x="4248" y="19878"/>
                  </a:lnTo>
                  <a:lnTo>
                    <a:pt x="4248" y="19962"/>
                  </a:lnTo>
                  <a:lnTo>
                    <a:pt x="4353" y="20067"/>
                  </a:lnTo>
                  <a:lnTo>
                    <a:pt x="4499" y="20108"/>
                  </a:lnTo>
                  <a:lnTo>
                    <a:pt x="4709" y="20192"/>
                  </a:lnTo>
                  <a:lnTo>
                    <a:pt x="4855" y="20276"/>
                  </a:lnTo>
                  <a:lnTo>
                    <a:pt x="4897" y="20380"/>
                  </a:lnTo>
                  <a:lnTo>
                    <a:pt x="4897" y="20422"/>
                  </a:lnTo>
                  <a:lnTo>
                    <a:pt x="4981" y="20443"/>
                  </a:lnTo>
                  <a:lnTo>
                    <a:pt x="5064" y="20443"/>
                  </a:lnTo>
                  <a:lnTo>
                    <a:pt x="5127" y="20527"/>
                  </a:lnTo>
                  <a:lnTo>
                    <a:pt x="5211" y="20548"/>
                  </a:lnTo>
                  <a:lnTo>
                    <a:pt x="5273" y="20527"/>
                  </a:lnTo>
                  <a:lnTo>
                    <a:pt x="5315" y="20590"/>
                  </a:lnTo>
                  <a:lnTo>
                    <a:pt x="5399" y="20590"/>
                  </a:lnTo>
                  <a:lnTo>
                    <a:pt x="5441" y="20548"/>
                  </a:lnTo>
                  <a:lnTo>
                    <a:pt x="5504" y="20631"/>
                  </a:lnTo>
                  <a:lnTo>
                    <a:pt x="5608" y="20631"/>
                  </a:lnTo>
                  <a:lnTo>
                    <a:pt x="5692" y="20548"/>
                  </a:lnTo>
                  <a:lnTo>
                    <a:pt x="5797" y="20548"/>
                  </a:lnTo>
                  <a:lnTo>
                    <a:pt x="5838" y="20590"/>
                  </a:lnTo>
                  <a:lnTo>
                    <a:pt x="5838" y="20652"/>
                  </a:lnTo>
                  <a:lnTo>
                    <a:pt x="5755" y="20652"/>
                  </a:lnTo>
                  <a:lnTo>
                    <a:pt x="5692" y="20694"/>
                  </a:lnTo>
                  <a:lnTo>
                    <a:pt x="5692" y="20736"/>
                  </a:lnTo>
                  <a:lnTo>
                    <a:pt x="5755" y="20736"/>
                  </a:lnTo>
                  <a:lnTo>
                    <a:pt x="5817" y="20820"/>
                  </a:lnTo>
                  <a:lnTo>
                    <a:pt x="5734" y="20862"/>
                  </a:lnTo>
                  <a:lnTo>
                    <a:pt x="5734" y="20903"/>
                  </a:lnTo>
                  <a:lnTo>
                    <a:pt x="5650" y="20924"/>
                  </a:lnTo>
                  <a:lnTo>
                    <a:pt x="5608" y="20966"/>
                  </a:lnTo>
                  <a:lnTo>
                    <a:pt x="5504" y="21029"/>
                  </a:lnTo>
                  <a:lnTo>
                    <a:pt x="5483" y="21071"/>
                  </a:lnTo>
                  <a:lnTo>
                    <a:pt x="5504" y="21113"/>
                  </a:lnTo>
                  <a:lnTo>
                    <a:pt x="5608" y="21113"/>
                  </a:lnTo>
                  <a:lnTo>
                    <a:pt x="5692" y="21134"/>
                  </a:lnTo>
                  <a:lnTo>
                    <a:pt x="5713" y="21175"/>
                  </a:lnTo>
                  <a:lnTo>
                    <a:pt x="5629" y="21175"/>
                  </a:lnTo>
                  <a:lnTo>
                    <a:pt x="5587" y="21217"/>
                  </a:lnTo>
                  <a:lnTo>
                    <a:pt x="5545" y="21175"/>
                  </a:lnTo>
                  <a:lnTo>
                    <a:pt x="5504" y="21238"/>
                  </a:lnTo>
                  <a:lnTo>
                    <a:pt x="5420" y="21364"/>
                  </a:lnTo>
                  <a:lnTo>
                    <a:pt x="5378" y="21364"/>
                  </a:lnTo>
                  <a:lnTo>
                    <a:pt x="5315" y="21427"/>
                  </a:lnTo>
                  <a:lnTo>
                    <a:pt x="5315" y="21468"/>
                  </a:lnTo>
                  <a:lnTo>
                    <a:pt x="5399" y="21489"/>
                  </a:lnTo>
                  <a:lnTo>
                    <a:pt x="5441" y="21489"/>
                  </a:lnTo>
                  <a:lnTo>
                    <a:pt x="5504" y="21468"/>
                  </a:lnTo>
                  <a:lnTo>
                    <a:pt x="5525" y="21489"/>
                  </a:lnTo>
                  <a:lnTo>
                    <a:pt x="5545" y="21552"/>
                  </a:lnTo>
                  <a:lnTo>
                    <a:pt x="5608" y="21552"/>
                  </a:lnTo>
                  <a:lnTo>
                    <a:pt x="5650" y="21573"/>
                  </a:lnTo>
                  <a:lnTo>
                    <a:pt x="5650" y="21636"/>
                  </a:lnTo>
                  <a:lnTo>
                    <a:pt x="5545" y="21657"/>
                  </a:lnTo>
                  <a:lnTo>
                    <a:pt x="5483" y="21678"/>
                  </a:lnTo>
                  <a:lnTo>
                    <a:pt x="5483" y="21699"/>
                  </a:lnTo>
                  <a:lnTo>
                    <a:pt x="5608" y="21699"/>
                  </a:lnTo>
                  <a:lnTo>
                    <a:pt x="5650" y="21761"/>
                  </a:lnTo>
                  <a:lnTo>
                    <a:pt x="5650" y="21803"/>
                  </a:lnTo>
                  <a:lnTo>
                    <a:pt x="5608" y="21803"/>
                  </a:lnTo>
                  <a:lnTo>
                    <a:pt x="5545" y="21782"/>
                  </a:lnTo>
                  <a:lnTo>
                    <a:pt x="5525" y="21803"/>
                  </a:lnTo>
                  <a:lnTo>
                    <a:pt x="5483" y="21803"/>
                  </a:lnTo>
                  <a:lnTo>
                    <a:pt x="5420" y="21761"/>
                  </a:lnTo>
                  <a:lnTo>
                    <a:pt x="5336" y="21761"/>
                  </a:lnTo>
                  <a:lnTo>
                    <a:pt x="5232" y="21740"/>
                  </a:lnTo>
                  <a:lnTo>
                    <a:pt x="5232" y="21678"/>
                  </a:lnTo>
                  <a:lnTo>
                    <a:pt x="5273" y="21657"/>
                  </a:lnTo>
                  <a:lnTo>
                    <a:pt x="5211" y="21552"/>
                  </a:lnTo>
                  <a:lnTo>
                    <a:pt x="5190" y="21531"/>
                  </a:lnTo>
                  <a:lnTo>
                    <a:pt x="5127" y="21552"/>
                  </a:lnTo>
                  <a:lnTo>
                    <a:pt x="5127" y="21657"/>
                  </a:lnTo>
                  <a:lnTo>
                    <a:pt x="5064" y="21866"/>
                  </a:lnTo>
                  <a:lnTo>
                    <a:pt x="5001" y="21950"/>
                  </a:lnTo>
                  <a:lnTo>
                    <a:pt x="5022" y="21992"/>
                  </a:lnTo>
                  <a:lnTo>
                    <a:pt x="5085" y="21992"/>
                  </a:lnTo>
                  <a:lnTo>
                    <a:pt x="5169" y="21950"/>
                  </a:lnTo>
                  <a:lnTo>
                    <a:pt x="5190" y="21950"/>
                  </a:lnTo>
                  <a:lnTo>
                    <a:pt x="5169" y="21992"/>
                  </a:lnTo>
                  <a:lnTo>
                    <a:pt x="5085" y="22054"/>
                  </a:lnTo>
                  <a:lnTo>
                    <a:pt x="5022" y="22096"/>
                  </a:lnTo>
                  <a:lnTo>
                    <a:pt x="4981" y="22117"/>
                  </a:lnTo>
                  <a:lnTo>
                    <a:pt x="4981" y="22180"/>
                  </a:lnTo>
                  <a:lnTo>
                    <a:pt x="4855" y="22159"/>
                  </a:lnTo>
                  <a:lnTo>
                    <a:pt x="4750" y="22159"/>
                  </a:lnTo>
                  <a:lnTo>
                    <a:pt x="4646" y="22180"/>
                  </a:lnTo>
                  <a:lnTo>
                    <a:pt x="4604" y="22159"/>
                  </a:lnTo>
                  <a:lnTo>
                    <a:pt x="4478" y="22159"/>
                  </a:lnTo>
                  <a:lnTo>
                    <a:pt x="4395" y="22180"/>
                  </a:lnTo>
                  <a:lnTo>
                    <a:pt x="4248" y="22264"/>
                  </a:lnTo>
                  <a:lnTo>
                    <a:pt x="4123" y="22284"/>
                  </a:lnTo>
                  <a:lnTo>
                    <a:pt x="4144" y="22305"/>
                  </a:lnTo>
                  <a:lnTo>
                    <a:pt x="4248" y="22284"/>
                  </a:lnTo>
                  <a:lnTo>
                    <a:pt x="4290" y="22284"/>
                  </a:lnTo>
                  <a:lnTo>
                    <a:pt x="4248" y="22326"/>
                  </a:lnTo>
                  <a:lnTo>
                    <a:pt x="4185" y="22368"/>
                  </a:lnTo>
                  <a:lnTo>
                    <a:pt x="4227" y="22410"/>
                  </a:lnTo>
                  <a:lnTo>
                    <a:pt x="4290" y="22431"/>
                  </a:lnTo>
                  <a:lnTo>
                    <a:pt x="4353" y="22515"/>
                  </a:lnTo>
                  <a:lnTo>
                    <a:pt x="4457" y="22494"/>
                  </a:lnTo>
                  <a:lnTo>
                    <a:pt x="4541" y="22515"/>
                  </a:lnTo>
                  <a:lnTo>
                    <a:pt x="4583" y="22494"/>
                  </a:lnTo>
                  <a:lnTo>
                    <a:pt x="4709" y="22494"/>
                  </a:lnTo>
                  <a:lnTo>
                    <a:pt x="4750" y="22473"/>
                  </a:lnTo>
                  <a:lnTo>
                    <a:pt x="4667" y="22410"/>
                  </a:lnTo>
                  <a:lnTo>
                    <a:pt x="4646" y="22389"/>
                  </a:lnTo>
                  <a:lnTo>
                    <a:pt x="4688" y="22326"/>
                  </a:lnTo>
                  <a:lnTo>
                    <a:pt x="4855" y="22326"/>
                  </a:lnTo>
                  <a:lnTo>
                    <a:pt x="4918" y="22305"/>
                  </a:lnTo>
                  <a:lnTo>
                    <a:pt x="5001" y="22305"/>
                  </a:lnTo>
                  <a:lnTo>
                    <a:pt x="5001" y="22326"/>
                  </a:lnTo>
                  <a:lnTo>
                    <a:pt x="4960" y="22368"/>
                  </a:lnTo>
                  <a:lnTo>
                    <a:pt x="4918" y="22431"/>
                  </a:lnTo>
                  <a:lnTo>
                    <a:pt x="4918" y="22515"/>
                  </a:lnTo>
                  <a:lnTo>
                    <a:pt x="4792" y="22577"/>
                  </a:lnTo>
                  <a:lnTo>
                    <a:pt x="4792" y="22619"/>
                  </a:lnTo>
                  <a:lnTo>
                    <a:pt x="4813" y="22682"/>
                  </a:lnTo>
                  <a:lnTo>
                    <a:pt x="5064" y="22849"/>
                  </a:lnTo>
                  <a:lnTo>
                    <a:pt x="5169" y="22933"/>
                  </a:lnTo>
                  <a:lnTo>
                    <a:pt x="5169" y="22954"/>
                  </a:lnTo>
                  <a:lnTo>
                    <a:pt x="5085" y="22954"/>
                  </a:lnTo>
                  <a:lnTo>
                    <a:pt x="5064" y="22933"/>
                  </a:lnTo>
                  <a:lnTo>
                    <a:pt x="4960" y="22891"/>
                  </a:lnTo>
                  <a:lnTo>
                    <a:pt x="4813" y="22808"/>
                  </a:lnTo>
                  <a:lnTo>
                    <a:pt x="4771" y="22745"/>
                  </a:lnTo>
                  <a:lnTo>
                    <a:pt x="4667" y="22745"/>
                  </a:lnTo>
                  <a:lnTo>
                    <a:pt x="4604" y="22787"/>
                  </a:lnTo>
                  <a:lnTo>
                    <a:pt x="4541" y="22808"/>
                  </a:lnTo>
                  <a:lnTo>
                    <a:pt x="4332" y="22682"/>
                  </a:lnTo>
                  <a:lnTo>
                    <a:pt x="4290" y="22598"/>
                  </a:lnTo>
                  <a:lnTo>
                    <a:pt x="4248" y="22515"/>
                  </a:lnTo>
                  <a:lnTo>
                    <a:pt x="4227" y="22515"/>
                  </a:lnTo>
                  <a:lnTo>
                    <a:pt x="4248" y="22619"/>
                  </a:lnTo>
                  <a:lnTo>
                    <a:pt x="4269" y="22703"/>
                  </a:lnTo>
                  <a:lnTo>
                    <a:pt x="4248" y="22724"/>
                  </a:lnTo>
                  <a:lnTo>
                    <a:pt x="4144" y="22619"/>
                  </a:lnTo>
                  <a:lnTo>
                    <a:pt x="4039" y="22494"/>
                  </a:lnTo>
                  <a:lnTo>
                    <a:pt x="3913" y="22431"/>
                  </a:lnTo>
                  <a:lnTo>
                    <a:pt x="3851" y="22473"/>
                  </a:lnTo>
                  <a:lnTo>
                    <a:pt x="3872" y="22515"/>
                  </a:lnTo>
                  <a:lnTo>
                    <a:pt x="3955" y="22536"/>
                  </a:lnTo>
                  <a:lnTo>
                    <a:pt x="3976" y="22619"/>
                  </a:lnTo>
                  <a:lnTo>
                    <a:pt x="4123" y="22745"/>
                  </a:lnTo>
                  <a:lnTo>
                    <a:pt x="4164" y="22808"/>
                  </a:lnTo>
                  <a:lnTo>
                    <a:pt x="4227" y="22808"/>
                  </a:lnTo>
                  <a:lnTo>
                    <a:pt x="4290" y="22828"/>
                  </a:lnTo>
                  <a:lnTo>
                    <a:pt x="4332" y="22891"/>
                  </a:lnTo>
                  <a:lnTo>
                    <a:pt x="4164" y="22891"/>
                  </a:lnTo>
                  <a:lnTo>
                    <a:pt x="4060" y="22828"/>
                  </a:lnTo>
                  <a:lnTo>
                    <a:pt x="3976" y="22787"/>
                  </a:lnTo>
                  <a:lnTo>
                    <a:pt x="3934" y="22787"/>
                  </a:lnTo>
                  <a:lnTo>
                    <a:pt x="3913" y="22849"/>
                  </a:lnTo>
                  <a:lnTo>
                    <a:pt x="3913" y="22912"/>
                  </a:lnTo>
                  <a:lnTo>
                    <a:pt x="3851" y="22954"/>
                  </a:lnTo>
                  <a:lnTo>
                    <a:pt x="3830" y="22954"/>
                  </a:lnTo>
                  <a:lnTo>
                    <a:pt x="3830" y="23017"/>
                  </a:lnTo>
                  <a:lnTo>
                    <a:pt x="3767" y="23059"/>
                  </a:lnTo>
                  <a:lnTo>
                    <a:pt x="3725" y="23100"/>
                  </a:lnTo>
                  <a:lnTo>
                    <a:pt x="3600" y="23247"/>
                  </a:lnTo>
                  <a:lnTo>
                    <a:pt x="3600" y="23310"/>
                  </a:lnTo>
                  <a:lnTo>
                    <a:pt x="3627" y="23324"/>
                  </a:lnTo>
                  <a:lnTo>
                    <a:pt x="3627" y="23324"/>
                  </a:lnTo>
                  <a:lnTo>
                    <a:pt x="3558" y="23352"/>
                  </a:lnTo>
                  <a:lnTo>
                    <a:pt x="3495" y="23414"/>
                  </a:lnTo>
                  <a:lnTo>
                    <a:pt x="3390" y="23456"/>
                  </a:lnTo>
                  <a:lnTo>
                    <a:pt x="3328" y="23561"/>
                  </a:lnTo>
                  <a:lnTo>
                    <a:pt x="3328" y="23644"/>
                  </a:lnTo>
                  <a:lnTo>
                    <a:pt x="3348" y="23665"/>
                  </a:lnTo>
                  <a:lnTo>
                    <a:pt x="3432" y="23624"/>
                  </a:lnTo>
                  <a:lnTo>
                    <a:pt x="3537" y="23582"/>
                  </a:lnTo>
                  <a:lnTo>
                    <a:pt x="3600" y="23624"/>
                  </a:lnTo>
                  <a:lnTo>
                    <a:pt x="3620" y="23644"/>
                  </a:lnTo>
                  <a:lnTo>
                    <a:pt x="3725" y="23644"/>
                  </a:lnTo>
                  <a:lnTo>
                    <a:pt x="3913" y="23582"/>
                  </a:lnTo>
                  <a:lnTo>
                    <a:pt x="4060" y="23582"/>
                  </a:lnTo>
                  <a:lnTo>
                    <a:pt x="4185" y="23644"/>
                  </a:lnTo>
                  <a:lnTo>
                    <a:pt x="4185" y="23686"/>
                  </a:lnTo>
                  <a:lnTo>
                    <a:pt x="4144" y="23728"/>
                  </a:lnTo>
                  <a:lnTo>
                    <a:pt x="4018" y="23686"/>
                  </a:lnTo>
                  <a:lnTo>
                    <a:pt x="3934" y="23728"/>
                  </a:lnTo>
                  <a:lnTo>
                    <a:pt x="3558" y="23686"/>
                  </a:lnTo>
                  <a:lnTo>
                    <a:pt x="3453" y="23686"/>
                  </a:lnTo>
                  <a:lnTo>
                    <a:pt x="3432" y="23728"/>
                  </a:lnTo>
                  <a:lnTo>
                    <a:pt x="3286" y="23728"/>
                  </a:lnTo>
                  <a:lnTo>
                    <a:pt x="3286" y="23770"/>
                  </a:lnTo>
                  <a:lnTo>
                    <a:pt x="3307" y="23791"/>
                  </a:lnTo>
                  <a:lnTo>
                    <a:pt x="3411" y="23791"/>
                  </a:lnTo>
                  <a:lnTo>
                    <a:pt x="3432" y="23833"/>
                  </a:lnTo>
                  <a:lnTo>
                    <a:pt x="3390" y="23854"/>
                  </a:lnTo>
                  <a:lnTo>
                    <a:pt x="3307" y="23833"/>
                  </a:lnTo>
                  <a:lnTo>
                    <a:pt x="3202" y="23833"/>
                  </a:lnTo>
                  <a:lnTo>
                    <a:pt x="3202" y="23854"/>
                  </a:lnTo>
                  <a:lnTo>
                    <a:pt x="3244" y="23896"/>
                  </a:lnTo>
                  <a:lnTo>
                    <a:pt x="3348" y="23896"/>
                  </a:lnTo>
                  <a:lnTo>
                    <a:pt x="3620" y="23979"/>
                  </a:lnTo>
                  <a:lnTo>
                    <a:pt x="3704" y="23979"/>
                  </a:lnTo>
                  <a:lnTo>
                    <a:pt x="3746" y="23958"/>
                  </a:lnTo>
                  <a:lnTo>
                    <a:pt x="3830" y="23958"/>
                  </a:lnTo>
                  <a:lnTo>
                    <a:pt x="3851" y="23979"/>
                  </a:lnTo>
                  <a:lnTo>
                    <a:pt x="3851" y="24063"/>
                  </a:lnTo>
                  <a:lnTo>
                    <a:pt x="3872" y="24147"/>
                  </a:lnTo>
                  <a:lnTo>
                    <a:pt x="3830" y="24168"/>
                  </a:lnTo>
                  <a:lnTo>
                    <a:pt x="3746" y="24147"/>
                  </a:lnTo>
                  <a:lnTo>
                    <a:pt x="3725" y="24168"/>
                  </a:lnTo>
                  <a:lnTo>
                    <a:pt x="3704" y="24147"/>
                  </a:lnTo>
                  <a:lnTo>
                    <a:pt x="3600" y="24168"/>
                  </a:lnTo>
                  <a:lnTo>
                    <a:pt x="3600" y="24209"/>
                  </a:lnTo>
                  <a:lnTo>
                    <a:pt x="3620" y="24251"/>
                  </a:lnTo>
                  <a:lnTo>
                    <a:pt x="3662" y="24251"/>
                  </a:lnTo>
                  <a:lnTo>
                    <a:pt x="3746" y="24272"/>
                  </a:lnTo>
                  <a:lnTo>
                    <a:pt x="3767" y="24293"/>
                  </a:lnTo>
                  <a:lnTo>
                    <a:pt x="3662" y="24356"/>
                  </a:lnTo>
                  <a:lnTo>
                    <a:pt x="3600" y="24356"/>
                  </a:lnTo>
                  <a:lnTo>
                    <a:pt x="3495" y="24293"/>
                  </a:lnTo>
                  <a:lnTo>
                    <a:pt x="3390" y="24335"/>
                  </a:lnTo>
                  <a:lnTo>
                    <a:pt x="3390" y="24377"/>
                  </a:lnTo>
                  <a:lnTo>
                    <a:pt x="3411" y="24460"/>
                  </a:lnTo>
                  <a:lnTo>
                    <a:pt x="3453" y="24481"/>
                  </a:lnTo>
                  <a:lnTo>
                    <a:pt x="3516" y="24460"/>
                  </a:lnTo>
                  <a:lnTo>
                    <a:pt x="3620" y="24460"/>
                  </a:lnTo>
                  <a:lnTo>
                    <a:pt x="3704" y="24502"/>
                  </a:lnTo>
                  <a:lnTo>
                    <a:pt x="3725" y="24565"/>
                  </a:lnTo>
                  <a:lnTo>
                    <a:pt x="3495" y="24565"/>
                  </a:lnTo>
                  <a:lnTo>
                    <a:pt x="3432" y="24586"/>
                  </a:lnTo>
                  <a:lnTo>
                    <a:pt x="3348" y="24544"/>
                  </a:lnTo>
                  <a:lnTo>
                    <a:pt x="3307" y="24544"/>
                  </a:lnTo>
                  <a:lnTo>
                    <a:pt x="3244" y="24607"/>
                  </a:lnTo>
                  <a:lnTo>
                    <a:pt x="3244" y="24816"/>
                  </a:lnTo>
                  <a:lnTo>
                    <a:pt x="3223" y="24879"/>
                  </a:lnTo>
                  <a:lnTo>
                    <a:pt x="3244" y="24921"/>
                  </a:lnTo>
                  <a:lnTo>
                    <a:pt x="3328" y="24921"/>
                  </a:lnTo>
                  <a:lnTo>
                    <a:pt x="3558" y="24816"/>
                  </a:lnTo>
                  <a:lnTo>
                    <a:pt x="3620" y="24774"/>
                  </a:lnTo>
                  <a:lnTo>
                    <a:pt x="3809" y="24712"/>
                  </a:lnTo>
                  <a:lnTo>
                    <a:pt x="3913" y="24670"/>
                  </a:lnTo>
                  <a:lnTo>
                    <a:pt x="3976" y="24544"/>
                  </a:lnTo>
                  <a:lnTo>
                    <a:pt x="4123" y="24398"/>
                  </a:lnTo>
                  <a:lnTo>
                    <a:pt x="4395" y="24272"/>
                  </a:lnTo>
                  <a:lnTo>
                    <a:pt x="4541" y="24230"/>
                  </a:lnTo>
                  <a:lnTo>
                    <a:pt x="4604" y="24251"/>
                  </a:lnTo>
                  <a:lnTo>
                    <a:pt x="4604" y="24293"/>
                  </a:lnTo>
                  <a:lnTo>
                    <a:pt x="4562" y="24335"/>
                  </a:lnTo>
                  <a:lnTo>
                    <a:pt x="4478" y="24335"/>
                  </a:lnTo>
                  <a:lnTo>
                    <a:pt x="4332" y="24377"/>
                  </a:lnTo>
                  <a:lnTo>
                    <a:pt x="4144" y="24460"/>
                  </a:lnTo>
                  <a:lnTo>
                    <a:pt x="3955" y="24670"/>
                  </a:lnTo>
                  <a:lnTo>
                    <a:pt x="3872" y="24774"/>
                  </a:lnTo>
                  <a:lnTo>
                    <a:pt x="3725" y="24795"/>
                  </a:lnTo>
                  <a:lnTo>
                    <a:pt x="3641" y="24816"/>
                  </a:lnTo>
                  <a:lnTo>
                    <a:pt x="3495" y="24921"/>
                  </a:lnTo>
                  <a:lnTo>
                    <a:pt x="3328" y="24984"/>
                  </a:lnTo>
                  <a:lnTo>
                    <a:pt x="3244" y="25005"/>
                  </a:lnTo>
                  <a:lnTo>
                    <a:pt x="3223" y="25067"/>
                  </a:lnTo>
                  <a:lnTo>
                    <a:pt x="3307" y="25067"/>
                  </a:lnTo>
                  <a:lnTo>
                    <a:pt x="3348" y="25025"/>
                  </a:lnTo>
                  <a:lnTo>
                    <a:pt x="3411" y="25067"/>
                  </a:lnTo>
                  <a:lnTo>
                    <a:pt x="3411" y="25109"/>
                  </a:lnTo>
                  <a:lnTo>
                    <a:pt x="3516" y="25067"/>
                  </a:lnTo>
                  <a:lnTo>
                    <a:pt x="3558" y="25005"/>
                  </a:lnTo>
                  <a:lnTo>
                    <a:pt x="3620" y="25005"/>
                  </a:lnTo>
                  <a:lnTo>
                    <a:pt x="3704" y="25088"/>
                  </a:lnTo>
                  <a:lnTo>
                    <a:pt x="3746" y="25088"/>
                  </a:lnTo>
                  <a:lnTo>
                    <a:pt x="3830" y="25025"/>
                  </a:lnTo>
                  <a:lnTo>
                    <a:pt x="3934" y="24963"/>
                  </a:lnTo>
                  <a:lnTo>
                    <a:pt x="4018" y="24963"/>
                  </a:lnTo>
                  <a:lnTo>
                    <a:pt x="4039" y="24984"/>
                  </a:lnTo>
                  <a:lnTo>
                    <a:pt x="4018" y="25025"/>
                  </a:lnTo>
                  <a:lnTo>
                    <a:pt x="3934" y="25025"/>
                  </a:lnTo>
                  <a:lnTo>
                    <a:pt x="3851" y="25109"/>
                  </a:lnTo>
                  <a:lnTo>
                    <a:pt x="3767" y="25130"/>
                  </a:lnTo>
                  <a:lnTo>
                    <a:pt x="3662" y="25130"/>
                  </a:lnTo>
                  <a:lnTo>
                    <a:pt x="3620" y="25088"/>
                  </a:lnTo>
                  <a:lnTo>
                    <a:pt x="3558" y="25109"/>
                  </a:lnTo>
                  <a:lnTo>
                    <a:pt x="3516" y="25172"/>
                  </a:lnTo>
                  <a:lnTo>
                    <a:pt x="3390" y="25214"/>
                  </a:lnTo>
                  <a:lnTo>
                    <a:pt x="3348" y="25235"/>
                  </a:lnTo>
                  <a:lnTo>
                    <a:pt x="3432" y="25297"/>
                  </a:lnTo>
                  <a:lnTo>
                    <a:pt x="3495" y="25297"/>
                  </a:lnTo>
                  <a:lnTo>
                    <a:pt x="3600" y="25339"/>
                  </a:lnTo>
                  <a:lnTo>
                    <a:pt x="3516" y="25423"/>
                  </a:lnTo>
                  <a:lnTo>
                    <a:pt x="3516" y="25486"/>
                  </a:lnTo>
                  <a:lnTo>
                    <a:pt x="3600" y="25507"/>
                  </a:lnTo>
                  <a:lnTo>
                    <a:pt x="3558" y="25549"/>
                  </a:lnTo>
                  <a:lnTo>
                    <a:pt x="3600" y="25611"/>
                  </a:lnTo>
                  <a:lnTo>
                    <a:pt x="3537" y="25611"/>
                  </a:lnTo>
                  <a:lnTo>
                    <a:pt x="3453" y="25695"/>
                  </a:lnTo>
                  <a:lnTo>
                    <a:pt x="3495" y="25758"/>
                  </a:lnTo>
                  <a:lnTo>
                    <a:pt x="3537" y="25758"/>
                  </a:lnTo>
                  <a:lnTo>
                    <a:pt x="3600" y="25716"/>
                  </a:lnTo>
                  <a:lnTo>
                    <a:pt x="3620" y="25716"/>
                  </a:lnTo>
                  <a:lnTo>
                    <a:pt x="3641" y="25821"/>
                  </a:lnTo>
                  <a:lnTo>
                    <a:pt x="3641" y="25904"/>
                  </a:lnTo>
                  <a:lnTo>
                    <a:pt x="3558" y="25946"/>
                  </a:lnTo>
                  <a:lnTo>
                    <a:pt x="3558" y="26113"/>
                  </a:lnTo>
                  <a:lnTo>
                    <a:pt x="3620" y="26176"/>
                  </a:lnTo>
                  <a:lnTo>
                    <a:pt x="3704" y="26176"/>
                  </a:lnTo>
                  <a:lnTo>
                    <a:pt x="3767" y="26134"/>
                  </a:lnTo>
                  <a:lnTo>
                    <a:pt x="3809" y="26051"/>
                  </a:lnTo>
                  <a:lnTo>
                    <a:pt x="3851" y="26072"/>
                  </a:lnTo>
                  <a:lnTo>
                    <a:pt x="3913" y="26030"/>
                  </a:lnTo>
                  <a:lnTo>
                    <a:pt x="3955" y="26030"/>
                  </a:lnTo>
                  <a:lnTo>
                    <a:pt x="4018" y="26072"/>
                  </a:lnTo>
                  <a:lnTo>
                    <a:pt x="3976" y="26113"/>
                  </a:lnTo>
                  <a:lnTo>
                    <a:pt x="3872" y="26176"/>
                  </a:lnTo>
                  <a:lnTo>
                    <a:pt x="3809" y="26176"/>
                  </a:lnTo>
                  <a:lnTo>
                    <a:pt x="3641" y="26239"/>
                  </a:lnTo>
                  <a:lnTo>
                    <a:pt x="3558" y="26281"/>
                  </a:lnTo>
                  <a:lnTo>
                    <a:pt x="3558" y="26365"/>
                  </a:lnTo>
                  <a:lnTo>
                    <a:pt x="3537" y="26448"/>
                  </a:lnTo>
                  <a:lnTo>
                    <a:pt x="3620" y="26490"/>
                  </a:lnTo>
                  <a:lnTo>
                    <a:pt x="3558" y="26553"/>
                  </a:lnTo>
                  <a:lnTo>
                    <a:pt x="3537" y="26657"/>
                  </a:lnTo>
                  <a:lnTo>
                    <a:pt x="3558" y="26783"/>
                  </a:lnTo>
                  <a:lnTo>
                    <a:pt x="3620" y="26783"/>
                  </a:lnTo>
                  <a:lnTo>
                    <a:pt x="3704" y="26637"/>
                  </a:lnTo>
                  <a:lnTo>
                    <a:pt x="3746" y="26595"/>
                  </a:lnTo>
                  <a:lnTo>
                    <a:pt x="3872" y="26469"/>
                  </a:lnTo>
                  <a:lnTo>
                    <a:pt x="3934" y="26469"/>
                  </a:lnTo>
                  <a:lnTo>
                    <a:pt x="3976" y="26385"/>
                  </a:lnTo>
                  <a:lnTo>
                    <a:pt x="4060" y="26365"/>
                  </a:lnTo>
                  <a:lnTo>
                    <a:pt x="4060" y="26385"/>
                  </a:lnTo>
                  <a:lnTo>
                    <a:pt x="4018" y="26448"/>
                  </a:lnTo>
                  <a:lnTo>
                    <a:pt x="4018" y="26490"/>
                  </a:lnTo>
                  <a:lnTo>
                    <a:pt x="4039" y="26532"/>
                  </a:lnTo>
                  <a:lnTo>
                    <a:pt x="4123" y="26490"/>
                  </a:lnTo>
                  <a:lnTo>
                    <a:pt x="4248" y="26365"/>
                  </a:lnTo>
                  <a:lnTo>
                    <a:pt x="4269" y="26323"/>
                  </a:lnTo>
                  <a:lnTo>
                    <a:pt x="4332" y="26385"/>
                  </a:lnTo>
                  <a:lnTo>
                    <a:pt x="4374" y="26385"/>
                  </a:lnTo>
                  <a:lnTo>
                    <a:pt x="4436" y="26344"/>
                  </a:lnTo>
                  <a:lnTo>
                    <a:pt x="4499" y="26344"/>
                  </a:lnTo>
                  <a:lnTo>
                    <a:pt x="4499" y="26365"/>
                  </a:lnTo>
                  <a:lnTo>
                    <a:pt x="4436" y="26448"/>
                  </a:lnTo>
                  <a:lnTo>
                    <a:pt x="4436" y="26637"/>
                  </a:lnTo>
                  <a:lnTo>
                    <a:pt x="4478" y="26657"/>
                  </a:lnTo>
                  <a:lnTo>
                    <a:pt x="4541" y="26741"/>
                  </a:lnTo>
                  <a:lnTo>
                    <a:pt x="4499" y="26762"/>
                  </a:lnTo>
                  <a:lnTo>
                    <a:pt x="4436" y="26741"/>
                  </a:lnTo>
                  <a:lnTo>
                    <a:pt x="4332" y="26637"/>
                  </a:lnTo>
                  <a:lnTo>
                    <a:pt x="4269" y="26553"/>
                  </a:lnTo>
                  <a:lnTo>
                    <a:pt x="4227" y="26553"/>
                  </a:lnTo>
                  <a:lnTo>
                    <a:pt x="4164" y="26574"/>
                  </a:lnTo>
                  <a:lnTo>
                    <a:pt x="4081" y="26574"/>
                  </a:lnTo>
                  <a:lnTo>
                    <a:pt x="4060" y="26637"/>
                  </a:lnTo>
                  <a:lnTo>
                    <a:pt x="4123" y="26678"/>
                  </a:lnTo>
                  <a:lnTo>
                    <a:pt x="4164" y="26678"/>
                  </a:lnTo>
                  <a:lnTo>
                    <a:pt x="4248" y="26783"/>
                  </a:lnTo>
                  <a:lnTo>
                    <a:pt x="4290" y="26804"/>
                  </a:lnTo>
                  <a:lnTo>
                    <a:pt x="4269" y="26867"/>
                  </a:lnTo>
                  <a:lnTo>
                    <a:pt x="4185" y="26783"/>
                  </a:lnTo>
                  <a:lnTo>
                    <a:pt x="4144" y="26762"/>
                  </a:lnTo>
                  <a:lnTo>
                    <a:pt x="4060" y="26762"/>
                  </a:lnTo>
                  <a:lnTo>
                    <a:pt x="3955" y="26888"/>
                  </a:lnTo>
                  <a:lnTo>
                    <a:pt x="3872" y="26950"/>
                  </a:lnTo>
                  <a:lnTo>
                    <a:pt x="3704" y="26950"/>
                  </a:lnTo>
                  <a:lnTo>
                    <a:pt x="3662" y="26971"/>
                  </a:lnTo>
                  <a:lnTo>
                    <a:pt x="3725" y="26992"/>
                  </a:lnTo>
                  <a:lnTo>
                    <a:pt x="3830" y="26992"/>
                  </a:lnTo>
                  <a:lnTo>
                    <a:pt x="3892" y="26971"/>
                  </a:lnTo>
                  <a:lnTo>
                    <a:pt x="4060" y="26950"/>
                  </a:lnTo>
                  <a:lnTo>
                    <a:pt x="4164" y="26888"/>
                  </a:lnTo>
                  <a:lnTo>
                    <a:pt x="4248" y="26909"/>
                  </a:lnTo>
                  <a:lnTo>
                    <a:pt x="4353" y="26909"/>
                  </a:lnTo>
                  <a:lnTo>
                    <a:pt x="4311" y="26950"/>
                  </a:lnTo>
                  <a:lnTo>
                    <a:pt x="4248" y="27013"/>
                  </a:lnTo>
                  <a:lnTo>
                    <a:pt x="4102" y="27013"/>
                  </a:lnTo>
                  <a:lnTo>
                    <a:pt x="3976" y="27055"/>
                  </a:lnTo>
                  <a:lnTo>
                    <a:pt x="3767" y="27055"/>
                  </a:lnTo>
                  <a:lnTo>
                    <a:pt x="3662" y="27076"/>
                  </a:lnTo>
                  <a:lnTo>
                    <a:pt x="3641" y="27160"/>
                  </a:lnTo>
                  <a:lnTo>
                    <a:pt x="3662" y="27222"/>
                  </a:lnTo>
                  <a:lnTo>
                    <a:pt x="3767" y="27264"/>
                  </a:lnTo>
                  <a:lnTo>
                    <a:pt x="3872" y="27222"/>
                  </a:lnTo>
                  <a:lnTo>
                    <a:pt x="3892" y="27264"/>
                  </a:lnTo>
                  <a:lnTo>
                    <a:pt x="3830" y="27306"/>
                  </a:lnTo>
                  <a:lnTo>
                    <a:pt x="3725" y="27306"/>
                  </a:lnTo>
                  <a:lnTo>
                    <a:pt x="3662" y="27390"/>
                  </a:lnTo>
                  <a:lnTo>
                    <a:pt x="3683" y="27473"/>
                  </a:lnTo>
                  <a:lnTo>
                    <a:pt x="3767" y="27515"/>
                  </a:lnTo>
                  <a:lnTo>
                    <a:pt x="3830" y="27473"/>
                  </a:lnTo>
                  <a:lnTo>
                    <a:pt x="3851" y="27411"/>
                  </a:lnTo>
                  <a:lnTo>
                    <a:pt x="3934" y="27411"/>
                  </a:lnTo>
                  <a:lnTo>
                    <a:pt x="3976" y="27432"/>
                  </a:lnTo>
                  <a:lnTo>
                    <a:pt x="4060" y="27432"/>
                  </a:lnTo>
                  <a:lnTo>
                    <a:pt x="4144" y="27411"/>
                  </a:lnTo>
                  <a:lnTo>
                    <a:pt x="4185" y="27390"/>
                  </a:lnTo>
                  <a:lnTo>
                    <a:pt x="4227" y="27411"/>
                  </a:lnTo>
                  <a:lnTo>
                    <a:pt x="4164" y="27473"/>
                  </a:lnTo>
                  <a:lnTo>
                    <a:pt x="4039" y="27515"/>
                  </a:lnTo>
                  <a:lnTo>
                    <a:pt x="3976" y="27494"/>
                  </a:lnTo>
                  <a:lnTo>
                    <a:pt x="3913" y="27473"/>
                  </a:lnTo>
                  <a:lnTo>
                    <a:pt x="3851" y="27473"/>
                  </a:lnTo>
                  <a:lnTo>
                    <a:pt x="3913" y="27515"/>
                  </a:lnTo>
                  <a:lnTo>
                    <a:pt x="3976" y="27515"/>
                  </a:lnTo>
                  <a:lnTo>
                    <a:pt x="4039" y="27536"/>
                  </a:lnTo>
                  <a:lnTo>
                    <a:pt x="3976" y="27578"/>
                  </a:lnTo>
                  <a:lnTo>
                    <a:pt x="3851" y="27578"/>
                  </a:lnTo>
                  <a:lnTo>
                    <a:pt x="3746" y="27641"/>
                  </a:lnTo>
                  <a:lnTo>
                    <a:pt x="3809" y="27704"/>
                  </a:lnTo>
                  <a:lnTo>
                    <a:pt x="3851" y="27704"/>
                  </a:lnTo>
                  <a:lnTo>
                    <a:pt x="3913" y="27683"/>
                  </a:lnTo>
                  <a:lnTo>
                    <a:pt x="4039" y="27683"/>
                  </a:lnTo>
                  <a:lnTo>
                    <a:pt x="4081" y="27704"/>
                  </a:lnTo>
                  <a:lnTo>
                    <a:pt x="4144" y="27704"/>
                  </a:lnTo>
                  <a:lnTo>
                    <a:pt x="4081" y="27746"/>
                  </a:lnTo>
                  <a:lnTo>
                    <a:pt x="3955" y="27787"/>
                  </a:lnTo>
                  <a:lnTo>
                    <a:pt x="3872" y="27746"/>
                  </a:lnTo>
                  <a:lnTo>
                    <a:pt x="3809" y="27787"/>
                  </a:lnTo>
                  <a:lnTo>
                    <a:pt x="3767" y="27829"/>
                  </a:lnTo>
                  <a:lnTo>
                    <a:pt x="3809" y="27892"/>
                  </a:lnTo>
                  <a:lnTo>
                    <a:pt x="3851" y="27892"/>
                  </a:lnTo>
                  <a:lnTo>
                    <a:pt x="3934" y="27829"/>
                  </a:lnTo>
                  <a:lnTo>
                    <a:pt x="4018" y="27829"/>
                  </a:lnTo>
                  <a:lnTo>
                    <a:pt x="4081" y="27892"/>
                  </a:lnTo>
                  <a:lnTo>
                    <a:pt x="4081" y="27934"/>
                  </a:lnTo>
                  <a:lnTo>
                    <a:pt x="3934" y="27997"/>
                  </a:lnTo>
                  <a:lnTo>
                    <a:pt x="3892" y="28038"/>
                  </a:lnTo>
                  <a:lnTo>
                    <a:pt x="3955" y="28143"/>
                  </a:lnTo>
                  <a:lnTo>
                    <a:pt x="3997" y="28143"/>
                  </a:lnTo>
                  <a:lnTo>
                    <a:pt x="4039" y="28122"/>
                  </a:lnTo>
                  <a:lnTo>
                    <a:pt x="4102" y="28122"/>
                  </a:lnTo>
                  <a:lnTo>
                    <a:pt x="4164" y="28206"/>
                  </a:lnTo>
                  <a:lnTo>
                    <a:pt x="4185" y="28143"/>
                  </a:lnTo>
                  <a:lnTo>
                    <a:pt x="4227" y="28122"/>
                  </a:lnTo>
                  <a:lnTo>
                    <a:pt x="4269" y="28143"/>
                  </a:lnTo>
                  <a:lnTo>
                    <a:pt x="4248" y="28206"/>
                  </a:lnTo>
                  <a:lnTo>
                    <a:pt x="4206" y="28248"/>
                  </a:lnTo>
                  <a:lnTo>
                    <a:pt x="4269" y="28310"/>
                  </a:lnTo>
                  <a:lnTo>
                    <a:pt x="4164" y="28436"/>
                  </a:lnTo>
                  <a:lnTo>
                    <a:pt x="4144" y="28436"/>
                  </a:lnTo>
                  <a:lnTo>
                    <a:pt x="4081" y="28520"/>
                  </a:lnTo>
                  <a:lnTo>
                    <a:pt x="4039" y="28582"/>
                  </a:lnTo>
                  <a:lnTo>
                    <a:pt x="4039" y="28624"/>
                  </a:lnTo>
                  <a:lnTo>
                    <a:pt x="4102" y="28624"/>
                  </a:lnTo>
                  <a:lnTo>
                    <a:pt x="4164" y="28582"/>
                  </a:lnTo>
                  <a:lnTo>
                    <a:pt x="4248" y="28624"/>
                  </a:lnTo>
                  <a:lnTo>
                    <a:pt x="4269" y="28687"/>
                  </a:lnTo>
                  <a:lnTo>
                    <a:pt x="4227" y="28750"/>
                  </a:lnTo>
                  <a:lnTo>
                    <a:pt x="4227" y="28771"/>
                  </a:lnTo>
                  <a:lnTo>
                    <a:pt x="4290" y="28771"/>
                  </a:lnTo>
                  <a:lnTo>
                    <a:pt x="4353" y="28792"/>
                  </a:lnTo>
                  <a:lnTo>
                    <a:pt x="4353" y="28854"/>
                  </a:lnTo>
                  <a:lnTo>
                    <a:pt x="4290" y="28896"/>
                  </a:lnTo>
                  <a:lnTo>
                    <a:pt x="4353" y="28959"/>
                  </a:lnTo>
                  <a:lnTo>
                    <a:pt x="4332" y="29043"/>
                  </a:lnTo>
                  <a:lnTo>
                    <a:pt x="4248" y="29085"/>
                  </a:lnTo>
                  <a:lnTo>
                    <a:pt x="4206" y="29147"/>
                  </a:lnTo>
                  <a:lnTo>
                    <a:pt x="4311" y="29147"/>
                  </a:lnTo>
                  <a:lnTo>
                    <a:pt x="4374" y="29085"/>
                  </a:lnTo>
                  <a:lnTo>
                    <a:pt x="4395" y="29043"/>
                  </a:lnTo>
                  <a:lnTo>
                    <a:pt x="4520" y="28980"/>
                  </a:lnTo>
                  <a:lnTo>
                    <a:pt x="4562" y="29001"/>
                  </a:lnTo>
                  <a:lnTo>
                    <a:pt x="4499" y="29064"/>
                  </a:lnTo>
                  <a:lnTo>
                    <a:pt x="4541" y="29106"/>
                  </a:lnTo>
                  <a:lnTo>
                    <a:pt x="4457" y="29168"/>
                  </a:lnTo>
                  <a:lnTo>
                    <a:pt x="4395" y="29210"/>
                  </a:lnTo>
                  <a:lnTo>
                    <a:pt x="4332" y="29210"/>
                  </a:lnTo>
                  <a:lnTo>
                    <a:pt x="4248" y="29252"/>
                  </a:lnTo>
                  <a:lnTo>
                    <a:pt x="4185" y="29294"/>
                  </a:lnTo>
                  <a:lnTo>
                    <a:pt x="4248" y="29357"/>
                  </a:lnTo>
                  <a:lnTo>
                    <a:pt x="4332" y="29294"/>
                  </a:lnTo>
                  <a:lnTo>
                    <a:pt x="4374" y="29252"/>
                  </a:lnTo>
                  <a:lnTo>
                    <a:pt x="4478" y="29273"/>
                  </a:lnTo>
                  <a:lnTo>
                    <a:pt x="4499" y="29294"/>
                  </a:lnTo>
                  <a:lnTo>
                    <a:pt x="4457" y="29357"/>
                  </a:lnTo>
                  <a:lnTo>
                    <a:pt x="4332" y="29398"/>
                  </a:lnTo>
                  <a:lnTo>
                    <a:pt x="4332" y="29503"/>
                  </a:lnTo>
                  <a:lnTo>
                    <a:pt x="4269" y="29566"/>
                  </a:lnTo>
                  <a:lnTo>
                    <a:pt x="4185" y="29587"/>
                  </a:lnTo>
                  <a:lnTo>
                    <a:pt x="4164" y="29629"/>
                  </a:lnTo>
                  <a:lnTo>
                    <a:pt x="4248" y="29691"/>
                  </a:lnTo>
                  <a:lnTo>
                    <a:pt x="4374" y="29670"/>
                  </a:lnTo>
                  <a:lnTo>
                    <a:pt x="4457" y="29608"/>
                  </a:lnTo>
                  <a:lnTo>
                    <a:pt x="4562" y="29587"/>
                  </a:lnTo>
                  <a:lnTo>
                    <a:pt x="4625" y="29587"/>
                  </a:lnTo>
                  <a:lnTo>
                    <a:pt x="4667" y="29629"/>
                  </a:lnTo>
                  <a:lnTo>
                    <a:pt x="4625" y="29691"/>
                  </a:lnTo>
                  <a:lnTo>
                    <a:pt x="4562" y="29691"/>
                  </a:lnTo>
                  <a:lnTo>
                    <a:pt x="4416" y="29733"/>
                  </a:lnTo>
                  <a:lnTo>
                    <a:pt x="4416" y="29775"/>
                  </a:lnTo>
                  <a:lnTo>
                    <a:pt x="4499" y="29775"/>
                  </a:lnTo>
                  <a:lnTo>
                    <a:pt x="4541" y="29817"/>
                  </a:lnTo>
                  <a:lnTo>
                    <a:pt x="4457" y="29901"/>
                  </a:lnTo>
                  <a:lnTo>
                    <a:pt x="4478" y="29984"/>
                  </a:lnTo>
                  <a:lnTo>
                    <a:pt x="4562" y="30005"/>
                  </a:lnTo>
                  <a:lnTo>
                    <a:pt x="4688" y="29901"/>
                  </a:lnTo>
                  <a:lnTo>
                    <a:pt x="4750" y="29880"/>
                  </a:lnTo>
                  <a:lnTo>
                    <a:pt x="4771" y="29901"/>
                  </a:lnTo>
                  <a:lnTo>
                    <a:pt x="4855" y="29984"/>
                  </a:lnTo>
                  <a:lnTo>
                    <a:pt x="4855" y="30089"/>
                  </a:lnTo>
                  <a:lnTo>
                    <a:pt x="4918" y="30131"/>
                  </a:lnTo>
                  <a:lnTo>
                    <a:pt x="4918" y="30152"/>
                  </a:lnTo>
                  <a:lnTo>
                    <a:pt x="4876" y="30214"/>
                  </a:lnTo>
                  <a:lnTo>
                    <a:pt x="4792" y="30214"/>
                  </a:lnTo>
                  <a:lnTo>
                    <a:pt x="4750" y="30298"/>
                  </a:lnTo>
                  <a:lnTo>
                    <a:pt x="4771" y="30340"/>
                  </a:lnTo>
                  <a:lnTo>
                    <a:pt x="4918" y="30361"/>
                  </a:lnTo>
                  <a:lnTo>
                    <a:pt x="4981" y="30340"/>
                  </a:lnTo>
                  <a:lnTo>
                    <a:pt x="4960" y="30298"/>
                  </a:lnTo>
                  <a:lnTo>
                    <a:pt x="4960" y="30235"/>
                  </a:lnTo>
                  <a:lnTo>
                    <a:pt x="5001" y="30214"/>
                  </a:lnTo>
                  <a:lnTo>
                    <a:pt x="5064" y="30235"/>
                  </a:lnTo>
                  <a:lnTo>
                    <a:pt x="5127" y="30194"/>
                  </a:lnTo>
                  <a:lnTo>
                    <a:pt x="5211" y="30152"/>
                  </a:lnTo>
                  <a:lnTo>
                    <a:pt x="5273" y="30214"/>
                  </a:lnTo>
                  <a:lnTo>
                    <a:pt x="5315" y="30235"/>
                  </a:lnTo>
                  <a:lnTo>
                    <a:pt x="5378" y="30214"/>
                  </a:lnTo>
                  <a:lnTo>
                    <a:pt x="5420" y="30131"/>
                  </a:lnTo>
                  <a:lnTo>
                    <a:pt x="5483" y="30089"/>
                  </a:lnTo>
                  <a:lnTo>
                    <a:pt x="5545" y="30089"/>
                  </a:lnTo>
                  <a:lnTo>
                    <a:pt x="5629" y="30047"/>
                  </a:lnTo>
                  <a:lnTo>
                    <a:pt x="5713" y="30089"/>
                  </a:lnTo>
                  <a:lnTo>
                    <a:pt x="5755" y="30026"/>
                  </a:lnTo>
                  <a:lnTo>
                    <a:pt x="5755" y="29984"/>
                  </a:lnTo>
                  <a:lnTo>
                    <a:pt x="5713" y="29922"/>
                  </a:lnTo>
                  <a:lnTo>
                    <a:pt x="5713" y="29880"/>
                  </a:lnTo>
                  <a:lnTo>
                    <a:pt x="5755" y="29838"/>
                  </a:lnTo>
                  <a:lnTo>
                    <a:pt x="5817" y="29880"/>
                  </a:lnTo>
                  <a:lnTo>
                    <a:pt x="5859" y="29942"/>
                  </a:lnTo>
                  <a:lnTo>
                    <a:pt x="5859" y="30047"/>
                  </a:lnTo>
                  <a:lnTo>
                    <a:pt x="5797" y="30131"/>
                  </a:lnTo>
                  <a:lnTo>
                    <a:pt x="5734" y="30152"/>
                  </a:lnTo>
                  <a:lnTo>
                    <a:pt x="5692" y="30214"/>
                  </a:lnTo>
                  <a:lnTo>
                    <a:pt x="5713" y="30235"/>
                  </a:lnTo>
                  <a:lnTo>
                    <a:pt x="5838" y="30194"/>
                  </a:lnTo>
                  <a:lnTo>
                    <a:pt x="6027" y="30089"/>
                  </a:lnTo>
                  <a:lnTo>
                    <a:pt x="6131" y="29922"/>
                  </a:lnTo>
                  <a:lnTo>
                    <a:pt x="6173" y="29922"/>
                  </a:lnTo>
                  <a:lnTo>
                    <a:pt x="6215" y="30005"/>
                  </a:lnTo>
                  <a:lnTo>
                    <a:pt x="6215" y="30110"/>
                  </a:lnTo>
                  <a:lnTo>
                    <a:pt x="6131" y="30131"/>
                  </a:lnTo>
                  <a:lnTo>
                    <a:pt x="6048" y="30194"/>
                  </a:lnTo>
                  <a:lnTo>
                    <a:pt x="5964" y="30256"/>
                  </a:lnTo>
                  <a:lnTo>
                    <a:pt x="5859" y="30298"/>
                  </a:lnTo>
                  <a:lnTo>
                    <a:pt x="5838" y="30319"/>
                  </a:lnTo>
                  <a:lnTo>
                    <a:pt x="5859" y="30340"/>
                  </a:lnTo>
                  <a:lnTo>
                    <a:pt x="5964" y="30319"/>
                  </a:lnTo>
                  <a:lnTo>
                    <a:pt x="6110" y="30235"/>
                  </a:lnTo>
                  <a:lnTo>
                    <a:pt x="6131" y="30256"/>
                  </a:lnTo>
                  <a:lnTo>
                    <a:pt x="6027" y="30361"/>
                  </a:lnTo>
                  <a:lnTo>
                    <a:pt x="5943" y="30403"/>
                  </a:lnTo>
                  <a:lnTo>
                    <a:pt x="5943" y="30507"/>
                  </a:lnTo>
                  <a:lnTo>
                    <a:pt x="5797" y="30612"/>
                  </a:lnTo>
                  <a:lnTo>
                    <a:pt x="5755" y="30654"/>
                  </a:lnTo>
                  <a:lnTo>
                    <a:pt x="5817" y="30654"/>
                  </a:lnTo>
                  <a:lnTo>
                    <a:pt x="5859" y="30612"/>
                  </a:lnTo>
                  <a:lnTo>
                    <a:pt x="5901" y="30612"/>
                  </a:lnTo>
                  <a:lnTo>
                    <a:pt x="5901" y="30633"/>
                  </a:lnTo>
                  <a:lnTo>
                    <a:pt x="5922" y="30738"/>
                  </a:lnTo>
                  <a:lnTo>
                    <a:pt x="5943" y="30654"/>
                  </a:lnTo>
                  <a:lnTo>
                    <a:pt x="6027" y="30612"/>
                  </a:lnTo>
                  <a:lnTo>
                    <a:pt x="6048" y="30549"/>
                  </a:lnTo>
                  <a:lnTo>
                    <a:pt x="6110" y="30549"/>
                  </a:lnTo>
                  <a:lnTo>
                    <a:pt x="6131" y="30570"/>
                  </a:lnTo>
                  <a:lnTo>
                    <a:pt x="6048" y="30654"/>
                  </a:lnTo>
                  <a:lnTo>
                    <a:pt x="6027" y="30738"/>
                  </a:lnTo>
                  <a:lnTo>
                    <a:pt x="6048" y="30759"/>
                  </a:lnTo>
                  <a:lnTo>
                    <a:pt x="6131" y="30738"/>
                  </a:lnTo>
                  <a:lnTo>
                    <a:pt x="6173" y="30654"/>
                  </a:lnTo>
                  <a:lnTo>
                    <a:pt x="6236" y="30654"/>
                  </a:lnTo>
                  <a:lnTo>
                    <a:pt x="6320" y="30633"/>
                  </a:lnTo>
                  <a:lnTo>
                    <a:pt x="6236" y="30738"/>
                  </a:lnTo>
                  <a:lnTo>
                    <a:pt x="6215" y="30842"/>
                  </a:lnTo>
                  <a:lnTo>
                    <a:pt x="6110" y="30926"/>
                  </a:lnTo>
                  <a:lnTo>
                    <a:pt x="6110" y="30989"/>
                  </a:lnTo>
                  <a:lnTo>
                    <a:pt x="6131" y="31031"/>
                  </a:lnTo>
                  <a:lnTo>
                    <a:pt x="6236" y="30947"/>
                  </a:lnTo>
                  <a:lnTo>
                    <a:pt x="6320" y="30738"/>
                  </a:lnTo>
                  <a:lnTo>
                    <a:pt x="6382" y="30675"/>
                  </a:lnTo>
                  <a:lnTo>
                    <a:pt x="6424" y="30717"/>
                  </a:lnTo>
                  <a:lnTo>
                    <a:pt x="6320" y="30863"/>
                  </a:lnTo>
                  <a:lnTo>
                    <a:pt x="6320" y="30947"/>
                  </a:lnTo>
                  <a:lnTo>
                    <a:pt x="6257" y="31031"/>
                  </a:lnTo>
                  <a:lnTo>
                    <a:pt x="6236" y="31135"/>
                  </a:lnTo>
                  <a:lnTo>
                    <a:pt x="6278" y="31156"/>
                  </a:lnTo>
                  <a:lnTo>
                    <a:pt x="6341" y="31093"/>
                  </a:lnTo>
                  <a:lnTo>
                    <a:pt x="6341" y="31031"/>
                  </a:lnTo>
                  <a:lnTo>
                    <a:pt x="6361" y="30968"/>
                  </a:lnTo>
                  <a:lnTo>
                    <a:pt x="6424" y="30968"/>
                  </a:lnTo>
                  <a:lnTo>
                    <a:pt x="6487" y="30989"/>
                  </a:lnTo>
                  <a:lnTo>
                    <a:pt x="6487" y="30842"/>
                  </a:lnTo>
                  <a:lnTo>
                    <a:pt x="6550" y="30842"/>
                  </a:lnTo>
                  <a:lnTo>
                    <a:pt x="6592" y="30759"/>
                  </a:lnTo>
                  <a:lnTo>
                    <a:pt x="6654" y="30759"/>
                  </a:lnTo>
                  <a:lnTo>
                    <a:pt x="6654" y="30821"/>
                  </a:lnTo>
                  <a:lnTo>
                    <a:pt x="6633" y="30821"/>
                  </a:lnTo>
                  <a:lnTo>
                    <a:pt x="6592" y="30926"/>
                  </a:lnTo>
                  <a:lnTo>
                    <a:pt x="6592" y="30968"/>
                  </a:lnTo>
                  <a:lnTo>
                    <a:pt x="6759" y="30968"/>
                  </a:lnTo>
                  <a:lnTo>
                    <a:pt x="7010" y="31093"/>
                  </a:lnTo>
                  <a:lnTo>
                    <a:pt x="7052" y="31093"/>
                  </a:lnTo>
                  <a:lnTo>
                    <a:pt x="7052" y="31051"/>
                  </a:lnTo>
                  <a:lnTo>
                    <a:pt x="7094" y="30989"/>
                  </a:lnTo>
                  <a:lnTo>
                    <a:pt x="7157" y="30968"/>
                  </a:lnTo>
                  <a:lnTo>
                    <a:pt x="7157" y="30926"/>
                  </a:lnTo>
                  <a:lnTo>
                    <a:pt x="7094" y="30884"/>
                  </a:lnTo>
                  <a:lnTo>
                    <a:pt x="7073" y="30863"/>
                  </a:lnTo>
                  <a:lnTo>
                    <a:pt x="6989" y="30863"/>
                  </a:lnTo>
                  <a:lnTo>
                    <a:pt x="6968" y="30884"/>
                  </a:lnTo>
                  <a:lnTo>
                    <a:pt x="6968" y="30842"/>
                  </a:lnTo>
                  <a:lnTo>
                    <a:pt x="6989" y="30821"/>
                  </a:lnTo>
                  <a:lnTo>
                    <a:pt x="6989" y="30759"/>
                  </a:lnTo>
                  <a:lnTo>
                    <a:pt x="6885" y="30717"/>
                  </a:lnTo>
                  <a:lnTo>
                    <a:pt x="6696" y="30633"/>
                  </a:lnTo>
                  <a:lnTo>
                    <a:pt x="6675" y="30570"/>
                  </a:lnTo>
                  <a:lnTo>
                    <a:pt x="6696" y="30549"/>
                  </a:lnTo>
                  <a:lnTo>
                    <a:pt x="6780" y="30570"/>
                  </a:lnTo>
                  <a:lnTo>
                    <a:pt x="6843" y="30549"/>
                  </a:lnTo>
                  <a:lnTo>
                    <a:pt x="6864" y="30549"/>
                  </a:lnTo>
                  <a:lnTo>
                    <a:pt x="6885" y="30612"/>
                  </a:lnTo>
                  <a:lnTo>
                    <a:pt x="6968" y="30675"/>
                  </a:lnTo>
                  <a:lnTo>
                    <a:pt x="7052" y="30738"/>
                  </a:lnTo>
                  <a:lnTo>
                    <a:pt x="7115" y="30738"/>
                  </a:lnTo>
                  <a:lnTo>
                    <a:pt x="7219" y="30675"/>
                  </a:lnTo>
                  <a:lnTo>
                    <a:pt x="7303" y="30633"/>
                  </a:lnTo>
                  <a:lnTo>
                    <a:pt x="7324" y="30570"/>
                  </a:lnTo>
                  <a:lnTo>
                    <a:pt x="7261" y="30549"/>
                  </a:lnTo>
                  <a:lnTo>
                    <a:pt x="7157" y="30549"/>
                  </a:lnTo>
                  <a:lnTo>
                    <a:pt x="7094" y="30528"/>
                  </a:lnTo>
                  <a:lnTo>
                    <a:pt x="7094" y="30466"/>
                  </a:lnTo>
                  <a:lnTo>
                    <a:pt x="7219" y="30466"/>
                  </a:lnTo>
                  <a:lnTo>
                    <a:pt x="7303" y="30424"/>
                  </a:lnTo>
                  <a:lnTo>
                    <a:pt x="7303" y="30403"/>
                  </a:lnTo>
                  <a:lnTo>
                    <a:pt x="7219" y="30340"/>
                  </a:lnTo>
                  <a:lnTo>
                    <a:pt x="7157" y="30319"/>
                  </a:lnTo>
                  <a:lnTo>
                    <a:pt x="7157" y="30298"/>
                  </a:lnTo>
                  <a:lnTo>
                    <a:pt x="7198" y="30298"/>
                  </a:lnTo>
                  <a:lnTo>
                    <a:pt x="7219" y="30256"/>
                  </a:lnTo>
                  <a:lnTo>
                    <a:pt x="7198" y="30235"/>
                  </a:lnTo>
                  <a:lnTo>
                    <a:pt x="7094" y="30214"/>
                  </a:lnTo>
                  <a:lnTo>
                    <a:pt x="7052" y="30152"/>
                  </a:lnTo>
                  <a:lnTo>
                    <a:pt x="7073" y="30131"/>
                  </a:lnTo>
                  <a:lnTo>
                    <a:pt x="7157" y="30152"/>
                  </a:lnTo>
                  <a:lnTo>
                    <a:pt x="7261" y="30194"/>
                  </a:lnTo>
                  <a:lnTo>
                    <a:pt x="7408" y="30152"/>
                  </a:lnTo>
                  <a:lnTo>
                    <a:pt x="7491" y="30110"/>
                  </a:lnTo>
                  <a:lnTo>
                    <a:pt x="7512" y="30047"/>
                  </a:lnTo>
                  <a:lnTo>
                    <a:pt x="7491" y="30005"/>
                  </a:lnTo>
                  <a:lnTo>
                    <a:pt x="7387" y="29984"/>
                  </a:lnTo>
                  <a:lnTo>
                    <a:pt x="7198" y="29942"/>
                  </a:lnTo>
                  <a:lnTo>
                    <a:pt x="7115" y="29901"/>
                  </a:lnTo>
                  <a:lnTo>
                    <a:pt x="7115" y="29880"/>
                  </a:lnTo>
                  <a:lnTo>
                    <a:pt x="7177" y="29880"/>
                  </a:lnTo>
                  <a:lnTo>
                    <a:pt x="7261" y="29901"/>
                  </a:lnTo>
                  <a:lnTo>
                    <a:pt x="7408" y="29901"/>
                  </a:lnTo>
                  <a:lnTo>
                    <a:pt x="7491" y="29838"/>
                  </a:lnTo>
                  <a:lnTo>
                    <a:pt x="7491" y="29775"/>
                  </a:lnTo>
                  <a:lnTo>
                    <a:pt x="7408" y="29712"/>
                  </a:lnTo>
                  <a:lnTo>
                    <a:pt x="7324" y="29691"/>
                  </a:lnTo>
                  <a:lnTo>
                    <a:pt x="7303" y="29629"/>
                  </a:lnTo>
                  <a:lnTo>
                    <a:pt x="7366" y="29629"/>
                  </a:lnTo>
                  <a:lnTo>
                    <a:pt x="7408" y="29670"/>
                  </a:lnTo>
                  <a:lnTo>
                    <a:pt x="7429" y="29712"/>
                  </a:lnTo>
                  <a:lnTo>
                    <a:pt x="7512" y="29691"/>
                  </a:lnTo>
                  <a:lnTo>
                    <a:pt x="7575" y="29629"/>
                  </a:lnTo>
                  <a:lnTo>
                    <a:pt x="7575" y="29587"/>
                  </a:lnTo>
                  <a:lnTo>
                    <a:pt x="7512" y="29566"/>
                  </a:lnTo>
                  <a:lnTo>
                    <a:pt x="7429" y="29503"/>
                  </a:lnTo>
                  <a:lnTo>
                    <a:pt x="7429" y="29482"/>
                  </a:lnTo>
                  <a:lnTo>
                    <a:pt x="7491" y="29461"/>
                  </a:lnTo>
                  <a:lnTo>
                    <a:pt x="7512" y="29503"/>
                  </a:lnTo>
                  <a:lnTo>
                    <a:pt x="7575" y="29524"/>
                  </a:lnTo>
                  <a:lnTo>
                    <a:pt x="7638" y="29461"/>
                  </a:lnTo>
                  <a:lnTo>
                    <a:pt x="7638" y="29419"/>
                  </a:lnTo>
                  <a:lnTo>
                    <a:pt x="7533" y="29398"/>
                  </a:lnTo>
                  <a:lnTo>
                    <a:pt x="7470" y="29357"/>
                  </a:lnTo>
                  <a:lnTo>
                    <a:pt x="7429" y="29294"/>
                  </a:lnTo>
                  <a:lnTo>
                    <a:pt x="7491" y="29294"/>
                  </a:lnTo>
                  <a:lnTo>
                    <a:pt x="7575" y="29357"/>
                  </a:lnTo>
                  <a:lnTo>
                    <a:pt x="7638" y="29357"/>
                  </a:lnTo>
                  <a:lnTo>
                    <a:pt x="7701" y="29398"/>
                  </a:lnTo>
                  <a:lnTo>
                    <a:pt x="7742" y="29398"/>
                  </a:lnTo>
                  <a:lnTo>
                    <a:pt x="7784" y="29315"/>
                  </a:lnTo>
                  <a:lnTo>
                    <a:pt x="7784" y="29273"/>
                  </a:lnTo>
                  <a:lnTo>
                    <a:pt x="7826" y="29210"/>
                  </a:lnTo>
                  <a:lnTo>
                    <a:pt x="7826" y="29168"/>
                  </a:lnTo>
                  <a:lnTo>
                    <a:pt x="7805" y="29106"/>
                  </a:lnTo>
                  <a:lnTo>
                    <a:pt x="7826" y="29001"/>
                  </a:lnTo>
                  <a:lnTo>
                    <a:pt x="7826" y="28959"/>
                  </a:lnTo>
                  <a:lnTo>
                    <a:pt x="7742" y="28854"/>
                  </a:lnTo>
                  <a:lnTo>
                    <a:pt x="7617" y="28750"/>
                  </a:lnTo>
                  <a:lnTo>
                    <a:pt x="7512" y="28729"/>
                  </a:lnTo>
                  <a:lnTo>
                    <a:pt x="7470" y="28666"/>
                  </a:lnTo>
                  <a:lnTo>
                    <a:pt x="7470" y="28645"/>
                  </a:lnTo>
                  <a:lnTo>
                    <a:pt x="7533" y="28645"/>
                  </a:lnTo>
                  <a:lnTo>
                    <a:pt x="7596" y="28666"/>
                  </a:lnTo>
                  <a:lnTo>
                    <a:pt x="7722" y="28771"/>
                  </a:lnTo>
                  <a:lnTo>
                    <a:pt x="7805" y="28854"/>
                  </a:lnTo>
                  <a:lnTo>
                    <a:pt x="7889" y="28854"/>
                  </a:lnTo>
                  <a:lnTo>
                    <a:pt x="7910" y="28834"/>
                  </a:lnTo>
                  <a:lnTo>
                    <a:pt x="7889" y="28687"/>
                  </a:lnTo>
                  <a:lnTo>
                    <a:pt x="7826" y="28582"/>
                  </a:lnTo>
                  <a:lnTo>
                    <a:pt x="7701" y="28562"/>
                  </a:lnTo>
                  <a:lnTo>
                    <a:pt x="7533" y="28478"/>
                  </a:lnTo>
                  <a:lnTo>
                    <a:pt x="7491" y="28457"/>
                  </a:lnTo>
                  <a:lnTo>
                    <a:pt x="7491" y="28415"/>
                  </a:lnTo>
                  <a:lnTo>
                    <a:pt x="7533" y="28415"/>
                  </a:lnTo>
                  <a:lnTo>
                    <a:pt x="7596" y="28436"/>
                  </a:lnTo>
                  <a:lnTo>
                    <a:pt x="7638" y="28478"/>
                  </a:lnTo>
                  <a:lnTo>
                    <a:pt x="7742" y="28478"/>
                  </a:lnTo>
                  <a:lnTo>
                    <a:pt x="7805" y="28415"/>
                  </a:lnTo>
                  <a:lnTo>
                    <a:pt x="7826" y="28352"/>
                  </a:lnTo>
                  <a:lnTo>
                    <a:pt x="7826" y="28269"/>
                  </a:lnTo>
                  <a:lnTo>
                    <a:pt x="7847" y="28269"/>
                  </a:lnTo>
                  <a:lnTo>
                    <a:pt x="7910" y="28310"/>
                  </a:lnTo>
                  <a:lnTo>
                    <a:pt x="7910" y="28331"/>
                  </a:lnTo>
                  <a:lnTo>
                    <a:pt x="7910" y="28373"/>
                  </a:lnTo>
                  <a:lnTo>
                    <a:pt x="8014" y="28436"/>
                  </a:lnTo>
                  <a:lnTo>
                    <a:pt x="8056" y="28436"/>
                  </a:lnTo>
                  <a:lnTo>
                    <a:pt x="8119" y="28478"/>
                  </a:lnTo>
                  <a:lnTo>
                    <a:pt x="8161" y="28478"/>
                  </a:lnTo>
                  <a:lnTo>
                    <a:pt x="8203" y="28436"/>
                  </a:lnTo>
                  <a:lnTo>
                    <a:pt x="8245" y="28373"/>
                  </a:lnTo>
                  <a:lnTo>
                    <a:pt x="8266" y="28352"/>
                  </a:lnTo>
                  <a:lnTo>
                    <a:pt x="8245" y="28310"/>
                  </a:lnTo>
                  <a:lnTo>
                    <a:pt x="8161" y="28269"/>
                  </a:lnTo>
                  <a:lnTo>
                    <a:pt x="8014" y="28269"/>
                  </a:lnTo>
                  <a:lnTo>
                    <a:pt x="7994" y="28248"/>
                  </a:lnTo>
                  <a:lnTo>
                    <a:pt x="7994" y="28227"/>
                  </a:lnTo>
                  <a:lnTo>
                    <a:pt x="7994" y="28164"/>
                  </a:lnTo>
                  <a:lnTo>
                    <a:pt x="7931" y="28122"/>
                  </a:lnTo>
                  <a:lnTo>
                    <a:pt x="7931" y="28059"/>
                  </a:lnTo>
                  <a:lnTo>
                    <a:pt x="7994" y="28018"/>
                  </a:lnTo>
                  <a:lnTo>
                    <a:pt x="8014" y="28018"/>
                  </a:lnTo>
                  <a:lnTo>
                    <a:pt x="8056" y="28059"/>
                  </a:lnTo>
                  <a:lnTo>
                    <a:pt x="8056" y="28143"/>
                  </a:lnTo>
                  <a:lnTo>
                    <a:pt x="8119" y="28206"/>
                  </a:lnTo>
                  <a:lnTo>
                    <a:pt x="8245" y="28206"/>
                  </a:lnTo>
                  <a:lnTo>
                    <a:pt x="8307" y="28164"/>
                  </a:lnTo>
                  <a:lnTo>
                    <a:pt x="8307" y="28122"/>
                  </a:lnTo>
                  <a:lnTo>
                    <a:pt x="8266" y="28059"/>
                  </a:lnTo>
                  <a:lnTo>
                    <a:pt x="8161" y="28018"/>
                  </a:lnTo>
                  <a:lnTo>
                    <a:pt x="8098" y="27955"/>
                  </a:lnTo>
                  <a:lnTo>
                    <a:pt x="8056" y="27850"/>
                  </a:lnTo>
                  <a:lnTo>
                    <a:pt x="8098" y="27850"/>
                  </a:lnTo>
                  <a:lnTo>
                    <a:pt x="8140" y="27913"/>
                  </a:lnTo>
                  <a:lnTo>
                    <a:pt x="8245" y="27955"/>
                  </a:lnTo>
                  <a:lnTo>
                    <a:pt x="8307" y="27997"/>
                  </a:lnTo>
                  <a:lnTo>
                    <a:pt x="8370" y="28059"/>
                  </a:lnTo>
                  <a:lnTo>
                    <a:pt x="8412" y="28038"/>
                  </a:lnTo>
                  <a:lnTo>
                    <a:pt x="8412" y="27997"/>
                  </a:lnTo>
                  <a:lnTo>
                    <a:pt x="8370" y="27934"/>
                  </a:lnTo>
                  <a:lnTo>
                    <a:pt x="8266" y="27892"/>
                  </a:lnTo>
                  <a:lnTo>
                    <a:pt x="8203" y="27829"/>
                  </a:lnTo>
                  <a:lnTo>
                    <a:pt x="8203" y="27746"/>
                  </a:lnTo>
                  <a:lnTo>
                    <a:pt x="8245" y="27704"/>
                  </a:lnTo>
                  <a:lnTo>
                    <a:pt x="8266" y="27641"/>
                  </a:lnTo>
                  <a:lnTo>
                    <a:pt x="8328" y="27641"/>
                  </a:lnTo>
                  <a:lnTo>
                    <a:pt x="8349" y="27704"/>
                  </a:lnTo>
                  <a:lnTo>
                    <a:pt x="8475" y="27808"/>
                  </a:lnTo>
                  <a:lnTo>
                    <a:pt x="8558" y="27808"/>
                  </a:lnTo>
                  <a:lnTo>
                    <a:pt x="8621" y="27787"/>
                  </a:lnTo>
                  <a:lnTo>
                    <a:pt x="8684" y="27787"/>
                  </a:lnTo>
                  <a:lnTo>
                    <a:pt x="8768" y="27746"/>
                  </a:lnTo>
                  <a:lnTo>
                    <a:pt x="8789" y="27683"/>
                  </a:lnTo>
                  <a:lnTo>
                    <a:pt x="8768" y="27641"/>
                  </a:lnTo>
                  <a:lnTo>
                    <a:pt x="8684" y="27620"/>
                  </a:lnTo>
                  <a:lnTo>
                    <a:pt x="8621" y="27578"/>
                  </a:lnTo>
                  <a:lnTo>
                    <a:pt x="8517" y="27515"/>
                  </a:lnTo>
                  <a:lnTo>
                    <a:pt x="8454" y="27515"/>
                  </a:lnTo>
                  <a:lnTo>
                    <a:pt x="8370" y="27494"/>
                  </a:lnTo>
                  <a:lnTo>
                    <a:pt x="8412" y="27432"/>
                  </a:lnTo>
                  <a:lnTo>
                    <a:pt x="8433" y="27411"/>
                  </a:lnTo>
                  <a:lnTo>
                    <a:pt x="8517" y="27411"/>
                  </a:lnTo>
                  <a:lnTo>
                    <a:pt x="8579" y="27494"/>
                  </a:lnTo>
                  <a:lnTo>
                    <a:pt x="8642" y="27515"/>
                  </a:lnTo>
                  <a:lnTo>
                    <a:pt x="8684" y="27515"/>
                  </a:lnTo>
                  <a:lnTo>
                    <a:pt x="8768" y="27620"/>
                  </a:lnTo>
                  <a:lnTo>
                    <a:pt x="8851" y="27641"/>
                  </a:lnTo>
                  <a:lnTo>
                    <a:pt x="8893" y="27620"/>
                  </a:lnTo>
                  <a:lnTo>
                    <a:pt x="8935" y="27578"/>
                  </a:lnTo>
                  <a:lnTo>
                    <a:pt x="8935" y="27515"/>
                  </a:lnTo>
                  <a:lnTo>
                    <a:pt x="8935" y="27411"/>
                  </a:lnTo>
                  <a:lnTo>
                    <a:pt x="8893" y="27369"/>
                  </a:lnTo>
                  <a:lnTo>
                    <a:pt x="8851" y="27327"/>
                  </a:lnTo>
                  <a:lnTo>
                    <a:pt x="8851" y="27306"/>
                  </a:lnTo>
                  <a:lnTo>
                    <a:pt x="8956" y="27306"/>
                  </a:lnTo>
                  <a:lnTo>
                    <a:pt x="8977" y="27222"/>
                  </a:lnTo>
                  <a:lnTo>
                    <a:pt x="8977" y="27181"/>
                  </a:lnTo>
                  <a:lnTo>
                    <a:pt x="8935" y="27181"/>
                  </a:lnTo>
                  <a:lnTo>
                    <a:pt x="8872" y="27201"/>
                  </a:lnTo>
                  <a:lnTo>
                    <a:pt x="8830" y="27160"/>
                  </a:lnTo>
                  <a:lnTo>
                    <a:pt x="8768" y="27097"/>
                  </a:lnTo>
                  <a:lnTo>
                    <a:pt x="8684" y="27097"/>
                  </a:lnTo>
                  <a:lnTo>
                    <a:pt x="8558" y="27013"/>
                  </a:lnTo>
                  <a:lnTo>
                    <a:pt x="8538" y="26992"/>
                  </a:lnTo>
                  <a:lnTo>
                    <a:pt x="8579" y="26950"/>
                  </a:lnTo>
                  <a:lnTo>
                    <a:pt x="8684" y="26950"/>
                  </a:lnTo>
                  <a:lnTo>
                    <a:pt x="8789" y="26971"/>
                  </a:lnTo>
                  <a:lnTo>
                    <a:pt x="8872" y="26971"/>
                  </a:lnTo>
                  <a:lnTo>
                    <a:pt x="8893" y="26909"/>
                  </a:lnTo>
                  <a:lnTo>
                    <a:pt x="8956" y="26909"/>
                  </a:lnTo>
                  <a:lnTo>
                    <a:pt x="9040" y="26971"/>
                  </a:lnTo>
                  <a:lnTo>
                    <a:pt x="9061" y="26867"/>
                  </a:lnTo>
                  <a:lnTo>
                    <a:pt x="9040" y="26699"/>
                  </a:lnTo>
                  <a:lnTo>
                    <a:pt x="8998" y="26595"/>
                  </a:lnTo>
                  <a:lnTo>
                    <a:pt x="8956" y="26553"/>
                  </a:lnTo>
                  <a:lnTo>
                    <a:pt x="8935" y="26469"/>
                  </a:lnTo>
                  <a:lnTo>
                    <a:pt x="8935" y="26427"/>
                  </a:lnTo>
                  <a:lnTo>
                    <a:pt x="8977" y="26365"/>
                  </a:lnTo>
                  <a:lnTo>
                    <a:pt x="8956" y="26260"/>
                  </a:lnTo>
                  <a:lnTo>
                    <a:pt x="8956" y="26218"/>
                  </a:lnTo>
                  <a:lnTo>
                    <a:pt x="8977" y="26155"/>
                  </a:lnTo>
                  <a:lnTo>
                    <a:pt x="8998" y="26176"/>
                  </a:lnTo>
                  <a:lnTo>
                    <a:pt x="9040" y="26239"/>
                  </a:lnTo>
                  <a:lnTo>
                    <a:pt x="9102" y="26260"/>
                  </a:lnTo>
                  <a:lnTo>
                    <a:pt x="9102" y="26218"/>
                  </a:lnTo>
                  <a:lnTo>
                    <a:pt x="9165" y="26176"/>
                  </a:lnTo>
                  <a:lnTo>
                    <a:pt x="9207" y="26218"/>
                  </a:lnTo>
                  <a:lnTo>
                    <a:pt x="9249" y="26344"/>
                  </a:lnTo>
                  <a:lnTo>
                    <a:pt x="9291" y="26365"/>
                  </a:lnTo>
                  <a:lnTo>
                    <a:pt x="9374" y="26365"/>
                  </a:lnTo>
                  <a:lnTo>
                    <a:pt x="9479" y="26239"/>
                  </a:lnTo>
                  <a:lnTo>
                    <a:pt x="9521" y="26113"/>
                  </a:lnTo>
                  <a:lnTo>
                    <a:pt x="9521" y="26009"/>
                  </a:lnTo>
                  <a:lnTo>
                    <a:pt x="9500" y="25925"/>
                  </a:lnTo>
                  <a:lnTo>
                    <a:pt x="9500" y="25862"/>
                  </a:lnTo>
                  <a:lnTo>
                    <a:pt x="9563" y="25841"/>
                  </a:lnTo>
                  <a:lnTo>
                    <a:pt x="9605" y="25841"/>
                  </a:lnTo>
                  <a:lnTo>
                    <a:pt x="9626" y="25800"/>
                  </a:lnTo>
                  <a:lnTo>
                    <a:pt x="9667" y="25758"/>
                  </a:lnTo>
                  <a:lnTo>
                    <a:pt x="9688" y="25821"/>
                  </a:lnTo>
                  <a:lnTo>
                    <a:pt x="9730" y="25883"/>
                  </a:lnTo>
                  <a:lnTo>
                    <a:pt x="9814" y="25883"/>
                  </a:lnTo>
                  <a:lnTo>
                    <a:pt x="9877" y="25841"/>
                  </a:lnTo>
                  <a:lnTo>
                    <a:pt x="9877" y="25800"/>
                  </a:lnTo>
                  <a:lnTo>
                    <a:pt x="9877" y="25737"/>
                  </a:lnTo>
                  <a:lnTo>
                    <a:pt x="9898" y="25737"/>
                  </a:lnTo>
                  <a:lnTo>
                    <a:pt x="9918" y="25800"/>
                  </a:lnTo>
                  <a:lnTo>
                    <a:pt x="9939" y="25883"/>
                  </a:lnTo>
                  <a:lnTo>
                    <a:pt x="9981" y="25925"/>
                  </a:lnTo>
                  <a:lnTo>
                    <a:pt x="10044" y="25862"/>
                  </a:lnTo>
                  <a:lnTo>
                    <a:pt x="10107" y="25821"/>
                  </a:lnTo>
                  <a:lnTo>
                    <a:pt x="10149" y="25800"/>
                  </a:lnTo>
                  <a:lnTo>
                    <a:pt x="10211" y="25841"/>
                  </a:lnTo>
                  <a:lnTo>
                    <a:pt x="10295" y="25841"/>
                  </a:lnTo>
                  <a:lnTo>
                    <a:pt x="10358" y="25800"/>
                  </a:lnTo>
                  <a:lnTo>
                    <a:pt x="10400" y="25716"/>
                  </a:lnTo>
                  <a:lnTo>
                    <a:pt x="10421" y="25674"/>
                  </a:lnTo>
                  <a:lnTo>
                    <a:pt x="10421" y="25632"/>
                  </a:lnTo>
                  <a:lnTo>
                    <a:pt x="10358" y="25549"/>
                  </a:lnTo>
                  <a:lnTo>
                    <a:pt x="10316" y="25423"/>
                  </a:lnTo>
                  <a:lnTo>
                    <a:pt x="10295" y="25339"/>
                  </a:lnTo>
                  <a:lnTo>
                    <a:pt x="10337" y="25297"/>
                  </a:lnTo>
                  <a:lnTo>
                    <a:pt x="10358" y="25318"/>
                  </a:lnTo>
                  <a:lnTo>
                    <a:pt x="10400" y="25423"/>
                  </a:lnTo>
                  <a:lnTo>
                    <a:pt x="10442" y="25423"/>
                  </a:lnTo>
                  <a:lnTo>
                    <a:pt x="10525" y="25339"/>
                  </a:lnTo>
                  <a:lnTo>
                    <a:pt x="10546" y="25256"/>
                  </a:lnTo>
                  <a:lnTo>
                    <a:pt x="10609" y="25193"/>
                  </a:lnTo>
                  <a:lnTo>
                    <a:pt x="10630" y="25130"/>
                  </a:lnTo>
                  <a:lnTo>
                    <a:pt x="10546" y="25046"/>
                  </a:lnTo>
                  <a:lnTo>
                    <a:pt x="10546" y="25005"/>
                  </a:lnTo>
                  <a:lnTo>
                    <a:pt x="10609" y="24942"/>
                  </a:lnTo>
                  <a:lnTo>
                    <a:pt x="10651" y="24921"/>
                  </a:lnTo>
                  <a:lnTo>
                    <a:pt x="10672" y="24942"/>
                  </a:lnTo>
                  <a:lnTo>
                    <a:pt x="10672" y="24984"/>
                  </a:lnTo>
                  <a:lnTo>
                    <a:pt x="10735" y="25046"/>
                  </a:lnTo>
                  <a:lnTo>
                    <a:pt x="10839" y="25088"/>
                  </a:lnTo>
                  <a:lnTo>
                    <a:pt x="10881" y="25109"/>
                  </a:lnTo>
                  <a:lnTo>
                    <a:pt x="10839" y="25172"/>
                  </a:lnTo>
                  <a:lnTo>
                    <a:pt x="10755" y="25214"/>
                  </a:lnTo>
                  <a:lnTo>
                    <a:pt x="10714" y="25318"/>
                  </a:lnTo>
                  <a:lnTo>
                    <a:pt x="10714" y="25402"/>
                  </a:lnTo>
                  <a:lnTo>
                    <a:pt x="10839" y="25549"/>
                  </a:lnTo>
                  <a:lnTo>
                    <a:pt x="10881" y="25590"/>
                  </a:lnTo>
                  <a:lnTo>
                    <a:pt x="10923" y="25507"/>
                  </a:lnTo>
                  <a:lnTo>
                    <a:pt x="10923" y="25444"/>
                  </a:lnTo>
                  <a:lnTo>
                    <a:pt x="10944" y="25381"/>
                  </a:lnTo>
                  <a:lnTo>
                    <a:pt x="10965" y="25277"/>
                  </a:lnTo>
                  <a:lnTo>
                    <a:pt x="10986" y="25277"/>
                  </a:lnTo>
                  <a:lnTo>
                    <a:pt x="11027" y="25318"/>
                  </a:lnTo>
                  <a:lnTo>
                    <a:pt x="10986" y="25402"/>
                  </a:lnTo>
                  <a:lnTo>
                    <a:pt x="10986" y="25444"/>
                  </a:lnTo>
                  <a:lnTo>
                    <a:pt x="11048" y="25549"/>
                  </a:lnTo>
                  <a:lnTo>
                    <a:pt x="11132" y="25590"/>
                  </a:lnTo>
                  <a:lnTo>
                    <a:pt x="11195" y="25528"/>
                  </a:lnTo>
                  <a:lnTo>
                    <a:pt x="11279" y="25528"/>
                  </a:lnTo>
                  <a:lnTo>
                    <a:pt x="11299" y="25486"/>
                  </a:lnTo>
                  <a:lnTo>
                    <a:pt x="11299" y="25423"/>
                  </a:lnTo>
                  <a:lnTo>
                    <a:pt x="11341" y="25381"/>
                  </a:lnTo>
                  <a:lnTo>
                    <a:pt x="11362" y="25381"/>
                  </a:lnTo>
                  <a:lnTo>
                    <a:pt x="11383" y="25402"/>
                  </a:lnTo>
                  <a:lnTo>
                    <a:pt x="11362" y="25444"/>
                  </a:lnTo>
                  <a:lnTo>
                    <a:pt x="11362" y="25507"/>
                  </a:lnTo>
                  <a:lnTo>
                    <a:pt x="11404" y="25549"/>
                  </a:lnTo>
                  <a:lnTo>
                    <a:pt x="11488" y="25549"/>
                  </a:lnTo>
                  <a:lnTo>
                    <a:pt x="11571" y="25444"/>
                  </a:lnTo>
                  <a:lnTo>
                    <a:pt x="11718" y="25339"/>
                  </a:lnTo>
                  <a:lnTo>
                    <a:pt x="11781" y="25339"/>
                  </a:lnTo>
                  <a:lnTo>
                    <a:pt x="11823" y="25318"/>
                  </a:lnTo>
                  <a:lnTo>
                    <a:pt x="11823" y="25235"/>
                  </a:lnTo>
                  <a:lnTo>
                    <a:pt x="11781" y="25172"/>
                  </a:lnTo>
                  <a:lnTo>
                    <a:pt x="11718" y="25130"/>
                  </a:lnTo>
                  <a:lnTo>
                    <a:pt x="11676" y="25088"/>
                  </a:lnTo>
                  <a:lnTo>
                    <a:pt x="11697" y="25067"/>
                  </a:lnTo>
                  <a:lnTo>
                    <a:pt x="11760" y="25067"/>
                  </a:lnTo>
                  <a:lnTo>
                    <a:pt x="11781" y="25109"/>
                  </a:lnTo>
                  <a:lnTo>
                    <a:pt x="11885" y="25172"/>
                  </a:lnTo>
                  <a:lnTo>
                    <a:pt x="11927" y="25172"/>
                  </a:lnTo>
                  <a:lnTo>
                    <a:pt x="11927" y="25088"/>
                  </a:lnTo>
                  <a:lnTo>
                    <a:pt x="11990" y="25088"/>
                  </a:lnTo>
                  <a:lnTo>
                    <a:pt x="12011" y="25130"/>
                  </a:lnTo>
                  <a:lnTo>
                    <a:pt x="12011" y="25193"/>
                  </a:lnTo>
                  <a:lnTo>
                    <a:pt x="12032" y="25214"/>
                  </a:lnTo>
                  <a:lnTo>
                    <a:pt x="12095" y="25193"/>
                  </a:lnTo>
                  <a:lnTo>
                    <a:pt x="12220" y="25046"/>
                  </a:lnTo>
                  <a:lnTo>
                    <a:pt x="12241" y="25025"/>
                  </a:lnTo>
                  <a:lnTo>
                    <a:pt x="12241" y="25005"/>
                  </a:lnTo>
                  <a:lnTo>
                    <a:pt x="12283" y="24921"/>
                  </a:lnTo>
                  <a:lnTo>
                    <a:pt x="12304" y="24879"/>
                  </a:lnTo>
                  <a:lnTo>
                    <a:pt x="12346" y="24837"/>
                  </a:lnTo>
                  <a:lnTo>
                    <a:pt x="12346" y="24837"/>
                  </a:lnTo>
                  <a:lnTo>
                    <a:pt x="12325" y="24900"/>
                  </a:lnTo>
                  <a:lnTo>
                    <a:pt x="12346" y="24942"/>
                  </a:lnTo>
                  <a:lnTo>
                    <a:pt x="12387" y="24984"/>
                  </a:lnTo>
                  <a:lnTo>
                    <a:pt x="12429" y="24942"/>
                  </a:lnTo>
                  <a:lnTo>
                    <a:pt x="12513" y="24837"/>
                  </a:lnTo>
                  <a:lnTo>
                    <a:pt x="12534" y="24774"/>
                  </a:lnTo>
                  <a:lnTo>
                    <a:pt x="12513" y="24691"/>
                  </a:lnTo>
                  <a:lnTo>
                    <a:pt x="12513" y="24607"/>
                  </a:lnTo>
                  <a:lnTo>
                    <a:pt x="12639" y="24481"/>
                  </a:lnTo>
                  <a:lnTo>
                    <a:pt x="12722" y="24460"/>
                  </a:lnTo>
                  <a:lnTo>
                    <a:pt x="12764" y="24398"/>
                  </a:lnTo>
                  <a:lnTo>
                    <a:pt x="12743" y="24356"/>
                  </a:lnTo>
                  <a:lnTo>
                    <a:pt x="12722" y="24293"/>
                  </a:lnTo>
                  <a:lnTo>
                    <a:pt x="12722" y="24272"/>
                  </a:lnTo>
                  <a:lnTo>
                    <a:pt x="12764" y="24293"/>
                  </a:lnTo>
                  <a:lnTo>
                    <a:pt x="12827" y="24314"/>
                  </a:lnTo>
                  <a:lnTo>
                    <a:pt x="12869" y="24314"/>
                  </a:lnTo>
                  <a:lnTo>
                    <a:pt x="12911" y="24251"/>
                  </a:lnTo>
                  <a:lnTo>
                    <a:pt x="12869" y="24188"/>
                  </a:lnTo>
                  <a:lnTo>
                    <a:pt x="12827" y="24147"/>
                  </a:lnTo>
                  <a:lnTo>
                    <a:pt x="12869" y="24168"/>
                  </a:lnTo>
                  <a:lnTo>
                    <a:pt x="12931" y="24209"/>
                  </a:lnTo>
                  <a:lnTo>
                    <a:pt x="12931" y="24168"/>
                  </a:lnTo>
                  <a:lnTo>
                    <a:pt x="12952" y="24084"/>
                  </a:lnTo>
                  <a:lnTo>
                    <a:pt x="13036" y="24084"/>
                  </a:lnTo>
                  <a:lnTo>
                    <a:pt x="13120" y="24042"/>
                  </a:lnTo>
                  <a:lnTo>
                    <a:pt x="13120" y="23958"/>
                  </a:lnTo>
                  <a:lnTo>
                    <a:pt x="13120" y="23937"/>
                  </a:lnTo>
                  <a:lnTo>
                    <a:pt x="13141" y="23875"/>
                  </a:lnTo>
                  <a:lnTo>
                    <a:pt x="13224" y="23875"/>
                  </a:lnTo>
                  <a:lnTo>
                    <a:pt x="13266" y="23854"/>
                  </a:lnTo>
                  <a:lnTo>
                    <a:pt x="13350" y="23749"/>
                  </a:lnTo>
                  <a:lnTo>
                    <a:pt x="13434" y="23707"/>
                  </a:lnTo>
                  <a:lnTo>
                    <a:pt x="13476" y="23707"/>
                  </a:lnTo>
                  <a:lnTo>
                    <a:pt x="13496" y="23728"/>
                  </a:lnTo>
                  <a:lnTo>
                    <a:pt x="13580" y="23707"/>
                  </a:lnTo>
                  <a:lnTo>
                    <a:pt x="13643" y="23624"/>
                  </a:lnTo>
                  <a:lnTo>
                    <a:pt x="13664" y="23477"/>
                  </a:lnTo>
                  <a:lnTo>
                    <a:pt x="13643" y="23352"/>
                  </a:lnTo>
                  <a:lnTo>
                    <a:pt x="13580" y="23352"/>
                  </a:lnTo>
                  <a:lnTo>
                    <a:pt x="13559" y="23331"/>
                  </a:lnTo>
                  <a:lnTo>
                    <a:pt x="13580" y="23247"/>
                  </a:lnTo>
                  <a:lnTo>
                    <a:pt x="13580" y="23142"/>
                  </a:lnTo>
                  <a:lnTo>
                    <a:pt x="13559" y="23059"/>
                  </a:lnTo>
                  <a:lnTo>
                    <a:pt x="13496" y="23017"/>
                  </a:lnTo>
                  <a:lnTo>
                    <a:pt x="13476" y="22912"/>
                  </a:lnTo>
                  <a:lnTo>
                    <a:pt x="13455" y="22870"/>
                  </a:lnTo>
                  <a:lnTo>
                    <a:pt x="13455" y="22787"/>
                  </a:lnTo>
                  <a:lnTo>
                    <a:pt x="13496" y="22787"/>
                  </a:lnTo>
                  <a:lnTo>
                    <a:pt x="13559" y="22808"/>
                  </a:lnTo>
                  <a:lnTo>
                    <a:pt x="13580" y="22912"/>
                  </a:lnTo>
                  <a:lnTo>
                    <a:pt x="13643" y="22996"/>
                  </a:lnTo>
                  <a:lnTo>
                    <a:pt x="13643" y="23080"/>
                  </a:lnTo>
                  <a:lnTo>
                    <a:pt x="13685" y="23184"/>
                  </a:lnTo>
                  <a:lnTo>
                    <a:pt x="13748" y="23205"/>
                  </a:lnTo>
                  <a:lnTo>
                    <a:pt x="13789" y="23247"/>
                  </a:lnTo>
                  <a:lnTo>
                    <a:pt x="13768" y="23331"/>
                  </a:lnTo>
                  <a:lnTo>
                    <a:pt x="13789" y="23414"/>
                  </a:lnTo>
                  <a:lnTo>
                    <a:pt x="13873" y="23456"/>
                  </a:lnTo>
                  <a:lnTo>
                    <a:pt x="13915" y="23456"/>
                  </a:lnTo>
                  <a:lnTo>
                    <a:pt x="13915" y="23414"/>
                  </a:lnTo>
                  <a:lnTo>
                    <a:pt x="13957" y="23352"/>
                  </a:lnTo>
                  <a:lnTo>
                    <a:pt x="13999" y="23352"/>
                  </a:lnTo>
                  <a:lnTo>
                    <a:pt x="14061" y="23435"/>
                  </a:lnTo>
                  <a:lnTo>
                    <a:pt x="14229" y="23435"/>
                  </a:lnTo>
                  <a:lnTo>
                    <a:pt x="14292" y="23393"/>
                  </a:lnTo>
                  <a:lnTo>
                    <a:pt x="14312" y="23414"/>
                  </a:lnTo>
                  <a:lnTo>
                    <a:pt x="14375" y="23414"/>
                  </a:lnTo>
                  <a:lnTo>
                    <a:pt x="14438" y="23352"/>
                  </a:lnTo>
                  <a:lnTo>
                    <a:pt x="14480" y="23289"/>
                  </a:lnTo>
                  <a:lnTo>
                    <a:pt x="14522" y="23289"/>
                  </a:lnTo>
                  <a:lnTo>
                    <a:pt x="14522" y="23226"/>
                  </a:lnTo>
                  <a:lnTo>
                    <a:pt x="14584" y="23205"/>
                  </a:lnTo>
                  <a:lnTo>
                    <a:pt x="14626" y="23226"/>
                  </a:lnTo>
                  <a:lnTo>
                    <a:pt x="14731" y="23352"/>
                  </a:lnTo>
                  <a:lnTo>
                    <a:pt x="14752" y="23414"/>
                  </a:lnTo>
                  <a:lnTo>
                    <a:pt x="14815" y="23414"/>
                  </a:lnTo>
                  <a:lnTo>
                    <a:pt x="14856" y="23352"/>
                  </a:lnTo>
                  <a:lnTo>
                    <a:pt x="14919" y="23331"/>
                  </a:lnTo>
                  <a:lnTo>
                    <a:pt x="14919" y="23226"/>
                  </a:lnTo>
                  <a:lnTo>
                    <a:pt x="14940" y="23226"/>
                  </a:lnTo>
                  <a:lnTo>
                    <a:pt x="14961" y="23247"/>
                  </a:lnTo>
                  <a:lnTo>
                    <a:pt x="15024" y="23247"/>
                  </a:lnTo>
                  <a:lnTo>
                    <a:pt x="15024" y="23205"/>
                  </a:lnTo>
                  <a:lnTo>
                    <a:pt x="15066" y="23205"/>
                  </a:lnTo>
                  <a:lnTo>
                    <a:pt x="15108" y="23226"/>
                  </a:lnTo>
                  <a:lnTo>
                    <a:pt x="15170" y="23226"/>
                  </a:lnTo>
                  <a:lnTo>
                    <a:pt x="15212" y="23184"/>
                  </a:lnTo>
                  <a:lnTo>
                    <a:pt x="15212" y="23121"/>
                  </a:lnTo>
                  <a:lnTo>
                    <a:pt x="15254" y="23100"/>
                  </a:lnTo>
                  <a:lnTo>
                    <a:pt x="15338" y="23100"/>
                  </a:lnTo>
                  <a:lnTo>
                    <a:pt x="15359" y="23080"/>
                  </a:lnTo>
                  <a:lnTo>
                    <a:pt x="15359" y="23017"/>
                  </a:lnTo>
                  <a:lnTo>
                    <a:pt x="15380" y="23017"/>
                  </a:lnTo>
                  <a:lnTo>
                    <a:pt x="15380" y="23080"/>
                  </a:lnTo>
                  <a:lnTo>
                    <a:pt x="15442" y="23100"/>
                  </a:lnTo>
                  <a:lnTo>
                    <a:pt x="15484" y="23038"/>
                  </a:lnTo>
                  <a:lnTo>
                    <a:pt x="15526" y="22975"/>
                  </a:lnTo>
                  <a:lnTo>
                    <a:pt x="15547" y="22975"/>
                  </a:lnTo>
                  <a:lnTo>
                    <a:pt x="15589" y="23038"/>
                  </a:lnTo>
                  <a:lnTo>
                    <a:pt x="15652" y="23080"/>
                  </a:lnTo>
                  <a:lnTo>
                    <a:pt x="15693" y="22975"/>
                  </a:lnTo>
                  <a:lnTo>
                    <a:pt x="15735" y="22975"/>
                  </a:lnTo>
                  <a:lnTo>
                    <a:pt x="15756" y="23017"/>
                  </a:lnTo>
                  <a:lnTo>
                    <a:pt x="15798" y="23038"/>
                  </a:lnTo>
                  <a:lnTo>
                    <a:pt x="15861" y="23038"/>
                  </a:lnTo>
                  <a:lnTo>
                    <a:pt x="15882" y="22975"/>
                  </a:lnTo>
                  <a:lnTo>
                    <a:pt x="15944" y="22933"/>
                  </a:lnTo>
                  <a:lnTo>
                    <a:pt x="16007" y="22933"/>
                  </a:lnTo>
                  <a:lnTo>
                    <a:pt x="16112" y="22891"/>
                  </a:lnTo>
                  <a:lnTo>
                    <a:pt x="16175" y="22891"/>
                  </a:lnTo>
                  <a:lnTo>
                    <a:pt x="16196" y="22933"/>
                  </a:lnTo>
                  <a:lnTo>
                    <a:pt x="16258" y="22933"/>
                  </a:lnTo>
                  <a:lnTo>
                    <a:pt x="16279" y="22870"/>
                  </a:lnTo>
                  <a:lnTo>
                    <a:pt x="16321" y="22808"/>
                  </a:lnTo>
                  <a:lnTo>
                    <a:pt x="16426" y="22808"/>
                  </a:lnTo>
                  <a:lnTo>
                    <a:pt x="16468" y="22766"/>
                  </a:lnTo>
                  <a:lnTo>
                    <a:pt x="16572" y="22724"/>
                  </a:lnTo>
                  <a:lnTo>
                    <a:pt x="16614" y="22703"/>
                  </a:lnTo>
                  <a:lnTo>
                    <a:pt x="16614" y="22661"/>
                  </a:lnTo>
                  <a:lnTo>
                    <a:pt x="16572" y="22577"/>
                  </a:lnTo>
                  <a:lnTo>
                    <a:pt x="16572" y="22515"/>
                  </a:lnTo>
                  <a:lnTo>
                    <a:pt x="16719" y="22577"/>
                  </a:lnTo>
                  <a:lnTo>
                    <a:pt x="16802" y="22619"/>
                  </a:lnTo>
                  <a:lnTo>
                    <a:pt x="16823" y="22682"/>
                  </a:lnTo>
                  <a:lnTo>
                    <a:pt x="16886" y="22703"/>
                  </a:lnTo>
                  <a:lnTo>
                    <a:pt x="16991" y="22619"/>
                  </a:lnTo>
                  <a:lnTo>
                    <a:pt x="16991" y="22536"/>
                  </a:lnTo>
                  <a:lnTo>
                    <a:pt x="16928" y="22515"/>
                  </a:lnTo>
                  <a:lnTo>
                    <a:pt x="16928" y="22473"/>
                  </a:lnTo>
                  <a:lnTo>
                    <a:pt x="17012" y="22431"/>
                  </a:lnTo>
                  <a:lnTo>
                    <a:pt x="17033" y="22494"/>
                  </a:lnTo>
                  <a:lnTo>
                    <a:pt x="17116" y="22515"/>
                  </a:lnTo>
                  <a:lnTo>
                    <a:pt x="17158" y="22410"/>
                  </a:lnTo>
                  <a:lnTo>
                    <a:pt x="17137" y="22326"/>
                  </a:lnTo>
                  <a:lnTo>
                    <a:pt x="17137" y="22264"/>
                  </a:lnTo>
                  <a:lnTo>
                    <a:pt x="17200" y="22264"/>
                  </a:lnTo>
                  <a:lnTo>
                    <a:pt x="17221" y="22305"/>
                  </a:lnTo>
                  <a:lnTo>
                    <a:pt x="17305" y="22326"/>
                  </a:lnTo>
                  <a:lnTo>
                    <a:pt x="17346" y="22284"/>
                  </a:lnTo>
                  <a:lnTo>
                    <a:pt x="17409" y="22264"/>
                  </a:lnTo>
                  <a:lnTo>
                    <a:pt x="17451" y="22264"/>
                  </a:lnTo>
                  <a:lnTo>
                    <a:pt x="17451" y="22180"/>
                  </a:lnTo>
                  <a:lnTo>
                    <a:pt x="17430" y="22117"/>
                  </a:lnTo>
                  <a:lnTo>
                    <a:pt x="17451" y="22096"/>
                  </a:lnTo>
                  <a:lnTo>
                    <a:pt x="17514" y="22117"/>
                  </a:lnTo>
                  <a:lnTo>
                    <a:pt x="17556" y="22180"/>
                  </a:lnTo>
                  <a:lnTo>
                    <a:pt x="17639" y="22159"/>
                  </a:lnTo>
                  <a:lnTo>
                    <a:pt x="17681" y="22096"/>
                  </a:lnTo>
                  <a:lnTo>
                    <a:pt x="17681" y="22012"/>
                  </a:lnTo>
                  <a:lnTo>
                    <a:pt x="17660" y="21992"/>
                  </a:lnTo>
                  <a:lnTo>
                    <a:pt x="17660" y="21950"/>
                  </a:lnTo>
                  <a:lnTo>
                    <a:pt x="17681" y="21908"/>
                  </a:lnTo>
                  <a:lnTo>
                    <a:pt x="17786" y="21908"/>
                  </a:lnTo>
                  <a:lnTo>
                    <a:pt x="17849" y="21950"/>
                  </a:lnTo>
                  <a:lnTo>
                    <a:pt x="17869" y="21887"/>
                  </a:lnTo>
                  <a:lnTo>
                    <a:pt x="17890" y="21845"/>
                  </a:lnTo>
                  <a:lnTo>
                    <a:pt x="17953" y="21866"/>
                  </a:lnTo>
                  <a:lnTo>
                    <a:pt x="17995" y="21908"/>
                  </a:lnTo>
                  <a:lnTo>
                    <a:pt x="18058" y="21950"/>
                  </a:lnTo>
                  <a:lnTo>
                    <a:pt x="18079" y="21908"/>
                  </a:lnTo>
                  <a:lnTo>
                    <a:pt x="18079" y="21866"/>
                  </a:lnTo>
                  <a:lnTo>
                    <a:pt x="18037" y="21803"/>
                  </a:lnTo>
                  <a:lnTo>
                    <a:pt x="18037" y="21761"/>
                  </a:lnTo>
                  <a:lnTo>
                    <a:pt x="18100" y="21699"/>
                  </a:lnTo>
                  <a:lnTo>
                    <a:pt x="18162" y="21740"/>
                  </a:lnTo>
                  <a:lnTo>
                    <a:pt x="18288" y="21699"/>
                  </a:lnTo>
                  <a:lnTo>
                    <a:pt x="18393" y="21636"/>
                  </a:lnTo>
                  <a:lnTo>
                    <a:pt x="18455" y="21531"/>
                  </a:lnTo>
                  <a:lnTo>
                    <a:pt x="18455" y="21489"/>
                  </a:lnTo>
                  <a:lnTo>
                    <a:pt x="18309" y="21552"/>
                  </a:lnTo>
                  <a:lnTo>
                    <a:pt x="18183" y="21552"/>
                  </a:lnTo>
                  <a:lnTo>
                    <a:pt x="18141" y="21531"/>
                  </a:lnTo>
                  <a:lnTo>
                    <a:pt x="17890" y="21531"/>
                  </a:lnTo>
                  <a:lnTo>
                    <a:pt x="17765" y="21489"/>
                  </a:lnTo>
                  <a:lnTo>
                    <a:pt x="17639" y="21447"/>
                  </a:lnTo>
                  <a:lnTo>
                    <a:pt x="17472" y="21427"/>
                  </a:lnTo>
                  <a:lnTo>
                    <a:pt x="17325" y="21280"/>
                  </a:lnTo>
                  <a:lnTo>
                    <a:pt x="17263" y="21238"/>
                  </a:lnTo>
                  <a:lnTo>
                    <a:pt x="17221" y="21238"/>
                  </a:lnTo>
                  <a:lnTo>
                    <a:pt x="17095" y="21301"/>
                  </a:lnTo>
                  <a:lnTo>
                    <a:pt x="17053" y="21259"/>
                  </a:lnTo>
                  <a:lnTo>
                    <a:pt x="17095" y="21217"/>
                  </a:lnTo>
                  <a:lnTo>
                    <a:pt x="17095" y="21175"/>
                  </a:lnTo>
                  <a:lnTo>
                    <a:pt x="17033" y="21238"/>
                  </a:lnTo>
                  <a:lnTo>
                    <a:pt x="16886" y="21343"/>
                  </a:lnTo>
                  <a:lnTo>
                    <a:pt x="16802" y="21385"/>
                  </a:lnTo>
                  <a:lnTo>
                    <a:pt x="16635" y="21385"/>
                  </a:lnTo>
                  <a:lnTo>
                    <a:pt x="16593" y="21427"/>
                  </a:lnTo>
                  <a:lnTo>
                    <a:pt x="16530" y="21385"/>
                  </a:lnTo>
                  <a:lnTo>
                    <a:pt x="16489" y="21364"/>
                  </a:lnTo>
                  <a:cubicBezTo>
                    <a:pt x="16489" y="21364"/>
                    <a:pt x="16426" y="21385"/>
                    <a:pt x="16405" y="21385"/>
                  </a:cubicBezTo>
                  <a:lnTo>
                    <a:pt x="16321" y="21385"/>
                  </a:lnTo>
                  <a:lnTo>
                    <a:pt x="16196" y="21531"/>
                  </a:lnTo>
                  <a:lnTo>
                    <a:pt x="16154" y="21594"/>
                  </a:lnTo>
                  <a:lnTo>
                    <a:pt x="16091" y="21531"/>
                  </a:lnTo>
                  <a:lnTo>
                    <a:pt x="16049" y="21489"/>
                  </a:lnTo>
                  <a:lnTo>
                    <a:pt x="15861" y="21489"/>
                  </a:lnTo>
                  <a:lnTo>
                    <a:pt x="15777" y="21468"/>
                  </a:lnTo>
                  <a:lnTo>
                    <a:pt x="15735" y="21489"/>
                  </a:lnTo>
                  <a:lnTo>
                    <a:pt x="15672" y="21447"/>
                  </a:lnTo>
                  <a:lnTo>
                    <a:pt x="15735" y="21364"/>
                  </a:lnTo>
                  <a:lnTo>
                    <a:pt x="15840" y="21364"/>
                  </a:lnTo>
                  <a:lnTo>
                    <a:pt x="15882" y="21427"/>
                  </a:lnTo>
                  <a:lnTo>
                    <a:pt x="15965" y="21447"/>
                  </a:lnTo>
                  <a:lnTo>
                    <a:pt x="16049" y="21385"/>
                  </a:lnTo>
                  <a:lnTo>
                    <a:pt x="16175" y="21364"/>
                  </a:lnTo>
                  <a:lnTo>
                    <a:pt x="16258" y="21280"/>
                  </a:lnTo>
                  <a:lnTo>
                    <a:pt x="16321" y="21280"/>
                  </a:lnTo>
                  <a:lnTo>
                    <a:pt x="16426" y="21322"/>
                  </a:lnTo>
                  <a:lnTo>
                    <a:pt x="16530" y="21280"/>
                  </a:lnTo>
                  <a:lnTo>
                    <a:pt x="16572" y="21238"/>
                  </a:lnTo>
                  <a:lnTo>
                    <a:pt x="16530" y="21175"/>
                  </a:lnTo>
                  <a:lnTo>
                    <a:pt x="16489" y="21175"/>
                  </a:lnTo>
                  <a:lnTo>
                    <a:pt x="16468" y="21134"/>
                  </a:lnTo>
                  <a:lnTo>
                    <a:pt x="16405" y="21134"/>
                  </a:lnTo>
                  <a:lnTo>
                    <a:pt x="16300" y="21155"/>
                  </a:lnTo>
                  <a:lnTo>
                    <a:pt x="16216" y="21134"/>
                  </a:lnTo>
                  <a:lnTo>
                    <a:pt x="16049" y="21134"/>
                  </a:lnTo>
                  <a:lnTo>
                    <a:pt x="15944" y="21155"/>
                  </a:lnTo>
                  <a:lnTo>
                    <a:pt x="15840" y="21155"/>
                  </a:lnTo>
                  <a:lnTo>
                    <a:pt x="15693" y="21134"/>
                  </a:lnTo>
                  <a:lnTo>
                    <a:pt x="15672" y="21071"/>
                  </a:lnTo>
                  <a:lnTo>
                    <a:pt x="15631" y="21050"/>
                  </a:lnTo>
                  <a:lnTo>
                    <a:pt x="15526" y="21071"/>
                  </a:lnTo>
                  <a:lnTo>
                    <a:pt x="15380" y="21071"/>
                  </a:lnTo>
                  <a:lnTo>
                    <a:pt x="15212" y="21175"/>
                  </a:lnTo>
                  <a:lnTo>
                    <a:pt x="15170" y="21155"/>
                  </a:lnTo>
                  <a:lnTo>
                    <a:pt x="15212" y="21071"/>
                  </a:lnTo>
                  <a:lnTo>
                    <a:pt x="15275" y="21008"/>
                  </a:lnTo>
                  <a:lnTo>
                    <a:pt x="15463" y="21008"/>
                  </a:lnTo>
                  <a:lnTo>
                    <a:pt x="15672" y="20903"/>
                  </a:lnTo>
                  <a:lnTo>
                    <a:pt x="15756" y="20841"/>
                  </a:lnTo>
                  <a:lnTo>
                    <a:pt x="15756" y="20757"/>
                  </a:lnTo>
                  <a:lnTo>
                    <a:pt x="15777" y="20715"/>
                  </a:lnTo>
                  <a:lnTo>
                    <a:pt x="15861" y="20715"/>
                  </a:lnTo>
                  <a:lnTo>
                    <a:pt x="15903" y="20694"/>
                  </a:lnTo>
                  <a:lnTo>
                    <a:pt x="15965" y="20611"/>
                  </a:lnTo>
                  <a:lnTo>
                    <a:pt x="15944" y="20548"/>
                  </a:lnTo>
                  <a:lnTo>
                    <a:pt x="15882" y="20506"/>
                  </a:lnTo>
                  <a:lnTo>
                    <a:pt x="15798" y="20485"/>
                  </a:lnTo>
                  <a:lnTo>
                    <a:pt x="15777" y="20443"/>
                  </a:lnTo>
                  <a:lnTo>
                    <a:pt x="15861" y="20401"/>
                  </a:lnTo>
                  <a:lnTo>
                    <a:pt x="15903" y="20401"/>
                  </a:lnTo>
                  <a:lnTo>
                    <a:pt x="15903" y="20422"/>
                  </a:lnTo>
                  <a:lnTo>
                    <a:pt x="15986" y="20443"/>
                  </a:lnTo>
                  <a:lnTo>
                    <a:pt x="16007" y="20422"/>
                  </a:lnTo>
                  <a:lnTo>
                    <a:pt x="15986" y="20380"/>
                  </a:lnTo>
                  <a:lnTo>
                    <a:pt x="15965" y="20339"/>
                  </a:lnTo>
                  <a:lnTo>
                    <a:pt x="15965" y="20234"/>
                  </a:lnTo>
                  <a:lnTo>
                    <a:pt x="16007" y="20276"/>
                  </a:lnTo>
                  <a:lnTo>
                    <a:pt x="16049" y="20318"/>
                  </a:lnTo>
                  <a:lnTo>
                    <a:pt x="16049" y="20401"/>
                  </a:lnTo>
                  <a:lnTo>
                    <a:pt x="16091" y="20506"/>
                  </a:lnTo>
                  <a:lnTo>
                    <a:pt x="16175" y="20548"/>
                  </a:lnTo>
                  <a:lnTo>
                    <a:pt x="16279" y="20527"/>
                  </a:lnTo>
                  <a:lnTo>
                    <a:pt x="16405" y="20527"/>
                  </a:lnTo>
                  <a:lnTo>
                    <a:pt x="16698" y="20401"/>
                  </a:lnTo>
                  <a:lnTo>
                    <a:pt x="16781" y="20401"/>
                  </a:lnTo>
                  <a:lnTo>
                    <a:pt x="16844" y="20380"/>
                  </a:lnTo>
                  <a:lnTo>
                    <a:pt x="16907" y="20297"/>
                  </a:lnTo>
                  <a:lnTo>
                    <a:pt x="16991" y="20276"/>
                  </a:lnTo>
                  <a:lnTo>
                    <a:pt x="17033" y="20171"/>
                  </a:lnTo>
                  <a:lnTo>
                    <a:pt x="16991" y="20067"/>
                  </a:lnTo>
                  <a:lnTo>
                    <a:pt x="16949" y="19983"/>
                  </a:lnTo>
                  <a:lnTo>
                    <a:pt x="16907" y="19983"/>
                  </a:lnTo>
                  <a:lnTo>
                    <a:pt x="16802" y="19920"/>
                  </a:lnTo>
                  <a:lnTo>
                    <a:pt x="16530" y="19857"/>
                  </a:lnTo>
                  <a:lnTo>
                    <a:pt x="16489" y="19857"/>
                  </a:lnTo>
                  <a:lnTo>
                    <a:pt x="16384" y="19899"/>
                  </a:lnTo>
                  <a:lnTo>
                    <a:pt x="16321" y="19857"/>
                  </a:lnTo>
                  <a:lnTo>
                    <a:pt x="16321" y="19732"/>
                  </a:lnTo>
                  <a:lnTo>
                    <a:pt x="16300" y="19690"/>
                  </a:lnTo>
                  <a:lnTo>
                    <a:pt x="16196" y="19753"/>
                  </a:lnTo>
                  <a:lnTo>
                    <a:pt x="16112" y="19753"/>
                  </a:lnTo>
                  <a:lnTo>
                    <a:pt x="16007" y="19815"/>
                  </a:lnTo>
                  <a:lnTo>
                    <a:pt x="15944" y="19815"/>
                  </a:lnTo>
                  <a:lnTo>
                    <a:pt x="15861" y="19774"/>
                  </a:lnTo>
                  <a:lnTo>
                    <a:pt x="15861" y="19690"/>
                  </a:lnTo>
                  <a:lnTo>
                    <a:pt x="15944" y="19753"/>
                  </a:lnTo>
                  <a:lnTo>
                    <a:pt x="16007" y="19690"/>
                  </a:lnTo>
                  <a:lnTo>
                    <a:pt x="16070" y="19648"/>
                  </a:lnTo>
                  <a:lnTo>
                    <a:pt x="16196" y="19648"/>
                  </a:lnTo>
                  <a:lnTo>
                    <a:pt x="16216" y="19585"/>
                  </a:lnTo>
                  <a:lnTo>
                    <a:pt x="16175" y="19523"/>
                  </a:lnTo>
                  <a:lnTo>
                    <a:pt x="16091" y="19418"/>
                  </a:lnTo>
                  <a:lnTo>
                    <a:pt x="16049" y="19376"/>
                  </a:lnTo>
                  <a:lnTo>
                    <a:pt x="15944" y="19376"/>
                  </a:lnTo>
                  <a:lnTo>
                    <a:pt x="15965" y="19355"/>
                  </a:lnTo>
                  <a:lnTo>
                    <a:pt x="16070" y="19292"/>
                  </a:lnTo>
                  <a:lnTo>
                    <a:pt x="16070" y="19251"/>
                  </a:lnTo>
                  <a:lnTo>
                    <a:pt x="16070" y="19146"/>
                  </a:lnTo>
                  <a:lnTo>
                    <a:pt x="16091" y="19104"/>
                  </a:lnTo>
                  <a:lnTo>
                    <a:pt x="16154" y="19167"/>
                  </a:lnTo>
                  <a:lnTo>
                    <a:pt x="16175" y="19313"/>
                  </a:lnTo>
                  <a:lnTo>
                    <a:pt x="16216" y="19355"/>
                  </a:lnTo>
                  <a:lnTo>
                    <a:pt x="16216" y="19418"/>
                  </a:lnTo>
                  <a:lnTo>
                    <a:pt x="16363" y="19543"/>
                  </a:lnTo>
                  <a:lnTo>
                    <a:pt x="16363" y="19585"/>
                  </a:lnTo>
                  <a:lnTo>
                    <a:pt x="16426" y="19669"/>
                  </a:lnTo>
                  <a:lnTo>
                    <a:pt x="16489" y="19690"/>
                  </a:lnTo>
                  <a:lnTo>
                    <a:pt x="16572" y="19669"/>
                  </a:lnTo>
                  <a:lnTo>
                    <a:pt x="16614" y="19648"/>
                  </a:lnTo>
                  <a:lnTo>
                    <a:pt x="16698" y="19690"/>
                  </a:lnTo>
                  <a:lnTo>
                    <a:pt x="16802" y="19669"/>
                  </a:lnTo>
                  <a:lnTo>
                    <a:pt x="16886" y="19648"/>
                  </a:lnTo>
                  <a:lnTo>
                    <a:pt x="16928" y="19690"/>
                  </a:lnTo>
                  <a:lnTo>
                    <a:pt x="16928" y="19774"/>
                  </a:lnTo>
                  <a:lnTo>
                    <a:pt x="17116" y="20004"/>
                  </a:lnTo>
                  <a:lnTo>
                    <a:pt x="17200" y="20067"/>
                  </a:lnTo>
                  <a:lnTo>
                    <a:pt x="17221" y="20004"/>
                  </a:lnTo>
                  <a:lnTo>
                    <a:pt x="17325" y="19983"/>
                  </a:lnTo>
                  <a:lnTo>
                    <a:pt x="17346" y="19983"/>
                  </a:lnTo>
                  <a:lnTo>
                    <a:pt x="17367" y="20025"/>
                  </a:lnTo>
                  <a:lnTo>
                    <a:pt x="17346" y="20108"/>
                  </a:lnTo>
                  <a:lnTo>
                    <a:pt x="17325" y="20213"/>
                  </a:lnTo>
                  <a:lnTo>
                    <a:pt x="17346" y="20339"/>
                  </a:lnTo>
                  <a:lnTo>
                    <a:pt x="17409" y="20422"/>
                  </a:lnTo>
                  <a:lnTo>
                    <a:pt x="17451" y="20527"/>
                  </a:lnTo>
                  <a:lnTo>
                    <a:pt x="17472" y="20715"/>
                  </a:lnTo>
                  <a:lnTo>
                    <a:pt x="17535" y="20757"/>
                  </a:lnTo>
                  <a:lnTo>
                    <a:pt x="17618" y="20841"/>
                  </a:lnTo>
                  <a:lnTo>
                    <a:pt x="17681" y="21029"/>
                  </a:lnTo>
                  <a:lnTo>
                    <a:pt x="17828" y="21134"/>
                  </a:lnTo>
                  <a:lnTo>
                    <a:pt x="17869" y="21175"/>
                  </a:lnTo>
                  <a:lnTo>
                    <a:pt x="17953" y="21155"/>
                  </a:lnTo>
                  <a:lnTo>
                    <a:pt x="18037" y="21134"/>
                  </a:lnTo>
                  <a:lnTo>
                    <a:pt x="18100" y="21134"/>
                  </a:lnTo>
                  <a:lnTo>
                    <a:pt x="18141" y="21113"/>
                  </a:lnTo>
                  <a:lnTo>
                    <a:pt x="18141" y="21029"/>
                  </a:lnTo>
                  <a:lnTo>
                    <a:pt x="18141" y="20903"/>
                  </a:lnTo>
                  <a:lnTo>
                    <a:pt x="18141" y="20757"/>
                  </a:lnTo>
                  <a:lnTo>
                    <a:pt x="18162" y="20652"/>
                  </a:lnTo>
                  <a:lnTo>
                    <a:pt x="18183" y="20611"/>
                  </a:lnTo>
                  <a:lnTo>
                    <a:pt x="18204" y="20611"/>
                  </a:lnTo>
                  <a:lnTo>
                    <a:pt x="18246" y="20652"/>
                  </a:lnTo>
                  <a:lnTo>
                    <a:pt x="18204" y="20736"/>
                  </a:lnTo>
                  <a:lnTo>
                    <a:pt x="18204" y="20820"/>
                  </a:lnTo>
                  <a:lnTo>
                    <a:pt x="18267" y="20924"/>
                  </a:lnTo>
                  <a:lnTo>
                    <a:pt x="18204" y="21008"/>
                  </a:lnTo>
                  <a:lnTo>
                    <a:pt x="18204" y="21071"/>
                  </a:lnTo>
                  <a:lnTo>
                    <a:pt x="18267" y="21113"/>
                  </a:lnTo>
                  <a:lnTo>
                    <a:pt x="18309" y="21071"/>
                  </a:lnTo>
                  <a:lnTo>
                    <a:pt x="18393" y="21050"/>
                  </a:lnTo>
                  <a:lnTo>
                    <a:pt x="18455" y="21071"/>
                  </a:lnTo>
                  <a:lnTo>
                    <a:pt x="18476" y="21134"/>
                  </a:lnTo>
                  <a:lnTo>
                    <a:pt x="18455" y="21175"/>
                  </a:lnTo>
                  <a:lnTo>
                    <a:pt x="18476" y="21217"/>
                  </a:lnTo>
                  <a:lnTo>
                    <a:pt x="18581" y="21217"/>
                  </a:lnTo>
                  <a:lnTo>
                    <a:pt x="18623" y="21155"/>
                  </a:lnTo>
                  <a:lnTo>
                    <a:pt x="18623" y="21071"/>
                  </a:lnTo>
                  <a:lnTo>
                    <a:pt x="18602" y="21008"/>
                  </a:lnTo>
                  <a:lnTo>
                    <a:pt x="18602" y="20820"/>
                  </a:lnTo>
                  <a:lnTo>
                    <a:pt x="18623" y="20736"/>
                  </a:lnTo>
                  <a:lnTo>
                    <a:pt x="18623" y="20631"/>
                  </a:lnTo>
                  <a:lnTo>
                    <a:pt x="18665" y="20590"/>
                  </a:lnTo>
                  <a:lnTo>
                    <a:pt x="18623" y="20527"/>
                  </a:lnTo>
                  <a:lnTo>
                    <a:pt x="18581" y="20527"/>
                  </a:lnTo>
                  <a:lnTo>
                    <a:pt x="18602" y="20485"/>
                  </a:lnTo>
                  <a:lnTo>
                    <a:pt x="18623" y="20422"/>
                  </a:lnTo>
                  <a:lnTo>
                    <a:pt x="18602" y="20401"/>
                  </a:lnTo>
                  <a:lnTo>
                    <a:pt x="18497" y="20443"/>
                  </a:lnTo>
                  <a:lnTo>
                    <a:pt x="18497" y="20401"/>
                  </a:lnTo>
                  <a:lnTo>
                    <a:pt x="18518" y="20339"/>
                  </a:lnTo>
                  <a:lnTo>
                    <a:pt x="18623" y="20318"/>
                  </a:lnTo>
                  <a:lnTo>
                    <a:pt x="18685" y="20276"/>
                  </a:lnTo>
                  <a:lnTo>
                    <a:pt x="18685" y="20171"/>
                  </a:lnTo>
                  <a:lnTo>
                    <a:pt x="18665" y="20108"/>
                  </a:lnTo>
                  <a:lnTo>
                    <a:pt x="18602" y="20129"/>
                  </a:lnTo>
                  <a:lnTo>
                    <a:pt x="18581" y="20087"/>
                  </a:lnTo>
                  <a:lnTo>
                    <a:pt x="18623" y="20004"/>
                  </a:lnTo>
                  <a:lnTo>
                    <a:pt x="18685" y="19899"/>
                  </a:lnTo>
                  <a:lnTo>
                    <a:pt x="18685" y="19857"/>
                  </a:lnTo>
                  <a:lnTo>
                    <a:pt x="18623" y="19857"/>
                  </a:lnTo>
                  <a:lnTo>
                    <a:pt x="18560" y="19899"/>
                  </a:lnTo>
                  <a:lnTo>
                    <a:pt x="18476" y="20025"/>
                  </a:lnTo>
                  <a:lnTo>
                    <a:pt x="18455" y="20171"/>
                  </a:lnTo>
                  <a:lnTo>
                    <a:pt x="18393" y="20192"/>
                  </a:lnTo>
                  <a:lnTo>
                    <a:pt x="18393" y="20129"/>
                  </a:lnTo>
                  <a:lnTo>
                    <a:pt x="18413" y="20004"/>
                  </a:lnTo>
                  <a:lnTo>
                    <a:pt x="18413" y="19962"/>
                  </a:lnTo>
                  <a:lnTo>
                    <a:pt x="18393" y="19899"/>
                  </a:lnTo>
                  <a:lnTo>
                    <a:pt x="18393" y="19857"/>
                  </a:lnTo>
                  <a:lnTo>
                    <a:pt x="18413" y="19774"/>
                  </a:lnTo>
                  <a:lnTo>
                    <a:pt x="18497" y="19690"/>
                  </a:lnTo>
                  <a:lnTo>
                    <a:pt x="18581" y="19648"/>
                  </a:lnTo>
                  <a:lnTo>
                    <a:pt x="18602" y="19564"/>
                  </a:lnTo>
                  <a:lnTo>
                    <a:pt x="18560" y="19502"/>
                  </a:lnTo>
                  <a:lnTo>
                    <a:pt x="18476" y="19502"/>
                  </a:lnTo>
                  <a:lnTo>
                    <a:pt x="18413" y="19564"/>
                  </a:lnTo>
                  <a:lnTo>
                    <a:pt x="18393" y="19606"/>
                  </a:lnTo>
                  <a:lnTo>
                    <a:pt x="18372" y="19648"/>
                  </a:lnTo>
                  <a:lnTo>
                    <a:pt x="18393" y="19543"/>
                  </a:lnTo>
                  <a:lnTo>
                    <a:pt x="18413" y="19481"/>
                  </a:lnTo>
                  <a:lnTo>
                    <a:pt x="18393" y="19460"/>
                  </a:lnTo>
                  <a:lnTo>
                    <a:pt x="18351" y="19481"/>
                  </a:lnTo>
                  <a:lnTo>
                    <a:pt x="18246" y="19564"/>
                  </a:lnTo>
                  <a:lnTo>
                    <a:pt x="18162" y="19648"/>
                  </a:lnTo>
                  <a:lnTo>
                    <a:pt x="18162" y="19606"/>
                  </a:lnTo>
                  <a:lnTo>
                    <a:pt x="18183" y="19543"/>
                  </a:lnTo>
                  <a:lnTo>
                    <a:pt x="18246" y="19460"/>
                  </a:lnTo>
                  <a:lnTo>
                    <a:pt x="18288" y="19397"/>
                  </a:lnTo>
                  <a:lnTo>
                    <a:pt x="18351" y="19292"/>
                  </a:lnTo>
                  <a:lnTo>
                    <a:pt x="18351" y="19271"/>
                  </a:lnTo>
                  <a:lnTo>
                    <a:pt x="18288" y="19230"/>
                  </a:lnTo>
                  <a:lnTo>
                    <a:pt x="18267" y="19167"/>
                  </a:lnTo>
                  <a:lnTo>
                    <a:pt x="18204" y="19167"/>
                  </a:lnTo>
                  <a:lnTo>
                    <a:pt x="18162" y="19125"/>
                  </a:lnTo>
                  <a:lnTo>
                    <a:pt x="18141" y="19041"/>
                  </a:lnTo>
                  <a:lnTo>
                    <a:pt x="18079" y="19020"/>
                  </a:lnTo>
                  <a:lnTo>
                    <a:pt x="17995" y="18937"/>
                  </a:lnTo>
                  <a:lnTo>
                    <a:pt x="17953" y="18937"/>
                  </a:lnTo>
                  <a:lnTo>
                    <a:pt x="17932" y="18916"/>
                  </a:lnTo>
                  <a:lnTo>
                    <a:pt x="17869" y="18916"/>
                  </a:lnTo>
                  <a:lnTo>
                    <a:pt x="17869" y="18853"/>
                  </a:lnTo>
                  <a:lnTo>
                    <a:pt x="17849" y="18811"/>
                  </a:lnTo>
                  <a:lnTo>
                    <a:pt x="17660" y="18665"/>
                  </a:lnTo>
                  <a:lnTo>
                    <a:pt x="17639" y="18623"/>
                  </a:lnTo>
                  <a:lnTo>
                    <a:pt x="17535" y="18560"/>
                  </a:lnTo>
                  <a:lnTo>
                    <a:pt x="17430" y="18560"/>
                  </a:lnTo>
                  <a:lnTo>
                    <a:pt x="17325" y="18602"/>
                  </a:lnTo>
                  <a:lnTo>
                    <a:pt x="17242" y="18707"/>
                  </a:lnTo>
                  <a:lnTo>
                    <a:pt x="17242" y="18644"/>
                  </a:lnTo>
                  <a:lnTo>
                    <a:pt x="17221" y="18560"/>
                  </a:lnTo>
                  <a:lnTo>
                    <a:pt x="17053" y="18518"/>
                  </a:lnTo>
                  <a:lnTo>
                    <a:pt x="16949" y="18518"/>
                  </a:lnTo>
                  <a:lnTo>
                    <a:pt x="16844" y="18539"/>
                  </a:lnTo>
                  <a:lnTo>
                    <a:pt x="16823" y="18518"/>
                  </a:lnTo>
                  <a:lnTo>
                    <a:pt x="16907" y="18434"/>
                  </a:lnTo>
                  <a:lnTo>
                    <a:pt x="16949" y="18476"/>
                  </a:lnTo>
                  <a:lnTo>
                    <a:pt x="17137" y="18476"/>
                  </a:lnTo>
                  <a:lnTo>
                    <a:pt x="17221" y="18497"/>
                  </a:lnTo>
                  <a:lnTo>
                    <a:pt x="17325" y="18497"/>
                  </a:lnTo>
                  <a:lnTo>
                    <a:pt x="17430" y="18476"/>
                  </a:lnTo>
                  <a:lnTo>
                    <a:pt x="17472" y="18393"/>
                  </a:lnTo>
                  <a:lnTo>
                    <a:pt x="17514" y="18204"/>
                  </a:lnTo>
                  <a:lnTo>
                    <a:pt x="17472" y="18121"/>
                  </a:lnTo>
                  <a:lnTo>
                    <a:pt x="17451" y="18100"/>
                  </a:lnTo>
                  <a:lnTo>
                    <a:pt x="17409" y="18100"/>
                  </a:lnTo>
                  <a:lnTo>
                    <a:pt x="17263" y="17995"/>
                  </a:lnTo>
                  <a:lnTo>
                    <a:pt x="17221" y="17974"/>
                  </a:lnTo>
                  <a:lnTo>
                    <a:pt x="17158" y="17974"/>
                  </a:lnTo>
                  <a:lnTo>
                    <a:pt x="17053" y="18058"/>
                  </a:lnTo>
                  <a:lnTo>
                    <a:pt x="17012" y="18058"/>
                  </a:lnTo>
                  <a:lnTo>
                    <a:pt x="16928" y="18079"/>
                  </a:lnTo>
                  <a:lnTo>
                    <a:pt x="16886" y="18162"/>
                  </a:lnTo>
                  <a:lnTo>
                    <a:pt x="16844" y="18162"/>
                  </a:lnTo>
                  <a:lnTo>
                    <a:pt x="16844" y="18079"/>
                  </a:lnTo>
                  <a:lnTo>
                    <a:pt x="16823" y="18016"/>
                  </a:lnTo>
                  <a:lnTo>
                    <a:pt x="16781" y="18016"/>
                  </a:lnTo>
                  <a:lnTo>
                    <a:pt x="16635" y="18058"/>
                  </a:lnTo>
                  <a:lnTo>
                    <a:pt x="16593" y="18079"/>
                  </a:lnTo>
                  <a:lnTo>
                    <a:pt x="16530" y="18079"/>
                  </a:lnTo>
                  <a:lnTo>
                    <a:pt x="16572" y="18058"/>
                  </a:lnTo>
                  <a:lnTo>
                    <a:pt x="16677" y="17995"/>
                  </a:lnTo>
                  <a:lnTo>
                    <a:pt x="16781" y="17974"/>
                  </a:lnTo>
                  <a:lnTo>
                    <a:pt x="16802" y="17911"/>
                  </a:lnTo>
                  <a:lnTo>
                    <a:pt x="16781" y="17870"/>
                  </a:lnTo>
                  <a:lnTo>
                    <a:pt x="16719" y="17849"/>
                  </a:lnTo>
                  <a:lnTo>
                    <a:pt x="16677" y="17870"/>
                  </a:lnTo>
                  <a:lnTo>
                    <a:pt x="16719" y="17807"/>
                  </a:lnTo>
                  <a:lnTo>
                    <a:pt x="16781" y="17807"/>
                  </a:lnTo>
                  <a:lnTo>
                    <a:pt x="16823" y="17849"/>
                  </a:lnTo>
                  <a:lnTo>
                    <a:pt x="16928" y="17953"/>
                  </a:lnTo>
                  <a:lnTo>
                    <a:pt x="17012" y="17974"/>
                  </a:lnTo>
                  <a:lnTo>
                    <a:pt x="17095" y="17953"/>
                  </a:lnTo>
                  <a:lnTo>
                    <a:pt x="17200" y="17870"/>
                  </a:lnTo>
                  <a:lnTo>
                    <a:pt x="17367" y="17870"/>
                  </a:lnTo>
                  <a:lnTo>
                    <a:pt x="17430" y="17786"/>
                  </a:lnTo>
                  <a:lnTo>
                    <a:pt x="17472" y="17765"/>
                  </a:lnTo>
                  <a:lnTo>
                    <a:pt x="17514" y="17702"/>
                  </a:lnTo>
                  <a:lnTo>
                    <a:pt x="17472" y="17639"/>
                  </a:lnTo>
                  <a:lnTo>
                    <a:pt x="17409" y="17577"/>
                  </a:lnTo>
                  <a:lnTo>
                    <a:pt x="17263" y="17556"/>
                  </a:lnTo>
                  <a:lnTo>
                    <a:pt x="17200" y="17493"/>
                  </a:lnTo>
                  <a:lnTo>
                    <a:pt x="17137" y="17451"/>
                  </a:lnTo>
                  <a:lnTo>
                    <a:pt x="17033" y="17451"/>
                  </a:lnTo>
                  <a:lnTo>
                    <a:pt x="16928" y="17430"/>
                  </a:lnTo>
                  <a:lnTo>
                    <a:pt x="16844" y="17451"/>
                  </a:lnTo>
                  <a:lnTo>
                    <a:pt x="16823" y="17493"/>
                  </a:lnTo>
                  <a:lnTo>
                    <a:pt x="16740" y="17556"/>
                  </a:lnTo>
                  <a:lnTo>
                    <a:pt x="16677" y="17535"/>
                  </a:lnTo>
                  <a:lnTo>
                    <a:pt x="16593" y="17493"/>
                  </a:lnTo>
                  <a:lnTo>
                    <a:pt x="16489" y="17493"/>
                  </a:lnTo>
                  <a:lnTo>
                    <a:pt x="16468" y="17556"/>
                  </a:lnTo>
                  <a:lnTo>
                    <a:pt x="16426" y="17598"/>
                  </a:lnTo>
                  <a:lnTo>
                    <a:pt x="16384" y="17577"/>
                  </a:lnTo>
                  <a:lnTo>
                    <a:pt x="16321" y="17535"/>
                  </a:lnTo>
                  <a:lnTo>
                    <a:pt x="16300" y="17535"/>
                  </a:lnTo>
                  <a:lnTo>
                    <a:pt x="16279" y="17472"/>
                  </a:lnTo>
                  <a:lnTo>
                    <a:pt x="16321" y="17430"/>
                  </a:lnTo>
                  <a:lnTo>
                    <a:pt x="16426" y="17388"/>
                  </a:lnTo>
                  <a:lnTo>
                    <a:pt x="16572" y="17430"/>
                  </a:lnTo>
                  <a:lnTo>
                    <a:pt x="16740" y="17430"/>
                  </a:lnTo>
                  <a:lnTo>
                    <a:pt x="16802" y="17367"/>
                  </a:lnTo>
                  <a:lnTo>
                    <a:pt x="16802" y="17326"/>
                  </a:lnTo>
                  <a:lnTo>
                    <a:pt x="16740" y="17221"/>
                  </a:lnTo>
                  <a:lnTo>
                    <a:pt x="16635" y="17137"/>
                  </a:lnTo>
                  <a:lnTo>
                    <a:pt x="16530" y="17074"/>
                  </a:lnTo>
                  <a:lnTo>
                    <a:pt x="16489" y="17012"/>
                  </a:lnTo>
                  <a:lnTo>
                    <a:pt x="16489" y="16907"/>
                  </a:lnTo>
                  <a:lnTo>
                    <a:pt x="16509" y="16865"/>
                  </a:lnTo>
                  <a:lnTo>
                    <a:pt x="16572" y="16907"/>
                  </a:lnTo>
                  <a:lnTo>
                    <a:pt x="16593" y="16949"/>
                  </a:lnTo>
                  <a:lnTo>
                    <a:pt x="16593" y="17012"/>
                  </a:lnTo>
                  <a:lnTo>
                    <a:pt x="16677" y="17054"/>
                  </a:lnTo>
                  <a:lnTo>
                    <a:pt x="16802" y="17158"/>
                  </a:lnTo>
                  <a:lnTo>
                    <a:pt x="16823" y="17221"/>
                  </a:lnTo>
                  <a:lnTo>
                    <a:pt x="16886" y="17242"/>
                  </a:lnTo>
                  <a:lnTo>
                    <a:pt x="16928" y="17242"/>
                  </a:lnTo>
                  <a:lnTo>
                    <a:pt x="17012" y="17326"/>
                  </a:lnTo>
                  <a:lnTo>
                    <a:pt x="17095" y="17326"/>
                  </a:lnTo>
                  <a:lnTo>
                    <a:pt x="17200" y="17284"/>
                  </a:lnTo>
                  <a:lnTo>
                    <a:pt x="17263" y="17242"/>
                  </a:lnTo>
                  <a:lnTo>
                    <a:pt x="17346" y="17221"/>
                  </a:lnTo>
                  <a:lnTo>
                    <a:pt x="17409" y="17158"/>
                  </a:lnTo>
                  <a:lnTo>
                    <a:pt x="17472" y="17116"/>
                  </a:lnTo>
                  <a:lnTo>
                    <a:pt x="17556" y="17074"/>
                  </a:lnTo>
                  <a:lnTo>
                    <a:pt x="17606" y="17074"/>
                  </a:lnTo>
                  <a:lnTo>
                    <a:pt x="17618" y="17116"/>
                  </a:lnTo>
                  <a:lnTo>
                    <a:pt x="17618" y="17074"/>
                  </a:lnTo>
                  <a:lnTo>
                    <a:pt x="17618" y="17033"/>
                  </a:lnTo>
                  <a:lnTo>
                    <a:pt x="17577" y="16970"/>
                  </a:lnTo>
                  <a:lnTo>
                    <a:pt x="17588" y="17010"/>
                  </a:lnTo>
                  <a:lnTo>
                    <a:pt x="17472" y="16844"/>
                  </a:lnTo>
                  <a:lnTo>
                    <a:pt x="17409" y="16802"/>
                  </a:lnTo>
                  <a:lnTo>
                    <a:pt x="17409" y="16740"/>
                  </a:lnTo>
                  <a:lnTo>
                    <a:pt x="17430" y="16719"/>
                  </a:lnTo>
                  <a:lnTo>
                    <a:pt x="17472" y="16719"/>
                  </a:lnTo>
                  <a:lnTo>
                    <a:pt x="17535" y="16761"/>
                  </a:lnTo>
                  <a:lnTo>
                    <a:pt x="17535" y="16823"/>
                  </a:lnTo>
                  <a:lnTo>
                    <a:pt x="17577" y="16865"/>
                  </a:lnTo>
                  <a:lnTo>
                    <a:pt x="17681" y="17074"/>
                  </a:lnTo>
                  <a:lnTo>
                    <a:pt x="17869" y="17284"/>
                  </a:lnTo>
                  <a:lnTo>
                    <a:pt x="17890" y="17326"/>
                  </a:lnTo>
                  <a:lnTo>
                    <a:pt x="17932" y="17263"/>
                  </a:lnTo>
                  <a:lnTo>
                    <a:pt x="17932" y="17179"/>
                  </a:lnTo>
                  <a:lnTo>
                    <a:pt x="17953" y="17012"/>
                  </a:lnTo>
                  <a:lnTo>
                    <a:pt x="17953" y="16907"/>
                  </a:lnTo>
                  <a:lnTo>
                    <a:pt x="17995" y="16844"/>
                  </a:lnTo>
                  <a:lnTo>
                    <a:pt x="18058" y="16844"/>
                  </a:lnTo>
                  <a:lnTo>
                    <a:pt x="18100" y="16865"/>
                  </a:lnTo>
                  <a:lnTo>
                    <a:pt x="18100" y="16949"/>
                  </a:lnTo>
                  <a:lnTo>
                    <a:pt x="18141" y="17012"/>
                  </a:lnTo>
                  <a:lnTo>
                    <a:pt x="18183" y="17012"/>
                  </a:lnTo>
                  <a:lnTo>
                    <a:pt x="18372" y="17074"/>
                  </a:lnTo>
                  <a:lnTo>
                    <a:pt x="18518" y="17179"/>
                  </a:lnTo>
                  <a:lnTo>
                    <a:pt x="18602" y="17221"/>
                  </a:lnTo>
                  <a:lnTo>
                    <a:pt x="18665" y="17179"/>
                  </a:lnTo>
                  <a:lnTo>
                    <a:pt x="18706" y="17179"/>
                  </a:lnTo>
                  <a:lnTo>
                    <a:pt x="18769" y="17221"/>
                  </a:lnTo>
                  <a:lnTo>
                    <a:pt x="18769" y="17263"/>
                  </a:lnTo>
                  <a:lnTo>
                    <a:pt x="18602" y="17284"/>
                  </a:lnTo>
                  <a:lnTo>
                    <a:pt x="18581" y="17326"/>
                  </a:lnTo>
                  <a:lnTo>
                    <a:pt x="18476" y="17221"/>
                  </a:lnTo>
                  <a:lnTo>
                    <a:pt x="18288" y="17116"/>
                  </a:lnTo>
                  <a:lnTo>
                    <a:pt x="18246" y="17074"/>
                  </a:lnTo>
                  <a:lnTo>
                    <a:pt x="18204" y="17054"/>
                  </a:lnTo>
                  <a:lnTo>
                    <a:pt x="18162" y="17054"/>
                  </a:lnTo>
                  <a:lnTo>
                    <a:pt x="18121" y="17074"/>
                  </a:lnTo>
                  <a:lnTo>
                    <a:pt x="18121" y="17137"/>
                  </a:lnTo>
                  <a:lnTo>
                    <a:pt x="18183" y="17221"/>
                  </a:lnTo>
                  <a:lnTo>
                    <a:pt x="18413" y="17430"/>
                  </a:lnTo>
                  <a:lnTo>
                    <a:pt x="18518" y="17535"/>
                  </a:lnTo>
                  <a:lnTo>
                    <a:pt x="18685" y="17598"/>
                  </a:lnTo>
                  <a:lnTo>
                    <a:pt x="18790" y="17681"/>
                  </a:lnTo>
                  <a:lnTo>
                    <a:pt x="18832" y="17702"/>
                  </a:lnTo>
                  <a:lnTo>
                    <a:pt x="18916" y="17681"/>
                  </a:lnTo>
                  <a:lnTo>
                    <a:pt x="18937" y="17639"/>
                  </a:lnTo>
                  <a:lnTo>
                    <a:pt x="18999" y="17556"/>
                  </a:lnTo>
                  <a:lnTo>
                    <a:pt x="19125" y="17556"/>
                  </a:lnTo>
                  <a:lnTo>
                    <a:pt x="19167" y="17493"/>
                  </a:lnTo>
                  <a:lnTo>
                    <a:pt x="19167" y="17430"/>
                  </a:lnTo>
                  <a:lnTo>
                    <a:pt x="19250" y="17367"/>
                  </a:lnTo>
                  <a:lnTo>
                    <a:pt x="19313" y="17367"/>
                  </a:lnTo>
                  <a:lnTo>
                    <a:pt x="19376" y="17388"/>
                  </a:lnTo>
                  <a:lnTo>
                    <a:pt x="19460" y="17430"/>
                  </a:lnTo>
                  <a:lnTo>
                    <a:pt x="19564" y="17388"/>
                  </a:lnTo>
                  <a:lnTo>
                    <a:pt x="19669" y="17388"/>
                  </a:lnTo>
                  <a:lnTo>
                    <a:pt x="19690" y="17346"/>
                  </a:lnTo>
                  <a:lnTo>
                    <a:pt x="19732" y="17221"/>
                  </a:lnTo>
                  <a:lnTo>
                    <a:pt x="19732" y="17116"/>
                  </a:lnTo>
                  <a:lnTo>
                    <a:pt x="19774" y="17033"/>
                  </a:lnTo>
                  <a:lnTo>
                    <a:pt x="19857" y="16907"/>
                  </a:lnTo>
                  <a:lnTo>
                    <a:pt x="19857" y="16823"/>
                  </a:lnTo>
                  <a:lnTo>
                    <a:pt x="19836" y="16761"/>
                  </a:lnTo>
                  <a:lnTo>
                    <a:pt x="19753" y="16740"/>
                  </a:lnTo>
                  <a:lnTo>
                    <a:pt x="19648" y="16761"/>
                  </a:lnTo>
                  <a:lnTo>
                    <a:pt x="19627" y="16802"/>
                  </a:lnTo>
                  <a:lnTo>
                    <a:pt x="19585" y="16761"/>
                  </a:lnTo>
                  <a:lnTo>
                    <a:pt x="19543" y="16761"/>
                  </a:lnTo>
                  <a:lnTo>
                    <a:pt x="19522" y="16802"/>
                  </a:lnTo>
                  <a:lnTo>
                    <a:pt x="19439" y="16740"/>
                  </a:lnTo>
                  <a:lnTo>
                    <a:pt x="19376" y="16656"/>
                  </a:lnTo>
                  <a:lnTo>
                    <a:pt x="19334" y="16614"/>
                  </a:lnTo>
                  <a:lnTo>
                    <a:pt x="19313" y="16530"/>
                  </a:lnTo>
                  <a:lnTo>
                    <a:pt x="19271" y="16530"/>
                  </a:lnTo>
                  <a:lnTo>
                    <a:pt x="19250" y="16614"/>
                  </a:lnTo>
                  <a:lnTo>
                    <a:pt x="19250" y="16719"/>
                  </a:lnTo>
                  <a:lnTo>
                    <a:pt x="19313" y="16740"/>
                  </a:lnTo>
                  <a:lnTo>
                    <a:pt x="19313" y="16823"/>
                  </a:lnTo>
                  <a:lnTo>
                    <a:pt x="19250" y="16907"/>
                  </a:lnTo>
                  <a:lnTo>
                    <a:pt x="19229" y="17012"/>
                  </a:lnTo>
                  <a:lnTo>
                    <a:pt x="19209" y="16949"/>
                  </a:lnTo>
                  <a:lnTo>
                    <a:pt x="19229" y="16823"/>
                  </a:lnTo>
                  <a:lnTo>
                    <a:pt x="19209" y="16719"/>
                  </a:lnTo>
                  <a:lnTo>
                    <a:pt x="19146" y="16698"/>
                  </a:lnTo>
                  <a:lnTo>
                    <a:pt x="19125" y="16551"/>
                  </a:lnTo>
                  <a:lnTo>
                    <a:pt x="19062" y="16530"/>
                  </a:lnTo>
                  <a:lnTo>
                    <a:pt x="19041" y="16489"/>
                  </a:lnTo>
                  <a:lnTo>
                    <a:pt x="19041" y="16447"/>
                  </a:lnTo>
                  <a:lnTo>
                    <a:pt x="19104" y="16426"/>
                  </a:lnTo>
                  <a:lnTo>
                    <a:pt x="19161" y="16311"/>
                  </a:lnTo>
                  <a:lnTo>
                    <a:pt x="19146" y="16279"/>
                  </a:lnTo>
                  <a:lnTo>
                    <a:pt x="19104" y="16238"/>
                  </a:lnTo>
                  <a:lnTo>
                    <a:pt x="19146" y="16217"/>
                  </a:lnTo>
                  <a:lnTo>
                    <a:pt x="19229" y="16217"/>
                  </a:lnTo>
                  <a:lnTo>
                    <a:pt x="19271" y="16175"/>
                  </a:lnTo>
                  <a:lnTo>
                    <a:pt x="19313" y="16091"/>
                  </a:lnTo>
                  <a:lnTo>
                    <a:pt x="19313" y="15966"/>
                  </a:lnTo>
                  <a:lnTo>
                    <a:pt x="19271" y="15903"/>
                  </a:lnTo>
                  <a:lnTo>
                    <a:pt x="19271" y="15861"/>
                  </a:lnTo>
                  <a:lnTo>
                    <a:pt x="19334" y="15861"/>
                  </a:lnTo>
                  <a:lnTo>
                    <a:pt x="19376" y="15903"/>
                  </a:lnTo>
                  <a:lnTo>
                    <a:pt x="19439" y="15986"/>
                  </a:lnTo>
                  <a:lnTo>
                    <a:pt x="19481" y="16007"/>
                  </a:lnTo>
                  <a:lnTo>
                    <a:pt x="19564" y="16007"/>
                  </a:lnTo>
                  <a:lnTo>
                    <a:pt x="19648" y="15966"/>
                  </a:lnTo>
                  <a:lnTo>
                    <a:pt x="19732" y="15986"/>
                  </a:lnTo>
                  <a:lnTo>
                    <a:pt x="19794" y="16028"/>
                  </a:lnTo>
                  <a:lnTo>
                    <a:pt x="19899" y="16070"/>
                  </a:lnTo>
                  <a:lnTo>
                    <a:pt x="20046" y="16175"/>
                  </a:lnTo>
                  <a:lnTo>
                    <a:pt x="20046" y="16238"/>
                  </a:lnTo>
                  <a:lnTo>
                    <a:pt x="20066" y="16321"/>
                  </a:lnTo>
                  <a:lnTo>
                    <a:pt x="20108" y="16384"/>
                  </a:lnTo>
                  <a:lnTo>
                    <a:pt x="20150" y="16447"/>
                  </a:lnTo>
                  <a:lnTo>
                    <a:pt x="20192" y="16489"/>
                  </a:lnTo>
                  <a:lnTo>
                    <a:pt x="20318" y="16405"/>
                  </a:lnTo>
                  <a:lnTo>
                    <a:pt x="20422" y="16238"/>
                  </a:lnTo>
                  <a:lnTo>
                    <a:pt x="20485" y="16133"/>
                  </a:lnTo>
                  <a:lnTo>
                    <a:pt x="20422" y="16091"/>
                  </a:lnTo>
                  <a:lnTo>
                    <a:pt x="20401" y="15986"/>
                  </a:lnTo>
                  <a:lnTo>
                    <a:pt x="20464" y="15924"/>
                  </a:lnTo>
                  <a:lnTo>
                    <a:pt x="20464" y="15882"/>
                  </a:lnTo>
                  <a:lnTo>
                    <a:pt x="20359" y="15861"/>
                  </a:lnTo>
                  <a:lnTo>
                    <a:pt x="20276" y="15903"/>
                  </a:lnTo>
                  <a:lnTo>
                    <a:pt x="20255" y="15966"/>
                  </a:lnTo>
                  <a:lnTo>
                    <a:pt x="20108" y="15882"/>
                  </a:lnTo>
                  <a:lnTo>
                    <a:pt x="20046" y="15777"/>
                  </a:lnTo>
                  <a:lnTo>
                    <a:pt x="19899" y="15756"/>
                  </a:lnTo>
                  <a:lnTo>
                    <a:pt x="19857" y="15777"/>
                  </a:lnTo>
                  <a:lnTo>
                    <a:pt x="19794" y="15714"/>
                  </a:lnTo>
                  <a:lnTo>
                    <a:pt x="19794" y="15673"/>
                  </a:lnTo>
                  <a:lnTo>
                    <a:pt x="19857" y="15673"/>
                  </a:lnTo>
                  <a:lnTo>
                    <a:pt x="19899" y="15589"/>
                  </a:lnTo>
                  <a:lnTo>
                    <a:pt x="19941" y="15401"/>
                  </a:lnTo>
                  <a:lnTo>
                    <a:pt x="19962" y="15380"/>
                  </a:lnTo>
                  <a:lnTo>
                    <a:pt x="19962" y="15296"/>
                  </a:lnTo>
                  <a:lnTo>
                    <a:pt x="19836" y="15254"/>
                  </a:lnTo>
                  <a:lnTo>
                    <a:pt x="19774" y="15254"/>
                  </a:lnTo>
                  <a:lnTo>
                    <a:pt x="19669" y="15359"/>
                  </a:lnTo>
                  <a:lnTo>
                    <a:pt x="19564" y="15380"/>
                  </a:lnTo>
                  <a:lnTo>
                    <a:pt x="19460" y="15359"/>
                  </a:lnTo>
                  <a:lnTo>
                    <a:pt x="19439" y="15296"/>
                  </a:lnTo>
                  <a:lnTo>
                    <a:pt x="19418" y="15191"/>
                  </a:lnTo>
                  <a:lnTo>
                    <a:pt x="19376" y="15149"/>
                  </a:lnTo>
                  <a:lnTo>
                    <a:pt x="19376" y="15066"/>
                  </a:lnTo>
                  <a:lnTo>
                    <a:pt x="19460" y="15129"/>
                  </a:lnTo>
                  <a:lnTo>
                    <a:pt x="19481" y="15170"/>
                  </a:lnTo>
                  <a:lnTo>
                    <a:pt x="19460" y="15233"/>
                  </a:lnTo>
                  <a:lnTo>
                    <a:pt x="19481" y="15296"/>
                  </a:lnTo>
                  <a:lnTo>
                    <a:pt x="19564" y="15359"/>
                  </a:lnTo>
                  <a:lnTo>
                    <a:pt x="19648" y="15359"/>
                  </a:lnTo>
                  <a:lnTo>
                    <a:pt x="19753" y="15254"/>
                  </a:lnTo>
                  <a:lnTo>
                    <a:pt x="19836" y="15233"/>
                  </a:lnTo>
                  <a:lnTo>
                    <a:pt x="19941" y="15233"/>
                  </a:lnTo>
                  <a:lnTo>
                    <a:pt x="19983" y="15275"/>
                  </a:lnTo>
                  <a:lnTo>
                    <a:pt x="20046" y="15275"/>
                  </a:lnTo>
                  <a:lnTo>
                    <a:pt x="20066" y="15233"/>
                  </a:lnTo>
                  <a:lnTo>
                    <a:pt x="20046" y="15170"/>
                  </a:lnTo>
                  <a:lnTo>
                    <a:pt x="19836" y="14961"/>
                  </a:lnTo>
                  <a:lnTo>
                    <a:pt x="19669" y="14836"/>
                  </a:lnTo>
                  <a:lnTo>
                    <a:pt x="19522" y="14836"/>
                  </a:lnTo>
                  <a:lnTo>
                    <a:pt x="19355" y="14752"/>
                  </a:lnTo>
                  <a:lnTo>
                    <a:pt x="19271" y="14647"/>
                  </a:lnTo>
                  <a:lnTo>
                    <a:pt x="19271" y="14564"/>
                  </a:lnTo>
                  <a:lnTo>
                    <a:pt x="19271" y="14522"/>
                  </a:lnTo>
                  <a:lnTo>
                    <a:pt x="19334" y="14564"/>
                  </a:lnTo>
                  <a:lnTo>
                    <a:pt x="19376" y="14668"/>
                  </a:lnTo>
                  <a:lnTo>
                    <a:pt x="19460" y="14731"/>
                  </a:lnTo>
                  <a:lnTo>
                    <a:pt x="19585" y="14731"/>
                  </a:lnTo>
                  <a:lnTo>
                    <a:pt x="19627" y="14668"/>
                  </a:lnTo>
                  <a:lnTo>
                    <a:pt x="19627" y="14626"/>
                  </a:lnTo>
                  <a:lnTo>
                    <a:pt x="19522" y="14522"/>
                  </a:lnTo>
                  <a:lnTo>
                    <a:pt x="19481" y="14459"/>
                  </a:lnTo>
                  <a:lnTo>
                    <a:pt x="19481" y="14438"/>
                  </a:lnTo>
                  <a:lnTo>
                    <a:pt x="19522" y="14438"/>
                  </a:lnTo>
                  <a:lnTo>
                    <a:pt x="19564" y="14459"/>
                  </a:lnTo>
                  <a:lnTo>
                    <a:pt x="19690" y="14626"/>
                  </a:lnTo>
                  <a:lnTo>
                    <a:pt x="19753" y="14731"/>
                  </a:lnTo>
                  <a:lnTo>
                    <a:pt x="19753" y="14773"/>
                  </a:lnTo>
                  <a:lnTo>
                    <a:pt x="19857" y="14857"/>
                  </a:lnTo>
                  <a:lnTo>
                    <a:pt x="19962" y="14940"/>
                  </a:lnTo>
                  <a:lnTo>
                    <a:pt x="20087" y="15087"/>
                  </a:lnTo>
                  <a:lnTo>
                    <a:pt x="20171" y="15129"/>
                  </a:lnTo>
                  <a:lnTo>
                    <a:pt x="20213" y="15087"/>
                  </a:lnTo>
                  <a:lnTo>
                    <a:pt x="20276" y="15129"/>
                  </a:lnTo>
                  <a:lnTo>
                    <a:pt x="20297" y="15170"/>
                  </a:lnTo>
                  <a:lnTo>
                    <a:pt x="20213" y="15233"/>
                  </a:lnTo>
                  <a:lnTo>
                    <a:pt x="20276" y="15296"/>
                  </a:lnTo>
                  <a:lnTo>
                    <a:pt x="20318" y="15359"/>
                  </a:lnTo>
                  <a:lnTo>
                    <a:pt x="20380" y="15359"/>
                  </a:lnTo>
                  <a:lnTo>
                    <a:pt x="20422" y="15275"/>
                  </a:lnTo>
                  <a:lnTo>
                    <a:pt x="20485" y="15087"/>
                  </a:lnTo>
                  <a:lnTo>
                    <a:pt x="20506" y="15045"/>
                  </a:lnTo>
                  <a:lnTo>
                    <a:pt x="20527" y="14982"/>
                  </a:lnTo>
                  <a:lnTo>
                    <a:pt x="20506" y="14877"/>
                  </a:lnTo>
                  <a:lnTo>
                    <a:pt x="20506" y="14836"/>
                  </a:lnTo>
                  <a:lnTo>
                    <a:pt x="20506" y="14710"/>
                  </a:lnTo>
                  <a:lnTo>
                    <a:pt x="20464" y="14626"/>
                  </a:lnTo>
                  <a:lnTo>
                    <a:pt x="20464" y="14564"/>
                  </a:lnTo>
                  <a:lnTo>
                    <a:pt x="20464" y="14543"/>
                  </a:lnTo>
                  <a:lnTo>
                    <a:pt x="20506" y="14564"/>
                  </a:lnTo>
                  <a:lnTo>
                    <a:pt x="20590" y="14605"/>
                  </a:lnTo>
                  <a:lnTo>
                    <a:pt x="20610" y="14605"/>
                  </a:lnTo>
                  <a:lnTo>
                    <a:pt x="20590" y="14543"/>
                  </a:lnTo>
                  <a:lnTo>
                    <a:pt x="20506" y="14459"/>
                  </a:lnTo>
                  <a:lnTo>
                    <a:pt x="20464" y="14354"/>
                  </a:lnTo>
                  <a:lnTo>
                    <a:pt x="20401" y="14313"/>
                  </a:lnTo>
                  <a:lnTo>
                    <a:pt x="20318" y="14292"/>
                  </a:lnTo>
                  <a:lnTo>
                    <a:pt x="19962" y="14292"/>
                  </a:lnTo>
                  <a:lnTo>
                    <a:pt x="19920" y="14208"/>
                  </a:lnTo>
                  <a:lnTo>
                    <a:pt x="19836" y="14145"/>
                  </a:lnTo>
                  <a:lnTo>
                    <a:pt x="19648" y="14145"/>
                  </a:lnTo>
                  <a:lnTo>
                    <a:pt x="19564" y="14187"/>
                  </a:lnTo>
                  <a:lnTo>
                    <a:pt x="19502" y="14187"/>
                  </a:lnTo>
                  <a:lnTo>
                    <a:pt x="19460" y="14124"/>
                  </a:lnTo>
                  <a:lnTo>
                    <a:pt x="19439" y="14103"/>
                  </a:lnTo>
                  <a:lnTo>
                    <a:pt x="19460" y="14041"/>
                  </a:lnTo>
                  <a:lnTo>
                    <a:pt x="19502" y="14103"/>
                  </a:lnTo>
                  <a:lnTo>
                    <a:pt x="19543" y="14124"/>
                  </a:lnTo>
                  <a:lnTo>
                    <a:pt x="19669" y="14103"/>
                  </a:lnTo>
                  <a:lnTo>
                    <a:pt x="19836" y="14082"/>
                  </a:lnTo>
                  <a:lnTo>
                    <a:pt x="19878" y="14124"/>
                  </a:lnTo>
                  <a:lnTo>
                    <a:pt x="19941" y="14103"/>
                  </a:lnTo>
                  <a:lnTo>
                    <a:pt x="20025" y="14082"/>
                  </a:lnTo>
                  <a:lnTo>
                    <a:pt x="20087" y="14103"/>
                  </a:lnTo>
                  <a:lnTo>
                    <a:pt x="20150" y="14124"/>
                  </a:lnTo>
                  <a:lnTo>
                    <a:pt x="20192" y="14103"/>
                  </a:lnTo>
                  <a:lnTo>
                    <a:pt x="20234" y="14082"/>
                  </a:lnTo>
                  <a:lnTo>
                    <a:pt x="20234" y="14020"/>
                  </a:lnTo>
                  <a:lnTo>
                    <a:pt x="20234" y="13915"/>
                  </a:lnTo>
                  <a:lnTo>
                    <a:pt x="20234" y="13873"/>
                  </a:lnTo>
                  <a:lnTo>
                    <a:pt x="20171" y="13831"/>
                  </a:lnTo>
                  <a:lnTo>
                    <a:pt x="20129" y="13873"/>
                  </a:lnTo>
                  <a:lnTo>
                    <a:pt x="20066" y="13894"/>
                  </a:lnTo>
                  <a:lnTo>
                    <a:pt x="19983" y="13873"/>
                  </a:lnTo>
                  <a:lnTo>
                    <a:pt x="19857" y="13873"/>
                  </a:lnTo>
                  <a:lnTo>
                    <a:pt x="19815" y="13810"/>
                  </a:lnTo>
                  <a:lnTo>
                    <a:pt x="19711" y="13706"/>
                  </a:lnTo>
                  <a:lnTo>
                    <a:pt x="19606" y="13727"/>
                  </a:lnTo>
                  <a:lnTo>
                    <a:pt x="19564" y="13789"/>
                  </a:lnTo>
                  <a:lnTo>
                    <a:pt x="19543" y="13789"/>
                  </a:lnTo>
                  <a:lnTo>
                    <a:pt x="19543" y="13685"/>
                  </a:lnTo>
                  <a:lnTo>
                    <a:pt x="19543" y="13601"/>
                  </a:lnTo>
                  <a:lnTo>
                    <a:pt x="19522" y="13538"/>
                  </a:lnTo>
                  <a:lnTo>
                    <a:pt x="19313" y="13538"/>
                  </a:lnTo>
                  <a:lnTo>
                    <a:pt x="19229" y="13497"/>
                  </a:lnTo>
                  <a:lnTo>
                    <a:pt x="19250" y="13455"/>
                  </a:lnTo>
                  <a:lnTo>
                    <a:pt x="19313" y="13455"/>
                  </a:lnTo>
                  <a:lnTo>
                    <a:pt x="19418" y="13476"/>
                  </a:lnTo>
                  <a:lnTo>
                    <a:pt x="19460" y="13455"/>
                  </a:lnTo>
                  <a:lnTo>
                    <a:pt x="19460" y="13392"/>
                  </a:lnTo>
                  <a:lnTo>
                    <a:pt x="19439" y="13371"/>
                  </a:lnTo>
                  <a:lnTo>
                    <a:pt x="19481" y="13308"/>
                  </a:lnTo>
                  <a:lnTo>
                    <a:pt x="19460" y="13266"/>
                  </a:lnTo>
                  <a:lnTo>
                    <a:pt x="19439" y="13204"/>
                  </a:lnTo>
                  <a:lnTo>
                    <a:pt x="19481" y="13162"/>
                  </a:lnTo>
                  <a:lnTo>
                    <a:pt x="19460" y="13078"/>
                  </a:lnTo>
                  <a:lnTo>
                    <a:pt x="19460" y="12994"/>
                  </a:lnTo>
                  <a:lnTo>
                    <a:pt x="19522" y="12973"/>
                  </a:lnTo>
                  <a:lnTo>
                    <a:pt x="19543" y="12994"/>
                  </a:lnTo>
                  <a:lnTo>
                    <a:pt x="19543" y="13078"/>
                  </a:lnTo>
                  <a:lnTo>
                    <a:pt x="19585" y="13141"/>
                  </a:lnTo>
                  <a:lnTo>
                    <a:pt x="19648" y="13162"/>
                  </a:lnTo>
                  <a:lnTo>
                    <a:pt x="19732" y="13078"/>
                  </a:lnTo>
                  <a:lnTo>
                    <a:pt x="19857" y="12953"/>
                  </a:lnTo>
                  <a:lnTo>
                    <a:pt x="19941" y="12932"/>
                  </a:lnTo>
                  <a:lnTo>
                    <a:pt x="19941" y="12890"/>
                  </a:lnTo>
                  <a:lnTo>
                    <a:pt x="19899" y="12869"/>
                  </a:lnTo>
                  <a:lnTo>
                    <a:pt x="19794" y="12848"/>
                  </a:lnTo>
                  <a:lnTo>
                    <a:pt x="19732" y="12848"/>
                  </a:lnTo>
                  <a:lnTo>
                    <a:pt x="19690" y="12827"/>
                  </a:lnTo>
                  <a:lnTo>
                    <a:pt x="19774" y="12785"/>
                  </a:lnTo>
                  <a:lnTo>
                    <a:pt x="19878" y="12785"/>
                  </a:lnTo>
                  <a:lnTo>
                    <a:pt x="19941" y="12827"/>
                  </a:lnTo>
                  <a:lnTo>
                    <a:pt x="19983" y="12827"/>
                  </a:lnTo>
                  <a:lnTo>
                    <a:pt x="19983" y="12764"/>
                  </a:lnTo>
                  <a:lnTo>
                    <a:pt x="19962" y="12743"/>
                  </a:lnTo>
                  <a:lnTo>
                    <a:pt x="20046" y="12722"/>
                  </a:lnTo>
                  <a:lnTo>
                    <a:pt x="20150" y="12722"/>
                  </a:lnTo>
                  <a:lnTo>
                    <a:pt x="20213" y="12785"/>
                  </a:lnTo>
                  <a:lnTo>
                    <a:pt x="20276" y="12827"/>
                  </a:lnTo>
                  <a:lnTo>
                    <a:pt x="20318" y="12785"/>
                  </a:lnTo>
                  <a:lnTo>
                    <a:pt x="20380" y="12827"/>
                  </a:lnTo>
                  <a:lnTo>
                    <a:pt x="20422" y="12890"/>
                  </a:lnTo>
                  <a:lnTo>
                    <a:pt x="20401" y="12973"/>
                  </a:lnTo>
                  <a:lnTo>
                    <a:pt x="20422" y="13036"/>
                  </a:lnTo>
                  <a:lnTo>
                    <a:pt x="20506" y="13057"/>
                  </a:lnTo>
                  <a:lnTo>
                    <a:pt x="20527" y="13036"/>
                  </a:lnTo>
                  <a:lnTo>
                    <a:pt x="20590" y="13057"/>
                  </a:lnTo>
                  <a:lnTo>
                    <a:pt x="20631" y="13141"/>
                  </a:lnTo>
                  <a:lnTo>
                    <a:pt x="20778" y="13183"/>
                  </a:lnTo>
                  <a:lnTo>
                    <a:pt x="20820" y="13266"/>
                  </a:lnTo>
                  <a:lnTo>
                    <a:pt x="20841" y="13287"/>
                  </a:lnTo>
                  <a:lnTo>
                    <a:pt x="20882" y="13245"/>
                  </a:lnTo>
                  <a:lnTo>
                    <a:pt x="20903" y="13141"/>
                  </a:lnTo>
                  <a:lnTo>
                    <a:pt x="20945" y="13057"/>
                  </a:lnTo>
                  <a:lnTo>
                    <a:pt x="21008" y="12890"/>
                  </a:lnTo>
                  <a:lnTo>
                    <a:pt x="21008" y="12848"/>
                  </a:lnTo>
                  <a:lnTo>
                    <a:pt x="21029" y="12722"/>
                  </a:lnTo>
                  <a:lnTo>
                    <a:pt x="21050" y="12555"/>
                  </a:lnTo>
                  <a:lnTo>
                    <a:pt x="21092" y="12513"/>
                  </a:lnTo>
                  <a:lnTo>
                    <a:pt x="21092" y="12429"/>
                  </a:lnTo>
                  <a:lnTo>
                    <a:pt x="21050" y="12346"/>
                  </a:lnTo>
                  <a:lnTo>
                    <a:pt x="20987" y="12304"/>
                  </a:lnTo>
                  <a:lnTo>
                    <a:pt x="20924" y="12241"/>
                  </a:lnTo>
                  <a:lnTo>
                    <a:pt x="20882" y="12241"/>
                  </a:lnTo>
                  <a:lnTo>
                    <a:pt x="20841" y="12199"/>
                  </a:lnTo>
                  <a:lnTo>
                    <a:pt x="20841" y="12136"/>
                  </a:lnTo>
                  <a:lnTo>
                    <a:pt x="20757" y="12136"/>
                  </a:lnTo>
                  <a:lnTo>
                    <a:pt x="20694" y="12220"/>
                  </a:lnTo>
                  <a:lnTo>
                    <a:pt x="20590" y="12325"/>
                  </a:lnTo>
                  <a:lnTo>
                    <a:pt x="20506" y="12346"/>
                  </a:lnTo>
                  <a:lnTo>
                    <a:pt x="20464" y="12304"/>
                  </a:lnTo>
                  <a:lnTo>
                    <a:pt x="20485" y="12241"/>
                  </a:lnTo>
                  <a:lnTo>
                    <a:pt x="20485" y="12157"/>
                  </a:lnTo>
                  <a:lnTo>
                    <a:pt x="20485" y="12136"/>
                  </a:lnTo>
                  <a:lnTo>
                    <a:pt x="20380" y="12116"/>
                  </a:lnTo>
                  <a:lnTo>
                    <a:pt x="20297" y="12116"/>
                  </a:lnTo>
                  <a:lnTo>
                    <a:pt x="20276" y="12053"/>
                  </a:lnTo>
                  <a:lnTo>
                    <a:pt x="20338" y="12032"/>
                  </a:lnTo>
                  <a:lnTo>
                    <a:pt x="20338" y="12011"/>
                  </a:lnTo>
                  <a:lnTo>
                    <a:pt x="20255" y="11948"/>
                  </a:lnTo>
                  <a:lnTo>
                    <a:pt x="20213" y="11906"/>
                  </a:lnTo>
                  <a:lnTo>
                    <a:pt x="20255" y="11885"/>
                  </a:lnTo>
                  <a:lnTo>
                    <a:pt x="20276" y="11906"/>
                  </a:lnTo>
                  <a:lnTo>
                    <a:pt x="20359" y="11927"/>
                  </a:lnTo>
                  <a:lnTo>
                    <a:pt x="20359" y="11885"/>
                  </a:lnTo>
                  <a:lnTo>
                    <a:pt x="20297" y="11802"/>
                  </a:lnTo>
                  <a:lnTo>
                    <a:pt x="20276" y="11718"/>
                  </a:lnTo>
                  <a:lnTo>
                    <a:pt x="20297" y="11676"/>
                  </a:lnTo>
                  <a:lnTo>
                    <a:pt x="20359" y="11634"/>
                  </a:lnTo>
                  <a:lnTo>
                    <a:pt x="20380" y="11676"/>
                  </a:lnTo>
                  <a:lnTo>
                    <a:pt x="20443" y="11697"/>
                  </a:lnTo>
                  <a:lnTo>
                    <a:pt x="20464" y="11739"/>
                  </a:lnTo>
                  <a:lnTo>
                    <a:pt x="20590" y="11885"/>
                  </a:lnTo>
                  <a:lnTo>
                    <a:pt x="20673" y="11927"/>
                  </a:lnTo>
                  <a:lnTo>
                    <a:pt x="20757" y="11906"/>
                  </a:lnTo>
                  <a:lnTo>
                    <a:pt x="20799" y="11844"/>
                  </a:lnTo>
                  <a:lnTo>
                    <a:pt x="20757" y="11718"/>
                  </a:lnTo>
                  <a:lnTo>
                    <a:pt x="20652" y="11613"/>
                  </a:lnTo>
                  <a:lnTo>
                    <a:pt x="20569" y="11572"/>
                  </a:lnTo>
                  <a:lnTo>
                    <a:pt x="20464" y="11530"/>
                  </a:lnTo>
                  <a:lnTo>
                    <a:pt x="20443" y="11404"/>
                  </a:lnTo>
                  <a:lnTo>
                    <a:pt x="20380" y="11320"/>
                  </a:lnTo>
                  <a:lnTo>
                    <a:pt x="20338" y="11258"/>
                  </a:lnTo>
                  <a:lnTo>
                    <a:pt x="20255" y="11216"/>
                  </a:lnTo>
                  <a:lnTo>
                    <a:pt x="20171" y="11174"/>
                  </a:lnTo>
                  <a:lnTo>
                    <a:pt x="20171" y="11111"/>
                  </a:lnTo>
                  <a:lnTo>
                    <a:pt x="20234" y="11069"/>
                  </a:lnTo>
                  <a:lnTo>
                    <a:pt x="20234" y="11007"/>
                  </a:lnTo>
                  <a:lnTo>
                    <a:pt x="20192" y="10986"/>
                  </a:lnTo>
                  <a:lnTo>
                    <a:pt x="20192" y="10944"/>
                  </a:lnTo>
                  <a:lnTo>
                    <a:pt x="20255" y="10881"/>
                  </a:lnTo>
                  <a:lnTo>
                    <a:pt x="20297" y="10881"/>
                  </a:lnTo>
                  <a:lnTo>
                    <a:pt x="20359" y="10860"/>
                  </a:lnTo>
                  <a:lnTo>
                    <a:pt x="20443" y="10881"/>
                  </a:lnTo>
                  <a:lnTo>
                    <a:pt x="20485" y="10944"/>
                  </a:lnTo>
                  <a:lnTo>
                    <a:pt x="20401" y="10986"/>
                  </a:lnTo>
                  <a:lnTo>
                    <a:pt x="20464" y="10986"/>
                  </a:lnTo>
                  <a:lnTo>
                    <a:pt x="20548" y="11048"/>
                  </a:lnTo>
                  <a:lnTo>
                    <a:pt x="20548" y="11090"/>
                  </a:lnTo>
                  <a:lnTo>
                    <a:pt x="20569" y="11174"/>
                  </a:lnTo>
                  <a:lnTo>
                    <a:pt x="20652" y="11195"/>
                  </a:lnTo>
                  <a:lnTo>
                    <a:pt x="20757" y="11111"/>
                  </a:lnTo>
                  <a:lnTo>
                    <a:pt x="20799" y="10986"/>
                  </a:lnTo>
                  <a:lnTo>
                    <a:pt x="20820" y="10860"/>
                  </a:lnTo>
                  <a:lnTo>
                    <a:pt x="20882" y="10776"/>
                  </a:lnTo>
                  <a:lnTo>
                    <a:pt x="20903" y="10735"/>
                  </a:lnTo>
                  <a:lnTo>
                    <a:pt x="20882" y="10588"/>
                  </a:lnTo>
                  <a:lnTo>
                    <a:pt x="20966" y="10525"/>
                  </a:lnTo>
                  <a:lnTo>
                    <a:pt x="21029" y="10463"/>
                  </a:lnTo>
                  <a:lnTo>
                    <a:pt x="21071" y="10316"/>
                  </a:lnTo>
                  <a:lnTo>
                    <a:pt x="21029" y="10212"/>
                  </a:lnTo>
                  <a:lnTo>
                    <a:pt x="20987" y="10128"/>
                  </a:lnTo>
                  <a:lnTo>
                    <a:pt x="21029" y="9919"/>
                  </a:lnTo>
                  <a:lnTo>
                    <a:pt x="21092" y="9751"/>
                  </a:lnTo>
                  <a:lnTo>
                    <a:pt x="21092" y="9605"/>
                  </a:lnTo>
                  <a:lnTo>
                    <a:pt x="21175" y="9521"/>
                  </a:lnTo>
                  <a:lnTo>
                    <a:pt x="21175" y="9437"/>
                  </a:lnTo>
                  <a:lnTo>
                    <a:pt x="21196" y="9312"/>
                  </a:lnTo>
                  <a:lnTo>
                    <a:pt x="21196" y="9165"/>
                  </a:lnTo>
                  <a:lnTo>
                    <a:pt x="21280" y="9082"/>
                  </a:lnTo>
                  <a:lnTo>
                    <a:pt x="21343" y="8956"/>
                  </a:lnTo>
                  <a:lnTo>
                    <a:pt x="21531" y="8684"/>
                  </a:lnTo>
                  <a:lnTo>
                    <a:pt x="21615" y="8538"/>
                  </a:lnTo>
                  <a:lnTo>
                    <a:pt x="21761" y="8391"/>
                  </a:lnTo>
                  <a:lnTo>
                    <a:pt x="21824" y="8287"/>
                  </a:lnTo>
                  <a:lnTo>
                    <a:pt x="21908" y="8224"/>
                  </a:lnTo>
                  <a:lnTo>
                    <a:pt x="21950" y="8077"/>
                  </a:lnTo>
                  <a:lnTo>
                    <a:pt x="22075" y="7973"/>
                  </a:lnTo>
                  <a:lnTo>
                    <a:pt x="22117" y="7952"/>
                  </a:lnTo>
                  <a:lnTo>
                    <a:pt x="22075" y="7910"/>
                  </a:lnTo>
                  <a:lnTo>
                    <a:pt x="22012" y="7847"/>
                  </a:lnTo>
                  <a:lnTo>
                    <a:pt x="21908" y="7826"/>
                  </a:lnTo>
                  <a:lnTo>
                    <a:pt x="21845" y="7763"/>
                  </a:lnTo>
                  <a:lnTo>
                    <a:pt x="21803" y="7722"/>
                  </a:lnTo>
                  <a:lnTo>
                    <a:pt x="21719" y="7743"/>
                  </a:lnTo>
                  <a:lnTo>
                    <a:pt x="21552" y="7805"/>
                  </a:lnTo>
                  <a:lnTo>
                    <a:pt x="21406" y="7847"/>
                  </a:lnTo>
                  <a:lnTo>
                    <a:pt x="21280" y="7910"/>
                  </a:lnTo>
                  <a:lnTo>
                    <a:pt x="21196" y="8015"/>
                  </a:lnTo>
                  <a:lnTo>
                    <a:pt x="21092" y="8056"/>
                  </a:lnTo>
                  <a:lnTo>
                    <a:pt x="21071" y="8119"/>
                  </a:lnTo>
                  <a:lnTo>
                    <a:pt x="21008" y="8140"/>
                  </a:lnTo>
                  <a:lnTo>
                    <a:pt x="20903" y="8077"/>
                  </a:lnTo>
                  <a:lnTo>
                    <a:pt x="20862" y="8035"/>
                  </a:lnTo>
                  <a:lnTo>
                    <a:pt x="20862" y="7973"/>
                  </a:lnTo>
                  <a:lnTo>
                    <a:pt x="20924" y="7973"/>
                  </a:lnTo>
                  <a:lnTo>
                    <a:pt x="20987" y="7952"/>
                  </a:lnTo>
                  <a:lnTo>
                    <a:pt x="20987" y="7847"/>
                  </a:lnTo>
                  <a:lnTo>
                    <a:pt x="20966" y="7805"/>
                  </a:lnTo>
                  <a:lnTo>
                    <a:pt x="20882" y="7805"/>
                  </a:lnTo>
                  <a:lnTo>
                    <a:pt x="20820" y="7763"/>
                  </a:lnTo>
                  <a:lnTo>
                    <a:pt x="20903" y="7743"/>
                  </a:lnTo>
                  <a:lnTo>
                    <a:pt x="20966" y="7701"/>
                  </a:lnTo>
                  <a:lnTo>
                    <a:pt x="21071" y="7617"/>
                  </a:lnTo>
                  <a:lnTo>
                    <a:pt x="21134" y="7491"/>
                  </a:lnTo>
                  <a:lnTo>
                    <a:pt x="21238" y="7408"/>
                  </a:lnTo>
                  <a:lnTo>
                    <a:pt x="21322" y="7408"/>
                  </a:lnTo>
                  <a:lnTo>
                    <a:pt x="21447" y="7429"/>
                  </a:lnTo>
                  <a:lnTo>
                    <a:pt x="21698" y="7617"/>
                  </a:lnTo>
                  <a:lnTo>
                    <a:pt x="21761" y="7659"/>
                  </a:lnTo>
                  <a:lnTo>
                    <a:pt x="21970" y="7659"/>
                  </a:lnTo>
                  <a:lnTo>
                    <a:pt x="22075" y="7638"/>
                  </a:lnTo>
                  <a:lnTo>
                    <a:pt x="22180" y="7659"/>
                  </a:lnTo>
                  <a:lnTo>
                    <a:pt x="22389" y="7617"/>
                  </a:lnTo>
                  <a:lnTo>
                    <a:pt x="22494" y="7554"/>
                  </a:lnTo>
                  <a:lnTo>
                    <a:pt x="22494" y="7491"/>
                  </a:lnTo>
                  <a:lnTo>
                    <a:pt x="22473" y="7429"/>
                  </a:lnTo>
                  <a:lnTo>
                    <a:pt x="22515" y="7429"/>
                  </a:lnTo>
                  <a:lnTo>
                    <a:pt x="22598" y="7408"/>
                  </a:lnTo>
                  <a:lnTo>
                    <a:pt x="22682" y="7324"/>
                  </a:lnTo>
                  <a:lnTo>
                    <a:pt x="22682" y="7240"/>
                  </a:lnTo>
                  <a:lnTo>
                    <a:pt x="22640" y="7178"/>
                  </a:lnTo>
                  <a:lnTo>
                    <a:pt x="22535" y="7136"/>
                  </a:lnTo>
                  <a:lnTo>
                    <a:pt x="22473" y="7094"/>
                  </a:lnTo>
                  <a:lnTo>
                    <a:pt x="22431" y="7073"/>
                  </a:lnTo>
                  <a:lnTo>
                    <a:pt x="22347" y="7073"/>
                  </a:lnTo>
                  <a:lnTo>
                    <a:pt x="22263" y="7136"/>
                  </a:lnTo>
                  <a:lnTo>
                    <a:pt x="22222" y="7136"/>
                  </a:lnTo>
                  <a:lnTo>
                    <a:pt x="22138" y="7073"/>
                  </a:lnTo>
                  <a:lnTo>
                    <a:pt x="21908" y="7073"/>
                  </a:lnTo>
                  <a:lnTo>
                    <a:pt x="21761" y="7031"/>
                  </a:lnTo>
                  <a:lnTo>
                    <a:pt x="21657" y="6989"/>
                  </a:lnTo>
                  <a:lnTo>
                    <a:pt x="21594" y="6989"/>
                  </a:lnTo>
                  <a:lnTo>
                    <a:pt x="21510" y="7010"/>
                  </a:lnTo>
                  <a:lnTo>
                    <a:pt x="21196" y="7010"/>
                  </a:lnTo>
                  <a:lnTo>
                    <a:pt x="21092" y="6968"/>
                  </a:lnTo>
                  <a:lnTo>
                    <a:pt x="21196" y="6968"/>
                  </a:lnTo>
                  <a:lnTo>
                    <a:pt x="21301" y="6989"/>
                  </a:lnTo>
                  <a:lnTo>
                    <a:pt x="21406" y="6927"/>
                  </a:lnTo>
                  <a:lnTo>
                    <a:pt x="21531" y="6906"/>
                  </a:lnTo>
                  <a:lnTo>
                    <a:pt x="21636" y="6927"/>
                  </a:lnTo>
                  <a:lnTo>
                    <a:pt x="21740" y="6968"/>
                  </a:lnTo>
                  <a:lnTo>
                    <a:pt x="21782" y="6927"/>
                  </a:lnTo>
                  <a:lnTo>
                    <a:pt x="21845" y="6885"/>
                  </a:lnTo>
                  <a:lnTo>
                    <a:pt x="21950" y="6885"/>
                  </a:lnTo>
                  <a:lnTo>
                    <a:pt x="21991" y="6822"/>
                  </a:lnTo>
                  <a:lnTo>
                    <a:pt x="22054" y="6801"/>
                  </a:lnTo>
                  <a:lnTo>
                    <a:pt x="22138" y="6822"/>
                  </a:lnTo>
                  <a:lnTo>
                    <a:pt x="22180" y="6822"/>
                  </a:lnTo>
                  <a:lnTo>
                    <a:pt x="22201" y="6780"/>
                  </a:lnTo>
                  <a:lnTo>
                    <a:pt x="22242" y="6759"/>
                  </a:lnTo>
                  <a:lnTo>
                    <a:pt x="22284" y="6759"/>
                  </a:lnTo>
                  <a:lnTo>
                    <a:pt x="22305" y="6780"/>
                  </a:lnTo>
                  <a:lnTo>
                    <a:pt x="22368" y="6801"/>
                  </a:lnTo>
                  <a:lnTo>
                    <a:pt x="22410" y="6822"/>
                  </a:lnTo>
                  <a:lnTo>
                    <a:pt x="22515" y="6822"/>
                  </a:lnTo>
                  <a:lnTo>
                    <a:pt x="22619" y="6864"/>
                  </a:lnTo>
                  <a:lnTo>
                    <a:pt x="22703" y="6906"/>
                  </a:lnTo>
                  <a:lnTo>
                    <a:pt x="22891" y="6906"/>
                  </a:lnTo>
                  <a:lnTo>
                    <a:pt x="22996" y="6822"/>
                  </a:lnTo>
                  <a:lnTo>
                    <a:pt x="23184" y="6759"/>
                  </a:lnTo>
                  <a:lnTo>
                    <a:pt x="23331" y="6759"/>
                  </a:lnTo>
                  <a:lnTo>
                    <a:pt x="23351" y="6675"/>
                  </a:lnTo>
                  <a:lnTo>
                    <a:pt x="23351" y="6592"/>
                  </a:lnTo>
                  <a:lnTo>
                    <a:pt x="23310" y="6571"/>
                  </a:lnTo>
                  <a:lnTo>
                    <a:pt x="23247" y="6487"/>
                  </a:lnTo>
                  <a:lnTo>
                    <a:pt x="23247" y="6445"/>
                  </a:lnTo>
                  <a:lnTo>
                    <a:pt x="23226" y="6403"/>
                  </a:lnTo>
                  <a:lnTo>
                    <a:pt x="23226" y="6362"/>
                  </a:lnTo>
                  <a:lnTo>
                    <a:pt x="23289" y="6257"/>
                  </a:lnTo>
                  <a:lnTo>
                    <a:pt x="23351" y="6194"/>
                  </a:lnTo>
                  <a:lnTo>
                    <a:pt x="23414" y="6194"/>
                  </a:lnTo>
                  <a:lnTo>
                    <a:pt x="23561" y="6299"/>
                  </a:lnTo>
                  <a:lnTo>
                    <a:pt x="23644" y="6341"/>
                  </a:lnTo>
                  <a:lnTo>
                    <a:pt x="23707" y="6299"/>
                  </a:lnTo>
                  <a:lnTo>
                    <a:pt x="23749" y="6236"/>
                  </a:lnTo>
                  <a:lnTo>
                    <a:pt x="23854" y="6069"/>
                  </a:lnTo>
                  <a:lnTo>
                    <a:pt x="23958" y="5985"/>
                  </a:lnTo>
                  <a:lnTo>
                    <a:pt x="24042" y="5964"/>
                  </a:lnTo>
                  <a:lnTo>
                    <a:pt x="24063" y="5922"/>
                  </a:lnTo>
                  <a:lnTo>
                    <a:pt x="24167" y="5838"/>
                  </a:lnTo>
                  <a:lnTo>
                    <a:pt x="24272" y="5776"/>
                  </a:lnTo>
                  <a:lnTo>
                    <a:pt x="24335" y="5713"/>
                  </a:lnTo>
                  <a:lnTo>
                    <a:pt x="24335" y="5566"/>
                  </a:lnTo>
                  <a:lnTo>
                    <a:pt x="24272" y="5420"/>
                  </a:lnTo>
                  <a:lnTo>
                    <a:pt x="24188" y="5336"/>
                  </a:lnTo>
                  <a:lnTo>
                    <a:pt x="24167" y="5253"/>
                  </a:lnTo>
                  <a:lnTo>
                    <a:pt x="24021" y="5127"/>
                  </a:lnTo>
                  <a:lnTo>
                    <a:pt x="24021" y="5085"/>
                  </a:lnTo>
                  <a:lnTo>
                    <a:pt x="23958" y="5002"/>
                  </a:lnTo>
                  <a:lnTo>
                    <a:pt x="23854" y="4939"/>
                  </a:lnTo>
                  <a:lnTo>
                    <a:pt x="23812" y="4939"/>
                  </a:lnTo>
                  <a:lnTo>
                    <a:pt x="23728" y="4876"/>
                  </a:lnTo>
                  <a:lnTo>
                    <a:pt x="23623" y="4813"/>
                  </a:lnTo>
                  <a:lnTo>
                    <a:pt x="23498" y="4813"/>
                  </a:lnTo>
                  <a:lnTo>
                    <a:pt x="23331" y="4771"/>
                  </a:lnTo>
                  <a:lnTo>
                    <a:pt x="23184" y="4688"/>
                  </a:lnTo>
                  <a:lnTo>
                    <a:pt x="23038" y="4667"/>
                  </a:lnTo>
                  <a:lnTo>
                    <a:pt x="22975" y="4688"/>
                  </a:lnTo>
                  <a:lnTo>
                    <a:pt x="22828" y="4688"/>
                  </a:lnTo>
                  <a:lnTo>
                    <a:pt x="22682" y="4730"/>
                  </a:lnTo>
                  <a:lnTo>
                    <a:pt x="22619" y="4792"/>
                  </a:lnTo>
                  <a:lnTo>
                    <a:pt x="22515" y="4834"/>
                  </a:lnTo>
                  <a:lnTo>
                    <a:pt x="22410" y="4792"/>
                  </a:lnTo>
                  <a:lnTo>
                    <a:pt x="22389" y="4730"/>
                  </a:lnTo>
                  <a:lnTo>
                    <a:pt x="22347" y="4771"/>
                  </a:lnTo>
                  <a:lnTo>
                    <a:pt x="22305" y="4834"/>
                  </a:lnTo>
                  <a:lnTo>
                    <a:pt x="22347" y="4918"/>
                  </a:lnTo>
                  <a:lnTo>
                    <a:pt x="22347" y="5022"/>
                  </a:lnTo>
                  <a:lnTo>
                    <a:pt x="22284" y="5106"/>
                  </a:lnTo>
                  <a:lnTo>
                    <a:pt x="22242" y="5106"/>
                  </a:lnTo>
                  <a:lnTo>
                    <a:pt x="22242" y="5148"/>
                  </a:lnTo>
                  <a:lnTo>
                    <a:pt x="22263" y="5211"/>
                  </a:lnTo>
                  <a:lnTo>
                    <a:pt x="22242" y="5294"/>
                  </a:lnTo>
                  <a:lnTo>
                    <a:pt x="22138" y="5336"/>
                  </a:lnTo>
                  <a:lnTo>
                    <a:pt x="22033" y="5336"/>
                  </a:lnTo>
                  <a:lnTo>
                    <a:pt x="21970" y="5253"/>
                  </a:lnTo>
                  <a:lnTo>
                    <a:pt x="21970" y="5190"/>
                  </a:lnTo>
                  <a:lnTo>
                    <a:pt x="21929" y="5148"/>
                  </a:lnTo>
                  <a:lnTo>
                    <a:pt x="21866" y="5211"/>
                  </a:lnTo>
                  <a:lnTo>
                    <a:pt x="21866" y="5315"/>
                  </a:lnTo>
                  <a:lnTo>
                    <a:pt x="21887" y="5336"/>
                  </a:lnTo>
                  <a:lnTo>
                    <a:pt x="21845" y="5420"/>
                  </a:lnTo>
                  <a:lnTo>
                    <a:pt x="21824" y="5525"/>
                  </a:lnTo>
                  <a:lnTo>
                    <a:pt x="21782" y="5566"/>
                  </a:lnTo>
                  <a:lnTo>
                    <a:pt x="21782" y="5504"/>
                  </a:lnTo>
                  <a:lnTo>
                    <a:pt x="21824" y="5441"/>
                  </a:lnTo>
                  <a:lnTo>
                    <a:pt x="21782" y="5315"/>
                  </a:lnTo>
                  <a:lnTo>
                    <a:pt x="21740" y="5232"/>
                  </a:lnTo>
                  <a:lnTo>
                    <a:pt x="21761" y="5148"/>
                  </a:lnTo>
                  <a:lnTo>
                    <a:pt x="21761" y="5064"/>
                  </a:lnTo>
                  <a:lnTo>
                    <a:pt x="21719" y="5002"/>
                  </a:lnTo>
                  <a:lnTo>
                    <a:pt x="21719" y="4918"/>
                  </a:lnTo>
                  <a:lnTo>
                    <a:pt x="21657" y="4939"/>
                  </a:lnTo>
                  <a:lnTo>
                    <a:pt x="21636" y="5002"/>
                  </a:lnTo>
                  <a:lnTo>
                    <a:pt x="21552" y="5064"/>
                  </a:lnTo>
                  <a:lnTo>
                    <a:pt x="21552" y="5148"/>
                  </a:lnTo>
                  <a:lnTo>
                    <a:pt x="21531" y="5253"/>
                  </a:lnTo>
                  <a:lnTo>
                    <a:pt x="21364" y="5420"/>
                  </a:lnTo>
                  <a:lnTo>
                    <a:pt x="21301" y="5483"/>
                  </a:lnTo>
                  <a:lnTo>
                    <a:pt x="21217" y="5483"/>
                  </a:lnTo>
                  <a:lnTo>
                    <a:pt x="21154" y="5546"/>
                  </a:lnTo>
                  <a:lnTo>
                    <a:pt x="21050" y="5629"/>
                  </a:lnTo>
                  <a:lnTo>
                    <a:pt x="20945" y="5629"/>
                  </a:lnTo>
                  <a:lnTo>
                    <a:pt x="20841" y="5734"/>
                  </a:lnTo>
                  <a:lnTo>
                    <a:pt x="20694" y="5818"/>
                  </a:lnTo>
                  <a:lnTo>
                    <a:pt x="20422" y="5818"/>
                  </a:lnTo>
                  <a:lnTo>
                    <a:pt x="20422" y="5859"/>
                  </a:lnTo>
                  <a:lnTo>
                    <a:pt x="20359" y="5901"/>
                  </a:lnTo>
                  <a:lnTo>
                    <a:pt x="20255" y="5901"/>
                  </a:lnTo>
                  <a:lnTo>
                    <a:pt x="20171" y="5880"/>
                  </a:lnTo>
                  <a:lnTo>
                    <a:pt x="20087" y="5943"/>
                  </a:lnTo>
                  <a:lnTo>
                    <a:pt x="19711" y="6131"/>
                  </a:lnTo>
                  <a:lnTo>
                    <a:pt x="19522" y="6278"/>
                  </a:lnTo>
                  <a:lnTo>
                    <a:pt x="19502" y="6382"/>
                  </a:lnTo>
                  <a:lnTo>
                    <a:pt x="19439" y="6403"/>
                  </a:lnTo>
                  <a:lnTo>
                    <a:pt x="19229" y="6571"/>
                  </a:lnTo>
                  <a:lnTo>
                    <a:pt x="19125" y="6675"/>
                  </a:lnTo>
                  <a:lnTo>
                    <a:pt x="19104" y="6613"/>
                  </a:lnTo>
                  <a:lnTo>
                    <a:pt x="19083" y="6613"/>
                  </a:lnTo>
                  <a:lnTo>
                    <a:pt x="18978" y="6696"/>
                  </a:lnTo>
                  <a:lnTo>
                    <a:pt x="18895" y="6822"/>
                  </a:lnTo>
                  <a:lnTo>
                    <a:pt x="18790" y="6968"/>
                  </a:lnTo>
                  <a:lnTo>
                    <a:pt x="18769" y="7031"/>
                  </a:lnTo>
                  <a:lnTo>
                    <a:pt x="18727" y="7094"/>
                  </a:lnTo>
                  <a:lnTo>
                    <a:pt x="18706" y="7031"/>
                  </a:lnTo>
                  <a:lnTo>
                    <a:pt x="18748" y="6906"/>
                  </a:lnTo>
                  <a:lnTo>
                    <a:pt x="18748" y="6801"/>
                  </a:lnTo>
                  <a:lnTo>
                    <a:pt x="18748" y="6696"/>
                  </a:lnTo>
                  <a:lnTo>
                    <a:pt x="18853" y="6696"/>
                  </a:lnTo>
                  <a:lnTo>
                    <a:pt x="18895" y="6654"/>
                  </a:lnTo>
                  <a:lnTo>
                    <a:pt x="19020" y="6550"/>
                  </a:lnTo>
                  <a:lnTo>
                    <a:pt x="19104" y="6508"/>
                  </a:lnTo>
                  <a:lnTo>
                    <a:pt x="19209" y="6403"/>
                  </a:lnTo>
                  <a:lnTo>
                    <a:pt x="19355" y="6278"/>
                  </a:lnTo>
                  <a:lnTo>
                    <a:pt x="19418" y="6194"/>
                  </a:lnTo>
                  <a:lnTo>
                    <a:pt x="19522" y="6152"/>
                  </a:lnTo>
                  <a:lnTo>
                    <a:pt x="19627" y="5985"/>
                  </a:lnTo>
                  <a:lnTo>
                    <a:pt x="19669" y="5922"/>
                  </a:lnTo>
                  <a:lnTo>
                    <a:pt x="19648" y="5838"/>
                  </a:lnTo>
                  <a:lnTo>
                    <a:pt x="19669" y="5776"/>
                  </a:lnTo>
                  <a:lnTo>
                    <a:pt x="19690" y="5818"/>
                  </a:lnTo>
                  <a:lnTo>
                    <a:pt x="19753" y="5838"/>
                  </a:lnTo>
                  <a:lnTo>
                    <a:pt x="19836" y="5755"/>
                  </a:lnTo>
                  <a:lnTo>
                    <a:pt x="19941" y="5713"/>
                  </a:lnTo>
                  <a:lnTo>
                    <a:pt x="19941" y="5629"/>
                  </a:lnTo>
                  <a:lnTo>
                    <a:pt x="20004" y="5504"/>
                  </a:lnTo>
                  <a:lnTo>
                    <a:pt x="20066" y="5462"/>
                  </a:lnTo>
                  <a:lnTo>
                    <a:pt x="20150" y="5504"/>
                  </a:lnTo>
                  <a:lnTo>
                    <a:pt x="20213" y="5420"/>
                  </a:lnTo>
                  <a:lnTo>
                    <a:pt x="20297" y="5399"/>
                  </a:lnTo>
                  <a:lnTo>
                    <a:pt x="20318" y="5420"/>
                  </a:lnTo>
                  <a:lnTo>
                    <a:pt x="20401" y="5420"/>
                  </a:lnTo>
                  <a:lnTo>
                    <a:pt x="20715" y="5127"/>
                  </a:lnTo>
                  <a:lnTo>
                    <a:pt x="20778" y="5022"/>
                  </a:lnTo>
                  <a:lnTo>
                    <a:pt x="20799" y="4897"/>
                  </a:lnTo>
                  <a:lnTo>
                    <a:pt x="20882" y="4709"/>
                  </a:lnTo>
                  <a:lnTo>
                    <a:pt x="20987" y="4583"/>
                  </a:lnTo>
                  <a:lnTo>
                    <a:pt x="20987" y="4458"/>
                  </a:lnTo>
                  <a:lnTo>
                    <a:pt x="20987" y="4269"/>
                  </a:lnTo>
                  <a:lnTo>
                    <a:pt x="20945" y="4165"/>
                  </a:lnTo>
                  <a:lnTo>
                    <a:pt x="20882" y="4144"/>
                  </a:lnTo>
                  <a:lnTo>
                    <a:pt x="20736" y="4165"/>
                  </a:lnTo>
                  <a:lnTo>
                    <a:pt x="20590" y="4165"/>
                  </a:lnTo>
                  <a:lnTo>
                    <a:pt x="20464" y="4102"/>
                  </a:lnTo>
                  <a:lnTo>
                    <a:pt x="20318" y="4102"/>
                  </a:lnTo>
                  <a:lnTo>
                    <a:pt x="20255" y="4165"/>
                  </a:lnTo>
                  <a:lnTo>
                    <a:pt x="20213" y="4248"/>
                  </a:lnTo>
                  <a:lnTo>
                    <a:pt x="20255" y="4290"/>
                  </a:lnTo>
                  <a:lnTo>
                    <a:pt x="20213" y="4353"/>
                  </a:lnTo>
                  <a:lnTo>
                    <a:pt x="20213" y="4499"/>
                  </a:lnTo>
                  <a:lnTo>
                    <a:pt x="20171" y="4646"/>
                  </a:lnTo>
                  <a:lnTo>
                    <a:pt x="20066" y="4792"/>
                  </a:lnTo>
                  <a:lnTo>
                    <a:pt x="20004" y="4730"/>
                  </a:lnTo>
                  <a:lnTo>
                    <a:pt x="19941" y="4709"/>
                  </a:lnTo>
                  <a:lnTo>
                    <a:pt x="19899" y="4709"/>
                  </a:lnTo>
                  <a:lnTo>
                    <a:pt x="19857" y="4771"/>
                  </a:lnTo>
                  <a:lnTo>
                    <a:pt x="19794" y="4792"/>
                  </a:lnTo>
                  <a:lnTo>
                    <a:pt x="19732" y="4730"/>
                  </a:lnTo>
                  <a:lnTo>
                    <a:pt x="19669" y="4730"/>
                  </a:lnTo>
                  <a:cubicBezTo>
                    <a:pt x="19669" y="4730"/>
                    <a:pt x="19481" y="4688"/>
                    <a:pt x="19481" y="4646"/>
                  </a:cubicBezTo>
                  <a:lnTo>
                    <a:pt x="19271" y="4646"/>
                  </a:lnTo>
                  <a:lnTo>
                    <a:pt x="19167" y="4709"/>
                  </a:lnTo>
                  <a:lnTo>
                    <a:pt x="19020" y="4730"/>
                  </a:lnTo>
                  <a:lnTo>
                    <a:pt x="18895" y="4792"/>
                  </a:lnTo>
                  <a:lnTo>
                    <a:pt x="18832" y="4750"/>
                  </a:lnTo>
                  <a:lnTo>
                    <a:pt x="18832" y="4709"/>
                  </a:lnTo>
                  <a:lnTo>
                    <a:pt x="18853" y="4625"/>
                  </a:lnTo>
                  <a:lnTo>
                    <a:pt x="18853" y="4541"/>
                  </a:lnTo>
                  <a:lnTo>
                    <a:pt x="18895" y="4478"/>
                  </a:lnTo>
                  <a:lnTo>
                    <a:pt x="18916" y="4478"/>
                  </a:lnTo>
                  <a:lnTo>
                    <a:pt x="18957" y="4499"/>
                  </a:lnTo>
                  <a:lnTo>
                    <a:pt x="19020" y="4499"/>
                  </a:lnTo>
                  <a:lnTo>
                    <a:pt x="19146" y="4437"/>
                  </a:lnTo>
                  <a:lnTo>
                    <a:pt x="19439" y="4416"/>
                  </a:lnTo>
                  <a:lnTo>
                    <a:pt x="19481" y="4395"/>
                  </a:lnTo>
                  <a:lnTo>
                    <a:pt x="19543" y="4290"/>
                  </a:lnTo>
                  <a:lnTo>
                    <a:pt x="19564" y="4206"/>
                  </a:lnTo>
                  <a:lnTo>
                    <a:pt x="19648" y="4165"/>
                  </a:lnTo>
                  <a:lnTo>
                    <a:pt x="19669" y="4102"/>
                  </a:lnTo>
                  <a:lnTo>
                    <a:pt x="19627" y="4060"/>
                  </a:lnTo>
                  <a:lnTo>
                    <a:pt x="19627" y="3997"/>
                  </a:lnTo>
                  <a:lnTo>
                    <a:pt x="19313" y="3997"/>
                  </a:lnTo>
                  <a:lnTo>
                    <a:pt x="19125" y="3955"/>
                  </a:lnTo>
                  <a:lnTo>
                    <a:pt x="19020" y="3893"/>
                  </a:lnTo>
                  <a:lnTo>
                    <a:pt x="18937" y="3872"/>
                  </a:lnTo>
                  <a:lnTo>
                    <a:pt x="18685" y="3893"/>
                  </a:lnTo>
                  <a:lnTo>
                    <a:pt x="18560" y="3872"/>
                  </a:lnTo>
                  <a:lnTo>
                    <a:pt x="18455" y="3830"/>
                  </a:lnTo>
                  <a:lnTo>
                    <a:pt x="18288" y="3830"/>
                  </a:lnTo>
                  <a:lnTo>
                    <a:pt x="18162" y="3851"/>
                  </a:lnTo>
                  <a:lnTo>
                    <a:pt x="18100" y="3830"/>
                  </a:lnTo>
                  <a:lnTo>
                    <a:pt x="17995" y="3788"/>
                  </a:lnTo>
                  <a:lnTo>
                    <a:pt x="17932" y="3788"/>
                  </a:lnTo>
                  <a:lnTo>
                    <a:pt x="17849" y="3893"/>
                  </a:lnTo>
                  <a:lnTo>
                    <a:pt x="17849" y="3976"/>
                  </a:lnTo>
                  <a:lnTo>
                    <a:pt x="17765" y="4039"/>
                  </a:lnTo>
                  <a:lnTo>
                    <a:pt x="17744" y="4039"/>
                  </a:lnTo>
                  <a:lnTo>
                    <a:pt x="17765" y="3955"/>
                  </a:lnTo>
                  <a:lnTo>
                    <a:pt x="17765" y="3934"/>
                  </a:lnTo>
                  <a:lnTo>
                    <a:pt x="17681" y="3934"/>
                  </a:lnTo>
                  <a:lnTo>
                    <a:pt x="17451" y="3997"/>
                  </a:lnTo>
                  <a:lnTo>
                    <a:pt x="17305" y="4060"/>
                  </a:lnTo>
                  <a:lnTo>
                    <a:pt x="17221" y="4144"/>
                  </a:lnTo>
                  <a:lnTo>
                    <a:pt x="17158" y="4186"/>
                  </a:lnTo>
                  <a:lnTo>
                    <a:pt x="17053" y="4186"/>
                  </a:lnTo>
                  <a:lnTo>
                    <a:pt x="16949" y="4206"/>
                  </a:lnTo>
                  <a:lnTo>
                    <a:pt x="16886" y="4269"/>
                  </a:lnTo>
                  <a:lnTo>
                    <a:pt x="16781" y="4290"/>
                  </a:lnTo>
                  <a:lnTo>
                    <a:pt x="16698" y="4374"/>
                  </a:lnTo>
                  <a:lnTo>
                    <a:pt x="16698" y="4458"/>
                  </a:lnTo>
                  <a:lnTo>
                    <a:pt x="16635" y="4520"/>
                  </a:lnTo>
                  <a:lnTo>
                    <a:pt x="16593" y="4520"/>
                  </a:lnTo>
                  <a:lnTo>
                    <a:pt x="16530" y="4458"/>
                  </a:lnTo>
                  <a:lnTo>
                    <a:pt x="16530" y="4374"/>
                  </a:lnTo>
                  <a:lnTo>
                    <a:pt x="16509" y="4290"/>
                  </a:lnTo>
                  <a:lnTo>
                    <a:pt x="16468" y="4248"/>
                  </a:lnTo>
                  <a:lnTo>
                    <a:pt x="16468" y="4165"/>
                  </a:lnTo>
                  <a:lnTo>
                    <a:pt x="16509" y="4081"/>
                  </a:lnTo>
                  <a:lnTo>
                    <a:pt x="16593" y="4081"/>
                  </a:lnTo>
                  <a:lnTo>
                    <a:pt x="16698" y="4039"/>
                  </a:lnTo>
                  <a:lnTo>
                    <a:pt x="16802" y="4039"/>
                  </a:lnTo>
                  <a:lnTo>
                    <a:pt x="16886" y="3997"/>
                  </a:lnTo>
                  <a:lnTo>
                    <a:pt x="16928" y="3955"/>
                  </a:lnTo>
                  <a:lnTo>
                    <a:pt x="17012" y="3934"/>
                  </a:lnTo>
                  <a:lnTo>
                    <a:pt x="17158" y="3893"/>
                  </a:lnTo>
                  <a:lnTo>
                    <a:pt x="17263" y="3851"/>
                  </a:lnTo>
                  <a:lnTo>
                    <a:pt x="17346" y="3788"/>
                  </a:lnTo>
                  <a:lnTo>
                    <a:pt x="17472" y="3788"/>
                  </a:lnTo>
                  <a:lnTo>
                    <a:pt x="17556" y="3746"/>
                  </a:lnTo>
                  <a:lnTo>
                    <a:pt x="17577" y="3662"/>
                  </a:lnTo>
                  <a:lnTo>
                    <a:pt x="17556" y="3621"/>
                  </a:lnTo>
                  <a:lnTo>
                    <a:pt x="17514" y="3558"/>
                  </a:lnTo>
                  <a:lnTo>
                    <a:pt x="17346" y="3558"/>
                  </a:lnTo>
                  <a:lnTo>
                    <a:pt x="17346" y="3516"/>
                  </a:lnTo>
                  <a:lnTo>
                    <a:pt x="17430" y="3516"/>
                  </a:lnTo>
                  <a:lnTo>
                    <a:pt x="17451" y="3537"/>
                  </a:lnTo>
                  <a:lnTo>
                    <a:pt x="17535" y="3537"/>
                  </a:lnTo>
                  <a:lnTo>
                    <a:pt x="17577" y="3558"/>
                  </a:lnTo>
                  <a:lnTo>
                    <a:pt x="17618" y="3662"/>
                  </a:lnTo>
                  <a:lnTo>
                    <a:pt x="17639" y="3662"/>
                  </a:lnTo>
                  <a:lnTo>
                    <a:pt x="17660" y="3641"/>
                  </a:lnTo>
                  <a:lnTo>
                    <a:pt x="17765" y="3579"/>
                  </a:lnTo>
                  <a:lnTo>
                    <a:pt x="17890" y="3621"/>
                  </a:lnTo>
                  <a:lnTo>
                    <a:pt x="17974" y="3579"/>
                  </a:lnTo>
                  <a:lnTo>
                    <a:pt x="18058" y="3537"/>
                  </a:lnTo>
                  <a:lnTo>
                    <a:pt x="18141" y="3516"/>
                  </a:lnTo>
                  <a:lnTo>
                    <a:pt x="18246" y="3537"/>
                  </a:lnTo>
                  <a:lnTo>
                    <a:pt x="18351" y="3537"/>
                  </a:lnTo>
                  <a:lnTo>
                    <a:pt x="18455" y="3516"/>
                  </a:lnTo>
                  <a:lnTo>
                    <a:pt x="18518" y="3537"/>
                  </a:lnTo>
                  <a:lnTo>
                    <a:pt x="18602" y="3579"/>
                  </a:lnTo>
                  <a:lnTo>
                    <a:pt x="18769" y="3579"/>
                  </a:lnTo>
                  <a:lnTo>
                    <a:pt x="18790" y="3621"/>
                  </a:lnTo>
                  <a:lnTo>
                    <a:pt x="18832" y="3621"/>
                  </a:lnTo>
                  <a:lnTo>
                    <a:pt x="18978" y="3725"/>
                  </a:lnTo>
                  <a:lnTo>
                    <a:pt x="19041" y="3746"/>
                  </a:lnTo>
                  <a:lnTo>
                    <a:pt x="19146" y="3725"/>
                  </a:lnTo>
                  <a:lnTo>
                    <a:pt x="19209" y="3662"/>
                  </a:lnTo>
                  <a:lnTo>
                    <a:pt x="19292" y="3662"/>
                  </a:lnTo>
                  <a:lnTo>
                    <a:pt x="19355" y="3683"/>
                  </a:lnTo>
                  <a:lnTo>
                    <a:pt x="19439" y="3683"/>
                  </a:lnTo>
                  <a:lnTo>
                    <a:pt x="19502" y="3725"/>
                  </a:lnTo>
                  <a:lnTo>
                    <a:pt x="19564" y="3725"/>
                  </a:lnTo>
                  <a:lnTo>
                    <a:pt x="19732" y="3662"/>
                  </a:lnTo>
                  <a:lnTo>
                    <a:pt x="19815" y="3621"/>
                  </a:lnTo>
                  <a:lnTo>
                    <a:pt x="19920" y="3621"/>
                  </a:lnTo>
                  <a:lnTo>
                    <a:pt x="19983" y="3662"/>
                  </a:lnTo>
                  <a:lnTo>
                    <a:pt x="20046" y="3662"/>
                  </a:lnTo>
                  <a:lnTo>
                    <a:pt x="20129" y="3621"/>
                  </a:lnTo>
                  <a:lnTo>
                    <a:pt x="20234" y="3641"/>
                  </a:lnTo>
                  <a:lnTo>
                    <a:pt x="20338" y="3641"/>
                  </a:lnTo>
                  <a:lnTo>
                    <a:pt x="20338" y="3579"/>
                  </a:lnTo>
                  <a:lnTo>
                    <a:pt x="20276" y="3558"/>
                  </a:lnTo>
                  <a:lnTo>
                    <a:pt x="20276" y="3516"/>
                  </a:lnTo>
                  <a:lnTo>
                    <a:pt x="20297" y="3474"/>
                  </a:lnTo>
                  <a:lnTo>
                    <a:pt x="20359" y="3537"/>
                  </a:lnTo>
                  <a:lnTo>
                    <a:pt x="20401" y="3579"/>
                  </a:lnTo>
                  <a:lnTo>
                    <a:pt x="20485" y="3579"/>
                  </a:lnTo>
                  <a:lnTo>
                    <a:pt x="20548" y="3558"/>
                  </a:lnTo>
                  <a:lnTo>
                    <a:pt x="20694" y="3558"/>
                  </a:lnTo>
                  <a:lnTo>
                    <a:pt x="20903" y="3474"/>
                  </a:lnTo>
                  <a:lnTo>
                    <a:pt x="21008" y="3432"/>
                  </a:lnTo>
                  <a:lnTo>
                    <a:pt x="21029" y="3369"/>
                  </a:lnTo>
                  <a:lnTo>
                    <a:pt x="21029" y="3328"/>
                  </a:lnTo>
                  <a:lnTo>
                    <a:pt x="21092" y="3307"/>
                  </a:lnTo>
                  <a:lnTo>
                    <a:pt x="21134" y="3328"/>
                  </a:lnTo>
                  <a:lnTo>
                    <a:pt x="21217" y="3307"/>
                  </a:lnTo>
                  <a:lnTo>
                    <a:pt x="21322" y="3223"/>
                  </a:lnTo>
                  <a:lnTo>
                    <a:pt x="21406" y="3202"/>
                  </a:lnTo>
                  <a:lnTo>
                    <a:pt x="21406" y="3118"/>
                  </a:lnTo>
                  <a:lnTo>
                    <a:pt x="21426" y="3056"/>
                  </a:lnTo>
                  <a:lnTo>
                    <a:pt x="21489" y="3035"/>
                  </a:lnTo>
                  <a:lnTo>
                    <a:pt x="21489" y="2930"/>
                  </a:lnTo>
                  <a:lnTo>
                    <a:pt x="21447" y="2888"/>
                  </a:lnTo>
                  <a:lnTo>
                    <a:pt x="21343" y="2805"/>
                  </a:lnTo>
                  <a:lnTo>
                    <a:pt x="21217" y="2742"/>
                  </a:lnTo>
                  <a:lnTo>
                    <a:pt x="21113" y="2637"/>
                  </a:lnTo>
                  <a:lnTo>
                    <a:pt x="21092" y="2574"/>
                  </a:lnTo>
                  <a:lnTo>
                    <a:pt x="21029" y="2512"/>
                  </a:lnTo>
                  <a:lnTo>
                    <a:pt x="20882" y="2491"/>
                  </a:lnTo>
                  <a:lnTo>
                    <a:pt x="20799" y="2407"/>
                  </a:lnTo>
                  <a:lnTo>
                    <a:pt x="20778" y="2323"/>
                  </a:lnTo>
                  <a:lnTo>
                    <a:pt x="20715" y="2302"/>
                  </a:lnTo>
                  <a:lnTo>
                    <a:pt x="20694" y="2323"/>
                  </a:lnTo>
                  <a:lnTo>
                    <a:pt x="20610" y="2365"/>
                  </a:lnTo>
                  <a:lnTo>
                    <a:pt x="20569" y="2323"/>
                  </a:lnTo>
                  <a:lnTo>
                    <a:pt x="20548" y="2261"/>
                  </a:lnTo>
                  <a:lnTo>
                    <a:pt x="20485" y="2198"/>
                  </a:lnTo>
                  <a:lnTo>
                    <a:pt x="20255" y="2198"/>
                  </a:lnTo>
                  <a:lnTo>
                    <a:pt x="20171" y="2219"/>
                  </a:lnTo>
                  <a:lnTo>
                    <a:pt x="20171" y="2302"/>
                  </a:lnTo>
                  <a:lnTo>
                    <a:pt x="20171" y="2365"/>
                  </a:lnTo>
                  <a:lnTo>
                    <a:pt x="20129" y="2302"/>
                  </a:lnTo>
                  <a:lnTo>
                    <a:pt x="20066" y="2302"/>
                  </a:lnTo>
                  <a:lnTo>
                    <a:pt x="19920" y="2386"/>
                  </a:lnTo>
                  <a:lnTo>
                    <a:pt x="19836" y="2407"/>
                  </a:lnTo>
                  <a:lnTo>
                    <a:pt x="19711" y="2365"/>
                  </a:lnTo>
                  <a:lnTo>
                    <a:pt x="19606" y="2365"/>
                  </a:lnTo>
                  <a:lnTo>
                    <a:pt x="19522" y="2323"/>
                  </a:lnTo>
                  <a:lnTo>
                    <a:pt x="19460" y="2261"/>
                  </a:lnTo>
                  <a:lnTo>
                    <a:pt x="19460" y="2177"/>
                  </a:lnTo>
                  <a:lnTo>
                    <a:pt x="19522" y="2177"/>
                  </a:lnTo>
                  <a:lnTo>
                    <a:pt x="19564" y="2219"/>
                  </a:lnTo>
                  <a:lnTo>
                    <a:pt x="19669" y="2261"/>
                  </a:lnTo>
                  <a:lnTo>
                    <a:pt x="19711" y="2219"/>
                  </a:lnTo>
                  <a:lnTo>
                    <a:pt x="19711" y="2177"/>
                  </a:lnTo>
                  <a:lnTo>
                    <a:pt x="19606" y="2093"/>
                  </a:lnTo>
                  <a:lnTo>
                    <a:pt x="19606" y="2009"/>
                  </a:lnTo>
                  <a:lnTo>
                    <a:pt x="19627" y="1989"/>
                  </a:lnTo>
                  <a:lnTo>
                    <a:pt x="19669" y="2072"/>
                  </a:lnTo>
                  <a:lnTo>
                    <a:pt x="19774" y="2114"/>
                  </a:lnTo>
                  <a:lnTo>
                    <a:pt x="19857" y="2156"/>
                  </a:lnTo>
                  <a:lnTo>
                    <a:pt x="20025" y="2093"/>
                  </a:lnTo>
                  <a:lnTo>
                    <a:pt x="20171" y="1968"/>
                  </a:lnTo>
                  <a:lnTo>
                    <a:pt x="20171" y="1884"/>
                  </a:lnTo>
                  <a:lnTo>
                    <a:pt x="20150" y="1842"/>
                  </a:lnTo>
                  <a:lnTo>
                    <a:pt x="20087" y="1800"/>
                  </a:lnTo>
                  <a:lnTo>
                    <a:pt x="20087" y="1758"/>
                  </a:lnTo>
                  <a:lnTo>
                    <a:pt x="20150" y="1696"/>
                  </a:lnTo>
                  <a:lnTo>
                    <a:pt x="20150" y="1675"/>
                  </a:lnTo>
                  <a:lnTo>
                    <a:pt x="20046" y="1591"/>
                  </a:lnTo>
                  <a:lnTo>
                    <a:pt x="19962" y="1486"/>
                  </a:lnTo>
                  <a:lnTo>
                    <a:pt x="19920" y="1465"/>
                  </a:lnTo>
                  <a:lnTo>
                    <a:pt x="19857" y="1486"/>
                  </a:lnTo>
                  <a:lnTo>
                    <a:pt x="19774" y="1570"/>
                  </a:lnTo>
                  <a:lnTo>
                    <a:pt x="19627" y="1654"/>
                  </a:lnTo>
                  <a:lnTo>
                    <a:pt x="19439" y="1654"/>
                  </a:lnTo>
                  <a:lnTo>
                    <a:pt x="19334" y="1737"/>
                  </a:lnTo>
                  <a:lnTo>
                    <a:pt x="19292" y="1737"/>
                  </a:lnTo>
                  <a:lnTo>
                    <a:pt x="19229" y="1675"/>
                  </a:lnTo>
                  <a:lnTo>
                    <a:pt x="19188" y="1654"/>
                  </a:lnTo>
                  <a:lnTo>
                    <a:pt x="19104" y="1675"/>
                  </a:lnTo>
                  <a:lnTo>
                    <a:pt x="19020" y="1696"/>
                  </a:lnTo>
                  <a:lnTo>
                    <a:pt x="18937" y="1675"/>
                  </a:lnTo>
                  <a:lnTo>
                    <a:pt x="18874" y="1633"/>
                  </a:lnTo>
                  <a:lnTo>
                    <a:pt x="18769" y="1591"/>
                  </a:lnTo>
                  <a:lnTo>
                    <a:pt x="18685" y="1549"/>
                  </a:lnTo>
                  <a:lnTo>
                    <a:pt x="18581" y="1528"/>
                  </a:lnTo>
                  <a:lnTo>
                    <a:pt x="18476" y="1445"/>
                  </a:lnTo>
                  <a:lnTo>
                    <a:pt x="18309" y="1424"/>
                  </a:lnTo>
                  <a:lnTo>
                    <a:pt x="18100" y="1445"/>
                  </a:lnTo>
                  <a:lnTo>
                    <a:pt x="17995" y="1465"/>
                  </a:lnTo>
                  <a:lnTo>
                    <a:pt x="17849" y="1528"/>
                  </a:lnTo>
                  <a:lnTo>
                    <a:pt x="17723" y="1549"/>
                  </a:lnTo>
                  <a:lnTo>
                    <a:pt x="17577" y="1570"/>
                  </a:lnTo>
                  <a:lnTo>
                    <a:pt x="17472" y="1549"/>
                  </a:lnTo>
                  <a:lnTo>
                    <a:pt x="17346" y="1570"/>
                  </a:lnTo>
                  <a:lnTo>
                    <a:pt x="17325" y="1591"/>
                  </a:lnTo>
                  <a:lnTo>
                    <a:pt x="17346" y="1737"/>
                  </a:lnTo>
                  <a:lnTo>
                    <a:pt x="17346" y="1800"/>
                  </a:lnTo>
                  <a:lnTo>
                    <a:pt x="17305" y="1800"/>
                  </a:lnTo>
                  <a:lnTo>
                    <a:pt x="17242" y="1779"/>
                  </a:lnTo>
                  <a:lnTo>
                    <a:pt x="17158" y="1654"/>
                  </a:lnTo>
                  <a:lnTo>
                    <a:pt x="17137" y="1570"/>
                  </a:lnTo>
                  <a:lnTo>
                    <a:pt x="17095" y="1549"/>
                  </a:lnTo>
                  <a:lnTo>
                    <a:pt x="17012" y="1570"/>
                  </a:lnTo>
                  <a:lnTo>
                    <a:pt x="16698" y="1570"/>
                  </a:lnTo>
                  <a:cubicBezTo>
                    <a:pt x="16698" y="1570"/>
                    <a:pt x="16593" y="1633"/>
                    <a:pt x="16572" y="1633"/>
                  </a:cubicBezTo>
                  <a:lnTo>
                    <a:pt x="16489" y="1737"/>
                  </a:lnTo>
                  <a:lnTo>
                    <a:pt x="16426" y="1884"/>
                  </a:lnTo>
                  <a:lnTo>
                    <a:pt x="16384" y="1968"/>
                  </a:lnTo>
                  <a:lnTo>
                    <a:pt x="16363" y="1968"/>
                  </a:lnTo>
                  <a:lnTo>
                    <a:pt x="16363" y="1905"/>
                  </a:lnTo>
                  <a:lnTo>
                    <a:pt x="16405" y="1800"/>
                  </a:lnTo>
                  <a:lnTo>
                    <a:pt x="16426" y="1737"/>
                  </a:lnTo>
                  <a:lnTo>
                    <a:pt x="16405" y="1696"/>
                  </a:lnTo>
                  <a:lnTo>
                    <a:pt x="16321" y="1737"/>
                  </a:lnTo>
                  <a:lnTo>
                    <a:pt x="16196" y="1737"/>
                  </a:lnTo>
                  <a:lnTo>
                    <a:pt x="16154" y="1779"/>
                  </a:lnTo>
                  <a:lnTo>
                    <a:pt x="16154" y="1842"/>
                  </a:lnTo>
                  <a:lnTo>
                    <a:pt x="16112" y="1884"/>
                  </a:lnTo>
                  <a:lnTo>
                    <a:pt x="16112" y="1989"/>
                  </a:lnTo>
                  <a:lnTo>
                    <a:pt x="16049" y="2009"/>
                  </a:lnTo>
                  <a:lnTo>
                    <a:pt x="16007" y="1968"/>
                  </a:lnTo>
                  <a:lnTo>
                    <a:pt x="16007" y="1905"/>
                  </a:lnTo>
                  <a:lnTo>
                    <a:pt x="16070" y="1842"/>
                  </a:lnTo>
                  <a:lnTo>
                    <a:pt x="16070" y="1675"/>
                  </a:lnTo>
                  <a:lnTo>
                    <a:pt x="16091" y="1591"/>
                  </a:lnTo>
                  <a:lnTo>
                    <a:pt x="16300" y="1465"/>
                  </a:lnTo>
                  <a:lnTo>
                    <a:pt x="16426" y="1382"/>
                  </a:lnTo>
                  <a:lnTo>
                    <a:pt x="16593" y="1382"/>
                  </a:lnTo>
                  <a:lnTo>
                    <a:pt x="16719" y="1424"/>
                  </a:lnTo>
                  <a:lnTo>
                    <a:pt x="16823" y="1424"/>
                  </a:lnTo>
                  <a:lnTo>
                    <a:pt x="16844" y="1382"/>
                  </a:lnTo>
                  <a:lnTo>
                    <a:pt x="17116" y="1382"/>
                  </a:lnTo>
                  <a:lnTo>
                    <a:pt x="17200" y="1340"/>
                  </a:lnTo>
                  <a:lnTo>
                    <a:pt x="17221" y="1256"/>
                  </a:lnTo>
                  <a:lnTo>
                    <a:pt x="17158" y="1256"/>
                  </a:lnTo>
                  <a:lnTo>
                    <a:pt x="17095" y="1173"/>
                  </a:lnTo>
                  <a:lnTo>
                    <a:pt x="17095" y="1068"/>
                  </a:lnTo>
                  <a:lnTo>
                    <a:pt x="17200" y="1005"/>
                  </a:lnTo>
                  <a:lnTo>
                    <a:pt x="17263" y="963"/>
                  </a:lnTo>
                  <a:lnTo>
                    <a:pt x="17346" y="963"/>
                  </a:lnTo>
                  <a:lnTo>
                    <a:pt x="17367" y="1026"/>
                  </a:lnTo>
                  <a:lnTo>
                    <a:pt x="17346" y="1068"/>
                  </a:lnTo>
                  <a:lnTo>
                    <a:pt x="17305" y="1068"/>
                  </a:lnTo>
                  <a:lnTo>
                    <a:pt x="17346" y="1152"/>
                  </a:lnTo>
                  <a:lnTo>
                    <a:pt x="17346" y="1256"/>
                  </a:lnTo>
                  <a:lnTo>
                    <a:pt x="17409" y="1340"/>
                  </a:lnTo>
                  <a:lnTo>
                    <a:pt x="17556" y="1340"/>
                  </a:lnTo>
                  <a:lnTo>
                    <a:pt x="17681" y="1277"/>
                  </a:lnTo>
                  <a:lnTo>
                    <a:pt x="17765" y="1277"/>
                  </a:lnTo>
                  <a:lnTo>
                    <a:pt x="17869" y="1319"/>
                  </a:lnTo>
                  <a:lnTo>
                    <a:pt x="17953" y="1277"/>
                  </a:lnTo>
                  <a:lnTo>
                    <a:pt x="18141" y="1214"/>
                  </a:lnTo>
                  <a:lnTo>
                    <a:pt x="18267" y="1214"/>
                  </a:lnTo>
                  <a:lnTo>
                    <a:pt x="18309" y="1256"/>
                  </a:lnTo>
                  <a:lnTo>
                    <a:pt x="18393" y="1256"/>
                  </a:lnTo>
                  <a:lnTo>
                    <a:pt x="18455" y="1214"/>
                  </a:lnTo>
                  <a:lnTo>
                    <a:pt x="18581" y="1214"/>
                  </a:lnTo>
                  <a:lnTo>
                    <a:pt x="18685" y="1256"/>
                  </a:lnTo>
                  <a:lnTo>
                    <a:pt x="18769" y="1256"/>
                  </a:lnTo>
                  <a:lnTo>
                    <a:pt x="18853" y="1277"/>
                  </a:lnTo>
                  <a:lnTo>
                    <a:pt x="19083" y="1382"/>
                  </a:lnTo>
                  <a:lnTo>
                    <a:pt x="19209" y="1382"/>
                  </a:lnTo>
                  <a:lnTo>
                    <a:pt x="19313" y="1361"/>
                  </a:lnTo>
                  <a:lnTo>
                    <a:pt x="19439" y="1361"/>
                  </a:lnTo>
                  <a:lnTo>
                    <a:pt x="19481" y="1277"/>
                  </a:lnTo>
                  <a:lnTo>
                    <a:pt x="19564" y="1235"/>
                  </a:lnTo>
                  <a:lnTo>
                    <a:pt x="19669" y="1256"/>
                  </a:lnTo>
                  <a:lnTo>
                    <a:pt x="19774" y="1256"/>
                  </a:lnTo>
                  <a:lnTo>
                    <a:pt x="19836" y="1173"/>
                  </a:lnTo>
                  <a:lnTo>
                    <a:pt x="19836" y="1131"/>
                  </a:lnTo>
                  <a:lnTo>
                    <a:pt x="19669" y="1026"/>
                  </a:lnTo>
                  <a:lnTo>
                    <a:pt x="19585" y="963"/>
                  </a:lnTo>
                  <a:lnTo>
                    <a:pt x="19543" y="859"/>
                  </a:lnTo>
                  <a:lnTo>
                    <a:pt x="19439" y="796"/>
                  </a:lnTo>
                  <a:lnTo>
                    <a:pt x="19250" y="733"/>
                  </a:lnTo>
                  <a:lnTo>
                    <a:pt x="19167" y="649"/>
                  </a:lnTo>
                  <a:lnTo>
                    <a:pt x="19062" y="628"/>
                  </a:lnTo>
                  <a:lnTo>
                    <a:pt x="18957" y="649"/>
                  </a:lnTo>
                  <a:lnTo>
                    <a:pt x="18916" y="608"/>
                  </a:lnTo>
                  <a:lnTo>
                    <a:pt x="18853" y="545"/>
                  </a:lnTo>
                  <a:lnTo>
                    <a:pt x="18727" y="587"/>
                  </a:lnTo>
                  <a:lnTo>
                    <a:pt x="18685" y="524"/>
                  </a:lnTo>
                  <a:lnTo>
                    <a:pt x="18455" y="503"/>
                  </a:lnTo>
                  <a:lnTo>
                    <a:pt x="18309" y="398"/>
                  </a:lnTo>
                  <a:lnTo>
                    <a:pt x="18246" y="398"/>
                  </a:lnTo>
                  <a:lnTo>
                    <a:pt x="18058" y="294"/>
                  </a:lnTo>
                  <a:lnTo>
                    <a:pt x="17995" y="294"/>
                  </a:lnTo>
                  <a:lnTo>
                    <a:pt x="17995" y="315"/>
                  </a:lnTo>
                  <a:lnTo>
                    <a:pt x="17932" y="336"/>
                  </a:lnTo>
                  <a:lnTo>
                    <a:pt x="17765" y="231"/>
                  </a:lnTo>
                  <a:lnTo>
                    <a:pt x="17744" y="168"/>
                  </a:lnTo>
                  <a:lnTo>
                    <a:pt x="17681" y="105"/>
                  </a:lnTo>
                  <a:lnTo>
                    <a:pt x="17597" y="126"/>
                  </a:lnTo>
                  <a:lnTo>
                    <a:pt x="17535" y="126"/>
                  </a:lnTo>
                  <a:lnTo>
                    <a:pt x="17472" y="84"/>
                  </a:lnTo>
                  <a:lnTo>
                    <a:pt x="17263" y="84"/>
                  </a:lnTo>
                  <a:lnTo>
                    <a:pt x="17158" y="22"/>
                  </a:lnTo>
                  <a:lnTo>
                    <a:pt x="17074" y="84"/>
                  </a:lnTo>
                  <a:lnTo>
                    <a:pt x="17033" y="84"/>
                  </a:lnTo>
                  <a:lnTo>
                    <a:pt x="17012" y="64"/>
                  </a:lnTo>
                  <a:lnTo>
                    <a:pt x="16928" y="1"/>
                  </a:lnTo>
                  <a:lnTo>
                    <a:pt x="16740" y="22"/>
                  </a:lnTo>
                  <a:lnTo>
                    <a:pt x="1661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6B65"/>
                </a:solidFill>
              </a:endParaRPr>
            </a:p>
          </p:txBody>
        </p:sp>
        <p:grpSp>
          <p:nvGrpSpPr>
            <p:cNvPr id="521" name="Google Shape;521;p38"/>
            <p:cNvGrpSpPr/>
            <p:nvPr/>
          </p:nvGrpSpPr>
          <p:grpSpPr>
            <a:xfrm>
              <a:off x="2905224" y="2311071"/>
              <a:ext cx="596721" cy="528992"/>
              <a:chOff x="1922950" y="1410350"/>
              <a:chExt cx="1252825" cy="1162875"/>
            </a:xfrm>
          </p:grpSpPr>
          <p:sp>
            <p:nvSpPr>
              <p:cNvPr id="522" name="Google Shape;522;p38"/>
              <p:cNvSpPr/>
              <p:nvPr/>
            </p:nvSpPr>
            <p:spPr>
              <a:xfrm>
                <a:off x="1988325" y="2333100"/>
                <a:ext cx="52325" cy="65925"/>
              </a:xfrm>
              <a:custGeom>
                <a:rect b="b" l="l" r="r" t="t"/>
                <a:pathLst>
                  <a:path extrusionOk="0" h="2637" w="2093">
                    <a:moveTo>
                      <a:pt x="210" y="0"/>
                    </a:moveTo>
                    <a:lnTo>
                      <a:pt x="189" y="63"/>
                    </a:lnTo>
                    <a:lnTo>
                      <a:pt x="1" y="21"/>
                    </a:lnTo>
                    <a:lnTo>
                      <a:pt x="63" y="188"/>
                    </a:lnTo>
                    <a:lnTo>
                      <a:pt x="105" y="209"/>
                    </a:lnTo>
                    <a:lnTo>
                      <a:pt x="168" y="335"/>
                    </a:lnTo>
                    <a:lnTo>
                      <a:pt x="440" y="377"/>
                    </a:lnTo>
                    <a:lnTo>
                      <a:pt x="314" y="439"/>
                    </a:lnTo>
                    <a:lnTo>
                      <a:pt x="189" y="439"/>
                    </a:lnTo>
                    <a:lnTo>
                      <a:pt x="105" y="544"/>
                    </a:lnTo>
                    <a:lnTo>
                      <a:pt x="168" y="607"/>
                    </a:lnTo>
                    <a:lnTo>
                      <a:pt x="105" y="732"/>
                    </a:lnTo>
                    <a:lnTo>
                      <a:pt x="126" y="774"/>
                    </a:lnTo>
                    <a:lnTo>
                      <a:pt x="273" y="732"/>
                    </a:lnTo>
                    <a:lnTo>
                      <a:pt x="293" y="837"/>
                    </a:lnTo>
                    <a:lnTo>
                      <a:pt x="419" y="837"/>
                    </a:lnTo>
                    <a:lnTo>
                      <a:pt x="419" y="942"/>
                    </a:lnTo>
                    <a:lnTo>
                      <a:pt x="524" y="1025"/>
                    </a:lnTo>
                    <a:lnTo>
                      <a:pt x="649" y="963"/>
                    </a:lnTo>
                    <a:lnTo>
                      <a:pt x="503" y="1130"/>
                    </a:lnTo>
                    <a:lnTo>
                      <a:pt x="545" y="1276"/>
                    </a:lnTo>
                    <a:lnTo>
                      <a:pt x="649" y="1255"/>
                    </a:lnTo>
                    <a:lnTo>
                      <a:pt x="649" y="1151"/>
                    </a:lnTo>
                    <a:lnTo>
                      <a:pt x="817" y="1109"/>
                    </a:lnTo>
                    <a:lnTo>
                      <a:pt x="817" y="1109"/>
                    </a:lnTo>
                    <a:lnTo>
                      <a:pt x="754" y="1235"/>
                    </a:lnTo>
                    <a:lnTo>
                      <a:pt x="691" y="1339"/>
                    </a:lnTo>
                    <a:lnTo>
                      <a:pt x="691" y="1423"/>
                    </a:lnTo>
                    <a:lnTo>
                      <a:pt x="733" y="1423"/>
                    </a:lnTo>
                    <a:lnTo>
                      <a:pt x="796" y="1548"/>
                    </a:lnTo>
                    <a:lnTo>
                      <a:pt x="963" y="1528"/>
                    </a:lnTo>
                    <a:lnTo>
                      <a:pt x="963" y="1632"/>
                    </a:lnTo>
                    <a:lnTo>
                      <a:pt x="1047" y="1632"/>
                    </a:lnTo>
                    <a:lnTo>
                      <a:pt x="1068" y="1737"/>
                    </a:lnTo>
                    <a:lnTo>
                      <a:pt x="1047" y="1820"/>
                    </a:lnTo>
                    <a:lnTo>
                      <a:pt x="1172" y="1967"/>
                    </a:lnTo>
                    <a:lnTo>
                      <a:pt x="1256" y="1883"/>
                    </a:lnTo>
                    <a:lnTo>
                      <a:pt x="1319" y="1946"/>
                    </a:lnTo>
                    <a:lnTo>
                      <a:pt x="1423" y="1946"/>
                    </a:lnTo>
                    <a:lnTo>
                      <a:pt x="1256" y="2113"/>
                    </a:lnTo>
                    <a:lnTo>
                      <a:pt x="1465" y="2323"/>
                    </a:lnTo>
                    <a:lnTo>
                      <a:pt x="1549" y="2364"/>
                    </a:lnTo>
                    <a:lnTo>
                      <a:pt x="1591" y="2427"/>
                    </a:lnTo>
                    <a:lnTo>
                      <a:pt x="1946" y="2636"/>
                    </a:lnTo>
                    <a:lnTo>
                      <a:pt x="1988" y="2595"/>
                    </a:lnTo>
                    <a:lnTo>
                      <a:pt x="2093" y="2616"/>
                    </a:lnTo>
                    <a:lnTo>
                      <a:pt x="2009" y="2302"/>
                    </a:lnTo>
                    <a:lnTo>
                      <a:pt x="2051" y="2176"/>
                    </a:lnTo>
                    <a:lnTo>
                      <a:pt x="2009" y="2072"/>
                    </a:lnTo>
                    <a:lnTo>
                      <a:pt x="2009" y="1820"/>
                    </a:lnTo>
                    <a:lnTo>
                      <a:pt x="1946" y="1695"/>
                    </a:lnTo>
                    <a:lnTo>
                      <a:pt x="1674" y="1548"/>
                    </a:lnTo>
                    <a:lnTo>
                      <a:pt x="1653" y="1214"/>
                    </a:lnTo>
                    <a:lnTo>
                      <a:pt x="1528" y="1004"/>
                    </a:lnTo>
                    <a:lnTo>
                      <a:pt x="1486" y="774"/>
                    </a:lnTo>
                    <a:lnTo>
                      <a:pt x="1444" y="732"/>
                    </a:lnTo>
                    <a:lnTo>
                      <a:pt x="1319" y="711"/>
                    </a:lnTo>
                    <a:lnTo>
                      <a:pt x="1130" y="607"/>
                    </a:lnTo>
                    <a:lnTo>
                      <a:pt x="1005" y="607"/>
                    </a:lnTo>
                    <a:lnTo>
                      <a:pt x="858" y="544"/>
                    </a:lnTo>
                    <a:lnTo>
                      <a:pt x="817" y="439"/>
                    </a:lnTo>
                    <a:lnTo>
                      <a:pt x="628" y="377"/>
                    </a:lnTo>
                    <a:lnTo>
                      <a:pt x="545" y="251"/>
                    </a:lnTo>
                    <a:lnTo>
                      <a:pt x="524" y="167"/>
                    </a:lnTo>
                    <a:lnTo>
                      <a:pt x="398" y="167"/>
                    </a:lnTo>
                    <a:lnTo>
                      <a:pt x="314" y="21"/>
                    </a:lnTo>
                    <a:lnTo>
                      <a:pt x="21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38"/>
              <p:cNvSpPr/>
              <p:nvPr/>
            </p:nvSpPr>
            <p:spPr>
              <a:xfrm>
                <a:off x="1953800" y="2242075"/>
                <a:ext cx="23050" cy="54425"/>
              </a:xfrm>
              <a:custGeom>
                <a:rect b="b" l="l" r="r" t="t"/>
                <a:pathLst>
                  <a:path extrusionOk="0" h="2177" w="922">
                    <a:moveTo>
                      <a:pt x="210" y="0"/>
                    </a:moveTo>
                    <a:lnTo>
                      <a:pt x="21" y="314"/>
                    </a:lnTo>
                    <a:lnTo>
                      <a:pt x="42" y="523"/>
                    </a:lnTo>
                    <a:lnTo>
                      <a:pt x="1" y="628"/>
                    </a:lnTo>
                    <a:lnTo>
                      <a:pt x="1" y="733"/>
                    </a:lnTo>
                    <a:lnTo>
                      <a:pt x="105" y="754"/>
                    </a:lnTo>
                    <a:lnTo>
                      <a:pt x="189" y="837"/>
                    </a:lnTo>
                    <a:lnTo>
                      <a:pt x="189" y="942"/>
                    </a:lnTo>
                    <a:lnTo>
                      <a:pt x="126" y="921"/>
                    </a:lnTo>
                    <a:lnTo>
                      <a:pt x="21" y="900"/>
                    </a:lnTo>
                    <a:lnTo>
                      <a:pt x="21" y="984"/>
                    </a:lnTo>
                    <a:lnTo>
                      <a:pt x="105" y="1047"/>
                    </a:lnTo>
                    <a:lnTo>
                      <a:pt x="21" y="1193"/>
                    </a:lnTo>
                    <a:lnTo>
                      <a:pt x="105" y="1214"/>
                    </a:lnTo>
                    <a:lnTo>
                      <a:pt x="210" y="1339"/>
                    </a:lnTo>
                    <a:lnTo>
                      <a:pt x="84" y="1319"/>
                    </a:lnTo>
                    <a:lnTo>
                      <a:pt x="21" y="1402"/>
                    </a:lnTo>
                    <a:lnTo>
                      <a:pt x="42" y="1507"/>
                    </a:lnTo>
                    <a:lnTo>
                      <a:pt x="210" y="1528"/>
                    </a:lnTo>
                    <a:lnTo>
                      <a:pt x="147" y="1611"/>
                    </a:lnTo>
                    <a:lnTo>
                      <a:pt x="189" y="1758"/>
                    </a:lnTo>
                    <a:lnTo>
                      <a:pt x="356" y="2135"/>
                    </a:lnTo>
                    <a:lnTo>
                      <a:pt x="503" y="2176"/>
                    </a:lnTo>
                    <a:lnTo>
                      <a:pt x="565" y="2072"/>
                    </a:lnTo>
                    <a:lnTo>
                      <a:pt x="524" y="1988"/>
                    </a:lnTo>
                    <a:lnTo>
                      <a:pt x="440" y="1988"/>
                    </a:lnTo>
                    <a:lnTo>
                      <a:pt x="398" y="1863"/>
                    </a:lnTo>
                    <a:lnTo>
                      <a:pt x="335" y="1653"/>
                    </a:lnTo>
                    <a:lnTo>
                      <a:pt x="356" y="1507"/>
                    </a:lnTo>
                    <a:lnTo>
                      <a:pt x="314" y="1402"/>
                    </a:lnTo>
                    <a:lnTo>
                      <a:pt x="398" y="1235"/>
                    </a:lnTo>
                    <a:lnTo>
                      <a:pt x="545" y="1235"/>
                    </a:lnTo>
                    <a:lnTo>
                      <a:pt x="524" y="1109"/>
                    </a:lnTo>
                    <a:lnTo>
                      <a:pt x="419" y="1109"/>
                    </a:lnTo>
                    <a:lnTo>
                      <a:pt x="335" y="1130"/>
                    </a:lnTo>
                    <a:lnTo>
                      <a:pt x="231" y="1130"/>
                    </a:lnTo>
                    <a:lnTo>
                      <a:pt x="314" y="1026"/>
                    </a:lnTo>
                    <a:lnTo>
                      <a:pt x="419" y="1026"/>
                    </a:lnTo>
                    <a:lnTo>
                      <a:pt x="545" y="921"/>
                    </a:lnTo>
                    <a:lnTo>
                      <a:pt x="565" y="733"/>
                    </a:lnTo>
                    <a:lnTo>
                      <a:pt x="670" y="607"/>
                    </a:lnTo>
                    <a:lnTo>
                      <a:pt x="712" y="419"/>
                    </a:lnTo>
                    <a:lnTo>
                      <a:pt x="921" y="210"/>
                    </a:lnTo>
                    <a:lnTo>
                      <a:pt x="858" y="189"/>
                    </a:lnTo>
                    <a:lnTo>
                      <a:pt x="670" y="272"/>
                    </a:lnTo>
                    <a:lnTo>
                      <a:pt x="545" y="461"/>
                    </a:lnTo>
                    <a:lnTo>
                      <a:pt x="461" y="628"/>
                    </a:lnTo>
                    <a:lnTo>
                      <a:pt x="335" y="670"/>
                    </a:lnTo>
                    <a:lnTo>
                      <a:pt x="335" y="586"/>
                    </a:lnTo>
                    <a:lnTo>
                      <a:pt x="252" y="523"/>
                    </a:lnTo>
                    <a:lnTo>
                      <a:pt x="461" y="461"/>
                    </a:lnTo>
                    <a:lnTo>
                      <a:pt x="565" y="377"/>
                    </a:lnTo>
                    <a:lnTo>
                      <a:pt x="607" y="231"/>
                    </a:lnTo>
                    <a:lnTo>
                      <a:pt x="607" y="168"/>
                    </a:lnTo>
                    <a:lnTo>
                      <a:pt x="503" y="105"/>
                    </a:lnTo>
                    <a:lnTo>
                      <a:pt x="440" y="189"/>
                    </a:lnTo>
                    <a:lnTo>
                      <a:pt x="356" y="210"/>
                    </a:lnTo>
                    <a:lnTo>
                      <a:pt x="398" y="63"/>
                    </a:lnTo>
                    <a:lnTo>
                      <a:pt x="21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38"/>
              <p:cNvSpPr/>
              <p:nvPr/>
            </p:nvSpPr>
            <p:spPr>
              <a:xfrm>
                <a:off x="2552225" y="1885325"/>
                <a:ext cx="48150" cy="48675"/>
              </a:xfrm>
              <a:custGeom>
                <a:rect b="b" l="l" r="r" t="t"/>
                <a:pathLst>
                  <a:path extrusionOk="0" h="1947" w="1926">
                    <a:moveTo>
                      <a:pt x="1402" y="0"/>
                    </a:moveTo>
                    <a:lnTo>
                      <a:pt x="1256" y="21"/>
                    </a:lnTo>
                    <a:lnTo>
                      <a:pt x="1067" y="189"/>
                    </a:lnTo>
                    <a:lnTo>
                      <a:pt x="984" y="356"/>
                    </a:lnTo>
                    <a:lnTo>
                      <a:pt x="1046" y="544"/>
                    </a:lnTo>
                    <a:lnTo>
                      <a:pt x="942" y="524"/>
                    </a:lnTo>
                    <a:lnTo>
                      <a:pt x="900" y="356"/>
                    </a:lnTo>
                    <a:lnTo>
                      <a:pt x="858" y="356"/>
                    </a:lnTo>
                    <a:lnTo>
                      <a:pt x="837" y="503"/>
                    </a:lnTo>
                    <a:lnTo>
                      <a:pt x="753" y="503"/>
                    </a:lnTo>
                    <a:lnTo>
                      <a:pt x="795" y="607"/>
                    </a:lnTo>
                    <a:lnTo>
                      <a:pt x="753" y="712"/>
                    </a:lnTo>
                    <a:lnTo>
                      <a:pt x="649" y="712"/>
                    </a:lnTo>
                    <a:lnTo>
                      <a:pt x="586" y="816"/>
                    </a:lnTo>
                    <a:lnTo>
                      <a:pt x="419" y="775"/>
                    </a:lnTo>
                    <a:lnTo>
                      <a:pt x="335" y="837"/>
                    </a:lnTo>
                    <a:lnTo>
                      <a:pt x="251" y="816"/>
                    </a:lnTo>
                    <a:lnTo>
                      <a:pt x="0" y="963"/>
                    </a:lnTo>
                    <a:lnTo>
                      <a:pt x="21" y="1088"/>
                    </a:lnTo>
                    <a:lnTo>
                      <a:pt x="147" y="1235"/>
                    </a:lnTo>
                    <a:lnTo>
                      <a:pt x="230" y="1172"/>
                    </a:lnTo>
                    <a:lnTo>
                      <a:pt x="209" y="1088"/>
                    </a:lnTo>
                    <a:lnTo>
                      <a:pt x="251" y="1026"/>
                    </a:lnTo>
                    <a:lnTo>
                      <a:pt x="356" y="1130"/>
                    </a:lnTo>
                    <a:lnTo>
                      <a:pt x="314" y="1277"/>
                    </a:lnTo>
                    <a:lnTo>
                      <a:pt x="440" y="1381"/>
                    </a:lnTo>
                    <a:lnTo>
                      <a:pt x="523" y="1256"/>
                    </a:lnTo>
                    <a:lnTo>
                      <a:pt x="544" y="1340"/>
                    </a:lnTo>
                    <a:lnTo>
                      <a:pt x="523" y="1423"/>
                    </a:lnTo>
                    <a:lnTo>
                      <a:pt x="649" y="1591"/>
                    </a:lnTo>
                    <a:lnTo>
                      <a:pt x="753" y="1612"/>
                    </a:lnTo>
                    <a:lnTo>
                      <a:pt x="795" y="1779"/>
                    </a:lnTo>
                    <a:lnTo>
                      <a:pt x="879" y="1863"/>
                    </a:lnTo>
                    <a:lnTo>
                      <a:pt x="963" y="1716"/>
                    </a:lnTo>
                    <a:lnTo>
                      <a:pt x="984" y="1821"/>
                    </a:lnTo>
                    <a:lnTo>
                      <a:pt x="1109" y="1946"/>
                    </a:lnTo>
                    <a:lnTo>
                      <a:pt x="1214" y="1925"/>
                    </a:lnTo>
                    <a:lnTo>
                      <a:pt x="1318" y="1925"/>
                    </a:lnTo>
                    <a:lnTo>
                      <a:pt x="1423" y="1821"/>
                    </a:lnTo>
                    <a:lnTo>
                      <a:pt x="1507" y="1800"/>
                    </a:lnTo>
                    <a:lnTo>
                      <a:pt x="1632" y="1695"/>
                    </a:lnTo>
                    <a:lnTo>
                      <a:pt x="1695" y="1800"/>
                    </a:lnTo>
                    <a:lnTo>
                      <a:pt x="1737" y="1758"/>
                    </a:lnTo>
                    <a:lnTo>
                      <a:pt x="1925" y="1653"/>
                    </a:lnTo>
                    <a:lnTo>
                      <a:pt x="1925" y="1549"/>
                    </a:lnTo>
                    <a:lnTo>
                      <a:pt x="1800" y="1591"/>
                    </a:lnTo>
                    <a:lnTo>
                      <a:pt x="1716" y="1507"/>
                    </a:lnTo>
                    <a:lnTo>
                      <a:pt x="1841" y="1277"/>
                    </a:lnTo>
                    <a:lnTo>
                      <a:pt x="1883" y="1151"/>
                    </a:lnTo>
                    <a:lnTo>
                      <a:pt x="1737" y="1235"/>
                    </a:lnTo>
                    <a:lnTo>
                      <a:pt x="1674" y="1402"/>
                    </a:lnTo>
                    <a:lnTo>
                      <a:pt x="1674" y="1277"/>
                    </a:lnTo>
                    <a:lnTo>
                      <a:pt x="1737" y="1026"/>
                    </a:lnTo>
                    <a:lnTo>
                      <a:pt x="1695" y="649"/>
                    </a:lnTo>
                    <a:lnTo>
                      <a:pt x="1528" y="544"/>
                    </a:lnTo>
                    <a:lnTo>
                      <a:pt x="1528" y="419"/>
                    </a:lnTo>
                    <a:lnTo>
                      <a:pt x="1423" y="419"/>
                    </a:lnTo>
                    <a:lnTo>
                      <a:pt x="1360" y="524"/>
                    </a:lnTo>
                    <a:lnTo>
                      <a:pt x="1360" y="398"/>
                    </a:lnTo>
                    <a:lnTo>
                      <a:pt x="1423" y="314"/>
                    </a:lnTo>
                    <a:lnTo>
                      <a:pt x="1381" y="210"/>
                    </a:lnTo>
                    <a:lnTo>
                      <a:pt x="1402" y="105"/>
                    </a:lnTo>
                    <a:lnTo>
                      <a:pt x="140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38"/>
              <p:cNvSpPr/>
              <p:nvPr/>
            </p:nvSpPr>
            <p:spPr>
              <a:xfrm>
                <a:off x="2722750" y="1634775"/>
                <a:ext cx="145950" cy="133925"/>
              </a:xfrm>
              <a:custGeom>
                <a:rect b="b" l="l" r="r" t="t"/>
                <a:pathLst>
                  <a:path extrusionOk="0" h="5357" w="5838">
                    <a:moveTo>
                      <a:pt x="502" y="0"/>
                    </a:moveTo>
                    <a:lnTo>
                      <a:pt x="440" y="84"/>
                    </a:lnTo>
                    <a:lnTo>
                      <a:pt x="230" y="105"/>
                    </a:lnTo>
                    <a:lnTo>
                      <a:pt x="210" y="126"/>
                    </a:lnTo>
                    <a:lnTo>
                      <a:pt x="147" y="126"/>
                    </a:lnTo>
                    <a:lnTo>
                      <a:pt x="105" y="230"/>
                    </a:lnTo>
                    <a:lnTo>
                      <a:pt x="189" y="335"/>
                    </a:lnTo>
                    <a:lnTo>
                      <a:pt x="230" y="439"/>
                    </a:lnTo>
                    <a:lnTo>
                      <a:pt x="147" y="439"/>
                    </a:lnTo>
                    <a:lnTo>
                      <a:pt x="21" y="272"/>
                    </a:lnTo>
                    <a:lnTo>
                      <a:pt x="0" y="398"/>
                    </a:lnTo>
                    <a:lnTo>
                      <a:pt x="21" y="502"/>
                    </a:lnTo>
                    <a:lnTo>
                      <a:pt x="147" y="544"/>
                    </a:lnTo>
                    <a:lnTo>
                      <a:pt x="251" y="732"/>
                    </a:lnTo>
                    <a:lnTo>
                      <a:pt x="356" y="732"/>
                    </a:lnTo>
                    <a:lnTo>
                      <a:pt x="293" y="816"/>
                    </a:lnTo>
                    <a:lnTo>
                      <a:pt x="210" y="816"/>
                    </a:lnTo>
                    <a:lnTo>
                      <a:pt x="189" y="921"/>
                    </a:lnTo>
                    <a:lnTo>
                      <a:pt x="314" y="1109"/>
                    </a:lnTo>
                    <a:lnTo>
                      <a:pt x="440" y="1151"/>
                    </a:lnTo>
                    <a:lnTo>
                      <a:pt x="419" y="1235"/>
                    </a:lnTo>
                    <a:lnTo>
                      <a:pt x="398" y="1172"/>
                    </a:lnTo>
                    <a:lnTo>
                      <a:pt x="210" y="1151"/>
                    </a:lnTo>
                    <a:lnTo>
                      <a:pt x="210" y="1235"/>
                    </a:lnTo>
                    <a:lnTo>
                      <a:pt x="147" y="1255"/>
                    </a:lnTo>
                    <a:lnTo>
                      <a:pt x="105" y="1360"/>
                    </a:lnTo>
                    <a:lnTo>
                      <a:pt x="251" y="1276"/>
                    </a:lnTo>
                    <a:lnTo>
                      <a:pt x="335" y="1360"/>
                    </a:lnTo>
                    <a:lnTo>
                      <a:pt x="523" y="1276"/>
                    </a:lnTo>
                    <a:lnTo>
                      <a:pt x="544" y="1360"/>
                    </a:lnTo>
                    <a:lnTo>
                      <a:pt x="649" y="1381"/>
                    </a:lnTo>
                    <a:lnTo>
                      <a:pt x="670" y="1465"/>
                    </a:lnTo>
                    <a:lnTo>
                      <a:pt x="837" y="1590"/>
                    </a:lnTo>
                    <a:lnTo>
                      <a:pt x="879" y="1590"/>
                    </a:lnTo>
                    <a:lnTo>
                      <a:pt x="879" y="1527"/>
                    </a:lnTo>
                    <a:lnTo>
                      <a:pt x="942" y="1548"/>
                    </a:lnTo>
                    <a:lnTo>
                      <a:pt x="1046" y="1486"/>
                    </a:lnTo>
                    <a:lnTo>
                      <a:pt x="1130" y="1527"/>
                    </a:lnTo>
                    <a:lnTo>
                      <a:pt x="1151" y="1590"/>
                    </a:lnTo>
                    <a:lnTo>
                      <a:pt x="1130" y="1674"/>
                    </a:lnTo>
                    <a:lnTo>
                      <a:pt x="1130" y="1883"/>
                    </a:lnTo>
                    <a:lnTo>
                      <a:pt x="1067" y="2051"/>
                    </a:lnTo>
                    <a:lnTo>
                      <a:pt x="1067" y="2113"/>
                    </a:lnTo>
                    <a:lnTo>
                      <a:pt x="1151" y="2260"/>
                    </a:lnTo>
                    <a:lnTo>
                      <a:pt x="1088" y="2385"/>
                    </a:lnTo>
                    <a:lnTo>
                      <a:pt x="1088" y="2469"/>
                    </a:lnTo>
                    <a:lnTo>
                      <a:pt x="1067" y="2595"/>
                    </a:lnTo>
                    <a:lnTo>
                      <a:pt x="879" y="2699"/>
                    </a:lnTo>
                    <a:lnTo>
                      <a:pt x="754" y="2741"/>
                    </a:lnTo>
                    <a:lnTo>
                      <a:pt x="733" y="2825"/>
                    </a:lnTo>
                    <a:lnTo>
                      <a:pt x="628" y="2992"/>
                    </a:lnTo>
                    <a:lnTo>
                      <a:pt x="628" y="3055"/>
                    </a:lnTo>
                    <a:lnTo>
                      <a:pt x="523" y="3118"/>
                    </a:lnTo>
                    <a:lnTo>
                      <a:pt x="461" y="3222"/>
                    </a:lnTo>
                    <a:lnTo>
                      <a:pt x="461" y="3348"/>
                    </a:lnTo>
                    <a:lnTo>
                      <a:pt x="544" y="3369"/>
                    </a:lnTo>
                    <a:lnTo>
                      <a:pt x="544" y="3452"/>
                    </a:lnTo>
                    <a:lnTo>
                      <a:pt x="440" y="3473"/>
                    </a:lnTo>
                    <a:lnTo>
                      <a:pt x="419" y="3578"/>
                    </a:lnTo>
                    <a:lnTo>
                      <a:pt x="461" y="3641"/>
                    </a:lnTo>
                    <a:lnTo>
                      <a:pt x="398" y="3745"/>
                    </a:lnTo>
                    <a:lnTo>
                      <a:pt x="356" y="3850"/>
                    </a:lnTo>
                    <a:lnTo>
                      <a:pt x="419" y="3955"/>
                    </a:lnTo>
                    <a:lnTo>
                      <a:pt x="502" y="3976"/>
                    </a:lnTo>
                    <a:lnTo>
                      <a:pt x="502" y="4059"/>
                    </a:lnTo>
                    <a:lnTo>
                      <a:pt x="565" y="4143"/>
                    </a:lnTo>
                    <a:lnTo>
                      <a:pt x="628" y="4143"/>
                    </a:lnTo>
                    <a:lnTo>
                      <a:pt x="649" y="4038"/>
                    </a:lnTo>
                    <a:lnTo>
                      <a:pt x="670" y="3955"/>
                    </a:lnTo>
                    <a:lnTo>
                      <a:pt x="733" y="3996"/>
                    </a:lnTo>
                    <a:lnTo>
                      <a:pt x="774" y="3996"/>
                    </a:lnTo>
                    <a:lnTo>
                      <a:pt x="879" y="3871"/>
                    </a:lnTo>
                    <a:lnTo>
                      <a:pt x="942" y="3892"/>
                    </a:lnTo>
                    <a:lnTo>
                      <a:pt x="879" y="4059"/>
                    </a:lnTo>
                    <a:lnTo>
                      <a:pt x="774" y="4080"/>
                    </a:lnTo>
                    <a:lnTo>
                      <a:pt x="754" y="4143"/>
                    </a:lnTo>
                    <a:lnTo>
                      <a:pt x="816" y="4185"/>
                    </a:lnTo>
                    <a:lnTo>
                      <a:pt x="816" y="4268"/>
                    </a:lnTo>
                    <a:lnTo>
                      <a:pt x="921" y="4394"/>
                    </a:lnTo>
                    <a:lnTo>
                      <a:pt x="1026" y="4352"/>
                    </a:lnTo>
                    <a:lnTo>
                      <a:pt x="1067" y="4394"/>
                    </a:lnTo>
                    <a:lnTo>
                      <a:pt x="1193" y="4415"/>
                    </a:lnTo>
                    <a:lnTo>
                      <a:pt x="1256" y="4352"/>
                    </a:lnTo>
                    <a:lnTo>
                      <a:pt x="1402" y="4310"/>
                    </a:lnTo>
                    <a:lnTo>
                      <a:pt x="1381" y="4164"/>
                    </a:lnTo>
                    <a:lnTo>
                      <a:pt x="1465" y="4164"/>
                    </a:lnTo>
                    <a:lnTo>
                      <a:pt x="1507" y="4101"/>
                    </a:lnTo>
                    <a:lnTo>
                      <a:pt x="1507" y="4185"/>
                    </a:lnTo>
                    <a:lnTo>
                      <a:pt x="1486" y="4206"/>
                    </a:lnTo>
                    <a:lnTo>
                      <a:pt x="1507" y="4310"/>
                    </a:lnTo>
                    <a:lnTo>
                      <a:pt x="1570" y="4289"/>
                    </a:lnTo>
                    <a:lnTo>
                      <a:pt x="1653" y="4143"/>
                    </a:lnTo>
                    <a:lnTo>
                      <a:pt x="1695" y="4080"/>
                    </a:lnTo>
                    <a:lnTo>
                      <a:pt x="1716" y="4143"/>
                    </a:lnTo>
                    <a:lnTo>
                      <a:pt x="1695" y="4268"/>
                    </a:lnTo>
                    <a:lnTo>
                      <a:pt x="1570" y="4478"/>
                    </a:lnTo>
                    <a:lnTo>
                      <a:pt x="1486" y="4520"/>
                    </a:lnTo>
                    <a:lnTo>
                      <a:pt x="1486" y="4624"/>
                    </a:lnTo>
                    <a:lnTo>
                      <a:pt x="1611" y="4666"/>
                    </a:lnTo>
                    <a:lnTo>
                      <a:pt x="1695" y="4729"/>
                    </a:lnTo>
                    <a:lnTo>
                      <a:pt x="1800" y="4729"/>
                    </a:lnTo>
                    <a:lnTo>
                      <a:pt x="1821" y="4771"/>
                    </a:lnTo>
                    <a:lnTo>
                      <a:pt x="1967" y="4792"/>
                    </a:lnTo>
                    <a:lnTo>
                      <a:pt x="1988" y="4708"/>
                    </a:lnTo>
                    <a:lnTo>
                      <a:pt x="2114" y="4708"/>
                    </a:lnTo>
                    <a:lnTo>
                      <a:pt x="2072" y="4771"/>
                    </a:lnTo>
                    <a:lnTo>
                      <a:pt x="2093" y="4833"/>
                    </a:lnTo>
                    <a:lnTo>
                      <a:pt x="2176" y="4833"/>
                    </a:lnTo>
                    <a:lnTo>
                      <a:pt x="2239" y="4917"/>
                    </a:lnTo>
                    <a:lnTo>
                      <a:pt x="2323" y="4875"/>
                    </a:lnTo>
                    <a:lnTo>
                      <a:pt x="2302" y="4792"/>
                    </a:lnTo>
                    <a:lnTo>
                      <a:pt x="2281" y="4708"/>
                    </a:lnTo>
                    <a:lnTo>
                      <a:pt x="2344" y="4603"/>
                    </a:lnTo>
                    <a:lnTo>
                      <a:pt x="2386" y="4687"/>
                    </a:lnTo>
                    <a:lnTo>
                      <a:pt x="2344" y="4792"/>
                    </a:lnTo>
                    <a:lnTo>
                      <a:pt x="2386" y="4917"/>
                    </a:lnTo>
                    <a:lnTo>
                      <a:pt x="2448" y="4917"/>
                    </a:lnTo>
                    <a:lnTo>
                      <a:pt x="2490" y="4792"/>
                    </a:lnTo>
                    <a:lnTo>
                      <a:pt x="2532" y="4729"/>
                    </a:lnTo>
                    <a:lnTo>
                      <a:pt x="2616" y="4708"/>
                    </a:lnTo>
                    <a:lnTo>
                      <a:pt x="2616" y="4792"/>
                    </a:lnTo>
                    <a:lnTo>
                      <a:pt x="2553" y="4833"/>
                    </a:lnTo>
                    <a:lnTo>
                      <a:pt x="2553" y="4917"/>
                    </a:lnTo>
                    <a:lnTo>
                      <a:pt x="2720" y="4917"/>
                    </a:lnTo>
                    <a:lnTo>
                      <a:pt x="2804" y="4875"/>
                    </a:lnTo>
                    <a:lnTo>
                      <a:pt x="2867" y="4687"/>
                    </a:lnTo>
                    <a:lnTo>
                      <a:pt x="2909" y="4792"/>
                    </a:lnTo>
                    <a:lnTo>
                      <a:pt x="2846" y="4833"/>
                    </a:lnTo>
                    <a:lnTo>
                      <a:pt x="2846" y="4938"/>
                    </a:lnTo>
                    <a:lnTo>
                      <a:pt x="2971" y="4917"/>
                    </a:lnTo>
                    <a:lnTo>
                      <a:pt x="3013" y="4771"/>
                    </a:lnTo>
                    <a:lnTo>
                      <a:pt x="3055" y="4687"/>
                    </a:lnTo>
                    <a:lnTo>
                      <a:pt x="3055" y="4687"/>
                    </a:lnTo>
                    <a:lnTo>
                      <a:pt x="3034" y="4917"/>
                    </a:lnTo>
                    <a:lnTo>
                      <a:pt x="3055" y="5001"/>
                    </a:lnTo>
                    <a:lnTo>
                      <a:pt x="3160" y="5001"/>
                    </a:lnTo>
                    <a:lnTo>
                      <a:pt x="3327" y="5105"/>
                    </a:lnTo>
                    <a:lnTo>
                      <a:pt x="3432" y="5043"/>
                    </a:lnTo>
                    <a:lnTo>
                      <a:pt x="3495" y="5022"/>
                    </a:lnTo>
                    <a:lnTo>
                      <a:pt x="3536" y="5105"/>
                    </a:lnTo>
                    <a:lnTo>
                      <a:pt x="3662" y="5084"/>
                    </a:lnTo>
                    <a:lnTo>
                      <a:pt x="3746" y="5022"/>
                    </a:lnTo>
                    <a:lnTo>
                      <a:pt x="3746" y="4896"/>
                    </a:lnTo>
                    <a:lnTo>
                      <a:pt x="3850" y="4792"/>
                    </a:lnTo>
                    <a:lnTo>
                      <a:pt x="3892" y="4729"/>
                    </a:lnTo>
                    <a:lnTo>
                      <a:pt x="3850" y="4603"/>
                    </a:lnTo>
                    <a:lnTo>
                      <a:pt x="3871" y="4520"/>
                    </a:lnTo>
                    <a:lnTo>
                      <a:pt x="3913" y="4520"/>
                    </a:lnTo>
                    <a:lnTo>
                      <a:pt x="3955" y="4666"/>
                    </a:lnTo>
                    <a:lnTo>
                      <a:pt x="3997" y="4687"/>
                    </a:lnTo>
                    <a:lnTo>
                      <a:pt x="3997" y="4729"/>
                    </a:lnTo>
                    <a:lnTo>
                      <a:pt x="3913" y="4812"/>
                    </a:lnTo>
                    <a:lnTo>
                      <a:pt x="3871" y="4980"/>
                    </a:lnTo>
                    <a:lnTo>
                      <a:pt x="3892" y="5210"/>
                    </a:lnTo>
                    <a:lnTo>
                      <a:pt x="3997" y="5252"/>
                    </a:lnTo>
                    <a:lnTo>
                      <a:pt x="4101" y="5210"/>
                    </a:lnTo>
                    <a:lnTo>
                      <a:pt x="4122" y="5315"/>
                    </a:lnTo>
                    <a:lnTo>
                      <a:pt x="4227" y="5315"/>
                    </a:lnTo>
                    <a:lnTo>
                      <a:pt x="4269" y="5357"/>
                    </a:lnTo>
                    <a:lnTo>
                      <a:pt x="4373" y="5357"/>
                    </a:lnTo>
                    <a:lnTo>
                      <a:pt x="4583" y="5231"/>
                    </a:lnTo>
                    <a:lnTo>
                      <a:pt x="4687" y="5210"/>
                    </a:lnTo>
                    <a:lnTo>
                      <a:pt x="4855" y="5315"/>
                    </a:lnTo>
                    <a:lnTo>
                      <a:pt x="4938" y="5294"/>
                    </a:lnTo>
                    <a:lnTo>
                      <a:pt x="5022" y="5336"/>
                    </a:lnTo>
                    <a:lnTo>
                      <a:pt x="5064" y="5252"/>
                    </a:lnTo>
                    <a:lnTo>
                      <a:pt x="5064" y="5210"/>
                    </a:lnTo>
                    <a:lnTo>
                      <a:pt x="5147" y="5084"/>
                    </a:lnTo>
                    <a:lnTo>
                      <a:pt x="5231" y="5043"/>
                    </a:lnTo>
                    <a:lnTo>
                      <a:pt x="5231" y="5001"/>
                    </a:lnTo>
                    <a:lnTo>
                      <a:pt x="5168" y="4875"/>
                    </a:lnTo>
                    <a:lnTo>
                      <a:pt x="5168" y="4729"/>
                    </a:lnTo>
                    <a:lnTo>
                      <a:pt x="5231" y="4812"/>
                    </a:lnTo>
                    <a:lnTo>
                      <a:pt x="5231" y="4896"/>
                    </a:lnTo>
                    <a:lnTo>
                      <a:pt x="5336" y="5022"/>
                    </a:lnTo>
                    <a:lnTo>
                      <a:pt x="5378" y="4938"/>
                    </a:lnTo>
                    <a:lnTo>
                      <a:pt x="5524" y="4938"/>
                    </a:lnTo>
                    <a:lnTo>
                      <a:pt x="5566" y="4980"/>
                    </a:lnTo>
                    <a:lnTo>
                      <a:pt x="5587" y="4896"/>
                    </a:lnTo>
                    <a:lnTo>
                      <a:pt x="5566" y="4792"/>
                    </a:lnTo>
                    <a:lnTo>
                      <a:pt x="5566" y="4708"/>
                    </a:lnTo>
                    <a:lnTo>
                      <a:pt x="5524" y="4666"/>
                    </a:lnTo>
                    <a:lnTo>
                      <a:pt x="5378" y="4687"/>
                    </a:lnTo>
                    <a:lnTo>
                      <a:pt x="5252" y="4708"/>
                    </a:lnTo>
                    <a:lnTo>
                      <a:pt x="5231" y="4603"/>
                    </a:lnTo>
                    <a:lnTo>
                      <a:pt x="5273" y="4582"/>
                    </a:lnTo>
                    <a:lnTo>
                      <a:pt x="5336" y="4603"/>
                    </a:lnTo>
                    <a:lnTo>
                      <a:pt x="5461" y="4561"/>
                    </a:lnTo>
                    <a:lnTo>
                      <a:pt x="5545" y="4457"/>
                    </a:lnTo>
                    <a:lnTo>
                      <a:pt x="5587" y="4520"/>
                    </a:lnTo>
                    <a:lnTo>
                      <a:pt x="5671" y="4499"/>
                    </a:lnTo>
                    <a:lnTo>
                      <a:pt x="5733" y="4394"/>
                    </a:lnTo>
                    <a:lnTo>
                      <a:pt x="5691" y="4310"/>
                    </a:lnTo>
                    <a:lnTo>
                      <a:pt x="5775" y="4206"/>
                    </a:lnTo>
                    <a:lnTo>
                      <a:pt x="5754" y="4143"/>
                    </a:lnTo>
                    <a:lnTo>
                      <a:pt x="5796" y="4143"/>
                    </a:lnTo>
                    <a:lnTo>
                      <a:pt x="5838" y="4080"/>
                    </a:lnTo>
                    <a:lnTo>
                      <a:pt x="5691" y="4038"/>
                    </a:lnTo>
                    <a:lnTo>
                      <a:pt x="5566" y="4059"/>
                    </a:lnTo>
                    <a:lnTo>
                      <a:pt x="5629" y="3976"/>
                    </a:lnTo>
                    <a:lnTo>
                      <a:pt x="5691" y="3955"/>
                    </a:lnTo>
                    <a:lnTo>
                      <a:pt x="5691" y="3850"/>
                    </a:lnTo>
                    <a:lnTo>
                      <a:pt x="5587" y="3766"/>
                    </a:lnTo>
                    <a:lnTo>
                      <a:pt x="5357" y="3766"/>
                    </a:lnTo>
                    <a:lnTo>
                      <a:pt x="5336" y="3724"/>
                    </a:lnTo>
                    <a:lnTo>
                      <a:pt x="5336" y="3641"/>
                    </a:lnTo>
                    <a:lnTo>
                      <a:pt x="5378" y="3620"/>
                    </a:lnTo>
                    <a:lnTo>
                      <a:pt x="5357" y="3515"/>
                    </a:lnTo>
                    <a:lnTo>
                      <a:pt x="5168" y="3348"/>
                    </a:lnTo>
                    <a:lnTo>
                      <a:pt x="5106" y="3348"/>
                    </a:lnTo>
                    <a:lnTo>
                      <a:pt x="5001" y="3432"/>
                    </a:lnTo>
                    <a:lnTo>
                      <a:pt x="4834" y="3432"/>
                    </a:lnTo>
                    <a:lnTo>
                      <a:pt x="4687" y="3452"/>
                    </a:lnTo>
                    <a:lnTo>
                      <a:pt x="4478" y="3327"/>
                    </a:lnTo>
                    <a:lnTo>
                      <a:pt x="4436" y="3243"/>
                    </a:lnTo>
                    <a:lnTo>
                      <a:pt x="4394" y="3222"/>
                    </a:lnTo>
                    <a:lnTo>
                      <a:pt x="4290" y="3264"/>
                    </a:lnTo>
                    <a:lnTo>
                      <a:pt x="4206" y="3264"/>
                    </a:lnTo>
                    <a:lnTo>
                      <a:pt x="4122" y="3306"/>
                    </a:lnTo>
                    <a:lnTo>
                      <a:pt x="4018" y="3306"/>
                    </a:lnTo>
                    <a:lnTo>
                      <a:pt x="3976" y="3411"/>
                    </a:lnTo>
                    <a:lnTo>
                      <a:pt x="3913" y="3348"/>
                    </a:lnTo>
                    <a:lnTo>
                      <a:pt x="3808" y="3264"/>
                    </a:lnTo>
                    <a:lnTo>
                      <a:pt x="3704" y="3327"/>
                    </a:lnTo>
                    <a:lnTo>
                      <a:pt x="3578" y="3348"/>
                    </a:lnTo>
                    <a:lnTo>
                      <a:pt x="3578" y="3411"/>
                    </a:lnTo>
                    <a:lnTo>
                      <a:pt x="3536" y="3452"/>
                    </a:lnTo>
                    <a:lnTo>
                      <a:pt x="3536" y="3369"/>
                    </a:lnTo>
                    <a:lnTo>
                      <a:pt x="3474" y="3327"/>
                    </a:lnTo>
                    <a:lnTo>
                      <a:pt x="3369" y="3348"/>
                    </a:lnTo>
                    <a:lnTo>
                      <a:pt x="3139" y="3327"/>
                    </a:lnTo>
                    <a:lnTo>
                      <a:pt x="3076" y="3348"/>
                    </a:lnTo>
                    <a:lnTo>
                      <a:pt x="3160" y="3432"/>
                    </a:lnTo>
                    <a:lnTo>
                      <a:pt x="3160" y="3536"/>
                    </a:lnTo>
                    <a:lnTo>
                      <a:pt x="3264" y="3620"/>
                    </a:lnTo>
                    <a:lnTo>
                      <a:pt x="3139" y="3578"/>
                    </a:lnTo>
                    <a:lnTo>
                      <a:pt x="3076" y="3515"/>
                    </a:lnTo>
                    <a:lnTo>
                      <a:pt x="3013" y="3473"/>
                    </a:lnTo>
                    <a:lnTo>
                      <a:pt x="2867" y="3536"/>
                    </a:lnTo>
                    <a:lnTo>
                      <a:pt x="2804" y="3473"/>
                    </a:lnTo>
                    <a:lnTo>
                      <a:pt x="2930" y="3432"/>
                    </a:lnTo>
                    <a:lnTo>
                      <a:pt x="2930" y="3348"/>
                    </a:lnTo>
                    <a:lnTo>
                      <a:pt x="2804" y="3222"/>
                    </a:lnTo>
                    <a:lnTo>
                      <a:pt x="2825" y="3139"/>
                    </a:lnTo>
                    <a:lnTo>
                      <a:pt x="2762" y="3097"/>
                    </a:lnTo>
                    <a:lnTo>
                      <a:pt x="2637" y="3160"/>
                    </a:lnTo>
                    <a:lnTo>
                      <a:pt x="2658" y="3243"/>
                    </a:lnTo>
                    <a:lnTo>
                      <a:pt x="2637" y="3306"/>
                    </a:lnTo>
                    <a:lnTo>
                      <a:pt x="2532" y="3264"/>
                    </a:lnTo>
                    <a:lnTo>
                      <a:pt x="2595" y="3201"/>
                    </a:lnTo>
                    <a:lnTo>
                      <a:pt x="2553" y="3139"/>
                    </a:lnTo>
                    <a:lnTo>
                      <a:pt x="2448" y="3097"/>
                    </a:lnTo>
                    <a:lnTo>
                      <a:pt x="2406" y="3139"/>
                    </a:lnTo>
                    <a:lnTo>
                      <a:pt x="2323" y="3139"/>
                    </a:lnTo>
                    <a:lnTo>
                      <a:pt x="2344" y="3034"/>
                    </a:lnTo>
                    <a:lnTo>
                      <a:pt x="2344" y="2992"/>
                    </a:lnTo>
                    <a:lnTo>
                      <a:pt x="2323" y="2888"/>
                    </a:lnTo>
                    <a:lnTo>
                      <a:pt x="2218" y="2908"/>
                    </a:lnTo>
                    <a:lnTo>
                      <a:pt x="2093" y="3034"/>
                    </a:lnTo>
                    <a:lnTo>
                      <a:pt x="2114" y="3160"/>
                    </a:lnTo>
                    <a:lnTo>
                      <a:pt x="2030" y="3160"/>
                    </a:lnTo>
                    <a:lnTo>
                      <a:pt x="1988" y="3055"/>
                    </a:lnTo>
                    <a:lnTo>
                      <a:pt x="2030" y="2992"/>
                    </a:lnTo>
                    <a:lnTo>
                      <a:pt x="2030" y="2908"/>
                    </a:lnTo>
                    <a:lnTo>
                      <a:pt x="2093" y="2720"/>
                    </a:lnTo>
                    <a:lnTo>
                      <a:pt x="2009" y="2636"/>
                    </a:lnTo>
                    <a:lnTo>
                      <a:pt x="1883" y="2699"/>
                    </a:lnTo>
                    <a:lnTo>
                      <a:pt x="1883" y="2636"/>
                    </a:lnTo>
                    <a:lnTo>
                      <a:pt x="1988" y="2616"/>
                    </a:lnTo>
                    <a:lnTo>
                      <a:pt x="2030" y="2490"/>
                    </a:lnTo>
                    <a:lnTo>
                      <a:pt x="2009" y="2385"/>
                    </a:lnTo>
                    <a:lnTo>
                      <a:pt x="1925" y="2427"/>
                    </a:lnTo>
                    <a:lnTo>
                      <a:pt x="1862" y="2385"/>
                    </a:lnTo>
                    <a:lnTo>
                      <a:pt x="1800" y="2427"/>
                    </a:lnTo>
                    <a:lnTo>
                      <a:pt x="1695" y="2427"/>
                    </a:lnTo>
                    <a:lnTo>
                      <a:pt x="1758" y="2385"/>
                    </a:lnTo>
                    <a:lnTo>
                      <a:pt x="1758" y="2323"/>
                    </a:lnTo>
                    <a:lnTo>
                      <a:pt x="1653" y="2323"/>
                    </a:lnTo>
                    <a:lnTo>
                      <a:pt x="1590" y="2406"/>
                    </a:lnTo>
                    <a:lnTo>
                      <a:pt x="1444" y="2427"/>
                    </a:lnTo>
                    <a:lnTo>
                      <a:pt x="1444" y="2364"/>
                    </a:lnTo>
                    <a:lnTo>
                      <a:pt x="1507" y="2323"/>
                    </a:lnTo>
                    <a:lnTo>
                      <a:pt x="1570" y="2218"/>
                    </a:lnTo>
                    <a:lnTo>
                      <a:pt x="1590" y="2155"/>
                    </a:lnTo>
                    <a:lnTo>
                      <a:pt x="1674" y="2155"/>
                    </a:lnTo>
                    <a:lnTo>
                      <a:pt x="1779" y="2260"/>
                    </a:lnTo>
                    <a:lnTo>
                      <a:pt x="1925" y="2260"/>
                    </a:lnTo>
                    <a:lnTo>
                      <a:pt x="1904" y="2197"/>
                    </a:lnTo>
                    <a:lnTo>
                      <a:pt x="1800" y="2071"/>
                    </a:lnTo>
                    <a:lnTo>
                      <a:pt x="1695" y="2071"/>
                    </a:lnTo>
                    <a:lnTo>
                      <a:pt x="1758" y="2009"/>
                    </a:lnTo>
                    <a:lnTo>
                      <a:pt x="1611" y="1883"/>
                    </a:lnTo>
                    <a:lnTo>
                      <a:pt x="1507" y="1841"/>
                    </a:lnTo>
                    <a:lnTo>
                      <a:pt x="1570" y="1799"/>
                    </a:lnTo>
                    <a:lnTo>
                      <a:pt x="1590" y="1737"/>
                    </a:lnTo>
                    <a:lnTo>
                      <a:pt x="1653" y="1737"/>
                    </a:lnTo>
                    <a:lnTo>
                      <a:pt x="1695" y="1841"/>
                    </a:lnTo>
                    <a:lnTo>
                      <a:pt x="1800" y="1967"/>
                    </a:lnTo>
                    <a:lnTo>
                      <a:pt x="1967" y="1988"/>
                    </a:lnTo>
                    <a:lnTo>
                      <a:pt x="2030" y="2092"/>
                    </a:lnTo>
                    <a:lnTo>
                      <a:pt x="2114" y="2009"/>
                    </a:lnTo>
                    <a:lnTo>
                      <a:pt x="2176" y="2092"/>
                    </a:lnTo>
                    <a:lnTo>
                      <a:pt x="2344" y="2155"/>
                    </a:lnTo>
                    <a:lnTo>
                      <a:pt x="2448" y="2155"/>
                    </a:lnTo>
                    <a:lnTo>
                      <a:pt x="2511" y="2051"/>
                    </a:lnTo>
                    <a:lnTo>
                      <a:pt x="2490" y="1904"/>
                    </a:lnTo>
                    <a:lnTo>
                      <a:pt x="2239" y="1758"/>
                    </a:lnTo>
                    <a:lnTo>
                      <a:pt x="2134" y="1653"/>
                    </a:lnTo>
                    <a:lnTo>
                      <a:pt x="2072" y="1653"/>
                    </a:lnTo>
                    <a:lnTo>
                      <a:pt x="2030" y="1548"/>
                    </a:lnTo>
                    <a:lnTo>
                      <a:pt x="1925" y="1444"/>
                    </a:lnTo>
                    <a:lnTo>
                      <a:pt x="1883" y="1444"/>
                    </a:lnTo>
                    <a:lnTo>
                      <a:pt x="1821" y="1381"/>
                    </a:lnTo>
                    <a:lnTo>
                      <a:pt x="1883" y="1318"/>
                    </a:lnTo>
                    <a:lnTo>
                      <a:pt x="1967" y="1339"/>
                    </a:lnTo>
                    <a:lnTo>
                      <a:pt x="2030" y="1444"/>
                    </a:lnTo>
                    <a:lnTo>
                      <a:pt x="2114" y="1444"/>
                    </a:lnTo>
                    <a:lnTo>
                      <a:pt x="2134" y="1548"/>
                    </a:lnTo>
                    <a:lnTo>
                      <a:pt x="2197" y="1548"/>
                    </a:lnTo>
                    <a:lnTo>
                      <a:pt x="2239" y="1465"/>
                    </a:lnTo>
                    <a:lnTo>
                      <a:pt x="2197" y="1276"/>
                    </a:lnTo>
                    <a:lnTo>
                      <a:pt x="2072" y="1130"/>
                    </a:lnTo>
                    <a:lnTo>
                      <a:pt x="1988" y="1130"/>
                    </a:lnTo>
                    <a:lnTo>
                      <a:pt x="1967" y="1109"/>
                    </a:lnTo>
                    <a:lnTo>
                      <a:pt x="1821" y="1109"/>
                    </a:lnTo>
                    <a:lnTo>
                      <a:pt x="1695" y="1172"/>
                    </a:lnTo>
                    <a:lnTo>
                      <a:pt x="1590" y="1172"/>
                    </a:lnTo>
                    <a:lnTo>
                      <a:pt x="1486" y="1109"/>
                    </a:lnTo>
                    <a:lnTo>
                      <a:pt x="1402" y="1130"/>
                    </a:lnTo>
                    <a:lnTo>
                      <a:pt x="1360" y="1025"/>
                    </a:lnTo>
                    <a:lnTo>
                      <a:pt x="1235" y="1214"/>
                    </a:lnTo>
                    <a:lnTo>
                      <a:pt x="1067" y="1276"/>
                    </a:lnTo>
                    <a:lnTo>
                      <a:pt x="1046" y="1381"/>
                    </a:lnTo>
                    <a:lnTo>
                      <a:pt x="963" y="1423"/>
                    </a:lnTo>
                    <a:lnTo>
                      <a:pt x="963" y="1339"/>
                    </a:lnTo>
                    <a:lnTo>
                      <a:pt x="1046" y="1235"/>
                    </a:lnTo>
                    <a:lnTo>
                      <a:pt x="1088" y="1235"/>
                    </a:lnTo>
                    <a:lnTo>
                      <a:pt x="1339" y="1004"/>
                    </a:lnTo>
                    <a:lnTo>
                      <a:pt x="1360" y="921"/>
                    </a:lnTo>
                    <a:lnTo>
                      <a:pt x="1298" y="816"/>
                    </a:lnTo>
                    <a:lnTo>
                      <a:pt x="1298" y="544"/>
                    </a:lnTo>
                    <a:lnTo>
                      <a:pt x="1339" y="523"/>
                    </a:lnTo>
                    <a:lnTo>
                      <a:pt x="1256" y="419"/>
                    </a:lnTo>
                    <a:lnTo>
                      <a:pt x="1193" y="481"/>
                    </a:lnTo>
                    <a:lnTo>
                      <a:pt x="1088" y="481"/>
                    </a:lnTo>
                    <a:lnTo>
                      <a:pt x="1026" y="419"/>
                    </a:lnTo>
                    <a:lnTo>
                      <a:pt x="1026" y="314"/>
                    </a:lnTo>
                    <a:lnTo>
                      <a:pt x="1026" y="230"/>
                    </a:lnTo>
                    <a:lnTo>
                      <a:pt x="816" y="188"/>
                    </a:lnTo>
                    <a:lnTo>
                      <a:pt x="733" y="84"/>
                    </a:lnTo>
                    <a:lnTo>
                      <a:pt x="628" y="84"/>
                    </a:lnTo>
                    <a:lnTo>
                      <a:pt x="50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38"/>
              <p:cNvSpPr/>
              <p:nvPr/>
            </p:nvSpPr>
            <p:spPr>
              <a:xfrm>
                <a:off x="2687175" y="1694400"/>
                <a:ext cx="33500" cy="37675"/>
              </a:xfrm>
              <a:custGeom>
                <a:rect b="b" l="l" r="r" t="t"/>
                <a:pathLst>
                  <a:path extrusionOk="0" h="1507" w="1340">
                    <a:moveTo>
                      <a:pt x="796" y="0"/>
                    </a:moveTo>
                    <a:lnTo>
                      <a:pt x="670" y="21"/>
                    </a:lnTo>
                    <a:lnTo>
                      <a:pt x="607" y="84"/>
                    </a:lnTo>
                    <a:lnTo>
                      <a:pt x="691" y="147"/>
                    </a:lnTo>
                    <a:lnTo>
                      <a:pt x="691" y="231"/>
                    </a:lnTo>
                    <a:lnTo>
                      <a:pt x="628" y="210"/>
                    </a:lnTo>
                    <a:lnTo>
                      <a:pt x="565" y="147"/>
                    </a:lnTo>
                    <a:lnTo>
                      <a:pt x="461" y="126"/>
                    </a:lnTo>
                    <a:lnTo>
                      <a:pt x="419" y="210"/>
                    </a:lnTo>
                    <a:lnTo>
                      <a:pt x="524" y="210"/>
                    </a:lnTo>
                    <a:lnTo>
                      <a:pt x="565" y="251"/>
                    </a:lnTo>
                    <a:lnTo>
                      <a:pt x="524" y="293"/>
                    </a:lnTo>
                    <a:lnTo>
                      <a:pt x="398" y="314"/>
                    </a:lnTo>
                    <a:lnTo>
                      <a:pt x="356" y="335"/>
                    </a:lnTo>
                    <a:lnTo>
                      <a:pt x="398" y="440"/>
                    </a:lnTo>
                    <a:lnTo>
                      <a:pt x="419" y="461"/>
                    </a:lnTo>
                    <a:lnTo>
                      <a:pt x="419" y="523"/>
                    </a:lnTo>
                    <a:lnTo>
                      <a:pt x="293" y="461"/>
                    </a:lnTo>
                    <a:lnTo>
                      <a:pt x="168" y="503"/>
                    </a:lnTo>
                    <a:lnTo>
                      <a:pt x="84" y="565"/>
                    </a:lnTo>
                    <a:lnTo>
                      <a:pt x="42" y="712"/>
                    </a:lnTo>
                    <a:lnTo>
                      <a:pt x="0" y="733"/>
                    </a:lnTo>
                    <a:lnTo>
                      <a:pt x="0" y="754"/>
                    </a:lnTo>
                    <a:lnTo>
                      <a:pt x="63" y="754"/>
                    </a:lnTo>
                    <a:lnTo>
                      <a:pt x="42" y="837"/>
                    </a:lnTo>
                    <a:lnTo>
                      <a:pt x="42" y="879"/>
                    </a:lnTo>
                    <a:lnTo>
                      <a:pt x="63" y="921"/>
                    </a:lnTo>
                    <a:lnTo>
                      <a:pt x="147" y="816"/>
                    </a:lnTo>
                    <a:lnTo>
                      <a:pt x="168" y="837"/>
                    </a:lnTo>
                    <a:lnTo>
                      <a:pt x="105" y="963"/>
                    </a:lnTo>
                    <a:lnTo>
                      <a:pt x="147" y="1026"/>
                    </a:lnTo>
                    <a:lnTo>
                      <a:pt x="210" y="1067"/>
                    </a:lnTo>
                    <a:lnTo>
                      <a:pt x="272" y="1047"/>
                    </a:lnTo>
                    <a:lnTo>
                      <a:pt x="293" y="1067"/>
                    </a:lnTo>
                    <a:lnTo>
                      <a:pt x="314" y="1151"/>
                    </a:lnTo>
                    <a:lnTo>
                      <a:pt x="356" y="1151"/>
                    </a:lnTo>
                    <a:lnTo>
                      <a:pt x="398" y="1088"/>
                    </a:lnTo>
                    <a:lnTo>
                      <a:pt x="461" y="1130"/>
                    </a:lnTo>
                    <a:lnTo>
                      <a:pt x="461" y="1256"/>
                    </a:lnTo>
                    <a:lnTo>
                      <a:pt x="482" y="1298"/>
                    </a:lnTo>
                    <a:lnTo>
                      <a:pt x="586" y="1277"/>
                    </a:lnTo>
                    <a:lnTo>
                      <a:pt x="607" y="1402"/>
                    </a:lnTo>
                    <a:lnTo>
                      <a:pt x="712" y="1402"/>
                    </a:lnTo>
                    <a:lnTo>
                      <a:pt x="837" y="1486"/>
                    </a:lnTo>
                    <a:lnTo>
                      <a:pt x="942" y="1486"/>
                    </a:lnTo>
                    <a:lnTo>
                      <a:pt x="1005" y="1507"/>
                    </a:lnTo>
                    <a:lnTo>
                      <a:pt x="1026" y="1486"/>
                    </a:lnTo>
                    <a:lnTo>
                      <a:pt x="1005" y="1402"/>
                    </a:lnTo>
                    <a:lnTo>
                      <a:pt x="1088" y="1381"/>
                    </a:lnTo>
                    <a:lnTo>
                      <a:pt x="1151" y="1235"/>
                    </a:lnTo>
                    <a:lnTo>
                      <a:pt x="1130" y="1088"/>
                    </a:lnTo>
                    <a:lnTo>
                      <a:pt x="1214" y="942"/>
                    </a:lnTo>
                    <a:lnTo>
                      <a:pt x="1235" y="921"/>
                    </a:lnTo>
                    <a:lnTo>
                      <a:pt x="1319" y="712"/>
                    </a:lnTo>
                    <a:lnTo>
                      <a:pt x="1319" y="565"/>
                    </a:lnTo>
                    <a:lnTo>
                      <a:pt x="1340" y="523"/>
                    </a:lnTo>
                    <a:lnTo>
                      <a:pt x="1319" y="419"/>
                    </a:lnTo>
                    <a:lnTo>
                      <a:pt x="1235" y="335"/>
                    </a:lnTo>
                    <a:lnTo>
                      <a:pt x="1235" y="210"/>
                    </a:lnTo>
                    <a:lnTo>
                      <a:pt x="1193" y="147"/>
                    </a:lnTo>
                    <a:lnTo>
                      <a:pt x="1151" y="42"/>
                    </a:lnTo>
                    <a:lnTo>
                      <a:pt x="1005" y="0"/>
                    </a:lnTo>
                    <a:lnTo>
                      <a:pt x="900" y="42"/>
                    </a:lnTo>
                    <a:lnTo>
                      <a:pt x="79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38"/>
              <p:cNvSpPr/>
              <p:nvPr/>
            </p:nvSpPr>
            <p:spPr>
              <a:xfrm>
                <a:off x="2605050" y="1520200"/>
                <a:ext cx="42400" cy="26175"/>
              </a:xfrm>
              <a:custGeom>
                <a:rect b="b" l="l" r="r" t="t"/>
                <a:pathLst>
                  <a:path extrusionOk="0" h="1047" w="1696">
                    <a:moveTo>
                      <a:pt x="1570" y="1"/>
                    </a:moveTo>
                    <a:lnTo>
                      <a:pt x="1486" y="64"/>
                    </a:lnTo>
                    <a:lnTo>
                      <a:pt x="1256" y="64"/>
                    </a:lnTo>
                    <a:lnTo>
                      <a:pt x="1130" y="168"/>
                    </a:lnTo>
                    <a:lnTo>
                      <a:pt x="963" y="168"/>
                    </a:lnTo>
                    <a:lnTo>
                      <a:pt x="921" y="189"/>
                    </a:lnTo>
                    <a:lnTo>
                      <a:pt x="816" y="105"/>
                    </a:lnTo>
                    <a:lnTo>
                      <a:pt x="712" y="84"/>
                    </a:lnTo>
                    <a:lnTo>
                      <a:pt x="356" y="189"/>
                    </a:lnTo>
                    <a:lnTo>
                      <a:pt x="126" y="189"/>
                    </a:lnTo>
                    <a:lnTo>
                      <a:pt x="105" y="273"/>
                    </a:lnTo>
                    <a:lnTo>
                      <a:pt x="0" y="377"/>
                    </a:lnTo>
                    <a:lnTo>
                      <a:pt x="0" y="482"/>
                    </a:lnTo>
                    <a:lnTo>
                      <a:pt x="105" y="461"/>
                    </a:lnTo>
                    <a:lnTo>
                      <a:pt x="231" y="461"/>
                    </a:lnTo>
                    <a:lnTo>
                      <a:pt x="314" y="419"/>
                    </a:lnTo>
                    <a:lnTo>
                      <a:pt x="398" y="461"/>
                    </a:lnTo>
                    <a:lnTo>
                      <a:pt x="503" y="461"/>
                    </a:lnTo>
                    <a:lnTo>
                      <a:pt x="565" y="503"/>
                    </a:lnTo>
                    <a:lnTo>
                      <a:pt x="503" y="587"/>
                    </a:lnTo>
                    <a:lnTo>
                      <a:pt x="544" y="712"/>
                    </a:lnTo>
                    <a:lnTo>
                      <a:pt x="628" y="817"/>
                    </a:lnTo>
                    <a:lnTo>
                      <a:pt x="712" y="712"/>
                    </a:lnTo>
                    <a:lnTo>
                      <a:pt x="712" y="628"/>
                    </a:lnTo>
                    <a:lnTo>
                      <a:pt x="754" y="587"/>
                    </a:lnTo>
                    <a:lnTo>
                      <a:pt x="858" y="712"/>
                    </a:lnTo>
                    <a:lnTo>
                      <a:pt x="837" y="838"/>
                    </a:lnTo>
                    <a:lnTo>
                      <a:pt x="984" y="1005"/>
                    </a:lnTo>
                    <a:lnTo>
                      <a:pt x="1088" y="984"/>
                    </a:lnTo>
                    <a:lnTo>
                      <a:pt x="1151" y="1047"/>
                    </a:lnTo>
                    <a:lnTo>
                      <a:pt x="1360" y="1047"/>
                    </a:lnTo>
                    <a:lnTo>
                      <a:pt x="1465" y="942"/>
                    </a:lnTo>
                    <a:lnTo>
                      <a:pt x="1591" y="900"/>
                    </a:lnTo>
                    <a:lnTo>
                      <a:pt x="1674" y="670"/>
                    </a:lnTo>
                    <a:lnTo>
                      <a:pt x="1591" y="503"/>
                    </a:lnTo>
                    <a:lnTo>
                      <a:pt x="1695" y="356"/>
                    </a:lnTo>
                    <a:lnTo>
                      <a:pt x="1695" y="273"/>
                    </a:lnTo>
                    <a:lnTo>
                      <a:pt x="1612" y="147"/>
                    </a:lnTo>
                    <a:lnTo>
                      <a:pt x="1653" y="64"/>
                    </a:lnTo>
                    <a:lnTo>
                      <a:pt x="157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38"/>
              <p:cNvSpPr/>
              <p:nvPr/>
            </p:nvSpPr>
            <p:spPr>
              <a:xfrm>
                <a:off x="2443425" y="1547400"/>
                <a:ext cx="109875" cy="60700"/>
              </a:xfrm>
              <a:custGeom>
                <a:rect b="b" l="l" r="r" t="t"/>
                <a:pathLst>
                  <a:path extrusionOk="0" h="2428" w="4395">
                    <a:moveTo>
                      <a:pt x="4268" y="1"/>
                    </a:moveTo>
                    <a:lnTo>
                      <a:pt x="4185" y="43"/>
                    </a:lnTo>
                    <a:lnTo>
                      <a:pt x="4059" y="105"/>
                    </a:lnTo>
                    <a:lnTo>
                      <a:pt x="4059" y="252"/>
                    </a:lnTo>
                    <a:lnTo>
                      <a:pt x="4038" y="336"/>
                    </a:lnTo>
                    <a:lnTo>
                      <a:pt x="4059" y="377"/>
                    </a:lnTo>
                    <a:lnTo>
                      <a:pt x="3955" y="419"/>
                    </a:lnTo>
                    <a:lnTo>
                      <a:pt x="3934" y="315"/>
                    </a:lnTo>
                    <a:lnTo>
                      <a:pt x="3892" y="315"/>
                    </a:lnTo>
                    <a:lnTo>
                      <a:pt x="3871" y="377"/>
                    </a:lnTo>
                    <a:lnTo>
                      <a:pt x="3829" y="440"/>
                    </a:lnTo>
                    <a:lnTo>
                      <a:pt x="3766" y="357"/>
                    </a:lnTo>
                    <a:lnTo>
                      <a:pt x="3745" y="168"/>
                    </a:lnTo>
                    <a:lnTo>
                      <a:pt x="3641" y="64"/>
                    </a:lnTo>
                    <a:lnTo>
                      <a:pt x="3578" y="64"/>
                    </a:lnTo>
                    <a:lnTo>
                      <a:pt x="3557" y="126"/>
                    </a:lnTo>
                    <a:lnTo>
                      <a:pt x="3432" y="126"/>
                    </a:lnTo>
                    <a:lnTo>
                      <a:pt x="3306" y="64"/>
                    </a:lnTo>
                    <a:lnTo>
                      <a:pt x="3222" y="64"/>
                    </a:lnTo>
                    <a:lnTo>
                      <a:pt x="2992" y="43"/>
                    </a:lnTo>
                    <a:lnTo>
                      <a:pt x="2846" y="126"/>
                    </a:lnTo>
                    <a:lnTo>
                      <a:pt x="2804" y="231"/>
                    </a:lnTo>
                    <a:lnTo>
                      <a:pt x="2741" y="315"/>
                    </a:lnTo>
                    <a:lnTo>
                      <a:pt x="2699" y="273"/>
                    </a:lnTo>
                    <a:lnTo>
                      <a:pt x="2636" y="273"/>
                    </a:lnTo>
                    <a:lnTo>
                      <a:pt x="2364" y="482"/>
                    </a:lnTo>
                    <a:lnTo>
                      <a:pt x="2281" y="566"/>
                    </a:lnTo>
                    <a:lnTo>
                      <a:pt x="2197" y="566"/>
                    </a:lnTo>
                    <a:lnTo>
                      <a:pt x="2051" y="670"/>
                    </a:lnTo>
                    <a:lnTo>
                      <a:pt x="1946" y="691"/>
                    </a:lnTo>
                    <a:lnTo>
                      <a:pt x="1862" y="775"/>
                    </a:lnTo>
                    <a:lnTo>
                      <a:pt x="1841" y="859"/>
                    </a:lnTo>
                    <a:lnTo>
                      <a:pt x="1653" y="859"/>
                    </a:lnTo>
                    <a:lnTo>
                      <a:pt x="1590" y="880"/>
                    </a:lnTo>
                    <a:lnTo>
                      <a:pt x="1465" y="859"/>
                    </a:lnTo>
                    <a:lnTo>
                      <a:pt x="1423" y="901"/>
                    </a:lnTo>
                    <a:lnTo>
                      <a:pt x="1339" y="901"/>
                    </a:lnTo>
                    <a:lnTo>
                      <a:pt x="1151" y="1068"/>
                    </a:lnTo>
                    <a:lnTo>
                      <a:pt x="1025" y="1152"/>
                    </a:lnTo>
                    <a:lnTo>
                      <a:pt x="900" y="1089"/>
                    </a:lnTo>
                    <a:lnTo>
                      <a:pt x="795" y="1152"/>
                    </a:lnTo>
                    <a:lnTo>
                      <a:pt x="523" y="1193"/>
                    </a:lnTo>
                    <a:lnTo>
                      <a:pt x="398" y="1382"/>
                    </a:lnTo>
                    <a:lnTo>
                      <a:pt x="314" y="1382"/>
                    </a:lnTo>
                    <a:lnTo>
                      <a:pt x="167" y="1403"/>
                    </a:lnTo>
                    <a:lnTo>
                      <a:pt x="105" y="1528"/>
                    </a:lnTo>
                    <a:lnTo>
                      <a:pt x="209" y="1528"/>
                    </a:lnTo>
                    <a:lnTo>
                      <a:pt x="272" y="1591"/>
                    </a:lnTo>
                    <a:lnTo>
                      <a:pt x="167" y="1591"/>
                    </a:lnTo>
                    <a:lnTo>
                      <a:pt x="126" y="1633"/>
                    </a:lnTo>
                    <a:lnTo>
                      <a:pt x="209" y="1717"/>
                    </a:lnTo>
                    <a:lnTo>
                      <a:pt x="188" y="1779"/>
                    </a:lnTo>
                    <a:lnTo>
                      <a:pt x="0" y="1842"/>
                    </a:lnTo>
                    <a:lnTo>
                      <a:pt x="0" y="1905"/>
                    </a:lnTo>
                    <a:lnTo>
                      <a:pt x="126" y="1926"/>
                    </a:lnTo>
                    <a:lnTo>
                      <a:pt x="230" y="1905"/>
                    </a:lnTo>
                    <a:lnTo>
                      <a:pt x="293" y="1821"/>
                    </a:lnTo>
                    <a:lnTo>
                      <a:pt x="377" y="1800"/>
                    </a:lnTo>
                    <a:lnTo>
                      <a:pt x="481" y="1842"/>
                    </a:lnTo>
                    <a:lnTo>
                      <a:pt x="586" y="1989"/>
                    </a:lnTo>
                    <a:lnTo>
                      <a:pt x="586" y="2114"/>
                    </a:lnTo>
                    <a:lnTo>
                      <a:pt x="691" y="2156"/>
                    </a:lnTo>
                    <a:lnTo>
                      <a:pt x="732" y="2114"/>
                    </a:lnTo>
                    <a:lnTo>
                      <a:pt x="732" y="2009"/>
                    </a:lnTo>
                    <a:lnTo>
                      <a:pt x="753" y="1989"/>
                    </a:lnTo>
                    <a:lnTo>
                      <a:pt x="816" y="1821"/>
                    </a:lnTo>
                    <a:lnTo>
                      <a:pt x="858" y="1821"/>
                    </a:lnTo>
                    <a:lnTo>
                      <a:pt x="1004" y="1779"/>
                    </a:lnTo>
                    <a:lnTo>
                      <a:pt x="1067" y="1800"/>
                    </a:lnTo>
                    <a:lnTo>
                      <a:pt x="1046" y="1884"/>
                    </a:lnTo>
                    <a:lnTo>
                      <a:pt x="942" y="1926"/>
                    </a:lnTo>
                    <a:lnTo>
                      <a:pt x="900" y="2093"/>
                    </a:lnTo>
                    <a:lnTo>
                      <a:pt x="942" y="2156"/>
                    </a:lnTo>
                    <a:lnTo>
                      <a:pt x="858" y="2240"/>
                    </a:lnTo>
                    <a:lnTo>
                      <a:pt x="816" y="2323"/>
                    </a:lnTo>
                    <a:lnTo>
                      <a:pt x="858" y="2407"/>
                    </a:lnTo>
                    <a:lnTo>
                      <a:pt x="921" y="2323"/>
                    </a:lnTo>
                    <a:lnTo>
                      <a:pt x="1004" y="2344"/>
                    </a:lnTo>
                    <a:lnTo>
                      <a:pt x="1004" y="2428"/>
                    </a:lnTo>
                    <a:lnTo>
                      <a:pt x="1046" y="2428"/>
                    </a:lnTo>
                    <a:lnTo>
                      <a:pt x="1235" y="2323"/>
                    </a:lnTo>
                    <a:lnTo>
                      <a:pt x="1318" y="2219"/>
                    </a:lnTo>
                    <a:lnTo>
                      <a:pt x="1381" y="2240"/>
                    </a:lnTo>
                    <a:lnTo>
                      <a:pt x="1444" y="2135"/>
                    </a:lnTo>
                    <a:lnTo>
                      <a:pt x="1444" y="2009"/>
                    </a:lnTo>
                    <a:lnTo>
                      <a:pt x="1527" y="2009"/>
                    </a:lnTo>
                    <a:lnTo>
                      <a:pt x="1590" y="1905"/>
                    </a:lnTo>
                    <a:lnTo>
                      <a:pt x="1590" y="1779"/>
                    </a:lnTo>
                    <a:lnTo>
                      <a:pt x="1653" y="1717"/>
                    </a:lnTo>
                    <a:lnTo>
                      <a:pt x="1674" y="1779"/>
                    </a:lnTo>
                    <a:lnTo>
                      <a:pt x="1653" y="1842"/>
                    </a:lnTo>
                    <a:lnTo>
                      <a:pt x="1674" y="1926"/>
                    </a:lnTo>
                    <a:lnTo>
                      <a:pt x="1653" y="2051"/>
                    </a:lnTo>
                    <a:lnTo>
                      <a:pt x="1674" y="2198"/>
                    </a:lnTo>
                    <a:lnTo>
                      <a:pt x="1737" y="2198"/>
                    </a:lnTo>
                    <a:lnTo>
                      <a:pt x="1841" y="2051"/>
                    </a:lnTo>
                    <a:lnTo>
                      <a:pt x="1862" y="1926"/>
                    </a:lnTo>
                    <a:lnTo>
                      <a:pt x="1883" y="1884"/>
                    </a:lnTo>
                    <a:lnTo>
                      <a:pt x="1967" y="1842"/>
                    </a:lnTo>
                    <a:lnTo>
                      <a:pt x="2092" y="1696"/>
                    </a:lnTo>
                    <a:lnTo>
                      <a:pt x="2113" y="1570"/>
                    </a:lnTo>
                    <a:lnTo>
                      <a:pt x="2092" y="1465"/>
                    </a:lnTo>
                    <a:lnTo>
                      <a:pt x="2155" y="1361"/>
                    </a:lnTo>
                    <a:lnTo>
                      <a:pt x="2197" y="1486"/>
                    </a:lnTo>
                    <a:lnTo>
                      <a:pt x="2406" y="1361"/>
                    </a:lnTo>
                    <a:lnTo>
                      <a:pt x="2469" y="1193"/>
                    </a:lnTo>
                    <a:lnTo>
                      <a:pt x="2490" y="1089"/>
                    </a:lnTo>
                    <a:lnTo>
                      <a:pt x="2595" y="1068"/>
                    </a:lnTo>
                    <a:lnTo>
                      <a:pt x="2636" y="1047"/>
                    </a:lnTo>
                    <a:lnTo>
                      <a:pt x="2720" y="1089"/>
                    </a:lnTo>
                    <a:lnTo>
                      <a:pt x="2825" y="984"/>
                    </a:lnTo>
                    <a:lnTo>
                      <a:pt x="2888" y="1047"/>
                    </a:lnTo>
                    <a:lnTo>
                      <a:pt x="2825" y="1256"/>
                    </a:lnTo>
                    <a:lnTo>
                      <a:pt x="2678" y="1403"/>
                    </a:lnTo>
                    <a:lnTo>
                      <a:pt x="2636" y="1507"/>
                    </a:lnTo>
                    <a:lnTo>
                      <a:pt x="2574" y="1591"/>
                    </a:lnTo>
                    <a:lnTo>
                      <a:pt x="2574" y="1633"/>
                    </a:lnTo>
                    <a:lnTo>
                      <a:pt x="2469" y="1696"/>
                    </a:lnTo>
                    <a:lnTo>
                      <a:pt x="2323" y="1926"/>
                    </a:lnTo>
                    <a:lnTo>
                      <a:pt x="2323" y="1989"/>
                    </a:lnTo>
                    <a:lnTo>
                      <a:pt x="2385" y="2093"/>
                    </a:lnTo>
                    <a:lnTo>
                      <a:pt x="2364" y="2198"/>
                    </a:lnTo>
                    <a:lnTo>
                      <a:pt x="2427" y="2219"/>
                    </a:lnTo>
                    <a:lnTo>
                      <a:pt x="2532" y="2261"/>
                    </a:lnTo>
                    <a:lnTo>
                      <a:pt x="2616" y="2198"/>
                    </a:lnTo>
                    <a:lnTo>
                      <a:pt x="2720" y="2135"/>
                    </a:lnTo>
                    <a:lnTo>
                      <a:pt x="2741" y="2030"/>
                    </a:lnTo>
                    <a:lnTo>
                      <a:pt x="2741" y="1926"/>
                    </a:lnTo>
                    <a:lnTo>
                      <a:pt x="2825" y="1842"/>
                    </a:lnTo>
                    <a:lnTo>
                      <a:pt x="2888" y="1737"/>
                    </a:lnTo>
                    <a:lnTo>
                      <a:pt x="2950" y="1737"/>
                    </a:lnTo>
                    <a:lnTo>
                      <a:pt x="3013" y="1717"/>
                    </a:lnTo>
                    <a:lnTo>
                      <a:pt x="3097" y="1779"/>
                    </a:lnTo>
                    <a:lnTo>
                      <a:pt x="3201" y="1779"/>
                    </a:lnTo>
                    <a:lnTo>
                      <a:pt x="3243" y="1717"/>
                    </a:lnTo>
                    <a:lnTo>
                      <a:pt x="3432" y="1717"/>
                    </a:lnTo>
                    <a:lnTo>
                      <a:pt x="3515" y="1612"/>
                    </a:lnTo>
                    <a:lnTo>
                      <a:pt x="3557" y="1403"/>
                    </a:lnTo>
                    <a:lnTo>
                      <a:pt x="3662" y="1256"/>
                    </a:lnTo>
                    <a:lnTo>
                      <a:pt x="3662" y="1152"/>
                    </a:lnTo>
                    <a:lnTo>
                      <a:pt x="3683" y="1089"/>
                    </a:lnTo>
                    <a:lnTo>
                      <a:pt x="3766" y="1214"/>
                    </a:lnTo>
                    <a:lnTo>
                      <a:pt x="3871" y="1256"/>
                    </a:lnTo>
                    <a:lnTo>
                      <a:pt x="3892" y="1193"/>
                    </a:lnTo>
                    <a:lnTo>
                      <a:pt x="3892" y="1110"/>
                    </a:lnTo>
                    <a:lnTo>
                      <a:pt x="3787" y="963"/>
                    </a:lnTo>
                    <a:lnTo>
                      <a:pt x="3787" y="880"/>
                    </a:lnTo>
                    <a:lnTo>
                      <a:pt x="3934" y="775"/>
                    </a:lnTo>
                    <a:lnTo>
                      <a:pt x="4038" y="754"/>
                    </a:lnTo>
                    <a:lnTo>
                      <a:pt x="4143" y="691"/>
                    </a:lnTo>
                    <a:lnTo>
                      <a:pt x="4206" y="733"/>
                    </a:lnTo>
                    <a:lnTo>
                      <a:pt x="4289" y="733"/>
                    </a:lnTo>
                    <a:lnTo>
                      <a:pt x="4394" y="587"/>
                    </a:lnTo>
                    <a:lnTo>
                      <a:pt x="4373" y="524"/>
                    </a:lnTo>
                    <a:lnTo>
                      <a:pt x="4352" y="273"/>
                    </a:lnTo>
                    <a:lnTo>
                      <a:pt x="4373" y="231"/>
                    </a:lnTo>
                    <a:lnTo>
                      <a:pt x="4352" y="168"/>
                    </a:lnTo>
                    <a:lnTo>
                      <a:pt x="4352" y="22"/>
                    </a:lnTo>
                    <a:lnTo>
                      <a:pt x="426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38"/>
              <p:cNvSpPr/>
              <p:nvPr/>
            </p:nvSpPr>
            <p:spPr>
              <a:xfrm>
                <a:off x="2580975" y="1547400"/>
                <a:ext cx="48150" cy="32475"/>
              </a:xfrm>
              <a:custGeom>
                <a:rect b="b" l="l" r="r" t="t"/>
                <a:pathLst>
                  <a:path extrusionOk="0" h="1299" w="1926">
                    <a:moveTo>
                      <a:pt x="796" y="1"/>
                    </a:moveTo>
                    <a:lnTo>
                      <a:pt x="524" y="43"/>
                    </a:lnTo>
                    <a:lnTo>
                      <a:pt x="440" y="43"/>
                    </a:lnTo>
                    <a:lnTo>
                      <a:pt x="336" y="126"/>
                    </a:lnTo>
                    <a:lnTo>
                      <a:pt x="231" y="168"/>
                    </a:lnTo>
                    <a:lnTo>
                      <a:pt x="210" y="315"/>
                    </a:lnTo>
                    <a:lnTo>
                      <a:pt x="64" y="419"/>
                    </a:lnTo>
                    <a:lnTo>
                      <a:pt x="64" y="524"/>
                    </a:lnTo>
                    <a:lnTo>
                      <a:pt x="1" y="629"/>
                    </a:lnTo>
                    <a:lnTo>
                      <a:pt x="22" y="754"/>
                    </a:lnTo>
                    <a:lnTo>
                      <a:pt x="22" y="880"/>
                    </a:lnTo>
                    <a:lnTo>
                      <a:pt x="106" y="880"/>
                    </a:lnTo>
                    <a:lnTo>
                      <a:pt x="231" y="963"/>
                    </a:lnTo>
                    <a:lnTo>
                      <a:pt x="315" y="1110"/>
                    </a:lnTo>
                    <a:lnTo>
                      <a:pt x="231" y="1193"/>
                    </a:lnTo>
                    <a:lnTo>
                      <a:pt x="252" y="1214"/>
                    </a:lnTo>
                    <a:lnTo>
                      <a:pt x="378" y="1214"/>
                    </a:lnTo>
                    <a:lnTo>
                      <a:pt x="524" y="1256"/>
                    </a:lnTo>
                    <a:lnTo>
                      <a:pt x="566" y="1214"/>
                    </a:lnTo>
                    <a:lnTo>
                      <a:pt x="691" y="1298"/>
                    </a:lnTo>
                    <a:lnTo>
                      <a:pt x="838" y="1298"/>
                    </a:lnTo>
                    <a:lnTo>
                      <a:pt x="943" y="1256"/>
                    </a:lnTo>
                    <a:lnTo>
                      <a:pt x="1068" y="1256"/>
                    </a:lnTo>
                    <a:lnTo>
                      <a:pt x="1110" y="1152"/>
                    </a:lnTo>
                    <a:lnTo>
                      <a:pt x="1110" y="1089"/>
                    </a:lnTo>
                    <a:lnTo>
                      <a:pt x="1215" y="1068"/>
                    </a:lnTo>
                    <a:lnTo>
                      <a:pt x="1256" y="984"/>
                    </a:lnTo>
                    <a:lnTo>
                      <a:pt x="1403" y="796"/>
                    </a:lnTo>
                    <a:lnTo>
                      <a:pt x="1382" y="733"/>
                    </a:lnTo>
                    <a:lnTo>
                      <a:pt x="1319" y="754"/>
                    </a:lnTo>
                    <a:lnTo>
                      <a:pt x="1215" y="733"/>
                    </a:lnTo>
                    <a:lnTo>
                      <a:pt x="1215" y="670"/>
                    </a:lnTo>
                    <a:lnTo>
                      <a:pt x="1361" y="545"/>
                    </a:lnTo>
                    <a:lnTo>
                      <a:pt x="1466" y="545"/>
                    </a:lnTo>
                    <a:lnTo>
                      <a:pt x="1738" y="440"/>
                    </a:lnTo>
                    <a:lnTo>
                      <a:pt x="1821" y="461"/>
                    </a:lnTo>
                    <a:lnTo>
                      <a:pt x="1926" y="273"/>
                    </a:lnTo>
                    <a:lnTo>
                      <a:pt x="1905" y="231"/>
                    </a:lnTo>
                    <a:lnTo>
                      <a:pt x="1779" y="210"/>
                    </a:lnTo>
                    <a:lnTo>
                      <a:pt x="1717" y="147"/>
                    </a:lnTo>
                    <a:lnTo>
                      <a:pt x="1591" y="126"/>
                    </a:lnTo>
                    <a:lnTo>
                      <a:pt x="1424" y="126"/>
                    </a:lnTo>
                    <a:lnTo>
                      <a:pt x="1403" y="105"/>
                    </a:lnTo>
                    <a:lnTo>
                      <a:pt x="1256" y="43"/>
                    </a:lnTo>
                    <a:lnTo>
                      <a:pt x="1173" y="64"/>
                    </a:lnTo>
                    <a:lnTo>
                      <a:pt x="1047" y="64"/>
                    </a:lnTo>
                    <a:lnTo>
                      <a:pt x="963" y="43"/>
                    </a:lnTo>
                    <a:lnTo>
                      <a:pt x="859" y="43"/>
                    </a:lnTo>
                    <a:lnTo>
                      <a:pt x="79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38"/>
              <p:cNvSpPr/>
              <p:nvPr/>
            </p:nvSpPr>
            <p:spPr>
              <a:xfrm>
                <a:off x="2474800" y="1600250"/>
                <a:ext cx="142825" cy="88425"/>
              </a:xfrm>
              <a:custGeom>
                <a:rect b="b" l="l" r="r" t="t"/>
                <a:pathLst>
                  <a:path extrusionOk="0" h="3537" w="5713">
                    <a:moveTo>
                      <a:pt x="2177" y="0"/>
                    </a:moveTo>
                    <a:lnTo>
                      <a:pt x="1863" y="84"/>
                    </a:lnTo>
                    <a:lnTo>
                      <a:pt x="1800" y="126"/>
                    </a:lnTo>
                    <a:lnTo>
                      <a:pt x="1863" y="188"/>
                    </a:lnTo>
                    <a:lnTo>
                      <a:pt x="1863" y="293"/>
                    </a:lnTo>
                    <a:lnTo>
                      <a:pt x="1988" y="356"/>
                    </a:lnTo>
                    <a:lnTo>
                      <a:pt x="2051" y="460"/>
                    </a:lnTo>
                    <a:lnTo>
                      <a:pt x="1967" y="439"/>
                    </a:lnTo>
                    <a:lnTo>
                      <a:pt x="1842" y="335"/>
                    </a:lnTo>
                    <a:lnTo>
                      <a:pt x="1758" y="335"/>
                    </a:lnTo>
                    <a:lnTo>
                      <a:pt x="1695" y="293"/>
                    </a:lnTo>
                    <a:lnTo>
                      <a:pt x="1591" y="293"/>
                    </a:lnTo>
                    <a:lnTo>
                      <a:pt x="1465" y="335"/>
                    </a:lnTo>
                    <a:lnTo>
                      <a:pt x="1381" y="335"/>
                    </a:lnTo>
                    <a:lnTo>
                      <a:pt x="1319" y="398"/>
                    </a:lnTo>
                    <a:lnTo>
                      <a:pt x="1256" y="502"/>
                    </a:lnTo>
                    <a:lnTo>
                      <a:pt x="1130" y="607"/>
                    </a:lnTo>
                    <a:lnTo>
                      <a:pt x="1214" y="711"/>
                    </a:lnTo>
                    <a:lnTo>
                      <a:pt x="1444" y="753"/>
                    </a:lnTo>
                    <a:lnTo>
                      <a:pt x="1549" y="753"/>
                    </a:lnTo>
                    <a:lnTo>
                      <a:pt x="1653" y="837"/>
                    </a:lnTo>
                    <a:lnTo>
                      <a:pt x="1737" y="837"/>
                    </a:lnTo>
                    <a:lnTo>
                      <a:pt x="1758" y="879"/>
                    </a:lnTo>
                    <a:lnTo>
                      <a:pt x="1695" y="921"/>
                    </a:lnTo>
                    <a:lnTo>
                      <a:pt x="1570" y="879"/>
                    </a:lnTo>
                    <a:lnTo>
                      <a:pt x="1319" y="858"/>
                    </a:lnTo>
                    <a:lnTo>
                      <a:pt x="1109" y="879"/>
                    </a:lnTo>
                    <a:lnTo>
                      <a:pt x="1026" y="858"/>
                    </a:lnTo>
                    <a:lnTo>
                      <a:pt x="921" y="879"/>
                    </a:lnTo>
                    <a:lnTo>
                      <a:pt x="754" y="1046"/>
                    </a:lnTo>
                    <a:lnTo>
                      <a:pt x="607" y="1193"/>
                    </a:lnTo>
                    <a:lnTo>
                      <a:pt x="628" y="1256"/>
                    </a:lnTo>
                    <a:lnTo>
                      <a:pt x="754" y="1256"/>
                    </a:lnTo>
                    <a:lnTo>
                      <a:pt x="942" y="1297"/>
                    </a:lnTo>
                    <a:lnTo>
                      <a:pt x="1068" y="1276"/>
                    </a:lnTo>
                    <a:lnTo>
                      <a:pt x="1214" y="1276"/>
                    </a:lnTo>
                    <a:lnTo>
                      <a:pt x="1256" y="1339"/>
                    </a:lnTo>
                    <a:lnTo>
                      <a:pt x="1340" y="1381"/>
                    </a:lnTo>
                    <a:lnTo>
                      <a:pt x="1214" y="1486"/>
                    </a:lnTo>
                    <a:lnTo>
                      <a:pt x="1068" y="1486"/>
                    </a:lnTo>
                    <a:lnTo>
                      <a:pt x="963" y="1569"/>
                    </a:lnTo>
                    <a:lnTo>
                      <a:pt x="837" y="1548"/>
                    </a:lnTo>
                    <a:lnTo>
                      <a:pt x="712" y="1465"/>
                    </a:lnTo>
                    <a:lnTo>
                      <a:pt x="503" y="1465"/>
                    </a:lnTo>
                    <a:lnTo>
                      <a:pt x="419" y="1444"/>
                    </a:lnTo>
                    <a:lnTo>
                      <a:pt x="314" y="1465"/>
                    </a:lnTo>
                    <a:lnTo>
                      <a:pt x="84" y="1611"/>
                    </a:lnTo>
                    <a:lnTo>
                      <a:pt x="126" y="1674"/>
                    </a:lnTo>
                    <a:lnTo>
                      <a:pt x="126" y="1800"/>
                    </a:lnTo>
                    <a:lnTo>
                      <a:pt x="0" y="1800"/>
                    </a:lnTo>
                    <a:lnTo>
                      <a:pt x="0" y="1862"/>
                    </a:lnTo>
                    <a:lnTo>
                      <a:pt x="189" y="1988"/>
                    </a:lnTo>
                    <a:lnTo>
                      <a:pt x="314" y="2134"/>
                    </a:lnTo>
                    <a:lnTo>
                      <a:pt x="377" y="2134"/>
                    </a:lnTo>
                    <a:lnTo>
                      <a:pt x="398" y="2030"/>
                    </a:lnTo>
                    <a:lnTo>
                      <a:pt x="482" y="2072"/>
                    </a:lnTo>
                    <a:lnTo>
                      <a:pt x="419" y="2134"/>
                    </a:lnTo>
                    <a:lnTo>
                      <a:pt x="544" y="2239"/>
                    </a:lnTo>
                    <a:lnTo>
                      <a:pt x="544" y="2385"/>
                    </a:lnTo>
                    <a:lnTo>
                      <a:pt x="649" y="2427"/>
                    </a:lnTo>
                    <a:lnTo>
                      <a:pt x="733" y="2344"/>
                    </a:lnTo>
                    <a:lnTo>
                      <a:pt x="733" y="2218"/>
                    </a:lnTo>
                    <a:lnTo>
                      <a:pt x="796" y="2239"/>
                    </a:lnTo>
                    <a:lnTo>
                      <a:pt x="900" y="2239"/>
                    </a:lnTo>
                    <a:lnTo>
                      <a:pt x="837" y="2323"/>
                    </a:lnTo>
                    <a:lnTo>
                      <a:pt x="837" y="2427"/>
                    </a:lnTo>
                    <a:lnTo>
                      <a:pt x="963" y="2511"/>
                    </a:lnTo>
                    <a:lnTo>
                      <a:pt x="1068" y="2490"/>
                    </a:lnTo>
                    <a:lnTo>
                      <a:pt x="1109" y="2406"/>
                    </a:lnTo>
                    <a:lnTo>
                      <a:pt x="1277" y="2323"/>
                    </a:lnTo>
                    <a:lnTo>
                      <a:pt x="1319" y="2197"/>
                    </a:lnTo>
                    <a:lnTo>
                      <a:pt x="1340" y="2176"/>
                    </a:lnTo>
                    <a:lnTo>
                      <a:pt x="1423" y="2281"/>
                    </a:lnTo>
                    <a:lnTo>
                      <a:pt x="1465" y="2197"/>
                    </a:lnTo>
                    <a:lnTo>
                      <a:pt x="1591" y="2176"/>
                    </a:lnTo>
                    <a:lnTo>
                      <a:pt x="1674" y="2176"/>
                    </a:lnTo>
                    <a:lnTo>
                      <a:pt x="1549" y="2281"/>
                    </a:lnTo>
                    <a:lnTo>
                      <a:pt x="1423" y="2344"/>
                    </a:lnTo>
                    <a:lnTo>
                      <a:pt x="1423" y="2448"/>
                    </a:lnTo>
                    <a:lnTo>
                      <a:pt x="1570" y="2511"/>
                    </a:lnTo>
                    <a:lnTo>
                      <a:pt x="1674" y="2490"/>
                    </a:lnTo>
                    <a:lnTo>
                      <a:pt x="1737" y="2532"/>
                    </a:lnTo>
                    <a:lnTo>
                      <a:pt x="1842" y="2511"/>
                    </a:lnTo>
                    <a:lnTo>
                      <a:pt x="1946" y="2490"/>
                    </a:lnTo>
                    <a:lnTo>
                      <a:pt x="2009" y="2406"/>
                    </a:lnTo>
                    <a:lnTo>
                      <a:pt x="2093" y="2490"/>
                    </a:lnTo>
                    <a:lnTo>
                      <a:pt x="2093" y="2553"/>
                    </a:lnTo>
                    <a:lnTo>
                      <a:pt x="2260" y="2553"/>
                    </a:lnTo>
                    <a:lnTo>
                      <a:pt x="2407" y="2490"/>
                    </a:lnTo>
                    <a:lnTo>
                      <a:pt x="2407" y="2553"/>
                    </a:lnTo>
                    <a:lnTo>
                      <a:pt x="2574" y="2553"/>
                    </a:lnTo>
                    <a:lnTo>
                      <a:pt x="2637" y="2490"/>
                    </a:lnTo>
                    <a:lnTo>
                      <a:pt x="2700" y="2532"/>
                    </a:lnTo>
                    <a:lnTo>
                      <a:pt x="2616" y="2595"/>
                    </a:lnTo>
                    <a:lnTo>
                      <a:pt x="2595" y="2657"/>
                    </a:lnTo>
                    <a:lnTo>
                      <a:pt x="2323" y="2657"/>
                    </a:lnTo>
                    <a:lnTo>
                      <a:pt x="2218" y="2741"/>
                    </a:lnTo>
                    <a:lnTo>
                      <a:pt x="2156" y="2720"/>
                    </a:lnTo>
                    <a:lnTo>
                      <a:pt x="2009" y="2720"/>
                    </a:lnTo>
                    <a:lnTo>
                      <a:pt x="1842" y="2657"/>
                    </a:lnTo>
                    <a:lnTo>
                      <a:pt x="1653" y="2657"/>
                    </a:lnTo>
                    <a:lnTo>
                      <a:pt x="1486" y="2741"/>
                    </a:lnTo>
                    <a:lnTo>
                      <a:pt x="1381" y="2741"/>
                    </a:lnTo>
                    <a:lnTo>
                      <a:pt x="1256" y="2720"/>
                    </a:lnTo>
                    <a:lnTo>
                      <a:pt x="1172" y="2762"/>
                    </a:lnTo>
                    <a:lnTo>
                      <a:pt x="1005" y="2720"/>
                    </a:lnTo>
                    <a:lnTo>
                      <a:pt x="837" y="2762"/>
                    </a:lnTo>
                    <a:lnTo>
                      <a:pt x="816" y="2950"/>
                    </a:lnTo>
                    <a:lnTo>
                      <a:pt x="837" y="3034"/>
                    </a:lnTo>
                    <a:lnTo>
                      <a:pt x="796" y="3160"/>
                    </a:lnTo>
                    <a:lnTo>
                      <a:pt x="921" y="3285"/>
                    </a:lnTo>
                    <a:lnTo>
                      <a:pt x="963" y="3390"/>
                    </a:lnTo>
                    <a:lnTo>
                      <a:pt x="1130" y="3432"/>
                    </a:lnTo>
                    <a:lnTo>
                      <a:pt x="1319" y="3494"/>
                    </a:lnTo>
                    <a:lnTo>
                      <a:pt x="1465" y="3494"/>
                    </a:lnTo>
                    <a:lnTo>
                      <a:pt x="1633" y="3452"/>
                    </a:lnTo>
                    <a:lnTo>
                      <a:pt x="1779" y="3452"/>
                    </a:lnTo>
                    <a:lnTo>
                      <a:pt x="1800" y="3536"/>
                    </a:lnTo>
                    <a:lnTo>
                      <a:pt x="1946" y="3536"/>
                    </a:lnTo>
                    <a:lnTo>
                      <a:pt x="2072" y="3473"/>
                    </a:lnTo>
                    <a:lnTo>
                      <a:pt x="2093" y="3473"/>
                    </a:lnTo>
                    <a:lnTo>
                      <a:pt x="2218" y="3452"/>
                    </a:lnTo>
                    <a:lnTo>
                      <a:pt x="2260" y="3369"/>
                    </a:lnTo>
                    <a:lnTo>
                      <a:pt x="2386" y="3369"/>
                    </a:lnTo>
                    <a:lnTo>
                      <a:pt x="2428" y="3348"/>
                    </a:lnTo>
                    <a:lnTo>
                      <a:pt x="2469" y="3243"/>
                    </a:lnTo>
                    <a:lnTo>
                      <a:pt x="2532" y="3222"/>
                    </a:lnTo>
                    <a:lnTo>
                      <a:pt x="2616" y="3222"/>
                    </a:lnTo>
                    <a:lnTo>
                      <a:pt x="2679" y="3139"/>
                    </a:lnTo>
                    <a:lnTo>
                      <a:pt x="2741" y="3180"/>
                    </a:lnTo>
                    <a:lnTo>
                      <a:pt x="2909" y="3180"/>
                    </a:lnTo>
                    <a:lnTo>
                      <a:pt x="2930" y="3222"/>
                    </a:lnTo>
                    <a:lnTo>
                      <a:pt x="3055" y="3222"/>
                    </a:lnTo>
                    <a:lnTo>
                      <a:pt x="3118" y="3160"/>
                    </a:lnTo>
                    <a:lnTo>
                      <a:pt x="3306" y="3076"/>
                    </a:lnTo>
                    <a:lnTo>
                      <a:pt x="3369" y="3076"/>
                    </a:lnTo>
                    <a:lnTo>
                      <a:pt x="3453" y="3055"/>
                    </a:lnTo>
                    <a:lnTo>
                      <a:pt x="3453" y="2971"/>
                    </a:lnTo>
                    <a:lnTo>
                      <a:pt x="3537" y="3013"/>
                    </a:lnTo>
                    <a:lnTo>
                      <a:pt x="3557" y="3076"/>
                    </a:lnTo>
                    <a:lnTo>
                      <a:pt x="3516" y="3160"/>
                    </a:lnTo>
                    <a:lnTo>
                      <a:pt x="3516" y="3222"/>
                    </a:lnTo>
                    <a:lnTo>
                      <a:pt x="3662" y="3264"/>
                    </a:lnTo>
                    <a:lnTo>
                      <a:pt x="3746" y="3243"/>
                    </a:lnTo>
                    <a:lnTo>
                      <a:pt x="3767" y="3160"/>
                    </a:lnTo>
                    <a:lnTo>
                      <a:pt x="3892" y="3118"/>
                    </a:lnTo>
                    <a:lnTo>
                      <a:pt x="3934" y="3118"/>
                    </a:lnTo>
                    <a:lnTo>
                      <a:pt x="3955" y="3180"/>
                    </a:lnTo>
                    <a:lnTo>
                      <a:pt x="3871" y="3264"/>
                    </a:lnTo>
                    <a:lnTo>
                      <a:pt x="3892" y="3348"/>
                    </a:lnTo>
                    <a:lnTo>
                      <a:pt x="4039" y="3390"/>
                    </a:lnTo>
                    <a:lnTo>
                      <a:pt x="4206" y="3369"/>
                    </a:lnTo>
                    <a:lnTo>
                      <a:pt x="4394" y="3285"/>
                    </a:lnTo>
                    <a:lnTo>
                      <a:pt x="4478" y="3285"/>
                    </a:lnTo>
                    <a:lnTo>
                      <a:pt x="4583" y="3264"/>
                    </a:lnTo>
                    <a:lnTo>
                      <a:pt x="4666" y="3327"/>
                    </a:lnTo>
                    <a:lnTo>
                      <a:pt x="4708" y="3285"/>
                    </a:lnTo>
                    <a:lnTo>
                      <a:pt x="4708" y="3243"/>
                    </a:lnTo>
                    <a:lnTo>
                      <a:pt x="4771" y="3222"/>
                    </a:lnTo>
                    <a:lnTo>
                      <a:pt x="4834" y="3222"/>
                    </a:lnTo>
                    <a:lnTo>
                      <a:pt x="4876" y="3139"/>
                    </a:lnTo>
                    <a:lnTo>
                      <a:pt x="4876" y="3055"/>
                    </a:lnTo>
                    <a:lnTo>
                      <a:pt x="4980" y="2971"/>
                    </a:lnTo>
                    <a:lnTo>
                      <a:pt x="5085" y="2971"/>
                    </a:lnTo>
                    <a:lnTo>
                      <a:pt x="5190" y="2804"/>
                    </a:lnTo>
                    <a:lnTo>
                      <a:pt x="5190" y="2720"/>
                    </a:lnTo>
                    <a:lnTo>
                      <a:pt x="5210" y="2657"/>
                    </a:lnTo>
                    <a:lnTo>
                      <a:pt x="5294" y="2657"/>
                    </a:lnTo>
                    <a:lnTo>
                      <a:pt x="5399" y="2616"/>
                    </a:lnTo>
                    <a:lnTo>
                      <a:pt x="5524" y="2490"/>
                    </a:lnTo>
                    <a:lnTo>
                      <a:pt x="5650" y="2218"/>
                    </a:lnTo>
                    <a:lnTo>
                      <a:pt x="5713" y="2072"/>
                    </a:lnTo>
                    <a:lnTo>
                      <a:pt x="5650" y="1967"/>
                    </a:lnTo>
                    <a:lnTo>
                      <a:pt x="5566" y="1779"/>
                    </a:lnTo>
                    <a:lnTo>
                      <a:pt x="5441" y="1695"/>
                    </a:lnTo>
                    <a:lnTo>
                      <a:pt x="5357" y="1695"/>
                    </a:lnTo>
                    <a:lnTo>
                      <a:pt x="5190" y="1820"/>
                    </a:lnTo>
                    <a:lnTo>
                      <a:pt x="5190" y="1925"/>
                    </a:lnTo>
                    <a:lnTo>
                      <a:pt x="5106" y="2072"/>
                    </a:lnTo>
                    <a:lnTo>
                      <a:pt x="5127" y="2092"/>
                    </a:lnTo>
                    <a:lnTo>
                      <a:pt x="5106" y="2134"/>
                    </a:lnTo>
                    <a:lnTo>
                      <a:pt x="5022" y="2134"/>
                    </a:lnTo>
                    <a:lnTo>
                      <a:pt x="4918" y="2239"/>
                    </a:lnTo>
                    <a:lnTo>
                      <a:pt x="4897" y="2197"/>
                    </a:lnTo>
                    <a:lnTo>
                      <a:pt x="4980" y="2009"/>
                    </a:lnTo>
                    <a:lnTo>
                      <a:pt x="5001" y="1883"/>
                    </a:lnTo>
                    <a:lnTo>
                      <a:pt x="4834" y="1800"/>
                    </a:lnTo>
                    <a:lnTo>
                      <a:pt x="4771" y="1820"/>
                    </a:lnTo>
                    <a:lnTo>
                      <a:pt x="4687" y="1904"/>
                    </a:lnTo>
                    <a:lnTo>
                      <a:pt x="4499" y="2009"/>
                    </a:lnTo>
                    <a:lnTo>
                      <a:pt x="4457" y="2113"/>
                    </a:lnTo>
                    <a:lnTo>
                      <a:pt x="4394" y="2030"/>
                    </a:lnTo>
                    <a:lnTo>
                      <a:pt x="4415" y="1925"/>
                    </a:lnTo>
                    <a:lnTo>
                      <a:pt x="4583" y="1800"/>
                    </a:lnTo>
                    <a:lnTo>
                      <a:pt x="4771" y="1695"/>
                    </a:lnTo>
                    <a:lnTo>
                      <a:pt x="4834" y="1569"/>
                    </a:lnTo>
                    <a:lnTo>
                      <a:pt x="4813" y="1507"/>
                    </a:lnTo>
                    <a:lnTo>
                      <a:pt x="4666" y="1507"/>
                    </a:lnTo>
                    <a:lnTo>
                      <a:pt x="4562" y="1548"/>
                    </a:lnTo>
                    <a:lnTo>
                      <a:pt x="4499" y="1548"/>
                    </a:lnTo>
                    <a:lnTo>
                      <a:pt x="4499" y="1486"/>
                    </a:lnTo>
                    <a:lnTo>
                      <a:pt x="4583" y="1402"/>
                    </a:lnTo>
                    <a:lnTo>
                      <a:pt x="4771" y="1276"/>
                    </a:lnTo>
                    <a:lnTo>
                      <a:pt x="4813" y="1276"/>
                    </a:lnTo>
                    <a:lnTo>
                      <a:pt x="4876" y="1235"/>
                    </a:lnTo>
                    <a:lnTo>
                      <a:pt x="4876" y="942"/>
                    </a:lnTo>
                    <a:lnTo>
                      <a:pt x="4834" y="921"/>
                    </a:lnTo>
                    <a:lnTo>
                      <a:pt x="4834" y="753"/>
                    </a:lnTo>
                    <a:lnTo>
                      <a:pt x="4876" y="649"/>
                    </a:lnTo>
                    <a:lnTo>
                      <a:pt x="4876" y="565"/>
                    </a:lnTo>
                    <a:lnTo>
                      <a:pt x="4938" y="502"/>
                    </a:lnTo>
                    <a:lnTo>
                      <a:pt x="5022" y="502"/>
                    </a:lnTo>
                    <a:lnTo>
                      <a:pt x="5085" y="419"/>
                    </a:lnTo>
                    <a:lnTo>
                      <a:pt x="5022" y="335"/>
                    </a:lnTo>
                    <a:lnTo>
                      <a:pt x="5043" y="251"/>
                    </a:lnTo>
                    <a:lnTo>
                      <a:pt x="4897" y="188"/>
                    </a:lnTo>
                    <a:lnTo>
                      <a:pt x="4813" y="188"/>
                    </a:lnTo>
                    <a:lnTo>
                      <a:pt x="4562" y="419"/>
                    </a:lnTo>
                    <a:lnTo>
                      <a:pt x="4415" y="460"/>
                    </a:lnTo>
                    <a:lnTo>
                      <a:pt x="4374" y="565"/>
                    </a:lnTo>
                    <a:lnTo>
                      <a:pt x="4394" y="628"/>
                    </a:lnTo>
                    <a:lnTo>
                      <a:pt x="4290" y="628"/>
                    </a:lnTo>
                    <a:lnTo>
                      <a:pt x="4248" y="607"/>
                    </a:lnTo>
                    <a:lnTo>
                      <a:pt x="4143" y="649"/>
                    </a:lnTo>
                    <a:lnTo>
                      <a:pt x="4039" y="816"/>
                    </a:lnTo>
                    <a:lnTo>
                      <a:pt x="4081" y="942"/>
                    </a:lnTo>
                    <a:lnTo>
                      <a:pt x="4081" y="1067"/>
                    </a:lnTo>
                    <a:lnTo>
                      <a:pt x="4143" y="1130"/>
                    </a:lnTo>
                    <a:lnTo>
                      <a:pt x="4206" y="1297"/>
                    </a:lnTo>
                    <a:lnTo>
                      <a:pt x="4143" y="1465"/>
                    </a:lnTo>
                    <a:lnTo>
                      <a:pt x="4039" y="1465"/>
                    </a:lnTo>
                    <a:lnTo>
                      <a:pt x="3871" y="1507"/>
                    </a:lnTo>
                    <a:lnTo>
                      <a:pt x="3788" y="1507"/>
                    </a:lnTo>
                    <a:lnTo>
                      <a:pt x="3746" y="1569"/>
                    </a:lnTo>
                    <a:lnTo>
                      <a:pt x="3788" y="1674"/>
                    </a:lnTo>
                    <a:lnTo>
                      <a:pt x="3788" y="1758"/>
                    </a:lnTo>
                    <a:lnTo>
                      <a:pt x="3892" y="1883"/>
                    </a:lnTo>
                    <a:lnTo>
                      <a:pt x="3955" y="2072"/>
                    </a:lnTo>
                    <a:lnTo>
                      <a:pt x="3767" y="2134"/>
                    </a:lnTo>
                    <a:lnTo>
                      <a:pt x="3788" y="2197"/>
                    </a:lnTo>
                    <a:lnTo>
                      <a:pt x="3829" y="2239"/>
                    </a:lnTo>
                    <a:lnTo>
                      <a:pt x="3746" y="2281"/>
                    </a:lnTo>
                    <a:lnTo>
                      <a:pt x="3662" y="2134"/>
                    </a:lnTo>
                    <a:lnTo>
                      <a:pt x="3453" y="2092"/>
                    </a:lnTo>
                    <a:lnTo>
                      <a:pt x="3411" y="2113"/>
                    </a:lnTo>
                    <a:lnTo>
                      <a:pt x="3265" y="2092"/>
                    </a:lnTo>
                    <a:lnTo>
                      <a:pt x="3244" y="2009"/>
                    </a:lnTo>
                    <a:lnTo>
                      <a:pt x="3202" y="1967"/>
                    </a:lnTo>
                    <a:lnTo>
                      <a:pt x="3118" y="2030"/>
                    </a:lnTo>
                    <a:lnTo>
                      <a:pt x="2993" y="2092"/>
                    </a:lnTo>
                    <a:lnTo>
                      <a:pt x="2930" y="2030"/>
                    </a:lnTo>
                    <a:lnTo>
                      <a:pt x="2930" y="1820"/>
                    </a:lnTo>
                    <a:lnTo>
                      <a:pt x="3034" y="1758"/>
                    </a:lnTo>
                    <a:lnTo>
                      <a:pt x="3118" y="1507"/>
                    </a:lnTo>
                    <a:lnTo>
                      <a:pt x="3034" y="1507"/>
                    </a:lnTo>
                    <a:lnTo>
                      <a:pt x="2909" y="1465"/>
                    </a:lnTo>
                    <a:lnTo>
                      <a:pt x="2804" y="1486"/>
                    </a:lnTo>
                    <a:lnTo>
                      <a:pt x="2783" y="1402"/>
                    </a:lnTo>
                    <a:lnTo>
                      <a:pt x="2888" y="1381"/>
                    </a:lnTo>
                    <a:lnTo>
                      <a:pt x="2993" y="1402"/>
                    </a:lnTo>
                    <a:lnTo>
                      <a:pt x="3034" y="1339"/>
                    </a:lnTo>
                    <a:lnTo>
                      <a:pt x="3013" y="1088"/>
                    </a:lnTo>
                    <a:lnTo>
                      <a:pt x="2909" y="963"/>
                    </a:lnTo>
                    <a:lnTo>
                      <a:pt x="2951" y="879"/>
                    </a:lnTo>
                    <a:lnTo>
                      <a:pt x="3013" y="858"/>
                    </a:lnTo>
                    <a:lnTo>
                      <a:pt x="3034" y="774"/>
                    </a:lnTo>
                    <a:lnTo>
                      <a:pt x="2951" y="711"/>
                    </a:lnTo>
                    <a:lnTo>
                      <a:pt x="2951" y="649"/>
                    </a:lnTo>
                    <a:lnTo>
                      <a:pt x="2909" y="565"/>
                    </a:lnTo>
                    <a:lnTo>
                      <a:pt x="2825" y="565"/>
                    </a:lnTo>
                    <a:lnTo>
                      <a:pt x="2783" y="523"/>
                    </a:lnTo>
                    <a:lnTo>
                      <a:pt x="2700" y="565"/>
                    </a:lnTo>
                    <a:lnTo>
                      <a:pt x="2490" y="565"/>
                    </a:lnTo>
                    <a:lnTo>
                      <a:pt x="2428" y="502"/>
                    </a:lnTo>
                    <a:lnTo>
                      <a:pt x="2532" y="335"/>
                    </a:lnTo>
                    <a:lnTo>
                      <a:pt x="2616" y="293"/>
                    </a:lnTo>
                    <a:lnTo>
                      <a:pt x="2574" y="126"/>
                    </a:lnTo>
                    <a:lnTo>
                      <a:pt x="2469" y="21"/>
                    </a:lnTo>
                    <a:lnTo>
                      <a:pt x="2281" y="21"/>
                    </a:lnTo>
                    <a:lnTo>
                      <a:pt x="217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38"/>
              <p:cNvSpPr/>
              <p:nvPr/>
            </p:nvSpPr>
            <p:spPr>
              <a:xfrm>
                <a:off x="2638000" y="1637900"/>
                <a:ext cx="69075" cy="67500"/>
              </a:xfrm>
              <a:custGeom>
                <a:rect b="b" l="l" r="r" t="t"/>
                <a:pathLst>
                  <a:path extrusionOk="0" h="2700" w="2763">
                    <a:moveTo>
                      <a:pt x="1884" y="1"/>
                    </a:moveTo>
                    <a:lnTo>
                      <a:pt x="1758" y="84"/>
                    </a:lnTo>
                    <a:lnTo>
                      <a:pt x="1654" y="84"/>
                    </a:lnTo>
                    <a:lnTo>
                      <a:pt x="1612" y="126"/>
                    </a:lnTo>
                    <a:lnTo>
                      <a:pt x="1507" y="126"/>
                    </a:lnTo>
                    <a:lnTo>
                      <a:pt x="1423" y="189"/>
                    </a:lnTo>
                    <a:lnTo>
                      <a:pt x="1423" y="335"/>
                    </a:lnTo>
                    <a:lnTo>
                      <a:pt x="1403" y="398"/>
                    </a:lnTo>
                    <a:lnTo>
                      <a:pt x="1423" y="545"/>
                    </a:lnTo>
                    <a:lnTo>
                      <a:pt x="1528" y="649"/>
                    </a:lnTo>
                    <a:lnTo>
                      <a:pt x="1549" y="733"/>
                    </a:lnTo>
                    <a:lnTo>
                      <a:pt x="1549" y="733"/>
                    </a:lnTo>
                    <a:lnTo>
                      <a:pt x="1444" y="691"/>
                    </a:lnTo>
                    <a:lnTo>
                      <a:pt x="1361" y="691"/>
                    </a:lnTo>
                    <a:lnTo>
                      <a:pt x="1340" y="733"/>
                    </a:lnTo>
                    <a:lnTo>
                      <a:pt x="1528" y="858"/>
                    </a:lnTo>
                    <a:lnTo>
                      <a:pt x="1528" y="963"/>
                    </a:lnTo>
                    <a:lnTo>
                      <a:pt x="1423" y="1005"/>
                    </a:lnTo>
                    <a:lnTo>
                      <a:pt x="1403" y="1151"/>
                    </a:lnTo>
                    <a:lnTo>
                      <a:pt x="1444" y="1235"/>
                    </a:lnTo>
                    <a:lnTo>
                      <a:pt x="1340" y="1319"/>
                    </a:lnTo>
                    <a:lnTo>
                      <a:pt x="1235" y="1256"/>
                    </a:lnTo>
                    <a:lnTo>
                      <a:pt x="1235" y="1214"/>
                    </a:lnTo>
                    <a:lnTo>
                      <a:pt x="1256" y="1110"/>
                    </a:lnTo>
                    <a:lnTo>
                      <a:pt x="1235" y="796"/>
                    </a:lnTo>
                    <a:lnTo>
                      <a:pt x="1151" y="712"/>
                    </a:lnTo>
                    <a:lnTo>
                      <a:pt x="1131" y="628"/>
                    </a:lnTo>
                    <a:lnTo>
                      <a:pt x="1151" y="586"/>
                    </a:lnTo>
                    <a:lnTo>
                      <a:pt x="1151" y="482"/>
                    </a:lnTo>
                    <a:lnTo>
                      <a:pt x="1110" y="419"/>
                    </a:lnTo>
                    <a:lnTo>
                      <a:pt x="1089" y="314"/>
                    </a:lnTo>
                    <a:lnTo>
                      <a:pt x="1026" y="273"/>
                    </a:lnTo>
                    <a:lnTo>
                      <a:pt x="900" y="314"/>
                    </a:lnTo>
                    <a:lnTo>
                      <a:pt x="879" y="377"/>
                    </a:lnTo>
                    <a:lnTo>
                      <a:pt x="775" y="461"/>
                    </a:lnTo>
                    <a:lnTo>
                      <a:pt x="733" y="524"/>
                    </a:lnTo>
                    <a:lnTo>
                      <a:pt x="796" y="566"/>
                    </a:lnTo>
                    <a:lnTo>
                      <a:pt x="838" y="566"/>
                    </a:lnTo>
                    <a:lnTo>
                      <a:pt x="900" y="628"/>
                    </a:lnTo>
                    <a:lnTo>
                      <a:pt x="796" y="670"/>
                    </a:lnTo>
                    <a:lnTo>
                      <a:pt x="775" y="733"/>
                    </a:lnTo>
                    <a:lnTo>
                      <a:pt x="670" y="796"/>
                    </a:lnTo>
                    <a:lnTo>
                      <a:pt x="628" y="942"/>
                    </a:lnTo>
                    <a:lnTo>
                      <a:pt x="733" y="984"/>
                    </a:lnTo>
                    <a:lnTo>
                      <a:pt x="733" y="1026"/>
                    </a:lnTo>
                    <a:lnTo>
                      <a:pt x="607" y="1068"/>
                    </a:lnTo>
                    <a:lnTo>
                      <a:pt x="587" y="1172"/>
                    </a:lnTo>
                    <a:lnTo>
                      <a:pt x="628" y="1256"/>
                    </a:lnTo>
                    <a:lnTo>
                      <a:pt x="670" y="1361"/>
                    </a:lnTo>
                    <a:lnTo>
                      <a:pt x="607" y="1423"/>
                    </a:lnTo>
                    <a:lnTo>
                      <a:pt x="566" y="1382"/>
                    </a:lnTo>
                    <a:lnTo>
                      <a:pt x="566" y="1235"/>
                    </a:lnTo>
                    <a:lnTo>
                      <a:pt x="503" y="1214"/>
                    </a:lnTo>
                    <a:lnTo>
                      <a:pt x="503" y="1110"/>
                    </a:lnTo>
                    <a:lnTo>
                      <a:pt x="461" y="1130"/>
                    </a:lnTo>
                    <a:lnTo>
                      <a:pt x="294" y="1130"/>
                    </a:lnTo>
                    <a:lnTo>
                      <a:pt x="273" y="1214"/>
                    </a:lnTo>
                    <a:lnTo>
                      <a:pt x="335" y="1256"/>
                    </a:lnTo>
                    <a:lnTo>
                      <a:pt x="252" y="1298"/>
                    </a:lnTo>
                    <a:lnTo>
                      <a:pt x="168" y="1235"/>
                    </a:lnTo>
                    <a:lnTo>
                      <a:pt x="84" y="1298"/>
                    </a:lnTo>
                    <a:lnTo>
                      <a:pt x="1" y="1256"/>
                    </a:lnTo>
                    <a:lnTo>
                      <a:pt x="1" y="1402"/>
                    </a:lnTo>
                    <a:lnTo>
                      <a:pt x="63" y="1444"/>
                    </a:lnTo>
                    <a:lnTo>
                      <a:pt x="147" y="1444"/>
                    </a:lnTo>
                    <a:lnTo>
                      <a:pt x="189" y="1465"/>
                    </a:lnTo>
                    <a:lnTo>
                      <a:pt x="252" y="1444"/>
                    </a:lnTo>
                    <a:lnTo>
                      <a:pt x="356" y="1444"/>
                    </a:lnTo>
                    <a:lnTo>
                      <a:pt x="419" y="1465"/>
                    </a:lnTo>
                    <a:lnTo>
                      <a:pt x="503" y="1444"/>
                    </a:lnTo>
                    <a:lnTo>
                      <a:pt x="628" y="1507"/>
                    </a:lnTo>
                    <a:lnTo>
                      <a:pt x="796" y="1465"/>
                    </a:lnTo>
                    <a:lnTo>
                      <a:pt x="879" y="1528"/>
                    </a:lnTo>
                    <a:lnTo>
                      <a:pt x="984" y="1528"/>
                    </a:lnTo>
                    <a:lnTo>
                      <a:pt x="1444" y="1612"/>
                    </a:lnTo>
                    <a:lnTo>
                      <a:pt x="1507" y="1654"/>
                    </a:lnTo>
                    <a:lnTo>
                      <a:pt x="1423" y="1695"/>
                    </a:lnTo>
                    <a:lnTo>
                      <a:pt x="1298" y="1674"/>
                    </a:lnTo>
                    <a:lnTo>
                      <a:pt x="1151" y="1674"/>
                    </a:lnTo>
                    <a:lnTo>
                      <a:pt x="1047" y="1737"/>
                    </a:lnTo>
                    <a:lnTo>
                      <a:pt x="879" y="1758"/>
                    </a:lnTo>
                    <a:lnTo>
                      <a:pt x="921" y="1758"/>
                    </a:lnTo>
                    <a:lnTo>
                      <a:pt x="984" y="1800"/>
                    </a:lnTo>
                    <a:lnTo>
                      <a:pt x="921" y="1842"/>
                    </a:lnTo>
                    <a:lnTo>
                      <a:pt x="754" y="1779"/>
                    </a:lnTo>
                    <a:lnTo>
                      <a:pt x="670" y="1758"/>
                    </a:lnTo>
                    <a:lnTo>
                      <a:pt x="587" y="1800"/>
                    </a:lnTo>
                    <a:lnTo>
                      <a:pt x="607" y="1863"/>
                    </a:lnTo>
                    <a:lnTo>
                      <a:pt x="587" y="1905"/>
                    </a:lnTo>
                    <a:lnTo>
                      <a:pt x="524" y="1863"/>
                    </a:lnTo>
                    <a:lnTo>
                      <a:pt x="482" y="1863"/>
                    </a:lnTo>
                    <a:lnTo>
                      <a:pt x="503" y="1905"/>
                    </a:lnTo>
                    <a:lnTo>
                      <a:pt x="503" y="1967"/>
                    </a:lnTo>
                    <a:lnTo>
                      <a:pt x="566" y="2009"/>
                    </a:lnTo>
                    <a:lnTo>
                      <a:pt x="649" y="2051"/>
                    </a:lnTo>
                    <a:lnTo>
                      <a:pt x="607" y="2114"/>
                    </a:lnTo>
                    <a:lnTo>
                      <a:pt x="670" y="2198"/>
                    </a:lnTo>
                    <a:lnTo>
                      <a:pt x="607" y="2198"/>
                    </a:lnTo>
                    <a:lnTo>
                      <a:pt x="566" y="2114"/>
                    </a:lnTo>
                    <a:lnTo>
                      <a:pt x="503" y="2114"/>
                    </a:lnTo>
                    <a:lnTo>
                      <a:pt x="461" y="2218"/>
                    </a:lnTo>
                    <a:lnTo>
                      <a:pt x="461" y="2281"/>
                    </a:lnTo>
                    <a:lnTo>
                      <a:pt x="440" y="2323"/>
                    </a:lnTo>
                    <a:lnTo>
                      <a:pt x="440" y="2428"/>
                    </a:lnTo>
                    <a:lnTo>
                      <a:pt x="503" y="2491"/>
                    </a:lnTo>
                    <a:lnTo>
                      <a:pt x="607" y="2491"/>
                    </a:lnTo>
                    <a:lnTo>
                      <a:pt x="670" y="2532"/>
                    </a:lnTo>
                    <a:lnTo>
                      <a:pt x="712" y="2532"/>
                    </a:lnTo>
                    <a:lnTo>
                      <a:pt x="775" y="2470"/>
                    </a:lnTo>
                    <a:lnTo>
                      <a:pt x="900" y="2407"/>
                    </a:lnTo>
                    <a:lnTo>
                      <a:pt x="817" y="2511"/>
                    </a:lnTo>
                    <a:lnTo>
                      <a:pt x="859" y="2595"/>
                    </a:lnTo>
                    <a:lnTo>
                      <a:pt x="921" y="2595"/>
                    </a:lnTo>
                    <a:lnTo>
                      <a:pt x="1005" y="2511"/>
                    </a:lnTo>
                    <a:lnTo>
                      <a:pt x="1026" y="2574"/>
                    </a:lnTo>
                    <a:lnTo>
                      <a:pt x="1068" y="2679"/>
                    </a:lnTo>
                    <a:lnTo>
                      <a:pt x="1382" y="2700"/>
                    </a:lnTo>
                    <a:lnTo>
                      <a:pt x="1444" y="2595"/>
                    </a:lnTo>
                    <a:lnTo>
                      <a:pt x="1423" y="2511"/>
                    </a:lnTo>
                    <a:lnTo>
                      <a:pt x="1444" y="2407"/>
                    </a:lnTo>
                    <a:lnTo>
                      <a:pt x="1507" y="2365"/>
                    </a:lnTo>
                    <a:lnTo>
                      <a:pt x="1528" y="2407"/>
                    </a:lnTo>
                    <a:lnTo>
                      <a:pt x="1528" y="2511"/>
                    </a:lnTo>
                    <a:lnTo>
                      <a:pt x="1570" y="2616"/>
                    </a:lnTo>
                    <a:lnTo>
                      <a:pt x="1612" y="2574"/>
                    </a:lnTo>
                    <a:lnTo>
                      <a:pt x="1612" y="2470"/>
                    </a:lnTo>
                    <a:lnTo>
                      <a:pt x="1612" y="2407"/>
                    </a:lnTo>
                    <a:lnTo>
                      <a:pt x="1654" y="2323"/>
                    </a:lnTo>
                    <a:lnTo>
                      <a:pt x="1675" y="2281"/>
                    </a:lnTo>
                    <a:lnTo>
                      <a:pt x="1570" y="2302"/>
                    </a:lnTo>
                    <a:lnTo>
                      <a:pt x="1486" y="2344"/>
                    </a:lnTo>
                    <a:lnTo>
                      <a:pt x="1528" y="2239"/>
                    </a:lnTo>
                    <a:lnTo>
                      <a:pt x="1633" y="2198"/>
                    </a:lnTo>
                    <a:lnTo>
                      <a:pt x="1695" y="2135"/>
                    </a:lnTo>
                    <a:lnTo>
                      <a:pt x="1758" y="2072"/>
                    </a:lnTo>
                    <a:lnTo>
                      <a:pt x="1758" y="1988"/>
                    </a:lnTo>
                    <a:lnTo>
                      <a:pt x="1821" y="1967"/>
                    </a:lnTo>
                    <a:lnTo>
                      <a:pt x="1905" y="1988"/>
                    </a:lnTo>
                    <a:lnTo>
                      <a:pt x="1905" y="2072"/>
                    </a:lnTo>
                    <a:lnTo>
                      <a:pt x="1905" y="2156"/>
                    </a:lnTo>
                    <a:lnTo>
                      <a:pt x="1947" y="2093"/>
                    </a:lnTo>
                    <a:lnTo>
                      <a:pt x="2072" y="1926"/>
                    </a:lnTo>
                    <a:lnTo>
                      <a:pt x="2072" y="1863"/>
                    </a:lnTo>
                    <a:lnTo>
                      <a:pt x="1947" y="1779"/>
                    </a:lnTo>
                    <a:lnTo>
                      <a:pt x="1947" y="1737"/>
                    </a:lnTo>
                    <a:lnTo>
                      <a:pt x="1988" y="1674"/>
                    </a:lnTo>
                    <a:lnTo>
                      <a:pt x="2051" y="1716"/>
                    </a:lnTo>
                    <a:lnTo>
                      <a:pt x="2135" y="1716"/>
                    </a:lnTo>
                    <a:lnTo>
                      <a:pt x="2156" y="1612"/>
                    </a:lnTo>
                    <a:lnTo>
                      <a:pt x="2156" y="1549"/>
                    </a:lnTo>
                    <a:lnTo>
                      <a:pt x="2260" y="1423"/>
                    </a:lnTo>
                    <a:lnTo>
                      <a:pt x="2281" y="1340"/>
                    </a:lnTo>
                    <a:lnTo>
                      <a:pt x="2407" y="1214"/>
                    </a:lnTo>
                    <a:lnTo>
                      <a:pt x="2511" y="1151"/>
                    </a:lnTo>
                    <a:lnTo>
                      <a:pt x="2553" y="1089"/>
                    </a:lnTo>
                    <a:lnTo>
                      <a:pt x="2511" y="942"/>
                    </a:lnTo>
                    <a:lnTo>
                      <a:pt x="2616" y="775"/>
                    </a:lnTo>
                    <a:lnTo>
                      <a:pt x="2742" y="691"/>
                    </a:lnTo>
                    <a:lnTo>
                      <a:pt x="2763" y="586"/>
                    </a:lnTo>
                    <a:lnTo>
                      <a:pt x="2700" y="482"/>
                    </a:lnTo>
                    <a:lnTo>
                      <a:pt x="2595" y="461"/>
                    </a:lnTo>
                    <a:lnTo>
                      <a:pt x="2553" y="356"/>
                    </a:lnTo>
                    <a:lnTo>
                      <a:pt x="2595" y="356"/>
                    </a:lnTo>
                    <a:lnTo>
                      <a:pt x="2616" y="294"/>
                    </a:lnTo>
                    <a:lnTo>
                      <a:pt x="2595" y="252"/>
                    </a:lnTo>
                    <a:lnTo>
                      <a:pt x="2616" y="168"/>
                    </a:lnTo>
                    <a:lnTo>
                      <a:pt x="2595" y="84"/>
                    </a:lnTo>
                    <a:lnTo>
                      <a:pt x="2511" y="84"/>
                    </a:lnTo>
                    <a:lnTo>
                      <a:pt x="2553" y="147"/>
                    </a:lnTo>
                    <a:lnTo>
                      <a:pt x="2553" y="252"/>
                    </a:lnTo>
                    <a:lnTo>
                      <a:pt x="2470" y="273"/>
                    </a:lnTo>
                    <a:lnTo>
                      <a:pt x="2386" y="189"/>
                    </a:lnTo>
                    <a:lnTo>
                      <a:pt x="2302" y="273"/>
                    </a:lnTo>
                    <a:lnTo>
                      <a:pt x="2302" y="461"/>
                    </a:lnTo>
                    <a:lnTo>
                      <a:pt x="2260" y="503"/>
                    </a:lnTo>
                    <a:lnTo>
                      <a:pt x="2198" y="503"/>
                    </a:lnTo>
                    <a:lnTo>
                      <a:pt x="2156" y="566"/>
                    </a:lnTo>
                    <a:lnTo>
                      <a:pt x="2093" y="566"/>
                    </a:lnTo>
                    <a:lnTo>
                      <a:pt x="2093" y="482"/>
                    </a:lnTo>
                    <a:lnTo>
                      <a:pt x="2177" y="398"/>
                    </a:lnTo>
                    <a:lnTo>
                      <a:pt x="2219" y="168"/>
                    </a:lnTo>
                    <a:lnTo>
                      <a:pt x="2156" y="105"/>
                    </a:lnTo>
                    <a:lnTo>
                      <a:pt x="2072" y="126"/>
                    </a:lnTo>
                    <a:lnTo>
                      <a:pt x="1988" y="84"/>
                    </a:lnTo>
                    <a:lnTo>
                      <a:pt x="196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38"/>
              <p:cNvSpPr/>
              <p:nvPr/>
            </p:nvSpPr>
            <p:spPr>
              <a:xfrm>
                <a:off x="2686125" y="1510800"/>
                <a:ext cx="62275" cy="87900"/>
              </a:xfrm>
              <a:custGeom>
                <a:rect b="b" l="l" r="r" t="t"/>
                <a:pathLst>
                  <a:path extrusionOk="0" h="3516" w="2491">
                    <a:moveTo>
                      <a:pt x="1026" y="0"/>
                    </a:moveTo>
                    <a:lnTo>
                      <a:pt x="921" y="63"/>
                    </a:lnTo>
                    <a:lnTo>
                      <a:pt x="879" y="147"/>
                    </a:lnTo>
                    <a:lnTo>
                      <a:pt x="754" y="230"/>
                    </a:lnTo>
                    <a:lnTo>
                      <a:pt x="733" y="335"/>
                    </a:lnTo>
                    <a:lnTo>
                      <a:pt x="607" y="481"/>
                    </a:lnTo>
                    <a:lnTo>
                      <a:pt x="607" y="586"/>
                    </a:lnTo>
                    <a:lnTo>
                      <a:pt x="712" y="649"/>
                    </a:lnTo>
                    <a:lnTo>
                      <a:pt x="754" y="586"/>
                    </a:lnTo>
                    <a:lnTo>
                      <a:pt x="879" y="565"/>
                    </a:lnTo>
                    <a:lnTo>
                      <a:pt x="921" y="628"/>
                    </a:lnTo>
                    <a:lnTo>
                      <a:pt x="775" y="753"/>
                    </a:lnTo>
                    <a:lnTo>
                      <a:pt x="649" y="837"/>
                    </a:lnTo>
                    <a:lnTo>
                      <a:pt x="545" y="984"/>
                    </a:lnTo>
                    <a:lnTo>
                      <a:pt x="545" y="1046"/>
                    </a:lnTo>
                    <a:lnTo>
                      <a:pt x="712" y="963"/>
                    </a:lnTo>
                    <a:lnTo>
                      <a:pt x="858" y="837"/>
                    </a:lnTo>
                    <a:lnTo>
                      <a:pt x="942" y="837"/>
                    </a:lnTo>
                    <a:lnTo>
                      <a:pt x="1026" y="774"/>
                    </a:lnTo>
                    <a:lnTo>
                      <a:pt x="1068" y="858"/>
                    </a:lnTo>
                    <a:lnTo>
                      <a:pt x="1047" y="984"/>
                    </a:lnTo>
                    <a:lnTo>
                      <a:pt x="963" y="984"/>
                    </a:lnTo>
                    <a:lnTo>
                      <a:pt x="838" y="1109"/>
                    </a:lnTo>
                    <a:lnTo>
                      <a:pt x="775" y="1193"/>
                    </a:lnTo>
                    <a:lnTo>
                      <a:pt x="838" y="1276"/>
                    </a:lnTo>
                    <a:lnTo>
                      <a:pt x="984" y="1256"/>
                    </a:lnTo>
                    <a:lnTo>
                      <a:pt x="1089" y="1297"/>
                    </a:lnTo>
                    <a:lnTo>
                      <a:pt x="963" y="1381"/>
                    </a:lnTo>
                    <a:lnTo>
                      <a:pt x="817" y="1465"/>
                    </a:lnTo>
                    <a:lnTo>
                      <a:pt x="712" y="1402"/>
                    </a:lnTo>
                    <a:lnTo>
                      <a:pt x="712" y="1486"/>
                    </a:lnTo>
                    <a:lnTo>
                      <a:pt x="838" y="1528"/>
                    </a:lnTo>
                    <a:lnTo>
                      <a:pt x="838" y="1590"/>
                    </a:lnTo>
                    <a:lnTo>
                      <a:pt x="649" y="1779"/>
                    </a:lnTo>
                    <a:lnTo>
                      <a:pt x="607" y="1779"/>
                    </a:lnTo>
                    <a:lnTo>
                      <a:pt x="545" y="1611"/>
                    </a:lnTo>
                    <a:lnTo>
                      <a:pt x="440" y="1569"/>
                    </a:lnTo>
                    <a:lnTo>
                      <a:pt x="335" y="1423"/>
                    </a:lnTo>
                    <a:lnTo>
                      <a:pt x="126" y="1528"/>
                    </a:lnTo>
                    <a:lnTo>
                      <a:pt x="126" y="1590"/>
                    </a:lnTo>
                    <a:lnTo>
                      <a:pt x="1" y="1800"/>
                    </a:lnTo>
                    <a:lnTo>
                      <a:pt x="105" y="1925"/>
                    </a:lnTo>
                    <a:lnTo>
                      <a:pt x="105" y="2051"/>
                    </a:lnTo>
                    <a:lnTo>
                      <a:pt x="189" y="2093"/>
                    </a:lnTo>
                    <a:lnTo>
                      <a:pt x="294" y="2009"/>
                    </a:lnTo>
                    <a:lnTo>
                      <a:pt x="356" y="2009"/>
                    </a:lnTo>
                    <a:lnTo>
                      <a:pt x="545" y="2051"/>
                    </a:lnTo>
                    <a:lnTo>
                      <a:pt x="733" y="2051"/>
                    </a:lnTo>
                    <a:lnTo>
                      <a:pt x="754" y="2113"/>
                    </a:lnTo>
                    <a:lnTo>
                      <a:pt x="942" y="2051"/>
                    </a:lnTo>
                    <a:lnTo>
                      <a:pt x="942" y="2134"/>
                    </a:lnTo>
                    <a:lnTo>
                      <a:pt x="838" y="2155"/>
                    </a:lnTo>
                    <a:lnTo>
                      <a:pt x="775" y="2239"/>
                    </a:lnTo>
                    <a:lnTo>
                      <a:pt x="817" y="2344"/>
                    </a:lnTo>
                    <a:lnTo>
                      <a:pt x="963" y="2323"/>
                    </a:lnTo>
                    <a:lnTo>
                      <a:pt x="1089" y="2427"/>
                    </a:lnTo>
                    <a:lnTo>
                      <a:pt x="1172" y="2616"/>
                    </a:lnTo>
                    <a:lnTo>
                      <a:pt x="1256" y="2616"/>
                    </a:lnTo>
                    <a:lnTo>
                      <a:pt x="1298" y="2657"/>
                    </a:lnTo>
                    <a:lnTo>
                      <a:pt x="1256" y="2741"/>
                    </a:lnTo>
                    <a:lnTo>
                      <a:pt x="1256" y="2867"/>
                    </a:lnTo>
                    <a:lnTo>
                      <a:pt x="1068" y="3201"/>
                    </a:lnTo>
                    <a:lnTo>
                      <a:pt x="1130" y="3390"/>
                    </a:lnTo>
                    <a:lnTo>
                      <a:pt x="1172" y="3494"/>
                    </a:lnTo>
                    <a:lnTo>
                      <a:pt x="1256" y="3494"/>
                    </a:lnTo>
                    <a:lnTo>
                      <a:pt x="1361" y="3473"/>
                    </a:lnTo>
                    <a:lnTo>
                      <a:pt x="1403" y="3515"/>
                    </a:lnTo>
                    <a:lnTo>
                      <a:pt x="1486" y="3515"/>
                    </a:lnTo>
                    <a:lnTo>
                      <a:pt x="1654" y="3411"/>
                    </a:lnTo>
                    <a:lnTo>
                      <a:pt x="1654" y="3348"/>
                    </a:lnTo>
                    <a:lnTo>
                      <a:pt x="1758" y="3285"/>
                    </a:lnTo>
                    <a:lnTo>
                      <a:pt x="1821" y="3160"/>
                    </a:lnTo>
                    <a:lnTo>
                      <a:pt x="1863" y="3034"/>
                    </a:lnTo>
                    <a:lnTo>
                      <a:pt x="1884" y="2846"/>
                    </a:lnTo>
                    <a:lnTo>
                      <a:pt x="1988" y="2678"/>
                    </a:lnTo>
                    <a:lnTo>
                      <a:pt x="1905" y="2657"/>
                    </a:lnTo>
                    <a:lnTo>
                      <a:pt x="1905" y="2574"/>
                    </a:lnTo>
                    <a:lnTo>
                      <a:pt x="1988" y="2532"/>
                    </a:lnTo>
                    <a:lnTo>
                      <a:pt x="2072" y="2365"/>
                    </a:lnTo>
                    <a:lnTo>
                      <a:pt x="2135" y="2365"/>
                    </a:lnTo>
                    <a:lnTo>
                      <a:pt x="2219" y="2260"/>
                    </a:lnTo>
                    <a:lnTo>
                      <a:pt x="2344" y="2197"/>
                    </a:lnTo>
                    <a:lnTo>
                      <a:pt x="2386" y="2030"/>
                    </a:lnTo>
                    <a:lnTo>
                      <a:pt x="2386" y="1925"/>
                    </a:lnTo>
                    <a:lnTo>
                      <a:pt x="2491" y="1841"/>
                    </a:lnTo>
                    <a:lnTo>
                      <a:pt x="2491" y="1800"/>
                    </a:lnTo>
                    <a:lnTo>
                      <a:pt x="2428" y="1695"/>
                    </a:lnTo>
                    <a:lnTo>
                      <a:pt x="2407" y="1569"/>
                    </a:lnTo>
                    <a:lnTo>
                      <a:pt x="2344" y="1569"/>
                    </a:lnTo>
                    <a:lnTo>
                      <a:pt x="2239" y="1507"/>
                    </a:lnTo>
                    <a:lnTo>
                      <a:pt x="2114" y="1507"/>
                    </a:lnTo>
                    <a:lnTo>
                      <a:pt x="2093" y="1465"/>
                    </a:lnTo>
                    <a:lnTo>
                      <a:pt x="2135" y="1360"/>
                    </a:lnTo>
                    <a:lnTo>
                      <a:pt x="2302" y="1276"/>
                    </a:lnTo>
                    <a:lnTo>
                      <a:pt x="2302" y="1193"/>
                    </a:lnTo>
                    <a:lnTo>
                      <a:pt x="2239" y="1109"/>
                    </a:lnTo>
                    <a:lnTo>
                      <a:pt x="2239" y="984"/>
                    </a:lnTo>
                    <a:lnTo>
                      <a:pt x="2281" y="879"/>
                    </a:lnTo>
                    <a:lnTo>
                      <a:pt x="2177" y="774"/>
                    </a:lnTo>
                    <a:lnTo>
                      <a:pt x="2093" y="774"/>
                    </a:lnTo>
                    <a:lnTo>
                      <a:pt x="1967" y="858"/>
                    </a:lnTo>
                    <a:lnTo>
                      <a:pt x="1779" y="900"/>
                    </a:lnTo>
                    <a:lnTo>
                      <a:pt x="1758" y="984"/>
                    </a:lnTo>
                    <a:lnTo>
                      <a:pt x="1675" y="1088"/>
                    </a:lnTo>
                    <a:lnTo>
                      <a:pt x="1591" y="1067"/>
                    </a:lnTo>
                    <a:lnTo>
                      <a:pt x="1570" y="963"/>
                    </a:lnTo>
                    <a:lnTo>
                      <a:pt x="1695" y="900"/>
                    </a:lnTo>
                    <a:lnTo>
                      <a:pt x="1758" y="837"/>
                    </a:lnTo>
                    <a:lnTo>
                      <a:pt x="1758" y="670"/>
                    </a:lnTo>
                    <a:lnTo>
                      <a:pt x="1800" y="460"/>
                    </a:lnTo>
                    <a:lnTo>
                      <a:pt x="1758" y="356"/>
                    </a:lnTo>
                    <a:lnTo>
                      <a:pt x="1695" y="272"/>
                    </a:lnTo>
                    <a:lnTo>
                      <a:pt x="1654" y="168"/>
                    </a:lnTo>
                    <a:lnTo>
                      <a:pt x="1507" y="105"/>
                    </a:lnTo>
                    <a:lnTo>
                      <a:pt x="1403" y="147"/>
                    </a:lnTo>
                    <a:lnTo>
                      <a:pt x="1277" y="105"/>
                    </a:lnTo>
                    <a:lnTo>
                      <a:pt x="1130" y="230"/>
                    </a:lnTo>
                    <a:lnTo>
                      <a:pt x="1047" y="209"/>
                    </a:lnTo>
                    <a:lnTo>
                      <a:pt x="1047" y="21"/>
                    </a:lnTo>
                    <a:lnTo>
                      <a:pt x="102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38"/>
              <p:cNvSpPr/>
              <p:nvPr/>
            </p:nvSpPr>
            <p:spPr>
              <a:xfrm>
                <a:off x="2799125" y="1455875"/>
                <a:ext cx="96775" cy="158525"/>
              </a:xfrm>
              <a:custGeom>
                <a:rect b="b" l="l" r="r" t="t"/>
                <a:pathLst>
                  <a:path extrusionOk="0" h="6341" w="3871">
                    <a:moveTo>
                      <a:pt x="2385" y="0"/>
                    </a:moveTo>
                    <a:lnTo>
                      <a:pt x="2385" y="126"/>
                    </a:lnTo>
                    <a:lnTo>
                      <a:pt x="2302" y="272"/>
                    </a:lnTo>
                    <a:lnTo>
                      <a:pt x="2385" y="356"/>
                    </a:lnTo>
                    <a:lnTo>
                      <a:pt x="2490" y="356"/>
                    </a:lnTo>
                    <a:lnTo>
                      <a:pt x="2595" y="314"/>
                    </a:lnTo>
                    <a:lnTo>
                      <a:pt x="2741" y="377"/>
                    </a:lnTo>
                    <a:lnTo>
                      <a:pt x="2783" y="460"/>
                    </a:lnTo>
                    <a:lnTo>
                      <a:pt x="2888" y="481"/>
                    </a:lnTo>
                    <a:lnTo>
                      <a:pt x="2888" y="565"/>
                    </a:lnTo>
                    <a:lnTo>
                      <a:pt x="2699" y="733"/>
                    </a:lnTo>
                    <a:lnTo>
                      <a:pt x="2616" y="733"/>
                    </a:lnTo>
                    <a:lnTo>
                      <a:pt x="2490" y="649"/>
                    </a:lnTo>
                    <a:lnTo>
                      <a:pt x="2385" y="649"/>
                    </a:lnTo>
                    <a:lnTo>
                      <a:pt x="2281" y="628"/>
                    </a:lnTo>
                    <a:lnTo>
                      <a:pt x="2281" y="628"/>
                    </a:lnTo>
                    <a:lnTo>
                      <a:pt x="2323" y="733"/>
                    </a:lnTo>
                    <a:lnTo>
                      <a:pt x="2406" y="753"/>
                    </a:lnTo>
                    <a:lnTo>
                      <a:pt x="2323" y="837"/>
                    </a:lnTo>
                    <a:lnTo>
                      <a:pt x="2218" y="858"/>
                    </a:lnTo>
                    <a:lnTo>
                      <a:pt x="2072" y="691"/>
                    </a:lnTo>
                    <a:lnTo>
                      <a:pt x="1904" y="774"/>
                    </a:lnTo>
                    <a:lnTo>
                      <a:pt x="1862" y="942"/>
                    </a:lnTo>
                    <a:lnTo>
                      <a:pt x="1779" y="1005"/>
                    </a:lnTo>
                    <a:lnTo>
                      <a:pt x="1779" y="1088"/>
                    </a:lnTo>
                    <a:lnTo>
                      <a:pt x="1883" y="1109"/>
                    </a:lnTo>
                    <a:lnTo>
                      <a:pt x="1904" y="1256"/>
                    </a:lnTo>
                    <a:lnTo>
                      <a:pt x="2051" y="1318"/>
                    </a:lnTo>
                    <a:lnTo>
                      <a:pt x="2051" y="1381"/>
                    </a:lnTo>
                    <a:lnTo>
                      <a:pt x="1946" y="1381"/>
                    </a:lnTo>
                    <a:lnTo>
                      <a:pt x="1946" y="1465"/>
                    </a:lnTo>
                    <a:lnTo>
                      <a:pt x="1988" y="1528"/>
                    </a:lnTo>
                    <a:lnTo>
                      <a:pt x="1988" y="1611"/>
                    </a:lnTo>
                    <a:lnTo>
                      <a:pt x="1904" y="1590"/>
                    </a:lnTo>
                    <a:lnTo>
                      <a:pt x="1841" y="1528"/>
                    </a:lnTo>
                    <a:lnTo>
                      <a:pt x="1695" y="1507"/>
                    </a:lnTo>
                    <a:lnTo>
                      <a:pt x="1590" y="1423"/>
                    </a:lnTo>
                    <a:lnTo>
                      <a:pt x="1528" y="1402"/>
                    </a:lnTo>
                    <a:lnTo>
                      <a:pt x="1423" y="1486"/>
                    </a:lnTo>
                    <a:lnTo>
                      <a:pt x="1381" y="1569"/>
                    </a:lnTo>
                    <a:lnTo>
                      <a:pt x="1465" y="1674"/>
                    </a:lnTo>
                    <a:lnTo>
                      <a:pt x="1423" y="1779"/>
                    </a:lnTo>
                    <a:lnTo>
                      <a:pt x="1360" y="1737"/>
                    </a:lnTo>
                    <a:lnTo>
                      <a:pt x="1360" y="1674"/>
                    </a:lnTo>
                    <a:lnTo>
                      <a:pt x="1276" y="1611"/>
                    </a:lnTo>
                    <a:lnTo>
                      <a:pt x="1151" y="1569"/>
                    </a:lnTo>
                    <a:lnTo>
                      <a:pt x="1109" y="1569"/>
                    </a:lnTo>
                    <a:lnTo>
                      <a:pt x="1025" y="1486"/>
                    </a:lnTo>
                    <a:lnTo>
                      <a:pt x="942" y="1465"/>
                    </a:lnTo>
                    <a:lnTo>
                      <a:pt x="921" y="1528"/>
                    </a:lnTo>
                    <a:lnTo>
                      <a:pt x="963" y="1674"/>
                    </a:lnTo>
                    <a:lnTo>
                      <a:pt x="963" y="1800"/>
                    </a:lnTo>
                    <a:lnTo>
                      <a:pt x="1004" y="1946"/>
                    </a:lnTo>
                    <a:lnTo>
                      <a:pt x="1109" y="2009"/>
                    </a:lnTo>
                    <a:lnTo>
                      <a:pt x="1235" y="2030"/>
                    </a:lnTo>
                    <a:lnTo>
                      <a:pt x="1276" y="2093"/>
                    </a:lnTo>
                    <a:lnTo>
                      <a:pt x="1256" y="2113"/>
                    </a:lnTo>
                    <a:lnTo>
                      <a:pt x="1130" y="2113"/>
                    </a:lnTo>
                    <a:lnTo>
                      <a:pt x="1256" y="2197"/>
                    </a:lnTo>
                    <a:lnTo>
                      <a:pt x="1318" y="2260"/>
                    </a:lnTo>
                    <a:lnTo>
                      <a:pt x="1423" y="2344"/>
                    </a:lnTo>
                    <a:lnTo>
                      <a:pt x="1548" y="2344"/>
                    </a:lnTo>
                    <a:lnTo>
                      <a:pt x="1632" y="2260"/>
                    </a:lnTo>
                    <a:lnTo>
                      <a:pt x="1674" y="2260"/>
                    </a:lnTo>
                    <a:lnTo>
                      <a:pt x="1674" y="2344"/>
                    </a:lnTo>
                    <a:lnTo>
                      <a:pt x="1590" y="2427"/>
                    </a:lnTo>
                    <a:lnTo>
                      <a:pt x="1548" y="2616"/>
                    </a:lnTo>
                    <a:lnTo>
                      <a:pt x="1486" y="2616"/>
                    </a:lnTo>
                    <a:lnTo>
                      <a:pt x="1339" y="2469"/>
                    </a:lnTo>
                    <a:lnTo>
                      <a:pt x="1025" y="2427"/>
                    </a:lnTo>
                    <a:lnTo>
                      <a:pt x="921" y="2260"/>
                    </a:lnTo>
                    <a:lnTo>
                      <a:pt x="837" y="2239"/>
                    </a:lnTo>
                    <a:lnTo>
                      <a:pt x="795" y="2155"/>
                    </a:lnTo>
                    <a:lnTo>
                      <a:pt x="753" y="2155"/>
                    </a:lnTo>
                    <a:lnTo>
                      <a:pt x="712" y="2302"/>
                    </a:lnTo>
                    <a:lnTo>
                      <a:pt x="712" y="2344"/>
                    </a:lnTo>
                    <a:lnTo>
                      <a:pt x="649" y="2406"/>
                    </a:lnTo>
                    <a:lnTo>
                      <a:pt x="712" y="2574"/>
                    </a:lnTo>
                    <a:lnTo>
                      <a:pt x="628" y="2637"/>
                    </a:lnTo>
                    <a:lnTo>
                      <a:pt x="544" y="2616"/>
                    </a:lnTo>
                    <a:lnTo>
                      <a:pt x="544" y="2762"/>
                    </a:lnTo>
                    <a:lnTo>
                      <a:pt x="502" y="2783"/>
                    </a:lnTo>
                    <a:lnTo>
                      <a:pt x="502" y="3034"/>
                    </a:lnTo>
                    <a:lnTo>
                      <a:pt x="586" y="3097"/>
                    </a:lnTo>
                    <a:lnTo>
                      <a:pt x="732" y="3097"/>
                    </a:lnTo>
                    <a:lnTo>
                      <a:pt x="837" y="3160"/>
                    </a:lnTo>
                    <a:lnTo>
                      <a:pt x="942" y="3139"/>
                    </a:lnTo>
                    <a:lnTo>
                      <a:pt x="942" y="3181"/>
                    </a:lnTo>
                    <a:lnTo>
                      <a:pt x="858" y="3243"/>
                    </a:lnTo>
                    <a:lnTo>
                      <a:pt x="753" y="3181"/>
                    </a:lnTo>
                    <a:lnTo>
                      <a:pt x="586" y="3181"/>
                    </a:lnTo>
                    <a:lnTo>
                      <a:pt x="523" y="3160"/>
                    </a:lnTo>
                    <a:lnTo>
                      <a:pt x="419" y="3181"/>
                    </a:lnTo>
                    <a:lnTo>
                      <a:pt x="272" y="3369"/>
                    </a:lnTo>
                    <a:lnTo>
                      <a:pt x="230" y="3473"/>
                    </a:lnTo>
                    <a:lnTo>
                      <a:pt x="314" y="3557"/>
                    </a:lnTo>
                    <a:lnTo>
                      <a:pt x="293" y="3599"/>
                    </a:lnTo>
                    <a:lnTo>
                      <a:pt x="209" y="3620"/>
                    </a:lnTo>
                    <a:lnTo>
                      <a:pt x="209" y="3725"/>
                    </a:lnTo>
                    <a:lnTo>
                      <a:pt x="293" y="3787"/>
                    </a:lnTo>
                    <a:lnTo>
                      <a:pt x="335" y="3725"/>
                    </a:lnTo>
                    <a:lnTo>
                      <a:pt x="502" y="3725"/>
                    </a:lnTo>
                    <a:lnTo>
                      <a:pt x="586" y="3662"/>
                    </a:lnTo>
                    <a:lnTo>
                      <a:pt x="628" y="3704"/>
                    </a:lnTo>
                    <a:lnTo>
                      <a:pt x="628" y="3787"/>
                    </a:lnTo>
                    <a:lnTo>
                      <a:pt x="523" y="3808"/>
                    </a:lnTo>
                    <a:lnTo>
                      <a:pt x="440" y="3913"/>
                    </a:lnTo>
                    <a:lnTo>
                      <a:pt x="502" y="3976"/>
                    </a:lnTo>
                    <a:lnTo>
                      <a:pt x="586" y="3976"/>
                    </a:lnTo>
                    <a:lnTo>
                      <a:pt x="691" y="3892"/>
                    </a:lnTo>
                    <a:lnTo>
                      <a:pt x="753" y="3892"/>
                    </a:lnTo>
                    <a:lnTo>
                      <a:pt x="858" y="3808"/>
                    </a:lnTo>
                    <a:lnTo>
                      <a:pt x="858" y="3871"/>
                    </a:lnTo>
                    <a:lnTo>
                      <a:pt x="816" y="3934"/>
                    </a:lnTo>
                    <a:lnTo>
                      <a:pt x="858" y="3976"/>
                    </a:lnTo>
                    <a:lnTo>
                      <a:pt x="1046" y="3976"/>
                    </a:lnTo>
                    <a:lnTo>
                      <a:pt x="1067" y="4018"/>
                    </a:lnTo>
                    <a:lnTo>
                      <a:pt x="963" y="4038"/>
                    </a:lnTo>
                    <a:lnTo>
                      <a:pt x="963" y="4122"/>
                    </a:lnTo>
                    <a:lnTo>
                      <a:pt x="1067" y="4143"/>
                    </a:lnTo>
                    <a:lnTo>
                      <a:pt x="1172" y="4122"/>
                    </a:lnTo>
                    <a:lnTo>
                      <a:pt x="1318" y="4206"/>
                    </a:lnTo>
                    <a:lnTo>
                      <a:pt x="1590" y="4290"/>
                    </a:lnTo>
                    <a:lnTo>
                      <a:pt x="1632" y="4331"/>
                    </a:lnTo>
                    <a:lnTo>
                      <a:pt x="1381" y="4310"/>
                    </a:lnTo>
                    <a:lnTo>
                      <a:pt x="1276" y="4331"/>
                    </a:lnTo>
                    <a:lnTo>
                      <a:pt x="1130" y="4227"/>
                    </a:lnTo>
                    <a:lnTo>
                      <a:pt x="963" y="4290"/>
                    </a:lnTo>
                    <a:lnTo>
                      <a:pt x="963" y="4352"/>
                    </a:lnTo>
                    <a:lnTo>
                      <a:pt x="1130" y="4415"/>
                    </a:lnTo>
                    <a:lnTo>
                      <a:pt x="1339" y="4436"/>
                    </a:lnTo>
                    <a:lnTo>
                      <a:pt x="1569" y="4436"/>
                    </a:lnTo>
                    <a:lnTo>
                      <a:pt x="1653" y="4499"/>
                    </a:lnTo>
                    <a:lnTo>
                      <a:pt x="1423" y="4541"/>
                    </a:lnTo>
                    <a:lnTo>
                      <a:pt x="1339" y="4520"/>
                    </a:lnTo>
                    <a:lnTo>
                      <a:pt x="1109" y="4499"/>
                    </a:lnTo>
                    <a:lnTo>
                      <a:pt x="942" y="4457"/>
                    </a:lnTo>
                    <a:lnTo>
                      <a:pt x="900" y="4394"/>
                    </a:lnTo>
                    <a:lnTo>
                      <a:pt x="753" y="4352"/>
                    </a:lnTo>
                    <a:lnTo>
                      <a:pt x="607" y="4206"/>
                    </a:lnTo>
                    <a:lnTo>
                      <a:pt x="544" y="4248"/>
                    </a:lnTo>
                    <a:lnTo>
                      <a:pt x="481" y="4331"/>
                    </a:lnTo>
                    <a:lnTo>
                      <a:pt x="293" y="4352"/>
                    </a:lnTo>
                    <a:lnTo>
                      <a:pt x="209" y="4415"/>
                    </a:lnTo>
                    <a:lnTo>
                      <a:pt x="188" y="4624"/>
                    </a:lnTo>
                    <a:lnTo>
                      <a:pt x="314" y="4729"/>
                    </a:lnTo>
                    <a:lnTo>
                      <a:pt x="314" y="4854"/>
                    </a:lnTo>
                    <a:lnTo>
                      <a:pt x="272" y="4917"/>
                    </a:lnTo>
                    <a:lnTo>
                      <a:pt x="188" y="4729"/>
                    </a:lnTo>
                    <a:lnTo>
                      <a:pt x="126" y="4729"/>
                    </a:lnTo>
                    <a:lnTo>
                      <a:pt x="63" y="4980"/>
                    </a:lnTo>
                    <a:lnTo>
                      <a:pt x="84" y="5126"/>
                    </a:lnTo>
                    <a:lnTo>
                      <a:pt x="168" y="5147"/>
                    </a:lnTo>
                    <a:lnTo>
                      <a:pt x="188" y="5126"/>
                    </a:lnTo>
                    <a:lnTo>
                      <a:pt x="272" y="5126"/>
                    </a:lnTo>
                    <a:lnTo>
                      <a:pt x="335" y="5252"/>
                    </a:lnTo>
                    <a:lnTo>
                      <a:pt x="419" y="5273"/>
                    </a:lnTo>
                    <a:lnTo>
                      <a:pt x="335" y="5294"/>
                    </a:lnTo>
                    <a:lnTo>
                      <a:pt x="272" y="5336"/>
                    </a:lnTo>
                    <a:lnTo>
                      <a:pt x="188" y="5231"/>
                    </a:lnTo>
                    <a:lnTo>
                      <a:pt x="21" y="5252"/>
                    </a:lnTo>
                    <a:lnTo>
                      <a:pt x="0" y="5461"/>
                    </a:lnTo>
                    <a:lnTo>
                      <a:pt x="63" y="5503"/>
                    </a:lnTo>
                    <a:lnTo>
                      <a:pt x="126" y="5482"/>
                    </a:lnTo>
                    <a:lnTo>
                      <a:pt x="84" y="5566"/>
                    </a:lnTo>
                    <a:lnTo>
                      <a:pt x="84" y="5817"/>
                    </a:lnTo>
                    <a:lnTo>
                      <a:pt x="168" y="5754"/>
                    </a:lnTo>
                    <a:lnTo>
                      <a:pt x="230" y="5775"/>
                    </a:lnTo>
                    <a:lnTo>
                      <a:pt x="230" y="5963"/>
                    </a:lnTo>
                    <a:lnTo>
                      <a:pt x="398" y="6005"/>
                    </a:lnTo>
                    <a:lnTo>
                      <a:pt x="628" y="6173"/>
                    </a:lnTo>
                    <a:lnTo>
                      <a:pt x="732" y="6110"/>
                    </a:lnTo>
                    <a:lnTo>
                      <a:pt x="795" y="6005"/>
                    </a:lnTo>
                    <a:lnTo>
                      <a:pt x="753" y="5922"/>
                    </a:lnTo>
                    <a:lnTo>
                      <a:pt x="921" y="5922"/>
                    </a:lnTo>
                    <a:lnTo>
                      <a:pt x="942" y="6026"/>
                    </a:lnTo>
                    <a:lnTo>
                      <a:pt x="921" y="6131"/>
                    </a:lnTo>
                    <a:lnTo>
                      <a:pt x="942" y="6235"/>
                    </a:lnTo>
                    <a:lnTo>
                      <a:pt x="1004" y="6214"/>
                    </a:lnTo>
                    <a:lnTo>
                      <a:pt x="1067" y="5963"/>
                    </a:lnTo>
                    <a:lnTo>
                      <a:pt x="1067" y="5712"/>
                    </a:lnTo>
                    <a:lnTo>
                      <a:pt x="1130" y="5566"/>
                    </a:lnTo>
                    <a:lnTo>
                      <a:pt x="1256" y="5440"/>
                    </a:lnTo>
                    <a:lnTo>
                      <a:pt x="1318" y="5294"/>
                    </a:lnTo>
                    <a:lnTo>
                      <a:pt x="1318" y="5461"/>
                    </a:lnTo>
                    <a:lnTo>
                      <a:pt x="1172" y="5670"/>
                    </a:lnTo>
                    <a:lnTo>
                      <a:pt x="1151" y="5817"/>
                    </a:lnTo>
                    <a:lnTo>
                      <a:pt x="1172" y="5922"/>
                    </a:lnTo>
                    <a:lnTo>
                      <a:pt x="1130" y="6131"/>
                    </a:lnTo>
                    <a:lnTo>
                      <a:pt x="1172" y="6235"/>
                    </a:lnTo>
                    <a:lnTo>
                      <a:pt x="1151" y="6319"/>
                    </a:lnTo>
                    <a:lnTo>
                      <a:pt x="1214" y="6340"/>
                    </a:lnTo>
                    <a:lnTo>
                      <a:pt x="1256" y="6298"/>
                    </a:lnTo>
                    <a:lnTo>
                      <a:pt x="1339" y="6173"/>
                    </a:lnTo>
                    <a:lnTo>
                      <a:pt x="1528" y="5984"/>
                    </a:lnTo>
                    <a:lnTo>
                      <a:pt x="1590" y="5691"/>
                    </a:lnTo>
                    <a:lnTo>
                      <a:pt x="1674" y="5650"/>
                    </a:lnTo>
                    <a:lnTo>
                      <a:pt x="1674" y="5754"/>
                    </a:lnTo>
                    <a:lnTo>
                      <a:pt x="1632" y="5880"/>
                    </a:lnTo>
                    <a:lnTo>
                      <a:pt x="1632" y="5963"/>
                    </a:lnTo>
                    <a:lnTo>
                      <a:pt x="1737" y="5984"/>
                    </a:lnTo>
                    <a:lnTo>
                      <a:pt x="1862" y="5859"/>
                    </a:lnTo>
                    <a:lnTo>
                      <a:pt x="1946" y="5775"/>
                    </a:lnTo>
                    <a:lnTo>
                      <a:pt x="1946" y="5670"/>
                    </a:lnTo>
                    <a:lnTo>
                      <a:pt x="1841" y="5650"/>
                    </a:lnTo>
                    <a:lnTo>
                      <a:pt x="1841" y="5608"/>
                    </a:lnTo>
                    <a:lnTo>
                      <a:pt x="1946" y="5566"/>
                    </a:lnTo>
                    <a:lnTo>
                      <a:pt x="1946" y="5398"/>
                    </a:lnTo>
                    <a:lnTo>
                      <a:pt x="1904" y="5336"/>
                    </a:lnTo>
                    <a:lnTo>
                      <a:pt x="1904" y="5231"/>
                    </a:lnTo>
                    <a:lnTo>
                      <a:pt x="2072" y="5126"/>
                    </a:lnTo>
                    <a:lnTo>
                      <a:pt x="2113" y="4938"/>
                    </a:lnTo>
                    <a:lnTo>
                      <a:pt x="2218" y="4875"/>
                    </a:lnTo>
                    <a:lnTo>
                      <a:pt x="2281" y="4813"/>
                    </a:lnTo>
                    <a:lnTo>
                      <a:pt x="2281" y="4917"/>
                    </a:lnTo>
                    <a:lnTo>
                      <a:pt x="2281" y="4959"/>
                    </a:lnTo>
                    <a:lnTo>
                      <a:pt x="2197" y="4980"/>
                    </a:lnTo>
                    <a:lnTo>
                      <a:pt x="2113" y="5168"/>
                    </a:lnTo>
                    <a:lnTo>
                      <a:pt x="2051" y="5294"/>
                    </a:lnTo>
                    <a:lnTo>
                      <a:pt x="2009" y="5461"/>
                    </a:lnTo>
                    <a:lnTo>
                      <a:pt x="2072" y="5566"/>
                    </a:lnTo>
                    <a:lnTo>
                      <a:pt x="2092" y="5691"/>
                    </a:lnTo>
                    <a:lnTo>
                      <a:pt x="2155" y="5650"/>
                    </a:lnTo>
                    <a:lnTo>
                      <a:pt x="2260" y="5461"/>
                    </a:lnTo>
                    <a:lnTo>
                      <a:pt x="2469" y="5273"/>
                    </a:lnTo>
                    <a:lnTo>
                      <a:pt x="2532" y="5147"/>
                    </a:lnTo>
                    <a:lnTo>
                      <a:pt x="2532" y="4980"/>
                    </a:lnTo>
                    <a:lnTo>
                      <a:pt x="2616" y="4875"/>
                    </a:lnTo>
                    <a:lnTo>
                      <a:pt x="2699" y="4854"/>
                    </a:lnTo>
                    <a:lnTo>
                      <a:pt x="2699" y="4917"/>
                    </a:lnTo>
                    <a:lnTo>
                      <a:pt x="2678" y="4959"/>
                    </a:lnTo>
                    <a:lnTo>
                      <a:pt x="2678" y="5085"/>
                    </a:lnTo>
                    <a:lnTo>
                      <a:pt x="2741" y="5064"/>
                    </a:lnTo>
                    <a:lnTo>
                      <a:pt x="2888" y="4875"/>
                    </a:lnTo>
                    <a:lnTo>
                      <a:pt x="2971" y="4875"/>
                    </a:lnTo>
                    <a:lnTo>
                      <a:pt x="3139" y="4917"/>
                    </a:lnTo>
                    <a:lnTo>
                      <a:pt x="3327" y="4854"/>
                    </a:lnTo>
                    <a:lnTo>
                      <a:pt x="3432" y="4834"/>
                    </a:lnTo>
                    <a:lnTo>
                      <a:pt x="3494" y="4750"/>
                    </a:lnTo>
                    <a:lnTo>
                      <a:pt x="3620" y="4729"/>
                    </a:lnTo>
                    <a:lnTo>
                      <a:pt x="3662" y="4624"/>
                    </a:lnTo>
                    <a:lnTo>
                      <a:pt x="3662" y="4541"/>
                    </a:lnTo>
                    <a:lnTo>
                      <a:pt x="3683" y="4457"/>
                    </a:lnTo>
                    <a:lnTo>
                      <a:pt x="3620" y="4394"/>
                    </a:lnTo>
                    <a:lnTo>
                      <a:pt x="3662" y="4227"/>
                    </a:lnTo>
                    <a:lnTo>
                      <a:pt x="3662" y="3976"/>
                    </a:lnTo>
                    <a:lnTo>
                      <a:pt x="3620" y="3976"/>
                    </a:lnTo>
                    <a:lnTo>
                      <a:pt x="3536" y="4122"/>
                    </a:lnTo>
                    <a:lnTo>
                      <a:pt x="3411" y="4290"/>
                    </a:lnTo>
                    <a:lnTo>
                      <a:pt x="3348" y="4290"/>
                    </a:lnTo>
                    <a:lnTo>
                      <a:pt x="3348" y="4206"/>
                    </a:lnTo>
                    <a:lnTo>
                      <a:pt x="3432" y="4101"/>
                    </a:lnTo>
                    <a:lnTo>
                      <a:pt x="3536" y="4018"/>
                    </a:lnTo>
                    <a:lnTo>
                      <a:pt x="3557" y="3934"/>
                    </a:lnTo>
                    <a:lnTo>
                      <a:pt x="3432" y="3829"/>
                    </a:lnTo>
                    <a:lnTo>
                      <a:pt x="3411" y="3725"/>
                    </a:lnTo>
                    <a:lnTo>
                      <a:pt x="3348" y="3725"/>
                    </a:lnTo>
                    <a:lnTo>
                      <a:pt x="3306" y="3766"/>
                    </a:lnTo>
                    <a:lnTo>
                      <a:pt x="3264" y="3829"/>
                    </a:lnTo>
                    <a:lnTo>
                      <a:pt x="3201" y="3787"/>
                    </a:lnTo>
                    <a:lnTo>
                      <a:pt x="3097" y="3808"/>
                    </a:lnTo>
                    <a:lnTo>
                      <a:pt x="3013" y="3871"/>
                    </a:lnTo>
                    <a:lnTo>
                      <a:pt x="2909" y="3829"/>
                    </a:lnTo>
                    <a:lnTo>
                      <a:pt x="2950" y="3787"/>
                    </a:lnTo>
                    <a:lnTo>
                      <a:pt x="3222" y="3683"/>
                    </a:lnTo>
                    <a:lnTo>
                      <a:pt x="3327" y="3662"/>
                    </a:lnTo>
                    <a:lnTo>
                      <a:pt x="3536" y="3453"/>
                    </a:lnTo>
                    <a:lnTo>
                      <a:pt x="3578" y="3390"/>
                    </a:lnTo>
                    <a:lnTo>
                      <a:pt x="3725" y="3160"/>
                    </a:lnTo>
                    <a:lnTo>
                      <a:pt x="3766" y="2971"/>
                    </a:lnTo>
                    <a:lnTo>
                      <a:pt x="3725" y="2950"/>
                    </a:lnTo>
                    <a:lnTo>
                      <a:pt x="3641" y="2971"/>
                    </a:lnTo>
                    <a:lnTo>
                      <a:pt x="3578" y="3034"/>
                    </a:lnTo>
                    <a:lnTo>
                      <a:pt x="3536" y="2950"/>
                    </a:lnTo>
                    <a:lnTo>
                      <a:pt x="3578" y="2888"/>
                    </a:lnTo>
                    <a:lnTo>
                      <a:pt x="3641" y="2846"/>
                    </a:lnTo>
                    <a:lnTo>
                      <a:pt x="3725" y="2867"/>
                    </a:lnTo>
                    <a:lnTo>
                      <a:pt x="3766" y="2783"/>
                    </a:lnTo>
                    <a:lnTo>
                      <a:pt x="3766" y="2657"/>
                    </a:lnTo>
                    <a:lnTo>
                      <a:pt x="3871" y="2553"/>
                    </a:lnTo>
                    <a:lnTo>
                      <a:pt x="3871" y="2427"/>
                    </a:lnTo>
                    <a:lnTo>
                      <a:pt x="3850" y="2365"/>
                    </a:lnTo>
                    <a:lnTo>
                      <a:pt x="3850" y="2302"/>
                    </a:lnTo>
                    <a:lnTo>
                      <a:pt x="3745" y="2260"/>
                    </a:lnTo>
                    <a:lnTo>
                      <a:pt x="3641" y="2302"/>
                    </a:lnTo>
                    <a:lnTo>
                      <a:pt x="3494" y="2553"/>
                    </a:lnTo>
                    <a:lnTo>
                      <a:pt x="3494" y="2678"/>
                    </a:lnTo>
                    <a:lnTo>
                      <a:pt x="3557" y="2762"/>
                    </a:lnTo>
                    <a:lnTo>
                      <a:pt x="3473" y="2846"/>
                    </a:lnTo>
                    <a:lnTo>
                      <a:pt x="3432" y="2888"/>
                    </a:lnTo>
                    <a:lnTo>
                      <a:pt x="3369" y="2867"/>
                    </a:lnTo>
                    <a:lnTo>
                      <a:pt x="3411" y="2825"/>
                    </a:lnTo>
                    <a:lnTo>
                      <a:pt x="3348" y="2762"/>
                    </a:lnTo>
                    <a:lnTo>
                      <a:pt x="3348" y="2657"/>
                    </a:lnTo>
                    <a:lnTo>
                      <a:pt x="3453" y="2448"/>
                    </a:lnTo>
                    <a:lnTo>
                      <a:pt x="3432" y="2344"/>
                    </a:lnTo>
                    <a:lnTo>
                      <a:pt x="3453" y="2302"/>
                    </a:lnTo>
                    <a:lnTo>
                      <a:pt x="3473" y="2323"/>
                    </a:lnTo>
                    <a:lnTo>
                      <a:pt x="3557" y="2302"/>
                    </a:lnTo>
                    <a:lnTo>
                      <a:pt x="3536" y="2134"/>
                    </a:lnTo>
                    <a:lnTo>
                      <a:pt x="3453" y="2030"/>
                    </a:lnTo>
                    <a:lnTo>
                      <a:pt x="3348" y="2030"/>
                    </a:lnTo>
                    <a:lnTo>
                      <a:pt x="3222" y="2051"/>
                    </a:lnTo>
                    <a:lnTo>
                      <a:pt x="3160" y="2155"/>
                    </a:lnTo>
                    <a:lnTo>
                      <a:pt x="3139" y="2113"/>
                    </a:lnTo>
                    <a:lnTo>
                      <a:pt x="3118" y="2051"/>
                    </a:lnTo>
                    <a:lnTo>
                      <a:pt x="3139" y="1904"/>
                    </a:lnTo>
                    <a:lnTo>
                      <a:pt x="3055" y="1737"/>
                    </a:lnTo>
                    <a:lnTo>
                      <a:pt x="3097" y="1507"/>
                    </a:lnTo>
                    <a:lnTo>
                      <a:pt x="3097" y="1318"/>
                    </a:lnTo>
                    <a:lnTo>
                      <a:pt x="3139" y="1193"/>
                    </a:lnTo>
                    <a:lnTo>
                      <a:pt x="3160" y="1005"/>
                    </a:lnTo>
                    <a:lnTo>
                      <a:pt x="3139" y="858"/>
                    </a:lnTo>
                    <a:lnTo>
                      <a:pt x="3243" y="670"/>
                    </a:lnTo>
                    <a:lnTo>
                      <a:pt x="3243" y="523"/>
                    </a:lnTo>
                    <a:lnTo>
                      <a:pt x="3139" y="419"/>
                    </a:lnTo>
                    <a:lnTo>
                      <a:pt x="3118" y="272"/>
                    </a:lnTo>
                    <a:lnTo>
                      <a:pt x="2950" y="147"/>
                    </a:lnTo>
                    <a:lnTo>
                      <a:pt x="2909" y="63"/>
                    </a:lnTo>
                    <a:lnTo>
                      <a:pt x="2741" y="0"/>
                    </a:lnTo>
                    <a:lnTo>
                      <a:pt x="2699" y="21"/>
                    </a:lnTo>
                    <a:lnTo>
                      <a:pt x="2699" y="105"/>
                    </a:lnTo>
                    <a:lnTo>
                      <a:pt x="2678" y="126"/>
                    </a:lnTo>
                    <a:lnTo>
                      <a:pt x="251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38"/>
              <p:cNvSpPr/>
              <p:nvPr/>
            </p:nvSpPr>
            <p:spPr>
              <a:xfrm>
                <a:off x="2744725" y="1557875"/>
                <a:ext cx="36625" cy="48150"/>
              </a:xfrm>
              <a:custGeom>
                <a:rect b="b" l="l" r="r" t="t"/>
                <a:pathLst>
                  <a:path extrusionOk="0" h="1926" w="1465">
                    <a:moveTo>
                      <a:pt x="711" y="0"/>
                    </a:moveTo>
                    <a:lnTo>
                      <a:pt x="586" y="105"/>
                    </a:lnTo>
                    <a:lnTo>
                      <a:pt x="502" y="168"/>
                    </a:lnTo>
                    <a:lnTo>
                      <a:pt x="502" y="356"/>
                    </a:lnTo>
                    <a:lnTo>
                      <a:pt x="419" y="419"/>
                    </a:lnTo>
                    <a:lnTo>
                      <a:pt x="356" y="377"/>
                    </a:lnTo>
                    <a:lnTo>
                      <a:pt x="272" y="544"/>
                    </a:lnTo>
                    <a:lnTo>
                      <a:pt x="272" y="733"/>
                    </a:lnTo>
                    <a:lnTo>
                      <a:pt x="188" y="837"/>
                    </a:lnTo>
                    <a:lnTo>
                      <a:pt x="272" y="963"/>
                    </a:lnTo>
                    <a:lnTo>
                      <a:pt x="147" y="963"/>
                    </a:lnTo>
                    <a:lnTo>
                      <a:pt x="167" y="1005"/>
                    </a:lnTo>
                    <a:lnTo>
                      <a:pt x="272" y="1088"/>
                    </a:lnTo>
                    <a:lnTo>
                      <a:pt x="398" y="1256"/>
                    </a:lnTo>
                    <a:lnTo>
                      <a:pt x="377" y="1360"/>
                    </a:lnTo>
                    <a:lnTo>
                      <a:pt x="356" y="1360"/>
                    </a:lnTo>
                    <a:lnTo>
                      <a:pt x="209" y="1256"/>
                    </a:lnTo>
                    <a:lnTo>
                      <a:pt x="84" y="1256"/>
                    </a:lnTo>
                    <a:lnTo>
                      <a:pt x="63" y="1318"/>
                    </a:lnTo>
                    <a:lnTo>
                      <a:pt x="0" y="1402"/>
                    </a:lnTo>
                    <a:lnTo>
                      <a:pt x="105" y="1465"/>
                    </a:lnTo>
                    <a:lnTo>
                      <a:pt x="147" y="1590"/>
                    </a:lnTo>
                    <a:lnTo>
                      <a:pt x="188" y="1632"/>
                    </a:lnTo>
                    <a:lnTo>
                      <a:pt x="105" y="1737"/>
                    </a:lnTo>
                    <a:lnTo>
                      <a:pt x="105" y="1883"/>
                    </a:lnTo>
                    <a:lnTo>
                      <a:pt x="251" y="1821"/>
                    </a:lnTo>
                    <a:lnTo>
                      <a:pt x="272" y="1737"/>
                    </a:lnTo>
                    <a:lnTo>
                      <a:pt x="356" y="1737"/>
                    </a:lnTo>
                    <a:lnTo>
                      <a:pt x="377" y="1883"/>
                    </a:lnTo>
                    <a:lnTo>
                      <a:pt x="460" y="1883"/>
                    </a:lnTo>
                    <a:lnTo>
                      <a:pt x="607" y="1842"/>
                    </a:lnTo>
                    <a:lnTo>
                      <a:pt x="711" y="1883"/>
                    </a:lnTo>
                    <a:lnTo>
                      <a:pt x="837" y="1779"/>
                    </a:lnTo>
                    <a:lnTo>
                      <a:pt x="900" y="1821"/>
                    </a:lnTo>
                    <a:lnTo>
                      <a:pt x="900" y="1925"/>
                    </a:lnTo>
                    <a:lnTo>
                      <a:pt x="983" y="1925"/>
                    </a:lnTo>
                    <a:lnTo>
                      <a:pt x="1025" y="1883"/>
                    </a:lnTo>
                    <a:lnTo>
                      <a:pt x="1235" y="1737"/>
                    </a:lnTo>
                    <a:lnTo>
                      <a:pt x="1235" y="1632"/>
                    </a:lnTo>
                    <a:lnTo>
                      <a:pt x="1214" y="1465"/>
                    </a:lnTo>
                    <a:lnTo>
                      <a:pt x="1151" y="1465"/>
                    </a:lnTo>
                    <a:lnTo>
                      <a:pt x="1109" y="1402"/>
                    </a:lnTo>
                    <a:lnTo>
                      <a:pt x="1193" y="1360"/>
                    </a:lnTo>
                    <a:lnTo>
                      <a:pt x="1297" y="1381"/>
                    </a:lnTo>
                    <a:lnTo>
                      <a:pt x="1339" y="1298"/>
                    </a:lnTo>
                    <a:lnTo>
                      <a:pt x="1465" y="1214"/>
                    </a:lnTo>
                    <a:lnTo>
                      <a:pt x="1423" y="984"/>
                    </a:lnTo>
                    <a:lnTo>
                      <a:pt x="1360" y="900"/>
                    </a:lnTo>
                    <a:lnTo>
                      <a:pt x="1360" y="837"/>
                    </a:lnTo>
                    <a:lnTo>
                      <a:pt x="1235" y="837"/>
                    </a:lnTo>
                    <a:lnTo>
                      <a:pt x="1193" y="691"/>
                    </a:lnTo>
                    <a:lnTo>
                      <a:pt x="1193" y="649"/>
                    </a:lnTo>
                    <a:lnTo>
                      <a:pt x="1130" y="586"/>
                    </a:lnTo>
                    <a:lnTo>
                      <a:pt x="1109" y="482"/>
                    </a:lnTo>
                    <a:lnTo>
                      <a:pt x="1046" y="461"/>
                    </a:lnTo>
                    <a:lnTo>
                      <a:pt x="1004" y="377"/>
                    </a:lnTo>
                    <a:lnTo>
                      <a:pt x="1025" y="272"/>
                    </a:lnTo>
                    <a:lnTo>
                      <a:pt x="983" y="168"/>
                    </a:lnTo>
                    <a:lnTo>
                      <a:pt x="83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38"/>
              <p:cNvSpPr/>
              <p:nvPr/>
            </p:nvSpPr>
            <p:spPr>
              <a:xfrm>
                <a:off x="2789175" y="1410350"/>
                <a:ext cx="386600" cy="302375"/>
              </a:xfrm>
              <a:custGeom>
                <a:rect b="b" l="l" r="r" t="t"/>
                <a:pathLst>
                  <a:path extrusionOk="0" h="12095" w="15464">
                    <a:moveTo>
                      <a:pt x="9625" y="1"/>
                    </a:moveTo>
                    <a:lnTo>
                      <a:pt x="9521" y="105"/>
                    </a:lnTo>
                    <a:lnTo>
                      <a:pt x="9416" y="105"/>
                    </a:lnTo>
                    <a:lnTo>
                      <a:pt x="9353" y="168"/>
                    </a:lnTo>
                    <a:lnTo>
                      <a:pt x="9416" y="252"/>
                    </a:lnTo>
                    <a:lnTo>
                      <a:pt x="9521" y="273"/>
                    </a:lnTo>
                    <a:lnTo>
                      <a:pt x="9584" y="315"/>
                    </a:lnTo>
                    <a:lnTo>
                      <a:pt x="9458" y="315"/>
                    </a:lnTo>
                    <a:lnTo>
                      <a:pt x="9395" y="377"/>
                    </a:lnTo>
                    <a:lnTo>
                      <a:pt x="9458" y="461"/>
                    </a:lnTo>
                    <a:lnTo>
                      <a:pt x="9584" y="566"/>
                    </a:lnTo>
                    <a:lnTo>
                      <a:pt x="9563" y="629"/>
                    </a:lnTo>
                    <a:lnTo>
                      <a:pt x="9521" y="691"/>
                    </a:lnTo>
                    <a:lnTo>
                      <a:pt x="9625" y="796"/>
                    </a:lnTo>
                    <a:lnTo>
                      <a:pt x="9709" y="817"/>
                    </a:lnTo>
                    <a:lnTo>
                      <a:pt x="9709" y="880"/>
                    </a:lnTo>
                    <a:lnTo>
                      <a:pt x="9605" y="901"/>
                    </a:lnTo>
                    <a:lnTo>
                      <a:pt x="9605" y="942"/>
                    </a:lnTo>
                    <a:lnTo>
                      <a:pt x="9395" y="712"/>
                    </a:lnTo>
                    <a:lnTo>
                      <a:pt x="9353" y="712"/>
                    </a:lnTo>
                    <a:lnTo>
                      <a:pt x="9312" y="796"/>
                    </a:lnTo>
                    <a:lnTo>
                      <a:pt x="9312" y="901"/>
                    </a:lnTo>
                    <a:lnTo>
                      <a:pt x="9270" y="880"/>
                    </a:lnTo>
                    <a:lnTo>
                      <a:pt x="9249" y="691"/>
                    </a:lnTo>
                    <a:lnTo>
                      <a:pt x="9270" y="566"/>
                    </a:lnTo>
                    <a:lnTo>
                      <a:pt x="9186" y="419"/>
                    </a:lnTo>
                    <a:lnTo>
                      <a:pt x="9186" y="273"/>
                    </a:lnTo>
                    <a:lnTo>
                      <a:pt x="9123" y="210"/>
                    </a:lnTo>
                    <a:lnTo>
                      <a:pt x="9081" y="252"/>
                    </a:lnTo>
                    <a:lnTo>
                      <a:pt x="8956" y="147"/>
                    </a:lnTo>
                    <a:lnTo>
                      <a:pt x="8872" y="105"/>
                    </a:lnTo>
                    <a:lnTo>
                      <a:pt x="8851" y="252"/>
                    </a:lnTo>
                    <a:lnTo>
                      <a:pt x="8872" y="461"/>
                    </a:lnTo>
                    <a:lnTo>
                      <a:pt x="8851" y="670"/>
                    </a:lnTo>
                    <a:lnTo>
                      <a:pt x="8893" y="817"/>
                    </a:lnTo>
                    <a:lnTo>
                      <a:pt x="8935" y="984"/>
                    </a:lnTo>
                    <a:lnTo>
                      <a:pt x="8935" y="1047"/>
                    </a:lnTo>
                    <a:lnTo>
                      <a:pt x="8935" y="1193"/>
                    </a:lnTo>
                    <a:lnTo>
                      <a:pt x="8872" y="1235"/>
                    </a:lnTo>
                    <a:lnTo>
                      <a:pt x="8830" y="1131"/>
                    </a:lnTo>
                    <a:lnTo>
                      <a:pt x="8788" y="984"/>
                    </a:lnTo>
                    <a:lnTo>
                      <a:pt x="8747" y="901"/>
                    </a:lnTo>
                    <a:lnTo>
                      <a:pt x="8747" y="775"/>
                    </a:lnTo>
                    <a:lnTo>
                      <a:pt x="8726" y="629"/>
                    </a:lnTo>
                    <a:lnTo>
                      <a:pt x="8684" y="482"/>
                    </a:lnTo>
                    <a:lnTo>
                      <a:pt x="8475" y="357"/>
                    </a:lnTo>
                    <a:lnTo>
                      <a:pt x="8412" y="357"/>
                    </a:lnTo>
                    <a:lnTo>
                      <a:pt x="8370" y="482"/>
                    </a:lnTo>
                    <a:lnTo>
                      <a:pt x="8349" y="524"/>
                    </a:lnTo>
                    <a:lnTo>
                      <a:pt x="8370" y="691"/>
                    </a:lnTo>
                    <a:lnTo>
                      <a:pt x="8558" y="817"/>
                    </a:lnTo>
                    <a:lnTo>
                      <a:pt x="8558" y="901"/>
                    </a:lnTo>
                    <a:lnTo>
                      <a:pt x="8370" y="880"/>
                    </a:lnTo>
                    <a:lnTo>
                      <a:pt x="8328" y="838"/>
                    </a:lnTo>
                    <a:lnTo>
                      <a:pt x="8244" y="838"/>
                    </a:lnTo>
                    <a:lnTo>
                      <a:pt x="8161" y="921"/>
                    </a:lnTo>
                    <a:lnTo>
                      <a:pt x="8244" y="1131"/>
                    </a:lnTo>
                    <a:lnTo>
                      <a:pt x="8224" y="1193"/>
                    </a:lnTo>
                    <a:lnTo>
                      <a:pt x="8077" y="1235"/>
                    </a:lnTo>
                    <a:lnTo>
                      <a:pt x="8035" y="1340"/>
                    </a:lnTo>
                    <a:lnTo>
                      <a:pt x="7952" y="1403"/>
                    </a:lnTo>
                    <a:lnTo>
                      <a:pt x="7910" y="1319"/>
                    </a:lnTo>
                    <a:lnTo>
                      <a:pt x="7910" y="1214"/>
                    </a:lnTo>
                    <a:lnTo>
                      <a:pt x="7847" y="1214"/>
                    </a:lnTo>
                    <a:lnTo>
                      <a:pt x="7784" y="1361"/>
                    </a:lnTo>
                    <a:lnTo>
                      <a:pt x="7700" y="1403"/>
                    </a:lnTo>
                    <a:lnTo>
                      <a:pt x="7680" y="1131"/>
                    </a:lnTo>
                    <a:lnTo>
                      <a:pt x="7700" y="984"/>
                    </a:lnTo>
                    <a:lnTo>
                      <a:pt x="7700" y="921"/>
                    </a:lnTo>
                    <a:lnTo>
                      <a:pt x="7491" y="838"/>
                    </a:lnTo>
                    <a:lnTo>
                      <a:pt x="7470" y="775"/>
                    </a:lnTo>
                    <a:lnTo>
                      <a:pt x="7533" y="691"/>
                    </a:lnTo>
                    <a:lnTo>
                      <a:pt x="7554" y="608"/>
                    </a:lnTo>
                    <a:lnTo>
                      <a:pt x="7470" y="566"/>
                    </a:lnTo>
                    <a:lnTo>
                      <a:pt x="7261" y="524"/>
                    </a:lnTo>
                    <a:lnTo>
                      <a:pt x="7219" y="482"/>
                    </a:lnTo>
                    <a:lnTo>
                      <a:pt x="7073" y="524"/>
                    </a:lnTo>
                    <a:lnTo>
                      <a:pt x="7031" y="629"/>
                    </a:lnTo>
                    <a:lnTo>
                      <a:pt x="7115" y="712"/>
                    </a:lnTo>
                    <a:lnTo>
                      <a:pt x="7115" y="921"/>
                    </a:lnTo>
                    <a:lnTo>
                      <a:pt x="7073" y="984"/>
                    </a:lnTo>
                    <a:lnTo>
                      <a:pt x="6968" y="942"/>
                    </a:lnTo>
                    <a:lnTo>
                      <a:pt x="6864" y="984"/>
                    </a:lnTo>
                    <a:lnTo>
                      <a:pt x="6780" y="901"/>
                    </a:lnTo>
                    <a:lnTo>
                      <a:pt x="6654" y="901"/>
                    </a:lnTo>
                    <a:lnTo>
                      <a:pt x="6633" y="1026"/>
                    </a:lnTo>
                    <a:lnTo>
                      <a:pt x="6675" y="1089"/>
                    </a:lnTo>
                    <a:lnTo>
                      <a:pt x="6738" y="1193"/>
                    </a:lnTo>
                    <a:lnTo>
                      <a:pt x="6801" y="1256"/>
                    </a:lnTo>
                    <a:lnTo>
                      <a:pt x="6801" y="1403"/>
                    </a:lnTo>
                    <a:lnTo>
                      <a:pt x="6864" y="1465"/>
                    </a:lnTo>
                    <a:lnTo>
                      <a:pt x="6905" y="1465"/>
                    </a:lnTo>
                    <a:lnTo>
                      <a:pt x="7010" y="1633"/>
                    </a:lnTo>
                    <a:lnTo>
                      <a:pt x="7010" y="1779"/>
                    </a:lnTo>
                    <a:lnTo>
                      <a:pt x="6968" y="1842"/>
                    </a:lnTo>
                    <a:lnTo>
                      <a:pt x="6989" y="1717"/>
                    </a:lnTo>
                    <a:lnTo>
                      <a:pt x="6947" y="1717"/>
                    </a:lnTo>
                    <a:lnTo>
                      <a:pt x="6843" y="1842"/>
                    </a:lnTo>
                    <a:lnTo>
                      <a:pt x="6780" y="1758"/>
                    </a:lnTo>
                    <a:lnTo>
                      <a:pt x="6780" y="1654"/>
                    </a:lnTo>
                    <a:lnTo>
                      <a:pt x="6801" y="1633"/>
                    </a:lnTo>
                    <a:lnTo>
                      <a:pt x="6780" y="1549"/>
                    </a:lnTo>
                    <a:lnTo>
                      <a:pt x="6738" y="1612"/>
                    </a:lnTo>
                    <a:lnTo>
                      <a:pt x="6654" y="1612"/>
                    </a:lnTo>
                    <a:lnTo>
                      <a:pt x="6654" y="1758"/>
                    </a:lnTo>
                    <a:lnTo>
                      <a:pt x="6592" y="1842"/>
                    </a:lnTo>
                    <a:lnTo>
                      <a:pt x="6571" y="1758"/>
                    </a:lnTo>
                    <a:lnTo>
                      <a:pt x="6508" y="1675"/>
                    </a:lnTo>
                    <a:lnTo>
                      <a:pt x="6550" y="1570"/>
                    </a:lnTo>
                    <a:lnTo>
                      <a:pt x="6550" y="1424"/>
                    </a:lnTo>
                    <a:lnTo>
                      <a:pt x="6445" y="1298"/>
                    </a:lnTo>
                    <a:lnTo>
                      <a:pt x="6382" y="1298"/>
                    </a:lnTo>
                    <a:lnTo>
                      <a:pt x="6257" y="1465"/>
                    </a:lnTo>
                    <a:lnTo>
                      <a:pt x="6215" y="1507"/>
                    </a:lnTo>
                    <a:lnTo>
                      <a:pt x="6215" y="1633"/>
                    </a:lnTo>
                    <a:lnTo>
                      <a:pt x="6257" y="1717"/>
                    </a:lnTo>
                    <a:lnTo>
                      <a:pt x="6215" y="1758"/>
                    </a:lnTo>
                    <a:lnTo>
                      <a:pt x="6131" y="1675"/>
                    </a:lnTo>
                    <a:lnTo>
                      <a:pt x="6152" y="1612"/>
                    </a:lnTo>
                    <a:lnTo>
                      <a:pt x="6110" y="1528"/>
                    </a:lnTo>
                    <a:lnTo>
                      <a:pt x="6131" y="1424"/>
                    </a:lnTo>
                    <a:lnTo>
                      <a:pt x="6110" y="1298"/>
                    </a:lnTo>
                    <a:lnTo>
                      <a:pt x="5985" y="1235"/>
                    </a:lnTo>
                    <a:lnTo>
                      <a:pt x="5985" y="1089"/>
                    </a:lnTo>
                    <a:lnTo>
                      <a:pt x="5985" y="984"/>
                    </a:lnTo>
                    <a:lnTo>
                      <a:pt x="5943" y="984"/>
                    </a:lnTo>
                    <a:lnTo>
                      <a:pt x="5796" y="1110"/>
                    </a:lnTo>
                    <a:lnTo>
                      <a:pt x="5713" y="1131"/>
                    </a:lnTo>
                    <a:lnTo>
                      <a:pt x="5692" y="1256"/>
                    </a:lnTo>
                    <a:lnTo>
                      <a:pt x="5713" y="1340"/>
                    </a:lnTo>
                    <a:lnTo>
                      <a:pt x="5692" y="1403"/>
                    </a:lnTo>
                    <a:lnTo>
                      <a:pt x="5692" y="1465"/>
                    </a:lnTo>
                    <a:lnTo>
                      <a:pt x="5608" y="1528"/>
                    </a:lnTo>
                    <a:lnTo>
                      <a:pt x="5608" y="1445"/>
                    </a:lnTo>
                    <a:lnTo>
                      <a:pt x="5629" y="1403"/>
                    </a:lnTo>
                    <a:lnTo>
                      <a:pt x="5608" y="1340"/>
                    </a:lnTo>
                    <a:lnTo>
                      <a:pt x="5524" y="1424"/>
                    </a:lnTo>
                    <a:lnTo>
                      <a:pt x="5462" y="1570"/>
                    </a:lnTo>
                    <a:lnTo>
                      <a:pt x="5399" y="1612"/>
                    </a:lnTo>
                    <a:lnTo>
                      <a:pt x="5399" y="1340"/>
                    </a:lnTo>
                    <a:lnTo>
                      <a:pt x="5420" y="1256"/>
                    </a:lnTo>
                    <a:lnTo>
                      <a:pt x="5420" y="1193"/>
                    </a:lnTo>
                    <a:lnTo>
                      <a:pt x="5336" y="1152"/>
                    </a:lnTo>
                    <a:lnTo>
                      <a:pt x="5273" y="1214"/>
                    </a:lnTo>
                    <a:lnTo>
                      <a:pt x="5022" y="1214"/>
                    </a:lnTo>
                    <a:lnTo>
                      <a:pt x="4876" y="1319"/>
                    </a:lnTo>
                    <a:lnTo>
                      <a:pt x="4771" y="1298"/>
                    </a:lnTo>
                    <a:lnTo>
                      <a:pt x="4646" y="1361"/>
                    </a:lnTo>
                    <a:lnTo>
                      <a:pt x="4583" y="1465"/>
                    </a:lnTo>
                    <a:lnTo>
                      <a:pt x="4457" y="1465"/>
                    </a:lnTo>
                    <a:lnTo>
                      <a:pt x="4353" y="1528"/>
                    </a:lnTo>
                    <a:lnTo>
                      <a:pt x="4332" y="1654"/>
                    </a:lnTo>
                    <a:lnTo>
                      <a:pt x="4248" y="1612"/>
                    </a:lnTo>
                    <a:lnTo>
                      <a:pt x="4227" y="1633"/>
                    </a:lnTo>
                    <a:lnTo>
                      <a:pt x="4248" y="1737"/>
                    </a:lnTo>
                    <a:lnTo>
                      <a:pt x="4290" y="1758"/>
                    </a:lnTo>
                    <a:lnTo>
                      <a:pt x="4269" y="1863"/>
                    </a:lnTo>
                    <a:lnTo>
                      <a:pt x="4290" y="1968"/>
                    </a:lnTo>
                    <a:lnTo>
                      <a:pt x="4415" y="1947"/>
                    </a:lnTo>
                    <a:lnTo>
                      <a:pt x="4478" y="1863"/>
                    </a:lnTo>
                    <a:lnTo>
                      <a:pt x="4478" y="1779"/>
                    </a:lnTo>
                    <a:lnTo>
                      <a:pt x="4604" y="1758"/>
                    </a:lnTo>
                    <a:lnTo>
                      <a:pt x="4667" y="1717"/>
                    </a:lnTo>
                    <a:lnTo>
                      <a:pt x="4708" y="1675"/>
                    </a:lnTo>
                    <a:lnTo>
                      <a:pt x="4750" y="1821"/>
                    </a:lnTo>
                    <a:lnTo>
                      <a:pt x="4813" y="1758"/>
                    </a:lnTo>
                    <a:lnTo>
                      <a:pt x="4855" y="1654"/>
                    </a:lnTo>
                    <a:lnTo>
                      <a:pt x="4897" y="1633"/>
                    </a:lnTo>
                    <a:lnTo>
                      <a:pt x="4876" y="1779"/>
                    </a:lnTo>
                    <a:lnTo>
                      <a:pt x="4918" y="1842"/>
                    </a:lnTo>
                    <a:lnTo>
                      <a:pt x="5064" y="1842"/>
                    </a:lnTo>
                    <a:lnTo>
                      <a:pt x="4939" y="1884"/>
                    </a:lnTo>
                    <a:lnTo>
                      <a:pt x="4771" y="1926"/>
                    </a:lnTo>
                    <a:lnTo>
                      <a:pt x="4604" y="2051"/>
                    </a:lnTo>
                    <a:lnTo>
                      <a:pt x="4478" y="2093"/>
                    </a:lnTo>
                    <a:lnTo>
                      <a:pt x="4499" y="2198"/>
                    </a:lnTo>
                    <a:lnTo>
                      <a:pt x="4499" y="2281"/>
                    </a:lnTo>
                    <a:lnTo>
                      <a:pt x="4583" y="2281"/>
                    </a:lnTo>
                    <a:lnTo>
                      <a:pt x="4667" y="2198"/>
                    </a:lnTo>
                    <a:lnTo>
                      <a:pt x="4771" y="2198"/>
                    </a:lnTo>
                    <a:lnTo>
                      <a:pt x="4918" y="2156"/>
                    </a:lnTo>
                    <a:lnTo>
                      <a:pt x="5127" y="2135"/>
                    </a:lnTo>
                    <a:lnTo>
                      <a:pt x="5378" y="2072"/>
                    </a:lnTo>
                    <a:lnTo>
                      <a:pt x="5420" y="2135"/>
                    </a:lnTo>
                    <a:lnTo>
                      <a:pt x="5420" y="2198"/>
                    </a:lnTo>
                    <a:lnTo>
                      <a:pt x="5336" y="2240"/>
                    </a:lnTo>
                    <a:lnTo>
                      <a:pt x="5273" y="2177"/>
                    </a:lnTo>
                    <a:lnTo>
                      <a:pt x="5169" y="2177"/>
                    </a:lnTo>
                    <a:lnTo>
                      <a:pt x="5064" y="2261"/>
                    </a:lnTo>
                    <a:lnTo>
                      <a:pt x="4876" y="2261"/>
                    </a:lnTo>
                    <a:lnTo>
                      <a:pt x="4708" y="2386"/>
                    </a:lnTo>
                    <a:lnTo>
                      <a:pt x="4562" y="2386"/>
                    </a:lnTo>
                    <a:lnTo>
                      <a:pt x="4541" y="2449"/>
                    </a:lnTo>
                    <a:lnTo>
                      <a:pt x="4604" y="2554"/>
                    </a:lnTo>
                    <a:lnTo>
                      <a:pt x="4708" y="2554"/>
                    </a:lnTo>
                    <a:lnTo>
                      <a:pt x="4813" y="2616"/>
                    </a:lnTo>
                    <a:lnTo>
                      <a:pt x="4750" y="2658"/>
                    </a:lnTo>
                    <a:lnTo>
                      <a:pt x="4562" y="2658"/>
                    </a:lnTo>
                    <a:lnTo>
                      <a:pt x="4478" y="2574"/>
                    </a:lnTo>
                    <a:lnTo>
                      <a:pt x="4415" y="2574"/>
                    </a:lnTo>
                    <a:lnTo>
                      <a:pt x="4353" y="2616"/>
                    </a:lnTo>
                    <a:lnTo>
                      <a:pt x="4353" y="2763"/>
                    </a:lnTo>
                    <a:lnTo>
                      <a:pt x="4290" y="2826"/>
                    </a:lnTo>
                    <a:lnTo>
                      <a:pt x="4332" y="2909"/>
                    </a:lnTo>
                    <a:lnTo>
                      <a:pt x="4415" y="2972"/>
                    </a:lnTo>
                    <a:lnTo>
                      <a:pt x="4562" y="2909"/>
                    </a:lnTo>
                    <a:lnTo>
                      <a:pt x="4750" y="3014"/>
                    </a:lnTo>
                    <a:lnTo>
                      <a:pt x="4897" y="2993"/>
                    </a:lnTo>
                    <a:lnTo>
                      <a:pt x="4918" y="3035"/>
                    </a:lnTo>
                    <a:lnTo>
                      <a:pt x="5022" y="3035"/>
                    </a:lnTo>
                    <a:lnTo>
                      <a:pt x="5169" y="3139"/>
                    </a:lnTo>
                    <a:lnTo>
                      <a:pt x="5231" y="3139"/>
                    </a:lnTo>
                    <a:lnTo>
                      <a:pt x="5315" y="3118"/>
                    </a:lnTo>
                    <a:lnTo>
                      <a:pt x="5462" y="3139"/>
                    </a:lnTo>
                    <a:lnTo>
                      <a:pt x="5545" y="3139"/>
                    </a:lnTo>
                    <a:lnTo>
                      <a:pt x="5713" y="3035"/>
                    </a:lnTo>
                    <a:lnTo>
                      <a:pt x="5943" y="3035"/>
                    </a:lnTo>
                    <a:lnTo>
                      <a:pt x="6110" y="3014"/>
                    </a:lnTo>
                    <a:lnTo>
                      <a:pt x="6173" y="2972"/>
                    </a:lnTo>
                    <a:lnTo>
                      <a:pt x="6236" y="2930"/>
                    </a:lnTo>
                    <a:lnTo>
                      <a:pt x="6320" y="2930"/>
                    </a:lnTo>
                    <a:lnTo>
                      <a:pt x="6320" y="2993"/>
                    </a:lnTo>
                    <a:lnTo>
                      <a:pt x="6278" y="3077"/>
                    </a:lnTo>
                    <a:lnTo>
                      <a:pt x="6068" y="3098"/>
                    </a:lnTo>
                    <a:lnTo>
                      <a:pt x="5838" y="3139"/>
                    </a:lnTo>
                    <a:lnTo>
                      <a:pt x="5755" y="3202"/>
                    </a:lnTo>
                    <a:lnTo>
                      <a:pt x="5650" y="3223"/>
                    </a:lnTo>
                    <a:lnTo>
                      <a:pt x="5629" y="3244"/>
                    </a:lnTo>
                    <a:lnTo>
                      <a:pt x="5462" y="3223"/>
                    </a:lnTo>
                    <a:lnTo>
                      <a:pt x="5336" y="3286"/>
                    </a:lnTo>
                    <a:lnTo>
                      <a:pt x="5231" y="3286"/>
                    </a:lnTo>
                    <a:lnTo>
                      <a:pt x="5190" y="3223"/>
                    </a:lnTo>
                    <a:lnTo>
                      <a:pt x="5085" y="3223"/>
                    </a:lnTo>
                    <a:lnTo>
                      <a:pt x="4897" y="3118"/>
                    </a:lnTo>
                    <a:lnTo>
                      <a:pt x="4562" y="3118"/>
                    </a:lnTo>
                    <a:lnTo>
                      <a:pt x="4499" y="3077"/>
                    </a:lnTo>
                    <a:lnTo>
                      <a:pt x="4374" y="3098"/>
                    </a:lnTo>
                    <a:lnTo>
                      <a:pt x="4269" y="3077"/>
                    </a:lnTo>
                    <a:lnTo>
                      <a:pt x="4227" y="3118"/>
                    </a:lnTo>
                    <a:lnTo>
                      <a:pt x="4248" y="3286"/>
                    </a:lnTo>
                    <a:lnTo>
                      <a:pt x="4290" y="3328"/>
                    </a:lnTo>
                    <a:lnTo>
                      <a:pt x="4290" y="3516"/>
                    </a:lnTo>
                    <a:lnTo>
                      <a:pt x="4353" y="3642"/>
                    </a:lnTo>
                    <a:lnTo>
                      <a:pt x="4395" y="3704"/>
                    </a:lnTo>
                    <a:lnTo>
                      <a:pt x="4478" y="3725"/>
                    </a:lnTo>
                    <a:lnTo>
                      <a:pt x="4646" y="3934"/>
                    </a:lnTo>
                    <a:lnTo>
                      <a:pt x="4708" y="3976"/>
                    </a:lnTo>
                    <a:lnTo>
                      <a:pt x="4771" y="3955"/>
                    </a:lnTo>
                    <a:lnTo>
                      <a:pt x="4897" y="3767"/>
                    </a:lnTo>
                    <a:lnTo>
                      <a:pt x="5106" y="3662"/>
                    </a:lnTo>
                    <a:lnTo>
                      <a:pt x="5315" y="3537"/>
                    </a:lnTo>
                    <a:lnTo>
                      <a:pt x="5441" y="3432"/>
                    </a:lnTo>
                    <a:lnTo>
                      <a:pt x="5503" y="3349"/>
                    </a:lnTo>
                    <a:lnTo>
                      <a:pt x="5545" y="3349"/>
                    </a:lnTo>
                    <a:lnTo>
                      <a:pt x="5817" y="3411"/>
                    </a:lnTo>
                    <a:lnTo>
                      <a:pt x="6027" y="3390"/>
                    </a:lnTo>
                    <a:lnTo>
                      <a:pt x="6173" y="3390"/>
                    </a:lnTo>
                    <a:lnTo>
                      <a:pt x="6320" y="3495"/>
                    </a:lnTo>
                    <a:lnTo>
                      <a:pt x="6571" y="3516"/>
                    </a:lnTo>
                    <a:lnTo>
                      <a:pt x="6780" y="3516"/>
                    </a:lnTo>
                    <a:lnTo>
                      <a:pt x="6864" y="3558"/>
                    </a:lnTo>
                    <a:lnTo>
                      <a:pt x="6843" y="3600"/>
                    </a:lnTo>
                    <a:lnTo>
                      <a:pt x="6654" y="3621"/>
                    </a:lnTo>
                    <a:lnTo>
                      <a:pt x="6550" y="3600"/>
                    </a:lnTo>
                    <a:lnTo>
                      <a:pt x="6361" y="3558"/>
                    </a:lnTo>
                    <a:lnTo>
                      <a:pt x="6152" y="3453"/>
                    </a:lnTo>
                    <a:lnTo>
                      <a:pt x="6047" y="3453"/>
                    </a:lnTo>
                    <a:lnTo>
                      <a:pt x="5964" y="3495"/>
                    </a:lnTo>
                    <a:lnTo>
                      <a:pt x="5734" y="3453"/>
                    </a:lnTo>
                    <a:lnTo>
                      <a:pt x="5608" y="3432"/>
                    </a:lnTo>
                    <a:lnTo>
                      <a:pt x="5545" y="3516"/>
                    </a:lnTo>
                    <a:lnTo>
                      <a:pt x="5399" y="3600"/>
                    </a:lnTo>
                    <a:lnTo>
                      <a:pt x="5294" y="3725"/>
                    </a:lnTo>
                    <a:lnTo>
                      <a:pt x="5106" y="3830"/>
                    </a:lnTo>
                    <a:lnTo>
                      <a:pt x="5022" y="3976"/>
                    </a:lnTo>
                    <a:lnTo>
                      <a:pt x="4939" y="4060"/>
                    </a:lnTo>
                    <a:lnTo>
                      <a:pt x="4918" y="4123"/>
                    </a:lnTo>
                    <a:lnTo>
                      <a:pt x="5064" y="4227"/>
                    </a:lnTo>
                    <a:lnTo>
                      <a:pt x="5190" y="4227"/>
                    </a:lnTo>
                    <a:lnTo>
                      <a:pt x="5190" y="4290"/>
                    </a:lnTo>
                    <a:lnTo>
                      <a:pt x="5294" y="4395"/>
                    </a:lnTo>
                    <a:lnTo>
                      <a:pt x="5503" y="4395"/>
                    </a:lnTo>
                    <a:lnTo>
                      <a:pt x="5755" y="4478"/>
                    </a:lnTo>
                    <a:lnTo>
                      <a:pt x="5943" y="4478"/>
                    </a:lnTo>
                    <a:lnTo>
                      <a:pt x="6110" y="4332"/>
                    </a:lnTo>
                    <a:lnTo>
                      <a:pt x="6131" y="4144"/>
                    </a:lnTo>
                    <a:lnTo>
                      <a:pt x="6278" y="4081"/>
                    </a:lnTo>
                    <a:lnTo>
                      <a:pt x="6382" y="4123"/>
                    </a:lnTo>
                    <a:lnTo>
                      <a:pt x="6257" y="4165"/>
                    </a:lnTo>
                    <a:lnTo>
                      <a:pt x="6257" y="4269"/>
                    </a:lnTo>
                    <a:lnTo>
                      <a:pt x="6361" y="4290"/>
                    </a:lnTo>
                    <a:lnTo>
                      <a:pt x="6508" y="4248"/>
                    </a:lnTo>
                    <a:lnTo>
                      <a:pt x="6654" y="4269"/>
                    </a:lnTo>
                    <a:lnTo>
                      <a:pt x="6780" y="4186"/>
                    </a:lnTo>
                    <a:lnTo>
                      <a:pt x="6884" y="4227"/>
                    </a:lnTo>
                    <a:lnTo>
                      <a:pt x="6780" y="4332"/>
                    </a:lnTo>
                    <a:lnTo>
                      <a:pt x="6571" y="4353"/>
                    </a:lnTo>
                    <a:lnTo>
                      <a:pt x="6466" y="4374"/>
                    </a:lnTo>
                    <a:lnTo>
                      <a:pt x="6320" y="4374"/>
                    </a:lnTo>
                    <a:lnTo>
                      <a:pt x="6152" y="4541"/>
                    </a:lnTo>
                    <a:lnTo>
                      <a:pt x="6173" y="4604"/>
                    </a:lnTo>
                    <a:lnTo>
                      <a:pt x="6257" y="4646"/>
                    </a:lnTo>
                    <a:lnTo>
                      <a:pt x="6445" y="4604"/>
                    </a:lnTo>
                    <a:lnTo>
                      <a:pt x="6571" y="4771"/>
                    </a:lnTo>
                    <a:lnTo>
                      <a:pt x="7010" y="4771"/>
                    </a:lnTo>
                    <a:lnTo>
                      <a:pt x="7156" y="4750"/>
                    </a:lnTo>
                    <a:lnTo>
                      <a:pt x="7554" y="4583"/>
                    </a:lnTo>
                    <a:lnTo>
                      <a:pt x="7680" y="4562"/>
                    </a:lnTo>
                    <a:lnTo>
                      <a:pt x="7889" y="4395"/>
                    </a:lnTo>
                    <a:lnTo>
                      <a:pt x="7847" y="4353"/>
                    </a:lnTo>
                    <a:lnTo>
                      <a:pt x="7805" y="4353"/>
                    </a:lnTo>
                    <a:lnTo>
                      <a:pt x="7952" y="4165"/>
                    </a:lnTo>
                    <a:lnTo>
                      <a:pt x="8056" y="4165"/>
                    </a:lnTo>
                    <a:lnTo>
                      <a:pt x="8140" y="4039"/>
                    </a:lnTo>
                    <a:lnTo>
                      <a:pt x="8161" y="4060"/>
                    </a:lnTo>
                    <a:lnTo>
                      <a:pt x="8224" y="4165"/>
                    </a:lnTo>
                    <a:lnTo>
                      <a:pt x="8265" y="4165"/>
                    </a:lnTo>
                    <a:lnTo>
                      <a:pt x="8265" y="4060"/>
                    </a:lnTo>
                    <a:lnTo>
                      <a:pt x="8579" y="3830"/>
                    </a:lnTo>
                    <a:lnTo>
                      <a:pt x="8788" y="3809"/>
                    </a:lnTo>
                    <a:lnTo>
                      <a:pt x="9123" y="3662"/>
                    </a:lnTo>
                    <a:lnTo>
                      <a:pt x="9123" y="3746"/>
                    </a:lnTo>
                    <a:lnTo>
                      <a:pt x="8851" y="3872"/>
                    </a:lnTo>
                    <a:lnTo>
                      <a:pt x="8684" y="3872"/>
                    </a:lnTo>
                    <a:lnTo>
                      <a:pt x="8370" y="4060"/>
                    </a:lnTo>
                    <a:lnTo>
                      <a:pt x="8328" y="4227"/>
                    </a:lnTo>
                    <a:lnTo>
                      <a:pt x="8203" y="4332"/>
                    </a:lnTo>
                    <a:lnTo>
                      <a:pt x="8056" y="4332"/>
                    </a:lnTo>
                    <a:lnTo>
                      <a:pt x="8014" y="4478"/>
                    </a:lnTo>
                    <a:lnTo>
                      <a:pt x="7952" y="4541"/>
                    </a:lnTo>
                    <a:lnTo>
                      <a:pt x="7952" y="4583"/>
                    </a:lnTo>
                    <a:lnTo>
                      <a:pt x="8244" y="4562"/>
                    </a:lnTo>
                    <a:lnTo>
                      <a:pt x="8328" y="4604"/>
                    </a:lnTo>
                    <a:lnTo>
                      <a:pt x="8454" y="4604"/>
                    </a:lnTo>
                    <a:lnTo>
                      <a:pt x="8579" y="4688"/>
                    </a:lnTo>
                    <a:lnTo>
                      <a:pt x="8558" y="4750"/>
                    </a:lnTo>
                    <a:lnTo>
                      <a:pt x="8663" y="4792"/>
                    </a:lnTo>
                    <a:lnTo>
                      <a:pt x="8747" y="4792"/>
                    </a:lnTo>
                    <a:lnTo>
                      <a:pt x="8788" y="4855"/>
                    </a:lnTo>
                    <a:lnTo>
                      <a:pt x="8663" y="4876"/>
                    </a:lnTo>
                    <a:lnTo>
                      <a:pt x="8558" y="4918"/>
                    </a:lnTo>
                    <a:lnTo>
                      <a:pt x="8433" y="4813"/>
                    </a:lnTo>
                    <a:lnTo>
                      <a:pt x="8224" y="4750"/>
                    </a:lnTo>
                    <a:lnTo>
                      <a:pt x="7952" y="4771"/>
                    </a:lnTo>
                    <a:lnTo>
                      <a:pt x="7554" y="4813"/>
                    </a:lnTo>
                    <a:lnTo>
                      <a:pt x="7408" y="4876"/>
                    </a:lnTo>
                    <a:lnTo>
                      <a:pt x="7303" y="4876"/>
                    </a:lnTo>
                    <a:lnTo>
                      <a:pt x="7303" y="4918"/>
                    </a:lnTo>
                    <a:lnTo>
                      <a:pt x="7324" y="4981"/>
                    </a:lnTo>
                    <a:lnTo>
                      <a:pt x="7512" y="5022"/>
                    </a:lnTo>
                    <a:lnTo>
                      <a:pt x="7680" y="5022"/>
                    </a:lnTo>
                    <a:lnTo>
                      <a:pt x="7784" y="5085"/>
                    </a:lnTo>
                    <a:lnTo>
                      <a:pt x="7784" y="5169"/>
                    </a:lnTo>
                    <a:lnTo>
                      <a:pt x="7638" y="5190"/>
                    </a:lnTo>
                    <a:lnTo>
                      <a:pt x="7533" y="5106"/>
                    </a:lnTo>
                    <a:lnTo>
                      <a:pt x="7324" y="5085"/>
                    </a:lnTo>
                    <a:lnTo>
                      <a:pt x="7219" y="5002"/>
                    </a:lnTo>
                    <a:lnTo>
                      <a:pt x="7115" y="4981"/>
                    </a:lnTo>
                    <a:lnTo>
                      <a:pt x="6947" y="5064"/>
                    </a:lnTo>
                    <a:lnTo>
                      <a:pt x="6696" y="5085"/>
                    </a:lnTo>
                    <a:lnTo>
                      <a:pt x="6508" y="5002"/>
                    </a:lnTo>
                    <a:lnTo>
                      <a:pt x="6361" y="5002"/>
                    </a:lnTo>
                    <a:lnTo>
                      <a:pt x="6215" y="4960"/>
                    </a:lnTo>
                    <a:lnTo>
                      <a:pt x="6131" y="4897"/>
                    </a:lnTo>
                    <a:lnTo>
                      <a:pt x="5922" y="4918"/>
                    </a:lnTo>
                    <a:lnTo>
                      <a:pt x="5859" y="5064"/>
                    </a:lnTo>
                    <a:lnTo>
                      <a:pt x="5922" y="5169"/>
                    </a:lnTo>
                    <a:lnTo>
                      <a:pt x="5922" y="5587"/>
                    </a:lnTo>
                    <a:lnTo>
                      <a:pt x="5943" y="5629"/>
                    </a:lnTo>
                    <a:lnTo>
                      <a:pt x="5838" y="5755"/>
                    </a:lnTo>
                    <a:lnTo>
                      <a:pt x="5838" y="5839"/>
                    </a:lnTo>
                    <a:lnTo>
                      <a:pt x="5922" y="5901"/>
                    </a:lnTo>
                    <a:lnTo>
                      <a:pt x="5985" y="6006"/>
                    </a:lnTo>
                    <a:lnTo>
                      <a:pt x="6131" y="6006"/>
                    </a:lnTo>
                    <a:lnTo>
                      <a:pt x="6236" y="6069"/>
                    </a:lnTo>
                    <a:lnTo>
                      <a:pt x="6110" y="6048"/>
                    </a:lnTo>
                    <a:lnTo>
                      <a:pt x="6027" y="6111"/>
                    </a:lnTo>
                    <a:lnTo>
                      <a:pt x="5985" y="6173"/>
                    </a:lnTo>
                    <a:lnTo>
                      <a:pt x="5964" y="6069"/>
                    </a:lnTo>
                    <a:lnTo>
                      <a:pt x="5859" y="5964"/>
                    </a:lnTo>
                    <a:lnTo>
                      <a:pt x="5817" y="5964"/>
                    </a:lnTo>
                    <a:lnTo>
                      <a:pt x="5796" y="6027"/>
                    </a:lnTo>
                    <a:lnTo>
                      <a:pt x="5713" y="5922"/>
                    </a:lnTo>
                    <a:lnTo>
                      <a:pt x="5692" y="5734"/>
                    </a:lnTo>
                    <a:lnTo>
                      <a:pt x="5692" y="5525"/>
                    </a:lnTo>
                    <a:lnTo>
                      <a:pt x="5629" y="5232"/>
                    </a:lnTo>
                    <a:lnTo>
                      <a:pt x="5503" y="5085"/>
                    </a:lnTo>
                    <a:lnTo>
                      <a:pt x="5503" y="4981"/>
                    </a:lnTo>
                    <a:lnTo>
                      <a:pt x="5231" y="4792"/>
                    </a:lnTo>
                    <a:lnTo>
                      <a:pt x="5169" y="4792"/>
                    </a:lnTo>
                    <a:lnTo>
                      <a:pt x="5001" y="4688"/>
                    </a:lnTo>
                    <a:lnTo>
                      <a:pt x="4980" y="4583"/>
                    </a:lnTo>
                    <a:lnTo>
                      <a:pt x="4876" y="4541"/>
                    </a:lnTo>
                    <a:lnTo>
                      <a:pt x="4708" y="4583"/>
                    </a:lnTo>
                    <a:lnTo>
                      <a:pt x="4353" y="4981"/>
                    </a:lnTo>
                    <a:lnTo>
                      <a:pt x="4290" y="5106"/>
                    </a:lnTo>
                    <a:lnTo>
                      <a:pt x="4290" y="5211"/>
                    </a:lnTo>
                    <a:lnTo>
                      <a:pt x="4374" y="5274"/>
                    </a:lnTo>
                    <a:lnTo>
                      <a:pt x="4499" y="5315"/>
                    </a:lnTo>
                    <a:lnTo>
                      <a:pt x="4562" y="5441"/>
                    </a:lnTo>
                    <a:lnTo>
                      <a:pt x="4562" y="5525"/>
                    </a:lnTo>
                    <a:lnTo>
                      <a:pt x="4541" y="5546"/>
                    </a:lnTo>
                    <a:lnTo>
                      <a:pt x="4457" y="5420"/>
                    </a:lnTo>
                    <a:lnTo>
                      <a:pt x="4374" y="5399"/>
                    </a:lnTo>
                    <a:lnTo>
                      <a:pt x="4290" y="5336"/>
                    </a:lnTo>
                    <a:lnTo>
                      <a:pt x="4248" y="5378"/>
                    </a:lnTo>
                    <a:lnTo>
                      <a:pt x="4164" y="5399"/>
                    </a:lnTo>
                    <a:lnTo>
                      <a:pt x="4143" y="5483"/>
                    </a:lnTo>
                    <a:lnTo>
                      <a:pt x="4185" y="5608"/>
                    </a:lnTo>
                    <a:lnTo>
                      <a:pt x="4269" y="5650"/>
                    </a:lnTo>
                    <a:lnTo>
                      <a:pt x="4332" y="5818"/>
                    </a:lnTo>
                    <a:lnTo>
                      <a:pt x="4353" y="6131"/>
                    </a:lnTo>
                    <a:lnTo>
                      <a:pt x="4269" y="6278"/>
                    </a:lnTo>
                    <a:lnTo>
                      <a:pt x="4269" y="6445"/>
                    </a:lnTo>
                    <a:lnTo>
                      <a:pt x="4185" y="6634"/>
                    </a:lnTo>
                    <a:lnTo>
                      <a:pt x="4185" y="6759"/>
                    </a:lnTo>
                    <a:lnTo>
                      <a:pt x="4227" y="6780"/>
                    </a:lnTo>
                    <a:lnTo>
                      <a:pt x="4290" y="6759"/>
                    </a:lnTo>
                    <a:lnTo>
                      <a:pt x="4290" y="6759"/>
                    </a:lnTo>
                    <a:lnTo>
                      <a:pt x="4269" y="6906"/>
                    </a:lnTo>
                    <a:lnTo>
                      <a:pt x="4185" y="7052"/>
                    </a:lnTo>
                    <a:lnTo>
                      <a:pt x="4143" y="6968"/>
                    </a:lnTo>
                    <a:lnTo>
                      <a:pt x="4123" y="6864"/>
                    </a:lnTo>
                    <a:lnTo>
                      <a:pt x="4018" y="6780"/>
                    </a:lnTo>
                    <a:lnTo>
                      <a:pt x="3934" y="6864"/>
                    </a:lnTo>
                    <a:lnTo>
                      <a:pt x="3934" y="7052"/>
                    </a:lnTo>
                    <a:lnTo>
                      <a:pt x="4081" y="7303"/>
                    </a:lnTo>
                    <a:lnTo>
                      <a:pt x="4248" y="7282"/>
                    </a:lnTo>
                    <a:lnTo>
                      <a:pt x="4353" y="7324"/>
                    </a:lnTo>
                    <a:lnTo>
                      <a:pt x="4395" y="7408"/>
                    </a:lnTo>
                    <a:lnTo>
                      <a:pt x="4583" y="7408"/>
                    </a:lnTo>
                    <a:lnTo>
                      <a:pt x="4792" y="7491"/>
                    </a:lnTo>
                    <a:lnTo>
                      <a:pt x="4876" y="7408"/>
                    </a:lnTo>
                    <a:lnTo>
                      <a:pt x="5001" y="7324"/>
                    </a:lnTo>
                    <a:lnTo>
                      <a:pt x="5001" y="7261"/>
                    </a:lnTo>
                    <a:lnTo>
                      <a:pt x="5085" y="7219"/>
                    </a:lnTo>
                    <a:lnTo>
                      <a:pt x="5085" y="7303"/>
                    </a:lnTo>
                    <a:lnTo>
                      <a:pt x="5022" y="7408"/>
                    </a:lnTo>
                    <a:lnTo>
                      <a:pt x="5022" y="7533"/>
                    </a:lnTo>
                    <a:lnTo>
                      <a:pt x="4980" y="7596"/>
                    </a:lnTo>
                    <a:lnTo>
                      <a:pt x="4876" y="7533"/>
                    </a:lnTo>
                    <a:lnTo>
                      <a:pt x="4646" y="7533"/>
                    </a:lnTo>
                    <a:lnTo>
                      <a:pt x="4541" y="7575"/>
                    </a:lnTo>
                    <a:lnTo>
                      <a:pt x="4541" y="7680"/>
                    </a:lnTo>
                    <a:lnTo>
                      <a:pt x="4583" y="7701"/>
                    </a:lnTo>
                    <a:lnTo>
                      <a:pt x="4708" y="7701"/>
                    </a:lnTo>
                    <a:lnTo>
                      <a:pt x="4750" y="7784"/>
                    </a:lnTo>
                    <a:lnTo>
                      <a:pt x="4646" y="7784"/>
                    </a:lnTo>
                    <a:lnTo>
                      <a:pt x="4646" y="7952"/>
                    </a:lnTo>
                    <a:lnTo>
                      <a:pt x="4478" y="7722"/>
                    </a:lnTo>
                    <a:lnTo>
                      <a:pt x="4395" y="7722"/>
                    </a:lnTo>
                    <a:lnTo>
                      <a:pt x="4353" y="7617"/>
                    </a:lnTo>
                    <a:lnTo>
                      <a:pt x="4290" y="7533"/>
                    </a:lnTo>
                    <a:lnTo>
                      <a:pt x="4039" y="7366"/>
                    </a:lnTo>
                    <a:lnTo>
                      <a:pt x="3976" y="7366"/>
                    </a:lnTo>
                    <a:lnTo>
                      <a:pt x="3830" y="7199"/>
                    </a:lnTo>
                    <a:lnTo>
                      <a:pt x="3830" y="7178"/>
                    </a:lnTo>
                    <a:lnTo>
                      <a:pt x="3725" y="7178"/>
                    </a:lnTo>
                    <a:lnTo>
                      <a:pt x="3620" y="7261"/>
                    </a:lnTo>
                    <a:lnTo>
                      <a:pt x="3516" y="7261"/>
                    </a:lnTo>
                    <a:lnTo>
                      <a:pt x="3432" y="7303"/>
                    </a:lnTo>
                    <a:lnTo>
                      <a:pt x="3286" y="7261"/>
                    </a:lnTo>
                    <a:lnTo>
                      <a:pt x="3034" y="7303"/>
                    </a:lnTo>
                    <a:lnTo>
                      <a:pt x="2972" y="7282"/>
                    </a:lnTo>
                    <a:lnTo>
                      <a:pt x="2783" y="7471"/>
                    </a:lnTo>
                    <a:lnTo>
                      <a:pt x="2700" y="7617"/>
                    </a:lnTo>
                    <a:lnTo>
                      <a:pt x="2700" y="7743"/>
                    </a:lnTo>
                    <a:lnTo>
                      <a:pt x="2595" y="7784"/>
                    </a:lnTo>
                    <a:lnTo>
                      <a:pt x="2490" y="7847"/>
                    </a:lnTo>
                    <a:lnTo>
                      <a:pt x="2365" y="7910"/>
                    </a:lnTo>
                    <a:lnTo>
                      <a:pt x="2344" y="7994"/>
                    </a:lnTo>
                    <a:lnTo>
                      <a:pt x="2198" y="8098"/>
                    </a:lnTo>
                    <a:lnTo>
                      <a:pt x="2177" y="8224"/>
                    </a:lnTo>
                    <a:lnTo>
                      <a:pt x="2260" y="8224"/>
                    </a:lnTo>
                    <a:lnTo>
                      <a:pt x="2281" y="8307"/>
                    </a:lnTo>
                    <a:lnTo>
                      <a:pt x="2177" y="8307"/>
                    </a:lnTo>
                    <a:lnTo>
                      <a:pt x="2093" y="8349"/>
                    </a:lnTo>
                    <a:lnTo>
                      <a:pt x="2260" y="8475"/>
                    </a:lnTo>
                    <a:lnTo>
                      <a:pt x="2407" y="8517"/>
                    </a:lnTo>
                    <a:lnTo>
                      <a:pt x="2511" y="8433"/>
                    </a:lnTo>
                    <a:lnTo>
                      <a:pt x="2490" y="8349"/>
                    </a:lnTo>
                    <a:lnTo>
                      <a:pt x="2658" y="8370"/>
                    </a:lnTo>
                    <a:lnTo>
                      <a:pt x="2825" y="8245"/>
                    </a:lnTo>
                    <a:lnTo>
                      <a:pt x="2825" y="8349"/>
                    </a:lnTo>
                    <a:lnTo>
                      <a:pt x="2700" y="8412"/>
                    </a:lnTo>
                    <a:lnTo>
                      <a:pt x="2616" y="8538"/>
                    </a:lnTo>
                    <a:lnTo>
                      <a:pt x="2616" y="8621"/>
                    </a:lnTo>
                    <a:lnTo>
                      <a:pt x="2783" y="8621"/>
                    </a:lnTo>
                    <a:lnTo>
                      <a:pt x="2888" y="8642"/>
                    </a:lnTo>
                    <a:lnTo>
                      <a:pt x="3014" y="8475"/>
                    </a:lnTo>
                    <a:lnTo>
                      <a:pt x="3202" y="8349"/>
                    </a:lnTo>
                    <a:lnTo>
                      <a:pt x="3307" y="8119"/>
                    </a:lnTo>
                    <a:lnTo>
                      <a:pt x="3453" y="7931"/>
                    </a:lnTo>
                    <a:lnTo>
                      <a:pt x="3558" y="7910"/>
                    </a:lnTo>
                    <a:lnTo>
                      <a:pt x="3558" y="7910"/>
                    </a:lnTo>
                    <a:lnTo>
                      <a:pt x="3537" y="7994"/>
                    </a:lnTo>
                    <a:lnTo>
                      <a:pt x="3453" y="8035"/>
                    </a:lnTo>
                    <a:lnTo>
                      <a:pt x="3307" y="8245"/>
                    </a:lnTo>
                    <a:lnTo>
                      <a:pt x="3348" y="8349"/>
                    </a:lnTo>
                    <a:lnTo>
                      <a:pt x="3244" y="8349"/>
                    </a:lnTo>
                    <a:lnTo>
                      <a:pt x="3181" y="8454"/>
                    </a:lnTo>
                    <a:lnTo>
                      <a:pt x="3202" y="8538"/>
                    </a:lnTo>
                    <a:lnTo>
                      <a:pt x="3286" y="8538"/>
                    </a:lnTo>
                    <a:lnTo>
                      <a:pt x="3223" y="8580"/>
                    </a:lnTo>
                    <a:lnTo>
                      <a:pt x="3139" y="8580"/>
                    </a:lnTo>
                    <a:lnTo>
                      <a:pt x="3034" y="8684"/>
                    </a:lnTo>
                    <a:lnTo>
                      <a:pt x="3076" y="8747"/>
                    </a:lnTo>
                    <a:lnTo>
                      <a:pt x="3202" y="8747"/>
                    </a:lnTo>
                    <a:lnTo>
                      <a:pt x="3118" y="8789"/>
                    </a:lnTo>
                    <a:lnTo>
                      <a:pt x="2993" y="8747"/>
                    </a:lnTo>
                    <a:lnTo>
                      <a:pt x="2888" y="8747"/>
                    </a:lnTo>
                    <a:lnTo>
                      <a:pt x="2804" y="8789"/>
                    </a:lnTo>
                    <a:lnTo>
                      <a:pt x="2721" y="8831"/>
                    </a:lnTo>
                    <a:lnTo>
                      <a:pt x="2679" y="8872"/>
                    </a:lnTo>
                    <a:lnTo>
                      <a:pt x="2721" y="8977"/>
                    </a:lnTo>
                    <a:lnTo>
                      <a:pt x="2804" y="8977"/>
                    </a:lnTo>
                    <a:lnTo>
                      <a:pt x="2867" y="8935"/>
                    </a:lnTo>
                    <a:lnTo>
                      <a:pt x="2909" y="8956"/>
                    </a:lnTo>
                    <a:lnTo>
                      <a:pt x="3014" y="8956"/>
                    </a:lnTo>
                    <a:lnTo>
                      <a:pt x="3014" y="9040"/>
                    </a:lnTo>
                    <a:lnTo>
                      <a:pt x="2930" y="9040"/>
                    </a:lnTo>
                    <a:lnTo>
                      <a:pt x="2825" y="8998"/>
                    </a:lnTo>
                    <a:lnTo>
                      <a:pt x="2783" y="9040"/>
                    </a:lnTo>
                    <a:lnTo>
                      <a:pt x="2783" y="9082"/>
                    </a:lnTo>
                    <a:lnTo>
                      <a:pt x="2888" y="9103"/>
                    </a:lnTo>
                    <a:lnTo>
                      <a:pt x="2867" y="9144"/>
                    </a:lnTo>
                    <a:lnTo>
                      <a:pt x="2783" y="9186"/>
                    </a:lnTo>
                    <a:lnTo>
                      <a:pt x="2700" y="9186"/>
                    </a:lnTo>
                    <a:lnTo>
                      <a:pt x="2700" y="9249"/>
                    </a:lnTo>
                    <a:lnTo>
                      <a:pt x="2783" y="9396"/>
                    </a:lnTo>
                    <a:lnTo>
                      <a:pt x="2867" y="9396"/>
                    </a:lnTo>
                    <a:lnTo>
                      <a:pt x="2909" y="9312"/>
                    </a:lnTo>
                    <a:lnTo>
                      <a:pt x="3034" y="9207"/>
                    </a:lnTo>
                    <a:lnTo>
                      <a:pt x="3014" y="9312"/>
                    </a:lnTo>
                    <a:lnTo>
                      <a:pt x="2909" y="9396"/>
                    </a:lnTo>
                    <a:lnTo>
                      <a:pt x="2825" y="9479"/>
                    </a:lnTo>
                    <a:lnTo>
                      <a:pt x="2804" y="9563"/>
                    </a:lnTo>
                    <a:lnTo>
                      <a:pt x="2972" y="9626"/>
                    </a:lnTo>
                    <a:lnTo>
                      <a:pt x="3097" y="9626"/>
                    </a:lnTo>
                    <a:lnTo>
                      <a:pt x="3118" y="9605"/>
                    </a:lnTo>
                    <a:lnTo>
                      <a:pt x="3181" y="9605"/>
                    </a:lnTo>
                    <a:lnTo>
                      <a:pt x="3244" y="9668"/>
                    </a:lnTo>
                    <a:lnTo>
                      <a:pt x="3432" y="9584"/>
                    </a:lnTo>
                    <a:lnTo>
                      <a:pt x="3620" y="9416"/>
                    </a:lnTo>
                    <a:lnTo>
                      <a:pt x="3620" y="9396"/>
                    </a:lnTo>
                    <a:lnTo>
                      <a:pt x="3725" y="9312"/>
                    </a:lnTo>
                    <a:lnTo>
                      <a:pt x="3934" y="9103"/>
                    </a:lnTo>
                    <a:lnTo>
                      <a:pt x="3934" y="9040"/>
                    </a:lnTo>
                    <a:lnTo>
                      <a:pt x="4018" y="8956"/>
                    </a:lnTo>
                    <a:lnTo>
                      <a:pt x="4081" y="8956"/>
                    </a:lnTo>
                    <a:lnTo>
                      <a:pt x="4018" y="9040"/>
                    </a:lnTo>
                    <a:lnTo>
                      <a:pt x="3976" y="9144"/>
                    </a:lnTo>
                    <a:lnTo>
                      <a:pt x="3809" y="9354"/>
                    </a:lnTo>
                    <a:lnTo>
                      <a:pt x="3599" y="9479"/>
                    </a:lnTo>
                    <a:lnTo>
                      <a:pt x="3453" y="9626"/>
                    </a:lnTo>
                    <a:lnTo>
                      <a:pt x="3307" y="9709"/>
                    </a:lnTo>
                    <a:lnTo>
                      <a:pt x="3223" y="9793"/>
                    </a:lnTo>
                    <a:lnTo>
                      <a:pt x="3286" y="9877"/>
                    </a:lnTo>
                    <a:lnTo>
                      <a:pt x="3223" y="9898"/>
                    </a:lnTo>
                    <a:lnTo>
                      <a:pt x="3076" y="9772"/>
                    </a:lnTo>
                    <a:lnTo>
                      <a:pt x="2825" y="9772"/>
                    </a:lnTo>
                    <a:lnTo>
                      <a:pt x="2825" y="9835"/>
                    </a:lnTo>
                    <a:lnTo>
                      <a:pt x="2783" y="9814"/>
                    </a:lnTo>
                    <a:lnTo>
                      <a:pt x="2700" y="9688"/>
                    </a:lnTo>
                    <a:lnTo>
                      <a:pt x="2490" y="9584"/>
                    </a:lnTo>
                    <a:lnTo>
                      <a:pt x="2407" y="9605"/>
                    </a:lnTo>
                    <a:lnTo>
                      <a:pt x="2365" y="9563"/>
                    </a:lnTo>
                    <a:lnTo>
                      <a:pt x="2407" y="9416"/>
                    </a:lnTo>
                    <a:lnTo>
                      <a:pt x="2407" y="9082"/>
                    </a:lnTo>
                    <a:lnTo>
                      <a:pt x="2365" y="8872"/>
                    </a:lnTo>
                    <a:lnTo>
                      <a:pt x="2239" y="8726"/>
                    </a:lnTo>
                    <a:lnTo>
                      <a:pt x="2156" y="8726"/>
                    </a:lnTo>
                    <a:lnTo>
                      <a:pt x="2030" y="8663"/>
                    </a:lnTo>
                    <a:lnTo>
                      <a:pt x="1946" y="8684"/>
                    </a:lnTo>
                    <a:lnTo>
                      <a:pt x="1821" y="8684"/>
                    </a:lnTo>
                    <a:lnTo>
                      <a:pt x="1737" y="8726"/>
                    </a:lnTo>
                    <a:lnTo>
                      <a:pt x="1633" y="8747"/>
                    </a:lnTo>
                    <a:lnTo>
                      <a:pt x="1633" y="8831"/>
                    </a:lnTo>
                    <a:lnTo>
                      <a:pt x="1654" y="8935"/>
                    </a:lnTo>
                    <a:lnTo>
                      <a:pt x="1633" y="8977"/>
                    </a:lnTo>
                    <a:lnTo>
                      <a:pt x="1612" y="9165"/>
                    </a:lnTo>
                    <a:lnTo>
                      <a:pt x="1654" y="9249"/>
                    </a:lnTo>
                    <a:lnTo>
                      <a:pt x="1716" y="9249"/>
                    </a:lnTo>
                    <a:lnTo>
                      <a:pt x="1716" y="9312"/>
                    </a:lnTo>
                    <a:lnTo>
                      <a:pt x="1612" y="9396"/>
                    </a:lnTo>
                    <a:lnTo>
                      <a:pt x="1570" y="9458"/>
                    </a:lnTo>
                    <a:lnTo>
                      <a:pt x="1654" y="9563"/>
                    </a:lnTo>
                    <a:lnTo>
                      <a:pt x="1737" y="9563"/>
                    </a:lnTo>
                    <a:lnTo>
                      <a:pt x="1758" y="9500"/>
                    </a:lnTo>
                    <a:lnTo>
                      <a:pt x="1884" y="9563"/>
                    </a:lnTo>
                    <a:lnTo>
                      <a:pt x="1863" y="9584"/>
                    </a:lnTo>
                    <a:lnTo>
                      <a:pt x="1737" y="9584"/>
                    </a:lnTo>
                    <a:lnTo>
                      <a:pt x="1737" y="9605"/>
                    </a:lnTo>
                    <a:lnTo>
                      <a:pt x="1821" y="9668"/>
                    </a:lnTo>
                    <a:lnTo>
                      <a:pt x="1821" y="9709"/>
                    </a:lnTo>
                    <a:lnTo>
                      <a:pt x="1737" y="9772"/>
                    </a:lnTo>
                    <a:lnTo>
                      <a:pt x="1716" y="9793"/>
                    </a:lnTo>
                    <a:lnTo>
                      <a:pt x="1779" y="9814"/>
                    </a:lnTo>
                    <a:lnTo>
                      <a:pt x="1842" y="9877"/>
                    </a:lnTo>
                    <a:lnTo>
                      <a:pt x="1946" y="9877"/>
                    </a:lnTo>
                    <a:lnTo>
                      <a:pt x="1967" y="9898"/>
                    </a:lnTo>
                    <a:lnTo>
                      <a:pt x="1926" y="9940"/>
                    </a:lnTo>
                    <a:lnTo>
                      <a:pt x="1821" y="9940"/>
                    </a:lnTo>
                    <a:lnTo>
                      <a:pt x="1779" y="9981"/>
                    </a:lnTo>
                    <a:lnTo>
                      <a:pt x="1654" y="9877"/>
                    </a:lnTo>
                    <a:lnTo>
                      <a:pt x="1612" y="9898"/>
                    </a:lnTo>
                    <a:lnTo>
                      <a:pt x="1570" y="9940"/>
                    </a:lnTo>
                    <a:lnTo>
                      <a:pt x="1507" y="9940"/>
                    </a:lnTo>
                    <a:lnTo>
                      <a:pt x="1444" y="9835"/>
                    </a:lnTo>
                    <a:lnTo>
                      <a:pt x="1361" y="9814"/>
                    </a:lnTo>
                    <a:lnTo>
                      <a:pt x="1298" y="9877"/>
                    </a:lnTo>
                    <a:lnTo>
                      <a:pt x="1110" y="9877"/>
                    </a:lnTo>
                    <a:lnTo>
                      <a:pt x="984" y="9793"/>
                    </a:lnTo>
                    <a:lnTo>
                      <a:pt x="879" y="9793"/>
                    </a:lnTo>
                    <a:lnTo>
                      <a:pt x="817" y="9835"/>
                    </a:lnTo>
                    <a:lnTo>
                      <a:pt x="817" y="9919"/>
                    </a:lnTo>
                    <a:lnTo>
                      <a:pt x="733" y="9940"/>
                    </a:lnTo>
                    <a:lnTo>
                      <a:pt x="628" y="9981"/>
                    </a:lnTo>
                    <a:lnTo>
                      <a:pt x="586" y="10044"/>
                    </a:lnTo>
                    <a:lnTo>
                      <a:pt x="419" y="10086"/>
                    </a:lnTo>
                    <a:lnTo>
                      <a:pt x="377" y="10107"/>
                    </a:lnTo>
                    <a:lnTo>
                      <a:pt x="273" y="10128"/>
                    </a:lnTo>
                    <a:lnTo>
                      <a:pt x="189" y="10212"/>
                    </a:lnTo>
                    <a:lnTo>
                      <a:pt x="168" y="10316"/>
                    </a:lnTo>
                    <a:lnTo>
                      <a:pt x="168" y="10358"/>
                    </a:lnTo>
                    <a:lnTo>
                      <a:pt x="147" y="10442"/>
                    </a:lnTo>
                    <a:lnTo>
                      <a:pt x="1" y="10525"/>
                    </a:lnTo>
                    <a:lnTo>
                      <a:pt x="1" y="10609"/>
                    </a:lnTo>
                    <a:lnTo>
                      <a:pt x="42" y="10651"/>
                    </a:lnTo>
                    <a:lnTo>
                      <a:pt x="42" y="10818"/>
                    </a:lnTo>
                    <a:lnTo>
                      <a:pt x="63" y="10860"/>
                    </a:lnTo>
                    <a:lnTo>
                      <a:pt x="189" y="10860"/>
                    </a:lnTo>
                    <a:lnTo>
                      <a:pt x="252" y="10735"/>
                    </a:lnTo>
                    <a:lnTo>
                      <a:pt x="294" y="10735"/>
                    </a:lnTo>
                    <a:lnTo>
                      <a:pt x="273" y="10756"/>
                    </a:lnTo>
                    <a:lnTo>
                      <a:pt x="210" y="10860"/>
                    </a:lnTo>
                    <a:lnTo>
                      <a:pt x="273" y="10881"/>
                    </a:lnTo>
                    <a:lnTo>
                      <a:pt x="356" y="10818"/>
                    </a:lnTo>
                    <a:lnTo>
                      <a:pt x="356" y="10651"/>
                    </a:lnTo>
                    <a:lnTo>
                      <a:pt x="398" y="10421"/>
                    </a:lnTo>
                    <a:lnTo>
                      <a:pt x="482" y="10400"/>
                    </a:lnTo>
                    <a:lnTo>
                      <a:pt x="566" y="10337"/>
                    </a:lnTo>
                    <a:lnTo>
                      <a:pt x="419" y="10567"/>
                    </a:lnTo>
                    <a:lnTo>
                      <a:pt x="419" y="10672"/>
                    </a:lnTo>
                    <a:lnTo>
                      <a:pt x="398" y="10714"/>
                    </a:lnTo>
                    <a:lnTo>
                      <a:pt x="377" y="10839"/>
                    </a:lnTo>
                    <a:lnTo>
                      <a:pt x="314" y="10944"/>
                    </a:lnTo>
                    <a:lnTo>
                      <a:pt x="377" y="10986"/>
                    </a:lnTo>
                    <a:lnTo>
                      <a:pt x="419" y="10986"/>
                    </a:lnTo>
                    <a:lnTo>
                      <a:pt x="503" y="11069"/>
                    </a:lnTo>
                    <a:lnTo>
                      <a:pt x="607" y="11069"/>
                    </a:lnTo>
                    <a:lnTo>
                      <a:pt x="628" y="10965"/>
                    </a:lnTo>
                    <a:lnTo>
                      <a:pt x="607" y="10944"/>
                    </a:lnTo>
                    <a:lnTo>
                      <a:pt x="670" y="10839"/>
                    </a:lnTo>
                    <a:lnTo>
                      <a:pt x="691" y="10735"/>
                    </a:lnTo>
                    <a:lnTo>
                      <a:pt x="733" y="10672"/>
                    </a:lnTo>
                    <a:lnTo>
                      <a:pt x="733" y="10756"/>
                    </a:lnTo>
                    <a:lnTo>
                      <a:pt x="775" y="10818"/>
                    </a:lnTo>
                    <a:lnTo>
                      <a:pt x="712" y="10944"/>
                    </a:lnTo>
                    <a:lnTo>
                      <a:pt x="712" y="11028"/>
                    </a:lnTo>
                    <a:lnTo>
                      <a:pt x="712" y="11090"/>
                    </a:lnTo>
                    <a:lnTo>
                      <a:pt x="796" y="11195"/>
                    </a:lnTo>
                    <a:lnTo>
                      <a:pt x="838" y="11237"/>
                    </a:lnTo>
                    <a:lnTo>
                      <a:pt x="921" y="11153"/>
                    </a:lnTo>
                    <a:lnTo>
                      <a:pt x="900" y="11069"/>
                    </a:lnTo>
                    <a:lnTo>
                      <a:pt x="900" y="11048"/>
                    </a:lnTo>
                    <a:lnTo>
                      <a:pt x="921" y="11028"/>
                    </a:lnTo>
                    <a:lnTo>
                      <a:pt x="1005" y="11028"/>
                    </a:lnTo>
                    <a:lnTo>
                      <a:pt x="1047" y="10965"/>
                    </a:lnTo>
                    <a:lnTo>
                      <a:pt x="1026" y="10860"/>
                    </a:lnTo>
                    <a:lnTo>
                      <a:pt x="984" y="10818"/>
                    </a:lnTo>
                    <a:lnTo>
                      <a:pt x="984" y="10735"/>
                    </a:lnTo>
                    <a:lnTo>
                      <a:pt x="1026" y="10756"/>
                    </a:lnTo>
                    <a:lnTo>
                      <a:pt x="1110" y="10923"/>
                    </a:lnTo>
                    <a:lnTo>
                      <a:pt x="1110" y="10986"/>
                    </a:lnTo>
                    <a:lnTo>
                      <a:pt x="1047" y="11090"/>
                    </a:lnTo>
                    <a:lnTo>
                      <a:pt x="1005" y="11090"/>
                    </a:lnTo>
                    <a:lnTo>
                      <a:pt x="942" y="11195"/>
                    </a:lnTo>
                    <a:lnTo>
                      <a:pt x="984" y="11258"/>
                    </a:lnTo>
                    <a:lnTo>
                      <a:pt x="1026" y="11258"/>
                    </a:lnTo>
                    <a:lnTo>
                      <a:pt x="1089" y="11279"/>
                    </a:lnTo>
                    <a:lnTo>
                      <a:pt x="1110" y="11341"/>
                    </a:lnTo>
                    <a:lnTo>
                      <a:pt x="1151" y="11341"/>
                    </a:lnTo>
                    <a:lnTo>
                      <a:pt x="1340" y="11446"/>
                    </a:lnTo>
                    <a:lnTo>
                      <a:pt x="1402" y="11446"/>
                    </a:lnTo>
                    <a:lnTo>
                      <a:pt x="1402" y="11551"/>
                    </a:lnTo>
                    <a:lnTo>
                      <a:pt x="1612" y="11551"/>
                    </a:lnTo>
                    <a:lnTo>
                      <a:pt x="1674" y="11593"/>
                    </a:lnTo>
                    <a:lnTo>
                      <a:pt x="1737" y="11572"/>
                    </a:lnTo>
                    <a:lnTo>
                      <a:pt x="1779" y="11488"/>
                    </a:lnTo>
                    <a:lnTo>
                      <a:pt x="1716" y="11362"/>
                    </a:lnTo>
                    <a:lnTo>
                      <a:pt x="1654" y="11174"/>
                    </a:lnTo>
                    <a:lnTo>
                      <a:pt x="1716" y="11048"/>
                    </a:lnTo>
                    <a:lnTo>
                      <a:pt x="1758" y="10986"/>
                    </a:lnTo>
                    <a:lnTo>
                      <a:pt x="1779" y="11048"/>
                    </a:lnTo>
                    <a:lnTo>
                      <a:pt x="1821" y="11174"/>
                    </a:lnTo>
                    <a:lnTo>
                      <a:pt x="1821" y="11279"/>
                    </a:lnTo>
                    <a:lnTo>
                      <a:pt x="1842" y="11341"/>
                    </a:lnTo>
                    <a:lnTo>
                      <a:pt x="1926" y="11341"/>
                    </a:lnTo>
                    <a:lnTo>
                      <a:pt x="1946" y="11279"/>
                    </a:lnTo>
                    <a:lnTo>
                      <a:pt x="2030" y="11279"/>
                    </a:lnTo>
                    <a:lnTo>
                      <a:pt x="2051" y="11237"/>
                    </a:lnTo>
                    <a:lnTo>
                      <a:pt x="2072" y="11153"/>
                    </a:lnTo>
                    <a:lnTo>
                      <a:pt x="2135" y="11090"/>
                    </a:lnTo>
                    <a:lnTo>
                      <a:pt x="2156" y="10965"/>
                    </a:lnTo>
                    <a:lnTo>
                      <a:pt x="2177" y="10923"/>
                    </a:lnTo>
                    <a:lnTo>
                      <a:pt x="2198" y="10923"/>
                    </a:lnTo>
                    <a:lnTo>
                      <a:pt x="2260" y="11048"/>
                    </a:lnTo>
                    <a:lnTo>
                      <a:pt x="2239" y="11090"/>
                    </a:lnTo>
                    <a:lnTo>
                      <a:pt x="2177" y="11195"/>
                    </a:lnTo>
                    <a:lnTo>
                      <a:pt x="2156" y="11279"/>
                    </a:lnTo>
                    <a:lnTo>
                      <a:pt x="2198" y="11341"/>
                    </a:lnTo>
                    <a:lnTo>
                      <a:pt x="2198" y="11404"/>
                    </a:lnTo>
                    <a:lnTo>
                      <a:pt x="2302" y="11488"/>
                    </a:lnTo>
                    <a:lnTo>
                      <a:pt x="2386" y="11446"/>
                    </a:lnTo>
                    <a:lnTo>
                      <a:pt x="2490" y="11279"/>
                    </a:lnTo>
                    <a:lnTo>
                      <a:pt x="2449" y="11174"/>
                    </a:lnTo>
                    <a:lnTo>
                      <a:pt x="2470" y="11028"/>
                    </a:lnTo>
                    <a:lnTo>
                      <a:pt x="2574" y="10944"/>
                    </a:lnTo>
                    <a:lnTo>
                      <a:pt x="2679" y="10923"/>
                    </a:lnTo>
                    <a:lnTo>
                      <a:pt x="2574" y="11028"/>
                    </a:lnTo>
                    <a:lnTo>
                      <a:pt x="2553" y="11132"/>
                    </a:lnTo>
                    <a:lnTo>
                      <a:pt x="2595" y="11237"/>
                    </a:lnTo>
                    <a:lnTo>
                      <a:pt x="2511" y="11446"/>
                    </a:lnTo>
                    <a:lnTo>
                      <a:pt x="2511" y="11509"/>
                    </a:lnTo>
                    <a:lnTo>
                      <a:pt x="2595" y="11593"/>
                    </a:lnTo>
                    <a:lnTo>
                      <a:pt x="2700" y="11572"/>
                    </a:lnTo>
                    <a:lnTo>
                      <a:pt x="2783" y="11593"/>
                    </a:lnTo>
                    <a:lnTo>
                      <a:pt x="2867" y="11572"/>
                    </a:lnTo>
                    <a:lnTo>
                      <a:pt x="2867" y="11446"/>
                    </a:lnTo>
                    <a:lnTo>
                      <a:pt x="2930" y="11362"/>
                    </a:lnTo>
                    <a:lnTo>
                      <a:pt x="2909" y="11279"/>
                    </a:lnTo>
                    <a:lnTo>
                      <a:pt x="2825" y="11132"/>
                    </a:lnTo>
                    <a:lnTo>
                      <a:pt x="2909" y="10944"/>
                    </a:lnTo>
                    <a:lnTo>
                      <a:pt x="2909" y="10818"/>
                    </a:lnTo>
                    <a:lnTo>
                      <a:pt x="2972" y="10923"/>
                    </a:lnTo>
                    <a:lnTo>
                      <a:pt x="2930" y="11028"/>
                    </a:lnTo>
                    <a:lnTo>
                      <a:pt x="2909" y="11090"/>
                    </a:lnTo>
                    <a:lnTo>
                      <a:pt x="2993" y="11258"/>
                    </a:lnTo>
                    <a:lnTo>
                      <a:pt x="3076" y="11279"/>
                    </a:lnTo>
                    <a:lnTo>
                      <a:pt x="3118" y="11300"/>
                    </a:lnTo>
                    <a:lnTo>
                      <a:pt x="3034" y="11341"/>
                    </a:lnTo>
                    <a:lnTo>
                      <a:pt x="2993" y="11488"/>
                    </a:lnTo>
                    <a:lnTo>
                      <a:pt x="3014" y="11551"/>
                    </a:lnTo>
                    <a:lnTo>
                      <a:pt x="3181" y="11593"/>
                    </a:lnTo>
                    <a:lnTo>
                      <a:pt x="3244" y="11551"/>
                    </a:lnTo>
                    <a:lnTo>
                      <a:pt x="3348" y="11697"/>
                    </a:lnTo>
                    <a:lnTo>
                      <a:pt x="3348" y="11802"/>
                    </a:lnTo>
                    <a:lnTo>
                      <a:pt x="3286" y="11906"/>
                    </a:lnTo>
                    <a:lnTo>
                      <a:pt x="3181" y="11990"/>
                    </a:lnTo>
                    <a:lnTo>
                      <a:pt x="3223" y="12011"/>
                    </a:lnTo>
                    <a:lnTo>
                      <a:pt x="3286" y="12095"/>
                    </a:lnTo>
                    <a:lnTo>
                      <a:pt x="3369" y="12095"/>
                    </a:lnTo>
                    <a:lnTo>
                      <a:pt x="3495" y="12074"/>
                    </a:lnTo>
                    <a:lnTo>
                      <a:pt x="3537" y="12095"/>
                    </a:lnTo>
                    <a:lnTo>
                      <a:pt x="3725" y="11927"/>
                    </a:lnTo>
                    <a:lnTo>
                      <a:pt x="3830" y="11969"/>
                    </a:lnTo>
                    <a:lnTo>
                      <a:pt x="3871" y="11990"/>
                    </a:lnTo>
                    <a:lnTo>
                      <a:pt x="4039" y="11823"/>
                    </a:lnTo>
                    <a:lnTo>
                      <a:pt x="4123" y="11802"/>
                    </a:lnTo>
                    <a:lnTo>
                      <a:pt x="4227" y="11655"/>
                    </a:lnTo>
                    <a:lnTo>
                      <a:pt x="4290" y="11593"/>
                    </a:lnTo>
                    <a:lnTo>
                      <a:pt x="4332" y="11613"/>
                    </a:lnTo>
                    <a:lnTo>
                      <a:pt x="4290" y="11781"/>
                    </a:lnTo>
                    <a:lnTo>
                      <a:pt x="4269" y="11906"/>
                    </a:lnTo>
                    <a:lnTo>
                      <a:pt x="4290" y="11927"/>
                    </a:lnTo>
                    <a:lnTo>
                      <a:pt x="4395" y="11865"/>
                    </a:lnTo>
                    <a:lnTo>
                      <a:pt x="4478" y="11718"/>
                    </a:lnTo>
                    <a:lnTo>
                      <a:pt x="4583" y="11655"/>
                    </a:lnTo>
                    <a:lnTo>
                      <a:pt x="4687" y="11655"/>
                    </a:lnTo>
                    <a:lnTo>
                      <a:pt x="4813" y="11446"/>
                    </a:lnTo>
                    <a:lnTo>
                      <a:pt x="4876" y="11237"/>
                    </a:lnTo>
                    <a:lnTo>
                      <a:pt x="4855" y="11153"/>
                    </a:lnTo>
                    <a:lnTo>
                      <a:pt x="4876" y="11048"/>
                    </a:lnTo>
                    <a:lnTo>
                      <a:pt x="4792" y="11028"/>
                    </a:lnTo>
                    <a:lnTo>
                      <a:pt x="4750" y="11048"/>
                    </a:lnTo>
                    <a:lnTo>
                      <a:pt x="4667" y="11048"/>
                    </a:lnTo>
                    <a:lnTo>
                      <a:pt x="4541" y="11132"/>
                    </a:lnTo>
                    <a:lnTo>
                      <a:pt x="4478" y="11195"/>
                    </a:lnTo>
                    <a:lnTo>
                      <a:pt x="4374" y="11195"/>
                    </a:lnTo>
                    <a:lnTo>
                      <a:pt x="4457" y="11090"/>
                    </a:lnTo>
                    <a:lnTo>
                      <a:pt x="4478" y="11028"/>
                    </a:lnTo>
                    <a:lnTo>
                      <a:pt x="4374" y="11048"/>
                    </a:lnTo>
                    <a:lnTo>
                      <a:pt x="4353" y="10986"/>
                    </a:lnTo>
                    <a:lnTo>
                      <a:pt x="4374" y="10923"/>
                    </a:lnTo>
                    <a:lnTo>
                      <a:pt x="4457" y="10923"/>
                    </a:lnTo>
                    <a:lnTo>
                      <a:pt x="4499" y="10735"/>
                    </a:lnTo>
                    <a:lnTo>
                      <a:pt x="4562" y="10651"/>
                    </a:lnTo>
                    <a:lnTo>
                      <a:pt x="4541" y="10546"/>
                    </a:lnTo>
                    <a:lnTo>
                      <a:pt x="4395" y="10463"/>
                    </a:lnTo>
                    <a:lnTo>
                      <a:pt x="4185" y="10525"/>
                    </a:lnTo>
                    <a:lnTo>
                      <a:pt x="4060" y="10630"/>
                    </a:lnTo>
                    <a:lnTo>
                      <a:pt x="4123" y="10504"/>
                    </a:lnTo>
                    <a:lnTo>
                      <a:pt x="4039" y="10358"/>
                    </a:lnTo>
                    <a:lnTo>
                      <a:pt x="3892" y="10295"/>
                    </a:lnTo>
                    <a:lnTo>
                      <a:pt x="3830" y="10316"/>
                    </a:lnTo>
                    <a:lnTo>
                      <a:pt x="3767" y="10358"/>
                    </a:lnTo>
                    <a:lnTo>
                      <a:pt x="3725" y="10358"/>
                    </a:lnTo>
                    <a:lnTo>
                      <a:pt x="3599" y="10525"/>
                    </a:lnTo>
                    <a:lnTo>
                      <a:pt x="3495" y="10525"/>
                    </a:lnTo>
                    <a:lnTo>
                      <a:pt x="3558" y="10337"/>
                    </a:lnTo>
                    <a:lnTo>
                      <a:pt x="3453" y="10232"/>
                    </a:lnTo>
                    <a:lnTo>
                      <a:pt x="3809" y="10232"/>
                    </a:lnTo>
                    <a:lnTo>
                      <a:pt x="3830" y="10191"/>
                    </a:lnTo>
                    <a:lnTo>
                      <a:pt x="3725" y="10044"/>
                    </a:lnTo>
                    <a:lnTo>
                      <a:pt x="3767" y="9981"/>
                    </a:lnTo>
                    <a:lnTo>
                      <a:pt x="3830" y="9793"/>
                    </a:lnTo>
                    <a:lnTo>
                      <a:pt x="3830" y="9709"/>
                    </a:lnTo>
                    <a:lnTo>
                      <a:pt x="3934" y="9605"/>
                    </a:lnTo>
                    <a:lnTo>
                      <a:pt x="3934" y="9668"/>
                    </a:lnTo>
                    <a:lnTo>
                      <a:pt x="3955" y="9730"/>
                    </a:lnTo>
                    <a:lnTo>
                      <a:pt x="3934" y="9835"/>
                    </a:lnTo>
                    <a:lnTo>
                      <a:pt x="3871" y="9898"/>
                    </a:lnTo>
                    <a:lnTo>
                      <a:pt x="3934" y="10128"/>
                    </a:lnTo>
                    <a:lnTo>
                      <a:pt x="4164" y="10421"/>
                    </a:lnTo>
                    <a:lnTo>
                      <a:pt x="4332" y="10442"/>
                    </a:lnTo>
                    <a:lnTo>
                      <a:pt x="4353" y="10421"/>
                    </a:lnTo>
                    <a:lnTo>
                      <a:pt x="4478" y="10421"/>
                    </a:lnTo>
                    <a:lnTo>
                      <a:pt x="4771" y="10546"/>
                    </a:lnTo>
                    <a:lnTo>
                      <a:pt x="4813" y="10525"/>
                    </a:lnTo>
                    <a:lnTo>
                      <a:pt x="4897" y="10358"/>
                    </a:lnTo>
                    <a:lnTo>
                      <a:pt x="4980" y="10295"/>
                    </a:lnTo>
                    <a:lnTo>
                      <a:pt x="5022" y="10295"/>
                    </a:lnTo>
                    <a:lnTo>
                      <a:pt x="4980" y="10358"/>
                    </a:lnTo>
                    <a:lnTo>
                      <a:pt x="5064" y="10400"/>
                    </a:lnTo>
                    <a:lnTo>
                      <a:pt x="5169" y="10337"/>
                    </a:lnTo>
                    <a:lnTo>
                      <a:pt x="5190" y="10253"/>
                    </a:lnTo>
                    <a:lnTo>
                      <a:pt x="5211" y="10212"/>
                    </a:lnTo>
                    <a:lnTo>
                      <a:pt x="5273" y="10253"/>
                    </a:lnTo>
                    <a:lnTo>
                      <a:pt x="5399" y="10212"/>
                    </a:lnTo>
                    <a:lnTo>
                      <a:pt x="5399" y="10086"/>
                    </a:lnTo>
                    <a:lnTo>
                      <a:pt x="5545" y="9981"/>
                    </a:lnTo>
                    <a:lnTo>
                      <a:pt x="5545" y="9877"/>
                    </a:lnTo>
                    <a:lnTo>
                      <a:pt x="5524" y="9835"/>
                    </a:lnTo>
                    <a:lnTo>
                      <a:pt x="5420" y="9835"/>
                    </a:lnTo>
                    <a:lnTo>
                      <a:pt x="5524" y="9730"/>
                    </a:lnTo>
                    <a:lnTo>
                      <a:pt x="5545" y="9521"/>
                    </a:lnTo>
                    <a:lnTo>
                      <a:pt x="5713" y="9500"/>
                    </a:lnTo>
                    <a:lnTo>
                      <a:pt x="5943" y="9563"/>
                    </a:lnTo>
                    <a:lnTo>
                      <a:pt x="6027" y="9626"/>
                    </a:lnTo>
                    <a:lnTo>
                      <a:pt x="6173" y="9626"/>
                    </a:lnTo>
                    <a:lnTo>
                      <a:pt x="6278" y="9563"/>
                    </a:lnTo>
                    <a:lnTo>
                      <a:pt x="6382" y="9563"/>
                    </a:lnTo>
                    <a:lnTo>
                      <a:pt x="6466" y="9668"/>
                    </a:lnTo>
                    <a:lnTo>
                      <a:pt x="6571" y="9626"/>
                    </a:lnTo>
                    <a:lnTo>
                      <a:pt x="6675" y="9521"/>
                    </a:lnTo>
                    <a:lnTo>
                      <a:pt x="6759" y="9479"/>
                    </a:lnTo>
                    <a:lnTo>
                      <a:pt x="6759" y="9396"/>
                    </a:lnTo>
                    <a:lnTo>
                      <a:pt x="6633" y="9396"/>
                    </a:lnTo>
                    <a:lnTo>
                      <a:pt x="6278" y="9207"/>
                    </a:lnTo>
                    <a:lnTo>
                      <a:pt x="6257" y="9144"/>
                    </a:lnTo>
                    <a:lnTo>
                      <a:pt x="6340" y="9082"/>
                    </a:lnTo>
                    <a:lnTo>
                      <a:pt x="6445" y="9103"/>
                    </a:lnTo>
                    <a:lnTo>
                      <a:pt x="6487" y="9165"/>
                    </a:lnTo>
                    <a:lnTo>
                      <a:pt x="6592" y="9144"/>
                    </a:lnTo>
                    <a:lnTo>
                      <a:pt x="6780" y="9291"/>
                    </a:lnTo>
                    <a:lnTo>
                      <a:pt x="6864" y="9270"/>
                    </a:lnTo>
                    <a:lnTo>
                      <a:pt x="6989" y="9165"/>
                    </a:lnTo>
                    <a:lnTo>
                      <a:pt x="7073" y="9144"/>
                    </a:lnTo>
                    <a:lnTo>
                      <a:pt x="7115" y="9061"/>
                    </a:lnTo>
                    <a:lnTo>
                      <a:pt x="7094" y="8935"/>
                    </a:lnTo>
                    <a:lnTo>
                      <a:pt x="6968" y="8831"/>
                    </a:lnTo>
                    <a:lnTo>
                      <a:pt x="6884" y="8831"/>
                    </a:lnTo>
                    <a:lnTo>
                      <a:pt x="6864" y="8747"/>
                    </a:lnTo>
                    <a:lnTo>
                      <a:pt x="6738" y="8684"/>
                    </a:lnTo>
                    <a:lnTo>
                      <a:pt x="6738" y="8642"/>
                    </a:lnTo>
                    <a:lnTo>
                      <a:pt x="6864" y="8663"/>
                    </a:lnTo>
                    <a:lnTo>
                      <a:pt x="6947" y="8684"/>
                    </a:lnTo>
                    <a:lnTo>
                      <a:pt x="6968" y="8768"/>
                    </a:lnTo>
                    <a:lnTo>
                      <a:pt x="7031" y="8789"/>
                    </a:lnTo>
                    <a:lnTo>
                      <a:pt x="7156" y="8789"/>
                    </a:lnTo>
                    <a:lnTo>
                      <a:pt x="7198" y="8852"/>
                    </a:lnTo>
                    <a:lnTo>
                      <a:pt x="7387" y="8726"/>
                    </a:lnTo>
                    <a:lnTo>
                      <a:pt x="7428" y="8726"/>
                    </a:lnTo>
                    <a:lnTo>
                      <a:pt x="7470" y="8538"/>
                    </a:lnTo>
                    <a:lnTo>
                      <a:pt x="7596" y="8328"/>
                    </a:lnTo>
                    <a:lnTo>
                      <a:pt x="7596" y="8224"/>
                    </a:lnTo>
                    <a:lnTo>
                      <a:pt x="7512" y="8161"/>
                    </a:lnTo>
                    <a:lnTo>
                      <a:pt x="7387" y="8056"/>
                    </a:lnTo>
                    <a:lnTo>
                      <a:pt x="7198" y="8056"/>
                    </a:lnTo>
                    <a:lnTo>
                      <a:pt x="7094" y="8119"/>
                    </a:lnTo>
                    <a:lnTo>
                      <a:pt x="7094" y="8035"/>
                    </a:lnTo>
                    <a:lnTo>
                      <a:pt x="7219" y="7994"/>
                    </a:lnTo>
                    <a:lnTo>
                      <a:pt x="7366" y="7994"/>
                    </a:lnTo>
                    <a:lnTo>
                      <a:pt x="7387" y="7931"/>
                    </a:lnTo>
                    <a:lnTo>
                      <a:pt x="7198" y="7784"/>
                    </a:lnTo>
                    <a:lnTo>
                      <a:pt x="7115" y="7743"/>
                    </a:lnTo>
                    <a:lnTo>
                      <a:pt x="7010" y="7743"/>
                    </a:lnTo>
                    <a:lnTo>
                      <a:pt x="6968" y="7722"/>
                    </a:lnTo>
                    <a:lnTo>
                      <a:pt x="6947" y="7743"/>
                    </a:lnTo>
                    <a:lnTo>
                      <a:pt x="6843" y="7784"/>
                    </a:lnTo>
                    <a:lnTo>
                      <a:pt x="6801" y="7743"/>
                    </a:lnTo>
                    <a:lnTo>
                      <a:pt x="6780" y="7784"/>
                    </a:lnTo>
                    <a:lnTo>
                      <a:pt x="6675" y="7784"/>
                    </a:lnTo>
                    <a:lnTo>
                      <a:pt x="6675" y="7701"/>
                    </a:lnTo>
                    <a:lnTo>
                      <a:pt x="6696" y="7638"/>
                    </a:lnTo>
                    <a:lnTo>
                      <a:pt x="6487" y="7533"/>
                    </a:lnTo>
                    <a:lnTo>
                      <a:pt x="6466" y="7491"/>
                    </a:lnTo>
                    <a:lnTo>
                      <a:pt x="6466" y="7491"/>
                    </a:lnTo>
                    <a:lnTo>
                      <a:pt x="6571" y="7533"/>
                    </a:lnTo>
                    <a:lnTo>
                      <a:pt x="6759" y="7575"/>
                    </a:lnTo>
                    <a:lnTo>
                      <a:pt x="6843" y="7617"/>
                    </a:lnTo>
                    <a:lnTo>
                      <a:pt x="6801" y="7701"/>
                    </a:lnTo>
                    <a:lnTo>
                      <a:pt x="6801" y="7701"/>
                    </a:lnTo>
                    <a:lnTo>
                      <a:pt x="6989" y="7638"/>
                    </a:lnTo>
                    <a:lnTo>
                      <a:pt x="7198" y="7638"/>
                    </a:lnTo>
                    <a:lnTo>
                      <a:pt x="7324" y="7743"/>
                    </a:lnTo>
                    <a:lnTo>
                      <a:pt x="7366" y="7722"/>
                    </a:lnTo>
                    <a:lnTo>
                      <a:pt x="7387" y="7596"/>
                    </a:lnTo>
                    <a:lnTo>
                      <a:pt x="7115" y="7512"/>
                    </a:lnTo>
                    <a:lnTo>
                      <a:pt x="6905" y="7491"/>
                    </a:lnTo>
                    <a:lnTo>
                      <a:pt x="6759" y="7429"/>
                    </a:lnTo>
                    <a:lnTo>
                      <a:pt x="6780" y="7387"/>
                    </a:lnTo>
                    <a:lnTo>
                      <a:pt x="6884" y="7366"/>
                    </a:lnTo>
                    <a:lnTo>
                      <a:pt x="6989" y="7429"/>
                    </a:lnTo>
                    <a:lnTo>
                      <a:pt x="7219" y="7491"/>
                    </a:lnTo>
                    <a:lnTo>
                      <a:pt x="7408" y="7491"/>
                    </a:lnTo>
                    <a:lnTo>
                      <a:pt x="7470" y="7596"/>
                    </a:lnTo>
                    <a:lnTo>
                      <a:pt x="7470" y="7722"/>
                    </a:lnTo>
                    <a:lnTo>
                      <a:pt x="7491" y="7805"/>
                    </a:lnTo>
                    <a:lnTo>
                      <a:pt x="7638" y="7910"/>
                    </a:lnTo>
                    <a:lnTo>
                      <a:pt x="7805" y="7952"/>
                    </a:lnTo>
                    <a:lnTo>
                      <a:pt x="7889" y="8035"/>
                    </a:lnTo>
                    <a:lnTo>
                      <a:pt x="7910" y="8035"/>
                    </a:lnTo>
                    <a:lnTo>
                      <a:pt x="7993" y="7994"/>
                    </a:lnTo>
                    <a:lnTo>
                      <a:pt x="7952" y="7847"/>
                    </a:lnTo>
                    <a:lnTo>
                      <a:pt x="7993" y="7743"/>
                    </a:lnTo>
                    <a:lnTo>
                      <a:pt x="7952" y="7701"/>
                    </a:lnTo>
                    <a:lnTo>
                      <a:pt x="8056" y="7617"/>
                    </a:lnTo>
                    <a:lnTo>
                      <a:pt x="7993" y="7575"/>
                    </a:lnTo>
                    <a:lnTo>
                      <a:pt x="7680" y="7491"/>
                    </a:lnTo>
                    <a:lnTo>
                      <a:pt x="7554" y="7512"/>
                    </a:lnTo>
                    <a:lnTo>
                      <a:pt x="7512" y="7512"/>
                    </a:lnTo>
                    <a:lnTo>
                      <a:pt x="7408" y="7408"/>
                    </a:lnTo>
                    <a:lnTo>
                      <a:pt x="7282" y="7387"/>
                    </a:lnTo>
                    <a:lnTo>
                      <a:pt x="7198" y="7282"/>
                    </a:lnTo>
                    <a:lnTo>
                      <a:pt x="7115" y="7282"/>
                    </a:lnTo>
                    <a:lnTo>
                      <a:pt x="7073" y="7324"/>
                    </a:lnTo>
                    <a:lnTo>
                      <a:pt x="6989" y="7324"/>
                    </a:lnTo>
                    <a:lnTo>
                      <a:pt x="7010" y="7219"/>
                    </a:lnTo>
                    <a:lnTo>
                      <a:pt x="6864" y="7178"/>
                    </a:lnTo>
                    <a:lnTo>
                      <a:pt x="6843" y="7094"/>
                    </a:lnTo>
                    <a:lnTo>
                      <a:pt x="6947" y="7073"/>
                    </a:lnTo>
                    <a:lnTo>
                      <a:pt x="6989" y="7115"/>
                    </a:lnTo>
                    <a:lnTo>
                      <a:pt x="7094" y="7157"/>
                    </a:lnTo>
                    <a:lnTo>
                      <a:pt x="7156" y="7073"/>
                    </a:lnTo>
                    <a:lnTo>
                      <a:pt x="7115" y="7010"/>
                    </a:lnTo>
                    <a:lnTo>
                      <a:pt x="7156" y="6968"/>
                    </a:lnTo>
                    <a:lnTo>
                      <a:pt x="7219" y="7052"/>
                    </a:lnTo>
                    <a:lnTo>
                      <a:pt x="7219" y="7178"/>
                    </a:lnTo>
                    <a:lnTo>
                      <a:pt x="7324" y="7219"/>
                    </a:lnTo>
                    <a:lnTo>
                      <a:pt x="7638" y="7303"/>
                    </a:lnTo>
                    <a:lnTo>
                      <a:pt x="7700" y="7261"/>
                    </a:lnTo>
                    <a:lnTo>
                      <a:pt x="7554" y="7052"/>
                    </a:lnTo>
                    <a:lnTo>
                      <a:pt x="7408" y="6989"/>
                    </a:lnTo>
                    <a:lnTo>
                      <a:pt x="7303" y="6947"/>
                    </a:lnTo>
                    <a:lnTo>
                      <a:pt x="7303" y="6864"/>
                    </a:lnTo>
                    <a:lnTo>
                      <a:pt x="7324" y="6801"/>
                    </a:lnTo>
                    <a:lnTo>
                      <a:pt x="7408" y="6906"/>
                    </a:lnTo>
                    <a:lnTo>
                      <a:pt x="7554" y="6906"/>
                    </a:lnTo>
                    <a:lnTo>
                      <a:pt x="7638" y="6968"/>
                    </a:lnTo>
                    <a:lnTo>
                      <a:pt x="7680" y="7073"/>
                    </a:lnTo>
                    <a:lnTo>
                      <a:pt x="7721" y="7052"/>
                    </a:lnTo>
                    <a:lnTo>
                      <a:pt x="7805" y="7157"/>
                    </a:lnTo>
                    <a:lnTo>
                      <a:pt x="7910" y="7199"/>
                    </a:lnTo>
                    <a:lnTo>
                      <a:pt x="7952" y="7261"/>
                    </a:lnTo>
                    <a:lnTo>
                      <a:pt x="8014" y="7282"/>
                    </a:lnTo>
                    <a:lnTo>
                      <a:pt x="8077" y="7178"/>
                    </a:lnTo>
                    <a:lnTo>
                      <a:pt x="8203" y="7178"/>
                    </a:lnTo>
                    <a:lnTo>
                      <a:pt x="8307" y="7282"/>
                    </a:lnTo>
                    <a:lnTo>
                      <a:pt x="8349" y="7261"/>
                    </a:lnTo>
                    <a:lnTo>
                      <a:pt x="8349" y="7157"/>
                    </a:lnTo>
                    <a:lnTo>
                      <a:pt x="8412" y="7157"/>
                    </a:lnTo>
                    <a:lnTo>
                      <a:pt x="8516" y="7261"/>
                    </a:lnTo>
                    <a:lnTo>
                      <a:pt x="8642" y="7261"/>
                    </a:lnTo>
                    <a:lnTo>
                      <a:pt x="8684" y="7199"/>
                    </a:lnTo>
                    <a:lnTo>
                      <a:pt x="8684" y="6885"/>
                    </a:lnTo>
                    <a:lnTo>
                      <a:pt x="8433" y="6634"/>
                    </a:lnTo>
                    <a:lnTo>
                      <a:pt x="8349" y="6634"/>
                    </a:lnTo>
                    <a:lnTo>
                      <a:pt x="8307" y="6655"/>
                    </a:lnTo>
                    <a:lnTo>
                      <a:pt x="8224" y="6634"/>
                    </a:lnTo>
                    <a:lnTo>
                      <a:pt x="8244" y="6571"/>
                    </a:lnTo>
                    <a:lnTo>
                      <a:pt x="8433" y="6550"/>
                    </a:lnTo>
                    <a:lnTo>
                      <a:pt x="8516" y="6571"/>
                    </a:lnTo>
                    <a:lnTo>
                      <a:pt x="8558" y="6550"/>
                    </a:lnTo>
                    <a:lnTo>
                      <a:pt x="8642" y="6592"/>
                    </a:lnTo>
                    <a:lnTo>
                      <a:pt x="8642" y="6696"/>
                    </a:lnTo>
                    <a:lnTo>
                      <a:pt x="8684" y="6759"/>
                    </a:lnTo>
                    <a:lnTo>
                      <a:pt x="8851" y="6780"/>
                    </a:lnTo>
                    <a:lnTo>
                      <a:pt x="8851" y="6968"/>
                    </a:lnTo>
                    <a:lnTo>
                      <a:pt x="8893" y="7052"/>
                    </a:lnTo>
                    <a:lnTo>
                      <a:pt x="8998" y="7052"/>
                    </a:lnTo>
                    <a:lnTo>
                      <a:pt x="9060" y="7094"/>
                    </a:lnTo>
                    <a:lnTo>
                      <a:pt x="9353" y="7115"/>
                    </a:lnTo>
                    <a:lnTo>
                      <a:pt x="9500" y="7115"/>
                    </a:lnTo>
                    <a:lnTo>
                      <a:pt x="9688" y="6947"/>
                    </a:lnTo>
                    <a:lnTo>
                      <a:pt x="9709" y="6864"/>
                    </a:lnTo>
                    <a:lnTo>
                      <a:pt x="9605" y="6801"/>
                    </a:lnTo>
                    <a:lnTo>
                      <a:pt x="9563" y="6843"/>
                    </a:lnTo>
                    <a:lnTo>
                      <a:pt x="9500" y="6780"/>
                    </a:lnTo>
                    <a:lnTo>
                      <a:pt x="9563" y="6759"/>
                    </a:lnTo>
                    <a:lnTo>
                      <a:pt x="9709" y="6696"/>
                    </a:lnTo>
                    <a:lnTo>
                      <a:pt x="9835" y="6738"/>
                    </a:lnTo>
                    <a:lnTo>
                      <a:pt x="9981" y="6675"/>
                    </a:lnTo>
                    <a:lnTo>
                      <a:pt x="10002" y="6571"/>
                    </a:lnTo>
                    <a:lnTo>
                      <a:pt x="9918" y="6466"/>
                    </a:lnTo>
                    <a:lnTo>
                      <a:pt x="9625" y="6466"/>
                    </a:lnTo>
                    <a:lnTo>
                      <a:pt x="9395" y="6424"/>
                    </a:lnTo>
                    <a:lnTo>
                      <a:pt x="9416" y="6362"/>
                    </a:lnTo>
                    <a:lnTo>
                      <a:pt x="9521" y="6362"/>
                    </a:lnTo>
                    <a:lnTo>
                      <a:pt x="9563" y="6257"/>
                    </a:lnTo>
                    <a:lnTo>
                      <a:pt x="9605" y="6278"/>
                    </a:lnTo>
                    <a:lnTo>
                      <a:pt x="9625" y="6383"/>
                    </a:lnTo>
                    <a:lnTo>
                      <a:pt x="9709" y="6383"/>
                    </a:lnTo>
                    <a:lnTo>
                      <a:pt x="9772" y="6341"/>
                    </a:lnTo>
                    <a:lnTo>
                      <a:pt x="9981" y="6424"/>
                    </a:lnTo>
                    <a:lnTo>
                      <a:pt x="10044" y="6362"/>
                    </a:lnTo>
                    <a:lnTo>
                      <a:pt x="10149" y="6445"/>
                    </a:lnTo>
                    <a:lnTo>
                      <a:pt x="10211" y="6445"/>
                    </a:lnTo>
                    <a:lnTo>
                      <a:pt x="10316" y="6320"/>
                    </a:lnTo>
                    <a:lnTo>
                      <a:pt x="10295" y="6236"/>
                    </a:lnTo>
                    <a:lnTo>
                      <a:pt x="10149" y="6152"/>
                    </a:lnTo>
                    <a:lnTo>
                      <a:pt x="10211" y="6048"/>
                    </a:lnTo>
                    <a:lnTo>
                      <a:pt x="10253" y="6006"/>
                    </a:lnTo>
                    <a:lnTo>
                      <a:pt x="10232" y="5839"/>
                    </a:lnTo>
                    <a:lnTo>
                      <a:pt x="10316" y="5901"/>
                    </a:lnTo>
                    <a:lnTo>
                      <a:pt x="10316" y="6006"/>
                    </a:lnTo>
                    <a:lnTo>
                      <a:pt x="10253" y="6069"/>
                    </a:lnTo>
                    <a:lnTo>
                      <a:pt x="10295" y="6152"/>
                    </a:lnTo>
                    <a:lnTo>
                      <a:pt x="10358" y="6173"/>
                    </a:lnTo>
                    <a:lnTo>
                      <a:pt x="10441" y="6111"/>
                    </a:lnTo>
                    <a:lnTo>
                      <a:pt x="10734" y="6111"/>
                    </a:lnTo>
                    <a:lnTo>
                      <a:pt x="10776" y="6027"/>
                    </a:lnTo>
                    <a:lnTo>
                      <a:pt x="10923" y="5922"/>
                    </a:lnTo>
                    <a:lnTo>
                      <a:pt x="10881" y="5797"/>
                    </a:lnTo>
                    <a:lnTo>
                      <a:pt x="10944" y="5755"/>
                    </a:lnTo>
                    <a:lnTo>
                      <a:pt x="11048" y="5755"/>
                    </a:lnTo>
                    <a:lnTo>
                      <a:pt x="11132" y="5650"/>
                    </a:lnTo>
                    <a:lnTo>
                      <a:pt x="11216" y="5692"/>
                    </a:lnTo>
                    <a:lnTo>
                      <a:pt x="11299" y="5629"/>
                    </a:lnTo>
                    <a:lnTo>
                      <a:pt x="11550" y="5608"/>
                    </a:lnTo>
                    <a:lnTo>
                      <a:pt x="11613" y="5483"/>
                    </a:lnTo>
                    <a:lnTo>
                      <a:pt x="11822" y="5420"/>
                    </a:lnTo>
                    <a:lnTo>
                      <a:pt x="11927" y="5336"/>
                    </a:lnTo>
                    <a:lnTo>
                      <a:pt x="12073" y="5336"/>
                    </a:lnTo>
                    <a:lnTo>
                      <a:pt x="12136" y="5315"/>
                    </a:lnTo>
                    <a:lnTo>
                      <a:pt x="12262" y="5315"/>
                    </a:lnTo>
                    <a:lnTo>
                      <a:pt x="12429" y="5232"/>
                    </a:lnTo>
                    <a:lnTo>
                      <a:pt x="12555" y="5106"/>
                    </a:lnTo>
                    <a:lnTo>
                      <a:pt x="12659" y="5085"/>
                    </a:lnTo>
                    <a:lnTo>
                      <a:pt x="12743" y="4960"/>
                    </a:lnTo>
                    <a:lnTo>
                      <a:pt x="12952" y="4918"/>
                    </a:lnTo>
                    <a:lnTo>
                      <a:pt x="13036" y="4876"/>
                    </a:lnTo>
                    <a:lnTo>
                      <a:pt x="13224" y="4771"/>
                    </a:lnTo>
                    <a:lnTo>
                      <a:pt x="13308" y="4604"/>
                    </a:lnTo>
                    <a:lnTo>
                      <a:pt x="13371" y="4458"/>
                    </a:lnTo>
                    <a:lnTo>
                      <a:pt x="13182" y="4458"/>
                    </a:lnTo>
                    <a:lnTo>
                      <a:pt x="13057" y="4478"/>
                    </a:lnTo>
                    <a:lnTo>
                      <a:pt x="12973" y="4437"/>
                    </a:lnTo>
                    <a:lnTo>
                      <a:pt x="12848" y="4458"/>
                    </a:lnTo>
                    <a:lnTo>
                      <a:pt x="12659" y="4646"/>
                    </a:lnTo>
                    <a:lnTo>
                      <a:pt x="12387" y="4667"/>
                    </a:lnTo>
                    <a:lnTo>
                      <a:pt x="11927" y="4709"/>
                    </a:lnTo>
                    <a:lnTo>
                      <a:pt x="11801" y="4688"/>
                    </a:lnTo>
                    <a:lnTo>
                      <a:pt x="11488" y="4688"/>
                    </a:lnTo>
                    <a:lnTo>
                      <a:pt x="11299" y="4771"/>
                    </a:lnTo>
                    <a:lnTo>
                      <a:pt x="11299" y="4667"/>
                    </a:lnTo>
                    <a:lnTo>
                      <a:pt x="11174" y="4667"/>
                    </a:lnTo>
                    <a:lnTo>
                      <a:pt x="11216" y="4562"/>
                    </a:lnTo>
                    <a:lnTo>
                      <a:pt x="11362" y="4562"/>
                    </a:lnTo>
                    <a:lnTo>
                      <a:pt x="11446" y="4583"/>
                    </a:lnTo>
                    <a:lnTo>
                      <a:pt x="11550" y="4541"/>
                    </a:lnTo>
                    <a:lnTo>
                      <a:pt x="11571" y="4604"/>
                    </a:lnTo>
                    <a:lnTo>
                      <a:pt x="11718" y="4604"/>
                    </a:lnTo>
                    <a:lnTo>
                      <a:pt x="11906" y="4583"/>
                    </a:lnTo>
                    <a:lnTo>
                      <a:pt x="12032" y="4583"/>
                    </a:lnTo>
                    <a:lnTo>
                      <a:pt x="12346" y="4541"/>
                    </a:lnTo>
                    <a:lnTo>
                      <a:pt x="12848" y="4332"/>
                    </a:lnTo>
                    <a:lnTo>
                      <a:pt x="12931" y="4269"/>
                    </a:lnTo>
                    <a:lnTo>
                      <a:pt x="12848" y="4186"/>
                    </a:lnTo>
                    <a:lnTo>
                      <a:pt x="12638" y="4144"/>
                    </a:lnTo>
                    <a:lnTo>
                      <a:pt x="12262" y="4081"/>
                    </a:lnTo>
                    <a:lnTo>
                      <a:pt x="12199" y="3976"/>
                    </a:lnTo>
                    <a:lnTo>
                      <a:pt x="12199" y="3976"/>
                    </a:lnTo>
                    <a:lnTo>
                      <a:pt x="12346" y="4060"/>
                    </a:lnTo>
                    <a:lnTo>
                      <a:pt x="12450" y="4039"/>
                    </a:lnTo>
                    <a:lnTo>
                      <a:pt x="12450" y="3976"/>
                    </a:lnTo>
                    <a:lnTo>
                      <a:pt x="12325" y="3851"/>
                    </a:lnTo>
                    <a:lnTo>
                      <a:pt x="12304" y="3725"/>
                    </a:lnTo>
                    <a:lnTo>
                      <a:pt x="12408" y="3851"/>
                    </a:lnTo>
                    <a:lnTo>
                      <a:pt x="12597" y="4060"/>
                    </a:lnTo>
                    <a:lnTo>
                      <a:pt x="12638" y="4060"/>
                    </a:lnTo>
                    <a:lnTo>
                      <a:pt x="12722" y="4018"/>
                    </a:lnTo>
                    <a:lnTo>
                      <a:pt x="12764" y="4081"/>
                    </a:lnTo>
                    <a:lnTo>
                      <a:pt x="12973" y="4081"/>
                    </a:lnTo>
                    <a:lnTo>
                      <a:pt x="13057" y="4144"/>
                    </a:lnTo>
                    <a:lnTo>
                      <a:pt x="13141" y="4144"/>
                    </a:lnTo>
                    <a:lnTo>
                      <a:pt x="13287" y="4165"/>
                    </a:lnTo>
                    <a:lnTo>
                      <a:pt x="13371" y="4123"/>
                    </a:lnTo>
                    <a:lnTo>
                      <a:pt x="13308" y="4081"/>
                    </a:lnTo>
                    <a:lnTo>
                      <a:pt x="13162" y="4060"/>
                    </a:lnTo>
                    <a:lnTo>
                      <a:pt x="13162" y="3976"/>
                    </a:lnTo>
                    <a:lnTo>
                      <a:pt x="13350" y="4018"/>
                    </a:lnTo>
                    <a:lnTo>
                      <a:pt x="13475" y="4060"/>
                    </a:lnTo>
                    <a:lnTo>
                      <a:pt x="13601" y="4165"/>
                    </a:lnTo>
                    <a:lnTo>
                      <a:pt x="13664" y="4144"/>
                    </a:lnTo>
                    <a:lnTo>
                      <a:pt x="13706" y="4018"/>
                    </a:lnTo>
                    <a:lnTo>
                      <a:pt x="13810" y="4081"/>
                    </a:lnTo>
                    <a:lnTo>
                      <a:pt x="13978" y="4081"/>
                    </a:lnTo>
                    <a:lnTo>
                      <a:pt x="14124" y="4039"/>
                    </a:lnTo>
                    <a:lnTo>
                      <a:pt x="14229" y="4018"/>
                    </a:lnTo>
                    <a:lnTo>
                      <a:pt x="14354" y="3914"/>
                    </a:lnTo>
                    <a:lnTo>
                      <a:pt x="14710" y="3746"/>
                    </a:lnTo>
                    <a:lnTo>
                      <a:pt x="14794" y="3662"/>
                    </a:lnTo>
                    <a:lnTo>
                      <a:pt x="14794" y="3621"/>
                    </a:lnTo>
                    <a:lnTo>
                      <a:pt x="14877" y="3600"/>
                    </a:lnTo>
                    <a:lnTo>
                      <a:pt x="15003" y="3621"/>
                    </a:lnTo>
                    <a:lnTo>
                      <a:pt x="15045" y="3558"/>
                    </a:lnTo>
                    <a:lnTo>
                      <a:pt x="15275" y="3432"/>
                    </a:lnTo>
                    <a:lnTo>
                      <a:pt x="15400" y="3181"/>
                    </a:lnTo>
                    <a:lnTo>
                      <a:pt x="15463" y="2909"/>
                    </a:lnTo>
                    <a:lnTo>
                      <a:pt x="15442" y="2721"/>
                    </a:lnTo>
                    <a:lnTo>
                      <a:pt x="15379" y="2595"/>
                    </a:lnTo>
                    <a:lnTo>
                      <a:pt x="15233" y="2512"/>
                    </a:lnTo>
                    <a:lnTo>
                      <a:pt x="15149" y="2512"/>
                    </a:lnTo>
                    <a:lnTo>
                      <a:pt x="15128" y="2554"/>
                    </a:lnTo>
                    <a:lnTo>
                      <a:pt x="15024" y="2554"/>
                    </a:lnTo>
                    <a:lnTo>
                      <a:pt x="14961" y="2658"/>
                    </a:lnTo>
                    <a:lnTo>
                      <a:pt x="14877" y="2700"/>
                    </a:lnTo>
                    <a:lnTo>
                      <a:pt x="14835" y="2658"/>
                    </a:lnTo>
                    <a:lnTo>
                      <a:pt x="14961" y="2470"/>
                    </a:lnTo>
                    <a:lnTo>
                      <a:pt x="15003" y="2386"/>
                    </a:lnTo>
                    <a:lnTo>
                      <a:pt x="15107" y="2302"/>
                    </a:lnTo>
                    <a:lnTo>
                      <a:pt x="15128" y="2156"/>
                    </a:lnTo>
                    <a:lnTo>
                      <a:pt x="15066" y="2051"/>
                    </a:lnTo>
                    <a:lnTo>
                      <a:pt x="15024" y="2030"/>
                    </a:lnTo>
                    <a:lnTo>
                      <a:pt x="15107" y="1968"/>
                    </a:lnTo>
                    <a:lnTo>
                      <a:pt x="15170" y="1737"/>
                    </a:lnTo>
                    <a:lnTo>
                      <a:pt x="15066" y="1717"/>
                    </a:lnTo>
                    <a:lnTo>
                      <a:pt x="14940" y="1737"/>
                    </a:lnTo>
                    <a:lnTo>
                      <a:pt x="14919" y="1842"/>
                    </a:lnTo>
                    <a:lnTo>
                      <a:pt x="14856" y="1884"/>
                    </a:lnTo>
                    <a:lnTo>
                      <a:pt x="14794" y="1926"/>
                    </a:lnTo>
                    <a:lnTo>
                      <a:pt x="14731" y="1863"/>
                    </a:lnTo>
                    <a:lnTo>
                      <a:pt x="14794" y="1779"/>
                    </a:lnTo>
                    <a:lnTo>
                      <a:pt x="14794" y="1717"/>
                    </a:lnTo>
                    <a:lnTo>
                      <a:pt x="14835" y="1633"/>
                    </a:lnTo>
                    <a:lnTo>
                      <a:pt x="14814" y="1570"/>
                    </a:lnTo>
                    <a:lnTo>
                      <a:pt x="14689" y="1654"/>
                    </a:lnTo>
                    <a:lnTo>
                      <a:pt x="14626" y="1779"/>
                    </a:lnTo>
                    <a:lnTo>
                      <a:pt x="14584" y="1821"/>
                    </a:lnTo>
                    <a:lnTo>
                      <a:pt x="14522" y="1758"/>
                    </a:lnTo>
                    <a:lnTo>
                      <a:pt x="14584" y="1633"/>
                    </a:lnTo>
                    <a:lnTo>
                      <a:pt x="14542" y="1549"/>
                    </a:lnTo>
                    <a:lnTo>
                      <a:pt x="14417" y="1549"/>
                    </a:lnTo>
                    <a:lnTo>
                      <a:pt x="14270" y="1633"/>
                    </a:lnTo>
                    <a:lnTo>
                      <a:pt x="14208" y="1737"/>
                    </a:lnTo>
                    <a:lnTo>
                      <a:pt x="14082" y="1737"/>
                    </a:lnTo>
                    <a:lnTo>
                      <a:pt x="14019" y="1779"/>
                    </a:lnTo>
                    <a:lnTo>
                      <a:pt x="13978" y="1884"/>
                    </a:lnTo>
                    <a:lnTo>
                      <a:pt x="13894" y="1884"/>
                    </a:lnTo>
                    <a:lnTo>
                      <a:pt x="13789" y="1842"/>
                    </a:lnTo>
                    <a:lnTo>
                      <a:pt x="13580" y="1821"/>
                    </a:lnTo>
                    <a:lnTo>
                      <a:pt x="13308" y="1821"/>
                    </a:lnTo>
                    <a:lnTo>
                      <a:pt x="13496" y="1758"/>
                    </a:lnTo>
                    <a:lnTo>
                      <a:pt x="13559" y="1717"/>
                    </a:lnTo>
                    <a:lnTo>
                      <a:pt x="13643" y="1737"/>
                    </a:lnTo>
                    <a:lnTo>
                      <a:pt x="13747" y="1737"/>
                    </a:lnTo>
                    <a:lnTo>
                      <a:pt x="13894" y="1654"/>
                    </a:lnTo>
                    <a:lnTo>
                      <a:pt x="14019" y="1633"/>
                    </a:lnTo>
                    <a:lnTo>
                      <a:pt x="14124" y="1507"/>
                    </a:lnTo>
                    <a:lnTo>
                      <a:pt x="14333" y="1403"/>
                    </a:lnTo>
                    <a:lnTo>
                      <a:pt x="14396" y="1340"/>
                    </a:lnTo>
                    <a:lnTo>
                      <a:pt x="14354" y="1298"/>
                    </a:lnTo>
                    <a:lnTo>
                      <a:pt x="14270" y="1298"/>
                    </a:lnTo>
                    <a:lnTo>
                      <a:pt x="14061" y="1152"/>
                    </a:lnTo>
                    <a:lnTo>
                      <a:pt x="14019" y="1089"/>
                    </a:lnTo>
                    <a:lnTo>
                      <a:pt x="13978" y="1089"/>
                    </a:lnTo>
                    <a:lnTo>
                      <a:pt x="13873" y="1131"/>
                    </a:lnTo>
                    <a:lnTo>
                      <a:pt x="13810" y="1193"/>
                    </a:lnTo>
                    <a:lnTo>
                      <a:pt x="13747" y="1152"/>
                    </a:lnTo>
                    <a:lnTo>
                      <a:pt x="13706" y="1089"/>
                    </a:lnTo>
                    <a:lnTo>
                      <a:pt x="13789" y="1005"/>
                    </a:lnTo>
                    <a:lnTo>
                      <a:pt x="13768" y="921"/>
                    </a:lnTo>
                    <a:lnTo>
                      <a:pt x="13601" y="942"/>
                    </a:lnTo>
                    <a:lnTo>
                      <a:pt x="13538" y="1047"/>
                    </a:lnTo>
                    <a:lnTo>
                      <a:pt x="13454" y="1026"/>
                    </a:lnTo>
                    <a:lnTo>
                      <a:pt x="13454" y="901"/>
                    </a:lnTo>
                    <a:lnTo>
                      <a:pt x="13308" y="942"/>
                    </a:lnTo>
                    <a:lnTo>
                      <a:pt x="13266" y="1005"/>
                    </a:lnTo>
                    <a:lnTo>
                      <a:pt x="13224" y="921"/>
                    </a:lnTo>
                    <a:lnTo>
                      <a:pt x="13287" y="838"/>
                    </a:lnTo>
                    <a:lnTo>
                      <a:pt x="13245" y="775"/>
                    </a:lnTo>
                    <a:lnTo>
                      <a:pt x="13308" y="775"/>
                    </a:lnTo>
                    <a:lnTo>
                      <a:pt x="13371" y="691"/>
                    </a:lnTo>
                    <a:lnTo>
                      <a:pt x="13287" y="608"/>
                    </a:lnTo>
                    <a:lnTo>
                      <a:pt x="13078" y="587"/>
                    </a:lnTo>
                    <a:lnTo>
                      <a:pt x="12910" y="503"/>
                    </a:lnTo>
                    <a:lnTo>
                      <a:pt x="12785" y="524"/>
                    </a:lnTo>
                    <a:lnTo>
                      <a:pt x="12659" y="629"/>
                    </a:lnTo>
                    <a:lnTo>
                      <a:pt x="12638" y="733"/>
                    </a:lnTo>
                    <a:lnTo>
                      <a:pt x="12597" y="775"/>
                    </a:lnTo>
                    <a:lnTo>
                      <a:pt x="12513" y="670"/>
                    </a:lnTo>
                    <a:lnTo>
                      <a:pt x="12638" y="524"/>
                    </a:lnTo>
                    <a:lnTo>
                      <a:pt x="12659" y="461"/>
                    </a:lnTo>
                    <a:lnTo>
                      <a:pt x="12513" y="461"/>
                    </a:lnTo>
                    <a:lnTo>
                      <a:pt x="12387" y="377"/>
                    </a:lnTo>
                    <a:lnTo>
                      <a:pt x="12262" y="377"/>
                    </a:lnTo>
                    <a:lnTo>
                      <a:pt x="12199" y="482"/>
                    </a:lnTo>
                    <a:lnTo>
                      <a:pt x="12011" y="608"/>
                    </a:lnTo>
                    <a:lnTo>
                      <a:pt x="11885" y="733"/>
                    </a:lnTo>
                    <a:lnTo>
                      <a:pt x="11801" y="775"/>
                    </a:lnTo>
                    <a:lnTo>
                      <a:pt x="11781" y="712"/>
                    </a:lnTo>
                    <a:lnTo>
                      <a:pt x="11822" y="587"/>
                    </a:lnTo>
                    <a:lnTo>
                      <a:pt x="11822" y="419"/>
                    </a:lnTo>
                    <a:lnTo>
                      <a:pt x="11781" y="377"/>
                    </a:lnTo>
                    <a:lnTo>
                      <a:pt x="11739" y="273"/>
                    </a:lnTo>
                    <a:lnTo>
                      <a:pt x="11592" y="189"/>
                    </a:lnTo>
                    <a:lnTo>
                      <a:pt x="11467" y="210"/>
                    </a:lnTo>
                    <a:lnTo>
                      <a:pt x="11341" y="189"/>
                    </a:lnTo>
                    <a:lnTo>
                      <a:pt x="11278" y="85"/>
                    </a:lnTo>
                    <a:lnTo>
                      <a:pt x="11153" y="64"/>
                    </a:lnTo>
                    <a:lnTo>
                      <a:pt x="10985" y="105"/>
                    </a:lnTo>
                    <a:lnTo>
                      <a:pt x="10881" y="85"/>
                    </a:lnTo>
                    <a:lnTo>
                      <a:pt x="10818" y="64"/>
                    </a:lnTo>
                    <a:lnTo>
                      <a:pt x="10734" y="1"/>
                    </a:lnTo>
                    <a:lnTo>
                      <a:pt x="10651" y="64"/>
                    </a:lnTo>
                    <a:lnTo>
                      <a:pt x="10630" y="210"/>
                    </a:lnTo>
                    <a:lnTo>
                      <a:pt x="10734" y="461"/>
                    </a:lnTo>
                    <a:lnTo>
                      <a:pt x="10651" y="670"/>
                    </a:lnTo>
                    <a:lnTo>
                      <a:pt x="10651" y="817"/>
                    </a:lnTo>
                    <a:lnTo>
                      <a:pt x="10609" y="880"/>
                    </a:lnTo>
                    <a:lnTo>
                      <a:pt x="10525" y="838"/>
                    </a:lnTo>
                    <a:lnTo>
                      <a:pt x="10400" y="880"/>
                    </a:lnTo>
                    <a:lnTo>
                      <a:pt x="10337" y="817"/>
                    </a:lnTo>
                    <a:lnTo>
                      <a:pt x="10421" y="733"/>
                    </a:lnTo>
                    <a:lnTo>
                      <a:pt x="10358" y="566"/>
                    </a:lnTo>
                    <a:lnTo>
                      <a:pt x="10421" y="461"/>
                    </a:lnTo>
                    <a:lnTo>
                      <a:pt x="10441" y="315"/>
                    </a:lnTo>
                    <a:lnTo>
                      <a:pt x="10400" y="273"/>
                    </a:lnTo>
                    <a:lnTo>
                      <a:pt x="10232" y="398"/>
                    </a:lnTo>
                    <a:lnTo>
                      <a:pt x="10232" y="461"/>
                    </a:lnTo>
                    <a:lnTo>
                      <a:pt x="10149" y="482"/>
                    </a:lnTo>
                    <a:lnTo>
                      <a:pt x="10107" y="419"/>
                    </a:lnTo>
                    <a:lnTo>
                      <a:pt x="10149" y="273"/>
                    </a:lnTo>
                    <a:lnTo>
                      <a:pt x="10107" y="210"/>
                    </a:lnTo>
                    <a:lnTo>
                      <a:pt x="10044" y="252"/>
                    </a:lnTo>
                    <a:lnTo>
                      <a:pt x="9981" y="398"/>
                    </a:lnTo>
                    <a:lnTo>
                      <a:pt x="9897" y="398"/>
                    </a:lnTo>
                    <a:lnTo>
                      <a:pt x="9877" y="357"/>
                    </a:lnTo>
                    <a:lnTo>
                      <a:pt x="9918" y="252"/>
                    </a:lnTo>
                    <a:lnTo>
                      <a:pt x="9918" y="105"/>
                    </a:lnTo>
                    <a:lnTo>
                      <a:pt x="9897" y="64"/>
                    </a:lnTo>
                    <a:lnTo>
                      <a:pt x="962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38"/>
              <p:cNvSpPr/>
              <p:nvPr/>
            </p:nvSpPr>
            <p:spPr>
              <a:xfrm>
                <a:off x="2905300" y="2401625"/>
                <a:ext cx="91575" cy="98875"/>
              </a:xfrm>
              <a:custGeom>
                <a:rect b="b" l="l" r="r" t="t"/>
                <a:pathLst>
                  <a:path extrusionOk="0" h="3955" w="3663">
                    <a:moveTo>
                      <a:pt x="2909" y="2155"/>
                    </a:moveTo>
                    <a:lnTo>
                      <a:pt x="2872" y="2165"/>
                    </a:lnTo>
                    <a:lnTo>
                      <a:pt x="2872" y="2165"/>
                    </a:lnTo>
                    <a:lnTo>
                      <a:pt x="2878" y="2166"/>
                    </a:lnTo>
                    <a:lnTo>
                      <a:pt x="2878" y="2166"/>
                    </a:lnTo>
                    <a:lnTo>
                      <a:pt x="2930" y="2155"/>
                    </a:lnTo>
                    <a:close/>
                    <a:moveTo>
                      <a:pt x="2323" y="0"/>
                    </a:moveTo>
                    <a:lnTo>
                      <a:pt x="2260" y="42"/>
                    </a:lnTo>
                    <a:lnTo>
                      <a:pt x="2219" y="84"/>
                    </a:lnTo>
                    <a:lnTo>
                      <a:pt x="2135" y="84"/>
                    </a:lnTo>
                    <a:lnTo>
                      <a:pt x="2072" y="147"/>
                    </a:lnTo>
                    <a:lnTo>
                      <a:pt x="2009" y="188"/>
                    </a:lnTo>
                    <a:lnTo>
                      <a:pt x="1905" y="188"/>
                    </a:lnTo>
                    <a:lnTo>
                      <a:pt x="1779" y="293"/>
                    </a:lnTo>
                    <a:lnTo>
                      <a:pt x="1675" y="377"/>
                    </a:lnTo>
                    <a:lnTo>
                      <a:pt x="1675" y="460"/>
                    </a:lnTo>
                    <a:lnTo>
                      <a:pt x="1612" y="460"/>
                    </a:lnTo>
                    <a:lnTo>
                      <a:pt x="1570" y="419"/>
                    </a:lnTo>
                    <a:lnTo>
                      <a:pt x="1570" y="460"/>
                    </a:lnTo>
                    <a:lnTo>
                      <a:pt x="1591" y="481"/>
                    </a:lnTo>
                    <a:lnTo>
                      <a:pt x="1591" y="523"/>
                    </a:lnTo>
                    <a:lnTo>
                      <a:pt x="1528" y="586"/>
                    </a:lnTo>
                    <a:lnTo>
                      <a:pt x="1423" y="670"/>
                    </a:lnTo>
                    <a:lnTo>
                      <a:pt x="1382" y="691"/>
                    </a:lnTo>
                    <a:lnTo>
                      <a:pt x="1402" y="711"/>
                    </a:lnTo>
                    <a:lnTo>
                      <a:pt x="1382" y="774"/>
                    </a:lnTo>
                    <a:lnTo>
                      <a:pt x="1319" y="774"/>
                    </a:lnTo>
                    <a:lnTo>
                      <a:pt x="1319" y="816"/>
                    </a:lnTo>
                    <a:lnTo>
                      <a:pt x="1382" y="837"/>
                    </a:lnTo>
                    <a:lnTo>
                      <a:pt x="1319" y="879"/>
                    </a:lnTo>
                    <a:lnTo>
                      <a:pt x="1256" y="879"/>
                    </a:lnTo>
                    <a:lnTo>
                      <a:pt x="1193" y="942"/>
                    </a:lnTo>
                    <a:lnTo>
                      <a:pt x="1193" y="1004"/>
                    </a:lnTo>
                    <a:lnTo>
                      <a:pt x="1214" y="1004"/>
                    </a:lnTo>
                    <a:lnTo>
                      <a:pt x="1256" y="1025"/>
                    </a:lnTo>
                    <a:lnTo>
                      <a:pt x="1193" y="1046"/>
                    </a:lnTo>
                    <a:lnTo>
                      <a:pt x="1151" y="1046"/>
                    </a:lnTo>
                    <a:lnTo>
                      <a:pt x="1089" y="1151"/>
                    </a:lnTo>
                    <a:lnTo>
                      <a:pt x="1068" y="1214"/>
                    </a:lnTo>
                    <a:lnTo>
                      <a:pt x="942" y="1402"/>
                    </a:lnTo>
                    <a:lnTo>
                      <a:pt x="942" y="1444"/>
                    </a:lnTo>
                    <a:lnTo>
                      <a:pt x="984" y="1507"/>
                    </a:lnTo>
                    <a:lnTo>
                      <a:pt x="984" y="1548"/>
                    </a:lnTo>
                    <a:lnTo>
                      <a:pt x="963" y="1548"/>
                    </a:lnTo>
                    <a:lnTo>
                      <a:pt x="942" y="1527"/>
                    </a:lnTo>
                    <a:lnTo>
                      <a:pt x="900" y="1527"/>
                    </a:lnTo>
                    <a:lnTo>
                      <a:pt x="796" y="1569"/>
                    </a:lnTo>
                    <a:lnTo>
                      <a:pt x="754" y="1653"/>
                    </a:lnTo>
                    <a:lnTo>
                      <a:pt x="754" y="1716"/>
                    </a:lnTo>
                    <a:lnTo>
                      <a:pt x="796" y="1716"/>
                    </a:lnTo>
                    <a:lnTo>
                      <a:pt x="858" y="1758"/>
                    </a:lnTo>
                    <a:lnTo>
                      <a:pt x="838" y="1779"/>
                    </a:lnTo>
                    <a:lnTo>
                      <a:pt x="838" y="1841"/>
                    </a:lnTo>
                    <a:lnTo>
                      <a:pt x="775" y="1883"/>
                    </a:lnTo>
                    <a:lnTo>
                      <a:pt x="649" y="1862"/>
                    </a:lnTo>
                    <a:lnTo>
                      <a:pt x="628" y="1883"/>
                    </a:lnTo>
                    <a:lnTo>
                      <a:pt x="628" y="1946"/>
                    </a:lnTo>
                    <a:lnTo>
                      <a:pt x="545" y="2030"/>
                    </a:lnTo>
                    <a:lnTo>
                      <a:pt x="482" y="2134"/>
                    </a:lnTo>
                    <a:lnTo>
                      <a:pt x="440" y="2197"/>
                    </a:lnTo>
                    <a:lnTo>
                      <a:pt x="419" y="2197"/>
                    </a:lnTo>
                    <a:lnTo>
                      <a:pt x="419" y="2134"/>
                    </a:lnTo>
                    <a:lnTo>
                      <a:pt x="377" y="2197"/>
                    </a:lnTo>
                    <a:lnTo>
                      <a:pt x="335" y="2134"/>
                    </a:lnTo>
                    <a:lnTo>
                      <a:pt x="356" y="2072"/>
                    </a:lnTo>
                    <a:lnTo>
                      <a:pt x="440" y="2030"/>
                    </a:lnTo>
                    <a:lnTo>
                      <a:pt x="461" y="1967"/>
                    </a:lnTo>
                    <a:lnTo>
                      <a:pt x="440" y="1988"/>
                    </a:lnTo>
                    <a:lnTo>
                      <a:pt x="356" y="2051"/>
                    </a:lnTo>
                    <a:lnTo>
                      <a:pt x="231" y="2134"/>
                    </a:lnTo>
                    <a:lnTo>
                      <a:pt x="168" y="2260"/>
                    </a:lnTo>
                    <a:lnTo>
                      <a:pt x="231" y="2260"/>
                    </a:lnTo>
                    <a:lnTo>
                      <a:pt x="314" y="2239"/>
                    </a:lnTo>
                    <a:lnTo>
                      <a:pt x="461" y="2197"/>
                    </a:lnTo>
                    <a:lnTo>
                      <a:pt x="586" y="2197"/>
                    </a:lnTo>
                    <a:lnTo>
                      <a:pt x="524" y="2281"/>
                    </a:lnTo>
                    <a:lnTo>
                      <a:pt x="419" y="2406"/>
                    </a:lnTo>
                    <a:lnTo>
                      <a:pt x="335" y="2511"/>
                    </a:lnTo>
                    <a:lnTo>
                      <a:pt x="210" y="2595"/>
                    </a:lnTo>
                    <a:lnTo>
                      <a:pt x="105" y="2699"/>
                    </a:lnTo>
                    <a:lnTo>
                      <a:pt x="22" y="2699"/>
                    </a:lnTo>
                    <a:lnTo>
                      <a:pt x="1" y="2762"/>
                    </a:lnTo>
                    <a:lnTo>
                      <a:pt x="22" y="2804"/>
                    </a:lnTo>
                    <a:lnTo>
                      <a:pt x="1" y="2888"/>
                    </a:lnTo>
                    <a:lnTo>
                      <a:pt x="22" y="2929"/>
                    </a:lnTo>
                    <a:lnTo>
                      <a:pt x="63" y="2929"/>
                    </a:lnTo>
                    <a:lnTo>
                      <a:pt x="168" y="2971"/>
                    </a:lnTo>
                    <a:lnTo>
                      <a:pt x="314" y="2929"/>
                    </a:lnTo>
                    <a:lnTo>
                      <a:pt x="377" y="2888"/>
                    </a:lnTo>
                    <a:lnTo>
                      <a:pt x="482" y="2888"/>
                    </a:lnTo>
                    <a:lnTo>
                      <a:pt x="566" y="2825"/>
                    </a:lnTo>
                    <a:lnTo>
                      <a:pt x="586" y="2783"/>
                    </a:lnTo>
                    <a:lnTo>
                      <a:pt x="586" y="2804"/>
                    </a:lnTo>
                    <a:lnTo>
                      <a:pt x="545" y="2888"/>
                    </a:lnTo>
                    <a:lnTo>
                      <a:pt x="670" y="2908"/>
                    </a:lnTo>
                    <a:lnTo>
                      <a:pt x="754" y="2888"/>
                    </a:lnTo>
                    <a:lnTo>
                      <a:pt x="796" y="2929"/>
                    </a:lnTo>
                    <a:lnTo>
                      <a:pt x="963" y="2929"/>
                    </a:lnTo>
                    <a:lnTo>
                      <a:pt x="1047" y="2908"/>
                    </a:lnTo>
                    <a:lnTo>
                      <a:pt x="1068" y="2971"/>
                    </a:lnTo>
                    <a:lnTo>
                      <a:pt x="1110" y="3013"/>
                    </a:lnTo>
                    <a:lnTo>
                      <a:pt x="1214" y="3013"/>
                    </a:lnTo>
                    <a:lnTo>
                      <a:pt x="1256" y="2992"/>
                    </a:lnTo>
                    <a:lnTo>
                      <a:pt x="1277" y="3013"/>
                    </a:lnTo>
                    <a:lnTo>
                      <a:pt x="1361" y="3013"/>
                    </a:lnTo>
                    <a:lnTo>
                      <a:pt x="1402" y="2992"/>
                    </a:lnTo>
                    <a:lnTo>
                      <a:pt x="1402" y="2950"/>
                    </a:lnTo>
                    <a:lnTo>
                      <a:pt x="1486" y="2950"/>
                    </a:lnTo>
                    <a:lnTo>
                      <a:pt x="1507" y="2992"/>
                    </a:lnTo>
                    <a:lnTo>
                      <a:pt x="1570" y="2992"/>
                    </a:lnTo>
                    <a:lnTo>
                      <a:pt x="1591" y="2929"/>
                    </a:lnTo>
                    <a:lnTo>
                      <a:pt x="1633" y="2929"/>
                    </a:lnTo>
                    <a:lnTo>
                      <a:pt x="1695" y="2971"/>
                    </a:lnTo>
                    <a:lnTo>
                      <a:pt x="1716" y="2908"/>
                    </a:lnTo>
                    <a:lnTo>
                      <a:pt x="1716" y="2867"/>
                    </a:lnTo>
                    <a:lnTo>
                      <a:pt x="1716" y="2783"/>
                    </a:lnTo>
                    <a:lnTo>
                      <a:pt x="1737" y="2804"/>
                    </a:lnTo>
                    <a:lnTo>
                      <a:pt x="1779" y="2762"/>
                    </a:lnTo>
                    <a:lnTo>
                      <a:pt x="1821" y="2762"/>
                    </a:lnTo>
                    <a:lnTo>
                      <a:pt x="1800" y="2783"/>
                    </a:lnTo>
                    <a:lnTo>
                      <a:pt x="1779" y="2888"/>
                    </a:lnTo>
                    <a:lnTo>
                      <a:pt x="1800" y="2908"/>
                    </a:lnTo>
                    <a:lnTo>
                      <a:pt x="1821" y="2867"/>
                    </a:lnTo>
                    <a:lnTo>
                      <a:pt x="1884" y="2783"/>
                    </a:lnTo>
                    <a:lnTo>
                      <a:pt x="1905" y="2783"/>
                    </a:lnTo>
                    <a:lnTo>
                      <a:pt x="1905" y="2867"/>
                    </a:lnTo>
                    <a:lnTo>
                      <a:pt x="1884" y="2908"/>
                    </a:lnTo>
                    <a:lnTo>
                      <a:pt x="1884" y="2971"/>
                    </a:lnTo>
                    <a:lnTo>
                      <a:pt x="1947" y="2929"/>
                    </a:lnTo>
                    <a:lnTo>
                      <a:pt x="1988" y="2929"/>
                    </a:lnTo>
                    <a:lnTo>
                      <a:pt x="1988" y="2971"/>
                    </a:lnTo>
                    <a:lnTo>
                      <a:pt x="1884" y="3034"/>
                    </a:lnTo>
                    <a:lnTo>
                      <a:pt x="1779" y="3097"/>
                    </a:lnTo>
                    <a:lnTo>
                      <a:pt x="1800" y="3118"/>
                    </a:lnTo>
                    <a:lnTo>
                      <a:pt x="1821" y="3097"/>
                    </a:lnTo>
                    <a:lnTo>
                      <a:pt x="1884" y="3097"/>
                    </a:lnTo>
                    <a:lnTo>
                      <a:pt x="1905" y="3118"/>
                    </a:lnTo>
                    <a:lnTo>
                      <a:pt x="1947" y="3118"/>
                    </a:lnTo>
                    <a:lnTo>
                      <a:pt x="1988" y="3139"/>
                    </a:lnTo>
                    <a:lnTo>
                      <a:pt x="2030" y="3118"/>
                    </a:lnTo>
                    <a:lnTo>
                      <a:pt x="2114" y="3097"/>
                    </a:lnTo>
                    <a:lnTo>
                      <a:pt x="2135" y="3013"/>
                    </a:lnTo>
                    <a:lnTo>
                      <a:pt x="2135" y="2971"/>
                    </a:lnTo>
                    <a:lnTo>
                      <a:pt x="2198" y="2992"/>
                    </a:lnTo>
                    <a:lnTo>
                      <a:pt x="2260" y="3013"/>
                    </a:lnTo>
                    <a:lnTo>
                      <a:pt x="2323" y="3076"/>
                    </a:lnTo>
                    <a:lnTo>
                      <a:pt x="2365" y="3034"/>
                    </a:lnTo>
                    <a:lnTo>
                      <a:pt x="2428" y="3013"/>
                    </a:lnTo>
                    <a:lnTo>
                      <a:pt x="2511" y="3013"/>
                    </a:lnTo>
                    <a:lnTo>
                      <a:pt x="2449" y="3076"/>
                    </a:lnTo>
                    <a:lnTo>
                      <a:pt x="2449" y="3097"/>
                    </a:lnTo>
                    <a:lnTo>
                      <a:pt x="2344" y="3139"/>
                    </a:lnTo>
                    <a:lnTo>
                      <a:pt x="2239" y="3139"/>
                    </a:lnTo>
                    <a:lnTo>
                      <a:pt x="2198" y="3201"/>
                    </a:lnTo>
                    <a:lnTo>
                      <a:pt x="2198" y="3243"/>
                    </a:lnTo>
                    <a:lnTo>
                      <a:pt x="2156" y="3285"/>
                    </a:lnTo>
                    <a:lnTo>
                      <a:pt x="2135" y="3327"/>
                    </a:lnTo>
                    <a:lnTo>
                      <a:pt x="2051" y="3327"/>
                    </a:lnTo>
                    <a:lnTo>
                      <a:pt x="2009" y="3348"/>
                    </a:lnTo>
                    <a:lnTo>
                      <a:pt x="1988" y="3411"/>
                    </a:lnTo>
                    <a:lnTo>
                      <a:pt x="1926" y="3432"/>
                    </a:lnTo>
                    <a:lnTo>
                      <a:pt x="1821" y="3452"/>
                    </a:lnTo>
                    <a:lnTo>
                      <a:pt x="1737" y="3515"/>
                    </a:lnTo>
                    <a:lnTo>
                      <a:pt x="1716" y="3557"/>
                    </a:lnTo>
                    <a:lnTo>
                      <a:pt x="1737" y="3599"/>
                    </a:lnTo>
                    <a:lnTo>
                      <a:pt x="1779" y="3620"/>
                    </a:lnTo>
                    <a:lnTo>
                      <a:pt x="1842" y="3620"/>
                    </a:lnTo>
                    <a:lnTo>
                      <a:pt x="1884" y="3557"/>
                    </a:lnTo>
                    <a:lnTo>
                      <a:pt x="1905" y="3536"/>
                    </a:lnTo>
                    <a:lnTo>
                      <a:pt x="1947" y="3536"/>
                    </a:lnTo>
                    <a:lnTo>
                      <a:pt x="1947" y="3599"/>
                    </a:lnTo>
                    <a:lnTo>
                      <a:pt x="1988" y="3620"/>
                    </a:lnTo>
                    <a:lnTo>
                      <a:pt x="2051" y="3599"/>
                    </a:lnTo>
                    <a:lnTo>
                      <a:pt x="2114" y="3536"/>
                    </a:lnTo>
                    <a:lnTo>
                      <a:pt x="2135" y="3494"/>
                    </a:lnTo>
                    <a:lnTo>
                      <a:pt x="2156" y="3494"/>
                    </a:lnTo>
                    <a:lnTo>
                      <a:pt x="2198" y="3432"/>
                    </a:lnTo>
                    <a:lnTo>
                      <a:pt x="2219" y="3348"/>
                    </a:lnTo>
                    <a:lnTo>
                      <a:pt x="2260" y="3327"/>
                    </a:lnTo>
                    <a:lnTo>
                      <a:pt x="2365" y="3222"/>
                    </a:lnTo>
                    <a:lnTo>
                      <a:pt x="2428" y="3201"/>
                    </a:lnTo>
                    <a:lnTo>
                      <a:pt x="2470" y="3222"/>
                    </a:lnTo>
                    <a:lnTo>
                      <a:pt x="2553" y="3222"/>
                    </a:lnTo>
                    <a:lnTo>
                      <a:pt x="2511" y="3285"/>
                    </a:lnTo>
                    <a:lnTo>
                      <a:pt x="2553" y="3285"/>
                    </a:lnTo>
                    <a:lnTo>
                      <a:pt x="2616" y="3243"/>
                    </a:lnTo>
                    <a:lnTo>
                      <a:pt x="2658" y="3118"/>
                    </a:lnTo>
                    <a:lnTo>
                      <a:pt x="2721" y="3013"/>
                    </a:lnTo>
                    <a:lnTo>
                      <a:pt x="2721" y="2908"/>
                    </a:lnTo>
                    <a:lnTo>
                      <a:pt x="2742" y="2888"/>
                    </a:lnTo>
                    <a:lnTo>
                      <a:pt x="2763" y="2888"/>
                    </a:lnTo>
                    <a:lnTo>
                      <a:pt x="2825" y="2929"/>
                    </a:lnTo>
                    <a:lnTo>
                      <a:pt x="2846" y="2929"/>
                    </a:lnTo>
                    <a:lnTo>
                      <a:pt x="2888" y="2971"/>
                    </a:lnTo>
                    <a:lnTo>
                      <a:pt x="2888" y="3076"/>
                    </a:lnTo>
                    <a:lnTo>
                      <a:pt x="2867" y="3139"/>
                    </a:lnTo>
                    <a:lnTo>
                      <a:pt x="2846" y="3222"/>
                    </a:lnTo>
                    <a:lnTo>
                      <a:pt x="2867" y="3285"/>
                    </a:lnTo>
                    <a:lnTo>
                      <a:pt x="2846" y="3327"/>
                    </a:lnTo>
                    <a:lnTo>
                      <a:pt x="2763" y="3411"/>
                    </a:lnTo>
                    <a:lnTo>
                      <a:pt x="2721" y="3557"/>
                    </a:lnTo>
                    <a:lnTo>
                      <a:pt x="2721" y="3641"/>
                    </a:lnTo>
                    <a:lnTo>
                      <a:pt x="2679" y="3662"/>
                    </a:lnTo>
                    <a:lnTo>
                      <a:pt x="2679" y="3745"/>
                    </a:lnTo>
                    <a:lnTo>
                      <a:pt x="2742" y="3766"/>
                    </a:lnTo>
                    <a:lnTo>
                      <a:pt x="2825" y="3724"/>
                    </a:lnTo>
                    <a:lnTo>
                      <a:pt x="2888" y="3557"/>
                    </a:lnTo>
                    <a:lnTo>
                      <a:pt x="2951" y="3557"/>
                    </a:lnTo>
                    <a:lnTo>
                      <a:pt x="3035" y="3452"/>
                    </a:lnTo>
                    <a:lnTo>
                      <a:pt x="3076" y="3411"/>
                    </a:lnTo>
                    <a:lnTo>
                      <a:pt x="3097" y="3432"/>
                    </a:lnTo>
                    <a:lnTo>
                      <a:pt x="3202" y="3432"/>
                    </a:lnTo>
                    <a:lnTo>
                      <a:pt x="3202" y="3494"/>
                    </a:lnTo>
                    <a:lnTo>
                      <a:pt x="3139" y="3515"/>
                    </a:lnTo>
                    <a:lnTo>
                      <a:pt x="3035" y="3620"/>
                    </a:lnTo>
                    <a:lnTo>
                      <a:pt x="3035" y="3704"/>
                    </a:lnTo>
                    <a:lnTo>
                      <a:pt x="2993" y="3766"/>
                    </a:lnTo>
                    <a:lnTo>
                      <a:pt x="3035" y="3808"/>
                    </a:lnTo>
                    <a:lnTo>
                      <a:pt x="3035" y="3913"/>
                    </a:lnTo>
                    <a:lnTo>
                      <a:pt x="3076" y="3955"/>
                    </a:lnTo>
                    <a:lnTo>
                      <a:pt x="3097" y="3871"/>
                    </a:lnTo>
                    <a:lnTo>
                      <a:pt x="3160" y="3829"/>
                    </a:lnTo>
                    <a:lnTo>
                      <a:pt x="3202" y="3829"/>
                    </a:lnTo>
                    <a:lnTo>
                      <a:pt x="3265" y="3913"/>
                    </a:lnTo>
                    <a:lnTo>
                      <a:pt x="3307" y="3934"/>
                    </a:lnTo>
                    <a:lnTo>
                      <a:pt x="3390" y="3871"/>
                    </a:lnTo>
                    <a:lnTo>
                      <a:pt x="3390" y="3829"/>
                    </a:lnTo>
                    <a:lnTo>
                      <a:pt x="3411" y="3829"/>
                    </a:lnTo>
                    <a:lnTo>
                      <a:pt x="3453" y="3766"/>
                    </a:lnTo>
                    <a:lnTo>
                      <a:pt x="3453" y="3704"/>
                    </a:lnTo>
                    <a:lnTo>
                      <a:pt x="3474" y="3704"/>
                    </a:lnTo>
                    <a:lnTo>
                      <a:pt x="3495" y="3641"/>
                    </a:lnTo>
                    <a:lnTo>
                      <a:pt x="3474" y="3599"/>
                    </a:lnTo>
                    <a:lnTo>
                      <a:pt x="3495" y="3494"/>
                    </a:lnTo>
                    <a:lnTo>
                      <a:pt x="3599" y="3348"/>
                    </a:lnTo>
                    <a:lnTo>
                      <a:pt x="3662" y="3243"/>
                    </a:lnTo>
                    <a:lnTo>
                      <a:pt x="3662" y="3097"/>
                    </a:lnTo>
                    <a:lnTo>
                      <a:pt x="3662" y="3034"/>
                    </a:lnTo>
                    <a:lnTo>
                      <a:pt x="3620" y="3034"/>
                    </a:lnTo>
                    <a:lnTo>
                      <a:pt x="3620" y="3097"/>
                    </a:lnTo>
                    <a:lnTo>
                      <a:pt x="3579" y="3180"/>
                    </a:lnTo>
                    <a:lnTo>
                      <a:pt x="3495" y="3222"/>
                    </a:lnTo>
                    <a:lnTo>
                      <a:pt x="3411" y="3306"/>
                    </a:lnTo>
                    <a:lnTo>
                      <a:pt x="3369" y="3327"/>
                    </a:lnTo>
                    <a:lnTo>
                      <a:pt x="3348" y="3243"/>
                    </a:lnTo>
                    <a:lnTo>
                      <a:pt x="3369" y="3180"/>
                    </a:lnTo>
                    <a:lnTo>
                      <a:pt x="3369" y="3097"/>
                    </a:lnTo>
                    <a:lnTo>
                      <a:pt x="3474" y="3013"/>
                    </a:lnTo>
                    <a:lnTo>
                      <a:pt x="3495" y="2971"/>
                    </a:lnTo>
                    <a:lnTo>
                      <a:pt x="3579" y="2888"/>
                    </a:lnTo>
                    <a:lnTo>
                      <a:pt x="3599" y="2888"/>
                    </a:lnTo>
                    <a:lnTo>
                      <a:pt x="3662" y="2867"/>
                    </a:lnTo>
                    <a:lnTo>
                      <a:pt x="3620" y="2804"/>
                    </a:lnTo>
                    <a:lnTo>
                      <a:pt x="3579" y="2867"/>
                    </a:lnTo>
                    <a:lnTo>
                      <a:pt x="3516" y="2867"/>
                    </a:lnTo>
                    <a:lnTo>
                      <a:pt x="3453" y="2888"/>
                    </a:lnTo>
                    <a:lnTo>
                      <a:pt x="3390" y="2888"/>
                    </a:lnTo>
                    <a:lnTo>
                      <a:pt x="3307" y="2929"/>
                    </a:lnTo>
                    <a:lnTo>
                      <a:pt x="3286" y="2992"/>
                    </a:lnTo>
                    <a:lnTo>
                      <a:pt x="3181" y="3076"/>
                    </a:lnTo>
                    <a:lnTo>
                      <a:pt x="3181" y="3118"/>
                    </a:lnTo>
                    <a:lnTo>
                      <a:pt x="3139" y="3180"/>
                    </a:lnTo>
                    <a:lnTo>
                      <a:pt x="3055" y="3097"/>
                    </a:lnTo>
                    <a:lnTo>
                      <a:pt x="3055" y="3034"/>
                    </a:lnTo>
                    <a:lnTo>
                      <a:pt x="3035" y="2971"/>
                    </a:lnTo>
                    <a:lnTo>
                      <a:pt x="3035" y="2888"/>
                    </a:lnTo>
                    <a:lnTo>
                      <a:pt x="3076" y="2929"/>
                    </a:lnTo>
                    <a:lnTo>
                      <a:pt x="3097" y="2929"/>
                    </a:lnTo>
                    <a:lnTo>
                      <a:pt x="3181" y="2825"/>
                    </a:lnTo>
                    <a:lnTo>
                      <a:pt x="3139" y="2825"/>
                    </a:lnTo>
                    <a:lnTo>
                      <a:pt x="3055" y="2804"/>
                    </a:lnTo>
                    <a:lnTo>
                      <a:pt x="3181" y="2804"/>
                    </a:lnTo>
                    <a:lnTo>
                      <a:pt x="3076" y="2783"/>
                    </a:lnTo>
                    <a:lnTo>
                      <a:pt x="3035" y="2720"/>
                    </a:lnTo>
                    <a:lnTo>
                      <a:pt x="3035" y="2678"/>
                    </a:lnTo>
                    <a:lnTo>
                      <a:pt x="3055" y="2657"/>
                    </a:lnTo>
                    <a:lnTo>
                      <a:pt x="3160" y="2657"/>
                    </a:lnTo>
                    <a:lnTo>
                      <a:pt x="3181" y="2616"/>
                    </a:lnTo>
                    <a:lnTo>
                      <a:pt x="3265" y="2553"/>
                    </a:lnTo>
                    <a:lnTo>
                      <a:pt x="3286" y="2448"/>
                    </a:lnTo>
                    <a:lnTo>
                      <a:pt x="3369" y="2448"/>
                    </a:lnTo>
                    <a:lnTo>
                      <a:pt x="3390" y="2469"/>
                    </a:lnTo>
                    <a:lnTo>
                      <a:pt x="3495" y="2406"/>
                    </a:lnTo>
                    <a:lnTo>
                      <a:pt x="3516" y="2344"/>
                    </a:lnTo>
                    <a:lnTo>
                      <a:pt x="3516" y="2260"/>
                    </a:lnTo>
                    <a:lnTo>
                      <a:pt x="3495" y="2197"/>
                    </a:lnTo>
                    <a:lnTo>
                      <a:pt x="3411" y="2281"/>
                    </a:lnTo>
                    <a:lnTo>
                      <a:pt x="3369" y="2302"/>
                    </a:lnTo>
                    <a:lnTo>
                      <a:pt x="3348" y="2281"/>
                    </a:lnTo>
                    <a:lnTo>
                      <a:pt x="3286" y="2281"/>
                    </a:lnTo>
                    <a:lnTo>
                      <a:pt x="3286" y="2344"/>
                    </a:lnTo>
                    <a:lnTo>
                      <a:pt x="3286" y="2406"/>
                    </a:lnTo>
                    <a:lnTo>
                      <a:pt x="3244" y="2448"/>
                    </a:lnTo>
                    <a:lnTo>
                      <a:pt x="3181" y="2448"/>
                    </a:lnTo>
                    <a:lnTo>
                      <a:pt x="3097" y="2490"/>
                    </a:lnTo>
                    <a:lnTo>
                      <a:pt x="3055" y="2511"/>
                    </a:lnTo>
                    <a:lnTo>
                      <a:pt x="3055" y="2574"/>
                    </a:lnTo>
                    <a:lnTo>
                      <a:pt x="2993" y="2595"/>
                    </a:lnTo>
                    <a:lnTo>
                      <a:pt x="3035" y="2553"/>
                    </a:lnTo>
                    <a:lnTo>
                      <a:pt x="3035" y="2469"/>
                    </a:lnTo>
                    <a:lnTo>
                      <a:pt x="2993" y="2490"/>
                    </a:lnTo>
                    <a:lnTo>
                      <a:pt x="2951" y="2490"/>
                    </a:lnTo>
                    <a:lnTo>
                      <a:pt x="2993" y="2469"/>
                    </a:lnTo>
                    <a:lnTo>
                      <a:pt x="3055" y="2406"/>
                    </a:lnTo>
                    <a:lnTo>
                      <a:pt x="3076" y="2385"/>
                    </a:lnTo>
                    <a:lnTo>
                      <a:pt x="3035" y="2364"/>
                    </a:lnTo>
                    <a:lnTo>
                      <a:pt x="3076" y="2302"/>
                    </a:lnTo>
                    <a:lnTo>
                      <a:pt x="3097" y="2239"/>
                    </a:lnTo>
                    <a:lnTo>
                      <a:pt x="3055" y="2197"/>
                    </a:lnTo>
                    <a:lnTo>
                      <a:pt x="2993" y="2260"/>
                    </a:lnTo>
                    <a:lnTo>
                      <a:pt x="3035" y="2197"/>
                    </a:lnTo>
                    <a:lnTo>
                      <a:pt x="3035" y="2155"/>
                    </a:lnTo>
                    <a:lnTo>
                      <a:pt x="2993" y="2155"/>
                    </a:lnTo>
                    <a:lnTo>
                      <a:pt x="2930" y="2176"/>
                    </a:lnTo>
                    <a:lnTo>
                      <a:pt x="2878" y="2166"/>
                    </a:lnTo>
                    <a:lnTo>
                      <a:pt x="2878" y="2166"/>
                    </a:lnTo>
                    <a:lnTo>
                      <a:pt x="2825" y="2176"/>
                    </a:lnTo>
                    <a:lnTo>
                      <a:pt x="2872" y="2165"/>
                    </a:lnTo>
                    <a:lnTo>
                      <a:pt x="2872" y="2165"/>
                    </a:lnTo>
                    <a:lnTo>
                      <a:pt x="2825" y="2155"/>
                    </a:lnTo>
                    <a:lnTo>
                      <a:pt x="2909" y="2155"/>
                    </a:lnTo>
                    <a:lnTo>
                      <a:pt x="2993" y="2113"/>
                    </a:lnTo>
                    <a:lnTo>
                      <a:pt x="3035" y="2072"/>
                    </a:lnTo>
                    <a:lnTo>
                      <a:pt x="3076" y="2072"/>
                    </a:lnTo>
                    <a:lnTo>
                      <a:pt x="3139" y="2051"/>
                    </a:lnTo>
                    <a:lnTo>
                      <a:pt x="3139" y="1967"/>
                    </a:lnTo>
                    <a:lnTo>
                      <a:pt x="3181" y="1904"/>
                    </a:lnTo>
                    <a:lnTo>
                      <a:pt x="3181" y="1862"/>
                    </a:lnTo>
                    <a:lnTo>
                      <a:pt x="3097" y="1800"/>
                    </a:lnTo>
                    <a:lnTo>
                      <a:pt x="2993" y="1716"/>
                    </a:lnTo>
                    <a:lnTo>
                      <a:pt x="2888" y="1716"/>
                    </a:lnTo>
                    <a:lnTo>
                      <a:pt x="2783" y="1737"/>
                    </a:lnTo>
                    <a:lnTo>
                      <a:pt x="2742" y="1737"/>
                    </a:lnTo>
                    <a:lnTo>
                      <a:pt x="2742" y="1779"/>
                    </a:lnTo>
                    <a:lnTo>
                      <a:pt x="2679" y="1862"/>
                    </a:lnTo>
                    <a:lnTo>
                      <a:pt x="2658" y="1946"/>
                    </a:lnTo>
                    <a:lnTo>
                      <a:pt x="2679" y="1841"/>
                    </a:lnTo>
                    <a:lnTo>
                      <a:pt x="2658" y="1820"/>
                    </a:lnTo>
                    <a:lnTo>
                      <a:pt x="2679" y="1758"/>
                    </a:lnTo>
                    <a:lnTo>
                      <a:pt x="2742" y="1674"/>
                    </a:lnTo>
                    <a:lnTo>
                      <a:pt x="2721" y="1674"/>
                    </a:lnTo>
                    <a:lnTo>
                      <a:pt x="2637" y="1737"/>
                    </a:lnTo>
                    <a:lnTo>
                      <a:pt x="2574" y="1779"/>
                    </a:lnTo>
                    <a:lnTo>
                      <a:pt x="2553" y="1862"/>
                    </a:lnTo>
                    <a:lnTo>
                      <a:pt x="2532" y="1841"/>
                    </a:lnTo>
                    <a:lnTo>
                      <a:pt x="2491" y="1862"/>
                    </a:lnTo>
                    <a:lnTo>
                      <a:pt x="2449" y="1883"/>
                    </a:lnTo>
                    <a:lnTo>
                      <a:pt x="2428" y="1862"/>
                    </a:lnTo>
                    <a:lnTo>
                      <a:pt x="2344" y="1925"/>
                    </a:lnTo>
                    <a:lnTo>
                      <a:pt x="2323" y="2030"/>
                    </a:lnTo>
                    <a:lnTo>
                      <a:pt x="2239" y="2072"/>
                    </a:lnTo>
                    <a:lnTo>
                      <a:pt x="2239" y="2072"/>
                    </a:lnTo>
                    <a:lnTo>
                      <a:pt x="2281" y="2030"/>
                    </a:lnTo>
                    <a:lnTo>
                      <a:pt x="2323" y="1883"/>
                    </a:lnTo>
                    <a:lnTo>
                      <a:pt x="2365" y="1779"/>
                    </a:lnTo>
                    <a:lnTo>
                      <a:pt x="2344" y="1758"/>
                    </a:lnTo>
                    <a:lnTo>
                      <a:pt x="2281" y="1779"/>
                    </a:lnTo>
                    <a:lnTo>
                      <a:pt x="2260" y="1841"/>
                    </a:lnTo>
                    <a:lnTo>
                      <a:pt x="2219" y="1883"/>
                    </a:lnTo>
                    <a:lnTo>
                      <a:pt x="2177" y="1841"/>
                    </a:lnTo>
                    <a:lnTo>
                      <a:pt x="2239" y="1779"/>
                    </a:lnTo>
                    <a:lnTo>
                      <a:pt x="2260" y="1737"/>
                    </a:lnTo>
                    <a:lnTo>
                      <a:pt x="2260" y="1716"/>
                    </a:lnTo>
                    <a:lnTo>
                      <a:pt x="2177" y="1737"/>
                    </a:lnTo>
                    <a:lnTo>
                      <a:pt x="2072" y="1820"/>
                    </a:lnTo>
                    <a:lnTo>
                      <a:pt x="2030" y="1820"/>
                    </a:lnTo>
                    <a:lnTo>
                      <a:pt x="2009" y="1737"/>
                    </a:lnTo>
                    <a:lnTo>
                      <a:pt x="1967" y="1737"/>
                    </a:lnTo>
                    <a:lnTo>
                      <a:pt x="1905" y="1820"/>
                    </a:lnTo>
                    <a:lnTo>
                      <a:pt x="1842" y="1820"/>
                    </a:lnTo>
                    <a:lnTo>
                      <a:pt x="1842" y="1779"/>
                    </a:lnTo>
                    <a:lnTo>
                      <a:pt x="1947" y="1737"/>
                    </a:lnTo>
                    <a:lnTo>
                      <a:pt x="2009" y="1632"/>
                    </a:lnTo>
                    <a:lnTo>
                      <a:pt x="2030" y="1548"/>
                    </a:lnTo>
                    <a:lnTo>
                      <a:pt x="1947" y="1548"/>
                    </a:lnTo>
                    <a:lnTo>
                      <a:pt x="1863" y="1611"/>
                    </a:lnTo>
                    <a:lnTo>
                      <a:pt x="1863" y="1611"/>
                    </a:lnTo>
                    <a:lnTo>
                      <a:pt x="1926" y="1527"/>
                    </a:lnTo>
                    <a:lnTo>
                      <a:pt x="2009" y="1444"/>
                    </a:lnTo>
                    <a:lnTo>
                      <a:pt x="2114" y="1444"/>
                    </a:lnTo>
                    <a:lnTo>
                      <a:pt x="2156" y="1423"/>
                    </a:lnTo>
                    <a:lnTo>
                      <a:pt x="2239" y="1381"/>
                    </a:lnTo>
                    <a:lnTo>
                      <a:pt x="2281" y="1339"/>
                    </a:lnTo>
                    <a:lnTo>
                      <a:pt x="2281" y="1276"/>
                    </a:lnTo>
                    <a:lnTo>
                      <a:pt x="2260" y="1318"/>
                    </a:lnTo>
                    <a:lnTo>
                      <a:pt x="2156" y="1339"/>
                    </a:lnTo>
                    <a:lnTo>
                      <a:pt x="2114" y="1318"/>
                    </a:lnTo>
                    <a:lnTo>
                      <a:pt x="2030" y="1235"/>
                    </a:lnTo>
                    <a:lnTo>
                      <a:pt x="1967" y="1235"/>
                    </a:lnTo>
                    <a:lnTo>
                      <a:pt x="1926" y="1255"/>
                    </a:lnTo>
                    <a:lnTo>
                      <a:pt x="1967" y="1151"/>
                    </a:lnTo>
                    <a:lnTo>
                      <a:pt x="2009" y="1130"/>
                    </a:lnTo>
                    <a:lnTo>
                      <a:pt x="2009" y="1109"/>
                    </a:lnTo>
                    <a:lnTo>
                      <a:pt x="1947" y="1130"/>
                    </a:lnTo>
                    <a:lnTo>
                      <a:pt x="1863" y="1193"/>
                    </a:lnTo>
                    <a:lnTo>
                      <a:pt x="1821" y="1255"/>
                    </a:lnTo>
                    <a:lnTo>
                      <a:pt x="1737" y="1339"/>
                    </a:lnTo>
                    <a:lnTo>
                      <a:pt x="1695" y="1360"/>
                    </a:lnTo>
                    <a:lnTo>
                      <a:pt x="1654" y="1423"/>
                    </a:lnTo>
                    <a:lnTo>
                      <a:pt x="1591" y="1465"/>
                    </a:lnTo>
                    <a:lnTo>
                      <a:pt x="1528" y="1548"/>
                    </a:lnTo>
                    <a:lnTo>
                      <a:pt x="1528" y="1444"/>
                    </a:lnTo>
                    <a:lnTo>
                      <a:pt x="1549" y="1360"/>
                    </a:lnTo>
                    <a:lnTo>
                      <a:pt x="1612" y="1297"/>
                    </a:lnTo>
                    <a:lnTo>
                      <a:pt x="1612" y="1235"/>
                    </a:lnTo>
                    <a:lnTo>
                      <a:pt x="1654" y="1130"/>
                    </a:lnTo>
                    <a:lnTo>
                      <a:pt x="1737" y="1046"/>
                    </a:lnTo>
                    <a:lnTo>
                      <a:pt x="1737" y="1004"/>
                    </a:lnTo>
                    <a:lnTo>
                      <a:pt x="1800" y="942"/>
                    </a:lnTo>
                    <a:lnTo>
                      <a:pt x="1821" y="921"/>
                    </a:lnTo>
                    <a:lnTo>
                      <a:pt x="1863" y="816"/>
                    </a:lnTo>
                    <a:lnTo>
                      <a:pt x="1947" y="774"/>
                    </a:lnTo>
                    <a:lnTo>
                      <a:pt x="2009" y="711"/>
                    </a:lnTo>
                    <a:lnTo>
                      <a:pt x="2051" y="691"/>
                    </a:lnTo>
                    <a:lnTo>
                      <a:pt x="2072" y="670"/>
                    </a:lnTo>
                    <a:lnTo>
                      <a:pt x="2072" y="607"/>
                    </a:lnTo>
                    <a:lnTo>
                      <a:pt x="2114" y="565"/>
                    </a:lnTo>
                    <a:lnTo>
                      <a:pt x="2135" y="481"/>
                    </a:lnTo>
                    <a:lnTo>
                      <a:pt x="2135" y="523"/>
                    </a:lnTo>
                    <a:lnTo>
                      <a:pt x="2114" y="586"/>
                    </a:lnTo>
                    <a:lnTo>
                      <a:pt x="2135" y="628"/>
                    </a:lnTo>
                    <a:lnTo>
                      <a:pt x="2219" y="523"/>
                    </a:lnTo>
                    <a:lnTo>
                      <a:pt x="2323" y="419"/>
                    </a:lnTo>
                    <a:lnTo>
                      <a:pt x="2344" y="377"/>
                    </a:lnTo>
                    <a:lnTo>
                      <a:pt x="2323" y="314"/>
                    </a:lnTo>
                    <a:lnTo>
                      <a:pt x="2260" y="314"/>
                    </a:lnTo>
                    <a:lnTo>
                      <a:pt x="2219" y="377"/>
                    </a:lnTo>
                    <a:lnTo>
                      <a:pt x="2177" y="293"/>
                    </a:lnTo>
                    <a:lnTo>
                      <a:pt x="2156" y="272"/>
                    </a:lnTo>
                    <a:lnTo>
                      <a:pt x="2177" y="209"/>
                    </a:lnTo>
                    <a:lnTo>
                      <a:pt x="2239" y="188"/>
                    </a:lnTo>
                    <a:lnTo>
                      <a:pt x="2323" y="209"/>
                    </a:lnTo>
                    <a:lnTo>
                      <a:pt x="2386" y="272"/>
                    </a:lnTo>
                    <a:lnTo>
                      <a:pt x="2449" y="251"/>
                    </a:lnTo>
                    <a:lnTo>
                      <a:pt x="2491" y="188"/>
                    </a:lnTo>
                    <a:lnTo>
                      <a:pt x="2491" y="42"/>
                    </a:lnTo>
                    <a:lnTo>
                      <a:pt x="2428" y="42"/>
                    </a:lnTo>
                    <a:lnTo>
                      <a:pt x="2365" y="63"/>
                    </a:lnTo>
                    <a:lnTo>
                      <a:pt x="2365" y="105"/>
                    </a:lnTo>
                    <a:lnTo>
                      <a:pt x="2323" y="105"/>
                    </a:lnTo>
                    <a:lnTo>
                      <a:pt x="2323" y="63"/>
                    </a:lnTo>
                    <a:lnTo>
                      <a:pt x="232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38"/>
              <p:cNvSpPr/>
              <p:nvPr/>
            </p:nvSpPr>
            <p:spPr>
              <a:xfrm>
                <a:off x="1922950" y="1659350"/>
                <a:ext cx="1050900" cy="913875"/>
              </a:xfrm>
              <a:custGeom>
                <a:rect b="b" l="l" r="r" t="t"/>
                <a:pathLst>
                  <a:path extrusionOk="0" h="36555" w="42036">
                    <a:moveTo>
                      <a:pt x="4310" y="26929"/>
                    </a:moveTo>
                    <a:lnTo>
                      <a:pt x="4310" y="27055"/>
                    </a:lnTo>
                    <a:lnTo>
                      <a:pt x="4268" y="27159"/>
                    </a:lnTo>
                    <a:lnTo>
                      <a:pt x="4101" y="27264"/>
                    </a:lnTo>
                    <a:lnTo>
                      <a:pt x="4076" y="27268"/>
                    </a:lnTo>
                    <a:lnTo>
                      <a:pt x="4076" y="27268"/>
                    </a:lnTo>
                    <a:lnTo>
                      <a:pt x="4101" y="27243"/>
                    </a:lnTo>
                    <a:lnTo>
                      <a:pt x="4185" y="27117"/>
                    </a:lnTo>
                    <a:lnTo>
                      <a:pt x="4289" y="27034"/>
                    </a:lnTo>
                    <a:lnTo>
                      <a:pt x="4310" y="26929"/>
                    </a:lnTo>
                    <a:close/>
                    <a:moveTo>
                      <a:pt x="40508" y="27473"/>
                    </a:moveTo>
                    <a:lnTo>
                      <a:pt x="40299" y="27557"/>
                    </a:lnTo>
                    <a:lnTo>
                      <a:pt x="40090" y="27599"/>
                    </a:lnTo>
                    <a:lnTo>
                      <a:pt x="40132" y="27536"/>
                    </a:lnTo>
                    <a:lnTo>
                      <a:pt x="40404" y="27473"/>
                    </a:lnTo>
                    <a:close/>
                    <a:moveTo>
                      <a:pt x="19459" y="0"/>
                    </a:moveTo>
                    <a:lnTo>
                      <a:pt x="19187" y="105"/>
                    </a:lnTo>
                    <a:lnTo>
                      <a:pt x="18810" y="105"/>
                    </a:lnTo>
                    <a:lnTo>
                      <a:pt x="18727" y="63"/>
                    </a:lnTo>
                    <a:lnTo>
                      <a:pt x="18392" y="84"/>
                    </a:lnTo>
                    <a:lnTo>
                      <a:pt x="18308" y="63"/>
                    </a:lnTo>
                    <a:lnTo>
                      <a:pt x="18120" y="105"/>
                    </a:lnTo>
                    <a:lnTo>
                      <a:pt x="18078" y="210"/>
                    </a:lnTo>
                    <a:lnTo>
                      <a:pt x="18120" y="272"/>
                    </a:lnTo>
                    <a:lnTo>
                      <a:pt x="18078" y="377"/>
                    </a:lnTo>
                    <a:lnTo>
                      <a:pt x="18078" y="524"/>
                    </a:lnTo>
                    <a:lnTo>
                      <a:pt x="18036" y="775"/>
                    </a:lnTo>
                    <a:lnTo>
                      <a:pt x="18120" y="879"/>
                    </a:lnTo>
                    <a:lnTo>
                      <a:pt x="18036" y="942"/>
                    </a:lnTo>
                    <a:lnTo>
                      <a:pt x="17911" y="942"/>
                    </a:lnTo>
                    <a:lnTo>
                      <a:pt x="17764" y="1109"/>
                    </a:lnTo>
                    <a:lnTo>
                      <a:pt x="17701" y="1214"/>
                    </a:lnTo>
                    <a:lnTo>
                      <a:pt x="17471" y="1298"/>
                    </a:lnTo>
                    <a:lnTo>
                      <a:pt x="17367" y="1444"/>
                    </a:lnTo>
                    <a:lnTo>
                      <a:pt x="17095" y="1633"/>
                    </a:lnTo>
                    <a:lnTo>
                      <a:pt x="16990" y="1674"/>
                    </a:lnTo>
                    <a:lnTo>
                      <a:pt x="16990" y="1758"/>
                    </a:lnTo>
                    <a:lnTo>
                      <a:pt x="17074" y="1925"/>
                    </a:lnTo>
                    <a:lnTo>
                      <a:pt x="17074" y="2072"/>
                    </a:lnTo>
                    <a:lnTo>
                      <a:pt x="16760" y="2030"/>
                    </a:lnTo>
                    <a:lnTo>
                      <a:pt x="16739" y="1946"/>
                    </a:lnTo>
                    <a:lnTo>
                      <a:pt x="16718" y="2135"/>
                    </a:lnTo>
                    <a:lnTo>
                      <a:pt x="16613" y="2281"/>
                    </a:lnTo>
                    <a:lnTo>
                      <a:pt x="16530" y="2302"/>
                    </a:lnTo>
                    <a:lnTo>
                      <a:pt x="16509" y="2365"/>
                    </a:lnTo>
                    <a:lnTo>
                      <a:pt x="16300" y="2407"/>
                    </a:lnTo>
                    <a:lnTo>
                      <a:pt x="16237" y="2574"/>
                    </a:lnTo>
                    <a:lnTo>
                      <a:pt x="16132" y="2595"/>
                    </a:lnTo>
                    <a:lnTo>
                      <a:pt x="16028" y="2700"/>
                    </a:lnTo>
                    <a:lnTo>
                      <a:pt x="15944" y="2700"/>
                    </a:lnTo>
                    <a:lnTo>
                      <a:pt x="15923" y="2804"/>
                    </a:lnTo>
                    <a:lnTo>
                      <a:pt x="15776" y="2888"/>
                    </a:lnTo>
                    <a:lnTo>
                      <a:pt x="15672" y="2993"/>
                    </a:lnTo>
                    <a:lnTo>
                      <a:pt x="15588" y="2972"/>
                    </a:lnTo>
                    <a:lnTo>
                      <a:pt x="15588" y="3076"/>
                    </a:lnTo>
                    <a:lnTo>
                      <a:pt x="15776" y="3139"/>
                    </a:lnTo>
                    <a:lnTo>
                      <a:pt x="15986" y="3139"/>
                    </a:lnTo>
                    <a:lnTo>
                      <a:pt x="15986" y="3244"/>
                    </a:lnTo>
                    <a:lnTo>
                      <a:pt x="15839" y="3202"/>
                    </a:lnTo>
                    <a:lnTo>
                      <a:pt x="15944" y="3516"/>
                    </a:lnTo>
                    <a:lnTo>
                      <a:pt x="16028" y="3599"/>
                    </a:lnTo>
                    <a:lnTo>
                      <a:pt x="16007" y="3725"/>
                    </a:lnTo>
                    <a:lnTo>
                      <a:pt x="15944" y="3871"/>
                    </a:lnTo>
                    <a:lnTo>
                      <a:pt x="16007" y="4018"/>
                    </a:lnTo>
                    <a:lnTo>
                      <a:pt x="15902" y="4185"/>
                    </a:lnTo>
                    <a:lnTo>
                      <a:pt x="15902" y="4394"/>
                    </a:lnTo>
                    <a:lnTo>
                      <a:pt x="15902" y="4457"/>
                    </a:lnTo>
                    <a:lnTo>
                      <a:pt x="15986" y="4457"/>
                    </a:lnTo>
                    <a:lnTo>
                      <a:pt x="16028" y="4478"/>
                    </a:lnTo>
                    <a:lnTo>
                      <a:pt x="16111" y="4394"/>
                    </a:lnTo>
                    <a:lnTo>
                      <a:pt x="16237" y="4374"/>
                    </a:lnTo>
                    <a:lnTo>
                      <a:pt x="16341" y="4394"/>
                    </a:lnTo>
                    <a:lnTo>
                      <a:pt x="16509" y="4374"/>
                    </a:lnTo>
                    <a:lnTo>
                      <a:pt x="16676" y="4227"/>
                    </a:lnTo>
                    <a:lnTo>
                      <a:pt x="16760" y="4185"/>
                    </a:lnTo>
                    <a:lnTo>
                      <a:pt x="16760" y="4143"/>
                    </a:lnTo>
                    <a:lnTo>
                      <a:pt x="16864" y="4060"/>
                    </a:lnTo>
                    <a:lnTo>
                      <a:pt x="16927" y="4143"/>
                    </a:lnTo>
                    <a:lnTo>
                      <a:pt x="16927" y="4269"/>
                    </a:lnTo>
                    <a:lnTo>
                      <a:pt x="16844" y="4353"/>
                    </a:lnTo>
                    <a:lnTo>
                      <a:pt x="16927" y="4457"/>
                    </a:lnTo>
                    <a:lnTo>
                      <a:pt x="17032" y="4457"/>
                    </a:lnTo>
                    <a:lnTo>
                      <a:pt x="17178" y="4374"/>
                    </a:lnTo>
                    <a:lnTo>
                      <a:pt x="17346" y="4374"/>
                    </a:lnTo>
                    <a:lnTo>
                      <a:pt x="17450" y="4248"/>
                    </a:lnTo>
                    <a:lnTo>
                      <a:pt x="17597" y="4081"/>
                    </a:lnTo>
                    <a:lnTo>
                      <a:pt x="17576" y="4018"/>
                    </a:lnTo>
                    <a:lnTo>
                      <a:pt x="17701" y="3850"/>
                    </a:lnTo>
                    <a:lnTo>
                      <a:pt x="17722" y="3767"/>
                    </a:lnTo>
                    <a:lnTo>
                      <a:pt x="17890" y="3620"/>
                    </a:lnTo>
                    <a:lnTo>
                      <a:pt x="18015" y="3557"/>
                    </a:lnTo>
                    <a:lnTo>
                      <a:pt x="18036" y="3453"/>
                    </a:lnTo>
                    <a:lnTo>
                      <a:pt x="18099" y="3306"/>
                    </a:lnTo>
                    <a:lnTo>
                      <a:pt x="18204" y="3453"/>
                    </a:lnTo>
                    <a:lnTo>
                      <a:pt x="18350" y="3453"/>
                    </a:lnTo>
                    <a:lnTo>
                      <a:pt x="18497" y="3348"/>
                    </a:lnTo>
                    <a:lnTo>
                      <a:pt x="18643" y="3327"/>
                    </a:lnTo>
                    <a:lnTo>
                      <a:pt x="18706" y="3181"/>
                    </a:lnTo>
                    <a:lnTo>
                      <a:pt x="18769" y="3181"/>
                    </a:lnTo>
                    <a:lnTo>
                      <a:pt x="18873" y="3076"/>
                    </a:lnTo>
                    <a:lnTo>
                      <a:pt x="18936" y="2909"/>
                    </a:lnTo>
                    <a:lnTo>
                      <a:pt x="19124" y="2867"/>
                    </a:lnTo>
                    <a:lnTo>
                      <a:pt x="19187" y="2846"/>
                    </a:lnTo>
                    <a:lnTo>
                      <a:pt x="19250" y="2888"/>
                    </a:lnTo>
                    <a:lnTo>
                      <a:pt x="19333" y="2846"/>
                    </a:lnTo>
                    <a:lnTo>
                      <a:pt x="19543" y="2846"/>
                    </a:lnTo>
                    <a:lnTo>
                      <a:pt x="19668" y="2762"/>
                    </a:lnTo>
                    <a:lnTo>
                      <a:pt x="19773" y="2762"/>
                    </a:lnTo>
                    <a:lnTo>
                      <a:pt x="20024" y="2658"/>
                    </a:lnTo>
                    <a:lnTo>
                      <a:pt x="20233" y="2616"/>
                    </a:lnTo>
                    <a:lnTo>
                      <a:pt x="20296" y="2595"/>
                    </a:lnTo>
                    <a:cubicBezTo>
                      <a:pt x="20338" y="2679"/>
                      <a:pt x="20442" y="2741"/>
                      <a:pt x="20526" y="2762"/>
                    </a:cubicBezTo>
                    <a:lnTo>
                      <a:pt x="20401" y="2783"/>
                    </a:lnTo>
                    <a:lnTo>
                      <a:pt x="19877" y="2993"/>
                    </a:lnTo>
                    <a:lnTo>
                      <a:pt x="19752" y="3097"/>
                    </a:lnTo>
                    <a:lnTo>
                      <a:pt x="19438" y="3181"/>
                    </a:lnTo>
                    <a:lnTo>
                      <a:pt x="19020" y="3369"/>
                    </a:lnTo>
                    <a:lnTo>
                      <a:pt x="18852" y="3495"/>
                    </a:lnTo>
                    <a:lnTo>
                      <a:pt x="18852" y="3578"/>
                    </a:lnTo>
                    <a:lnTo>
                      <a:pt x="18957" y="3578"/>
                    </a:lnTo>
                    <a:lnTo>
                      <a:pt x="19020" y="3620"/>
                    </a:lnTo>
                    <a:lnTo>
                      <a:pt x="18915" y="3704"/>
                    </a:lnTo>
                    <a:lnTo>
                      <a:pt x="18831" y="3704"/>
                    </a:lnTo>
                    <a:lnTo>
                      <a:pt x="18643" y="3850"/>
                    </a:lnTo>
                    <a:lnTo>
                      <a:pt x="18497" y="3850"/>
                    </a:lnTo>
                    <a:lnTo>
                      <a:pt x="18413" y="3934"/>
                    </a:lnTo>
                    <a:lnTo>
                      <a:pt x="18392" y="4039"/>
                    </a:lnTo>
                    <a:lnTo>
                      <a:pt x="18225" y="4143"/>
                    </a:lnTo>
                    <a:lnTo>
                      <a:pt x="18162" y="4227"/>
                    </a:lnTo>
                    <a:lnTo>
                      <a:pt x="18162" y="4353"/>
                    </a:lnTo>
                    <a:lnTo>
                      <a:pt x="18225" y="4311"/>
                    </a:lnTo>
                    <a:lnTo>
                      <a:pt x="18308" y="4374"/>
                    </a:lnTo>
                    <a:lnTo>
                      <a:pt x="18266" y="4457"/>
                    </a:lnTo>
                    <a:lnTo>
                      <a:pt x="18287" y="4478"/>
                    </a:lnTo>
                    <a:lnTo>
                      <a:pt x="18371" y="4457"/>
                    </a:lnTo>
                    <a:lnTo>
                      <a:pt x="18476" y="4415"/>
                    </a:lnTo>
                    <a:lnTo>
                      <a:pt x="18580" y="4415"/>
                    </a:lnTo>
                    <a:lnTo>
                      <a:pt x="18643" y="4457"/>
                    </a:lnTo>
                    <a:lnTo>
                      <a:pt x="18622" y="4541"/>
                    </a:lnTo>
                    <a:lnTo>
                      <a:pt x="18497" y="4583"/>
                    </a:lnTo>
                    <a:lnTo>
                      <a:pt x="18371" y="4520"/>
                    </a:lnTo>
                    <a:lnTo>
                      <a:pt x="18287" y="4562"/>
                    </a:lnTo>
                    <a:lnTo>
                      <a:pt x="18308" y="4666"/>
                    </a:lnTo>
                    <a:lnTo>
                      <a:pt x="18517" y="4771"/>
                    </a:lnTo>
                    <a:lnTo>
                      <a:pt x="18601" y="4729"/>
                    </a:lnTo>
                    <a:lnTo>
                      <a:pt x="18622" y="4646"/>
                    </a:lnTo>
                    <a:lnTo>
                      <a:pt x="18685" y="4646"/>
                    </a:lnTo>
                    <a:lnTo>
                      <a:pt x="18727" y="4687"/>
                    </a:lnTo>
                    <a:lnTo>
                      <a:pt x="18685" y="4771"/>
                    </a:lnTo>
                    <a:lnTo>
                      <a:pt x="18789" y="4771"/>
                    </a:lnTo>
                    <a:lnTo>
                      <a:pt x="18957" y="4792"/>
                    </a:lnTo>
                    <a:lnTo>
                      <a:pt x="19145" y="4750"/>
                    </a:lnTo>
                    <a:lnTo>
                      <a:pt x="19250" y="4750"/>
                    </a:lnTo>
                    <a:lnTo>
                      <a:pt x="19417" y="4834"/>
                    </a:lnTo>
                    <a:lnTo>
                      <a:pt x="19543" y="4792"/>
                    </a:lnTo>
                    <a:lnTo>
                      <a:pt x="19647" y="4855"/>
                    </a:lnTo>
                    <a:lnTo>
                      <a:pt x="19689" y="4959"/>
                    </a:lnTo>
                    <a:lnTo>
                      <a:pt x="19773" y="4959"/>
                    </a:lnTo>
                    <a:lnTo>
                      <a:pt x="19752" y="5001"/>
                    </a:lnTo>
                    <a:lnTo>
                      <a:pt x="19668" y="5001"/>
                    </a:lnTo>
                    <a:lnTo>
                      <a:pt x="19522" y="4897"/>
                    </a:lnTo>
                    <a:lnTo>
                      <a:pt x="19313" y="4897"/>
                    </a:lnTo>
                    <a:lnTo>
                      <a:pt x="19250" y="4959"/>
                    </a:lnTo>
                    <a:lnTo>
                      <a:pt x="19375" y="5001"/>
                    </a:lnTo>
                    <a:lnTo>
                      <a:pt x="19417" y="5064"/>
                    </a:lnTo>
                    <a:lnTo>
                      <a:pt x="19229" y="5064"/>
                    </a:lnTo>
                    <a:lnTo>
                      <a:pt x="19145" y="4980"/>
                    </a:lnTo>
                    <a:lnTo>
                      <a:pt x="18894" y="5001"/>
                    </a:lnTo>
                    <a:lnTo>
                      <a:pt x="18810" y="5064"/>
                    </a:lnTo>
                    <a:lnTo>
                      <a:pt x="18727" y="5001"/>
                    </a:lnTo>
                    <a:lnTo>
                      <a:pt x="18643" y="5001"/>
                    </a:lnTo>
                    <a:lnTo>
                      <a:pt x="18580" y="5043"/>
                    </a:lnTo>
                    <a:lnTo>
                      <a:pt x="18497" y="5043"/>
                    </a:lnTo>
                    <a:lnTo>
                      <a:pt x="18225" y="5064"/>
                    </a:lnTo>
                    <a:lnTo>
                      <a:pt x="18183" y="5085"/>
                    </a:lnTo>
                    <a:lnTo>
                      <a:pt x="17973" y="5127"/>
                    </a:lnTo>
                    <a:lnTo>
                      <a:pt x="17953" y="5273"/>
                    </a:lnTo>
                    <a:lnTo>
                      <a:pt x="17973" y="5587"/>
                    </a:lnTo>
                    <a:lnTo>
                      <a:pt x="17994" y="5629"/>
                    </a:lnTo>
                    <a:lnTo>
                      <a:pt x="17994" y="5754"/>
                    </a:lnTo>
                    <a:lnTo>
                      <a:pt x="17953" y="5796"/>
                    </a:lnTo>
                    <a:lnTo>
                      <a:pt x="17953" y="5859"/>
                    </a:lnTo>
                    <a:lnTo>
                      <a:pt x="17994" y="5922"/>
                    </a:lnTo>
                    <a:lnTo>
                      <a:pt x="18099" y="5901"/>
                    </a:lnTo>
                    <a:lnTo>
                      <a:pt x="18141" y="5901"/>
                    </a:lnTo>
                    <a:lnTo>
                      <a:pt x="18225" y="5943"/>
                    </a:lnTo>
                    <a:lnTo>
                      <a:pt x="18329" y="5943"/>
                    </a:lnTo>
                    <a:lnTo>
                      <a:pt x="18371" y="5901"/>
                    </a:lnTo>
                    <a:lnTo>
                      <a:pt x="18392" y="5901"/>
                    </a:lnTo>
                    <a:lnTo>
                      <a:pt x="18476" y="5922"/>
                    </a:lnTo>
                    <a:lnTo>
                      <a:pt x="18517" y="5964"/>
                    </a:lnTo>
                    <a:lnTo>
                      <a:pt x="18559" y="5943"/>
                    </a:lnTo>
                    <a:lnTo>
                      <a:pt x="18622" y="6006"/>
                    </a:lnTo>
                    <a:lnTo>
                      <a:pt x="18622" y="6047"/>
                    </a:lnTo>
                    <a:lnTo>
                      <a:pt x="18706" y="6068"/>
                    </a:lnTo>
                    <a:lnTo>
                      <a:pt x="18789" y="6047"/>
                    </a:lnTo>
                    <a:lnTo>
                      <a:pt x="18852" y="6047"/>
                    </a:lnTo>
                    <a:lnTo>
                      <a:pt x="18915" y="6110"/>
                    </a:lnTo>
                    <a:lnTo>
                      <a:pt x="19041" y="6110"/>
                    </a:lnTo>
                    <a:lnTo>
                      <a:pt x="19124" y="6068"/>
                    </a:lnTo>
                    <a:lnTo>
                      <a:pt x="19229" y="6131"/>
                    </a:lnTo>
                    <a:lnTo>
                      <a:pt x="19333" y="6068"/>
                    </a:lnTo>
                    <a:lnTo>
                      <a:pt x="19417" y="6110"/>
                    </a:lnTo>
                    <a:lnTo>
                      <a:pt x="19543" y="6110"/>
                    </a:lnTo>
                    <a:lnTo>
                      <a:pt x="19647" y="6068"/>
                    </a:lnTo>
                    <a:lnTo>
                      <a:pt x="19752" y="6131"/>
                    </a:lnTo>
                    <a:lnTo>
                      <a:pt x="19773" y="6215"/>
                    </a:lnTo>
                    <a:lnTo>
                      <a:pt x="19857" y="6152"/>
                    </a:lnTo>
                    <a:lnTo>
                      <a:pt x="19877" y="6257"/>
                    </a:lnTo>
                    <a:lnTo>
                      <a:pt x="19982" y="6340"/>
                    </a:lnTo>
                    <a:lnTo>
                      <a:pt x="19982" y="6382"/>
                    </a:lnTo>
                    <a:lnTo>
                      <a:pt x="20003" y="6445"/>
                    </a:lnTo>
                    <a:lnTo>
                      <a:pt x="20108" y="6445"/>
                    </a:lnTo>
                    <a:lnTo>
                      <a:pt x="20191" y="6466"/>
                    </a:lnTo>
                    <a:lnTo>
                      <a:pt x="20212" y="6550"/>
                    </a:lnTo>
                    <a:lnTo>
                      <a:pt x="20275" y="6570"/>
                    </a:lnTo>
                    <a:lnTo>
                      <a:pt x="20359" y="6654"/>
                    </a:lnTo>
                    <a:lnTo>
                      <a:pt x="20317" y="6696"/>
                    </a:lnTo>
                    <a:lnTo>
                      <a:pt x="20317" y="6780"/>
                    </a:lnTo>
                    <a:lnTo>
                      <a:pt x="20422" y="6884"/>
                    </a:lnTo>
                    <a:lnTo>
                      <a:pt x="20589" y="6989"/>
                    </a:lnTo>
                    <a:lnTo>
                      <a:pt x="20589" y="7052"/>
                    </a:lnTo>
                    <a:lnTo>
                      <a:pt x="20568" y="7073"/>
                    </a:lnTo>
                    <a:lnTo>
                      <a:pt x="20589" y="7114"/>
                    </a:lnTo>
                    <a:lnTo>
                      <a:pt x="20526" y="7094"/>
                    </a:lnTo>
                    <a:lnTo>
                      <a:pt x="20317" y="7052"/>
                    </a:lnTo>
                    <a:lnTo>
                      <a:pt x="20170" y="6989"/>
                    </a:lnTo>
                    <a:lnTo>
                      <a:pt x="20087" y="7010"/>
                    </a:lnTo>
                    <a:lnTo>
                      <a:pt x="20003" y="6989"/>
                    </a:lnTo>
                    <a:lnTo>
                      <a:pt x="19982" y="7010"/>
                    </a:lnTo>
                    <a:lnTo>
                      <a:pt x="19898" y="7010"/>
                    </a:lnTo>
                    <a:lnTo>
                      <a:pt x="19836" y="6905"/>
                    </a:lnTo>
                    <a:lnTo>
                      <a:pt x="19752" y="6905"/>
                    </a:lnTo>
                    <a:lnTo>
                      <a:pt x="19689" y="6801"/>
                    </a:lnTo>
                    <a:lnTo>
                      <a:pt x="19647" y="6780"/>
                    </a:lnTo>
                    <a:lnTo>
                      <a:pt x="19522" y="6801"/>
                    </a:lnTo>
                    <a:lnTo>
                      <a:pt x="19438" y="6780"/>
                    </a:lnTo>
                    <a:lnTo>
                      <a:pt x="19375" y="6738"/>
                    </a:lnTo>
                    <a:lnTo>
                      <a:pt x="19250" y="6675"/>
                    </a:lnTo>
                    <a:lnTo>
                      <a:pt x="19229" y="6591"/>
                    </a:lnTo>
                    <a:lnTo>
                      <a:pt x="19166" y="6591"/>
                    </a:lnTo>
                    <a:lnTo>
                      <a:pt x="19124" y="6570"/>
                    </a:lnTo>
                    <a:lnTo>
                      <a:pt x="18999" y="6570"/>
                    </a:lnTo>
                    <a:lnTo>
                      <a:pt x="18936" y="6550"/>
                    </a:lnTo>
                    <a:lnTo>
                      <a:pt x="18685" y="6550"/>
                    </a:lnTo>
                    <a:lnTo>
                      <a:pt x="18517" y="6529"/>
                    </a:lnTo>
                    <a:lnTo>
                      <a:pt x="18413" y="6487"/>
                    </a:lnTo>
                    <a:lnTo>
                      <a:pt x="17973" y="6487"/>
                    </a:lnTo>
                    <a:lnTo>
                      <a:pt x="17890" y="6529"/>
                    </a:lnTo>
                    <a:lnTo>
                      <a:pt x="17764" y="6550"/>
                    </a:lnTo>
                    <a:lnTo>
                      <a:pt x="17701" y="6633"/>
                    </a:lnTo>
                    <a:lnTo>
                      <a:pt x="17701" y="6801"/>
                    </a:lnTo>
                    <a:lnTo>
                      <a:pt x="17597" y="6968"/>
                    </a:lnTo>
                    <a:lnTo>
                      <a:pt x="17639" y="7156"/>
                    </a:lnTo>
                    <a:lnTo>
                      <a:pt x="17597" y="7219"/>
                    </a:lnTo>
                    <a:lnTo>
                      <a:pt x="17639" y="7282"/>
                    </a:lnTo>
                    <a:lnTo>
                      <a:pt x="17701" y="7303"/>
                    </a:lnTo>
                    <a:lnTo>
                      <a:pt x="17681" y="7366"/>
                    </a:lnTo>
                    <a:lnTo>
                      <a:pt x="17639" y="7387"/>
                    </a:lnTo>
                    <a:lnTo>
                      <a:pt x="17701" y="7617"/>
                    </a:lnTo>
                    <a:lnTo>
                      <a:pt x="17785" y="7700"/>
                    </a:lnTo>
                    <a:lnTo>
                      <a:pt x="17806" y="7742"/>
                    </a:lnTo>
                    <a:lnTo>
                      <a:pt x="17973" y="7847"/>
                    </a:lnTo>
                    <a:lnTo>
                      <a:pt x="18015" y="7910"/>
                    </a:lnTo>
                    <a:lnTo>
                      <a:pt x="18120" y="7889"/>
                    </a:lnTo>
                    <a:lnTo>
                      <a:pt x="18183" y="7951"/>
                    </a:lnTo>
                    <a:lnTo>
                      <a:pt x="18266" y="7993"/>
                    </a:lnTo>
                    <a:lnTo>
                      <a:pt x="18392" y="7931"/>
                    </a:lnTo>
                    <a:lnTo>
                      <a:pt x="18476" y="7931"/>
                    </a:lnTo>
                    <a:lnTo>
                      <a:pt x="18538" y="8014"/>
                    </a:lnTo>
                    <a:lnTo>
                      <a:pt x="18685" y="8014"/>
                    </a:lnTo>
                    <a:lnTo>
                      <a:pt x="18748" y="8140"/>
                    </a:lnTo>
                    <a:lnTo>
                      <a:pt x="18831" y="8161"/>
                    </a:lnTo>
                    <a:lnTo>
                      <a:pt x="18852" y="8223"/>
                    </a:lnTo>
                    <a:lnTo>
                      <a:pt x="18727" y="8265"/>
                    </a:lnTo>
                    <a:lnTo>
                      <a:pt x="18727" y="8349"/>
                    </a:lnTo>
                    <a:lnTo>
                      <a:pt x="18685" y="8412"/>
                    </a:lnTo>
                    <a:lnTo>
                      <a:pt x="18685" y="8454"/>
                    </a:lnTo>
                    <a:lnTo>
                      <a:pt x="18622" y="8537"/>
                    </a:lnTo>
                    <a:lnTo>
                      <a:pt x="18497" y="8621"/>
                    </a:lnTo>
                    <a:lnTo>
                      <a:pt x="18497" y="8663"/>
                    </a:lnTo>
                    <a:lnTo>
                      <a:pt x="18434" y="8747"/>
                    </a:lnTo>
                    <a:lnTo>
                      <a:pt x="18517" y="8788"/>
                    </a:lnTo>
                    <a:lnTo>
                      <a:pt x="18517" y="8935"/>
                    </a:lnTo>
                    <a:lnTo>
                      <a:pt x="18580" y="9060"/>
                    </a:lnTo>
                    <a:lnTo>
                      <a:pt x="18580" y="9144"/>
                    </a:lnTo>
                    <a:lnTo>
                      <a:pt x="18434" y="9165"/>
                    </a:lnTo>
                    <a:lnTo>
                      <a:pt x="18497" y="9207"/>
                    </a:lnTo>
                    <a:lnTo>
                      <a:pt x="18685" y="9249"/>
                    </a:lnTo>
                    <a:lnTo>
                      <a:pt x="18748" y="9207"/>
                    </a:lnTo>
                    <a:lnTo>
                      <a:pt x="18810" y="9207"/>
                    </a:lnTo>
                    <a:lnTo>
                      <a:pt x="18831" y="9270"/>
                    </a:lnTo>
                    <a:lnTo>
                      <a:pt x="18894" y="9207"/>
                    </a:lnTo>
                    <a:lnTo>
                      <a:pt x="18936" y="9207"/>
                    </a:lnTo>
                    <a:lnTo>
                      <a:pt x="18999" y="9249"/>
                    </a:lnTo>
                    <a:lnTo>
                      <a:pt x="19145" y="9249"/>
                    </a:lnTo>
                    <a:lnTo>
                      <a:pt x="19333" y="9311"/>
                    </a:lnTo>
                    <a:lnTo>
                      <a:pt x="19417" y="9249"/>
                    </a:lnTo>
                    <a:lnTo>
                      <a:pt x="19564" y="9249"/>
                    </a:lnTo>
                    <a:lnTo>
                      <a:pt x="19585" y="9291"/>
                    </a:lnTo>
                    <a:lnTo>
                      <a:pt x="19626" y="9291"/>
                    </a:lnTo>
                    <a:lnTo>
                      <a:pt x="19668" y="9270"/>
                    </a:lnTo>
                    <a:lnTo>
                      <a:pt x="19752" y="9249"/>
                    </a:lnTo>
                    <a:lnTo>
                      <a:pt x="19794" y="9270"/>
                    </a:lnTo>
                    <a:lnTo>
                      <a:pt x="19836" y="9353"/>
                    </a:lnTo>
                    <a:lnTo>
                      <a:pt x="19877" y="9353"/>
                    </a:lnTo>
                    <a:lnTo>
                      <a:pt x="19940" y="9311"/>
                    </a:lnTo>
                    <a:lnTo>
                      <a:pt x="19982" y="9353"/>
                    </a:lnTo>
                    <a:lnTo>
                      <a:pt x="20003" y="9416"/>
                    </a:lnTo>
                    <a:lnTo>
                      <a:pt x="20066" y="9416"/>
                    </a:lnTo>
                    <a:lnTo>
                      <a:pt x="20108" y="9374"/>
                    </a:lnTo>
                    <a:lnTo>
                      <a:pt x="20254" y="9353"/>
                    </a:lnTo>
                    <a:lnTo>
                      <a:pt x="20296" y="9270"/>
                    </a:lnTo>
                    <a:lnTo>
                      <a:pt x="20401" y="9249"/>
                    </a:lnTo>
                    <a:lnTo>
                      <a:pt x="20484" y="9249"/>
                    </a:lnTo>
                    <a:lnTo>
                      <a:pt x="20589" y="9144"/>
                    </a:lnTo>
                    <a:lnTo>
                      <a:pt x="20714" y="9081"/>
                    </a:lnTo>
                    <a:lnTo>
                      <a:pt x="20819" y="9060"/>
                    </a:lnTo>
                    <a:lnTo>
                      <a:pt x="20840" y="8998"/>
                    </a:lnTo>
                    <a:lnTo>
                      <a:pt x="20924" y="8998"/>
                    </a:lnTo>
                    <a:lnTo>
                      <a:pt x="21028" y="9039"/>
                    </a:lnTo>
                    <a:lnTo>
                      <a:pt x="21112" y="9039"/>
                    </a:lnTo>
                    <a:lnTo>
                      <a:pt x="21196" y="9081"/>
                    </a:lnTo>
                    <a:lnTo>
                      <a:pt x="21405" y="9081"/>
                    </a:lnTo>
                    <a:lnTo>
                      <a:pt x="21635" y="8935"/>
                    </a:lnTo>
                    <a:lnTo>
                      <a:pt x="21656" y="8851"/>
                    </a:lnTo>
                    <a:lnTo>
                      <a:pt x="21719" y="8851"/>
                    </a:lnTo>
                    <a:lnTo>
                      <a:pt x="21740" y="8893"/>
                    </a:lnTo>
                    <a:lnTo>
                      <a:pt x="21761" y="8851"/>
                    </a:lnTo>
                    <a:lnTo>
                      <a:pt x="21844" y="8788"/>
                    </a:lnTo>
                    <a:lnTo>
                      <a:pt x="21844" y="8726"/>
                    </a:lnTo>
                    <a:lnTo>
                      <a:pt x="21865" y="8663"/>
                    </a:lnTo>
                    <a:lnTo>
                      <a:pt x="21928" y="8684"/>
                    </a:lnTo>
                    <a:lnTo>
                      <a:pt x="21991" y="8684"/>
                    </a:lnTo>
                    <a:lnTo>
                      <a:pt x="22054" y="8642"/>
                    </a:lnTo>
                    <a:lnTo>
                      <a:pt x="22054" y="8579"/>
                    </a:lnTo>
                    <a:lnTo>
                      <a:pt x="22095" y="8621"/>
                    </a:lnTo>
                    <a:lnTo>
                      <a:pt x="22158" y="8621"/>
                    </a:lnTo>
                    <a:lnTo>
                      <a:pt x="22179" y="8663"/>
                    </a:lnTo>
                    <a:lnTo>
                      <a:pt x="22179" y="8726"/>
                    </a:lnTo>
                    <a:lnTo>
                      <a:pt x="22242" y="8767"/>
                    </a:lnTo>
                    <a:lnTo>
                      <a:pt x="22158" y="8830"/>
                    </a:lnTo>
                    <a:lnTo>
                      <a:pt x="22158" y="8893"/>
                    </a:lnTo>
                    <a:lnTo>
                      <a:pt x="22095" y="8977"/>
                    </a:lnTo>
                    <a:lnTo>
                      <a:pt x="22054" y="8998"/>
                    </a:lnTo>
                    <a:lnTo>
                      <a:pt x="22054" y="9060"/>
                    </a:lnTo>
                    <a:lnTo>
                      <a:pt x="22137" y="9081"/>
                    </a:lnTo>
                    <a:lnTo>
                      <a:pt x="22200" y="9165"/>
                    </a:lnTo>
                    <a:lnTo>
                      <a:pt x="22242" y="9144"/>
                    </a:lnTo>
                    <a:lnTo>
                      <a:pt x="22305" y="9144"/>
                    </a:lnTo>
                    <a:lnTo>
                      <a:pt x="22409" y="9186"/>
                    </a:lnTo>
                    <a:lnTo>
                      <a:pt x="22409" y="9207"/>
                    </a:lnTo>
                    <a:cubicBezTo>
                      <a:pt x="22367" y="9207"/>
                      <a:pt x="22305" y="9249"/>
                      <a:pt x="22263" y="9270"/>
                    </a:cubicBezTo>
                    <a:lnTo>
                      <a:pt x="22242" y="9270"/>
                    </a:lnTo>
                    <a:cubicBezTo>
                      <a:pt x="22137" y="9291"/>
                      <a:pt x="22054" y="9353"/>
                      <a:pt x="21949" y="9374"/>
                    </a:cubicBezTo>
                    <a:cubicBezTo>
                      <a:pt x="21886" y="9374"/>
                      <a:pt x="21865" y="9395"/>
                      <a:pt x="21844" y="9458"/>
                    </a:cubicBezTo>
                    <a:lnTo>
                      <a:pt x="21551" y="9521"/>
                    </a:lnTo>
                    <a:lnTo>
                      <a:pt x="21133" y="9563"/>
                    </a:lnTo>
                    <a:lnTo>
                      <a:pt x="21007" y="9521"/>
                    </a:lnTo>
                    <a:lnTo>
                      <a:pt x="20903" y="9521"/>
                    </a:lnTo>
                    <a:lnTo>
                      <a:pt x="20735" y="9730"/>
                    </a:lnTo>
                    <a:lnTo>
                      <a:pt x="20631" y="9793"/>
                    </a:lnTo>
                    <a:lnTo>
                      <a:pt x="20589" y="9876"/>
                    </a:lnTo>
                    <a:lnTo>
                      <a:pt x="20673" y="9918"/>
                    </a:lnTo>
                    <a:lnTo>
                      <a:pt x="20735" y="9876"/>
                    </a:lnTo>
                    <a:lnTo>
                      <a:pt x="20798" y="9876"/>
                    </a:lnTo>
                    <a:lnTo>
                      <a:pt x="20777" y="9981"/>
                    </a:lnTo>
                    <a:lnTo>
                      <a:pt x="20694" y="10023"/>
                    </a:lnTo>
                    <a:lnTo>
                      <a:pt x="20714" y="10086"/>
                    </a:lnTo>
                    <a:lnTo>
                      <a:pt x="20882" y="10107"/>
                    </a:lnTo>
                    <a:lnTo>
                      <a:pt x="20903" y="10148"/>
                    </a:lnTo>
                    <a:lnTo>
                      <a:pt x="21028" y="10127"/>
                    </a:lnTo>
                    <a:lnTo>
                      <a:pt x="21028" y="10044"/>
                    </a:lnTo>
                    <a:lnTo>
                      <a:pt x="20945" y="9981"/>
                    </a:lnTo>
                    <a:lnTo>
                      <a:pt x="20945" y="9897"/>
                    </a:lnTo>
                    <a:lnTo>
                      <a:pt x="21028" y="9876"/>
                    </a:lnTo>
                    <a:lnTo>
                      <a:pt x="21049" y="9918"/>
                    </a:lnTo>
                    <a:lnTo>
                      <a:pt x="21133" y="9918"/>
                    </a:lnTo>
                    <a:lnTo>
                      <a:pt x="21238" y="10002"/>
                    </a:lnTo>
                    <a:lnTo>
                      <a:pt x="21321" y="9981"/>
                    </a:lnTo>
                    <a:lnTo>
                      <a:pt x="21342" y="9876"/>
                    </a:lnTo>
                    <a:lnTo>
                      <a:pt x="21426" y="9814"/>
                    </a:lnTo>
                    <a:lnTo>
                      <a:pt x="21426" y="9918"/>
                    </a:lnTo>
                    <a:lnTo>
                      <a:pt x="21530" y="10023"/>
                    </a:lnTo>
                    <a:lnTo>
                      <a:pt x="21551" y="9981"/>
                    </a:lnTo>
                    <a:lnTo>
                      <a:pt x="21551" y="9897"/>
                    </a:lnTo>
                    <a:lnTo>
                      <a:pt x="21656" y="9897"/>
                    </a:lnTo>
                    <a:lnTo>
                      <a:pt x="21677" y="9814"/>
                    </a:lnTo>
                    <a:lnTo>
                      <a:pt x="21761" y="9814"/>
                    </a:lnTo>
                    <a:lnTo>
                      <a:pt x="21886" y="9772"/>
                    </a:lnTo>
                    <a:cubicBezTo>
                      <a:pt x="21932" y="9802"/>
                      <a:pt x="21989" y="9822"/>
                      <a:pt x="22041" y="9822"/>
                    </a:cubicBezTo>
                    <a:cubicBezTo>
                      <a:pt x="22060" y="9822"/>
                      <a:pt x="22079" y="9819"/>
                      <a:pt x="22095" y="9814"/>
                    </a:cubicBezTo>
                    <a:cubicBezTo>
                      <a:pt x="22116" y="9814"/>
                      <a:pt x="22132" y="9808"/>
                      <a:pt x="22142" y="9803"/>
                    </a:cubicBezTo>
                    <a:lnTo>
                      <a:pt x="22142" y="9803"/>
                    </a:lnTo>
                    <a:lnTo>
                      <a:pt x="22095" y="9835"/>
                    </a:lnTo>
                    <a:lnTo>
                      <a:pt x="22158" y="9918"/>
                    </a:lnTo>
                    <a:lnTo>
                      <a:pt x="22033" y="10044"/>
                    </a:lnTo>
                    <a:lnTo>
                      <a:pt x="21949" y="10002"/>
                    </a:lnTo>
                    <a:lnTo>
                      <a:pt x="21886" y="10044"/>
                    </a:lnTo>
                    <a:lnTo>
                      <a:pt x="21782" y="10044"/>
                    </a:lnTo>
                    <a:lnTo>
                      <a:pt x="21740" y="10002"/>
                    </a:lnTo>
                    <a:lnTo>
                      <a:pt x="21656" y="10002"/>
                    </a:lnTo>
                    <a:lnTo>
                      <a:pt x="21551" y="10190"/>
                    </a:lnTo>
                    <a:lnTo>
                      <a:pt x="21572" y="10316"/>
                    </a:lnTo>
                    <a:lnTo>
                      <a:pt x="21572" y="10462"/>
                    </a:lnTo>
                    <a:lnTo>
                      <a:pt x="21551" y="10316"/>
                    </a:lnTo>
                    <a:lnTo>
                      <a:pt x="21510" y="10316"/>
                    </a:lnTo>
                    <a:lnTo>
                      <a:pt x="21468" y="10232"/>
                    </a:lnTo>
                    <a:lnTo>
                      <a:pt x="21405" y="10232"/>
                    </a:lnTo>
                    <a:lnTo>
                      <a:pt x="21342" y="10337"/>
                    </a:lnTo>
                    <a:lnTo>
                      <a:pt x="21196" y="10379"/>
                    </a:lnTo>
                    <a:lnTo>
                      <a:pt x="21133" y="10400"/>
                    </a:lnTo>
                    <a:lnTo>
                      <a:pt x="21133" y="10316"/>
                    </a:lnTo>
                    <a:lnTo>
                      <a:pt x="21091" y="10316"/>
                    </a:lnTo>
                    <a:lnTo>
                      <a:pt x="21007" y="10420"/>
                    </a:lnTo>
                    <a:lnTo>
                      <a:pt x="20924" y="10441"/>
                    </a:lnTo>
                    <a:lnTo>
                      <a:pt x="20882" y="10400"/>
                    </a:lnTo>
                    <a:lnTo>
                      <a:pt x="20798" y="10400"/>
                    </a:lnTo>
                    <a:lnTo>
                      <a:pt x="20735" y="10483"/>
                    </a:lnTo>
                    <a:lnTo>
                      <a:pt x="20735" y="10504"/>
                    </a:lnTo>
                    <a:lnTo>
                      <a:pt x="20589" y="10525"/>
                    </a:lnTo>
                    <a:lnTo>
                      <a:pt x="20505" y="10588"/>
                    </a:lnTo>
                    <a:lnTo>
                      <a:pt x="20505" y="10692"/>
                    </a:lnTo>
                    <a:lnTo>
                      <a:pt x="20526" y="10797"/>
                    </a:lnTo>
                    <a:lnTo>
                      <a:pt x="20422" y="11069"/>
                    </a:lnTo>
                    <a:lnTo>
                      <a:pt x="20380" y="11278"/>
                    </a:lnTo>
                    <a:lnTo>
                      <a:pt x="20380" y="11362"/>
                    </a:lnTo>
                    <a:lnTo>
                      <a:pt x="20484" y="11446"/>
                    </a:lnTo>
                    <a:lnTo>
                      <a:pt x="20463" y="11488"/>
                    </a:lnTo>
                    <a:lnTo>
                      <a:pt x="20359" y="11529"/>
                    </a:lnTo>
                    <a:lnTo>
                      <a:pt x="20359" y="11592"/>
                    </a:lnTo>
                    <a:lnTo>
                      <a:pt x="20422" y="11697"/>
                    </a:lnTo>
                    <a:lnTo>
                      <a:pt x="20422" y="11801"/>
                    </a:lnTo>
                    <a:lnTo>
                      <a:pt x="20380" y="11864"/>
                    </a:lnTo>
                    <a:lnTo>
                      <a:pt x="20359" y="11801"/>
                    </a:lnTo>
                    <a:lnTo>
                      <a:pt x="20275" y="11864"/>
                    </a:lnTo>
                    <a:lnTo>
                      <a:pt x="20212" y="11843"/>
                    </a:lnTo>
                    <a:lnTo>
                      <a:pt x="20254" y="11760"/>
                    </a:lnTo>
                    <a:lnTo>
                      <a:pt x="20296" y="11739"/>
                    </a:lnTo>
                    <a:lnTo>
                      <a:pt x="20296" y="11634"/>
                    </a:lnTo>
                    <a:lnTo>
                      <a:pt x="20212" y="11634"/>
                    </a:lnTo>
                    <a:lnTo>
                      <a:pt x="20087" y="11864"/>
                    </a:lnTo>
                    <a:lnTo>
                      <a:pt x="20066" y="12115"/>
                    </a:lnTo>
                    <a:lnTo>
                      <a:pt x="20108" y="12408"/>
                    </a:lnTo>
                    <a:lnTo>
                      <a:pt x="20108" y="12785"/>
                    </a:lnTo>
                    <a:lnTo>
                      <a:pt x="20087" y="12408"/>
                    </a:lnTo>
                    <a:lnTo>
                      <a:pt x="20045" y="12220"/>
                    </a:lnTo>
                    <a:lnTo>
                      <a:pt x="19982" y="12178"/>
                    </a:lnTo>
                    <a:lnTo>
                      <a:pt x="20045" y="12073"/>
                    </a:lnTo>
                    <a:lnTo>
                      <a:pt x="20045" y="11990"/>
                    </a:lnTo>
                    <a:lnTo>
                      <a:pt x="19898" y="11906"/>
                    </a:lnTo>
                    <a:lnTo>
                      <a:pt x="19961" y="11780"/>
                    </a:lnTo>
                    <a:lnTo>
                      <a:pt x="19961" y="11571"/>
                    </a:lnTo>
                    <a:lnTo>
                      <a:pt x="19877" y="11446"/>
                    </a:lnTo>
                    <a:lnTo>
                      <a:pt x="19877" y="11236"/>
                    </a:lnTo>
                    <a:lnTo>
                      <a:pt x="19961" y="11111"/>
                    </a:lnTo>
                    <a:lnTo>
                      <a:pt x="20045" y="10923"/>
                    </a:lnTo>
                    <a:lnTo>
                      <a:pt x="20045" y="10755"/>
                    </a:lnTo>
                    <a:lnTo>
                      <a:pt x="20003" y="10755"/>
                    </a:lnTo>
                    <a:lnTo>
                      <a:pt x="19961" y="10839"/>
                    </a:lnTo>
                    <a:lnTo>
                      <a:pt x="19940" y="10964"/>
                    </a:lnTo>
                    <a:lnTo>
                      <a:pt x="19857" y="11048"/>
                    </a:lnTo>
                    <a:lnTo>
                      <a:pt x="19836" y="11027"/>
                    </a:lnTo>
                    <a:lnTo>
                      <a:pt x="19794" y="10902"/>
                    </a:lnTo>
                    <a:lnTo>
                      <a:pt x="19877" y="10713"/>
                    </a:lnTo>
                    <a:lnTo>
                      <a:pt x="19898" y="10609"/>
                    </a:lnTo>
                    <a:lnTo>
                      <a:pt x="19836" y="10546"/>
                    </a:lnTo>
                    <a:lnTo>
                      <a:pt x="19752" y="10630"/>
                    </a:lnTo>
                    <a:lnTo>
                      <a:pt x="19731" y="10609"/>
                    </a:lnTo>
                    <a:lnTo>
                      <a:pt x="19689" y="10546"/>
                    </a:lnTo>
                    <a:lnTo>
                      <a:pt x="19731" y="10483"/>
                    </a:lnTo>
                    <a:lnTo>
                      <a:pt x="19731" y="10337"/>
                    </a:lnTo>
                    <a:lnTo>
                      <a:pt x="19668" y="10337"/>
                    </a:lnTo>
                    <a:lnTo>
                      <a:pt x="19668" y="10295"/>
                    </a:lnTo>
                    <a:lnTo>
                      <a:pt x="19689" y="10232"/>
                    </a:lnTo>
                    <a:lnTo>
                      <a:pt x="19689" y="10127"/>
                    </a:lnTo>
                    <a:lnTo>
                      <a:pt x="19585" y="10169"/>
                    </a:lnTo>
                    <a:lnTo>
                      <a:pt x="19271" y="10274"/>
                    </a:lnTo>
                    <a:lnTo>
                      <a:pt x="19103" y="10379"/>
                    </a:lnTo>
                    <a:lnTo>
                      <a:pt x="19041" y="10337"/>
                    </a:lnTo>
                    <a:lnTo>
                      <a:pt x="19041" y="10295"/>
                    </a:lnTo>
                    <a:lnTo>
                      <a:pt x="18999" y="10295"/>
                    </a:lnTo>
                    <a:lnTo>
                      <a:pt x="18915" y="10379"/>
                    </a:lnTo>
                    <a:lnTo>
                      <a:pt x="18831" y="10379"/>
                    </a:lnTo>
                    <a:lnTo>
                      <a:pt x="18789" y="10295"/>
                    </a:lnTo>
                    <a:lnTo>
                      <a:pt x="18622" y="10420"/>
                    </a:lnTo>
                    <a:lnTo>
                      <a:pt x="18622" y="10337"/>
                    </a:lnTo>
                    <a:lnTo>
                      <a:pt x="18517" y="10295"/>
                    </a:lnTo>
                    <a:lnTo>
                      <a:pt x="18476" y="10295"/>
                    </a:lnTo>
                    <a:lnTo>
                      <a:pt x="18476" y="10337"/>
                    </a:lnTo>
                    <a:lnTo>
                      <a:pt x="18308" y="10337"/>
                    </a:lnTo>
                    <a:lnTo>
                      <a:pt x="18078" y="10232"/>
                    </a:lnTo>
                    <a:lnTo>
                      <a:pt x="17890" y="10232"/>
                    </a:lnTo>
                    <a:lnTo>
                      <a:pt x="17701" y="10127"/>
                    </a:lnTo>
                    <a:lnTo>
                      <a:pt x="17555" y="10127"/>
                    </a:lnTo>
                    <a:lnTo>
                      <a:pt x="17555" y="10023"/>
                    </a:lnTo>
                    <a:lnTo>
                      <a:pt x="17429" y="9918"/>
                    </a:lnTo>
                    <a:lnTo>
                      <a:pt x="17346" y="9981"/>
                    </a:lnTo>
                    <a:lnTo>
                      <a:pt x="17241" y="9897"/>
                    </a:lnTo>
                    <a:lnTo>
                      <a:pt x="17220" y="9772"/>
                    </a:lnTo>
                    <a:lnTo>
                      <a:pt x="17116" y="9709"/>
                    </a:lnTo>
                    <a:lnTo>
                      <a:pt x="17053" y="9667"/>
                    </a:lnTo>
                    <a:lnTo>
                      <a:pt x="17157" y="9646"/>
                    </a:lnTo>
                    <a:lnTo>
                      <a:pt x="17283" y="9646"/>
                    </a:lnTo>
                    <a:lnTo>
                      <a:pt x="17283" y="9500"/>
                    </a:lnTo>
                    <a:lnTo>
                      <a:pt x="17388" y="9437"/>
                    </a:lnTo>
                    <a:lnTo>
                      <a:pt x="17367" y="9353"/>
                    </a:lnTo>
                    <a:lnTo>
                      <a:pt x="17471" y="9353"/>
                    </a:lnTo>
                    <a:lnTo>
                      <a:pt x="17639" y="9395"/>
                    </a:lnTo>
                    <a:lnTo>
                      <a:pt x="17681" y="9374"/>
                    </a:lnTo>
                    <a:lnTo>
                      <a:pt x="17681" y="9332"/>
                    </a:lnTo>
                    <a:lnTo>
                      <a:pt x="17806" y="9332"/>
                    </a:lnTo>
                    <a:lnTo>
                      <a:pt x="18078" y="9395"/>
                    </a:lnTo>
                    <a:lnTo>
                      <a:pt x="18183" y="9291"/>
                    </a:lnTo>
                    <a:lnTo>
                      <a:pt x="18183" y="9165"/>
                    </a:lnTo>
                    <a:lnTo>
                      <a:pt x="18225" y="9060"/>
                    </a:lnTo>
                    <a:lnTo>
                      <a:pt x="18183" y="8935"/>
                    </a:lnTo>
                    <a:lnTo>
                      <a:pt x="18183" y="8809"/>
                    </a:lnTo>
                    <a:lnTo>
                      <a:pt x="18120" y="8705"/>
                    </a:lnTo>
                    <a:lnTo>
                      <a:pt x="18078" y="8537"/>
                    </a:lnTo>
                    <a:lnTo>
                      <a:pt x="17994" y="8516"/>
                    </a:lnTo>
                    <a:lnTo>
                      <a:pt x="17973" y="8433"/>
                    </a:lnTo>
                    <a:lnTo>
                      <a:pt x="17806" y="8286"/>
                    </a:lnTo>
                    <a:lnTo>
                      <a:pt x="17764" y="8286"/>
                    </a:lnTo>
                    <a:lnTo>
                      <a:pt x="17743" y="8349"/>
                    </a:lnTo>
                    <a:lnTo>
                      <a:pt x="17681" y="8349"/>
                    </a:lnTo>
                    <a:lnTo>
                      <a:pt x="17660" y="8286"/>
                    </a:lnTo>
                    <a:lnTo>
                      <a:pt x="17492" y="8203"/>
                    </a:lnTo>
                    <a:lnTo>
                      <a:pt x="17492" y="8244"/>
                    </a:lnTo>
                    <a:lnTo>
                      <a:pt x="17597" y="8328"/>
                    </a:lnTo>
                    <a:lnTo>
                      <a:pt x="17576" y="8391"/>
                    </a:lnTo>
                    <a:lnTo>
                      <a:pt x="17639" y="8454"/>
                    </a:lnTo>
                    <a:lnTo>
                      <a:pt x="17576" y="8558"/>
                    </a:lnTo>
                    <a:lnTo>
                      <a:pt x="17492" y="8454"/>
                    </a:lnTo>
                    <a:lnTo>
                      <a:pt x="17492" y="8349"/>
                    </a:lnTo>
                    <a:lnTo>
                      <a:pt x="17388" y="8349"/>
                    </a:lnTo>
                    <a:lnTo>
                      <a:pt x="17220" y="8244"/>
                    </a:lnTo>
                    <a:lnTo>
                      <a:pt x="17178" y="8182"/>
                    </a:lnTo>
                    <a:lnTo>
                      <a:pt x="17137" y="8223"/>
                    </a:lnTo>
                    <a:lnTo>
                      <a:pt x="17053" y="8182"/>
                    </a:lnTo>
                    <a:lnTo>
                      <a:pt x="17011" y="8077"/>
                    </a:lnTo>
                    <a:lnTo>
                      <a:pt x="16906" y="7993"/>
                    </a:lnTo>
                    <a:lnTo>
                      <a:pt x="16739" y="7993"/>
                    </a:lnTo>
                    <a:lnTo>
                      <a:pt x="16551" y="7805"/>
                    </a:lnTo>
                    <a:lnTo>
                      <a:pt x="16404" y="7721"/>
                    </a:lnTo>
                    <a:lnTo>
                      <a:pt x="16383" y="7617"/>
                    </a:lnTo>
                    <a:lnTo>
                      <a:pt x="15902" y="7345"/>
                    </a:lnTo>
                    <a:lnTo>
                      <a:pt x="15776" y="7135"/>
                    </a:lnTo>
                    <a:lnTo>
                      <a:pt x="15776" y="6968"/>
                    </a:lnTo>
                    <a:lnTo>
                      <a:pt x="15672" y="6717"/>
                    </a:lnTo>
                    <a:lnTo>
                      <a:pt x="15672" y="6612"/>
                    </a:lnTo>
                    <a:lnTo>
                      <a:pt x="15567" y="6612"/>
                    </a:lnTo>
                    <a:lnTo>
                      <a:pt x="15442" y="6508"/>
                    </a:lnTo>
                    <a:lnTo>
                      <a:pt x="15337" y="6508"/>
                    </a:lnTo>
                    <a:lnTo>
                      <a:pt x="15253" y="6424"/>
                    </a:lnTo>
                    <a:lnTo>
                      <a:pt x="15149" y="6403"/>
                    </a:lnTo>
                    <a:lnTo>
                      <a:pt x="15065" y="6319"/>
                    </a:lnTo>
                    <a:lnTo>
                      <a:pt x="14940" y="6361"/>
                    </a:lnTo>
                    <a:lnTo>
                      <a:pt x="14793" y="6487"/>
                    </a:lnTo>
                    <a:lnTo>
                      <a:pt x="14688" y="6696"/>
                    </a:lnTo>
                    <a:lnTo>
                      <a:pt x="14584" y="6738"/>
                    </a:lnTo>
                    <a:lnTo>
                      <a:pt x="14479" y="6801"/>
                    </a:lnTo>
                    <a:lnTo>
                      <a:pt x="14375" y="6801"/>
                    </a:lnTo>
                    <a:lnTo>
                      <a:pt x="14312" y="6738"/>
                    </a:lnTo>
                    <a:lnTo>
                      <a:pt x="14144" y="6696"/>
                    </a:lnTo>
                    <a:lnTo>
                      <a:pt x="14061" y="6633"/>
                    </a:lnTo>
                    <a:lnTo>
                      <a:pt x="14144" y="6529"/>
                    </a:lnTo>
                    <a:lnTo>
                      <a:pt x="14207" y="6466"/>
                    </a:lnTo>
                    <a:lnTo>
                      <a:pt x="14270" y="6466"/>
                    </a:lnTo>
                    <a:lnTo>
                      <a:pt x="14375" y="6361"/>
                    </a:lnTo>
                    <a:lnTo>
                      <a:pt x="14458" y="6319"/>
                    </a:lnTo>
                    <a:lnTo>
                      <a:pt x="14479" y="6257"/>
                    </a:lnTo>
                    <a:lnTo>
                      <a:pt x="14458" y="6215"/>
                    </a:lnTo>
                    <a:lnTo>
                      <a:pt x="14375" y="6236"/>
                    </a:lnTo>
                    <a:lnTo>
                      <a:pt x="14333" y="6194"/>
                    </a:lnTo>
                    <a:lnTo>
                      <a:pt x="14354" y="6110"/>
                    </a:lnTo>
                    <a:lnTo>
                      <a:pt x="14458" y="6006"/>
                    </a:lnTo>
                    <a:lnTo>
                      <a:pt x="14437" y="5943"/>
                    </a:lnTo>
                    <a:lnTo>
                      <a:pt x="14542" y="5838"/>
                    </a:lnTo>
                    <a:lnTo>
                      <a:pt x="14542" y="5754"/>
                    </a:lnTo>
                    <a:lnTo>
                      <a:pt x="14521" y="5629"/>
                    </a:lnTo>
                    <a:lnTo>
                      <a:pt x="14375" y="5650"/>
                    </a:lnTo>
                    <a:lnTo>
                      <a:pt x="14375" y="5734"/>
                    </a:lnTo>
                    <a:lnTo>
                      <a:pt x="14165" y="5880"/>
                    </a:lnTo>
                    <a:lnTo>
                      <a:pt x="14061" y="5838"/>
                    </a:lnTo>
                    <a:lnTo>
                      <a:pt x="14165" y="6047"/>
                    </a:lnTo>
                    <a:lnTo>
                      <a:pt x="14103" y="6131"/>
                    </a:lnTo>
                    <a:lnTo>
                      <a:pt x="14061" y="6026"/>
                    </a:lnTo>
                    <a:lnTo>
                      <a:pt x="13914" y="6026"/>
                    </a:lnTo>
                    <a:lnTo>
                      <a:pt x="13810" y="6131"/>
                    </a:lnTo>
                    <a:lnTo>
                      <a:pt x="13893" y="6152"/>
                    </a:lnTo>
                    <a:lnTo>
                      <a:pt x="13851" y="6298"/>
                    </a:lnTo>
                    <a:lnTo>
                      <a:pt x="13747" y="6236"/>
                    </a:lnTo>
                    <a:lnTo>
                      <a:pt x="13642" y="6319"/>
                    </a:lnTo>
                    <a:lnTo>
                      <a:pt x="13684" y="6403"/>
                    </a:lnTo>
                    <a:lnTo>
                      <a:pt x="13789" y="6403"/>
                    </a:lnTo>
                    <a:lnTo>
                      <a:pt x="13831" y="6466"/>
                    </a:lnTo>
                    <a:lnTo>
                      <a:pt x="13642" y="6570"/>
                    </a:lnTo>
                    <a:lnTo>
                      <a:pt x="13579" y="6424"/>
                    </a:lnTo>
                    <a:lnTo>
                      <a:pt x="13433" y="6361"/>
                    </a:lnTo>
                    <a:lnTo>
                      <a:pt x="13391" y="6236"/>
                    </a:lnTo>
                    <a:lnTo>
                      <a:pt x="13391" y="5713"/>
                    </a:lnTo>
                    <a:lnTo>
                      <a:pt x="13496" y="5503"/>
                    </a:lnTo>
                    <a:lnTo>
                      <a:pt x="13475" y="5148"/>
                    </a:lnTo>
                    <a:lnTo>
                      <a:pt x="13538" y="5001"/>
                    </a:lnTo>
                    <a:lnTo>
                      <a:pt x="13517" y="4562"/>
                    </a:lnTo>
                    <a:lnTo>
                      <a:pt x="13517" y="4625"/>
                    </a:lnTo>
                    <a:lnTo>
                      <a:pt x="13370" y="4687"/>
                    </a:lnTo>
                    <a:lnTo>
                      <a:pt x="13266" y="4855"/>
                    </a:lnTo>
                    <a:lnTo>
                      <a:pt x="13349" y="4938"/>
                    </a:lnTo>
                    <a:lnTo>
                      <a:pt x="13287" y="5001"/>
                    </a:lnTo>
                    <a:lnTo>
                      <a:pt x="13349" y="5148"/>
                    </a:lnTo>
                    <a:lnTo>
                      <a:pt x="13307" y="5315"/>
                    </a:lnTo>
                    <a:lnTo>
                      <a:pt x="13245" y="5294"/>
                    </a:lnTo>
                    <a:lnTo>
                      <a:pt x="13161" y="5210"/>
                    </a:lnTo>
                    <a:lnTo>
                      <a:pt x="13119" y="5294"/>
                    </a:lnTo>
                    <a:lnTo>
                      <a:pt x="13119" y="5378"/>
                    </a:lnTo>
                    <a:lnTo>
                      <a:pt x="13056" y="5315"/>
                    </a:lnTo>
                    <a:lnTo>
                      <a:pt x="12952" y="5399"/>
                    </a:lnTo>
                    <a:lnTo>
                      <a:pt x="12952" y="5482"/>
                    </a:lnTo>
                    <a:lnTo>
                      <a:pt x="12889" y="5482"/>
                    </a:lnTo>
                    <a:lnTo>
                      <a:pt x="12638" y="5608"/>
                    </a:lnTo>
                    <a:lnTo>
                      <a:pt x="12491" y="5775"/>
                    </a:lnTo>
                    <a:lnTo>
                      <a:pt x="12429" y="5692"/>
                    </a:lnTo>
                    <a:lnTo>
                      <a:pt x="12429" y="5587"/>
                    </a:lnTo>
                    <a:lnTo>
                      <a:pt x="12575" y="5524"/>
                    </a:lnTo>
                    <a:lnTo>
                      <a:pt x="12596" y="5420"/>
                    </a:lnTo>
                    <a:lnTo>
                      <a:pt x="12491" y="5420"/>
                    </a:lnTo>
                    <a:lnTo>
                      <a:pt x="12387" y="5482"/>
                    </a:lnTo>
                    <a:lnTo>
                      <a:pt x="12178" y="5482"/>
                    </a:lnTo>
                    <a:lnTo>
                      <a:pt x="12052" y="5566"/>
                    </a:lnTo>
                    <a:lnTo>
                      <a:pt x="11780" y="5566"/>
                    </a:lnTo>
                    <a:lnTo>
                      <a:pt x="11424" y="5817"/>
                    </a:lnTo>
                    <a:lnTo>
                      <a:pt x="11257" y="5880"/>
                    </a:lnTo>
                    <a:lnTo>
                      <a:pt x="11111" y="6089"/>
                    </a:lnTo>
                    <a:lnTo>
                      <a:pt x="11090" y="5985"/>
                    </a:lnTo>
                    <a:lnTo>
                      <a:pt x="11215" y="5796"/>
                    </a:lnTo>
                    <a:lnTo>
                      <a:pt x="11173" y="5713"/>
                    </a:lnTo>
                    <a:lnTo>
                      <a:pt x="10985" y="5817"/>
                    </a:lnTo>
                    <a:lnTo>
                      <a:pt x="10964" y="5775"/>
                    </a:lnTo>
                    <a:lnTo>
                      <a:pt x="10880" y="5796"/>
                    </a:lnTo>
                    <a:lnTo>
                      <a:pt x="10797" y="5838"/>
                    </a:lnTo>
                    <a:lnTo>
                      <a:pt x="10734" y="5775"/>
                    </a:lnTo>
                    <a:lnTo>
                      <a:pt x="10629" y="5796"/>
                    </a:lnTo>
                    <a:lnTo>
                      <a:pt x="10587" y="5880"/>
                    </a:lnTo>
                    <a:lnTo>
                      <a:pt x="10315" y="6047"/>
                    </a:lnTo>
                    <a:lnTo>
                      <a:pt x="10211" y="6047"/>
                    </a:lnTo>
                    <a:lnTo>
                      <a:pt x="10022" y="6110"/>
                    </a:lnTo>
                    <a:lnTo>
                      <a:pt x="9897" y="6257"/>
                    </a:lnTo>
                    <a:lnTo>
                      <a:pt x="9939" y="6361"/>
                    </a:lnTo>
                    <a:lnTo>
                      <a:pt x="9834" y="6340"/>
                    </a:lnTo>
                    <a:lnTo>
                      <a:pt x="9792" y="6403"/>
                    </a:lnTo>
                    <a:lnTo>
                      <a:pt x="9688" y="6361"/>
                    </a:lnTo>
                    <a:lnTo>
                      <a:pt x="9657" y="6408"/>
                    </a:lnTo>
                    <a:lnTo>
                      <a:pt x="9657" y="6408"/>
                    </a:lnTo>
                    <a:lnTo>
                      <a:pt x="9583" y="6319"/>
                    </a:lnTo>
                    <a:lnTo>
                      <a:pt x="9625" y="6215"/>
                    </a:lnTo>
                    <a:lnTo>
                      <a:pt x="9709" y="6215"/>
                    </a:lnTo>
                    <a:lnTo>
                      <a:pt x="9792" y="6110"/>
                    </a:lnTo>
                    <a:lnTo>
                      <a:pt x="9897" y="6026"/>
                    </a:lnTo>
                    <a:lnTo>
                      <a:pt x="9939" y="6068"/>
                    </a:lnTo>
                    <a:lnTo>
                      <a:pt x="10022" y="6026"/>
                    </a:lnTo>
                    <a:lnTo>
                      <a:pt x="10043" y="5943"/>
                    </a:lnTo>
                    <a:lnTo>
                      <a:pt x="10169" y="5838"/>
                    </a:lnTo>
                    <a:lnTo>
                      <a:pt x="10211" y="5901"/>
                    </a:lnTo>
                    <a:lnTo>
                      <a:pt x="10462" y="5796"/>
                    </a:lnTo>
                    <a:lnTo>
                      <a:pt x="10546" y="5650"/>
                    </a:lnTo>
                    <a:lnTo>
                      <a:pt x="10671" y="5608"/>
                    </a:lnTo>
                    <a:lnTo>
                      <a:pt x="10880" y="5629"/>
                    </a:lnTo>
                    <a:lnTo>
                      <a:pt x="10901" y="5587"/>
                    </a:lnTo>
                    <a:lnTo>
                      <a:pt x="11090" y="5587"/>
                    </a:lnTo>
                    <a:lnTo>
                      <a:pt x="11278" y="5503"/>
                    </a:lnTo>
                    <a:lnTo>
                      <a:pt x="11320" y="5587"/>
                    </a:lnTo>
                    <a:lnTo>
                      <a:pt x="11383" y="5587"/>
                    </a:lnTo>
                    <a:lnTo>
                      <a:pt x="11445" y="5524"/>
                    </a:lnTo>
                    <a:lnTo>
                      <a:pt x="11529" y="5524"/>
                    </a:lnTo>
                    <a:lnTo>
                      <a:pt x="11675" y="5503"/>
                    </a:lnTo>
                    <a:lnTo>
                      <a:pt x="11738" y="5399"/>
                    </a:lnTo>
                    <a:lnTo>
                      <a:pt x="11989" y="5315"/>
                    </a:lnTo>
                    <a:lnTo>
                      <a:pt x="12240" y="5231"/>
                    </a:lnTo>
                    <a:lnTo>
                      <a:pt x="12261" y="5127"/>
                    </a:lnTo>
                    <a:lnTo>
                      <a:pt x="12324" y="5127"/>
                    </a:lnTo>
                    <a:lnTo>
                      <a:pt x="12366" y="5085"/>
                    </a:lnTo>
                    <a:lnTo>
                      <a:pt x="12324" y="5022"/>
                    </a:lnTo>
                    <a:lnTo>
                      <a:pt x="12324" y="4918"/>
                    </a:lnTo>
                    <a:lnTo>
                      <a:pt x="12240" y="4876"/>
                    </a:lnTo>
                    <a:lnTo>
                      <a:pt x="12219" y="4918"/>
                    </a:lnTo>
                    <a:lnTo>
                      <a:pt x="12219" y="5001"/>
                    </a:lnTo>
                    <a:lnTo>
                      <a:pt x="12115" y="5022"/>
                    </a:lnTo>
                    <a:lnTo>
                      <a:pt x="12073" y="4980"/>
                    </a:lnTo>
                    <a:lnTo>
                      <a:pt x="12031" y="4980"/>
                    </a:lnTo>
                    <a:lnTo>
                      <a:pt x="12010" y="4938"/>
                    </a:lnTo>
                    <a:lnTo>
                      <a:pt x="11885" y="4938"/>
                    </a:lnTo>
                    <a:lnTo>
                      <a:pt x="11696" y="5001"/>
                    </a:lnTo>
                    <a:lnTo>
                      <a:pt x="11634" y="5106"/>
                    </a:lnTo>
                    <a:lnTo>
                      <a:pt x="11571" y="5169"/>
                    </a:lnTo>
                    <a:lnTo>
                      <a:pt x="11508" y="5085"/>
                    </a:lnTo>
                    <a:lnTo>
                      <a:pt x="11466" y="5085"/>
                    </a:lnTo>
                    <a:lnTo>
                      <a:pt x="11362" y="5169"/>
                    </a:lnTo>
                    <a:lnTo>
                      <a:pt x="11090" y="5252"/>
                    </a:lnTo>
                    <a:lnTo>
                      <a:pt x="10755" y="5273"/>
                    </a:lnTo>
                    <a:lnTo>
                      <a:pt x="10692" y="5210"/>
                    </a:lnTo>
                    <a:lnTo>
                      <a:pt x="10629" y="5210"/>
                    </a:lnTo>
                    <a:lnTo>
                      <a:pt x="10650" y="5273"/>
                    </a:lnTo>
                    <a:lnTo>
                      <a:pt x="10587" y="5315"/>
                    </a:lnTo>
                    <a:lnTo>
                      <a:pt x="10483" y="5294"/>
                    </a:lnTo>
                    <a:lnTo>
                      <a:pt x="10420" y="5294"/>
                    </a:lnTo>
                    <a:lnTo>
                      <a:pt x="10357" y="5420"/>
                    </a:lnTo>
                    <a:lnTo>
                      <a:pt x="10211" y="5587"/>
                    </a:lnTo>
                    <a:lnTo>
                      <a:pt x="10148" y="5524"/>
                    </a:lnTo>
                    <a:lnTo>
                      <a:pt x="10043" y="5524"/>
                    </a:lnTo>
                    <a:lnTo>
                      <a:pt x="10022" y="5503"/>
                    </a:lnTo>
                    <a:lnTo>
                      <a:pt x="9897" y="5503"/>
                    </a:lnTo>
                    <a:lnTo>
                      <a:pt x="9813" y="5566"/>
                    </a:lnTo>
                    <a:lnTo>
                      <a:pt x="9730" y="5566"/>
                    </a:lnTo>
                    <a:lnTo>
                      <a:pt x="9688" y="5629"/>
                    </a:lnTo>
                    <a:lnTo>
                      <a:pt x="9583" y="5671"/>
                    </a:lnTo>
                    <a:lnTo>
                      <a:pt x="9478" y="5734"/>
                    </a:lnTo>
                    <a:lnTo>
                      <a:pt x="9311" y="5817"/>
                    </a:lnTo>
                    <a:lnTo>
                      <a:pt x="9123" y="5880"/>
                    </a:lnTo>
                    <a:lnTo>
                      <a:pt x="9081" y="5985"/>
                    </a:lnTo>
                    <a:lnTo>
                      <a:pt x="9081" y="6152"/>
                    </a:lnTo>
                    <a:lnTo>
                      <a:pt x="9102" y="6466"/>
                    </a:lnTo>
                    <a:lnTo>
                      <a:pt x="9081" y="6633"/>
                    </a:lnTo>
                    <a:lnTo>
                      <a:pt x="9018" y="6612"/>
                    </a:lnTo>
                    <a:lnTo>
                      <a:pt x="8955" y="6654"/>
                    </a:lnTo>
                    <a:lnTo>
                      <a:pt x="8704" y="6863"/>
                    </a:lnTo>
                    <a:lnTo>
                      <a:pt x="8788" y="6759"/>
                    </a:lnTo>
                    <a:lnTo>
                      <a:pt x="8893" y="6633"/>
                    </a:lnTo>
                    <a:lnTo>
                      <a:pt x="8914" y="6550"/>
                    </a:lnTo>
                    <a:lnTo>
                      <a:pt x="8872" y="6529"/>
                    </a:lnTo>
                    <a:lnTo>
                      <a:pt x="8872" y="6445"/>
                    </a:lnTo>
                    <a:lnTo>
                      <a:pt x="8746" y="6257"/>
                    </a:lnTo>
                    <a:lnTo>
                      <a:pt x="8662" y="6257"/>
                    </a:lnTo>
                    <a:lnTo>
                      <a:pt x="8600" y="6173"/>
                    </a:lnTo>
                    <a:lnTo>
                      <a:pt x="8537" y="6152"/>
                    </a:lnTo>
                    <a:lnTo>
                      <a:pt x="8537" y="6006"/>
                    </a:lnTo>
                    <a:lnTo>
                      <a:pt x="8390" y="5817"/>
                    </a:lnTo>
                    <a:lnTo>
                      <a:pt x="8370" y="5817"/>
                    </a:lnTo>
                    <a:lnTo>
                      <a:pt x="8286" y="5796"/>
                    </a:lnTo>
                    <a:lnTo>
                      <a:pt x="8265" y="5692"/>
                    </a:lnTo>
                    <a:lnTo>
                      <a:pt x="8181" y="5629"/>
                    </a:lnTo>
                    <a:lnTo>
                      <a:pt x="8139" y="5671"/>
                    </a:lnTo>
                    <a:lnTo>
                      <a:pt x="8035" y="5587"/>
                    </a:lnTo>
                    <a:lnTo>
                      <a:pt x="7846" y="5378"/>
                    </a:lnTo>
                    <a:lnTo>
                      <a:pt x="7805" y="5190"/>
                    </a:lnTo>
                    <a:lnTo>
                      <a:pt x="7805" y="5001"/>
                    </a:lnTo>
                    <a:lnTo>
                      <a:pt x="7763" y="4980"/>
                    </a:lnTo>
                    <a:lnTo>
                      <a:pt x="7721" y="5043"/>
                    </a:lnTo>
                    <a:lnTo>
                      <a:pt x="7658" y="5001"/>
                    </a:lnTo>
                    <a:lnTo>
                      <a:pt x="7616" y="4876"/>
                    </a:lnTo>
                    <a:lnTo>
                      <a:pt x="7658" y="4750"/>
                    </a:lnTo>
                    <a:lnTo>
                      <a:pt x="7637" y="4729"/>
                    </a:lnTo>
                    <a:lnTo>
                      <a:pt x="7658" y="4646"/>
                    </a:lnTo>
                    <a:lnTo>
                      <a:pt x="7533" y="4520"/>
                    </a:lnTo>
                    <a:lnTo>
                      <a:pt x="7533" y="4415"/>
                    </a:lnTo>
                    <a:lnTo>
                      <a:pt x="7428" y="4332"/>
                    </a:lnTo>
                    <a:lnTo>
                      <a:pt x="7386" y="4332"/>
                    </a:lnTo>
                    <a:lnTo>
                      <a:pt x="7323" y="4248"/>
                    </a:lnTo>
                    <a:lnTo>
                      <a:pt x="7219" y="4164"/>
                    </a:lnTo>
                    <a:lnTo>
                      <a:pt x="7114" y="4164"/>
                    </a:lnTo>
                    <a:lnTo>
                      <a:pt x="6800" y="3934"/>
                    </a:lnTo>
                    <a:lnTo>
                      <a:pt x="6717" y="3934"/>
                    </a:lnTo>
                    <a:lnTo>
                      <a:pt x="6696" y="3850"/>
                    </a:lnTo>
                    <a:lnTo>
                      <a:pt x="0" y="16091"/>
                    </a:lnTo>
                    <a:lnTo>
                      <a:pt x="377" y="16091"/>
                    </a:lnTo>
                    <a:lnTo>
                      <a:pt x="502" y="16153"/>
                    </a:lnTo>
                    <a:lnTo>
                      <a:pt x="711" y="16007"/>
                    </a:lnTo>
                    <a:lnTo>
                      <a:pt x="1004" y="16049"/>
                    </a:lnTo>
                    <a:lnTo>
                      <a:pt x="858" y="16300"/>
                    </a:lnTo>
                    <a:lnTo>
                      <a:pt x="921" y="16446"/>
                    </a:lnTo>
                    <a:lnTo>
                      <a:pt x="1025" y="16718"/>
                    </a:lnTo>
                    <a:lnTo>
                      <a:pt x="1172" y="17388"/>
                    </a:lnTo>
                    <a:lnTo>
                      <a:pt x="1235" y="17534"/>
                    </a:lnTo>
                    <a:lnTo>
                      <a:pt x="1130" y="17702"/>
                    </a:lnTo>
                    <a:lnTo>
                      <a:pt x="1130" y="17765"/>
                    </a:lnTo>
                    <a:lnTo>
                      <a:pt x="1172" y="17765"/>
                    </a:lnTo>
                    <a:lnTo>
                      <a:pt x="1381" y="17744"/>
                    </a:lnTo>
                    <a:lnTo>
                      <a:pt x="1569" y="17723"/>
                    </a:lnTo>
                    <a:lnTo>
                      <a:pt x="1695" y="17639"/>
                    </a:lnTo>
                    <a:lnTo>
                      <a:pt x="1862" y="17409"/>
                    </a:lnTo>
                    <a:lnTo>
                      <a:pt x="1988" y="17283"/>
                    </a:lnTo>
                    <a:lnTo>
                      <a:pt x="2197" y="17200"/>
                    </a:lnTo>
                    <a:lnTo>
                      <a:pt x="2260" y="17179"/>
                    </a:lnTo>
                    <a:lnTo>
                      <a:pt x="2469" y="17116"/>
                    </a:lnTo>
                    <a:lnTo>
                      <a:pt x="2636" y="17116"/>
                    </a:lnTo>
                    <a:lnTo>
                      <a:pt x="2783" y="17221"/>
                    </a:lnTo>
                    <a:lnTo>
                      <a:pt x="2783" y="17325"/>
                    </a:lnTo>
                    <a:lnTo>
                      <a:pt x="2804" y="17409"/>
                    </a:lnTo>
                    <a:lnTo>
                      <a:pt x="2720" y="17555"/>
                    </a:lnTo>
                    <a:lnTo>
                      <a:pt x="2699" y="17639"/>
                    </a:lnTo>
                    <a:lnTo>
                      <a:pt x="2825" y="17974"/>
                    </a:lnTo>
                    <a:lnTo>
                      <a:pt x="2804" y="18078"/>
                    </a:lnTo>
                    <a:lnTo>
                      <a:pt x="2846" y="18288"/>
                    </a:lnTo>
                    <a:lnTo>
                      <a:pt x="2992" y="18455"/>
                    </a:lnTo>
                    <a:lnTo>
                      <a:pt x="3013" y="18664"/>
                    </a:lnTo>
                    <a:lnTo>
                      <a:pt x="3055" y="18748"/>
                    </a:lnTo>
                    <a:lnTo>
                      <a:pt x="3097" y="18853"/>
                    </a:lnTo>
                    <a:lnTo>
                      <a:pt x="3034" y="18957"/>
                    </a:lnTo>
                    <a:lnTo>
                      <a:pt x="3034" y="19062"/>
                    </a:lnTo>
                    <a:lnTo>
                      <a:pt x="3055" y="19146"/>
                    </a:lnTo>
                    <a:lnTo>
                      <a:pt x="3013" y="19501"/>
                    </a:lnTo>
                    <a:lnTo>
                      <a:pt x="3013" y="19920"/>
                    </a:lnTo>
                    <a:lnTo>
                      <a:pt x="3034" y="20338"/>
                    </a:lnTo>
                    <a:lnTo>
                      <a:pt x="2929" y="20380"/>
                    </a:lnTo>
                    <a:lnTo>
                      <a:pt x="2929" y="20464"/>
                    </a:lnTo>
                    <a:lnTo>
                      <a:pt x="2971" y="20464"/>
                    </a:lnTo>
                    <a:lnTo>
                      <a:pt x="3055" y="20527"/>
                    </a:lnTo>
                    <a:lnTo>
                      <a:pt x="3076" y="20568"/>
                    </a:lnTo>
                    <a:lnTo>
                      <a:pt x="3034" y="20589"/>
                    </a:lnTo>
                    <a:lnTo>
                      <a:pt x="2971" y="20652"/>
                    </a:lnTo>
                    <a:lnTo>
                      <a:pt x="3013" y="20736"/>
                    </a:lnTo>
                    <a:lnTo>
                      <a:pt x="3055" y="20778"/>
                    </a:lnTo>
                    <a:lnTo>
                      <a:pt x="3076" y="20861"/>
                    </a:lnTo>
                    <a:lnTo>
                      <a:pt x="3055" y="20903"/>
                    </a:lnTo>
                    <a:lnTo>
                      <a:pt x="3055" y="20966"/>
                    </a:lnTo>
                    <a:lnTo>
                      <a:pt x="3160" y="20966"/>
                    </a:lnTo>
                    <a:lnTo>
                      <a:pt x="3243" y="20987"/>
                    </a:lnTo>
                    <a:lnTo>
                      <a:pt x="3348" y="21154"/>
                    </a:lnTo>
                    <a:lnTo>
                      <a:pt x="3369" y="21217"/>
                    </a:lnTo>
                    <a:lnTo>
                      <a:pt x="3452" y="21280"/>
                    </a:lnTo>
                    <a:lnTo>
                      <a:pt x="3578" y="21363"/>
                    </a:lnTo>
                    <a:lnTo>
                      <a:pt x="3641" y="21468"/>
                    </a:lnTo>
                    <a:lnTo>
                      <a:pt x="3641" y="21573"/>
                    </a:lnTo>
                    <a:lnTo>
                      <a:pt x="3683" y="21594"/>
                    </a:lnTo>
                    <a:lnTo>
                      <a:pt x="3704" y="21635"/>
                    </a:lnTo>
                    <a:lnTo>
                      <a:pt x="3683" y="21698"/>
                    </a:lnTo>
                    <a:lnTo>
                      <a:pt x="3683" y="21740"/>
                    </a:lnTo>
                    <a:lnTo>
                      <a:pt x="3641" y="21782"/>
                    </a:lnTo>
                    <a:lnTo>
                      <a:pt x="3641" y="21845"/>
                    </a:lnTo>
                    <a:lnTo>
                      <a:pt x="3641" y="21887"/>
                    </a:lnTo>
                    <a:lnTo>
                      <a:pt x="3662" y="21907"/>
                    </a:lnTo>
                    <a:lnTo>
                      <a:pt x="3599" y="22033"/>
                    </a:lnTo>
                    <a:lnTo>
                      <a:pt x="3452" y="22326"/>
                    </a:lnTo>
                    <a:lnTo>
                      <a:pt x="3432" y="22514"/>
                    </a:lnTo>
                    <a:lnTo>
                      <a:pt x="3285" y="22661"/>
                    </a:lnTo>
                    <a:lnTo>
                      <a:pt x="3285" y="22744"/>
                    </a:lnTo>
                    <a:lnTo>
                      <a:pt x="3327" y="22744"/>
                    </a:lnTo>
                    <a:lnTo>
                      <a:pt x="3494" y="22535"/>
                    </a:lnTo>
                    <a:lnTo>
                      <a:pt x="3536" y="22410"/>
                    </a:lnTo>
                    <a:lnTo>
                      <a:pt x="3662" y="22305"/>
                    </a:lnTo>
                    <a:lnTo>
                      <a:pt x="3683" y="22347"/>
                    </a:lnTo>
                    <a:lnTo>
                      <a:pt x="3766" y="22368"/>
                    </a:lnTo>
                    <a:lnTo>
                      <a:pt x="3766" y="22431"/>
                    </a:lnTo>
                    <a:lnTo>
                      <a:pt x="3599" y="22514"/>
                    </a:lnTo>
                    <a:lnTo>
                      <a:pt x="3557" y="22619"/>
                    </a:lnTo>
                    <a:lnTo>
                      <a:pt x="3390" y="22786"/>
                    </a:lnTo>
                    <a:lnTo>
                      <a:pt x="3390" y="22828"/>
                    </a:lnTo>
                    <a:lnTo>
                      <a:pt x="3473" y="22828"/>
                    </a:lnTo>
                    <a:lnTo>
                      <a:pt x="3432" y="22870"/>
                    </a:lnTo>
                    <a:lnTo>
                      <a:pt x="3285" y="22849"/>
                    </a:lnTo>
                    <a:lnTo>
                      <a:pt x="3222" y="22870"/>
                    </a:lnTo>
                    <a:lnTo>
                      <a:pt x="3160" y="23037"/>
                    </a:lnTo>
                    <a:lnTo>
                      <a:pt x="3055" y="23142"/>
                    </a:lnTo>
                    <a:lnTo>
                      <a:pt x="3076" y="23268"/>
                    </a:lnTo>
                    <a:lnTo>
                      <a:pt x="3034" y="23247"/>
                    </a:lnTo>
                    <a:lnTo>
                      <a:pt x="2971" y="23184"/>
                    </a:lnTo>
                    <a:lnTo>
                      <a:pt x="2908" y="23247"/>
                    </a:lnTo>
                    <a:lnTo>
                      <a:pt x="2908" y="23393"/>
                    </a:lnTo>
                    <a:lnTo>
                      <a:pt x="3013" y="23393"/>
                    </a:lnTo>
                    <a:lnTo>
                      <a:pt x="3034" y="23477"/>
                    </a:lnTo>
                    <a:lnTo>
                      <a:pt x="2971" y="23665"/>
                    </a:lnTo>
                    <a:lnTo>
                      <a:pt x="2950" y="23937"/>
                    </a:lnTo>
                    <a:lnTo>
                      <a:pt x="3013" y="24125"/>
                    </a:lnTo>
                    <a:lnTo>
                      <a:pt x="3076" y="24293"/>
                    </a:lnTo>
                    <a:lnTo>
                      <a:pt x="3160" y="24314"/>
                    </a:lnTo>
                    <a:lnTo>
                      <a:pt x="3180" y="24230"/>
                    </a:lnTo>
                    <a:lnTo>
                      <a:pt x="3264" y="24146"/>
                    </a:lnTo>
                    <a:lnTo>
                      <a:pt x="3452" y="24104"/>
                    </a:lnTo>
                    <a:lnTo>
                      <a:pt x="3557" y="24021"/>
                    </a:lnTo>
                    <a:lnTo>
                      <a:pt x="3662" y="23895"/>
                    </a:lnTo>
                    <a:lnTo>
                      <a:pt x="3704" y="23895"/>
                    </a:lnTo>
                    <a:lnTo>
                      <a:pt x="3704" y="24021"/>
                    </a:lnTo>
                    <a:lnTo>
                      <a:pt x="3662" y="24125"/>
                    </a:lnTo>
                    <a:lnTo>
                      <a:pt x="3599" y="24146"/>
                    </a:lnTo>
                    <a:lnTo>
                      <a:pt x="3536" y="24251"/>
                    </a:lnTo>
                    <a:lnTo>
                      <a:pt x="3536" y="24314"/>
                    </a:lnTo>
                    <a:lnTo>
                      <a:pt x="3641" y="24397"/>
                    </a:lnTo>
                    <a:lnTo>
                      <a:pt x="3704" y="24460"/>
                    </a:lnTo>
                    <a:lnTo>
                      <a:pt x="3808" y="24460"/>
                    </a:lnTo>
                    <a:lnTo>
                      <a:pt x="3892" y="24502"/>
                    </a:lnTo>
                    <a:lnTo>
                      <a:pt x="3955" y="24544"/>
                    </a:lnTo>
                    <a:lnTo>
                      <a:pt x="3808" y="24502"/>
                    </a:lnTo>
                    <a:lnTo>
                      <a:pt x="3683" y="24502"/>
                    </a:lnTo>
                    <a:lnTo>
                      <a:pt x="3578" y="24439"/>
                    </a:lnTo>
                    <a:lnTo>
                      <a:pt x="3432" y="24439"/>
                    </a:lnTo>
                    <a:lnTo>
                      <a:pt x="3369" y="24523"/>
                    </a:lnTo>
                    <a:lnTo>
                      <a:pt x="3369" y="24607"/>
                    </a:lnTo>
                    <a:lnTo>
                      <a:pt x="3432" y="24669"/>
                    </a:lnTo>
                    <a:lnTo>
                      <a:pt x="3452" y="24920"/>
                    </a:lnTo>
                    <a:lnTo>
                      <a:pt x="3494" y="24983"/>
                    </a:lnTo>
                    <a:lnTo>
                      <a:pt x="3557" y="24983"/>
                    </a:lnTo>
                    <a:lnTo>
                      <a:pt x="3641" y="24941"/>
                    </a:lnTo>
                    <a:lnTo>
                      <a:pt x="3683" y="24983"/>
                    </a:lnTo>
                    <a:lnTo>
                      <a:pt x="3641" y="25046"/>
                    </a:lnTo>
                    <a:lnTo>
                      <a:pt x="3599" y="25088"/>
                    </a:lnTo>
                    <a:lnTo>
                      <a:pt x="3683" y="25151"/>
                    </a:lnTo>
                    <a:lnTo>
                      <a:pt x="3683" y="25192"/>
                    </a:lnTo>
                    <a:lnTo>
                      <a:pt x="3662" y="25255"/>
                    </a:lnTo>
                    <a:lnTo>
                      <a:pt x="3557" y="25234"/>
                    </a:lnTo>
                    <a:lnTo>
                      <a:pt x="3411" y="25276"/>
                    </a:lnTo>
                    <a:lnTo>
                      <a:pt x="3264" y="25381"/>
                    </a:lnTo>
                    <a:lnTo>
                      <a:pt x="3243" y="25423"/>
                    </a:lnTo>
                    <a:lnTo>
                      <a:pt x="3306" y="25485"/>
                    </a:lnTo>
                    <a:lnTo>
                      <a:pt x="3452" y="25423"/>
                    </a:lnTo>
                    <a:lnTo>
                      <a:pt x="3536" y="25465"/>
                    </a:lnTo>
                    <a:lnTo>
                      <a:pt x="3452" y="25485"/>
                    </a:lnTo>
                    <a:lnTo>
                      <a:pt x="3432" y="25548"/>
                    </a:lnTo>
                    <a:lnTo>
                      <a:pt x="3515" y="25632"/>
                    </a:lnTo>
                    <a:lnTo>
                      <a:pt x="3662" y="25590"/>
                    </a:lnTo>
                    <a:lnTo>
                      <a:pt x="3829" y="25465"/>
                    </a:lnTo>
                    <a:lnTo>
                      <a:pt x="3934" y="25297"/>
                    </a:lnTo>
                    <a:lnTo>
                      <a:pt x="4038" y="25297"/>
                    </a:lnTo>
                    <a:lnTo>
                      <a:pt x="4143" y="25213"/>
                    </a:lnTo>
                    <a:lnTo>
                      <a:pt x="4164" y="25109"/>
                    </a:lnTo>
                    <a:lnTo>
                      <a:pt x="4185" y="25088"/>
                    </a:lnTo>
                    <a:lnTo>
                      <a:pt x="4206" y="25172"/>
                    </a:lnTo>
                    <a:lnTo>
                      <a:pt x="4143" y="25339"/>
                    </a:lnTo>
                    <a:lnTo>
                      <a:pt x="4038" y="25402"/>
                    </a:lnTo>
                    <a:lnTo>
                      <a:pt x="3913" y="25465"/>
                    </a:lnTo>
                    <a:lnTo>
                      <a:pt x="3892" y="25548"/>
                    </a:lnTo>
                    <a:lnTo>
                      <a:pt x="3955" y="25611"/>
                    </a:lnTo>
                    <a:lnTo>
                      <a:pt x="4038" y="25590"/>
                    </a:lnTo>
                    <a:lnTo>
                      <a:pt x="4164" y="25590"/>
                    </a:lnTo>
                    <a:lnTo>
                      <a:pt x="4268" y="25611"/>
                    </a:lnTo>
                    <a:lnTo>
                      <a:pt x="4122" y="25611"/>
                    </a:lnTo>
                    <a:lnTo>
                      <a:pt x="4017" y="25674"/>
                    </a:lnTo>
                    <a:lnTo>
                      <a:pt x="4017" y="25820"/>
                    </a:lnTo>
                    <a:lnTo>
                      <a:pt x="4059" y="25967"/>
                    </a:lnTo>
                    <a:lnTo>
                      <a:pt x="4017" y="25988"/>
                    </a:lnTo>
                    <a:lnTo>
                      <a:pt x="3976" y="25904"/>
                    </a:lnTo>
                    <a:lnTo>
                      <a:pt x="3976" y="25757"/>
                    </a:lnTo>
                    <a:lnTo>
                      <a:pt x="3913" y="25674"/>
                    </a:lnTo>
                    <a:lnTo>
                      <a:pt x="3850" y="25716"/>
                    </a:lnTo>
                    <a:lnTo>
                      <a:pt x="3578" y="25904"/>
                    </a:lnTo>
                    <a:lnTo>
                      <a:pt x="3536" y="25988"/>
                    </a:lnTo>
                    <a:lnTo>
                      <a:pt x="3369" y="26071"/>
                    </a:lnTo>
                    <a:lnTo>
                      <a:pt x="3327" y="26134"/>
                    </a:lnTo>
                    <a:lnTo>
                      <a:pt x="3348" y="26218"/>
                    </a:lnTo>
                    <a:lnTo>
                      <a:pt x="3348" y="26301"/>
                    </a:lnTo>
                    <a:lnTo>
                      <a:pt x="3369" y="26322"/>
                    </a:lnTo>
                    <a:lnTo>
                      <a:pt x="3452" y="26281"/>
                    </a:lnTo>
                    <a:lnTo>
                      <a:pt x="3557" y="26218"/>
                    </a:lnTo>
                    <a:lnTo>
                      <a:pt x="3599" y="26113"/>
                    </a:lnTo>
                    <a:lnTo>
                      <a:pt x="3662" y="26134"/>
                    </a:lnTo>
                    <a:lnTo>
                      <a:pt x="3704" y="26197"/>
                    </a:lnTo>
                    <a:lnTo>
                      <a:pt x="3892" y="26218"/>
                    </a:lnTo>
                    <a:lnTo>
                      <a:pt x="3871" y="26239"/>
                    </a:lnTo>
                    <a:lnTo>
                      <a:pt x="3766" y="26218"/>
                    </a:lnTo>
                    <a:lnTo>
                      <a:pt x="3599" y="26218"/>
                    </a:lnTo>
                    <a:lnTo>
                      <a:pt x="3536" y="26281"/>
                    </a:lnTo>
                    <a:lnTo>
                      <a:pt x="3536" y="26322"/>
                    </a:lnTo>
                    <a:lnTo>
                      <a:pt x="3557" y="26385"/>
                    </a:lnTo>
                    <a:lnTo>
                      <a:pt x="3473" y="26406"/>
                    </a:lnTo>
                    <a:lnTo>
                      <a:pt x="3432" y="26385"/>
                    </a:lnTo>
                    <a:lnTo>
                      <a:pt x="3264" y="26427"/>
                    </a:lnTo>
                    <a:lnTo>
                      <a:pt x="3264" y="26490"/>
                    </a:lnTo>
                    <a:lnTo>
                      <a:pt x="3390" y="26490"/>
                    </a:lnTo>
                    <a:lnTo>
                      <a:pt x="3473" y="26532"/>
                    </a:lnTo>
                    <a:lnTo>
                      <a:pt x="3578" y="26532"/>
                    </a:lnTo>
                    <a:lnTo>
                      <a:pt x="3515" y="26594"/>
                    </a:lnTo>
                    <a:lnTo>
                      <a:pt x="3390" y="26594"/>
                    </a:lnTo>
                    <a:lnTo>
                      <a:pt x="3327" y="26532"/>
                    </a:lnTo>
                    <a:lnTo>
                      <a:pt x="3222" y="26553"/>
                    </a:lnTo>
                    <a:lnTo>
                      <a:pt x="3180" y="26657"/>
                    </a:lnTo>
                    <a:lnTo>
                      <a:pt x="3243" y="26720"/>
                    </a:lnTo>
                    <a:lnTo>
                      <a:pt x="3327" y="26720"/>
                    </a:lnTo>
                    <a:lnTo>
                      <a:pt x="3452" y="26699"/>
                    </a:lnTo>
                    <a:lnTo>
                      <a:pt x="3536" y="26741"/>
                    </a:lnTo>
                    <a:lnTo>
                      <a:pt x="3683" y="26741"/>
                    </a:lnTo>
                    <a:lnTo>
                      <a:pt x="3662" y="26804"/>
                    </a:lnTo>
                    <a:lnTo>
                      <a:pt x="3557" y="26825"/>
                    </a:lnTo>
                    <a:lnTo>
                      <a:pt x="3452" y="26804"/>
                    </a:lnTo>
                    <a:lnTo>
                      <a:pt x="3432" y="26825"/>
                    </a:lnTo>
                    <a:lnTo>
                      <a:pt x="3452" y="26845"/>
                    </a:lnTo>
                    <a:lnTo>
                      <a:pt x="3662" y="26845"/>
                    </a:lnTo>
                    <a:lnTo>
                      <a:pt x="3662" y="26908"/>
                    </a:lnTo>
                    <a:lnTo>
                      <a:pt x="3536" y="26929"/>
                    </a:lnTo>
                    <a:lnTo>
                      <a:pt x="3390" y="26908"/>
                    </a:lnTo>
                    <a:lnTo>
                      <a:pt x="3327" y="26845"/>
                    </a:lnTo>
                    <a:lnTo>
                      <a:pt x="3264" y="26908"/>
                    </a:lnTo>
                    <a:lnTo>
                      <a:pt x="3327" y="27013"/>
                    </a:lnTo>
                    <a:lnTo>
                      <a:pt x="3452" y="27076"/>
                    </a:lnTo>
                    <a:lnTo>
                      <a:pt x="3473" y="27013"/>
                    </a:lnTo>
                    <a:lnTo>
                      <a:pt x="3557" y="27013"/>
                    </a:lnTo>
                    <a:lnTo>
                      <a:pt x="3641" y="27055"/>
                    </a:lnTo>
                    <a:lnTo>
                      <a:pt x="3787" y="27034"/>
                    </a:lnTo>
                    <a:lnTo>
                      <a:pt x="3850" y="27076"/>
                    </a:lnTo>
                    <a:lnTo>
                      <a:pt x="3766" y="27117"/>
                    </a:lnTo>
                    <a:lnTo>
                      <a:pt x="3766" y="27159"/>
                    </a:lnTo>
                    <a:lnTo>
                      <a:pt x="3871" y="27159"/>
                    </a:lnTo>
                    <a:lnTo>
                      <a:pt x="3892" y="27243"/>
                    </a:lnTo>
                    <a:lnTo>
                      <a:pt x="4026" y="27276"/>
                    </a:lnTo>
                    <a:lnTo>
                      <a:pt x="3976" y="27285"/>
                    </a:lnTo>
                    <a:lnTo>
                      <a:pt x="3871" y="27285"/>
                    </a:lnTo>
                    <a:lnTo>
                      <a:pt x="3787" y="27369"/>
                    </a:lnTo>
                    <a:lnTo>
                      <a:pt x="3787" y="27431"/>
                    </a:lnTo>
                    <a:lnTo>
                      <a:pt x="3871" y="27473"/>
                    </a:lnTo>
                    <a:lnTo>
                      <a:pt x="3913" y="27431"/>
                    </a:lnTo>
                    <a:lnTo>
                      <a:pt x="3976" y="27389"/>
                    </a:lnTo>
                    <a:lnTo>
                      <a:pt x="3996" y="27452"/>
                    </a:lnTo>
                    <a:lnTo>
                      <a:pt x="4017" y="27452"/>
                    </a:lnTo>
                    <a:lnTo>
                      <a:pt x="4080" y="27369"/>
                    </a:lnTo>
                    <a:lnTo>
                      <a:pt x="4185" y="27306"/>
                    </a:lnTo>
                    <a:lnTo>
                      <a:pt x="4185" y="27369"/>
                    </a:lnTo>
                    <a:lnTo>
                      <a:pt x="4164" y="27410"/>
                    </a:lnTo>
                    <a:lnTo>
                      <a:pt x="4164" y="27473"/>
                    </a:lnTo>
                    <a:lnTo>
                      <a:pt x="4206" y="27494"/>
                    </a:lnTo>
                    <a:lnTo>
                      <a:pt x="4289" y="27557"/>
                    </a:lnTo>
                    <a:lnTo>
                      <a:pt x="4373" y="27557"/>
                    </a:lnTo>
                    <a:lnTo>
                      <a:pt x="4499" y="27369"/>
                    </a:lnTo>
                    <a:lnTo>
                      <a:pt x="4520" y="27159"/>
                    </a:lnTo>
                    <a:lnTo>
                      <a:pt x="4582" y="27055"/>
                    </a:lnTo>
                    <a:lnTo>
                      <a:pt x="4645" y="27034"/>
                    </a:lnTo>
                    <a:lnTo>
                      <a:pt x="4645" y="27097"/>
                    </a:lnTo>
                    <a:lnTo>
                      <a:pt x="4603" y="27159"/>
                    </a:lnTo>
                    <a:lnTo>
                      <a:pt x="4603" y="27306"/>
                    </a:lnTo>
                    <a:lnTo>
                      <a:pt x="4499" y="27473"/>
                    </a:lnTo>
                    <a:lnTo>
                      <a:pt x="4415" y="27557"/>
                    </a:lnTo>
                    <a:lnTo>
                      <a:pt x="4436" y="27599"/>
                    </a:lnTo>
                    <a:lnTo>
                      <a:pt x="4582" y="27599"/>
                    </a:lnTo>
                    <a:lnTo>
                      <a:pt x="4687" y="27578"/>
                    </a:lnTo>
                    <a:lnTo>
                      <a:pt x="4708" y="27599"/>
                    </a:lnTo>
                    <a:lnTo>
                      <a:pt x="4624" y="27682"/>
                    </a:lnTo>
                    <a:lnTo>
                      <a:pt x="4582" y="27808"/>
                    </a:lnTo>
                    <a:lnTo>
                      <a:pt x="4415" y="27913"/>
                    </a:lnTo>
                    <a:lnTo>
                      <a:pt x="4415" y="27975"/>
                    </a:lnTo>
                    <a:lnTo>
                      <a:pt x="4499" y="28122"/>
                    </a:lnTo>
                    <a:lnTo>
                      <a:pt x="4624" y="28185"/>
                    </a:lnTo>
                    <a:lnTo>
                      <a:pt x="4708" y="28122"/>
                    </a:lnTo>
                    <a:lnTo>
                      <a:pt x="4792" y="28122"/>
                    </a:lnTo>
                    <a:lnTo>
                      <a:pt x="4812" y="28226"/>
                    </a:lnTo>
                    <a:lnTo>
                      <a:pt x="4875" y="28331"/>
                    </a:lnTo>
                    <a:lnTo>
                      <a:pt x="4875" y="28415"/>
                    </a:lnTo>
                    <a:lnTo>
                      <a:pt x="4812" y="28415"/>
                    </a:lnTo>
                    <a:lnTo>
                      <a:pt x="4771" y="28310"/>
                    </a:lnTo>
                    <a:lnTo>
                      <a:pt x="4708" y="28310"/>
                    </a:lnTo>
                    <a:lnTo>
                      <a:pt x="4708" y="28415"/>
                    </a:lnTo>
                    <a:lnTo>
                      <a:pt x="4812" y="28561"/>
                    </a:lnTo>
                    <a:lnTo>
                      <a:pt x="4938" y="28498"/>
                    </a:lnTo>
                    <a:lnTo>
                      <a:pt x="5085" y="28436"/>
                    </a:lnTo>
                    <a:lnTo>
                      <a:pt x="5147" y="28352"/>
                    </a:lnTo>
                    <a:lnTo>
                      <a:pt x="5147" y="28352"/>
                    </a:lnTo>
                    <a:lnTo>
                      <a:pt x="5126" y="28519"/>
                    </a:lnTo>
                    <a:lnTo>
                      <a:pt x="5022" y="28750"/>
                    </a:lnTo>
                    <a:lnTo>
                      <a:pt x="5043" y="28938"/>
                    </a:lnTo>
                    <a:lnTo>
                      <a:pt x="5126" y="28959"/>
                    </a:lnTo>
                    <a:lnTo>
                      <a:pt x="20087" y="30444"/>
                    </a:lnTo>
                    <a:lnTo>
                      <a:pt x="20212" y="30507"/>
                    </a:lnTo>
                    <a:lnTo>
                      <a:pt x="20359" y="30507"/>
                    </a:lnTo>
                    <a:lnTo>
                      <a:pt x="20484" y="30612"/>
                    </a:lnTo>
                    <a:lnTo>
                      <a:pt x="20484" y="30674"/>
                    </a:lnTo>
                    <a:lnTo>
                      <a:pt x="20568" y="30737"/>
                    </a:lnTo>
                    <a:lnTo>
                      <a:pt x="20589" y="30779"/>
                    </a:lnTo>
                    <a:lnTo>
                      <a:pt x="20694" y="30821"/>
                    </a:lnTo>
                    <a:lnTo>
                      <a:pt x="20714" y="30842"/>
                    </a:lnTo>
                    <a:lnTo>
                      <a:pt x="20840" y="30884"/>
                    </a:lnTo>
                    <a:lnTo>
                      <a:pt x="20903" y="30946"/>
                    </a:lnTo>
                    <a:lnTo>
                      <a:pt x="20945" y="30946"/>
                    </a:lnTo>
                    <a:lnTo>
                      <a:pt x="21049" y="30926"/>
                    </a:lnTo>
                    <a:lnTo>
                      <a:pt x="21133" y="30946"/>
                    </a:lnTo>
                    <a:lnTo>
                      <a:pt x="21238" y="30946"/>
                    </a:lnTo>
                    <a:lnTo>
                      <a:pt x="21363" y="31051"/>
                    </a:lnTo>
                    <a:lnTo>
                      <a:pt x="21447" y="31051"/>
                    </a:lnTo>
                    <a:lnTo>
                      <a:pt x="21510" y="31198"/>
                    </a:lnTo>
                    <a:lnTo>
                      <a:pt x="21719" y="31239"/>
                    </a:lnTo>
                    <a:lnTo>
                      <a:pt x="21823" y="31260"/>
                    </a:lnTo>
                    <a:lnTo>
                      <a:pt x="21886" y="31344"/>
                    </a:lnTo>
                    <a:lnTo>
                      <a:pt x="21970" y="31407"/>
                    </a:lnTo>
                    <a:lnTo>
                      <a:pt x="22158" y="31407"/>
                    </a:lnTo>
                    <a:lnTo>
                      <a:pt x="22263" y="31344"/>
                    </a:lnTo>
                    <a:lnTo>
                      <a:pt x="22305" y="31407"/>
                    </a:lnTo>
                    <a:lnTo>
                      <a:pt x="22367" y="31511"/>
                    </a:lnTo>
                    <a:lnTo>
                      <a:pt x="22618" y="31532"/>
                    </a:lnTo>
                    <a:lnTo>
                      <a:pt x="22681" y="31574"/>
                    </a:lnTo>
                    <a:lnTo>
                      <a:pt x="22807" y="31616"/>
                    </a:lnTo>
                    <a:lnTo>
                      <a:pt x="22890" y="31658"/>
                    </a:lnTo>
                    <a:lnTo>
                      <a:pt x="25192" y="32725"/>
                    </a:lnTo>
                    <a:lnTo>
                      <a:pt x="25339" y="32913"/>
                    </a:lnTo>
                    <a:lnTo>
                      <a:pt x="25694" y="33206"/>
                    </a:lnTo>
                    <a:lnTo>
                      <a:pt x="26050" y="34985"/>
                    </a:lnTo>
                    <a:lnTo>
                      <a:pt x="26008" y="35738"/>
                    </a:lnTo>
                    <a:lnTo>
                      <a:pt x="25945" y="35864"/>
                    </a:lnTo>
                    <a:lnTo>
                      <a:pt x="25903" y="36010"/>
                    </a:lnTo>
                    <a:lnTo>
                      <a:pt x="25820" y="36136"/>
                    </a:lnTo>
                    <a:lnTo>
                      <a:pt x="25611" y="36240"/>
                    </a:lnTo>
                    <a:lnTo>
                      <a:pt x="25506" y="36366"/>
                    </a:lnTo>
                    <a:lnTo>
                      <a:pt x="25611" y="36554"/>
                    </a:lnTo>
                    <a:lnTo>
                      <a:pt x="27598" y="36031"/>
                    </a:lnTo>
                    <a:lnTo>
                      <a:pt x="27849" y="35947"/>
                    </a:lnTo>
                    <a:lnTo>
                      <a:pt x="27912" y="35654"/>
                    </a:lnTo>
                    <a:lnTo>
                      <a:pt x="28979" y="35340"/>
                    </a:lnTo>
                    <a:lnTo>
                      <a:pt x="29461" y="34985"/>
                    </a:lnTo>
                    <a:lnTo>
                      <a:pt x="29565" y="34901"/>
                    </a:lnTo>
                    <a:lnTo>
                      <a:pt x="29712" y="34880"/>
                    </a:lnTo>
                    <a:lnTo>
                      <a:pt x="29984" y="34650"/>
                    </a:lnTo>
                    <a:lnTo>
                      <a:pt x="30088" y="34545"/>
                    </a:lnTo>
                    <a:lnTo>
                      <a:pt x="30214" y="34483"/>
                    </a:lnTo>
                    <a:lnTo>
                      <a:pt x="30318" y="34378"/>
                    </a:lnTo>
                    <a:lnTo>
                      <a:pt x="30528" y="34357"/>
                    </a:lnTo>
                    <a:lnTo>
                      <a:pt x="32202" y="34378"/>
                    </a:lnTo>
                    <a:lnTo>
                      <a:pt x="32327" y="34252"/>
                    </a:lnTo>
                    <a:lnTo>
                      <a:pt x="32390" y="34252"/>
                    </a:lnTo>
                    <a:lnTo>
                      <a:pt x="32432" y="34190"/>
                    </a:lnTo>
                    <a:lnTo>
                      <a:pt x="32515" y="34190"/>
                    </a:lnTo>
                    <a:lnTo>
                      <a:pt x="32620" y="34231"/>
                    </a:lnTo>
                    <a:lnTo>
                      <a:pt x="32704" y="34169"/>
                    </a:lnTo>
                    <a:lnTo>
                      <a:pt x="32725" y="34085"/>
                    </a:lnTo>
                    <a:lnTo>
                      <a:pt x="32913" y="33876"/>
                    </a:lnTo>
                    <a:lnTo>
                      <a:pt x="32976" y="33855"/>
                    </a:lnTo>
                    <a:lnTo>
                      <a:pt x="33143" y="33667"/>
                    </a:lnTo>
                    <a:lnTo>
                      <a:pt x="33185" y="33541"/>
                    </a:lnTo>
                    <a:lnTo>
                      <a:pt x="33227" y="33415"/>
                    </a:lnTo>
                    <a:lnTo>
                      <a:pt x="33373" y="33332"/>
                    </a:lnTo>
                    <a:lnTo>
                      <a:pt x="33373" y="33227"/>
                    </a:lnTo>
                    <a:lnTo>
                      <a:pt x="33478" y="33102"/>
                    </a:lnTo>
                    <a:lnTo>
                      <a:pt x="33687" y="32871"/>
                    </a:lnTo>
                    <a:lnTo>
                      <a:pt x="33750" y="32767"/>
                    </a:lnTo>
                    <a:lnTo>
                      <a:pt x="33854" y="32662"/>
                    </a:lnTo>
                    <a:lnTo>
                      <a:pt x="33875" y="32662"/>
                    </a:lnTo>
                    <a:lnTo>
                      <a:pt x="33959" y="32704"/>
                    </a:lnTo>
                    <a:lnTo>
                      <a:pt x="34022" y="32788"/>
                    </a:lnTo>
                    <a:lnTo>
                      <a:pt x="34168" y="32767"/>
                    </a:lnTo>
                    <a:lnTo>
                      <a:pt x="34315" y="32809"/>
                    </a:lnTo>
                    <a:lnTo>
                      <a:pt x="34378" y="32767"/>
                    </a:lnTo>
                    <a:lnTo>
                      <a:pt x="34608" y="32976"/>
                    </a:lnTo>
                    <a:lnTo>
                      <a:pt x="34608" y="33143"/>
                    </a:lnTo>
                    <a:lnTo>
                      <a:pt x="34482" y="33876"/>
                    </a:lnTo>
                    <a:lnTo>
                      <a:pt x="34440" y="33959"/>
                    </a:lnTo>
                    <a:lnTo>
                      <a:pt x="34503" y="33959"/>
                    </a:lnTo>
                    <a:lnTo>
                      <a:pt x="34524" y="34043"/>
                    </a:lnTo>
                    <a:lnTo>
                      <a:pt x="34587" y="34085"/>
                    </a:lnTo>
                    <a:lnTo>
                      <a:pt x="34587" y="34190"/>
                    </a:lnTo>
                    <a:lnTo>
                      <a:pt x="34587" y="34252"/>
                    </a:lnTo>
                    <a:lnTo>
                      <a:pt x="34587" y="34294"/>
                    </a:lnTo>
                    <a:lnTo>
                      <a:pt x="34545" y="34357"/>
                    </a:lnTo>
                    <a:lnTo>
                      <a:pt x="34587" y="34378"/>
                    </a:lnTo>
                    <a:lnTo>
                      <a:pt x="34733" y="34399"/>
                    </a:lnTo>
                    <a:lnTo>
                      <a:pt x="34859" y="34378"/>
                    </a:lnTo>
                    <a:lnTo>
                      <a:pt x="34901" y="34462"/>
                    </a:lnTo>
                    <a:lnTo>
                      <a:pt x="34963" y="34483"/>
                    </a:lnTo>
                    <a:lnTo>
                      <a:pt x="35026" y="34399"/>
                    </a:lnTo>
                    <a:lnTo>
                      <a:pt x="35110" y="34462"/>
                    </a:lnTo>
                    <a:lnTo>
                      <a:pt x="35235" y="34441"/>
                    </a:lnTo>
                    <a:lnTo>
                      <a:pt x="35277" y="34336"/>
                    </a:lnTo>
                    <a:lnTo>
                      <a:pt x="35382" y="34231"/>
                    </a:lnTo>
                    <a:lnTo>
                      <a:pt x="35382" y="34231"/>
                    </a:lnTo>
                    <a:lnTo>
                      <a:pt x="35319" y="34336"/>
                    </a:lnTo>
                    <a:lnTo>
                      <a:pt x="35340" y="34336"/>
                    </a:lnTo>
                    <a:lnTo>
                      <a:pt x="35319" y="34378"/>
                    </a:lnTo>
                    <a:lnTo>
                      <a:pt x="35361" y="34399"/>
                    </a:lnTo>
                    <a:lnTo>
                      <a:pt x="35633" y="34336"/>
                    </a:lnTo>
                    <a:lnTo>
                      <a:pt x="35675" y="34252"/>
                    </a:lnTo>
                    <a:lnTo>
                      <a:pt x="35842" y="34252"/>
                    </a:lnTo>
                    <a:lnTo>
                      <a:pt x="35968" y="34127"/>
                    </a:lnTo>
                    <a:lnTo>
                      <a:pt x="36072" y="34085"/>
                    </a:lnTo>
                    <a:lnTo>
                      <a:pt x="36198" y="33918"/>
                    </a:lnTo>
                    <a:lnTo>
                      <a:pt x="36198" y="33980"/>
                    </a:lnTo>
                    <a:lnTo>
                      <a:pt x="36282" y="33939"/>
                    </a:lnTo>
                    <a:lnTo>
                      <a:pt x="36282" y="33980"/>
                    </a:lnTo>
                    <a:lnTo>
                      <a:pt x="36156" y="34127"/>
                    </a:lnTo>
                    <a:lnTo>
                      <a:pt x="36051" y="34148"/>
                    </a:lnTo>
                    <a:lnTo>
                      <a:pt x="35947" y="34294"/>
                    </a:lnTo>
                    <a:lnTo>
                      <a:pt x="36072" y="34336"/>
                    </a:lnTo>
                    <a:lnTo>
                      <a:pt x="36156" y="34231"/>
                    </a:lnTo>
                    <a:lnTo>
                      <a:pt x="36261" y="34231"/>
                    </a:lnTo>
                    <a:lnTo>
                      <a:pt x="36323" y="34273"/>
                    </a:lnTo>
                    <a:lnTo>
                      <a:pt x="36575" y="34294"/>
                    </a:lnTo>
                    <a:lnTo>
                      <a:pt x="36742" y="34294"/>
                    </a:lnTo>
                    <a:lnTo>
                      <a:pt x="36616" y="34357"/>
                    </a:lnTo>
                    <a:lnTo>
                      <a:pt x="36470" y="34378"/>
                    </a:lnTo>
                    <a:lnTo>
                      <a:pt x="36365" y="34399"/>
                    </a:lnTo>
                    <a:lnTo>
                      <a:pt x="36323" y="34483"/>
                    </a:lnTo>
                    <a:lnTo>
                      <a:pt x="36323" y="34545"/>
                    </a:lnTo>
                    <a:lnTo>
                      <a:pt x="36261" y="34483"/>
                    </a:lnTo>
                    <a:lnTo>
                      <a:pt x="36219" y="34378"/>
                    </a:lnTo>
                    <a:lnTo>
                      <a:pt x="36156" y="34357"/>
                    </a:lnTo>
                    <a:lnTo>
                      <a:pt x="35968" y="34399"/>
                    </a:lnTo>
                    <a:lnTo>
                      <a:pt x="35779" y="34545"/>
                    </a:lnTo>
                    <a:lnTo>
                      <a:pt x="35549" y="34587"/>
                    </a:lnTo>
                    <a:lnTo>
                      <a:pt x="35340" y="34713"/>
                    </a:lnTo>
                    <a:lnTo>
                      <a:pt x="35319" y="34817"/>
                    </a:lnTo>
                    <a:lnTo>
                      <a:pt x="35173" y="34922"/>
                    </a:lnTo>
                    <a:lnTo>
                      <a:pt x="35110" y="35110"/>
                    </a:lnTo>
                    <a:lnTo>
                      <a:pt x="35110" y="35236"/>
                    </a:lnTo>
                    <a:lnTo>
                      <a:pt x="35131" y="35340"/>
                    </a:lnTo>
                    <a:lnTo>
                      <a:pt x="35152" y="35445"/>
                    </a:lnTo>
                    <a:lnTo>
                      <a:pt x="35215" y="35424"/>
                    </a:lnTo>
                    <a:lnTo>
                      <a:pt x="35256" y="35445"/>
                    </a:lnTo>
                    <a:lnTo>
                      <a:pt x="35256" y="35592"/>
                    </a:lnTo>
                    <a:lnTo>
                      <a:pt x="35361" y="35654"/>
                    </a:lnTo>
                    <a:lnTo>
                      <a:pt x="35403" y="35612"/>
                    </a:lnTo>
                    <a:lnTo>
                      <a:pt x="35466" y="35654"/>
                    </a:lnTo>
                    <a:lnTo>
                      <a:pt x="35507" y="35612"/>
                    </a:lnTo>
                    <a:lnTo>
                      <a:pt x="35507" y="35508"/>
                    </a:lnTo>
                    <a:lnTo>
                      <a:pt x="35570" y="35487"/>
                    </a:lnTo>
                    <a:lnTo>
                      <a:pt x="35654" y="35487"/>
                    </a:lnTo>
                    <a:lnTo>
                      <a:pt x="35779" y="35382"/>
                    </a:lnTo>
                    <a:lnTo>
                      <a:pt x="35884" y="35340"/>
                    </a:lnTo>
                    <a:lnTo>
                      <a:pt x="36031" y="35131"/>
                    </a:lnTo>
                    <a:lnTo>
                      <a:pt x="36219" y="35006"/>
                    </a:lnTo>
                    <a:lnTo>
                      <a:pt x="36177" y="34964"/>
                    </a:lnTo>
                    <a:lnTo>
                      <a:pt x="36240" y="34817"/>
                    </a:lnTo>
                    <a:lnTo>
                      <a:pt x="36323" y="34817"/>
                    </a:lnTo>
                    <a:lnTo>
                      <a:pt x="36386" y="34755"/>
                    </a:lnTo>
                    <a:lnTo>
                      <a:pt x="36428" y="34755"/>
                    </a:lnTo>
                    <a:lnTo>
                      <a:pt x="36491" y="34880"/>
                    </a:lnTo>
                    <a:lnTo>
                      <a:pt x="36637" y="34901"/>
                    </a:lnTo>
                    <a:lnTo>
                      <a:pt x="36637" y="34859"/>
                    </a:lnTo>
                    <a:lnTo>
                      <a:pt x="36721" y="34859"/>
                    </a:lnTo>
                    <a:lnTo>
                      <a:pt x="36909" y="34755"/>
                    </a:lnTo>
                    <a:lnTo>
                      <a:pt x="37077" y="34692"/>
                    </a:lnTo>
                    <a:lnTo>
                      <a:pt x="37286" y="34650"/>
                    </a:lnTo>
                    <a:lnTo>
                      <a:pt x="37391" y="34650"/>
                    </a:lnTo>
                    <a:lnTo>
                      <a:pt x="37663" y="34483"/>
                    </a:lnTo>
                    <a:lnTo>
                      <a:pt x="37809" y="34441"/>
                    </a:lnTo>
                    <a:lnTo>
                      <a:pt x="37914" y="34441"/>
                    </a:lnTo>
                    <a:lnTo>
                      <a:pt x="37997" y="34462"/>
                    </a:lnTo>
                    <a:lnTo>
                      <a:pt x="38081" y="34399"/>
                    </a:lnTo>
                    <a:lnTo>
                      <a:pt x="38018" y="34357"/>
                    </a:lnTo>
                    <a:lnTo>
                      <a:pt x="37935" y="34357"/>
                    </a:lnTo>
                    <a:lnTo>
                      <a:pt x="37830" y="34294"/>
                    </a:lnTo>
                    <a:lnTo>
                      <a:pt x="37872" y="34294"/>
                    </a:lnTo>
                    <a:lnTo>
                      <a:pt x="37956" y="34273"/>
                    </a:lnTo>
                    <a:lnTo>
                      <a:pt x="37956" y="34231"/>
                    </a:lnTo>
                    <a:lnTo>
                      <a:pt x="37663" y="34169"/>
                    </a:lnTo>
                    <a:lnTo>
                      <a:pt x="37537" y="34148"/>
                    </a:lnTo>
                    <a:lnTo>
                      <a:pt x="37558" y="34085"/>
                    </a:lnTo>
                    <a:lnTo>
                      <a:pt x="37537" y="33980"/>
                    </a:lnTo>
                    <a:lnTo>
                      <a:pt x="37370" y="34085"/>
                    </a:lnTo>
                    <a:lnTo>
                      <a:pt x="37349" y="34148"/>
                    </a:lnTo>
                    <a:lnTo>
                      <a:pt x="37160" y="34106"/>
                    </a:lnTo>
                    <a:lnTo>
                      <a:pt x="37139" y="34064"/>
                    </a:lnTo>
                    <a:lnTo>
                      <a:pt x="36993" y="34022"/>
                    </a:lnTo>
                    <a:lnTo>
                      <a:pt x="36930" y="34043"/>
                    </a:lnTo>
                    <a:lnTo>
                      <a:pt x="36826" y="33980"/>
                    </a:lnTo>
                    <a:lnTo>
                      <a:pt x="36637" y="33980"/>
                    </a:lnTo>
                    <a:lnTo>
                      <a:pt x="36491" y="33876"/>
                    </a:lnTo>
                    <a:lnTo>
                      <a:pt x="36616" y="33834"/>
                    </a:lnTo>
                    <a:lnTo>
                      <a:pt x="36637" y="33750"/>
                    </a:lnTo>
                    <a:lnTo>
                      <a:pt x="36491" y="33750"/>
                    </a:lnTo>
                    <a:lnTo>
                      <a:pt x="36428" y="33708"/>
                    </a:lnTo>
                    <a:lnTo>
                      <a:pt x="36323" y="33708"/>
                    </a:lnTo>
                    <a:lnTo>
                      <a:pt x="36282" y="33541"/>
                    </a:lnTo>
                    <a:lnTo>
                      <a:pt x="36219" y="33499"/>
                    </a:lnTo>
                    <a:lnTo>
                      <a:pt x="36219" y="33332"/>
                    </a:lnTo>
                    <a:lnTo>
                      <a:pt x="36261" y="33227"/>
                    </a:lnTo>
                    <a:lnTo>
                      <a:pt x="36177" y="33143"/>
                    </a:lnTo>
                    <a:lnTo>
                      <a:pt x="36261" y="33039"/>
                    </a:lnTo>
                    <a:lnTo>
                      <a:pt x="36261" y="32997"/>
                    </a:lnTo>
                    <a:lnTo>
                      <a:pt x="36051" y="32997"/>
                    </a:lnTo>
                    <a:lnTo>
                      <a:pt x="36114" y="32913"/>
                    </a:lnTo>
                    <a:lnTo>
                      <a:pt x="36198" y="32913"/>
                    </a:lnTo>
                    <a:lnTo>
                      <a:pt x="36365" y="32620"/>
                    </a:lnTo>
                    <a:lnTo>
                      <a:pt x="36470" y="32558"/>
                    </a:lnTo>
                    <a:lnTo>
                      <a:pt x="36428" y="32474"/>
                    </a:lnTo>
                    <a:lnTo>
                      <a:pt x="36365" y="32474"/>
                    </a:lnTo>
                    <a:lnTo>
                      <a:pt x="36323" y="32411"/>
                    </a:lnTo>
                    <a:lnTo>
                      <a:pt x="36219" y="32411"/>
                    </a:lnTo>
                    <a:lnTo>
                      <a:pt x="36114" y="32495"/>
                    </a:lnTo>
                    <a:lnTo>
                      <a:pt x="35989" y="32558"/>
                    </a:lnTo>
                    <a:lnTo>
                      <a:pt x="35947" y="32474"/>
                    </a:lnTo>
                    <a:lnTo>
                      <a:pt x="35905" y="32369"/>
                    </a:lnTo>
                    <a:lnTo>
                      <a:pt x="35675" y="32307"/>
                    </a:lnTo>
                    <a:lnTo>
                      <a:pt x="35528" y="32286"/>
                    </a:lnTo>
                    <a:lnTo>
                      <a:pt x="35361" y="32307"/>
                    </a:lnTo>
                    <a:lnTo>
                      <a:pt x="35528" y="32244"/>
                    </a:lnTo>
                    <a:lnTo>
                      <a:pt x="35654" y="32265"/>
                    </a:lnTo>
                    <a:lnTo>
                      <a:pt x="35779" y="32244"/>
                    </a:lnTo>
                    <a:lnTo>
                      <a:pt x="35863" y="32181"/>
                    </a:lnTo>
                    <a:lnTo>
                      <a:pt x="35989" y="32244"/>
                    </a:lnTo>
                    <a:lnTo>
                      <a:pt x="36093" y="32307"/>
                    </a:lnTo>
                    <a:lnTo>
                      <a:pt x="36219" y="32307"/>
                    </a:lnTo>
                    <a:lnTo>
                      <a:pt x="36386" y="32202"/>
                    </a:lnTo>
                    <a:lnTo>
                      <a:pt x="36470" y="32202"/>
                    </a:lnTo>
                    <a:lnTo>
                      <a:pt x="36575" y="32097"/>
                    </a:lnTo>
                    <a:lnTo>
                      <a:pt x="36700" y="32076"/>
                    </a:lnTo>
                    <a:lnTo>
                      <a:pt x="36784" y="31867"/>
                    </a:lnTo>
                    <a:lnTo>
                      <a:pt x="36721" y="31825"/>
                    </a:lnTo>
                    <a:lnTo>
                      <a:pt x="36805" y="31783"/>
                    </a:lnTo>
                    <a:lnTo>
                      <a:pt x="36742" y="31721"/>
                    </a:lnTo>
                    <a:lnTo>
                      <a:pt x="36616" y="31658"/>
                    </a:lnTo>
                    <a:lnTo>
                      <a:pt x="36533" y="31658"/>
                    </a:lnTo>
                    <a:lnTo>
                      <a:pt x="36575" y="31637"/>
                    </a:lnTo>
                    <a:lnTo>
                      <a:pt x="36575" y="31616"/>
                    </a:lnTo>
                    <a:lnTo>
                      <a:pt x="36742" y="31637"/>
                    </a:lnTo>
                    <a:lnTo>
                      <a:pt x="36742" y="31574"/>
                    </a:lnTo>
                    <a:lnTo>
                      <a:pt x="36512" y="31449"/>
                    </a:lnTo>
                    <a:lnTo>
                      <a:pt x="36303" y="31365"/>
                    </a:lnTo>
                    <a:lnTo>
                      <a:pt x="35905" y="31365"/>
                    </a:lnTo>
                    <a:lnTo>
                      <a:pt x="35800" y="31428"/>
                    </a:lnTo>
                    <a:lnTo>
                      <a:pt x="35675" y="31428"/>
                    </a:lnTo>
                    <a:lnTo>
                      <a:pt x="35319" y="31553"/>
                    </a:lnTo>
                    <a:lnTo>
                      <a:pt x="35026" y="31616"/>
                    </a:lnTo>
                    <a:lnTo>
                      <a:pt x="34859" y="31679"/>
                    </a:lnTo>
                    <a:lnTo>
                      <a:pt x="34712" y="31721"/>
                    </a:lnTo>
                    <a:lnTo>
                      <a:pt x="34440" y="31867"/>
                    </a:lnTo>
                    <a:lnTo>
                      <a:pt x="34064" y="32139"/>
                    </a:lnTo>
                    <a:lnTo>
                      <a:pt x="33771" y="32390"/>
                    </a:lnTo>
                    <a:lnTo>
                      <a:pt x="33666" y="32453"/>
                    </a:lnTo>
                    <a:lnTo>
                      <a:pt x="33541" y="32579"/>
                    </a:lnTo>
                    <a:lnTo>
                      <a:pt x="33373" y="32767"/>
                    </a:lnTo>
                    <a:lnTo>
                      <a:pt x="33185" y="32892"/>
                    </a:lnTo>
                    <a:lnTo>
                      <a:pt x="32934" y="33018"/>
                    </a:lnTo>
                    <a:lnTo>
                      <a:pt x="32641" y="33143"/>
                    </a:lnTo>
                    <a:lnTo>
                      <a:pt x="32515" y="33143"/>
                    </a:lnTo>
                    <a:lnTo>
                      <a:pt x="32704" y="33102"/>
                    </a:lnTo>
                    <a:lnTo>
                      <a:pt x="33018" y="32976"/>
                    </a:lnTo>
                    <a:lnTo>
                      <a:pt x="33038" y="32892"/>
                    </a:lnTo>
                    <a:lnTo>
                      <a:pt x="33290" y="32725"/>
                    </a:lnTo>
                    <a:lnTo>
                      <a:pt x="33373" y="32599"/>
                    </a:lnTo>
                    <a:lnTo>
                      <a:pt x="33436" y="32453"/>
                    </a:lnTo>
                    <a:lnTo>
                      <a:pt x="33541" y="32411"/>
                    </a:lnTo>
                    <a:lnTo>
                      <a:pt x="33666" y="32286"/>
                    </a:lnTo>
                    <a:lnTo>
                      <a:pt x="33813" y="32202"/>
                    </a:lnTo>
                    <a:lnTo>
                      <a:pt x="33875" y="31993"/>
                    </a:lnTo>
                    <a:lnTo>
                      <a:pt x="34106" y="31888"/>
                    </a:lnTo>
                    <a:lnTo>
                      <a:pt x="34231" y="31679"/>
                    </a:lnTo>
                    <a:lnTo>
                      <a:pt x="34294" y="31658"/>
                    </a:lnTo>
                    <a:lnTo>
                      <a:pt x="34315" y="31595"/>
                    </a:lnTo>
                    <a:lnTo>
                      <a:pt x="34440" y="31532"/>
                    </a:lnTo>
                    <a:lnTo>
                      <a:pt x="34545" y="31491"/>
                    </a:lnTo>
                    <a:lnTo>
                      <a:pt x="34608" y="31386"/>
                    </a:lnTo>
                    <a:lnTo>
                      <a:pt x="34712" y="31344"/>
                    </a:lnTo>
                    <a:lnTo>
                      <a:pt x="34754" y="31386"/>
                    </a:lnTo>
                    <a:lnTo>
                      <a:pt x="34838" y="31365"/>
                    </a:lnTo>
                    <a:lnTo>
                      <a:pt x="34922" y="31239"/>
                    </a:lnTo>
                    <a:lnTo>
                      <a:pt x="35131" y="31239"/>
                    </a:lnTo>
                    <a:lnTo>
                      <a:pt x="35235" y="31177"/>
                    </a:lnTo>
                    <a:lnTo>
                      <a:pt x="35424" y="31177"/>
                    </a:lnTo>
                    <a:lnTo>
                      <a:pt x="35487" y="31072"/>
                    </a:lnTo>
                    <a:lnTo>
                      <a:pt x="35528" y="30946"/>
                    </a:lnTo>
                    <a:lnTo>
                      <a:pt x="35570" y="30905"/>
                    </a:lnTo>
                    <a:lnTo>
                      <a:pt x="35570" y="30821"/>
                    </a:lnTo>
                    <a:lnTo>
                      <a:pt x="35696" y="30758"/>
                    </a:lnTo>
                    <a:lnTo>
                      <a:pt x="35905" y="30591"/>
                    </a:lnTo>
                    <a:lnTo>
                      <a:pt x="36010" y="30549"/>
                    </a:lnTo>
                    <a:lnTo>
                      <a:pt x="36072" y="30507"/>
                    </a:lnTo>
                    <a:lnTo>
                      <a:pt x="36010" y="30444"/>
                    </a:lnTo>
                    <a:lnTo>
                      <a:pt x="36072" y="30382"/>
                    </a:lnTo>
                    <a:lnTo>
                      <a:pt x="36156" y="30319"/>
                    </a:lnTo>
                    <a:lnTo>
                      <a:pt x="36261" y="30423"/>
                    </a:lnTo>
                    <a:lnTo>
                      <a:pt x="36386" y="30486"/>
                    </a:lnTo>
                    <a:lnTo>
                      <a:pt x="36616" y="30444"/>
                    </a:lnTo>
                    <a:lnTo>
                      <a:pt x="36805" y="30528"/>
                    </a:lnTo>
                    <a:lnTo>
                      <a:pt x="36888" y="30528"/>
                    </a:lnTo>
                    <a:lnTo>
                      <a:pt x="36951" y="30549"/>
                    </a:lnTo>
                    <a:lnTo>
                      <a:pt x="37098" y="30486"/>
                    </a:lnTo>
                    <a:lnTo>
                      <a:pt x="37160" y="30549"/>
                    </a:lnTo>
                    <a:lnTo>
                      <a:pt x="37265" y="30549"/>
                    </a:lnTo>
                    <a:lnTo>
                      <a:pt x="37349" y="30507"/>
                    </a:lnTo>
                    <a:lnTo>
                      <a:pt x="37474" y="30591"/>
                    </a:lnTo>
                    <a:lnTo>
                      <a:pt x="37663" y="30612"/>
                    </a:lnTo>
                    <a:lnTo>
                      <a:pt x="37746" y="30570"/>
                    </a:lnTo>
                    <a:lnTo>
                      <a:pt x="37788" y="30570"/>
                    </a:lnTo>
                    <a:lnTo>
                      <a:pt x="37893" y="30633"/>
                    </a:lnTo>
                    <a:lnTo>
                      <a:pt x="38039" y="30674"/>
                    </a:lnTo>
                    <a:lnTo>
                      <a:pt x="38081" y="30633"/>
                    </a:lnTo>
                    <a:lnTo>
                      <a:pt x="38248" y="30716"/>
                    </a:lnTo>
                    <a:lnTo>
                      <a:pt x="38311" y="30716"/>
                    </a:lnTo>
                    <a:lnTo>
                      <a:pt x="38416" y="30674"/>
                    </a:lnTo>
                    <a:lnTo>
                      <a:pt x="38500" y="30695"/>
                    </a:lnTo>
                    <a:lnTo>
                      <a:pt x="38479" y="30737"/>
                    </a:lnTo>
                    <a:lnTo>
                      <a:pt x="38583" y="30779"/>
                    </a:lnTo>
                    <a:lnTo>
                      <a:pt x="38834" y="30695"/>
                    </a:lnTo>
                    <a:lnTo>
                      <a:pt x="38897" y="30695"/>
                    </a:lnTo>
                    <a:lnTo>
                      <a:pt x="39023" y="30633"/>
                    </a:lnTo>
                    <a:lnTo>
                      <a:pt x="39085" y="30674"/>
                    </a:lnTo>
                    <a:lnTo>
                      <a:pt x="39253" y="30674"/>
                    </a:lnTo>
                    <a:lnTo>
                      <a:pt x="39336" y="30716"/>
                    </a:lnTo>
                    <a:lnTo>
                      <a:pt x="39441" y="30674"/>
                    </a:lnTo>
                    <a:lnTo>
                      <a:pt x="39462" y="30591"/>
                    </a:lnTo>
                    <a:lnTo>
                      <a:pt x="39608" y="30591"/>
                    </a:lnTo>
                    <a:lnTo>
                      <a:pt x="39671" y="30528"/>
                    </a:lnTo>
                    <a:lnTo>
                      <a:pt x="39734" y="30570"/>
                    </a:lnTo>
                    <a:lnTo>
                      <a:pt x="39818" y="30465"/>
                    </a:lnTo>
                    <a:lnTo>
                      <a:pt x="39922" y="30402"/>
                    </a:lnTo>
                    <a:lnTo>
                      <a:pt x="39943" y="30361"/>
                    </a:lnTo>
                    <a:lnTo>
                      <a:pt x="40048" y="30382"/>
                    </a:lnTo>
                    <a:lnTo>
                      <a:pt x="40132" y="30214"/>
                    </a:lnTo>
                    <a:lnTo>
                      <a:pt x="40132" y="30110"/>
                    </a:lnTo>
                    <a:lnTo>
                      <a:pt x="40194" y="30110"/>
                    </a:lnTo>
                    <a:lnTo>
                      <a:pt x="40278" y="30047"/>
                    </a:lnTo>
                    <a:lnTo>
                      <a:pt x="40299" y="29963"/>
                    </a:lnTo>
                    <a:lnTo>
                      <a:pt x="40257" y="29942"/>
                    </a:lnTo>
                    <a:lnTo>
                      <a:pt x="40278" y="29879"/>
                    </a:lnTo>
                    <a:lnTo>
                      <a:pt x="40383" y="29879"/>
                    </a:lnTo>
                    <a:lnTo>
                      <a:pt x="40487" y="29858"/>
                    </a:lnTo>
                    <a:lnTo>
                      <a:pt x="40487" y="29775"/>
                    </a:lnTo>
                    <a:lnTo>
                      <a:pt x="40508" y="29754"/>
                    </a:lnTo>
                    <a:lnTo>
                      <a:pt x="40571" y="29838"/>
                    </a:lnTo>
                    <a:lnTo>
                      <a:pt x="40696" y="29858"/>
                    </a:lnTo>
                    <a:lnTo>
                      <a:pt x="40801" y="29775"/>
                    </a:lnTo>
                    <a:lnTo>
                      <a:pt x="40822" y="29838"/>
                    </a:lnTo>
                    <a:lnTo>
                      <a:pt x="40906" y="29838"/>
                    </a:lnTo>
                    <a:lnTo>
                      <a:pt x="40989" y="29775"/>
                    </a:lnTo>
                    <a:lnTo>
                      <a:pt x="41031" y="29838"/>
                    </a:lnTo>
                    <a:lnTo>
                      <a:pt x="41136" y="29796"/>
                    </a:lnTo>
                    <a:lnTo>
                      <a:pt x="41178" y="29754"/>
                    </a:lnTo>
                    <a:lnTo>
                      <a:pt x="41241" y="29754"/>
                    </a:lnTo>
                    <a:lnTo>
                      <a:pt x="41324" y="29649"/>
                    </a:lnTo>
                    <a:lnTo>
                      <a:pt x="41387" y="29649"/>
                    </a:lnTo>
                    <a:lnTo>
                      <a:pt x="41492" y="29545"/>
                    </a:lnTo>
                    <a:lnTo>
                      <a:pt x="41617" y="29545"/>
                    </a:lnTo>
                    <a:lnTo>
                      <a:pt x="41764" y="29440"/>
                    </a:lnTo>
                    <a:lnTo>
                      <a:pt x="41826" y="29356"/>
                    </a:lnTo>
                    <a:lnTo>
                      <a:pt x="41910" y="29356"/>
                    </a:lnTo>
                    <a:lnTo>
                      <a:pt x="41931" y="29252"/>
                    </a:lnTo>
                    <a:lnTo>
                      <a:pt x="41973" y="29147"/>
                    </a:lnTo>
                    <a:lnTo>
                      <a:pt x="41910" y="29126"/>
                    </a:lnTo>
                    <a:lnTo>
                      <a:pt x="41805" y="29147"/>
                    </a:lnTo>
                    <a:lnTo>
                      <a:pt x="41722" y="29105"/>
                    </a:lnTo>
                    <a:lnTo>
                      <a:pt x="41764" y="29105"/>
                    </a:lnTo>
                    <a:lnTo>
                      <a:pt x="41868" y="29126"/>
                    </a:lnTo>
                    <a:lnTo>
                      <a:pt x="41952" y="29105"/>
                    </a:lnTo>
                    <a:lnTo>
                      <a:pt x="41868" y="29001"/>
                    </a:lnTo>
                    <a:lnTo>
                      <a:pt x="41764" y="29001"/>
                    </a:lnTo>
                    <a:lnTo>
                      <a:pt x="41617" y="28917"/>
                    </a:lnTo>
                    <a:lnTo>
                      <a:pt x="41554" y="28812"/>
                    </a:lnTo>
                    <a:lnTo>
                      <a:pt x="41554" y="28812"/>
                    </a:lnTo>
                    <a:lnTo>
                      <a:pt x="41701" y="28896"/>
                    </a:lnTo>
                    <a:lnTo>
                      <a:pt x="41805" y="28833"/>
                    </a:lnTo>
                    <a:lnTo>
                      <a:pt x="41826" y="28729"/>
                    </a:lnTo>
                    <a:lnTo>
                      <a:pt x="41910" y="28708"/>
                    </a:lnTo>
                    <a:lnTo>
                      <a:pt x="41952" y="28603"/>
                    </a:lnTo>
                    <a:lnTo>
                      <a:pt x="41764" y="28540"/>
                    </a:lnTo>
                    <a:lnTo>
                      <a:pt x="41847" y="28478"/>
                    </a:lnTo>
                    <a:lnTo>
                      <a:pt x="41931" y="28498"/>
                    </a:lnTo>
                    <a:lnTo>
                      <a:pt x="42015" y="28415"/>
                    </a:lnTo>
                    <a:lnTo>
                      <a:pt x="41973" y="28331"/>
                    </a:lnTo>
                    <a:lnTo>
                      <a:pt x="41826" y="28268"/>
                    </a:lnTo>
                    <a:lnTo>
                      <a:pt x="41805" y="28164"/>
                    </a:lnTo>
                    <a:lnTo>
                      <a:pt x="41847" y="28122"/>
                    </a:lnTo>
                    <a:lnTo>
                      <a:pt x="41952" y="28185"/>
                    </a:lnTo>
                    <a:lnTo>
                      <a:pt x="41931" y="28101"/>
                    </a:lnTo>
                    <a:lnTo>
                      <a:pt x="41764" y="28017"/>
                    </a:lnTo>
                    <a:lnTo>
                      <a:pt x="41617" y="28017"/>
                    </a:lnTo>
                    <a:lnTo>
                      <a:pt x="41638" y="27954"/>
                    </a:lnTo>
                    <a:lnTo>
                      <a:pt x="41701" y="27913"/>
                    </a:lnTo>
                    <a:lnTo>
                      <a:pt x="41659" y="27871"/>
                    </a:lnTo>
                    <a:lnTo>
                      <a:pt x="41533" y="27871"/>
                    </a:lnTo>
                    <a:lnTo>
                      <a:pt x="41387" y="27954"/>
                    </a:lnTo>
                    <a:lnTo>
                      <a:pt x="41345" y="28059"/>
                    </a:lnTo>
                    <a:lnTo>
                      <a:pt x="41303" y="28101"/>
                    </a:lnTo>
                    <a:lnTo>
                      <a:pt x="41241" y="27996"/>
                    </a:lnTo>
                    <a:lnTo>
                      <a:pt x="41094" y="27996"/>
                    </a:lnTo>
                    <a:lnTo>
                      <a:pt x="41157" y="27913"/>
                    </a:lnTo>
                    <a:lnTo>
                      <a:pt x="41220" y="27913"/>
                    </a:lnTo>
                    <a:lnTo>
                      <a:pt x="41345" y="27808"/>
                    </a:lnTo>
                    <a:lnTo>
                      <a:pt x="41387" y="27703"/>
                    </a:lnTo>
                    <a:lnTo>
                      <a:pt x="41303" y="27536"/>
                    </a:lnTo>
                    <a:lnTo>
                      <a:pt x="41115" y="27473"/>
                    </a:lnTo>
                    <a:lnTo>
                      <a:pt x="40885" y="27494"/>
                    </a:lnTo>
                    <a:lnTo>
                      <a:pt x="40801" y="27536"/>
                    </a:lnTo>
                    <a:lnTo>
                      <a:pt x="40822" y="27557"/>
                    </a:lnTo>
                    <a:lnTo>
                      <a:pt x="40969" y="27557"/>
                    </a:lnTo>
                    <a:lnTo>
                      <a:pt x="41010" y="27578"/>
                    </a:lnTo>
                    <a:lnTo>
                      <a:pt x="40885" y="27578"/>
                    </a:lnTo>
                    <a:lnTo>
                      <a:pt x="40717" y="27557"/>
                    </a:lnTo>
                    <a:lnTo>
                      <a:pt x="40550" y="27641"/>
                    </a:lnTo>
                    <a:lnTo>
                      <a:pt x="40404" y="27661"/>
                    </a:lnTo>
                    <a:lnTo>
                      <a:pt x="40299" y="27787"/>
                    </a:lnTo>
                    <a:lnTo>
                      <a:pt x="40257" y="27892"/>
                    </a:lnTo>
                    <a:lnTo>
                      <a:pt x="40173" y="27892"/>
                    </a:lnTo>
                    <a:lnTo>
                      <a:pt x="40048" y="27996"/>
                    </a:lnTo>
                    <a:lnTo>
                      <a:pt x="39860" y="27996"/>
                    </a:lnTo>
                    <a:lnTo>
                      <a:pt x="39755" y="28205"/>
                    </a:lnTo>
                    <a:lnTo>
                      <a:pt x="39671" y="28205"/>
                    </a:lnTo>
                    <a:lnTo>
                      <a:pt x="39629" y="28268"/>
                    </a:lnTo>
                    <a:lnTo>
                      <a:pt x="39567" y="28268"/>
                    </a:lnTo>
                    <a:lnTo>
                      <a:pt x="39525" y="28185"/>
                    </a:lnTo>
                    <a:lnTo>
                      <a:pt x="39608" y="28101"/>
                    </a:lnTo>
                    <a:lnTo>
                      <a:pt x="39671" y="28122"/>
                    </a:lnTo>
                    <a:lnTo>
                      <a:pt x="39713" y="28059"/>
                    </a:lnTo>
                    <a:lnTo>
                      <a:pt x="39462" y="27871"/>
                    </a:lnTo>
                    <a:lnTo>
                      <a:pt x="39441" y="27808"/>
                    </a:lnTo>
                    <a:lnTo>
                      <a:pt x="39357" y="27787"/>
                    </a:lnTo>
                    <a:lnTo>
                      <a:pt x="39399" y="27745"/>
                    </a:lnTo>
                    <a:lnTo>
                      <a:pt x="39399" y="27641"/>
                    </a:lnTo>
                    <a:lnTo>
                      <a:pt x="39525" y="27850"/>
                    </a:lnTo>
                    <a:lnTo>
                      <a:pt x="39734" y="27975"/>
                    </a:lnTo>
                    <a:lnTo>
                      <a:pt x="39776" y="27913"/>
                    </a:lnTo>
                    <a:lnTo>
                      <a:pt x="39818" y="27808"/>
                    </a:lnTo>
                    <a:lnTo>
                      <a:pt x="39943" y="27808"/>
                    </a:lnTo>
                    <a:lnTo>
                      <a:pt x="40027" y="27745"/>
                    </a:lnTo>
                    <a:lnTo>
                      <a:pt x="40194" y="27641"/>
                    </a:lnTo>
                    <a:lnTo>
                      <a:pt x="40404" y="27578"/>
                    </a:lnTo>
                    <a:lnTo>
                      <a:pt x="40613" y="27557"/>
                    </a:lnTo>
                    <a:lnTo>
                      <a:pt x="40592" y="27494"/>
                    </a:lnTo>
                    <a:lnTo>
                      <a:pt x="40508" y="27473"/>
                    </a:lnTo>
                    <a:lnTo>
                      <a:pt x="40613" y="27473"/>
                    </a:lnTo>
                    <a:lnTo>
                      <a:pt x="40717" y="27369"/>
                    </a:lnTo>
                    <a:lnTo>
                      <a:pt x="40906" y="27285"/>
                    </a:lnTo>
                    <a:lnTo>
                      <a:pt x="40969" y="27348"/>
                    </a:lnTo>
                    <a:lnTo>
                      <a:pt x="41199" y="27285"/>
                    </a:lnTo>
                    <a:lnTo>
                      <a:pt x="41199" y="27243"/>
                    </a:lnTo>
                    <a:lnTo>
                      <a:pt x="41387" y="27222"/>
                    </a:lnTo>
                    <a:lnTo>
                      <a:pt x="41282" y="27117"/>
                    </a:lnTo>
                    <a:lnTo>
                      <a:pt x="41010" y="27034"/>
                    </a:lnTo>
                    <a:lnTo>
                      <a:pt x="41073" y="26971"/>
                    </a:lnTo>
                    <a:lnTo>
                      <a:pt x="41136" y="26971"/>
                    </a:lnTo>
                    <a:lnTo>
                      <a:pt x="41199" y="26866"/>
                    </a:lnTo>
                    <a:lnTo>
                      <a:pt x="41115" y="26845"/>
                    </a:lnTo>
                    <a:lnTo>
                      <a:pt x="40969" y="26908"/>
                    </a:lnTo>
                    <a:lnTo>
                      <a:pt x="40885" y="27013"/>
                    </a:lnTo>
                    <a:lnTo>
                      <a:pt x="40759" y="26929"/>
                    </a:lnTo>
                    <a:lnTo>
                      <a:pt x="40613" y="26950"/>
                    </a:lnTo>
                    <a:lnTo>
                      <a:pt x="40592" y="26866"/>
                    </a:lnTo>
                    <a:lnTo>
                      <a:pt x="40676" y="26845"/>
                    </a:lnTo>
                    <a:lnTo>
                      <a:pt x="40676" y="26657"/>
                    </a:lnTo>
                    <a:lnTo>
                      <a:pt x="40696" y="26615"/>
                    </a:lnTo>
                    <a:lnTo>
                      <a:pt x="40550" y="26720"/>
                    </a:lnTo>
                    <a:lnTo>
                      <a:pt x="40550" y="26657"/>
                    </a:lnTo>
                    <a:lnTo>
                      <a:pt x="40592" y="26615"/>
                    </a:lnTo>
                    <a:lnTo>
                      <a:pt x="40550" y="26594"/>
                    </a:lnTo>
                    <a:lnTo>
                      <a:pt x="40341" y="26762"/>
                    </a:lnTo>
                    <a:lnTo>
                      <a:pt x="40257" y="26845"/>
                    </a:lnTo>
                    <a:lnTo>
                      <a:pt x="40194" y="26845"/>
                    </a:lnTo>
                    <a:lnTo>
                      <a:pt x="40278" y="26762"/>
                    </a:lnTo>
                    <a:lnTo>
                      <a:pt x="40445" y="26636"/>
                    </a:lnTo>
                    <a:lnTo>
                      <a:pt x="40383" y="26594"/>
                    </a:lnTo>
                    <a:lnTo>
                      <a:pt x="40236" y="26657"/>
                    </a:lnTo>
                    <a:lnTo>
                      <a:pt x="40194" y="26636"/>
                    </a:lnTo>
                    <a:lnTo>
                      <a:pt x="40257" y="26594"/>
                    </a:lnTo>
                    <a:lnTo>
                      <a:pt x="40341" y="26532"/>
                    </a:lnTo>
                    <a:lnTo>
                      <a:pt x="40341" y="26490"/>
                    </a:lnTo>
                    <a:lnTo>
                      <a:pt x="40194" y="26511"/>
                    </a:lnTo>
                    <a:lnTo>
                      <a:pt x="40090" y="26615"/>
                    </a:lnTo>
                    <a:lnTo>
                      <a:pt x="39985" y="26741"/>
                    </a:lnTo>
                    <a:lnTo>
                      <a:pt x="39943" y="26720"/>
                    </a:lnTo>
                    <a:lnTo>
                      <a:pt x="39985" y="26615"/>
                    </a:lnTo>
                    <a:lnTo>
                      <a:pt x="40090" y="26532"/>
                    </a:lnTo>
                    <a:lnTo>
                      <a:pt x="40090" y="26490"/>
                    </a:lnTo>
                    <a:lnTo>
                      <a:pt x="40027" y="26490"/>
                    </a:lnTo>
                    <a:lnTo>
                      <a:pt x="39818" y="26699"/>
                    </a:lnTo>
                    <a:lnTo>
                      <a:pt x="39713" y="26720"/>
                    </a:lnTo>
                    <a:lnTo>
                      <a:pt x="39608" y="26636"/>
                    </a:lnTo>
                    <a:lnTo>
                      <a:pt x="39734" y="26657"/>
                    </a:lnTo>
                    <a:lnTo>
                      <a:pt x="39839" y="26594"/>
                    </a:lnTo>
                    <a:lnTo>
                      <a:pt x="40027" y="26343"/>
                    </a:lnTo>
                    <a:lnTo>
                      <a:pt x="40152" y="26281"/>
                    </a:lnTo>
                    <a:lnTo>
                      <a:pt x="40069" y="26197"/>
                    </a:lnTo>
                    <a:lnTo>
                      <a:pt x="40090" y="26092"/>
                    </a:lnTo>
                    <a:lnTo>
                      <a:pt x="40069" y="26071"/>
                    </a:lnTo>
                    <a:lnTo>
                      <a:pt x="39964" y="26218"/>
                    </a:lnTo>
                    <a:lnTo>
                      <a:pt x="39922" y="26218"/>
                    </a:lnTo>
                    <a:lnTo>
                      <a:pt x="39922" y="26176"/>
                    </a:lnTo>
                    <a:lnTo>
                      <a:pt x="39964" y="26092"/>
                    </a:lnTo>
                    <a:lnTo>
                      <a:pt x="39964" y="25925"/>
                    </a:lnTo>
                    <a:lnTo>
                      <a:pt x="39880" y="25904"/>
                    </a:lnTo>
                    <a:lnTo>
                      <a:pt x="39860" y="25883"/>
                    </a:lnTo>
                    <a:lnTo>
                      <a:pt x="39755" y="25967"/>
                    </a:lnTo>
                    <a:lnTo>
                      <a:pt x="39734" y="25904"/>
                    </a:lnTo>
                    <a:lnTo>
                      <a:pt x="39755" y="25820"/>
                    </a:lnTo>
                    <a:lnTo>
                      <a:pt x="39734" y="25799"/>
                    </a:lnTo>
                    <a:lnTo>
                      <a:pt x="39650" y="25799"/>
                    </a:lnTo>
                    <a:lnTo>
                      <a:pt x="39713" y="25757"/>
                    </a:lnTo>
                    <a:lnTo>
                      <a:pt x="39650" y="25695"/>
                    </a:lnTo>
                    <a:lnTo>
                      <a:pt x="39650" y="25611"/>
                    </a:lnTo>
                    <a:lnTo>
                      <a:pt x="39608" y="25611"/>
                    </a:lnTo>
                    <a:lnTo>
                      <a:pt x="39441" y="25653"/>
                    </a:lnTo>
                    <a:lnTo>
                      <a:pt x="39441" y="25695"/>
                    </a:lnTo>
                    <a:lnTo>
                      <a:pt x="39357" y="25716"/>
                    </a:lnTo>
                    <a:lnTo>
                      <a:pt x="39148" y="25674"/>
                    </a:lnTo>
                    <a:lnTo>
                      <a:pt x="39316" y="25674"/>
                    </a:lnTo>
                    <a:lnTo>
                      <a:pt x="39357" y="25590"/>
                    </a:lnTo>
                    <a:lnTo>
                      <a:pt x="39504" y="25569"/>
                    </a:lnTo>
                    <a:lnTo>
                      <a:pt x="39525" y="25506"/>
                    </a:lnTo>
                    <a:lnTo>
                      <a:pt x="39462" y="25444"/>
                    </a:lnTo>
                    <a:lnTo>
                      <a:pt x="39357" y="25339"/>
                    </a:lnTo>
                    <a:lnTo>
                      <a:pt x="39357" y="25234"/>
                    </a:lnTo>
                    <a:lnTo>
                      <a:pt x="39211" y="25151"/>
                    </a:lnTo>
                    <a:lnTo>
                      <a:pt x="39357" y="25151"/>
                    </a:lnTo>
                    <a:lnTo>
                      <a:pt x="39525" y="25234"/>
                    </a:lnTo>
                    <a:lnTo>
                      <a:pt x="39650" y="25234"/>
                    </a:lnTo>
                    <a:lnTo>
                      <a:pt x="39650" y="25151"/>
                    </a:lnTo>
                    <a:lnTo>
                      <a:pt x="39546" y="25088"/>
                    </a:lnTo>
                    <a:lnTo>
                      <a:pt x="39567" y="25046"/>
                    </a:lnTo>
                    <a:lnTo>
                      <a:pt x="39650" y="25067"/>
                    </a:lnTo>
                    <a:lnTo>
                      <a:pt x="39776" y="24962"/>
                    </a:lnTo>
                    <a:lnTo>
                      <a:pt x="39860" y="24920"/>
                    </a:lnTo>
                    <a:lnTo>
                      <a:pt x="39880" y="24816"/>
                    </a:lnTo>
                    <a:lnTo>
                      <a:pt x="39776" y="24711"/>
                    </a:lnTo>
                    <a:lnTo>
                      <a:pt x="39713" y="24732"/>
                    </a:lnTo>
                    <a:lnTo>
                      <a:pt x="39608" y="24711"/>
                    </a:lnTo>
                    <a:lnTo>
                      <a:pt x="39671" y="24648"/>
                    </a:lnTo>
                    <a:lnTo>
                      <a:pt x="39713" y="24565"/>
                    </a:lnTo>
                    <a:lnTo>
                      <a:pt x="39650" y="24523"/>
                    </a:lnTo>
                    <a:lnTo>
                      <a:pt x="39525" y="24523"/>
                    </a:lnTo>
                    <a:lnTo>
                      <a:pt x="39462" y="24502"/>
                    </a:lnTo>
                    <a:lnTo>
                      <a:pt x="39399" y="24523"/>
                    </a:lnTo>
                    <a:lnTo>
                      <a:pt x="39316" y="24439"/>
                    </a:lnTo>
                    <a:lnTo>
                      <a:pt x="39420" y="24439"/>
                    </a:lnTo>
                    <a:lnTo>
                      <a:pt x="39462" y="24397"/>
                    </a:lnTo>
                    <a:lnTo>
                      <a:pt x="39546" y="24418"/>
                    </a:lnTo>
                    <a:lnTo>
                      <a:pt x="39650" y="24314"/>
                    </a:lnTo>
                    <a:lnTo>
                      <a:pt x="39608" y="24125"/>
                    </a:lnTo>
                    <a:lnTo>
                      <a:pt x="39504" y="24021"/>
                    </a:lnTo>
                    <a:lnTo>
                      <a:pt x="39441" y="24104"/>
                    </a:lnTo>
                    <a:lnTo>
                      <a:pt x="39336" y="24084"/>
                    </a:lnTo>
                    <a:lnTo>
                      <a:pt x="39253" y="24146"/>
                    </a:lnTo>
                    <a:lnTo>
                      <a:pt x="39295" y="24042"/>
                    </a:lnTo>
                    <a:lnTo>
                      <a:pt x="39420" y="23979"/>
                    </a:lnTo>
                    <a:lnTo>
                      <a:pt x="39504" y="23979"/>
                    </a:lnTo>
                    <a:lnTo>
                      <a:pt x="39504" y="23874"/>
                    </a:lnTo>
                    <a:lnTo>
                      <a:pt x="39399" y="23832"/>
                    </a:lnTo>
                    <a:lnTo>
                      <a:pt x="39316" y="23874"/>
                    </a:lnTo>
                    <a:lnTo>
                      <a:pt x="39190" y="23874"/>
                    </a:lnTo>
                    <a:lnTo>
                      <a:pt x="39002" y="23937"/>
                    </a:lnTo>
                    <a:lnTo>
                      <a:pt x="39002" y="23937"/>
                    </a:lnTo>
                    <a:lnTo>
                      <a:pt x="39148" y="23728"/>
                    </a:lnTo>
                    <a:lnTo>
                      <a:pt x="39253" y="23728"/>
                    </a:lnTo>
                    <a:lnTo>
                      <a:pt x="39357" y="23686"/>
                    </a:lnTo>
                    <a:lnTo>
                      <a:pt x="39357" y="23623"/>
                    </a:lnTo>
                    <a:lnTo>
                      <a:pt x="39441" y="23560"/>
                    </a:lnTo>
                    <a:lnTo>
                      <a:pt x="39420" y="23519"/>
                    </a:lnTo>
                    <a:lnTo>
                      <a:pt x="39295" y="23581"/>
                    </a:lnTo>
                    <a:lnTo>
                      <a:pt x="39106" y="23581"/>
                    </a:lnTo>
                    <a:lnTo>
                      <a:pt x="38939" y="23665"/>
                    </a:lnTo>
                    <a:lnTo>
                      <a:pt x="38939" y="23665"/>
                    </a:lnTo>
                    <a:lnTo>
                      <a:pt x="39002" y="23581"/>
                    </a:lnTo>
                    <a:lnTo>
                      <a:pt x="38981" y="23498"/>
                    </a:lnTo>
                    <a:lnTo>
                      <a:pt x="39023" y="23414"/>
                    </a:lnTo>
                    <a:lnTo>
                      <a:pt x="39106" y="23477"/>
                    </a:lnTo>
                    <a:lnTo>
                      <a:pt x="39295" y="23477"/>
                    </a:lnTo>
                    <a:lnTo>
                      <a:pt x="39399" y="23351"/>
                    </a:lnTo>
                    <a:lnTo>
                      <a:pt x="39399" y="23205"/>
                    </a:lnTo>
                    <a:lnTo>
                      <a:pt x="39295" y="23268"/>
                    </a:lnTo>
                    <a:lnTo>
                      <a:pt x="39211" y="23247"/>
                    </a:lnTo>
                    <a:lnTo>
                      <a:pt x="39316" y="23142"/>
                    </a:lnTo>
                    <a:lnTo>
                      <a:pt x="39336" y="23037"/>
                    </a:lnTo>
                    <a:lnTo>
                      <a:pt x="39253" y="22996"/>
                    </a:lnTo>
                    <a:lnTo>
                      <a:pt x="39002" y="23079"/>
                    </a:lnTo>
                    <a:lnTo>
                      <a:pt x="38918" y="23037"/>
                    </a:lnTo>
                    <a:lnTo>
                      <a:pt x="38981" y="22954"/>
                    </a:lnTo>
                    <a:lnTo>
                      <a:pt x="39106" y="22975"/>
                    </a:lnTo>
                    <a:lnTo>
                      <a:pt x="39211" y="22954"/>
                    </a:lnTo>
                    <a:lnTo>
                      <a:pt x="39295" y="22828"/>
                    </a:lnTo>
                    <a:lnTo>
                      <a:pt x="39211" y="22765"/>
                    </a:lnTo>
                    <a:lnTo>
                      <a:pt x="39211" y="22682"/>
                    </a:lnTo>
                    <a:lnTo>
                      <a:pt x="39127" y="22765"/>
                    </a:lnTo>
                    <a:lnTo>
                      <a:pt x="39085" y="22765"/>
                    </a:lnTo>
                    <a:lnTo>
                      <a:pt x="39044" y="22682"/>
                    </a:lnTo>
                    <a:lnTo>
                      <a:pt x="38981" y="22619"/>
                    </a:lnTo>
                    <a:lnTo>
                      <a:pt x="39044" y="22577"/>
                    </a:lnTo>
                    <a:lnTo>
                      <a:pt x="39106" y="22640"/>
                    </a:lnTo>
                    <a:lnTo>
                      <a:pt x="39148" y="22577"/>
                    </a:lnTo>
                    <a:lnTo>
                      <a:pt x="39148" y="22452"/>
                    </a:lnTo>
                    <a:lnTo>
                      <a:pt x="39044" y="22347"/>
                    </a:lnTo>
                    <a:lnTo>
                      <a:pt x="39023" y="22242"/>
                    </a:lnTo>
                    <a:lnTo>
                      <a:pt x="39106" y="22200"/>
                    </a:lnTo>
                    <a:lnTo>
                      <a:pt x="39106" y="22096"/>
                    </a:lnTo>
                    <a:lnTo>
                      <a:pt x="39023" y="22096"/>
                    </a:lnTo>
                    <a:lnTo>
                      <a:pt x="39044" y="22033"/>
                    </a:lnTo>
                    <a:lnTo>
                      <a:pt x="39085" y="21928"/>
                    </a:lnTo>
                    <a:lnTo>
                      <a:pt x="39002" y="21928"/>
                    </a:lnTo>
                    <a:lnTo>
                      <a:pt x="38918" y="21907"/>
                    </a:lnTo>
                    <a:lnTo>
                      <a:pt x="38918" y="21887"/>
                    </a:lnTo>
                    <a:lnTo>
                      <a:pt x="38981" y="21887"/>
                    </a:lnTo>
                    <a:lnTo>
                      <a:pt x="39044" y="21803"/>
                    </a:lnTo>
                    <a:lnTo>
                      <a:pt x="38981" y="21740"/>
                    </a:lnTo>
                    <a:lnTo>
                      <a:pt x="38981" y="21677"/>
                    </a:lnTo>
                    <a:lnTo>
                      <a:pt x="39044" y="21615"/>
                    </a:lnTo>
                    <a:lnTo>
                      <a:pt x="39023" y="21573"/>
                    </a:lnTo>
                    <a:lnTo>
                      <a:pt x="38918" y="21615"/>
                    </a:lnTo>
                    <a:lnTo>
                      <a:pt x="38918" y="21615"/>
                    </a:lnTo>
                    <a:lnTo>
                      <a:pt x="39023" y="21531"/>
                    </a:lnTo>
                    <a:lnTo>
                      <a:pt x="38981" y="21489"/>
                    </a:lnTo>
                    <a:lnTo>
                      <a:pt x="38876" y="21510"/>
                    </a:lnTo>
                    <a:lnTo>
                      <a:pt x="38772" y="21635"/>
                    </a:lnTo>
                    <a:lnTo>
                      <a:pt x="38792" y="21719"/>
                    </a:lnTo>
                    <a:lnTo>
                      <a:pt x="38730" y="21824"/>
                    </a:lnTo>
                    <a:lnTo>
                      <a:pt x="38604" y="21949"/>
                    </a:lnTo>
                    <a:lnTo>
                      <a:pt x="38604" y="22033"/>
                    </a:lnTo>
                    <a:lnTo>
                      <a:pt x="38520" y="22096"/>
                    </a:lnTo>
                    <a:lnTo>
                      <a:pt x="38520" y="22200"/>
                    </a:lnTo>
                    <a:lnTo>
                      <a:pt x="38458" y="22117"/>
                    </a:lnTo>
                    <a:lnTo>
                      <a:pt x="38395" y="22138"/>
                    </a:lnTo>
                    <a:lnTo>
                      <a:pt x="38311" y="22326"/>
                    </a:lnTo>
                    <a:lnTo>
                      <a:pt x="38311" y="22410"/>
                    </a:lnTo>
                    <a:lnTo>
                      <a:pt x="38416" y="22410"/>
                    </a:lnTo>
                    <a:lnTo>
                      <a:pt x="38479" y="22472"/>
                    </a:lnTo>
                    <a:lnTo>
                      <a:pt x="38479" y="22556"/>
                    </a:lnTo>
                    <a:lnTo>
                      <a:pt x="38374" y="22452"/>
                    </a:lnTo>
                    <a:lnTo>
                      <a:pt x="38311" y="22452"/>
                    </a:lnTo>
                    <a:lnTo>
                      <a:pt x="38290" y="22535"/>
                    </a:lnTo>
                    <a:lnTo>
                      <a:pt x="38207" y="22640"/>
                    </a:lnTo>
                    <a:lnTo>
                      <a:pt x="38144" y="22682"/>
                    </a:lnTo>
                    <a:lnTo>
                      <a:pt x="38102" y="22849"/>
                    </a:lnTo>
                    <a:lnTo>
                      <a:pt x="37997" y="22870"/>
                    </a:lnTo>
                    <a:lnTo>
                      <a:pt x="37935" y="22975"/>
                    </a:lnTo>
                    <a:lnTo>
                      <a:pt x="37935" y="23037"/>
                    </a:lnTo>
                    <a:lnTo>
                      <a:pt x="37872" y="23037"/>
                    </a:lnTo>
                    <a:lnTo>
                      <a:pt x="37872" y="23205"/>
                    </a:lnTo>
                    <a:lnTo>
                      <a:pt x="37788" y="23393"/>
                    </a:lnTo>
                    <a:lnTo>
                      <a:pt x="37788" y="23393"/>
                    </a:lnTo>
                    <a:lnTo>
                      <a:pt x="37830" y="23268"/>
                    </a:lnTo>
                    <a:lnTo>
                      <a:pt x="37788" y="23100"/>
                    </a:lnTo>
                    <a:lnTo>
                      <a:pt x="37725" y="23037"/>
                    </a:lnTo>
                    <a:lnTo>
                      <a:pt x="37558" y="23142"/>
                    </a:lnTo>
                    <a:lnTo>
                      <a:pt x="37474" y="23247"/>
                    </a:lnTo>
                    <a:lnTo>
                      <a:pt x="37453" y="23351"/>
                    </a:lnTo>
                    <a:lnTo>
                      <a:pt x="37349" y="23372"/>
                    </a:lnTo>
                    <a:lnTo>
                      <a:pt x="37307" y="23414"/>
                    </a:lnTo>
                    <a:lnTo>
                      <a:pt x="37265" y="23372"/>
                    </a:lnTo>
                    <a:lnTo>
                      <a:pt x="37202" y="23372"/>
                    </a:lnTo>
                    <a:lnTo>
                      <a:pt x="37098" y="23456"/>
                    </a:lnTo>
                    <a:lnTo>
                      <a:pt x="36993" y="23456"/>
                    </a:lnTo>
                    <a:lnTo>
                      <a:pt x="36847" y="23560"/>
                    </a:lnTo>
                    <a:lnTo>
                      <a:pt x="36826" y="23686"/>
                    </a:lnTo>
                    <a:lnTo>
                      <a:pt x="36700" y="23832"/>
                    </a:lnTo>
                    <a:lnTo>
                      <a:pt x="36742" y="23728"/>
                    </a:lnTo>
                    <a:lnTo>
                      <a:pt x="36742" y="23623"/>
                    </a:lnTo>
                    <a:lnTo>
                      <a:pt x="36784" y="23581"/>
                    </a:lnTo>
                    <a:lnTo>
                      <a:pt x="36784" y="23351"/>
                    </a:lnTo>
                    <a:lnTo>
                      <a:pt x="36805" y="23247"/>
                    </a:lnTo>
                    <a:lnTo>
                      <a:pt x="36784" y="23247"/>
                    </a:lnTo>
                    <a:lnTo>
                      <a:pt x="36365" y="23456"/>
                    </a:lnTo>
                    <a:lnTo>
                      <a:pt x="36198" y="23770"/>
                    </a:lnTo>
                    <a:lnTo>
                      <a:pt x="36072" y="23812"/>
                    </a:lnTo>
                    <a:lnTo>
                      <a:pt x="36156" y="23707"/>
                    </a:lnTo>
                    <a:lnTo>
                      <a:pt x="36177" y="23581"/>
                    </a:lnTo>
                    <a:lnTo>
                      <a:pt x="36303" y="23393"/>
                    </a:lnTo>
                    <a:lnTo>
                      <a:pt x="36303" y="23268"/>
                    </a:lnTo>
                    <a:lnTo>
                      <a:pt x="36323" y="23142"/>
                    </a:lnTo>
                    <a:lnTo>
                      <a:pt x="36282" y="23037"/>
                    </a:lnTo>
                    <a:lnTo>
                      <a:pt x="36177" y="22933"/>
                    </a:lnTo>
                    <a:lnTo>
                      <a:pt x="36072" y="22933"/>
                    </a:lnTo>
                    <a:lnTo>
                      <a:pt x="36093" y="23058"/>
                    </a:lnTo>
                    <a:lnTo>
                      <a:pt x="36072" y="23058"/>
                    </a:lnTo>
                    <a:lnTo>
                      <a:pt x="35968" y="22975"/>
                    </a:lnTo>
                    <a:lnTo>
                      <a:pt x="35842" y="22765"/>
                    </a:lnTo>
                    <a:lnTo>
                      <a:pt x="36051" y="22870"/>
                    </a:lnTo>
                    <a:lnTo>
                      <a:pt x="36093" y="22849"/>
                    </a:lnTo>
                    <a:lnTo>
                      <a:pt x="35989" y="22807"/>
                    </a:lnTo>
                    <a:lnTo>
                      <a:pt x="35863" y="22598"/>
                    </a:lnTo>
                    <a:lnTo>
                      <a:pt x="35842" y="22577"/>
                    </a:lnTo>
                    <a:lnTo>
                      <a:pt x="35968" y="22431"/>
                    </a:lnTo>
                    <a:lnTo>
                      <a:pt x="35989" y="22347"/>
                    </a:lnTo>
                    <a:lnTo>
                      <a:pt x="36093" y="22179"/>
                    </a:lnTo>
                    <a:lnTo>
                      <a:pt x="36093" y="21970"/>
                    </a:lnTo>
                    <a:lnTo>
                      <a:pt x="35947" y="21845"/>
                    </a:lnTo>
                    <a:lnTo>
                      <a:pt x="35738" y="21803"/>
                    </a:lnTo>
                    <a:lnTo>
                      <a:pt x="35466" y="21656"/>
                    </a:lnTo>
                    <a:lnTo>
                      <a:pt x="35466" y="21656"/>
                    </a:lnTo>
                    <a:lnTo>
                      <a:pt x="35759" y="21761"/>
                    </a:lnTo>
                    <a:lnTo>
                      <a:pt x="36010" y="21803"/>
                    </a:lnTo>
                    <a:lnTo>
                      <a:pt x="36051" y="21615"/>
                    </a:lnTo>
                    <a:lnTo>
                      <a:pt x="36093" y="21531"/>
                    </a:lnTo>
                    <a:lnTo>
                      <a:pt x="36114" y="21698"/>
                    </a:lnTo>
                    <a:lnTo>
                      <a:pt x="36177" y="21594"/>
                    </a:lnTo>
                    <a:lnTo>
                      <a:pt x="36093" y="21363"/>
                    </a:lnTo>
                    <a:lnTo>
                      <a:pt x="36198" y="21196"/>
                    </a:lnTo>
                    <a:lnTo>
                      <a:pt x="36365" y="21175"/>
                    </a:lnTo>
                    <a:lnTo>
                      <a:pt x="36386" y="20987"/>
                    </a:lnTo>
                    <a:lnTo>
                      <a:pt x="36386" y="20778"/>
                    </a:lnTo>
                    <a:lnTo>
                      <a:pt x="36303" y="20778"/>
                    </a:lnTo>
                    <a:lnTo>
                      <a:pt x="36282" y="20966"/>
                    </a:lnTo>
                    <a:lnTo>
                      <a:pt x="36156" y="21071"/>
                    </a:lnTo>
                    <a:lnTo>
                      <a:pt x="36093" y="20987"/>
                    </a:lnTo>
                    <a:lnTo>
                      <a:pt x="36114" y="20778"/>
                    </a:lnTo>
                    <a:lnTo>
                      <a:pt x="35968" y="20715"/>
                    </a:lnTo>
                    <a:lnTo>
                      <a:pt x="35842" y="20778"/>
                    </a:lnTo>
                    <a:lnTo>
                      <a:pt x="35779" y="20715"/>
                    </a:lnTo>
                    <a:lnTo>
                      <a:pt x="35696" y="20757"/>
                    </a:lnTo>
                    <a:lnTo>
                      <a:pt x="35528" y="20589"/>
                    </a:lnTo>
                    <a:lnTo>
                      <a:pt x="35424" y="20652"/>
                    </a:lnTo>
                    <a:lnTo>
                      <a:pt x="35424" y="20547"/>
                    </a:lnTo>
                    <a:lnTo>
                      <a:pt x="35319" y="20652"/>
                    </a:lnTo>
                    <a:lnTo>
                      <a:pt x="35319" y="20547"/>
                    </a:lnTo>
                    <a:lnTo>
                      <a:pt x="35173" y="20401"/>
                    </a:lnTo>
                    <a:lnTo>
                      <a:pt x="35277" y="20401"/>
                    </a:lnTo>
                    <a:lnTo>
                      <a:pt x="35340" y="20296"/>
                    </a:lnTo>
                    <a:lnTo>
                      <a:pt x="35445" y="20380"/>
                    </a:lnTo>
                    <a:lnTo>
                      <a:pt x="35466" y="20296"/>
                    </a:lnTo>
                    <a:lnTo>
                      <a:pt x="35361" y="20171"/>
                    </a:lnTo>
                    <a:lnTo>
                      <a:pt x="35277" y="20255"/>
                    </a:lnTo>
                    <a:lnTo>
                      <a:pt x="35173" y="20171"/>
                    </a:lnTo>
                    <a:lnTo>
                      <a:pt x="35277" y="20150"/>
                    </a:lnTo>
                    <a:lnTo>
                      <a:pt x="35235" y="20024"/>
                    </a:lnTo>
                    <a:lnTo>
                      <a:pt x="35110" y="19920"/>
                    </a:lnTo>
                    <a:lnTo>
                      <a:pt x="35026" y="19962"/>
                    </a:lnTo>
                    <a:lnTo>
                      <a:pt x="35026" y="19878"/>
                    </a:lnTo>
                    <a:lnTo>
                      <a:pt x="35110" y="19773"/>
                    </a:lnTo>
                    <a:lnTo>
                      <a:pt x="35110" y="19606"/>
                    </a:lnTo>
                    <a:lnTo>
                      <a:pt x="35005" y="19606"/>
                    </a:lnTo>
                    <a:lnTo>
                      <a:pt x="34859" y="19501"/>
                    </a:lnTo>
                    <a:lnTo>
                      <a:pt x="34859" y="19397"/>
                    </a:lnTo>
                    <a:lnTo>
                      <a:pt x="34650" y="19229"/>
                    </a:lnTo>
                    <a:lnTo>
                      <a:pt x="34503" y="19313"/>
                    </a:lnTo>
                    <a:lnTo>
                      <a:pt x="34398" y="19313"/>
                    </a:lnTo>
                    <a:lnTo>
                      <a:pt x="34336" y="19397"/>
                    </a:lnTo>
                    <a:lnTo>
                      <a:pt x="34210" y="19334"/>
                    </a:lnTo>
                    <a:lnTo>
                      <a:pt x="34210" y="19480"/>
                    </a:lnTo>
                    <a:lnTo>
                      <a:pt x="34126" y="19376"/>
                    </a:lnTo>
                    <a:lnTo>
                      <a:pt x="34043" y="19376"/>
                    </a:lnTo>
                    <a:lnTo>
                      <a:pt x="34001" y="19292"/>
                    </a:lnTo>
                    <a:lnTo>
                      <a:pt x="33896" y="19292"/>
                    </a:lnTo>
                    <a:lnTo>
                      <a:pt x="33729" y="19397"/>
                    </a:lnTo>
                    <a:lnTo>
                      <a:pt x="33562" y="19397"/>
                    </a:lnTo>
                    <a:lnTo>
                      <a:pt x="33708" y="19334"/>
                    </a:lnTo>
                    <a:lnTo>
                      <a:pt x="33729" y="19229"/>
                    </a:lnTo>
                    <a:lnTo>
                      <a:pt x="33603" y="19229"/>
                    </a:lnTo>
                    <a:lnTo>
                      <a:pt x="33352" y="19104"/>
                    </a:lnTo>
                    <a:lnTo>
                      <a:pt x="33164" y="18999"/>
                    </a:lnTo>
                    <a:lnTo>
                      <a:pt x="32976" y="18999"/>
                    </a:lnTo>
                    <a:lnTo>
                      <a:pt x="32913" y="18957"/>
                    </a:lnTo>
                    <a:lnTo>
                      <a:pt x="32829" y="18978"/>
                    </a:lnTo>
                    <a:lnTo>
                      <a:pt x="32746" y="18978"/>
                    </a:lnTo>
                    <a:lnTo>
                      <a:pt x="32662" y="19062"/>
                    </a:lnTo>
                    <a:lnTo>
                      <a:pt x="32662" y="19125"/>
                    </a:lnTo>
                    <a:lnTo>
                      <a:pt x="32578" y="19125"/>
                    </a:lnTo>
                    <a:lnTo>
                      <a:pt x="32536" y="19104"/>
                    </a:lnTo>
                    <a:lnTo>
                      <a:pt x="32453" y="19166"/>
                    </a:lnTo>
                    <a:lnTo>
                      <a:pt x="32453" y="19313"/>
                    </a:lnTo>
                    <a:lnTo>
                      <a:pt x="32369" y="19480"/>
                    </a:lnTo>
                    <a:lnTo>
                      <a:pt x="32369" y="19690"/>
                    </a:lnTo>
                    <a:lnTo>
                      <a:pt x="32453" y="19794"/>
                    </a:lnTo>
                    <a:lnTo>
                      <a:pt x="32515" y="19794"/>
                    </a:lnTo>
                    <a:lnTo>
                      <a:pt x="32515" y="19836"/>
                    </a:lnTo>
                    <a:lnTo>
                      <a:pt x="32557" y="19857"/>
                    </a:lnTo>
                    <a:lnTo>
                      <a:pt x="32557" y="20003"/>
                    </a:lnTo>
                    <a:lnTo>
                      <a:pt x="32515" y="20045"/>
                    </a:lnTo>
                    <a:lnTo>
                      <a:pt x="32432" y="20045"/>
                    </a:lnTo>
                    <a:lnTo>
                      <a:pt x="32411" y="20171"/>
                    </a:lnTo>
                    <a:lnTo>
                      <a:pt x="32243" y="20380"/>
                    </a:lnTo>
                    <a:lnTo>
                      <a:pt x="32013" y="20568"/>
                    </a:lnTo>
                    <a:lnTo>
                      <a:pt x="32013" y="20652"/>
                    </a:lnTo>
                    <a:lnTo>
                      <a:pt x="32055" y="20673"/>
                    </a:lnTo>
                    <a:lnTo>
                      <a:pt x="32243" y="20652"/>
                    </a:lnTo>
                    <a:lnTo>
                      <a:pt x="32327" y="20652"/>
                    </a:lnTo>
                    <a:lnTo>
                      <a:pt x="32243" y="20694"/>
                    </a:lnTo>
                    <a:lnTo>
                      <a:pt x="32202" y="20861"/>
                    </a:lnTo>
                    <a:lnTo>
                      <a:pt x="32202" y="20903"/>
                    </a:lnTo>
                    <a:lnTo>
                      <a:pt x="32327" y="20945"/>
                    </a:lnTo>
                    <a:lnTo>
                      <a:pt x="32222" y="20966"/>
                    </a:lnTo>
                    <a:lnTo>
                      <a:pt x="32139" y="21050"/>
                    </a:lnTo>
                    <a:lnTo>
                      <a:pt x="32160" y="21112"/>
                    </a:lnTo>
                    <a:lnTo>
                      <a:pt x="32222" y="21175"/>
                    </a:lnTo>
                    <a:lnTo>
                      <a:pt x="32118" y="21301"/>
                    </a:lnTo>
                    <a:lnTo>
                      <a:pt x="32118" y="21363"/>
                    </a:lnTo>
                    <a:lnTo>
                      <a:pt x="32264" y="21363"/>
                    </a:lnTo>
                    <a:lnTo>
                      <a:pt x="32306" y="21426"/>
                    </a:lnTo>
                    <a:lnTo>
                      <a:pt x="32160" y="21635"/>
                    </a:lnTo>
                    <a:lnTo>
                      <a:pt x="32034" y="21698"/>
                    </a:lnTo>
                    <a:lnTo>
                      <a:pt x="32034" y="21824"/>
                    </a:lnTo>
                    <a:lnTo>
                      <a:pt x="32097" y="21887"/>
                    </a:lnTo>
                    <a:lnTo>
                      <a:pt x="32013" y="21845"/>
                    </a:lnTo>
                    <a:lnTo>
                      <a:pt x="31930" y="21719"/>
                    </a:lnTo>
                    <a:lnTo>
                      <a:pt x="31888" y="21719"/>
                    </a:lnTo>
                    <a:lnTo>
                      <a:pt x="31741" y="21887"/>
                    </a:lnTo>
                    <a:lnTo>
                      <a:pt x="31741" y="21928"/>
                    </a:lnTo>
                    <a:lnTo>
                      <a:pt x="31804" y="21949"/>
                    </a:lnTo>
                    <a:lnTo>
                      <a:pt x="31804" y="22033"/>
                    </a:lnTo>
                    <a:lnTo>
                      <a:pt x="31720" y="22117"/>
                    </a:lnTo>
                    <a:lnTo>
                      <a:pt x="31616" y="22117"/>
                    </a:lnTo>
                    <a:lnTo>
                      <a:pt x="31302" y="22431"/>
                    </a:lnTo>
                    <a:lnTo>
                      <a:pt x="31197" y="22472"/>
                    </a:lnTo>
                    <a:lnTo>
                      <a:pt x="31113" y="22724"/>
                    </a:lnTo>
                    <a:lnTo>
                      <a:pt x="31155" y="22786"/>
                    </a:lnTo>
                    <a:lnTo>
                      <a:pt x="31260" y="22828"/>
                    </a:lnTo>
                    <a:lnTo>
                      <a:pt x="31281" y="22954"/>
                    </a:lnTo>
                    <a:lnTo>
                      <a:pt x="31406" y="23037"/>
                    </a:lnTo>
                    <a:lnTo>
                      <a:pt x="31595" y="23288"/>
                    </a:lnTo>
                    <a:lnTo>
                      <a:pt x="31616" y="23602"/>
                    </a:lnTo>
                    <a:lnTo>
                      <a:pt x="31595" y="23937"/>
                    </a:lnTo>
                    <a:lnTo>
                      <a:pt x="31678" y="24125"/>
                    </a:lnTo>
                    <a:lnTo>
                      <a:pt x="31637" y="24251"/>
                    </a:lnTo>
                    <a:lnTo>
                      <a:pt x="31637" y="24460"/>
                    </a:lnTo>
                    <a:lnTo>
                      <a:pt x="31595" y="24523"/>
                    </a:lnTo>
                    <a:lnTo>
                      <a:pt x="31490" y="24816"/>
                    </a:lnTo>
                    <a:lnTo>
                      <a:pt x="31427" y="24962"/>
                    </a:lnTo>
                    <a:lnTo>
                      <a:pt x="31490" y="24962"/>
                    </a:lnTo>
                    <a:lnTo>
                      <a:pt x="31511" y="24858"/>
                    </a:lnTo>
                    <a:lnTo>
                      <a:pt x="31595" y="24816"/>
                    </a:lnTo>
                    <a:lnTo>
                      <a:pt x="31595" y="24962"/>
                    </a:lnTo>
                    <a:lnTo>
                      <a:pt x="31699" y="25088"/>
                    </a:lnTo>
                    <a:lnTo>
                      <a:pt x="31616" y="25192"/>
                    </a:lnTo>
                    <a:lnTo>
                      <a:pt x="31511" y="25192"/>
                    </a:lnTo>
                    <a:lnTo>
                      <a:pt x="31469" y="25151"/>
                    </a:lnTo>
                    <a:lnTo>
                      <a:pt x="31385" y="25151"/>
                    </a:lnTo>
                    <a:lnTo>
                      <a:pt x="31218" y="25402"/>
                    </a:lnTo>
                    <a:lnTo>
                      <a:pt x="31093" y="25465"/>
                    </a:lnTo>
                    <a:lnTo>
                      <a:pt x="31072" y="25569"/>
                    </a:lnTo>
                    <a:lnTo>
                      <a:pt x="30800" y="25674"/>
                    </a:lnTo>
                    <a:lnTo>
                      <a:pt x="30737" y="25757"/>
                    </a:lnTo>
                    <a:lnTo>
                      <a:pt x="30737" y="25799"/>
                    </a:lnTo>
                    <a:lnTo>
                      <a:pt x="30360" y="25925"/>
                    </a:lnTo>
                    <a:lnTo>
                      <a:pt x="30130" y="26029"/>
                    </a:lnTo>
                    <a:lnTo>
                      <a:pt x="30067" y="26092"/>
                    </a:lnTo>
                    <a:lnTo>
                      <a:pt x="29942" y="26092"/>
                    </a:lnTo>
                    <a:lnTo>
                      <a:pt x="29837" y="26176"/>
                    </a:lnTo>
                    <a:lnTo>
                      <a:pt x="29607" y="26197"/>
                    </a:lnTo>
                    <a:lnTo>
                      <a:pt x="29440" y="26281"/>
                    </a:lnTo>
                    <a:lnTo>
                      <a:pt x="29481" y="26322"/>
                    </a:lnTo>
                    <a:lnTo>
                      <a:pt x="29481" y="26427"/>
                    </a:lnTo>
                    <a:lnTo>
                      <a:pt x="29523" y="26511"/>
                    </a:lnTo>
                    <a:lnTo>
                      <a:pt x="29523" y="26615"/>
                    </a:lnTo>
                    <a:lnTo>
                      <a:pt x="29586" y="26699"/>
                    </a:lnTo>
                    <a:lnTo>
                      <a:pt x="29523" y="26720"/>
                    </a:lnTo>
                    <a:lnTo>
                      <a:pt x="29544" y="26804"/>
                    </a:lnTo>
                    <a:lnTo>
                      <a:pt x="29607" y="26825"/>
                    </a:lnTo>
                    <a:lnTo>
                      <a:pt x="29523" y="26866"/>
                    </a:lnTo>
                    <a:lnTo>
                      <a:pt x="29586" y="26971"/>
                    </a:lnTo>
                    <a:lnTo>
                      <a:pt x="29523" y="27013"/>
                    </a:lnTo>
                    <a:lnTo>
                      <a:pt x="29544" y="27117"/>
                    </a:lnTo>
                    <a:lnTo>
                      <a:pt x="29502" y="27159"/>
                    </a:lnTo>
                    <a:lnTo>
                      <a:pt x="29481" y="27348"/>
                    </a:lnTo>
                    <a:lnTo>
                      <a:pt x="29502" y="27452"/>
                    </a:lnTo>
                    <a:lnTo>
                      <a:pt x="29419" y="27745"/>
                    </a:lnTo>
                    <a:lnTo>
                      <a:pt x="29440" y="27808"/>
                    </a:lnTo>
                    <a:lnTo>
                      <a:pt x="29502" y="27850"/>
                    </a:lnTo>
                    <a:lnTo>
                      <a:pt x="29502" y="27913"/>
                    </a:lnTo>
                    <a:lnTo>
                      <a:pt x="29544" y="27975"/>
                    </a:lnTo>
                    <a:lnTo>
                      <a:pt x="29440" y="28101"/>
                    </a:lnTo>
                    <a:lnTo>
                      <a:pt x="29440" y="28226"/>
                    </a:lnTo>
                    <a:lnTo>
                      <a:pt x="29523" y="28268"/>
                    </a:lnTo>
                    <a:lnTo>
                      <a:pt x="29544" y="28436"/>
                    </a:lnTo>
                    <a:lnTo>
                      <a:pt x="29607" y="28498"/>
                    </a:lnTo>
                    <a:lnTo>
                      <a:pt x="29481" y="28624"/>
                    </a:lnTo>
                    <a:lnTo>
                      <a:pt x="29419" y="28791"/>
                    </a:lnTo>
                    <a:lnTo>
                      <a:pt x="29377" y="28812"/>
                    </a:lnTo>
                    <a:lnTo>
                      <a:pt x="29314" y="28791"/>
                    </a:lnTo>
                    <a:lnTo>
                      <a:pt x="29314" y="28896"/>
                    </a:lnTo>
                    <a:lnTo>
                      <a:pt x="29377" y="28959"/>
                    </a:lnTo>
                    <a:lnTo>
                      <a:pt x="29314" y="29042"/>
                    </a:lnTo>
                    <a:lnTo>
                      <a:pt x="29293" y="29231"/>
                    </a:lnTo>
                    <a:lnTo>
                      <a:pt x="29314" y="29356"/>
                    </a:lnTo>
                    <a:lnTo>
                      <a:pt x="29419" y="29482"/>
                    </a:lnTo>
                    <a:lnTo>
                      <a:pt x="29523" y="29545"/>
                    </a:lnTo>
                    <a:lnTo>
                      <a:pt x="29335" y="29524"/>
                    </a:lnTo>
                    <a:lnTo>
                      <a:pt x="29209" y="29419"/>
                    </a:lnTo>
                    <a:lnTo>
                      <a:pt x="29230" y="29252"/>
                    </a:lnTo>
                    <a:lnTo>
                      <a:pt x="29189" y="29042"/>
                    </a:lnTo>
                    <a:lnTo>
                      <a:pt x="29105" y="29022"/>
                    </a:lnTo>
                    <a:lnTo>
                      <a:pt x="29084" y="28959"/>
                    </a:lnTo>
                    <a:lnTo>
                      <a:pt x="29105" y="28854"/>
                    </a:lnTo>
                    <a:lnTo>
                      <a:pt x="29063" y="28854"/>
                    </a:lnTo>
                    <a:lnTo>
                      <a:pt x="28875" y="29105"/>
                    </a:lnTo>
                    <a:lnTo>
                      <a:pt x="28875" y="29210"/>
                    </a:lnTo>
                    <a:lnTo>
                      <a:pt x="28854" y="29314"/>
                    </a:lnTo>
                    <a:lnTo>
                      <a:pt x="28749" y="29314"/>
                    </a:lnTo>
                    <a:lnTo>
                      <a:pt x="28644" y="29210"/>
                    </a:lnTo>
                    <a:lnTo>
                      <a:pt x="28477" y="29147"/>
                    </a:lnTo>
                    <a:lnTo>
                      <a:pt x="28352" y="29252"/>
                    </a:lnTo>
                    <a:lnTo>
                      <a:pt x="28184" y="29335"/>
                    </a:lnTo>
                    <a:lnTo>
                      <a:pt x="28184" y="29335"/>
                    </a:lnTo>
                    <a:lnTo>
                      <a:pt x="28393" y="29147"/>
                    </a:lnTo>
                    <a:lnTo>
                      <a:pt x="28456" y="29001"/>
                    </a:lnTo>
                    <a:lnTo>
                      <a:pt x="28435" y="28917"/>
                    </a:lnTo>
                    <a:lnTo>
                      <a:pt x="28393" y="28729"/>
                    </a:lnTo>
                    <a:lnTo>
                      <a:pt x="28331" y="28624"/>
                    </a:lnTo>
                    <a:lnTo>
                      <a:pt x="28289" y="28540"/>
                    </a:lnTo>
                    <a:lnTo>
                      <a:pt x="28268" y="28540"/>
                    </a:lnTo>
                    <a:lnTo>
                      <a:pt x="28142" y="28478"/>
                    </a:lnTo>
                    <a:lnTo>
                      <a:pt x="28038" y="28415"/>
                    </a:lnTo>
                    <a:lnTo>
                      <a:pt x="28038" y="28331"/>
                    </a:lnTo>
                    <a:lnTo>
                      <a:pt x="28017" y="28289"/>
                    </a:lnTo>
                    <a:lnTo>
                      <a:pt x="28038" y="28185"/>
                    </a:lnTo>
                    <a:lnTo>
                      <a:pt x="27954" y="28080"/>
                    </a:lnTo>
                    <a:lnTo>
                      <a:pt x="27870" y="28017"/>
                    </a:lnTo>
                    <a:lnTo>
                      <a:pt x="27870" y="27892"/>
                    </a:lnTo>
                    <a:lnTo>
                      <a:pt x="27766" y="27808"/>
                    </a:lnTo>
                    <a:lnTo>
                      <a:pt x="27724" y="27703"/>
                    </a:lnTo>
                    <a:lnTo>
                      <a:pt x="27766" y="27473"/>
                    </a:lnTo>
                    <a:lnTo>
                      <a:pt x="27870" y="27369"/>
                    </a:lnTo>
                    <a:lnTo>
                      <a:pt x="27933" y="27222"/>
                    </a:lnTo>
                    <a:lnTo>
                      <a:pt x="27933" y="27117"/>
                    </a:lnTo>
                    <a:lnTo>
                      <a:pt x="28080" y="26866"/>
                    </a:lnTo>
                    <a:lnTo>
                      <a:pt x="28080" y="26615"/>
                    </a:lnTo>
                    <a:lnTo>
                      <a:pt x="28059" y="26594"/>
                    </a:lnTo>
                    <a:lnTo>
                      <a:pt x="28038" y="26448"/>
                    </a:lnTo>
                    <a:lnTo>
                      <a:pt x="28121" y="26301"/>
                    </a:lnTo>
                    <a:lnTo>
                      <a:pt x="28184" y="26197"/>
                    </a:lnTo>
                    <a:lnTo>
                      <a:pt x="28184" y="26092"/>
                    </a:lnTo>
                    <a:lnTo>
                      <a:pt x="28352" y="25799"/>
                    </a:lnTo>
                    <a:lnTo>
                      <a:pt x="28331" y="25611"/>
                    </a:lnTo>
                    <a:lnTo>
                      <a:pt x="28268" y="25611"/>
                    </a:lnTo>
                    <a:lnTo>
                      <a:pt x="28247" y="25653"/>
                    </a:lnTo>
                    <a:lnTo>
                      <a:pt x="28247" y="25590"/>
                    </a:lnTo>
                    <a:lnTo>
                      <a:pt x="28163" y="25590"/>
                    </a:lnTo>
                    <a:lnTo>
                      <a:pt x="28038" y="25653"/>
                    </a:lnTo>
                    <a:lnTo>
                      <a:pt x="27849" y="25611"/>
                    </a:lnTo>
                    <a:lnTo>
                      <a:pt x="27661" y="25569"/>
                    </a:lnTo>
                    <a:lnTo>
                      <a:pt x="27619" y="25569"/>
                    </a:lnTo>
                    <a:lnTo>
                      <a:pt x="27556" y="25506"/>
                    </a:lnTo>
                    <a:lnTo>
                      <a:pt x="27326" y="25506"/>
                    </a:lnTo>
                    <a:lnTo>
                      <a:pt x="27201" y="25548"/>
                    </a:lnTo>
                    <a:lnTo>
                      <a:pt x="27138" y="25506"/>
                    </a:lnTo>
                    <a:lnTo>
                      <a:pt x="26971" y="25506"/>
                    </a:lnTo>
                    <a:lnTo>
                      <a:pt x="26929" y="25485"/>
                    </a:lnTo>
                    <a:lnTo>
                      <a:pt x="26971" y="25444"/>
                    </a:lnTo>
                    <a:lnTo>
                      <a:pt x="26803" y="25297"/>
                    </a:lnTo>
                    <a:lnTo>
                      <a:pt x="26782" y="25234"/>
                    </a:lnTo>
                    <a:lnTo>
                      <a:pt x="26594" y="25046"/>
                    </a:lnTo>
                    <a:lnTo>
                      <a:pt x="26510" y="25025"/>
                    </a:lnTo>
                    <a:lnTo>
                      <a:pt x="26343" y="24879"/>
                    </a:lnTo>
                    <a:lnTo>
                      <a:pt x="26259" y="24858"/>
                    </a:lnTo>
                    <a:lnTo>
                      <a:pt x="26029" y="24711"/>
                    </a:lnTo>
                    <a:lnTo>
                      <a:pt x="25966" y="24648"/>
                    </a:lnTo>
                    <a:lnTo>
                      <a:pt x="25903" y="24753"/>
                    </a:lnTo>
                    <a:lnTo>
                      <a:pt x="25903" y="24711"/>
                    </a:lnTo>
                    <a:lnTo>
                      <a:pt x="25820" y="24523"/>
                    </a:lnTo>
                    <a:lnTo>
                      <a:pt x="25736" y="24439"/>
                    </a:lnTo>
                    <a:lnTo>
                      <a:pt x="25736" y="24335"/>
                    </a:lnTo>
                    <a:lnTo>
                      <a:pt x="25631" y="24293"/>
                    </a:lnTo>
                    <a:lnTo>
                      <a:pt x="25527" y="24104"/>
                    </a:lnTo>
                    <a:lnTo>
                      <a:pt x="25443" y="24084"/>
                    </a:lnTo>
                    <a:lnTo>
                      <a:pt x="25255" y="23895"/>
                    </a:lnTo>
                    <a:lnTo>
                      <a:pt x="25150" y="23874"/>
                    </a:lnTo>
                    <a:lnTo>
                      <a:pt x="25087" y="23812"/>
                    </a:lnTo>
                    <a:lnTo>
                      <a:pt x="24815" y="23728"/>
                    </a:lnTo>
                    <a:lnTo>
                      <a:pt x="24627" y="23581"/>
                    </a:lnTo>
                    <a:lnTo>
                      <a:pt x="24376" y="23393"/>
                    </a:lnTo>
                    <a:lnTo>
                      <a:pt x="24167" y="23414"/>
                    </a:lnTo>
                    <a:lnTo>
                      <a:pt x="23748" y="23560"/>
                    </a:lnTo>
                    <a:lnTo>
                      <a:pt x="23330" y="23686"/>
                    </a:lnTo>
                    <a:lnTo>
                      <a:pt x="23142" y="23686"/>
                    </a:lnTo>
                    <a:lnTo>
                      <a:pt x="23016" y="23623"/>
                    </a:lnTo>
                    <a:lnTo>
                      <a:pt x="23016" y="23623"/>
                    </a:lnTo>
                    <a:lnTo>
                      <a:pt x="23142" y="23665"/>
                    </a:lnTo>
                    <a:lnTo>
                      <a:pt x="23330" y="23602"/>
                    </a:lnTo>
                    <a:lnTo>
                      <a:pt x="23665" y="23268"/>
                    </a:lnTo>
                    <a:lnTo>
                      <a:pt x="23727" y="23163"/>
                    </a:lnTo>
                    <a:lnTo>
                      <a:pt x="23665" y="22933"/>
                    </a:lnTo>
                    <a:lnTo>
                      <a:pt x="23581" y="22828"/>
                    </a:lnTo>
                    <a:lnTo>
                      <a:pt x="23665" y="22577"/>
                    </a:lnTo>
                    <a:lnTo>
                      <a:pt x="23665" y="22347"/>
                    </a:lnTo>
                    <a:lnTo>
                      <a:pt x="23581" y="22200"/>
                    </a:lnTo>
                    <a:lnTo>
                      <a:pt x="23581" y="22054"/>
                    </a:lnTo>
                    <a:lnTo>
                      <a:pt x="23644" y="21928"/>
                    </a:lnTo>
                    <a:lnTo>
                      <a:pt x="23644" y="21824"/>
                    </a:lnTo>
                    <a:lnTo>
                      <a:pt x="23539" y="21782"/>
                    </a:lnTo>
                    <a:lnTo>
                      <a:pt x="23204" y="21782"/>
                    </a:lnTo>
                    <a:lnTo>
                      <a:pt x="23037" y="22054"/>
                    </a:lnTo>
                    <a:lnTo>
                      <a:pt x="22828" y="22305"/>
                    </a:lnTo>
                    <a:lnTo>
                      <a:pt x="22577" y="22326"/>
                    </a:lnTo>
                    <a:lnTo>
                      <a:pt x="22409" y="22452"/>
                    </a:lnTo>
                    <a:lnTo>
                      <a:pt x="22472" y="22347"/>
                    </a:lnTo>
                    <a:lnTo>
                      <a:pt x="22786" y="22263"/>
                    </a:lnTo>
                    <a:lnTo>
                      <a:pt x="22932" y="22117"/>
                    </a:lnTo>
                    <a:lnTo>
                      <a:pt x="23037" y="21845"/>
                    </a:lnTo>
                    <a:lnTo>
                      <a:pt x="22995" y="21824"/>
                    </a:lnTo>
                    <a:lnTo>
                      <a:pt x="22995" y="21677"/>
                    </a:lnTo>
                    <a:lnTo>
                      <a:pt x="22932" y="21594"/>
                    </a:lnTo>
                    <a:lnTo>
                      <a:pt x="22953" y="21489"/>
                    </a:lnTo>
                    <a:lnTo>
                      <a:pt x="22932" y="21405"/>
                    </a:lnTo>
                    <a:lnTo>
                      <a:pt x="22807" y="21384"/>
                    </a:lnTo>
                    <a:lnTo>
                      <a:pt x="22849" y="21322"/>
                    </a:lnTo>
                    <a:lnTo>
                      <a:pt x="22953" y="21301"/>
                    </a:lnTo>
                    <a:lnTo>
                      <a:pt x="22995" y="21196"/>
                    </a:lnTo>
                    <a:lnTo>
                      <a:pt x="23100" y="21008"/>
                    </a:lnTo>
                    <a:lnTo>
                      <a:pt x="23100" y="20861"/>
                    </a:lnTo>
                    <a:lnTo>
                      <a:pt x="23037" y="20799"/>
                    </a:lnTo>
                    <a:lnTo>
                      <a:pt x="23121" y="20568"/>
                    </a:lnTo>
                    <a:lnTo>
                      <a:pt x="23204" y="20527"/>
                    </a:lnTo>
                    <a:lnTo>
                      <a:pt x="23246" y="20359"/>
                    </a:lnTo>
                    <a:lnTo>
                      <a:pt x="23330" y="20255"/>
                    </a:lnTo>
                    <a:lnTo>
                      <a:pt x="23372" y="20045"/>
                    </a:lnTo>
                    <a:lnTo>
                      <a:pt x="23476" y="19941"/>
                    </a:lnTo>
                    <a:lnTo>
                      <a:pt x="23435" y="19815"/>
                    </a:lnTo>
                    <a:lnTo>
                      <a:pt x="23435" y="19731"/>
                    </a:lnTo>
                    <a:lnTo>
                      <a:pt x="23560" y="19815"/>
                    </a:lnTo>
                    <a:lnTo>
                      <a:pt x="23665" y="19711"/>
                    </a:lnTo>
                    <a:lnTo>
                      <a:pt x="23665" y="19606"/>
                    </a:lnTo>
                    <a:lnTo>
                      <a:pt x="23790" y="19585"/>
                    </a:lnTo>
                    <a:lnTo>
                      <a:pt x="23958" y="19397"/>
                    </a:lnTo>
                    <a:lnTo>
                      <a:pt x="24062" y="19334"/>
                    </a:lnTo>
                    <a:lnTo>
                      <a:pt x="24041" y="19229"/>
                    </a:lnTo>
                    <a:lnTo>
                      <a:pt x="24125" y="19166"/>
                    </a:lnTo>
                    <a:lnTo>
                      <a:pt x="24188" y="19166"/>
                    </a:lnTo>
                    <a:lnTo>
                      <a:pt x="24230" y="19083"/>
                    </a:lnTo>
                    <a:lnTo>
                      <a:pt x="24167" y="18999"/>
                    </a:lnTo>
                    <a:lnTo>
                      <a:pt x="24292" y="18915"/>
                    </a:lnTo>
                    <a:lnTo>
                      <a:pt x="24376" y="18769"/>
                    </a:lnTo>
                    <a:lnTo>
                      <a:pt x="24481" y="18769"/>
                    </a:lnTo>
                    <a:lnTo>
                      <a:pt x="24481" y="18706"/>
                    </a:lnTo>
                    <a:lnTo>
                      <a:pt x="24543" y="18664"/>
                    </a:lnTo>
                    <a:lnTo>
                      <a:pt x="24397" y="18560"/>
                    </a:lnTo>
                    <a:lnTo>
                      <a:pt x="24460" y="18539"/>
                    </a:lnTo>
                    <a:lnTo>
                      <a:pt x="24460" y="18455"/>
                    </a:lnTo>
                    <a:lnTo>
                      <a:pt x="24543" y="18476"/>
                    </a:lnTo>
                    <a:lnTo>
                      <a:pt x="24669" y="18581"/>
                    </a:lnTo>
                    <a:lnTo>
                      <a:pt x="24690" y="18643"/>
                    </a:lnTo>
                    <a:lnTo>
                      <a:pt x="24753" y="18602"/>
                    </a:lnTo>
                    <a:lnTo>
                      <a:pt x="24711" y="18539"/>
                    </a:lnTo>
                    <a:lnTo>
                      <a:pt x="24606" y="18476"/>
                    </a:lnTo>
                    <a:lnTo>
                      <a:pt x="24795" y="18392"/>
                    </a:lnTo>
                    <a:lnTo>
                      <a:pt x="24836" y="18330"/>
                    </a:lnTo>
                    <a:lnTo>
                      <a:pt x="24983" y="18330"/>
                    </a:lnTo>
                    <a:lnTo>
                      <a:pt x="25004" y="18350"/>
                    </a:lnTo>
                    <a:lnTo>
                      <a:pt x="25025" y="18267"/>
                    </a:lnTo>
                    <a:lnTo>
                      <a:pt x="25004" y="18225"/>
                    </a:lnTo>
                    <a:lnTo>
                      <a:pt x="25087" y="18225"/>
                    </a:lnTo>
                    <a:lnTo>
                      <a:pt x="25108" y="18350"/>
                    </a:lnTo>
                    <a:lnTo>
                      <a:pt x="25192" y="18246"/>
                    </a:lnTo>
                    <a:lnTo>
                      <a:pt x="25192" y="18225"/>
                    </a:lnTo>
                    <a:lnTo>
                      <a:pt x="25108" y="18162"/>
                    </a:lnTo>
                    <a:lnTo>
                      <a:pt x="25108" y="18058"/>
                    </a:lnTo>
                    <a:lnTo>
                      <a:pt x="25150" y="18120"/>
                    </a:lnTo>
                    <a:lnTo>
                      <a:pt x="25359" y="18162"/>
                    </a:lnTo>
                    <a:lnTo>
                      <a:pt x="25339" y="18078"/>
                    </a:lnTo>
                    <a:lnTo>
                      <a:pt x="25234" y="18037"/>
                    </a:lnTo>
                    <a:lnTo>
                      <a:pt x="25213" y="17953"/>
                    </a:lnTo>
                    <a:lnTo>
                      <a:pt x="25255" y="17932"/>
                    </a:lnTo>
                    <a:lnTo>
                      <a:pt x="25297" y="17848"/>
                    </a:lnTo>
                    <a:lnTo>
                      <a:pt x="25318" y="18016"/>
                    </a:lnTo>
                    <a:lnTo>
                      <a:pt x="25422" y="17974"/>
                    </a:lnTo>
                    <a:lnTo>
                      <a:pt x="25506" y="18016"/>
                    </a:lnTo>
                    <a:lnTo>
                      <a:pt x="25590" y="17953"/>
                    </a:lnTo>
                    <a:lnTo>
                      <a:pt x="25464" y="17744"/>
                    </a:lnTo>
                    <a:lnTo>
                      <a:pt x="25401" y="17514"/>
                    </a:lnTo>
                    <a:lnTo>
                      <a:pt x="25297" y="17388"/>
                    </a:lnTo>
                    <a:lnTo>
                      <a:pt x="25297" y="17283"/>
                    </a:lnTo>
                    <a:lnTo>
                      <a:pt x="25255" y="17200"/>
                    </a:lnTo>
                    <a:lnTo>
                      <a:pt x="25297" y="17137"/>
                    </a:lnTo>
                    <a:lnTo>
                      <a:pt x="25359" y="17221"/>
                    </a:lnTo>
                    <a:lnTo>
                      <a:pt x="25422" y="17409"/>
                    </a:lnTo>
                    <a:lnTo>
                      <a:pt x="25569" y="17597"/>
                    </a:lnTo>
                    <a:lnTo>
                      <a:pt x="25841" y="17639"/>
                    </a:lnTo>
                    <a:lnTo>
                      <a:pt x="25945" y="17723"/>
                    </a:lnTo>
                    <a:lnTo>
                      <a:pt x="26071" y="17723"/>
                    </a:lnTo>
                    <a:lnTo>
                      <a:pt x="26155" y="17660"/>
                    </a:lnTo>
                    <a:lnTo>
                      <a:pt x="26259" y="17660"/>
                    </a:lnTo>
                    <a:lnTo>
                      <a:pt x="26406" y="17514"/>
                    </a:lnTo>
                    <a:lnTo>
                      <a:pt x="26448" y="17242"/>
                    </a:lnTo>
                    <a:lnTo>
                      <a:pt x="26238" y="16990"/>
                    </a:lnTo>
                    <a:lnTo>
                      <a:pt x="26196" y="16823"/>
                    </a:lnTo>
                    <a:lnTo>
                      <a:pt x="26134" y="16739"/>
                    </a:lnTo>
                    <a:lnTo>
                      <a:pt x="26071" y="16739"/>
                    </a:lnTo>
                    <a:lnTo>
                      <a:pt x="25945" y="16886"/>
                    </a:lnTo>
                    <a:lnTo>
                      <a:pt x="25715" y="16907"/>
                    </a:lnTo>
                    <a:lnTo>
                      <a:pt x="25652" y="16928"/>
                    </a:lnTo>
                    <a:lnTo>
                      <a:pt x="25652" y="16907"/>
                    </a:lnTo>
                    <a:lnTo>
                      <a:pt x="25631" y="16823"/>
                    </a:lnTo>
                    <a:lnTo>
                      <a:pt x="25715" y="16865"/>
                    </a:lnTo>
                    <a:lnTo>
                      <a:pt x="25841" y="16823"/>
                    </a:lnTo>
                    <a:lnTo>
                      <a:pt x="25966" y="16718"/>
                    </a:lnTo>
                    <a:lnTo>
                      <a:pt x="25945" y="16677"/>
                    </a:lnTo>
                    <a:lnTo>
                      <a:pt x="25736" y="16551"/>
                    </a:lnTo>
                    <a:lnTo>
                      <a:pt x="25506" y="16300"/>
                    </a:lnTo>
                    <a:lnTo>
                      <a:pt x="25443" y="16300"/>
                    </a:lnTo>
                    <a:lnTo>
                      <a:pt x="25422" y="16363"/>
                    </a:lnTo>
                    <a:lnTo>
                      <a:pt x="25464" y="16446"/>
                    </a:lnTo>
                    <a:lnTo>
                      <a:pt x="25443" y="16488"/>
                    </a:lnTo>
                    <a:lnTo>
                      <a:pt x="25339" y="16405"/>
                    </a:lnTo>
                    <a:lnTo>
                      <a:pt x="25297" y="16258"/>
                    </a:lnTo>
                    <a:lnTo>
                      <a:pt x="25401" y="16279"/>
                    </a:lnTo>
                    <a:lnTo>
                      <a:pt x="25401" y="16091"/>
                    </a:lnTo>
                    <a:lnTo>
                      <a:pt x="25443" y="16195"/>
                    </a:lnTo>
                    <a:lnTo>
                      <a:pt x="25611" y="16342"/>
                    </a:lnTo>
                    <a:lnTo>
                      <a:pt x="25694" y="16363"/>
                    </a:lnTo>
                    <a:lnTo>
                      <a:pt x="25757" y="16551"/>
                    </a:lnTo>
                    <a:lnTo>
                      <a:pt x="25966" y="16677"/>
                    </a:lnTo>
                    <a:lnTo>
                      <a:pt x="26217" y="16760"/>
                    </a:lnTo>
                    <a:lnTo>
                      <a:pt x="26322" y="16907"/>
                    </a:lnTo>
                    <a:lnTo>
                      <a:pt x="26427" y="16970"/>
                    </a:lnTo>
                    <a:lnTo>
                      <a:pt x="26448" y="17032"/>
                    </a:lnTo>
                    <a:lnTo>
                      <a:pt x="26573" y="17095"/>
                    </a:lnTo>
                    <a:lnTo>
                      <a:pt x="26636" y="17137"/>
                    </a:lnTo>
                    <a:lnTo>
                      <a:pt x="26636" y="17011"/>
                    </a:lnTo>
                    <a:lnTo>
                      <a:pt x="26740" y="16970"/>
                    </a:lnTo>
                    <a:lnTo>
                      <a:pt x="26657" y="16907"/>
                    </a:lnTo>
                    <a:lnTo>
                      <a:pt x="26678" y="16802"/>
                    </a:lnTo>
                    <a:lnTo>
                      <a:pt x="26761" y="16928"/>
                    </a:lnTo>
                    <a:lnTo>
                      <a:pt x="26782" y="17011"/>
                    </a:lnTo>
                    <a:lnTo>
                      <a:pt x="26866" y="17032"/>
                    </a:lnTo>
                    <a:lnTo>
                      <a:pt x="26992" y="16865"/>
                    </a:lnTo>
                    <a:lnTo>
                      <a:pt x="26992" y="16656"/>
                    </a:lnTo>
                    <a:lnTo>
                      <a:pt x="26950" y="16572"/>
                    </a:lnTo>
                    <a:lnTo>
                      <a:pt x="26992" y="16405"/>
                    </a:lnTo>
                    <a:lnTo>
                      <a:pt x="27054" y="16593"/>
                    </a:lnTo>
                    <a:lnTo>
                      <a:pt x="27054" y="16698"/>
                    </a:lnTo>
                    <a:lnTo>
                      <a:pt x="27117" y="16467"/>
                    </a:lnTo>
                    <a:lnTo>
                      <a:pt x="27222" y="16405"/>
                    </a:lnTo>
                    <a:lnTo>
                      <a:pt x="27264" y="16467"/>
                    </a:lnTo>
                    <a:lnTo>
                      <a:pt x="27284" y="16488"/>
                    </a:lnTo>
                    <a:lnTo>
                      <a:pt x="27201" y="16593"/>
                    </a:lnTo>
                    <a:lnTo>
                      <a:pt x="27264" y="16614"/>
                    </a:lnTo>
                    <a:lnTo>
                      <a:pt x="27284" y="16698"/>
                    </a:lnTo>
                    <a:lnTo>
                      <a:pt x="27368" y="16614"/>
                    </a:lnTo>
                    <a:lnTo>
                      <a:pt x="27431" y="16656"/>
                    </a:lnTo>
                    <a:lnTo>
                      <a:pt x="27577" y="16802"/>
                    </a:lnTo>
                    <a:lnTo>
                      <a:pt x="27598" y="16760"/>
                    </a:lnTo>
                    <a:lnTo>
                      <a:pt x="27682" y="16760"/>
                    </a:lnTo>
                    <a:lnTo>
                      <a:pt x="27724" y="16802"/>
                    </a:lnTo>
                    <a:lnTo>
                      <a:pt x="27828" y="16781"/>
                    </a:lnTo>
                    <a:lnTo>
                      <a:pt x="27933" y="16593"/>
                    </a:lnTo>
                    <a:lnTo>
                      <a:pt x="28100" y="16509"/>
                    </a:lnTo>
                    <a:lnTo>
                      <a:pt x="28456" y="16153"/>
                    </a:lnTo>
                    <a:lnTo>
                      <a:pt x="28477" y="16070"/>
                    </a:lnTo>
                    <a:lnTo>
                      <a:pt x="28540" y="16049"/>
                    </a:lnTo>
                    <a:lnTo>
                      <a:pt x="28561" y="16091"/>
                    </a:lnTo>
                    <a:lnTo>
                      <a:pt x="28728" y="15881"/>
                    </a:lnTo>
                    <a:lnTo>
                      <a:pt x="28833" y="15840"/>
                    </a:lnTo>
                    <a:lnTo>
                      <a:pt x="28958" y="15735"/>
                    </a:lnTo>
                    <a:lnTo>
                      <a:pt x="29000" y="15672"/>
                    </a:lnTo>
                    <a:lnTo>
                      <a:pt x="28979" y="15547"/>
                    </a:lnTo>
                    <a:lnTo>
                      <a:pt x="28561" y="15442"/>
                    </a:lnTo>
                    <a:lnTo>
                      <a:pt x="28331" y="15400"/>
                    </a:lnTo>
                    <a:lnTo>
                      <a:pt x="28121" y="15317"/>
                    </a:lnTo>
                    <a:lnTo>
                      <a:pt x="28038" y="15128"/>
                    </a:lnTo>
                    <a:lnTo>
                      <a:pt x="27912" y="14898"/>
                    </a:lnTo>
                    <a:lnTo>
                      <a:pt x="27849" y="14898"/>
                    </a:lnTo>
                    <a:lnTo>
                      <a:pt x="27828" y="14710"/>
                    </a:lnTo>
                    <a:lnTo>
                      <a:pt x="27808" y="14689"/>
                    </a:lnTo>
                    <a:lnTo>
                      <a:pt x="27828" y="14626"/>
                    </a:lnTo>
                    <a:lnTo>
                      <a:pt x="27870" y="14626"/>
                    </a:lnTo>
                    <a:lnTo>
                      <a:pt x="27912" y="14563"/>
                    </a:lnTo>
                    <a:lnTo>
                      <a:pt x="27828" y="14501"/>
                    </a:lnTo>
                    <a:lnTo>
                      <a:pt x="27598" y="14501"/>
                    </a:lnTo>
                    <a:lnTo>
                      <a:pt x="27326" y="14417"/>
                    </a:lnTo>
                    <a:lnTo>
                      <a:pt x="27243" y="14417"/>
                    </a:lnTo>
                    <a:lnTo>
                      <a:pt x="27201" y="14480"/>
                    </a:lnTo>
                    <a:lnTo>
                      <a:pt x="27117" y="14396"/>
                    </a:lnTo>
                    <a:lnTo>
                      <a:pt x="27117" y="14312"/>
                    </a:lnTo>
                    <a:lnTo>
                      <a:pt x="27222" y="14354"/>
                    </a:lnTo>
                    <a:lnTo>
                      <a:pt x="27494" y="14375"/>
                    </a:lnTo>
                    <a:lnTo>
                      <a:pt x="27640" y="14480"/>
                    </a:lnTo>
                    <a:lnTo>
                      <a:pt x="27870" y="14480"/>
                    </a:lnTo>
                    <a:lnTo>
                      <a:pt x="28017" y="14584"/>
                    </a:lnTo>
                    <a:lnTo>
                      <a:pt x="28142" y="14814"/>
                    </a:lnTo>
                    <a:lnTo>
                      <a:pt x="28247" y="14835"/>
                    </a:lnTo>
                    <a:lnTo>
                      <a:pt x="28289" y="14898"/>
                    </a:lnTo>
                    <a:lnTo>
                      <a:pt x="28247" y="14919"/>
                    </a:lnTo>
                    <a:lnTo>
                      <a:pt x="28184" y="14919"/>
                    </a:lnTo>
                    <a:lnTo>
                      <a:pt x="28184" y="14982"/>
                    </a:lnTo>
                    <a:lnTo>
                      <a:pt x="28372" y="15045"/>
                    </a:lnTo>
                    <a:lnTo>
                      <a:pt x="28435" y="15191"/>
                    </a:lnTo>
                    <a:lnTo>
                      <a:pt x="28498" y="15296"/>
                    </a:lnTo>
                    <a:lnTo>
                      <a:pt x="28875" y="15358"/>
                    </a:lnTo>
                    <a:lnTo>
                      <a:pt x="28979" y="15317"/>
                    </a:lnTo>
                    <a:lnTo>
                      <a:pt x="29021" y="15191"/>
                    </a:lnTo>
                    <a:lnTo>
                      <a:pt x="29105" y="15128"/>
                    </a:lnTo>
                    <a:lnTo>
                      <a:pt x="29189" y="15149"/>
                    </a:lnTo>
                    <a:lnTo>
                      <a:pt x="29314" y="15003"/>
                    </a:lnTo>
                    <a:lnTo>
                      <a:pt x="29335" y="14982"/>
                    </a:lnTo>
                    <a:lnTo>
                      <a:pt x="29502" y="15128"/>
                    </a:lnTo>
                    <a:lnTo>
                      <a:pt x="29481" y="15149"/>
                    </a:lnTo>
                    <a:lnTo>
                      <a:pt x="29377" y="15317"/>
                    </a:lnTo>
                    <a:lnTo>
                      <a:pt x="29377" y="15400"/>
                    </a:lnTo>
                    <a:lnTo>
                      <a:pt x="29293" y="15505"/>
                    </a:lnTo>
                    <a:lnTo>
                      <a:pt x="29293" y="15568"/>
                    </a:lnTo>
                    <a:lnTo>
                      <a:pt x="29189" y="15756"/>
                    </a:lnTo>
                    <a:lnTo>
                      <a:pt x="29230" y="15840"/>
                    </a:lnTo>
                    <a:lnTo>
                      <a:pt x="29189" y="15861"/>
                    </a:lnTo>
                    <a:lnTo>
                      <a:pt x="29168" y="15965"/>
                    </a:lnTo>
                    <a:lnTo>
                      <a:pt x="29168" y="16070"/>
                    </a:lnTo>
                    <a:lnTo>
                      <a:pt x="29000" y="16195"/>
                    </a:lnTo>
                    <a:lnTo>
                      <a:pt x="28958" y="16300"/>
                    </a:lnTo>
                    <a:lnTo>
                      <a:pt x="28958" y="16467"/>
                    </a:lnTo>
                    <a:lnTo>
                      <a:pt x="28916" y="16509"/>
                    </a:lnTo>
                    <a:lnTo>
                      <a:pt x="28916" y="16677"/>
                    </a:lnTo>
                    <a:lnTo>
                      <a:pt x="28854" y="16760"/>
                    </a:lnTo>
                    <a:lnTo>
                      <a:pt x="28707" y="16760"/>
                    </a:lnTo>
                    <a:lnTo>
                      <a:pt x="28540" y="16823"/>
                    </a:lnTo>
                    <a:lnTo>
                      <a:pt x="28540" y="16928"/>
                    </a:lnTo>
                    <a:lnTo>
                      <a:pt x="28477" y="17116"/>
                    </a:lnTo>
                    <a:lnTo>
                      <a:pt x="28498" y="17242"/>
                    </a:lnTo>
                    <a:lnTo>
                      <a:pt x="28561" y="17242"/>
                    </a:lnTo>
                    <a:lnTo>
                      <a:pt x="28582" y="17137"/>
                    </a:lnTo>
                    <a:lnTo>
                      <a:pt x="28644" y="17116"/>
                    </a:lnTo>
                    <a:lnTo>
                      <a:pt x="28686" y="17137"/>
                    </a:lnTo>
                    <a:lnTo>
                      <a:pt x="28770" y="17200"/>
                    </a:lnTo>
                    <a:lnTo>
                      <a:pt x="28854" y="17200"/>
                    </a:lnTo>
                    <a:lnTo>
                      <a:pt x="28896" y="17179"/>
                    </a:lnTo>
                    <a:lnTo>
                      <a:pt x="28958" y="17179"/>
                    </a:lnTo>
                    <a:lnTo>
                      <a:pt x="29000" y="17221"/>
                    </a:lnTo>
                    <a:lnTo>
                      <a:pt x="29021" y="17304"/>
                    </a:lnTo>
                    <a:lnTo>
                      <a:pt x="28958" y="17409"/>
                    </a:lnTo>
                    <a:lnTo>
                      <a:pt x="28979" y="17514"/>
                    </a:lnTo>
                    <a:lnTo>
                      <a:pt x="28896" y="17597"/>
                    </a:lnTo>
                    <a:lnTo>
                      <a:pt x="28896" y="17744"/>
                    </a:lnTo>
                    <a:lnTo>
                      <a:pt x="28916" y="17806"/>
                    </a:lnTo>
                    <a:lnTo>
                      <a:pt x="28979" y="17765"/>
                    </a:lnTo>
                    <a:lnTo>
                      <a:pt x="29021" y="17806"/>
                    </a:lnTo>
                    <a:lnTo>
                      <a:pt x="29105" y="17806"/>
                    </a:lnTo>
                    <a:lnTo>
                      <a:pt x="29168" y="17744"/>
                    </a:lnTo>
                    <a:lnTo>
                      <a:pt x="29272" y="17744"/>
                    </a:lnTo>
                    <a:lnTo>
                      <a:pt x="29293" y="17702"/>
                    </a:lnTo>
                    <a:lnTo>
                      <a:pt x="29377" y="17639"/>
                    </a:lnTo>
                    <a:lnTo>
                      <a:pt x="29440" y="17639"/>
                    </a:lnTo>
                    <a:lnTo>
                      <a:pt x="29544" y="17555"/>
                    </a:lnTo>
                    <a:lnTo>
                      <a:pt x="29586" y="17430"/>
                    </a:lnTo>
                    <a:lnTo>
                      <a:pt x="29649" y="17346"/>
                    </a:lnTo>
                    <a:lnTo>
                      <a:pt x="29712" y="17283"/>
                    </a:lnTo>
                    <a:lnTo>
                      <a:pt x="29753" y="17283"/>
                    </a:lnTo>
                    <a:lnTo>
                      <a:pt x="29816" y="17325"/>
                    </a:lnTo>
                    <a:lnTo>
                      <a:pt x="29900" y="17283"/>
                    </a:lnTo>
                    <a:lnTo>
                      <a:pt x="29942" y="17242"/>
                    </a:lnTo>
                    <a:lnTo>
                      <a:pt x="30025" y="17242"/>
                    </a:lnTo>
                    <a:lnTo>
                      <a:pt x="30067" y="17095"/>
                    </a:lnTo>
                    <a:lnTo>
                      <a:pt x="30067" y="16970"/>
                    </a:lnTo>
                    <a:lnTo>
                      <a:pt x="30172" y="16886"/>
                    </a:lnTo>
                    <a:lnTo>
                      <a:pt x="30214" y="16802"/>
                    </a:lnTo>
                    <a:lnTo>
                      <a:pt x="30277" y="16802"/>
                    </a:lnTo>
                    <a:lnTo>
                      <a:pt x="30339" y="16865"/>
                    </a:lnTo>
                    <a:lnTo>
                      <a:pt x="30381" y="16802"/>
                    </a:lnTo>
                    <a:lnTo>
                      <a:pt x="30444" y="16781"/>
                    </a:lnTo>
                    <a:lnTo>
                      <a:pt x="30486" y="16802"/>
                    </a:lnTo>
                    <a:lnTo>
                      <a:pt x="30528" y="16907"/>
                    </a:lnTo>
                    <a:lnTo>
                      <a:pt x="30444" y="16970"/>
                    </a:lnTo>
                    <a:lnTo>
                      <a:pt x="30381" y="17011"/>
                    </a:lnTo>
                    <a:lnTo>
                      <a:pt x="30465" y="17074"/>
                    </a:lnTo>
                    <a:lnTo>
                      <a:pt x="30632" y="17074"/>
                    </a:lnTo>
                    <a:lnTo>
                      <a:pt x="30695" y="17095"/>
                    </a:lnTo>
                    <a:lnTo>
                      <a:pt x="30737" y="17179"/>
                    </a:lnTo>
                    <a:lnTo>
                      <a:pt x="30653" y="17283"/>
                    </a:lnTo>
                    <a:lnTo>
                      <a:pt x="30569" y="17304"/>
                    </a:lnTo>
                    <a:lnTo>
                      <a:pt x="30569" y="17430"/>
                    </a:lnTo>
                    <a:lnTo>
                      <a:pt x="30653" y="17451"/>
                    </a:lnTo>
                    <a:lnTo>
                      <a:pt x="30695" y="17430"/>
                    </a:lnTo>
                    <a:lnTo>
                      <a:pt x="30779" y="17430"/>
                    </a:lnTo>
                    <a:lnTo>
                      <a:pt x="30800" y="17451"/>
                    </a:lnTo>
                    <a:lnTo>
                      <a:pt x="30883" y="17430"/>
                    </a:lnTo>
                    <a:lnTo>
                      <a:pt x="30904" y="17514"/>
                    </a:lnTo>
                    <a:lnTo>
                      <a:pt x="31009" y="17514"/>
                    </a:lnTo>
                    <a:lnTo>
                      <a:pt x="31072" y="17555"/>
                    </a:lnTo>
                    <a:lnTo>
                      <a:pt x="31113" y="17555"/>
                    </a:lnTo>
                    <a:lnTo>
                      <a:pt x="31260" y="17639"/>
                    </a:lnTo>
                    <a:lnTo>
                      <a:pt x="31302" y="17618"/>
                    </a:lnTo>
                    <a:lnTo>
                      <a:pt x="31365" y="17493"/>
                    </a:lnTo>
                    <a:lnTo>
                      <a:pt x="31406" y="17451"/>
                    </a:lnTo>
                    <a:lnTo>
                      <a:pt x="31490" y="17346"/>
                    </a:lnTo>
                    <a:lnTo>
                      <a:pt x="31595" y="17346"/>
                    </a:lnTo>
                    <a:lnTo>
                      <a:pt x="31616" y="17304"/>
                    </a:lnTo>
                    <a:lnTo>
                      <a:pt x="31532" y="17283"/>
                    </a:lnTo>
                    <a:lnTo>
                      <a:pt x="31490" y="17200"/>
                    </a:lnTo>
                    <a:lnTo>
                      <a:pt x="31574" y="17179"/>
                    </a:lnTo>
                    <a:lnTo>
                      <a:pt x="31595" y="17095"/>
                    </a:lnTo>
                    <a:lnTo>
                      <a:pt x="31511" y="17053"/>
                    </a:lnTo>
                    <a:lnTo>
                      <a:pt x="31469" y="16990"/>
                    </a:lnTo>
                    <a:lnTo>
                      <a:pt x="31406" y="17011"/>
                    </a:lnTo>
                    <a:lnTo>
                      <a:pt x="31406" y="17095"/>
                    </a:lnTo>
                    <a:lnTo>
                      <a:pt x="31365" y="17116"/>
                    </a:lnTo>
                    <a:lnTo>
                      <a:pt x="31302" y="17095"/>
                    </a:lnTo>
                    <a:lnTo>
                      <a:pt x="31197" y="17032"/>
                    </a:lnTo>
                    <a:lnTo>
                      <a:pt x="31197" y="16970"/>
                    </a:lnTo>
                    <a:lnTo>
                      <a:pt x="31155" y="16990"/>
                    </a:lnTo>
                    <a:lnTo>
                      <a:pt x="31072" y="17074"/>
                    </a:lnTo>
                    <a:lnTo>
                      <a:pt x="30883" y="17074"/>
                    </a:lnTo>
                    <a:lnTo>
                      <a:pt x="30800" y="17011"/>
                    </a:lnTo>
                    <a:lnTo>
                      <a:pt x="30904" y="16970"/>
                    </a:lnTo>
                    <a:lnTo>
                      <a:pt x="30988" y="16970"/>
                    </a:lnTo>
                    <a:lnTo>
                      <a:pt x="31072" y="16907"/>
                    </a:lnTo>
                    <a:lnTo>
                      <a:pt x="31072" y="16823"/>
                    </a:lnTo>
                    <a:lnTo>
                      <a:pt x="31051" y="16802"/>
                    </a:lnTo>
                    <a:lnTo>
                      <a:pt x="31051" y="16677"/>
                    </a:lnTo>
                    <a:lnTo>
                      <a:pt x="31072" y="16593"/>
                    </a:lnTo>
                    <a:lnTo>
                      <a:pt x="31072" y="16551"/>
                    </a:lnTo>
                    <a:lnTo>
                      <a:pt x="31009" y="16488"/>
                    </a:lnTo>
                    <a:lnTo>
                      <a:pt x="31009" y="16405"/>
                    </a:lnTo>
                    <a:lnTo>
                      <a:pt x="30862" y="16258"/>
                    </a:lnTo>
                    <a:lnTo>
                      <a:pt x="30737" y="16195"/>
                    </a:lnTo>
                    <a:lnTo>
                      <a:pt x="30737" y="16153"/>
                    </a:lnTo>
                    <a:lnTo>
                      <a:pt x="30695" y="16028"/>
                    </a:lnTo>
                    <a:lnTo>
                      <a:pt x="30632" y="16028"/>
                    </a:lnTo>
                    <a:lnTo>
                      <a:pt x="30590" y="15944"/>
                    </a:lnTo>
                    <a:lnTo>
                      <a:pt x="30632" y="15819"/>
                    </a:lnTo>
                    <a:lnTo>
                      <a:pt x="30590" y="15735"/>
                    </a:lnTo>
                    <a:lnTo>
                      <a:pt x="30465" y="15735"/>
                    </a:lnTo>
                    <a:lnTo>
                      <a:pt x="30277" y="15651"/>
                    </a:lnTo>
                    <a:lnTo>
                      <a:pt x="30235" y="15547"/>
                    </a:lnTo>
                    <a:lnTo>
                      <a:pt x="30277" y="15505"/>
                    </a:lnTo>
                    <a:lnTo>
                      <a:pt x="30277" y="15442"/>
                    </a:lnTo>
                    <a:lnTo>
                      <a:pt x="30214" y="15358"/>
                    </a:lnTo>
                    <a:lnTo>
                      <a:pt x="30172" y="15296"/>
                    </a:lnTo>
                    <a:lnTo>
                      <a:pt x="30151" y="15296"/>
                    </a:lnTo>
                    <a:lnTo>
                      <a:pt x="30046" y="15421"/>
                    </a:lnTo>
                    <a:lnTo>
                      <a:pt x="30025" y="15526"/>
                    </a:lnTo>
                    <a:lnTo>
                      <a:pt x="29963" y="15568"/>
                    </a:lnTo>
                    <a:lnTo>
                      <a:pt x="29921" y="15526"/>
                    </a:lnTo>
                    <a:lnTo>
                      <a:pt x="29921" y="15400"/>
                    </a:lnTo>
                    <a:lnTo>
                      <a:pt x="29858" y="15296"/>
                    </a:lnTo>
                    <a:lnTo>
                      <a:pt x="29900" y="15212"/>
                    </a:lnTo>
                    <a:lnTo>
                      <a:pt x="30025" y="15212"/>
                    </a:lnTo>
                    <a:lnTo>
                      <a:pt x="30005" y="15128"/>
                    </a:lnTo>
                    <a:lnTo>
                      <a:pt x="30025" y="15024"/>
                    </a:lnTo>
                    <a:lnTo>
                      <a:pt x="30005" y="14919"/>
                    </a:lnTo>
                    <a:lnTo>
                      <a:pt x="29900" y="14940"/>
                    </a:lnTo>
                    <a:lnTo>
                      <a:pt x="29900" y="14877"/>
                    </a:lnTo>
                    <a:lnTo>
                      <a:pt x="29963" y="14773"/>
                    </a:lnTo>
                    <a:lnTo>
                      <a:pt x="29921" y="14731"/>
                    </a:lnTo>
                    <a:lnTo>
                      <a:pt x="29712" y="14814"/>
                    </a:lnTo>
                    <a:cubicBezTo>
                      <a:pt x="29691" y="14773"/>
                      <a:pt x="29628" y="14731"/>
                      <a:pt x="29607" y="14689"/>
                    </a:cubicBezTo>
                    <a:lnTo>
                      <a:pt x="29712" y="14605"/>
                    </a:lnTo>
                    <a:lnTo>
                      <a:pt x="29795" y="14584"/>
                    </a:lnTo>
                    <a:lnTo>
                      <a:pt x="29858" y="14417"/>
                    </a:lnTo>
                    <a:lnTo>
                      <a:pt x="29816" y="14312"/>
                    </a:lnTo>
                    <a:lnTo>
                      <a:pt x="29691" y="14291"/>
                    </a:lnTo>
                    <a:lnTo>
                      <a:pt x="29628" y="14208"/>
                    </a:lnTo>
                    <a:lnTo>
                      <a:pt x="29628" y="14103"/>
                    </a:lnTo>
                    <a:lnTo>
                      <a:pt x="29691" y="14082"/>
                    </a:lnTo>
                    <a:lnTo>
                      <a:pt x="29649" y="13998"/>
                    </a:lnTo>
                    <a:lnTo>
                      <a:pt x="29691" y="13915"/>
                    </a:lnTo>
                    <a:lnTo>
                      <a:pt x="29816" y="13998"/>
                    </a:lnTo>
                    <a:lnTo>
                      <a:pt x="29921" y="13977"/>
                    </a:lnTo>
                    <a:lnTo>
                      <a:pt x="30025" y="14061"/>
                    </a:lnTo>
                    <a:lnTo>
                      <a:pt x="30151" y="14061"/>
                    </a:lnTo>
                    <a:lnTo>
                      <a:pt x="30318" y="13977"/>
                    </a:lnTo>
                    <a:lnTo>
                      <a:pt x="30318" y="14019"/>
                    </a:lnTo>
                    <a:lnTo>
                      <a:pt x="30360" y="14061"/>
                    </a:lnTo>
                    <a:lnTo>
                      <a:pt x="30339" y="14082"/>
                    </a:lnTo>
                    <a:lnTo>
                      <a:pt x="30277" y="14249"/>
                    </a:lnTo>
                    <a:lnTo>
                      <a:pt x="30277" y="14312"/>
                    </a:lnTo>
                    <a:lnTo>
                      <a:pt x="30360" y="14291"/>
                    </a:lnTo>
                    <a:lnTo>
                      <a:pt x="30381" y="14354"/>
                    </a:lnTo>
                    <a:lnTo>
                      <a:pt x="30465" y="14375"/>
                    </a:lnTo>
                    <a:lnTo>
                      <a:pt x="30590" y="14459"/>
                    </a:lnTo>
                    <a:lnTo>
                      <a:pt x="30632" y="14354"/>
                    </a:lnTo>
                    <a:lnTo>
                      <a:pt x="30528" y="14249"/>
                    </a:lnTo>
                    <a:lnTo>
                      <a:pt x="30590" y="14145"/>
                    </a:lnTo>
                    <a:lnTo>
                      <a:pt x="30632" y="14208"/>
                    </a:lnTo>
                    <a:lnTo>
                      <a:pt x="30695" y="14249"/>
                    </a:lnTo>
                    <a:lnTo>
                      <a:pt x="30737" y="14354"/>
                    </a:lnTo>
                    <a:lnTo>
                      <a:pt x="30904" y="14501"/>
                    </a:lnTo>
                    <a:lnTo>
                      <a:pt x="30967" y="14501"/>
                    </a:lnTo>
                    <a:lnTo>
                      <a:pt x="30967" y="14417"/>
                    </a:lnTo>
                    <a:lnTo>
                      <a:pt x="30946" y="14375"/>
                    </a:lnTo>
                    <a:lnTo>
                      <a:pt x="30988" y="14291"/>
                    </a:lnTo>
                    <a:lnTo>
                      <a:pt x="30967" y="14145"/>
                    </a:lnTo>
                    <a:lnTo>
                      <a:pt x="30904" y="14103"/>
                    </a:lnTo>
                    <a:lnTo>
                      <a:pt x="30946" y="13957"/>
                    </a:lnTo>
                    <a:lnTo>
                      <a:pt x="30862" y="13768"/>
                    </a:lnTo>
                    <a:lnTo>
                      <a:pt x="30758" y="13726"/>
                    </a:lnTo>
                    <a:lnTo>
                      <a:pt x="30758" y="13622"/>
                    </a:lnTo>
                    <a:lnTo>
                      <a:pt x="30695" y="13580"/>
                    </a:lnTo>
                    <a:lnTo>
                      <a:pt x="30549" y="13685"/>
                    </a:lnTo>
                    <a:lnTo>
                      <a:pt x="30486" y="13685"/>
                    </a:lnTo>
                    <a:lnTo>
                      <a:pt x="30590" y="13538"/>
                    </a:lnTo>
                    <a:lnTo>
                      <a:pt x="30695" y="13538"/>
                    </a:lnTo>
                    <a:lnTo>
                      <a:pt x="30737" y="13559"/>
                    </a:lnTo>
                    <a:lnTo>
                      <a:pt x="30841" y="13517"/>
                    </a:lnTo>
                    <a:lnTo>
                      <a:pt x="30925" y="13622"/>
                    </a:lnTo>
                    <a:lnTo>
                      <a:pt x="30967" y="13643"/>
                    </a:lnTo>
                    <a:lnTo>
                      <a:pt x="30967" y="13873"/>
                    </a:lnTo>
                    <a:lnTo>
                      <a:pt x="31009" y="13873"/>
                    </a:lnTo>
                    <a:lnTo>
                      <a:pt x="31155" y="13768"/>
                    </a:lnTo>
                    <a:lnTo>
                      <a:pt x="31051" y="13936"/>
                    </a:lnTo>
                    <a:lnTo>
                      <a:pt x="31051" y="13998"/>
                    </a:lnTo>
                    <a:lnTo>
                      <a:pt x="30967" y="14040"/>
                    </a:lnTo>
                    <a:lnTo>
                      <a:pt x="30967" y="14082"/>
                    </a:lnTo>
                    <a:lnTo>
                      <a:pt x="31051" y="14166"/>
                    </a:lnTo>
                    <a:lnTo>
                      <a:pt x="31072" y="14291"/>
                    </a:lnTo>
                    <a:lnTo>
                      <a:pt x="31009" y="14375"/>
                    </a:lnTo>
                    <a:lnTo>
                      <a:pt x="31072" y="14417"/>
                    </a:lnTo>
                    <a:lnTo>
                      <a:pt x="31365" y="14354"/>
                    </a:lnTo>
                    <a:lnTo>
                      <a:pt x="31406" y="14249"/>
                    </a:lnTo>
                    <a:lnTo>
                      <a:pt x="31511" y="14249"/>
                    </a:lnTo>
                    <a:lnTo>
                      <a:pt x="31574" y="14270"/>
                    </a:lnTo>
                    <a:lnTo>
                      <a:pt x="31720" y="14082"/>
                    </a:lnTo>
                    <a:lnTo>
                      <a:pt x="31804" y="14082"/>
                    </a:lnTo>
                    <a:lnTo>
                      <a:pt x="31846" y="13998"/>
                    </a:lnTo>
                    <a:lnTo>
                      <a:pt x="31950" y="13936"/>
                    </a:lnTo>
                    <a:lnTo>
                      <a:pt x="31992" y="13789"/>
                    </a:lnTo>
                    <a:lnTo>
                      <a:pt x="32055" y="13747"/>
                    </a:lnTo>
                    <a:lnTo>
                      <a:pt x="32243" y="13747"/>
                    </a:lnTo>
                    <a:lnTo>
                      <a:pt x="32348" y="13789"/>
                    </a:lnTo>
                    <a:lnTo>
                      <a:pt x="32411" y="13726"/>
                    </a:lnTo>
                    <a:lnTo>
                      <a:pt x="32369" y="13622"/>
                    </a:lnTo>
                    <a:lnTo>
                      <a:pt x="32536" y="13475"/>
                    </a:lnTo>
                    <a:lnTo>
                      <a:pt x="32557" y="13413"/>
                    </a:lnTo>
                    <a:lnTo>
                      <a:pt x="32620" y="13371"/>
                    </a:lnTo>
                    <a:lnTo>
                      <a:pt x="32641" y="13245"/>
                    </a:lnTo>
                    <a:lnTo>
                      <a:pt x="32515" y="13015"/>
                    </a:lnTo>
                    <a:lnTo>
                      <a:pt x="32536" y="12931"/>
                    </a:lnTo>
                    <a:lnTo>
                      <a:pt x="32411" y="12827"/>
                    </a:lnTo>
                    <a:lnTo>
                      <a:pt x="32369" y="12701"/>
                    </a:lnTo>
                    <a:lnTo>
                      <a:pt x="32432" y="12596"/>
                    </a:lnTo>
                    <a:lnTo>
                      <a:pt x="32557" y="12534"/>
                    </a:lnTo>
                    <a:lnTo>
                      <a:pt x="32578" y="12471"/>
                    </a:lnTo>
                    <a:lnTo>
                      <a:pt x="32557" y="12471"/>
                    </a:lnTo>
                    <a:lnTo>
                      <a:pt x="32474" y="12534"/>
                    </a:lnTo>
                    <a:lnTo>
                      <a:pt x="32453" y="12534"/>
                    </a:lnTo>
                    <a:lnTo>
                      <a:pt x="32453" y="12471"/>
                    </a:lnTo>
                    <a:lnTo>
                      <a:pt x="32536" y="12366"/>
                    </a:lnTo>
                    <a:lnTo>
                      <a:pt x="32432" y="12366"/>
                    </a:lnTo>
                    <a:lnTo>
                      <a:pt x="32515" y="12283"/>
                    </a:lnTo>
                    <a:lnTo>
                      <a:pt x="32536" y="12199"/>
                    </a:lnTo>
                    <a:lnTo>
                      <a:pt x="32453" y="12157"/>
                    </a:lnTo>
                    <a:lnTo>
                      <a:pt x="32348" y="12115"/>
                    </a:lnTo>
                    <a:lnTo>
                      <a:pt x="32411" y="12094"/>
                    </a:lnTo>
                    <a:lnTo>
                      <a:pt x="32411" y="11990"/>
                    </a:lnTo>
                    <a:lnTo>
                      <a:pt x="32474" y="11990"/>
                    </a:lnTo>
                    <a:lnTo>
                      <a:pt x="32515" y="12052"/>
                    </a:lnTo>
                    <a:lnTo>
                      <a:pt x="32620" y="12052"/>
                    </a:lnTo>
                    <a:lnTo>
                      <a:pt x="32683" y="12157"/>
                    </a:lnTo>
                    <a:lnTo>
                      <a:pt x="32766" y="12178"/>
                    </a:lnTo>
                    <a:lnTo>
                      <a:pt x="32829" y="12094"/>
                    </a:lnTo>
                    <a:lnTo>
                      <a:pt x="32892" y="12115"/>
                    </a:lnTo>
                    <a:lnTo>
                      <a:pt x="33059" y="12073"/>
                    </a:lnTo>
                    <a:lnTo>
                      <a:pt x="33185" y="11990"/>
                    </a:lnTo>
                    <a:lnTo>
                      <a:pt x="33143" y="11948"/>
                    </a:lnTo>
                    <a:lnTo>
                      <a:pt x="33206" y="11843"/>
                    </a:lnTo>
                    <a:lnTo>
                      <a:pt x="33185" y="11801"/>
                    </a:lnTo>
                    <a:lnTo>
                      <a:pt x="33143" y="11801"/>
                    </a:lnTo>
                    <a:lnTo>
                      <a:pt x="33143" y="11739"/>
                    </a:lnTo>
                    <a:lnTo>
                      <a:pt x="33080" y="11697"/>
                    </a:lnTo>
                    <a:lnTo>
                      <a:pt x="32934" y="11697"/>
                    </a:lnTo>
                    <a:lnTo>
                      <a:pt x="32997" y="11655"/>
                    </a:lnTo>
                    <a:lnTo>
                      <a:pt x="33101" y="11634"/>
                    </a:lnTo>
                    <a:lnTo>
                      <a:pt x="33290" y="11488"/>
                    </a:lnTo>
                    <a:lnTo>
                      <a:pt x="33373" y="11383"/>
                    </a:lnTo>
                    <a:lnTo>
                      <a:pt x="33352" y="11341"/>
                    </a:lnTo>
                    <a:lnTo>
                      <a:pt x="33290" y="11320"/>
                    </a:lnTo>
                    <a:lnTo>
                      <a:pt x="33269" y="11236"/>
                    </a:lnTo>
                    <a:lnTo>
                      <a:pt x="33080" y="11174"/>
                    </a:lnTo>
                    <a:lnTo>
                      <a:pt x="32976" y="11216"/>
                    </a:lnTo>
                    <a:lnTo>
                      <a:pt x="32934" y="11174"/>
                    </a:lnTo>
                    <a:lnTo>
                      <a:pt x="33038" y="11153"/>
                    </a:lnTo>
                    <a:lnTo>
                      <a:pt x="33038" y="11027"/>
                    </a:lnTo>
                    <a:lnTo>
                      <a:pt x="32808" y="10860"/>
                    </a:lnTo>
                    <a:lnTo>
                      <a:pt x="32808" y="10818"/>
                    </a:lnTo>
                    <a:lnTo>
                      <a:pt x="32871" y="10818"/>
                    </a:lnTo>
                    <a:lnTo>
                      <a:pt x="32955" y="10902"/>
                    </a:lnTo>
                    <a:lnTo>
                      <a:pt x="33038" y="10860"/>
                    </a:lnTo>
                    <a:lnTo>
                      <a:pt x="32955" y="10797"/>
                    </a:lnTo>
                    <a:lnTo>
                      <a:pt x="33018" y="10755"/>
                    </a:lnTo>
                    <a:lnTo>
                      <a:pt x="33018" y="10713"/>
                    </a:lnTo>
                    <a:lnTo>
                      <a:pt x="32871" y="10651"/>
                    </a:lnTo>
                    <a:lnTo>
                      <a:pt x="32766" y="10588"/>
                    </a:lnTo>
                    <a:lnTo>
                      <a:pt x="32662" y="10651"/>
                    </a:lnTo>
                    <a:lnTo>
                      <a:pt x="32515" y="10588"/>
                    </a:lnTo>
                    <a:cubicBezTo>
                      <a:pt x="32536" y="10546"/>
                      <a:pt x="32536" y="10525"/>
                      <a:pt x="32536" y="10504"/>
                    </a:cubicBezTo>
                    <a:lnTo>
                      <a:pt x="32599" y="10504"/>
                    </a:lnTo>
                    <a:lnTo>
                      <a:pt x="32620" y="10483"/>
                    </a:lnTo>
                    <a:lnTo>
                      <a:pt x="32599" y="10420"/>
                    </a:lnTo>
                    <a:lnTo>
                      <a:pt x="32536" y="10420"/>
                    </a:lnTo>
                    <a:cubicBezTo>
                      <a:pt x="32536" y="10400"/>
                      <a:pt x="32536" y="10339"/>
                      <a:pt x="32517" y="10317"/>
                    </a:cubicBezTo>
                    <a:lnTo>
                      <a:pt x="32517" y="10317"/>
                    </a:lnTo>
                    <a:cubicBezTo>
                      <a:pt x="32518" y="10308"/>
                      <a:pt x="32523" y="10287"/>
                      <a:pt x="32536" y="10274"/>
                    </a:cubicBezTo>
                    <a:cubicBezTo>
                      <a:pt x="32536" y="10274"/>
                      <a:pt x="32536" y="10232"/>
                      <a:pt x="32557" y="10232"/>
                    </a:cubicBezTo>
                    <a:lnTo>
                      <a:pt x="32641" y="10316"/>
                    </a:lnTo>
                    <a:lnTo>
                      <a:pt x="32746" y="10274"/>
                    </a:lnTo>
                    <a:lnTo>
                      <a:pt x="32934" y="10232"/>
                    </a:lnTo>
                    <a:lnTo>
                      <a:pt x="32976" y="10337"/>
                    </a:lnTo>
                    <a:lnTo>
                      <a:pt x="33080" y="10379"/>
                    </a:lnTo>
                    <a:lnTo>
                      <a:pt x="33143" y="10441"/>
                    </a:lnTo>
                    <a:lnTo>
                      <a:pt x="33185" y="10420"/>
                    </a:lnTo>
                    <a:lnTo>
                      <a:pt x="33352" y="10525"/>
                    </a:lnTo>
                    <a:lnTo>
                      <a:pt x="33394" y="10483"/>
                    </a:lnTo>
                    <a:lnTo>
                      <a:pt x="33457" y="10504"/>
                    </a:lnTo>
                    <a:lnTo>
                      <a:pt x="33499" y="10420"/>
                    </a:lnTo>
                    <a:lnTo>
                      <a:pt x="33478" y="10337"/>
                    </a:lnTo>
                    <a:lnTo>
                      <a:pt x="33394" y="10295"/>
                    </a:lnTo>
                    <a:lnTo>
                      <a:pt x="33310" y="10190"/>
                    </a:lnTo>
                    <a:lnTo>
                      <a:pt x="33269" y="10107"/>
                    </a:lnTo>
                    <a:lnTo>
                      <a:pt x="33059" y="9918"/>
                    </a:lnTo>
                    <a:lnTo>
                      <a:pt x="33038" y="9855"/>
                    </a:lnTo>
                    <a:lnTo>
                      <a:pt x="33038" y="9855"/>
                    </a:lnTo>
                    <a:lnTo>
                      <a:pt x="33101" y="9897"/>
                    </a:lnTo>
                    <a:lnTo>
                      <a:pt x="33143" y="9960"/>
                    </a:lnTo>
                    <a:lnTo>
                      <a:pt x="33206" y="9981"/>
                    </a:lnTo>
                    <a:lnTo>
                      <a:pt x="33310" y="10107"/>
                    </a:lnTo>
                    <a:lnTo>
                      <a:pt x="33394" y="10127"/>
                    </a:lnTo>
                    <a:lnTo>
                      <a:pt x="33415" y="10190"/>
                    </a:lnTo>
                    <a:lnTo>
                      <a:pt x="33499" y="10295"/>
                    </a:lnTo>
                    <a:lnTo>
                      <a:pt x="33603" y="10400"/>
                    </a:lnTo>
                    <a:lnTo>
                      <a:pt x="33624" y="10462"/>
                    </a:lnTo>
                    <a:lnTo>
                      <a:pt x="33687" y="10504"/>
                    </a:lnTo>
                    <a:lnTo>
                      <a:pt x="33792" y="10609"/>
                    </a:lnTo>
                    <a:lnTo>
                      <a:pt x="33834" y="10713"/>
                    </a:lnTo>
                    <a:lnTo>
                      <a:pt x="33938" y="10713"/>
                    </a:lnTo>
                    <a:lnTo>
                      <a:pt x="33980" y="10672"/>
                    </a:lnTo>
                    <a:lnTo>
                      <a:pt x="33917" y="10546"/>
                    </a:lnTo>
                    <a:lnTo>
                      <a:pt x="33834" y="10337"/>
                    </a:lnTo>
                    <a:lnTo>
                      <a:pt x="34001" y="10358"/>
                    </a:lnTo>
                    <a:lnTo>
                      <a:pt x="34189" y="10462"/>
                    </a:lnTo>
                    <a:lnTo>
                      <a:pt x="34357" y="10462"/>
                    </a:lnTo>
                    <a:lnTo>
                      <a:pt x="34357" y="10567"/>
                    </a:lnTo>
                    <a:lnTo>
                      <a:pt x="34336" y="10630"/>
                    </a:lnTo>
                    <a:lnTo>
                      <a:pt x="34440" y="10713"/>
                    </a:lnTo>
                    <a:lnTo>
                      <a:pt x="34545" y="10713"/>
                    </a:lnTo>
                    <a:lnTo>
                      <a:pt x="34566" y="10734"/>
                    </a:lnTo>
                    <a:lnTo>
                      <a:pt x="34838" y="10734"/>
                    </a:lnTo>
                    <a:lnTo>
                      <a:pt x="34922" y="10672"/>
                    </a:lnTo>
                    <a:lnTo>
                      <a:pt x="34984" y="10546"/>
                    </a:lnTo>
                    <a:lnTo>
                      <a:pt x="34984" y="10441"/>
                    </a:lnTo>
                    <a:lnTo>
                      <a:pt x="35026" y="10337"/>
                    </a:lnTo>
                    <a:lnTo>
                      <a:pt x="34963" y="10295"/>
                    </a:lnTo>
                    <a:lnTo>
                      <a:pt x="34880" y="10086"/>
                    </a:lnTo>
                    <a:lnTo>
                      <a:pt x="34838" y="10086"/>
                    </a:lnTo>
                    <a:lnTo>
                      <a:pt x="34754" y="9939"/>
                    </a:lnTo>
                    <a:lnTo>
                      <a:pt x="34775" y="9814"/>
                    </a:lnTo>
                    <a:lnTo>
                      <a:pt x="34838" y="9793"/>
                    </a:lnTo>
                    <a:lnTo>
                      <a:pt x="34838" y="9709"/>
                    </a:lnTo>
                    <a:lnTo>
                      <a:pt x="34859" y="9688"/>
                    </a:lnTo>
                    <a:lnTo>
                      <a:pt x="34922" y="9730"/>
                    </a:lnTo>
                    <a:lnTo>
                      <a:pt x="34943" y="9835"/>
                    </a:lnTo>
                    <a:lnTo>
                      <a:pt x="34984" y="9730"/>
                    </a:lnTo>
                    <a:lnTo>
                      <a:pt x="34984" y="9583"/>
                    </a:lnTo>
                    <a:lnTo>
                      <a:pt x="35047" y="9542"/>
                    </a:lnTo>
                    <a:lnTo>
                      <a:pt x="35089" y="9500"/>
                    </a:lnTo>
                    <a:lnTo>
                      <a:pt x="35089" y="9604"/>
                    </a:lnTo>
                    <a:lnTo>
                      <a:pt x="35131" y="9667"/>
                    </a:lnTo>
                    <a:lnTo>
                      <a:pt x="35089" y="9709"/>
                    </a:lnTo>
                    <a:lnTo>
                      <a:pt x="34984" y="9772"/>
                    </a:lnTo>
                    <a:lnTo>
                      <a:pt x="34963" y="9897"/>
                    </a:lnTo>
                    <a:lnTo>
                      <a:pt x="35026" y="9918"/>
                    </a:lnTo>
                    <a:lnTo>
                      <a:pt x="35068" y="10002"/>
                    </a:lnTo>
                    <a:lnTo>
                      <a:pt x="35068" y="10086"/>
                    </a:lnTo>
                    <a:lnTo>
                      <a:pt x="35194" y="10232"/>
                    </a:lnTo>
                    <a:lnTo>
                      <a:pt x="35256" y="10274"/>
                    </a:lnTo>
                    <a:lnTo>
                      <a:pt x="35256" y="10190"/>
                    </a:lnTo>
                    <a:lnTo>
                      <a:pt x="35298" y="10169"/>
                    </a:lnTo>
                    <a:lnTo>
                      <a:pt x="35361" y="10211"/>
                    </a:lnTo>
                    <a:lnTo>
                      <a:pt x="35466" y="10169"/>
                    </a:lnTo>
                    <a:lnTo>
                      <a:pt x="35487" y="10211"/>
                    </a:lnTo>
                    <a:lnTo>
                      <a:pt x="35466" y="10253"/>
                    </a:lnTo>
                    <a:lnTo>
                      <a:pt x="35466" y="10358"/>
                    </a:lnTo>
                    <a:lnTo>
                      <a:pt x="35403" y="10525"/>
                    </a:lnTo>
                    <a:lnTo>
                      <a:pt x="35403" y="10567"/>
                    </a:lnTo>
                    <a:lnTo>
                      <a:pt x="35298" y="10734"/>
                    </a:lnTo>
                    <a:lnTo>
                      <a:pt x="35235" y="10923"/>
                    </a:lnTo>
                    <a:lnTo>
                      <a:pt x="35235" y="10964"/>
                    </a:lnTo>
                    <a:lnTo>
                      <a:pt x="35256" y="10964"/>
                    </a:lnTo>
                    <a:lnTo>
                      <a:pt x="35298" y="10860"/>
                    </a:lnTo>
                    <a:lnTo>
                      <a:pt x="35403" y="10902"/>
                    </a:lnTo>
                    <a:lnTo>
                      <a:pt x="35403" y="10923"/>
                    </a:lnTo>
                    <a:lnTo>
                      <a:pt x="35487" y="10923"/>
                    </a:lnTo>
                    <a:lnTo>
                      <a:pt x="35549" y="11006"/>
                    </a:lnTo>
                    <a:lnTo>
                      <a:pt x="35696" y="11027"/>
                    </a:lnTo>
                    <a:lnTo>
                      <a:pt x="35591" y="11069"/>
                    </a:lnTo>
                    <a:lnTo>
                      <a:pt x="35570" y="11132"/>
                    </a:lnTo>
                    <a:lnTo>
                      <a:pt x="35507" y="11153"/>
                    </a:lnTo>
                    <a:lnTo>
                      <a:pt x="35466" y="11111"/>
                    </a:lnTo>
                    <a:lnTo>
                      <a:pt x="35382" y="11132"/>
                    </a:lnTo>
                    <a:lnTo>
                      <a:pt x="35403" y="11216"/>
                    </a:lnTo>
                    <a:lnTo>
                      <a:pt x="35466" y="11236"/>
                    </a:lnTo>
                    <a:lnTo>
                      <a:pt x="35487" y="11257"/>
                    </a:lnTo>
                    <a:lnTo>
                      <a:pt x="35591" y="11257"/>
                    </a:lnTo>
                    <a:lnTo>
                      <a:pt x="35591" y="11341"/>
                    </a:lnTo>
                    <a:lnTo>
                      <a:pt x="35612" y="11383"/>
                    </a:lnTo>
                    <a:lnTo>
                      <a:pt x="35612" y="11467"/>
                    </a:lnTo>
                    <a:lnTo>
                      <a:pt x="35675" y="11550"/>
                    </a:lnTo>
                    <a:lnTo>
                      <a:pt x="35779" y="11571"/>
                    </a:lnTo>
                    <a:lnTo>
                      <a:pt x="35821" y="11655"/>
                    </a:lnTo>
                    <a:lnTo>
                      <a:pt x="35863" y="11739"/>
                    </a:lnTo>
                    <a:lnTo>
                      <a:pt x="35821" y="11843"/>
                    </a:lnTo>
                    <a:lnTo>
                      <a:pt x="35759" y="11906"/>
                    </a:lnTo>
                    <a:lnTo>
                      <a:pt x="35675" y="11906"/>
                    </a:lnTo>
                    <a:lnTo>
                      <a:pt x="35612" y="11948"/>
                    </a:lnTo>
                    <a:lnTo>
                      <a:pt x="35570" y="11906"/>
                    </a:lnTo>
                    <a:lnTo>
                      <a:pt x="35487" y="11885"/>
                    </a:lnTo>
                    <a:lnTo>
                      <a:pt x="35445" y="11906"/>
                    </a:lnTo>
                    <a:lnTo>
                      <a:pt x="35361" y="12011"/>
                    </a:lnTo>
                    <a:lnTo>
                      <a:pt x="35403" y="12052"/>
                    </a:lnTo>
                    <a:lnTo>
                      <a:pt x="35403" y="12094"/>
                    </a:lnTo>
                    <a:lnTo>
                      <a:pt x="35361" y="12178"/>
                    </a:lnTo>
                    <a:lnTo>
                      <a:pt x="35382" y="12220"/>
                    </a:lnTo>
                    <a:lnTo>
                      <a:pt x="35445" y="12220"/>
                    </a:lnTo>
                    <a:lnTo>
                      <a:pt x="35466" y="12199"/>
                    </a:lnTo>
                    <a:lnTo>
                      <a:pt x="35549" y="12178"/>
                    </a:lnTo>
                    <a:lnTo>
                      <a:pt x="35654" y="12178"/>
                    </a:lnTo>
                    <a:lnTo>
                      <a:pt x="35717" y="12115"/>
                    </a:lnTo>
                    <a:lnTo>
                      <a:pt x="35800" y="12115"/>
                    </a:lnTo>
                    <a:lnTo>
                      <a:pt x="35863" y="12011"/>
                    </a:lnTo>
                    <a:lnTo>
                      <a:pt x="35905" y="11990"/>
                    </a:lnTo>
                    <a:lnTo>
                      <a:pt x="35926" y="12115"/>
                    </a:lnTo>
                    <a:lnTo>
                      <a:pt x="35989" y="12157"/>
                    </a:lnTo>
                    <a:lnTo>
                      <a:pt x="36072" y="12094"/>
                    </a:lnTo>
                    <a:lnTo>
                      <a:pt x="36135" y="11969"/>
                    </a:lnTo>
                    <a:lnTo>
                      <a:pt x="36240" y="11885"/>
                    </a:lnTo>
                    <a:lnTo>
                      <a:pt x="36303" y="11948"/>
                    </a:lnTo>
                    <a:lnTo>
                      <a:pt x="36303" y="11990"/>
                    </a:lnTo>
                    <a:lnTo>
                      <a:pt x="36219" y="12011"/>
                    </a:lnTo>
                    <a:lnTo>
                      <a:pt x="36177" y="12073"/>
                    </a:lnTo>
                    <a:lnTo>
                      <a:pt x="36219" y="12094"/>
                    </a:lnTo>
                    <a:lnTo>
                      <a:pt x="36219" y="12157"/>
                    </a:lnTo>
                    <a:lnTo>
                      <a:pt x="36093" y="12199"/>
                    </a:lnTo>
                    <a:lnTo>
                      <a:pt x="36072" y="12220"/>
                    </a:lnTo>
                    <a:lnTo>
                      <a:pt x="36219" y="12199"/>
                    </a:lnTo>
                    <a:lnTo>
                      <a:pt x="36240" y="12283"/>
                    </a:lnTo>
                    <a:lnTo>
                      <a:pt x="36135" y="12366"/>
                    </a:lnTo>
                    <a:lnTo>
                      <a:pt x="36177" y="12492"/>
                    </a:lnTo>
                    <a:lnTo>
                      <a:pt x="36219" y="12513"/>
                    </a:lnTo>
                    <a:lnTo>
                      <a:pt x="36282" y="12617"/>
                    </a:lnTo>
                    <a:lnTo>
                      <a:pt x="36407" y="12596"/>
                    </a:lnTo>
                    <a:lnTo>
                      <a:pt x="36428" y="12534"/>
                    </a:lnTo>
                    <a:lnTo>
                      <a:pt x="36407" y="12471"/>
                    </a:lnTo>
                    <a:lnTo>
                      <a:pt x="36407" y="12387"/>
                    </a:lnTo>
                    <a:lnTo>
                      <a:pt x="36449" y="12366"/>
                    </a:lnTo>
                    <a:lnTo>
                      <a:pt x="36595" y="12471"/>
                    </a:lnTo>
                    <a:lnTo>
                      <a:pt x="36595" y="12534"/>
                    </a:lnTo>
                    <a:lnTo>
                      <a:pt x="36533" y="12638"/>
                    </a:lnTo>
                    <a:lnTo>
                      <a:pt x="36616" y="12701"/>
                    </a:lnTo>
                    <a:lnTo>
                      <a:pt x="36637" y="12743"/>
                    </a:lnTo>
                    <a:lnTo>
                      <a:pt x="36491" y="12827"/>
                    </a:lnTo>
                    <a:lnTo>
                      <a:pt x="36449" y="12889"/>
                    </a:lnTo>
                    <a:lnTo>
                      <a:pt x="36533" y="12952"/>
                    </a:lnTo>
                    <a:lnTo>
                      <a:pt x="36763" y="12952"/>
                    </a:lnTo>
                    <a:lnTo>
                      <a:pt x="36826" y="12994"/>
                    </a:lnTo>
                    <a:lnTo>
                      <a:pt x="36826" y="13099"/>
                    </a:lnTo>
                    <a:lnTo>
                      <a:pt x="36826" y="13161"/>
                    </a:lnTo>
                    <a:lnTo>
                      <a:pt x="36867" y="13140"/>
                    </a:lnTo>
                    <a:lnTo>
                      <a:pt x="36867" y="13057"/>
                    </a:lnTo>
                    <a:lnTo>
                      <a:pt x="36930" y="12994"/>
                    </a:lnTo>
                    <a:lnTo>
                      <a:pt x="36972" y="12994"/>
                    </a:lnTo>
                    <a:lnTo>
                      <a:pt x="36972" y="13057"/>
                    </a:lnTo>
                    <a:lnTo>
                      <a:pt x="36930" y="13161"/>
                    </a:lnTo>
                    <a:lnTo>
                      <a:pt x="36930" y="13245"/>
                    </a:lnTo>
                    <a:lnTo>
                      <a:pt x="36847" y="13266"/>
                    </a:lnTo>
                    <a:lnTo>
                      <a:pt x="36805" y="13433"/>
                    </a:lnTo>
                    <a:lnTo>
                      <a:pt x="36805" y="13475"/>
                    </a:lnTo>
                    <a:lnTo>
                      <a:pt x="36867" y="13517"/>
                    </a:lnTo>
                    <a:lnTo>
                      <a:pt x="36867" y="13622"/>
                    </a:lnTo>
                    <a:lnTo>
                      <a:pt x="36826" y="13726"/>
                    </a:lnTo>
                    <a:lnTo>
                      <a:pt x="36826" y="13831"/>
                    </a:lnTo>
                    <a:lnTo>
                      <a:pt x="36847" y="13852"/>
                    </a:lnTo>
                    <a:lnTo>
                      <a:pt x="36847" y="13873"/>
                    </a:lnTo>
                    <a:lnTo>
                      <a:pt x="36826" y="14082"/>
                    </a:lnTo>
                    <a:lnTo>
                      <a:pt x="36763" y="14166"/>
                    </a:lnTo>
                    <a:lnTo>
                      <a:pt x="36826" y="14270"/>
                    </a:lnTo>
                    <a:lnTo>
                      <a:pt x="36805" y="14354"/>
                    </a:lnTo>
                    <a:lnTo>
                      <a:pt x="36637" y="14396"/>
                    </a:lnTo>
                    <a:lnTo>
                      <a:pt x="36491" y="14375"/>
                    </a:lnTo>
                    <a:lnTo>
                      <a:pt x="36428" y="14396"/>
                    </a:lnTo>
                    <a:lnTo>
                      <a:pt x="36407" y="14480"/>
                    </a:lnTo>
                    <a:lnTo>
                      <a:pt x="36198" y="14626"/>
                    </a:lnTo>
                    <a:lnTo>
                      <a:pt x="36198" y="14710"/>
                    </a:lnTo>
                    <a:lnTo>
                      <a:pt x="36344" y="14793"/>
                    </a:lnTo>
                    <a:lnTo>
                      <a:pt x="36303" y="14793"/>
                    </a:lnTo>
                    <a:lnTo>
                      <a:pt x="36219" y="14814"/>
                    </a:lnTo>
                    <a:lnTo>
                      <a:pt x="36303" y="14814"/>
                    </a:lnTo>
                    <a:lnTo>
                      <a:pt x="36177" y="14982"/>
                    </a:lnTo>
                    <a:lnTo>
                      <a:pt x="36093" y="15024"/>
                    </a:lnTo>
                    <a:lnTo>
                      <a:pt x="35884" y="15149"/>
                    </a:lnTo>
                    <a:lnTo>
                      <a:pt x="35738" y="15296"/>
                    </a:lnTo>
                    <a:lnTo>
                      <a:pt x="35675" y="15296"/>
                    </a:lnTo>
                    <a:lnTo>
                      <a:pt x="35633" y="15337"/>
                    </a:lnTo>
                    <a:lnTo>
                      <a:pt x="35591" y="15463"/>
                    </a:lnTo>
                    <a:lnTo>
                      <a:pt x="35675" y="15568"/>
                    </a:lnTo>
                    <a:lnTo>
                      <a:pt x="35696" y="15672"/>
                    </a:lnTo>
                    <a:lnTo>
                      <a:pt x="35800" y="15840"/>
                    </a:lnTo>
                    <a:lnTo>
                      <a:pt x="35842" y="16133"/>
                    </a:lnTo>
                    <a:lnTo>
                      <a:pt x="35779" y="16174"/>
                    </a:lnTo>
                    <a:lnTo>
                      <a:pt x="35738" y="16153"/>
                    </a:lnTo>
                    <a:lnTo>
                      <a:pt x="35675" y="16195"/>
                    </a:lnTo>
                    <a:lnTo>
                      <a:pt x="35654" y="16300"/>
                    </a:lnTo>
                    <a:lnTo>
                      <a:pt x="35633" y="16195"/>
                    </a:lnTo>
                    <a:lnTo>
                      <a:pt x="35633" y="16049"/>
                    </a:lnTo>
                    <a:lnTo>
                      <a:pt x="35570" y="15986"/>
                    </a:lnTo>
                    <a:lnTo>
                      <a:pt x="35466" y="16049"/>
                    </a:lnTo>
                    <a:lnTo>
                      <a:pt x="35424" y="16153"/>
                    </a:lnTo>
                    <a:lnTo>
                      <a:pt x="35319" y="16216"/>
                    </a:lnTo>
                    <a:lnTo>
                      <a:pt x="35235" y="16174"/>
                    </a:lnTo>
                    <a:lnTo>
                      <a:pt x="35256" y="16112"/>
                    </a:lnTo>
                    <a:lnTo>
                      <a:pt x="35256" y="16070"/>
                    </a:lnTo>
                    <a:lnTo>
                      <a:pt x="35047" y="16070"/>
                    </a:lnTo>
                    <a:lnTo>
                      <a:pt x="35005" y="16174"/>
                    </a:lnTo>
                    <a:lnTo>
                      <a:pt x="34922" y="16258"/>
                    </a:lnTo>
                    <a:lnTo>
                      <a:pt x="34796" y="16216"/>
                    </a:lnTo>
                    <a:lnTo>
                      <a:pt x="34712" y="16216"/>
                    </a:lnTo>
                    <a:lnTo>
                      <a:pt x="34650" y="16174"/>
                    </a:lnTo>
                    <a:lnTo>
                      <a:pt x="34587" y="16174"/>
                    </a:lnTo>
                    <a:lnTo>
                      <a:pt x="34503" y="16258"/>
                    </a:lnTo>
                    <a:lnTo>
                      <a:pt x="34357" y="16195"/>
                    </a:lnTo>
                    <a:lnTo>
                      <a:pt x="34315" y="16174"/>
                    </a:lnTo>
                    <a:lnTo>
                      <a:pt x="34231" y="16070"/>
                    </a:lnTo>
                    <a:lnTo>
                      <a:pt x="34106" y="15986"/>
                    </a:lnTo>
                    <a:lnTo>
                      <a:pt x="33980" y="15965"/>
                    </a:lnTo>
                    <a:lnTo>
                      <a:pt x="33834" y="15777"/>
                    </a:lnTo>
                    <a:lnTo>
                      <a:pt x="33813" y="15840"/>
                    </a:lnTo>
                    <a:lnTo>
                      <a:pt x="33813" y="15902"/>
                    </a:lnTo>
                    <a:lnTo>
                      <a:pt x="33792" y="15965"/>
                    </a:lnTo>
                    <a:lnTo>
                      <a:pt x="33750" y="15944"/>
                    </a:lnTo>
                    <a:lnTo>
                      <a:pt x="33708" y="15965"/>
                    </a:lnTo>
                    <a:lnTo>
                      <a:pt x="33708" y="16049"/>
                    </a:lnTo>
                    <a:lnTo>
                      <a:pt x="33771" y="16112"/>
                    </a:lnTo>
                    <a:lnTo>
                      <a:pt x="33750" y="16195"/>
                    </a:lnTo>
                    <a:lnTo>
                      <a:pt x="33687" y="16195"/>
                    </a:lnTo>
                    <a:lnTo>
                      <a:pt x="33582" y="16216"/>
                    </a:lnTo>
                    <a:lnTo>
                      <a:pt x="33499" y="16300"/>
                    </a:lnTo>
                    <a:lnTo>
                      <a:pt x="33373" y="16300"/>
                    </a:lnTo>
                    <a:lnTo>
                      <a:pt x="33290" y="16384"/>
                    </a:lnTo>
                    <a:lnTo>
                      <a:pt x="33290" y="16488"/>
                    </a:lnTo>
                    <a:lnTo>
                      <a:pt x="33206" y="16530"/>
                    </a:lnTo>
                    <a:lnTo>
                      <a:pt x="33164" y="16677"/>
                    </a:lnTo>
                    <a:lnTo>
                      <a:pt x="33248" y="16886"/>
                    </a:lnTo>
                    <a:lnTo>
                      <a:pt x="33352" y="16990"/>
                    </a:lnTo>
                    <a:lnTo>
                      <a:pt x="33394" y="16949"/>
                    </a:lnTo>
                    <a:lnTo>
                      <a:pt x="33499" y="17095"/>
                    </a:lnTo>
                    <a:lnTo>
                      <a:pt x="33478" y="17158"/>
                    </a:lnTo>
                    <a:lnTo>
                      <a:pt x="33666" y="17158"/>
                    </a:lnTo>
                    <a:lnTo>
                      <a:pt x="33771" y="17200"/>
                    </a:lnTo>
                    <a:lnTo>
                      <a:pt x="33813" y="17137"/>
                    </a:lnTo>
                    <a:lnTo>
                      <a:pt x="33917" y="17137"/>
                    </a:lnTo>
                    <a:lnTo>
                      <a:pt x="33980" y="17095"/>
                    </a:lnTo>
                    <a:lnTo>
                      <a:pt x="34106" y="17095"/>
                    </a:lnTo>
                    <a:lnTo>
                      <a:pt x="34189" y="17053"/>
                    </a:lnTo>
                    <a:lnTo>
                      <a:pt x="34273" y="17095"/>
                    </a:lnTo>
                    <a:lnTo>
                      <a:pt x="34315" y="17032"/>
                    </a:lnTo>
                    <a:lnTo>
                      <a:pt x="34315" y="16928"/>
                    </a:lnTo>
                    <a:lnTo>
                      <a:pt x="34336" y="16865"/>
                    </a:lnTo>
                    <a:lnTo>
                      <a:pt x="34398" y="16865"/>
                    </a:lnTo>
                    <a:lnTo>
                      <a:pt x="34503" y="17032"/>
                    </a:lnTo>
                    <a:lnTo>
                      <a:pt x="34587" y="17032"/>
                    </a:lnTo>
                    <a:lnTo>
                      <a:pt x="34650" y="17116"/>
                    </a:lnTo>
                    <a:lnTo>
                      <a:pt x="34796" y="17137"/>
                    </a:lnTo>
                    <a:lnTo>
                      <a:pt x="34817" y="17074"/>
                    </a:lnTo>
                    <a:lnTo>
                      <a:pt x="34901" y="16970"/>
                    </a:lnTo>
                    <a:lnTo>
                      <a:pt x="34943" y="16970"/>
                    </a:lnTo>
                    <a:lnTo>
                      <a:pt x="35026" y="16886"/>
                    </a:lnTo>
                    <a:lnTo>
                      <a:pt x="35131" y="16865"/>
                    </a:lnTo>
                    <a:lnTo>
                      <a:pt x="35110" y="16928"/>
                    </a:lnTo>
                    <a:lnTo>
                      <a:pt x="35110" y="17032"/>
                    </a:lnTo>
                    <a:lnTo>
                      <a:pt x="35026" y="17137"/>
                    </a:lnTo>
                    <a:lnTo>
                      <a:pt x="35026" y="17262"/>
                    </a:lnTo>
                    <a:lnTo>
                      <a:pt x="35131" y="17221"/>
                    </a:lnTo>
                    <a:lnTo>
                      <a:pt x="35173" y="17032"/>
                    </a:lnTo>
                    <a:lnTo>
                      <a:pt x="35215" y="17074"/>
                    </a:lnTo>
                    <a:lnTo>
                      <a:pt x="35256" y="17032"/>
                    </a:lnTo>
                    <a:lnTo>
                      <a:pt x="35340" y="17074"/>
                    </a:lnTo>
                    <a:lnTo>
                      <a:pt x="35256" y="17200"/>
                    </a:lnTo>
                    <a:lnTo>
                      <a:pt x="35277" y="17283"/>
                    </a:lnTo>
                    <a:lnTo>
                      <a:pt x="35277" y="17179"/>
                    </a:lnTo>
                    <a:lnTo>
                      <a:pt x="35466" y="17011"/>
                    </a:lnTo>
                    <a:lnTo>
                      <a:pt x="35487" y="17074"/>
                    </a:lnTo>
                    <a:lnTo>
                      <a:pt x="35361" y="17179"/>
                    </a:lnTo>
                    <a:lnTo>
                      <a:pt x="35361" y="17242"/>
                    </a:lnTo>
                    <a:lnTo>
                      <a:pt x="35445" y="17304"/>
                    </a:lnTo>
                    <a:lnTo>
                      <a:pt x="35487" y="17451"/>
                    </a:lnTo>
                    <a:lnTo>
                      <a:pt x="35487" y="17555"/>
                    </a:lnTo>
                    <a:lnTo>
                      <a:pt x="35507" y="17660"/>
                    </a:lnTo>
                    <a:lnTo>
                      <a:pt x="35612" y="17639"/>
                    </a:lnTo>
                    <a:lnTo>
                      <a:pt x="35612" y="17765"/>
                    </a:lnTo>
                    <a:lnTo>
                      <a:pt x="35675" y="17827"/>
                    </a:lnTo>
                    <a:lnTo>
                      <a:pt x="35759" y="17681"/>
                    </a:lnTo>
                    <a:lnTo>
                      <a:pt x="35717" y="17869"/>
                    </a:lnTo>
                    <a:lnTo>
                      <a:pt x="35654" y="17953"/>
                    </a:lnTo>
                    <a:lnTo>
                      <a:pt x="35759" y="18058"/>
                    </a:lnTo>
                    <a:lnTo>
                      <a:pt x="35759" y="17974"/>
                    </a:lnTo>
                    <a:lnTo>
                      <a:pt x="35800" y="17869"/>
                    </a:lnTo>
                    <a:lnTo>
                      <a:pt x="35863" y="17848"/>
                    </a:lnTo>
                    <a:lnTo>
                      <a:pt x="35863" y="17848"/>
                    </a:lnTo>
                    <a:lnTo>
                      <a:pt x="35821" y="17890"/>
                    </a:lnTo>
                    <a:lnTo>
                      <a:pt x="35863" y="18037"/>
                    </a:lnTo>
                    <a:lnTo>
                      <a:pt x="35926" y="18162"/>
                    </a:lnTo>
                    <a:lnTo>
                      <a:pt x="36093" y="18141"/>
                    </a:lnTo>
                    <a:lnTo>
                      <a:pt x="36031" y="18183"/>
                    </a:lnTo>
                    <a:lnTo>
                      <a:pt x="35821" y="18309"/>
                    </a:lnTo>
                    <a:lnTo>
                      <a:pt x="35675" y="18309"/>
                    </a:lnTo>
                    <a:lnTo>
                      <a:pt x="35654" y="18371"/>
                    </a:lnTo>
                    <a:lnTo>
                      <a:pt x="35759" y="18413"/>
                    </a:lnTo>
                    <a:lnTo>
                      <a:pt x="35759" y="18560"/>
                    </a:lnTo>
                    <a:lnTo>
                      <a:pt x="35821" y="18664"/>
                    </a:lnTo>
                    <a:lnTo>
                      <a:pt x="35905" y="18727"/>
                    </a:lnTo>
                    <a:lnTo>
                      <a:pt x="35989" y="18727"/>
                    </a:lnTo>
                    <a:lnTo>
                      <a:pt x="35989" y="18790"/>
                    </a:lnTo>
                    <a:lnTo>
                      <a:pt x="36093" y="18874"/>
                    </a:lnTo>
                    <a:lnTo>
                      <a:pt x="36156" y="18915"/>
                    </a:lnTo>
                    <a:lnTo>
                      <a:pt x="36219" y="18915"/>
                    </a:lnTo>
                    <a:lnTo>
                      <a:pt x="36407" y="19041"/>
                    </a:lnTo>
                    <a:lnTo>
                      <a:pt x="36512" y="19041"/>
                    </a:lnTo>
                    <a:lnTo>
                      <a:pt x="36512" y="19104"/>
                    </a:lnTo>
                    <a:lnTo>
                      <a:pt x="36575" y="19125"/>
                    </a:lnTo>
                    <a:lnTo>
                      <a:pt x="36595" y="19083"/>
                    </a:lnTo>
                    <a:lnTo>
                      <a:pt x="36616" y="19041"/>
                    </a:lnTo>
                    <a:lnTo>
                      <a:pt x="36721" y="19104"/>
                    </a:lnTo>
                    <a:lnTo>
                      <a:pt x="36679" y="19125"/>
                    </a:lnTo>
                    <a:lnTo>
                      <a:pt x="36616" y="19187"/>
                    </a:lnTo>
                    <a:lnTo>
                      <a:pt x="36679" y="19292"/>
                    </a:lnTo>
                    <a:lnTo>
                      <a:pt x="36742" y="19334"/>
                    </a:lnTo>
                    <a:lnTo>
                      <a:pt x="36805" y="19334"/>
                    </a:lnTo>
                    <a:lnTo>
                      <a:pt x="36805" y="19418"/>
                    </a:lnTo>
                    <a:lnTo>
                      <a:pt x="36930" y="19543"/>
                    </a:lnTo>
                    <a:lnTo>
                      <a:pt x="37014" y="19543"/>
                    </a:lnTo>
                    <a:lnTo>
                      <a:pt x="37056" y="19606"/>
                    </a:lnTo>
                    <a:lnTo>
                      <a:pt x="37098" y="19648"/>
                    </a:lnTo>
                    <a:lnTo>
                      <a:pt x="37265" y="19731"/>
                    </a:lnTo>
                    <a:lnTo>
                      <a:pt x="37328" y="19711"/>
                    </a:lnTo>
                    <a:lnTo>
                      <a:pt x="37370" y="19731"/>
                    </a:lnTo>
                    <a:lnTo>
                      <a:pt x="37453" y="19731"/>
                    </a:lnTo>
                    <a:lnTo>
                      <a:pt x="37537" y="19773"/>
                    </a:lnTo>
                    <a:lnTo>
                      <a:pt x="37558" y="19857"/>
                    </a:lnTo>
                    <a:lnTo>
                      <a:pt x="37725" y="19983"/>
                    </a:lnTo>
                    <a:lnTo>
                      <a:pt x="37788" y="19983"/>
                    </a:lnTo>
                    <a:lnTo>
                      <a:pt x="37872" y="20045"/>
                    </a:lnTo>
                    <a:lnTo>
                      <a:pt x="38060" y="20087"/>
                    </a:lnTo>
                    <a:lnTo>
                      <a:pt x="38165" y="20150"/>
                    </a:lnTo>
                    <a:lnTo>
                      <a:pt x="38269" y="20150"/>
                    </a:lnTo>
                    <a:lnTo>
                      <a:pt x="38290" y="20129"/>
                    </a:lnTo>
                    <a:lnTo>
                      <a:pt x="38290" y="20066"/>
                    </a:lnTo>
                    <a:lnTo>
                      <a:pt x="38207" y="19983"/>
                    </a:lnTo>
                    <a:lnTo>
                      <a:pt x="38165" y="19920"/>
                    </a:lnTo>
                    <a:lnTo>
                      <a:pt x="38207" y="19857"/>
                    </a:lnTo>
                    <a:lnTo>
                      <a:pt x="38290" y="19878"/>
                    </a:lnTo>
                    <a:lnTo>
                      <a:pt x="38311" y="19815"/>
                    </a:lnTo>
                    <a:lnTo>
                      <a:pt x="38290" y="19752"/>
                    </a:lnTo>
                    <a:lnTo>
                      <a:pt x="38248" y="19773"/>
                    </a:lnTo>
                    <a:lnTo>
                      <a:pt x="38207" y="19731"/>
                    </a:lnTo>
                    <a:lnTo>
                      <a:pt x="38248" y="19606"/>
                    </a:lnTo>
                    <a:lnTo>
                      <a:pt x="38207" y="19564"/>
                    </a:lnTo>
                    <a:lnTo>
                      <a:pt x="38102" y="19669"/>
                    </a:lnTo>
                    <a:lnTo>
                      <a:pt x="38102" y="19627"/>
                    </a:lnTo>
                    <a:lnTo>
                      <a:pt x="38081" y="19543"/>
                    </a:lnTo>
                    <a:lnTo>
                      <a:pt x="38018" y="19543"/>
                    </a:lnTo>
                    <a:lnTo>
                      <a:pt x="38123" y="19439"/>
                    </a:lnTo>
                    <a:lnTo>
                      <a:pt x="38102" y="19313"/>
                    </a:lnTo>
                    <a:lnTo>
                      <a:pt x="38060" y="19292"/>
                    </a:lnTo>
                    <a:lnTo>
                      <a:pt x="37956" y="19292"/>
                    </a:lnTo>
                    <a:lnTo>
                      <a:pt x="37976" y="19187"/>
                    </a:lnTo>
                    <a:lnTo>
                      <a:pt x="37935" y="19083"/>
                    </a:lnTo>
                    <a:lnTo>
                      <a:pt x="37893" y="18999"/>
                    </a:lnTo>
                    <a:lnTo>
                      <a:pt x="37788" y="18999"/>
                    </a:lnTo>
                    <a:lnTo>
                      <a:pt x="37851" y="18915"/>
                    </a:lnTo>
                    <a:lnTo>
                      <a:pt x="37767" y="18894"/>
                    </a:lnTo>
                    <a:lnTo>
                      <a:pt x="37725" y="18894"/>
                    </a:lnTo>
                    <a:lnTo>
                      <a:pt x="37746" y="18832"/>
                    </a:lnTo>
                    <a:lnTo>
                      <a:pt x="37663" y="18727"/>
                    </a:lnTo>
                    <a:lnTo>
                      <a:pt x="37663" y="18748"/>
                    </a:lnTo>
                    <a:lnTo>
                      <a:pt x="37621" y="18748"/>
                    </a:lnTo>
                    <a:lnTo>
                      <a:pt x="37621" y="18602"/>
                    </a:lnTo>
                    <a:lnTo>
                      <a:pt x="37621" y="18539"/>
                    </a:lnTo>
                    <a:lnTo>
                      <a:pt x="37621" y="18476"/>
                    </a:lnTo>
                    <a:lnTo>
                      <a:pt x="37453" y="18350"/>
                    </a:lnTo>
                    <a:lnTo>
                      <a:pt x="37432" y="18225"/>
                    </a:lnTo>
                    <a:lnTo>
                      <a:pt x="37432" y="18120"/>
                    </a:lnTo>
                    <a:lnTo>
                      <a:pt x="37516" y="18162"/>
                    </a:lnTo>
                    <a:lnTo>
                      <a:pt x="37558" y="18078"/>
                    </a:lnTo>
                    <a:lnTo>
                      <a:pt x="37663" y="18120"/>
                    </a:lnTo>
                    <a:lnTo>
                      <a:pt x="37663" y="18225"/>
                    </a:lnTo>
                    <a:lnTo>
                      <a:pt x="37746" y="18371"/>
                    </a:lnTo>
                    <a:lnTo>
                      <a:pt x="37872" y="18434"/>
                    </a:lnTo>
                    <a:lnTo>
                      <a:pt x="37935" y="18476"/>
                    </a:lnTo>
                    <a:lnTo>
                      <a:pt x="37935" y="18560"/>
                    </a:lnTo>
                    <a:lnTo>
                      <a:pt x="37976" y="18602"/>
                    </a:lnTo>
                    <a:lnTo>
                      <a:pt x="37976" y="18539"/>
                    </a:lnTo>
                    <a:lnTo>
                      <a:pt x="37935" y="18392"/>
                    </a:lnTo>
                    <a:lnTo>
                      <a:pt x="37935" y="18350"/>
                    </a:lnTo>
                    <a:lnTo>
                      <a:pt x="37976" y="18309"/>
                    </a:lnTo>
                    <a:lnTo>
                      <a:pt x="38018" y="18392"/>
                    </a:lnTo>
                    <a:lnTo>
                      <a:pt x="38018" y="18455"/>
                    </a:lnTo>
                    <a:lnTo>
                      <a:pt x="38081" y="18497"/>
                    </a:lnTo>
                    <a:lnTo>
                      <a:pt x="38123" y="18685"/>
                    </a:lnTo>
                    <a:lnTo>
                      <a:pt x="38207" y="18706"/>
                    </a:lnTo>
                    <a:lnTo>
                      <a:pt x="38207" y="18769"/>
                    </a:lnTo>
                    <a:lnTo>
                      <a:pt x="38290" y="18832"/>
                    </a:lnTo>
                    <a:lnTo>
                      <a:pt x="38374" y="19020"/>
                    </a:lnTo>
                    <a:lnTo>
                      <a:pt x="38416" y="18936"/>
                    </a:lnTo>
                    <a:lnTo>
                      <a:pt x="38395" y="18832"/>
                    </a:lnTo>
                    <a:lnTo>
                      <a:pt x="38395" y="18664"/>
                    </a:lnTo>
                    <a:lnTo>
                      <a:pt x="38416" y="18560"/>
                    </a:lnTo>
                    <a:lnTo>
                      <a:pt x="38416" y="18643"/>
                    </a:lnTo>
                    <a:lnTo>
                      <a:pt x="38479" y="18811"/>
                    </a:lnTo>
                    <a:lnTo>
                      <a:pt x="38479" y="18915"/>
                    </a:lnTo>
                    <a:lnTo>
                      <a:pt x="38479" y="18999"/>
                    </a:lnTo>
                    <a:lnTo>
                      <a:pt x="38520" y="19020"/>
                    </a:lnTo>
                    <a:lnTo>
                      <a:pt x="38604" y="19083"/>
                    </a:lnTo>
                    <a:lnTo>
                      <a:pt x="38625" y="18999"/>
                    </a:lnTo>
                    <a:lnTo>
                      <a:pt x="38583" y="18957"/>
                    </a:lnTo>
                    <a:lnTo>
                      <a:pt x="38583" y="18894"/>
                    </a:lnTo>
                    <a:lnTo>
                      <a:pt x="38667" y="18915"/>
                    </a:lnTo>
                    <a:lnTo>
                      <a:pt x="38688" y="19020"/>
                    </a:lnTo>
                    <a:lnTo>
                      <a:pt x="38688" y="19104"/>
                    </a:lnTo>
                    <a:lnTo>
                      <a:pt x="38709" y="19125"/>
                    </a:lnTo>
                    <a:lnTo>
                      <a:pt x="38709" y="19062"/>
                    </a:lnTo>
                    <a:lnTo>
                      <a:pt x="38772" y="19020"/>
                    </a:lnTo>
                    <a:lnTo>
                      <a:pt x="38772" y="19187"/>
                    </a:lnTo>
                    <a:lnTo>
                      <a:pt x="38813" y="19271"/>
                    </a:lnTo>
                    <a:lnTo>
                      <a:pt x="38897" y="19271"/>
                    </a:lnTo>
                    <a:lnTo>
                      <a:pt x="38939" y="19208"/>
                    </a:lnTo>
                    <a:lnTo>
                      <a:pt x="38939" y="19313"/>
                    </a:lnTo>
                    <a:lnTo>
                      <a:pt x="38918" y="19376"/>
                    </a:lnTo>
                    <a:lnTo>
                      <a:pt x="38981" y="19543"/>
                    </a:lnTo>
                    <a:lnTo>
                      <a:pt x="39023" y="19627"/>
                    </a:lnTo>
                    <a:lnTo>
                      <a:pt x="39127" y="19627"/>
                    </a:lnTo>
                    <a:lnTo>
                      <a:pt x="39127" y="19543"/>
                    </a:lnTo>
                    <a:lnTo>
                      <a:pt x="39106" y="19522"/>
                    </a:lnTo>
                    <a:lnTo>
                      <a:pt x="39106" y="19397"/>
                    </a:lnTo>
                    <a:lnTo>
                      <a:pt x="39044" y="19187"/>
                    </a:lnTo>
                    <a:lnTo>
                      <a:pt x="39127" y="19187"/>
                    </a:lnTo>
                    <a:lnTo>
                      <a:pt x="39169" y="19271"/>
                    </a:lnTo>
                    <a:lnTo>
                      <a:pt x="39274" y="19292"/>
                    </a:lnTo>
                    <a:lnTo>
                      <a:pt x="39316" y="19271"/>
                    </a:lnTo>
                    <a:lnTo>
                      <a:pt x="39253" y="19166"/>
                    </a:lnTo>
                    <a:lnTo>
                      <a:pt x="39295" y="19083"/>
                    </a:lnTo>
                    <a:lnTo>
                      <a:pt x="39295" y="18894"/>
                    </a:lnTo>
                    <a:lnTo>
                      <a:pt x="39211" y="18706"/>
                    </a:lnTo>
                    <a:lnTo>
                      <a:pt x="39232" y="18560"/>
                    </a:lnTo>
                    <a:lnTo>
                      <a:pt x="39232" y="18392"/>
                    </a:lnTo>
                    <a:lnTo>
                      <a:pt x="39253" y="18560"/>
                    </a:lnTo>
                    <a:lnTo>
                      <a:pt x="39232" y="18664"/>
                    </a:lnTo>
                    <a:lnTo>
                      <a:pt x="39253" y="18790"/>
                    </a:lnTo>
                    <a:lnTo>
                      <a:pt x="39420" y="18957"/>
                    </a:lnTo>
                    <a:lnTo>
                      <a:pt x="39441" y="18894"/>
                    </a:lnTo>
                    <a:lnTo>
                      <a:pt x="39420" y="18769"/>
                    </a:lnTo>
                    <a:lnTo>
                      <a:pt x="39462" y="18664"/>
                    </a:lnTo>
                    <a:lnTo>
                      <a:pt x="39462" y="18497"/>
                    </a:lnTo>
                    <a:lnTo>
                      <a:pt x="39546" y="18455"/>
                    </a:lnTo>
                    <a:lnTo>
                      <a:pt x="39525" y="18434"/>
                    </a:lnTo>
                    <a:lnTo>
                      <a:pt x="39399" y="18246"/>
                    </a:lnTo>
                    <a:lnTo>
                      <a:pt x="39357" y="18120"/>
                    </a:lnTo>
                    <a:lnTo>
                      <a:pt x="39316" y="18078"/>
                    </a:lnTo>
                    <a:lnTo>
                      <a:pt x="39336" y="18016"/>
                    </a:lnTo>
                    <a:lnTo>
                      <a:pt x="39253" y="17869"/>
                    </a:lnTo>
                    <a:lnTo>
                      <a:pt x="39190" y="17786"/>
                    </a:lnTo>
                    <a:lnTo>
                      <a:pt x="39316" y="17765"/>
                    </a:lnTo>
                    <a:lnTo>
                      <a:pt x="39336" y="17723"/>
                    </a:lnTo>
                    <a:lnTo>
                      <a:pt x="39420" y="17639"/>
                    </a:lnTo>
                    <a:lnTo>
                      <a:pt x="39357" y="17576"/>
                    </a:lnTo>
                    <a:lnTo>
                      <a:pt x="39295" y="17618"/>
                    </a:lnTo>
                    <a:lnTo>
                      <a:pt x="39148" y="17639"/>
                    </a:lnTo>
                    <a:lnTo>
                      <a:pt x="39106" y="17597"/>
                    </a:lnTo>
                    <a:lnTo>
                      <a:pt x="39127" y="17555"/>
                    </a:lnTo>
                    <a:lnTo>
                      <a:pt x="39148" y="17514"/>
                    </a:lnTo>
                    <a:lnTo>
                      <a:pt x="39232" y="17430"/>
                    </a:lnTo>
                    <a:lnTo>
                      <a:pt x="39253" y="17325"/>
                    </a:lnTo>
                    <a:lnTo>
                      <a:pt x="39211" y="17242"/>
                    </a:lnTo>
                    <a:lnTo>
                      <a:pt x="39148" y="17242"/>
                    </a:lnTo>
                    <a:lnTo>
                      <a:pt x="39148" y="17304"/>
                    </a:lnTo>
                    <a:lnTo>
                      <a:pt x="39106" y="17388"/>
                    </a:lnTo>
                    <a:lnTo>
                      <a:pt x="39106" y="17304"/>
                    </a:lnTo>
                    <a:lnTo>
                      <a:pt x="39085" y="17325"/>
                    </a:lnTo>
                    <a:lnTo>
                      <a:pt x="38939" y="17346"/>
                    </a:lnTo>
                    <a:lnTo>
                      <a:pt x="38918" y="17304"/>
                    </a:lnTo>
                    <a:lnTo>
                      <a:pt x="39002" y="17242"/>
                    </a:lnTo>
                    <a:lnTo>
                      <a:pt x="39023" y="17200"/>
                    </a:lnTo>
                    <a:lnTo>
                      <a:pt x="38981" y="17137"/>
                    </a:lnTo>
                    <a:lnTo>
                      <a:pt x="38939" y="17032"/>
                    </a:lnTo>
                    <a:lnTo>
                      <a:pt x="38876" y="16990"/>
                    </a:lnTo>
                    <a:lnTo>
                      <a:pt x="38813" y="17011"/>
                    </a:lnTo>
                    <a:lnTo>
                      <a:pt x="38813" y="17116"/>
                    </a:lnTo>
                    <a:lnTo>
                      <a:pt x="38792" y="17179"/>
                    </a:lnTo>
                    <a:lnTo>
                      <a:pt x="38772" y="17137"/>
                    </a:lnTo>
                    <a:lnTo>
                      <a:pt x="38772" y="17011"/>
                    </a:lnTo>
                    <a:lnTo>
                      <a:pt x="38730" y="16928"/>
                    </a:lnTo>
                    <a:lnTo>
                      <a:pt x="38688" y="16928"/>
                    </a:lnTo>
                    <a:lnTo>
                      <a:pt x="38709" y="16865"/>
                    </a:lnTo>
                    <a:lnTo>
                      <a:pt x="38667" y="16865"/>
                    </a:lnTo>
                    <a:lnTo>
                      <a:pt x="38667" y="16823"/>
                    </a:lnTo>
                    <a:lnTo>
                      <a:pt x="38688" y="16823"/>
                    </a:lnTo>
                    <a:lnTo>
                      <a:pt x="38667" y="16760"/>
                    </a:lnTo>
                    <a:lnTo>
                      <a:pt x="38604" y="16718"/>
                    </a:lnTo>
                    <a:lnTo>
                      <a:pt x="38625" y="16677"/>
                    </a:lnTo>
                    <a:lnTo>
                      <a:pt x="38730" y="16677"/>
                    </a:lnTo>
                    <a:lnTo>
                      <a:pt x="38792" y="16656"/>
                    </a:lnTo>
                    <a:lnTo>
                      <a:pt x="38730" y="16593"/>
                    </a:lnTo>
                    <a:lnTo>
                      <a:pt x="38625" y="16593"/>
                    </a:lnTo>
                    <a:lnTo>
                      <a:pt x="38583" y="16572"/>
                    </a:lnTo>
                    <a:lnTo>
                      <a:pt x="38625" y="16488"/>
                    </a:lnTo>
                    <a:lnTo>
                      <a:pt x="38730" y="16446"/>
                    </a:lnTo>
                    <a:lnTo>
                      <a:pt x="38730" y="16405"/>
                    </a:lnTo>
                    <a:lnTo>
                      <a:pt x="38688" y="16363"/>
                    </a:lnTo>
                    <a:lnTo>
                      <a:pt x="38520" y="16363"/>
                    </a:lnTo>
                    <a:lnTo>
                      <a:pt x="38500" y="16405"/>
                    </a:lnTo>
                    <a:lnTo>
                      <a:pt x="38458" y="16488"/>
                    </a:lnTo>
                    <a:lnTo>
                      <a:pt x="38248" y="16530"/>
                    </a:lnTo>
                    <a:lnTo>
                      <a:pt x="38353" y="16467"/>
                    </a:lnTo>
                    <a:lnTo>
                      <a:pt x="38500" y="16321"/>
                    </a:lnTo>
                    <a:lnTo>
                      <a:pt x="38562" y="16216"/>
                    </a:lnTo>
                    <a:lnTo>
                      <a:pt x="38562" y="16174"/>
                    </a:lnTo>
                    <a:lnTo>
                      <a:pt x="38458" y="16174"/>
                    </a:lnTo>
                    <a:lnTo>
                      <a:pt x="38395" y="16153"/>
                    </a:lnTo>
                    <a:lnTo>
                      <a:pt x="38458" y="16091"/>
                    </a:lnTo>
                    <a:lnTo>
                      <a:pt x="38416" y="16049"/>
                    </a:lnTo>
                    <a:lnTo>
                      <a:pt x="38374" y="16070"/>
                    </a:lnTo>
                    <a:lnTo>
                      <a:pt x="38374" y="15986"/>
                    </a:lnTo>
                    <a:lnTo>
                      <a:pt x="38416" y="15923"/>
                    </a:lnTo>
                    <a:lnTo>
                      <a:pt x="38416" y="15819"/>
                    </a:lnTo>
                    <a:lnTo>
                      <a:pt x="38290" y="15777"/>
                    </a:lnTo>
                    <a:lnTo>
                      <a:pt x="38207" y="15756"/>
                    </a:lnTo>
                    <a:lnTo>
                      <a:pt x="38081" y="15756"/>
                    </a:lnTo>
                    <a:lnTo>
                      <a:pt x="38039" y="15693"/>
                    </a:lnTo>
                    <a:lnTo>
                      <a:pt x="38165" y="15693"/>
                    </a:lnTo>
                    <a:lnTo>
                      <a:pt x="38269" y="15672"/>
                    </a:lnTo>
                    <a:lnTo>
                      <a:pt x="38311" y="15630"/>
                    </a:lnTo>
                    <a:lnTo>
                      <a:pt x="38374" y="15693"/>
                    </a:lnTo>
                    <a:lnTo>
                      <a:pt x="38395" y="15756"/>
                    </a:lnTo>
                    <a:lnTo>
                      <a:pt x="38500" y="15756"/>
                    </a:lnTo>
                    <a:lnTo>
                      <a:pt x="38604" y="15798"/>
                    </a:lnTo>
                    <a:lnTo>
                      <a:pt x="38625" y="15881"/>
                    </a:lnTo>
                    <a:lnTo>
                      <a:pt x="38604" y="15965"/>
                    </a:lnTo>
                    <a:lnTo>
                      <a:pt x="38625" y="16049"/>
                    </a:lnTo>
                    <a:lnTo>
                      <a:pt x="38730" y="16174"/>
                    </a:lnTo>
                    <a:lnTo>
                      <a:pt x="38772" y="16174"/>
                    </a:lnTo>
                    <a:lnTo>
                      <a:pt x="38792" y="16070"/>
                    </a:lnTo>
                    <a:lnTo>
                      <a:pt x="38834" y="16133"/>
                    </a:lnTo>
                    <a:lnTo>
                      <a:pt x="38981" y="16153"/>
                    </a:lnTo>
                    <a:lnTo>
                      <a:pt x="39023" y="16133"/>
                    </a:lnTo>
                    <a:lnTo>
                      <a:pt x="39023" y="16070"/>
                    </a:lnTo>
                    <a:lnTo>
                      <a:pt x="38981" y="16049"/>
                    </a:lnTo>
                    <a:lnTo>
                      <a:pt x="38981" y="15965"/>
                    </a:lnTo>
                    <a:lnTo>
                      <a:pt x="38939" y="15861"/>
                    </a:lnTo>
                    <a:lnTo>
                      <a:pt x="38876" y="15777"/>
                    </a:lnTo>
                    <a:lnTo>
                      <a:pt x="38792" y="15756"/>
                    </a:lnTo>
                    <a:lnTo>
                      <a:pt x="38813" y="15672"/>
                    </a:lnTo>
                    <a:lnTo>
                      <a:pt x="38813" y="15589"/>
                    </a:lnTo>
                    <a:lnTo>
                      <a:pt x="38772" y="15547"/>
                    </a:lnTo>
                    <a:lnTo>
                      <a:pt x="38792" y="15526"/>
                    </a:lnTo>
                    <a:lnTo>
                      <a:pt x="38834" y="15547"/>
                    </a:lnTo>
                    <a:lnTo>
                      <a:pt x="38876" y="15651"/>
                    </a:lnTo>
                    <a:lnTo>
                      <a:pt x="38918" y="15693"/>
                    </a:lnTo>
                    <a:lnTo>
                      <a:pt x="39002" y="15672"/>
                    </a:lnTo>
                    <a:lnTo>
                      <a:pt x="38981" y="15651"/>
                    </a:lnTo>
                    <a:lnTo>
                      <a:pt x="39002" y="15630"/>
                    </a:lnTo>
                    <a:lnTo>
                      <a:pt x="39085" y="15651"/>
                    </a:lnTo>
                    <a:lnTo>
                      <a:pt x="39044" y="15547"/>
                    </a:lnTo>
                    <a:lnTo>
                      <a:pt x="39002" y="15442"/>
                    </a:lnTo>
                    <a:lnTo>
                      <a:pt x="38897" y="15379"/>
                    </a:lnTo>
                    <a:lnTo>
                      <a:pt x="39002" y="15379"/>
                    </a:lnTo>
                    <a:lnTo>
                      <a:pt x="39044" y="15442"/>
                    </a:lnTo>
                    <a:lnTo>
                      <a:pt x="39106" y="15484"/>
                    </a:lnTo>
                    <a:lnTo>
                      <a:pt x="39190" y="15463"/>
                    </a:lnTo>
                    <a:lnTo>
                      <a:pt x="39148" y="15421"/>
                    </a:lnTo>
                    <a:lnTo>
                      <a:pt x="39148" y="15337"/>
                    </a:lnTo>
                    <a:lnTo>
                      <a:pt x="39190" y="15337"/>
                    </a:lnTo>
                    <a:lnTo>
                      <a:pt x="39232" y="15379"/>
                    </a:lnTo>
                    <a:lnTo>
                      <a:pt x="39295" y="15421"/>
                    </a:lnTo>
                    <a:lnTo>
                      <a:pt x="39295" y="15463"/>
                    </a:lnTo>
                    <a:lnTo>
                      <a:pt x="39232" y="15484"/>
                    </a:lnTo>
                    <a:lnTo>
                      <a:pt x="39232" y="15589"/>
                    </a:lnTo>
                    <a:lnTo>
                      <a:pt x="39232" y="15630"/>
                    </a:lnTo>
                    <a:lnTo>
                      <a:pt x="39295" y="15630"/>
                    </a:lnTo>
                    <a:lnTo>
                      <a:pt x="39336" y="15651"/>
                    </a:lnTo>
                    <a:lnTo>
                      <a:pt x="39336" y="15693"/>
                    </a:lnTo>
                    <a:lnTo>
                      <a:pt x="39295" y="15735"/>
                    </a:lnTo>
                    <a:lnTo>
                      <a:pt x="39253" y="15777"/>
                    </a:lnTo>
                    <a:lnTo>
                      <a:pt x="39316" y="15798"/>
                    </a:lnTo>
                    <a:lnTo>
                      <a:pt x="39357" y="15777"/>
                    </a:lnTo>
                    <a:lnTo>
                      <a:pt x="39399" y="15798"/>
                    </a:lnTo>
                    <a:lnTo>
                      <a:pt x="39357" y="15881"/>
                    </a:lnTo>
                    <a:lnTo>
                      <a:pt x="39399" y="15944"/>
                    </a:lnTo>
                    <a:lnTo>
                      <a:pt x="39441" y="15965"/>
                    </a:lnTo>
                    <a:lnTo>
                      <a:pt x="39525" y="15944"/>
                    </a:lnTo>
                    <a:lnTo>
                      <a:pt x="39734" y="15798"/>
                    </a:lnTo>
                    <a:lnTo>
                      <a:pt x="39818" y="15672"/>
                    </a:lnTo>
                    <a:lnTo>
                      <a:pt x="39818" y="15756"/>
                    </a:lnTo>
                    <a:lnTo>
                      <a:pt x="39755" y="15798"/>
                    </a:lnTo>
                    <a:lnTo>
                      <a:pt x="39734" y="15861"/>
                    </a:lnTo>
                    <a:lnTo>
                      <a:pt x="39629" y="15902"/>
                    </a:lnTo>
                    <a:lnTo>
                      <a:pt x="39462" y="16070"/>
                    </a:lnTo>
                    <a:lnTo>
                      <a:pt x="39462" y="16112"/>
                    </a:lnTo>
                    <a:lnTo>
                      <a:pt x="39546" y="16153"/>
                    </a:lnTo>
                    <a:lnTo>
                      <a:pt x="39650" y="16112"/>
                    </a:lnTo>
                    <a:lnTo>
                      <a:pt x="39818" y="16007"/>
                    </a:lnTo>
                    <a:lnTo>
                      <a:pt x="39880" y="16007"/>
                    </a:lnTo>
                    <a:lnTo>
                      <a:pt x="40027" y="15965"/>
                    </a:lnTo>
                    <a:lnTo>
                      <a:pt x="40069" y="15881"/>
                    </a:lnTo>
                    <a:lnTo>
                      <a:pt x="40132" y="15861"/>
                    </a:lnTo>
                    <a:lnTo>
                      <a:pt x="40236" y="15777"/>
                    </a:lnTo>
                    <a:lnTo>
                      <a:pt x="40278" y="15777"/>
                    </a:lnTo>
                    <a:lnTo>
                      <a:pt x="40278" y="15840"/>
                    </a:lnTo>
                    <a:lnTo>
                      <a:pt x="40236" y="15861"/>
                    </a:lnTo>
                    <a:lnTo>
                      <a:pt x="40152" y="15965"/>
                    </a:lnTo>
                    <a:lnTo>
                      <a:pt x="40090" y="16070"/>
                    </a:lnTo>
                    <a:lnTo>
                      <a:pt x="40027" y="16112"/>
                    </a:lnTo>
                    <a:lnTo>
                      <a:pt x="39943" y="16195"/>
                    </a:lnTo>
                    <a:lnTo>
                      <a:pt x="39839" y="16216"/>
                    </a:lnTo>
                    <a:lnTo>
                      <a:pt x="39776" y="16258"/>
                    </a:lnTo>
                    <a:lnTo>
                      <a:pt x="39713" y="16384"/>
                    </a:lnTo>
                    <a:lnTo>
                      <a:pt x="39713" y="16426"/>
                    </a:lnTo>
                    <a:lnTo>
                      <a:pt x="39734" y="16467"/>
                    </a:lnTo>
                    <a:lnTo>
                      <a:pt x="39776" y="16426"/>
                    </a:lnTo>
                    <a:lnTo>
                      <a:pt x="39860" y="16426"/>
                    </a:lnTo>
                    <a:lnTo>
                      <a:pt x="39943" y="16467"/>
                    </a:lnTo>
                    <a:lnTo>
                      <a:pt x="39860" y="16488"/>
                    </a:lnTo>
                    <a:lnTo>
                      <a:pt x="39776" y="16509"/>
                    </a:lnTo>
                    <a:lnTo>
                      <a:pt x="39734" y="16551"/>
                    </a:lnTo>
                    <a:lnTo>
                      <a:pt x="39734" y="16593"/>
                    </a:lnTo>
                    <a:lnTo>
                      <a:pt x="39776" y="16614"/>
                    </a:lnTo>
                    <a:lnTo>
                      <a:pt x="39860" y="16593"/>
                    </a:lnTo>
                    <a:lnTo>
                      <a:pt x="39922" y="16572"/>
                    </a:lnTo>
                    <a:lnTo>
                      <a:pt x="39839" y="16677"/>
                    </a:lnTo>
                    <a:lnTo>
                      <a:pt x="39755" y="16698"/>
                    </a:lnTo>
                    <a:lnTo>
                      <a:pt x="39734" y="16739"/>
                    </a:lnTo>
                    <a:lnTo>
                      <a:pt x="39755" y="16781"/>
                    </a:lnTo>
                    <a:lnTo>
                      <a:pt x="39839" y="16802"/>
                    </a:lnTo>
                    <a:lnTo>
                      <a:pt x="39922" y="16781"/>
                    </a:lnTo>
                    <a:lnTo>
                      <a:pt x="39985" y="16781"/>
                    </a:lnTo>
                    <a:lnTo>
                      <a:pt x="40027" y="16802"/>
                    </a:lnTo>
                    <a:lnTo>
                      <a:pt x="39964" y="16823"/>
                    </a:lnTo>
                    <a:lnTo>
                      <a:pt x="39964" y="16865"/>
                    </a:lnTo>
                    <a:lnTo>
                      <a:pt x="39860" y="16907"/>
                    </a:lnTo>
                    <a:lnTo>
                      <a:pt x="39839" y="16970"/>
                    </a:lnTo>
                    <a:lnTo>
                      <a:pt x="39860" y="17032"/>
                    </a:lnTo>
                    <a:lnTo>
                      <a:pt x="39922" y="17116"/>
                    </a:lnTo>
                    <a:lnTo>
                      <a:pt x="39922" y="17200"/>
                    </a:lnTo>
                    <a:lnTo>
                      <a:pt x="39943" y="17221"/>
                    </a:lnTo>
                    <a:lnTo>
                      <a:pt x="39985" y="17137"/>
                    </a:lnTo>
                    <a:lnTo>
                      <a:pt x="40048" y="17032"/>
                    </a:lnTo>
                    <a:lnTo>
                      <a:pt x="40090" y="16990"/>
                    </a:lnTo>
                    <a:lnTo>
                      <a:pt x="40132" y="16990"/>
                    </a:lnTo>
                    <a:lnTo>
                      <a:pt x="40090" y="17032"/>
                    </a:lnTo>
                    <a:lnTo>
                      <a:pt x="40090" y="17095"/>
                    </a:lnTo>
                    <a:lnTo>
                      <a:pt x="40048" y="17116"/>
                    </a:lnTo>
                    <a:lnTo>
                      <a:pt x="40048" y="17137"/>
                    </a:lnTo>
                    <a:lnTo>
                      <a:pt x="40090" y="17200"/>
                    </a:lnTo>
                    <a:lnTo>
                      <a:pt x="40069" y="17242"/>
                    </a:lnTo>
                    <a:lnTo>
                      <a:pt x="40132" y="17304"/>
                    </a:lnTo>
                    <a:lnTo>
                      <a:pt x="40152" y="17304"/>
                    </a:lnTo>
                    <a:lnTo>
                      <a:pt x="40173" y="17242"/>
                    </a:lnTo>
                    <a:lnTo>
                      <a:pt x="40257" y="17221"/>
                    </a:lnTo>
                    <a:lnTo>
                      <a:pt x="40278" y="17221"/>
                    </a:lnTo>
                    <a:lnTo>
                      <a:pt x="40278" y="17283"/>
                    </a:lnTo>
                    <a:lnTo>
                      <a:pt x="40236" y="17325"/>
                    </a:lnTo>
                    <a:lnTo>
                      <a:pt x="40236" y="17346"/>
                    </a:lnTo>
                    <a:lnTo>
                      <a:pt x="40278" y="17388"/>
                    </a:lnTo>
                    <a:lnTo>
                      <a:pt x="40278" y="17430"/>
                    </a:lnTo>
                    <a:lnTo>
                      <a:pt x="40299" y="17451"/>
                    </a:lnTo>
                    <a:lnTo>
                      <a:pt x="40299" y="17514"/>
                    </a:lnTo>
                    <a:lnTo>
                      <a:pt x="40362" y="17534"/>
                    </a:lnTo>
                    <a:lnTo>
                      <a:pt x="40383" y="17493"/>
                    </a:lnTo>
                    <a:lnTo>
                      <a:pt x="40487" y="17451"/>
                    </a:lnTo>
                    <a:lnTo>
                      <a:pt x="40508" y="17388"/>
                    </a:lnTo>
                    <a:lnTo>
                      <a:pt x="40508" y="17325"/>
                    </a:lnTo>
                    <a:lnTo>
                      <a:pt x="40445" y="17242"/>
                    </a:lnTo>
                    <a:lnTo>
                      <a:pt x="40466" y="17242"/>
                    </a:lnTo>
                    <a:lnTo>
                      <a:pt x="40508" y="17283"/>
                    </a:lnTo>
                    <a:lnTo>
                      <a:pt x="40550" y="17283"/>
                    </a:lnTo>
                    <a:lnTo>
                      <a:pt x="40550" y="17221"/>
                    </a:lnTo>
                    <a:lnTo>
                      <a:pt x="40508" y="17137"/>
                    </a:lnTo>
                    <a:lnTo>
                      <a:pt x="40508" y="17095"/>
                    </a:lnTo>
                    <a:lnTo>
                      <a:pt x="40571" y="17074"/>
                    </a:lnTo>
                    <a:lnTo>
                      <a:pt x="40571" y="16990"/>
                    </a:lnTo>
                    <a:lnTo>
                      <a:pt x="40571" y="16928"/>
                    </a:lnTo>
                    <a:lnTo>
                      <a:pt x="40508" y="16928"/>
                    </a:lnTo>
                    <a:lnTo>
                      <a:pt x="40466" y="16886"/>
                    </a:lnTo>
                    <a:lnTo>
                      <a:pt x="40466" y="16865"/>
                    </a:lnTo>
                    <a:lnTo>
                      <a:pt x="40487" y="16886"/>
                    </a:lnTo>
                    <a:lnTo>
                      <a:pt x="40571" y="16907"/>
                    </a:lnTo>
                    <a:lnTo>
                      <a:pt x="40613" y="16865"/>
                    </a:lnTo>
                    <a:lnTo>
                      <a:pt x="40592" y="16802"/>
                    </a:lnTo>
                    <a:lnTo>
                      <a:pt x="40550" y="16802"/>
                    </a:lnTo>
                    <a:lnTo>
                      <a:pt x="40508" y="16781"/>
                    </a:lnTo>
                    <a:lnTo>
                      <a:pt x="40592" y="16781"/>
                    </a:lnTo>
                    <a:lnTo>
                      <a:pt x="40655" y="16718"/>
                    </a:lnTo>
                    <a:lnTo>
                      <a:pt x="40655" y="16572"/>
                    </a:lnTo>
                    <a:lnTo>
                      <a:pt x="40676" y="16509"/>
                    </a:lnTo>
                    <a:lnTo>
                      <a:pt x="40696" y="16572"/>
                    </a:lnTo>
                    <a:lnTo>
                      <a:pt x="40696" y="16656"/>
                    </a:lnTo>
                    <a:lnTo>
                      <a:pt x="40717" y="16718"/>
                    </a:lnTo>
                    <a:lnTo>
                      <a:pt x="40696" y="16802"/>
                    </a:lnTo>
                    <a:lnTo>
                      <a:pt x="40759" y="16823"/>
                    </a:lnTo>
                    <a:lnTo>
                      <a:pt x="40822" y="16802"/>
                    </a:lnTo>
                    <a:lnTo>
                      <a:pt x="40864" y="16760"/>
                    </a:lnTo>
                    <a:lnTo>
                      <a:pt x="40906" y="16718"/>
                    </a:lnTo>
                    <a:lnTo>
                      <a:pt x="40906" y="16823"/>
                    </a:lnTo>
                    <a:lnTo>
                      <a:pt x="40927" y="16865"/>
                    </a:lnTo>
                    <a:lnTo>
                      <a:pt x="40989" y="16865"/>
                    </a:lnTo>
                    <a:lnTo>
                      <a:pt x="41010" y="16823"/>
                    </a:lnTo>
                    <a:lnTo>
                      <a:pt x="41010" y="16698"/>
                    </a:lnTo>
                    <a:lnTo>
                      <a:pt x="41010" y="16593"/>
                    </a:lnTo>
                    <a:lnTo>
                      <a:pt x="40969" y="16572"/>
                    </a:lnTo>
                    <a:lnTo>
                      <a:pt x="40927" y="16551"/>
                    </a:lnTo>
                    <a:lnTo>
                      <a:pt x="41010" y="16572"/>
                    </a:lnTo>
                    <a:lnTo>
                      <a:pt x="41094" y="16614"/>
                    </a:lnTo>
                    <a:lnTo>
                      <a:pt x="41115" y="16698"/>
                    </a:lnTo>
                    <a:lnTo>
                      <a:pt x="41178" y="16698"/>
                    </a:lnTo>
                    <a:lnTo>
                      <a:pt x="41199" y="16656"/>
                    </a:lnTo>
                    <a:lnTo>
                      <a:pt x="41199" y="16509"/>
                    </a:lnTo>
                    <a:lnTo>
                      <a:pt x="41136" y="16446"/>
                    </a:lnTo>
                    <a:lnTo>
                      <a:pt x="41031" y="16363"/>
                    </a:lnTo>
                    <a:lnTo>
                      <a:pt x="41010" y="16300"/>
                    </a:lnTo>
                    <a:lnTo>
                      <a:pt x="41031" y="16300"/>
                    </a:lnTo>
                    <a:lnTo>
                      <a:pt x="41094" y="16363"/>
                    </a:lnTo>
                    <a:lnTo>
                      <a:pt x="41199" y="16446"/>
                    </a:lnTo>
                    <a:lnTo>
                      <a:pt x="41220" y="16509"/>
                    </a:lnTo>
                    <a:lnTo>
                      <a:pt x="41387" y="16509"/>
                    </a:lnTo>
                    <a:lnTo>
                      <a:pt x="41408" y="16446"/>
                    </a:lnTo>
                    <a:lnTo>
                      <a:pt x="41387" y="16384"/>
                    </a:lnTo>
                    <a:lnTo>
                      <a:pt x="41324" y="16363"/>
                    </a:lnTo>
                    <a:lnTo>
                      <a:pt x="41282" y="16300"/>
                    </a:lnTo>
                    <a:lnTo>
                      <a:pt x="41178" y="16300"/>
                    </a:lnTo>
                    <a:lnTo>
                      <a:pt x="41115" y="16258"/>
                    </a:lnTo>
                    <a:lnTo>
                      <a:pt x="41136" y="16153"/>
                    </a:lnTo>
                    <a:lnTo>
                      <a:pt x="41178" y="16195"/>
                    </a:lnTo>
                    <a:lnTo>
                      <a:pt x="41241" y="16258"/>
                    </a:lnTo>
                    <a:lnTo>
                      <a:pt x="41324" y="16258"/>
                    </a:lnTo>
                    <a:lnTo>
                      <a:pt x="41345" y="16195"/>
                    </a:lnTo>
                    <a:lnTo>
                      <a:pt x="41324" y="16133"/>
                    </a:lnTo>
                    <a:lnTo>
                      <a:pt x="41282" y="16091"/>
                    </a:lnTo>
                    <a:lnTo>
                      <a:pt x="41282" y="16049"/>
                    </a:lnTo>
                    <a:lnTo>
                      <a:pt x="41324" y="16028"/>
                    </a:lnTo>
                    <a:lnTo>
                      <a:pt x="41345" y="16049"/>
                    </a:lnTo>
                    <a:lnTo>
                      <a:pt x="41429" y="16091"/>
                    </a:lnTo>
                    <a:lnTo>
                      <a:pt x="41429" y="16153"/>
                    </a:lnTo>
                    <a:lnTo>
                      <a:pt x="41408" y="16237"/>
                    </a:lnTo>
                    <a:lnTo>
                      <a:pt x="41513" y="16258"/>
                    </a:lnTo>
                    <a:lnTo>
                      <a:pt x="41617" y="16279"/>
                    </a:lnTo>
                    <a:lnTo>
                      <a:pt x="41701" y="16258"/>
                    </a:lnTo>
                    <a:lnTo>
                      <a:pt x="41764" y="16258"/>
                    </a:lnTo>
                    <a:lnTo>
                      <a:pt x="41826" y="16174"/>
                    </a:lnTo>
                    <a:lnTo>
                      <a:pt x="41826" y="16133"/>
                    </a:lnTo>
                    <a:lnTo>
                      <a:pt x="41638" y="16133"/>
                    </a:lnTo>
                    <a:lnTo>
                      <a:pt x="41617" y="16091"/>
                    </a:lnTo>
                    <a:lnTo>
                      <a:pt x="41659" y="16049"/>
                    </a:lnTo>
                    <a:lnTo>
                      <a:pt x="41743" y="16070"/>
                    </a:lnTo>
                    <a:lnTo>
                      <a:pt x="41805" y="16049"/>
                    </a:lnTo>
                    <a:lnTo>
                      <a:pt x="41764" y="15986"/>
                    </a:lnTo>
                    <a:lnTo>
                      <a:pt x="41722" y="15965"/>
                    </a:lnTo>
                    <a:lnTo>
                      <a:pt x="41743" y="15944"/>
                    </a:lnTo>
                    <a:lnTo>
                      <a:pt x="41722" y="15881"/>
                    </a:lnTo>
                    <a:lnTo>
                      <a:pt x="41659" y="15861"/>
                    </a:lnTo>
                    <a:lnTo>
                      <a:pt x="41596" y="15881"/>
                    </a:lnTo>
                    <a:lnTo>
                      <a:pt x="41638" y="15819"/>
                    </a:lnTo>
                    <a:lnTo>
                      <a:pt x="41701" y="15756"/>
                    </a:lnTo>
                    <a:lnTo>
                      <a:pt x="41722" y="15777"/>
                    </a:lnTo>
                    <a:lnTo>
                      <a:pt x="41764" y="15819"/>
                    </a:lnTo>
                    <a:lnTo>
                      <a:pt x="41826" y="15881"/>
                    </a:lnTo>
                    <a:lnTo>
                      <a:pt x="41826" y="15965"/>
                    </a:lnTo>
                    <a:lnTo>
                      <a:pt x="41952" y="15965"/>
                    </a:lnTo>
                    <a:lnTo>
                      <a:pt x="42015" y="15944"/>
                    </a:lnTo>
                    <a:lnTo>
                      <a:pt x="42036" y="15923"/>
                    </a:lnTo>
                    <a:lnTo>
                      <a:pt x="42015" y="15840"/>
                    </a:lnTo>
                    <a:lnTo>
                      <a:pt x="41931" y="15777"/>
                    </a:lnTo>
                    <a:lnTo>
                      <a:pt x="41931" y="15714"/>
                    </a:lnTo>
                    <a:lnTo>
                      <a:pt x="41910" y="15651"/>
                    </a:lnTo>
                    <a:lnTo>
                      <a:pt x="41805" y="15651"/>
                    </a:lnTo>
                    <a:lnTo>
                      <a:pt x="41847" y="15547"/>
                    </a:lnTo>
                    <a:lnTo>
                      <a:pt x="41805" y="15463"/>
                    </a:lnTo>
                    <a:lnTo>
                      <a:pt x="41701" y="15463"/>
                    </a:lnTo>
                    <a:lnTo>
                      <a:pt x="41743" y="15400"/>
                    </a:lnTo>
                    <a:lnTo>
                      <a:pt x="41722" y="15358"/>
                    </a:lnTo>
                    <a:lnTo>
                      <a:pt x="41596" y="15442"/>
                    </a:lnTo>
                    <a:lnTo>
                      <a:pt x="41533" y="15526"/>
                    </a:lnTo>
                    <a:lnTo>
                      <a:pt x="41554" y="15651"/>
                    </a:lnTo>
                    <a:lnTo>
                      <a:pt x="41533" y="15651"/>
                    </a:lnTo>
                    <a:lnTo>
                      <a:pt x="41492" y="15609"/>
                    </a:lnTo>
                    <a:lnTo>
                      <a:pt x="41492" y="15442"/>
                    </a:lnTo>
                    <a:lnTo>
                      <a:pt x="41450" y="15421"/>
                    </a:lnTo>
                    <a:lnTo>
                      <a:pt x="41408" y="15442"/>
                    </a:lnTo>
                    <a:lnTo>
                      <a:pt x="41408" y="15526"/>
                    </a:lnTo>
                    <a:lnTo>
                      <a:pt x="41324" y="15651"/>
                    </a:lnTo>
                    <a:lnTo>
                      <a:pt x="41282" y="15714"/>
                    </a:lnTo>
                    <a:lnTo>
                      <a:pt x="41282" y="15714"/>
                    </a:lnTo>
                    <a:lnTo>
                      <a:pt x="41303" y="15630"/>
                    </a:lnTo>
                    <a:lnTo>
                      <a:pt x="41303" y="15505"/>
                    </a:lnTo>
                    <a:lnTo>
                      <a:pt x="41387" y="15358"/>
                    </a:lnTo>
                    <a:lnTo>
                      <a:pt x="41387" y="15296"/>
                    </a:lnTo>
                    <a:lnTo>
                      <a:pt x="41282" y="15317"/>
                    </a:lnTo>
                    <a:lnTo>
                      <a:pt x="41178" y="15442"/>
                    </a:lnTo>
                    <a:lnTo>
                      <a:pt x="41178" y="15505"/>
                    </a:lnTo>
                    <a:lnTo>
                      <a:pt x="41094" y="15568"/>
                    </a:lnTo>
                    <a:lnTo>
                      <a:pt x="41010" y="15568"/>
                    </a:lnTo>
                    <a:lnTo>
                      <a:pt x="41010" y="15505"/>
                    </a:lnTo>
                    <a:lnTo>
                      <a:pt x="41073" y="15400"/>
                    </a:lnTo>
                    <a:lnTo>
                      <a:pt x="41199" y="15337"/>
                    </a:lnTo>
                    <a:lnTo>
                      <a:pt x="41241" y="15233"/>
                    </a:lnTo>
                    <a:lnTo>
                      <a:pt x="41303" y="15149"/>
                    </a:lnTo>
                    <a:lnTo>
                      <a:pt x="41345" y="15149"/>
                    </a:lnTo>
                    <a:lnTo>
                      <a:pt x="41429" y="15086"/>
                    </a:lnTo>
                    <a:lnTo>
                      <a:pt x="41450" y="15024"/>
                    </a:lnTo>
                    <a:lnTo>
                      <a:pt x="41387" y="15003"/>
                    </a:lnTo>
                    <a:lnTo>
                      <a:pt x="41282" y="15086"/>
                    </a:lnTo>
                    <a:lnTo>
                      <a:pt x="41199" y="15149"/>
                    </a:lnTo>
                    <a:lnTo>
                      <a:pt x="41115" y="15191"/>
                    </a:lnTo>
                    <a:lnTo>
                      <a:pt x="41010" y="15296"/>
                    </a:lnTo>
                    <a:lnTo>
                      <a:pt x="41073" y="15191"/>
                    </a:lnTo>
                    <a:lnTo>
                      <a:pt x="41136" y="15086"/>
                    </a:lnTo>
                    <a:lnTo>
                      <a:pt x="41115" y="15086"/>
                    </a:lnTo>
                    <a:lnTo>
                      <a:pt x="41010" y="15107"/>
                    </a:lnTo>
                    <a:lnTo>
                      <a:pt x="40969" y="15149"/>
                    </a:lnTo>
                    <a:lnTo>
                      <a:pt x="40801" y="15128"/>
                    </a:lnTo>
                    <a:lnTo>
                      <a:pt x="40696" y="15128"/>
                    </a:lnTo>
                    <a:lnTo>
                      <a:pt x="40655" y="15086"/>
                    </a:lnTo>
                    <a:lnTo>
                      <a:pt x="40759" y="15086"/>
                    </a:lnTo>
                    <a:lnTo>
                      <a:pt x="40969" y="15024"/>
                    </a:lnTo>
                    <a:lnTo>
                      <a:pt x="40864" y="14982"/>
                    </a:lnTo>
                    <a:lnTo>
                      <a:pt x="40780" y="14919"/>
                    </a:lnTo>
                    <a:lnTo>
                      <a:pt x="40864" y="14919"/>
                    </a:lnTo>
                    <a:lnTo>
                      <a:pt x="40927" y="14898"/>
                    </a:lnTo>
                    <a:lnTo>
                      <a:pt x="40885" y="14793"/>
                    </a:lnTo>
                    <a:lnTo>
                      <a:pt x="40801" y="14773"/>
                    </a:lnTo>
                    <a:lnTo>
                      <a:pt x="40801" y="14731"/>
                    </a:lnTo>
                    <a:lnTo>
                      <a:pt x="40885" y="14689"/>
                    </a:lnTo>
                    <a:lnTo>
                      <a:pt x="40885" y="14605"/>
                    </a:lnTo>
                    <a:lnTo>
                      <a:pt x="40864" y="14480"/>
                    </a:lnTo>
                    <a:lnTo>
                      <a:pt x="40822" y="14417"/>
                    </a:lnTo>
                    <a:lnTo>
                      <a:pt x="40696" y="14480"/>
                    </a:lnTo>
                    <a:lnTo>
                      <a:pt x="40655" y="14521"/>
                    </a:lnTo>
                    <a:lnTo>
                      <a:pt x="40592" y="14501"/>
                    </a:lnTo>
                    <a:lnTo>
                      <a:pt x="40571" y="14521"/>
                    </a:lnTo>
                    <a:lnTo>
                      <a:pt x="40550" y="14501"/>
                    </a:lnTo>
                    <a:lnTo>
                      <a:pt x="40592" y="14417"/>
                    </a:lnTo>
                    <a:lnTo>
                      <a:pt x="40613" y="14312"/>
                    </a:lnTo>
                    <a:lnTo>
                      <a:pt x="40759" y="14291"/>
                    </a:lnTo>
                    <a:lnTo>
                      <a:pt x="40801" y="14249"/>
                    </a:lnTo>
                    <a:lnTo>
                      <a:pt x="40801" y="14103"/>
                    </a:lnTo>
                    <a:lnTo>
                      <a:pt x="40780" y="14061"/>
                    </a:lnTo>
                    <a:lnTo>
                      <a:pt x="40696" y="14145"/>
                    </a:lnTo>
                    <a:lnTo>
                      <a:pt x="40571" y="14249"/>
                    </a:lnTo>
                    <a:lnTo>
                      <a:pt x="40508" y="14312"/>
                    </a:lnTo>
                    <a:lnTo>
                      <a:pt x="40445" y="14375"/>
                    </a:lnTo>
                    <a:lnTo>
                      <a:pt x="40445" y="14480"/>
                    </a:lnTo>
                    <a:lnTo>
                      <a:pt x="40445" y="14563"/>
                    </a:lnTo>
                    <a:lnTo>
                      <a:pt x="40278" y="14291"/>
                    </a:lnTo>
                    <a:lnTo>
                      <a:pt x="40278" y="14187"/>
                    </a:lnTo>
                    <a:lnTo>
                      <a:pt x="40278" y="14082"/>
                    </a:lnTo>
                    <a:lnTo>
                      <a:pt x="40341" y="13998"/>
                    </a:lnTo>
                    <a:lnTo>
                      <a:pt x="40424" y="13873"/>
                    </a:lnTo>
                    <a:lnTo>
                      <a:pt x="40466" y="13789"/>
                    </a:lnTo>
                    <a:lnTo>
                      <a:pt x="40424" y="13768"/>
                    </a:lnTo>
                    <a:lnTo>
                      <a:pt x="40362" y="13831"/>
                    </a:lnTo>
                    <a:lnTo>
                      <a:pt x="40299" y="13894"/>
                    </a:lnTo>
                    <a:lnTo>
                      <a:pt x="40299" y="13936"/>
                    </a:lnTo>
                    <a:lnTo>
                      <a:pt x="40194" y="13977"/>
                    </a:lnTo>
                    <a:lnTo>
                      <a:pt x="40152" y="14061"/>
                    </a:lnTo>
                    <a:lnTo>
                      <a:pt x="40152" y="14103"/>
                    </a:lnTo>
                    <a:lnTo>
                      <a:pt x="40069" y="14249"/>
                    </a:lnTo>
                    <a:lnTo>
                      <a:pt x="40027" y="14270"/>
                    </a:lnTo>
                    <a:lnTo>
                      <a:pt x="40027" y="14187"/>
                    </a:lnTo>
                    <a:lnTo>
                      <a:pt x="40069" y="14082"/>
                    </a:lnTo>
                    <a:lnTo>
                      <a:pt x="40173" y="13894"/>
                    </a:lnTo>
                    <a:lnTo>
                      <a:pt x="40215" y="13852"/>
                    </a:lnTo>
                    <a:lnTo>
                      <a:pt x="40194" y="13768"/>
                    </a:lnTo>
                    <a:lnTo>
                      <a:pt x="40111" y="13768"/>
                    </a:lnTo>
                    <a:lnTo>
                      <a:pt x="40048" y="13852"/>
                    </a:lnTo>
                    <a:lnTo>
                      <a:pt x="40048" y="13936"/>
                    </a:lnTo>
                    <a:lnTo>
                      <a:pt x="40006" y="13957"/>
                    </a:lnTo>
                    <a:lnTo>
                      <a:pt x="40006" y="13873"/>
                    </a:lnTo>
                    <a:lnTo>
                      <a:pt x="40069" y="13747"/>
                    </a:lnTo>
                    <a:lnTo>
                      <a:pt x="40090" y="13685"/>
                    </a:lnTo>
                    <a:lnTo>
                      <a:pt x="40048" y="13622"/>
                    </a:lnTo>
                    <a:lnTo>
                      <a:pt x="39943" y="13580"/>
                    </a:lnTo>
                    <a:lnTo>
                      <a:pt x="39964" y="13559"/>
                    </a:lnTo>
                    <a:lnTo>
                      <a:pt x="39901" y="13517"/>
                    </a:lnTo>
                    <a:lnTo>
                      <a:pt x="39776" y="13517"/>
                    </a:lnTo>
                    <a:lnTo>
                      <a:pt x="39692" y="13538"/>
                    </a:lnTo>
                    <a:lnTo>
                      <a:pt x="39734" y="13454"/>
                    </a:lnTo>
                    <a:lnTo>
                      <a:pt x="39818" y="13433"/>
                    </a:lnTo>
                    <a:lnTo>
                      <a:pt x="39713" y="13413"/>
                    </a:lnTo>
                    <a:lnTo>
                      <a:pt x="39567" y="13413"/>
                    </a:lnTo>
                    <a:lnTo>
                      <a:pt x="39504" y="13517"/>
                    </a:lnTo>
                    <a:lnTo>
                      <a:pt x="39504" y="13433"/>
                    </a:lnTo>
                    <a:lnTo>
                      <a:pt x="39671" y="13350"/>
                    </a:lnTo>
                    <a:lnTo>
                      <a:pt x="39818" y="13329"/>
                    </a:lnTo>
                    <a:lnTo>
                      <a:pt x="39860" y="13371"/>
                    </a:lnTo>
                    <a:lnTo>
                      <a:pt x="39964" y="13392"/>
                    </a:lnTo>
                    <a:lnTo>
                      <a:pt x="39985" y="13350"/>
                    </a:lnTo>
                    <a:lnTo>
                      <a:pt x="40027" y="13266"/>
                    </a:lnTo>
                    <a:lnTo>
                      <a:pt x="39943" y="13266"/>
                    </a:lnTo>
                    <a:lnTo>
                      <a:pt x="39839" y="13245"/>
                    </a:lnTo>
                    <a:lnTo>
                      <a:pt x="39734" y="13182"/>
                    </a:lnTo>
                    <a:lnTo>
                      <a:pt x="39650" y="13182"/>
                    </a:lnTo>
                    <a:lnTo>
                      <a:pt x="39650" y="13287"/>
                    </a:lnTo>
                    <a:lnTo>
                      <a:pt x="39608" y="13287"/>
                    </a:lnTo>
                    <a:lnTo>
                      <a:pt x="39608" y="13245"/>
                    </a:lnTo>
                    <a:lnTo>
                      <a:pt x="39629" y="13182"/>
                    </a:lnTo>
                    <a:lnTo>
                      <a:pt x="39629" y="13140"/>
                    </a:lnTo>
                    <a:lnTo>
                      <a:pt x="39525" y="13140"/>
                    </a:lnTo>
                    <a:lnTo>
                      <a:pt x="39525" y="13182"/>
                    </a:lnTo>
                    <a:lnTo>
                      <a:pt x="39462" y="13224"/>
                    </a:lnTo>
                    <a:lnTo>
                      <a:pt x="39441" y="13161"/>
                    </a:lnTo>
                    <a:lnTo>
                      <a:pt x="39441" y="13078"/>
                    </a:lnTo>
                    <a:lnTo>
                      <a:pt x="39399" y="13057"/>
                    </a:lnTo>
                    <a:lnTo>
                      <a:pt x="39357" y="13078"/>
                    </a:lnTo>
                    <a:lnTo>
                      <a:pt x="39316" y="13036"/>
                    </a:lnTo>
                    <a:lnTo>
                      <a:pt x="39232" y="12994"/>
                    </a:lnTo>
                    <a:lnTo>
                      <a:pt x="39148" y="12994"/>
                    </a:lnTo>
                    <a:lnTo>
                      <a:pt x="39232" y="12910"/>
                    </a:lnTo>
                    <a:lnTo>
                      <a:pt x="39295" y="12868"/>
                    </a:lnTo>
                    <a:lnTo>
                      <a:pt x="39441" y="12973"/>
                    </a:lnTo>
                    <a:lnTo>
                      <a:pt x="39504" y="12973"/>
                    </a:lnTo>
                    <a:lnTo>
                      <a:pt x="39462" y="12931"/>
                    </a:lnTo>
                    <a:lnTo>
                      <a:pt x="39169" y="12764"/>
                    </a:lnTo>
                    <a:lnTo>
                      <a:pt x="39044" y="12743"/>
                    </a:lnTo>
                    <a:lnTo>
                      <a:pt x="39023" y="12722"/>
                    </a:lnTo>
                    <a:lnTo>
                      <a:pt x="39106" y="12722"/>
                    </a:lnTo>
                    <a:lnTo>
                      <a:pt x="39316" y="12806"/>
                    </a:lnTo>
                    <a:lnTo>
                      <a:pt x="39441" y="12806"/>
                    </a:lnTo>
                    <a:lnTo>
                      <a:pt x="39650" y="12848"/>
                    </a:lnTo>
                    <a:lnTo>
                      <a:pt x="39692" y="12848"/>
                    </a:lnTo>
                    <a:lnTo>
                      <a:pt x="39671" y="12806"/>
                    </a:lnTo>
                    <a:lnTo>
                      <a:pt x="39671" y="12722"/>
                    </a:lnTo>
                    <a:lnTo>
                      <a:pt x="39629" y="12659"/>
                    </a:lnTo>
                    <a:lnTo>
                      <a:pt x="39546" y="12638"/>
                    </a:lnTo>
                    <a:lnTo>
                      <a:pt x="39462" y="12596"/>
                    </a:lnTo>
                    <a:lnTo>
                      <a:pt x="39483" y="12555"/>
                    </a:lnTo>
                    <a:lnTo>
                      <a:pt x="39546" y="12555"/>
                    </a:lnTo>
                    <a:lnTo>
                      <a:pt x="39567" y="12617"/>
                    </a:lnTo>
                    <a:lnTo>
                      <a:pt x="39629" y="12638"/>
                    </a:lnTo>
                    <a:lnTo>
                      <a:pt x="39671" y="12617"/>
                    </a:lnTo>
                    <a:lnTo>
                      <a:pt x="39776" y="12617"/>
                    </a:lnTo>
                    <a:lnTo>
                      <a:pt x="39797" y="12596"/>
                    </a:lnTo>
                    <a:lnTo>
                      <a:pt x="39797" y="12534"/>
                    </a:lnTo>
                    <a:lnTo>
                      <a:pt x="39734" y="12513"/>
                    </a:lnTo>
                    <a:lnTo>
                      <a:pt x="39734" y="12450"/>
                    </a:lnTo>
                    <a:lnTo>
                      <a:pt x="39671" y="12387"/>
                    </a:lnTo>
                    <a:lnTo>
                      <a:pt x="39588" y="12408"/>
                    </a:lnTo>
                    <a:lnTo>
                      <a:pt x="39525" y="12450"/>
                    </a:lnTo>
                    <a:lnTo>
                      <a:pt x="39378" y="12450"/>
                    </a:lnTo>
                    <a:lnTo>
                      <a:pt x="39357" y="12513"/>
                    </a:lnTo>
                    <a:lnTo>
                      <a:pt x="39316" y="12513"/>
                    </a:lnTo>
                    <a:lnTo>
                      <a:pt x="39274" y="12429"/>
                    </a:lnTo>
                    <a:lnTo>
                      <a:pt x="39378" y="12387"/>
                    </a:lnTo>
                    <a:lnTo>
                      <a:pt x="39525" y="12387"/>
                    </a:lnTo>
                    <a:lnTo>
                      <a:pt x="39567" y="12345"/>
                    </a:lnTo>
                    <a:lnTo>
                      <a:pt x="39692" y="12345"/>
                    </a:lnTo>
                    <a:lnTo>
                      <a:pt x="39734" y="12304"/>
                    </a:lnTo>
                    <a:lnTo>
                      <a:pt x="39650" y="12283"/>
                    </a:lnTo>
                    <a:lnTo>
                      <a:pt x="39546" y="12241"/>
                    </a:lnTo>
                    <a:lnTo>
                      <a:pt x="39525" y="12199"/>
                    </a:lnTo>
                    <a:lnTo>
                      <a:pt x="39588" y="12241"/>
                    </a:lnTo>
                    <a:lnTo>
                      <a:pt x="39776" y="12241"/>
                    </a:lnTo>
                    <a:lnTo>
                      <a:pt x="39839" y="12283"/>
                    </a:lnTo>
                    <a:lnTo>
                      <a:pt x="39964" y="12429"/>
                    </a:lnTo>
                    <a:lnTo>
                      <a:pt x="40048" y="12450"/>
                    </a:lnTo>
                    <a:lnTo>
                      <a:pt x="40090" y="12429"/>
                    </a:lnTo>
                    <a:lnTo>
                      <a:pt x="40111" y="12492"/>
                    </a:lnTo>
                    <a:lnTo>
                      <a:pt x="40173" y="12513"/>
                    </a:lnTo>
                    <a:lnTo>
                      <a:pt x="40215" y="12450"/>
                    </a:lnTo>
                    <a:lnTo>
                      <a:pt x="40278" y="12450"/>
                    </a:lnTo>
                    <a:lnTo>
                      <a:pt x="40320" y="12555"/>
                    </a:lnTo>
                    <a:lnTo>
                      <a:pt x="40404" y="12555"/>
                    </a:lnTo>
                    <a:lnTo>
                      <a:pt x="40466" y="12534"/>
                    </a:lnTo>
                    <a:lnTo>
                      <a:pt x="40466" y="12408"/>
                    </a:lnTo>
                    <a:lnTo>
                      <a:pt x="40404" y="12324"/>
                    </a:lnTo>
                    <a:lnTo>
                      <a:pt x="40383" y="12241"/>
                    </a:lnTo>
                    <a:lnTo>
                      <a:pt x="40278" y="12199"/>
                    </a:lnTo>
                    <a:lnTo>
                      <a:pt x="40194" y="12136"/>
                    </a:lnTo>
                    <a:lnTo>
                      <a:pt x="40152" y="12115"/>
                    </a:lnTo>
                    <a:lnTo>
                      <a:pt x="40090" y="12136"/>
                    </a:lnTo>
                    <a:lnTo>
                      <a:pt x="40048" y="12178"/>
                    </a:lnTo>
                    <a:lnTo>
                      <a:pt x="39964" y="12115"/>
                    </a:lnTo>
                    <a:lnTo>
                      <a:pt x="39797" y="11990"/>
                    </a:lnTo>
                    <a:lnTo>
                      <a:pt x="39692" y="11969"/>
                    </a:lnTo>
                    <a:lnTo>
                      <a:pt x="39483" y="11990"/>
                    </a:lnTo>
                    <a:lnTo>
                      <a:pt x="39420" y="11969"/>
                    </a:lnTo>
                    <a:lnTo>
                      <a:pt x="39588" y="11927"/>
                    </a:lnTo>
                    <a:lnTo>
                      <a:pt x="39671" y="11864"/>
                    </a:lnTo>
                    <a:lnTo>
                      <a:pt x="39755" y="11864"/>
                    </a:lnTo>
                    <a:lnTo>
                      <a:pt x="39776" y="11885"/>
                    </a:lnTo>
                    <a:lnTo>
                      <a:pt x="39860" y="11885"/>
                    </a:lnTo>
                    <a:lnTo>
                      <a:pt x="39943" y="11822"/>
                    </a:lnTo>
                    <a:lnTo>
                      <a:pt x="40006" y="11780"/>
                    </a:lnTo>
                    <a:lnTo>
                      <a:pt x="40173" y="11780"/>
                    </a:lnTo>
                    <a:lnTo>
                      <a:pt x="40257" y="11822"/>
                    </a:lnTo>
                    <a:lnTo>
                      <a:pt x="40383" y="11822"/>
                    </a:lnTo>
                    <a:lnTo>
                      <a:pt x="40424" y="11760"/>
                    </a:lnTo>
                    <a:lnTo>
                      <a:pt x="40466" y="11676"/>
                    </a:lnTo>
                    <a:lnTo>
                      <a:pt x="40404" y="11592"/>
                    </a:lnTo>
                    <a:lnTo>
                      <a:pt x="40383" y="11467"/>
                    </a:lnTo>
                    <a:lnTo>
                      <a:pt x="40278" y="11236"/>
                    </a:lnTo>
                    <a:lnTo>
                      <a:pt x="40257" y="11090"/>
                    </a:lnTo>
                    <a:lnTo>
                      <a:pt x="40194" y="11132"/>
                    </a:lnTo>
                    <a:lnTo>
                      <a:pt x="40173" y="11090"/>
                    </a:lnTo>
                    <a:lnTo>
                      <a:pt x="40090" y="11132"/>
                    </a:lnTo>
                    <a:lnTo>
                      <a:pt x="40090" y="11174"/>
                    </a:lnTo>
                    <a:lnTo>
                      <a:pt x="40048" y="11278"/>
                    </a:lnTo>
                    <a:lnTo>
                      <a:pt x="40069" y="11299"/>
                    </a:lnTo>
                    <a:lnTo>
                      <a:pt x="40069" y="11383"/>
                    </a:lnTo>
                    <a:lnTo>
                      <a:pt x="40006" y="11404"/>
                    </a:lnTo>
                    <a:lnTo>
                      <a:pt x="39901" y="11467"/>
                    </a:lnTo>
                    <a:lnTo>
                      <a:pt x="39839" y="11550"/>
                    </a:lnTo>
                    <a:lnTo>
                      <a:pt x="39734" y="11508"/>
                    </a:lnTo>
                    <a:lnTo>
                      <a:pt x="39650" y="11488"/>
                    </a:lnTo>
                    <a:lnTo>
                      <a:pt x="39546" y="11508"/>
                    </a:lnTo>
                    <a:lnTo>
                      <a:pt x="39462" y="11613"/>
                    </a:lnTo>
                    <a:lnTo>
                      <a:pt x="39357" y="11718"/>
                    </a:lnTo>
                    <a:lnTo>
                      <a:pt x="39316" y="11697"/>
                    </a:lnTo>
                    <a:lnTo>
                      <a:pt x="39232" y="11676"/>
                    </a:lnTo>
                    <a:lnTo>
                      <a:pt x="39127" y="11697"/>
                    </a:lnTo>
                    <a:lnTo>
                      <a:pt x="39085" y="11697"/>
                    </a:lnTo>
                    <a:lnTo>
                      <a:pt x="39190" y="11592"/>
                    </a:lnTo>
                    <a:lnTo>
                      <a:pt x="39232" y="11571"/>
                    </a:lnTo>
                    <a:lnTo>
                      <a:pt x="39316" y="11613"/>
                    </a:lnTo>
                    <a:lnTo>
                      <a:pt x="39420" y="11571"/>
                    </a:lnTo>
                    <a:lnTo>
                      <a:pt x="39462" y="11467"/>
                    </a:lnTo>
                    <a:lnTo>
                      <a:pt x="39546" y="11404"/>
                    </a:lnTo>
                    <a:lnTo>
                      <a:pt x="39588" y="11404"/>
                    </a:lnTo>
                    <a:lnTo>
                      <a:pt x="39692" y="11362"/>
                    </a:lnTo>
                    <a:lnTo>
                      <a:pt x="39776" y="11299"/>
                    </a:lnTo>
                    <a:lnTo>
                      <a:pt x="39776" y="11174"/>
                    </a:lnTo>
                    <a:lnTo>
                      <a:pt x="39776" y="11132"/>
                    </a:lnTo>
                    <a:lnTo>
                      <a:pt x="39692" y="11132"/>
                    </a:lnTo>
                    <a:lnTo>
                      <a:pt x="39629" y="11153"/>
                    </a:lnTo>
                    <a:lnTo>
                      <a:pt x="39546" y="11132"/>
                    </a:lnTo>
                    <a:lnTo>
                      <a:pt x="39420" y="11132"/>
                    </a:lnTo>
                    <a:lnTo>
                      <a:pt x="39253" y="11278"/>
                    </a:lnTo>
                    <a:lnTo>
                      <a:pt x="39148" y="11383"/>
                    </a:lnTo>
                    <a:lnTo>
                      <a:pt x="38960" y="11404"/>
                    </a:lnTo>
                    <a:lnTo>
                      <a:pt x="39023" y="11362"/>
                    </a:lnTo>
                    <a:lnTo>
                      <a:pt x="39148" y="11341"/>
                    </a:lnTo>
                    <a:lnTo>
                      <a:pt x="39169" y="11257"/>
                    </a:lnTo>
                    <a:lnTo>
                      <a:pt x="39127" y="11236"/>
                    </a:lnTo>
                    <a:lnTo>
                      <a:pt x="39023" y="11236"/>
                    </a:lnTo>
                    <a:lnTo>
                      <a:pt x="39190" y="11153"/>
                    </a:lnTo>
                    <a:lnTo>
                      <a:pt x="39295" y="11153"/>
                    </a:lnTo>
                    <a:lnTo>
                      <a:pt x="39441" y="11048"/>
                    </a:lnTo>
                    <a:lnTo>
                      <a:pt x="39567" y="11048"/>
                    </a:lnTo>
                    <a:lnTo>
                      <a:pt x="39650" y="11027"/>
                    </a:lnTo>
                    <a:lnTo>
                      <a:pt x="39839" y="11027"/>
                    </a:lnTo>
                    <a:lnTo>
                      <a:pt x="39922" y="10944"/>
                    </a:lnTo>
                    <a:lnTo>
                      <a:pt x="39964" y="10881"/>
                    </a:lnTo>
                    <a:lnTo>
                      <a:pt x="39985" y="10839"/>
                    </a:lnTo>
                    <a:lnTo>
                      <a:pt x="40069" y="10818"/>
                    </a:lnTo>
                    <a:lnTo>
                      <a:pt x="40069" y="10923"/>
                    </a:lnTo>
                    <a:lnTo>
                      <a:pt x="40132" y="10944"/>
                    </a:lnTo>
                    <a:lnTo>
                      <a:pt x="40236" y="10839"/>
                    </a:lnTo>
                    <a:lnTo>
                      <a:pt x="40257" y="10734"/>
                    </a:lnTo>
                    <a:lnTo>
                      <a:pt x="40236" y="10672"/>
                    </a:lnTo>
                    <a:lnTo>
                      <a:pt x="40152" y="10630"/>
                    </a:lnTo>
                    <a:lnTo>
                      <a:pt x="40090" y="10525"/>
                    </a:lnTo>
                    <a:lnTo>
                      <a:pt x="39964" y="10400"/>
                    </a:lnTo>
                    <a:lnTo>
                      <a:pt x="39922" y="10295"/>
                    </a:lnTo>
                    <a:lnTo>
                      <a:pt x="39839" y="10295"/>
                    </a:lnTo>
                    <a:lnTo>
                      <a:pt x="39755" y="10337"/>
                    </a:lnTo>
                    <a:lnTo>
                      <a:pt x="39713" y="10400"/>
                    </a:lnTo>
                    <a:lnTo>
                      <a:pt x="39629" y="10420"/>
                    </a:lnTo>
                    <a:lnTo>
                      <a:pt x="39525" y="10504"/>
                    </a:lnTo>
                    <a:lnTo>
                      <a:pt x="39420" y="10504"/>
                    </a:lnTo>
                    <a:lnTo>
                      <a:pt x="39336" y="10567"/>
                    </a:lnTo>
                    <a:lnTo>
                      <a:pt x="39316" y="10546"/>
                    </a:lnTo>
                    <a:lnTo>
                      <a:pt x="39336" y="10441"/>
                    </a:lnTo>
                    <a:lnTo>
                      <a:pt x="39420" y="10400"/>
                    </a:lnTo>
                    <a:lnTo>
                      <a:pt x="39525" y="10400"/>
                    </a:lnTo>
                    <a:lnTo>
                      <a:pt x="39650" y="10253"/>
                    </a:lnTo>
                    <a:lnTo>
                      <a:pt x="39713" y="10190"/>
                    </a:lnTo>
                    <a:lnTo>
                      <a:pt x="39713" y="10127"/>
                    </a:lnTo>
                    <a:lnTo>
                      <a:pt x="39629" y="10148"/>
                    </a:lnTo>
                    <a:lnTo>
                      <a:pt x="39462" y="10211"/>
                    </a:lnTo>
                    <a:lnTo>
                      <a:pt x="39316" y="10316"/>
                    </a:lnTo>
                    <a:lnTo>
                      <a:pt x="39253" y="10316"/>
                    </a:lnTo>
                    <a:lnTo>
                      <a:pt x="39211" y="10358"/>
                    </a:lnTo>
                    <a:lnTo>
                      <a:pt x="39169" y="10441"/>
                    </a:lnTo>
                    <a:lnTo>
                      <a:pt x="39106" y="10630"/>
                    </a:lnTo>
                    <a:lnTo>
                      <a:pt x="38918" y="10839"/>
                    </a:lnTo>
                    <a:lnTo>
                      <a:pt x="38730" y="10944"/>
                    </a:lnTo>
                    <a:lnTo>
                      <a:pt x="38730" y="10923"/>
                    </a:lnTo>
                    <a:lnTo>
                      <a:pt x="38813" y="10839"/>
                    </a:lnTo>
                    <a:lnTo>
                      <a:pt x="38939" y="10713"/>
                    </a:lnTo>
                    <a:lnTo>
                      <a:pt x="39023" y="10567"/>
                    </a:lnTo>
                    <a:lnTo>
                      <a:pt x="39064" y="10525"/>
                    </a:lnTo>
                    <a:lnTo>
                      <a:pt x="39064" y="10462"/>
                    </a:lnTo>
                    <a:lnTo>
                      <a:pt x="39023" y="10462"/>
                    </a:lnTo>
                    <a:lnTo>
                      <a:pt x="39002" y="10441"/>
                    </a:lnTo>
                    <a:lnTo>
                      <a:pt x="38939" y="10462"/>
                    </a:lnTo>
                    <a:lnTo>
                      <a:pt x="38855" y="10609"/>
                    </a:lnTo>
                    <a:lnTo>
                      <a:pt x="38730" y="10734"/>
                    </a:lnTo>
                    <a:lnTo>
                      <a:pt x="38688" y="10734"/>
                    </a:lnTo>
                    <a:lnTo>
                      <a:pt x="38709" y="10651"/>
                    </a:lnTo>
                    <a:lnTo>
                      <a:pt x="38730" y="10567"/>
                    </a:lnTo>
                    <a:lnTo>
                      <a:pt x="38834" y="10462"/>
                    </a:lnTo>
                    <a:lnTo>
                      <a:pt x="38876" y="10400"/>
                    </a:lnTo>
                    <a:lnTo>
                      <a:pt x="38918" y="10316"/>
                    </a:lnTo>
                    <a:lnTo>
                      <a:pt x="39002" y="10316"/>
                    </a:lnTo>
                    <a:lnTo>
                      <a:pt x="39044" y="10337"/>
                    </a:lnTo>
                    <a:lnTo>
                      <a:pt x="39148" y="10337"/>
                    </a:lnTo>
                    <a:lnTo>
                      <a:pt x="39190" y="10295"/>
                    </a:lnTo>
                    <a:lnTo>
                      <a:pt x="39253" y="10211"/>
                    </a:lnTo>
                    <a:lnTo>
                      <a:pt x="39357" y="10148"/>
                    </a:lnTo>
                    <a:lnTo>
                      <a:pt x="39462" y="10023"/>
                    </a:lnTo>
                    <a:lnTo>
                      <a:pt x="39525" y="9918"/>
                    </a:lnTo>
                    <a:lnTo>
                      <a:pt x="39483" y="9814"/>
                    </a:lnTo>
                    <a:lnTo>
                      <a:pt x="39525" y="9730"/>
                    </a:lnTo>
                    <a:lnTo>
                      <a:pt x="39483" y="9709"/>
                    </a:lnTo>
                    <a:lnTo>
                      <a:pt x="39336" y="9793"/>
                    </a:lnTo>
                    <a:lnTo>
                      <a:pt x="39274" y="9876"/>
                    </a:lnTo>
                    <a:lnTo>
                      <a:pt x="39274" y="9981"/>
                    </a:lnTo>
                    <a:lnTo>
                      <a:pt x="39253" y="10107"/>
                    </a:lnTo>
                    <a:lnTo>
                      <a:pt x="39211" y="10127"/>
                    </a:lnTo>
                    <a:lnTo>
                      <a:pt x="39232" y="10086"/>
                    </a:lnTo>
                    <a:lnTo>
                      <a:pt x="39232" y="10023"/>
                    </a:lnTo>
                    <a:lnTo>
                      <a:pt x="39148" y="9981"/>
                    </a:lnTo>
                    <a:lnTo>
                      <a:pt x="39044" y="9981"/>
                    </a:lnTo>
                    <a:lnTo>
                      <a:pt x="38939" y="10044"/>
                    </a:lnTo>
                    <a:lnTo>
                      <a:pt x="38855" y="10023"/>
                    </a:lnTo>
                    <a:lnTo>
                      <a:pt x="38730" y="10044"/>
                    </a:lnTo>
                    <a:lnTo>
                      <a:pt x="38625" y="10107"/>
                    </a:lnTo>
                    <a:lnTo>
                      <a:pt x="38500" y="10107"/>
                    </a:lnTo>
                    <a:lnTo>
                      <a:pt x="38583" y="10044"/>
                    </a:lnTo>
                    <a:lnTo>
                      <a:pt x="38688" y="10002"/>
                    </a:lnTo>
                    <a:lnTo>
                      <a:pt x="38772" y="9897"/>
                    </a:lnTo>
                    <a:lnTo>
                      <a:pt x="38730" y="9814"/>
                    </a:lnTo>
                    <a:lnTo>
                      <a:pt x="38688" y="9814"/>
                    </a:lnTo>
                    <a:lnTo>
                      <a:pt x="38541" y="9835"/>
                    </a:lnTo>
                    <a:lnTo>
                      <a:pt x="38604" y="9772"/>
                    </a:lnTo>
                    <a:lnTo>
                      <a:pt x="38688" y="9772"/>
                    </a:lnTo>
                    <a:lnTo>
                      <a:pt x="38772" y="9709"/>
                    </a:lnTo>
                    <a:lnTo>
                      <a:pt x="38813" y="9604"/>
                    </a:lnTo>
                    <a:lnTo>
                      <a:pt x="38897" y="9583"/>
                    </a:lnTo>
                    <a:lnTo>
                      <a:pt x="38939" y="9521"/>
                    </a:lnTo>
                    <a:lnTo>
                      <a:pt x="39002" y="9521"/>
                    </a:lnTo>
                    <a:lnTo>
                      <a:pt x="39106" y="9604"/>
                    </a:lnTo>
                    <a:lnTo>
                      <a:pt x="39169" y="9667"/>
                    </a:lnTo>
                    <a:lnTo>
                      <a:pt x="39253" y="9667"/>
                    </a:lnTo>
                    <a:lnTo>
                      <a:pt x="39357" y="9521"/>
                    </a:lnTo>
                    <a:lnTo>
                      <a:pt x="39441" y="9458"/>
                    </a:lnTo>
                    <a:lnTo>
                      <a:pt x="39441" y="9395"/>
                    </a:lnTo>
                    <a:lnTo>
                      <a:pt x="39336" y="9270"/>
                    </a:lnTo>
                    <a:lnTo>
                      <a:pt x="39316" y="9165"/>
                    </a:lnTo>
                    <a:lnTo>
                      <a:pt x="39274" y="9060"/>
                    </a:lnTo>
                    <a:lnTo>
                      <a:pt x="39169" y="8956"/>
                    </a:lnTo>
                    <a:lnTo>
                      <a:pt x="39106" y="8893"/>
                    </a:lnTo>
                    <a:lnTo>
                      <a:pt x="39023" y="8726"/>
                    </a:lnTo>
                    <a:lnTo>
                      <a:pt x="38960" y="8747"/>
                    </a:lnTo>
                    <a:lnTo>
                      <a:pt x="38960" y="8830"/>
                    </a:lnTo>
                    <a:lnTo>
                      <a:pt x="38918" y="8893"/>
                    </a:lnTo>
                    <a:lnTo>
                      <a:pt x="38855" y="8935"/>
                    </a:lnTo>
                    <a:lnTo>
                      <a:pt x="38834" y="8977"/>
                    </a:lnTo>
                    <a:lnTo>
                      <a:pt x="38834" y="9060"/>
                    </a:lnTo>
                    <a:lnTo>
                      <a:pt x="38751" y="9102"/>
                    </a:lnTo>
                    <a:lnTo>
                      <a:pt x="38709" y="9186"/>
                    </a:lnTo>
                    <a:lnTo>
                      <a:pt x="38709" y="9291"/>
                    </a:lnTo>
                    <a:lnTo>
                      <a:pt x="38583" y="9353"/>
                    </a:lnTo>
                    <a:lnTo>
                      <a:pt x="38500" y="9458"/>
                    </a:lnTo>
                    <a:lnTo>
                      <a:pt x="38479" y="9542"/>
                    </a:lnTo>
                    <a:lnTo>
                      <a:pt x="38416" y="9604"/>
                    </a:lnTo>
                    <a:lnTo>
                      <a:pt x="38374" y="9583"/>
                    </a:lnTo>
                    <a:lnTo>
                      <a:pt x="38395" y="9458"/>
                    </a:lnTo>
                    <a:lnTo>
                      <a:pt x="38500" y="9291"/>
                    </a:lnTo>
                    <a:lnTo>
                      <a:pt x="38583" y="9270"/>
                    </a:lnTo>
                    <a:lnTo>
                      <a:pt x="38583" y="9228"/>
                    </a:lnTo>
                    <a:lnTo>
                      <a:pt x="38541" y="9186"/>
                    </a:lnTo>
                    <a:lnTo>
                      <a:pt x="38500" y="9123"/>
                    </a:lnTo>
                    <a:lnTo>
                      <a:pt x="38186" y="9332"/>
                    </a:lnTo>
                    <a:lnTo>
                      <a:pt x="38060" y="9500"/>
                    </a:lnTo>
                    <a:lnTo>
                      <a:pt x="37997" y="9583"/>
                    </a:lnTo>
                    <a:lnTo>
                      <a:pt x="37893" y="9604"/>
                    </a:lnTo>
                    <a:lnTo>
                      <a:pt x="37893" y="9583"/>
                    </a:lnTo>
                    <a:lnTo>
                      <a:pt x="37956" y="9542"/>
                    </a:lnTo>
                    <a:lnTo>
                      <a:pt x="38039" y="9374"/>
                    </a:lnTo>
                    <a:lnTo>
                      <a:pt x="38060" y="9291"/>
                    </a:lnTo>
                    <a:lnTo>
                      <a:pt x="38186" y="9165"/>
                    </a:lnTo>
                    <a:lnTo>
                      <a:pt x="38248" y="9081"/>
                    </a:lnTo>
                    <a:lnTo>
                      <a:pt x="38207" y="9019"/>
                    </a:lnTo>
                    <a:lnTo>
                      <a:pt x="38207" y="8935"/>
                    </a:lnTo>
                    <a:lnTo>
                      <a:pt x="38081" y="9019"/>
                    </a:lnTo>
                    <a:lnTo>
                      <a:pt x="37935" y="9144"/>
                    </a:lnTo>
                    <a:lnTo>
                      <a:pt x="37893" y="9249"/>
                    </a:lnTo>
                    <a:lnTo>
                      <a:pt x="37809" y="9353"/>
                    </a:lnTo>
                    <a:lnTo>
                      <a:pt x="37788" y="9332"/>
                    </a:lnTo>
                    <a:lnTo>
                      <a:pt x="37809" y="9228"/>
                    </a:lnTo>
                    <a:lnTo>
                      <a:pt x="37872" y="9123"/>
                    </a:lnTo>
                    <a:lnTo>
                      <a:pt x="37809" y="9081"/>
                    </a:lnTo>
                    <a:lnTo>
                      <a:pt x="37809" y="9039"/>
                    </a:lnTo>
                    <a:lnTo>
                      <a:pt x="37893" y="9019"/>
                    </a:lnTo>
                    <a:lnTo>
                      <a:pt x="38081" y="8872"/>
                    </a:lnTo>
                    <a:lnTo>
                      <a:pt x="38269" y="8726"/>
                    </a:lnTo>
                    <a:lnTo>
                      <a:pt x="38269" y="8642"/>
                    </a:lnTo>
                    <a:lnTo>
                      <a:pt x="38186" y="8642"/>
                    </a:lnTo>
                    <a:lnTo>
                      <a:pt x="38060" y="8726"/>
                    </a:lnTo>
                    <a:lnTo>
                      <a:pt x="38018" y="8809"/>
                    </a:lnTo>
                    <a:lnTo>
                      <a:pt x="37914" y="8851"/>
                    </a:lnTo>
                    <a:lnTo>
                      <a:pt x="37914" y="8809"/>
                    </a:lnTo>
                    <a:lnTo>
                      <a:pt x="37893" y="8747"/>
                    </a:lnTo>
                    <a:lnTo>
                      <a:pt x="37704" y="8872"/>
                    </a:lnTo>
                    <a:lnTo>
                      <a:pt x="37642" y="8977"/>
                    </a:lnTo>
                    <a:lnTo>
                      <a:pt x="37558" y="9165"/>
                    </a:lnTo>
                    <a:lnTo>
                      <a:pt x="37432" y="9249"/>
                    </a:lnTo>
                    <a:lnTo>
                      <a:pt x="37349" y="9249"/>
                    </a:lnTo>
                    <a:lnTo>
                      <a:pt x="37432" y="9165"/>
                    </a:lnTo>
                    <a:lnTo>
                      <a:pt x="37558" y="9060"/>
                    </a:lnTo>
                    <a:lnTo>
                      <a:pt x="37600" y="8956"/>
                    </a:lnTo>
                    <a:lnTo>
                      <a:pt x="37579" y="8935"/>
                    </a:lnTo>
                    <a:lnTo>
                      <a:pt x="37495" y="8935"/>
                    </a:lnTo>
                    <a:lnTo>
                      <a:pt x="37600" y="8851"/>
                    </a:lnTo>
                    <a:lnTo>
                      <a:pt x="37746" y="8830"/>
                    </a:lnTo>
                    <a:lnTo>
                      <a:pt x="37788" y="8767"/>
                    </a:lnTo>
                    <a:lnTo>
                      <a:pt x="37767" y="8726"/>
                    </a:lnTo>
                    <a:lnTo>
                      <a:pt x="37683" y="8747"/>
                    </a:lnTo>
                    <a:lnTo>
                      <a:pt x="37558" y="8767"/>
                    </a:lnTo>
                    <a:lnTo>
                      <a:pt x="37474" y="8851"/>
                    </a:lnTo>
                    <a:lnTo>
                      <a:pt x="37391" y="8830"/>
                    </a:lnTo>
                    <a:lnTo>
                      <a:pt x="37600" y="8726"/>
                    </a:lnTo>
                    <a:lnTo>
                      <a:pt x="37579" y="8663"/>
                    </a:lnTo>
                    <a:lnTo>
                      <a:pt x="37474" y="8663"/>
                    </a:lnTo>
                    <a:lnTo>
                      <a:pt x="37537" y="8600"/>
                    </a:lnTo>
                    <a:lnTo>
                      <a:pt x="37642" y="8600"/>
                    </a:lnTo>
                    <a:lnTo>
                      <a:pt x="37683" y="8642"/>
                    </a:lnTo>
                    <a:lnTo>
                      <a:pt x="37809" y="8642"/>
                    </a:lnTo>
                    <a:lnTo>
                      <a:pt x="37872" y="8537"/>
                    </a:lnTo>
                    <a:lnTo>
                      <a:pt x="37997" y="8495"/>
                    </a:lnTo>
                    <a:lnTo>
                      <a:pt x="37997" y="8412"/>
                    </a:lnTo>
                    <a:lnTo>
                      <a:pt x="38060" y="8328"/>
                    </a:lnTo>
                    <a:lnTo>
                      <a:pt x="38060" y="8286"/>
                    </a:lnTo>
                    <a:lnTo>
                      <a:pt x="37976" y="8286"/>
                    </a:lnTo>
                    <a:lnTo>
                      <a:pt x="37914" y="8223"/>
                    </a:lnTo>
                    <a:lnTo>
                      <a:pt x="37809" y="8203"/>
                    </a:lnTo>
                    <a:lnTo>
                      <a:pt x="37683" y="8307"/>
                    </a:lnTo>
                    <a:lnTo>
                      <a:pt x="37537" y="8349"/>
                    </a:lnTo>
                    <a:lnTo>
                      <a:pt x="37453" y="8495"/>
                    </a:lnTo>
                    <a:lnTo>
                      <a:pt x="37244" y="8705"/>
                    </a:lnTo>
                    <a:lnTo>
                      <a:pt x="37181" y="8705"/>
                    </a:lnTo>
                    <a:lnTo>
                      <a:pt x="37223" y="8621"/>
                    </a:lnTo>
                    <a:lnTo>
                      <a:pt x="37265" y="8621"/>
                    </a:lnTo>
                    <a:lnTo>
                      <a:pt x="37370" y="8537"/>
                    </a:lnTo>
                    <a:lnTo>
                      <a:pt x="37495" y="8349"/>
                    </a:lnTo>
                    <a:lnTo>
                      <a:pt x="37642" y="8286"/>
                    </a:lnTo>
                    <a:lnTo>
                      <a:pt x="37704" y="8203"/>
                    </a:lnTo>
                    <a:lnTo>
                      <a:pt x="37683" y="8140"/>
                    </a:lnTo>
                    <a:lnTo>
                      <a:pt x="37495" y="8140"/>
                    </a:lnTo>
                    <a:lnTo>
                      <a:pt x="37328" y="8286"/>
                    </a:lnTo>
                    <a:lnTo>
                      <a:pt x="37495" y="8119"/>
                    </a:lnTo>
                    <a:lnTo>
                      <a:pt x="37663" y="8077"/>
                    </a:lnTo>
                    <a:lnTo>
                      <a:pt x="37767" y="8098"/>
                    </a:lnTo>
                    <a:lnTo>
                      <a:pt x="37851" y="8119"/>
                    </a:lnTo>
                    <a:lnTo>
                      <a:pt x="37956" y="8014"/>
                    </a:lnTo>
                    <a:lnTo>
                      <a:pt x="37956" y="7931"/>
                    </a:lnTo>
                    <a:lnTo>
                      <a:pt x="37914" y="7889"/>
                    </a:lnTo>
                    <a:lnTo>
                      <a:pt x="37914" y="7805"/>
                    </a:lnTo>
                    <a:lnTo>
                      <a:pt x="37914" y="7721"/>
                    </a:lnTo>
                    <a:lnTo>
                      <a:pt x="37788" y="7679"/>
                    </a:lnTo>
                    <a:lnTo>
                      <a:pt x="37746" y="7596"/>
                    </a:lnTo>
                    <a:lnTo>
                      <a:pt x="37642" y="7575"/>
                    </a:lnTo>
                    <a:lnTo>
                      <a:pt x="37600" y="7617"/>
                    </a:lnTo>
                    <a:lnTo>
                      <a:pt x="37558" y="7617"/>
                    </a:lnTo>
                    <a:lnTo>
                      <a:pt x="37558" y="7533"/>
                    </a:lnTo>
                    <a:lnTo>
                      <a:pt x="37474" y="7512"/>
                    </a:lnTo>
                    <a:lnTo>
                      <a:pt x="37391" y="7428"/>
                    </a:lnTo>
                    <a:lnTo>
                      <a:pt x="37391" y="7366"/>
                    </a:lnTo>
                    <a:lnTo>
                      <a:pt x="37244" y="7282"/>
                    </a:lnTo>
                    <a:lnTo>
                      <a:pt x="37181" y="7282"/>
                    </a:lnTo>
                    <a:lnTo>
                      <a:pt x="37139" y="7219"/>
                    </a:lnTo>
                    <a:lnTo>
                      <a:pt x="37014" y="7219"/>
                    </a:lnTo>
                    <a:lnTo>
                      <a:pt x="36826" y="7261"/>
                    </a:lnTo>
                    <a:lnTo>
                      <a:pt x="36721" y="7366"/>
                    </a:lnTo>
                    <a:lnTo>
                      <a:pt x="36595" y="7366"/>
                    </a:lnTo>
                    <a:lnTo>
                      <a:pt x="36491" y="7533"/>
                    </a:lnTo>
                    <a:lnTo>
                      <a:pt x="36512" y="7596"/>
                    </a:lnTo>
                    <a:lnTo>
                      <a:pt x="36595" y="7617"/>
                    </a:lnTo>
                    <a:lnTo>
                      <a:pt x="36805" y="7805"/>
                    </a:lnTo>
                    <a:lnTo>
                      <a:pt x="36826" y="7847"/>
                    </a:lnTo>
                    <a:lnTo>
                      <a:pt x="36909" y="7889"/>
                    </a:lnTo>
                    <a:lnTo>
                      <a:pt x="36951" y="7993"/>
                    </a:lnTo>
                    <a:lnTo>
                      <a:pt x="36909" y="7993"/>
                    </a:lnTo>
                    <a:lnTo>
                      <a:pt x="36826" y="7931"/>
                    </a:lnTo>
                    <a:lnTo>
                      <a:pt x="36700" y="7931"/>
                    </a:lnTo>
                    <a:lnTo>
                      <a:pt x="36700" y="7847"/>
                    </a:lnTo>
                    <a:lnTo>
                      <a:pt x="36512" y="7679"/>
                    </a:lnTo>
                    <a:lnTo>
                      <a:pt x="36428" y="7700"/>
                    </a:lnTo>
                    <a:lnTo>
                      <a:pt x="36386" y="7721"/>
                    </a:lnTo>
                    <a:lnTo>
                      <a:pt x="36386" y="7721"/>
                    </a:lnTo>
                    <a:lnTo>
                      <a:pt x="36407" y="7638"/>
                    </a:lnTo>
                    <a:lnTo>
                      <a:pt x="36428" y="7533"/>
                    </a:lnTo>
                    <a:lnTo>
                      <a:pt x="36303" y="7491"/>
                    </a:lnTo>
                    <a:lnTo>
                      <a:pt x="36240" y="7512"/>
                    </a:lnTo>
                    <a:lnTo>
                      <a:pt x="36240" y="7721"/>
                    </a:lnTo>
                    <a:lnTo>
                      <a:pt x="36303" y="7826"/>
                    </a:lnTo>
                    <a:lnTo>
                      <a:pt x="36323" y="7951"/>
                    </a:lnTo>
                    <a:lnTo>
                      <a:pt x="36303" y="8035"/>
                    </a:lnTo>
                    <a:lnTo>
                      <a:pt x="36303" y="7931"/>
                    </a:lnTo>
                    <a:lnTo>
                      <a:pt x="36219" y="7784"/>
                    </a:lnTo>
                    <a:lnTo>
                      <a:pt x="36135" y="7889"/>
                    </a:lnTo>
                    <a:lnTo>
                      <a:pt x="36093" y="7993"/>
                    </a:lnTo>
                    <a:lnTo>
                      <a:pt x="36135" y="8056"/>
                    </a:lnTo>
                    <a:lnTo>
                      <a:pt x="36072" y="8119"/>
                    </a:lnTo>
                    <a:lnTo>
                      <a:pt x="35968" y="8056"/>
                    </a:lnTo>
                    <a:lnTo>
                      <a:pt x="35863" y="8035"/>
                    </a:lnTo>
                    <a:lnTo>
                      <a:pt x="35905" y="7951"/>
                    </a:lnTo>
                    <a:lnTo>
                      <a:pt x="36010" y="7889"/>
                    </a:lnTo>
                    <a:lnTo>
                      <a:pt x="36135" y="7700"/>
                    </a:lnTo>
                    <a:lnTo>
                      <a:pt x="36177" y="7596"/>
                    </a:lnTo>
                    <a:lnTo>
                      <a:pt x="36093" y="7512"/>
                    </a:lnTo>
                    <a:lnTo>
                      <a:pt x="36072" y="7407"/>
                    </a:lnTo>
                    <a:lnTo>
                      <a:pt x="35926" y="7533"/>
                    </a:lnTo>
                    <a:lnTo>
                      <a:pt x="35884" y="7596"/>
                    </a:lnTo>
                    <a:lnTo>
                      <a:pt x="35863" y="7533"/>
                    </a:lnTo>
                    <a:lnTo>
                      <a:pt x="35884" y="7407"/>
                    </a:lnTo>
                    <a:lnTo>
                      <a:pt x="35779" y="7387"/>
                    </a:lnTo>
                    <a:lnTo>
                      <a:pt x="35717" y="7407"/>
                    </a:lnTo>
                    <a:lnTo>
                      <a:pt x="35696" y="7491"/>
                    </a:lnTo>
                    <a:lnTo>
                      <a:pt x="35717" y="7617"/>
                    </a:lnTo>
                    <a:lnTo>
                      <a:pt x="35717" y="7742"/>
                    </a:lnTo>
                    <a:lnTo>
                      <a:pt x="35675" y="7700"/>
                    </a:lnTo>
                    <a:lnTo>
                      <a:pt x="35675" y="7533"/>
                    </a:lnTo>
                    <a:lnTo>
                      <a:pt x="35654" y="7512"/>
                    </a:lnTo>
                    <a:lnTo>
                      <a:pt x="35591" y="7617"/>
                    </a:lnTo>
                    <a:lnTo>
                      <a:pt x="35487" y="7638"/>
                    </a:lnTo>
                    <a:lnTo>
                      <a:pt x="35487" y="7721"/>
                    </a:lnTo>
                    <a:lnTo>
                      <a:pt x="35403" y="7826"/>
                    </a:lnTo>
                    <a:lnTo>
                      <a:pt x="35340" y="7847"/>
                    </a:lnTo>
                    <a:lnTo>
                      <a:pt x="35277" y="7931"/>
                    </a:lnTo>
                    <a:lnTo>
                      <a:pt x="35173" y="7931"/>
                    </a:lnTo>
                    <a:lnTo>
                      <a:pt x="35256" y="7847"/>
                    </a:lnTo>
                    <a:lnTo>
                      <a:pt x="35256" y="7784"/>
                    </a:lnTo>
                    <a:lnTo>
                      <a:pt x="35194" y="7721"/>
                    </a:lnTo>
                    <a:lnTo>
                      <a:pt x="35152" y="7721"/>
                    </a:lnTo>
                    <a:lnTo>
                      <a:pt x="35152" y="7679"/>
                    </a:lnTo>
                    <a:lnTo>
                      <a:pt x="35235" y="7679"/>
                    </a:lnTo>
                    <a:lnTo>
                      <a:pt x="35277" y="7700"/>
                    </a:lnTo>
                    <a:lnTo>
                      <a:pt x="35298" y="7638"/>
                    </a:lnTo>
                    <a:lnTo>
                      <a:pt x="35298" y="7596"/>
                    </a:lnTo>
                    <a:lnTo>
                      <a:pt x="35298" y="7554"/>
                    </a:lnTo>
                    <a:lnTo>
                      <a:pt x="35403" y="7491"/>
                    </a:lnTo>
                    <a:lnTo>
                      <a:pt x="35570" y="7345"/>
                    </a:lnTo>
                    <a:lnTo>
                      <a:pt x="35591" y="7261"/>
                    </a:lnTo>
                    <a:lnTo>
                      <a:pt x="35675" y="7177"/>
                    </a:lnTo>
                    <a:lnTo>
                      <a:pt x="35570" y="7177"/>
                    </a:lnTo>
                    <a:lnTo>
                      <a:pt x="35403" y="7282"/>
                    </a:lnTo>
                    <a:lnTo>
                      <a:pt x="35277" y="7407"/>
                    </a:lnTo>
                    <a:lnTo>
                      <a:pt x="35194" y="7407"/>
                    </a:lnTo>
                    <a:lnTo>
                      <a:pt x="35277" y="7324"/>
                    </a:lnTo>
                    <a:lnTo>
                      <a:pt x="35361" y="7219"/>
                    </a:lnTo>
                    <a:lnTo>
                      <a:pt x="35445" y="7156"/>
                    </a:lnTo>
                    <a:lnTo>
                      <a:pt x="35549" y="7114"/>
                    </a:lnTo>
                    <a:lnTo>
                      <a:pt x="35612" y="7052"/>
                    </a:lnTo>
                    <a:lnTo>
                      <a:pt x="35696" y="7052"/>
                    </a:lnTo>
                    <a:lnTo>
                      <a:pt x="35779" y="6905"/>
                    </a:lnTo>
                    <a:lnTo>
                      <a:pt x="35779" y="6863"/>
                    </a:lnTo>
                    <a:lnTo>
                      <a:pt x="35696" y="6780"/>
                    </a:lnTo>
                    <a:lnTo>
                      <a:pt x="35696" y="6675"/>
                    </a:lnTo>
                    <a:lnTo>
                      <a:pt x="35717" y="6591"/>
                    </a:lnTo>
                    <a:lnTo>
                      <a:pt x="35884" y="6424"/>
                    </a:lnTo>
                    <a:lnTo>
                      <a:pt x="35905" y="6361"/>
                    </a:lnTo>
                    <a:lnTo>
                      <a:pt x="35863" y="6257"/>
                    </a:lnTo>
                    <a:lnTo>
                      <a:pt x="35842" y="6194"/>
                    </a:lnTo>
                    <a:lnTo>
                      <a:pt x="35800" y="6131"/>
                    </a:lnTo>
                    <a:lnTo>
                      <a:pt x="35884" y="6006"/>
                    </a:lnTo>
                    <a:lnTo>
                      <a:pt x="35968" y="5922"/>
                    </a:lnTo>
                    <a:lnTo>
                      <a:pt x="35989" y="5838"/>
                    </a:lnTo>
                    <a:lnTo>
                      <a:pt x="36010" y="5587"/>
                    </a:lnTo>
                    <a:lnTo>
                      <a:pt x="36051" y="5524"/>
                    </a:lnTo>
                    <a:lnTo>
                      <a:pt x="36010" y="5462"/>
                    </a:lnTo>
                    <a:lnTo>
                      <a:pt x="35842" y="5399"/>
                    </a:lnTo>
                    <a:lnTo>
                      <a:pt x="35654" y="5399"/>
                    </a:lnTo>
                    <a:lnTo>
                      <a:pt x="35487" y="5357"/>
                    </a:lnTo>
                    <a:lnTo>
                      <a:pt x="35361" y="5420"/>
                    </a:lnTo>
                    <a:lnTo>
                      <a:pt x="35235" y="5420"/>
                    </a:lnTo>
                    <a:lnTo>
                      <a:pt x="35068" y="5503"/>
                    </a:lnTo>
                    <a:lnTo>
                      <a:pt x="34796" y="5587"/>
                    </a:lnTo>
                    <a:lnTo>
                      <a:pt x="34754" y="5671"/>
                    </a:lnTo>
                    <a:lnTo>
                      <a:pt x="34859" y="5796"/>
                    </a:lnTo>
                    <a:lnTo>
                      <a:pt x="34859" y="5880"/>
                    </a:lnTo>
                    <a:lnTo>
                      <a:pt x="34817" y="5922"/>
                    </a:lnTo>
                    <a:lnTo>
                      <a:pt x="34754" y="5775"/>
                    </a:lnTo>
                    <a:lnTo>
                      <a:pt x="34712" y="5713"/>
                    </a:lnTo>
                    <a:lnTo>
                      <a:pt x="34650" y="5587"/>
                    </a:lnTo>
                    <a:lnTo>
                      <a:pt x="34524" y="5587"/>
                    </a:lnTo>
                    <a:lnTo>
                      <a:pt x="34440" y="5671"/>
                    </a:lnTo>
                    <a:lnTo>
                      <a:pt x="34440" y="5734"/>
                    </a:lnTo>
                    <a:lnTo>
                      <a:pt x="34398" y="5796"/>
                    </a:lnTo>
                    <a:lnTo>
                      <a:pt x="34378" y="5713"/>
                    </a:lnTo>
                    <a:lnTo>
                      <a:pt x="34398" y="5608"/>
                    </a:lnTo>
                    <a:lnTo>
                      <a:pt x="34336" y="5587"/>
                    </a:lnTo>
                    <a:lnTo>
                      <a:pt x="34189" y="5608"/>
                    </a:lnTo>
                    <a:lnTo>
                      <a:pt x="34126" y="5713"/>
                    </a:lnTo>
                    <a:lnTo>
                      <a:pt x="34126" y="5796"/>
                    </a:lnTo>
                    <a:lnTo>
                      <a:pt x="34273" y="5901"/>
                    </a:lnTo>
                    <a:lnTo>
                      <a:pt x="34378" y="6047"/>
                    </a:lnTo>
                    <a:lnTo>
                      <a:pt x="34503" y="6131"/>
                    </a:lnTo>
                    <a:lnTo>
                      <a:pt x="34440" y="6131"/>
                    </a:lnTo>
                    <a:lnTo>
                      <a:pt x="34294" y="6047"/>
                    </a:lnTo>
                    <a:lnTo>
                      <a:pt x="34106" y="5880"/>
                    </a:lnTo>
                    <a:lnTo>
                      <a:pt x="34064" y="5880"/>
                    </a:lnTo>
                    <a:lnTo>
                      <a:pt x="34022" y="5922"/>
                    </a:lnTo>
                    <a:lnTo>
                      <a:pt x="33854" y="5922"/>
                    </a:lnTo>
                    <a:lnTo>
                      <a:pt x="33813" y="5943"/>
                    </a:lnTo>
                    <a:lnTo>
                      <a:pt x="33875" y="6006"/>
                    </a:lnTo>
                    <a:lnTo>
                      <a:pt x="34001" y="6006"/>
                    </a:lnTo>
                    <a:lnTo>
                      <a:pt x="34022" y="6047"/>
                    </a:lnTo>
                    <a:lnTo>
                      <a:pt x="34064" y="6152"/>
                    </a:lnTo>
                    <a:lnTo>
                      <a:pt x="34210" y="6257"/>
                    </a:lnTo>
                    <a:lnTo>
                      <a:pt x="34231" y="6340"/>
                    </a:lnTo>
                    <a:lnTo>
                      <a:pt x="34315" y="6424"/>
                    </a:lnTo>
                    <a:lnTo>
                      <a:pt x="34210" y="6424"/>
                    </a:lnTo>
                    <a:lnTo>
                      <a:pt x="34126" y="6319"/>
                    </a:lnTo>
                    <a:lnTo>
                      <a:pt x="33980" y="6236"/>
                    </a:lnTo>
                    <a:lnTo>
                      <a:pt x="33980" y="6152"/>
                    </a:lnTo>
                    <a:lnTo>
                      <a:pt x="33875" y="6047"/>
                    </a:lnTo>
                    <a:lnTo>
                      <a:pt x="33750" y="6047"/>
                    </a:lnTo>
                    <a:lnTo>
                      <a:pt x="33666" y="6131"/>
                    </a:lnTo>
                    <a:lnTo>
                      <a:pt x="33666" y="6215"/>
                    </a:lnTo>
                    <a:lnTo>
                      <a:pt x="33582" y="6361"/>
                    </a:lnTo>
                    <a:lnTo>
                      <a:pt x="33541" y="6529"/>
                    </a:lnTo>
                    <a:lnTo>
                      <a:pt x="33603" y="6633"/>
                    </a:lnTo>
                    <a:lnTo>
                      <a:pt x="33478" y="6675"/>
                    </a:lnTo>
                    <a:lnTo>
                      <a:pt x="33478" y="6759"/>
                    </a:lnTo>
                    <a:lnTo>
                      <a:pt x="33541" y="6822"/>
                    </a:lnTo>
                    <a:lnTo>
                      <a:pt x="33562" y="6926"/>
                    </a:lnTo>
                    <a:lnTo>
                      <a:pt x="33645" y="6926"/>
                    </a:lnTo>
                    <a:lnTo>
                      <a:pt x="33813" y="6780"/>
                    </a:lnTo>
                    <a:lnTo>
                      <a:pt x="33896" y="6780"/>
                    </a:lnTo>
                    <a:lnTo>
                      <a:pt x="33917" y="6842"/>
                    </a:lnTo>
                    <a:lnTo>
                      <a:pt x="33813" y="6863"/>
                    </a:lnTo>
                    <a:lnTo>
                      <a:pt x="33771" y="6884"/>
                    </a:lnTo>
                    <a:lnTo>
                      <a:pt x="33771" y="6947"/>
                    </a:lnTo>
                    <a:lnTo>
                      <a:pt x="33687" y="6947"/>
                    </a:lnTo>
                    <a:lnTo>
                      <a:pt x="33603" y="7052"/>
                    </a:lnTo>
                    <a:lnTo>
                      <a:pt x="33603" y="7156"/>
                    </a:lnTo>
                    <a:lnTo>
                      <a:pt x="33541" y="7240"/>
                    </a:lnTo>
                    <a:lnTo>
                      <a:pt x="33478" y="7177"/>
                    </a:lnTo>
                    <a:lnTo>
                      <a:pt x="33499" y="7094"/>
                    </a:lnTo>
                    <a:lnTo>
                      <a:pt x="33436" y="6947"/>
                    </a:lnTo>
                    <a:lnTo>
                      <a:pt x="33352" y="6926"/>
                    </a:lnTo>
                    <a:lnTo>
                      <a:pt x="33290" y="7031"/>
                    </a:lnTo>
                    <a:lnTo>
                      <a:pt x="33331" y="7094"/>
                    </a:lnTo>
                    <a:lnTo>
                      <a:pt x="33269" y="7177"/>
                    </a:lnTo>
                    <a:lnTo>
                      <a:pt x="33164" y="7198"/>
                    </a:lnTo>
                    <a:lnTo>
                      <a:pt x="33122" y="7261"/>
                    </a:lnTo>
                    <a:lnTo>
                      <a:pt x="33080" y="7177"/>
                    </a:lnTo>
                    <a:lnTo>
                      <a:pt x="33038" y="7198"/>
                    </a:lnTo>
                    <a:lnTo>
                      <a:pt x="33059" y="7303"/>
                    </a:lnTo>
                    <a:lnTo>
                      <a:pt x="33122" y="7407"/>
                    </a:lnTo>
                    <a:lnTo>
                      <a:pt x="33122" y="7554"/>
                    </a:lnTo>
                    <a:lnTo>
                      <a:pt x="33143" y="7575"/>
                    </a:lnTo>
                    <a:lnTo>
                      <a:pt x="33143" y="7700"/>
                    </a:lnTo>
                    <a:lnTo>
                      <a:pt x="33227" y="7721"/>
                    </a:lnTo>
                    <a:lnTo>
                      <a:pt x="33290" y="7784"/>
                    </a:lnTo>
                    <a:lnTo>
                      <a:pt x="33269" y="7868"/>
                    </a:lnTo>
                    <a:lnTo>
                      <a:pt x="33290" y="7931"/>
                    </a:lnTo>
                    <a:lnTo>
                      <a:pt x="33290" y="8035"/>
                    </a:lnTo>
                    <a:lnTo>
                      <a:pt x="33185" y="8119"/>
                    </a:lnTo>
                    <a:lnTo>
                      <a:pt x="33143" y="8203"/>
                    </a:lnTo>
                    <a:lnTo>
                      <a:pt x="33122" y="8412"/>
                    </a:lnTo>
                    <a:lnTo>
                      <a:pt x="33059" y="8454"/>
                    </a:lnTo>
                    <a:lnTo>
                      <a:pt x="32934" y="8663"/>
                    </a:lnTo>
                    <a:lnTo>
                      <a:pt x="32934" y="8747"/>
                    </a:lnTo>
                    <a:lnTo>
                      <a:pt x="32808" y="8872"/>
                    </a:lnTo>
                    <a:lnTo>
                      <a:pt x="32829" y="8830"/>
                    </a:lnTo>
                    <a:lnTo>
                      <a:pt x="32829" y="8726"/>
                    </a:lnTo>
                    <a:lnTo>
                      <a:pt x="32871" y="8558"/>
                    </a:lnTo>
                    <a:lnTo>
                      <a:pt x="32955" y="8495"/>
                    </a:lnTo>
                    <a:lnTo>
                      <a:pt x="32934" y="8433"/>
                    </a:lnTo>
                    <a:lnTo>
                      <a:pt x="32913" y="8454"/>
                    </a:lnTo>
                    <a:lnTo>
                      <a:pt x="32829" y="8454"/>
                    </a:lnTo>
                    <a:lnTo>
                      <a:pt x="32746" y="8391"/>
                    </a:lnTo>
                    <a:lnTo>
                      <a:pt x="32704" y="8349"/>
                    </a:lnTo>
                    <a:lnTo>
                      <a:pt x="32746" y="8328"/>
                    </a:lnTo>
                    <a:lnTo>
                      <a:pt x="32829" y="8307"/>
                    </a:lnTo>
                    <a:lnTo>
                      <a:pt x="32913" y="8307"/>
                    </a:lnTo>
                    <a:lnTo>
                      <a:pt x="32913" y="8244"/>
                    </a:lnTo>
                    <a:lnTo>
                      <a:pt x="32955" y="8244"/>
                    </a:lnTo>
                    <a:lnTo>
                      <a:pt x="32976" y="8349"/>
                    </a:lnTo>
                    <a:lnTo>
                      <a:pt x="33038" y="8244"/>
                    </a:lnTo>
                    <a:lnTo>
                      <a:pt x="33038" y="8140"/>
                    </a:lnTo>
                    <a:lnTo>
                      <a:pt x="32934" y="8098"/>
                    </a:lnTo>
                    <a:lnTo>
                      <a:pt x="32913" y="8035"/>
                    </a:lnTo>
                    <a:lnTo>
                      <a:pt x="32808" y="7910"/>
                    </a:lnTo>
                    <a:lnTo>
                      <a:pt x="32808" y="7763"/>
                    </a:lnTo>
                    <a:lnTo>
                      <a:pt x="32746" y="7679"/>
                    </a:lnTo>
                    <a:lnTo>
                      <a:pt x="32725" y="7512"/>
                    </a:lnTo>
                    <a:lnTo>
                      <a:pt x="32704" y="7491"/>
                    </a:lnTo>
                    <a:lnTo>
                      <a:pt x="32704" y="7407"/>
                    </a:lnTo>
                    <a:lnTo>
                      <a:pt x="32746" y="7366"/>
                    </a:lnTo>
                    <a:lnTo>
                      <a:pt x="32829" y="7198"/>
                    </a:lnTo>
                    <a:lnTo>
                      <a:pt x="32829" y="7094"/>
                    </a:lnTo>
                    <a:lnTo>
                      <a:pt x="32934" y="6989"/>
                    </a:lnTo>
                    <a:lnTo>
                      <a:pt x="33018" y="6884"/>
                    </a:lnTo>
                    <a:lnTo>
                      <a:pt x="33122" y="6842"/>
                    </a:lnTo>
                    <a:lnTo>
                      <a:pt x="33122" y="6738"/>
                    </a:lnTo>
                    <a:lnTo>
                      <a:pt x="33059" y="6654"/>
                    </a:lnTo>
                    <a:lnTo>
                      <a:pt x="33018" y="6550"/>
                    </a:lnTo>
                    <a:lnTo>
                      <a:pt x="33038" y="6424"/>
                    </a:lnTo>
                    <a:lnTo>
                      <a:pt x="33143" y="6215"/>
                    </a:lnTo>
                    <a:lnTo>
                      <a:pt x="33227" y="6173"/>
                    </a:lnTo>
                    <a:lnTo>
                      <a:pt x="33394" y="6068"/>
                    </a:lnTo>
                    <a:lnTo>
                      <a:pt x="33603" y="5817"/>
                    </a:lnTo>
                    <a:lnTo>
                      <a:pt x="33813" y="5608"/>
                    </a:lnTo>
                    <a:lnTo>
                      <a:pt x="33959" y="5587"/>
                    </a:lnTo>
                    <a:lnTo>
                      <a:pt x="34064" y="5441"/>
                    </a:lnTo>
                    <a:lnTo>
                      <a:pt x="34106" y="5378"/>
                    </a:lnTo>
                    <a:lnTo>
                      <a:pt x="34210" y="5378"/>
                    </a:lnTo>
                    <a:lnTo>
                      <a:pt x="34398" y="5294"/>
                    </a:lnTo>
                    <a:lnTo>
                      <a:pt x="34545" y="5231"/>
                    </a:lnTo>
                    <a:lnTo>
                      <a:pt x="34587" y="5169"/>
                    </a:lnTo>
                    <a:lnTo>
                      <a:pt x="34545" y="5085"/>
                    </a:lnTo>
                    <a:lnTo>
                      <a:pt x="34315" y="4980"/>
                    </a:lnTo>
                    <a:lnTo>
                      <a:pt x="34189" y="4897"/>
                    </a:lnTo>
                    <a:lnTo>
                      <a:pt x="34001" y="4897"/>
                    </a:lnTo>
                    <a:lnTo>
                      <a:pt x="33959" y="4876"/>
                    </a:lnTo>
                    <a:lnTo>
                      <a:pt x="33875" y="4897"/>
                    </a:lnTo>
                    <a:lnTo>
                      <a:pt x="33708" y="4876"/>
                    </a:lnTo>
                    <a:lnTo>
                      <a:pt x="33645" y="4897"/>
                    </a:lnTo>
                    <a:lnTo>
                      <a:pt x="33436" y="4897"/>
                    </a:lnTo>
                    <a:lnTo>
                      <a:pt x="33122" y="5001"/>
                    </a:lnTo>
                    <a:lnTo>
                      <a:pt x="32934" y="5190"/>
                    </a:lnTo>
                    <a:lnTo>
                      <a:pt x="32725" y="5273"/>
                    </a:lnTo>
                    <a:lnTo>
                      <a:pt x="32704" y="5378"/>
                    </a:lnTo>
                    <a:lnTo>
                      <a:pt x="32725" y="5482"/>
                    </a:lnTo>
                    <a:lnTo>
                      <a:pt x="32641" y="5441"/>
                    </a:lnTo>
                    <a:lnTo>
                      <a:pt x="32557" y="5441"/>
                    </a:lnTo>
                    <a:lnTo>
                      <a:pt x="32494" y="5545"/>
                    </a:lnTo>
                    <a:lnTo>
                      <a:pt x="32348" y="5545"/>
                    </a:lnTo>
                    <a:lnTo>
                      <a:pt x="32243" y="5692"/>
                    </a:lnTo>
                    <a:lnTo>
                      <a:pt x="32243" y="5796"/>
                    </a:lnTo>
                    <a:lnTo>
                      <a:pt x="32181" y="5796"/>
                    </a:lnTo>
                    <a:lnTo>
                      <a:pt x="32034" y="6006"/>
                    </a:lnTo>
                    <a:lnTo>
                      <a:pt x="32097" y="6068"/>
                    </a:lnTo>
                    <a:lnTo>
                      <a:pt x="32034" y="6152"/>
                    </a:lnTo>
                    <a:lnTo>
                      <a:pt x="31992" y="6068"/>
                    </a:lnTo>
                    <a:lnTo>
                      <a:pt x="31930" y="6068"/>
                    </a:lnTo>
                    <a:lnTo>
                      <a:pt x="31888" y="6257"/>
                    </a:lnTo>
                    <a:lnTo>
                      <a:pt x="31762" y="6257"/>
                    </a:lnTo>
                    <a:lnTo>
                      <a:pt x="31678" y="6361"/>
                    </a:lnTo>
                    <a:lnTo>
                      <a:pt x="31616" y="6424"/>
                    </a:lnTo>
                    <a:lnTo>
                      <a:pt x="31553" y="6570"/>
                    </a:lnTo>
                    <a:lnTo>
                      <a:pt x="31448" y="6759"/>
                    </a:lnTo>
                    <a:lnTo>
                      <a:pt x="31448" y="6863"/>
                    </a:lnTo>
                    <a:lnTo>
                      <a:pt x="31490" y="6842"/>
                    </a:lnTo>
                    <a:lnTo>
                      <a:pt x="31511" y="6842"/>
                    </a:lnTo>
                    <a:lnTo>
                      <a:pt x="31490" y="6905"/>
                    </a:lnTo>
                    <a:lnTo>
                      <a:pt x="31406" y="6905"/>
                    </a:lnTo>
                    <a:lnTo>
                      <a:pt x="31260" y="6989"/>
                    </a:lnTo>
                    <a:lnTo>
                      <a:pt x="31239" y="7094"/>
                    </a:lnTo>
                    <a:lnTo>
                      <a:pt x="31155" y="7114"/>
                    </a:lnTo>
                    <a:lnTo>
                      <a:pt x="31134" y="7198"/>
                    </a:lnTo>
                    <a:lnTo>
                      <a:pt x="31134" y="7407"/>
                    </a:lnTo>
                    <a:lnTo>
                      <a:pt x="31072" y="7512"/>
                    </a:lnTo>
                    <a:lnTo>
                      <a:pt x="30988" y="7512"/>
                    </a:lnTo>
                    <a:lnTo>
                      <a:pt x="30967" y="7659"/>
                    </a:lnTo>
                    <a:lnTo>
                      <a:pt x="30967" y="7721"/>
                    </a:lnTo>
                    <a:lnTo>
                      <a:pt x="30862" y="7784"/>
                    </a:lnTo>
                    <a:lnTo>
                      <a:pt x="30821" y="7972"/>
                    </a:lnTo>
                    <a:lnTo>
                      <a:pt x="30862" y="8077"/>
                    </a:lnTo>
                    <a:lnTo>
                      <a:pt x="31072" y="8182"/>
                    </a:lnTo>
                    <a:lnTo>
                      <a:pt x="31176" y="8182"/>
                    </a:lnTo>
                    <a:lnTo>
                      <a:pt x="31302" y="8244"/>
                    </a:lnTo>
                    <a:lnTo>
                      <a:pt x="31385" y="8244"/>
                    </a:lnTo>
                    <a:lnTo>
                      <a:pt x="31511" y="8328"/>
                    </a:lnTo>
                    <a:lnTo>
                      <a:pt x="31678" y="8328"/>
                    </a:lnTo>
                    <a:lnTo>
                      <a:pt x="31699" y="8495"/>
                    </a:lnTo>
                    <a:lnTo>
                      <a:pt x="31867" y="8558"/>
                    </a:lnTo>
                    <a:lnTo>
                      <a:pt x="31888" y="8642"/>
                    </a:lnTo>
                    <a:lnTo>
                      <a:pt x="31971" y="8705"/>
                    </a:lnTo>
                    <a:lnTo>
                      <a:pt x="31804" y="8705"/>
                    </a:lnTo>
                    <a:lnTo>
                      <a:pt x="31762" y="8726"/>
                    </a:lnTo>
                    <a:lnTo>
                      <a:pt x="31574" y="8726"/>
                    </a:lnTo>
                    <a:lnTo>
                      <a:pt x="31365" y="8642"/>
                    </a:lnTo>
                    <a:lnTo>
                      <a:pt x="31344" y="8537"/>
                    </a:lnTo>
                    <a:lnTo>
                      <a:pt x="31239" y="8454"/>
                    </a:lnTo>
                    <a:lnTo>
                      <a:pt x="31051" y="8454"/>
                    </a:lnTo>
                    <a:lnTo>
                      <a:pt x="30988" y="8412"/>
                    </a:lnTo>
                    <a:lnTo>
                      <a:pt x="30883" y="8391"/>
                    </a:lnTo>
                    <a:lnTo>
                      <a:pt x="30862" y="8433"/>
                    </a:lnTo>
                    <a:lnTo>
                      <a:pt x="30925" y="8558"/>
                    </a:lnTo>
                    <a:lnTo>
                      <a:pt x="30925" y="8642"/>
                    </a:lnTo>
                    <a:lnTo>
                      <a:pt x="30841" y="8642"/>
                    </a:lnTo>
                    <a:lnTo>
                      <a:pt x="30821" y="8726"/>
                    </a:lnTo>
                    <a:lnTo>
                      <a:pt x="30862" y="8914"/>
                    </a:lnTo>
                    <a:lnTo>
                      <a:pt x="30883" y="9039"/>
                    </a:lnTo>
                    <a:lnTo>
                      <a:pt x="30862" y="9165"/>
                    </a:lnTo>
                    <a:lnTo>
                      <a:pt x="30883" y="9270"/>
                    </a:lnTo>
                    <a:lnTo>
                      <a:pt x="31030" y="9353"/>
                    </a:lnTo>
                    <a:lnTo>
                      <a:pt x="31134" y="9458"/>
                    </a:lnTo>
                    <a:lnTo>
                      <a:pt x="31134" y="9500"/>
                    </a:lnTo>
                    <a:lnTo>
                      <a:pt x="31072" y="9458"/>
                    </a:lnTo>
                    <a:lnTo>
                      <a:pt x="31051" y="9458"/>
                    </a:lnTo>
                    <a:lnTo>
                      <a:pt x="31072" y="9563"/>
                    </a:lnTo>
                    <a:lnTo>
                      <a:pt x="31155" y="9667"/>
                    </a:lnTo>
                    <a:lnTo>
                      <a:pt x="31197" y="9667"/>
                    </a:lnTo>
                    <a:lnTo>
                      <a:pt x="31197" y="9583"/>
                    </a:lnTo>
                    <a:lnTo>
                      <a:pt x="31281" y="9563"/>
                    </a:lnTo>
                    <a:lnTo>
                      <a:pt x="31385" y="9583"/>
                    </a:lnTo>
                    <a:lnTo>
                      <a:pt x="31469" y="9667"/>
                    </a:lnTo>
                    <a:lnTo>
                      <a:pt x="31553" y="9688"/>
                    </a:lnTo>
                    <a:lnTo>
                      <a:pt x="31574" y="9646"/>
                    </a:lnTo>
                    <a:lnTo>
                      <a:pt x="31553" y="9583"/>
                    </a:lnTo>
                    <a:lnTo>
                      <a:pt x="31574" y="9500"/>
                    </a:lnTo>
                    <a:lnTo>
                      <a:pt x="31616" y="9479"/>
                    </a:lnTo>
                    <a:lnTo>
                      <a:pt x="31678" y="9542"/>
                    </a:lnTo>
                    <a:lnTo>
                      <a:pt x="31657" y="9646"/>
                    </a:lnTo>
                    <a:lnTo>
                      <a:pt x="31678" y="9709"/>
                    </a:lnTo>
                    <a:lnTo>
                      <a:pt x="31720" y="9709"/>
                    </a:lnTo>
                    <a:lnTo>
                      <a:pt x="31783" y="9583"/>
                    </a:lnTo>
                    <a:lnTo>
                      <a:pt x="31909" y="9563"/>
                    </a:lnTo>
                    <a:lnTo>
                      <a:pt x="31992" y="9479"/>
                    </a:lnTo>
                    <a:lnTo>
                      <a:pt x="32013" y="9500"/>
                    </a:lnTo>
                    <a:lnTo>
                      <a:pt x="31971" y="9583"/>
                    </a:lnTo>
                    <a:lnTo>
                      <a:pt x="31783" y="9688"/>
                    </a:lnTo>
                    <a:lnTo>
                      <a:pt x="31762" y="9793"/>
                    </a:lnTo>
                    <a:lnTo>
                      <a:pt x="31867" y="9876"/>
                    </a:lnTo>
                    <a:lnTo>
                      <a:pt x="31888" y="10023"/>
                    </a:lnTo>
                    <a:lnTo>
                      <a:pt x="32013" y="10169"/>
                    </a:lnTo>
                    <a:lnTo>
                      <a:pt x="32181" y="10169"/>
                    </a:lnTo>
                    <a:lnTo>
                      <a:pt x="32222" y="10107"/>
                    </a:lnTo>
                    <a:lnTo>
                      <a:pt x="32118" y="10023"/>
                    </a:lnTo>
                    <a:lnTo>
                      <a:pt x="32181" y="10002"/>
                    </a:lnTo>
                    <a:lnTo>
                      <a:pt x="32285" y="10023"/>
                    </a:lnTo>
                    <a:lnTo>
                      <a:pt x="32348" y="10107"/>
                    </a:lnTo>
                    <a:lnTo>
                      <a:pt x="32411" y="10086"/>
                    </a:lnTo>
                    <a:lnTo>
                      <a:pt x="32494" y="10002"/>
                    </a:lnTo>
                    <a:lnTo>
                      <a:pt x="32599" y="9897"/>
                    </a:lnTo>
                    <a:lnTo>
                      <a:pt x="32662" y="9897"/>
                    </a:lnTo>
                    <a:lnTo>
                      <a:pt x="32662" y="9960"/>
                    </a:lnTo>
                    <a:lnTo>
                      <a:pt x="32599" y="9981"/>
                    </a:lnTo>
                    <a:lnTo>
                      <a:pt x="32432" y="10127"/>
                    </a:lnTo>
                    <a:lnTo>
                      <a:pt x="32432" y="10211"/>
                    </a:lnTo>
                    <a:lnTo>
                      <a:pt x="32453" y="10232"/>
                    </a:lnTo>
                    <a:cubicBezTo>
                      <a:pt x="32411" y="10295"/>
                      <a:pt x="32390" y="10379"/>
                      <a:pt x="32348" y="10441"/>
                    </a:cubicBezTo>
                    <a:lnTo>
                      <a:pt x="32306" y="10441"/>
                    </a:lnTo>
                    <a:lnTo>
                      <a:pt x="32222" y="10504"/>
                    </a:lnTo>
                    <a:lnTo>
                      <a:pt x="32139" y="10504"/>
                    </a:lnTo>
                    <a:lnTo>
                      <a:pt x="32097" y="10420"/>
                    </a:lnTo>
                    <a:lnTo>
                      <a:pt x="31992" y="10400"/>
                    </a:lnTo>
                    <a:lnTo>
                      <a:pt x="32013" y="10441"/>
                    </a:lnTo>
                    <a:lnTo>
                      <a:pt x="32097" y="10504"/>
                    </a:lnTo>
                    <a:lnTo>
                      <a:pt x="32076" y="10609"/>
                    </a:lnTo>
                    <a:lnTo>
                      <a:pt x="31971" y="10609"/>
                    </a:lnTo>
                    <a:lnTo>
                      <a:pt x="31971" y="10630"/>
                    </a:lnTo>
                    <a:lnTo>
                      <a:pt x="31992" y="10692"/>
                    </a:lnTo>
                    <a:lnTo>
                      <a:pt x="31909" y="10755"/>
                    </a:lnTo>
                    <a:lnTo>
                      <a:pt x="31909" y="10839"/>
                    </a:lnTo>
                    <a:lnTo>
                      <a:pt x="31971" y="10923"/>
                    </a:lnTo>
                    <a:lnTo>
                      <a:pt x="31888" y="10923"/>
                    </a:lnTo>
                    <a:lnTo>
                      <a:pt x="31888" y="11027"/>
                    </a:lnTo>
                    <a:lnTo>
                      <a:pt x="31804" y="11111"/>
                    </a:lnTo>
                    <a:lnTo>
                      <a:pt x="31804" y="11278"/>
                    </a:lnTo>
                    <a:lnTo>
                      <a:pt x="31867" y="11278"/>
                    </a:lnTo>
                    <a:lnTo>
                      <a:pt x="31909" y="11383"/>
                    </a:lnTo>
                    <a:lnTo>
                      <a:pt x="31950" y="11383"/>
                    </a:lnTo>
                    <a:lnTo>
                      <a:pt x="32013" y="11488"/>
                    </a:lnTo>
                    <a:lnTo>
                      <a:pt x="31950" y="11508"/>
                    </a:lnTo>
                    <a:lnTo>
                      <a:pt x="31888" y="11508"/>
                    </a:lnTo>
                    <a:lnTo>
                      <a:pt x="31825" y="11571"/>
                    </a:lnTo>
                    <a:lnTo>
                      <a:pt x="31783" y="11508"/>
                    </a:lnTo>
                    <a:lnTo>
                      <a:pt x="31637" y="11550"/>
                    </a:lnTo>
                    <a:lnTo>
                      <a:pt x="31595" y="11634"/>
                    </a:lnTo>
                    <a:lnTo>
                      <a:pt x="31699" y="11739"/>
                    </a:lnTo>
                    <a:lnTo>
                      <a:pt x="31741" y="11739"/>
                    </a:lnTo>
                    <a:lnTo>
                      <a:pt x="31741" y="11801"/>
                    </a:lnTo>
                    <a:lnTo>
                      <a:pt x="31637" y="11843"/>
                    </a:lnTo>
                    <a:lnTo>
                      <a:pt x="31595" y="11780"/>
                    </a:lnTo>
                    <a:lnTo>
                      <a:pt x="31511" y="11864"/>
                    </a:lnTo>
                    <a:lnTo>
                      <a:pt x="31427" y="11739"/>
                    </a:lnTo>
                    <a:lnTo>
                      <a:pt x="31323" y="11801"/>
                    </a:lnTo>
                    <a:lnTo>
                      <a:pt x="31218" y="12011"/>
                    </a:lnTo>
                    <a:lnTo>
                      <a:pt x="31113" y="12262"/>
                    </a:lnTo>
                    <a:lnTo>
                      <a:pt x="30988" y="12492"/>
                    </a:lnTo>
                    <a:lnTo>
                      <a:pt x="30779" y="12638"/>
                    </a:lnTo>
                    <a:lnTo>
                      <a:pt x="30737" y="12743"/>
                    </a:lnTo>
                    <a:lnTo>
                      <a:pt x="30674" y="12743"/>
                    </a:lnTo>
                    <a:lnTo>
                      <a:pt x="30569" y="12910"/>
                    </a:lnTo>
                    <a:lnTo>
                      <a:pt x="30465" y="12952"/>
                    </a:lnTo>
                    <a:lnTo>
                      <a:pt x="30444" y="13140"/>
                    </a:lnTo>
                    <a:lnTo>
                      <a:pt x="30360" y="13224"/>
                    </a:lnTo>
                    <a:lnTo>
                      <a:pt x="30339" y="13350"/>
                    </a:lnTo>
                    <a:lnTo>
                      <a:pt x="30277" y="13350"/>
                    </a:lnTo>
                    <a:lnTo>
                      <a:pt x="30235" y="13224"/>
                    </a:lnTo>
                    <a:lnTo>
                      <a:pt x="30151" y="13224"/>
                    </a:lnTo>
                    <a:lnTo>
                      <a:pt x="30067" y="13308"/>
                    </a:lnTo>
                    <a:lnTo>
                      <a:pt x="30109" y="13350"/>
                    </a:lnTo>
                    <a:lnTo>
                      <a:pt x="30130" y="13475"/>
                    </a:lnTo>
                    <a:lnTo>
                      <a:pt x="30046" y="13475"/>
                    </a:lnTo>
                    <a:lnTo>
                      <a:pt x="29963" y="13413"/>
                    </a:lnTo>
                    <a:lnTo>
                      <a:pt x="30005" y="13308"/>
                    </a:lnTo>
                    <a:lnTo>
                      <a:pt x="29921" y="13140"/>
                    </a:lnTo>
                    <a:lnTo>
                      <a:pt x="29837" y="12743"/>
                    </a:lnTo>
                    <a:lnTo>
                      <a:pt x="29837" y="12576"/>
                    </a:lnTo>
                    <a:lnTo>
                      <a:pt x="29816" y="12492"/>
                    </a:lnTo>
                    <a:lnTo>
                      <a:pt x="29858" y="12366"/>
                    </a:lnTo>
                    <a:lnTo>
                      <a:pt x="29942" y="12262"/>
                    </a:lnTo>
                    <a:lnTo>
                      <a:pt x="29921" y="12115"/>
                    </a:lnTo>
                    <a:lnTo>
                      <a:pt x="29963" y="12011"/>
                    </a:lnTo>
                    <a:lnTo>
                      <a:pt x="30046" y="11969"/>
                    </a:lnTo>
                    <a:lnTo>
                      <a:pt x="30130" y="12011"/>
                    </a:lnTo>
                    <a:lnTo>
                      <a:pt x="30214" y="11990"/>
                    </a:lnTo>
                    <a:lnTo>
                      <a:pt x="30277" y="11885"/>
                    </a:lnTo>
                    <a:lnTo>
                      <a:pt x="30256" y="11655"/>
                    </a:lnTo>
                    <a:lnTo>
                      <a:pt x="30318" y="11550"/>
                    </a:lnTo>
                    <a:lnTo>
                      <a:pt x="30318" y="11153"/>
                    </a:lnTo>
                    <a:lnTo>
                      <a:pt x="30214" y="11027"/>
                    </a:lnTo>
                    <a:lnTo>
                      <a:pt x="30172" y="10860"/>
                    </a:lnTo>
                    <a:lnTo>
                      <a:pt x="30109" y="10692"/>
                    </a:lnTo>
                    <a:lnTo>
                      <a:pt x="30067" y="10588"/>
                    </a:lnTo>
                    <a:lnTo>
                      <a:pt x="30025" y="10525"/>
                    </a:lnTo>
                    <a:lnTo>
                      <a:pt x="29963" y="10525"/>
                    </a:lnTo>
                    <a:lnTo>
                      <a:pt x="29921" y="10630"/>
                    </a:lnTo>
                    <a:lnTo>
                      <a:pt x="29795" y="10839"/>
                    </a:lnTo>
                    <a:lnTo>
                      <a:pt x="29628" y="10964"/>
                    </a:lnTo>
                    <a:lnTo>
                      <a:pt x="29607" y="11069"/>
                    </a:lnTo>
                    <a:lnTo>
                      <a:pt x="29607" y="11278"/>
                    </a:lnTo>
                    <a:lnTo>
                      <a:pt x="29544" y="11341"/>
                    </a:lnTo>
                    <a:lnTo>
                      <a:pt x="29481" y="11278"/>
                    </a:lnTo>
                    <a:lnTo>
                      <a:pt x="29398" y="11362"/>
                    </a:lnTo>
                    <a:lnTo>
                      <a:pt x="29419" y="11383"/>
                    </a:lnTo>
                    <a:lnTo>
                      <a:pt x="29398" y="11446"/>
                    </a:lnTo>
                    <a:lnTo>
                      <a:pt x="29230" y="11529"/>
                    </a:lnTo>
                    <a:lnTo>
                      <a:pt x="29189" y="11592"/>
                    </a:lnTo>
                    <a:lnTo>
                      <a:pt x="29084" y="11697"/>
                    </a:lnTo>
                    <a:lnTo>
                      <a:pt x="29000" y="11697"/>
                    </a:lnTo>
                    <a:lnTo>
                      <a:pt x="29000" y="11634"/>
                    </a:lnTo>
                    <a:lnTo>
                      <a:pt x="29084" y="11592"/>
                    </a:lnTo>
                    <a:lnTo>
                      <a:pt x="29084" y="11467"/>
                    </a:lnTo>
                    <a:lnTo>
                      <a:pt x="29042" y="11425"/>
                    </a:lnTo>
                    <a:lnTo>
                      <a:pt x="29147" y="11278"/>
                    </a:lnTo>
                    <a:lnTo>
                      <a:pt x="29168" y="11174"/>
                    </a:lnTo>
                    <a:lnTo>
                      <a:pt x="29168" y="11069"/>
                    </a:lnTo>
                    <a:lnTo>
                      <a:pt x="29251" y="11027"/>
                    </a:lnTo>
                    <a:lnTo>
                      <a:pt x="29251" y="10923"/>
                    </a:lnTo>
                    <a:lnTo>
                      <a:pt x="29209" y="10902"/>
                    </a:lnTo>
                    <a:lnTo>
                      <a:pt x="29251" y="10755"/>
                    </a:lnTo>
                    <a:lnTo>
                      <a:pt x="29147" y="10609"/>
                    </a:lnTo>
                    <a:lnTo>
                      <a:pt x="29147" y="10525"/>
                    </a:lnTo>
                    <a:lnTo>
                      <a:pt x="29084" y="10420"/>
                    </a:lnTo>
                    <a:lnTo>
                      <a:pt x="29084" y="10379"/>
                    </a:lnTo>
                    <a:lnTo>
                      <a:pt x="29147" y="10400"/>
                    </a:lnTo>
                    <a:lnTo>
                      <a:pt x="29189" y="10400"/>
                    </a:lnTo>
                    <a:lnTo>
                      <a:pt x="29209" y="10525"/>
                    </a:lnTo>
                    <a:lnTo>
                      <a:pt x="29272" y="10504"/>
                    </a:lnTo>
                    <a:lnTo>
                      <a:pt x="29377" y="10379"/>
                    </a:lnTo>
                    <a:lnTo>
                      <a:pt x="29481" y="10379"/>
                    </a:lnTo>
                    <a:lnTo>
                      <a:pt x="29565" y="10295"/>
                    </a:lnTo>
                    <a:lnTo>
                      <a:pt x="29481" y="10232"/>
                    </a:lnTo>
                    <a:lnTo>
                      <a:pt x="29377" y="10316"/>
                    </a:lnTo>
                    <a:lnTo>
                      <a:pt x="29293" y="10232"/>
                    </a:lnTo>
                    <a:lnTo>
                      <a:pt x="29189" y="10211"/>
                    </a:lnTo>
                    <a:lnTo>
                      <a:pt x="29189" y="10107"/>
                    </a:lnTo>
                    <a:lnTo>
                      <a:pt x="29230" y="10065"/>
                    </a:lnTo>
                    <a:lnTo>
                      <a:pt x="29209" y="10002"/>
                    </a:lnTo>
                    <a:lnTo>
                      <a:pt x="29126" y="10023"/>
                    </a:lnTo>
                    <a:lnTo>
                      <a:pt x="29105" y="10107"/>
                    </a:lnTo>
                    <a:lnTo>
                      <a:pt x="28958" y="10169"/>
                    </a:lnTo>
                    <a:lnTo>
                      <a:pt x="28854" y="10065"/>
                    </a:lnTo>
                    <a:lnTo>
                      <a:pt x="28854" y="9939"/>
                    </a:lnTo>
                    <a:lnTo>
                      <a:pt x="28770" y="9918"/>
                    </a:lnTo>
                    <a:lnTo>
                      <a:pt x="28665" y="9939"/>
                    </a:lnTo>
                    <a:lnTo>
                      <a:pt x="28603" y="9897"/>
                    </a:lnTo>
                    <a:lnTo>
                      <a:pt x="28644" y="9793"/>
                    </a:lnTo>
                    <a:lnTo>
                      <a:pt x="28707" y="9772"/>
                    </a:lnTo>
                    <a:lnTo>
                      <a:pt x="28749" y="9709"/>
                    </a:lnTo>
                    <a:lnTo>
                      <a:pt x="28812" y="9709"/>
                    </a:lnTo>
                    <a:lnTo>
                      <a:pt x="29126" y="9500"/>
                    </a:lnTo>
                    <a:lnTo>
                      <a:pt x="29168" y="9458"/>
                    </a:lnTo>
                    <a:lnTo>
                      <a:pt x="29042" y="9332"/>
                    </a:lnTo>
                    <a:lnTo>
                      <a:pt x="28875" y="9353"/>
                    </a:lnTo>
                    <a:lnTo>
                      <a:pt x="28875" y="9332"/>
                    </a:lnTo>
                    <a:lnTo>
                      <a:pt x="28979" y="9270"/>
                    </a:lnTo>
                    <a:lnTo>
                      <a:pt x="29042" y="9144"/>
                    </a:lnTo>
                    <a:lnTo>
                      <a:pt x="29168" y="9081"/>
                    </a:lnTo>
                    <a:lnTo>
                      <a:pt x="29147" y="9228"/>
                    </a:lnTo>
                    <a:lnTo>
                      <a:pt x="29189" y="9332"/>
                    </a:lnTo>
                    <a:lnTo>
                      <a:pt x="29293" y="9291"/>
                    </a:lnTo>
                    <a:lnTo>
                      <a:pt x="29377" y="9332"/>
                    </a:lnTo>
                    <a:lnTo>
                      <a:pt x="29461" y="9249"/>
                    </a:lnTo>
                    <a:lnTo>
                      <a:pt x="29461" y="9144"/>
                    </a:lnTo>
                    <a:lnTo>
                      <a:pt x="29377" y="9039"/>
                    </a:lnTo>
                    <a:lnTo>
                      <a:pt x="29293" y="9019"/>
                    </a:lnTo>
                    <a:lnTo>
                      <a:pt x="29293" y="8935"/>
                    </a:lnTo>
                    <a:lnTo>
                      <a:pt x="29314" y="8830"/>
                    </a:lnTo>
                    <a:lnTo>
                      <a:pt x="29293" y="8726"/>
                    </a:lnTo>
                    <a:lnTo>
                      <a:pt x="29314" y="8663"/>
                    </a:lnTo>
                    <a:lnTo>
                      <a:pt x="29314" y="8600"/>
                    </a:lnTo>
                    <a:lnTo>
                      <a:pt x="29209" y="8454"/>
                    </a:lnTo>
                    <a:lnTo>
                      <a:pt x="29272" y="8349"/>
                    </a:lnTo>
                    <a:lnTo>
                      <a:pt x="29209" y="8244"/>
                    </a:lnTo>
                    <a:lnTo>
                      <a:pt x="29272" y="8223"/>
                    </a:lnTo>
                    <a:lnTo>
                      <a:pt x="29272" y="8077"/>
                    </a:lnTo>
                    <a:lnTo>
                      <a:pt x="29356" y="7931"/>
                    </a:lnTo>
                    <a:lnTo>
                      <a:pt x="29356" y="7847"/>
                    </a:lnTo>
                    <a:lnTo>
                      <a:pt x="29419" y="7742"/>
                    </a:lnTo>
                    <a:lnTo>
                      <a:pt x="29419" y="7700"/>
                    </a:lnTo>
                    <a:lnTo>
                      <a:pt x="29356" y="7659"/>
                    </a:lnTo>
                    <a:lnTo>
                      <a:pt x="29377" y="7449"/>
                    </a:lnTo>
                    <a:lnTo>
                      <a:pt x="29356" y="7324"/>
                    </a:lnTo>
                    <a:lnTo>
                      <a:pt x="29251" y="7261"/>
                    </a:lnTo>
                    <a:lnTo>
                      <a:pt x="29272" y="7177"/>
                    </a:lnTo>
                    <a:lnTo>
                      <a:pt x="29251" y="7073"/>
                    </a:lnTo>
                    <a:lnTo>
                      <a:pt x="29293" y="7052"/>
                    </a:lnTo>
                    <a:lnTo>
                      <a:pt x="29335" y="6947"/>
                    </a:lnTo>
                    <a:lnTo>
                      <a:pt x="29272" y="6884"/>
                    </a:lnTo>
                    <a:lnTo>
                      <a:pt x="29230" y="6863"/>
                    </a:lnTo>
                    <a:cubicBezTo>
                      <a:pt x="29272" y="6842"/>
                      <a:pt x="29293" y="6801"/>
                      <a:pt x="29293" y="6759"/>
                    </a:cubicBezTo>
                    <a:cubicBezTo>
                      <a:pt x="29314" y="6696"/>
                      <a:pt x="29335" y="6654"/>
                      <a:pt x="29335" y="6591"/>
                    </a:cubicBezTo>
                    <a:lnTo>
                      <a:pt x="29377" y="6550"/>
                    </a:lnTo>
                    <a:lnTo>
                      <a:pt x="29377" y="6445"/>
                    </a:lnTo>
                    <a:lnTo>
                      <a:pt x="29440" y="6445"/>
                    </a:lnTo>
                    <a:lnTo>
                      <a:pt x="29523" y="6361"/>
                    </a:lnTo>
                    <a:lnTo>
                      <a:pt x="29586" y="6257"/>
                    </a:lnTo>
                    <a:lnTo>
                      <a:pt x="29649" y="6215"/>
                    </a:lnTo>
                    <a:lnTo>
                      <a:pt x="29753" y="6215"/>
                    </a:lnTo>
                    <a:lnTo>
                      <a:pt x="29816" y="6131"/>
                    </a:lnTo>
                    <a:lnTo>
                      <a:pt x="29900" y="6068"/>
                    </a:lnTo>
                    <a:lnTo>
                      <a:pt x="29942" y="5964"/>
                    </a:lnTo>
                    <a:lnTo>
                      <a:pt x="29942" y="5838"/>
                    </a:lnTo>
                    <a:lnTo>
                      <a:pt x="29900" y="5796"/>
                    </a:lnTo>
                    <a:lnTo>
                      <a:pt x="29963" y="5713"/>
                    </a:lnTo>
                    <a:lnTo>
                      <a:pt x="30005" y="5629"/>
                    </a:lnTo>
                    <a:lnTo>
                      <a:pt x="29795" y="5629"/>
                    </a:lnTo>
                    <a:lnTo>
                      <a:pt x="29733" y="5587"/>
                    </a:lnTo>
                    <a:lnTo>
                      <a:pt x="29753" y="5503"/>
                    </a:lnTo>
                    <a:lnTo>
                      <a:pt x="29837" y="5503"/>
                    </a:lnTo>
                    <a:lnTo>
                      <a:pt x="29921" y="5545"/>
                    </a:lnTo>
                    <a:lnTo>
                      <a:pt x="30025" y="5545"/>
                    </a:lnTo>
                    <a:lnTo>
                      <a:pt x="30130" y="5587"/>
                    </a:lnTo>
                    <a:lnTo>
                      <a:pt x="30214" y="5524"/>
                    </a:lnTo>
                    <a:lnTo>
                      <a:pt x="30297" y="5545"/>
                    </a:lnTo>
                    <a:lnTo>
                      <a:pt x="30318" y="5650"/>
                    </a:lnTo>
                    <a:lnTo>
                      <a:pt x="30465" y="5796"/>
                    </a:lnTo>
                    <a:lnTo>
                      <a:pt x="30549" y="5796"/>
                    </a:lnTo>
                    <a:lnTo>
                      <a:pt x="30569" y="5838"/>
                    </a:lnTo>
                    <a:lnTo>
                      <a:pt x="30653" y="5859"/>
                    </a:lnTo>
                    <a:lnTo>
                      <a:pt x="30779" y="5817"/>
                    </a:lnTo>
                    <a:lnTo>
                      <a:pt x="30988" y="5692"/>
                    </a:lnTo>
                    <a:lnTo>
                      <a:pt x="31134" y="5524"/>
                    </a:lnTo>
                    <a:lnTo>
                      <a:pt x="31302" y="5399"/>
                    </a:lnTo>
                    <a:lnTo>
                      <a:pt x="31365" y="5315"/>
                    </a:lnTo>
                    <a:lnTo>
                      <a:pt x="31302" y="5294"/>
                    </a:lnTo>
                    <a:lnTo>
                      <a:pt x="31344" y="5231"/>
                    </a:lnTo>
                    <a:lnTo>
                      <a:pt x="31469" y="5231"/>
                    </a:lnTo>
                    <a:lnTo>
                      <a:pt x="31595" y="5085"/>
                    </a:lnTo>
                    <a:lnTo>
                      <a:pt x="31825" y="4897"/>
                    </a:lnTo>
                    <a:lnTo>
                      <a:pt x="31825" y="4855"/>
                    </a:lnTo>
                    <a:lnTo>
                      <a:pt x="31930" y="4834"/>
                    </a:lnTo>
                    <a:lnTo>
                      <a:pt x="32013" y="4687"/>
                    </a:lnTo>
                    <a:lnTo>
                      <a:pt x="32181" y="4541"/>
                    </a:lnTo>
                    <a:lnTo>
                      <a:pt x="32222" y="4415"/>
                    </a:lnTo>
                    <a:lnTo>
                      <a:pt x="32285" y="4415"/>
                    </a:lnTo>
                    <a:lnTo>
                      <a:pt x="32327" y="4436"/>
                    </a:lnTo>
                    <a:lnTo>
                      <a:pt x="32327" y="4436"/>
                    </a:lnTo>
                    <a:lnTo>
                      <a:pt x="32306" y="4353"/>
                    </a:lnTo>
                    <a:lnTo>
                      <a:pt x="32222" y="4311"/>
                    </a:lnTo>
                    <a:lnTo>
                      <a:pt x="32222" y="4227"/>
                    </a:lnTo>
                    <a:lnTo>
                      <a:pt x="32076" y="4122"/>
                    </a:lnTo>
                    <a:lnTo>
                      <a:pt x="31804" y="4081"/>
                    </a:lnTo>
                    <a:lnTo>
                      <a:pt x="31657" y="4060"/>
                    </a:lnTo>
                    <a:lnTo>
                      <a:pt x="31574" y="4081"/>
                    </a:lnTo>
                    <a:lnTo>
                      <a:pt x="31511" y="4060"/>
                    </a:lnTo>
                    <a:lnTo>
                      <a:pt x="31511" y="3976"/>
                    </a:lnTo>
                    <a:lnTo>
                      <a:pt x="31469" y="3871"/>
                    </a:lnTo>
                    <a:lnTo>
                      <a:pt x="31406" y="3871"/>
                    </a:lnTo>
                    <a:lnTo>
                      <a:pt x="31385" y="3850"/>
                    </a:lnTo>
                    <a:lnTo>
                      <a:pt x="31281" y="3829"/>
                    </a:lnTo>
                    <a:lnTo>
                      <a:pt x="31197" y="3704"/>
                    </a:lnTo>
                    <a:lnTo>
                      <a:pt x="31051" y="3704"/>
                    </a:lnTo>
                    <a:lnTo>
                      <a:pt x="30967" y="3788"/>
                    </a:lnTo>
                    <a:lnTo>
                      <a:pt x="30946" y="3704"/>
                    </a:lnTo>
                    <a:lnTo>
                      <a:pt x="30841" y="3704"/>
                    </a:lnTo>
                    <a:lnTo>
                      <a:pt x="30779" y="3641"/>
                    </a:lnTo>
                    <a:lnTo>
                      <a:pt x="30674" y="3662"/>
                    </a:lnTo>
                    <a:lnTo>
                      <a:pt x="30507" y="3662"/>
                    </a:lnTo>
                    <a:lnTo>
                      <a:pt x="30235" y="3725"/>
                    </a:lnTo>
                    <a:lnTo>
                      <a:pt x="30130" y="3871"/>
                    </a:lnTo>
                    <a:lnTo>
                      <a:pt x="30214" y="3976"/>
                    </a:lnTo>
                    <a:lnTo>
                      <a:pt x="30130" y="4018"/>
                    </a:lnTo>
                    <a:lnTo>
                      <a:pt x="30109" y="4060"/>
                    </a:lnTo>
                    <a:lnTo>
                      <a:pt x="30193" y="4164"/>
                    </a:lnTo>
                    <a:lnTo>
                      <a:pt x="30214" y="4290"/>
                    </a:lnTo>
                    <a:lnTo>
                      <a:pt x="30088" y="4290"/>
                    </a:lnTo>
                    <a:lnTo>
                      <a:pt x="30046" y="4185"/>
                    </a:lnTo>
                    <a:lnTo>
                      <a:pt x="29984" y="4060"/>
                    </a:lnTo>
                    <a:lnTo>
                      <a:pt x="29900" y="4039"/>
                    </a:lnTo>
                    <a:lnTo>
                      <a:pt x="29816" y="4164"/>
                    </a:lnTo>
                    <a:lnTo>
                      <a:pt x="29837" y="4227"/>
                    </a:lnTo>
                    <a:lnTo>
                      <a:pt x="29837" y="4290"/>
                    </a:lnTo>
                    <a:lnTo>
                      <a:pt x="29733" y="4332"/>
                    </a:lnTo>
                    <a:lnTo>
                      <a:pt x="29712" y="4478"/>
                    </a:lnTo>
                    <a:lnTo>
                      <a:pt x="29565" y="4646"/>
                    </a:lnTo>
                    <a:lnTo>
                      <a:pt x="29523" y="4771"/>
                    </a:lnTo>
                    <a:lnTo>
                      <a:pt x="29502" y="4855"/>
                    </a:lnTo>
                    <a:lnTo>
                      <a:pt x="29565" y="4876"/>
                    </a:lnTo>
                    <a:lnTo>
                      <a:pt x="29461" y="4959"/>
                    </a:lnTo>
                    <a:lnTo>
                      <a:pt x="29461" y="5064"/>
                    </a:lnTo>
                    <a:lnTo>
                      <a:pt x="29377" y="5106"/>
                    </a:lnTo>
                    <a:lnTo>
                      <a:pt x="29272" y="5357"/>
                    </a:lnTo>
                    <a:lnTo>
                      <a:pt x="29272" y="5482"/>
                    </a:lnTo>
                    <a:lnTo>
                      <a:pt x="29209" y="5566"/>
                    </a:lnTo>
                    <a:lnTo>
                      <a:pt x="29293" y="5629"/>
                    </a:lnTo>
                    <a:lnTo>
                      <a:pt x="29293" y="5713"/>
                    </a:lnTo>
                    <a:lnTo>
                      <a:pt x="29251" y="5734"/>
                    </a:lnTo>
                    <a:lnTo>
                      <a:pt x="29251" y="5838"/>
                    </a:lnTo>
                    <a:lnTo>
                      <a:pt x="29189" y="6026"/>
                    </a:lnTo>
                    <a:lnTo>
                      <a:pt x="29063" y="6215"/>
                    </a:lnTo>
                    <a:lnTo>
                      <a:pt x="29084" y="6257"/>
                    </a:lnTo>
                    <a:lnTo>
                      <a:pt x="29189" y="6257"/>
                    </a:lnTo>
                    <a:lnTo>
                      <a:pt x="29209" y="6319"/>
                    </a:lnTo>
                    <a:cubicBezTo>
                      <a:pt x="29189" y="6319"/>
                      <a:pt x="29168" y="6340"/>
                      <a:pt x="29168" y="6340"/>
                    </a:cubicBezTo>
                    <a:lnTo>
                      <a:pt x="29105" y="6319"/>
                    </a:lnTo>
                    <a:lnTo>
                      <a:pt x="29042" y="6361"/>
                    </a:lnTo>
                    <a:lnTo>
                      <a:pt x="28958" y="6508"/>
                    </a:lnTo>
                    <a:lnTo>
                      <a:pt x="29042" y="6508"/>
                    </a:lnTo>
                    <a:cubicBezTo>
                      <a:pt x="29000" y="6529"/>
                      <a:pt x="28979" y="6550"/>
                      <a:pt x="28979" y="6612"/>
                    </a:cubicBezTo>
                    <a:lnTo>
                      <a:pt x="28875" y="6570"/>
                    </a:lnTo>
                    <a:lnTo>
                      <a:pt x="28791" y="6633"/>
                    </a:lnTo>
                    <a:lnTo>
                      <a:pt x="28791" y="6738"/>
                    </a:lnTo>
                    <a:lnTo>
                      <a:pt x="28644" y="6842"/>
                    </a:lnTo>
                    <a:lnTo>
                      <a:pt x="28582" y="6884"/>
                    </a:lnTo>
                    <a:cubicBezTo>
                      <a:pt x="28665" y="6612"/>
                      <a:pt x="28728" y="6257"/>
                      <a:pt x="28749" y="5943"/>
                    </a:cubicBezTo>
                    <a:lnTo>
                      <a:pt x="28937" y="5838"/>
                    </a:lnTo>
                    <a:lnTo>
                      <a:pt x="28937" y="5734"/>
                    </a:lnTo>
                    <a:lnTo>
                      <a:pt x="29000" y="5566"/>
                    </a:lnTo>
                    <a:lnTo>
                      <a:pt x="29000" y="5399"/>
                    </a:lnTo>
                    <a:lnTo>
                      <a:pt x="29063" y="5315"/>
                    </a:lnTo>
                    <a:lnTo>
                      <a:pt x="28979" y="5315"/>
                    </a:lnTo>
                    <a:lnTo>
                      <a:pt x="28937" y="5378"/>
                    </a:lnTo>
                    <a:lnTo>
                      <a:pt x="28791" y="5420"/>
                    </a:lnTo>
                    <a:lnTo>
                      <a:pt x="28728" y="5545"/>
                    </a:lnTo>
                    <a:lnTo>
                      <a:pt x="28686" y="5503"/>
                    </a:lnTo>
                    <a:lnTo>
                      <a:pt x="28686" y="5399"/>
                    </a:lnTo>
                    <a:lnTo>
                      <a:pt x="28770" y="5357"/>
                    </a:lnTo>
                    <a:lnTo>
                      <a:pt x="28770" y="5231"/>
                    </a:lnTo>
                    <a:lnTo>
                      <a:pt x="28749" y="5169"/>
                    </a:lnTo>
                    <a:lnTo>
                      <a:pt x="28665" y="5127"/>
                    </a:lnTo>
                    <a:lnTo>
                      <a:pt x="28749" y="5127"/>
                    </a:lnTo>
                    <a:lnTo>
                      <a:pt x="28791" y="5106"/>
                    </a:lnTo>
                    <a:lnTo>
                      <a:pt x="28770" y="4980"/>
                    </a:lnTo>
                    <a:lnTo>
                      <a:pt x="28582" y="4876"/>
                    </a:lnTo>
                    <a:lnTo>
                      <a:pt x="28540" y="4897"/>
                    </a:lnTo>
                    <a:lnTo>
                      <a:pt x="28352" y="4918"/>
                    </a:lnTo>
                    <a:lnTo>
                      <a:pt x="28331" y="4980"/>
                    </a:lnTo>
                    <a:lnTo>
                      <a:pt x="28247" y="4980"/>
                    </a:lnTo>
                    <a:lnTo>
                      <a:pt x="28247" y="4897"/>
                    </a:lnTo>
                    <a:lnTo>
                      <a:pt x="28331" y="4771"/>
                    </a:lnTo>
                    <a:lnTo>
                      <a:pt x="28414" y="4771"/>
                    </a:lnTo>
                    <a:lnTo>
                      <a:pt x="28540" y="4666"/>
                    </a:lnTo>
                    <a:lnTo>
                      <a:pt x="28749" y="4604"/>
                    </a:lnTo>
                    <a:lnTo>
                      <a:pt x="28791" y="4562"/>
                    </a:lnTo>
                    <a:lnTo>
                      <a:pt x="28937" y="4541"/>
                    </a:lnTo>
                    <a:lnTo>
                      <a:pt x="29000" y="4541"/>
                    </a:lnTo>
                    <a:lnTo>
                      <a:pt x="29063" y="4583"/>
                    </a:lnTo>
                    <a:lnTo>
                      <a:pt x="29105" y="4562"/>
                    </a:lnTo>
                    <a:lnTo>
                      <a:pt x="29147" y="4394"/>
                    </a:lnTo>
                    <a:lnTo>
                      <a:pt x="29189" y="4332"/>
                    </a:lnTo>
                    <a:lnTo>
                      <a:pt x="29063" y="4248"/>
                    </a:lnTo>
                    <a:lnTo>
                      <a:pt x="29042" y="4185"/>
                    </a:lnTo>
                    <a:lnTo>
                      <a:pt x="29105" y="4164"/>
                    </a:lnTo>
                    <a:lnTo>
                      <a:pt x="29168" y="4122"/>
                    </a:lnTo>
                    <a:lnTo>
                      <a:pt x="29189" y="4164"/>
                    </a:lnTo>
                    <a:lnTo>
                      <a:pt x="29272" y="4185"/>
                    </a:lnTo>
                    <a:lnTo>
                      <a:pt x="29419" y="4122"/>
                    </a:lnTo>
                    <a:lnTo>
                      <a:pt x="29481" y="4039"/>
                    </a:lnTo>
                    <a:lnTo>
                      <a:pt x="29461" y="3955"/>
                    </a:lnTo>
                    <a:lnTo>
                      <a:pt x="29481" y="3913"/>
                    </a:lnTo>
                    <a:lnTo>
                      <a:pt x="29461" y="3829"/>
                    </a:lnTo>
                    <a:lnTo>
                      <a:pt x="29377" y="3850"/>
                    </a:lnTo>
                    <a:lnTo>
                      <a:pt x="29293" y="3746"/>
                    </a:lnTo>
                    <a:lnTo>
                      <a:pt x="29042" y="3746"/>
                    </a:lnTo>
                    <a:lnTo>
                      <a:pt x="28958" y="3725"/>
                    </a:lnTo>
                    <a:lnTo>
                      <a:pt x="28896" y="3767"/>
                    </a:lnTo>
                    <a:lnTo>
                      <a:pt x="28770" y="3767"/>
                    </a:lnTo>
                    <a:lnTo>
                      <a:pt x="28665" y="3725"/>
                    </a:lnTo>
                    <a:lnTo>
                      <a:pt x="28582" y="3746"/>
                    </a:lnTo>
                    <a:lnTo>
                      <a:pt x="28519" y="3641"/>
                    </a:lnTo>
                    <a:lnTo>
                      <a:pt x="28435" y="3599"/>
                    </a:lnTo>
                    <a:lnTo>
                      <a:pt x="28435" y="3516"/>
                    </a:lnTo>
                    <a:lnTo>
                      <a:pt x="28477" y="3453"/>
                    </a:lnTo>
                    <a:lnTo>
                      <a:pt x="28456" y="3411"/>
                    </a:lnTo>
                    <a:lnTo>
                      <a:pt x="28310" y="3390"/>
                    </a:lnTo>
                    <a:lnTo>
                      <a:pt x="28226" y="3432"/>
                    </a:lnTo>
                    <a:lnTo>
                      <a:pt x="28163" y="3495"/>
                    </a:lnTo>
                    <a:lnTo>
                      <a:pt x="28226" y="3537"/>
                    </a:lnTo>
                    <a:lnTo>
                      <a:pt x="28331" y="3537"/>
                    </a:lnTo>
                    <a:lnTo>
                      <a:pt x="28268" y="3641"/>
                    </a:lnTo>
                    <a:lnTo>
                      <a:pt x="28142" y="3620"/>
                    </a:lnTo>
                    <a:lnTo>
                      <a:pt x="28059" y="3495"/>
                    </a:lnTo>
                    <a:lnTo>
                      <a:pt x="28017" y="3516"/>
                    </a:lnTo>
                    <a:lnTo>
                      <a:pt x="27954" y="3495"/>
                    </a:lnTo>
                    <a:lnTo>
                      <a:pt x="27849" y="3537"/>
                    </a:lnTo>
                    <a:lnTo>
                      <a:pt x="27828" y="3641"/>
                    </a:lnTo>
                    <a:lnTo>
                      <a:pt x="27787" y="3662"/>
                    </a:lnTo>
                    <a:lnTo>
                      <a:pt x="27808" y="3767"/>
                    </a:lnTo>
                    <a:lnTo>
                      <a:pt x="27808" y="3871"/>
                    </a:lnTo>
                    <a:lnTo>
                      <a:pt x="27891" y="3934"/>
                    </a:lnTo>
                    <a:lnTo>
                      <a:pt x="27891" y="4060"/>
                    </a:lnTo>
                    <a:lnTo>
                      <a:pt x="27828" y="4122"/>
                    </a:lnTo>
                    <a:lnTo>
                      <a:pt x="27808" y="4248"/>
                    </a:lnTo>
                    <a:lnTo>
                      <a:pt x="27787" y="4248"/>
                    </a:lnTo>
                    <a:lnTo>
                      <a:pt x="27745" y="4018"/>
                    </a:lnTo>
                    <a:lnTo>
                      <a:pt x="27703" y="3913"/>
                    </a:lnTo>
                    <a:lnTo>
                      <a:pt x="27619" y="3850"/>
                    </a:lnTo>
                    <a:lnTo>
                      <a:pt x="27598" y="3934"/>
                    </a:lnTo>
                    <a:lnTo>
                      <a:pt x="27515" y="3934"/>
                    </a:lnTo>
                    <a:lnTo>
                      <a:pt x="27431" y="4018"/>
                    </a:lnTo>
                    <a:lnTo>
                      <a:pt x="27431" y="4143"/>
                    </a:lnTo>
                    <a:lnTo>
                      <a:pt x="27515" y="4248"/>
                    </a:lnTo>
                    <a:lnTo>
                      <a:pt x="27515" y="4332"/>
                    </a:lnTo>
                    <a:lnTo>
                      <a:pt x="27619" y="4457"/>
                    </a:lnTo>
                    <a:lnTo>
                      <a:pt x="27745" y="4457"/>
                    </a:lnTo>
                    <a:lnTo>
                      <a:pt x="27808" y="4353"/>
                    </a:lnTo>
                    <a:lnTo>
                      <a:pt x="27828" y="4353"/>
                    </a:lnTo>
                    <a:lnTo>
                      <a:pt x="27849" y="4457"/>
                    </a:lnTo>
                    <a:lnTo>
                      <a:pt x="27933" y="4583"/>
                    </a:lnTo>
                    <a:lnTo>
                      <a:pt x="27933" y="4666"/>
                    </a:lnTo>
                    <a:lnTo>
                      <a:pt x="27849" y="4666"/>
                    </a:lnTo>
                    <a:lnTo>
                      <a:pt x="27808" y="4562"/>
                    </a:lnTo>
                    <a:lnTo>
                      <a:pt x="27724" y="4541"/>
                    </a:lnTo>
                    <a:lnTo>
                      <a:pt x="27619" y="4562"/>
                    </a:lnTo>
                    <a:lnTo>
                      <a:pt x="27577" y="4604"/>
                    </a:lnTo>
                    <a:lnTo>
                      <a:pt x="27619" y="4708"/>
                    </a:lnTo>
                    <a:lnTo>
                      <a:pt x="27598" y="4792"/>
                    </a:lnTo>
                    <a:lnTo>
                      <a:pt x="27515" y="4876"/>
                    </a:lnTo>
                    <a:lnTo>
                      <a:pt x="27536" y="4959"/>
                    </a:lnTo>
                    <a:lnTo>
                      <a:pt x="27473" y="5085"/>
                    </a:lnTo>
                    <a:lnTo>
                      <a:pt x="27410" y="5127"/>
                    </a:lnTo>
                    <a:lnTo>
                      <a:pt x="27431" y="5231"/>
                    </a:lnTo>
                    <a:lnTo>
                      <a:pt x="27389" y="5294"/>
                    </a:lnTo>
                    <a:lnTo>
                      <a:pt x="27284" y="5273"/>
                    </a:lnTo>
                    <a:lnTo>
                      <a:pt x="27201" y="5169"/>
                    </a:lnTo>
                    <a:lnTo>
                      <a:pt x="27201" y="5064"/>
                    </a:lnTo>
                    <a:lnTo>
                      <a:pt x="27075" y="4897"/>
                    </a:lnTo>
                    <a:lnTo>
                      <a:pt x="27075" y="4792"/>
                    </a:lnTo>
                    <a:lnTo>
                      <a:pt x="27054" y="4708"/>
                    </a:lnTo>
                    <a:lnTo>
                      <a:pt x="26950" y="4687"/>
                    </a:lnTo>
                    <a:lnTo>
                      <a:pt x="26950" y="4646"/>
                    </a:lnTo>
                    <a:lnTo>
                      <a:pt x="26992" y="4604"/>
                    </a:lnTo>
                    <a:lnTo>
                      <a:pt x="27033" y="4562"/>
                    </a:lnTo>
                    <a:lnTo>
                      <a:pt x="26992" y="4478"/>
                    </a:lnTo>
                    <a:lnTo>
                      <a:pt x="26887" y="4457"/>
                    </a:lnTo>
                    <a:lnTo>
                      <a:pt x="26740" y="4499"/>
                    </a:lnTo>
                    <a:lnTo>
                      <a:pt x="26699" y="4457"/>
                    </a:lnTo>
                    <a:lnTo>
                      <a:pt x="26657" y="4478"/>
                    </a:lnTo>
                    <a:lnTo>
                      <a:pt x="26594" y="4562"/>
                    </a:lnTo>
                    <a:lnTo>
                      <a:pt x="26489" y="4604"/>
                    </a:lnTo>
                    <a:lnTo>
                      <a:pt x="26364" y="4792"/>
                    </a:lnTo>
                    <a:lnTo>
                      <a:pt x="26427" y="4876"/>
                    </a:lnTo>
                    <a:lnTo>
                      <a:pt x="26427" y="5064"/>
                    </a:lnTo>
                    <a:lnTo>
                      <a:pt x="26385" y="5127"/>
                    </a:lnTo>
                    <a:lnTo>
                      <a:pt x="26448" y="5210"/>
                    </a:lnTo>
                    <a:lnTo>
                      <a:pt x="26427" y="5378"/>
                    </a:lnTo>
                    <a:lnTo>
                      <a:pt x="26322" y="5420"/>
                    </a:lnTo>
                    <a:lnTo>
                      <a:pt x="26322" y="5545"/>
                    </a:lnTo>
                    <a:lnTo>
                      <a:pt x="26364" y="5608"/>
                    </a:lnTo>
                    <a:lnTo>
                      <a:pt x="26448" y="5587"/>
                    </a:lnTo>
                    <a:lnTo>
                      <a:pt x="26489" y="5629"/>
                    </a:lnTo>
                    <a:lnTo>
                      <a:pt x="26573" y="5587"/>
                    </a:lnTo>
                    <a:lnTo>
                      <a:pt x="26636" y="5608"/>
                    </a:lnTo>
                    <a:lnTo>
                      <a:pt x="26636" y="5734"/>
                    </a:lnTo>
                    <a:lnTo>
                      <a:pt x="26657" y="5796"/>
                    </a:lnTo>
                    <a:lnTo>
                      <a:pt x="26699" y="5796"/>
                    </a:lnTo>
                    <a:lnTo>
                      <a:pt x="26782" y="5922"/>
                    </a:lnTo>
                    <a:lnTo>
                      <a:pt x="26782" y="6110"/>
                    </a:lnTo>
                    <a:lnTo>
                      <a:pt x="26887" y="6236"/>
                    </a:lnTo>
                    <a:lnTo>
                      <a:pt x="26887" y="6319"/>
                    </a:lnTo>
                    <a:lnTo>
                      <a:pt x="26929" y="6424"/>
                    </a:lnTo>
                    <a:lnTo>
                      <a:pt x="27012" y="6466"/>
                    </a:lnTo>
                    <a:lnTo>
                      <a:pt x="26992" y="6550"/>
                    </a:lnTo>
                    <a:lnTo>
                      <a:pt x="27012" y="6696"/>
                    </a:lnTo>
                    <a:lnTo>
                      <a:pt x="26929" y="6842"/>
                    </a:lnTo>
                    <a:lnTo>
                      <a:pt x="27012" y="6905"/>
                    </a:lnTo>
                    <a:lnTo>
                      <a:pt x="27033" y="7052"/>
                    </a:lnTo>
                    <a:lnTo>
                      <a:pt x="27012" y="7156"/>
                    </a:lnTo>
                    <a:lnTo>
                      <a:pt x="27033" y="7198"/>
                    </a:lnTo>
                    <a:lnTo>
                      <a:pt x="27117" y="7156"/>
                    </a:lnTo>
                    <a:lnTo>
                      <a:pt x="27180" y="7198"/>
                    </a:lnTo>
                    <a:lnTo>
                      <a:pt x="27180" y="7324"/>
                    </a:lnTo>
                    <a:lnTo>
                      <a:pt x="27264" y="7387"/>
                    </a:lnTo>
                    <a:lnTo>
                      <a:pt x="27410" y="7324"/>
                    </a:lnTo>
                    <a:lnTo>
                      <a:pt x="27452" y="7198"/>
                    </a:lnTo>
                    <a:lnTo>
                      <a:pt x="27598" y="7114"/>
                    </a:lnTo>
                    <a:lnTo>
                      <a:pt x="27619" y="7010"/>
                    </a:lnTo>
                    <a:lnTo>
                      <a:pt x="27556" y="6968"/>
                    </a:lnTo>
                    <a:lnTo>
                      <a:pt x="27494" y="6759"/>
                    </a:lnTo>
                    <a:lnTo>
                      <a:pt x="27515" y="6654"/>
                    </a:lnTo>
                    <a:lnTo>
                      <a:pt x="27703" y="6466"/>
                    </a:lnTo>
                    <a:lnTo>
                      <a:pt x="27703" y="6550"/>
                    </a:lnTo>
                    <a:lnTo>
                      <a:pt x="27598" y="6675"/>
                    </a:lnTo>
                    <a:lnTo>
                      <a:pt x="27640" y="6905"/>
                    </a:lnTo>
                    <a:lnTo>
                      <a:pt x="27724" y="6947"/>
                    </a:lnTo>
                    <a:lnTo>
                      <a:pt x="27828" y="6884"/>
                    </a:lnTo>
                    <a:lnTo>
                      <a:pt x="27954" y="6968"/>
                    </a:lnTo>
                    <a:lnTo>
                      <a:pt x="28121" y="6905"/>
                    </a:lnTo>
                    <a:lnTo>
                      <a:pt x="28121" y="6842"/>
                    </a:lnTo>
                    <a:lnTo>
                      <a:pt x="28247" y="6780"/>
                    </a:lnTo>
                    <a:lnTo>
                      <a:pt x="28352" y="6780"/>
                    </a:lnTo>
                    <a:lnTo>
                      <a:pt x="28435" y="6738"/>
                    </a:lnTo>
                    <a:lnTo>
                      <a:pt x="28477" y="6780"/>
                    </a:lnTo>
                    <a:lnTo>
                      <a:pt x="28498" y="6759"/>
                    </a:lnTo>
                    <a:lnTo>
                      <a:pt x="28498" y="6759"/>
                    </a:lnTo>
                    <a:cubicBezTo>
                      <a:pt x="28477" y="6863"/>
                      <a:pt x="28456" y="6989"/>
                      <a:pt x="28456" y="7094"/>
                    </a:cubicBezTo>
                    <a:lnTo>
                      <a:pt x="28435" y="7114"/>
                    </a:lnTo>
                    <a:lnTo>
                      <a:pt x="28456" y="7156"/>
                    </a:lnTo>
                    <a:lnTo>
                      <a:pt x="28456" y="7219"/>
                    </a:lnTo>
                    <a:cubicBezTo>
                      <a:pt x="28456" y="7283"/>
                      <a:pt x="28503" y="7308"/>
                      <a:pt x="28554" y="7308"/>
                    </a:cubicBezTo>
                    <a:cubicBezTo>
                      <a:pt x="28586" y="7308"/>
                      <a:pt x="28620" y="7298"/>
                      <a:pt x="28644" y="7282"/>
                    </a:cubicBezTo>
                    <a:lnTo>
                      <a:pt x="28707" y="7282"/>
                    </a:lnTo>
                    <a:lnTo>
                      <a:pt x="28707" y="7324"/>
                    </a:lnTo>
                    <a:lnTo>
                      <a:pt x="28582" y="7533"/>
                    </a:lnTo>
                    <a:lnTo>
                      <a:pt x="28561" y="7617"/>
                    </a:lnTo>
                    <a:lnTo>
                      <a:pt x="28456" y="7679"/>
                    </a:lnTo>
                    <a:lnTo>
                      <a:pt x="28477" y="7596"/>
                    </a:lnTo>
                    <a:lnTo>
                      <a:pt x="28435" y="7533"/>
                    </a:lnTo>
                    <a:lnTo>
                      <a:pt x="28477" y="7407"/>
                    </a:lnTo>
                    <a:lnTo>
                      <a:pt x="28393" y="7324"/>
                    </a:lnTo>
                    <a:lnTo>
                      <a:pt x="28268" y="7387"/>
                    </a:lnTo>
                    <a:lnTo>
                      <a:pt x="28184" y="7512"/>
                    </a:lnTo>
                    <a:lnTo>
                      <a:pt x="28121" y="7512"/>
                    </a:lnTo>
                    <a:lnTo>
                      <a:pt x="28038" y="7679"/>
                    </a:lnTo>
                    <a:lnTo>
                      <a:pt x="27954" y="7700"/>
                    </a:lnTo>
                    <a:lnTo>
                      <a:pt x="27870" y="7910"/>
                    </a:lnTo>
                    <a:lnTo>
                      <a:pt x="27724" y="8056"/>
                    </a:lnTo>
                    <a:lnTo>
                      <a:pt x="27703" y="8203"/>
                    </a:lnTo>
                    <a:lnTo>
                      <a:pt x="27745" y="8328"/>
                    </a:lnTo>
                    <a:lnTo>
                      <a:pt x="27745" y="8412"/>
                    </a:lnTo>
                    <a:lnTo>
                      <a:pt x="27808" y="8433"/>
                    </a:lnTo>
                    <a:lnTo>
                      <a:pt x="27870" y="8370"/>
                    </a:lnTo>
                    <a:lnTo>
                      <a:pt x="27933" y="8370"/>
                    </a:lnTo>
                    <a:lnTo>
                      <a:pt x="27933" y="8454"/>
                    </a:lnTo>
                    <a:lnTo>
                      <a:pt x="27828" y="8537"/>
                    </a:lnTo>
                    <a:lnTo>
                      <a:pt x="27828" y="8579"/>
                    </a:lnTo>
                    <a:lnTo>
                      <a:pt x="27724" y="8579"/>
                    </a:lnTo>
                    <a:lnTo>
                      <a:pt x="27619" y="8642"/>
                    </a:lnTo>
                    <a:lnTo>
                      <a:pt x="27431" y="8830"/>
                    </a:lnTo>
                    <a:lnTo>
                      <a:pt x="27347" y="8935"/>
                    </a:lnTo>
                    <a:lnTo>
                      <a:pt x="27326" y="9207"/>
                    </a:lnTo>
                    <a:lnTo>
                      <a:pt x="27389" y="9311"/>
                    </a:lnTo>
                    <a:lnTo>
                      <a:pt x="27389" y="9395"/>
                    </a:lnTo>
                    <a:lnTo>
                      <a:pt x="27326" y="9500"/>
                    </a:lnTo>
                    <a:lnTo>
                      <a:pt x="27347" y="9563"/>
                    </a:lnTo>
                    <a:lnTo>
                      <a:pt x="27389" y="9625"/>
                    </a:lnTo>
                    <a:lnTo>
                      <a:pt x="27452" y="9625"/>
                    </a:lnTo>
                    <a:lnTo>
                      <a:pt x="27515" y="9667"/>
                    </a:lnTo>
                    <a:lnTo>
                      <a:pt x="27536" y="9793"/>
                    </a:lnTo>
                    <a:lnTo>
                      <a:pt x="27640" y="9835"/>
                    </a:lnTo>
                    <a:lnTo>
                      <a:pt x="27703" y="9939"/>
                    </a:lnTo>
                    <a:lnTo>
                      <a:pt x="27745" y="9939"/>
                    </a:lnTo>
                    <a:lnTo>
                      <a:pt x="27828" y="9814"/>
                    </a:lnTo>
                    <a:lnTo>
                      <a:pt x="27808" y="9939"/>
                    </a:lnTo>
                    <a:lnTo>
                      <a:pt x="27849" y="10107"/>
                    </a:lnTo>
                    <a:lnTo>
                      <a:pt x="28017" y="10127"/>
                    </a:lnTo>
                    <a:lnTo>
                      <a:pt x="28080" y="10190"/>
                    </a:lnTo>
                    <a:lnTo>
                      <a:pt x="28184" y="10190"/>
                    </a:lnTo>
                    <a:lnTo>
                      <a:pt x="28331" y="10211"/>
                    </a:lnTo>
                    <a:lnTo>
                      <a:pt x="28331" y="10295"/>
                    </a:lnTo>
                    <a:lnTo>
                      <a:pt x="28226" y="10504"/>
                    </a:lnTo>
                    <a:lnTo>
                      <a:pt x="28121" y="10546"/>
                    </a:lnTo>
                    <a:lnTo>
                      <a:pt x="28080" y="10525"/>
                    </a:lnTo>
                    <a:lnTo>
                      <a:pt x="28121" y="10420"/>
                    </a:lnTo>
                    <a:lnTo>
                      <a:pt x="28226" y="10379"/>
                    </a:lnTo>
                    <a:lnTo>
                      <a:pt x="28080" y="10337"/>
                    </a:lnTo>
                    <a:lnTo>
                      <a:pt x="27954" y="10379"/>
                    </a:lnTo>
                    <a:lnTo>
                      <a:pt x="27849" y="10504"/>
                    </a:lnTo>
                    <a:lnTo>
                      <a:pt x="27912" y="10546"/>
                    </a:lnTo>
                    <a:lnTo>
                      <a:pt x="27912" y="10630"/>
                    </a:lnTo>
                    <a:lnTo>
                      <a:pt x="27745" y="10713"/>
                    </a:lnTo>
                    <a:lnTo>
                      <a:pt x="27661" y="10797"/>
                    </a:lnTo>
                    <a:lnTo>
                      <a:pt x="27598" y="10797"/>
                    </a:lnTo>
                    <a:lnTo>
                      <a:pt x="27515" y="10944"/>
                    </a:lnTo>
                    <a:lnTo>
                      <a:pt x="27536" y="11006"/>
                    </a:lnTo>
                    <a:lnTo>
                      <a:pt x="27619" y="11006"/>
                    </a:lnTo>
                    <a:lnTo>
                      <a:pt x="27661" y="11048"/>
                    </a:lnTo>
                    <a:lnTo>
                      <a:pt x="27766" y="11027"/>
                    </a:lnTo>
                    <a:lnTo>
                      <a:pt x="27828" y="10923"/>
                    </a:lnTo>
                    <a:lnTo>
                      <a:pt x="27808" y="10860"/>
                    </a:lnTo>
                    <a:lnTo>
                      <a:pt x="27870" y="10839"/>
                    </a:lnTo>
                    <a:lnTo>
                      <a:pt x="27954" y="10797"/>
                    </a:lnTo>
                    <a:lnTo>
                      <a:pt x="28017" y="10839"/>
                    </a:lnTo>
                    <a:lnTo>
                      <a:pt x="27975" y="10944"/>
                    </a:lnTo>
                    <a:lnTo>
                      <a:pt x="27912" y="11069"/>
                    </a:lnTo>
                    <a:lnTo>
                      <a:pt x="27870" y="11236"/>
                    </a:lnTo>
                    <a:lnTo>
                      <a:pt x="27870" y="11320"/>
                    </a:lnTo>
                    <a:lnTo>
                      <a:pt x="27808" y="11383"/>
                    </a:lnTo>
                    <a:lnTo>
                      <a:pt x="27640" y="11425"/>
                    </a:lnTo>
                    <a:lnTo>
                      <a:pt x="27536" y="11529"/>
                    </a:lnTo>
                    <a:lnTo>
                      <a:pt x="27452" y="11550"/>
                    </a:lnTo>
                    <a:lnTo>
                      <a:pt x="27452" y="11592"/>
                    </a:lnTo>
                    <a:lnTo>
                      <a:pt x="27410" y="11697"/>
                    </a:lnTo>
                    <a:lnTo>
                      <a:pt x="27138" y="11801"/>
                    </a:lnTo>
                    <a:lnTo>
                      <a:pt x="27075" y="11906"/>
                    </a:lnTo>
                    <a:lnTo>
                      <a:pt x="26971" y="11948"/>
                    </a:lnTo>
                    <a:lnTo>
                      <a:pt x="26929" y="11885"/>
                    </a:lnTo>
                    <a:lnTo>
                      <a:pt x="26887" y="11885"/>
                    </a:lnTo>
                    <a:lnTo>
                      <a:pt x="26866" y="11843"/>
                    </a:lnTo>
                    <a:lnTo>
                      <a:pt x="26803" y="11906"/>
                    </a:lnTo>
                    <a:lnTo>
                      <a:pt x="26720" y="11948"/>
                    </a:lnTo>
                    <a:lnTo>
                      <a:pt x="26720" y="11948"/>
                    </a:lnTo>
                    <a:lnTo>
                      <a:pt x="26761" y="11885"/>
                    </a:lnTo>
                    <a:lnTo>
                      <a:pt x="26720" y="11843"/>
                    </a:lnTo>
                    <a:lnTo>
                      <a:pt x="26615" y="11948"/>
                    </a:lnTo>
                    <a:lnTo>
                      <a:pt x="26573" y="12094"/>
                    </a:lnTo>
                    <a:lnTo>
                      <a:pt x="26468" y="12262"/>
                    </a:lnTo>
                    <a:lnTo>
                      <a:pt x="26448" y="12304"/>
                    </a:lnTo>
                    <a:lnTo>
                      <a:pt x="26489" y="12387"/>
                    </a:lnTo>
                    <a:lnTo>
                      <a:pt x="26489" y="12471"/>
                    </a:lnTo>
                    <a:lnTo>
                      <a:pt x="26406" y="12617"/>
                    </a:lnTo>
                    <a:lnTo>
                      <a:pt x="26406" y="12701"/>
                    </a:lnTo>
                    <a:lnTo>
                      <a:pt x="26468" y="12785"/>
                    </a:lnTo>
                    <a:lnTo>
                      <a:pt x="26385" y="12827"/>
                    </a:lnTo>
                    <a:lnTo>
                      <a:pt x="26343" y="12952"/>
                    </a:lnTo>
                    <a:lnTo>
                      <a:pt x="26364" y="12952"/>
                    </a:lnTo>
                    <a:lnTo>
                      <a:pt x="26448" y="12931"/>
                    </a:lnTo>
                    <a:lnTo>
                      <a:pt x="26489" y="12848"/>
                    </a:lnTo>
                    <a:lnTo>
                      <a:pt x="26594" y="12889"/>
                    </a:lnTo>
                    <a:lnTo>
                      <a:pt x="26699" y="12806"/>
                    </a:lnTo>
                    <a:lnTo>
                      <a:pt x="26615" y="12910"/>
                    </a:lnTo>
                    <a:lnTo>
                      <a:pt x="26510" y="12910"/>
                    </a:lnTo>
                    <a:lnTo>
                      <a:pt x="26406" y="13015"/>
                    </a:lnTo>
                    <a:lnTo>
                      <a:pt x="26259" y="13057"/>
                    </a:lnTo>
                    <a:lnTo>
                      <a:pt x="26259" y="13203"/>
                    </a:lnTo>
                    <a:lnTo>
                      <a:pt x="26176" y="13266"/>
                    </a:lnTo>
                    <a:lnTo>
                      <a:pt x="26071" y="13203"/>
                    </a:lnTo>
                    <a:lnTo>
                      <a:pt x="25945" y="13203"/>
                    </a:lnTo>
                    <a:lnTo>
                      <a:pt x="25862" y="13120"/>
                    </a:lnTo>
                    <a:lnTo>
                      <a:pt x="25778" y="13161"/>
                    </a:lnTo>
                    <a:lnTo>
                      <a:pt x="25820" y="13350"/>
                    </a:lnTo>
                    <a:lnTo>
                      <a:pt x="25631" y="13245"/>
                    </a:lnTo>
                    <a:lnTo>
                      <a:pt x="25694" y="12994"/>
                    </a:lnTo>
                    <a:lnTo>
                      <a:pt x="25631" y="12827"/>
                    </a:lnTo>
                    <a:lnTo>
                      <a:pt x="25548" y="12722"/>
                    </a:lnTo>
                    <a:lnTo>
                      <a:pt x="25590" y="12555"/>
                    </a:lnTo>
                    <a:lnTo>
                      <a:pt x="25631" y="12555"/>
                    </a:lnTo>
                    <a:lnTo>
                      <a:pt x="25673" y="12722"/>
                    </a:lnTo>
                    <a:lnTo>
                      <a:pt x="25820" y="12638"/>
                    </a:lnTo>
                    <a:lnTo>
                      <a:pt x="25862" y="12743"/>
                    </a:lnTo>
                    <a:lnTo>
                      <a:pt x="25987" y="12806"/>
                    </a:lnTo>
                    <a:lnTo>
                      <a:pt x="26071" y="12722"/>
                    </a:lnTo>
                    <a:lnTo>
                      <a:pt x="26071" y="12638"/>
                    </a:lnTo>
                    <a:lnTo>
                      <a:pt x="26134" y="12492"/>
                    </a:lnTo>
                    <a:lnTo>
                      <a:pt x="26029" y="12513"/>
                    </a:lnTo>
                    <a:lnTo>
                      <a:pt x="25945" y="12492"/>
                    </a:lnTo>
                    <a:lnTo>
                      <a:pt x="26029" y="12429"/>
                    </a:lnTo>
                    <a:lnTo>
                      <a:pt x="26092" y="12304"/>
                    </a:lnTo>
                    <a:lnTo>
                      <a:pt x="26029" y="12304"/>
                    </a:lnTo>
                    <a:lnTo>
                      <a:pt x="25945" y="12387"/>
                    </a:lnTo>
                    <a:lnTo>
                      <a:pt x="25778" y="12429"/>
                    </a:lnTo>
                    <a:lnTo>
                      <a:pt x="25778" y="12345"/>
                    </a:lnTo>
                    <a:lnTo>
                      <a:pt x="25924" y="12283"/>
                    </a:lnTo>
                    <a:lnTo>
                      <a:pt x="25924" y="12178"/>
                    </a:lnTo>
                    <a:lnTo>
                      <a:pt x="25841" y="12178"/>
                    </a:lnTo>
                    <a:lnTo>
                      <a:pt x="25736" y="12220"/>
                    </a:lnTo>
                    <a:lnTo>
                      <a:pt x="25736" y="12136"/>
                    </a:lnTo>
                    <a:lnTo>
                      <a:pt x="25778" y="11969"/>
                    </a:lnTo>
                    <a:lnTo>
                      <a:pt x="25862" y="11864"/>
                    </a:lnTo>
                    <a:lnTo>
                      <a:pt x="25883" y="11969"/>
                    </a:lnTo>
                    <a:lnTo>
                      <a:pt x="25945" y="11906"/>
                    </a:lnTo>
                    <a:lnTo>
                      <a:pt x="25945" y="11822"/>
                    </a:lnTo>
                    <a:lnTo>
                      <a:pt x="26092" y="11676"/>
                    </a:lnTo>
                    <a:lnTo>
                      <a:pt x="26092" y="11592"/>
                    </a:lnTo>
                    <a:lnTo>
                      <a:pt x="26280" y="11488"/>
                    </a:lnTo>
                    <a:lnTo>
                      <a:pt x="26280" y="11362"/>
                    </a:lnTo>
                    <a:lnTo>
                      <a:pt x="26364" y="11299"/>
                    </a:lnTo>
                    <a:lnTo>
                      <a:pt x="26448" y="11278"/>
                    </a:lnTo>
                    <a:lnTo>
                      <a:pt x="26448" y="11236"/>
                    </a:lnTo>
                    <a:lnTo>
                      <a:pt x="26343" y="11236"/>
                    </a:lnTo>
                    <a:lnTo>
                      <a:pt x="26196" y="11257"/>
                    </a:lnTo>
                    <a:lnTo>
                      <a:pt x="26155" y="11425"/>
                    </a:lnTo>
                    <a:lnTo>
                      <a:pt x="26029" y="11488"/>
                    </a:lnTo>
                    <a:lnTo>
                      <a:pt x="25945" y="11467"/>
                    </a:lnTo>
                    <a:lnTo>
                      <a:pt x="25966" y="11425"/>
                    </a:lnTo>
                    <a:lnTo>
                      <a:pt x="26113" y="11362"/>
                    </a:lnTo>
                    <a:lnTo>
                      <a:pt x="26134" y="11257"/>
                    </a:lnTo>
                    <a:lnTo>
                      <a:pt x="26050" y="11216"/>
                    </a:lnTo>
                    <a:lnTo>
                      <a:pt x="25966" y="11236"/>
                    </a:lnTo>
                    <a:lnTo>
                      <a:pt x="25883" y="11153"/>
                    </a:lnTo>
                    <a:lnTo>
                      <a:pt x="25924" y="11069"/>
                    </a:lnTo>
                    <a:lnTo>
                      <a:pt x="25945" y="10944"/>
                    </a:lnTo>
                    <a:lnTo>
                      <a:pt x="25862" y="10860"/>
                    </a:lnTo>
                    <a:lnTo>
                      <a:pt x="25820" y="10902"/>
                    </a:lnTo>
                    <a:lnTo>
                      <a:pt x="25778" y="10964"/>
                    </a:lnTo>
                    <a:lnTo>
                      <a:pt x="25778" y="10902"/>
                    </a:lnTo>
                    <a:lnTo>
                      <a:pt x="25820" y="10818"/>
                    </a:lnTo>
                    <a:lnTo>
                      <a:pt x="25757" y="10713"/>
                    </a:lnTo>
                    <a:lnTo>
                      <a:pt x="25652" y="10713"/>
                    </a:lnTo>
                    <a:lnTo>
                      <a:pt x="25631" y="10902"/>
                    </a:lnTo>
                    <a:lnTo>
                      <a:pt x="25527" y="10964"/>
                    </a:lnTo>
                    <a:lnTo>
                      <a:pt x="25506" y="11027"/>
                    </a:lnTo>
                    <a:lnTo>
                      <a:pt x="25443" y="10985"/>
                    </a:lnTo>
                    <a:lnTo>
                      <a:pt x="25443" y="10923"/>
                    </a:lnTo>
                    <a:lnTo>
                      <a:pt x="25401" y="10839"/>
                    </a:lnTo>
                    <a:lnTo>
                      <a:pt x="25318" y="10839"/>
                    </a:lnTo>
                    <a:lnTo>
                      <a:pt x="25297" y="10923"/>
                    </a:lnTo>
                    <a:lnTo>
                      <a:pt x="25318" y="10964"/>
                    </a:lnTo>
                    <a:lnTo>
                      <a:pt x="25297" y="11027"/>
                    </a:lnTo>
                    <a:lnTo>
                      <a:pt x="25339" y="11132"/>
                    </a:lnTo>
                    <a:lnTo>
                      <a:pt x="25339" y="11195"/>
                    </a:lnTo>
                    <a:lnTo>
                      <a:pt x="25297" y="11257"/>
                    </a:lnTo>
                    <a:lnTo>
                      <a:pt x="25234" y="11195"/>
                    </a:lnTo>
                    <a:lnTo>
                      <a:pt x="25234" y="11132"/>
                    </a:lnTo>
                    <a:lnTo>
                      <a:pt x="25192" y="11132"/>
                    </a:lnTo>
                    <a:lnTo>
                      <a:pt x="25171" y="11195"/>
                    </a:lnTo>
                    <a:lnTo>
                      <a:pt x="25213" y="11446"/>
                    </a:lnTo>
                    <a:lnTo>
                      <a:pt x="25234" y="11592"/>
                    </a:lnTo>
                    <a:lnTo>
                      <a:pt x="25401" y="11676"/>
                    </a:lnTo>
                    <a:lnTo>
                      <a:pt x="25443" y="11760"/>
                    </a:lnTo>
                    <a:lnTo>
                      <a:pt x="25443" y="11990"/>
                    </a:lnTo>
                    <a:lnTo>
                      <a:pt x="25422" y="11864"/>
                    </a:lnTo>
                    <a:lnTo>
                      <a:pt x="25339" y="11801"/>
                    </a:lnTo>
                    <a:lnTo>
                      <a:pt x="25192" y="11613"/>
                    </a:lnTo>
                    <a:lnTo>
                      <a:pt x="25171" y="11467"/>
                    </a:lnTo>
                    <a:lnTo>
                      <a:pt x="25108" y="11278"/>
                    </a:lnTo>
                    <a:lnTo>
                      <a:pt x="25025" y="11278"/>
                    </a:lnTo>
                    <a:lnTo>
                      <a:pt x="24983" y="11341"/>
                    </a:lnTo>
                    <a:lnTo>
                      <a:pt x="25004" y="11488"/>
                    </a:lnTo>
                    <a:lnTo>
                      <a:pt x="25087" y="11592"/>
                    </a:lnTo>
                    <a:lnTo>
                      <a:pt x="25108" y="11718"/>
                    </a:lnTo>
                    <a:lnTo>
                      <a:pt x="25067" y="11760"/>
                    </a:lnTo>
                    <a:lnTo>
                      <a:pt x="24983" y="11655"/>
                    </a:lnTo>
                    <a:lnTo>
                      <a:pt x="24774" y="11697"/>
                    </a:lnTo>
                    <a:lnTo>
                      <a:pt x="24711" y="11760"/>
                    </a:lnTo>
                    <a:lnTo>
                      <a:pt x="24648" y="11676"/>
                    </a:lnTo>
                    <a:lnTo>
                      <a:pt x="24564" y="11655"/>
                    </a:lnTo>
                    <a:lnTo>
                      <a:pt x="24376" y="11488"/>
                    </a:lnTo>
                    <a:lnTo>
                      <a:pt x="24146" y="11488"/>
                    </a:lnTo>
                    <a:lnTo>
                      <a:pt x="24125" y="11404"/>
                    </a:lnTo>
                    <a:lnTo>
                      <a:pt x="24083" y="11404"/>
                    </a:lnTo>
                    <a:lnTo>
                      <a:pt x="23937" y="11488"/>
                    </a:lnTo>
                    <a:lnTo>
                      <a:pt x="23874" y="11571"/>
                    </a:lnTo>
                    <a:lnTo>
                      <a:pt x="23707" y="11571"/>
                    </a:lnTo>
                    <a:lnTo>
                      <a:pt x="23560" y="11655"/>
                    </a:lnTo>
                    <a:lnTo>
                      <a:pt x="23435" y="11550"/>
                    </a:lnTo>
                    <a:lnTo>
                      <a:pt x="23414" y="11550"/>
                    </a:lnTo>
                    <a:lnTo>
                      <a:pt x="23393" y="11446"/>
                    </a:lnTo>
                    <a:lnTo>
                      <a:pt x="23330" y="11404"/>
                    </a:lnTo>
                    <a:lnTo>
                      <a:pt x="23204" y="11488"/>
                    </a:lnTo>
                    <a:lnTo>
                      <a:pt x="23204" y="11404"/>
                    </a:lnTo>
                    <a:lnTo>
                      <a:pt x="23037" y="11257"/>
                    </a:lnTo>
                    <a:lnTo>
                      <a:pt x="23016" y="11174"/>
                    </a:lnTo>
                    <a:lnTo>
                      <a:pt x="22974" y="11153"/>
                    </a:lnTo>
                    <a:lnTo>
                      <a:pt x="22974" y="11069"/>
                    </a:lnTo>
                    <a:lnTo>
                      <a:pt x="22995" y="11027"/>
                    </a:lnTo>
                    <a:lnTo>
                      <a:pt x="22932" y="10944"/>
                    </a:lnTo>
                    <a:lnTo>
                      <a:pt x="22890" y="10964"/>
                    </a:lnTo>
                    <a:lnTo>
                      <a:pt x="22870" y="10944"/>
                    </a:lnTo>
                    <a:lnTo>
                      <a:pt x="22870" y="10860"/>
                    </a:lnTo>
                    <a:lnTo>
                      <a:pt x="22807" y="10839"/>
                    </a:lnTo>
                    <a:lnTo>
                      <a:pt x="22702" y="10881"/>
                    </a:lnTo>
                    <a:lnTo>
                      <a:pt x="22577" y="10881"/>
                    </a:lnTo>
                    <a:lnTo>
                      <a:pt x="22493" y="10818"/>
                    </a:lnTo>
                    <a:lnTo>
                      <a:pt x="22451" y="10818"/>
                    </a:lnTo>
                    <a:lnTo>
                      <a:pt x="22409" y="10755"/>
                    </a:lnTo>
                    <a:lnTo>
                      <a:pt x="22305" y="10713"/>
                    </a:lnTo>
                    <a:lnTo>
                      <a:pt x="22200" y="10713"/>
                    </a:lnTo>
                    <a:lnTo>
                      <a:pt x="22263" y="10630"/>
                    </a:lnTo>
                    <a:lnTo>
                      <a:pt x="22263" y="10546"/>
                    </a:lnTo>
                    <a:lnTo>
                      <a:pt x="22346" y="10462"/>
                    </a:lnTo>
                    <a:lnTo>
                      <a:pt x="22346" y="10420"/>
                    </a:lnTo>
                    <a:lnTo>
                      <a:pt x="22263" y="10400"/>
                    </a:lnTo>
                    <a:lnTo>
                      <a:pt x="22179" y="10400"/>
                    </a:lnTo>
                    <a:lnTo>
                      <a:pt x="22158" y="10148"/>
                    </a:lnTo>
                    <a:lnTo>
                      <a:pt x="22095" y="10127"/>
                    </a:lnTo>
                    <a:lnTo>
                      <a:pt x="22095" y="10086"/>
                    </a:lnTo>
                    <a:lnTo>
                      <a:pt x="22179" y="10023"/>
                    </a:lnTo>
                    <a:lnTo>
                      <a:pt x="22200" y="9981"/>
                    </a:lnTo>
                    <a:lnTo>
                      <a:pt x="22158" y="9939"/>
                    </a:lnTo>
                    <a:lnTo>
                      <a:pt x="22179" y="9876"/>
                    </a:lnTo>
                    <a:lnTo>
                      <a:pt x="22179" y="9772"/>
                    </a:lnTo>
                    <a:cubicBezTo>
                      <a:pt x="22284" y="9709"/>
                      <a:pt x="22388" y="9688"/>
                      <a:pt x="22493" y="9604"/>
                    </a:cubicBezTo>
                    <a:lnTo>
                      <a:pt x="22514" y="9625"/>
                    </a:lnTo>
                    <a:lnTo>
                      <a:pt x="22598" y="9604"/>
                    </a:lnTo>
                    <a:lnTo>
                      <a:pt x="22681" y="9500"/>
                    </a:lnTo>
                    <a:lnTo>
                      <a:pt x="22702" y="9500"/>
                    </a:lnTo>
                    <a:lnTo>
                      <a:pt x="22702" y="9604"/>
                    </a:lnTo>
                    <a:lnTo>
                      <a:pt x="22765" y="9709"/>
                    </a:lnTo>
                    <a:lnTo>
                      <a:pt x="22828" y="9730"/>
                    </a:lnTo>
                    <a:lnTo>
                      <a:pt x="22911" y="9688"/>
                    </a:lnTo>
                    <a:lnTo>
                      <a:pt x="22995" y="9709"/>
                    </a:lnTo>
                    <a:lnTo>
                      <a:pt x="23037" y="9793"/>
                    </a:lnTo>
                    <a:lnTo>
                      <a:pt x="23121" y="9793"/>
                    </a:lnTo>
                    <a:lnTo>
                      <a:pt x="23183" y="9835"/>
                    </a:lnTo>
                    <a:lnTo>
                      <a:pt x="23225" y="9835"/>
                    </a:lnTo>
                    <a:lnTo>
                      <a:pt x="23225" y="9730"/>
                    </a:lnTo>
                    <a:lnTo>
                      <a:pt x="23288" y="9730"/>
                    </a:lnTo>
                    <a:lnTo>
                      <a:pt x="23351" y="9709"/>
                    </a:lnTo>
                    <a:lnTo>
                      <a:pt x="23414" y="9730"/>
                    </a:lnTo>
                    <a:lnTo>
                      <a:pt x="23414" y="9814"/>
                    </a:lnTo>
                    <a:lnTo>
                      <a:pt x="23455" y="9835"/>
                    </a:lnTo>
                    <a:lnTo>
                      <a:pt x="23539" y="9814"/>
                    </a:lnTo>
                    <a:lnTo>
                      <a:pt x="23602" y="9730"/>
                    </a:lnTo>
                    <a:lnTo>
                      <a:pt x="23644" y="9772"/>
                    </a:lnTo>
                    <a:lnTo>
                      <a:pt x="23665" y="9835"/>
                    </a:lnTo>
                    <a:lnTo>
                      <a:pt x="23727" y="9835"/>
                    </a:lnTo>
                    <a:lnTo>
                      <a:pt x="23748" y="9793"/>
                    </a:lnTo>
                    <a:lnTo>
                      <a:pt x="23769" y="9793"/>
                    </a:lnTo>
                    <a:lnTo>
                      <a:pt x="23832" y="9709"/>
                    </a:lnTo>
                    <a:lnTo>
                      <a:pt x="23916" y="9709"/>
                    </a:lnTo>
                    <a:lnTo>
                      <a:pt x="23937" y="9772"/>
                    </a:lnTo>
                    <a:lnTo>
                      <a:pt x="23979" y="9793"/>
                    </a:lnTo>
                    <a:lnTo>
                      <a:pt x="24041" y="9772"/>
                    </a:lnTo>
                    <a:lnTo>
                      <a:pt x="24041" y="9709"/>
                    </a:lnTo>
                    <a:lnTo>
                      <a:pt x="24020" y="9667"/>
                    </a:lnTo>
                    <a:lnTo>
                      <a:pt x="24083" y="9583"/>
                    </a:lnTo>
                    <a:lnTo>
                      <a:pt x="24083" y="9521"/>
                    </a:lnTo>
                    <a:lnTo>
                      <a:pt x="24146" y="9458"/>
                    </a:lnTo>
                    <a:lnTo>
                      <a:pt x="24146" y="9374"/>
                    </a:lnTo>
                    <a:lnTo>
                      <a:pt x="24062" y="9374"/>
                    </a:lnTo>
                    <a:lnTo>
                      <a:pt x="24041" y="9291"/>
                    </a:lnTo>
                    <a:lnTo>
                      <a:pt x="24062" y="9186"/>
                    </a:lnTo>
                    <a:lnTo>
                      <a:pt x="24146" y="9165"/>
                    </a:lnTo>
                    <a:lnTo>
                      <a:pt x="24146" y="9060"/>
                    </a:lnTo>
                    <a:lnTo>
                      <a:pt x="24041" y="8998"/>
                    </a:lnTo>
                    <a:lnTo>
                      <a:pt x="23958" y="9039"/>
                    </a:lnTo>
                    <a:lnTo>
                      <a:pt x="23958" y="9102"/>
                    </a:lnTo>
                    <a:lnTo>
                      <a:pt x="23916" y="9165"/>
                    </a:lnTo>
                    <a:lnTo>
                      <a:pt x="23832" y="9102"/>
                    </a:lnTo>
                    <a:lnTo>
                      <a:pt x="23707" y="9102"/>
                    </a:lnTo>
                    <a:lnTo>
                      <a:pt x="23560" y="9249"/>
                    </a:lnTo>
                    <a:lnTo>
                      <a:pt x="23455" y="9311"/>
                    </a:lnTo>
                    <a:lnTo>
                      <a:pt x="23455" y="9270"/>
                    </a:lnTo>
                    <a:lnTo>
                      <a:pt x="23602" y="9186"/>
                    </a:lnTo>
                    <a:lnTo>
                      <a:pt x="23644" y="9102"/>
                    </a:lnTo>
                    <a:lnTo>
                      <a:pt x="23644" y="8977"/>
                    </a:lnTo>
                    <a:lnTo>
                      <a:pt x="23602" y="9060"/>
                    </a:lnTo>
                    <a:lnTo>
                      <a:pt x="23539" y="9039"/>
                    </a:lnTo>
                    <a:lnTo>
                      <a:pt x="23539" y="8935"/>
                    </a:lnTo>
                    <a:lnTo>
                      <a:pt x="23644" y="8851"/>
                    </a:lnTo>
                    <a:lnTo>
                      <a:pt x="23560" y="8726"/>
                    </a:lnTo>
                    <a:lnTo>
                      <a:pt x="23644" y="8642"/>
                    </a:lnTo>
                    <a:lnTo>
                      <a:pt x="23727" y="8642"/>
                    </a:lnTo>
                    <a:lnTo>
                      <a:pt x="23707" y="8684"/>
                    </a:lnTo>
                    <a:lnTo>
                      <a:pt x="23748" y="8851"/>
                    </a:lnTo>
                    <a:lnTo>
                      <a:pt x="23832" y="8935"/>
                    </a:lnTo>
                    <a:lnTo>
                      <a:pt x="23874" y="8893"/>
                    </a:lnTo>
                    <a:lnTo>
                      <a:pt x="23979" y="8893"/>
                    </a:lnTo>
                    <a:lnTo>
                      <a:pt x="24041" y="8767"/>
                    </a:lnTo>
                    <a:lnTo>
                      <a:pt x="23979" y="8726"/>
                    </a:lnTo>
                    <a:lnTo>
                      <a:pt x="23979" y="8663"/>
                    </a:lnTo>
                    <a:lnTo>
                      <a:pt x="24062" y="8663"/>
                    </a:lnTo>
                    <a:lnTo>
                      <a:pt x="24083" y="8726"/>
                    </a:lnTo>
                    <a:lnTo>
                      <a:pt x="24146" y="8684"/>
                    </a:lnTo>
                    <a:lnTo>
                      <a:pt x="24251" y="8621"/>
                    </a:lnTo>
                    <a:lnTo>
                      <a:pt x="24271" y="8475"/>
                    </a:lnTo>
                    <a:lnTo>
                      <a:pt x="24292" y="8579"/>
                    </a:lnTo>
                    <a:lnTo>
                      <a:pt x="24355" y="8579"/>
                    </a:lnTo>
                    <a:lnTo>
                      <a:pt x="24460" y="8516"/>
                    </a:lnTo>
                    <a:lnTo>
                      <a:pt x="24376" y="8684"/>
                    </a:lnTo>
                    <a:lnTo>
                      <a:pt x="24376" y="8851"/>
                    </a:lnTo>
                    <a:lnTo>
                      <a:pt x="24439" y="8830"/>
                    </a:lnTo>
                    <a:lnTo>
                      <a:pt x="24481" y="8851"/>
                    </a:lnTo>
                    <a:lnTo>
                      <a:pt x="24439" y="8935"/>
                    </a:lnTo>
                    <a:lnTo>
                      <a:pt x="24502" y="8935"/>
                    </a:lnTo>
                    <a:lnTo>
                      <a:pt x="24564" y="8788"/>
                    </a:lnTo>
                    <a:lnTo>
                      <a:pt x="24606" y="8747"/>
                    </a:lnTo>
                    <a:lnTo>
                      <a:pt x="24690" y="8579"/>
                    </a:lnTo>
                    <a:lnTo>
                      <a:pt x="24774" y="8558"/>
                    </a:lnTo>
                    <a:lnTo>
                      <a:pt x="24753" y="8684"/>
                    </a:lnTo>
                    <a:lnTo>
                      <a:pt x="24648" y="8788"/>
                    </a:lnTo>
                    <a:lnTo>
                      <a:pt x="24669" y="8977"/>
                    </a:lnTo>
                    <a:lnTo>
                      <a:pt x="24753" y="8977"/>
                    </a:lnTo>
                    <a:lnTo>
                      <a:pt x="24815" y="9039"/>
                    </a:lnTo>
                    <a:lnTo>
                      <a:pt x="24878" y="8956"/>
                    </a:lnTo>
                    <a:lnTo>
                      <a:pt x="25004" y="8851"/>
                    </a:lnTo>
                    <a:lnTo>
                      <a:pt x="25067" y="8684"/>
                    </a:lnTo>
                    <a:lnTo>
                      <a:pt x="25108" y="8558"/>
                    </a:lnTo>
                    <a:lnTo>
                      <a:pt x="25087" y="8433"/>
                    </a:lnTo>
                    <a:lnTo>
                      <a:pt x="25129" y="8370"/>
                    </a:lnTo>
                    <a:lnTo>
                      <a:pt x="25108" y="8328"/>
                    </a:lnTo>
                    <a:lnTo>
                      <a:pt x="25025" y="8328"/>
                    </a:lnTo>
                    <a:lnTo>
                      <a:pt x="24983" y="8307"/>
                    </a:lnTo>
                    <a:lnTo>
                      <a:pt x="24899" y="8349"/>
                    </a:lnTo>
                    <a:lnTo>
                      <a:pt x="24899" y="8223"/>
                    </a:lnTo>
                    <a:lnTo>
                      <a:pt x="24941" y="8203"/>
                    </a:lnTo>
                    <a:lnTo>
                      <a:pt x="24920" y="8140"/>
                    </a:lnTo>
                    <a:lnTo>
                      <a:pt x="24815" y="8140"/>
                    </a:lnTo>
                    <a:lnTo>
                      <a:pt x="24795" y="8098"/>
                    </a:lnTo>
                    <a:lnTo>
                      <a:pt x="24690" y="8014"/>
                    </a:lnTo>
                    <a:lnTo>
                      <a:pt x="24690" y="7931"/>
                    </a:lnTo>
                    <a:lnTo>
                      <a:pt x="24606" y="7742"/>
                    </a:lnTo>
                    <a:lnTo>
                      <a:pt x="24585" y="7617"/>
                    </a:lnTo>
                    <a:lnTo>
                      <a:pt x="24627" y="7491"/>
                    </a:lnTo>
                    <a:lnTo>
                      <a:pt x="24585" y="7324"/>
                    </a:lnTo>
                    <a:lnTo>
                      <a:pt x="24502" y="7470"/>
                    </a:lnTo>
                    <a:lnTo>
                      <a:pt x="24502" y="7575"/>
                    </a:lnTo>
                    <a:lnTo>
                      <a:pt x="24418" y="7428"/>
                    </a:lnTo>
                    <a:lnTo>
                      <a:pt x="24292" y="7366"/>
                    </a:lnTo>
                    <a:lnTo>
                      <a:pt x="24271" y="7114"/>
                    </a:lnTo>
                    <a:lnTo>
                      <a:pt x="24188" y="7073"/>
                    </a:lnTo>
                    <a:lnTo>
                      <a:pt x="24167" y="6884"/>
                    </a:lnTo>
                    <a:lnTo>
                      <a:pt x="24083" y="6780"/>
                    </a:lnTo>
                    <a:lnTo>
                      <a:pt x="24083" y="6675"/>
                    </a:lnTo>
                    <a:lnTo>
                      <a:pt x="24041" y="6591"/>
                    </a:lnTo>
                    <a:lnTo>
                      <a:pt x="24041" y="6529"/>
                    </a:lnTo>
                    <a:lnTo>
                      <a:pt x="24146" y="6529"/>
                    </a:lnTo>
                    <a:lnTo>
                      <a:pt x="24167" y="6382"/>
                    </a:lnTo>
                    <a:lnTo>
                      <a:pt x="24251" y="6382"/>
                    </a:lnTo>
                    <a:lnTo>
                      <a:pt x="24271" y="6424"/>
                    </a:lnTo>
                    <a:lnTo>
                      <a:pt x="24355" y="6361"/>
                    </a:lnTo>
                    <a:lnTo>
                      <a:pt x="24355" y="6257"/>
                    </a:lnTo>
                    <a:lnTo>
                      <a:pt x="24460" y="6026"/>
                    </a:lnTo>
                    <a:lnTo>
                      <a:pt x="24460" y="5922"/>
                    </a:lnTo>
                    <a:lnTo>
                      <a:pt x="24481" y="5880"/>
                    </a:lnTo>
                    <a:lnTo>
                      <a:pt x="24397" y="5692"/>
                    </a:lnTo>
                    <a:lnTo>
                      <a:pt x="24460" y="5566"/>
                    </a:lnTo>
                    <a:lnTo>
                      <a:pt x="24523" y="5566"/>
                    </a:lnTo>
                    <a:lnTo>
                      <a:pt x="24523" y="5399"/>
                    </a:lnTo>
                    <a:lnTo>
                      <a:pt x="24627" y="5252"/>
                    </a:lnTo>
                    <a:lnTo>
                      <a:pt x="24627" y="5148"/>
                    </a:lnTo>
                    <a:lnTo>
                      <a:pt x="24690" y="5064"/>
                    </a:lnTo>
                    <a:lnTo>
                      <a:pt x="24690" y="4855"/>
                    </a:lnTo>
                    <a:lnTo>
                      <a:pt x="24774" y="4834"/>
                    </a:lnTo>
                    <a:lnTo>
                      <a:pt x="24774" y="4729"/>
                    </a:lnTo>
                    <a:lnTo>
                      <a:pt x="24899" y="4583"/>
                    </a:lnTo>
                    <a:lnTo>
                      <a:pt x="24899" y="4478"/>
                    </a:lnTo>
                    <a:cubicBezTo>
                      <a:pt x="24918" y="4516"/>
                      <a:pt x="24966" y="4536"/>
                      <a:pt x="25020" y="4536"/>
                    </a:cubicBezTo>
                    <a:cubicBezTo>
                      <a:pt x="25085" y="4536"/>
                      <a:pt x="25158" y="4505"/>
                      <a:pt x="25192" y="4436"/>
                    </a:cubicBezTo>
                    <a:lnTo>
                      <a:pt x="25255" y="4122"/>
                    </a:lnTo>
                    <a:lnTo>
                      <a:pt x="25359" y="4122"/>
                    </a:lnTo>
                    <a:lnTo>
                      <a:pt x="25506" y="3955"/>
                    </a:lnTo>
                    <a:lnTo>
                      <a:pt x="25652" y="3892"/>
                    </a:lnTo>
                    <a:lnTo>
                      <a:pt x="25820" y="3725"/>
                    </a:lnTo>
                    <a:lnTo>
                      <a:pt x="25862" y="3725"/>
                    </a:lnTo>
                    <a:lnTo>
                      <a:pt x="25987" y="3599"/>
                    </a:lnTo>
                    <a:lnTo>
                      <a:pt x="25987" y="3516"/>
                    </a:lnTo>
                    <a:lnTo>
                      <a:pt x="26050" y="3474"/>
                    </a:lnTo>
                    <a:lnTo>
                      <a:pt x="26050" y="3390"/>
                    </a:lnTo>
                    <a:lnTo>
                      <a:pt x="25966" y="3285"/>
                    </a:lnTo>
                    <a:lnTo>
                      <a:pt x="25987" y="3223"/>
                    </a:lnTo>
                    <a:lnTo>
                      <a:pt x="25987" y="3160"/>
                    </a:lnTo>
                    <a:lnTo>
                      <a:pt x="25883" y="2993"/>
                    </a:lnTo>
                    <a:lnTo>
                      <a:pt x="25820" y="2993"/>
                    </a:lnTo>
                    <a:lnTo>
                      <a:pt x="25736" y="3013"/>
                    </a:lnTo>
                    <a:lnTo>
                      <a:pt x="25631" y="2972"/>
                    </a:lnTo>
                    <a:lnTo>
                      <a:pt x="25548" y="2993"/>
                    </a:lnTo>
                    <a:lnTo>
                      <a:pt x="25443" y="2909"/>
                    </a:lnTo>
                    <a:lnTo>
                      <a:pt x="25359" y="2909"/>
                    </a:lnTo>
                    <a:lnTo>
                      <a:pt x="25297" y="2846"/>
                    </a:lnTo>
                    <a:lnTo>
                      <a:pt x="25129" y="2867"/>
                    </a:lnTo>
                    <a:lnTo>
                      <a:pt x="25025" y="2972"/>
                    </a:lnTo>
                    <a:lnTo>
                      <a:pt x="24941" y="2993"/>
                    </a:lnTo>
                    <a:lnTo>
                      <a:pt x="24774" y="3118"/>
                    </a:lnTo>
                    <a:lnTo>
                      <a:pt x="24774" y="3181"/>
                    </a:lnTo>
                    <a:lnTo>
                      <a:pt x="24878" y="3265"/>
                    </a:lnTo>
                    <a:lnTo>
                      <a:pt x="24941" y="3390"/>
                    </a:lnTo>
                    <a:lnTo>
                      <a:pt x="24941" y="3516"/>
                    </a:lnTo>
                    <a:lnTo>
                      <a:pt x="24983" y="3641"/>
                    </a:lnTo>
                    <a:lnTo>
                      <a:pt x="24941" y="3704"/>
                    </a:lnTo>
                    <a:lnTo>
                      <a:pt x="24941" y="3809"/>
                    </a:lnTo>
                    <a:lnTo>
                      <a:pt x="25025" y="3913"/>
                    </a:lnTo>
                    <a:lnTo>
                      <a:pt x="25025" y="3934"/>
                    </a:lnTo>
                    <a:lnTo>
                      <a:pt x="25004" y="3955"/>
                    </a:lnTo>
                    <a:cubicBezTo>
                      <a:pt x="24983" y="4018"/>
                      <a:pt x="24941" y="4081"/>
                      <a:pt x="24920" y="4143"/>
                    </a:cubicBezTo>
                    <a:lnTo>
                      <a:pt x="24899" y="4081"/>
                    </a:lnTo>
                    <a:lnTo>
                      <a:pt x="24920" y="4018"/>
                    </a:lnTo>
                    <a:lnTo>
                      <a:pt x="24920" y="3934"/>
                    </a:lnTo>
                    <a:lnTo>
                      <a:pt x="24815" y="3871"/>
                    </a:lnTo>
                    <a:lnTo>
                      <a:pt x="24774" y="3725"/>
                    </a:lnTo>
                    <a:lnTo>
                      <a:pt x="24795" y="3662"/>
                    </a:lnTo>
                    <a:lnTo>
                      <a:pt x="24711" y="3495"/>
                    </a:lnTo>
                    <a:lnTo>
                      <a:pt x="24606" y="3474"/>
                    </a:lnTo>
                    <a:lnTo>
                      <a:pt x="24564" y="3411"/>
                    </a:lnTo>
                    <a:lnTo>
                      <a:pt x="24502" y="3411"/>
                    </a:lnTo>
                    <a:lnTo>
                      <a:pt x="24481" y="3578"/>
                    </a:lnTo>
                    <a:lnTo>
                      <a:pt x="24418" y="3578"/>
                    </a:lnTo>
                    <a:lnTo>
                      <a:pt x="24292" y="3369"/>
                    </a:lnTo>
                    <a:lnTo>
                      <a:pt x="24209" y="3369"/>
                    </a:lnTo>
                    <a:lnTo>
                      <a:pt x="24146" y="3285"/>
                    </a:lnTo>
                    <a:lnTo>
                      <a:pt x="24062" y="3327"/>
                    </a:lnTo>
                    <a:lnTo>
                      <a:pt x="24083" y="3495"/>
                    </a:lnTo>
                    <a:lnTo>
                      <a:pt x="24041" y="3516"/>
                    </a:lnTo>
                    <a:lnTo>
                      <a:pt x="23958" y="3495"/>
                    </a:lnTo>
                    <a:lnTo>
                      <a:pt x="23895" y="3620"/>
                    </a:lnTo>
                    <a:lnTo>
                      <a:pt x="23895" y="3704"/>
                    </a:lnTo>
                    <a:lnTo>
                      <a:pt x="23832" y="3746"/>
                    </a:lnTo>
                    <a:lnTo>
                      <a:pt x="23748" y="4039"/>
                    </a:lnTo>
                    <a:lnTo>
                      <a:pt x="23748" y="4143"/>
                    </a:lnTo>
                    <a:lnTo>
                      <a:pt x="23686" y="4227"/>
                    </a:lnTo>
                    <a:lnTo>
                      <a:pt x="23686" y="4353"/>
                    </a:lnTo>
                    <a:lnTo>
                      <a:pt x="23665" y="4374"/>
                    </a:lnTo>
                    <a:lnTo>
                      <a:pt x="23665" y="4478"/>
                    </a:lnTo>
                    <a:lnTo>
                      <a:pt x="23581" y="4541"/>
                    </a:lnTo>
                    <a:lnTo>
                      <a:pt x="23581" y="4771"/>
                    </a:lnTo>
                    <a:lnTo>
                      <a:pt x="23518" y="4813"/>
                    </a:lnTo>
                    <a:lnTo>
                      <a:pt x="23455" y="4792"/>
                    </a:lnTo>
                    <a:lnTo>
                      <a:pt x="23372" y="4980"/>
                    </a:lnTo>
                    <a:lnTo>
                      <a:pt x="23414" y="5064"/>
                    </a:lnTo>
                    <a:lnTo>
                      <a:pt x="23372" y="5169"/>
                    </a:lnTo>
                    <a:lnTo>
                      <a:pt x="23372" y="5273"/>
                    </a:lnTo>
                    <a:lnTo>
                      <a:pt x="23309" y="5378"/>
                    </a:lnTo>
                    <a:lnTo>
                      <a:pt x="23351" y="5462"/>
                    </a:lnTo>
                    <a:lnTo>
                      <a:pt x="23330" y="5524"/>
                    </a:lnTo>
                    <a:lnTo>
                      <a:pt x="23204" y="5524"/>
                    </a:lnTo>
                    <a:lnTo>
                      <a:pt x="23246" y="5587"/>
                    </a:lnTo>
                    <a:lnTo>
                      <a:pt x="23351" y="5629"/>
                    </a:lnTo>
                    <a:lnTo>
                      <a:pt x="23351" y="5734"/>
                    </a:lnTo>
                    <a:lnTo>
                      <a:pt x="23267" y="5713"/>
                    </a:lnTo>
                    <a:lnTo>
                      <a:pt x="23204" y="5734"/>
                    </a:lnTo>
                    <a:lnTo>
                      <a:pt x="23121" y="5796"/>
                    </a:lnTo>
                    <a:lnTo>
                      <a:pt x="23037" y="5754"/>
                    </a:lnTo>
                    <a:lnTo>
                      <a:pt x="22995" y="5817"/>
                    </a:lnTo>
                    <a:lnTo>
                      <a:pt x="22995" y="5922"/>
                    </a:lnTo>
                    <a:lnTo>
                      <a:pt x="22932" y="5964"/>
                    </a:lnTo>
                    <a:lnTo>
                      <a:pt x="22849" y="5922"/>
                    </a:lnTo>
                    <a:lnTo>
                      <a:pt x="22849" y="5817"/>
                    </a:lnTo>
                    <a:lnTo>
                      <a:pt x="22890" y="5734"/>
                    </a:lnTo>
                    <a:lnTo>
                      <a:pt x="22828" y="5650"/>
                    </a:lnTo>
                    <a:lnTo>
                      <a:pt x="22828" y="5482"/>
                    </a:lnTo>
                    <a:lnTo>
                      <a:pt x="22911" y="5294"/>
                    </a:lnTo>
                    <a:lnTo>
                      <a:pt x="22932" y="5169"/>
                    </a:lnTo>
                    <a:lnTo>
                      <a:pt x="23016" y="5085"/>
                    </a:lnTo>
                    <a:lnTo>
                      <a:pt x="23016" y="4980"/>
                    </a:lnTo>
                    <a:lnTo>
                      <a:pt x="23037" y="4876"/>
                    </a:lnTo>
                    <a:lnTo>
                      <a:pt x="23100" y="4646"/>
                    </a:lnTo>
                    <a:lnTo>
                      <a:pt x="23225" y="4562"/>
                    </a:lnTo>
                    <a:lnTo>
                      <a:pt x="23225" y="4436"/>
                    </a:lnTo>
                    <a:lnTo>
                      <a:pt x="23100" y="4436"/>
                    </a:lnTo>
                    <a:lnTo>
                      <a:pt x="23100" y="4353"/>
                    </a:lnTo>
                    <a:lnTo>
                      <a:pt x="23163" y="4269"/>
                    </a:lnTo>
                    <a:lnTo>
                      <a:pt x="23163" y="4039"/>
                    </a:lnTo>
                    <a:lnTo>
                      <a:pt x="23121" y="3976"/>
                    </a:lnTo>
                    <a:lnTo>
                      <a:pt x="23058" y="3850"/>
                    </a:lnTo>
                    <a:lnTo>
                      <a:pt x="23100" y="3809"/>
                    </a:lnTo>
                    <a:lnTo>
                      <a:pt x="23100" y="3662"/>
                    </a:lnTo>
                    <a:lnTo>
                      <a:pt x="23016" y="3662"/>
                    </a:lnTo>
                    <a:lnTo>
                      <a:pt x="22911" y="3537"/>
                    </a:lnTo>
                    <a:lnTo>
                      <a:pt x="22744" y="3599"/>
                    </a:lnTo>
                    <a:lnTo>
                      <a:pt x="22723" y="3725"/>
                    </a:lnTo>
                    <a:lnTo>
                      <a:pt x="22828" y="3809"/>
                    </a:lnTo>
                    <a:lnTo>
                      <a:pt x="22828" y="3913"/>
                    </a:lnTo>
                    <a:lnTo>
                      <a:pt x="22890" y="3976"/>
                    </a:lnTo>
                    <a:lnTo>
                      <a:pt x="22890" y="4060"/>
                    </a:lnTo>
                    <a:lnTo>
                      <a:pt x="22807" y="4060"/>
                    </a:lnTo>
                    <a:lnTo>
                      <a:pt x="22786" y="3955"/>
                    </a:lnTo>
                    <a:lnTo>
                      <a:pt x="22702" y="3955"/>
                    </a:lnTo>
                    <a:lnTo>
                      <a:pt x="22639" y="4081"/>
                    </a:lnTo>
                    <a:lnTo>
                      <a:pt x="22702" y="4122"/>
                    </a:lnTo>
                    <a:lnTo>
                      <a:pt x="22723" y="4227"/>
                    </a:lnTo>
                    <a:lnTo>
                      <a:pt x="22786" y="4353"/>
                    </a:lnTo>
                    <a:lnTo>
                      <a:pt x="22723" y="4394"/>
                    </a:lnTo>
                    <a:lnTo>
                      <a:pt x="22702" y="4353"/>
                    </a:lnTo>
                    <a:lnTo>
                      <a:pt x="22639" y="4290"/>
                    </a:lnTo>
                    <a:lnTo>
                      <a:pt x="22618" y="4436"/>
                    </a:lnTo>
                    <a:lnTo>
                      <a:pt x="22514" y="4353"/>
                    </a:lnTo>
                    <a:lnTo>
                      <a:pt x="22514" y="4248"/>
                    </a:lnTo>
                    <a:lnTo>
                      <a:pt x="22430" y="4248"/>
                    </a:lnTo>
                    <a:lnTo>
                      <a:pt x="22388" y="4353"/>
                    </a:lnTo>
                    <a:lnTo>
                      <a:pt x="22326" y="4332"/>
                    </a:lnTo>
                    <a:lnTo>
                      <a:pt x="22326" y="4185"/>
                    </a:lnTo>
                    <a:lnTo>
                      <a:pt x="22409" y="4122"/>
                    </a:lnTo>
                    <a:lnTo>
                      <a:pt x="22388" y="4081"/>
                    </a:lnTo>
                    <a:lnTo>
                      <a:pt x="22221" y="4143"/>
                    </a:lnTo>
                    <a:lnTo>
                      <a:pt x="22095" y="4269"/>
                    </a:lnTo>
                    <a:lnTo>
                      <a:pt x="22012" y="4143"/>
                    </a:lnTo>
                    <a:lnTo>
                      <a:pt x="21949" y="4143"/>
                    </a:lnTo>
                    <a:lnTo>
                      <a:pt x="21865" y="4227"/>
                    </a:lnTo>
                    <a:lnTo>
                      <a:pt x="21740" y="4227"/>
                    </a:lnTo>
                    <a:lnTo>
                      <a:pt x="21698" y="4164"/>
                    </a:lnTo>
                    <a:lnTo>
                      <a:pt x="21572" y="4185"/>
                    </a:lnTo>
                    <a:lnTo>
                      <a:pt x="21530" y="4143"/>
                    </a:lnTo>
                    <a:lnTo>
                      <a:pt x="21635" y="4060"/>
                    </a:lnTo>
                    <a:lnTo>
                      <a:pt x="21782" y="4039"/>
                    </a:lnTo>
                    <a:lnTo>
                      <a:pt x="21865" y="4060"/>
                    </a:lnTo>
                    <a:lnTo>
                      <a:pt x="21991" y="4039"/>
                    </a:lnTo>
                    <a:lnTo>
                      <a:pt x="21991" y="3955"/>
                    </a:lnTo>
                    <a:lnTo>
                      <a:pt x="22074" y="3934"/>
                    </a:lnTo>
                    <a:lnTo>
                      <a:pt x="22158" y="3955"/>
                    </a:lnTo>
                    <a:lnTo>
                      <a:pt x="22263" y="3850"/>
                    </a:lnTo>
                    <a:lnTo>
                      <a:pt x="22263" y="3746"/>
                    </a:lnTo>
                    <a:lnTo>
                      <a:pt x="22284" y="3662"/>
                    </a:lnTo>
                    <a:lnTo>
                      <a:pt x="22200" y="3599"/>
                    </a:lnTo>
                    <a:lnTo>
                      <a:pt x="22095" y="3411"/>
                    </a:lnTo>
                    <a:lnTo>
                      <a:pt x="21970" y="3348"/>
                    </a:lnTo>
                    <a:lnTo>
                      <a:pt x="21949" y="3285"/>
                    </a:lnTo>
                    <a:lnTo>
                      <a:pt x="21761" y="3118"/>
                    </a:lnTo>
                    <a:lnTo>
                      <a:pt x="21740" y="3076"/>
                    </a:lnTo>
                    <a:lnTo>
                      <a:pt x="21635" y="3076"/>
                    </a:lnTo>
                    <a:lnTo>
                      <a:pt x="21489" y="3139"/>
                    </a:lnTo>
                    <a:lnTo>
                      <a:pt x="21426" y="3139"/>
                    </a:lnTo>
                    <a:lnTo>
                      <a:pt x="21238" y="3327"/>
                    </a:lnTo>
                    <a:lnTo>
                      <a:pt x="21279" y="3390"/>
                    </a:lnTo>
                    <a:lnTo>
                      <a:pt x="21279" y="3453"/>
                    </a:lnTo>
                    <a:lnTo>
                      <a:pt x="21217" y="3495"/>
                    </a:lnTo>
                    <a:lnTo>
                      <a:pt x="21133" y="3516"/>
                    </a:lnTo>
                    <a:lnTo>
                      <a:pt x="21133" y="3453"/>
                    </a:lnTo>
                    <a:lnTo>
                      <a:pt x="21049" y="3495"/>
                    </a:lnTo>
                    <a:lnTo>
                      <a:pt x="20966" y="3432"/>
                    </a:lnTo>
                    <a:lnTo>
                      <a:pt x="20861" y="3432"/>
                    </a:lnTo>
                    <a:lnTo>
                      <a:pt x="20819" y="3495"/>
                    </a:lnTo>
                    <a:lnTo>
                      <a:pt x="20714" y="3495"/>
                    </a:lnTo>
                    <a:lnTo>
                      <a:pt x="20652" y="3432"/>
                    </a:lnTo>
                    <a:lnTo>
                      <a:pt x="20714" y="3390"/>
                    </a:lnTo>
                    <a:lnTo>
                      <a:pt x="20861" y="3348"/>
                    </a:lnTo>
                    <a:lnTo>
                      <a:pt x="20924" y="3244"/>
                    </a:lnTo>
                    <a:lnTo>
                      <a:pt x="21028" y="3223"/>
                    </a:lnTo>
                    <a:lnTo>
                      <a:pt x="21112" y="3244"/>
                    </a:lnTo>
                    <a:lnTo>
                      <a:pt x="21175" y="3139"/>
                    </a:lnTo>
                    <a:lnTo>
                      <a:pt x="21175" y="3013"/>
                    </a:lnTo>
                    <a:lnTo>
                      <a:pt x="21238" y="2972"/>
                    </a:lnTo>
                    <a:lnTo>
                      <a:pt x="21321" y="2972"/>
                    </a:lnTo>
                    <a:lnTo>
                      <a:pt x="21384" y="2804"/>
                    </a:lnTo>
                    <a:lnTo>
                      <a:pt x="21384" y="2616"/>
                    </a:lnTo>
                    <a:lnTo>
                      <a:pt x="21426" y="2553"/>
                    </a:lnTo>
                    <a:lnTo>
                      <a:pt x="21384" y="2449"/>
                    </a:lnTo>
                    <a:lnTo>
                      <a:pt x="21279" y="2449"/>
                    </a:lnTo>
                    <a:lnTo>
                      <a:pt x="21112" y="2490"/>
                    </a:lnTo>
                    <a:lnTo>
                      <a:pt x="20903" y="2553"/>
                    </a:lnTo>
                    <a:lnTo>
                      <a:pt x="20694" y="2616"/>
                    </a:lnTo>
                    <a:lnTo>
                      <a:pt x="20547" y="2658"/>
                    </a:lnTo>
                    <a:cubicBezTo>
                      <a:pt x="20652" y="2616"/>
                      <a:pt x="20798" y="2574"/>
                      <a:pt x="20903" y="2511"/>
                    </a:cubicBezTo>
                    <a:cubicBezTo>
                      <a:pt x="20945" y="2511"/>
                      <a:pt x="21028" y="2490"/>
                      <a:pt x="21070" y="2490"/>
                    </a:cubicBezTo>
                    <a:cubicBezTo>
                      <a:pt x="21217" y="2469"/>
                      <a:pt x="21238" y="2344"/>
                      <a:pt x="21175" y="2239"/>
                    </a:cubicBezTo>
                    <a:lnTo>
                      <a:pt x="21238" y="2177"/>
                    </a:lnTo>
                    <a:lnTo>
                      <a:pt x="21217" y="2072"/>
                    </a:lnTo>
                    <a:lnTo>
                      <a:pt x="21217" y="1967"/>
                    </a:lnTo>
                    <a:lnTo>
                      <a:pt x="21154" y="1884"/>
                    </a:lnTo>
                    <a:lnTo>
                      <a:pt x="21217" y="1842"/>
                    </a:lnTo>
                    <a:lnTo>
                      <a:pt x="21217" y="1674"/>
                    </a:lnTo>
                    <a:lnTo>
                      <a:pt x="21133" y="1507"/>
                    </a:lnTo>
                    <a:lnTo>
                      <a:pt x="21175" y="1402"/>
                    </a:lnTo>
                    <a:lnTo>
                      <a:pt x="21154" y="1109"/>
                    </a:lnTo>
                    <a:lnTo>
                      <a:pt x="20945" y="879"/>
                    </a:lnTo>
                    <a:lnTo>
                      <a:pt x="20924" y="775"/>
                    </a:lnTo>
                    <a:lnTo>
                      <a:pt x="20840" y="733"/>
                    </a:lnTo>
                    <a:lnTo>
                      <a:pt x="20694" y="796"/>
                    </a:lnTo>
                    <a:lnTo>
                      <a:pt x="20526" y="775"/>
                    </a:lnTo>
                    <a:lnTo>
                      <a:pt x="20442" y="837"/>
                    </a:lnTo>
                    <a:lnTo>
                      <a:pt x="20442" y="984"/>
                    </a:lnTo>
                    <a:lnTo>
                      <a:pt x="20212" y="1109"/>
                    </a:lnTo>
                    <a:lnTo>
                      <a:pt x="20212" y="1047"/>
                    </a:lnTo>
                    <a:lnTo>
                      <a:pt x="20380" y="900"/>
                    </a:lnTo>
                    <a:lnTo>
                      <a:pt x="20422" y="754"/>
                    </a:lnTo>
                    <a:lnTo>
                      <a:pt x="20317" y="670"/>
                    </a:lnTo>
                    <a:lnTo>
                      <a:pt x="20212" y="712"/>
                    </a:lnTo>
                    <a:lnTo>
                      <a:pt x="20129" y="733"/>
                    </a:lnTo>
                    <a:lnTo>
                      <a:pt x="20212" y="670"/>
                    </a:lnTo>
                    <a:lnTo>
                      <a:pt x="20191" y="586"/>
                    </a:lnTo>
                    <a:lnTo>
                      <a:pt x="19898" y="419"/>
                    </a:lnTo>
                    <a:lnTo>
                      <a:pt x="19815" y="293"/>
                    </a:lnTo>
                    <a:lnTo>
                      <a:pt x="19752" y="252"/>
                    </a:lnTo>
                    <a:lnTo>
                      <a:pt x="19773" y="105"/>
                    </a:lnTo>
                    <a:lnTo>
                      <a:pt x="1945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A6CBC2"/>
                  </a:solidFill>
                </a:endParaRPr>
              </a:p>
            </p:txBody>
          </p:sp>
        </p:grpSp>
        <p:sp>
          <p:nvSpPr>
            <p:cNvPr id="538" name="Google Shape;538;p38"/>
            <p:cNvSpPr/>
            <p:nvPr/>
          </p:nvSpPr>
          <p:spPr>
            <a:xfrm>
              <a:off x="3216902" y="3020658"/>
              <a:ext cx="15456" cy="5959"/>
            </a:xfrm>
            <a:custGeom>
              <a:rect b="b" l="l" r="r" t="t"/>
              <a:pathLst>
                <a:path extrusionOk="0" h="524" w="1298">
                  <a:moveTo>
                    <a:pt x="503" y="0"/>
                  </a:moveTo>
                  <a:lnTo>
                    <a:pt x="293" y="42"/>
                  </a:lnTo>
                  <a:lnTo>
                    <a:pt x="168" y="21"/>
                  </a:lnTo>
                  <a:lnTo>
                    <a:pt x="63" y="42"/>
                  </a:lnTo>
                  <a:lnTo>
                    <a:pt x="1" y="147"/>
                  </a:lnTo>
                  <a:lnTo>
                    <a:pt x="105" y="230"/>
                  </a:lnTo>
                  <a:lnTo>
                    <a:pt x="189" y="209"/>
                  </a:lnTo>
                  <a:lnTo>
                    <a:pt x="252" y="230"/>
                  </a:lnTo>
                  <a:lnTo>
                    <a:pt x="314" y="377"/>
                  </a:lnTo>
                  <a:lnTo>
                    <a:pt x="398" y="439"/>
                  </a:lnTo>
                  <a:lnTo>
                    <a:pt x="524" y="439"/>
                  </a:lnTo>
                  <a:lnTo>
                    <a:pt x="607" y="523"/>
                  </a:lnTo>
                  <a:lnTo>
                    <a:pt x="775" y="523"/>
                  </a:lnTo>
                  <a:lnTo>
                    <a:pt x="775" y="377"/>
                  </a:lnTo>
                  <a:lnTo>
                    <a:pt x="879" y="377"/>
                  </a:lnTo>
                  <a:lnTo>
                    <a:pt x="900" y="439"/>
                  </a:lnTo>
                  <a:lnTo>
                    <a:pt x="984" y="439"/>
                  </a:lnTo>
                  <a:lnTo>
                    <a:pt x="1005" y="335"/>
                  </a:lnTo>
                  <a:lnTo>
                    <a:pt x="1089" y="377"/>
                  </a:lnTo>
                  <a:lnTo>
                    <a:pt x="1298" y="377"/>
                  </a:lnTo>
                  <a:lnTo>
                    <a:pt x="1298" y="335"/>
                  </a:lnTo>
                  <a:lnTo>
                    <a:pt x="1193" y="230"/>
                  </a:lnTo>
                  <a:lnTo>
                    <a:pt x="1047" y="209"/>
                  </a:lnTo>
                  <a:lnTo>
                    <a:pt x="942" y="21"/>
                  </a:lnTo>
                  <a:lnTo>
                    <a:pt x="50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38"/>
            <p:cNvSpPr/>
            <p:nvPr/>
          </p:nvSpPr>
          <p:spPr>
            <a:xfrm>
              <a:off x="3243063" y="3010423"/>
              <a:ext cx="19695" cy="13340"/>
            </a:xfrm>
            <a:custGeom>
              <a:rect b="b" l="l" r="r" t="t"/>
              <a:pathLst>
                <a:path extrusionOk="0" h="1173" w="1654">
                  <a:moveTo>
                    <a:pt x="1089" y="0"/>
                  </a:moveTo>
                  <a:lnTo>
                    <a:pt x="1005" y="63"/>
                  </a:lnTo>
                  <a:lnTo>
                    <a:pt x="900" y="21"/>
                  </a:lnTo>
                  <a:lnTo>
                    <a:pt x="691" y="21"/>
                  </a:lnTo>
                  <a:lnTo>
                    <a:pt x="649" y="84"/>
                  </a:lnTo>
                  <a:lnTo>
                    <a:pt x="754" y="168"/>
                  </a:lnTo>
                  <a:lnTo>
                    <a:pt x="1068" y="272"/>
                  </a:lnTo>
                  <a:lnTo>
                    <a:pt x="1047" y="314"/>
                  </a:lnTo>
                  <a:lnTo>
                    <a:pt x="1109" y="398"/>
                  </a:lnTo>
                  <a:lnTo>
                    <a:pt x="1047" y="544"/>
                  </a:lnTo>
                  <a:lnTo>
                    <a:pt x="1109" y="649"/>
                  </a:lnTo>
                  <a:lnTo>
                    <a:pt x="1214" y="691"/>
                  </a:lnTo>
                  <a:lnTo>
                    <a:pt x="1340" y="795"/>
                  </a:lnTo>
                  <a:lnTo>
                    <a:pt x="1319" y="858"/>
                  </a:lnTo>
                  <a:lnTo>
                    <a:pt x="1068" y="858"/>
                  </a:lnTo>
                  <a:lnTo>
                    <a:pt x="1026" y="900"/>
                  </a:lnTo>
                  <a:lnTo>
                    <a:pt x="921" y="858"/>
                  </a:lnTo>
                  <a:lnTo>
                    <a:pt x="796" y="858"/>
                  </a:lnTo>
                  <a:lnTo>
                    <a:pt x="649" y="816"/>
                  </a:lnTo>
                  <a:lnTo>
                    <a:pt x="524" y="858"/>
                  </a:lnTo>
                  <a:lnTo>
                    <a:pt x="524" y="816"/>
                  </a:lnTo>
                  <a:lnTo>
                    <a:pt x="482" y="795"/>
                  </a:lnTo>
                  <a:lnTo>
                    <a:pt x="293" y="837"/>
                  </a:lnTo>
                  <a:lnTo>
                    <a:pt x="189" y="733"/>
                  </a:lnTo>
                  <a:lnTo>
                    <a:pt x="63" y="795"/>
                  </a:lnTo>
                  <a:lnTo>
                    <a:pt x="0" y="858"/>
                  </a:lnTo>
                  <a:lnTo>
                    <a:pt x="63" y="963"/>
                  </a:lnTo>
                  <a:lnTo>
                    <a:pt x="189" y="1005"/>
                  </a:lnTo>
                  <a:lnTo>
                    <a:pt x="314" y="1151"/>
                  </a:lnTo>
                  <a:lnTo>
                    <a:pt x="377" y="1172"/>
                  </a:lnTo>
                  <a:lnTo>
                    <a:pt x="377" y="1067"/>
                  </a:lnTo>
                  <a:lnTo>
                    <a:pt x="419" y="1026"/>
                  </a:lnTo>
                  <a:lnTo>
                    <a:pt x="691" y="1026"/>
                  </a:lnTo>
                  <a:lnTo>
                    <a:pt x="796" y="1067"/>
                  </a:lnTo>
                  <a:lnTo>
                    <a:pt x="1109" y="1067"/>
                  </a:lnTo>
                  <a:lnTo>
                    <a:pt x="1151" y="1047"/>
                  </a:lnTo>
                  <a:lnTo>
                    <a:pt x="1256" y="1109"/>
                  </a:lnTo>
                  <a:lnTo>
                    <a:pt x="1340" y="1109"/>
                  </a:lnTo>
                  <a:lnTo>
                    <a:pt x="1340" y="1047"/>
                  </a:lnTo>
                  <a:lnTo>
                    <a:pt x="1570" y="921"/>
                  </a:lnTo>
                  <a:lnTo>
                    <a:pt x="1570" y="837"/>
                  </a:lnTo>
                  <a:lnTo>
                    <a:pt x="1570" y="733"/>
                  </a:lnTo>
                  <a:lnTo>
                    <a:pt x="1528" y="607"/>
                  </a:lnTo>
                  <a:lnTo>
                    <a:pt x="1549" y="544"/>
                  </a:lnTo>
                  <a:lnTo>
                    <a:pt x="1633" y="502"/>
                  </a:lnTo>
                  <a:lnTo>
                    <a:pt x="1653" y="377"/>
                  </a:lnTo>
                  <a:lnTo>
                    <a:pt x="1612" y="293"/>
                  </a:lnTo>
                  <a:lnTo>
                    <a:pt x="1653" y="189"/>
                  </a:lnTo>
                  <a:lnTo>
                    <a:pt x="1633" y="126"/>
                  </a:lnTo>
                  <a:lnTo>
                    <a:pt x="1528" y="105"/>
                  </a:lnTo>
                  <a:lnTo>
                    <a:pt x="1423" y="126"/>
                  </a:lnTo>
                  <a:lnTo>
                    <a:pt x="1319" y="21"/>
                  </a:lnTo>
                  <a:lnTo>
                    <a:pt x="108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38"/>
            <p:cNvSpPr/>
            <p:nvPr/>
          </p:nvSpPr>
          <p:spPr>
            <a:xfrm>
              <a:off x="3173297" y="2986859"/>
              <a:ext cx="73267" cy="24997"/>
            </a:xfrm>
            <a:custGeom>
              <a:rect b="b" l="l" r="r" t="t"/>
              <a:pathLst>
                <a:path extrusionOk="0" h="2198" w="6153">
                  <a:moveTo>
                    <a:pt x="1570" y="1"/>
                  </a:moveTo>
                  <a:lnTo>
                    <a:pt x="1445" y="106"/>
                  </a:lnTo>
                  <a:lnTo>
                    <a:pt x="1131" y="106"/>
                  </a:lnTo>
                  <a:lnTo>
                    <a:pt x="901" y="168"/>
                  </a:lnTo>
                  <a:lnTo>
                    <a:pt x="817" y="252"/>
                  </a:lnTo>
                  <a:lnTo>
                    <a:pt x="566" y="315"/>
                  </a:lnTo>
                  <a:lnTo>
                    <a:pt x="482" y="419"/>
                  </a:lnTo>
                  <a:lnTo>
                    <a:pt x="377" y="482"/>
                  </a:lnTo>
                  <a:lnTo>
                    <a:pt x="357" y="608"/>
                  </a:lnTo>
                  <a:lnTo>
                    <a:pt x="419" y="712"/>
                  </a:lnTo>
                  <a:lnTo>
                    <a:pt x="398" y="775"/>
                  </a:lnTo>
                  <a:lnTo>
                    <a:pt x="294" y="712"/>
                  </a:lnTo>
                  <a:lnTo>
                    <a:pt x="85" y="817"/>
                  </a:lnTo>
                  <a:lnTo>
                    <a:pt x="1" y="796"/>
                  </a:lnTo>
                  <a:lnTo>
                    <a:pt x="1" y="880"/>
                  </a:lnTo>
                  <a:lnTo>
                    <a:pt x="105" y="922"/>
                  </a:lnTo>
                  <a:lnTo>
                    <a:pt x="252" y="796"/>
                  </a:lnTo>
                  <a:lnTo>
                    <a:pt x="273" y="817"/>
                  </a:lnTo>
                  <a:lnTo>
                    <a:pt x="273" y="922"/>
                  </a:lnTo>
                  <a:lnTo>
                    <a:pt x="419" y="817"/>
                  </a:lnTo>
                  <a:lnTo>
                    <a:pt x="524" y="817"/>
                  </a:lnTo>
                  <a:lnTo>
                    <a:pt x="629" y="629"/>
                  </a:lnTo>
                  <a:lnTo>
                    <a:pt x="796" y="670"/>
                  </a:lnTo>
                  <a:lnTo>
                    <a:pt x="838" y="608"/>
                  </a:lnTo>
                  <a:lnTo>
                    <a:pt x="922" y="691"/>
                  </a:lnTo>
                  <a:lnTo>
                    <a:pt x="1026" y="670"/>
                  </a:lnTo>
                  <a:lnTo>
                    <a:pt x="1214" y="461"/>
                  </a:lnTo>
                  <a:lnTo>
                    <a:pt x="1319" y="419"/>
                  </a:lnTo>
                  <a:lnTo>
                    <a:pt x="1361" y="357"/>
                  </a:lnTo>
                  <a:lnTo>
                    <a:pt x="1528" y="378"/>
                  </a:lnTo>
                  <a:lnTo>
                    <a:pt x="1654" y="378"/>
                  </a:lnTo>
                  <a:lnTo>
                    <a:pt x="1884" y="398"/>
                  </a:lnTo>
                  <a:lnTo>
                    <a:pt x="1968" y="461"/>
                  </a:lnTo>
                  <a:lnTo>
                    <a:pt x="1884" y="503"/>
                  </a:lnTo>
                  <a:lnTo>
                    <a:pt x="1758" y="503"/>
                  </a:lnTo>
                  <a:lnTo>
                    <a:pt x="1675" y="566"/>
                  </a:lnTo>
                  <a:lnTo>
                    <a:pt x="1758" y="629"/>
                  </a:lnTo>
                  <a:lnTo>
                    <a:pt x="2093" y="691"/>
                  </a:lnTo>
                  <a:lnTo>
                    <a:pt x="2177" y="670"/>
                  </a:lnTo>
                  <a:lnTo>
                    <a:pt x="2282" y="670"/>
                  </a:lnTo>
                  <a:lnTo>
                    <a:pt x="2386" y="733"/>
                  </a:lnTo>
                  <a:lnTo>
                    <a:pt x="2554" y="775"/>
                  </a:lnTo>
                  <a:lnTo>
                    <a:pt x="2616" y="775"/>
                  </a:lnTo>
                  <a:lnTo>
                    <a:pt x="2658" y="691"/>
                  </a:lnTo>
                  <a:lnTo>
                    <a:pt x="2721" y="775"/>
                  </a:lnTo>
                  <a:lnTo>
                    <a:pt x="2763" y="817"/>
                  </a:lnTo>
                  <a:lnTo>
                    <a:pt x="2930" y="942"/>
                  </a:lnTo>
                  <a:lnTo>
                    <a:pt x="3077" y="984"/>
                  </a:lnTo>
                  <a:lnTo>
                    <a:pt x="3139" y="942"/>
                  </a:lnTo>
                  <a:lnTo>
                    <a:pt x="3244" y="1026"/>
                  </a:lnTo>
                  <a:lnTo>
                    <a:pt x="3349" y="1005"/>
                  </a:lnTo>
                  <a:lnTo>
                    <a:pt x="3432" y="1047"/>
                  </a:lnTo>
                  <a:lnTo>
                    <a:pt x="3600" y="1005"/>
                  </a:lnTo>
                  <a:lnTo>
                    <a:pt x="3663" y="1026"/>
                  </a:lnTo>
                  <a:lnTo>
                    <a:pt x="3746" y="1361"/>
                  </a:lnTo>
                  <a:lnTo>
                    <a:pt x="3955" y="1570"/>
                  </a:lnTo>
                  <a:lnTo>
                    <a:pt x="4039" y="1612"/>
                  </a:lnTo>
                  <a:lnTo>
                    <a:pt x="4081" y="1549"/>
                  </a:lnTo>
                  <a:lnTo>
                    <a:pt x="4227" y="1633"/>
                  </a:lnTo>
                  <a:lnTo>
                    <a:pt x="4437" y="1633"/>
                  </a:lnTo>
                  <a:lnTo>
                    <a:pt x="4458" y="1675"/>
                  </a:lnTo>
                  <a:lnTo>
                    <a:pt x="4541" y="1738"/>
                  </a:lnTo>
                  <a:lnTo>
                    <a:pt x="4541" y="1842"/>
                  </a:lnTo>
                  <a:lnTo>
                    <a:pt x="4374" y="1863"/>
                  </a:lnTo>
                  <a:lnTo>
                    <a:pt x="4186" y="2051"/>
                  </a:lnTo>
                  <a:lnTo>
                    <a:pt x="4186" y="2156"/>
                  </a:lnTo>
                  <a:lnTo>
                    <a:pt x="4374" y="2177"/>
                  </a:lnTo>
                  <a:lnTo>
                    <a:pt x="4541" y="2135"/>
                  </a:lnTo>
                  <a:lnTo>
                    <a:pt x="4604" y="2156"/>
                  </a:lnTo>
                  <a:lnTo>
                    <a:pt x="4897" y="2093"/>
                  </a:lnTo>
                  <a:lnTo>
                    <a:pt x="5064" y="2093"/>
                  </a:lnTo>
                  <a:lnTo>
                    <a:pt x="5274" y="2198"/>
                  </a:lnTo>
                  <a:lnTo>
                    <a:pt x="5546" y="2135"/>
                  </a:lnTo>
                  <a:lnTo>
                    <a:pt x="5587" y="2072"/>
                  </a:lnTo>
                  <a:lnTo>
                    <a:pt x="5650" y="2072"/>
                  </a:lnTo>
                  <a:lnTo>
                    <a:pt x="5734" y="2030"/>
                  </a:lnTo>
                  <a:lnTo>
                    <a:pt x="5943" y="2051"/>
                  </a:lnTo>
                  <a:lnTo>
                    <a:pt x="6069" y="1989"/>
                  </a:lnTo>
                  <a:lnTo>
                    <a:pt x="6152" y="1884"/>
                  </a:lnTo>
                  <a:lnTo>
                    <a:pt x="6111" y="1842"/>
                  </a:lnTo>
                  <a:lnTo>
                    <a:pt x="6006" y="1821"/>
                  </a:lnTo>
                  <a:lnTo>
                    <a:pt x="5922" y="1654"/>
                  </a:lnTo>
                  <a:lnTo>
                    <a:pt x="5692" y="1549"/>
                  </a:lnTo>
                  <a:lnTo>
                    <a:pt x="5378" y="1549"/>
                  </a:lnTo>
                  <a:lnTo>
                    <a:pt x="5295" y="1528"/>
                  </a:lnTo>
                  <a:lnTo>
                    <a:pt x="5336" y="1466"/>
                  </a:lnTo>
                  <a:lnTo>
                    <a:pt x="5399" y="1319"/>
                  </a:lnTo>
                  <a:lnTo>
                    <a:pt x="5315" y="1298"/>
                  </a:lnTo>
                  <a:lnTo>
                    <a:pt x="5232" y="1340"/>
                  </a:lnTo>
                  <a:lnTo>
                    <a:pt x="5127" y="1340"/>
                  </a:lnTo>
                  <a:lnTo>
                    <a:pt x="4918" y="1194"/>
                  </a:lnTo>
                  <a:lnTo>
                    <a:pt x="4855" y="1235"/>
                  </a:lnTo>
                  <a:lnTo>
                    <a:pt x="4771" y="1152"/>
                  </a:lnTo>
                  <a:lnTo>
                    <a:pt x="4604" y="1026"/>
                  </a:lnTo>
                  <a:lnTo>
                    <a:pt x="4541" y="1131"/>
                  </a:lnTo>
                  <a:lnTo>
                    <a:pt x="4479" y="1089"/>
                  </a:lnTo>
                  <a:lnTo>
                    <a:pt x="4499" y="1005"/>
                  </a:lnTo>
                  <a:lnTo>
                    <a:pt x="4437" y="984"/>
                  </a:lnTo>
                  <a:lnTo>
                    <a:pt x="4395" y="1047"/>
                  </a:lnTo>
                  <a:lnTo>
                    <a:pt x="4332" y="984"/>
                  </a:lnTo>
                  <a:lnTo>
                    <a:pt x="4123" y="922"/>
                  </a:lnTo>
                  <a:lnTo>
                    <a:pt x="3955" y="796"/>
                  </a:lnTo>
                  <a:lnTo>
                    <a:pt x="3830" y="712"/>
                  </a:lnTo>
                  <a:lnTo>
                    <a:pt x="3704" y="587"/>
                  </a:lnTo>
                  <a:lnTo>
                    <a:pt x="3349" y="587"/>
                  </a:lnTo>
                  <a:lnTo>
                    <a:pt x="3244" y="524"/>
                  </a:lnTo>
                  <a:lnTo>
                    <a:pt x="3202" y="398"/>
                  </a:lnTo>
                  <a:lnTo>
                    <a:pt x="3077" y="252"/>
                  </a:lnTo>
                  <a:lnTo>
                    <a:pt x="2972" y="273"/>
                  </a:lnTo>
                  <a:lnTo>
                    <a:pt x="2909" y="210"/>
                  </a:lnTo>
                  <a:lnTo>
                    <a:pt x="2491" y="147"/>
                  </a:lnTo>
                  <a:lnTo>
                    <a:pt x="2365" y="210"/>
                  </a:lnTo>
                  <a:lnTo>
                    <a:pt x="2177" y="168"/>
                  </a:lnTo>
                  <a:lnTo>
                    <a:pt x="2072" y="43"/>
                  </a:lnTo>
                  <a:lnTo>
                    <a:pt x="182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38"/>
            <p:cNvSpPr/>
            <p:nvPr/>
          </p:nvSpPr>
          <p:spPr>
            <a:xfrm>
              <a:off x="3371128" y="3527019"/>
              <a:ext cx="18695" cy="10247"/>
            </a:xfrm>
            <a:custGeom>
              <a:rect b="b" l="l" r="r" t="t"/>
              <a:pathLst>
                <a:path extrusionOk="0" h="901" w="1570">
                  <a:moveTo>
                    <a:pt x="1025" y="0"/>
                  </a:moveTo>
                  <a:lnTo>
                    <a:pt x="984" y="84"/>
                  </a:lnTo>
                  <a:lnTo>
                    <a:pt x="921" y="105"/>
                  </a:lnTo>
                  <a:lnTo>
                    <a:pt x="942" y="189"/>
                  </a:lnTo>
                  <a:lnTo>
                    <a:pt x="921" y="252"/>
                  </a:lnTo>
                  <a:lnTo>
                    <a:pt x="691" y="314"/>
                  </a:lnTo>
                  <a:lnTo>
                    <a:pt x="733" y="273"/>
                  </a:lnTo>
                  <a:lnTo>
                    <a:pt x="774" y="126"/>
                  </a:lnTo>
                  <a:lnTo>
                    <a:pt x="733" y="63"/>
                  </a:lnTo>
                  <a:lnTo>
                    <a:pt x="649" y="84"/>
                  </a:lnTo>
                  <a:lnTo>
                    <a:pt x="607" y="168"/>
                  </a:lnTo>
                  <a:lnTo>
                    <a:pt x="544" y="168"/>
                  </a:lnTo>
                  <a:lnTo>
                    <a:pt x="461" y="84"/>
                  </a:lnTo>
                  <a:lnTo>
                    <a:pt x="377" y="84"/>
                  </a:lnTo>
                  <a:lnTo>
                    <a:pt x="377" y="252"/>
                  </a:lnTo>
                  <a:lnTo>
                    <a:pt x="272" y="210"/>
                  </a:lnTo>
                  <a:lnTo>
                    <a:pt x="168" y="105"/>
                  </a:lnTo>
                  <a:lnTo>
                    <a:pt x="105" y="168"/>
                  </a:lnTo>
                  <a:lnTo>
                    <a:pt x="230" y="356"/>
                  </a:lnTo>
                  <a:lnTo>
                    <a:pt x="377" y="377"/>
                  </a:lnTo>
                  <a:lnTo>
                    <a:pt x="377" y="419"/>
                  </a:lnTo>
                  <a:lnTo>
                    <a:pt x="230" y="419"/>
                  </a:lnTo>
                  <a:lnTo>
                    <a:pt x="168" y="482"/>
                  </a:lnTo>
                  <a:lnTo>
                    <a:pt x="189" y="565"/>
                  </a:lnTo>
                  <a:lnTo>
                    <a:pt x="84" y="670"/>
                  </a:lnTo>
                  <a:lnTo>
                    <a:pt x="0" y="670"/>
                  </a:lnTo>
                  <a:lnTo>
                    <a:pt x="0" y="712"/>
                  </a:lnTo>
                  <a:lnTo>
                    <a:pt x="126" y="796"/>
                  </a:lnTo>
                  <a:lnTo>
                    <a:pt x="189" y="712"/>
                  </a:lnTo>
                  <a:lnTo>
                    <a:pt x="293" y="796"/>
                  </a:lnTo>
                  <a:lnTo>
                    <a:pt x="377" y="691"/>
                  </a:lnTo>
                  <a:lnTo>
                    <a:pt x="230" y="628"/>
                  </a:lnTo>
                  <a:lnTo>
                    <a:pt x="335" y="586"/>
                  </a:lnTo>
                  <a:lnTo>
                    <a:pt x="523" y="607"/>
                  </a:lnTo>
                  <a:lnTo>
                    <a:pt x="649" y="565"/>
                  </a:lnTo>
                  <a:lnTo>
                    <a:pt x="649" y="461"/>
                  </a:lnTo>
                  <a:cubicBezTo>
                    <a:pt x="649" y="461"/>
                    <a:pt x="667" y="470"/>
                    <a:pt x="680" y="470"/>
                  </a:cubicBezTo>
                  <a:cubicBezTo>
                    <a:pt x="686" y="470"/>
                    <a:pt x="691" y="468"/>
                    <a:pt x="691" y="461"/>
                  </a:cubicBezTo>
                  <a:cubicBezTo>
                    <a:pt x="795" y="398"/>
                    <a:pt x="900" y="377"/>
                    <a:pt x="1005" y="314"/>
                  </a:cubicBezTo>
                  <a:lnTo>
                    <a:pt x="1046" y="398"/>
                  </a:lnTo>
                  <a:lnTo>
                    <a:pt x="1025" y="461"/>
                  </a:lnTo>
                  <a:lnTo>
                    <a:pt x="942" y="419"/>
                  </a:lnTo>
                  <a:lnTo>
                    <a:pt x="858" y="461"/>
                  </a:lnTo>
                  <a:lnTo>
                    <a:pt x="691" y="712"/>
                  </a:lnTo>
                  <a:lnTo>
                    <a:pt x="753" y="733"/>
                  </a:lnTo>
                  <a:lnTo>
                    <a:pt x="837" y="879"/>
                  </a:lnTo>
                  <a:lnTo>
                    <a:pt x="921" y="900"/>
                  </a:lnTo>
                  <a:lnTo>
                    <a:pt x="921" y="837"/>
                  </a:lnTo>
                  <a:lnTo>
                    <a:pt x="837" y="733"/>
                  </a:lnTo>
                  <a:lnTo>
                    <a:pt x="858" y="712"/>
                  </a:lnTo>
                  <a:lnTo>
                    <a:pt x="963" y="775"/>
                  </a:lnTo>
                  <a:lnTo>
                    <a:pt x="1025" y="733"/>
                  </a:lnTo>
                  <a:lnTo>
                    <a:pt x="963" y="691"/>
                  </a:lnTo>
                  <a:lnTo>
                    <a:pt x="963" y="607"/>
                  </a:lnTo>
                  <a:lnTo>
                    <a:pt x="1067" y="628"/>
                  </a:lnTo>
                  <a:lnTo>
                    <a:pt x="1172" y="607"/>
                  </a:lnTo>
                  <a:lnTo>
                    <a:pt x="1172" y="586"/>
                  </a:lnTo>
                  <a:lnTo>
                    <a:pt x="1088" y="586"/>
                  </a:lnTo>
                  <a:lnTo>
                    <a:pt x="1046" y="524"/>
                  </a:lnTo>
                  <a:lnTo>
                    <a:pt x="1088" y="503"/>
                  </a:lnTo>
                  <a:lnTo>
                    <a:pt x="1193" y="524"/>
                  </a:lnTo>
                  <a:lnTo>
                    <a:pt x="1339" y="503"/>
                  </a:lnTo>
                  <a:lnTo>
                    <a:pt x="1444" y="419"/>
                  </a:lnTo>
                  <a:lnTo>
                    <a:pt x="1549" y="398"/>
                  </a:lnTo>
                  <a:lnTo>
                    <a:pt x="1507" y="314"/>
                  </a:lnTo>
                  <a:lnTo>
                    <a:pt x="1465" y="293"/>
                  </a:lnTo>
                  <a:lnTo>
                    <a:pt x="1444" y="273"/>
                  </a:lnTo>
                  <a:lnTo>
                    <a:pt x="1486" y="210"/>
                  </a:lnTo>
                  <a:lnTo>
                    <a:pt x="1569" y="189"/>
                  </a:lnTo>
                  <a:lnTo>
                    <a:pt x="1528" y="126"/>
                  </a:lnTo>
                  <a:lnTo>
                    <a:pt x="1381" y="105"/>
                  </a:lnTo>
                  <a:lnTo>
                    <a:pt x="1318" y="126"/>
                  </a:lnTo>
                  <a:lnTo>
                    <a:pt x="1339" y="189"/>
                  </a:lnTo>
                  <a:lnTo>
                    <a:pt x="1256" y="210"/>
                  </a:lnTo>
                  <a:lnTo>
                    <a:pt x="1172" y="105"/>
                  </a:lnTo>
                  <a:lnTo>
                    <a:pt x="1172" y="42"/>
                  </a:lnTo>
                  <a:lnTo>
                    <a:pt x="102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38"/>
            <p:cNvSpPr/>
            <p:nvPr/>
          </p:nvSpPr>
          <p:spPr>
            <a:xfrm>
              <a:off x="3183264" y="3080853"/>
              <a:ext cx="38140" cy="16672"/>
            </a:xfrm>
            <a:custGeom>
              <a:rect b="b" l="l" r="r" t="t"/>
              <a:pathLst>
                <a:path extrusionOk="0" h="1466" w="3203">
                  <a:moveTo>
                    <a:pt x="2072" y="1"/>
                  </a:moveTo>
                  <a:lnTo>
                    <a:pt x="2030" y="43"/>
                  </a:lnTo>
                  <a:lnTo>
                    <a:pt x="1863" y="147"/>
                  </a:lnTo>
                  <a:lnTo>
                    <a:pt x="1675" y="189"/>
                  </a:lnTo>
                  <a:lnTo>
                    <a:pt x="1319" y="377"/>
                  </a:lnTo>
                  <a:lnTo>
                    <a:pt x="1214" y="461"/>
                  </a:lnTo>
                  <a:lnTo>
                    <a:pt x="1131" y="482"/>
                  </a:lnTo>
                  <a:lnTo>
                    <a:pt x="921" y="482"/>
                  </a:lnTo>
                  <a:lnTo>
                    <a:pt x="733" y="315"/>
                  </a:lnTo>
                  <a:lnTo>
                    <a:pt x="608" y="273"/>
                  </a:lnTo>
                  <a:lnTo>
                    <a:pt x="566" y="294"/>
                  </a:lnTo>
                  <a:lnTo>
                    <a:pt x="629" y="356"/>
                  </a:lnTo>
                  <a:lnTo>
                    <a:pt x="629" y="398"/>
                  </a:lnTo>
                  <a:lnTo>
                    <a:pt x="566" y="419"/>
                  </a:lnTo>
                  <a:lnTo>
                    <a:pt x="461" y="377"/>
                  </a:lnTo>
                  <a:lnTo>
                    <a:pt x="419" y="315"/>
                  </a:lnTo>
                  <a:lnTo>
                    <a:pt x="461" y="294"/>
                  </a:lnTo>
                  <a:lnTo>
                    <a:pt x="482" y="294"/>
                  </a:lnTo>
                  <a:lnTo>
                    <a:pt x="461" y="252"/>
                  </a:lnTo>
                  <a:lnTo>
                    <a:pt x="398" y="252"/>
                  </a:lnTo>
                  <a:lnTo>
                    <a:pt x="315" y="210"/>
                  </a:lnTo>
                  <a:lnTo>
                    <a:pt x="273" y="168"/>
                  </a:lnTo>
                  <a:lnTo>
                    <a:pt x="252" y="84"/>
                  </a:lnTo>
                  <a:lnTo>
                    <a:pt x="147" y="84"/>
                  </a:lnTo>
                  <a:lnTo>
                    <a:pt x="85" y="147"/>
                  </a:lnTo>
                  <a:lnTo>
                    <a:pt x="85" y="252"/>
                  </a:lnTo>
                  <a:lnTo>
                    <a:pt x="43" y="315"/>
                  </a:lnTo>
                  <a:lnTo>
                    <a:pt x="1" y="398"/>
                  </a:lnTo>
                  <a:lnTo>
                    <a:pt x="85" y="419"/>
                  </a:lnTo>
                  <a:lnTo>
                    <a:pt x="147" y="524"/>
                  </a:lnTo>
                  <a:lnTo>
                    <a:pt x="64" y="587"/>
                  </a:lnTo>
                  <a:lnTo>
                    <a:pt x="43" y="691"/>
                  </a:lnTo>
                  <a:lnTo>
                    <a:pt x="43" y="733"/>
                  </a:lnTo>
                  <a:lnTo>
                    <a:pt x="64" y="796"/>
                  </a:lnTo>
                  <a:lnTo>
                    <a:pt x="168" y="796"/>
                  </a:lnTo>
                  <a:lnTo>
                    <a:pt x="252" y="817"/>
                  </a:lnTo>
                  <a:lnTo>
                    <a:pt x="357" y="796"/>
                  </a:lnTo>
                  <a:lnTo>
                    <a:pt x="398" y="733"/>
                  </a:lnTo>
                  <a:lnTo>
                    <a:pt x="461" y="796"/>
                  </a:lnTo>
                  <a:lnTo>
                    <a:pt x="461" y="838"/>
                  </a:lnTo>
                  <a:lnTo>
                    <a:pt x="524" y="880"/>
                  </a:lnTo>
                  <a:lnTo>
                    <a:pt x="733" y="900"/>
                  </a:lnTo>
                  <a:lnTo>
                    <a:pt x="775" y="1026"/>
                  </a:lnTo>
                  <a:lnTo>
                    <a:pt x="817" y="1193"/>
                  </a:lnTo>
                  <a:lnTo>
                    <a:pt x="921" y="1235"/>
                  </a:lnTo>
                  <a:lnTo>
                    <a:pt x="1026" y="1235"/>
                  </a:lnTo>
                  <a:lnTo>
                    <a:pt x="1047" y="1152"/>
                  </a:lnTo>
                  <a:lnTo>
                    <a:pt x="1005" y="1131"/>
                  </a:lnTo>
                  <a:lnTo>
                    <a:pt x="1047" y="1047"/>
                  </a:lnTo>
                  <a:lnTo>
                    <a:pt x="1131" y="1089"/>
                  </a:lnTo>
                  <a:lnTo>
                    <a:pt x="1152" y="1131"/>
                  </a:lnTo>
                  <a:lnTo>
                    <a:pt x="1131" y="1193"/>
                  </a:lnTo>
                  <a:lnTo>
                    <a:pt x="1152" y="1319"/>
                  </a:lnTo>
                  <a:lnTo>
                    <a:pt x="1152" y="1403"/>
                  </a:lnTo>
                  <a:lnTo>
                    <a:pt x="1193" y="1444"/>
                  </a:lnTo>
                  <a:lnTo>
                    <a:pt x="1340" y="1465"/>
                  </a:lnTo>
                  <a:lnTo>
                    <a:pt x="1424" y="1361"/>
                  </a:lnTo>
                  <a:lnTo>
                    <a:pt x="1507" y="1298"/>
                  </a:lnTo>
                  <a:lnTo>
                    <a:pt x="1612" y="1319"/>
                  </a:lnTo>
                  <a:lnTo>
                    <a:pt x="1654" y="1298"/>
                  </a:lnTo>
                  <a:lnTo>
                    <a:pt x="1654" y="1152"/>
                  </a:lnTo>
                  <a:lnTo>
                    <a:pt x="1570" y="1089"/>
                  </a:lnTo>
                  <a:lnTo>
                    <a:pt x="1465" y="1026"/>
                  </a:lnTo>
                  <a:lnTo>
                    <a:pt x="1445" y="921"/>
                  </a:lnTo>
                  <a:lnTo>
                    <a:pt x="1445" y="880"/>
                  </a:lnTo>
                  <a:lnTo>
                    <a:pt x="1549" y="817"/>
                  </a:lnTo>
                  <a:lnTo>
                    <a:pt x="1737" y="775"/>
                  </a:lnTo>
                  <a:lnTo>
                    <a:pt x="1884" y="628"/>
                  </a:lnTo>
                  <a:lnTo>
                    <a:pt x="1884" y="587"/>
                  </a:lnTo>
                  <a:lnTo>
                    <a:pt x="1863" y="566"/>
                  </a:lnTo>
                  <a:lnTo>
                    <a:pt x="1863" y="419"/>
                  </a:lnTo>
                  <a:lnTo>
                    <a:pt x="2051" y="356"/>
                  </a:lnTo>
                  <a:lnTo>
                    <a:pt x="2177" y="315"/>
                  </a:lnTo>
                  <a:lnTo>
                    <a:pt x="2261" y="377"/>
                  </a:lnTo>
                  <a:lnTo>
                    <a:pt x="2365" y="482"/>
                  </a:lnTo>
                  <a:lnTo>
                    <a:pt x="2449" y="482"/>
                  </a:lnTo>
                  <a:lnTo>
                    <a:pt x="2553" y="608"/>
                  </a:lnTo>
                  <a:lnTo>
                    <a:pt x="2574" y="712"/>
                  </a:lnTo>
                  <a:lnTo>
                    <a:pt x="2616" y="775"/>
                  </a:lnTo>
                  <a:lnTo>
                    <a:pt x="2679" y="733"/>
                  </a:lnTo>
                  <a:lnTo>
                    <a:pt x="2763" y="670"/>
                  </a:lnTo>
                  <a:lnTo>
                    <a:pt x="2805" y="670"/>
                  </a:lnTo>
                  <a:lnTo>
                    <a:pt x="2826" y="733"/>
                  </a:lnTo>
                  <a:lnTo>
                    <a:pt x="2784" y="796"/>
                  </a:lnTo>
                  <a:lnTo>
                    <a:pt x="2721" y="796"/>
                  </a:lnTo>
                  <a:lnTo>
                    <a:pt x="2616" y="942"/>
                  </a:lnTo>
                  <a:lnTo>
                    <a:pt x="2595" y="984"/>
                  </a:lnTo>
                  <a:lnTo>
                    <a:pt x="2616" y="1131"/>
                  </a:lnTo>
                  <a:lnTo>
                    <a:pt x="2763" y="1319"/>
                  </a:lnTo>
                  <a:lnTo>
                    <a:pt x="2888" y="1424"/>
                  </a:lnTo>
                  <a:lnTo>
                    <a:pt x="2972" y="1235"/>
                  </a:lnTo>
                  <a:lnTo>
                    <a:pt x="3014" y="1235"/>
                  </a:lnTo>
                  <a:lnTo>
                    <a:pt x="3098" y="1193"/>
                  </a:lnTo>
                  <a:lnTo>
                    <a:pt x="3118" y="1047"/>
                  </a:lnTo>
                  <a:lnTo>
                    <a:pt x="3202" y="900"/>
                  </a:lnTo>
                  <a:lnTo>
                    <a:pt x="3139" y="733"/>
                  </a:lnTo>
                  <a:lnTo>
                    <a:pt x="3139" y="691"/>
                  </a:lnTo>
                  <a:lnTo>
                    <a:pt x="3181" y="587"/>
                  </a:lnTo>
                  <a:lnTo>
                    <a:pt x="3118" y="524"/>
                  </a:lnTo>
                  <a:lnTo>
                    <a:pt x="3035" y="482"/>
                  </a:lnTo>
                  <a:lnTo>
                    <a:pt x="3014" y="419"/>
                  </a:lnTo>
                  <a:lnTo>
                    <a:pt x="2909" y="294"/>
                  </a:lnTo>
                  <a:lnTo>
                    <a:pt x="2679" y="168"/>
                  </a:lnTo>
                  <a:lnTo>
                    <a:pt x="2512" y="147"/>
                  </a:lnTo>
                  <a:lnTo>
                    <a:pt x="2281" y="147"/>
                  </a:lnTo>
                  <a:lnTo>
                    <a:pt x="2198" y="105"/>
                  </a:lnTo>
                  <a:lnTo>
                    <a:pt x="2156" y="63"/>
                  </a:lnTo>
                  <a:lnTo>
                    <a:pt x="207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38"/>
            <p:cNvSpPr/>
            <p:nvPr/>
          </p:nvSpPr>
          <p:spPr>
            <a:xfrm>
              <a:off x="3163092" y="3070629"/>
              <a:ext cx="23172" cy="20709"/>
            </a:xfrm>
            <a:custGeom>
              <a:rect b="b" l="l" r="r" t="t"/>
              <a:pathLst>
                <a:path extrusionOk="0" h="1821" w="1946">
                  <a:moveTo>
                    <a:pt x="293" y="0"/>
                  </a:moveTo>
                  <a:lnTo>
                    <a:pt x="105" y="21"/>
                  </a:lnTo>
                  <a:lnTo>
                    <a:pt x="105" y="42"/>
                  </a:lnTo>
                  <a:lnTo>
                    <a:pt x="63" y="63"/>
                  </a:lnTo>
                  <a:lnTo>
                    <a:pt x="84" y="63"/>
                  </a:lnTo>
                  <a:lnTo>
                    <a:pt x="63" y="209"/>
                  </a:lnTo>
                  <a:lnTo>
                    <a:pt x="0" y="230"/>
                  </a:lnTo>
                  <a:lnTo>
                    <a:pt x="63" y="251"/>
                  </a:lnTo>
                  <a:lnTo>
                    <a:pt x="126" y="272"/>
                  </a:lnTo>
                  <a:lnTo>
                    <a:pt x="167" y="377"/>
                  </a:lnTo>
                  <a:lnTo>
                    <a:pt x="63" y="460"/>
                  </a:lnTo>
                  <a:lnTo>
                    <a:pt x="0" y="586"/>
                  </a:lnTo>
                  <a:lnTo>
                    <a:pt x="21" y="690"/>
                  </a:lnTo>
                  <a:lnTo>
                    <a:pt x="188" y="837"/>
                  </a:lnTo>
                  <a:lnTo>
                    <a:pt x="335" y="837"/>
                  </a:lnTo>
                  <a:lnTo>
                    <a:pt x="418" y="879"/>
                  </a:lnTo>
                  <a:lnTo>
                    <a:pt x="481" y="983"/>
                  </a:lnTo>
                  <a:lnTo>
                    <a:pt x="523" y="983"/>
                  </a:lnTo>
                  <a:lnTo>
                    <a:pt x="607" y="879"/>
                  </a:lnTo>
                  <a:lnTo>
                    <a:pt x="586" y="774"/>
                  </a:lnTo>
                  <a:lnTo>
                    <a:pt x="418" y="670"/>
                  </a:lnTo>
                  <a:lnTo>
                    <a:pt x="377" y="586"/>
                  </a:lnTo>
                  <a:lnTo>
                    <a:pt x="418" y="565"/>
                  </a:lnTo>
                  <a:lnTo>
                    <a:pt x="523" y="649"/>
                  </a:lnTo>
                  <a:lnTo>
                    <a:pt x="628" y="690"/>
                  </a:lnTo>
                  <a:lnTo>
                    <a:pt x="649" y="774"/>
                  </a:lnTo>
                  <a:lnTo>
                    <a:pt x="753" y="858"/>
                  </a:lnTo>
                  <a:lnTo>
                    <a:pt x="795" y="983"/>
                  </a:lnTo>
                  <a:lnTo>
                    <a:pt x="921" y="1067"/>
                  </a:lnTo>
                  <a:lnTo>
                    <a:pt x="1025" y="1151"/>
                  </a:lnTo>
                  <a:lnTo>
                    <a:pt x="1109" y="1193"/>
                  </a:lnTo>
                  <a:lnTo>
                    <a:pt x="1234" y="1318"/>
                  </a:lnTo>
                  <a:lnTo>
                    <a:pt x="1255" y="1402"/>
                  </a:lnTo>
                  <a:lnTo>
                    <a:pt x="1172" y="1486"/>
                  </a:lnTo>
                  <a:lnTo>
                    <a:pt x="1172" y="1569"/>
                  </a:lnTo>
                  <a:lnTo>
                    <a:pt x="1234" y="1632"/>
                  </a:lnTo>
                  <a:lnTo>
                    <a:pt x="1360" y="1695"/>
                  </a:lnTo>
                  <a:lnTo>
                    <a:pt x="1444" y="1737"/>
                  </a:lnTo>
                  <a:lnTo>
                    <a:pt x="1486" y="1716"/>
                  </a:lnTo>
                  <a:lnTo>
                    <a:pt x="1527" y="1632"/>
                  </a:lnTo>
                  <a:lnTo>
                    <a:pt x="1465" y="1569"/>
                  </a:lnTo>
                  <a:lnTo>
                    <a:pt x="1360" y="1507"/>
                  </a:lnTo>
                  <a:lnTo>
                    <a:pt x="1360" y="1486"/>
                  </a:lnTo>
                  <a:lnTo>
                    <a:pt x="1381" y="1465"/>
                  </a:lnTo>
                  <a:lnTo>
                    <a:pt x="1465" y="1507"/>
                  </a:lnTo>
                  <a:lnTo>
                    <a:pt x="1548" y="1632"/>
                  </a:lnTo>
                  <a:lnTo>
                    <a:pt x="1548" y="1737"/>
                  </a:lnTo>
                  <a:lnTo>
                    <a:pt x="1590" y="1737"/>
                  </a:lnTo>
                  <a:lnTo>
                    <a:pt x="1632" y="1779"/>
                  </a:lnTo>
                  <a:lnTo>
                    <a:pt x="1674" y="1820"/>
                  </a:lnTo>
                  <a:lnTo>
                    <a:pt x="1737" y="1820"/>
                  </a:lnTo>
                  <a:lnTo>
                    <a:pt x="1758" y="1779"/>
                  </a:lnTo>
                  <a:lnTo>
                    <a:pt x="1758" y="1695"/>
                  </a:lnTo>
                  <a:lnTo>
                    <a:pt x="1737" y="1632"/>
                  </a:lnTo>
                  <a:lnTo>
                    <a:pt x="1737" y="1590"/>
                  </a:lnTo>
                  <a:lnTo>
                    <a:pt x="1758" y="1486"/>
                  </a:lnTo>
                  <a:lnTo>
                    <a:pt x="1841" y="1423"/>
                  </a:lnTo>
                  <a:lnTo>
                    <a:pt x="1779" y="1318"/>
                  </a:lnTo>
                  <a:lnTo>
                    <a:pt x="1695" y="1297"/>
                  </a:lnTo>
                  <a:lnTo>
                    <a:pt x="1737" y="1214"/>
                  </a:lnTo>
                  <a:lnTo>
                    <a:pt x="1779" y="1151"/>
                  </a:lnTo>
                  <a:lnTo>
                    <a:pt x="1779" y="1046"/>
                  </a:lnTo>
                  <a:lnTo>
                    <a:pt x="1841" y="983"/>
                  </a:lnTo>
                  <a:lnTo>
                    <a:pt x="1946" y="983"/>
                  </a:lnTo>
                  <a:lnTo>
                    <a:pt x="1946" y="962"/>
                  </a:lnTo>
                  <a:lnTo>
                    <a:pt x="1862" y="900"/>
                  </a:lnTo>
                  <a:lnTo>
                    <a:pt x="1758" y="879"/>
                  </a:lnTo>
                  <a:lnTo>
                    <a:pt x="1695" y="795"/>
                  </a:lnTo>
                  <a:lnTo>
                    <a:pt x="1653" y="732"/>
                  </a:lnTo>
                  <a:lnTo>
                    <a:pt x="1548" y="586"/>
                  </a:lnTo>
                  <a:lnTo>
                    <a:pt x="1465" y="481"/>
                  </a:lnTo>
                  <a:lnTo>
                    <a:pt x="1465" y="356"/>
                  </a:lnTo>
                  <a:lnTo>
                    <a:pt x="1423" y="251"/>
                  </a:lnTo>
                  <a:lnTo>
                    <a:pt x="1360" y="272"/>
                  </a:lnTo>
                  <a:lnTo>
                    <a:pt x="1339" y="335"/>
                  </a:lnTo>
                  <a:lnTo>
                    <a:pt x="1234" y="335"/>
                  </a:lnTo>
                  <a:lnTo>
                    <a:pt x="1255" y="272"/>
                  </a:lnTo>
                  <a:lnTo>
                    <a:pt x="1172" y="272"/>
                  </a:lnTo>
                  <a:lnTo>
                    <a:pt x="1130" y="314"/>
                  </a:lnTo>
                  <a:lnTo>
                    <a:pt x="1025" y="209"/>
                  </a:lnTo>
                  <a:lnTo>
                    <a:pt x="1025" y="146"/>
                  </a:lnTo>
                  <a:lnTo>
                    <a:pt x="942" y="126"/>
                  </a:lnTo>
                  <a:lnTo>
                    <a:pt x="858" y="42"/>
                  </a:lnTo>
                  <a:lnTo>
                    <a:pt x="711" y="42"/>
                  </a:lnTo>
                  <a:lnTo>
                    <a:pt x="607" y="63"/>
                  </a:lnTo>
                  <a:lnTo>
                    <a:pt x="29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38"/>
            <p:cNvSpPr/>
            <p:nvPr/>
          </p:nvSpPr>
          <p:spPr>
            <a:xfrm>
              <a:off x="3150875" y="3043494"/>
              <a:ext cx="32150" cy="30467"/>
            </a:xfrm>
            <a:custGeom>
              <a:rect b="b" l="l" r="r" t="t"/>
              <a:pathLst>
                <a:path extrusionOk="0" h="2679" w="2700">
                  <a:moveTo>
                    <a:pt x="2470" y="1"/>
                  </a:moveTo>
                  <a:lnTo>
                    <a:pt x="2407" y="22"/>
                  </a:lnTo>
                  <a:lnTo>
                    <a:pt x="2386" y="105"/>
                  </a:lnTo>
                  <a:lnTo>
                    <a:pt x="2302" y="126"/>
                  </a:lnTo>
                  <a:lnTo>
                    <a:pt x="2198" y="210"/>
                  </a:lnTo>
                  <a:lnTo>
                    <a:pt x="2093" y="210"/>
                  </a:lnTo>
                  <a:lnTo>
                    <a:pt x="2072" y="294"/>
                  </a:lnTo>
                  <a:lnTo>
                    <a:pt x="1988" y="252"/>
                  </a:lnTo>
                  <a:lnTo>
                    <a:pt x="1884" y="294"/>
                  </a:lnTo>
                  <a:lnTo>
                    <a:pt x="1863" y="231"/>
                  </a:lnTo>
                  <a:lnTo>
                    <a:pt x="1779" y="189"/>
                  </a:lnTo>
                  <a:lnTo>
                    <a:pt x="1737" y="189"/>
                  </a:lnTo>
                  <a:lnTo>
                    <a:pt x="1696" y="294"/>
                  </a:lnTo>
                  <a:lnTo>
                    <a:pt x="1591" y="294"/>
                  </a:lnTo>
                  <a:lnTo>
                    <a:pt x="1528" y="419"/>
                  </a:lnTo>
                  <a:lnTo>
                    <a:pt x="1528" y="461"/>
                  </a:lnTo>
                  <a:lnTo>
                    <a:pt x="1465" y="503"/>
                  </a:lnTo>
                  <a:lnTo>
                    <a:pt x="1361" y="587"/>
                  </a:lnTo>
                  <a:lnTo>
                    <a:pt x="1235" y="649"/>
                  </a:lnTo>
                  <a:lnTo>
                    <a:pt x="1214" y="691"/>
                  </a:lnTo>
                  <a:lnTo>
                    <a:pt x="1131" y="670"/>
                  </a:lnTo>
                  <a:lnTo>
                    <a:pt x="1068" y="691"/>
                  </a:lnTo>
                  <a:lnTo>
                    <a:pt x="1005" y="649"/>
                  </a:lnTo>
                  <a:lnTo>
                    <a:pt x="859" y="628"/>
                  </a:lnTo>
                  <a:lnTo>
                    <a:pt x="691" y="733"/>
                  </a:lnTo>
                  <a:lnTo>
                    <a:pt x="503" y="754"/>
                  </a:lnTo>
                  <a:lnTo>
                    <a:pt x="503" y="859"/>
                  </a:lnTo>
                  <a:lnTo>
                    <a:pt x="503" y="942"/>
                  </a:lnTo>
                  <a:lnTo>
                    <a:pt x="482" y="1089"/>
                  </a:lnTo>
                  <a:lnTo>
                    <a:pt x="419" y="1172"/>
                  </a:lnTo>
                  <a:lnTo>
                    <a:pt x="294" y="1172"/>
                  </a:lnTo>
                  <a:lnTo>
                    <a:pt x="189" y="1193"/>
                  </a:lnTo>
                  <a:lnTo>
                    <a:pt x="189" y="1256"/>
                  </a:lnTo>
                  <a:lnTo>
                    <a:pt x="126" y="1256"/>
                  </a:lnTo>
                  <a:lnTo>
                    <a:pt x="22" y="1214"/>
                  </a:lnTo>
                  <a:lnTo>
                    <a:pt x="1" y="1256"/>
                  </a:lnTo>
                  <a:lnTo>
                    <a:pt x="210" y="1507"/>
                  </a:lnTo>
                  <a:lnTo>
                    <a:pt x="315" y="1591"/>
                  </a:lnTo>
                  <a:lnTo>
                    <a:pt x="315" y="1675"/>
                  </a:lnTo>
                  <a:lnTo>
                    <a:pt x="482" y="1821"/>
                  </a:lnTo>
                  <a:lnTo>
                    <a:pt x="628" y="2030"/>
                  </a:lnTo>
                  <a:lnTo>
                    <a:pt x="900" y="2323"/>
                  </a:lnTo>
                  <a:lnTo>
                    <a:pt x="963" y="2323"/>
                  </a:lnTo>
                  <a:lnTo>
                    <a:pt x="1026" y="2344"/>
                  </a:lnTo>
                  <a:lnTo>
                    <a:pt x="1068" y="2323"/>
                  </a:lnTo>
                  <a:lnTo>
                    <a:pt x="1068" y="2407"/>
                  </a:lnTo>
                  <a:lnTo>
                    <a:pt x="1131" y="2407"/>
                  </a:lnTo>
                  <a:lnTo>
                    <a:pt x="1319" y="2386"/>
                  </a:lnTo>
                  <a:lnTo>
                    <a:pt x="1633" y="2449"/>
                  </a:lnTo>
                  <a:lnTo>
                    <a:pt x="1737" y="2428"/>
                  </a:lnTo>
                  <a:lnTo>
                    <a:pt x="1884" y="2428"/>
                  </a:lnTo>
                  <a:lnTo>
                    <a:pt x="1947" y="2512"/>
                  </a:lnTo>
                  <a:lnTo>
                    <a:pt x="2009" y="2532"/>
                  </a:lnTo>
                  <a:lnTo>
                    <a:pt x="2009" y="2595"/>
                  </a:lnTo>
                  <a:lnTo>
                    <a:pt x="2156" y="2679"/>
                  </a:lnTo>
                  <a:lnTo>
                    <a:pt x="2198" y="2658"/>
                  </a:lnTo>
                  <a:lnTo>
                    <a:pt x="2260" y="2658"/>
                  </a:lnTo>
                  <a:lnTo>
                    <a:pt x="2302" y="2637"/>
                  </a:lnTo>
                  <a:lnTo>
                    <a:pt x="2281" y="2553"/>
                  </a:lnTo>
                  <a:lnTo>
                    <a:pt x="2219" y="2470"/>
                  </a:lnTo>
                  <a:lnTo>
                    <a:pt x="2198" y="2344"/>
                  </a:lnTo>
                  <a:lnTo>
                    <a:pt x="2281" y="2219"/>
                  </a:lnTo>
                  <a:lnTo>
                    <a:pt x="2302" y="2135"/>
                  </a:lnTo>
                  <a:lnTo>
                    <a:pt x="2302" y="2009"/>
                  </a:lnTo>
                  <a:lnTo>
                    <a:pt x="2281" y="2093"/>
                  </a:lnTo>
                  <a:lnTo>
                    <a:pt x="2260" y="2135"/>
                  </a:lnTo>
                  <a:lnTo>
                    <a:pt x="2198" y="2156"/>
                  </a:lnTo>
                  <a:lnTo>
                    <a:pt x="2198" y="2093"/>
                  </a:lnTo>
                  <a:lnTo>
                    <a:pt x="2219" y="2009"/>
                  </a:lnTo>
                  <a:lnTo>
                    <a:pt x="2281" y="1884"/>
                  </a:lnTo>
                  <a:lnTo>
                    <a:pt x="2260" y="1800"/>
                  </a:lnTo>
                  <a:lnTo>
                    <a:pt x="2260" y="1716"/>
                  </a:lnTo>
                  <a:lnTo>
                    <a:pt x="2344" y="1528"/>
                  </a:lnTo>
                  <a:lnTo>
                    <a:pt x="2386" y="1528"/>
                  </a:lnTo>
                  <a:lnTo>
                    <a:pt x="2365" y="1591"/>
                  </a:lnTo>
                  <a:lnTo>
                    <a:pt x="2365" y="1675"/>
                  </a:lnTo>
                  <a:lnTo>
                    <a:pt x="2365" y="1800"/>
                  </a:lnTo>
                  <a:lnTo>
                    <a:pt x="2386" y="1800"/>
                  </a:lnTo>
                  <a:lnTo>
                    <a:pt x="2428" y="1716"/>
                  </a:lnTo>
                  <a:lnTo>
                    <a:pt x="2470" y="1486"/>
                  </a:lnTo>
                  <a:lnTo>
                    <a:pt x="2470" y="1214"/>
                  </a:lnTo>
                  <a:lnTo>
                    <a:pt x="2491" y="1172"/>
                  </a:lnTo>
                  <a:lnTo>
                    <a:pt x="2428" y="1089"/>
                  </a:lnTo>
                  <a:lnTo>
                    <a:pt x="2407" y="1068"/>
                  </a:lnTo>
                  <a:lnTo>
                    <a:pt x="2407" y="1005"/>
                  </a:lnTo>
                  <a:lnTo>
                    <a:pt x="2470" y="963"/>
                  </a:lnTo>
                  <a:lnTo>
                    <a:pt x="2491" y="963"/>
                  </a:lnTo>
                  <a:lnTo>
                    <a:pt x="2512" y="984"/>
                  </a:lnTo>
                  <a:lnTo>
                    <a:pt x="2533" y="838"/>
                  </a:lnTo>
                  <a:lnTo>
                    <a:pt x="2637" y="691"/>
                  </a:lnTo>
                  <a:lnTo>
                    <a:pt x="2700" y="628"/>
                  </a:lnTo>
                  <a:lnTo>
                    <a:pt x="2700" y="566"/>
                  </a:lnTo>
                  <a:lnTo>
                    <a:pt x="2637" y="524"/>
                  </a:lnTo>
                  <a:lnTo>
                    <a:pt x="2637" y="461"/>
                  </a:lnTo>
                  <a:lnTo>
                    <a:pt x="2679" y="377"/>
                  </a:lnTo>
                  <a:lnTo>
                    <a:pt x="2637" y="273"/>
                  </a:lnTo>
                  <a:lnTo>
                    <a:pt x="2637" y="126"/>
                  </a:lnTo>
                  <a:lnTo>
                    <a:pt x="2679" y="63"/>
                  </a:lnTo>
                  <a:lnTo>
                    <a:pt x="2700" y="43"/>
                  </a:lnTo>
                  <a:lnTo>
                    <a:pt x="2533" y="43"/>
                  </a:lnTo>
                  <a:lnTo>
                    <a:pt x="251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38"/>
            <p:cNvSpPr/>
            <p:nvPr/>
          </p:nvSpPr>
          <p:spPr>
            <a:xfrm>
              <a:off x="3140409" y="3037308"/>
              <a:ext cx="43617" cy="20948"/>
            </a:xfrm>
            <a:custGeom>
              <a:rect b="b" l="l" r="r" t="t"/>
              <a:pathLst>
                <a:path extrusionOk="0" h="1842" w="3663">
                  <a:moveTo>
                    <a:pt x="1926" y="1"/>
                  </a:moveTo>
                  <a:lnTo>
                    <a:pt x="1905" y="43"/>
                  </a:lnTo>
                  <a:lnTo>
                    <a:pt x="1968" y="105"/>
                  </a:lnTo>
                  <a:lnTo>
                    <a:pt x="1863" y="126"/>
                  </a:lnTo>
                  <a:lnTo>
                    <a:pt x="1800" y="168"/>
                  </a:lnTo>
                  <a:lnTo>
                    <a:pt x="1696" y="147"/>
                  </a:lnTo>
                  <a:lnTo>
                    <a:pt x="1507" y="168"/>
                  </a:lnTo>
                  <a:lnTo>
                    <a:pt x="943" y="168"/>
                  </a:lnTo>
                  <a:lnTo>
                    <a:pt x="775" y="252"/>
                  </a:lnTo>
                  <a:lnTo>
                    <a:pt x="712" y="210"/>
                  </a:lnTo>
                  <a:lnTo>
                    <a:pt x="712" y="252"/>
                  </a:lnTo>
                  <a:lnTo>
                    <a:pt x="629" y="315"/>
                  </a:lnTo>
                  <a:lnTo>
                    <a:pt x="566" y="419"/>
                  </a:lnTo>
                  <a:lnTo>
                    <a:pt x="419" y="482"/>
                  </a:lnTo>
                  <a:lnTo>
                    <a:pt x="336" y="482"/>
                  </a:lnTo>
                  <a:lnTo>
                    <a:pt x="189" y="649"/>
                  </a:lnTo>
                  <a:lnTo>
                    <a:pt x="106" y="754"/>
                  </a:lnTo>
                  <a:lnTo>
                    <a:pt x="126" y="838"/>
                  </a:lnTo>
                  <a:lnTo>
                    <a:pt x="43" y="984"/>
                  </a:lnTo>
                  <a:lnTo>
                    <a:pt x="1" y="1047"/>
                  </a:lnTo>
                  <a:lnTo>
                    <a:pt x="43" y="1005"/>
                  </a:lnTo>
                  <a:lnTo>
                    <a:pt x="126" y="1047"/>
                  </a:lnTo>
                  <a:lnTo>
                    <a:pt x="147" y="1068"/>
                  </a:lnTo>
                  <a:lnTo>
                    <a:pt x="210" y="1089"/>
                  </a:lnTo>
                  <a:lnTo>
                    <a:pt x="252" y="1151"/>
                  </a:lnTo>
                  <a:lnTo>
                    <a:pt x="399" y="1110"/>
                  </a:lnTo>
                  <a:lnTo>
                    <a:pt x="503" y="1151"/>
                  </a:lnTo>
                  <a:lnTo>
                    <a:pt x="566" y="1256"/>
                  </a:lnTo>
                  <a:lnTo>
                    <a:pt x="608" y="1298"/>
                  </a:lnTo>
                  <a:lnTo>
                    <a:pt x="650" y="1361"/>
                  </a:lnTo>
                  <a:lnTo>
                    <a:pt x="671" y="1298"/>
                  </a:lnTo>
                  <a:lnTo>
                    <a:pt x="712" y="1256"/>
                  </a:lnTo>
                  <a:lnTo>
                    <a:pt x="817" y="1214"/>
                  </a:lnTo>
                  <a:lnTo>
                    <a:pt x="859" y="1256"/>
                  </a:lnTo>
                  <a:lnTo>
                    <a:pt x="943" y="1277"/>
                  </a:lnTo>
                  <a:lnTo>
                    <a:pt x="943" y="1382"/>
                  </a:lnTo>
                  <a:lnTo>
                    <a:pt x="922" y="1486"/>
                  </a:lnTo>
                  <a:lnTo>
                    <a:pt x="922" y="1507"/>
                  </a:lnTo>
                  <a:lnTo>
                    <a:pt x="880" y="1612"/>
                  </a:lnTo>
                  <a:lnTo>
                    <a:pt x="922" y="1675"/>
                  </a:lnTo>
                  <a:lnTo>
                    <a:pt x="963" y="1696"/>
                  </a:lnTo>
                  <a:lnTo>
                    <a:pt x="984" y="1716"/>
                  </a:lnTo>
                  <a:lnTo>
                    <a:pt x="1047" y="1716"/>
                  </a:lnTo>
                  <a:lnTo>
                    <a:pt x="1068" y="1696"/>
                  </a:lnTo>
                  <a:lnTo>
                    <a:pt x="1131" y="1716"/>
                  </a:lnTo>
                  <a:lnTo>
                    <a:pt x="1131" y="1800"/>
                  </a:lnTo>
                  <a:lnTo>
                    <a:pt x="1152" y="1842"/>
                  </a:lnTo>
                  <a:lnTo>
                    <a:pt x="1256" y="1821"/>
                  </a:lnTo>
                  <a:lnTo>
                    <a:pt x="1382" y="1821"/>
                  </a:lnTo>
                  <a:lnTo>
                    <a:pt x="1445" y="1737"/>
                  </a:lnTo>
                  <a:lnTo>
                    <a:pt x="1445" y="1591"/>
                  </a:lnTo>
                  <a:lnTo>
                    <a:pt x="1445" y="1507"/>
                  </a:lnTo>
                  <a:lnTo>
                    <a:pt x="1445" y="1403"/>
                  </a:lnTo>
                  <a:lnTo>
                    <a:pt x="1612" y="1382"/>
                  </a:lnTo>
                  <a:lnTo>
                    <a:pt x="1800" y="1277"/>
                  </a:lnTo>
                  <a:lnTo>
                    <a:pt x="1926" y="1298"/>
                  </a:lnTo>
                  <a:lnTo>
                    <a:pt x="2010" y="1361"/>
                  </a:lnTo>
                  <a:lnTo>
                    <a:pt x="2072" y="1361"/>
                  </a:lnTo>
                  <a:lnTo>
                    <a:pt x="2135" y="1382"/>
                  </a:lnTo>
                  <a:lnTo>
                    <a:pt x="2177" y="1298"/>
                  </a:lnTo>
                  <a:lnTo>
                    <a:pt x="2303" y="1277"/>
                  </a:lnTo>
                  <a:lnTo>
                    <a:pt x="2407" y="1151"/>
                  </a:lnTo>
                  <a:lnTo>
                    <a:pt x="2449" y="1110"/>
                  </a:lnTo>
                  <a:lnTo>
                    <a:pt x="2491" y="1068"/>
                  </a:lnTo>
                  <a:lnTo>
                    <a:pt x="2554" y="900"/>
                  </a:lnTo>
                  <a:lnTo>
                    <a:pt x="2658" y="900"/>
                  </a:lnTo>
                  <a:lnTo>
                    <a:pt x="2700" y="796"/>
                  </a:lnTo>
                  <a:lnTo>
                    <a:pt x="2742" y="796"/>
                  </a:lnTo>
                  <a:lnTo>
                    <a:pt x="2826" y="879"/>
                  </a:lnTo>
                  <a:lnTo>
                    <a:pt x="2847" y="900"/>
                  </a:lnTo>
                  <a:lnTo>
                    <a:pt x="2951" y="900"/>
                  </a:lnTo>
                  <a:lnTo>
                    <a:pt x="3035" y="942"/>
                  </a:lnTo>
                  <a:lnTo>
                    <a:pt x="3056" y="859"/>
                  </a:lnTo>
                  <a:lnTo>
                    <a:pt x="3139" y="859"/>
                  </a:lnTo>
                  <a:lnTo>
                    <a:pt x="3244" y="775"/>
                  </a:lnTo>
                  <a:lnTo>
                    <a:pt x="3328" y="754"/>
                  </a:lnTo>
                  <a:lnTo>
                    <a:pt x="3349" y="670"/>
                  </a:lnTo>
                  <a:lnTo>
                    <a:pt x="3391" y="649"/>
                  </a:lnTo>
                  <a:lnTo>
                    <a:pt x="3453" y="649"/>
                  </a:lnTo>
                  <a:lnTo>
                    <a:pt x="3474" y="670"/>
                  </a:lnTo>
                  <a:lnTo>
                    <a:pt x="3642" y="670"/>
                  </a:lnTo>
                  <a:lnTo>
                    <a:pt x="3663" y="628"/>
                  </a:lnTo>
                  <a:lnTo>
                    <a:pt x="3642" y="566"/>
                  </a:lnTo>
                  <a:lnTo>
                    <a:pt x="3495" y="461"/>
                  </a:lnTo>
                  <a:lnTo>
                    <a:pt x="3370" y="419"/>
                  </a:lnTo>
                  <a:lnTo>
                    <a:pt x="3370" y="419"/>
                  </a:lnTo>
                  <a:lnTo>
                    <a:pt x="3432" y="524"/>
                  </a:lnTo>
                  <a:lnTo>
                    <a:pt x="3286" y="524"/>
                  </a:lnTo>
                  <a:lnTo>
                    <a:pt x="3139" y="482"/>
                  </a:lnTo>
                  <a:lnTo>
                    <a:pt x="3077" y="461"/>
                  </a:lnTo>
                  <a:lnTo>
                    <a:pt x="2972" y="440"/>
                  </a:lnTo>
                  <a:lnTo>
                    <a:pt x="2867" y="440"/>
                  </a:lnTo>
                  <a:lnTo>
                    <a:pt x="2909" y="377"/>
                  </a:lnTo>
                  <a:lnTo>
                    <a:pt x="2972" y="377"/>
                  </a:lnTo>
                  <a:lnTo>
                    <a:pt x="2972" y="315"/>
                  </a:lnTo>
                  <a:lnTo>
                    <a:pt x="3035" y="315"/>
                  </a:lnTo>
                  <a:lnTo>
                    <a:pt x="3119" y="335"/>
                  </a:lnTo>
                  <a:lnTo>
                    <a:pt x="3265" y="377"/>
                  </a:lnTo>
                  <a:lnTo>
                    <a:pt x="3286" y="356"/>
                  </a:lnTo>
                  <a:lnTo>
                    <a:pt x="3181" y="273"/>
                  </a:lnTo>
                  <a:lnTo>
                    <a:pt x="3035" y="210"/>
                  </a:lnTo>
                  <a:lnTo>
                    <a:pt x="2951" y="168"/>
                  </a:lnTo>
                  <a:lnTo>
                    <a:pt x="2847" y="210"/>
                  </a:lnTo>
                  <a:lnTo>
                    <a:pt x="2805" y="168"/>
                  </a:lnTo>
                  <a:lnTo>
                    <a:pt x="2763" y="252"/>
                  </a:lnTo>
                  <a:lnTo>
                    <a:pt x="2700" y="210"/>
                  </a:lnTo>
                  <a:lnTo>
                    <a:pt x="2428" y="168"/>
                  </a:lnTo>
                  <a:lnTo>
                    <a:pt x="2198" y="147"/>
                  </a:lnTo>
                  <a:lnTo>
                    <a:pt x="2072" y="43"/>
                  </a:lnTo>
                  <a:lnTo>
                    <a:pt x="192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38"/>
            <p:cNvSpPr/>
            <p:nvPr/>
          </p:nvSpPr>
          <p:spPr>
            <a:xfrm>
              <a:off x="3134431" y="3048737"/>
              <a:ext cx="17206" cy="9519"/>
            </a:xfrm>
            <a:custGeom>
              <a:rect b="b" l="l" r="r" t="t"/>
              <a:pathLst>
                <a:path extrusionOk="0" h="837" w="1445">
                  <a:moveTo>
                    <a:pt x="545" y="0"/>
                  </a:moveTo>
                  <a:lnTo>
                    <a:pt x="503" y="42"/>
                  </a:lnTo>
                  <a:lnTo>
                    <a:pt x="398" y="105"/>
                  </a:lnTo>
                  <a:lnTo>
                    <a:pt x="398" y="167"/>
                  </a:lnTo>
                  <a:lnTo>
                    <a:pt x="294" y="188"/>
                  </a:lnTo>
                  <a:lnTo>
                    <a:pt x="168" y="251"/>
                  </a:lnTo>
                  <a:lnTo>
                    <a:pt x="64" y="356"/>
                  </a:lnTo>
                  <a:lnTo>
                    <a:pt x="64" y="398"/>
                  </a:lnTo>
                  <a:lnTo>
                    <a:pt x="1" y="481"/>
                  </a:lnTo>
                  <a:lnTo>
                    <a:pt x="168" y="481"/>
                  </a:lnTo>
                  <a:lnTo>
                    <a:pt x="273" y="586"/>
                  </a:lnTo>
                  <a:lnTo>
                    <a:pt x="398" y="607"/>
                  </a:lnTo>
                  <a:lnTo>
                    <a:pt x="440" y="607"/>
                  </a:lnTo>
                  <a:lnTo>
                    <a:pt x="649" y="691"/>
                  </a:lnTo>
                  <a:lnTo>
                    <a:pt x="838" y="795"/>
                  </a:lnTo>
                  <a:lnTo>
                    <a:pt x="859" y="732"/>
                  </a:lnTo>
                  <a:lnTo>
                    <a:pt x="796" y="691"/>
                  </a:lnTo>
                  <a:lnTo>
                    <a:pt x="817" y="670"/>
                  </a:lnTo>
                  <a:lnTo>
                    <a:pt x="921" y="670"/>
                  </a:lnTo>
                  <a:lnTo>
                    <a:pt x="1005" y="795"/>
                  </a:lnTo>
                  <a:lnTo>
                    <a:pt x="1068" y="837"/>
                  </a:lnTo>
                  <a:lnTo>
                    <a:pt x="1340" y="837"/>
                  </a:lnTo>
                  <a:lnTo>
                    <a:pt x="1424" y="732"/>
                  </a:lnTo>
                  <a:lnTo>
                    <a:pt x="1382" y="691"/>
                  </a:lnTo>
                  <a:lnTo>
                    <a:pt x="1424" y="670"/>
                  </a:lnTo>
                  <a:lnTo>
                    <a:pt x="1382" y="607"/>
                  </a:lnTo>
                  <a:lnTo>
                    <a:pt x="1424" y="502"/>
                  </a:lnTo>
                  <a:lnTo>
                    <a:pt x="1424" y="481"/>
                  </a:lnTo>
                  <a:lnTo>
                    <a:pt x="1445" y="377"/>
                  </a:lnTo>
                  <a:lnTo>
                    <a:pt x="1445" y="272"/>
                  </a:lnTo>
                  <a:lnTo>
                    <a:pt x="1361" y="251"/>
                  </a:lnTo>
                  <a:lnTo>
                    <a:pt x="1319" y="209"/>
                  </a:lnTo>
                  <a:lnTo>
                    <a:pt x="1214" y="251"/>
                  </a:lnTo>
                  <a:lnTo>
                    <a:pt x="1173" y="293"/>
                  </a:lnTo>
                  <a:lnTo>
                    <a:pt x="1152" y="356"/>
                  </a:lnTo>
                  <a:lnTo>
                    <a:pt x="1110" y="293"/>
                  </a:lnTo>
                  <a:lnTo>
                    <a:pt x="1068" y="251"/>
                  </a:lnTo>
                  <a:lnTo>
                    <a:pt x="1005" y="146"/>
                  </a:lnTo>
                  <a:lnTo>
                    <a:pt x="901" y="105"/>
                  </a:lnTo>
                  <a:lnTo>
                    <a:pt x="754" y="146"/>
                  </a:lnTo>
                  <a:lnTo>
                    <a:pt x="712" y="84"/>
                  </a:lnTo>
                  <a:lnTo>
                    <a:pt x="649" y="63"/>
                  </a:lnTo>
                  <a:lnTo>
                    <a:pt x="628" y="42"/>
                  </a:lnTo>
                  <a:lnTo>
                    <a:pt x="54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38"/>
            <p:cNvSpPr/>
            <p:nvPr/>
          </p:nvSpPr>
          <p:spPr>
            <a:xfrm>
              <a:off x="3142159" y="3021841"/>
              <a:ext cx="7978" cy="16672"/>
            </a:xfrm>
            <a:custGeom>
              <a:rect b="b" l="l" r="r" t="t"/>
              <a:pathLst>
                <a:path extrusionOk="0" h="1466" w="670">
                  <a:moveTo>
                    <a:pt x="398" y="1"/>
                  </a:moveTo>
                  <a:lnTo>
                    <a:pt x="377" y="43"/>
                  </a:lnTo>
                  <a:lnTo>
                    <a:pt x="356" y="147"/>
                  </a:lnTo>
                  <a:lnTo>
                    <a:pt x="272" y="231"/>
                  </a:lnTo>
                  <a:lnTo>
                    <a:pt x="272" y="252"/>
                  </a:lnTo>
                  <a:lnTo>
                    <a:pt x="210" y="273"/>
                  </a:lnTo>
                  <a:lnTo>
                    <a:pt x="189" y="315"/>
                  </a:lnTo>
                  <a:lnTo>
                    <a:pt x="168" y="273"/>
                  </a:lnTo>
                  <a:lnTo>
                    <a:pt x="168" y="231"/>
                  </a:lnTo>
                  <a:lnTo>
                    <a:pt x="84" y="231"/>
                  </a:lnTo>
                  <a:lnTo>
                    <a:pt x="42" y="273"/>
                  </a:lnTo>
                  <a:lnTo>
                    <a:pt x="0" y="356"/>
                  </a:lnTo>
                  <a:lnTo>
                    <a:pt x="0" y="1423"/>
                  </a:lnTo>
                  <a:lnTo>
                    <a:pt x="84" y="1423"/>
                  </a:lnTo>
                  <a:lnTo>
                    <a:pt x="105" y="1465"/>
                  </a:lnTo>
                  <a:lnTo>
                    <a:pt x="168" y="1465"/>
                  </a:lnTo>
                  <a:lnTo>
                    <a:pt x="210" y="1361"/>
                  </a:lnTo>
                  <a:lnTo>
                    <a:pt x="314" y="1256"/>
                  </a:lnTo>
                  <a:lnTo>
                    <a:pt x="398" y="1298"/>
                  </a:lnTo>
                  <a:lnTo>
                    <a:pt x="565" y="1068"/>
                  </a:lnTo>
                  <a:lnTo>
                    <a:pt x="607" y="900"/>
                  </a:lnTo>
                  <a:lnTo>
                    <a:pt x="607" y="733"/>
                  </a:lnTo>
                  <a:lnTo>
                    <a:pt x="565" y="670"/>
                  </a:lnTo>
                  <a:lnTo>
                    <a:pt x="586" y="482"/>
                  </a:lnTo>
                  <a:lnTo>
                    <a:pt x="628" y="377"/>
                  </a:lnTo>
                  <a:lnTo>
                    <a:pt x="670" y="105"/>
                  </a:lnTo>
                  <a:lnTo>
                    <a:pt x="670" y="43"/>
                  </a:lnTo>
                  <a:lnTo>
                    <a:pt x="670" y="1"/>
                  </a:lnTo>
                  <a:lnTo>
                    <a:pt x="586" y="1"/>
                  </a:lnTo>
                  <a:lnTo>
                    <a:pt x="524" y="43"/>
                  </a:lnTo>
                  <a:lnTo>
                    <a:pt x="50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38"/>
            <p:cNvSpPr/>
            <p:nvPr/>
          </p:nvSpPr>
          <p:spPr>
            <a:xfrm>
              <a:off x="3120487" y="3025651"/>
              <a:ext cx="28411" cy="28568"/>
            </a:xfrm>
            <a:custGeom>
              <a:rect b="b" l="l" r="r" t="t"/>
              <a:pathLst>
                <a:path extrusionOk="0" h="2512" w="2386">
                  <a:moveTo>
                    <a:pt x="837" y="0"/>
                  </a:moveTo>
                  <a:lnTo>
                    <a:pt x="816" y="314"/>
                  </a:lnTo>
                  <a:lnTo>
                    <a:pt x="565" y="335"/>
                  </a:lnTo>
                  <a:lnTo>
                    <a:pt x="649" y="419"/>
                  </a:lnTo>
                  <a:lnTo>
                    <a:pt x="670" y="461"/>
                  </a:lnTo>
                  <a:lnTo>
                    <a:pt x="774" y="565"/>
                  </a:lnTo>
                  <a:lnTo>
                    <a:pt x="858" y="649"/>
                  </a:lnTo>
                  <a:lnTo>
                    <a:pt x="942" y="649"/>
                  </a:lnTo>
                  <a:lnTo>
                    <a:pt x="963" y="712"/>
                  </a:lnTo>
                  <a:lnTo>
                    <a:pt x="983" y="816"/>
                  </a:lnTo>
                  <a:lnTo>
                    <a:pt x="1025" y="837"/>
                  </a:lnTo>
                  <a:lnTo>
                    <a:pt x="1130" y="858"/>
                  </a:lnTo>
                  <a:lnTo>
                    <a:pt x="1193" y="879"/>
                  </a:lnTo>
                  <a:lnTo>
                    <a:pt x="1193" y="963"/>
                  </a:lnTo>
                  <a:lnTo>
                    <a:pt x="1130" y="1026"/>
                  </a:lnTo>
                  <a:lnTo>
                    <a:pt x="398" y="1026"/>
                  </a:lnTo>
                  <a:lnTo>
                    <a:pt x="42" y="1570"/>
                  </a:lnTo>
                  <a:lnTo>
                    <a:pt x="42" y="1674"/>
                  </a:lnTo>
                  <a:lnTo>
                    <a:pt x="84" y="1695"/>
                  </a:lnTo>
                  <a:lnTo>
                    <a:pt x="42" y="1758"/>
                  </a:lnTo>
                  <a:lnTo>
                    <a:pt x="84" y="1800"/>
                  </a:lnTo>
                  <a:lnTo>
                    <a:pt x="105" y="1821"/>
                  </a:lnTo>
                  <a:lnTo>
                    <a:pt x="105" y="1863"/>
                  </a:lnTo>
                  <a:lnTo>
                    <a:pt x="42" y="1904"/>
                  </a:lnTo>
                  <a:lnTo>
                    <a:pt x="21" y="1967"/>
                  </a:lnTo>
                  <a:lnTo>
                    <a:pt x="0" y="1988"/>
                  </a:lnTo>
                  <a:lnTo>
                    <a:pt x="105" y="2093"/>
                  </a:lnTo>
                  <a:lnTo>
                    <a:pt x="147" y="2218"/>
                  </a:lnTo>
                  <a:lnTo>
                    <a:pt x="251" y="2218"/>
                  </a:lnTo>
                  <a:lnTo>
                    <a:pt x="335" y="2323"/>
                  </a:lnTo>
                  <a:lnTo>
                    <a:pt x="628" y="2428"/>
                  </a:lnTo>
                  <a:lnTo>
                    <a:pt x="942" y="2428"/>
                  </a:lnTo>
                  <a:lnTo>
                    <a:pt x="1172" y="2511"/>
                  </a:lnTo>
                  <a:lnTo>
                    <a:pt x="1235" y="2428"/>
                  </a:lnTo>
                  <a:lnTo>
                    <a:pt x="1235" y="2386"/>
                  </a:lnTo>
                  <a:lnTo>
                    <a:pt x="1339" y="2281"/>
                  </a:lnTo>
                  <a:lnTo>
                    <a:pt x="1465" y="2218"/>
                  </a:lnTo>
                  <a:lnTo>
                    <a:pt x="1569" y="2197"/>
                  </a:lnTo>
                  <a:lnTo>
                    <a:pt x="1569" y="2135"/>
                  </a:lnTo>
                  <a:lnTo>
                    <a:pt x="1716" y="2009"/>
                  </a:lnTo>
                  <a:lnTo>
                    <a:pt x="1799" y="1863"/>
                  </a:lnTo>
                  <a:lnTo>
                    <a:pt x="1779" y="1779"/>
                  </a:lnTo>
                  <a:lnTo>
                    <a:pt x="1862" y="1674"/>
                  </a:lnTo>
                  <a:lnTo>
                    <a:pt x="2009" y="1507"/>
                  </a:lnTo>
                  <a:lnTo>
                    <a:pt x="2092" y="1507"/>
                  </a:lnTo>
                  <a:lnTo>
                    <a:pt x="2239" y="1444"/>
                  </a:lnTo>
                  <a:lnTo>
                    <a:pt x="2302" y="1340"/>
                  </a:lnTo>
                  <a:lnTo>
                    <a:pt x="2385" y="1277"/>
                  </a:lnTo>
                  <a:lnTo>
                    <a:pt x="2385" y="1235"/>
                  </a:lnTo>
                  <a:lnTo>
                    <a:pt x="2344" y="1172"/>
                  </a:lnTo>
                  <a:lnTo>
                    <a:pt x="2239" y="1172"/>
                  </a:lnTo>
                  <a:lnTo>
                    <a:pt x="2218" y="1256"/>
                  </a:lnTo>
                  <a:lnTo>
                    <a:pt x="2113" y="1172"/>
                  </a:lnTo>
                  <a:lnTo>
                    <a:pt x="2030" y="1172"/>
                  </a:lnTo>
                  <a:lnTo>
                    <a:pt x="1988" y="1130"/>
                  </a:lnTo>
                  <a:lnTo>
                    <a:pt x="1925" y="1130"/>
                  </a:lnTo>
                  <a:lnTo>
                    <a:pt x="1904" y="1088"/>
                  </a:lnTo>
                  <a:lnTo>
                    <a:pt x="1820" y="1088"/>
                  </a:lnTo>
                  <a:lnTo>
                    <a:pt x="1820" y="21"/>
                  </a:lnTo>
                  <a:lnTo>
                    <a:pt x="83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38"/>
            <p:cNvSpPr/>
            <p:nvPr/>
          </p:nvSpPr>
          <p:spPr>
            <a:xfrm>
              <a:off x="2965761" y="2909287"/>
              <a:ext cx="196343" cy="138983"/>
            </a:xfrm>
            <a:custGeom>
              <a:rect b="b" l="l" r="r" t="t"/>
              <a:pathLst>
                <a:path extrusionOk="0" h="12221" w="16489">
                  <a:moveTo>
                    <a:pt x="1381" y="1"/>
                  </a:moveTo>
                  <a:lnTo>
                    <a:pt x="1" y="22"/>
                  </a:lnTo>
                  <a:lnTo>
                    <a:pt x="21" y="168"/>
                  </a:lnTo>
                  <a:lnTo>
                    <a:pt x="105" y="482"/>
                  </a:lnTo>
                  <a:lnTo>
                    <a:pt x="168" y="587"/>
                  </a:lnTo>
                  <a:lnTo>
                    <a:pt x="231" y="691"/>
                  </a:lnTo>
                  <a:lnTo>
                    <a:pt x="168" y="712"/>
                  </a:lnTo>
                  <a:lnTo>
                    <a:pt x="168" y="796"/>
                  </a:lnTo>
                  <a:lnTo>
                    <a:pt x="189" y="901"/>
                  </a:lnTo>
                  <a:lnTo>
                    <a:pt x="356" y="1110"/>
                  </a:lnTo>
                  <a:lnTo>
                    <a:pt x="356" y="1152"/>
                  </a:lnTo>
                  <a:lnTo>
                    <a:pt x="314" y="1173"/>
                  </a:lnTo>
                  <a:lnTo>
                    <a:pt x="335" y="1256"/>
                  </a:lnTo>
                  <a:lnTo>
                    <a:pt x="461" y="1361"/>
                  </a:lnTo>
                  <a:lnTo>
                    <a:pt x="482" y="1486"/>
                  </a:lnTo>
                  <a:lnTo>
                    <a:pt x="440" y="1549"/>
                  </a:lnTo>
                  <a:lnTo>
                    <a:pt x="440" y="1654"/>
                  </a:lnTo>
                  <a:lnTo>
                    <a:pt x="524" y="1696"/>
                  </a:lnTo>
                  <a:lnTo>
                    <a:pt x="545" y="1779"/>
                  </a:lnTo>
                  <a:lnTo>
                    <a:pt x="545" y="1968"/>
                  </a:lnTo>
                  <a:lnTo>
                    <a:pt x="586" y="2114"/>
                  </a:lnTo>
                  <a:lnTo>
                    <a:pt x="691" y="2219"/>
                  </a:lnTo>
                  <a:lnTo>
                    <a:pt x="754" y="2219"/>
                  </a:lnTo>
                  <a:lnTo>
                    <a:pt x="942" y="2386"/>
                  </a:lnTo>
                  <a:lnTo>
                    <a:pt x="1005" y="2512"/>
                  </a:lnTo>
                  <a:lnTo>
                    <a:pt x="1047" y="2595"/>
                  </a:lnTo>
                  <a:lnTo>
                    <a:pt x="1172" y="2721"/>
                  </a:lnTo>
                  <a:lnTo>
                    <a:pt x="1214" y="2909"/>
                  </a:lnTo>
                  <a:lnTo>
                    <a:pt x="1277" y="2930"/>
                  </a:lnTo>
                  <a:lnTo>
                    <a:pt x="1361" y="3056"/>
                  </a:lnTo>
                  <a:lnTo>
                    <a:pt x="1298" y="3139"/>
                  </a:lnTo>
                  <a:lnTo>
                    <a:pt x="1277" y="3202"/>
                  </a:lnTo>
                  <a:lnTo>
                    <a:pt x="1319" y="3265"/>
                  </a:lnTo>
                  <a:lnTo>
                    <a:pt x="1298" y="3349"/>
                  </a:lnTo>
                  <a:lnTo>
                    <a:pt x="1214" y="3328"/>
                  </a:lnTo>
                  <a:lnTo>
                    <a:pt x="1172" y="3411"/>
                  </a:lnTo>
                  <a:lnTo>
                    <a:pt x="1193" y="3432"/>
                  </a:lnTo>
                  <a:lnTo>
                    <a:pt x="1277" y="3432"/>
                  </a:lnTo>
                  <a:lnTo>
                    <a:pt x="1277" y="3516"/>
                  </a:lnTo>
                  <a:lnTo>
                    <a:pt x="1214" y="3558"/>
                  </a:lnTo>
                  <a:lnTo>
                    <a:pt x="1151" y="3516"/>
                  </a:lnTo>
                  <a:lnTo>
                    <a:pt x="1005" y="3516"/>
                  </a:lnTo>
                  <a:lnTo>
                    <a:pt x="900" y="3453"/>
                  </a:lnTo>
                  <a:lnTo>
                    <a:pt x="775" y="3474"/>
                  </a:lnTo>
                  <a:lnTo>
                    <a:pt x="712" y="3516"/>
                  </a:lnTo>
                  <a:lnTo>
                    <a:pt x="858" y="3662"/>
                  </a:lnTo>
                  <a:lnTo>
                    <a:pt x="963" y="3725"/>
                  </a:lnTo>
                  <a:lnTo>
                    <a:pt x="963" y="3830"/>
                  </a:lnTo>
                  <a:lnTo>
                    <a:pt x="1005" y="3934"/>
                  </a:lnTo>
                  <a:lnTo>
                    <a:pt x="1109" y="3955"/>
                  </a:lnTo>
                  <a:lnTo>
                    <a:pt x="1235" y="4039"/>
                  </a:lnTo>
                  <a:lnTo>
                    <a:pt x="1235" y="4081"/>
                  </a:lnTo>
                  <a:lnTo>
                    <a:pt x="1319" y="4081"/>
                  </a:lnTo>
                  <a:lnTo>
                    <a:pt x="1402" y="4102"/>
                  </a:lnTo>
                  <a:lnTo>
                    <a:pt x="1381" y="4144"/>
                  </a:lnTo>
                  <a:lnTo>
                    <a:pt x="1423" y="4206"/>
                  </a:lnTo>
                  <a:lnTo>
                    <a:pt x="1507" y="4186"/>
                  </a:lnTo>
                  <a:lnTo>
                    <a:pt x="1591" y="4186"/>
                  </a:lnTo>
                  <a:lnTo>
                    <a:pt x="1674" y="4081"/>
                  </a:lnTo>
                  <a:lnTo>
                    <a:pt x="1716" y="4081"/>
                  </a:lnTo>
                  <a:lnTo>
                    <a:pt x="1695" y="4186"/>
                  </a:lnTo>
                  <a:lnTo>
                    <a:pt x="1716" y="4374"/>
                  </a:lnTo>
                  <a:lnTo>
                    <a:pt x="1905" y="4562"/>
                  </a:lnTo>
                  <a:lnTo>
                    <a:pt x="2009" y="4583"/>
                  </a:lnTo>
                  <a:lnTo>
                    <a:pt x="2051" y="4583"/>
                  </a:lnTo>
                  <a:lnTo>
                    <a:pt x="2114" y="4667"/>
                  </a:lnTo>
                  <a:lnTo>
                    <a:pt x="2197" y="4897"/>
                  </a:lnTo>
                  <a:lnTo>
                    <a:pt x="2197" y="5127"/>
                  </a:lnTo>
                  <a:lnTo>
                    <a:pt x="2156" y="5315"/>
                  </a:lnTo>
                  <a:lnTo>
                    <a:pt x="2051" y="5462"/>
                  </a:lnTo>
                  <a:lnTo>
                    <a:pt x="2093" y="5546"/>
                  </a:lnTo>
                  <a:lnTo>
                    <a:pt x="2197" y="5650"/>
                  </a:lnTo>
                  <a:lnTo>
                    <a:pt x="2239" y="5629"/>
                  </a:lnTo>
                  <a:lnTo>
                    <a:pt x="2260" y="5713"/>
                  </a:lnTo>
                  <a:lnTo>
                    <a:pt x="2407" y="5734"/>
                  </a:lnTo>
                  <a:lnTo>
                    <a:pt x="2449" y="5859"/>
                  </a:lnTo>
                  <a:lnTo>
                    <a:pt x="2679" y="6131"/>
                  </a:lnTo>
                  <a:lnTo>
                    <a:pt x="2762" y="6152"/>
                  </a:lnTo>
                  <a:lnTo>
                    <a:pt x="2804" y="6236"/>
                  </a:lnTo>
                  <a:lnTo>
                    <a:pt x="2888" y="6341"/>
                  </a:lnTo>
                  <a:lnTo>
                    <a:pt x="3034" y="6362"/>
                  </a:lnTo>
                  <a:lnTo>
                    <a:pt x="3076" y="6445"/>
                  </a:lnTo>
                  <a:lnTo>
                    <a:pt x="3076" y="6571"/>
                  </a:lnTo>
                  <a:lnTo>
                    <a:pt x="3160" y="6655"/>
                  </a:lnTo>
                  <a:lnTo>
                    <a:pt x="3160" y="6717"/>
                  </a:lnTo>
                  <a:lnTo>
                    <a:pt x="3202" y="6822"/>
                  </a:lnTo>
                  <a:lnTo>
                    <a:pt x="3286" y="6864"/>
                  </a:lnTo>
                  <a:lnTo>
                    <a:pt x="3474" y="6780"/>
                  </a:lnTo>
                  <a:lnTo>
                    <a:pt x="3578" y="6613"/>
                  </a:lnTo>
                  <a:lnTo>
                    <a:pt x="3578" y="6487"/>
                  </a:lnTo>
                  <a:lnTo>
                    <a:pt x="3495" y="6445"/>
                  </a:lnTo>
                  <a:lnTo>
                    <a:pt x="3474" y="6341"/>
                  </a:lnTo>
                  <a:lnTo>
                    <a:pt x="3411" y="6278"/>
                  </a:lnTo>
                  <a:lnTo>
                    <a:pt x="3390" y="6173"/>
                  </a:lnTo>
                  <a:lnTo>
                    <a:pt x="3286" y="6131"/>
                  </a:lnTo>
                  <a:lnTo>
                    <a:pt x="3265" y="6048"/>
                  </a:lnTo>
                  <a:lnTo>
                    <a:pt x="3202" y="5964"/>
                  </a:lnTo>
                  <a:lnTo>
                    <a:pt x="3139" y="5943"/>
                  </a:lnTo>
                  <a:lnTo>
                    <a:pt x="3097" y="5964"/>
                  </a:lnTo>
                  <a:lnTo>
                    <a:pt x="3097" y="6048"/>
                  </a:lnTo>
                  <a:lnTo>
                    <a:pt x="3055" y="6069"/>
                  </a:lnTo>
                  <a:lnTo>
                    <a:pt x="3055" y="5985"/>
                  </a:lnTo>
                  <a:lnTo>
                    <a:pt x="2972" y="5943"/>
                  </a:lnTo>
                  <a:lnTo>
                    <a:pt x="2867" y="5818"/>
                  </a:lnTo>
                  <a:lnTo>
                    <a:pt x="2846" y="5734"/>
                  </a:lnTo>
                  <a:lnTo>
                    <a:pt x="2888" y="5629"/>
                  </a:lnTo>
                  <a:lnTo>
                    <a:pt x="2888" y="5504"/>
                  </a:lnTo>
                  <a:lnTo>
                    <a:pt x="2804" y="5399"/>
                  </a:lnTo>
                  <a:lnTo>
                    <a:pt x="2846" y="5294"/>
                  </a:lnTo>
                  <a:lnTo>
                    <a:pt x="2846" y="5232"/>
                  </a:lnTo>
                  <a:lnTo>
                    <a:pt x="2783" y="5148"/>
                  </a:lnTo>
                  <a:lnTo>
                    <a:pt x="2783" y="5085"/>
                  </a:lnTo>
                  <a:lnTo>
                    <a:pt x="2721" y="5002"/>
                  </a:lnTo>
                  <a:lnTo>
                    <a:pt x="2721" y="4897"/>
                  </a:lnTo>
                  <a:lnTo>
                    <a:pt x="2679" y="4834"/>
                  </a:lnTo>
                  <a:lnTo>
                    <a:pt x="2679" y="4688"/>
                  </a:lnTo>
                  <a:lnTo>
                    <a:pt x="2721" y="4604"/>
                  </a:lnTo>
                  <a:lnTo>
                    <a:pt x="2658" y="4395"/>
                  </a:lnTo>
                  <a:lnTo>
                    <a:pt x="2616" y="4290"/>
                  </a:lnTo>
                  <a:lnTo>
                    <a:pt x="2553" y="4206"/>
                  </a:lnTo>
                  <a:lnTo>
                    <a:pt x="2532" y="4186"/>
                  </a:lnTo>
                  <a:lnTo>
                    <a:pt x="2532" y="4248"/>
                  </a:lnTo>
                  <a:lnTo>
                    <a:pt x="2532" y="4290"/>
                  </a:lnTo>
                  <a:lnTo>
                    <a:pt x="2469" y="4353"/>
                  </a:lnTo>
                  <a:lnTo>
                    <a:pt x="2365" y="4186"/>
                  </a:lnTo>
                  <a:lnTo>
                    <a:pt x="2365" y="4102"/>
                  </a:lnTo>
                  <a:lnTo>
                    <a:pt x="2407" y="4039"/>
                  </a:lnTo>
                  <a:lnTo>
                    <a:pt x="2365" y="3976"/>
                  </a:lnTo>
                  <a:lnTo>
                    <a:pt x="2323" y="3955"/>
                  </a:lnTo>
                  <a:lnTo>
                    <a:pt x="2281" y="3746"/>
                  </a:lnTo>
                  <a:lnTo>
                    <a:pt x="2197" y="3579"/>
                  </a:lnTo>
                  <a:lnTo>
                    <a:pt x="2135" y="3558"/>
                  </a:lnTo>
                  <a:lnTo>
                    <a:pt x="2030" y="3453"/>
                  </a:lnTo>
                  <a:lnTo>
                    <a:pt x="2030" y="3328"/>
                  </a:lnTo>
                  <a:lnTo>
                    <a:pt x="2051" y="3202"/>
                  </a:lnTo>
                  <a:lnTo>
                    <a:pt x="1946" y="3056"/>
                  </a:lnTo>
                  <a:lnTo>
                    <a:pt x="1884" y="3035"/>
                  </a:lnTo>
                  <a:lnTo>
                    <a:pt x="1821" y="2993"/>
                  </a:lnTo>
                  <a:lnTo>
                    <a:pt x="1821" y="2846"/>
                  </a:lnTo>
                  <a:lnTo>
                    <a:pt x="1737" y="2784"/>
                  </a:lnTo>
                  <a:lnTo>
                    <a:pt x="1633" y="2742"/>
                  </a:lnTo>
                  <a:lnTo>
                    <a:pt x="1612" y="2637"/>
                  </a:lnTo>
                  <a:lnTo>
                    <a:pt x="1633" y="2574"/>
                  </a:lnTo>
                  <a:lnTo>
                    <a:pt x="1612" y="2407"/>
                  </a:lnTo>
                  <a:lnTo>
                    <a:pt x="1465" y="2302"/>
                  </a:lnTo>
                  <a:lnTo>
                    <a:pt x="1402" y="2219"/>
                  </a:lnTo>
                  <a:lnTo>
                    <a:pt x="1319" y="2198"/>
                  </a:lnTo>
                  <a:lnTo>
                    <a:pt x="1319" y="2093"/>
                  </a:lnTo>
                  <a:lnTo>
                    <a:pt x="1235" y="1947"/>
                  </a:lnTo>
                  <a:lnTo>
                    <a:pt x="1193" y="1863"/>
                  </a:lnTo>
                  <a:lnTo>
                    <a:pt x="1235" y="1779"/>
                  </a:lnTo>
                  <a:lnTo>
                    <a:pt x="1214" y="1361"/>
                  </a:lnTo>
                  <a:lnTo>
                    <a:pt x="1193" y="1131"/>
                  </a:lnTo>
                  <a:lnTo>
                    <a:pt x="1235" y="1005"/>
                  </a:lnTo>
                  <a:lnTo>
                    <a:pt x="1298" y="796"/>
                  </a:lnTo>
                  <a:lnTo>
                    <a:pt x="1277" y="691"/>
                  </a:lnTo>
                  <a:lnTo>
                    <a:pt x="1235" y="545"/>
                  </a:lnTo>
                  <a:lnTo>
                    <a:pt x="1319" y="691"/>
                  </a:lnTo>
                  <a:lnTo>
                    <a:pt x="1486" y="754"/>
                  </a:lnTo>
                  <a:lnTo>
                    <a:pt x="1570" y="921"/>
                  </a:lnTo>
                  <a:lnTo>
                    <a:pt x="1633" y="963"/>
                  </a:lnTo>
                  <a:lnTo>
                    <a:pt x="1737" y="963"/>
                  </a:lnTo>
                  <a:lnTo>
                    <a:pt x="1800" y="921"/>
                  </a:lnTo>
                  <a:lnTo>
                    <a:pt x="1884" y="1026"/>
                  </a:lnTo>
                  <a:lnTo>
                    <a:pt x="1925" y="1068"/>
                  </a:lnTo>
                  <a:lnTo>
                    <a:pt x="2030" y="1068"/>
                  </a:lnTo>
                  <a:lnTo>
                    <a:pt x="2156" y="1152"/>
                  </a:lnTo>
                  <a:lnTo>
                    <a:pt x="2156" y="1214"/>
                  </a:lnTo>
                  <a:lnTo>
                    <a:pt x="2093" y="1319"/>
                  </a:lnTo>
                  <a:lnTo>
                    <a:pt x="2093" y="1382"/>
                  </a:lnTo>
                  <a:lnTo>
                    <a:pt x="2135" y="1549"/>
                  </a:lnTo>
                  <a:lnTo>
                    <a:pt x="2156" y="1737"/>
                  </a:lnTo>
                  <a:lnTo>
                    <a:pt x="2218" y="1842"/>
                  </a:lnTo>
                  <a:lnTo>
                    <a:pt x="2239" y="1968"/>
                  </a:lnTo>
                  <a:lnTo>
                    <a:pt x="2218" y="2051"/>
                  </a:lnTo>
                  <a:lnTo>
                    <a:pt x="2239" y="2156"/>
                  </a:lnTo>
                  <a:lnTo>
                    <a:pt x="2407" y="2323"/>
                  </a:lnTo>
                  <a:lnTo>
                    <a:pt x="2365" y="2386"/>
                  </a:lnTo>
                  <a:lnTo>
                    <a:pt x="2344" y="2470"/>
                  </a:lnTo>
                  <a:lnTo>
                    <a:pt x="2407" y="2533"/>
                  </a:lnTo>
                  <a:lnTo>
                    <a:pt x="2428" y="2533"/>
                  </a:lnTo>
                  <a:lnTo>
                    <a:pt x="2469" y="2595"/>
                  </a:lnTo>
                  <a:lnTo>
                    <a:pt x="2532" y="2784"/>
                  </a:lnTo>
                  <a:lnTo>
                    <a:pt x="2616" y="2805"/>
                  </a:lnTo>
                  <a:lnTo>
                    <a:pt x="2658" y="2909"/>
                  </a:lnTo>
                  <a:lnTo>
                    <a:pt x="2658" y="3035"/>
                  </a:lnTo>
                  <a:lnTo>
                    <a:pt x="2721" y="3097"/>
                  </a:lnTo>
                  <a:lnTo>
                    <a:pt x="2783" y="3118"/>
                  </a:lnTo>
                  <a:lnTo>
                    <a:pt x="2846" y="3244"/>
                  </a:lnTo>
                  <a:lnTo>
                    <a:pt x="2867" y="3349"/>
                  </a:lnTo>
                  <a:lnTo>
                    <a:pt x="2951" y="3411"/>
                  </a:lnTo>
                  <a:lnTo>
                    <a:pt x="2972" y="3453"/>
                  </a:lnTo>
                  <a:lnTo>
                    <a:pt x="3055" y="3453"/>
                  </a:lnTo>
                  <a:lnTo>
                    <a:pt x="3097" y="3516"/>
                  </a:lnTo>
                  <a:lnTo>
                    <a:pt x="3181" y="3453"/>
                  </a:lnTo>
                  <a:lnTo>
                    <a:pt x="3244" y="3516"/>
                  </a:lnTo>
                  <a:lnTo>
                    <a:pt x="3244" y="3642"/>
                  </a:lnTo>
                  <a:lnTo>
                    <a:pt x="3181" y="3725"/>
                  </a:lnTo>
                  <a:lnTo>
                    <a:pt x="3202" y="3872"/>
                  </a:lnTo>
                  <a:lnTo>
                    <a:pt x="3390" y="4060"/>
                  </a:lnTo>
                  <a:lnTo>
                    <a:pt x="3474" y="4039"/>
                  </a:lnTo>
                  <a:lnTo>
                    <a:pt x="3558" y="4060"/>
                  </a:lnTo>
                  <a:lnTo>
                    <a:pt x="3516" y="4165"/>
                  </a:lnTo>
                  <a:lnTo>
                    <a:pt x="3578" y="4269"/>
                  </a:lnTo>
                  <a:lnTo>
                    <a:pt x="3683" y="4290"/>
                  </a:lnTo>
                  <a:lnTo>
                    <a:pt x="3767" y="4290"/>
                  </a:lnTo>
                  <a:lnTo>
                    <a:pt x="3850" y="4395"/>
                  </a:lnTo>
                  <a:lnTo>
                    <a:pt x="3892" y="4499"/>
                  </a:lnTo>
                  <a:lnTo>
                    <a:pt x="3976" y="4520"/>
                  </a:lnTo>
                  <a:lnTo>
                    <a:pt x="3997" y="4499"/>
                  </a:lnTo>
                  <a:lnTo>
                    <a:pt x="4018" y="4520"/>
                  </a:lnTo>
                  <a:lnTo>
                    <a:pt x="4039" y="4604"/>
                  </a:lnTo>
                  <a:lnTo>
                    <a:pt x="3997" y="4667"/>
                  </a:lnTo>
                  <a:lnTo>
                    <a:pt x="3934" y="4604"/>
                  </a:lnTo>
                  <a:lnTo>
                    <a:pt x="3850" y="4625"/>
                  </a:lnTo>
                  <a:lnTo>
                    <a:pt x="3767" y="4730"/>
                  </a:lnTo>
                  <a:lnTo>
                    <a:pt x="3704" y="4897"/>
                  </a:lnTo>
                  <a:lnTo>
                    <a:pt x="3725" y="5002"/>
                  </a:lnTo>
                  <a:lnTo>
                    <a:pt x="3809" y="5085"/>
                  </a:lnTo>
                  <a:lnTo>
                    <a:pt x="3913" y="5085"/>
                  </a:lnTo>
                  <a:lnTo>
                    <a:pt x="3997" y="5148"/>
                  </a:lnTo>
                  <a:lnTo>
                    <a:pt x="4206" y="5315"/>
                  </a:lnTo>
                  <a:lnTo>
                    <a:pt x="4353" y="5357"/>
                  </a:lnTo>
                  <a:lnTo>
                    <a:pt x="4415" y="5357"/>
                  </a:lnTo>
                  <a:lnTo>
                    <a:pt x="4436" y="5420"/>
                  </a:lnTo>
                  <a:lnTo>
                    <a:pt x="4499" y="5525"/>
                  </a:lnTo>
                  <a:lnTo>
                    <a:pt x="4541" y="5608"/>
                  </a:lnTo>
                  <a:lnTo>
                    <a:pt x="4499" y="5713"/>
                  </a:lnTo>
                  <a:lnTo>
                    <a:pt x="4415" y="5734"/>
                  </a:lnTo>
                  <a:lnTo>
                    <a:pt x="4436" y="5776"/>
                  </a:lnTo>
                  <a:lnTo>
                    <a:pt x="4520" y="5838"/>
                  </a:lnTo>
                  <a:lnTo>
                    <a:pt x="4708" y="5880"/>
                  </a:lnTo>
                  <a:lnTo>
                    <a:pt x="4708" y="5964"/>
                  </a:lnTo>
                  <a:lnTo>
                    <a:pt x="4750" y="5985"/>
                  </a:lnTo>
                  <a:lnTo>
                    <a:pt x="4897" y="6131"/>
                  </a:lnTo>
                  <a:lnTo>
                    <a:pt x="5085" y="6362"/>
                  </a:lnTo>
                  <a:lnTo>
                    <a:pt x="5231" y="6592"/>
                  </a:lnTo>
                  <a:lnTo>
                    <a:pt x="5399" y="6801"/>
                  </a:lnTo>
                  <a:lnTo>
                    <a:pt x="5399" y="6906"/>
                  </a:lnTo>
                  <a:lnTo>
                    <a:pt x="5608" y="7178"/>
                  </a:lnTo>
                  <a:lnTo>
                    <a:pt x="5650" y="7282"/>
                  </a:lnTo>
                  <a:lnTo>
                    <a:pt x="5587" y="7408"/>
                  </a:lnTo>
                  <a:lnTo>
                    <a:pt x="5650" y="7491"/>
                  </a:lnTo>
                  <a:lnTo>
                    <a:pt x="5692" y="7638"/>
                  </a:lnTo>
                  <a:lnTo>
                    <a:pt x="5817" y="7952"/>
                  </a:lnTo>
                  <a:lnTo>
                    <a:pt x="5817" y="8077"/>
                  </a:lnTo>
                  <a:lnTo>
                    <a:pt x="5775" y="8182"/>
                  </a:lnTo>
                  <a:lnTo>
                    <a:pt x="5650" y="8287"/>
                  </a:lnTo>
                  <a:lnTo>
                    <a:pt x="5608" y="8370"/>
                  </a:lnTo>
                  <a:lnTo>
                    <a:pt x="5671" y="8370"/>
                  </a:lnTo>
                  <a:lnTo>
                    <a:pt x="5754" y="8454"/>
                  </a:lnTo>
                  <a:lnTo>
                    <a:pt x="5692" y="8496"/>
                  </a:lnTo>
                  <a:lnTo>
                    <a:pt x="5566" y="8496"/>
                  </a:lnTo>
                  <a:lnTo>
                    <a:pt x="5482" y="8538"/>
                  </a:lnTo>
                  <a:lnTo>
                    <a:pt x="5482" y="8579"/>
                  </a:lnTo>
                  <a:lnTo>
                    <a:pt x="5566" y="8789"/>
                  </a:lnTo>
                  <a:lnTo>
                    <a:pt x="5650" y="8872"/>
                  </a:lnTo>
                  <a:lnTo>
                    <a:pt x="5650" y="8956"/>
                  </a:lnTo>
                  <a:lnTo>
                    <a:pt x="5754" y="9103"/>
                  </a:lnTo>
                  <a:lnTo>
                    <a:pt x="5796" y="9228"/>
                  </a:lnTo>
                  <a:lnTo>
                    <a:pt x="5859" y="9291"/>
                  </a:lnTo>
                  <a:lnTo>
                    <a:pt x="5922" y="9291"/>
                  </a:lnTo>
                  <a:lnTo>
                    <a:pt x="5943" y="9333"/>
                  </a:lnTo>
                  <a:lnTo>
                    <a:pt x="6131" y="9395"/>
                  </a:lnTo>
                  <a:lnTo>
                    <a:pt x="6278" y="9375"/>
                  </a:lnTo>
                  <a:lnTo>
                    <a:pt x="6340" y="9375"/>
                  </a:lnTo>
                  <a:lnTo>
                    <a:pt x="6299" y="9437"/>
                  </a:lnTo>
                  <a:lnTo>
                    <a:pt x="6299" y="9500"/>
                  </a:lnTo>
                  <a:lnTo>
                    <a:pt x="6424" y="9542"/>
                  </a:lnTo>
                  <a:lnTo>
                    <a:pt x="6591" y="9688"/>
                  </a:lnTo>
                  <a:lnTo>
                    <a:pt x="6696" y="9835"/>
                  </a:lnTo>
                  <a:lnTo>
                    <a:pt x="6759" y="9960"/>
                  </a:lnTo>
                  <a:lnTo>
                    <a:pt x="6863" y="10023"/>
                  </a:lnTo>
                  <a:lnTo>
                    <a:pt x="6926" y="10002"/>
                  </a:lnTo>
                  <a:lnTo>
                    <a:pt x="7031" y="10044"/>
                  </a:lnTo>
                  <a:lnTo>
                    <a:pt x="7115" y="10044"/>
                  </a:lnTo>
                  <a:lnTo>
                    <a:pt x="7345" y="10149"/>
                  </a:lnTo>
                  <a:lnTo>
                    <a:pt x="7428" y="10149"/>
                  </a:lnTo>
                  <a:lnTo>
                    <a:pt x="7449" y="10107"/>
                  </a:lnTo>
                  <a:lnTo>
                    <a:pt x="7512" y="10107"/>
                  </a:lnTo>
                  <a:lnTo>
                    <a:pt x="7575" y="10170"/>
                  </a:lnTo>
                  <a:lnTo>
                    <a:pt x="7847" y="10442"/>
                  </a:lnTo>
                  <a:lnTo>
                    <a:pt x="7910" y="10442"/>
                  </a:lnTo>
                  <a:lnTo>
                    <a:pt x="8098" y="10630"/>
                  </a:lnTo>
                  <a:lnTo>
                    <a:pt x="8328" y="10735"/>
                  </a:lnTo>
                  <a:lnTo>
                    <a:pt x="8621" y="10756"/>
                  </a:lnTo>
                  <a:lnTo>
                    <a:pt x="8747" y="10839"/>
                  </a:lnTo>
                  <a:lnTo>
                    <a:pt x="8830" y="10965"/>
                  </a:lnTo>
                  <a:lnTo>
                    <a:pt x="8998" y="10965"/>
                  </a:lnTo>
                  <a:lnTo>
                    <a:pt x="9144" y="11048"/>
                  </a:lnTo>
                  <a:lnTo>
                    <a:pt x="9228" y="10986"/>
                  </a:lnTo>
                  <a:lnTo>
                    <a:pt x="9249" y="11007"/>
                  </a:lnTo>
                  <a:lnTo>
                    <a:pt x="9332" y="11153"/>
                  </a:lnTo>
                  <a:lnTo>
                    <a:pt x="9479" y="11216"/>
                  </a:lnTo>
                  <a:lnTo>
                    <a:pt x="9625" y="11216"/>
                  </a:lnTo>
                  <a:lnTo>
                    <a:pt x="9730" y="11279"/>
                  </a:lnTo>
                  <a:lnTo>
                    <a:pt x="9960" y="11362"/>
                  </a:lnTo>
                  <a:lnTo>
                    <a:pt x="10148" y="11362"/>
                  </a:lnTo>
                  <a:lnTo>
                    <a:pt x="10295" y="11467"/>
                  </a:lnTo>
                  <a:lnTo>
                    <a:pt x="10588" y="11572"/>
                  </a:lnTo>
                  <a:lnTo>
                    <a:pt x="10692" y="11530"/>
                  </a:lnTo>
                  <a:lnTo>
                    <a:pt x="11006" y="11404"/>
                  </a:lnTo>
                  <a:lnTo>
                    <a:pt x="11111" y="11404"/>
                  </a:lnTo>
                  <a:lnTo>
                    <a:pt x="11299" y="11300"/>
                  </a:lnTo>
                  <a:lnTo>
                    <a:pt x="11404" y="11279"/>
                  </a:lnTo>
                  <a:lnTo>
                    <a:pt x="11613" y="11279"/>
                  </a:lnTo>
                  <a:lnTo>
                    <a:pt x="11613" y="11258"/>
                  </a:lnTo>
                  <a:lnTo>
                    <a:pt x="11467" y="11216"/>
                  </a:lnTo>
                  <a:lnTo>
                    <a:pt x="11404" y="11216"/>
                  </a:lnTo>
                  <a:lnTo>
                    <a:pt x="11404" y="11174"/>
                  </a:lnTo>
                  <a:lnTo>
                    <a:pt x="11529" y="11090"/>
                  </a:lnTo>
                  <a:lnTo>
                    <a:pt x="11550" y="11111"/>
                  </a:lnTo>
                  <a:lnTo>
                    <a:pt x="11550" y="11195"/>
                  </a:lnTo>
                  <a:lnTo>
                    <a:pt x="11634" y="11153"/>
                  </a:lnTo>
                  <a:lnTo>
                    <a:pt x="11718" y="11153"/>
                  </a:lnTo>
                  <a:lnTo>
                    <a:pt x="11718" y="11195"/>
                  </a:lnTo>
                  <a:lnTo>
                    <a:pt x="11655" y="11195"/>
                  </a:lnTo>
                  <a:lnTo>
                    <a:pt x="11634" y="11216"/>
                  </a:lnTo>
                  <a:lnTo>
                    <a:pt x="11655" y="11258"/>
                  </a:lnTo>
                  <a:lnTo>
                    <a:pt x="11760" y="11258"/>
                  </a:lnTo>
                  <a:lnTo>
                    <a:pt x="11864" y="11279"/>
                  </a:lnTo>
                  <a:lnTo>
                    <a:pt x="12032" y="11404"/>
                  </a:lnTo>
                  <a:lnTo>
                    <a:pt x="12094" y="11467"/>
                  </a:lnTo>
                  <a:lnTo>
                    <a:pt x="12094" y="11425"/>
                  </a:lnTo>
                  <a:lnTo>
                    <a:pt x="11969" y="11300"/>
                  </a:lnTo>
                  <a:lnTo>
                    <a:pt x="11780" y="11216"/>
                  </a:lnTo>
                  <a:lnTo>
                    <a:pt x="11780" y="11174"/>
                  </a:lnTo>
                  <a:lnTo>
                    <a:pt x="11822" y="11174"/>
                  </a:lnTo>
                  <a:lnTo>
                    <a:pt x="11843" y="11195"/>
                  </a:lnTo>
                  <a:lnTo>
                    <a:pt x="11948" y="11216"/>
                  </a:lnTo>
                  <a:lnTo>
                    <a:pt x="12053" y="11300"/>
                  </a:lnTo>
                  <a:lnTo>
                    <a:pt x="12157" y="11425"/>
                  </a:lnTo>
                  <a:lnTo>
                    <a:pt x="12157" y="11488"/>
                  </a:lnTo>
                  <a:lnTo>
                    <a:pt x="12199" y="11530"/>
                  </a:lnTo>
                  <a:lnTo>
                    <a:pt x="12597" y="11885"/>
                  </a:lnTo>
                  <a:lnTo>
                    <a:pt x="12722" y="11906"/>
                  </a:lnTo>
                  <a:lnTo>
                    <a:pt x="12764" y="11990"/>
                  </a:lnTo>
                  <a:lnTo>
                    <a:pt x="12910" y="12116"/>
                  </a:lnTo>
                  <a:lnTo>
                    <a:pt x="12994" y="12220"/>
                  </a:lnTo>
                  <a:lnTo>
                    <a:pt x="13015" y="12199"/>
                  </a:lnTo>
                  <a:lnTo>
                    <a:pt x="13036" y="12136"/>
                  </a:lnTo>
                  <a:lnTo>
                    <a:pt x="13099" y="12095"/>
                  </a:lnTo>
                  <a:lnTo>
                    <a:pt x="13099" y="12053"/>
                  </a:lnTo>
                  <a:lnTo>
                    <a:pt x="13078" y="12032"/>
                  </a:lnTo>
                  <a:lnTo>
                    <a:pt x="13036" y="11990"/>
                  </a:lnTo>
                  <a:lnTo>
                    <a:pt x="13078" y="11927"/>
                  </a:lnTo>
                  <a:lnTo>
                    <a:pt x="13036" y="11906"/>
                  </a:lnTo>
                  <a:lnTo>
                    <a:pt x="13036" y="11802"/>
                  </a:lnTo>
                  <a:lnTo>
                    <a:pt x="13392" y="11258"/>
                  </a:lnTo>
                  <a:lnTo>
                    <a:pt x="14124" y="11258"/>
                  </a:lnTo>
                  <a:lnTo>
                    <a:pt x="14187" y="11195"/>
                  </a:lnTo>
                  <a:lnTo>
                    <a:pt x="14187" y="11111"/>
                  </a:lnTo>
                  <a:lnTo>
                    <a:pt x="14124" y="11090"/>
                  </a:lnTo>
                  <a:lnTo>
                    <a:pt x="14019" y="11069"/>
                  </a:lnTo>
                  <a:lnTo>
                    <a:pt x="13977" y="11048"/>
                  </a:lnTo>
                  <a:lnTo>
                    <a:pt x="13957" y="10944"/>
                  </a:lnTo>
                  <a:lnTo>
                    <a:pt x="13936" y="10881"/>
                  </a:lnTo>
                  <a:lnTo>
                    <a:pt x="13852" y="10881"/>
                  </a:lnTo>
                  <a:lnTo>
                    <a:pt x="13768" y="10797"/>
                  </a:lnTo>
                  <a:lnTo>
                    <a:pt x="13664" y="10693"/>
                  </a:lnTo>
                  <a:lnTo>
                    <a:pt x="13643" y="10651"/>
                  </a:lnTo>
                  <a:lnTo>
                    <a:pt x="13559" y="10567"/>
                  </a:lnTo>
                  <a:lnTo>
                    <a:pt x="13810" y="10546"/>
                  </a:lnTo>
                  <a:lnTo>
                    <a:pt x="13831" y="10232"/>
                  </a:lnTo>
                  <a:lnTo>
                    <a:pt x="14814" y="10253"/>
                  </a:lnTo>
                  <a:lnTo>
                    <a:pt x="14856" y="10170"/>
                  </a:lnTo>
                  <a:lnTo>
                    <a:pt x="14898" y="10128"/>
                  </a:lnTo>
                  <a:lnTo>
                    <a:pt x="14982" y="10128"/>
                  </a:lnTo>
                  <a:lnTo>
                    <a:pt x="14982" y="10170"/>
                  </a:lnTo>
                  <a:lnTo>
                    <a:pt x="15003" y="10212"/>
                  </a:lnTo>
                  <a:lnTo>
                    <a:pt x="15024" y="10170"/>
                  </a:lnTo>
                  <a:lnTo>
                    <a:pt x="15086" y="10149"/>
                  </a:lnTo>
                  <a:lnTo>
                    <a:pt x="15086" y="10128"/>
                  </a:lnTo>
                  <a:lnTo>
                    <a:pt x="15170" y="10044"/>
                  </a:lnTo>
                  <a:lnTo>
                    <a:pt x="15191" y="9940"/>
                  </a:lnTo>
                  <a:lnTo>
                    <a:pt x="15212" y="9898"/>
                  </a:lnTo>
                  <a:lnTo>
                    <a:pt x="15317" y="9898"/>
                  </a:lnTo>
                  <a:lnTo>
                    <a:pt x="15421" y="9793"/>
                  </a:lnTo>
                  <a:lnTo>
                    <a:pt x="15526" y="9647"/>
                  </a:lnTo>
                  <a:lnTo>
                    <a:pt x="15610" y="9626"/>
                  </a:lnTo>
                  <a:lnTo>
                    <a:pt x="15610" y="9626"/>
                  </a:lnTo>
                  <a:lnTo>
                    <a:pt x="15589" y="9730"/>
                  </a:lnTo>
                  <a:lnTo>
                    <a:pt x="15526" y="9793"/>
                  </a:lnTo>
                  <a:lnTo>
                    <a:pt x="15547" y="9835"/>
                  </a:lnTo>
                  <a:lnTo>
                    <a:pt x="15651" y="9919"/>
                  </a:lnTo>
                  <a:lnTo>
                    <a:pt x="15714" y="10023"/>
                  </a:lnTo>
                  <a:lnTo>
                    <a:pt x="15735" y="10002"/>
                  </a:lnTo>
                  <a:lnTo>
                    <a:pt x="15840" y="9814"/>
                  </a:lnTo>
                  <a:lnTo>
                    <a:pt x="15944" y="9437"/>
                  </a:lnTo>
                  <a:lnTo>
                    <a:pt x="16007" y="9333"/>
                  </a:lnTo>
                  <a:lnTo>
                    <a:pt x="15944" y="9375"/>
                  </a:lnTo>
                  <a:lnTo>
                    <a:pt x="15902" y="9416"/>
                  </a:lnTo>
                  <a:lnTo>
                    <a:pt x="15840" y="9395"/>
                  </a:lnTo>
                  <a:lnTo>
                    <a:pt x="15840" y="9333"/>
                  </a:lnTo>
                  <a:lnTo>
                    <a:pt x="15965" y="9207"/>
                  </a:lnTo>
                  <a:lnTo>
                    <a:pt x="16007" y="9123"/>
                  </a:lnTo>
                  <a:lnTo>
                    <a:pt x="15902" y="9123"/>
                  </a:lnTo>
                  <a:lnTo>
                    <a:pt x="15819" y="9061"/>
                  </a:lnTo>
                  <a:lnTo>
                    <a:pt x="15840" y="9019"/>
                  </a:lnTo>
                  <a:lnTo>
                    <a:pt x="15965" y="8956"/>
                  </a:lnTo>
                  <a:lnTo>
                    <a:pt x="15965" y="8789"/>
                  </a:lnTo>
                  <a:lnTo>
                    <a:pt x="16028" y="8705"/>
                  </a:lnTo>
                  <a:lnTo>
                    <a:pt x="16279" y="8475"/>
                  </a:lnTo>
                  <a:lnTo>
                    <a:pt x="16426" y="8266"/>
                  </a:lnTo>
                  <a:lnTo>
                    <a:pt x="16488" y="8119"/>
                  </a:lnTo>
                  <a:lnTo>
                    <a:pt x="16488" y="8015"/>
                  </a:lnTo>
                  <a:lnTo>
                    <a:pt x="16321" y="7763"/>
                  </a:lnTo>
                  <a:lnTo>
                    <a:pt x="16216" y="7805"/>
                  </a:lnTo>
                  <a:lnTo>
                    <a:pt x="16237" y="7847"/>
                  </a:lnTo>
                  <a:lnTo>
                    <a:pt x="16174" y="7868"/>
                  </a:lnTo>
                  <a:lnTo>
                    <a:pt x="15923" y="7826"/>
                  </a:lnTo>
                  <a:lnTo>
                    <a:pt x="15693" y="7826"/>
                  </a:lnTo>
                  <a:lnTo>
                    <a:pt x="15693" y="7868"/>
                  </a:lnTo>
                  <a:lnTo>
                    <a:pt x="15547" y="7952"/>
                  </a:lnTo>
                  <a:lnTo>
                    <a:pt x="15505" y="7910"/>
                  </a:lnTo>
                  <a:lnTo>
                    <a:pt x="15379" y="7931"/>
                  </a:lnTo>
                  <a:lnTo>
                    <a:pt x="15275" y="8035"/>
                  </a:lnTo>
                  <a:lnTo>
                    <a:pt x="14793" y="8035"/>
                  </a:lnTo>
                  <a:lnTo>
                    <a:pt x="14396" y="8119"/>
                  </a:lnTo>
                  <a:lnTo>
                    <a:pt x="14396" y="8182"/>
                  </a:lnTo>
                  <a:lnTo>
                    <a:pt x="14501" y="8224"/>
                  </a:lnTo>
                  <a:lnTo>
                    <a:pt x="14291" y="8454"/>
                  </a:lnTo>
                  <a:lnTo>
                    <a:pt x="14270" y="8810"/>
                  </a:lnTo>
                  <a:lnTo>
                    <a:pt x="14291" y="8851"/>
                  </a:lnTo>
                  <a:lnTo>
                    <a:pt x="14082" y="9082"/>
                  </a:lnTo>
                  <a:lnTo>
                    <a:pt x="14082" y="9270"/>
                  </a:lnTo>
                  <a:lnTo>
                    <a:pt x="13957" y="9395"/>
                  </a:lnTo>
                  <a:lnTo>
                    <a:pt x="13873" y="9416"/>
                  </a:lnTo>
                  <a:lnTo>
                    <a:pt x="13622" y="9542"/>
                  </a:lnTo>
                  <a:lnTo>
                    <a:pt x="13643" y="9584"/>
                  </a:lnTo>
                  <a:lnTo>
                    <a:pt x="13747" y="9500"/>
                  </a:lnTo>
                  <a:lnTo>
                    <a:pt x="13726" y="9605"/>
                  </a:lnTo>
                  <a:lnTo>
                    <a:pt x="13726" y="9793"/>
                  </a:lnTo>
                  <a:lnTo>
                    <a:pt x="13622" y="9919"/>
                  </a:lnTo>
                  <a:lnTo>
                    <a:pt x="13538" y="9919"/>
                  </a:lnTo>
                  <a:lnTo>
                    <a:pt x="13517" y="9960"/>
                  </a:lnTo>
                  <a:lnTo>
                    <a:pt x="13454" y="9919"/>
                  </a:lnTo>
                  <a:lnTo>
                    <a:pt x="13329" y="9835"/>
                  </a:lnTo>
                  <a:lnTo>
                    <a:pt x="13350" y="9793"/>
                  </a:lnTo>
                  <a:lnTo>
                    <a:pt x="13454" y="9730"/>
                  </a:lnTo>
                  <a:lnTo>
                    <a:pt x="13308" y="9688"/>
                  </a:lnTo>
                  <a:lnTo>
                    <a:pt x="13245" y="9730"/>
                  </a:lnTo>
                  <a:lnTo>
                    <a:pt x="13120" y="9709"/>
                  </a:lnTo>
                  <a:lnTo>
                    <a:pt x="12973" y="9709"/>
                  </a:lnTo>
                  <a:lnTo>
                    <a:pt x="12869" y="9793"/>
                  </a:lnTo>
                  <a:lnTo>
                    <a:pt x="12722" y="9814"/>
                  </a:lnTo>
                  <a:lnTo>
                    <a:pt x="12513" y="9814"/>
                  </a:lnTo>
                  <a:lnTo>
                    <a:pt x="12492" y="9856"/>
                  </a:lnTo>
                  <a:lnTo>
                    <a:pt x="12262" y="10002"/>
                  </a:lnTo>
                  <a:lnTo>
                    <a:pt x="12178" y="10002"/>
                  </a:lnTo>
                  <a:lnTo>
                    <a:pt x="12157" y="9940"/>
                  </a:lnTo>
                  <a:lnTo>
                    <a:pt x="11948" y="10002"/>
                  </a:lnTo>
                  <a:lnTo>
                    <a:pt x="11822" y="10044"/>
                  </a:lnTo>
                  <a:lnTo>
                    <a:pt x="11760" y="9919"/>
                  </a:lnTo>
                  <a:lnTo>
                    <a:pt x="11634" y="9730"/>
                  </a:lnTo>
                  <a:lnTo>
                    <a:pt x="11467" y="9647"/>
                  </a:lnTo>
                  <a:lnTo>
                    <a:pt x="11425" y="9605"/>
                  </a:lnTo>
                  <a:lnTo>
                    <a:pt x="11257" y="9605"/>
                  </a:lnTo>
                  <a:lnTo>
                    <a:pt x="11216" y="9626"/>
                  </a:lnTo>
                  <a:lnTo>
                    <a:pt x="11132" y="9521"/>
                  </a:lnTo>
                  <a:lnTo>
                    <a:pt x="10902" y="9270"/>
                  </a:lnTo>
                  <a:lnTo>
                    <a:pt x="10881" y="9165"/>
                  </a:lnTo>
                  <a:lnTo>
                    <a:pt x="10881" y="9082"/>
                  </a:lnTo>
                  <a:lnTo>
                    <a:pt x="10776" y="8914"/>
                  </a:lnTo>
                  <a:lnTo>
                    <a:pt x="10713" y="8789"/>
                  </a:lnTo>
                  <a:lnTo>
                    <a:pt x="10400" y="8454"/>
                  </a:lnTo>
                  <a:lnTo>
                    <a:pt x="10379" y="8328"/>
                  </a:lnTo>
                  <a:lnTo>
                    <a:pt x="10316" y="8245"/>
                  </a:lnTo>
                  <a:lnTo>
                    <a:pt x="10358" y="8161"/>
                  </a:lnTo>
                  <a:lnTo>
                    <a:pt x="10316" y="8077"/>
                  </a:lnTo>
                  <a:lnTo>
                    <a:pt x="10253" y="7847"/>
                  </a:lnTo>
                  <a:lnTo>
                    <a:pt x="10169" y="7763"/>
                  </a:lnTo>
                  <a:lnTo>
                    <a:pt x="10190" y="7638"/>
                  </a:lnTo>
                  <a:lnTo>
                    <a:pt x="10316" y="7805"/>
                  </a:lnTo>
                  <a:lnTo>
                    <a:pt x="10316" y="8015"/>
                  </a:lnTo>
                  <a:lnTo>
                    <a:pt x="10379" y="7973"/>
                  </a:lnTo>
                  <a:lnTo>
                    <a:pt x="10379" y="7805"/>
                  </a:lnTo>
                  <a:lnTo>
                    <a:pt x="10211" y="7554"/>
                  </a:lnTo>
                  <a:lnTo>
                    <a:pt x="10253" y="7429"/>
                  </a:lnTo>
                  <a:lnTo>
                    <a:pt x="10190" y="7219"/>
                  </a:lnTo>
                  <a:lnTo>
                    <a:pt x="10169" y="7115"/>
                  </a:lnTo>
                  <a:lnTo>
                    <a:pt x="10253" y="7010"/>
                  </a:lnTo>
                  <a:lnTo>
                    <a:pt x="10295" y="6717"/>
                  </a:lnTo>
                  <a:lnTo>
                    <a:pt x="10253" y="6571"/>
                  </a:lnTo>
                  <a:lnTo>
                    <a:pt x="10316" y="6278"/>
                  </a:lnTo>
                  <a:lnTo>
                    <a:pt x="10316" y="6173"/>
                  </a:lnTo>
                  <a:lnTo>
                    <a:pt x="10358" y="6090"/>
                  </a:lnTo>
                  <a:lnTo>
                    <a:pt x="10316" y="6048"/>
                  </a:lnTo>
                  <a:lnTo>
                    <a:pt x="10316" y="5922"/>
                  </a:lnTo>
                  <a:lnTo>
                    <a:pt x="10379" y="5859"/>
                  </a:lnTo>
                  <a:lnTo>
                    <a:pt x="10400" y="5713"/>
                  </a:lnTo>
                  <a:lnTo>
                    <a:pt x="10420" y="5650"/>
                  </a:lnTo>
                  <a:lnTo>
                    <a:pt x="10358" y="5608"/>
                  </a:lnTo>
                  <a:lnTo>
                    <a:pt x="10420" y="5504"/>
                  </a:lnTo>
                  <a:lnTo>
                    <a:pt x="10420" y="5336"/>
                  </a:lnTo>
                  <a:lnTo>
                    <a:pt x="10525" y="5336"/>
                  </a:lnTo>
                  <a:lnTo>
                    <a:pt x="10504" y="5441"/>
                  </a:lnTo>
                  <a:lnTo>
                    <a:pt x="10504" y="5525"/>
                  </a:lnTo>
                  <a:lnTo>
                    <a:pt x="10567" y="5504"/>
                  </a:lnTo>
                  <a:lnTo>
                    <a:pt x="10588" y="5399"/>
                  </a:lnTo>
                  <a:lnTo>
                    <a:pt x="10672" y="5294"/>
                  </a:lnTo>
                  <a:lnTo>
                    <a:pt x="10692" y="5148"/>
                  </a:lnTo>
                  <a:lnTo>
                    <a:pt x="10734" y="5106"/>
                  </a:lnTo>
                  <a:lnTo>
                    <a:pt x="10776" y="4939"/>
                  </a:lnTo>
                  <a:lnTo>
                    <a:pt x="10776" y="4897"/>
                  </a:lnTo>
                  <a:lnTo>
                    <a:pt x="10692" y="4939"/>
                  </a:lnTo>
                  <a:lnTo>
                    <a:pt x="10672" y="5127"/>
                  </a:lnTo>
                  <a:lnTo>
                    <a:pt x="10567" y="5190"/>
                  </a:lnTo>
                  <a:lnTo>
                    <a:pt x="10588" y="5106"/>
                  </a:lnTo>
                  <a:lnTo>
                    <a:pt x="10525" y="5085"/>
                  </a:lnTo>
                  <a:lnTo>
                    <a:pt x="10504" y="5002"/>
                  </a:lnTo>
                  <a:lnTo>
                    <a:pt x="10400" y="5002"/>
                  </a:lnTo>
                  <a:lnTo>
                    <a:pt x="10295" y="4918"/>
                  </a:lnTo>
                  <a:lnTo>
                    <a:pt x="10107" y="4876"/>
                  </a:lnTo>
                  <a:lnTo>
                    <a:pt x="10002" y="4771"/>
                  </a:lnTo>
                  <a:lnTo>
                    <a:pt x="9939" y="4730"/>
                  </a:lnTo>
                  <a:lnTo>
                    <a:pt x="9856" y="4730"/>
                  </a:lnTo>
                  <a:lnTo>
                    <a:pt x="9793" y="4709"/>
                  </a:lnTo>
                  <a:lnTo>
                    <a:pt x="9772" y="4709"/>
                  </a:lnTo>
                  <a:lnTo>
                    <a:pt x="9730" y="4667"/>
                  </a:lnTo>
                  <a:lnTo>
                    <a:pt x="9751" y="4499"/>
                  </a:lnTo>
                  <a:lnTo>
                    <a:pt x="9625" y="4165"/>
                  </a:lnTo>
                  <a:lnTo>
                    <a:pt x="9625" y="4144"/>
                  </a:lnTo>
                  <a:lnTo>
                    <a:pt x="9625" y="4081"/>
                  </a:lnTo>
                  <a:lnTo>
                    <a:pt x="9625" y="3976"/>
                  </a:lnTo>
                  <a:lnTo>
                    <a:pt x="9646" y="3872"/>
                  </a:lnTo>
                  <a:lnTo>
                    <a:pt x="9542" y="3788"/>
                  </a:lnTo>
                  <a:lnTo>
                    <a:pt x="9479" y="3683"/>
                  </a:lnTo>
                  <a:lnTo>
                    <a:pt x="9458" y="3579"/>
                  </a:lnTo>
                  <a:lnTo>
                    <a:pt x="9374" y="3537"/>
                  </a:lnTo>
                  <a:lnTo>
                    <a:pt x="9353" y="3453"/>
                  </a:lnTo>
                  <a:lnTo>
                    <a:pt x="9312" y="3432"/>
                  </a:lnTo>
                  <a:lnTo>
                    <a:pt x="9228" y="3223"/>
                  </a:lnTo>
                  <a:lnTo>
                    <a:pt x="9207" y="3139"/>
                  </a:lnTo>
                  <a:lnTo>
                    <a:pt x="9123" y="3118"/>
                  </a:lnTo>
                  <a:lnTo>
                    <a:pt x="9123" y="2951"/>
                  </a:lnTo>
                  <a:lnTo>
                    <a:pt x="9123" y="2888"/>
                  </a:lnTo>
                  <a:lnTo>
                    <a:pt x="9060" y="2825"/>
                  </a:lnTo>
                  <a:lnTo>
                    <a:pt x="9040" y="2721"/>
                  </a:lnTo>
                  <a:lnTo>
                    <a:pt x="8935" y="2574"/>
                  </a:lnTo>
                  <a:lnTo>
                    <a:pt x="8830" y="2491"/>
                  </a:lnTo>
                  <a:lnTo>
                    <a:pt x="8788" y="2386"/>
                  </a:lnTo>
                  <a:lnTo>
                    <a:pt x="8705" y="2365"/>
                  </a:lnTo>
                  <a:lnTo>
                    <a:pt x="8621" y="2365"/>
                  </a:lnTo>
                  <a:lnTo>
                    <a:pt x="8600" y="2323"/>
                  </a:lnTo>
                  <a:lnTo>
                    <a:pt x="8579" y="2302"/>
                  </a:lnTo>
                  <a:lnTo>
                    <a:pt x="8475" y="2323"/>
                  </a:lnTo>
                  <a:lnTo>
                    <a:pt x="8370" y="2302"/>
                  </a:lnTo>
                  <a:lnTo>
                    <a:pt x="8265" y="2302"/>
                  </a:lnTo>
                  <a:lnTo>
                    <a:pt x="8223" y="2386"/>
                  </a:lnTo>
                  <a:lnTo>
                    <a:pt x="8182" y="2386"/>
                  </a:lnTo>
                  <a:lnTo>
                    <a:pt x="8161" y="2365"/>
                  </a:lnTo>
                  <a:lnTo>
                    <a:pt x="8119" y="2365"/>
                  </a:lnTo>
                  <a:lnTo>
                    <a:pt x="8035" y="2386"/>
                  </a:lnTo>
                  <a:lnTo>
                    <a:pt x="7993" y="2428"/>
                  </a:lnTo>
                  <a:lnTo>
                    <a:pt x="7910" y="2595"/>
                  </a:lnTo>
                  <a:lnTo>
                    <a:pt x="7868" y="2679"/>
                  </a:lnTo>
                  <a:lnTo>
                    <a:pt x="7868" y="2700"/>
                  </a:lnTo>
                  <a:lnTo>
                    <a:pt x="7868" y="2742"/>
                  </a:lnTo>
                  <a:lnTo>
                    <a:pt x="7805" y="2742"/>
                  </a:lnTo>
                  <a:lnTo>
                    <a:pt x="7700" y="2825"/>
                  </a:lnTo>
                  <a:lnTo>
                    <a:pt x="7700" y="2846"/>
                  </a:lnTo>
                  <a:lnTo>
                    <a:pt x="7659" y="2888"/>
                  </a:lnTo>
                  <a:lnTo>
                    <a:pt x="7596" y="2888"/>
                  </a:lnTo>
                  <a:lnTo>
                    <a:pt x="7575" y="2825"/>
                  </a:lnTo>
                  <a:lnTo>
                    <a:pt x="7449" y="2784"/>
                  </a:lnTo>
                  <a:lnTo>
                    <a:pt x="7366" y="2742"/>
                  </a:lnTo>
                  <a:lnTo>
                    <a:pt x="7345" y="2700"/>
                  </a:lnTo>
                  <a:lnTo>
                    <a:pt x="7219" y="2637"/>
                  </a:lnTo>
                  <a:lnTo>
                    <a:pt x="7156" y="2637"/>
                  </a:lnTo>
                  <a:lnTo>
                    <a:pt x="7115" y="2595"/>
                  </a:lnTo>
                  <a:lnTo>
                    <a:pt x="7115" y="2574"/>
                  </a:lnTo>
                  <a:lnTo>
                    <a:pt x="7073" y="2512"/>
                  </a:lnTo>
                  <a:lnTo>
                    <a:pt x="7031" y="2491"/>
                  </a:lnTo>
                  <a:lnTo>
                    <a:pt x="6989" y="2491"/>
                  </a:lnTo>
                  <a:lnTo>
                    <a:pt x="6947" y="2470"/>
                  </a:lnTo>
                  <a:lnTo>
                    <a:pt x="6926" y="2470"/>
                  </a:lnTo>
                  <a:lnTo>
                    <a:pt x="6926" y="2428"/>
                  </a:lnTo>
                  <a:lnTo>
                    <a:pt x="6905" y="2323"/>
                  </a:lnTo>
                  <a:lnTo>
                    <a:pt x="6822" y="2261"/>
                  </a:lnTo>
                  <a:lnTo>
                    <a:pt x="6717" y="2114"/>
                  </a:lnTo>
                  <a:lnTo>
                    <a:pt x="6717" y="2093"/>
                  </a:lnTo>
                  <a:lnTo>
                    <a:pt x="6801" y="2072"/>
                  </a:lnTo>
                  <a:lnTo>
                    <a:pt x="6822" y="2051"/>
                  </a:lnTo>
                  <a:lnTo>
                    <a:pt x="6822" y="1968"/>
                  </a:lnTo>
                  <a:lnTo>
                    <a:pt x="6738" y="1884"/>
                  </a:lnTo>
                  <a:lnTo>
                    <a:pt x="6717" y="1863"/>
                  </a:lnTo>
                  <a:lnTo>
                    <a:pt x="6696" y="1842"/>
                  </a:lnTo>
                  <a:lnTo>
                    <a:pt x="6654" y="1800"/>
                  </a:lnTo>
                  <a:lnTo>
                    <a:pt x="6633" y="1675"/>
                  </a:lnTo>
                  <a:lnTo>
                    <a:pt x="6591" y="1591"/>
                  </a:lnTo>
                  <a:lnTo>
                    <a:pt x="6508" y="1549"/>
                  </a:lnTo>
                  <a:lnTo>
                    <a:pt x="6424" y="1528"/>
                  </a:lnTo>
                  <a:lnTo>
                    <a:pt x="6466" y="1465"/>
                  </a:lnTo>
                  <a:lnTo>
                    <a:pt x="6466" y="1424"/>
                  </a:lnTo>
                  <a:lnTo>
                    <a:pt x="6403" y="1340"/>
                  </a:lnTo>
                  <a:lnTo>
                    <a:pt x="6299" y="1319"/>
                  </a:lnTo>
                  <a:lnTo>
                    <a:pt x="6319" y="1256"/>
                  </a:lnTo>
                  <a:lnTo>
                    <a:pt x="6278" y="1173"/>
                  </a:lnTo>
                  <a:lnTo>
                    <a:pt x="6215" y="1173"/>
                  </a:lnTo>
                  <a:lnTo>
                    <a:pt x="6194" y="1131"/>
                  </a:lnTo>
                  <a:lnTo>
                    <a:pt x="6131" y="1068"/>
                  </a:lnTo>
                  <a:lnTo>
                    <a:pt x="6068" y="942"/>
                  </a:lnTo>
                  <a:lnTo>
                    <a:pt x="5943" y="859"/>
                  </a:lnTo>
                  <a:lnTo>
                    <a:pt x="5022" y="838"/>
                  </a:lnTo>
                  <a:lnTo>
                    <a:pt x="4980" y="1047"/>
                  </a:lnTo>
                  <a:lnTo>
                    <a:pt x="3327" y="1005"/>
                  </a:lnTo>
                  <a:lnTo>
                    <a:pt x="1402" y="105"/>
                  </a:lnTo>
                  <a:lnTo>
                    <a:pt x="1402" y="64"/>
                  </a:lnTo>
                  <a:lnTo>
                    <a:pt x="138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38"/>
            <p:cNvSpPr/>
            <p:nvPr/>
          </p:nvSpPr>
          <p:spPr>
            <a:xfrm>
              <a:off x="3378594" y="3107749"/>
              <a:ext cx="19445" cy="26657"/>
            </a:xfrm>
            <a:custGeom>
              <a:rect b="b" l="l" r="r" t="t"/>
              <a:pathLst>
                <a:path extrusionOk="0" h="2344" w="1633">
                  <a:moveTo>
                    <a:pt x="336" y="0"/>
                  </a:moveTo>
                  <a:lnTo>
                    <a:pt x="231" y="84"/>
                  </a:lnTo>
                  <a:lnTo>
                    <a:pt x="126" y="147"/>
                  </a:lnTo>
                  <a:lnTo>
                    <a:pt x="85" y="209"/>
                  </a:lnTo>
                  <a:lnTo>
                    <a:pt x="1" y="314"/>
                  </a:lnTo>
                  <a:lnTo>
                    <a:pt x="1" y="460"/>
                  </a:lnTo>
                  <a:lnTo>
                    <a:pt x="64" y="607"/>
                  </a:lnTo>
                  <a:lnTo>
                    <a:pt x="22" y="732"/>
                  </a:lnTo>
                  <a:lnTo>
                    <a:pt x="22" y="816"/>
                  </a:lnTo>
                  <a:lnTo>
                    <a:pt x="126" y="879"/>
                  </a:lnTo>
                  <a:lnTo>
                    <a:pt x="189" y="963"/>
                  </a:lnTo>
                  <a:lnTo>
                    <a:pt x="231" y="1067"/>
                  </a:lnTo>
                  <a:lnTo>
                    <a:pt x="273" y="1193"/>
                  </a:lnTo>
                  <a:lnTo>
                    <a:pt x="294" y="1256"/>
                  </a:lnTo>
                  <a:lnTo>
                    <a:pt x="273" y="1360"/>
                  </a:lnTo>
                  <a:lnTo>
                    <a:pt x="189" y="1444"/>
                  </a:lnTo>
                  <a:lnTo>
                    <a:pt x="189" y="1590"/>
                  </a:lnTo>
                  <a:lnTo>
                    <a:pt x="231" y="1653"/>
                  </a:lnTo>
                  <a:lnTo>
                    <a:pt x="189" y="1779"/>
                  </a:lnTo>
                  <a:lnTo>
                    <a:pt x="64" y="1883"/>
                  </a:lnTo>
                  <a:lnTo>
                    <a:pt x="1" y="1883"/>
                  </a:lnTo>
                  <a:lnTo>
                    <a:pt x="22" y="1925"/>
                  </a:lnTo>
                  <a:lnTo>
                    <a:pt x="85" y="2009"/>
                  </a:lnTo>
                  <a:lnTo>
                    <a:pt x="106" y="2030"/>
                  </a:lnTo>
                  <a:lnTo>
                    <a:pt x="106" y="2113"/>
                  </a:lnTo>
                  <a:lnTo>
                    <a:pt x="189" y="2197"/>
                  </a:lnTo>
                  <a:lnTo>
                    <a:pt x="294" y="2218"/>
                  </a:lnTo>
                  <a:lnTo>
                    <a:pt x="336" y="2134"/>
                  </a:lnTo>
                  <a:lnTo>
                    <a:pt x="419" y="2113"/>
                  </a:lnTo>
                  <a:lnTo>
                    <a:pt x="503" y="2113"/>
                  </a:lnTo>
                  <a:lnTo>
                    <a:pt x="503" y="2176"/>
                  </a:lnTo>
                  <a:lnTo>
                    <a:pt x="545" y="2197"/>
                  </a:lnTo>
                  <a:lnTo>
                    <a:pt x="545" y="2323"/>
                  </a:lnTo>
                  <a:lnTo>
                    <a:pt x="608" y="2344"/>
                  </a:lnTo>
                  <a:lnTo>
                    <a:pt x="712" y="2281"/>
                  </a:lnTo>
                  <a:lnTo>
                    <a:pt x="733" y="2197"/>
                  </a:lnTo>
                  <a:lnTo>
                    <a:pt x="817" y="2134"/>
                  </a:lnTo>
                  <a:lnTo>
                    <a:pt x="880" y="2113"/>
                  </a:lnTo>
                  <a:lnTo>
                    <a:pt x="963" y="1988"/>
                  </a:lnTo>
                  <a:lnTo>
                    <a:pt x="1068" y="1820"/>
                  </a:lnTo>
                  <a:lnTo>
                    <a:pt x="1173" y="1590"/>
                  </a:lnTo>
                  <a:lnTo>
                    <a:pt x="1173" y="1486"/>
                  </a:lnTo>
                  <a:lnTo>
                    <a:pt x="1340" y="1297"/>
                  </a:lnTo>
                  <a:lnTo>
                    <a:pt x="1466" y="1130"/>
                  </a:lnTo>
                  <a:lnTo>
                    <a:pt x="1528" y="1046"/>
                  </a:lnTo>
                  <a:lnTo>
                    <a:pt x="1633" y="921"/>
                  </a:lnTo>
                  <a:lnTo>
                    <a:pt x="1591" y="774"/>
                  </a:lnTo>
                  <a:lnTo>
                    <a:pt x="1487" y="649"/>
                  </a:lnTo>
                  <a:lnTo>
                    <a:pt x="1466" y="711"/>
                  </a:lnTo>
                  <a:lnTo>
                    <a:pt x="1382" y="649"/>
                  </a:lnTo>
                  <a:lnTo>
                    <a:pt x="1361" y="544"/>
                  </a:lnTo>
                  <a:lnTo>
                    <a:pt x="1173" y="335"/>
                  </a:lnTo>
                  <a:lnTo>
                    <a:pt x="1131" y="335"/>
                  </a:lnTo>
                  <a:lnTo>
                    <a:pt x="963" y="209"/>
                  </a:lnTo>
                  <a:lnTo>
                    <a:pt x="650" y="105"/>
                  </a:lnTo>
                  <a:lnTo>
                    <a:pt x="524" y="21"/>
                  </a:lnTo>
                  <a:lnTo>
                    <a:pt x="33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38"/>
            <p:cNvSpPr/>
            <p:nvPr/>
          </p:nvSpPr>
          <p:spPr>
            <a:xfrm>
              <a:off x="3354434" y="3105122"/>
              <a:ext cx="27661" cy="28807"/>
            </a:xfrm>
            <a:custGeom>
              <a:rect b="b" l="l" r="r" t="t"/>
              <a:pathLst>
                <a:path extrusionOk="0" h="2533" w="2323">
                  <a:moveTo>
                    <a:pt x="1632" y="1"/>
                  </a:moveTo>
                  <a:lnTo>
                    <a:pt x="1528" y="43"/>
                  </a:lnTo>
                  <a:lnTo>
                    <a:pt x="1339" y="22"/>
                  </a:lnTo>
                  <a:lnTo>
                    <a:pt x="1151" y="64"/>
                  </a:lnTo>
                  <a:lnTo>
                    <a:pt x="963" y="22"/>
                  </a:lnTo>
                  <a:lnTo>
                    <a:pt x="691" y="22"/>
                  </a:lnTo>
                  <a:lnTo>
                    <a:pt x="544" y="64"/>
                  </a:lnTo>
                  <a:lnTo>
                    <a:pt x="544" y="210"/>
                  </a:lnTo>
                  <a:lnTo>
                    <a:pt x="482" y="336"/>
                  </a:lnTo>
                  <a:lnTo>
                    <a:pt x="523" y="419"/>
                  </a:lnTo>
                  <a:lnTo>
                    <a:pt x="440" y="524"/>
                  </a:lnTo>
                  <a:lnTo>
                    <a:pt x="335" y="566"/>
                  </a:lnTo>
                  <a:lnTo>
                    <a:pt x="168" y="566"/>
                  </a:lnTo>
                  <a:lnTo>
                    <a:pt x="105" y="691"/>
                  </a:lnTo>
                  <a:lnTo>
                    <a:pt x="105" y="838"/>
                  </a:lnTo>
                  <a:lnTo>
                    <a:pt x="0" y="1068"/>
                  </a:lnTo>
                  <a:lnTo>
                    <a:pt x="21" y="1152"/>
                  </a:lnTo>
                  <a:lnTo>
                    <a:pt x="126" y="1194"/>
                  </a:lnTo>
                  <a:lnTo>
                    <a:pt x="168" y="1277"/>
                  </a:lnTo>
                  <a:lnTo>
                    <a:pt x="210" y="1319"/>
                  </a:lnTo>
                  <a:lnTo>
                    <a:pt x="272" y="1424"/>
                  </a:lnTo>
                  <a:lnTo>
                    <a:pt x="272" y="1507"/>
                  </a:lnTo>
                  <a:lnTo>
                    <a:pt x="335" y="1570"/>
                  </a:lnTo>
                  <a:lnTo>
                    <a:pt x="419" y="1570"/>
                  </a:lnTo>
                  <a:lnTo>
                    <a:pt x="461" y="1591"/>
                  </a:lnTo>
                  <a:lnTo>
                    <a:pt x="482" y="1696"/>
                  </a:lnTo>
                  <a:lnTo>
                    <a:pt x="523" y="1842"/>
                  </a:lnTo>
                  <a:lnTo>
                    <a:pt x="523" y="1989"/>
                  </a:lnTo>
                  <a:lnTo>
                    <a:pt x="586" y="2010"/>
                  </a:lnTo>
                  <a:lnTo>
                    <a:pt x="670" y="2135"/>
                  </a:lnTo>
                  <a:lnTo>
                    <a:pt x="691" y="2219"/>
                  </a:lnTo>
                  <a:lnTo>
                    <a:pt x="795" y="2261"/>
                  </a:lnTo>
                  <a:lnTo>
                    <a:pt x="795" y="2323"/>
                  </a:lnTo>
                  <a:lnTo>
                    <a:pt x="858" y="2407"/>
                  </a:lnTo>
                  <a:lnTo>
                    <a:pt x="942" y="2449"/>
                  </a:lnTo>
                  <a:lnTo>
                    <a:pt x="984" y="2449"/>
                  </a:lnTo>
                  <a:lnTo>
                    <a:pt x="1005" y="2470"/>
                  </a:lnTo>
                  <a:lnTo>
                    <a:pt x="1172" y="2533"/>
                  </a:lnTo>
                  <a:lnTo>
                    <a:pt x="1256" y="2533"/>
                  </a:lnTo>
                  <a:lnTo>
                    <a:pt x="1277" y="2470"/>
                  </a:lnTo>
                  <a:lnTo>
                    <a:pt x="1214" y="2344"/>
                  </a:lnTo>
                  <a:lnTo>
                    <a:pt x="1193" y="2303"/>
                  </a:lnTo>
                  <a:lnTo>
                    <a:pt x="1088" y="2198"/>
                  </a:lnTo>
                  <a:lnTo>
                    <a:pt x="1109" y="2093"/>
                  </a:lnTo>
                  <a:lnTo>
                    <a:pt x="1214" y="2010"/>
                  </a:lnTo>
                  <a:lnTo>
                    <a:pt x="1339" y="2031"/>
                  </a:lnTo>
                  <a:lnTo>
                    <a:pt x="1591" y="2031"/>
                  </a:lnTo>
                  <a:lnTo>
                    <a:pt x="1695" y="1989"/>
                  </a:lnTo>
                  <a:lnTo>
                    <a:pt x="1842" y="1989"/>
                  </a:lnTo>
                  <a:lnTo>
                    <a:pt x="1946" y="2093"/>
                  </a:lnTo>
                  <a:lnTo>
                    <a:pt x="2030" y="2114"/>
                  </a:lnTo>
                  <a:lnTo>
                    <a:pt x="2093" y="2114"/>
                  </a:lnTo>
                  <a:lnTo>
                    <a:pt x="2218" y="2010"/>
                  </a:lnTo>
                  <a:lnTo>
                    <a:pt x="2260" y="1884"/>
                  </a:lnTo>
                  <a:lnTo>
                    <a:pt x="2218" y="1821"/>
                  </a:lnTo>
                  <a:lnTo>
                    <a:pt x="2218" y="1675"/>
                  </a:lnTo>
                  <a:lnTo>
                    <a:pt x="2302" y="1591"/>
                  </a:lnTo>
                  <a:lnTo>
                    <a:pt x="2323" y="1487"/>
                  </a:lnTo>
                  <a:lnTo>
                    <a:pt x="2302" y="1424"/>
                  </a:lnTo>
                  <a:lnTo>
                    <a:pt x="2260" y="1298"/>
                  </a:lnTo>
                  <a:lnTo>
                    <a:pt x="2218" y="1194"/>
                  </a:lnTo>
                  <a:lnTo>
                    <a:pt x="2155" y="1110"/>
                  </a:lnTo>
                  <a:lnTo>
                    <a:pt x="2051" y="1047"/>
                  </a:lnTo>
                  <a:lnTo>
                    <a:pt x="2051" y="963"/>
                  </a:lnTo>
                  <a:lnTo>
                    <a:pt x="2093" y="838"/>
                  </a:lnTo>
                  <a:lnTo>
                    <a:pt x="2030" y="691"/>
                  </a:lnTo>
                  <a:lnTo>
                    <a:pt x="2030" y="545"/>
                  </a:lnTo>
                  <a:lnTo>
                    <a:pt x="2114" y="440"/>
                  </a:lnTo>
                  <a:lnTo>
                    <a:pt x="2155" y="378"/>
                  </a:lnTo>
                  <a:lnTo>
                    <a:pt x="2260" y="231"/>
                  </a:lnTo>
                  <a:lnTo>
                    <a:pt x="2260" y="147"/>
                  </a:lnTo>
                  <a:lnTo>
                    <a:pt x="2135" y="106"/>
                  </a:lnTo>
                  <a:lnTo>
                    <a:pt x="1946" y="64"/>
                  </a:lnTo>
                  <a:lnTo>
                    <a:pt x="171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38"/>
            <p:cNvSpPr/>
            <p:nvPr/>
          </p:nvSpPr>
          <p:spPr>
            <a:xfrm>
              <a:off x="3331012" y="3088711"/>
              <a:ext cx="34639" cy="49743"/>
            </a:xfrm>
            <a:custGeom>
              <a:rect b="b" l="l" r="r" t="t"/>
              <a:pathLst>
                <a:path extrusionOk="0" h="4374" w="2909">
                  <a:moveTo>
                    <a:pt x="879" y="0"/>
                  </a:moveTo>
                  <a:lnTo>
                    <a:pt x="858" y="84"/>
                  </a:lnTo>
                  <a:lnTo>
                    <a:pt x="712" y="251"/>
                  </a:lnTo>
                  <a:lnTo>
                    <a:pt x="565" y="356"/>
                  </a:lnTo>
                  <a:lnTo>
                    <a:pt x="503" y="335"/>
                  </a:lnTo>
                  <a:lnTo>
                    <a:pt x="335" y="544"/>
                  </a:lnTo>
                  <a:lnTo>
                    <a:pt x="356" y="628"/>
                  </a:lnTo>
                  <a:lnTo>
                    <a:pt x="419" y="733"/>
                  </a:lnTo>
                  <a:lnTo>
                    <a:pt x="565" y="753"/>
                  </a:lnTo>
                  <a:lnTo>
                    <a:pt x="649" y="837"/>
                  </a:lnTo>
                  <a:lnTo>
                    <a:pt x="649" y="963"/>
                  </a:lnTo>
                  <a:lnTo>
                    <a:pt x="461" y="1046"/>
                  </a:lnTo>
                  <a:lnTo>
                    <a:pt x="398" y="1025"/>
                  </a:lnTo>
                  <a:lnTo>
                    <a:pt x="293" y="1046"/>
                  </a:lnTo>
                  <a:lnTo>
                    <a:pt x="210" y="1025"/>
                  </a:lnTo>
                  <a:lnTo>
                    <a:pt x="126" y="1088"/>
                  </a:lnTo>
                  <a:lnTo>
                    <a:pt x="105" y="1277"/>
                  </a:lnTo>
                  <a:lnTo>
                    <a:pt x="1" y="1381"/>
                  </a:lnTo>
                  <a:lnTo>
                    <a:pt x="42" y="1507"/>
                  </a:lnTo>
                  <a:lnTo>
                    <a:pt x="189" y="1716"/>
                  </a:lnTo>
                  <a:lnTo>
                    <a:pt x="419" y="1904"/>
                  </a:lnTo>
                  <a:lnTo>
                    <a:pt x="419" y="1925"/>
                  </a:lnTo>
                  <a:lnTo>
                    <a:pt x="461" y="1925"/>
                  </a:lnTo>
                  <a:lnTo>
                    <a:pt x="524" y="1988"/>
                  </a:lnTo>
                  <a:lnTo>
                    <a:pt x="565" y="1925"/>
                  </a:lnTo>
                  <a:lnTo>
                    <a:pt x="712" y="1967"/>
                  </a:lnTo>
                  <a:lnTo>
                    <a:pt x="817" y="2072"/>
                  </a:lnTo>
                  <a:lnTo>
                    <a:pt x="817" y="2218"/>
                  </a:lnTo>
                  <a:lnTo>
                    <a:pt x="733" y="2344"/>
                  </a:lnTo>
                  <a:lnTo>
                    <a:pt x="670" y="2406"/>
                  </a:lnTo>
                  <a:lnTo>
                    <a:pt x="775" y="2448"/>
                  </a:lnTo>
                  <a:lnTo>
                    <a:pt x="879" y="2448"/>
                  </a:lnTo>
                  <a:lnTo>
                    <a:pt x="942" y="2532"/>
                  </a:lnTo>
                  <a:lnTo>
                    <a:pt x="984" y="2616"/>
                  </a:lnTo>
                  <a:lnTo>
                    <a:pt x="1089" y="2616"/>
                  </a:lnTo>
                  <a:lnTo>
                    <a:pt x="1089" y="2657"/>
                  </a:lnTo>
                  <a:lnTo>
                    <a:pt x="984" y="2804"/>
                  </a:lnTo>
                  <a:lnTo>
                    <a:pt x="963" y="2950"/>
                  </a:lnTo>
                  <a:lnTo>
                    <a:pt x="837" y="3160"/>
                  </a:lnTo>
                  <a:lnTo>
                    <a:pt x="858" y="3264"/>
                  </a:lnTo>
                  <a:lnTo>
                    <a:pt x="817" y="3369"/>
                  </a:lnTo>
                  <a:lnTo>
                    <a:pt x="817" y="3474"/>
                  </a:lnTo>
                  <a:lnTo>
                    <a:pt x="837" y="3536"/>
                  </a:lnTo>
                  <a:lnTo>
                    <a:pt x="817" y="3599"/>
                  </a:lnTo>
                  <a:lnTo>
                    <a:pt x="817" y="3704"/>
                  </a:lnTo>
                  <a:lnTo>
                    <a:pt x="921" y="3808"/>
                  </a:lnTo>
                  <a:lnTo>
                    <a:pt x="1047" y="3955"/>
                  </a:lnTo>
                  <a:lnTo>
                    <a:pt x="1047" y="4018"/>
                  </a:lnTo>
                  <a:lnTo>
                    <a:pt x="1130" y="4122"/>
                  </a:lnTo>
                  <a:lnTo>
                    <a:pt x="1361" y="4331"/>
                  </a:lnTo>
                  <a:lnTo>
                    <a:pt x="1444" y="4373"/>
                  </a:lnTo>
                  <a:lnTo>
                    <a:pt x="1507" y="4290"/>
                  </a:lnTo>
                  <a:lnTo>
                    <a:pt x="1591" y="4269"/>
                  </a:lnTo>
                  <a:lnTo>
                    <a:pt x="1612" y="4290"/>
                  </a:lnTo>
                  <a:lnTo>
                    <a:pt x="1758" y="4290"/>
                  </a:lnTo>
                  <a:lnTo>
                    <a:pt x="1821" y="4185"/>
                  </a:lnTo>
                  <a:lnTo>
                    <a:pt x="1863" y="4122"/>
                  </a:lnTo>
                  <a:lnTo>
                    <a:pt x="1967" y="4101"/>
                  </a:lnTo>
                  <a:lnTo>
                    <a:pt x="2198" y="4101"/>
                  </a:lnTo>
                  <a:lnTo>
                    <a:pt x="2260" y="3913"/>
                  </a:lnTo>
                  <a:lnTo>
                    <a:pt x="2386" y="3871"/>
                  </a:lnTo>
                  <a:lnTo>
                    <a:pt x="2553" y="3871"/>
                  </a:lnTo>
                  <a:lnTo>
                    <a:pt x="2616" y="3913"/>
                  </a:lnTo>
                  <a:lnTo>
                    <a:pt x="2721" y="3892"/>
                  </a:lnTo>
                  <a:lnTo>
                    <a:pt x="2909" y="3892"/>
                  </a:lnTo>
                  <a:lnTo>
                    <a:pt x="2825" y="3850"/>
                  </a:lnTo>
                  <a:lnTo>
                    <a:pt x="2762" y="3766"/>
                  </a:lnTo>
                  <a:lnTo>
                    <a:pt x="2762" y="3704"/>
                  </a:lnTo>
                  <a:lnTo>
                    <a:pt x="2658" y="3662"/>
                  </a:lnTo>
                  <a:lnTo>
                    <a:pt x="2637" y="3578"/>
                  </a:lnTo>
                  <a:lnTo>
                    <a:pt x="2553" y="3453"/>
                  </a:lnTo>
                  <a:lnTo>
                    <a:pt x="2490" y="3432"/>
                  </a:lnTo>
                  <a:lnTo>
                    <a:pt x="2490" y="3285"/>
                  </a:lnTo>
                  <a:lnTo>
                    <a:pt x="2449" y="3139"/>
                  </a:lnTo>
                  <a:lnTo>
                    <a:pt x="2428" y="3034"/>
                  </a:lnTo>
                  <a:lnTo>
                    <a:pt x="2386" y="3013"/>
                  </a:lnTo>
                  <a:lnTo>
                    <a:pt x="2302" y="3013"/>
                  </a:lnTo>
                  <a:lnTo>
                    <a:pt x="2239" y="2950"/>
                  </a:lnTo>
                  <a:lnTo>
                    <a:pt x="2239" y="2867"/>
                  </a:lnTo>
                  <a:lnTo>
                    <a:pt x="2177" y="2762"/>
                  </a:lnTo>
                  <a:lnTo>
                    <a:pt x="2135" y="2720"/>
                  </a:lnTo>
                  <a:lnTo>
                    <a:pt x="2093" y="2637"/>
                  </a:lnTo>
                  <a:lnTo>
                    <a:pt x="1988" y="2595"/>
                  </a:lnTo>
                  <a:lnTo>
                    <a:pt x="1967" y="2511"/>
                  </a:lnTo>
                  <a:lnTo>
                    <a:pt x="2072" y="2281"/>
                  </a:lnTo>
                  <a:lnTo>
                    <a:pt x="2072" y="2134"/>
                  </a:lnTo>
                  <a:lnTo>
                    <a:pt x="2135" y="2009"/>
                  </a:lnTo>
                  <a:lnTo>
                    <a:pt x="2302" y="2009"/>
                  </a:lnTo>
                  <a:lnTo>
                    <a:pt x="2407" y="1967"/>
                  </a:lnTo>
                  <a:lnTo>
                    <a:pt x="2490" y="1862"/>
                  </a:lnTo>
                  <a:lnTo>
                    <a:pt x="2449" y="1779"/>
                  </a:lnTo>
                  <a:lnTo>
                    <a:pt x="2511" y="1653"/>
                  </a:lnTo>
                  <a:lnTo>
                    <a:pt x="2449" y="1549"/>
                  </a:lnTo>
                  <a:lnTo>
                    <a:pt x="2449" y="1381"/>
                  </a:lnTo>
                  <a:lnTo>
                    <a:pt x="2428" y="1297"/>
                  </a:lnTo>
                  <a:lnTo>
                    <a:pt x="2218" y="1256"/>
                  </a:lnTo>
                  <a:lnTo>
                    <a:pt x="2009" y="1046"/>
                  </a:lnTo>
                  <a:lnTo>
                    <a:pt x="1905" y="963"/>
                  </a:lnTo>
                  <a:lnTo>
                    <a:pt x="1863" y="984"/>
                  </a:lnTo>
                  <a:lnTo>
                    <a:pt x="1716" y="1046"/>
                  </a:lnTo>
                  <a:lnTo>
                    <a:pt x="1653" y="1130"/>
                  </a:lnTo>
                  <a:lnTo>
                    <a:pt x="1612" y="1235"/>
                  </a:lnTo>
                  <a:lnTo>
                    <a:pt x="1591" y="1088"/>
                  </a:lnTo>
                  <a:lnTo>
                    <a:pt x="1612" y="921"/>
                  </a:lnTo>
                  <a:lnTo>
                    <a:pt x="1674" y="816"/>
                  </a:lnTo>
                  <a:lnTo>
                    <a:pt x="1612" y="628"/>
                  </a:lnTo>
                  <a:lnTo>
                    <a:pt x="1507" y="565"/>
                  </a:lnTo>
                  <a:lnTo>
                    <a:pt x="1298" y="419"/>
                  </a:lnTo>
                  <a:lnTo>
                    <a:pt x="1151" y="251"/>
                  </a:lnTo>
                  <a:lnTo>
                    <a:pt x="1130" y="147"/>
                  </a:lnTo>
                  <a:lnTo>
                    <a:pt x="1026" y="42"/>
                  </a:lnTo>
                  <a:lnTo>
                    <a:pt x="921" y="21"/>
                  </a:lnTo>
                  <a:lnTo>
                    <a:pt x="87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38"/>
            <p:cNvSpPr/>
            <p:nvPr/>
          </p:nvSpPr>
          <p:spPr>
            <a:xfrm>
              <a:off x="3250041" y="3063487"/>
              <a:ext cx="91450" cy="78538"/>
            </a:xfrm>
            <a:custGeom>
              <a:rect b="b" l="l" r="r" t="t"/>
              <a:pathLst>
                <a:path extrusionOk="0" h="6906" w="7680">
                  <a:moveTo>
                    <a:pt x="1988" y="0"/>
                  </a:moveTo>
                  <a:lnTo>
                    <a:pt x="1821" y="63"/>
                  </a:lnTo>
                  <a:lnTo>
                    <a:pt x="1674" y="251"/>
                  </a:lnTo>
                  <a:lnTo>
                    <a:pt x="1695" y="377"/>
                  </a:lnTo>
                  <a:lnTo>
                    <a:pt x="1758" y="440"/>
                  </a:lnTo>
                  <a:lnTo>
                    <a:pt x="1863" y="356"/>
                  </a:lnTo>
                  <a:lnTo>
                    <a:pt x="1967" y="377"/>
                  </a:lnTo>
                  <a:lnTo>
                    <a:pt x="2072" y="461"/>
                  </a:lnTo>
                  <a:lnTo>
                    <a:pt x="2030" y="544"/>
                  </a:lnTo>
                  <a:lnTo>
                    <a:pt x="1925" y="565"/>
                  </a:lnTo>
                  <a:lnTo>
                    <a:pt x="1821" y="523"/>
                  </a:lnTo>
                  <a:lnTo>
                    <a:pt x="1779" y="482"/>
                  </a:lnTo>
                  <a:lnTo>
                    <a:pt x="1758" y="523"/>
                  </a:lnTo>
                  <a:lnTo>
                    <a:pt x="1758" y="565"/>
                  </a:lnTo>
                  <a:lnTo>
                    <a:pt x="1611" y="649"/>
                  </a:lnTo>
                  <a:lnTo>
                    <a:pt x="1360" y="670"/>
                  </a:lnTo>
                  <a:lnTo>
                    <a:pt x="1088" y="774"/>
                  </a:lnTo>
                  <a:lnTo>
                    <a:pt x="1026" y="879"/>
                  </a:lnTo>
                  <a:lnTo>
                    <a:pt x="1026" y="984"/>
                  </a:lnTo>
                  <a:lnTo>
                    <a:pt x="1088" y="1088"/>
                  </a:lnTo>
                  <a:lnTo>
                    <a:pt x="1088" y="1318"/>
                  </a:lnTo>
                  <a:lnTo>
                    <a:pt x="1130" y="1486"/>
                  </a:lnTo>
                  <a:lnTo>
                    <a:pt x="1151" y="1611"/>
                  </a:lnTo>
                  <a:lnTo>
                    <a:pt x="1067" y="1800"/>
                  </a:lnTo>
                  <a:lnTo>
                    <a:pt x="879" y="1925"/>
                  </a:lnTo>
                  <a:lnTo>
                    <a:pt x="775" y="1904"/>
                  </a:lnTo>
                  <a:lnTo>
                    <a:pt x="775" y="1737"/>
                  </a:lnTo>
                  <a:lnTo>
                    <a:pt x="649" y="1611"/>
                  </a:lnTo>
                  <a:lnTo>
                    <a:pt x="628" y="1486"/>
                  </a:lnTo>
                  <a:lnTo>
                    <a:pt x="733" y="1402"/>
                  </a:lnTo>
                  <a:lnTo>
                    <a:pt x="754" y="1318"/>
                  </a:lnTo>
                  <a:lnTo>
                    <a:pt x="963" y="1109"/>
                  </a:lnTo>
                  <a:lnTo>
                    <a:pt x="963" y="942"/>
                  </a:lnTo>
                  <a:lnTo>
                    <a:pt x="879" y="795"/>
                  </a:lnTo>
                  <a:lnTo>
                    <a:pt x="921" y="754"/>
                  </a:lnTo>
                  <a:lnTo>
                    <a:pt x="879" y="670"/>
                  </a:lnTo>
                  <a:lnTo>
                    <a:pt x="816" y="628"/>
                  </a:lnTo>
                  <a:lnTo>
                    <a:pt x="754" y="523"/>
                  </a:lnTo>
                  <a:lnTo>
                    <a:pt x="775" y="440"/>
                  </a:lnTo>
                  <a:lnTo>
                    <a:pt x="921" y="377"/>
                  </a:lnTo>
                  <a:lnTo>
                    <a:pt x="1067" y="356"/>
                  </a:lnTo>
                  <a:lnTo>
                    <a:pt x="1172" y="210"/>
                  </a:lnTo>
                  <a:lnTo>
                    <a:pt x="1130" y="210"/>
                  </a:lnTo>
                  <a:lnTo>
                    <a:pt x="1088" y="230"/>
                  </a:lnTo>
                  <a:lnTo>
                    <a:pt x="775" y="356"/>
                  </a:lnTo>
                  <a:lnTo>
                    <a:pt x="628" y="628"/>
                  </a:lnTo>
                  <a:lnTo>
                    <a:pt x="565" y="670"/>
                  </a:lnTo>
                  <a:lnTo>
                    <a:pt x="461" y="691"/>
                  </a:lnTo>
                  <a:lnTo>
                    <a:pt x="356" y="837"/>
                  </a:lnTo>
                  <a:lnTo>
                    <a:pt x="293" y="900"/>
                  </a:lnTo>
                  <a:lnTo>
                    <a:pt x="105" y="1172"/>
                  </a:lnTo>
                  <a:lnTo>
                    <a:pt x="84" y="1298"/>
                  </a:lnTo>
                  <a:lnTo>
                    <a:pt x="105" y="1402"/>
                  </a:lnTo>
                  <a:lnTo>
                    <a:pt x="84" y="1590"/>
                  </a:lnTo>
                  <a:lnTo>
                    <a:pt x="0" y="1779"/>
                  </a:lnTo>
                  <a:lnTo>
                    <a:pt x="0" y="1821"/>
                  </a:lnTo>
                  <a:lnTo>
                    <a:pt x="147" y="1821"/>
                  </a:lnTo>
                  <a:lnTo>
                    <a:pt x="398" y="2239"/>
                  </a:lnTo>
                  <a:lnTo>
                    <a:pt x="503" y="2407"/>
                  </a:lnTo>
                  <a:lnTo>
                    <a:pt x="523" y="2511"/>
                  </a:lnTo>
                  <a:lnTo>
                    <a:pt x="461" y="2637"/>
                  </a:lnTo>
                  <a:lnTo>
                    <a:pt x="461" y="2720"/>
                  </a:lnTo>
                  <a:lnTo>
                    <a:pt x="440" y="2762"/>
                  </a:lnTo>
                  <a:lnTo>
                    <a:pt x="440" y="2867"/>
                  </a:lnTo>
                  <a:lnTo>
                    <a:pt x="565" y="2971"/>
                  </a:lnTo>
                  <a:lnTo>
                    <a:pt x="733" y="3034"/>
                  </a:lnTo>
                  <a:lnTo>
                    <a:pt x="837" y="3055"/>
                  </a:lnTo>
                  <a:lnTo>
                    <a:pt x="963" y="3097"/>
                  </a:lnTo>
                  <a:lnTo>
                    <a:pt x="1047" y="3055"/>
                  </a:lnTo>
                  <a:lnTo>
                    <a:pt x="1193" y="3055"/>
                  </a:lnTo>
                  <a:lnTo>
                    <a:pt x="1339" y="3097"/>
                  </a:lnTo>
                  <a:lnTo>
                    <a:pt x="1381" y="3076"/>
                  </a:lnTo>
                  <a:lnTo>
                    <a:pt x="1549" y="3055"/>
                  </a:lnTo>
                  <a:lnTo>
                    <a:pt x="1716" y="3076"/>
                  </a:lnTo>
                  <a:lnTo>
                    <a:pt x="1821" y="3139"/>
                  </a:lnTo>
                  <a:lnTo>
                    <a:pt x="2281" y="3557"/>
                  </a:lnTo>
                  <a:lnTo>
                    <a:pt x="2427" y="3515"/>
                  </a:lnTo>
                  <a:lnTo>
                    <a:pt x="2448" y="3557"/>
                  </a:lnTo>
                  <a:lnTo>
                    <a:pt x="2511" y="3515"/>
                  </a:lnTo>
                  <a:lnTo>
                    <a:pt x="2637" y="3578"/>
                  </a:lnTo>
                  <a:lnTo>
                    <a:pt x="2699" y="3599"/>
                  </a:lnTo>
                  <a:lnTo>
                    <a:pt x="2825" y="3557"/>
                  </a:lnTo>
                  <a:lnTo>
                    <a:pt x="2930" y="3557"/>
                  </a:lnTo>
                  <a:lnTo>
                    <a:pt x="3076" y="3578"/>
                  </a:lnTo>
                  <a:lnTo>
                    <a:pt x="3118" y="3515"/>
                  </a:lnTo>
                  <a:lnTo>
                    <a:pt x="3223" y="3515"/>
                  </a:lnTo>
                  <a:lnTo>
                    <a:pt x="3285" y="3578"/>
                  </a:lnTo>
                  <a:lnTo>
                    <a:pt x="3348" y="3808"/>
                  </a:lnTo>
                  <a:lnTo>
                    <a:pt x="3285" y="3892"/>
                  </a:lnTo>
                  <a:lnTo>
                    <a:pt x="3285" y="3997"/>
                  </a:lnTo>
                  <a:lnTo>
                    <a:pt x="3264" y="4080"/>
                  </a:lnTo>
                  <a:lnTo>
                    <a:pt x="3118" y="4101"/>
                  </a:lnTo>
                  <a:lnTo>
                    <a:pt x="3055" y="4185"/>
                  </a:lnTo>
                  <a:lnTo>
                    <a:pt x="3076" y="4394"/>
                  </a:lnTo>
                  <a:lnTo>
                    <a:pt x="3118" y="4457"/>
                  </a:lnTo>
                  <a:lnTo>
                    <a:pt x="3055" y="4624"/>
                  </a:lnTo>
                  <a:lnTo>
                    <a:pt x="3055" y="4813"/>
                  </a:lnTo>
                  <a:lnTo>
                    <a:pt x="3139" y="4875"/>
                  </a:lnTo>
                  <a:lnTo>
                    <a:pt x="3139" y="4959"/>
                  </a:lnTo>
                  <a:lnTo>
                    <a:pt x="3244" y="5252"/>
                  </a:lnTo>
                  <a:lnTo>
                    <a:pt x="3055" y="5587"/>
                  </a:lnTo>
                  <a:lnTo>
                    <a:pt x="3076" y="5692"/>
                  </a:lnTo>
                  <a:lnTo>
                    <a:pt x="3139" y="5692"/>
                  </a:lnTo>
                  <a:lnTo>
                    <a:pt x="3223" y="5671"/>
                  </a:lnTo>
                  <a:lnTo>
                    <a:pt x="3223" y="5692"/>
                  </a:lnTo>
                  <a:lnTo>
                    <a:pt x="3244" y="5775"/>
                  </a:lnTo>
                  <a:lnTo>
                    <a:pt x="3327" y="5817"/>
                  </a:lnTo>
                  <a:lnTo>
                    <a:pt x="3369" y="5922"/>
                  </a:lnTo>
                  <a:lnTo>
                    <a:pt x="3348" y="5984"/>
                  </a:lnTo>
                  <a:lnTo>
                    <a:pt x="3390" y="6131"/>
                  </a:lnTo>
                  <a:lnTo>
                    <a:pt x="3536" y="6424"/>
                  </a:lnTo>
                  <a:lnTo>
                    <a:pt x="3536" y="6528"/>
                  </a:lnTo>
                  <a:lnTo>
                    <a:pt x="3746" y="6696"/>
                  </a:lnTo>
                  <a:lnTo>
                    <a:pt x="3976" y="6863"/>
                  </a:lnTo>
                  <a:lnTo>
                    <a:pt x="4101" y="6905"/>
                  </a:lnTo>
                  <a:lnTo>
                    <a:pt x="4332" y="6863"/>
                  </a:lnTo>
                  <a:lnTo>
                    <a:pt x="4478" y="6717"/>
                  </a:lnTo>
                  <a:lnTo>
                    <a:pt x="4687" y="6591"/>
                  </a:lnTo>
                  <a:lnTo>
                    <a:pt x="4750" y="6487"/>
                  </a:lnTo>
                  <a:lnTo>
                    <a:pt x="5064" y="6319"/>
                  </a:lnTo>
                  <a:lnTo>
                    <a:pt x="5127" y="6173"/>
                  </a:lnTo>
                  <a:lnTo>
                    <a:pt x="5168" y="6110"/>
                  </a:lnTo>
                  <a:lnTo>
                    <a:pt x="5210" y="6068"/>
                  </a:lnTo>
                  <a:lnTo>
                    <a:pt x="5482" y="6005"/>
                  </a:lnTo>
                  <a:lnTo>
                    <a:pt x="5629" y="5964"/>
                  </a:lnTo>
                  <a:lnTo>
                    <a:pt x="5587" y="5817"/>
                  </a:lnTo>
                  <a:lnTo>
                    <a:pt x="5440" y="5796"/>
                  </a:lnTo>
                  <a:lnTo>
                    <a:pt x="5252" y="5817"/>
                  </a:lnTo>
                  <a:lnTo>
                    <a:pt x="4959" y="5712"/>
                  </a:lnTo>
                  <a:lnTo>
                    <a:pt x="5022" y="5545"/>
                  </a:lnTo>
                  <a:lnTo>
                    <a:pt x="5001" y="5482"/>
                  </a:lnTo>
                  <a:lnTo>
                    <a:pt x="4938" y="5440"/>
                  </a:lnTo>
                  <a:lnTo>
                    <a:pt x="5127" y="5168"/>
                  </a:lnTo>
                  <a:lnTo>
                    <a:pt x="5064" y="5064"/>
                  </a:lnTo>
                  <a:lnTo>
                    <a:pt x="4938" y="4938"/>
                  </a:lnTo>
                  <a:lnTo>
                    <a:pt x="4834" y="4917"/>
                  </a:lnTo>
                  <a:lnTo>
                    <a:pt x="4750" y="4750"/>
                  </a:lnTo>
                  <a:lnTo>
                    <a:pt x="4917" y="4813"/>
                  </a:lnTo>
                  <a:lnTo>
                    <a:pt x="5106" y="4834"/>
                  </a:lnTo>
                  <a:lnTo>
                    <a:pt x="5273" y="4938"/>
                  </a:lnTo>
                  <a:lnTo>
                    <a:pt x="5461" y="4938"/>
                  </a:lnTo>
                  <a:lnTo>
                    <a:pt x="5733" y="4875"/>
                  </a:lnTo>
                  <a:lnTo>
                    <a:pt x="5796" y="4938"/>
                  </a:lnTo>
                  <a:lnTo>
                    <a:pt x="5985" y="4875"/>
                  </a:lnTo>
                  <a:lnTo>
                    <a:pt x="6173" y="4708"/>
                  </a:lnTo>
                  <a:lnTo>
                    <a:pt x="6319" y="4708"/>
                  </a:lnTo>
                  <a:lnTo>
                    <a:pt x="6424" y="4729"/>
                  </a:lnTo>
                  <a:lnTo>
                    <a:pt x="6675" y="4624"/>
                  </a:lnTo>
                  <a:lnTo>
                    <a:pt x="6884" y="4624"/>
                  </a:lnTo>
                  <a:lnTo>
                    <a:pt x="7156" y="4394"/>
                  </a:lnTo>
                  <a:lnTo>
                    <a:pt x="7219" y="4248"/>
                  </a:lnTo>
                  <a:lnTo>
                    <a:pt x="7219" y="4143"/>
                  </a:lnTo>
                  <a:lnTo>
                    <a:pt x="7219" y="4122"/>
                  </a:lnTo>
                  <a:lnTo>
                    <a:pt x="6989" y="3934"/>
                  </a:lnTo>
                  <a:lnTo>
                    <a:pt x="6842" y="3725"/>
                  </a:lnTo>
                  <a:lnTo>
                    <a:pt x="6801" y="3599"/>
                  </a:lnTo>
                  <a:lnTo>
                    <a:pt x="6905" y="3495"/>
                  </a:lnTo>
                  <a:lnTo>
                    <a:pt x="6926" y="3306"/>
                  </a:lnTo>
                  <a:lnTo>
                    <a:pt x="7010" y="3243"/>
                  </a:lnTo>
                  <a:lnTo>
                    <a:pt x="7093" y="3264"/>
                  </a:lnTo>
                  <a:lnTo>
                    <a:pt x="7198" y="3243"/>
                  </a:lnTo>
                  <a:lnTo>
                    <a:pt x="7261" y="3264"/>
                  </a:lnTo>
                  <a:lnTo>
                    <a:pt x="7449" y="3181"/>
                  </a:lnTo>
                  <a:lnTo>
                    <a:pt x="7449" y="3055"/>
                  </a:lnTo>
                  <a:lnTo>
                    <a:pt x="7365" y="2971"/>
                  </a:lnTo>
                  <a:lnTo>
                    <a:pt x="7219" y="2951"/>
                  </a:lnTo>
                  <a:lnTo>
                    <a:pt x="7156" y="2846"/>
                  </a:lnTo>
                  <a:lnTo>
                    <a:pt x="7135" y="2762"/>
                  </a:lnTo>
                  <a:lnTo>
                    <a:pt x="7303" y="2553"/>
                  </a:lnTo>
                  <a:lnTo>
                    <a:pt x="7365" y="2574"/>
                  </a:lnTo>
                  <a:lnTo>
                    <a:pt x="7512" y="2469"/>
                  </a:lnTo>
                  <a:lnTo>
                    <a:pt x="7658" y="2302"/>
                  </a:lnTo>
                  <a:lnTo>
                    <a:pt x="7679" y="2218"/>
                  </a:lnTo>
                  <a:lnTo>
                    <a:pt x="7658" y="2218"/>
                  </a:lnTo>
                  <a:lnTo>
                    <a:pt x="7428" y="2114"/>
                  </a:lnTo>
                  <a:lnTo>
                    <a:pt x="7345" y="2114"/>
                  </a:lnTo>
                  <a:lnTo>
                    <a:pt x="7261" y="2135"/>
                  </a:lnTo>
                  <a:lnTo>
                    <a:pt x="7156" y="2114"/>
                  </a:lnTo>
                  <a:lnTo>
                    <a:pt x="7093" y="2114"/>
                  </a:lnTo>
                  <a:lnTo>
                    <a:pt x="7010" y="2155"/>
                  </a:lnTo>
                  <a:lnTo>
                    <a:pt x="6821" y="2197"/>
                  </a:lnTo>
                  <a:lnTo>
                    <a:pt x="6675" y="2155"/>
                  </a:lnTo>
                  <a:lnTo>
                    <a:pt x="6612" y="2155"/>
                  </a:lnTo>
                  <a:lnTo>
                    <a:pt x="6717" y="2135"/>
                  </a:lnTo>
                  <a:lnTo>
                    <a:pt x="6801" y="2135"/>
                  </a:lnTo>
                  <a:lnTo>
                    <a:pt x="6884" y="2093"/>
                  </a:lnTo>
                  <a:lnTo>
                    <a:pt x="6926" y="2009"/>
                  </a:lnTo>
                  <a:lnTo>
                    <a:pt x="7052" y="1904"/>
                  </a:lnTo>
                  <a:lnTo>
                    <a:pt x="7093" y="1842"/>
                  </a:lnTo>
                  <a:lnTo>
                    <a:pt x="7010" y="1800"/>
                  </a:lnTo>
                  <a:lnTo>
                    <a:pt x="7010" y="1779"/>
                  </a:lnTo>
                  <a:lnTo>
                    <a:pt x="6989" y="1674"/>
                  </a:lnTo>
                  <a:lnTo>
                    <a:pt x="6821" y="1590"/>
                  </a:lnTo>
                  <a:lnTo>
                    <a:pt x="6612" y="1528"/>
                  </a:lnTo>
                  <a:lnTo>
                    <a:pt x="6570" y="1486"/>
                  </a:lnTo>
                  <a:lnTo>
                    <a:pt x="6487" y="1423"/>
                  </a:lnTo>
                  <a:lnTo>
                    <a:pt x="6382" y="1423"/>
                  </a:lnTo>
                  <a:lnTo>
                    <a:pt x="6361" y="1381"/>
                  </a:lnTo>
                  <a:lnTo>
                    <a:pt x="6215" y="1318"/>
                  </a:lnTo>
                  <a:lnTo>
                    <a:pt x="6173" y="1318"/>
                  </a:lnTo>
                  <a:lnTo>
                    <a:pt x="6173" y="1423"/>
                  </a:lnTo>
                  <a:lnTo>
                    <a:pt x="6089" y="1318"/>
                  </a:lnTo>
                  <a:lnTo>
                    <a:pt x="6047" y="1214"/>
                  </a:lnTo>
                  <a:lnTo>
                    <a:pt x="5943" y="1172"/>
                  </a:lnTo>
                  <a:lnTo>
                    <a:pt x="5901" y="1088"/>
                  </a:lnTo>
                  <a:lnTo>
                    <a:pt x="5964" y="1046"/>
                  </a:lnTo>
                  <a:lnTo>
                    <a:pt x="6215" y="1067"/>
                  </a:lnTo>
                  <a:lnTo>
                    <a:pt x="6319" y="984"/>
                  </a:lnTo>
                  <a:lnTo>
                    <a:pt x="6487" y="984"/>
                  </a:lnTo>
                  <a:lnTo>
                    <a:pt x="6487" y="879"/>
                  </a:lnTo>
                  <a:lnTo>
                    <a:pt x="6361" y="900"/>
                  </a:lnTo>
                  <a:lnTo>
                    <a:pt x="6089" y="858"/>
                  </a:lnTo>
                  <a:lnTo>
                    <a:pt x="5901" y="879"/>
                  </a:lnTo>
                  <a:lnTo>
                    <a:pt x="5775" y="879"/>
                  </a:lnTo>
                  <a:lnTo>
                    <a:pt x="5524" y="963"/>
                  </a:lnTo>
                  <a:lnTo>
                    <a:pt x="5440" y="942"/>
                  </a:lnTo>
                  <a:lnTo>
                    <a:pt x="5336" y="942"/>
                  </a:lnTo>
                  <a:lnTo>
                    <a:pt x="5127" y="1088"/>
                  </a:lnTo>
                  <a:lnTo>
                    <a:pt x="5022" y="1109"/>
                  </a:lnTo>
                  <a:lnTo>
                    <a:pt x="4896" y="1172"/>
                  </a:lnTo>
                  <a:lnTo>
                    <a:pt x="4834" y="1256"/>
                  </a:lnTo>
                  <a:lnTo>
                    <a:pt x="4645" y="1277"/>
                  </a:lnTo>
                  <a:lnTo>
                    <a:pt x="4604" y="1298"/>
                  </a:lnTo>
                  <a:lnTo>
                    <a:pt x="4520" y="1277"/>
                  </a:lnTo>
                  <a:lnTo>
                    <a:pt x="4269" y="1088"/>
                  </a:lnTo>
                  <a:lnTo>
                    <a:pt x="4206" y="984"/>
                  </a:lnTo>
                  <a:lnTo>
                    <a:pt x="3871" y="984"/>
                  </a:lnTo>
                  <a:lnTo>
                    <a:pt x="3327" y="1088"/>
                  </a:lnTo>
                  <a:lnTo>
                    <a:pt x="3055" y="1088"/>
                  </a:lnTo>
                  <a:lnTo>
                    <a:pt x="2951" y="1046"/>
                  </a:lnTo>
                  <a:lnTo>
                    <a:pt x="2909" y="963"/>
                  </a:lnTo>
                  <a:lnTo>
                    <a:pt x="2909" y="858"/>
                  </a:lnTo>
                  <a:lnTo>
                    <a:pt x="2972" y="858"/>
                  </a:lnTo>
                  <a:lnTo>
                    <a:pt x="2951" y="733"/>
                  </a:lnTo>
                  <a:lnTo>
                    <a:pt x="2846" y="565"/>
                  </a:lnTo>
                  <a:lnTo>
                    <a:pt x="2741" y="544"/>
                  </a:lnTo>
                  <a:lnTo>
                    <a:pt x="2448" y="565"/>
                  </a:lnTo>
                  <a:lnTo>
                    <a:pt x="2323" y="482"/>
                  </a:lnTo>
                  <a:lnTo>
                    <a:pt x="2239" y="482"/>
                  </a:lnTo>
                  <a:lnTo>
                    <a:pt x="2176" y="523"/>
                  </a:lnTo>
                  <a:lnTo>
                    <a:pt x="2072" y="356"/>
                  </a:lnTo>
                  <a:lnTo>
                    <a:pt x="2072" y="210"/>
                  </a:lnTo>
                  <a:lnTo>
                    <a:pt x="2030" y="21"/>
                  </a:lnTo>
                  <a:lnTo>
                    <a:pt x="198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38"/>
            <p:cNvSpPr/>
            <p:nvPr/>
          </p:nvSpPr>
          <p:spPr>
            <a:xfrm>
              <a:off x="3209425" y="3061815"/>
              <a:ext cx="82733" cy="112565"/>
            </a:xfrm>
            <a:custGeom>
              <a:rect b="b" l="l" r="r" t="t"/>
              <a:pathLst>
                <a:path extrusionOk="0" h="9898" w="6948">
                  <a:moveTo>
                    <a:pt x="4353" y="1"/>
                  </a:moveTo>
                  <a:lnTo>
                    <a:pt x="4332" y="64"/>
                  </a:lnTo>
                  <a:lnTo>
                    <a:pt x="4290" y="105"/>
                  </a:lnTo>
                  <a:lnTo>
                    <a:pt x="4227" y="147"/>
                  </a:lnTo>
                  <a:lnTo>
                    <a:pt x="4165" y="168"/>
                  </a:lnTo>
                  <a:lnTo>
                    <a:pt x="4060" y="168"/>
                  </a:lnTo>
                  <a:lnTo>
                    <a:pt x="3976" y="189"/>
                  </a:lnTo>
                  <a:lnTo>
                    <a:pt x="3955" y="252"/>
                  </a:lnTo>
                  <a:lnTo>
                    <a:pt x="3976" y="294"/>
                  </a:lnTo>
                  <a:lnTo>
                    <a:pt x="3955" y="357"/>
                  </a:lnTo>
                  <a:lnTo>
                    <a:pt x="3809" y="419"/>
                  </a:lnTo>
                  <a:lnTo>
                    <a:pt x="3621" y="566"/>
                  </a:lnTo>
                  <a:lnTo>
                    <a:pt x="3495" y="670"/>
                  </a:lnTo>
                  <a:lnTo>
                    <a:pt x="3328" y="691"/>
                  </a:lnTo>
                  <a:lnTo>
                    <a:pt x="2972" y="691"/>
                  </a:lnTo>
                  <a:lnTo>
                    <a:pt x="2867" y="733"/>
                  </a:lnTo>
                  <a:lnTo>
                    <a:pt x="2867" y="817"/>
                  </a:lnTo>
                  <a:lnTo>
                    <a:pt x="2888" y="901"/>
                  </a:lnTo>
                  <a:lnTo>
                    <a:pt x="2888" y="1005"/>
                  </a:lnTo>
                  <a:lnTo>
                    <a:pt x="2805" y="1089"/>
                  </a:lnTo>
                  <a:lnTo>
                    <a:pt x="2721" y="1047"/>
                  </a:lnTo>
                  <a:lnTo>
                    <a:pt x="2763" y="942"/>
                  </a:lnTo>
                  <a:lnTo>
                    <a:pt x="2763" y="921"/>
                  </a:lnTo>
                  <a:lnTo>
                    <a:pt x="2825" y="901"/>
                  </a:lnTo>
                  <a:lnTo>
                    <a:pt x="2700" y="880"/>
                  </a:lnTo>
                  <a:lnTo>
                    <a:pt x="2574" y="817"/>
                  </a:lnTo>
                  <a:lnTo>
                    <a:pt x="2491" y="817"/>
                  </a:lnTo>
                  <a:lnTo>
                    <a:pt x="2302" y="942"/>
                  </a:lnTo>
                  <a:lnTo>
                    <a:pt x="2261" y="1026"/>
                  </a:lnTo>
                  <a:lnTo>
                    <a:pt x="2135" y="1152"/>
                  </a:lnTo>
                  <a:lnTo>
                    <a:pt x="1968" y="1465"/>
                  </a:lnTo>
                  <a:lnTo>
                    <a:pt x="1947" y="1549"/>
                  </a:lnTo>
                  <a:lnTo>
                    <a:pt x="1947" y="1549"/>
                  </a:lnTo>
                  <a:lnTo>
                    <a:pt x="1989" y="1528"/>
                  </a:lnTo>
                  <a:lnTo>
                    <a:pt x="2051" y="1570"/>
                  </a:lnTo>
                  <a:lnTo>
                    <a:pt x="2051" y="1654"/>
                  </a:lnTo>
                  <a:lnTo>
                    <a:pt x="2030" y="1758"/>
                  </a:lnTo>
                  <a:lnTo>
                    <a:pt x="1947" y="1821"/>
                  </a:lnTo>
                  <a:lnTo>
                    <a:pt x="1842" y="1821"/>
                  </a:lnTo>
                  <a:lnTo>
                    <a:pt x="1737" y="1863"/>
                  </a:lnTo>
                  <a:lnTo>
                    <a:pt x="1612" y="1989"/>
                  </a:lnTo>
                  <a:lnTo>
                    <a:pt x="1528" y="2051"/>
                  </a:lnTo>
                  <a:lnTo>
                    <a:pt x="1424" y="2198"/>
                  </a:lnTo>
                  <a:lnTo>
                    <a:pt x="1340" y="2198"/>
                  </a:lnTo>
                  <a:lnTo>
                    <a:pt x="1256" y="2240"/>
                  </a:lnTo>
                  <a:lnTo>
                    <a:pt x="1298" y="2344"/>
                  </a:lnTo>
                  <a:lnTo>
                    <a:pt x="1403" y="2449"/>
                  </a:lnTo>
                  <a:lnTo>
                    <a:pt x="1403" y="2574"/>
                  </a:lnTo>
                  <a:lnTo>
                    <a:pt x="1340" y="2700"/>
                  </a:lnTo>
                  <a:lnTo>
                    <a:pt x="1256" y="2700"/>
                  </a:lnTo>
                  <a:lnTo>
                    <a:pt x="1152" y="2616"/>
                  </a:lnTo>
                  <a:lnTo>
                    <a:pt x="1193" y="2574"/>
                  </a:lnTo>
                  <a:lnTo>
                    <a:pt x="1214" y="2512"/>
                  </a:lnTo>
                  <a:lnTo>
                    <a:pt x="1131" y="2470"/>
                  </a:lnTo>
                  <a:lnTo>
                    <a:pt x="1089" y="2365"/>
                  </a:lnTo>
                  <a:lnTo>
                    <a:pt x="984" y="2261"/>
                  </a:lnTo>
                  <a:lnTo>
                    <a:pt x="942" y="2365"/>
                  </a:lnTo>
                  <a:lnTo>
                    <a:pt x="942" y="2407"/>
                  </a:lnTo>
                  <a:lnTo>
                    <a:pt x="1005" y="2574"/>
                  </a:lnTo>
                  <a:lnTo>
                    <a:pt x="921" y="2721"/>
                  </a:lnTo>
                  <a:lnTo>
                    <a:pt x="901" y="2867"/>
                  </a:lnTo>
                  <a:lnTo>
                    <a:pt x="817" y="2909"/>
                  </a:lnTo>
                  <a:lnTo>
                    <a:pt x="775" y="2909"/>
                  </a:lnTo>
                  <a:lnTo>
                    <a:pt x="691" y="3098"/>
                  </a:lnTo>
                  <a:lnTo>
                    <a:pt x="712" y="3118"/>
                  </a:lnTo>
                  <a:lnTo>
                    <a:pt x="733" y="3244"/>
                  </a:lnTo>
                  <a:lnTo>
                    <a:pt x="733" y="3390"/>
                  </a:lnTo>
                  <a:lnTo>
                    <a:pt x="880" y="3516"/>
                  </a:lnTo>
                  <a:lnTo>
                    <a:pt x="901" y="3516"/>
                  </a:lnTo>
                  <a:lnTo>
                    <a:pt x="942" y="3495"/>
                  </a:lnTo>
                  <a:lnTo>
                    <a:pt x="1005" y="3537"/>
                  </a:lnTo>
                  <a:lnTo>
                    <a:pt x="1005" y="3662"/>
                  </a:lnTo>
                  <a:lnTo>
                    <a:pt x="921" y="3746"/>
                  </a:lnTo>
                  <a:lnTo>
                    <a:pt x="921" y="3809"/>
                  </a:lnTo>
                  <a:lnTo>
                    <a:pt x="1005" y="3872"/>
                  </a:lnTo>
                  <a:lnTo>
                    <a:pt x="1005" y="4039"/>
                  </a:lnTo>
                  <a:lnTo>
                    <a:pt x="921" y="4081"/>
                  </a:lnTo>
                  <a:lnTo>
                    <a:pt x="880" y="4165"/>
                  </a:lnTo>
                  <a:lnTo>
                    <a:pt x="921" y="4186"/>
                  </a:lnTo>
                  <a:lnTo>
                    <a:pt x="984" y="4290"/>
                  </a:lnTo>
                  <a:lnTo>
                    <a:pt x="942" y="4478"/>
                  </a:lnTo>
                  <a:lnTo>
                    <a:pt x="984" y="4771"/>
                  </a:lnTo>
                  <a:lnTo>
                    <a:pt x="901" y="4855"/>
                  </a:lnTo>
                  <a:lnTo>
                    <a:pt x="880" y="4918"/>
                  </a:lnTo>
                  <a:lnTo>
                    <a:pt x="942" y="5022"/>
                  </a:lnTo>
                  <a:lnTo>
                    <a:pt x="1047" y="4981"/>
                  </a:lnTo>
                  <a:lnTo>
                    <a:pt x="1047" y="4981"/>
                  </a:lnTo>
                  <a:lnTo>
                    <a:pt x="1026" y="5064"/>
                  </a:lnTo>
                  <a:lnTo>
                    <a:pt x="1089" y="5127"/>
                  </a:lnTo>
                  <a:lnTo>
                    <a:pt x="1152" y="5127"/>
                  </a:lnTo>
                  <a:lnTo>
                    <a:pt x="1152" y="5190"/>
                  </a:lnTo>
                  <a:lnTo>
                    <a:pt x="1110" y="5274"/>
                  </a:lnTo>
                  <a:lnTo>
                    <a:pt x="1047" y="5378"/>
                  </a:lnTo>
                  <a:lnTo>
                    <a:pt x="817" y="5608"/>
                  </a:lnTo>
                  <a:lnTo>
                    <a:pt x="775" y="5713"/>
                  </a:lnTo>
                  <a:lnTo>
                    <a:pt x="608" y="5859"/>
                  </a:lnTo>
                  <a:lnTo>
                    <a:pt x="398" y="5922"/>
                  </a:lnTo>
                  <a:lnTo>
                    <a:pt x="210" y="6048"/>
                  </a:lnTo>
                  <a:lnTo>
                    <a:pt x="64" y="6278"/>
                  </a:lnTo>
                  <a:lnTo>
                    <a:pt x="43" y="6466"/>
                  </a:lnTo>
                  <a:lnTo>
                    <a:pt x="1" y="6571"/>
                  </a:lnTo>
                  <a:lnTo>
                    <a:pt x="189" y="6655"/>
                  </a:lnTo>
                  <a:lnTo>
                    <a:pt x="377" y="6780"/>
                  </a:lnTo>
                  <a:lnTo>
                    <a:pt x="629" y="6947"/>
                  </a:lnTo>
                  <a:lnTo>
                    <a:pt x="733" y="6947"/>
                  </a:lnTo>
                  <a:lnTo>
                    <a:pt x="880" y="7094"/>
                  </a:lnTo>
                  <a:lnTo>
                    <a:pt x="838" y="7178"/>
                  </a:lnTo>
                  <a:lnTo>
                    <a:pt x="880" y="7261"/>
                  </a:lnTo>
                  <a:lnTo>
                    <a:pt x="1047" y="7282"/>
                  </a:lnTo>
                  <a:lnTo>
                    <a:pt x="1256" y="7366"/>
                  </a:lnTo>
                  <a:lnTo>
                    <a:pt x="1319" y="7408"/>
                  </a:lnTo>
                  <a:lnTo>
                    <a:pt x="1507" y="7471"/>
                  </a:lnTo>
                  <a:lnTo>
                    <a:pt x="1570" y="7387"/>
                  </a:lnTo>
                  <a:lnTo>
                    <a:pt x="1570" y="7282"/>
                  </a:lnTo>
                  <a:lnTo>
                    <a:pt x="1654" y="7199"/>
                  </a:lnTo>
                  <a:lnTo>
                    <a:pt x="1717" y="7199"/>
                  </a:lnTo>
                  <a:lnTo>
                    <a:pt x="1863" y="7282"/>
                  </a:lnTo>
                  <a:lnTo>
                    <a:pt x="1968" y="7303"/>
                  </a:lnTo>
                  <a:lnTo>
                    <a:pt x="1989" y="7387"/>
                  </a:lnTo>
                  <a:lnTo>
                    <a:pt x="2072" y="7429"/>
                  </a:lnTo>
                  <a:lnTo>
                    <a:pt x="2135" y="7429"/>
                  </a:lnTo>
                  <a:lnTo>
                    <a:pt x="2177" y="7512"/>
                  </a:lnTo>
                  <a:lnTo>
                    <a:pt x="2386" y="7575"/>
                  </a:lnTo>
                  <a:lnTo>
                    <a:pt x="2512" y="7596"/>
                  </a:lnTo>
                  <a:lnTo>
                    <a:pt x="2553" y="7638"/>
                  </a:lnTo>
                  <a:lnTo>
                    <a:pt x="2700" y="7805"/>
                  </a:lnTo>
                  <a:lnTo>
                    <a:pt x="2700" y="7910"/>
                  </a:lnTo>
                  <a:lnTo>
                    <a:pt x="2805" y="8098"/>
                  </a:lnTo>
                  <a:lnTo>
                    <a:pt x="2888" y="8098"/>
                  </a:lnTo>
                  <a:lnTo>
                    <a:pt x="3139" y="8203"/>
                  </a:lnTo>
                  <a:lnTo>
                    <a:pt x="3244" y="8349"/>
                  </a:lnTo>
                  <a:lnTo>
                    <a:pt x="3244" y="8517"/>
                  </a:lnTo>
                  <a:lnTo>
                    <a:pt x="3307" y="8517"/>
                  </a:lnTo>
                  <a:lnTo>
                    <a:pt x="3411" y="8559"/>
                  </a:lnTo>
                  <a:lnTo>
                    <a:pt x="3432" y="8684"/>
                  </a:lnTo>
                  <a:lnTo>
                    <a:pt x="3411" y="8768"/>
                  </a:lnTo>
                  <a:lnTo>
                    <a:pt x="3432" y="8852"/>
                  </a:lnTo>
                  <a:lnTo>
                    <a:pt x="3537" y="8872"/>
                  </a:lnTo>
                  <a:lnTo>
                    <a:pt x="3662" y="8852"/>
                  </a:lnTo>
                  <a:lnTo>
                    <a:pt x="3767" y="8872"/>
                  </a:lnTo>
                  <a:lnTo>
                    <a:pt x="3914" y="8872"/>
                  </a:lnTo>
                  <a:lnTo>
                    <a:pt x="3955" y="8831"/>
                  </a:lnTo>
                  <a:lnTo>
                    <a:pt x="4144" y="8747"/>
                  </a:lnTo>
                  <a:lnTo>
                    <a:pt x="4290" y="8768"/>
                  </a:lnTo>
                  <a:lnTo>
                    <a:pt x="4458" y="8852"/>
                  </a:lnTo>
                  <a:lnTo>
                    <a:pt x="4646" y="8747"/>
                  </a:lnTo>
                  <a:lnTo>
                    <a:pt x="4750" y="8747"/>
                  </a:lnTo>
                  <a:lnTo>
                    <a:pt x="4792" y="8831"/>
                  </a:lnTo>
                  <a:lnTo>
                    <a:pt x="4876" y="8831"/>
                  </a:lnTo>
                  <a:lnTo>
                    <a:pt x="4981" y="8872"/>
                  </a:lnTo>
                  <a:lnTo>
                    <a:pt x="5064" y="8956"/>
                  </a:lnTo>
                  <a:lnTo>
                    <a:pt x="5169" y="8935"/>
                  </a:lnTo>
                  <a:lnTo>
                    <a:pt x="5169" y="8998"/>
                  </a:lnTo>
                  <a:lnTo>
                    <a:pt x="4792" y="9626"/>
                  </a:lnTo>
                  <a:lnTo>
                    <a:pt x="4813" y="9709"/>
                  </a:lnTo>
                  <a:lnTo>
                    <a:pt x="4960" y="9688"/>
                  </a:lnTo>
                  <a:lnTo>
                    <a:pt x="5085" y="9688"/>
                  </a:lnTo>
                  <a:lnTo>
                    <a:pt x="5190" y="9772"/>
                  </a:lnTo>
                  <a:lnTo>
                    <a:pt x="5211" y="9898"/>
                  </a:lnTo>
                  <a:lnTo>
                    <a:pt x="5294" y="9584"/>
                  </a:lnTo>
                  <a:lnTo>
                    <a:pt x="5629" y="8370"/>
                  </a:lnTo>
                  <a:lnTo>
                    <a:pt x="5629" y="8308"/>
                  </a:lnTo>
                  <a:lnTo>
                    <a:pt x="5629" y="8098"/>
                  </a:lnTo>
                  <a:lnTo>
                    <a:pt x="5504" y="7847"/>
                  </a:lnTo>
                  <a:lnTo>
                    <a:pt x="5294" y="7680"/>
                  </a:lnTo>
                  <a:lnTo>
                    <a:pt x="5190" y="7533"/>
                  </a:lnTo>
                  <a:lnTo>
                    <a:pt x="5169" y="7219"/>
                  </a:lnTo>
                  <a:lnTo>
                    <a:pt x="5546" y="7094"/>
                  </a:lnTo>
                  <a:lnTo>
                    <a:pt x="5692" y="7199"/>
                  </a:lnTo>
                  <a:lnTo>
                    <a:pt x="5713" y="7094"/>
                  </a:lnTo>
                  <a:lnTo>
                    <a:pt x="5650" y="7010"/>
                  </a:lnTo>
                  <a:lnTo>
                    <a:pt x="5713" y="6968"/>
                  </a:lnTo>
                  <a:lnTo>
                    <a:pt x="5629" y="6801"/>
                  </a:lnTo>
                  <a:lnTo>
                    <a:pt x="5420" y="6738"/>
                  </a:lnTo>
                  <a:lnTo>
                    <a:pt x="5336" y="6592"/>
                  </a:lnTo>
                  <a:lnTo>
                    <a:pt x="5399" y="6424"/>
                  </a:lnTo>
                  <a:lnTo>
                    <a:pt x="6048" y="6424"/>
                  </a:lnTo>
                  <a:lnTo>
                    <a:pt x="6131" y="6341"/>
                  </a:lnTo>
                  <a:lnTo>
                    <a:pt x="6236" y="6341"/>
                  </a:lnTo>
                  <a:lnTo>
                    <a:pt x="6278" y="6383"/>
                  </a:lnTo>
                  <a:lnTo>
                    <a:pt x="6362" y="6383"/>
                  </a:lnTo>
                  <a:lnTo>
                    <a:pt x="6466" y="6257"/>
                  </a:lnTo>
                  <a:lnTo>
                    <a:pt x="6634" y="6215"/>
                  </a:lnTo>
                  <a:lnTo>
                    <a:pt x="6675" y="6320"/>
                  </a:lnTo>
                  <a:lnTo>
                    <a:pt x="6759" y="6424"/>
                  </a:lnTo>
                  <a:lnTo>
                    <a:pt x="6780" y="6550"/>
                  </a:lnTo>
                  <a:lnTo>
                    <a:pt x="6780" y="6696"/>
                  </a:lnTo>
                  <a:lnTo>
                    <a:pt x="6947" y="6675"/>
                  </a:lnTo>
                  <a:lnTo>
                    <a:pt x="6947" y="6571"/>
                  </a:lnTo>
                  <a:lnTo>
                    <a:pt x="6801" y="6278"/>
                  </a:lnTo>
                  <a:lnTo>
                    <a:pt x="6759" y="6131"/>
                  </a:lnTo>
                  <a:lnTo>
                    <a:pt x="6780" y="6069"/>
                  </a:lnTo>
                  <a:lnTo>
                    <a:pt x="6738" y="5964"/>
                  </a:lnTo>
                  <a:lnTo>
                    <a:pt x="6655" y="5922"/>
                  </a:lnTo>
                  <a:lnTo>
                    <a:pt x="6634" y="5839"/>
                  </a:lnTo>
                  <a:lnTo>
                    <a:pt x="6634" y="5818"/>
                  </a:lnTo>
                  <a:lnTo>
                    <a:pt x="6550" y="5839"/>
                  </a:lnTo>
                  <a:lnTo>
                    <a:pt x="6487" y="5839"/>
                  </a:lnTo>
                  <a:lnTo>
                    <a:pt x="6466" y="5734"/>
                  </a:lnTo>
                  <a:lnTo>
                    <a:pt x="6655" y="5399"/>
                  </a:lnTo>
                  <a:lnTo>
                    <a:pt x="6550" y="5106"/>
                  </a:lnTo>
                  <a:lnTo>
                    <a:pt x="6550" y="5022"/>
                  </a:lnTo>
                  <a:lnTo>
                    <a:pt x="6466" y="4960"/>
                  </a:lnTo>
                  <a:lnTo>
                    <a:pt x="6466" y="4771"/>
                  </a:lnTo>
                  <a:lnTo>
                    <a:pt x="6529" y="4604"/>
                  </a:lnTo>
                  <a:lnTo>
                    <a:pt x="6487" y="4541"/>
                  </a:lnTo>
                  <a:lnTo>
                    <a:pt x="6466" y="4332"/>
                  </a:lnTo>
                  <a:lnTo>
                    <a:pt x="6529" y="4248"/>
                  </a:lnTo>
                  <a:lnTo>
                    <a:pt x="6675" y="4227"/>
                  </a:lnTo>
                  <a:lnTo>
                    <a:pt x="6696" y="4144"/>
                  </a:lnTo>
                  <a:lnTo>
                    <a:pt x="6696" y="4039"/>
                  </a:lnTo>
                  <a:lnTo>
                    <a:pt x="6759" y="3955"/>
                  </a:lnTo>
                  <a:lnTo>
                    <a:pt x="6696" y="3725"/>
                  </a:lnTo>
                  <a:lnTo>
                    <a:pt x="6634" y="3662"/>
                  </a:lnTo>
                  <a:lnTo>
                    <a:pt x="6529" y="3662"/>
                  </a:lnTo>
                  <a:lnTo>
                    <a:pt x="6487" y="3725"/>
                  </a:lnTo>
                  <a:lnTo>
                    <a:pt x="6341" y="3704"/>
                  </a:lnTo>
                  <a:lnTo>
                    <a:pt x="6236" y="3704"/>
                  </a:lnTo>
                  <a:lnTo>
                    <a:pt x="6110" y="3746"/>
                  </a:lnTo>
                  <a:lnTo>
                    <a:pt x="6048" y="3725"/>
                  </a:lnTo>
                  <a:lnTo>
                    <a:pt x="5922" y="3662"/>
                  </a:lnTo>
                  <a:lnTo>
                    <a:pt x="5859" y="3704"/>
                  </a:lnTo>
                  <a:lnTo>
                    <a:pt x="5838" y="3662"/>
                  </a:lnTo>
                  <a:lnTo>
                    <a:pt x="5692" y="3704"/>
                  </a:lnTo>
                  <a:lnTo>
                    <a:pt x="5232" y="3286"/>
                  </a:lnTo>
                  <a:lnTo>
                    <a:pt x="5127" y="3223"/>
                  </a:lnTo>
                  <a:lnTo>
                    <a:pt x="4960" y="3202"/>
                  </a:lnTo>
                  <a:lnTo>
                    <a:pt x="4792" y="3223"/>
                  </a:lnTo>
                  <a:lnTo>
                    <a:pt x="4750" y="3244"/>
                  </a:lnTo>
                  <a:lnTo>
                    <a:pt x="4604" y="3202"/>
                  </a:lnTo>
                  <a:lnTo>
                    <a:pt x="4458" y="3202"/>
                  </a:lnTo>
                  <a:lnTo>
                    <a:pt x="4374" y="3244"/>
                  </a:lnTo>
                  <a:lnTo>
                    <a:pt x="4248" y="3202"/>
                  </a:lnTo>
                  <a:lnTo>
                    <a:pt x="4144" y="3181"/>
                  </a:lnTo>
                  <a:lnTo>
                    <a:pt x="3976" y="3118"/>
                  </a:lnTo>
                  <a:lnTo>
                    <a:pt x="3851" y="3014"/>
                  </a:lnTo>
                  <a:lnTo>
                    <a:pt x="3851" y="2909"/>
                  </a:lnTo>
                  <a:lnTo>
                    <a:pt x="3872" y="2867"/>
                  </a:lnTo>
                  <a:lnTo>
                    <a:pt x="3872" y="2784"/>
                  </a:lnTo>
                  <a:lnTo>
                    <a:pt x="3934" y="2658"/>
                  </a:lnTo>
                  <a:lnTo>
                    <a:pt x="3914" y="2554"/>
                  </a:lnTo>
                  <a:lnTo>
                    <a:pt x="3809" y="2386"/>
                  </a:lnTo>
                  <a:lnTo>
                    <a:pt x="3558" y="1968"/>
                  </a:lnTo>
                  <a:lnTo>
                    <a:pt x="3411" y="1968"/>
                  </a:lnTo>
                  <a:lnTo>
                    <a:pt x="3411" y="1926"/>
                  </a:lnTo>
                  <a:lnTo>
                    <a:pt x="3495" y="1737"/>
                  </a:lnTo>
                  <a:lnTo>
                    <a:pt x="3516" y="1549"/>
                  </a:lnTo>
                  <a:lnTo>
                    <a:pt x="3495" y="1445"/>
                  </a:lnTo>
                  <a:lnTo>
                    <a:pt x="3516" y="1319"/>
                  </a:lnTo>
                  <a:lnTo>
                    <a:pt x="3704" y="1047"/>
                  </a:lnTo>
                  <a:lnTo>
                    <a:pt x="3767" y="984"/>
                  </a:lnTo>
                  <a:lnTo>
                    <a:pt x="3872" y="838"/>
                  </a:lnTo>
                  <a:lnTo>
                    <a:pt x="3976" y="817"/>
                  </a:lnTo>
                  <a:lnTo>
                    <a:pt x="4039" y="775"/>
                  </a:lnTo>
                  <a:lnTo>
                    <a:pt x="4186" y="503"/>
                  </a:lnTo>
                  <a:lnTo>
                    <a:pt x="4499" y="377"/>
                  </a:lnTo>
                  <a:lnTo>
                    <a:pt x="4541" y="357"/>
                  </a:lnTo>
                  <a:lnTo>
                    <a:pt x="4604" y="357"/>
                  </a:lnTo>
                  <a:lnTo>
                    <a:pt x="4667" y="294"/>
                  </a:lnTo>
                  <a:lnTo>
                    <a:pt x="4688" y="210"/>
                  </a:lnTo>
                  <a:lnTo>
                    <a:pt x="4646" y="147"/>
                  </a:lnTo>
                  <a:lnTo>
                    <a:pt x="4437" y="43"/>
                  </a:lnTo>
                  <a:lnTo>
                    <a:pt x="435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38"/>
            <p:cNvSpPr/>
            <p:nvPr/>
          </p:nvSpPr>
          <p:spPr>
            <a:xfrm>
              <a:off x="3195231" y="3136533"/>
              <a:ext cx="40867" cy="42852"/>
            </a:xfrm>
            <a:custGeom>
              <a:rect b="b" l="l" r="r" t="t"/>
              <a:pathLst>
                <a:path extrusionOk="0" h="3768" w="3432">
                  <a:moveTo>
                    <a:pt x="1193" y="1"/>
                  </a:moveTo>
                  <a:lnTo>
                    <a:pt x="1172" y="168"/>
                  </a:lnTo>
                  <a:lnTo>
                    <a:pt x="1025" y="168"/>
                  </a:lnTo>
                  <a:lnTo>
                    <a:pt x="732" y="336"/>
                  </a:lnTo>
                  <a:lnTo>
                    <a:pt x="607" y="377"/>
                  </a:lnTo>
                  <a:lnTo>
                    <a:pt x="440" y="440"/>
                  </a:lnTo>
                  <a:lnTo>
                    <a:pt x="523" y="587"/>
                  </a:lnTo>
                  <a:lnTo>
                    <a:pt x="523" y="649"/>
                  </a:lnTo>
                  <a:lnTo>
                    <a:pt x="565" y="733"/>
                  </a:lnTo>
                  <a:lnTo>
                    <a:pt x="544" y="901"/>
                  </a:lnTo>
                  <a:lnTo>
                    <a:pt x="335" y="1131"/>
                  </a:lnTo>
                  <a:lnTo>
                    <a:pt x="314" y="1235"/>
                  </a:lnTo>
                  <a:lnTo>
                    <a:pt x="356" y="1277"/>
                  </a:lnTo>
                  <a:lnTo>
                    <a:pt x="251" y="1445"/>
                  </a:lnTo>
                  <a:lnTo>
                    <a:pt x="126" y="1465"/>
                  </a:lnTo>
                  <a:lnTo>
                    <a:pt x="21" y="1591"/>
                  </a:lnTo>
                  <a:lnTo>
                    <a:pt x="84" y="1696"/>
                  </a:lnTo>
                  <a:lnTo>
                    <a:pt x="126" y="1800"/>
                  </a:lnTo>
                  <a:lnTo>
                    <a:pt x="105" y="1905"/>
                  </a:lnTo>
                  <a:lnTo>
                    <a:pt x="126" y="2072"/>
                  </a:lnTo>
                  <a:lnTo>
                    <a:pt x="84" y="2198"/>
                  </a:lnTo>
                  <a:lnTo>
                    <a:pt x="0" y="2261"/>
                  </a:lnTo>
                  <a:lnTo>
                    <a:pt x="84" y="2323"/>
                  </a:lnTo>
                  <a:lnTo>
                    <a:pt x="209" y="2386"/>
                  </a:lnTo>
                  <a:lnTo>
                    <a:pt x="314" y="2491"/>
                  </a:lnTo>
                  <a:lnTo>
                    <a:pt x="419" y="2574"/>
                  </a:lnTo>
                  <a:lnTo>
                    <a:pt x="440" y="2533"/>
                  </a:lnTo>
                  <a:lnTo>
                    <a:pt x="502" y="2386"/>
                  </a:lnTo>
                  <a:lnTo>
                    <a:pt x="544" y="2323"/>
                  </a:lnTo>
                  <a:lnTo>
                    <a:pt x="628" y="2219"/>
                  </a:lnTo>
                  <a:lnTo>
                    <a:pt x="628" y="2323"/>
                  </a:lnTo>
                  <a:lnTo>
                    <a:pt x="649" y="2428"/>
                  </a:lnTo>
                  <a:lnTo>
                    <a:pt x="649" y="2365"/>
                  </a:lnTo>
                  <a:lnTo>
                    <a:pt x="649" y="2282"/>
                  </a:lnTo>
                  <a:lnTo>
                    <a:pt x="712" y="2282"/>
                  </a:lnTo>
                  <a:lnTo>
                    <a:pt x="732" y="2428"/>
                  </a:lnTo>
                  <a:lnTo>
                    <a:pt x="712" y="2595"/>
                  </a:lnTo>
                  <a:lnTo>
                    <a:pt x="712" y="2700"/>
                  </a:lnTo>
                  <a:lnTo>
                    <a:pt x="649" y="2826"/>
                  </a:lnTo>
                  <a:lnTo>
                    <a:pt x="502" y="2951"/>
                  </a:lnTo>
                  <a:lnTo>
                    <a:pt x="544" y="2993"/>
                  </a:lnTo>
                  <a:lnTo>
                    <a:pt x="607" y="3139"/>
                  </a:lnTo>
                  <a:lnTo>
                    <a:pt x="502" y="3202"/>
                  </a:lnTo>
                  <a:lnTo>
                    <a:pt x="398" y="3328"/>
                  </a:lnTo>
                  <a:lnTo>
                    <a:pt x="419" y="3432"/>
                  </a:lnTo>
                  <a:lnTo>
                    <a:pt x="523" y="3432"/>
                  </a:lnTo>
                  <a:lnTo>
                    <a:pt x="649" y="3370"/>
                  </a:lnTo>
                  <a:lnTo>
                    <a:pt x="712" y="3453"/>
                  </a:lnTo>
                  <a:lnTo>
                    <a:pt x="879" y="3516"/>
                  </a:lnTo>
                  <a:lnTo>
                    <a:pt x="984" y="3537"/>
                  </a:lnTo>
                  <a:lnTo>
                    <a:pt x="1151" y="3767"/>
                  </a:lnTo>
                  <a:lnTo>
                    <a:pt x="1235" y="3767"/>
                  </a:lnTo>
                  <a:lnTo>
                    <a:pt x="1339" y="3662"/>
                  </a:lnTo>
                  <a:lnTo>
                    <a:pt x="1779" y="2721"/>
                  </a:lnTo>
                  <a:lnTo>
                    <a:pt x="1883" y="2637"/>
                  </a:lnTo>
                  <a:lnTo>
                    <a:pt x="2448" y="2470"/>
                  </a:lnTo>
                  <a:lnTo>
                    <a:pt x="2720" y="2282"/>
                  </a:lnTo>
                  <a:lnTo>
                    <a:pt x="3118" y="1905"/>
                  </a:lnTo>
                  <a:lnTo>
                    <a:pt x="3264" y="1549"/>
                  </a:lnTo>
                  <a:lnTo>
                    <a:pt x="3369" y="1549"/>
                  </a:lnTo>
                  <a:lnTo>
                    <a:pt x="3390" y="1486"/>
                  </a:lnTo>
                  <a:lnTo>
                    <a:pt x="3432" y="1361"/>
                  </a:lnTo>
                  <a:lnTo>
                    <a:pt x="3390" y="1235"/>
                  </a:lnTo>
                  <a:lnTo>
                    <a:pt x="3285" y="1026"/>
                  </a:lnTo>
                  <a:lnTo>
                    <a:pt x="3285" y="963"/>
                  </a:lnTo>
                  <a:lnTo>
                    <a:pt x="3264" y="859"/>
                  </a:lnTo>
                  <a:lnTo>
                    <a:pt x="3181" y="817"/>
                  </a:lnTo>
                  <a:lnTo>
                    <a:pt x="3160" y="733"/>
                  </a:lnTo>
                  <a:lnTo>
                    <a:pt x="3055" y="712"/>
                  </a:lnTo>
                  <a:lnTo>
                    <a:pt x="2909" y="629"/>
                  </a:lnTo>
                  <a:lnTo>
                    <a:pt x="2846" y="629"/>
                  </a:lnTo>
                  <a:lnTo>
                    <a:pt x="2762" y="712"/>
                  </a:lnTo>
                  <a:lnTo>
                    <a:pt x="2762" y="817"/>
                  </a:lnTo>
                  <a:lnTo>
                    <a:pt x="2699" y="901"/>
                  </a:lnTo>
                  <a:lnTo>
                    <a:pt x="2511" y="838"/>
                  </a:lnTo>
                  <a:lnTo>
                    <a:pt x="2448" y="796"/>
                  </a:lnTo>
                  <a:lnTo>
                    <a:pt x="2239" y="712"/>
                  </a:lnTo>
                  <a:lnTo>
                    <a:pt x="2072" y="691"/>
                  </a:lnTo>
                  <a:lnTo>
                    <a:pt x="2030" y="608"/>
                  </a:lnTo>
                  <a:lnTo>
                    <a:pt x="2072" y="524"/>
                  </a:lnTo>
                  <a:lnTo>
                    <a:pt x="1925" y="377"/>
                  </a:lnTo>
                  <a:lnTo>
                    <a:pt x="1821" y="377"/>
                  </a:lnTo>
                  <a:lnTo>
                    <a:pt x="1569" y="210"/>
                  </a:lnTo>
                  <a:lnTo>
                    <a:pt x="1381" y="85"/>
                  </a:lnTo>
                  <a:lnTo>
                    <a:pt x="119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38"/>
            <p:cNvSpPr/>
            <p:nvPr/>
          </p:nvSpPr>
          <p:spPr>
            <a:xfrm>
              <a:off x="3192980" y="3146290"/>
              <a:ext cx="88711" cy="124938"/>
            </a:xfrm>
            <a:custGeom>
              <a:rect b="b" l="l" r="r" t="t"/>
              <a:pathLst>
                <a:path extrusionOk="0" h="10986" w="7450">
                  <a:moveTo>
                    <a:pt x="3453" y="1"/>
                  </a:moveTo>
                  <a:lnTo>
                    <a:pt x="3474" y="105"/>
                  </a:lnTo>
                  <a:lnTo>
                    <a:pt x="3474" y="168"/>
                  </a:lnTo>
                  <a:lnTo>
                    <a:pt x="3579" y="377"/>
                  </a:lnTo>
                  <a:lnTo>
                    <a:pt x="3621" y="503"/>
                  </a:lnTo>
                  <a:lnTo>
                    <a:pt x="3579" y="628"/>
                  </a:lnTo>
                  <a:lnTo>
                    <a:pt x="3558" y="691"/>
                  </a:lnTo>
                  <a:lnTo>
                    <a:pt x="3453" y="691"/>
                  </a:lnTo>
                  <a:lnTo>
                    <a:pt x="3307" y="1047"/>
                  </a:lnTo>
                  <a:lnTo>
                    <a:pt x="2909" y="1424"/>
                  </a:lnTo>
                  <a:lnTo>
                    <a:pt x="2637" y="1612"/>
                  </a:lnTo>
                  <a:lnTo>
                    <a:pt x="2072" y="1779"/>
                  </a:lnTo>
                  <a:lnTo>
                    <a:pt x="1968" y="1863"/>
                  </a:lnTo>
                  <a:lnTo>
                    <a:pt x="1528" y="2804"/>
                  </a:lnTo>
                  <a:lnTo>
                    <a:pt x="1424" y="2909"/>
                  </a:lnTo>
                  <a:lnTo>
                    <a:pt x="1340" y="2909"/>
                  </a:lnTo>
                  <a:lnTo>
                    <a:pt x="1173" y="2679"/>
                  </a:lnTo>
                  <a:lnTo>
                    <a:pt x="1068" y="2658"/>
                  </a:lnTo>
                  <a:lnTo>
                    <a:pt x="901" y="2595"/>
                  </a:lnTo>
                  <a:lnTo>
                    <a:pt x="838" y="2512"/>
                  </a:lnTo>
                  <a:lnTo>
                    <a:pt x="712" y="2574"/>
                  </a:lnTo>
                  <a:lnTo>
                    <a:pt x="608" y="2574"/>
                  </a:lnTo>
                  <a:lnTo>
                    <a:pt x="587" y="2470"/>
                  </a:lnTo>
                  <a:lnTo>
                    <a:pt x="691" y="2344"/>
                  </a:lnTo>
                  <a:lnTo>
                    <a:pt x="796" y="2281"/>
                  </a:lnTo>
                  <a:lnTo>
                    <a:pt x="733" y="2135"/>
                  </a:lnTo>
                  <a:lnTo>
                    <a:pt x="691" y="2093"/>
                  </a:lnTo>
                  <a:lnTo>
                    <a:pt x="398" y="2240"/>
                  </a:lnTo>
                  <a:lnTo>
                    <a:pt x="294" y="2344"/>
                  </a:lnTo>
                  <a:lnTo>
                    <a:pt x="105" y="2512"/>
                  </a:lnTo>
                  <a:lnTo>
                    <a:pt x="64" y="2679"/>
                  </a:lnTo>
                  <a:lnTo>
                    <a:pt x="1" y="2784"/>
                  </a:lnTo>
                  <a:lnTo>
                    <a:pt x="22" y="2825"/>
                  </a:lnTo>
                  <a:lnTo>
                    <a:pt x="105" y="2909"/>
                  </a:lnTo>
                  <a:lnTo>
                    <a:pt x="126" y="2993"/>
                  </a:lnTo>
                  <a:lnTo>
                    <a:pt x="64" y="3035"/>
                  </a:lnTo>
                  <a:lnTo>
                    <a:pt x="64" y="3097"/>
                  </a:lnTo>
                  <a:lnTo>
                    <a:pt x="189" y="3202"/>
                  </a:lnTo>
                  <a:lnTo>
                    <a:pt x="273" y="3348"/>
                  </a:lnTo>
                  <a:lnTo>
                    <a:pt x="231" y="3495"/>
                  </a:lnTo>
                  <a:lnTo>
                    <a:pt x="168" y="3495"/>
                  </a:lnTo>
                  <a:lnTo>
                    <a:pt x="85" y="3516"/>
                  </a:lnTo>
                  <a:lnTo>
                    <a:pt x="22" y="3621"/>
                  </a:lnTo>
                  <a:lnTo>
                    <a:pt x="126" y="3704"/>
                  </a:lnTo>
                  <a:lnTo>
                    <a:pt x="231" y="3746"/>
                  </a:lnTo>
                  <a:lnTo>
                    <a:pt x="419" y="3872"/>
                  </a:lnTo>
                  <a:lnTo>
                    <a:pt x="587" y="3913"/>
                  </a:lnTo>
                  <a:lnTo>
                    <a:pt x="817" y="4060"/>
                  </a:lnTo>
                  <a:lnTo>
                    <a:pt x="921" y="4081"/>
                  </a:lnTo>
                  <a:lnTo>
                    <a:pt x="963" y="4185"/>
                  </a:lnTo>
                  <a:lnTo>
                    <a:pt x="1068" y="4374"/>
                  </a:lnTo>
                  <a:lnTo>
                    <a:pt x="1110" y="4541"/>
                  </a:lnTo>
                  <a:lnTo>
                    <a:pt x="1173" y="4667"/>
                  </a:lnTo>
                  <a:lnTo>
                    <a:pt x="1424" y="4771"/>
                  </a:lnTo>
                  <a:lnTo>
                    <a:pt x="1486" y="4960"/>
                  </a:lnTo>
                  <a:lnTo>
                    <a:pt x="1549" y="5106"/>
                  </a:lnTo>
                  <a:lnTo>
                    <a:pt x="1591" y="5211"/>
                  </a:lnTo>
                  <a:lnTo>
                    <a:pt x="1633" y="5399"/>
                  </a:lnTo>
                  <a:lnTo>
                    <a:pt x="1696" y="5525"/>
                  </a:lnTo>
                  <a:lnTo>
                    <a:pt x="1800" y="5587"/>
                  </a:lnTo>
                  <a:lnTo>
                    <a:pt x="1905" y="5797"/>
                  </a:lnTo>
                  <a:lnTo>
                    <a:pt x="1905" y="5922"/>
                  </a:lnTo>
                  <a:lnTo>
                    <a:pt x="1884" y="5964"/>
                  </a:lnTo>
                  <a:lnTo>
                    <a:pt x="1989" y="6152"/>
                  </a:lnTo>
                  <a:lnTo>
                    <a:pt x="2177" y="6382"/>
                  </a:lnTo>
                  <a:lnTo>
                    <a:pt x="2219" y="6487"/>
                  </a:lnTo>
                  <a:lnTo>
                    <a:pt x="2198" y="6592"/>
                  </a:lnTo>
                  <a:lnTo>
                    <a:pt x="2219" y="6675"/>
                  </a:lnTo>
                  <a:lnTo>
                    <a:pt x="2302" y="6696"/>
                  </a:lnTo>
                  <a:lnTo>
                    <a:pt x="2491" y="6885"/>
                  </a:lnTo>
                  <a:lnTo>
                    <a:pt x="2533" y="6989"/>
                  </a:lnTo>
                  <a:lnTo>
                    <a:pt x="2574" y="7157"/>
                  </a:lnTo>
                  <a:lnTo>
                    <a:pt x="2616" y="7219"/>
                  </a:lnTo>
                  <a:lnTo>
                    <a:pt x="2784" y="7282"/>
                  </a:lnTo>
                  <a:lnTo>
                    <a:pt x="2805" y="7408"/>
                  </a:lnTo>
                  <a:lnTo>
                    <a:pt x="2951" y="7680"/>
                  </a:lnTo>
                  <a:lnTo>
                    <a:pt x="3014" y="7805"/>
                  </a:lnTo>
                  <a:lnTo>
                    <a:pt x="3202" y="8056"/>
                  </a:lnTo>
                  <a:lnTo>
                    <a:pt x="3202" y="8203"/>
                  </a:lnTo>
                  <a:lnTo>
                    <a:pt x="3139" y="8203"/>
                  </a:lnTo>
                  <a:lnTo>
                    <a:pt x="3098" y="8161"/>
                  </a:lnTo>
                  <a:lnTo>
                    <a:pt x="3098" y="8224"/>
                  </a:lnTo>
                  <a:lnTo>
                    <a:pt x="3118" y="8328"/>
                  </a:lnTo>
                  <a:lnTo>
                    <a:pt x="3118" y="8412"/>
                  </a:lnTo>
                  <a:lnTo>
                    <a:pt x="3160" y="8412"/>
                  </a:lnTo>
                  <a:lnTo>
                    <a:pt x="3244" y="8454"/>
                  </a:lnTo>
                  <a:lnTo>
                    <a:pt x="3265" y="8538"/>
                  </a:lnTo>
                  <a:lnTo>
                    <a:pt x="3244" y="8579"/>
                  </a:lnTo>
                  <a:lnTo>
                    <a:pt x="3432" y="8726"/>
                  </a:lnTo>
                  <a:lnTo>
                    <a:pt x="3621" y="8789"/>
                  </a:lnTo>
                  <a:lnTo>
                    <a:pt x="3642" y="8872"/>
                  </a:lnTo>
                  <a:lnTo>
                    <a:pt x="3725" y="8977"/>
                  </a:lnTo>
                  <a:lnTo>
                    <a:pt x="3830" y="8998"/>
                  </a:lnTo>
                  <a:lnTo>
                    <a:pt x="3872" y="9061"/>
                  </a:lnTo>
                  <a:lnTo>
                    <a:pt x="3893" y="9165"/>
                  </a:lnTo>
                  <a:lnTo>
                    <a:pt x="3976" y="9207"/>
                  </a:lnTo>
                  <a:lnTo>
                    <a:pt x="4165" y="9186"/>
                  </a:lnTo>
                  <a:lnTo>
                    <a:pt x="4206" y="9144"/>
                  </a:lnTo>
                  <a:lnTo>
                    <a:pt x="4186" y="9207"/>
                  </a:lnTo>
                  <a:lnTo>
                    <a:pt x="4269" y="9354"/>
                  </a:lnTo>
                  <a:lnTo>
                    <a:pt x="4458" y="9416"/>
                  </a:lnTo>
                  <a:lnTo>
                    <a:pt x="4562" y="9500"/>
                  </a:lnTo>
                  <a:lnTo>
                    <a:pt x="4562" y="9605"/>
                  </a:lnTo>
                  <a:lnTo>
                    <a:pt x="4667" y="9667"/>
                  </a:lnTo>
                  <a:lnTo>
                    <a:pt x="4792" y="9709"/>
                  </a:lnTo>
                  <a:lnTo>
                    <a:pt x="4834" y="9688"/>
                  </a:lnTo>
                  <a:lnTo>
                    <a:pt x="4939" y="9709"/>
                  </a:lnTo>
                  <a:lnTo>
                    <a:pt x="5148" y="9835"/>
                  </a:lnTo>
                  <a:lnTo>
                    <a:pt x="5315" y="9919"/>
                  </a:lnTo>
                  <a:lnTo>
                    <a:pt x="5420" y="9919"/>
                  </a:lnTo>
                  <a:lnTo>
                    <a:pt x="5462" y="9939"/>
                  </a:lnTo>
                  <a:lnTo>
                    <a:pt x="5504" y="10023"/>
                  </a:lnTo>
                  <a:lnTo>
                    <a:pt x="5650" y="10128"/>
                  </a:lnTo>
                  <a:lnTo>
                    <a:pt x="5755" y="10191"/>
                  </a:lnTo>
                  <a:lnTo>
                    <a:pt x="5859" y="10316"/>
                  </a:lnTo>
                  <a:lnTo>
                    <a:pt x="5943" y="10337"/>
                  </a:lnTo>
                  <a:lnTo>
                    <a:pt x="5985" y="10421"/>
                  </a:lnTo>
                  <a:lnTo>
                    <a:pt x="5964" y="10463"/>
                  </a:lnTo>
                  <a:lnTo>
                    <a:pt x="5964" y="10546"/>
                  </a:lnTo>
                  <a:lnTo>
                    <a:pt x="6090" y="10567"/>
                  </a:lnTo>
                  <a:lnTo>
                    <a:pt x="6236" y="10630"/>
                  </a:lnTo>
                  <a:lnTo>
                    <a:pt x="6403" y="10776"/>
                  </a:lnTo>
                  <a:lnTo>
                    <a:pt x="6550" y="10944"/>
                  </a:lnTo>
                  <a:lnTo>
                    <a:pt x="6655" y="10965"/>
                  </a:lnTo>
                  <a:lnTo>
                    <a:pt x="6675" y="10986"/>
                  </a:lnTo>
                  <a:lnTo>
                    <a:pt x="6801" y="10923"/>
                  </a:lnTo>
                  <a:lnTo>
                    <a:pt x="6927" y="10839"/>
                  </a:lnTo>
                  <a:lnTo>
                    <a:pt x="7010" y="10839"/>
                  </a:lnTo>
                  <a:lnTo>
                    <a:pt x="7115" y="10776"/>
                  </a:lnTo>
                  <a:lnTo>
                    <a:pt x="7178" y="10672"/>
                  </a:lnTo>
                  <a:lnTo>
                    <a:pt x="7073" y="10567"/>
                  </a:lnTo>
                  <a:lnTo>
                    <a:pt x="7094" y="10463"/>
                  </a:lnTo>
                  <a:lnTo>
                    <a:pt x="7136" y="10400"/>
                  </a:lnTo>
                  <a:lnTo>
                    <a:pt x="7240" y="10421"/>
                  </a:lnTo>
                  <a:lnTo>
                    <a:pt x="7219" y="10337"/>
                  </a:lnTo>
                  <a:lnTo>
                    <a:pt x="7136" y="10316"/>
                  </a:lnTo>
                  <a:lnTo>
                    <a:pt x="7094" y="10253"/>
                  </a:lnTo>
                  <a:lnTo>
                    <a:pt x="7199" y="10086"/>
                  </a:lnTo>
                  <a:lnTo>
                    <a:pt x="7324" y="10002"/>
                  </a:lnTo>
                  <a:lnTo>
                    <a:pt x="7429" y="9835"/>
                  </a:lnTo>
                  <a:lnTo>
                    <a:pt x="7450" y="9709"/>
                  </a:lnTo>
                  <a:lnTo>
                    <a:pt x="7282" y="9312"/>
                  </a:lnTo>
                  <a:lnTo>
                    <a:pt x="7324" y="9207"/>
                  </a:lnTo>
                  <a:lnTo>
                    <a:pt x="7324" y="9082"/>
                  </a:lnTo>
                  <a:lnTo>
                    <a:pt x="7303" y="8998"/>
                  </a:lnTo>
                  <a:lnTo>
                    <a:pt x="7282" y="8872"/>
                  </a:lnTo>
                  <a:lnTo>
                    <a:pt x="7324" y="8789"/>
                  </a:lnTo>
                  <a:lnTo>
                    <a:pt x="7387" y="8621"/>
                  </a:lnTo>
                  <a:lnTo>
                    <a:pt x="7345" y="8245"/>
                  </a:lnTo>
                  <a:lnTo>
                    <a:pt x="7303" y="8098"/>
                  </a:lnTo>
                  <a:lnTo>
                    <a:pt x="7387" y="7910"/>
                  </a:lnTo>
                  <a:lnTo>
                    <a:pt x="7387" y="7491"/>
                  </a:lnTo>
                  <a:lnTo>
                    <a:pt x="7450" y="7324"/>
                  </a:lnTo>
                  <a:lnTo>
                    <a:pt x="7450" y="7261"/>
                  </a:lnTo>
                  <a:lnTo>
                    <a:pt x="6927" y="6487"/>
                  </a:lnTo>
                  <a:lnTo>
                    <a:pt x="6906" y="6487"/>
                  </a:lnTo>
                  <a:lnTo>
                    <a:pt x="6864" y="6466"/>
                  </a:lnTo>
                  <a:lnTo>
                    <a:pt x="6675" y="6466"/>
                  </a:lnTo>
                  <a:lnTo>
                    <a:pt x="6571" y="6529"/>
                  </a:lnTo>
                  <a:lnTo>
                    <a:pt x="6445" y="6529"/>
                  </a:lnTo>
                  <a:lnTo>
                    <a:pt x="6383" y="6466"/>
                  </a:lnTo>
                  <a:lnTo>
                    <a:pt x="6362" y="6341"/>
                  </a:lnTo>
                  <a:lnTo>
                    <a:pt x="6341" y="6006"/>
                  </a:lnTo>
                  <a:lnTo>
                    <a:pt x="6341" y="5797"/>
                  </a:lnTo>
                  <a:lnTo>
                    <a:pt x="6383" y="5734"/>
                  </a:lnTo>
                  <a:lnTo>
                    <a:pt x="6403" y="5608"/>
                  </a:lnTo>
                  <a:lnTo>
                    <a:pt x="6362" y="5545"/>
                  </a:lnTo>
                  <a:lnTo>
                    <a:pt x="6152" y="5650"/>
                  </a:lnTo>
                  <a:lnTo>
                    <a:pt x="5922" y="5901"/>
                  </a:lnTo>
                  <a:lnTo>
                    <a:pt x="5608" y="5859"/>
                  </a:lnTo>
                  <a:lnTo>
                    <a:pt x="5357" y="5859"/>
                  </a:lnTo>
                  <a:lnTo>
                    <a:pt x="5315" y="5713"/>
                  </a:lnTo>
                  <a:lnTo>
                    <a:pt x="5211" y="5525"/>
                  </a:lnTo>
                  <a:lnTo>
                    <a:pt x="5023" y="5483"/>
                  </a:lnTo>
                  <a:lnTo>
                    <a:pt x="4688" y="5525"/>
                  </a:lnTo>
                  <a:lnTo>
                    <a:pt x="4813" y="5336"/>
                  </a:lnTo>
                  <a:lnTo>
                    <a:pt x="4520" y="4876"/>
                  </a:lnTo>
                  <a:lnTo>
                    <a:pt x="4374" y="4709"/>
                  </a:lnTo>
                  <a:lnTo>
                    <a:pt x="4395" y="4646"/>
                  </a:lnTo>
                  <a:lnTo>
                    <a:pt x="4374" y="4541"/>
                  </a:lnTo>
                  <a:lnTo>
                    <a:pt x="4416" y="4437"/>
                  </a:lnTo>
                  <a:lnTo>
                    <a:pt x="4416" y="4290"/>
                  </a:lnTo>
                  <a:lnTo>
                    <a:pt x="4395" y="4227"/>
                  </a:lnTo>
                  <a:lnTo>
                    <a:pt x="4458" y="4165"/>
                  </a:lnTo>
                  <a:lnTo>
                    <a:pt x="4458" y="4039"/>
                  </a:lnTo>
                  <a:lnTo>
                    <a:pt x="4625" y="3934"/>
                  </a:lnTo>
                  <a:lnTo>
                    <a:pt x="4709" y="3955"/>
                  </a:lnTo>
                  <a:lnTo>
                    <a:pt x="4792" y="3851"/>
                  </a:lnTo>
                  <a:lnTo>
                    <a:pt x="4730" y="3746"/>
                  </a:lnTo>
                  <a:lnTo>
                    <a:pt x="4688" y="3558"/>
                  </a:lnTo>
                  <a:lnTo>
                    <a:pt x="4834" y="3411"/>
                  </a:lnTo>
                  <a:lnTo>
                    <a:pt x="4813" y="3307"/>
                  </a:lnTo>
                  <a:lnTo>
                    <a:pt x="4897" y="3223"/>
                  </a:lnTo>
                  <a:lnTo>
                    <a:pt x="4876" y="3076"/>
                  </a:lnTo>
                  <a:lnTo>
                    <a:pt x="4981" y="3014"/>
                  </a:lnTo>
                  <a:lnTo>
                    <a:pt x="5106" y="2930"/>
                  </a:lnTo>
                  <a:lnTo>
                    <a:pt x="5232" y="2825"/>
                  </a:lnTo>
                  <a:lnTo>
                    <a:pt x="5295" y="2804"/>
                  </a:lnTo>
                  <a:lnTo>
                    <a:pt x="5357" y="2721"/>
                  </a:lnTo>
                  <a:lnTo>
                    <a:pt x="5650" y="2679"/>
                  </a:lnTo>
                  <a:lnTo>
                    <a:pt x="6069" y="2553"/>
                  </a:lnTo>
                  <a:lnTo>
                    <a:pt x="6090" y="2449"/>
                  </a:lnTo>
                  <a:lnTo>
                    <a:pt x="6152" y="2470"/>
                  </a:lnTo>
                  <a:lnTo>
                    <a:pt x="6299" y="2470"/>
                  </a:lnTo>
                  <a:lnTo>
                    <a:pt x="6445" y="2553"/>
                  </a:lnTo>
                  <a:lnTo>
                    <a:pt x="6445" y="2574"/>
                  </a:lnTo>
                  <a:lnTo>
                    <a:pt x="6550" y="2595"/>
                  </a:lnTo>
                  <a:lnTo>
                    <a:pt x="6592" y="2512"/>
                  </a:lnTo>
                  <a:lnTo>
                    <a:pt x="6592" y="2470"/>
                  </a:lnTo>
                  <a:lnTo>
                    <a:pt x="6571" y="2344"/>
                  </a:lnTo>
                  <a:lnTo>
                    <a:pt x="6466" y="2260"/>
                  </a:lnTo>
                  <a:lnTo>
                    <a:pt x="6341" y="2260"/>
                  </a:lnTo>
                  <a:lnTo>
                    <a:pt x="6194" y="2281"/>
                  </a:lnTo>
                  <a:lnTo>
                    <a:pt x="6173" y="2198"/>
                  </a:lnTo>
                  <a:lnTo>
                    <a:pt x="6550" y="1570"/>
                  </a:lnTo>
                  <a:lnTo>
                    <a:pt x="6550" y="1507"/>
                  </a:lnTo>
                  <a:lnTo>
                    <a:pt x="6445" y="1528"/>
                  </a:lnTo>
                  <a:lnTo>
                    <a:pt x="6362" y="1444"/>
                  </a:lnTo>
                  <a:lnTo>
                    <a:pt x="6257" y="1403"/>
                  </a:lnTo>
                  <a:lnTo>
                    <a:pt x="6173" y="1403"/>
                  </a:lnTo>
                  <a:lnTo>
                    <a:pt x="6131" y="1319"/>
                  </a:lnTo>
                  <a:lnTo>
                    <a:pt x="6027" y="1319"/>
                  </a:lnTo>
                  <a:lnTo>
                    <a:pt x="5839" y="1424"/>
                  </a:lnTo>
                  <a:lnTo>
                    <a:pt x="5671" y="1340"/>
                  </a:lnTo>
                  <a:lnTo>
                    <a:pt x="5525" y="1319"/>
                  </a:lnTo>
                  <a:lnTo>
                    <a:pt x="5336" y="1403"/>
                  </a:lnTo>
                  <a:lnTo>
                    <a:pt x="5295" y="1444"/>
                  </a:lnTo>
                  <a:lnTo>
                    <a:pt x="5148" y="1444"/>
                  </a:lnTo>
                  <a:lnTo>
                    <a:pt x="5043" y="1424"/>
                  </a:lnTo>
                  <a:lnTo>
                    <a:pt x="4918" y="1444"/>
                  </a:lnTo>
                  <a:lnTo>
                    <a:pt x="4813" y="1424"/>
                  </a:lnTo>
                  <a:lnTo>
                    <a:pt x="4792" y="1340"/>
                  </a:lnTo>
                  <a:lnTo>
                    <a:pt x="4813" y="1256"/>
                  </a:lnTo>
                  <a:lnTo>
                    <a:pt x="4792" y="1131"/>
                  </a:lnTo>
                  <a:lnTo>
                    <a:pt x="4688" y="1089"/>
                  </a:lnTo>
                  <a:lnTo>
                    <a:pt x="4625" y="1089"/>
                  </a:lnTo>
                  <a:lnTo>
                    <a:pt x="4625" y="921"/>
                  </a:lnTo>
                  <a:lnTo>
                    <a:pt x="4520" y="775"/>
                  </a:lnTo>
                  <a:lnTo>
                    <a:pt x="4269" y="670"/>
                  </a:lnTo>
                  <a:lnTo>
                    <a:pt x="4186" y="670"/>
                  </a:lnTo>
                  <a:lnTo>
                    <a:pt x="4081" y="482"/>
                  </a:lnTo>
                  <a:lnTo>
                    <a:pt x="4081" y="377"/>
                  </a:lnTo>
                  <a:lnTo>
                    <a:pt x="3934" y="210"/>
                  </a:lnTo>
                  <a:lnTo>
                    <a:pt x="3893" y="168"/>
                  </a:lnTo>
                  <a:lnTo>
                    <a:pt x="3767" y="147"/>
                  </a:lnTo>
                  <a:lnTo>
                    <a:pt x="3558" y="84"/>
                  </a:lnTo>
                  <a:lnTo>
                    <a:pt x="351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38"/>
            <p:cNvSpPr/>
            <p:nvPr/>
          </p:nvSpPr>
          <p:spPr>
            <a:xfrm>
              <a:off x="3275452" y="3211250"/>
              <a:ext cx="85722" cy="91389"/>
            </a:xfrm>
            <a:custGeom>
              <a:rect b="b" l="l" r="r" t="t"/>
              <a:pathLst>
                <a:path extrusionOk="0" h="8036" w="7199">
                  <a:moveTo>
                    <a:pt x="1967" y="1"/>
                  </a:moveTo>
                  <a:lnTo>
                    <a:pt x="1779" y="85"/>
                  </a:lnTo>
                  <a:lnTo>
                    <a:pt x="1612" y="126"/>
                  </a:lnTo>
                  <a:lnTo>
                    <a:pt x="1319" y="294"/>
                  </a:lnTo>
                  <a:lnTo>
                    <a:pt x="1235" y="545"/>
                  </a:lnTo>
                  <a:lnTo>
                    <a:pt x="1047" y="608"/>
                  </a:lnTo>
                  <a:lnTo>
                    <a:pt x="921" y="608"/>
                  </a:lnTo>
                  <a:lnTo>
                    <a:pt x="796" y="712"/>
                  </a:lnTo>
                  <a:lnTo>
                    <a:pt x="712" y="712"/>
                  </a:lnTo>
                  <a:lnTo>
                    <a:pt x="524" y="775"/>
                  </a:lnTo>
                  <a:lnTo>
                    <a:pt x="1" y="775"/>
                  </a:lnTo>
                  <a:lnTo>
                    <a:pt x="524" y="1549"/>
                  </a:lnTo>
                  <a:lnTo>
                    <a:pt x="524" y="1612"/>
                  </a:lnTo>
                  <a:lnTo>
                    <a:pt x="461" y="1779"/>
                  </a:lnTo>
                  <a:lnTo>
                    <a:pt x="461" y="2198"/>
                  </a:lnTo>
                  <a:lnTo>
                    <a:pt x="377" y="2386"/>
                  </a:lnTo>
                  <a:lnTo>
                    <a:pt x="419" y="2533"/>
                  </a:lnTo>
                  <a:lnTo>
                    <a:pt x="461" y="2909"/>
                  </a:lnTo>
                  <a:lnTo>
                    <a:pt x="398" y="3077"/>
                  </a:lnTo>
                  <a:lnTo>
                    <a:pt x="356" y="3160"/>
                  </a:lnTo>
                  <a:lnTo>
                    <a:pt x="377" y="3286"/>
                  </a:lnTo>
                  <a:lnTo>
                    <a:pt x="398" y="3370"/>
                  </a:lnTo>
                  <a:lnTo>
                    <a:pt x="398" y="3495"/>
                  </a:lnTo>
                  <a:lnTo>
                    <a:pt x="356" y="3600"/>
                  </a:lnTo>
                  <a:lnTo>
                    <a:pt x="524" y="3997"/>
                  </a:lnTo>
                  <a:lnTo>
                    <a:pt x="503" y="4123"/>
                  </a:lnTo>
                  <a:lnTo>
                    <a:pt x="398" y="4290"/>
                  </a:lnTo>
                  <a:lnTo>
                    <a:pt x="273" y="4374"/>
                  </a:lnTo>
                  <a:lnTo>
                    <a:pt x="168" y="4541"/>
                  </a:lnTo>
                  <a:lnTo>
                    <a:pt x="210" y="4604"/>
                  </a:lnTo>
                  <a:lnTo>
                    <a:pt x="293" y="4625"/>
                  </a:lnTo>
                  <a:lnTo>
                    <a:pt x="314" y="4709"/>
                  </a:lnTo>
                  <a:lnTo>
                    <a:pt x="356" y="4709"/>
                  </a:lnTo>
                  <a:lnTo>
                    <a:pt x="356" y="4834"/>
                  </a:lnTo>
                  <a:lnTo>
                    <a:pt x="482" y="4939"/>
                  </a:lnTo>
                  <a:lnTo>
                    <a:pt x="524" y="5002"/>
                  </a:lnTo>
                  <a:lnTo>
                    <a:pt x="565" y="5127"/>
                  </a:lnTo>
                  <a:lnTo>
                    <a:pt x="524" y="5232"/>
                  </a:lnTo>
                  <a:lnTo>
                    <a:pt x="524" y="5274"/>
                  </a:lnTo>
                  <a:lnTo>
                    <a:pt x="586" y="5483"/>
                  </a:lnTo>
                  <a:lnTo>
                    <a:pt x="670" y="5629"/>
                  </a:lnTo>
                  <a:lnTo>
                    <a:pt x="921" y="5839"/>
                  </a:lnTo>
                  <a:lnTo>
                    <a:pt x="942" y="5901"/>
                  </a:lnTo>
                  <a:lnTo>
                    <a:pt x="879" y="6090"/>
                  </a:lnTo>
                  <a:lnTo>
                    <a:pt x="921" y="6194"/>
                  </a:lnTo>
                  <a:lnTo>
                    <a:pt x="775" y="6508"/>
                  </a:lnTo>
                  <a:lnTo>
                    <a:pt x="879" y="6613"/>
                  </a:lnTo>
                  <a:lnTo>
                    <a:pt x="1130" y="6885"/>
                  </a:lnTo>
                  <a:lnTo>
                    <a:pt x="1570" y="8036"/>
                  </a:lnTo>
                  <a:lnTo>
                    <a:pt x="1737" y="8036"/>
                  </a:lnTo>
                  <a:lnTo>
                    <a:pt x="1758" y="7952"/>
                  </a:lnTo>
                  <a:lnTo>
                    <a:pt x="1863" y="7931"/>
                  </a:lnTo>
                  <a:lnTo>
                    <a:pt x="1863" y="7952"/>
                  </a:lnTo>
                  <a:lnTo>
                    <a:pt x="1946" y="7847"/>
                  </a:lnTo>
                  <a:lnTo>
                    <a:pt x="2051" y="7638"/>
                  </a:lnTo>
                  <a:lnTo>
                    <a:pt x="2260" y="7408"/>
                  </a:lnTo>
                  <a:lnTo>
                    <a:pt x="2407" y="7345"/>
                  </a:lnTo>
                  <a:lnTo>
                    <a:pt x="2553" y="7471"/>
                  </a:lnTo>
                  <a:lnTo>
                    <a:pt x="2721" y="7450"/>
                  </a:lnTo>
                  <a:lnTo>
                    <a:pt x="2804" y="7429"/>
                  </a:lnTo>
                  <a:lnTo>
                    <a:pt x="2930" y="7471"/>
                  </a:lnTo>
                  <a:lnTo>
                    <a:pt x="3139" y="7429"/>
                  </a:lnTo>
                  <a:lnTo>
                    <a:pt x="3244" y="7450"/>
                  </a:lnTo>
                  <a:lnTo>
                    <a:pt x="3286" y="7575"/>
                  </a:lnTo>
                  <a:lnTo>
                    <a:pt x="3348" y="7847"/>
                  </a:lnTo>
                  <a:lnTo>
                    <a:pt x="3411" y="7889"/>
                  </a:lnTo>
                  <a:lnTo>
                    <a:pt x="3453" y="7847"/>
                  </a:lnTo>
                  <a:lnTo>
                    <a:pt x="3453" y="7743"/>
                  </a:lnTo>
                  <a:lnTo>
                    <a:pt x="3516" y="7617"/>
                  </a:lnTo>
                  <a:lnTo>
                    <a:pt x="3516" y="7512"/>
                  </a:lnTo>
                  <a:lnTo>
                    <a:pt x="3620" y="7366"/>
                  </a:lnTo>
                  <a:lnTo>
                    <a:pt x="4227" y="7366"/>
                  </a:lnTo>
                  <a:lnTo>
                    <a:pt x="4353" y="7471"/>
                  </a:lnTo>
                  <a:lnTo>
                    <a:pt x="4374" y="7303"/>
                  </a:lnTo>
                  <a:lnTo>
                    <a:pt x="4541" y="6989"/>
                  </a:lnTo>
                  <a:lnTo>
                    <a:pt x="4562" y="6822"/>
                  </a:lnTo>
                  <a:lnTo>
                    <a:pt x="4541" y="6675"/>
                  </a:lnTo>
                  <a:lnTo>
                    <a:pt x="4478" y="6592"/>
                  </a:lnTo>
                  <a:lnTo>
                    <a:pt x="4667" y="6299"/>
                  </a:lnTo>
                  <a:lnTo>
                    <a:pt x="4750" y="6090"/>
                  </a:lnTo>
                  <a:lnTo>
                    <a:pt x="4750" y="5985"/>
                  </a:lnTo>
                  <a:lnTo>
                    <a:pt x="4876" y="5901"/>
                  </a:lnTo>
                  <a:lnTo>
                    <a:pt x="5650" y="5692"/>
                  </a:lnTo>
                  <a:lnTo>
                    <a:pt x="6319" y="5692"/>
                  </a:lnTo>
                  <a:lnTo>
                    <a:pt x="6696" y="5985"/>
                  </a:lnTo>
                  <a:lnTo>
                    <a:pt x="6780" y="5985"/>
                  </a:lnTo>
                  <a:lnTo>
                    <a:pt x="6864" y="6069"/>
                  </a:lnTo>
                  <a:lnTo>
                    <a:pt x="6926" y="5964"/>
                  </a:lnTo>
                  <a:lnTo>
                    <a:pt x="6905" y="5880"/>
                  </a:lnTo>
                  <a:lnTo>
                    <a:pt x="7198" y="5315"/>
                  </a:lnTo>
                  <a:lnTo>
                    <a:pt x="7177" y="5043"/>
                  </a:lnTo>
                  <a:lnTo>
                    <a:pt x="6884" y="4499"/>
                  </a:lnTo>
                  <a:lnTo>
                    <a:pt x="6571" y="4437"/>
                  </a:lnTo>
                  <a:lnTo>
                    <a:pt x="6591" y="4207"/>
                  </a:lnTo>
                  <a:lnTo>
                    <a:pt x="6550" y="3851"/>
                  </a:lnTo>
                  <a:lnTo>
                    <a:pt x="5524" y="3809"/>
                  </a:lnTo>
                  <a:lnTo>
                    <a:pt x="5545" y="3558"/>
                  </a:lnTo>
                  <a:lnTo>
                    <a:pt x="5315" y="3181"/>
                  </a:lnTo>
                  <a:lnTo>
                    <a:pt x="5399" y="3056"/>
                  </a:lnTo>
                  <a:lnTo>
                    <a:pt x="5336" y="2846"/>
                  </a:lnTo>
                  <a:lnTo>
                    <a:pt x="5378" y="2554"/>
                  </a:lnTo>
                  <a:lnTo>
                    <a:pt x="5315" y="2491"/>
                  </a:lnTo>
                  <a:lnTo>
                    <a:pt x="5106" y="2323"/>
                  </a:lnTo>
                  <a:lnTo>
                    <a:pt x="4771" y="2386"/>
                  </a:lnTo>
                  <a:lnTo>
                    <a:pt x="4604" y="2302"/>
                  </a:lnTo>
                  <a:lnTo>
                    <a:pt x="4499" y="2240"/>
                  </a:lnTo>
                  <a:lnTo>
                    <a:pt x="4457" y="2093"/>
                  </a:lnTo>
                  <a:lnTo>
                    <a:pt x="4290" y="2030"/>
                  </a:lnTo>
                  <a:lnTo>
                    <a:pt x="4060" y="1968"/>
                  </a:lnTo>
                  <a:lnTo>
                    <a:pt x="3955" y="1968"/>
                  </a:lnTo>
                  <a:lnTo>
                    <a:pt x="3746" y="1717"/>
                  </a:lnTo>
                  <a:lnTo>
                    <a:pt x="3620" y="1779"/>
                  </a:lnTo>
                  <a:lnTo>
                    <a:pt x="3411" y="1570"/>
                  </a:lnTo>
                  <a:lnTo>
                    <a:pt x="3181" y="1612"/>
                  </a:lnTo>
                  <a:lnTo>
                    <a:pt x="3118" y="1696"/>
                  </a:lnTo>
                  <a:lnTo>
                    <a:pt x="2993" y="1570"/>
                  </a:lnTo>
                  <a:lnTo>
                    <a:pt x="2804" y="1466"/>
                  </a:lnTo>
                  <a:lnTo>
                    <a:pt x="2679" y="1382"/>
                  </a:lnTo>
                  <a:lnTo>
                    <a:pt x="2616" y="1235"/>
                  </a:lnTo>
                  <a:lnTo>
                    <a:pt x="2490" y="1152"/>
                  </a:lnTo>
                  <a:lnTo>
                    <a:pt x="2407" y="942"/>
                  </a:lnTo>
                  <a:lnTo>
                    <a:pt x="2449" y="838"/>
                  </a:lnTo>
                  <a:lnTo>
                    <a:pt x="2386" y="545"/>
                  </a:lnTo>
                  <a:lnTo>
                    <a:pt x="2470" y="398"/>
                  </a:lnTo>
                  <a:lnTo>
                    <a:pt x="2407" y="189"/>
                  </a:lnTo>
                  <a:lnTo>
                    <a:pt x="2407" y="43"/>
                  </a:lnTo>
                  <a:lnTo>
                    <a:pt x="2365" y="1"/>
                  </a:lnTo>
                  <a:lnTo>
                    <a:pt x="2239" y="85"/>
                  </a:lnTo>
                  <a:lnTo>
                    <a:pt x="209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6B65"/>
                </a:solidFill>
              </a:endParaRPr>
            </a:p>
          </p:txBody>
        </p:sp>
        <p:sp>
          <p:nvSpPr>
            <p:cNvPr id="558" name="Google Shape;558;p38"/>
            <p:cNvSpPr/>
            <p:nvPr/>
          </p:nvSpPr>
          <p:spPr>
            <a:xfrm>
              <a:off x="3327273" y="3275982"/>
              <a:ext cx="58811" cy="59262"/>
            </a:xfrm>
            <a:custGeom>
              <a:rect b="b" l="l" r="r" t="t"/>
              <a:pathLst>
                <a:path extrusionOk="0" h="5211" w="4939">
                  <a:moveTo>
                    <a:pt x="1298" y="0"/>
                  </a:moveTo>
                  <a:lnTo>
                    <a:pt x="524" y="209"/>
                  </a:lnTo>
                  <a:lnTo>
                    <a:pt x="398" y="293"/>
                  </a:lnTo>
                  <a:lnTo>
                    <a:pt x="398" y="398"/>
                  </a:lnTo>
                  <a:lnTo>
                    <a:pt x="315" y="607"/>
                  </a:lnTo>
                  <a:lnTo>
                    <a:pt x="126" y="900"/>
                  </a:lnTo>
                  <a:lnTo>
                    <a:pt x="189" y="983"/>
                  </a:lnTo>
                  <a:lnTo>
                    <a:pt x="210" y="1130"/>
                  </a:lnTo>
                  <a:lnTo>
                    <a:pt x="189" y="1297"/>
                  </a:lnTo>
                  <a:lnTo>
                    <a:pt x="22" y="1611"/>
                  </a:lnTo>
                  <a:lnTo>
                    <a:pt x="1" y="1779"/>
                  </a:lnTo>
                  <a:lnTo>
                    <a:pt x="1" y="1820"/>
                  </a:lnTo>
                  <a:lnTo>
                    <a:pt x="126" y="1946"/>
                  </a:lnTo>
                  <a:lnTo>
                    <a:pt x="231" y="1967"/>
                  </a:lnTo>
                  <a:lnTo>
                    <a:pt x="398" y="2239"/>
                  </a:lnTo>
                  <a:lnTo>
                    <a:pt x="754" y="2595"/>
                  </a:lnTo>
                  <a:lnTo>
                    <a:pt x="879" y="2595"/>
                  </a:lnTo>
                  <a:lnTo>
                    <a:pt x="1026" y="2720"/>
                  </a:lnTo>
                  <a:lnTo>
                    <a:pt x="1131" y="2888"/>
                  </a:lnTo>
                  <a:lnTo>
                    <a:pt x="1465" y="2971"/>
                  </a:lnTo>
                  <a:lnTo>
                    <a:pt x="1695" y="3097"/>
                  </a:lnTo>
                  <a:lnTo>
                    <a:pt x="1800" y="3097"/>
                  </a:lnTo>
                  <a:lnTo>
                    <a:pt x="2030" y="3327"/>
                  </a:lnTo>
                  <a:lnTo>
                    <a:pt x="2302" y="3452"/>
                  </a:lnTo>
                  <a:lnTo>
                    <a:pt x="2637" y="3515"/>
                  </a:lnTo>
                  <a:lnTo>
                    <a:pt x="2804" y="3641"/>
                  </a:lnTo>
                  <a:lnTo>
                    <a:pt x="2951" y="3808"/>
                  </a:lnTo>
                  <a:lnTo>
                    <a:pt x="3035" y="3934"/>
                  </a:lnTo>
                  <a:lnTo>
                    <a:pt x="2972" y="4059"/>
                  </a:lnTo>
                  <a:lnTo>
                    <a:pt x="2909" y="4185"/>
                  </a:lnTo>
                  <a:lnTo>
                    <a:pt x="2804" y="4269"/>
                  </a:lnTo>
                  <a:lnTo>
                    <a:pt x="2742" y="4373"/>
                  </a:lnTo>
                  <a:lnTo>
                    <a:pt x="2763" y="4478"/>
                  </a:lnTo>
                  <a:lnTo>
                    <a:pt x="2700" y="4708"/>
                  </a:lnTo>
                  <a:lnTo>
                    <a:pt x="2512" y="4896"/>
                  </a:lnTo>
                  <a:lnTo>
                    <a:pt x="2491" y="5022"/>
                  </a:lnTo>
                  <a:lnTo>
                    <a:pt x="2574" y="5022"/>
                  </a:lnTo>
                  <a:lnTo>
                    <a:pt x="2972" y="4959"/>
                  </a:lnTo>
                  <a:lnTo>
                    <a:pt x="3328" y="5064"/>
                  </a:lnTo>
                  <a:lnTo>
                    <a:pt x="3579" y="5210"/>
                  </a:lnTo>
                  <a:lnTo>
                    <a:pt x="3704" y="5168"/>
                  </a:lnTo>
                  <a:lnTo>
                    <a:pt x="3788" y="5168"/>
                  </a:lnTo>
                  <a:lnTo>
                    <a:pt x="3851" y="5210"/>
                  </a:lnTo>
                  <a:lnTo>
                    <a:pt x="3955" y="5064"/>
                  </a:lnTo>
                  <a:lnTo>
                    <a:pt x="3997" y="5022"/>
                  </a:lnTo>
                  <a:lnTo>
                    <a:pt x="4123" y="5085"/>
                  </a:lnTo>
                  <a:lnTo>
                    <a:pt x="4227" y="4959"/>
                  </a:lnTo>
                  <a:lnTo>
                    <a:pt x="4290" y="4792"/>
                  </a:lnTo>
                  <a:lnTo>
                    <a:pt x="4541" y="4603"/>
                  </a:lnTo>
                  <a:lnTo>
                    <a:pt x="4583" y="4478"/>
                  </a:lnTo>
                  <a:lnTo>
                    <a:pt x="4646" y="4352"/>
                  </a:lnTo>
                  <a:lnTo>
                    <a:pt x="4750" y="4248"/>
                  </a:lnTo>
                  <a:lnTo>
                    <a:pt x="4792" y="4038"/>
                  </a:lnTo>
                  <a:lnTo>
                    <a:pt x="4750" y="3976"/>
                  </a:lnTo>
                  <a:lnTo>
                    <a:pt x="4750" y="3829"/>
                  </a:lnTo>
                  <a:lnTo>
                    <a:pt x="4813" y="3808"/>
                  </a:lnTo>
                  <a:lnTo>
                    <a:pt x="4813" y="3724"/>
                  </a:lnTo>
                  <a:lnTo>
                    <a:pt x="4813" y="3662"/>
                  </a:lnTo>
                  <a:lnTo>
                    <a:pt x="4813" y="3599"/>
                  </a:lnTo>
                  <a:lnTo>
                    <a:pt x="4834" y="3599"/>
                  </a:lnTo>
                  <a:lnTo>
                    <a:pt x="4855" y="3515"/>
                  </a:lnTo>
                  <a:lnTo>
                    <a:pt x="4855" y="2971"/>
                  </a:lnTo>
                  <a:lnTo>
                    <a:pt x="4939" y="2888"/>
                  </a:lnTo>
                  <a:lnTo>
                    <a:pt x="4834" y="2867"/>
                  </a:lnTo>
                  <a:lnTo>
                    <a:pt x="4750" y="2783"/>
                  </a:lnTo>
                  <a:lnTo>
                    <a:pt x="4625" y="2720"/>
                  </a:lnTo>
                  <a:lnTo>
                    <a:pt x="4395" y="2867"/>
                  </a:lnTo>
                  <a:lnTo>
                    <a:pt x="4290" y="2825"/>
                  </a:lnTo>
                  <a:lnTo>
                    <a:pt x="4206" y="2616"/>
                  </a:lnTo>
                  <a:lnTo>
                    <a:pt x="4060" y="1988"/>
                  </a:lnTo>
                  <a:lnTo>
                    <a:pt x="4018" y="1862"/>
                  </a:lnTo>
                  <a:lnTo>
                    <a:pt x="3892" y="1820"/>
                  </a:lnTo>
                  <a:lnTo>
                    <a:pt x="3767" y="1716"/>
                  </a:lnTo>
                  <a:lnTo>
                    <a:pt x="3495" y="1841"/>
                  </a:lnTo>
                  <a:lnTo>
                    <a:pt x="3328" y="1758"/>
                  </a:lnTo>
                  <a:lnTo>
                    <a:pt x="3056" y="1779"/>
                  </a:lnTo>
                  <a:lnTo>
                    <a:pt x="2972" y="1737"/>
                  </a:lnTo>
                  <a:lnTo>
                    <a:pt x="2763" y="1758"/>
                  </a:lnTo>
                  <a:lnTo>
                    <a:pt x="2721" y="1632"/>
                  </a:lnTo>
                  <a:lnTo>
                    <a:pt x="2763" y="1528"/>
                  </a:lnTo>
                  <a:lnTo>
                    <a:pt x="2721" y="1360"/>
                  </a:lnTo>
                  <a:lnTo>
                    <a:pt x="2763" y="1025"/>
                  </a:lnTo>
                  <a:lnTo>
                    <a:pt x="2658" y="837"/>
                  </a:lnTo>
                  <a:lnTo>
                    <a:pt x="2658" y="670"/>
                  </a:lnTo>
                  <a:lnTo>
                    <a:pt x="2512" y="565"/>
                  </a:lnTo>
                  <a:lnTo>
                    <a:pt x="2553" y="419"/>
                  </a:lnTo>
                  <a:lnTo>
                    <a:pt x="2428" y="293"/>
                  </a:lnTo>
                  <a:lnTo>
                    <a:pt x="2344" y="293"/>
                  </a:lnTo>
                  <a:lnTo>
                    <a:pt x="196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A6CBC2"/>
                </a:solidFill>
              </a:endParaRPr>
            </a:p>
          </p:txBody>
        </p:sp>
        <p:sp>
          <p:nvSpPr>
            <p:cNvPr id="559" name="Google Shape;559;p38"/>
            <p:cNvSpPr/>
            <p:nvPr/>
          </p:nvSpPr>
          <p:spPr>
            <a:xfrm>
              <a:off x="3363150" y="3352838"/>
              <a:ext cx="34889" cy="37848"/>
            </a:xfrm>
            <a:custGeom>
              <a:rect b="b" l="l" r="r" t="t"/>
              <a:pathLst>
                <a:path extrusionOk="0" h="3328" w="2930">
                  <a:moveTo>
                    <a:pt x="754" y="0"/>
                  </a:moveTo>
                  <a:lnTo>
                    <a:pt x="440" y="63"/>
                  </a:lnTo>
                  <a:lnTo>
                    <a:pt x="377" y="42"/>
                  </a:lnTo>
                  <a:lnTo>
                    <a:pt x="315" y="42"/>
                  </a:lnTo>
                  <a:lnTo>
                    <a:pt x="273" y="63"/>
                  </a:lnTo>
                  <a:lnTo>
                    <a:pt x="231" y="210"/>
                  </a:lnTo>
                  <a:lnTo>
                    <a:pt x="126" y="335"/>
                  </a:lnTo>
                  <a:lnTo>
                    <a:pt x="168" y="524"/>
                  </a:lnTo>
                  <a:lnTo>
                    <a:pt x="126" y="586"/>
                  </a:lnTo>
                  <a:lnTo>
                    <a:pt x="147" y="712"/>
                  </a:lnTo>
                  <a:lnTo>
                    <a:pt x="147" y="963"/>
                  </a:lnTo>
                  <a:lnTo>
                    <a:pt x="84" y="1047"/>
                  </a:lnTo>
                  <a:lnTo>
                    <a:pt x="84" y="1151"/>
                  </a:lnTo>
                  <a:lnTo>
                    <a:pt x="43" y="1277"/>
                  </a:lnTo>
                  <a:lnTo>
                    <a:pt x="84" y="1465"/>
                  </a:lnTo>
                  <a:lnTo>
                    <a:pt x="43" y="1507"/>
                  </a:lnTo>
                  <a:lnTo>
                    <a:pt x="63" y="1779"/>
                  </a:lnTo>
                  <a:lnTo>
                    <a:pt x="126" y="1967"/>
                  </a:lnTo>
                  <a:lnTo>
                    <a:pt x="84" y="2030"/>
                  </a:lnTo>
                  <a:lnTo>
                    <a:pt x="22" y="2114"/>
                  </a:lnTo>
                  <a:lnTo>
                    <a:pt x="1" y="2156"/>
                  </a:lnTo>
                  <a:lnTo>
                    <a:pt x="1" y="2428"/>
                  </a:lnTo>
                  <a:lnTo>
                    <a:pt x="63" y="2637"/>
                  </a:lnTo>
                  <a:lnTo>
                    <a:pt x="231" y="2867"/>
                  </a:lnTo>
                  <a:lnTo>
                    <a:pt x="315" y="2867"/>
                  </a:lnTo>
                  <a:lnTo>
                    <a:pt x="461" y="3034"/>
                  </a:lnTo>
                  <a:lnTo>
                    <a:pt x="545" y="3055"/>
                  </a:lnTo>
                  <a:lnTo>
                    <a:pt x="796" y="3034"/>
                  </a:lnTo>
                  <a:lnTo>
                    <a:pt x="963" y="3055"/>
                  </a:lnTo>
                  <a:lnTo>
                    <a:pt x="1089" y="3139"/>
                  </a:lnTo>
                  <a:lnTo>
                    <a:pt x="1172" y="3160"/>
                  </a:lnTo>
                  <a:lnTo>
                    <a:pt x="1277" y="3160"/>
                  </a:lnTo>
                  <a:lnTo>
                    <a:pt x="1298" y="3181"/>
                  </a:lnTo>
                  <a:lnTo>
                    <a:pt x="1277" y="3244"/>
                  </a:lnTo>
                  <a:lnTo>
                    <a:pt x="1277" y="3285"/>
                  </a:lnTo>
                  <a:lnTo>
                    <a:pt x="1382" y="3285"/>
                  </a:lnTo>
                  <a:lnTo>
                    <a:pt x="1507" y="3202"/>
                  </a:lnTo>
                  <a:lnTo>
                    <a:pt x="1654" y="3181"/>
                  </a:lnTo>
                  <a:lnTo>
                    <a:pt x="1800" y="3244"/>
                  </a:lnTo>
                  <a:lnTo>
                    <a:pt x="1842" y="3264"/>
                  </a:lnTo>
                  <a:lnTo>
                    <a:pt x="1926" y="3264"/>
                  </a:lnTo>
                  <a:lnTo>
                    <a:pt x="2009" y="3285"/>
                  </a:lnTo>
                  <a:lnTo>
                    <a:pt x="2093" y="3327"/>
                  </a:lnTo>
                  <a:lnTo>
                    <a:pt x="2135" y="3264"/>
                  </a:lnTo>
                  <a:lnTo>
                    <a:pt x="2156" y="3181"/>
                  </a:lnTo>
                  <a:lnTo>
                    <a:pt x="2177" y="3181"/>
                  </a:lnTo>
                  <a:lnTo>
                    <a:pt x="2239" y="3202"/>
                  </a:lnTo>
                  <a:lnTo>
                    <a:pt x="2449" y="3139"/>
                  </a:lnTo>
                  <a:lnTo>
                    <a:pt x="2574" y="2972"/>
                  </a:lnTo>
                  <a:lnTo>
                    <a:pt x="2637" y="2930"/>
                  </a:lnTo>
                  <a:lnTo>
                    <a:pt x="2616" y="2909"/>
                  </a:lnTo>
                  <a:lnTo>
                    <a:pt x="2658" y="2804"/>
                  </a:lnTo>
                  <a:lnTo>
                    <a:pt x="2784" y="2720"/>
                  </a:lnTo>
                  <a:lnTo>
                    <a:pt x="2784" y="2532"/>
                  </a:lnTo>
                  <a:lnTo>
                    <a:pt x="2867" y="2428"/>
                  </a:lnTo>
                  <a:lnTo>
                    <a:pt x="2930" y="2407"/>
                  </a:lnTo>
                  <a:lnTo>
                    <a:pt x="2888" y="2386"/>
                  </a:lnTo>
                  <a:lnTo>
                    <a:pt x="2825" y="2281"/>
                  </a:lnTo>
                  <a:lnTo>
                    <a:pt x="2784" y="2239"/>
                  </a:lnTo>
                  <a:lnTo>
                    <a:pt x="2784" y="2218"/>
                  </a:lnTo>
                  <a:lnTo>
                    <a:pt x="2742" y="2030"/>
                  </a:lnTo>
                  <a:lnTo>
                    <a:pt x="2846" y="1884"/>
                  </a:lnTo>
                  <a:lnTo>
                    <a:pt x="2867" y="1716"/>
                  </a:lnTo>
                  <a:lnTo>
                    <a:pt x="2742" y="1612"/>
                  </a:lnTo>
                  <a:lnTo>
                    <a:pt x="2574" y="1402"/>
                  </a:lnTo>
                  <a:lnTo>
                    <a:pt x="2449" y="1256"/>
                  </a:lnTo>
                  <a:lnTo>
                    <a:pt x="2239" y="1151"/>
                  </a:lnTo>
                  <a:lnTo>
                    <a:pt x="2114" y="1172"/>
                  </a:lnTo>
                  <a:lnTo>
                    <a:pt x="2114" y="1026"/>
                  </a:lnTo>
                  <a:lnTo>
                    <a:pt x="1988" y="879"/>
                  </a:lnTo>
                  <a:lnTo>
                    <a:pt x="1842" y="858"/>
                  </a:lnTo>
                  <a:lnTo>
                    <a:pt x="1695" y="775"/>
                  </a:lnTo>
                  <a:lnTo>
                    <a:pt x="1570" y="565"/>
                  </a:lnTo>
                  <a:lnTo>
                    <a:pt x="1486" y="565"/>
                  </a:lnTo>
                  <a:lnTo>
                    <a:pt x="1382" y="670"/>
                  </a:lnTo>
                  <a:lnTo>
                    <a:pt x="1319" y="670"/>
                  </a:lnTo>
                  <a:lnTo>
                    <a:pt x="1172" y="461"/>
                  </a:lnTo>
                  <a:lnTo>
                    <a:pt x="1110" y="314"/>
                  </a:lnTo>
                  <a:lnTo>
                    <a:pt x="984" y="251"/>
                  </a:lnTo>
                  <a:lnTo>
                    <a:pt x="859" y="63"/>
                  </a:lnTo>
                  <a:lnTo>
                    <a:pt x="75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60" name="Google Shape;560;p38"/>
            <p:cNvGrpSpPr/>
            <p:nvPr/>
          </p:nvGrpSpPr>
          <p:grpSpPr>
            <a:xfrm>
              <a:off x="3280929" y="3294542"/>
              <a:ext cx="109894" cy="272224"/>
              <a:chOff x="2711750" y="3572300"/>
              <a:chExt cx="230725" cy="598425"/>
            </a:xfrm>
          </p:grpSpPr>
          <p:sp>
            <p:nvSpPr>
              <p:cNvPr id="561" name="Google Shape;561;p38"/>
              <p:cNvSpPr/>
              <p:nvPr/>
            </p:nvSpPr>
            <p:spPr>
              <a:xfrm>
                <a:off x="2711750" y="3572300"/>
                <a:ext cx="230725" cy="538800"/>
              </a:xfrm>
              <a:custGeom>
                <a:rect b="b" l="l" r="r" t="t"/>
                <a:pathLst>
                  <a:path extrusionOk="0" h="21552" w="9229">
                    <a:moveTo>
                      <a:pt x="1947" y="0"/>
                    </a:moveTo>
                    <a:lnTo>
                      <a:pt x="1800" y="42"/>
                    </a:lnTo>
                    <a:lnTo>
                      <a:pt x="1570" y="293"/>
                    </a:lnTo>
                    <a:lnTo>
                      <a:pt x="1466" y="502"/>
                    </a:lnTo>
                    <a:lnTo>
                      <a:pt x="1382" y="607"/>
                    </a:lnTo>
                    <a:lnTo>
                      <a:pt x="1466" y="753"/>
                    </a:lnTo>
                    <a:lnTo>
                      <a:pt x="1298" y="1402"/>
                    </a:lnTo>
                    <a:lnTo>
                      <a:pt x="629" y="1779"/>
                    </a:lnTo>
                    <a:lnTo>
                      <a:pt x="566" y="1925"/>
                    </a:lnTo>
                    <a:lnTo>
                      <a:pt x="691" y="2030"/>
                    </a:lnTo>
                    <a:lnTo>
                      <a:pt x="733" y="2134"/>
                    </a:lnTo>
                    <a:lnTo>
                      <a:pt x="650" y="2281"/>
                    </a:lnTo>
                    <a:lnTo>
                      <a:pt x="670" y="2448"/>
                    </a:lnTo>
                    <a:lnTo>
                      <a:pt x="796" y="2616"/>
                    </a:lnTo>
                    <a:lnTo>
                      <a:pt x="796" y="2762"/>
                    </a:lnTo>
                    <a:lnTo>
                      <a:pt x="691" y="2846"/>
                    </a:lnTo>
                    <a:lnTo>
                      <a:pt x="670" y="2950"/>
                    </a:lnTo>
                    <a:lnTo>
                      <a:pt x="754" y="3013"/>
                    </a:lnTo>
                    <a:lnTo>
                      <a:pt x="796" y="3076"/>
                    </a:lnTo>
                    <a:lnTo>
                      <a:pt x="796" y="3243"/>
                    </a:lnTo>
                    <a:lnTo>
                      <a:pt x="859" y="3285"/>
                    </a:lnTo>
                    <a:lnTo>
                      <a:pt x="775" y="3390"/>
                    </a:lnTo>
                    <a:lnTo>
                      <a:pt x="670" y="3453"/>
                    </a:lnTo>
                    <a:lnTo>
                      <a:pt x="524" y="3599"/>
                    </a:lnTo>
                    <a:lnTo>
                      <a:pt x="357" y="3997"/>
                    </a:lnTo>
                    <a:lnTo>
                      <a:pt x="252" y="4164"/>
                    </a:lnTo>
                    <a:lnTo>
                      <a:pt x="210" y="4582"/>
                    </a:lnTo>
                    <a:lnTo>
                      <a:pt x="126" y="4645"/>
                    </a:lnTo>
                    <a:lnTo>
                      <a:pt x="147" y="5022"/>
                    </a:lnTo>
                    <a:lnTo>
                      <a:pt x="252" y="5210"/>
                    </a:lnTo>
                    <a:lnTo>
                      <a:pt x="252" y="5461"/>
                    </a:lnTo>
                    <a:lnTo>
                      <a:pt x="168" y="5566"/>
                    </a:lnTo>
                    <a:lnTo>
                      <a:pt x="168" y="5859"/>
                    </a:lnTo>
                    <a:lnTo>
                      <a:pt x="22" y="5942"/>
                    </a:lnTo>
                    <a:lnTo>
                      <a:pt x="1" y="6152"/>
                    </a:lnTo>
                    <a:lnTo>
                      <a:pt x="43" y="6424"/>
                    </a:lnTo>
                    <a:lnTo>
                      <a:pt x="147" y="6570"/>
                    </a:lnTo>
                    <a:lnTo>
                      <a:pt x="168" y="6675"/>
                    </a:lnTo>
                    <a:lnTo>
                      <a:pt x="315" y="6884"/>
                    </a:lnTo>
                    <a:lnTo>
                      <a:pt x="378" y="7051"/>
                    </a:lnTo>
                    <a:lnTo>
                      <a:pt x="461" y="7407"/>
                    </a:lnTo>
                    <a:lnTo>
                      <a:pt x="545" y="7470"/>
                    </a:lnTo>
                    <a:lnTo>
                      <a:pt x="587" y="7930"/>
                    </a:lnTo>
                    <a:lnTo>
                      <a:pt x="566" y="8181"/>
                    </a:lnTo>
                    <a:lnTo>
                      <a:pt x="461" y="8202"/>
                    </a:lnTo>
                    <a:lnTo>
                      <a:pt x="357" y="8453"/>
                    </a:lnTo>
                    <a:lnTo>
                      <a:pt x="378" y="8683"/>
                    </a:lnTo>
                    <a:lnTo>
                      <a:pt x="252" y="8872"/>
                    </a:lnTo>
                    <a:lnTo>
                      <a:pt x="336" y="8935"/>
                    </a:lnTo>
                    <a:lnTo>
                      <a:pt x="440" y="9123"/>
                    </a:lnTo>
                    <a:lnTo>
                      <a:pt x="461" y="9332"/>
                    </a:lnTo>
                    <a:lnTo>
                      <a:pt x="336" y="9458"/>
                    </a:lnTo>
                    <a:lnTo>
                      <a:pt x="210" y="9709"/>
                    </a:lnTo>
                    <a:lnTo>
                      <a:pt x="210" y="10085"/>
                    </a:lnTo>
                    <a:lnTo>
                      <a:pt x="210" y="10253"/>
                    </a:lnTo>
                    <a:lnTo>
                      <a:pt x="147" y="10483"/>
                    </a:lnTo>
                    <a:lnTo>
                      <a:pt x="482" y="11173"/>
                    </a:lnTo>
                    <a:lnTo>
                      <a:pt x="419" y="11278"/>
                    </a:lnTo>
                    <a:lnTo>
                      <a:pt x="252" y="11341"/>
                    </a:lnTo>
                    <a:lnTo>
                      <a:pt x="231" y="11655"/>
                    </a:lnTo>
                    <a:lnTo>
                      <a:pt x="22" y="11948"/>
                    </a:lnTo>
                    <a:lnTo>
                      <a:pt x="43" y="12157"/>
                    </a:lnTo>
                    <a:lnTo>
                      <a:pt x="147" y="12345"/>
                    </a:lnTo>
                    <a:lnTo>
                      <a:pt x="126" y="12764"/>
                    </a:lnTo>
                    <a:lnTo>
                      <a:pt x="147" y="13119"/>
                    </a:lnTo>
                    <a:lnTo>
                      <a:pt x="210" y="13391"/>
                    </a:lnTo>
                    <a:lnTo>
                      <a:pt x="315" y="13433"/>
                    </a:lnTo>
                    <a:lnTo>
                      <a:pt x="357" y="13538"/>
                    </a:lnTo>
                    <a:lnTo>
                      <a:pt x="336" y="13705"/>
                    </a:lnTo>
                    <a:lnTo>
                      <a:pt x="210" y="13789"/>
                    </a:lnTo>
                    <a:lnTo>
                      <a:pt x="231" y="14103"/>
                    </a:lnTo>
                    <a:cubicBezTo>
                      <a:pt x="252" y="14165"/>
                      <a:pt x="252" y="14270"/>
                      <a:pt x="273" y="14354"/>
                    </a:cubicBezTo>
                    <a:lnTo>
                      <a:pt x="273" y="14375"/>
                    </a:lnTo>
                    <a:lnTo>
                      <a:pt x="461" y="14437"/>
                    </a:lnTo>
                    <a:lnTo>
                      <a:pt x="461" y="14626"/>
                    </a:lnTo>
                    <a:lnTo>
                      <a:pt x="461" y="14772"/>
                    </a:lnTo>
                    <a:lnTo>
                      <a:pt x="566" y="15002"/>
                    </a:lnTo>
                    <a:lnTo>
                      <a:pt x="608" y="15274"/>
                    </a:lnTo>
                    <a:lnTo>
                      <a:pt x="712" y="15295"/>
                    </a:lnTo>
                    <a:lnTo>
                      <a:pt x="796" y="15253"/>
                    </a:lnTo>
                    <a:lnTo>
                      <a:pt x="880" y="15274"/>
                    </a:lnTo>
                    <a:lnTo>
                      <a:pt x="880" y="15400"/>
                    </a:lnTo>
                    <a:lnTo>
                      <a:pt x="754" y="15567"/>
                    </a:lnTo>
                    <a:lnTo>
                      <a:pt x="482" y="15567"/>
                    </a:lnTo>
                    <a:lnTo>
                      <a:pt x="440" y="15672"/>
                    </a:lnTo>
                    <a:lnTo>
                      <a:pt x="524" y="15735"/>
                    </a:lnTo>
                    <a:lnTo>
                      <a:pt x="545" y="15714"/>
                    </a:lnTo>
                    <a:lnTo>
                      <a:pt x="670" y="15714"/>
                    </a:lnTo>
                    <a:lnTo>
                      <a:pt x="859" y="15839"/>
                    </a:lnTo>
                    <a:lnTo>
                      <a:pt x="984" y="16049"/>
                    </a:lnTo>
                    <a:lnTo>
                      <a:pt x="984" y="16195"/>
                    </a:lnTo>
                    <a:lnTo>
                      <a:pt x="838" y="16321"/>
                    </a:lnTo>
                    <a:lnTo>
                      <a:pt x="838" y="16425"/>
                    </a:lnTo>
                    <a:lnTo>
                      <a:pt x="901" y="16572"/>
                    </a:lnTo>
                    <a:lnTo>
                      <a:pt x="963" y="16885"/>
                    </a:lnTo>
                    <a:lnTo>
                      <a:pt x="1047" y="17137"/>
                    </a:lnTo>
                    <a:lnTo>
                      <a:pt x="942" y="17241"/>
                    </a:lnTo>
                    <a:lnTo>
                      <a:pt x="901" y="17367"/>
                    </a:lnTo>
                    <a:lnTo>
                      <a:pt x="1005" y="17618"/>
                    </a:lnTo>
                    <a:lnTo>
                      <a:pt x="901" y="17764"/>
                    </a:lnTo>
                    <a:lnTo>
                      <a:pt x="859" y="18015"/>
                    </a:lnTo>
                    <a:lnTo>
                      <a:pt x="942" y="18246"/>
                    </a:lnTo>
                    <a:lnTo>
                      <a:pt x="984" y="18559"/>
                    </a:lnTo>
                    <a:lnTo>
                      <a:pt x="942" y="18852"/>
                    </a:lnTo>
                    <a:lnTo>
                      <a:pt x="733" y="19062"/>
                    </a:lnTo>
                    <a:lnTo>
                      <a:pt x="587" y="19250"/>
                    </a:lnTo>
                    <a:lnTo>
                      <a:pt x="524" y="19752"/>
                    </a:lnTo>
                    <a:cubicBezTo>
                      <a:pt x="545" y="19815"/>
                      <a:pt x="545" y="19898"/>
                      <a:pt x="566" y="19982"/>
                    </a:cubicBezTo>
                    <a:lnTo>
                      <a:pt x="796" y="20422"/>
                    </a:lnTo>
                    <a:lnTo>
                      <a:pt x="942" y="20422"/>
                    </a:lnTo>
                    <a:lnTo>
                      <a:pt x="1047" y="20317"/>
                    </a:lnTo>
                    <a:lnTo>
                      <a:pt x="1214" y="20233"/>
                    </a:lnTo>
                    <a:lnTo>
                      <a:pt x="1361" y="20233"/>
                    </a:lnTo>
                    <a:lnTo>
                      <a:pt x="1361" y="20401"/>
                    </a:lnTo>
                    <a:lnTo>
                      <a:pt x="1382" y="20735"/>
                    </a:lnTo>
                    <a:lnTo>
                      <a:pt x="1507" y="20840"/>
                    </a:lnTo>
                    <a:lnTo>
                      <a:pt x="1570" y="21049"/>
                    </a:lnTo>
                    <a:lnTo>
                      <a:pt x="1633" y="21279"/>
                    </a:lnTo>
                    <a:lnTo>
                      <a:pt x="1926" y="21321"/>
                    </a:lnTo>
                    <a:lnTo>
                      <a:pt x="2030" y="21363"/>
                    </a:lnTo>
                    <a:lnTo>
                      <a:pt x="2449" y="21279"/>
                    </a:lnTo>
                    <a:lnTo>
                      <a:pt x="3181" y="21279"/>
                    </a:lnTo>
                    <a:lnTo>
                      <a:pt x="3244" y="21342"/>
                    </a:lnTo>
                    <a:lnTo>
                      <a:pt x="3370" y="21363"/>
                    </a:lnTo>
                    <a:lnTo>
                      <a:pt x="3516" y="21489"/>
                    </a:lnTo>
                    <a:lnTo>
                      <a:pt x="3663" y="21551"/>
                    </a:lnTo>
                    <a:lnTo>
                      <a:pt x="3704" y="21551"/>
                    </a:lnTo>
                    <a:lnTo>
                      <a:pt x="3704" y="21447"/>
                    </a:lnTo>
                    <a:lnTo>
                      <a:pt x="3600" y="21363"/>
                    </a:lnTo>
                    <a:lnTo>
                      <a:pt x="3411" y="21238"/>
                    </a:lnTo>
                    <a:lnTo>
                      <a:pt x="3391" y="21133"/>
                    </a:lnTo>
                    <a:lnTo>
                      <a:pt x="3286" y="21028"/>
                    </a:lnTo>
                    <a:lnTo>
                      <a:pt x="3202" y="21049"/>
                    </a:lnTo>
                    <a:lnTo>
                      <a:pt x="3160" y="21007"/>
                    </a:lnTo>
                    <a:lnTo>
                      <a:pt x="3244" y="20945"/>
                    </a:lnTo>
                    <a:lnTo>
                      <a:pt x="3265" y="20861"/>
                    </a:lnTo>
                    <a:lnTo>
                      <a:pt x="3244" y="20840"/>
                    </a:lnTo>
                    <a:lnTo>
                      <a:pt x="3244" y="20756"/>
                    </a:lnTo>
                    <a:lnTo>
                      <a:pt x="3139" y="20505"/>
                    </a:lnTo>
                    <a:lnTo>
                      <a:pt x="3035" y="20317"/>
                    </a:lnTo>
                    <a:lnTo>
                      <a:pt x="2993" y="20129"/>
                    </a:lnTo>
                    <a:lnTo>
                      <a:pt x="3077" y="19961"/>
                    </a:lnTo>
                    <a:lnTo>
                      <a:pt x="3202" y="19857"/>
                    </a:lnTo>
                    <a:lnTo>
                      <a:pt x="3265" y="19752"/>
                    </a:lnTo>
                    <a:lnTo>
                      <a:pt x="3202" y="19689"/>
                    </a:lnTo>
                    <a:lnTo>
                      <a:pt x="3202" y="19585"/>
                    </a:lnTo>
                    <a:lnTo>
                      <a:pt x="3160" y="19501"/>
                    </a:lnTo>
                    <a:lnTo>
                      <a:pt x="3244" y="19564"/>
                    </a:lnTo>
                    <a:lnTo>
                      <a:pt x="3307" y="19647"/>
                    </a:lnTo>
                    <a:lnTo>
                      <a:pt x="3391" y="19668"/>
                    </a:lnTo>
                    <a:lnTo>
                      <a:pt x="3516" y="19564"/>
                    </a:lnTo>
                    <a:lnTo>
                      <a:pt x="3558" y="19480"/>
                    </a:lnTo>
                    <a:lnTo>
                      <a:pt x="3663" y="19354"/>
                    </a:lnTo>
                    <a:lnTo>
                      <a:pt x="3683" y="19250"/>
                    </a:lnTo>
                    <a:lnTo>
                      <a:pt x="3663" y="19062"/>
                    </a:lnTo>
                    <a:lnTo>
                      <a:pt x="3579" y="19041"/>
                    </a:lnTo>
                    <a:lnTo>
                      <a:pt x="3516" y="19082"/>
                    </a:lnTo>
                    <a:lnTo>
                      <a:pt x="3516" y="19082"/>
                    </a:lnTo>
                    <a:lnTo>
                      <a:pt x="3558" y="19020"/>
                    </a:lnTo>
                    <a:lnTo>
                      <a:pt x="3663" y="18915"/>
                    </a:lnTo>
                    <a:lnTo>
                      <a:pt x="3704" y="18769"/>
                    </a:lnTo>
                    <a:lnTo>
                      <a:pt x="3725" y="18643"/>
                    </a:lnTo>
                    <a:lnTo>
                      <a:pt x="3872" y="18518"/>
                    </a:lnTo>
                    <a:lnTo>
                      <a:pt x="3976" y="18518"/>
                    </a:lnTo>
                    <a:lnTo>
                      <a:pt x="4018" y="18392"/>
                    </a:lnTo>
                    <a:lnTo>
                      <a:pt x="4102" y="18287"/>
                    </a:lnTo>
                    <a:lnTo>
                      <a:pt x="4144" y="18246"/>
                    </a:lnTo>
                    <a:lnTo>
                      <a:pt x="4186" y="18141"/>
                    </a:lnTo>
                    <a:lnTo>
                      <a:pt x="4248" y="18099"/>
                    </a:lnTo>
                    <a:lnTo>
                      <a:pt x="4332" y="17994"/>
                    </a:lnTo>
                    <a:lnTo>
                      <a:pt x="4311" y="17932"/>
                    </a:lnTo>
                    <a:lnTo>
                      <a:pt x="4311" y="17869"/>
                    </a:lnTo>
                    <a:lnTo>
                      <a:pt x="4395" y="17806"/>
                    </a:lnTo>
                    <a:lnTo>
                      <a:pt x="4290" y="17702"/>
                    </a:lnTo>
                    <a:lnTo>
                      <a:pt x="4207" y="17702"/>
                    </a:lnTo>
                    <a:lnTo>
                      <a:pt x="4311" y="17597"/>
                    </a:lnTo>
                    <a:lnTo>
                      <a:pt x="4311" y="17492"/>
                    </a:lnTo>
                    <a:lnTo>
                      <a:pt x="4227" y="17367"/>
                    </a:lnTo>
                    <a:lnTo>
                      <a:pt x="4227" y="17423"/>
                    </a:lnTo>
                    <a:lnTo>
                      <a:pt x="4186" y="17409"/>
                    </a:lnTo>
                    <a:lnTo>
                      <a:pt x="4123" y="17429"/>
                    </a:lnTo>
                    <a:lnTo>
                      <a:pt x="4018" y="17429"/>
                    </a:lnTo>
                    <a:lnTo>
                      <a:pt x="3830" y="17471"/>
                    </a:lnTo>
                    <a:lnTo>
                      <a:pt x="3600" y="17262"/>
                    </a:lnTo>
                    <a:lnTo>
                      <a:pt x="3453" y="17137"/>
                    </a:lnTo>
                    <a:lnTo>
                      <a:pt x="3370" y="17095"/>
                    </a:lnTo>
                    <a:lnTo>
                      <a:pt x="3265" y="16990"/>
                    </a:lnTo>
                    <a:lnTo>
                      <a:pt x="3139" y="16781"/>
                    </a:lnTo>
                    <a:lnTo>
                      <a:pt x="3139" y="16655"/>
                    </a:lnTo>
                    <a:lnTo>
                      <a:pt x="3056" y="16551"/>
                    </a:lnTo>
                    <a:lnTo>
                      <a:pt x="3056" y="16467"/>
                    </a:lnTo>
                    <a:lnTo>
                      <a:pt x="3181" y="16362"/>
                    </a:lnTo>
                    <a:lnTo>
                      <a:pt x="3244" y="16258"/>
                    </a:lnTo>
                    <a:lnTo>
                      <a:pt x="3286" y="16132"/>
                    </a:lnTo>
                    <a:lnTo>
                      <a:pt x="3370" y="16111"/>
                    </a:lnTo>
                    <a:lnTo>
                      <a:pt x="3474" y="16007"/>
                    </a:lnTo>
                    <a:lnTo>
                      <a:pt x="3600" y="15986"/>
                    </a:lnTo>
                    <a:lnTo>
                      <a:pt x="3704" y="15881"/>
                    </a:lnTo>
                    <a:lnTo>
                      <a:pt x="3872" y="15839"/>
                    </a:lnTo>
                    <a:lnTo>
                      <a:pt x="3976" y="15881"/>
                    </a:lnTo>
                    <a:lnTo>
                      <a:pt x="4144" y="15839"/>
                    </a:lnTo>
                    <a:lnTo>
                      <a:pt x="4144" y="15797"/>
                    </a:lnTo>
                    <a:lnTo>
                      <a:pt x="4102" y="15735"/>
                    </a:lnTo>
                    <a:lnTo>
                      <a:pt x="3997" y="15693"/>
                    </a:lnTo>
                    <a:lnTo>
                      <a:pt x="4018" y="15630"/>
                    </a:lnTo>
                    <a:lnTo>
                      <a:pt x="4039" y="15567"/>
                    </a:lnTo>
                    <a:lnTo>
                      <a:pt x="4207" y="15463"/>
                    </a:lnTo>
                    <a:lnTo>
                      <a:pt x="4186" y="15421"/>
                    </a:lnTo>
                    <a:lnTo>
                      <a:pt x="4227" y="15358"/>
                    </a:lnTo>
                    <a:lnTo>
                      <a:pt x="4227" y="15295"/>
                    </a:lnTo>
                    <a:lnTo>
                      <a:pt x="4102" y="15128"/>
                    </a:lnTo>
                    <a:lnTo>
                      <a:pt x="4123" y="15065"/>
                    </a:lnTo>
                    <a:lnTo>
                      <a:pt x="4123" y="14981"/>
                    </a:lnTo>
                    <a:lnTo>
                      <a:pt x="4018" y="14940"/>
                    </a:lnTo>
                    <a:lnTo>
                      <a:pt x="3997" y="14772"/>
                    </a:lnTo>
                    <a:lnTo>
                      <a:pt x="4081" y="14668"/>
                    </a:lnTo>
                    <a:lnTo>
                      <a:pt x="4123" y="14563"/>
                    </a:lnTo>
                    <a:lnTo>
                      <a:pt x="4081" y="14521"/>
                    </a:lnTo>
                    <a:lnTo>
                      <a:pt x="4144" y="14437"/>
                    </a:lnTo>
                    <a:lnTo>
                      <a:pt x="4332" y="14354"/>
                    </a:lnTo>
                    <a:lnTo>
                      <a:pt x="4458" y="14249"/>
                    </a:lnTo>
                    <a:lnTo>
                      <a:pt x="4458" y="14207"/>
                    </a:lnTo>
                    <a:lnTo>
                      <a:pt x="4311" y="14144"/>
                    </a:lnTo>
                    <a:lnTo>
                      <a:pt x="4207" y="14144"/>
                    </a:lnTo>
                    <a:lnTo>
                      <a:pt x="4144" y="14061"/>
                    </a:lnTo>
                    <a:lnTo>
                      <a:pt x="4186" y="14019"/>
                    </a:lnTo>
                    <a:lnTo>
                      <a:pt x="4290" y="13935"/>
                    </a:lnTo>
                    <a:lnTo>
                      <a:pt x="4437" y="13893"/>
                    </a:lnTo>
                    <a:lnTo>
                      <a:pt x="4562" y="13956"/>
                    </a:lnTo>
                    <a:lnTo>
                      <a:pt x="4562" y="14040"/>
                    </a:lnTo>
                    <a:lnTo>
                      <a:pt x="4541" y="14082"/>
                    </a:lnTo>
                    <a:lnTo>
                      <a:pt x="4604" y="14186"/>
                    </a:lnTo>
                    <a:lnTo>
                      <a:pt x="4667" y="14228"/>
                    </a:lnTo>
                    <a:lnTo>
                      <a:pt x="4918" y="14082"/>
                    </a:lnTo>
                    <a:lnTo>
                      <a:pt x="4939" y="13998"/>
                    </a:lnTo>
                    <a:lnTo>
                      <a:pt x="4876" y="13852"/>
                    </a:lnTo>
                    <a:lnTo>
                      <a:pt x="4813" y="13747"/>
                    </a:lnTo>
                    <a:lnTo>
                      <a:pt x="4855" y="13726"/>
                    </a:lnTo>
                    <a:lnTo>
                      <a:pt x="4876" y="13621"/>
                    </a:lnTo>
                    <a:lnTo>
                      <a:pt x="4813" y="13496"/>
                    </a:lnTo>
                    <a:lnTo>
                      <a:pt x="4730" y="13496"/>
                    </a:lnTo>
                    <a:lnTo>
                      <a:pt x="4625" y="13559"/>
                    </a:lnTo>
                    <a:lnTo>
                      <a:pt x="4541" y="13559"/>
                    </a:lnTo>
                    <a:lnTo>
                      <a:pt x="4499" y="13621"/>
                    </a:lnTo>
                    <a:lnTo>
                      <a:pt x="4520" y="13642"/>
                    </a:lnTo>
                    <a:lnTo>
                      <a:pt x="4625" y="13684"/>
                    </a:lnTo>
                    <a:lnTo>
                      <a:pt x="4625" y="13726"/>
                    </a:lnTo>
                    <a:lnTo>
                      <a:pt x="4437" y="13789"/>
                    </a:lnTo>
                    <a:lnTo>
                      <a:pt x="4353" y="13747"/>
                    </a:lnTo>
                    <a:lnTo>
                      <a:pt x="4416" y="13705"/>
                    </a:lnTo>
                    <a:lnTo>
                      <a:pt x="4499" y="13684"/>
                    </a:lnTo>
                    <a:lnTo>
                      <a:pt x="4437" y="13642"/>
                    </a:lnTo>
                    <a:lnTo>
                      <a:pt x="4248" y="13642"/>
                    </a:lnTo>
                    <a:lnTo>
                      <a:pt x="4123" y="13580"/>
                    </a:lnTo>
                    <a:lnTo>
                      <a:pt x="4102" y="13475"/>
                    </a:lnTo>
                    <a:lnTo>
                      <a:pt x="4102" y="13203"/>
                    </a:lnTo>
                    <a:lnTo>
                      <a:pt x="4039" y="12994"/>
                    </a:lnTo>
                    <a:lnTo>
                      <a:pt x="3914" y="12889"/>
                    </a:lnTo>
                    <a:lnTo>
                      <a:pt x="3914" y="12680"/>
                    </a:lnTo>
                    <a:lnTo>
                      <a:pt x="4018" y="12575"/>
                    </a:lnTo>
                    <a:lnTo>
                      <a:pt x="4102" y="12575"/>
                    </a:lnTo>
                    <a:lnTo>
                      <a:pt x="4081" y="12659"/>
                    </a:lnTo>
                    <a:lnTo>
                      <a:pt x="4102" y="12680"/>
                    </a:lnTo>
                    <a:lnTo>
                      <a:pt x="4227" y="12680"/>
                    </a:lnTo>
                    <a:lnTo>
                      <a:pt x="4437" y="12764"/>
                    </a:lnTo>
                    <a:lnTo>
                      <a:pt x="4646" y="12910"/>
                    </a:lnTo>
                    <a:lnTo>
                      <a:pt x="4834" y="12973"/>
                    </a:lnTo>
                    <a:lnTo>
                      <a:pt x="5148" y="12973"/>
                    </a:lnTo>
                    <a:lnTo>
                      <a:pt x="5336" y="12847"/>
                    </a:lnTo>
                    <a:lnTo>
                      <a:pt x="5295" y="12805"/>
                    </a:lnTo>
                    <a:lnTo>
                      <a:pt x="5441" y="12701"/>
                    </a:lnTo>
                    <a:lnTo>
                      <a:pt x="5462" y="12596"/>
                    </a:lnTo>
                    <a:lnTo>
                      <a:pt x="5441" y="12533"/>
                    </a:lnTo>
                    <a:lnTo>
                      <a:pt x="5462" y="12471"/>
                    </a:lnTo>
                    <a:lnTo>
                      <a:pt x="5483" y="12366"/>
                    </a:lnTo>
                    <a:lnTo>
                      <a:pt x="5378" y="12345"/>
                    </a:lnTo>
                    <a:lnTo>
                      <a:pt x="5295" y="12220"/>
                    </a:lnTo>
                    <a:lnTo>
                      <a:pt x="5295" y="12115"/>
                    </a:lnTo>
                    <a:lnTo>
                      <a:pt x="5357" y="12031"/>
                    </a:lnTo>
                    <a:lnTo>
                      <a:pt x="5336" y="11968"/>
                    </a:lnTo>
                    <a:lnTo>
                      <a:pt x="5441" y="11864"/>
                    </a:lnTo>
                    <a:lnTo>
                      <a:pt x="5441" y="11843"/>
                    </a:lnTo>
                    <a:lnTo>
                      <a:pt x="5483" y="11843"/>
                    </a:lnTo>
                    <a:lnTo>
                      <a:pt x="5504" y="11759"/>
                    </a:lnTo>
                    <a:lnTo>
                      <a:pt x="5483" y="11655"/>
                    </a:lnTo>
                    <a:lnTo>
                      <a:pt x="5378" y="11655"/>
                    </a:lnTo>
                    <a:lnTo>
                      <a:pt x="5378" y="11613"/>
                    </a:lnTo>
                    <a:lnTo>
                      <a:pt x="5336" y="11529"/>
                    </a:lnTo>
                    <a:lnTo>
                      <a:pt x="5336" y="11320"/>
                    </a:lnTo>
                    <a:lnTo>
                      <a:pt x="5295" y="11236"/>
                    </a:lnTo>
                    <a:lnTo>
                      <a:pt x="5295" y="11131"/>
                    </a:lnTo>
                    <a:lnTo>
                      <a:pt x="5336" y="11111"/>
                    </a:lnTo>
                    <a:lnTo>
                      <a:pt x="5378" y="11194"/>
                    </a:lnTo>
                    <a:lnTo>
                      <a:pt x="5462" y="11194"/>
                    </a:lnTo>
                    <a:lnTo>
                      <a:pt x="5608" y="11236"/>
                    </a:lnTo>
                    <a:lnTo>
                      <a:pt x="5755" y="11320"/>
                    </a:lnTo>
                    <a:lnTo>
                      <a:pt x="5859" y="11320"/>
                    </a:lnTo>
                    <a:lnTo>
                      <a:pt x="6027" y="11299"/>
                    </a:lnTo>
                    <a:lnTo>
                      <a:pt x="6215" y="11320"/>
                    </a:lnTo>
                    <a:lnTo>
                      <a:pt x="6445" y="11320"/>
                    </a:lnTo>
                    <a:lnTo>
                      <a:pt x="6843" y="11215"/>
                    </a:lnTo>
                    <a:lnTo>
                      <a:pt x="7178" y="11069"/>
                    </a:lnTo>
                    <a:lnTo>
                      <a:pt x="7220" y="10985"/>
                    </a:lnTo>
                    <a:lnTo>
                      <a:pt x="7261" y="11027"/>
                    </a:lnTo>
                    <a:lnTo>
                      <a:pt x="7492" y="10964"/>
                    </a:lnTo>
                    <a:lnTo>
                      <a:pt x="7805" y="10776"/>
                    </a:lnTo>
                    <a:lnTo>
                      <a:pt x="7868" y="10671"/>
                    </a:lnTo>
                    <a:lnTo>
                      <a:pt x="7826" y="10546"/>
                    </a:lnTo>
                    <a:lnTo>
                      <a:pt x="7889" y="10357"/>
                    </a:lnTo>
                    <a:lnTo>
                      <a:pt x="7931" y="10336"/>
                    </a:lnTo>
                    <a:lnTo>
                      <a:pt x="7973" y="10378"/>
                    </a:lnTo>
                    <a:lnTo>
                      <a:pt x="8015" y="10336"/>
                    </a:lnTo>
                    <a:lnTo>
                      <a:pt x="8077" y="10148"/>
                    </a:lnTo>
                    <a:lnTo>
                      <a:pt x="8182" y="9960"/>
                    </a:lnTo>
                    <a:lnTo>
                      <a:pt x="8203" y="9855"/>
                    </a:lnTo>
                    <a:lnTo>
                      <a:pt x="8203" y="9625"/>
                    </a:lnTo>
                    <a:lnTo>
                      <a:pt x="8182" y="9520"/>
                    </a:lnTo>
                    <a:lnTo>
                      <a:pt x="8140" y="9520"/>
                    </a:lnTo>
                    <a:lnTo>
                      <a:pt x="8077" y="9604"/>
                    </a:lnTo>
                    <a:lnTo>
                      <a:pt x="7931" y="9604"/>
                    </a:lnTo>
                    <a:lnTo>
                      <a:pt x="7784" y="9499"/>
                    </a:lnTo>
                    <a:lnTo>
                      <a:pt x="7701" y="9332"/>
                    </a:lnTo>
                    <a:lnTo>
                      <a:pt x="7701" y="9248"/>
                    </a:lnTo>
                    <a:lnTo>
                      <a:pt x="7826" y="8976"/>
                    </a:lnTo>
                    <a:lnTo>
                      <a:pt x="7826" y="8872"/>
                    </a:lnTo>
                    <a:lnTo>
                      <a:pt x="7764" y="8788"/>
                    </a:lnTo>
                    <a:lnTo>
                      <a:pt x="7471" y="8558"/>
                    </a:lnTo>
                    <a:lnTo>
                      <a:pt x="7240" y="8453"/>
                    </a:lnTo>
                    <a:lnTo>
                      <a:pt x="6989" y="8265"/>
                    </a:lnTo>
                    <a:lnTo>
                      <a:pt x="6948" y="8160"/>
                    </a:lnTo>
                    <a:lnTo>
                      <a:pt x="6968" y="8139"/>
                    </a:lnTo>
                    <a:lnTo>
                      <a:pt x="6968" y="8035"/>
                    </a:lnTo>
                    <a:lnTo>
                      <a:pt x="6885" y="7951"/>
                    </a:lnTo>
                    <a:lnTo>
                      <a:pt x="6927" y="7888"/>
                    </a:lnTo>
                    <a:lnTo>
                      <a:pt x="6864" y="7679"/>
                    </a:lnTo>
                    <a:lnTo>
                      <a:pt x="6885" y="7449"/>
                    </a:lnTo>
                    <a:lnTo>
                      <a:pt x="6927" y="7240"/>
                    </a:lnTo>
                    <a:lnTo>
                      <a:pt x="7010" y="7156"/>
                    </a:lnTo>
                    <a:lnTo>
                      <a:pt x="7031" y="7093"/>
                    </a:lnTo>
                    <a:lnTo>
                      <a:pt x="6968" y="6905"/>
                    </a:lnTo>
                    <a:lnTo>
                      <a:pt x="6948" y="6633"/>
                    </a:lnTo>
                    <a:lnTo>
                      <a:pt x="7010" y="6591"/>
                    </a:lnTo>
                    <a:lnTo>
                      <a:pt x="6948" y="6403"/>
                    </a:lnTo>
                    <a:lnTo>
                      <a:pt x="7031" y="6277"/>
                    </a:lnTo>
                    <a:lnTo>
                      <a:pt x="7031" y="6173"/>
                    </a:lnTo>
                    <a:lnTo>
                      <a:pt x="7073" y="6089"/>
                    </a:lnTo>
                    <a:lnTo>
                      <a:pt x="7115" y="5838"/>
                    </a:lnTo>
                    <a:lnTo>
                      <a:pt x="7073" y="5733"/>
                    </a:lnTo>
                    <a:lnTo>
                      <a:pt x="7136" y="5650"/>
                    </a:lnTo>
                    <a:lnTo>
                      <a:pt x="7115" y="5461"/>
                    </a:lnTo>
                    <a:lnTo>
                      <a:pt x="7220" y="5336"/>
                    </a:lnTo>
                    <a:lnTo>
                      <a:pt x="7261" y="5210"/>
                    </a:lnTo>
                    <a:lnTo>
                      <a:pt x="7261" y="5168"/>
                    </a:lnTo>
                    <a:lnTo>
                      <a:pt x="7282" y="5126"/>
                    </a:lnTo>
                    <a:lnTo>
                      <a:pt x="7387" y="5043"/>
                    </a:lnTo>
                    <a:lnTo>
                      <a:pt x="7387" y="5001"/>
                    </a:lnTo>
                    <a:lnTo>
                      <a:pt x="7492" y="4833"/>
                    </a:lnTo>
                    <a:lnTo>
                      <a:pt x="7575" y="4750"/>
                    </a:lnTo>
                    <a:lnTo>
                      <a:pt x="7680" y="4541"/>
                    </a:lnTo>
                    <a:lnTo>
                      <a:pt x="7722" y="4478"/>
                    </a:lnTo>
                    <a:lnTo>
                      <a:pt x="7805" y="4436"/>
                    </a:lnTo>
                    <a:lnTo>
                      <a:pt x="7805" y="4310"/>
                    </a:lnTo>
                    <a:lnTo>
                      <a:pt x="7826" y="4227"/>
                    </a:lnTo>
                    <a:lnTo>
                      <a:pt x="8015" y="3997"/>
                    </a:lnTo>
                    <a:lnTo>
                      <a:pt x="8098" y="3997"/>
                    </a:lnTo>
                    <a:lnTo>
                      <a:pt x="8182" y="3976"/>
                    </a:lnTo>
                    <a:lnTo>
                      <a:pt x="8182" y="3850"/>
                    </a:lnTo>
                    <a:lnTo>
                      <a:pt x="8266" y="3808"/>
                    </a:lnTo>
                    <a:lnTo>
                      <a:pt x="8475" y="3641"/>
                    </a:lnTo>
                    <a:lnTo>
                      <a:pt x="8538" y="3599"/>
                    </a:lnTo>
                    <a:lnTo>
                      <a:pt x="8600" y="3536"/>
                    </a:lnTo>
                    <a:lnTo>
                      <a:pt x="8831" y="3369"/>
                    </a:lnTo>
                    <a:lnTo>
                      <a:pt x="8852" y="3390"/>
                    </a:lnTo>
                    <a:lnTo>
                      <a:pt x="8935" y="3327"/>
                    </a:lnTo>
                    <a:lnTo>
                      <a:pt x="8956" y="3264"/>
                    </a:lnTo>
                    <a:lnTo>
                      <a:pt x="9103" y="3181"/>
                    </a:lnTo>
                    <a:lnTo>
                      <a:pt x="9207" y="3181"/>
                    </a:lnTo>
                    <a:lnTo>
                      <a:pt x="9228" y="3118"/>
                    </a:lnTo>
                    <a:lnTo>
                      <a:pt x="9207" y="2909"/>
                    </a:lnTo>
                    <a:lnTo>
                      <a:pt x="9165" y="2657"/>
                    </a:lnTo>
                    <a:lnTo>
                      <a:pt x="9165" y="2490"/>
                    </a:lnTo>
                    <a:lnTo>
                      <a:pt x="9061" y="2239"/>
                    </a:lnTo>
                    <a:lnTo>
                      <a:pt x="9061" y="2134"/>
                    </a:lnTo>
                    <a:lnTo>
                      <a:pt x="8810" y="2113"/>
                    </a:lnTo>
                    <a:lnTo>
                      <a:pt x="8705" y="2197"/>
                    </a:lnTo>
                    <a:lnTo>
                      <a:pt x="8684" y="2218"/>
                    </a:lnTo>
                    <a:lnTo>
                      <a:pt x="8684" y="2385"/>
                    </a:lnTo>
                    <a:lnTo>
                      <a:pt x="8705" y="2427"/>
                    </a:lnTo>
                    <a:lnTo>
                      <a:pt x="8705" y="2637"/>
                    </a:lnTo>
                    <a:lnTo>
                      <a:pt x="8600" y="2720"/>
                    </a:lnTo>
                    <a:lnTo>
                      <a:pt x="8517" y="2846"/>
                    </a:lnTo>
                    <a:lnTo>
                      <a:pt x="8496" y="2971"/>
                    </a:lnTo>
                    <a:lnTo>
                      <a:pt x="8224" y="3160"/>
                    </a:lnTo>
                    <a:lnTo>
                      <a:pt x="8182" y="3327"/>
                    </a:lnTo>
                    <a:lnTo>
                      <a:pt x="8077" y="3453"/>
                    </a:lnTo>
                    <a:lnTo>
                      <a:pt x="7952" y="3432"/>
                    </a:lnTo>
                    <a:lnTo>
                      <a:pt x="7889" y="3453"/>
                    </a:lnTo>
                    <a:lnTo>
                      <a:pt x="7784" y="3599"/>
                    </a:lnTo>
                    <a:lnTo>
                      <a:pt x="7743" y="3557"/>
                    </a:lnTo>
                    <a:lnTo>
                      <a:pt x="7659" y="3557"/>
                    </a:lnTo>
                    <a:lnTo>
                      <a:pt x="7533" y="3599"/>
                    </a:lnTo>
                    <a:lnTo>
                      <a:pt x="7282" y="3453"/>
                    </a:lnTo>
                    <a:lnTo>
                      <a:pt x="6948" y="3348"/>
                    </a:lnTo>
                    <a:lnTo>
                      <a:pt x="6529" y="3390"/>
                    </a:lnTo>
                    <a:lnTo>
                      <a:pt x="6424" y="3390"/>
                    </a:lnTo>
                    <a:lnTo>
                      <a:pt x="6445" y="3264"/>
                    </a:lnTo>
                    <a:lnTo>
                      <a:pt x="6634" y="3076"/>
                    </a:lnTo>
                    <a:lnTo>
                      <a:pt x="6717" y="2846"/>
                    </a:lnTo>
                    <a:lnTo>
                      <a:pt x="6696" y="2720"/>
                    </a:lnTo>
                    <a:lnTo>
                      <a:pt x="6738" y="2616"/>
                    </a:lnTo>
                    <a:lnTo>
                      <a:pt x="6843" y="2532"/>
                    </a:lnTo>
                    <a:lnTo>
                      <a:pt x="6927" y="2406"/>
                    </a:lnTo>
                    <a:lnTo>
                      <a:pt x="6948" y="2281"/>
                    </a:lnTo>
                    <a:lnTo>
                      <a:pt x="6864" y="2134"/>
                    </a:lnTo>
                    <a:lnTo>
                      <a:pt x="6696" y="2009"/>
                    </a:lnTo>
                    <a:lnTo>
                      <a:pt x="6550" y="1862"/>
                    </a:lnTo>
                    <a:lnTo>
                      <a:pt x="6215" y="1800"/>
                    </a:lnTo>
                    <a:lnTo>
                      <a:pt x="5964" y="1674"/>
                    </a:lnTo>
                    <a:lnTo>
                      <a:pt x="5692" y="1465"/>
                    </a:lnTo>
                    <a:lnTo>
                      <a:pt x="5587" y="1444"/>
                    </a:lnTo>
                    <a:lnTo>
                      <a:pt x="5357" y="1339"/>
                    </a:lnTo>
                    <a:lnTo>
                      <a:pt x="5023" y="1256"/>
                    </a:lnTo>
                    <a:lnTo>
                      <a:pt x="4939" y="1088"/>
                    </a:lnTo>
                    <a:lnTo>
                      <a:pt x="4813" y="963"/>
                    </a:lnTo>
                    <a:lnTo>
                      <a:pt x="4667" y="942"/>
                    </a:lnTo>
                    <a:lnTo>
                      <a:pt x="4311" y="565"/>
                    </a:lnTo>
                    <a:lnTo>
                      <a:pt x="4186" y="314"/>
                    </a:lnTo>
                    <a:lnTo>
                      <a:pt x="4081" y="293"/>
                    </a:lnTo>
                    <a:lnTo>
                      <a:pt x="3935" y="147"/>
                    </a:lnTo>
                    <a:lnTo>
                      <a:pt x="3914" y="126"/>
                    </a:lnTo>
                    <a:lnTo>
                      <a:pt x="3809" y="21"/>
                    </a:lnTo>
                    <a:lnTo>
                      <a:pt x="3181" y="21"/>
                    </a:lnTo>
                    <a:lnTo>
                      <a:pt x="3077" y="147"/>
                    </a:lnTo>
                    <a:lnTo>
                      <a:pt x="3077" y="251"/>
                    </a:lnTo>
                    <a:lnTo>
                      <a:pt x="2993" y="356"/>
                    </a:lnTo>
                    <a:lnTo>
                      <a:pt x="2993" y="460"/>
                    </a:lnTo>
                    <a:lnTo>
                      <a:pt x="2951" y="544"/>
                    </a:lnTo>
                    <a:lnTo>
                      <a:pt x="2888" y="460"/>
                    </a:lnTo>
                    <a:lnTo>
                      <a:pt x="2826" y="230"/>
                    </a:lnTo>
                    <a:lnTo>
                      <a:pt x="2784" y="84"/>
                    </a:lnTo>
                    <a:lnTo>
                      <a:pt x="2679" y="42"/>
                    </a:lnTo>
                    <a:lnTo>
                      <a:pt x="2470" y="105"/>
                    </a:lnTo>
                    <a:lnTo>
                      <a:pt x="2344" y="84"/>
                    </a:lnTo>
                    <a:lnTo>
                      <a:pt x="2240" y="105"/>
                    </a:lnTo>
                    <a:lnTo>
                      <a:pt x="2093" y="126"/>
                    </a:lnTo>
                    <a:lnTo>
                      <a:pt x="194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38"/>
              <p:cNvSpPr/>
              <p:nvPr/>
            </p:nvSpPr>
            <p:spPr>
              <a:xfrm>
                <a:off x="2804875" y="4134625"/>
                <a:ext cx="51800" cy="36100"/>
              </a:xfrm>
              <a:custGeom>
                <a:rect b="b" l="l" r="r" t="t"/>
                <a:pathLst>
                  <a:path extrusionOk="0" h="1444" w="2072">
                    <a:moveTo>
                      <a:pt x="0" y="0"/>
                    </a:moveTo>
                    <a:lnTo>
                      <a:pt x="272" y="1067"/>
                    </a:lnTo>
                    <a:lnTo>
                      <a:pt x="314" y="1067"/>
                    </a:lnTo>
                    <a:lnTo>
                      <a:pt x="502" y="1046"/>
                    </a:lnTo>
                    <a:lnTo>
                      <a:pt x="670" y="1046"/>
                    </a:lnTo>
                    <a:lnTo>
                      <a:pt x="816" y="1004"/>
                    </a:lnTo>
                    <a:lnTo>
                      <a:pt x="816" y="1046"/>
                    </a:lnTo>
                    <a:lnTo>
                      <a:pt x="712" y="1067"/>
                    </a:lnTo>
                    <a:lnTo>
                      <a:pt x="565" y="1130"/>
                    </a:lnTo>
                    <a:lnTo>
                      <a:pt x="293" y="1130"/>
                    </a:lnTo>
                    <a:lnTo>
                      <a:pt x="356" y="1360"/>
                    </a:lnTo>
                    <a:lnTo>
                      <a:pt x="398" y="1360"/>
                    </a:lnTo>
                    <a:lnTo>
                      <a:pt x="607" y="1276"/>
                    </a:lnTo>
                    <a:lnTo>
                      <a:pt x="837" y="1297"/>
                    </a:lnTo>
                    <a:lnTo>
                      <a:pt x="1005" y="1276"/>
                    </a:lnTo>
                    <a:lnTo>
                      <a:pt x="1235" y="1297"/>
                    </a:lnTo>
                    <a:lnTo>
                      <a:pt x="1360" y="1381"/>
                    </a:lnTo>
                    <a:lnTo>
                      <a:pt x="1507" y="1444"/>
                    </a:lnTo>
                    <a:lnTo>
                      <a:pt x="1632" y="1402"/>
                    </a:lnTo>
                    <a:lnTo>
                      <a:pt x="1737" y="1297"/>
                    </a:lnTo>
                    <a:lnTo>
                      <a:pt x="1758" y="1193"/>
                    </a:lnTo>
                    <a:lnTo>
                      <a:pt x="1883" y="1151"/>
                    </a:lnTo>
                    <a:lnTo>
                      <a:pt x="1946" y="1193"/>
                    </a:lnTo>
                    <a:lnTo>
                      <a:pt x="2072" y="1130"/>
                    </a:lnTo>
                    <a:lnTo>
                      <a:pt x="2072" y="1004"/>
                    </a:lnTo>
                    <a:lnTo>
                      <a:pt x="1967" y="983"/>
                    </a:lnTo>
                    <a:lnTo>
                      <a:pt x="1758" y="1046"/>
                    </a:lnTo>
                    <a:lnTo>
                      <a:pt x="1632" y="1004"/>
                    </a:lnTo>
                    <a:lnTo>
                      <a:pt x="1507" y="879"/>
                    </a:lnTo>
                    <a:lnTo>
                      <a:pt x="1318" y="837"/>
                    </a:lnTo>
                    <a:lnTo>
                      <a:pt x="1256" y="774"/>
                    </a:lnTo>
                    <a:lnTo>
                      <a:pt x="816" y="628"/>
                    </a:lnTo>
                    <a:lnTo>
                      <a:pt x="691" y="607"/>
                    </a:lnTo>
                    <a:lnTo>
                      <a:pt x="691" y="460"/>
                    </a:lnTo>
                    <a:lnTo>
                      <a:pt x="565" y="335"/>
                    </a:lnTo>
                    <a:lnTo>
                      <a:pt x="398" y="314"/>
                    </a:lnTo>
                    <a:lnTo>
                      <a:pt x="314" y="126"/>
                    </a:lnTo>
                    <a:lnTo>
                      <a:pt x="272" y="21"/>
                    </a:lnTo>
                    <a:lnTo>
                      <a:pt x="105" y="42"/>
                    </a:lnTo>
                    <a:lnTo>
                      <a:pt x="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63" name="Google Shape;563;p38"/>
            <p:cNvSpPr/>
            <p:nvPr/>
          </p:nvSpPr>
          <p:spPr>
            <a:xfrm>
              <a:off x="4563295" y="2964728"/>
              <a:ext cx="12467" cy="27863"/>
            </a:xfrm>
            <a:custGeom>
              <a:rect b="b" l="l" r="r" t="t"/>
              <a:pathLst>
                <a:path extrusionOk="0" h="2450" w="1047">
                  <a:moveTo>
                    <a:pt x="691" y="1"/>
                  </a:moveTo>
                  <a:lnTo>
                    <a:pt x="628" y="43"/>
                  </a:lnTo>
                  <a:lnTo>
                    <a:pt x="628" y="127"/>
                  </a:lnTo>
                  <a:lnTo>
                    <a:pt x="524" y="147"/>
                  </a:lnTo>
                  <a:lnTo>
                    <a:pt x="398" y="315"/>
                  </a:lnTo>
                  <a:lnTo>
                    <a:pt x="294" y="482"/>
                  </a:lnTo>
                  <a:lnTo>
                    <a:pt x="315" y="545"/>
                  </a:lnTo>
                  <a:lnTo>
                    <a:pt x="294" y="629"/>
                  </a:lnTo>
                  <a:lnTo>
                    <a:pt x="231" y="671"/>
                  </a:lnTo>
                  <a:lnTo>
                    <a:pt x="105" y="880"/>
                  </a:lnTo>
                  <a:lnTo>
                    <a:pt x="63" y="1110"/>
                  </a:lnTo>
                  <a:lnTo>
                    <a:pt x="1" y="1152"/>
                  </a:lnTo>
                  <a:lnTo>
                    <a:pt x="63" y="1194"/>
                  </a:lnTo>
                  <a:lnTo>
                    <a:pt x="63" y="1424"/>
                  </a:lnTo>
                  <a:lnTo>
                    <a:pt x="84" y="1675"/>
                  </a:lnTo>
                  <a:lnTo>
                    <a:pt x="126" y="1696"/>
                  </a:lnTo>
                  <a:lnTo>
                    <a:pt x="168" y="1780"/>
                  </a:lnTo>
                  <a:lnTo>
                    <a:pt x="126" y="1780"/>
                  </a:lnTo>
                  <a:lnTo>
                    <a:pt x="105" y="1842"/>
                  </a:lnTo>
                  <a:lnTo>
                    <a:pt x="189" y="1947"/>
                  </a:lnTo>
                  <a:lnTo>
                    <a:pt x="231" y="1947"/>
                  </a:lnTo>
                  <a:lnTo>
                    <a:pt x="273" y="2031"/>
                  </a:lnTo>
                  <a:lnTo>
                    <a:pt x="419" y="2093"/>
                  </a:lnTo>
                  <a:lnTo>
                    <a:pt x="503" y="2219"/>
                  </a:lnTo>
                  <a:lnTo>
                    <a:pt x="503" y="2344"/>
                  </a:lnTo>
                  <a:lnTo>
                    <a:pt x="503" y="2449"/>
                  </a:lnTo>
                  <a:lnTo>
                    <a:pt x="587" y="2407"/>
                  </a:lnTo>
                  <a:lnTo>
                    <a:pt x="691" y="2449"/>
                  </a:lnTo>
                  <a:lnTo>
                    <a:pt x="691" y="2449"/>
                  </a:lnTo>
                  <a:lnTo>
                    <a:pt x="649" y="2324"/>
                  </a:lnTo>
                  <a:lnTo>
                    <a:pt x="691" y="2198"/>
                  </a:lnTo>
                  <a:lnTo>
                    <a:pt x="628" y="2010"/>
                  </a:lnTo>
                  <a:lnTo>
                    <a:pt x="712" y="1884"/>
                  </a:lnTo>
                  <a:lnTo>
                    <a:pt x="859" y="1675"/>
                  </a:lnTo>
                  <a:lnTo>
                    <a:pt x="859" y="1528"/>
                  </a:lnTo>
                  <a:lnTo>
                    <a:pt x="880" y="1487"/>
                  </a:lnTo>
                  <a:lnTo>
                    <a:pt x="838" y="1466"/>
                  </a:lnTo>
                  <a:lnTo>
                    <a:pt x="880" y="1256"/>
                  </a:lnTo>
                  <a:lnTo>
                    <a:pt x="880" y="1089"/>
                  </a:lnTo>
                  <a:lnTo>
                    <a:pt x="859" y="943"/>
                  </a:lnTo>
                  <a:lnTo>
                    <a:pt x="942" y="796"/>
                  </a:lnTo>
                  <a:lnTo>
                    <a:pt x="963" y="524"/>
                  </a:lnTo>
                  <a:lnTo>
                    <a:pt x="1005" y="357"/>
                  </a:lnTo>
                  <a:lnTo>
                    <a:pt x="1047" y="336"/>
                  </a:lnTo>
                  <a:lnTo>
                    <a:pt x="1026" y="252"/>
                  </a:lnTo>
                  <a:lnTo>
                    <a:pt x="921" y="168"/>
                  </a:lnTo>
                  <a:lnTo>
                    <a:pt x="880" y="168"/>
                  </a:lnTo>
                  <a:lnTo>
                    <a:pt x="817" y="43"/>
                  </a:lnTo>
                  <a:lnTo>
                    <a:pt x="69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64" name="Google Shape;564;p38"/>
            <p:cNvGrpSpPr/>
            <p:nvPr/>
          </p:nvGrpSpPr>
          <p:grpSpPr>
            <a:xfrm>
              <a:off x="3790439" y="2408636"/>
              <a:ext cx="73017" cy="75684"/>
              <a:chOff x="3781475" y="1624825"/>
              <a:chExt cx="153300" cy="166375"/>
            </a:xfrm>
          </p:grpSpPr>
          <p:sp>
            <p:nvSpPr>
              <p:cNvPr id="565" name="Google Shape;565;p38"/>
              <p:cNvSpPr/>
              <p:nvPr/>
            </p:nvSpPr>
            <p:spPr>
              <a:xfrm>
                <a:off x="3845300" y="1624825"/>
                <a:ext cx="89475" cy="60700"/>
              </a:xfrm>
              <a:custGeom>
                <a:rect b="b" l="l" r="r" t="t"/>
                <a:pathLst>
                  <a:path extrusionOk="0" h="2428" w="3579">
                    <a:moveTo>
                      <a:pt x="1695" y="1"/>
                    </a:moveTo>
                    <a:lnTo>
                      <a:pt x="1674" y="84"/>
                    </a:lnTo>
                    <a:lnTo>
                      <a:pt x="1716" y="168"/>
                    </a:lnTo>
                    <a:lnTo>
                      <a:pt x="1758" y="252"/>
                    </a:lnTo>
                    <a:lnTo>
                      <a:pt x="1674" y="210"/>
                    </a:lnTo>
                    <a:lnTo>
                      <a:pt x="1611" y="168"/>
                    </a:lnTo>
                    <a:lnTo>
                      <a:pt x="1570" y="189"/>
                    </a:lnTo>
                    <a:lnTo>
                      <a:pt x="1570" y="293"/>
                    </a:lnTo>
                    <a:lnTo>
                      <a:pt x="1653" y="377"/>
                    </a:lnTo>
                    <a:lnTo>
                      <a:pt x="1653" y="482"/>
                    </a:lnTo>
                    <a:lnTo>
                      <a:pt x="1611" y="586"/>
                    </a:lnTo>
                    <a:lnTo>
                      <a:pt x="1611" y="712"/>
                    </a:lnTo>
                    <a:lnTo>
                      <a:pt x="1674" y="879"/>
                    </a:lnTo>
                    <a:lnTo>
                      <a:pt x="1653" y="984"/>
                    </a:lnTo>
                    <a:lnTo>
                      <a:pt x="1591" y="984"/>
                    </a:lnTo>
                    <a:lnTo>
                      <a:pt x="1570" y="879"/>
                    </a:lnTo>
                    <a:lnTo>
                      <a:pt x="1465" y="796"/>
                    </a:lnTo>
                    <a:lnTo>
                      <a:pt x="1360" y="733"/>
                    </a:lnTo>
                    <a:lnTo>
                      <a:pt x="1339" y="670"/>
                    </a:lnTo>
                    <a:lnTo>
                      <a:pt x="1381" y="586"/>
                    </a:lnTo>
                    <a:lnTo>
                      <a:pt x="1381" y="524"/>
                    </a:lnTo>
                    <a:lnTo>
                      <a:pt x="1298" y="503"/>
                    </a:lnTo>
                    <a:lnTo>
                      <a:pt x="1193" y="565"/>
                    </a:lnTo>
                    <a:lnTo>
                      <a:pt x="1151" y="565"/>
                    </a:lnTo>
                    <a:lnTo>
                      <a:pt x="1130" y="607"/>
                    </a:lnTo>
                    <a:lnTo>
                      <a:pt x="1026" y="670"/>
                    </a:lnTo>
                    <a:lnTo>
                      <a:pt x="942" y="628"/>
                    </a:lnTo>
                    <a:lnTo>
                      <a:pt x="942" y="586"/>
                    </a:lnTo>
                    <a:lnTo>
                      <a:pt x="942" y="524"/>
                    </a:lnTo>
                    <a:lnTo>
                      <a:pt x="879" y="524"/>
                    </a:lnTo>
                    <a:lnTo>
                      <a:pt x="816" y="461"/>
                    </a:lnTo>
                    <a:lnTo>
                      <a:pt x="775" y="356"/>
                    </a:lnTo>
                    <a:lnTo>
                      <a:pt x="712" y="314"/>
                    </a:lnTo>
                    <a:lnTo>
                      <a:pt x="649" y="356"/>
                    </a:lnTo>
                    <a:lnTo>
                      <a:pt x="565" y="273"/>
                    </a:lnTo>
                    <a:lnTo>
                      <a:pt x="607" y="189"/>
                    </a:lnTo>
                    <a:lnTo>
                      <a:pt x="565" y="84"/>
                    </a:lnTo>
                    <a:lnTo>
                      <a:pt x="523" y="63"/>
                    </a:lnTo>
                    <a:lnTo>
                      <a:pt x="461" y="147"/>
                    </a:lnTo>
                    <a:lnTo>
                      <a:pt x="440" y="293"/>
                    </a:lnTo>
                    <a:lnTo>
                      <a:pt x="461" y="419"/>
                    </a:lnTo>
                    <a:lnTo>
                      <a:pt x="544" y="565"/>
                    </a:lnTo>
                    <a:lnTo>
                      <a:pt x="565" y="712"/>
                    </a:lnTo>
                    <a:lnTo>
                      <a:pt x="523" y="733"/>
                    </a:lnTo>
                    <a:lnTo>
                      <a:pt x="440" y="649"/>
                    </a:lnTo>
                    <a:lnTo>
                      <a:pt x="419" y="545"/>
                    </a:lnTo>
                    <a:lnTo>
                      <a:pt x="398" y="524"/>
                    </a:lnTo>
                    <a:lnTo>
                      <a:pt x="398" y="628"/>
                    </a:lnTo>
                    <a:lnTo>
                      <a:pt x="419" y="754"/>
                    </a:lnTo>
                    <a:lnTo>
                      <a:pt x="461" y="837"/>
                    </a:lnTo>
                    <a:lnTo>
                      <a:pt x="461" y="921"/>
                    </a:lnTo>
                    <a:lnTo>
                      <a:pt x="440" y="1005"/>
                    </a:lnTo>
                    <a:lnTo>
                      <a:pt x="419" y="984"/>
                    </a:lnTo>
                    <a:lnTo>
                      <a:pt x="356" y="837"/>
                    </a:lnTo>
                    <a:lnTo>
                      <a:pt x="314" y="796"/>
                    </a:lnTo>
                    <a:lnTo>
                      <a:pt x="105" y="817"/>
                    </a:lnTo>
                    <a:lnTo>
                      <a:pt x="21" y="775"/>
                    </a:lnTo>
                    <a:lnTo>
                      <a:pt x="0" y="775"/>
                    </a:lnTo>
                    <a:lnTo>
                      <a:pt x="63" y="879"/>
                    </a:lnTo>
                    <a:lnTo>
                      <a:pt x="126" y="879"/>
                    </a:lnTo>
                    <a:lnTo>
                      <a:pt x="189" y="921"/>
                    </a:lnTo>
                    <a:lnTo>
                      <a:pt x="168" y="984"/>
                    </a:lnTo>
                    <a:lnTo>
                      <a:pt x="189" y="1026"/>
                    </a:lnTo>
                    <a:lnTo>
                      <a:pt x="293" y="1026"/>
                    </a:lnTo>
                    <a:lnTo>
                      <a:pt x="314" y="1068"/>
                    </a:lnTo>
                    <a:lnTo>
                      <a:pt x="168" y="1172"/>
                    </a:lnTo>
                    <a:lnTo>
                      <a:pt x="168" y="1235"/>
                    </a:lnTo>
                    <a:lnTo>
                      <a:pt x="293" y="1423"/>
                    </a:lnTo>
                    <a:lnTo>
                      <a:pt x="377" y="1444"/>
                    </a:lnTo>
                    <a:lnTo>
                      <a:pt x="461" y="1486"/>
                    </a:lnTo>
                    <a:lnTo>
                      <a:pt x="607" y="1486"/>
                    </a:lnTo>
                    <a:lnTo>
                      <a:pt x="691" y="1465"/>
                    </a:lnTo>
                    <a:lnTo>
                      <a:pt x="754" y="1528"/>
                    </a:lnTo>
                    <a:lnTo>
                      <a:pt x="816" y="1528"/>
                    </a:lnTo>
                    <a:lnTo>
                      <a:pt x="942" y="1444"/>
                    </a:lnTo>
                    <a:lnTo>
                      <a:pt x="1026" y="1423"/>
                    </a:lnTo>
                    <a:lnTo>
                      <a:pt x="1235" y="1381"/>
                    </a:lnTo>
                    <a:lnTo>
                      <a:pt x="1381" y="1381"/>
                    </a:lnTo>
                    <a:lnTo>
                      <a:pt x="1465" y="1340"/>
                    </a:lnTo>
                    <a:lnTo>
                      <a:pt x="1528" y="1340"/>
                    </a:lnTo>
                    <a:lnTo>
                      <a:pt x="1570" y="1361"/>
                    </a:lnTo>
                    <a:lnTo>
                      <a:pt x="1570" y="1423"/>
                    </a:lnTo>
                    <a:lnTo>
                      <a:pt x="1549" y="1465"/>
                    </a:lnTo>
                    <a:lnTo>
                      <a:pt x="1507" y="1549"/>
                    </a:lnTo>
                    <a:lnTo>
                      <a:pt x="1465" y="1570"/>
                    </a:lnTo>
                    <a:lnTo>
                      <a:pt x="1339" y="1549"/>
                    </a:lnTo>
                    <a:lnTo>
                      <a:pt x="1214" y="1549"/>
                    </a:lnTo>
                    <a:lnTo>
                      <a:pt x="1109" y="1528"/>
                    </a:lnTo>
                    <a:lnTo>
                      <a:pt x="1067" y="1570"/>
                    </a:lnTo>
                    <a:lnTo>
                      <a:pt x="1130" y="1591"/>
                    </a:lnTo>
                    <a:lnTo>
                      <a:pt x="1298" y="1653"/>
                    </a:lnTo>
                    <a:lnTo>
                      <a:pt x="1360" y="1695"/>
                    </a:lnTo>
                    <a:lnTo>
                      <a:pt x="1360" y="1758"/>
                    </a:lnTo>
                    <a:lnTo>
                      <a:pt x="1298" y="1758"/>
                    </a:lnTo>
                    <a:lnTo>
                      <a:pt x="1172" y="1695"/>
                    </a:lnTo>
                    <a:lnTo>
                      <a:pt x="1151" y="1758"/>
                    </a:lnTo>
                    <a:lnTo>
                      <a:pt x="1088" y="1758"/>
                    </a:lnTo>
                    <a:lnTo>
                      <a:pt x="984" y="1674"/>
                    </a:lnTo>
                    <a:lnTo>
                      <a:pt x="900" y="1653"/>
                    </a:lnTo>
                    <a:lnTo>
                      <a:pt x="754" y="1695"/>
                    </a:lnTo>
                    <a:lnTo>
                      <a:pt x="754" y="1758"/>
                    </a:lnTo>
                    <a:lnTo>
                      <a:pt x="837" y="1779"/>
                    </a:lnTo>
                    <a:lnTo>
                      <a:pt x="1047" y="1967"/>
                    </a:lnTo>
                    <a:lnTo>
                      <a:pt x="1130" y="1988"/>
                    </a:lnTo>
                    <a:lnTo>
                      <a:pt x="1235" y="1946"/>
                    </a:lnTo>
                    <a:lnTo>
                      <a:pt x="1277" y="1967"/>
                    </a:lnTo>
                    <a:lnTo>
                      <a:pt x="1339" y="2072"/>
                    </a:lnTo>
                    <a:lnTo>
                      <a:pt x="1339" y="2156"/>
                    </a:lnTo>
                    <a:lnTo>
                      <a:pt x="1423" y="2177"/>
                    </a:lnTo>
                    <a:lnTo>
                      <a:pt x="1507" y="2156"/>
                    </a:lnTo>
                    <a:lnTo>
                      <a:pt x="1674" y="2156"/>
                    </a:lnTo>
                    <a:lnTo>
                      <a:pt x="1842" y="2093"/>
                    </a:lnTo>
                    <a:lnTo>
                      <a:pt x="1946" y="2093"/>
                    </a:lnTo>
                    <a:lnTo>
                      <a:pt x="2093" y="2072"/>
                    </a:lnTo>
                    <a:lnTo>
                      <a:pt x="2093" y="2114"/>
                    </a:lnTo>
                    <a:lnTo>
                      <a:pt x="2072" y="2218"/>
                    </a:lnTo>
                    <a:lnTo>
                      <a:pt x="2093" y="2323"/>
                    </a:lnTo>
                    <a:lnTo>
                      <a:pt x="2218" y="2407"/>
                    </a:lnTo>
                    <a:lnTo>
                      <a:pt x="2365" y="2428"/>
                    </a:lnTo>
                    <a:lnTo>
                      <a:pt x="2532" y="2386"/>
                    </a:lnTo>
                    <a:lnTo>
                      <a:pt x="2574" y="2323"/>
                    </a:lnTo>
                    <a:lnTo>
                      <a:pt x="2532" y="2281"/>
                    </a:lnTo>
                    <a:lnTo>
                      <a:pt x="2532" y="2218"/>
                    </a:lnTo>
                    <a:lnTo>
                      <a:pt x="2595" y="2156"/>
                    </a:lnTo>
                    <a:lnTo>
                      <a:pt x="2699" y="2051"/>
                    </a:lnTo>
                    <a:lnTo>
                      <a:pt x="2783" y="2009"/>
                    </a:lnTo>
                    <a:lnTo>
                      <a:pt x="2846" y="2072"/>
                    </a:lnTo>
                    <a:lnTo>
                      <a:pt x="2930" y="2114"/>
                    </a:lnTo>
                    <a:lnTo>
                      <a:pt x="3034" y="2114"/>
                    </a:lnTo>
                    <a:lnTo>
                      <a:pt x="3160" y="2051"/>
                    </a:lnTo>
                    <a:lnTo>
                      <a:pt x="3202" y="1988"/>
                    </a:lnTo>
                    <a:lnTo>
                      <a:pt x="3160" y="1842"/>
                    </a:lnTo>
                    <a:lnTo>
                      <a:pt x="3139" y="1758"/>
                    </a:lnTo>
                    <a:lnTo>
                      <a:pt x="3181" y="1674"/>
                    </a:lnTo>
                    <a:lnTo>
                      <a:pt x="3264" y="1591"/>
                    </a:lnTo>
                    <a:lnTo>
                      <a:pt x="3348" y="1423"/>
                    </a:lnTo>
                    <a:lnTo>
                      <a:pt x="3432" y="1319"/>
                    </a:lnTo>
                    <a:lnTo>
                      <a:pt x="3557" y="1172"/>
                    </a:lnTo>
                    <a:lnTo>
                      <a:pt x="3578" y="1068"/>
                    </a:lnTo>
                    <a:lnTo>
                      <a:pt x="3578" y="1005"/>
                    </a:lnTo>
                    <a:lnTo>
                      <a:pt x="3557" y="900"/>
                    </a:lnTo>
                    <a:lnTo>
                      <a:pt x="3536" y="817"/>
                    </a:lnTo>
                    <a:lnTo>
                      <a:pt x="3557" y="754"/>
                    </a:lnTo>
                    <a:lnTo>
                      <a:pt x="3557" y="712"/>
                    </a:lnTo>
                    <a:lnTo>
                      <a:pt x="3516" y="691"/>
                    </a:lnTo>
                    <a:lnTo>
                      <a:pt x="3348" y="691"/>
                    </a:lnTo>
                    <a:lnTo>
                      <a:pt x="3264" y="607"/>
                    </a:lnTo>
                    <a:lnTo>
                      <a:pt x="3223" y="607"/>
                    </a:lnTo>
                    <a:lnTo>
                      <a:pt x="3034" y="628"/>
                    </a:lnTo>
                    <a:lnTo>
                      <a:pt x="2930" y="607"/>
                    </a:lnTo>
                    <a:lnTo>
                      <a:pt x="2846" y="545"/>
                    </a:lnTo>
                    <a:lnTo>
                      <a:pt x="2741" y="545"/>
                    </a:lnTo>
                    <a:lnTo>
                      <a:pt x="2679" y="503"/>
                    </a:lnTo>
                    <a:lnTo>
                      <a:pt x="2679" y="440"/>
                    </a:lnTo>
                    <a:lnTo>
                      <a:pt x="2637" y="419"/>
                    </a:lnTo>
                    <a:lnTo>
                      <a:pt x="2532" y="482"/>
                    </a:lnTo>
                    <a:lnTo>
                      <a:pt x="2532" y="419"/>
                    </a:lnTo>
                    <a:lnTo>
                      <a:pt x="2532" y="335"/>
                    </a:lnTo>
                    <a:lnTo>
                      <a:pt x="2532" y="293"/>
                    </a:lnTo>
                    <a:lnTo>
                      <a:pt x="2490" y="335"/>
                    </a:lnTo>
                    <a:lnTo>
                      <a:pt x="2469" y="440"/>
                    </a:lnTo>
                    <a:lnTo>
                      <a:pt x="2407" y="482"/>
                    </a:lnTo>
                    <a:lnTo>
                      <a:pt x="2386" y="335"/>
                    </a:lnTo>
                    <a:lnTo>
                      <a:pt x="2344" y="335"/>
                    </a:lnTo>
                    <a:lnTo>
                      <a:pt x="2302" y="398"/>
                    </a:lnTo>
                    <a:lnTo>
                      <a:pt x="2323" y="440"/>
                    </a:lnTo>
                    <a:lnTo>
                      <a:pt x="2302" y="503"/>
                    </a:lnTo>
                    <a:lnTo>
                      <a:pt x="2093" y="503"/>
                    </a:lnTo>
                    <a:lnTo>
                      <a:pt x="2093" y="607"/>
                    </a:lnTo>
                    <a:lnTo>
                      <a:pt x="2072" y="691"/>
                    </a:lnTo>
                    <a:lnTo>
                      <a:pt x="1988" y="670"/>
                    </a:lnTo>
                    <a:lnTo>
                      <a:pt x="1967" y="586"/>
                    </a:lnTo>
                    <a:lnTo>
                      <a:pt x="1925" y="586"/>
                    </a:lnTo>
                    <a:lnTo>
                      <a:pt x="1925" y="670"/>
                    </a:lnTo>
                    <a:lnTo>
                      <a:pt x="1904" y="733"/>
                    </a:lnTo>
                    <a:lnTo>
                      <a:pt x="1883" y="691"/>
                    </a:lnTo>
                    <a:lnTo>
                      <a:pt x="1883" y="607"/>
                    </a:lnTo>
                    <a:lnTo>
                      <a:pt x="1904" y="482"/>
                    </a:lnTo>
                    <a:lnTo>
                      <a:pt x="1904" y="252"/>
                    </a:lnTo>
                    <a:lnTo>
                      <a:pt x="1883" y="168"/>
                    </a:lnTo>
                    <a:lnTo>
                      <a:pt x="1779" y="84"/>
                    </a:lnTo>
                    <a:lnTo>
                      <a:pt x="171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38"/>
              <p:cNvSpPr/>
              <p:nvPr/>
            </p:nvSpPr>
            <p:spPr>
              <a:xfrm>
                <a:off x="3875625" y="1704850"/>
                <a:ext cx="21475" cy="18350"/>
              </a:xfrm>
              <a:custGeom>
                <a:rect b="b" l="l" r="r" t="t"/>
                <a:pathLst>
                  <a:path extrusionOk="0" h="734" w="859">
                    <a:moveTo>
                      <a:pt x="650" y="1"/>
                    </a:moveTo>
                    <a:lnTo>
                      <a:pt x="587" y="43"/>
                    </a:lnTo>
                    <a:lnTo>
                      <a:pt x="419" y="126"/>
                    </a:lnTo>
                    <a:lnTo>
                      <a:pt x="419" y="43"/>
                    </a:lnTo>
                    <a:lnTo>
                      <a:pt x="357" y="43"/>
                    </a:lnTo>
                    <a:lnTo>
                      <a:pt x="273" y="105"/>
                    </a:lnTo>
                    <a:lnTo>
                      <a:pt x="252" y="147"/>
                    </a:lnTo>
                    <a:lnTo>
                      <a:pt x="231" y="210"/>
                    </a:lnTo>
                    <a:lnTo>
                      <a:pt x="126" y="189"/>
                    </a:lnTo>
                    <a:lnTo>
                      <a:pt x="64" y="252"/>
                    </a:lnTo>
                    <a:lnTo>
                      <a:pt x="1" y="315"/>
                    </a:lnTo>
                    <a:lnTo>
                      <a:pt x="64" y="357"/>
                    </a:lnTo>
                    <a:lnTo>
                      <a:pt x="210" y="357"/>
                    </a:lnTo>
                    <a:lnTo>
                      <a:pt x="252" y="461"/>
                    </a:lnTo>
                    <a:lnTo>
                      <a:pt x="273" y="524"/>
                    </a:lnTo>
                    <a:lnTo>
                      <a:pt x="273" y="608"/>
                    </a:lnTo>
                    <a:lnTo>
                      <a:pt x="336" y="629"/>
                    </a:lnTo>
                    <a:lnTo>
                      <a:pt x="273" y="712"/>
                    </a:lnTo>
                    <a:lnTo>
                      <a:pt x="357" y="712"/>
                    </a:lnTo>
                    <a:lnTo>
                      <a:pt x="419" y="733"/>
                    </a:lnTo>
                    <a:lnTo>
                      <a:pt x="440" y="670"/>
                    </a:lnTo>
                    <a:lnTo>
                      <a:pt x="587" y="608"/>
                    </a:lnTo>
                    <a:lnTo>
                      <a:pt x="670" y="608"/>
                    </a:lnTo>
                    <a:lnTo>
                      <a:pt x="754" y="524"/>
                    </a:lnTo>
                    <a:lnTo>
                      <a:pt x="733" y="461"/>
                    </a:lnTo>
                    <a:lnTo>
                      <a:pt x="754" y="315"/>
                    </a:lnTo>
                    <a:lnTo>
                      <a:pt x="796" y="294"/>
                    </a:lnTo>
                    <a:lnTo>
                      <a:pt x="859" y="189"/>
                    </a:lnTo>
                    <a:lnTo>
                      <a:pt x="796" y="105"/>
                    </a:lnTo>
                    <a:lnTo>
                      <a:pt x="733" y="85"/>
                    </a:lnTo>
                    <a:lnTo>
                      <a:pt x="670" y="22"/>
                    </a:lnTo>
                    <a:lnTo>
                      <a:pt x="65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38"/>
              <p:cNvSpPr/>
              <p:nvPr/>
            </p:nvSpPr>
            <p:spPr>
              <a:xfrm>
                <a:off x="3883475" y="1716375"/>
                <a:ext cx="39275" cy="43425"/>
              </a:xfrm>
              <a:custGeom>
                <a:rect b="b" l="l" r="r" t="t"/>
                <a:pathLst>
                  <a:path extrusionOk="0" h="1737" w="1571">
                    <a:moveTo>
                      <a:pt x="796" y="0"/>
                    </a:moveTo>
                    <a:lnTo>
                      <a:pt x="649" y="105"/>
                    </a:lnTo>
                    <a:lnTo>
                      <a:pt x="482" y="251"/>
                    </a:lnTo>
                    <a:lnTo>
                      <a:pt x="377" y="251"/>
                    </a:lnTo>
                    <a:lnTo>
                      <a:pt x="147" y="293"/>
                    </a:lnTo>
                    <a:lnTo>
                      <a:pt x="43" y="398"/>
                    </a:lnTo>
                    <a:lnTo>
                      <a:pt x="1" y="502"/>
                    </a:lnTo>
                    <a:lnTo>
                      <a:pt x="105" y="565"/>
                    </a:lnTo>
                    <a:lnTo>
                      <a:pt x="168" y="670"/>
                    </a:lnTo>
                    <a:lnTo>
                      <a:pt x="273" y="670"/>
                    </a:lnTo>
                    <a:lnTo>
                      <a:pt x="315" y="712"/>
                    </a:lnTo>
                    <a:lnTo>
                      <a:pt x="273" y="795"/>
                    </a:lnTo>
                    <a:lnTo>
                      <a:pt x="273" y="900"/>
                    </a:lnTo>
                    <a:lnTo>
                      <a:pt x="168" y="1046"/>
                    </a:lnTo>
                    <a:lnTo>
                      <a:pt x="147" y="1235"/>
                    </a:lnTo>
                    <a:lnTo>
                      <a:pt x="64" y="1297"/>
                    </a:lnTo>
                    <a:lnTo>
                      <a:pt x="105" y="1402"/>
                    </a:lnTo>
                    <a:lnTo>
                      <a:pt x="43" y="1444"/>
                    </a:lnTo>
                    <a:lnTo>
                      <a:pt x="64" y="1548"/>
                    </a:lnTo>
                    <a:lnTo>
                      <a:pt x="126" y="1548"/>
                    </a:lnTo>
                    <a:lnTo>
                      <a:pt x="210" y="1507"/>
                    </a:lnTo>
                    <a:lnTo>
                      <a:pt x="315" y="1465"/>
                    </a:lnTo>
                    <a:lnTo>
                      <a:pt x="440" y="1402"/>
                    </a:lnTo>
                    <a:lnTo>
                      <a:pt x="524" y="1402"/>
                    </a:lnTo>
                    <a:lnTo>
                      <a:pt x="587" y="1318"/>
                    </a:lnTo>
                    <a:lnTo>
                      <a:pt x="649" y="1193"/>
                    </a:lnTo>
                    <a:lnTo>
                      <a:pt x="691" y="1151"/>
                    </a:lnTo>
                    <a:lnTo>
                      <a:pt x="796" y="1151"/>
                    </a:lnTo>
                    <a:lnTo>
                      <a:pt x="838" y="1130"/>
                    </a:lnTo>
                    <a:lnTo>
                      <a:pt x="838" y="1235"/>
                    </a:lnTo>
                    <a:lnTo>
                      <a:pt x="796" y="1423"/>
                    </a:lnTo>
                    <a:lnTo>
                      <a:pt x="796" y="1548"/>
                    </a:lnTo>
                    <a:lnTo>
                      <a:pt x="754" y="1632"/>
                    </a:lnTo>
                    <a:lnTo>
                      <a:pt x="775" y="1737"/>
                    </a:lnTo>
                    <a:lnTo>
                      <a:pt x="859" y="1737"/>
                    </a:lnTo>
                    <a:lnTo>
                      <a:pt x="942" y="1653"/>
                    </a:lnTo>
                    <a:lnTo>
                      <a:pt x="942" y="1569"/>
                    </a:lnTo>
                    <a:lnTo>
                      <a:pt x="984" y="1465"/>
                    </a:lnTo>
                    <a:lnTo>
                      <a:pt x="1089" y="1423"/>
                    </a:lnTo>
                    <a:lnTo>
                      <a:pt x="1193" y="1402"/>
                    </a:lnTo>
                    <a:lnTo>
                      <a:pt x="1277" y="1151"/>
                    </a:lnTo>
                    <a:lnTo>
                      <a:pt x="1277" y="1046"/>
                    </a:lnTo>
                    <a:lnTo>
                      <a:pt x="1382" y="900"/>
                    </a:lnTo>
                    <a:lnTo>
                      <a:pt x="1507" y="837"/>
                    </a:lnTo>
                    <a:lnTo>
                      <a:pt x="1570" y="795"/>
                    </a:lnTo>
                    <a:lnTo>
                      <a:pt x="1465" y="732"/>
                    </a:lnTo>
                    <a:lnTo>
                      <a:pt x="1403" y="691"/>
                    </a:lnTo>
                    <a:lnTo>
                      <a:pt x="1298" y="628"/>
                    </a:lnTo>
                    <a:lnTo>
                      <a:pt x="1172" y="712"/>
                    </a:lnTo>
                    <a:lnTo>
                      <a:pt x="1089" y="774"/>
                    </a:lnTo>
                    <a:lnTo>
                      <a:pt x="963" y="691"/>
                    </a:lnTo>
                    <a:lnTo>
                      <a:pt x="838" y="565"/>
                    </a:lnTo>
                    <a:lnTo>
                      <a:pt x="796" y="398"/>
                    </a:lnTo>
                    <a:lnTo>
                      <a:pt x="838" y="356"/>
                    </a:lnTo>
                    <a:lnTo>
                      <a:pt x="942" y="314"/>
                    </a:lnTo>
                    <a:lnTo>
                      <a:pt x="942" y="272"/>
                    </a:lnTo>
                    <a:lnTo>
                      <a:pt x="859" y="147"/>
                    </a:lnTo>
                    <a:lnTo>
                      <a:pt x="79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38"/>
              <p:cNvSpPr/>
              <p:nvPr/>
            </p:nvSpPr>
            <p:spPr>
              <a:xfrm>
                <a:off x="3781475" y="1649925"/>
                <a:ext cx="102550" cy="141275"/>
              </a:xfrm>
              <a:custGeom>
                <a:rect b="b" l="l" r="r" t="t"/>
                <a:pathLst>
                  <a:path extrusionOk="0" h="5651" w="4102">
                    <a:moveTo>
                      <a:pt x="1988" y="1"/>
                    </a:moveTo>
                    <a:lnTo>
                      <a:pt x="1926" y="22"/>
                    </a:lnTo>
                    <a:lnTo>
                      <a:pt x="1842" y="126"/>
                    </a:lnTo>
                    <a:lnTo>
                      <a:pt x="1884" y="315"/>
                    </a:lnTo>
                    <a:lnTo>
                      <a:pt x="1821" y="419"/>
                    </a:lnTo>
                    <a:lnTo>
                      <a:pt x="1821" y="524"/>
                    </a:lnTo>
                    <a:lnTo>
                      <a:pt x="1800" y="629"/>
                    </a:lnTo>
                    <a:lnTo>
                      <a:pt x="1842" y="649"/>
                    </a:lnTo>
                    <a:lnTo>
                      <a:pt x="1884" y="733"/>
                    </a:lnTo>
                    <a:lnTo>
                      <a:pt x="1884" y="1068"/>
                    </a:lnTo>
                    <a:lnTo>
                      <a:pt x="1884" y="1235"/>
                    </a:lnTo>
                    <a:lnTo>
                      <a:pt x="1926" y="1361"/>
                    </a:lnTo>
                    <a:lnTo>
                      <a:pt x="2030" y="1507"/>
                    </a:lnTo>
                    <a:lnTo>
                      <a:pt x="2030" y="1654"/>
                    </a:lnTo>
                    <a:lnTo>
                      <a:pt x="2135" y="1779"/>
                    </a:lnTo>
                    <a:lnTo>
                      <a:pt x="2135" y="1863"/>
                    </a:lnTo>
                    <a:lnTo>
                      <a:pt x="2051" y="1863"/>
                    </a:lnTo>
                    <a:lnTo>
                      <a:pt x="2009" y="1800"/>
                    </a:lnTo>
                    <a:lnTo>
                      <a:pt x="1926" y="1612"/>
                    </a:lnTo>
                    <a:lnTo>
                      <a:pt x="1842" y="1507"/>
                    </a:lnTo>
                    <a:lnTo>
                      <a:pt x="1800" y="1507"/>
                    </a:lnTo>
                    <a:lnTo>
                      <a:pt x="1716" y="1570"/>
                    </a:lnTo>
                    <a:lnTo>
                      <a:pt x="1675" y="1549"/>
                    </a:lnTo>
                    <a:lnTo>
                      <a:pt x="1675" y="1486"/>
                    </a:lnTo>
                    <a:lnTo>
                      <a:pt x="1737" y="1403"/>
                    </a:lnTo>
                    <a:lnTo>
                      <a:pt x="1779" y="1361"/>
                    </a:lnTo>
                    <a:lnTo>
                      <a:pt x="1779" y="1256"/>
                    </a:lnTo>
                    <a:lnTo>
                      <a:pt x="1695" y="1026"/>
                    </a:lnTo>
                    <a:lnTo>
                      <a:pt x="1695" y="817"/>
                    </a:lnTo>
                    <a:lnTo>
                      <a:pt x="1675" y="733"/>
                    </a:lnTo>
                    <a:lnTo>
                      <a:pt x="1528" y="649"/>
                    </a:lnTo>
                    <a:lnTo>
                      <a:pt x="1465" y="524"/>
                    </a:lnTo>
                    <a:lnTo>
                      <a:pt x="1382" y="503"/>
                    </a:lnTo>
                    <a:lnTo>
                      <a:pt x="1319" y="545"/>
                    </a:lnTo>
                    <a:lnTo>
                      <a:pt x="1319" y="670"/>
                    </a:lnTo>
                    <a:lnTo>
                      <a:pt x="1193" y="838"/>
                    </a:lnTo>
                    <a:lnTo>
                      <a:pt x="1172" y="963"/>
                    </a:lnTo>
                    <a:lnTo>
                      <a:pt x="1193" y="1089"/>
                    </a:lnTo>
                    <a:lnTo>
                      <a:pt x="1256" y="1235"/>
                    </a:lnTo>
                    <a:lnTo>
                      <a:pt x="1277" y="1403"/>
                    </a:lnTo>
                    <a:lnTo>
                      <a:pt x="1214" y="1382"/>
                    </a:lnTo>
                    <a:lnTo>
                      <a:pt x="1172" y="1298"/>
                    </a:lnTo>
                    <a:lnTo>
                      <a:pt x="1151" y="1173"/>
                    </a:lnTo>
                    <a:lnTo>
                      <a:pt x="1172" y="1089"/>
                    </a:lnTo>
                    <a:lnTo>
                      <a:pt x="1110" y="1068"/>
                    </a:lnTo>
                    <a:lnTo>
                      <a:pt x="1068" y="984"/>
                    </a:lnTo>
                    <a:lnTo>
                      <a:pt x="1047" y="984"/>
                    </a:lnTo>
                    <a:lnTo>
                      <a:pt x="984" y="1047"/>
                    </a:lnTo>
                    <a:lnTo>
                      <a:pt x="942" y="1026"/>
                    </a:lnTo>
                    <a:lnTo>
                      <a:pt x="942" y="942"/>
                    </a:lnTo>
                    <a:lnTo>
                      <a:pt x="1047" y="859"/>
                    </a:lnTo>
                    <a:lnTo>
                      <a:pt x="1047" y="838"/>
                    </a:lnTo>
                    <a:lnTo>
                      <a:pt x="984" y="817"/>
                    </a:lnTo>
                    <a:lnTo>
                      <a:pt x="859" y="859"/>
                    </a:lnTo>
                    <a:lnTo>
                      <a:pt x="775" y="921"/>
                    </a:lnTo>
                    <a:lnTo>
                      <a:pt x="691" y="859"/>
                    </a:lnTo>
                    <a:lnTo>
                      <a:pt x="733" y="817"/>
                    </a:lnTo>
                    <a:lnTo>
                      <a:pt x="775" y="775"/>
                    </a:lnTo>
                    <a:lnTo>
                      <a:pt x="796" y="733"/>
                    </a:lnTo>
                    <a:lnTo>
                      <a:pt x="900" y="629"/>
                    </a:lnTo>
                    <a:lnTo>
                      <a:pt x="984" y="629"/>
                    </a:lnTo>
                    <a:lnTo>
                      <a:pt x="1005" y="649"/>
                    </a:lnTo>
                    <a:lnTo>
                      <a:pt x="1089" y="670"/>
                    </a:lnTo>
                    <a:lnTo>
                      <a:pt x="1151" y="608"/>
                    </a:lnTo>
                    <a:lnTo>
                      <a:pt x="1172" y="524"/>
                    </a:lnTo>
                    <a:lnTo>
                      <a:pt x="1089" y="398"/>
                    </a:lnTo>
                    <a:lnTo>
                      <a:pt x="1047" y="336"/>
                    </a:lnTo>
                    <a:lnTo>
                      <a:pt x="900" y="357"/>
                    </a:lnTo>
                    <a:lnTo>
                      <a:pt x="670" y="545"/>
                    </a:lnTo>
                    <a:lnTo>
                      <a:pt x="587" y="566"/>
                    </a:lnTo>
                    <a:lnTo>
                      <a:pt x="545" y="545"/>
                    </a:lnTo>
                    <a:lnTo>
                      <a:pt x="545" y="461"/>
                    </a:lnTo>
                    <a:lnTo>
                      <a:pt x="461" y="419"/>
                    </a:lnTo>
                    <a:lnTo>
                      <a:pt x="419" y="440"/>
                    </a:lnTo>
                    <a:lnTo>
                      <a:pt x="419" y="566"/>
                    </a:lnTo>
                    <a:lnTo>
                      <a:pt x="545" y="712"/>
                    </a:lnTo>
                    <a:lnTo>
                      <a:pt x="524" y="754"/>
                    </a:lnTo>
                    <a:lnTo>
                      <a:pt x="419" y="754"/>
                    </a:lnTo>
                    <a:lnTo>
                      <a:pt x="377" y="649"/>
                    </a:lnTo>
                    <a:lnTo>
                      <a:pt x="315" y="503"/>
                    </a:lnTo>
                    <a:lnTo>
                      <a:pt x="231" y="503"/>
                    </a:lnTo>
                    <a:lnTo>
                      <a:pt x="126" y="608"/>
                    </a:lnTo>
                    <a:lnTo>
                      <a:pt x="147" y="733"/>
                    </a:lnTo>
                    <a:lnTo>
                      <a:pt x="168" y="775"/>
                    </a:lnTo>
                    <a:lnTo>
                      <a:pt x="168" y="880"/>
                    </a:lnTo>
                    <a:lnTo>
                      <a:pt x="147" y="880"/>
                    </a:lnTo>
                    <a:lnTo>
                      <a:pt x="43" y="963"/>
                    </a:lnTo>
                    <a:lnTo>
                      <a:pt x="1" y="984"/>
                    </a:lnTo>
                    <a:lnTo>
                      <a:pt x="1" y="1089"/>
                    </a:lnTo>
                    <a:lnTo>
                      <a:pt x="22" y="1235"/>
                    </a:lnTo>
                    <a:lnTo>
                      <a:pt x="43" y="1361"/>
                    </a:lnTo>
                    <a:lnTo>
                      <a:pt x="147" y="1549"/>
                    </a:lnTo>
                    <a:lnTo>
                      <a:pt x="147" y="1612"/>
                    </a:lnTo>
                    <a:lnTo>
                      <a:pt x="231" y="1591"/>
                    </a:lnTo>
                    <a:lnTo>
                      <a:pt x="273" y="1507"/>
                    </a:lnTo>
                    <a:lnTo>
                      <a:pt x="273" y="1403"/>
                    </a:lnTo>
                    <a:lnTo>
                      <a:pt x="273" y="1298"/>
                    </a:lnTo>
                    <a:lnTo>
                      <a:pt x="335" y="1277"/>
                    </a:lnTo>
                    <a:lnTo>
                      <a:pt x="419" y="1361"/>
                    </a:lnTo>
                    <a:lnTo>
                      <a:pt x="461" y="1298"/>
                    </a:lnTo>
                    <a:lnTo>
                      <a:pt x="482" y="1340"/>
                    </a:lnTo>
                    <a:lnTo>
                      <a:pt x="440" y="1445"/>
                    </a:lnTo>
                    <a:lnTo>
                      <a:pt x="419" y="1591"/>
                    </a:lnTo>
                    <a:lnTo>
                      <a:pt x="377" y="1612"/>
                    </a:lnTo>
                    <a:lnTo>
                      <a:pt x="377" y="1675"/>
                    </a:lnTo>
                    <a:lnTo>
                      <a:pt x="482" y="1779"/>
                    </a:lnTo>
                    <a:lnTo>
                      <a:pt x="482" y="1800"/>
                    </a:lnTo>
                    <a:lnTo>
                      <a:pt x="545" y="1821"/>
                    </a:lnTo>
                    <a:lnTo>
                      <a:pt x="628" y="1821"/>
                    </a:lnTo>
                    <a:lnTo>
                      <a:pt x="649" y="1863"/>
                    </a:lnTo>
                    <a:lnTo>
                      <a:pt x="649" y="1926"/>
                    </a:lnTo>
                    <a:lnTo>
                      <a:pt x="545" y="2010"/>
                    </a:lnTo>
                    <a:lnTo>
                      <a:pt x="482" y="2010"/>
                    </a:lnTo>
                    <a:lnTo>
                      <a:pt x="482" y="1968"/>
                    </a:lnTo>
                    <a:lnTo>
                      <a:pt x="461" y="1905"/>
                    </a:lnTo>
                    <a:lnTo>
                      <a:pt x="315" y="1800"/>
                    </a:lnTo>
                    <a:lnTo>
                      <a:pt x="273" y="1821"/>
                    </a:lnTo>
                    <a:lnTo>
                      <a:pt x="273" y="1884"/>
                    </a:lnTo>
                    <a:lnTo>
                      <a:pt x="335" y="1989"/>
                    </a:lnTo>
                    <a:lnTo>
                      <a:pt x="419" y="2030"/>
                    </a:lnTo>
                    <a:lnTo>
                      <a:pt x="482" y="2093"/>
                    </a:lnTo>
                    <a:lnTo>
                      <a:pt x="482" y="2114"/>
                    </a:lnTo>
                    <a:lnTo>
                      <a:pt x="440" y="2177"/>
                    </a:lnTo>
                    <a:lnTo>
                      <a:pt x="482" y="2240"/>
                    </a:lnTo>
                    <a:lnTo>
                      <a:pt x="587" y="2302"/>
                    </a:lnTo>
                    <a:lnTo>
                      <a:pt x="670" y="2344"/>
                    </a:lnTo>
                    <a:lnTo>
                      <a:pt x="691" y="2428"/>
                    </a:lnTo>
                    <a:lnTo>
                      <a:pt x="775" y="2449"/>
                    </a:lnTo>
                    <a:lnTo>
                      <a:pt x="900" y="2449"/>
                    </a:lnTo>
                    <a:lnTo>
                      <a:pt x="942" y="2491"/>
                    </a:lnTo>
                    <a:lnTo>
                      <a:pt x="879" y="2533"/>
                    </a:lnTo>
                    <a:lnTo>
                      <a:pt x="754" y="2533"/>
                    </a:lnTo>
                    <a:lnTo>
                      <a:pt x="754" y="2637"/>
                    </a:lnTo>
                    <a:lnTo>
                      <a:pt x="796" y="2742"/>
                    </a:lnTo>
                    <a:lnTo>
                      <a:pt x="859" y="2742"/>
                    </a:lnTo>
                    <a:lnTo>
                      <a:pt x="942" y="2763"/>
                    </a:lnTo>
                    <a:lnTo>
                      <a:pt x="1068" y="2909"/>
                    </a:lnTo>
                    <a:lnTo>
                      <a:pt x="1110" y="2972"/>
                    </a:lnTo>
                    <a:lnTo>
                      <a:pt x="1068" y="3035"/>
                    </a:lnTo>
                    <a:lnTo>
                      <a:pt x="1068" y="3077"/>
                    </a:lnTo>
                    <a:lnTo>
                      <a:pt x="1382" y="3077"/>
                    </a:lnTo>
                    <a:lnTo>
                      <a:pt x="1465" y="3014"/>
                    </a:lnTo>
                    <a:lnTo>
                      <a:pt x="1465" y="2930"/>
                    </a:lnTo>
                    <a:lnTo>
                      <a:pt x="1507" y="2805"/>
                    </a:lnTo>
                    <a:lnTo>
                      <a:pt x="1591" y="2763"/>
                    </a:lnTo>
                    <a:lnTo>
                      <a:pt x="1675" y="2805"/>
                    </a:lnTo>
                    <a:lnTo>
                      <a:pt x="1675" y="2721"/>
                    </a:lnTo>
                    <a:lnTo>
                      <a:pt x="1612" y="2616"/>
                    </a:lnTo>
                    <a:lnTo>
                      <a:pt x="1570" y="2512"/>
                    </a:lnTo>
                    <a:lnTo>
                      <a:pt x="1570" y="2386"/>
                    </a:lnTo>
                    <a:lnTo>
                      <a:pt x="1528" y="2302"/>
                    </a:lnTo>
                    <a:lnTo>
                      <a:pt x="1528" y="2219"/>
                    </a:lnTo>
                    <a:lnTo>
                      <a:pt x="1591" y="2198"/>
                    </a:lnTo>
                    <a:lnTo>
                      <a:pt x="1633" y="2219"/>
                    </a:lnTo>
                    <a:lnTo>
                      <a:pt x="1695" y="2323"/>
                    </a:lnTo>
                    <a:lnTo>
                      <a:pt x="1675" y="2344"/>
                    </a:lnTo>
                    <a:lnTo>
                      <a:pt x="1695" y="2428"/>
                    </a:lnTo>
                    <a:lnTo>
                      <a:pt x="1779" y="2344"/>
                    </a:lnTo>
                    <a:lnTo>
                      <a:pt x="1779" y="2282"/>
                    </a:lnTo>
                    <a:lnTo>
                      <a:pt x="1737" y="2093"/>
                    </a:lnTo>
                    <a:lnTo>
                      <a:pt x="1800" y="2010"/>
                    </a:lnTo>
                    <a:lnTo>
                      <a:pt x="1821" y="2010"/>
                    </a:lnTo>
                    <a:lnTo>
                      <a:pt x="1884" y="2093"/>
                    </a:lnTo>
                    <a:lnTo>
                      <a:pt x="1884" y="2219"/>
                    </a:lnTo>
                    <a:lnTo>
                      <a:pt x="1926" y="2282"/>
                    </a:lnTo>
                    <a:lnTo>
                      <a:pt x="1926" y="2344"/>
                    </a:lnTo>
                    <a:lnTo>
                      <a:pt x="1842" y="2428"/>
                    </a:lnTo>
                    <a:lnTo>
                      <a:pt x="1842" y="2491"/>
                    </a:lnTo>
                    <a:lnTo>
                      <a:pt x="1884" y="2637"/>
                    </a:lnTo>
                    <a:lnTo>
                      <a:pt x="1926" y="2658"/>
                    </a:lnTo>
                    <a:lnTo>
                      <a:pt x="2009" y="2637"/>
                    </a:lnTo>
                    <a:lnTo>
                      <a:pt x="2156" y="2491"/>
                    </a:lnTo>
                    <a:lnTo>
                      <a:pt x="2219" y="2344"/>
                    </a:lnTo>
                    <a:lnTo>
                      <a:pt x="2219" y="2240"/>
                    </a:lnTo>
                    <a:lnTo>
                      <a:pt x="2239" y="2177"/>
                    </a:lnTo>
                    <a:lnTo>
                      <a:pt x="2302" y="2198"/>
                    </a:lnTo>
                    <a:lnTo>
                      <a:pt x="2344" y="2282"/>
                    </a:lnTo>
                    <a:lnTo>
                      <a:pt x="2323" y="2407"/>
                    </a:lnTo>
                    <a:lnTo>
                      <a:pt x="2260" y="2512"/>
                    </a:lnTo>
                    <a:lnTo>
                      <a:pt x="2260" y="2595"/>
                    </a:lnTo>
                    <a:lnTo>
                      <a:pt x="2344" y="2637"/>
                    </a:lnTo>
                    <a:lnTo>
                      <a:pt x="2449" y="2616"/>
                    </a:lnTo>
                    <a:lnTo>
                      <a:pt x="2532" y="2533"/>
                    </a:lnTo>
                    <a:lnTo>
                      <a:pt x="2574" y="2533"/>
                    </a:lnTo>
                    <a:lnTo>
                      <a:pt x="2574" y="2595"/>
                    </a:lnTo>
                    <a:lnTo>
                      <a:pt x="2532" y="2637"/>
                    </a:lnTo>
                    <a:lnTo>
                      <a:pt x="2428" y="2658"/>
                    </a:lnTo>
                    <a:lnTo>
                      <a:pt x="2344" y="2763"/>
                    </a:lnTo>
                    <a:lnTo>
                      <a:pt x="2156" y="2763"/>
                    </a:lnTo>
                    <a:lnTo>
                      <a:pt x="2009" y="2826"/>
                    </a:lnTo>
                    <a:lnTo>
                      <a:pt x="1988" y="2867"/>
                    </a:lnTo>
                    <a:lnTo>
                      <a:pt x="2009" y="2951"/>
                    </a:lnTo>
                    <a:lnTo>
                      <a:pt x="1884" y="3014"/>
                    </a:lnTo>
                    <a:lnTo>
                      <a:pt x="1800" y="3118"/>
                    </a:lnTo>
                    <a:lnTo>
                      <a:pt x="1716" y="3181"/>
                    </a:lnTo>
                    <a:lnTo>
                      <a:pt x="1675" y="3181"/>
                    </a:lnTo>
                    <a:lnTo>
                      <a:pt x="1570" y="3244"/>
                    </a:lnTo>
                    <a:lnTo>
                      <a:pt x="1570" y="3328"/>
                    </a:lnTo>
                    <a:lnTo>
                      <a:pt x="1507" y="3349"/>
                    </a:lnTo>
                    <a:lnTo>
                      <a:pt x="1486" y="3265"/>
                    </a:lnTo>
                    <a:lnTo>
                      <a:pt x="1465" y="3223"/>
                    </a:lnTo>
                    <a:lnTo>
                      <a:pt x="1382" y="3265"/>
                    </a:lnTo>
                    <a:lnTo>
                      <a:pt x="1298" y="3286"/>
                    </a:lnTo>
                    <a:lnTo>
                      <a:pt x="1298" y="3349"/>
                    </a:lnTo>
                    <a:lnTo>
                      <a:pt x="1277" y="3390"/>
                    </a:lnTo>
                    <a:lnTo>
                      <a:pt x="1319" y="3579"/>
                    </a:lnTo>
                    <a:lnTo>
                      <a:pt x="1319" y="3704"/>
                    </a:lnTo>
                    <a:lnTo>
                      <a:pt x="1361" y="3746"/>
                    </a:lnTo>
                    <a:lnTo>
                      <a:pt x="1465" y="3746"/>
                    </a:lnTo>
                    <a:lnTo>
                      <a:pt x="1528" y="3704"/>
                    </a:lnTo>
                    <a:lnTo>
                      <a:pt x="1633" y="3683"/>
                    </a:lnTo>
                    <a:lnTo>
                      <a:pt x="1695" y="3662"/>
                    </a:lnTo>
                    <a:lnTo>
                      <a:pt x="1779" y="3662"/>
                    </a:lnTo>
                    <a:lnTo>
                      <a:pt x="1842" y="3642"/>
                    </a:lnTo>
                    <a:lnTo>
                      <a:pt x="1926" y="3537"/>
                    </a:lnTo>
                    <a:lnTo>
                      <a:pt x="1988" y="3537"/>
                    </a:lnTo>
                    <a:lnTo>
                      <a:pt x="2009" y="3495"/>
                    </a:lnTo>
                    <a:lnTo>
                      <a:pt x="2114" y="3495"/>
                    </a:lnTo>
                    <a:lnTo>
                      <a:pt x="2135" y="3537"/>
                    </a:lnTo>
                    <a:lnTo>
                      <a:pt x="2428" y="3537"/>
                    </a:lnTo>
                    <a:lnTo>
                      <a:pt x="2470" y="3474"/>
                    </a:lnTo>
                    <a:lnTo>
                      <a:pt x="2553" y="3432"/>
                    </a:lnTo>
                    <a:lnTo>
                      <a:pt x="2616" y="3432"/>
                    </a:lnTo>
                    <a:lnTo>
                      <a:pt x="2616" y="3495"/>
                    </a:lnTo>
                    <a:lnTo>
                      <a:pt x="2553" y="3537"/>
                    </a:lnTo>
                    <a:lnTo>
                      <a:pt x="2532" y="3600"/>
                    </a:lnTo>
                    <a:lnTo>
                      <a:pt x="2449" y="3600"/>
                    </a:lnTo>
                    <a:lnTo>
                      <a:pt x="2407" y="3642"/>
                    </a:lnTo>
                    <a:lnTo>
                      <a:pt x="2239" y="3642"/>
                    </a:lnTo>
                    <a:lnTo>
                      <a:pt x="2135" y="3683"/>
                    </a:lnTo>
                    <a:lnTo>
                      <a:pt x="1947" y="3767"/>
                    </a:lnTo>
                    <a:lnTo>
                      <a:pt x="1884" y="3767"/>
                    </a:lnTo>
                    <a:lnTo>
                      <a:pt x="1800" y="3788"/>
                    </a:lnTo>
                    <a:lnTo>
                      <a:pt x="1800" y="3809"/>
                    </a:lnTo>
                    <a:lnTo>
                      <a:pt x="1905" y="3872"/>
                    </a:lnTo>
                    <a:lnTo>
                      <a:pt x="2051" y="3893"/>
                    </a:lnTo>
                    <a:lnTo>
                      <a:pt x="2135" y="3893"/>
                    </a:lnTo>
                    <a:lnTo>
                      <a:pt x="2239" y="3976"/>
                    </a:lnTo>
                    <a:lnTo>
                      <a:pt x="2239" y="4018"/>
                    </a:lnTo>
                    <a:lnTo>
                      <a:pt x="2030" y="4018"/>
                    </a:lnTo>
                    <a:lnTo>
                      <a:pt x="1947" y="4060"/>
                    </a:lnTo>
                    <a:lnTo>
                      <a:pt x="1905" y="4018"/>
                    </a:lnTo>
                    <a:lnTo>
                      <a:pt x="1800" y="3997"/>
                    </a:lnTo>
                    <a:lnTo>
                      <a:pt x="1779" y="4060"/>
                    </a:lnTo>
                    <a:lnTo>
                      <a:pt x="1737" y="4060"/>
                    </a:lnTo>
                    <a:lnTo>
                      <a:pt x="1695" y="3997"/>
                    </a:lnTo>
                    <a:lnTo>
                      <a:pt x="1633" y="3914"/>
                    </a:lnTo>
                    <a:lnTo>
                      <a:pt x="1570" y="3893"/>
                    </a:lnTo>
                    <a:lnTo>
                      <a:pt x="1423" y="3997"/>
                    </a:lnTo>
                    <a:lnTo>
                      <a:pt x="1423" y="4018"/>
                    </a:lnTo>
                    <a:lnTo>
                      <a:pt x="1486" y="4102"/>
                    </a:lnTo>
                    <a:lnTo>
                      <a:pt x="1507" y="4165"/>
                    </a:lnTo>
                    <a:lnTo>
                      <a:pt x="1486" y="4227"/>
                    </a:lnTo>
                    <a:lnTo>
                      <a:pt x="1507" y="4227"/>
                    </a:lnTo>
                    <a:lnTo>
                      <a:pt x="1486" y="4290"/>
                    </a:lnTo>
                    <a:lnTo>
                      <a:pt x="1507" y="4332"/>
                    </a:lnTo>
                    <a:lnTo>
                      <a:pt x="1591" y="4395"/>
                    </a:lnTo>
                    <a:lnTo>
                      <a:pt x="1591" y="4437"/>
                    </a:lnTo>
                    <a:lnTo>
                      <a:pt x="1612" y="4499"/>
                    </a:lnTo>
                    <a:lnTo>
                      <a:pt x="1633" y="4478"/>
                    </a:lnTo>
                    <a:lnTo>
                      <a:pt x="1716" y="4541"/>
                    </a:lnTo>
                    <a:lnTo>
                      <a:pt x="1716" y="4604"/>
                    </a:lnTo>
                    <a:lnTo>
                      <a:pt x="1779" y="4688"/>
                    </a:lnTo>
                    <a:lnTo>
                      <a:pt x="1800" y="4646"/>
                    </a:lnTo>
                    <a:lnTo>
                      <a:pt x="1884" y="4688"/>
                    </a:lnTo>
                    <a:lnTo>
                      <a:pt x="1926" y="4751"/>
                    </a:lnTo>
                    <a:lnTo>
                      <a:pt x="1988" y="4792"/>
                    </a:lnTo>
                    <a:lnTo>
                      <a:pt x="1988" y="4855"/>
                    </a:lnTo>
                    <a:lnTo>
                      <a:pt x="2114" y="4960"/>
                    </a:lnTo>
                    <a:lnTo>
                      <a:pt x="2239" y="4918"/>
                    </a:lnTo>
                    <a:lnTo>
                      <a:pt x="2260" y="4834"/>
                    </a:lnTo>
                    <a:lnTo>
                      <a:pt x="2323" y="4834"/>
                    </a:lnTo>
                    <a:lnTo>
                      <a:pt x="2344" y="4897"/>
                    </a:lnTo>
                    <a:lnTo>
                      <a:pt x="2428" y="4855"/>
                    </a:lnTo>
                    <a:lnTo>
                      <a:pt x="2449" y="4897"/>
                    </a:lnTo>
                    <a:lnTo>
                      <a:pt x="2449" y="4960"/>
                    </a:lnTo>
                    <a:lnTo>
                      <a:pt x="2407" y="5023"/>
                    </a:lnTo>
                    <a:lnTo>
                      <a:pt x="2344" y="5023"/>
                    </a:lnTo>
                    <a:lnTo>
                      <a:pt x="2239" y="5106"/>
                    </a:lnTo>
                    <a:lnTo>
                      <a:pt x="2239" y="5148"/>
                    </a:lnTo>
                    <a:lnTo>
                      <a:pt x="2428" y="5336"/>
                    </a:lnTo>
                    <a:lnTo>
                      <a:pt x="2470" y="5357"/>
                    </a:lnTo>
                    <a:lnTo>
                      <a:pt x="2532" y="5420"/>
                    </a:lnTo>
                    <a:lnTo>
                      <a:pt x="2512" y="5567"/>
                    </a:lnTo>
                    <a:lnTo>
                      <a:pt x="2532" y="5650"/>
                    </a:lnTo>
                    <a:lnTo>
                      <a:pt x="2574" y="5650"/>
                    </a:lnTo>
                    <a:lnTo>
                      <a:pt x="2616" y="5587"/>
                    </a:lnTo>
                    <a:lnTo>
                      <a:pt x="2658" y="5567"/>
                    </a:lnTo>
                    <a:lnTo>
                      <a:pt x="2721" y="5650"/>
                    </a:lnTo>
                    <a:lnTo>
                      <a:pt x="2784" y="5629"/>
                    </a:lnTo>
                    <a:lnTo>
                      <a:pt x="2867" y="5525"/>
                    </a:lnTo>
                    <a:lnTo>
                      <a:pt x="2888" y="5420"/>
                    </a:lnTo>
                    <a:lnTo>
                      <a:pt x="2930" y="5357"/>
                    </a:lnTo>
                    <a:lnTo>
                      <a:pt x="2930" y="5315"/>
                    </a:lnTo>
                    <a:lnTo>
                      <a:pt x="2867" y="5148"/>
                    </a:lnTo>
                    <a:lnTo>
                      <a:pt x="2846" y="5023"/>
                    </a:lnTo>
                    <a:lnTo>
                      <a:pt x="2888" y="4939"/>
                    </a:lnTo>
                    <a:lnTo>
                      <a:pt x="2951" y="4855"/>
                    </a:lnTo>
                    <a:lnTo>
                      <a:pt x="2951" y="4499"/>
                    </a:lnTo>
                    <a:lnTo>
                      <a:pt x="2972" y="4395"/>
                    </a:lnTo>
                    <a:lnTo>
                      <a:pt x="2972" y="4311"/>
                    </a:lnTo>
                    <a:lnTo>
                      <a:pt x="3056" y="4227"/>
                    </a:lnTo>
                    <a:lnTo>
                      <a:pt x="3056" y="4206"/>
                    </a:lnTo>
                    <a:lnTo>
                      <a:pt x="2972" y="4165"/>
                    </a:lnTo>
                    <a:lnTo>
                      <a:pt x="3056" y="4060"/>
                    </a:lnTo>
                    <a:lnTo>
                      <a:pt x="3181" y="4081"/>
                    </a:lnTo>
                    <a:lnTo>
                      <a:pt x="3202" y="4081"/>
                    </a:lnTo>
                    <a:lnTo>
                      <a:pt x="3244" y="3976"/>
                    </a:lnTo>
                    <a:lnTo>
                      <a:pt x="3244" y="3809"/>
                    </a:lnTo>
                    <a:lnTo>
                      <a:pt x="3265" y="3683"/>
                    </a:lnTo>
                    <a:lnTo>
                      <a:pt x="3265" y="3558"/>
                    </a:lnTo>
                    <a:lnTo>
                      <a:pt x="3181" y="3432"/>
                    </a:lnTo>
                    <a:lnTo>
                      <a:pt x="3181" y="3286"/>
                    </a:lnTo>
                    <a:lnTo>
                      <a:pt x="3244" y="3265"/>
                    </a:lnTo>
                    <a:lnTo>
                      <a:pt x="3348" y="3328"/>
                    </a:lnTo>
                    <a:lnTo>
                      <a:pt x="3390" y="3223"/>
                    </a:lnTo>
                    <a:lnTo>
                      <a:pt x="3369" y="3181"/>
                    </a:lnTo>
                    <a:lnTo>
                      <a:pt x="3369" y="3056"/>
                    </a:lnTo>
                    <a:lnTo>
                      <a:pt x="3390" y="2951"/>
                    </a:lnTo>
                    <a:lnTo>
                      <a:pt x="3369" y="2742"/>
                    </a:lnTo>
                    <a:lnTo>
                      <a:pt x="3348" y="2616"/>
                    </a:lnTo>
                    <a:lnTo>
                      <a:pt x="3369" y="2554"/>
                    </a:lnTo>
                    <a:lnTo>
                      <a:pt x="3495" y="2449"/>
                    </a:lnTo>
                    <a:lnTo>
                      <a:pt x="3495" y="2386"/>
                    </a:lnTo>
                    <a:lnTo>
                      <a:pt x="3474" y="2323"/>
                    </a:lnTo>
                    <a:lnTo>
                      <a:pt x="3474" y="2282"/>
                    </a:lnTo>
                    <a:lnTo>
                      <a:pt x="3579" y="2282"/>
                    </a:lnTo>
                    <a:lnTo>
                      <a:pt x="3725" y="2135"/>
                    </a:lnTo>
                    <a:lnTo>
                      <a:pt x="3830" y="2135"/>
                    </a:lnTo>
                    <a:lnTo>
                      <a:pt x="3934" y="2114"/>
                    </a:lnTo>
                    <a:lnTo>
                      <a:pt x="3997" y="2219"/>
                    </a:lnTo>
                    <a:lnTo>
                      <a:pt x="4039" y="2198"/>
                    </a:lnTo>
                    <a:lnTo>
                      <a:pt x="4081" y="2114"/>
                    </a:lnTo>
                    <a:lnTo>
                      <a:pt x="4102" y="2072"/>
                    </a:lnTo>
                    <a:lnTo>
                      <a:pt x="4102" y="1926"/>
                    </a:lnTo>
                    <a:lnTo>
                      <a:pt x="4018" y="1905"/>
                    </a:lnTo>
                    <a:lnTo>
                      <a:pt x="3767" y="1821"/>
                    </a:lnTo>
                    <a:lnTo>
                      <a:pt x="3662" y="1779"/>
                    </a:lnTo>
                    <a:lnTo>
                      <a:pt x="3495" y="1612"/>
                    </a:lnTo>
                    <a:lnTo>
                      <a:pt x="3411" y="1570"/>
                    </a:lnTo>
                    <a:lnTo>
                      <a:pt x="3286" y="1382"/>
                    </a:lnTo>
                    <a:lnTo>
                      <a:pt x="3244" y="1361"/>
                    </a:lnTo>
                    <a:lnTo>
                      <a:pt x="3097" y="1361"/>
                    </a:lnTo>
                    <a:lnTo>
                      <a:pt x="3056" y="1277"/>
                    </a:lnTo>
                    <a:lnTo>
                      <a:pt x="3056" y="1193"/>
                    </a:lnTo>
                    <a:lnTo>
                      <a:pt x="2972" y="942"/>
                    </a:lnTo>
                    <a:lnTo>
                      <a:pt x="2888" y="733"/>
                    </a:lnTo>
                    <a:lnTo>
                      <a:pt x="2742" y="608"/>
                    </a:lnTo>
                    <a:lnTo>
                      <a:pt x="2658" y="670"/>
                    </a:lnTo>
                    <a:lnTo>
                      <a:pt x="2637" y="775"/>
                    </a:lnTo>
                    <a:lnTo>
                      <a:pt x="2658" y="984"/>
                    </a:lnTo>
                    <a:lnTo>
                      <a:pt x="2658" y="1131"/>
                    </a:lnTo>
                    <a:lnTo>
                      <a:pt x="2574" y="1193"/>
                    </a:lnTo>
                    <a:lnTo>
                      <a:pt x="2553" y="1173"/>
                    </a:lnTo>
                    <a:lnTo>
                      <a:pt x="2553" y="1131"/>
                    </a:lnTo>
                    <a:lnTo>
                      <a:pt x="2553" y="963"/>
                    </a:lnTo>
                    <a:lnTo>
                      <a:pt x="2553" y="733"/>
                    </a:lnTo>
                    <a:lnTo>
                      <a:pt x="2616" y="670"/>
                    </a:lnTo>
                    <a:lnTo>
                      <a:pt x="2616" y="545"/>
                    </a:lnTo>
                    <a:lnTo>
                      <a:pt x="2553" y="419"/>
                    </a:lnTo>
                    <a:lnTo>
                      <a:pt x="2449" y="231"/>
                    </a:lnTo>
                    <a:lnTo>
                      <a:pt x="2344" y="189"/>
                    </a:lnTo>
                    <a:lnTo>
                      <a:pt x="2260" y="231"/>
                    </a:lnTo>
                    <a:lnTo>
                      <a:pt x="2219" y="315"/>
                    </a:lnTo>
                    <a:lnTo>
                      <a:pt x="2156" y="294"/>
                    </a:lnTo>
                    <a:lnTo>
                      <a:pt x="2135" y="147"/>
                    </a:lnTo>
                    <a:lnTo>
                      <a:pt x="203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69" name="Google Shape;569;p38"/>
            <p:cNvSpPr/>
            <p:nvPr/>
          </p:nvSpPr>
          <p:spPr>
            <a:xfrm>
              <a:off x="4614379" y="2777935"/>
              <a:ext cx="83472" cy="139700"/>
            </a:xfrm>
            <a:custGeom>
              <a:rect b="b" l="l" r="r" t="t"/>
              <a:pathLst>
                <a:path extrusionOk="0" h="12284" w="7010">
                  <a:moveTo>
                    <a:pt x="4122" y="1"/>
                  </a:moveTo>
                  <a:lnTo>
                    <a:pt x="4122" y="43"/>
                  </a:lnTo>
                  <a:lnTo>
                    <a:pt x="4080" y="126"/>
                  </a:lnTo>
                  <a:lnTo>
                    <a:pt x="4017" y="126"/>
                  </a:lnTo>
                  <a:lnTo>
                    <a:pt x="3996" y="147"/>
                  </a:lnTo>
                  <a:lnTo>
                    <a:pt x="4059" y="231"/>
                  </a:lnTo>
                  <a:lnTo>
                    <a:pt x="4080" y="357"/>
                  </a:lnTo>
                  <a:lnTo>
                    <a:pt x="4289" y="671"/>
                  </a:lnTo>
                  <a:lnTo>
                    <a:pt x="4331" y="796"/>
                  </a:lnTo>
                  <a:lnTo>
                    <a:pt x="4331" y="1005"/>
                  </a:lnTo>
                  <a:lnTo>
                    <a:pt x="4310" y="1089"/>
                  </a:lnTo>
                  <a:lnTo>
                    <a:pt x="4373" y="1277"/>
                  </a:lnTo>
                  <a:lnTo>
                    <a:pt x="4415" y="1382"/>
                  </a:lnTo>
                  <a:lnTo>
                    <a:pt x="4415" y="1424"/>
                  </a:lnTo>
                  <a:lnTo>
                    <a:pt x="4373" y="1424"/>
                  </a:lnTo>
                  <a:lnTo>
                    <a:pt x="4289" y="1528"/>
                  </a:lnTo>
                  <a:lnTo>
                    <a:pt x="4310" y="1633"/>
                  </a:lnTo>
                  <a:lnTo>
                    <a:pt x="4373" y="1738"/>
                  </a:lnTo>
                  <a:lnTo>
                    <a:pt x="4394" y="1800"/>
                  </a:lnTo>
                  <a:lnTo>
                    <a:pt x="4457" y="1821"/>
                  </a:lnTo>
                  <a:lnTo>
                    <a:pt x="4478" y="1905"/>
                  </a:lnTo>
                  <a:lnTo>
                    <a:pt x="4457" y="1926"/>
                  </a:lnTo>
                  <a:lnTo>
                    <a:pt x="4457" y="2010"/>
                  </a:lnTo>
                  <a:lnTo>
                    <a:pt x="4394" y="2051"/>
                  </a:lnTo>
                  <a:lnTo>
                    <a:pt x="4206" y="2031"/>
                  </a:lnTo>
                  <a:lnTo>
                    <a:pt x="4017" y="1926"/>
                  </a:lnTo>
                  <a:lnTo>
                    <a:pt x="3955" y="1947"/>
                  </a:lnTo>
                  <a:lnTo>
                    <a:pt x="3892" y="2031"/>
                  </a:lnTo>
                  <a:lnTo>
                    <a:pt x="3913" y="2093"/>
                  </a:lnTo>
                  <a:lnTo>
                    <a:pt x="3976" y="2093"/>
                  </a:lnTo>
                  <a:lnTo>
                    <a:pt x="4080" y="2156"/>
                  </a:lnTo>
                  <a:lnTo>
                    <a:pt x="4080" y="2219"/>
                  </a:lnTo>
                  <a:lnTo>
                    <a:pt x="4017" y="2261"/>
                  </a:lnTo>
                  <a:lnTo>
                    <a:pt x="3976" y="2365"/>
                  </a:lnTo>
                  <a:lnTo>
                    <a:pt x="3892" y="2407"/>
                  </a:lnTo>
                  <a:lnTo>
                    <a:pt x="3871" y="2449"/>
                  </a:lnTo>
                  <a:lnTo>
                    <a:pt x="3787" y="2470"/>
                  </a:lnTo>
                  <a:lnTo>
                    <a:pt x="3745" y="2575"/>
                  </a:lnTo>
                  <a:lnTo>
                    <a:pt x="3766" y="2679"/>
                  </a:lnTo>
                  <a:lnTo>
                    <a:pt x="3766" y="2847"/>
                  </a:lnTo>
                  <a:lnTo>
                    <a:pt x="3787" y="2930"/>
                  </a:lnTo>
                  <a:lnTo>
                    <a:pt x="3871" y="2930"/>
                  </a:lnTo>
                  <a:lnTo>
                    <a:pt x="3976" y="2993"/>
                  </a:lnTo>
                  <a:lnTo>
                    <a:pt x="4059" y="3077"/>
                  </a:lnTo>
                  <a:lnTo>
                    <a:pt x="4122" y="3286"/>
                  </a:lnTo>
                  <a:lnTo>
                    <a:pt x="4164" y="3495"/>
                  </a:lnTo>
                  <a:lnTo>
                    <a:pt x="4122" y="3516"/>
                  </a:lnTo>
                  <a:lnTo>
                    <a:pt x="4185" y="3621"/>
                  </a:lnTo>
                  <a:lnTo>
                    <a:pt x="4289" y="3684"/>
                  </a:lnTo>
                  <a:lnTo>
                    <a:pt x="4415" y="3516"/>
                  </a:lnTo>
                  <a:lnTo>
                    <a:pt x="4478" y="3412"/>
                  </a:lnTo>
                  <a:lnTo>
                    <a:pt x="4478" y="3349"/>
                  </a:lnTo>
                  <a:lnTo>
                    <a:pt x="4520" y="3286"/>
                  </a:lnTo>
                  <a:lnTo>
                    <a:pt x="4540" y="3286"/>
                  </a:lnTo>
                  <a:cubicBezTo>
                    <a:pt x="4624" y="3370"/>
                    <a:pt x="4708" y="3453"/>
                    <a:pt x="4729" y="3558"/>
                  </a:cubicBezTo>
                  <a:lnTo>
                    <a:pt x="4729" y="3579"/>
                  </a:lnTo>
                  <a:lnTo>
                    <a:pt x="4687" y="3704"/>
                  </a:lnTo>
                  <a:lnTo>
                    <a:pt x="4687" y="3809"/>
                  </a:lnTo>
                  <a:lnTo>
                    <a:pt x="4729" y="3872"/>
                  </a:lnTo>
                  <a:lnTo>
                    <a:pt x="4792" y="3830"/>
                  </a:lnTo>
                  <a:lnTo>
                    <a:pt x="4917" y="3725"/>
                  </a:lnTo>
                  <a:lnTo>
                    <a:pt x="4980" y="3872"/>
                  </a:lnTo>
                  <a:lnTo>
                    <a:pt x="4917" y="3976"/>
                  </a:lnTo>
                  <a:lnTo>
                    <a:pt x="4833" y="4018"/>
                  </a:lnTo>
                  <a:lnTo>
                    <a:pt x="4771" y="3976"/>
                  </a:lnTo>
                  <a:lnTo>
                    <a:pt x="4792" y="4102"/>
                  </a:lnTo>
                  <a:lnTo>
                    <a:pt x="4729" y="4144"/>
                  </a:lnTo>
                  <a:lnTo>
                    <a:pt x="4666" y="4123"/>
                  </a:lnTo>
                  <a:lnTo>
                    <a:pt x="4624" y="4018"/>
                  </a:lnTo>
                  <a:lnTo>
                    <a:pt x="4603" y="3914"/>
                  </a:lnTo>
                  <a:lnTo>
                    <a:pt x="4582" y="3872"/>
                  </a:lnTo>
                  <a:lnTo>
                    <a:pt x="4499" y="3893"/>
                  </a:lnTo>
                  <a:lnTo>
                    <a:pt x="4457" y="3872"/>
                  </a:lnTo>
                  <a:lnTo>
                    <a:pt x="4415" y="3976"/>
                  </a:lnTo>
                  <a:lnTo>
                    <a:pt x="4478" y="4123"/>
                  </a:lnTo>
                  <a:lnTo>
                    <a:pt x="4478" y="4228"/>
                  </a:lnTo>
                  <a:lnTo>
                    <a:pt x="4394" y="4248"/>
                  </a:lnTo>
                  <a:lnTo>
                    <a:pt x="4310" y="4353"/>
                  </a:lnTo>
                  <a:lnTo>
                    <a:pt x="4310" y="4416"/>
                  </a:lnTo>
                  <a:lnTo>
                    <a:pt x="4457" y="4562"/>
                  </a:lnTo>
                  <a:lnTo>
                    <a:pt x="4499" y="4646"/>
                  </a:lnTo>
                  <a:lnTo>
                    <a:pt x="4457" y="4813"/>
                  </a:lnTo>
                  <a:lnTo>
                    <a:pt x="4373" y="4855"/>
                  </a:lnTo>
                  <a:lnTo>
                    <a:pt x="4289" y="4834"/>
                  </a:lnTo>
                  <a:lnTo>
                    <a:pt x="4268" y="4876"/>
                  </a:lnTo>
                  <a:lnTo>
                    <a:pt x="4352" y="4981"/>
                  </a:lnTo>
                  <a:lnTo>
                    <a:pt x="4415" y="4960"/>
                  </a:lnTo>
                  <a:lnTo>
                    <a:pt x="4499" y="4876"/>
                  </a:lnTo>
                  <a:lnTo>
                    <a:pt x="4603" y="5148"/>
                  </a:lnTo>
                  <a:lnTo>
                    <a:pt x="4666" y="5441"/>
                  </a:lnTo>
                  <a:lnTo>
                    <a:pt x="4624" y="5588"/>
                  </a:lnTo>
                  <a:lnTo>
                    <a:pt x="4624" y="5860"/>
                  </a:lnTo>
                  <a:lnTo>
                    <a:pt x="4520" y="6236"/>
                  </a:lnTo>
                  <a:lnTo>
                    <a:pt x="4561" y="6404"/>
                  </a:lnTo>
                  <a:lnTo>
                    <a:pt x="4499" y="6592"/>
                  </a:lnTo>
                  <a:lnTo>
                    <a:pt x="4373" y="6655"/>
                  </a:lnTo>
                  <a:lnTo>
                    <a:pt x="4310" y="6843"/>
                  </a:lnTo>
                  <a:lnTo>
                    <a:pt x="4310" y="7031"/>
                  </a:lnTo>
                  <a:lnTo>
                    <a:pt x="4248" y="7136"/>
                  </a:lnTo>
                  <a:lnTo>
                    <a:pt x="4206" y="7241"/>
                  </a:lnTo>
                  <a:lnTo>
                    <a:pt x="4080" y="7366"/>
                  </a:lnTo>
                  <a:lnTo>
                    <a:pt x="3829" y="7533"/>
                  </a:lnTo>
                  <a:lnTo>
                    <a:pt x="3724" y="7554"/>
                  </a:lnTo>
                  <a:lnTo>
                    <a:pt x="3662" y="7659"/>
                  </a:lnTo>
                  <a:lnTo>
                    <a:pt x="3536" y="7575"/>
                  </a:lnTo>
                  <a:lnTo>
                    <a:pt x="3411" y="7429"/>
                  </a:lnTo>
                  <a:lnTo>
                    <a:pt x="3411" y="7345"/>
                  </a:lnTo>
                  <a:lnTo>
                    <a:pt x="3452" y="7324"/>
                  </a:lnTo>
                  <a:lnTo>
                    <a:pt x="3515" y="7220"/>
                  </a:lnTo>
                  <a:lnTo>
                    <a:pt x="3515" y="7157"/>
                  </a:lnTo>
                  <a:lnTo>
                    <a:pt x="3578" y="7073"/>
                  </a:lnTo>
                  <a:lnTo>
                    <a:pt x="3578" y="7052"/>
                  </a:lnTo>
                  <a:lnTo>
                    <a:pt x="3452" y="7073"/>
                  </a:lnTo>
                  <a:lnTo>
                    <a:pt x="3348" y="7178"/>
                  </a:lnTo>
                  <a:lnTo>
                    <a:pt x="3222" y="7241"/>
                  </a:lnTo>
                  <a:lnTo>
                    <a:pt x="3201" y="7345"/>
                  </a:lnTo>
                  <a:lnTo>
                    <a:pt x="3264" y="7471"/>
                  </a:lnTo>
                  <a:lnTo>
                    <a:pt x="3306" y="7722"/>
                  </a:lnTo>
                  <a:lnTo>
                    <a:pt x="3264" y="7868"/>
                  </a:lnTo>
                  <a:lnTo>
                    <a:pt x="3139" y="7994"/>
                  </a:lnTo>
                  <a:lnTo>
                    <a:pt x="3139" y="8077"/>
                  </a:lnTo>
                  <a:lnTo>
                    <a:pt x="3076" y="8119"/>
                  </a:lnTo>
                  <a:lnTo>
                    <a:pt x="3055" y="8329"/>
                  </a:lnTo>
                  <a:lnTo>
                    <a:pt x="3118" y="8391"/>
                  </a:lnTo>
                  <a:lnTo>
                    <a:pt x="3118" y="8475"/>
                  </a:lnTo>
                  <a:lnTo>
                    <a:pt x="3076" y="8496"/>
                  </a:lnTo>
                  <a:lnTo>
                    <a:pt x="3118" y="8517"/>
                  </a:lnTo>
                  <a:lnTo>
                    <a:pt x="3076" y="8601"/>
                  </a:lnTo>
                  <a:lnTo>
                    <a:pt x="3034" y="8601"/>
                  </a:lnTo>
                  <a:lnTo>
                    <a:pt x="3055" y="8642"/>
                  </a:lnTo>
                  <a:lnTo>
                    <a:pt x="2992" y="8684"/>
                  </a:lnTo>
                  <a:lnTo>
                    <a:pt x="2929" y="8621"/>
                  </a:lnTo>
                  <a:lnTo>
                    <a:pt x="2846" y="8684"/>
                  </a:lnTo>
                  <a:lnTo>
                    <a:pt x="2804" y="8642"/>
                  </a:lnTo>
                  <a:lnTo>
                    <a:pt x="2762" y="8517"/>
                  </a:lnTo>
                  <a:lnTo>
                    <a:pt x="2741" y="8496"/>
                  </a:lnTo>
                  <a:lnTo>
                    <a:pt x="2657" y="8538"/>
                  </a:lnTo>
                  <a:lnTo>
                    <a:pt x="2595" y="8538"/>
                  </a:lnTo>
                  <a:lnTo>
                    <a:pt x="2553" y="8517"/>
                  </a:lnTo>
                  <a:lnTo>
                    <a:pt x="2302" y="8601"/>
                  </a:lnTo>
                  <a:lnTo>
                    <a:pt x="2176" y="8642"/>
                  </a:lnTo>
                  <a:lnTo>
                    <a:pt x="2030" y="8705"/>
                  </a:lnTo>
                  <a:lnTo>
                    <a:pt x="1883" y="8705"/>
                  </a:lnTo>
                  <a:lnTo>
                    <a:pt x="1758" y="8747"/>
                  </a:lnTo>
                  <a:lnTo>
                    <a:pt x="1695" y="8726"/>
                  </a:lnTo>
                  <a:lnTo>
                    <a:pt x="1569" y="8747"/>
                  </a:lnTo>
                  <a:lnTo>
                    <a:pt x="1360" y="8914"/>
                  </a:lnTo>
                  <a:lnTo>
                    <a:pt x="1297" y="9040"/>
                  </a:lnTo>
                  <a:lnTo>
                    <a:pt x="1235" y="9082"/>
                  </a:lnTo>
                  <a:lnTo>
                    <a:pt x="1193" y="9165"/>
                  </a:lnTo>
                  <a:lnTo>
                    <a:pt x="1046" y="9354"/>
                  </a:lnTo>
                  <a:lnTo>
                    <a:pt x="942" y="9375"/>
                  </a:lnTo>
                  <a:lnTo>
                    <a:pt x="858" y="9479"/>
                  </a:lnTo>
                  <a:lnTo>
                    <a:pt x="837" y="9563"/>
                  </a:lnTo>
                  <a:lnTo>
                    <a:pt x="753" y="9647"/>
                  </a:lnTo>
                  <a:lnTo>
                    <a:pt x="607" y="9668"/>
                  </a:lnTo>
                  <a:lnTo>
                    <a:pt x="544" y="9751"/>
                  </a:lnTo>
                  <a:lnTo>
                    <a:pt x="565" y="9940"/>
                  </a:lnTo>
                  <a:lnTo>
                    <a:pt x="628" y="9961"/>
                  </a:lnTo>
                  <a:lnTo>
                    <a:pt x="649" y="10002"/>
                  </a:lnTo>
                  <a:lnTo>
                    <a:pt x="628" y="10065"/>
                  </a:lnTo>
                  <a:lnTo>
                    <a:pt x="607" y="10044"/>
                  </a:lnTo>
                  <a:lnTo>
                    <a:pt x="481" y="10149"/>
                  </a:lnTo>
                  <a:lnTo>
                    <a:pt x="439" y="10212"/>
                  </a:lnTo>
                  <a:lnTo>
                    <a:pt x="377" y="10274"/>
                  </a:lnTo>
                  <a:lnTo>
                    <a:pt x="272" y="10379"/>
                  </a:lnTo>
                  <a:lnTo>
                    <a:pt x="209" y="10463"/>
                  </a:lnTo>
                  <a:lnTo>
                    <a:pt x="105" y="10463"/>
                  </a:lnTo>
                  <a:lnTo>
                    <a:pt x="0" y="10505"/>
                  </a:lnTo>
                  <a:lnTo>
                    <a:pt x="105" y="10505"/>
                  </a:lnTo>
                  <a:lnTo>
                    <a:pt x="167" y="10609"/>
                  </a:lnTo>
                  <a:lnTo>
                    <a:pt x="209" y="10735"/>
                  </a:lnTo>
                  <a:lnTo>
                    <a:pt x="167" y="10777"/>
                  </a:lnTo>
                  <a:lnTo>
                    <a:pt x="126" y="10693"/>
                  </a:lnTo>
                  <a:lnTo>
                    <a:pt x="84" y="10609"/>
                  </a:lnTo>
                  <a:lnTo>
                    <a:pt x="63" y="10714"/>
                  </a:lnTo>
                  <a:lnTo>
                    <a:pt x="84" y="10818"/>
                  </a:lnTo>
                  <a:lnTo>
                    <a:pt x="167" y="10839"/>
                  </a:lnTo>
                  <a:lnTo>
                    <a:pt x="167" y="10923"/>
                  </a:lnTo>
                  <a:lnTo>
                    <a:pt x="126" y="11007"/>
                  </a:lnTo>
                  <a:lnTo>
                    <a:pt x="126" y="11007"/>
                  </a:lnTo>
                  <a:lnTo>
                    <a:pt x="188" y="10965"/>
                  </a:lnTo>
                  <a:lnTo>
                    <a:pt x="230" y="10902"/>
                  </a:lnTo>
                  <a:lnTo>
                    <a:pt x="314" y="10860"/>
                  </a:lnTo>
                  <a:lnTo>
                    <a:pt x="377" y="10902"/>
                  </a:lnTo>
                  <a:lnTo>
                    <a:pt x="314" y="10944"/>
                  </a:lnTo>
                  <a:lnTo>
                    <a:pt x="377" y="10965"/>
                  </a:lnTo>
                  <a:lnTo>
                    <a:pt x="439" y="10944"/>
                  </a:lnTo>
                  <a:lnTo>
                    <a:pt x="439" y="10839"/>
                  </a:lnTo>
                  <a:lnTo>
                    <a:pt x="398" y="10798"/>
                  </a:lnTo>
                  <a:lnTo>
                    <a:pt x="293" y="10818"/>
                  </a:lnTo>
                  <a:lnTo>
                    <a:pt x="293" y="10777"/>
                  </a:lnTo>
                  <a:lnTo>
                    <a:pt x="314" y="10714"/>
                  </a:lnTo>
                  <a:lnTo>
                    <a:pt x="293" y="10630"/>
                  </a:lnTo>
                  <a:lnTo>
                    <a:pt x="335" y="10588"/>
                  </a:lnTo>
                  <a:lnTo>
                    <a:pt x="439" y="10609"/>
                  </a:lnTo>
                  <a:lnTo>
                    <a:pt x="544" y="10798"/>
                  </a:lnTo>
                  <a:lnTo>
                    <a:pt x="586" y="10923"/>
                  </a:lnTo>
                  <a:lnTo>
                    <a:pt x="628" y="10986"/>
                  </a:lnTo>
                  <a:lnTo>
                    <a:pt x="628" y="11153"/>
                  </a:lnTo>
                  <a:lnTo>
                    <a:pt x="544" y="11342"/>
                  </a:lnTo>
                  <a:lnTo>
                    <a:pt x="439" y="11342"/>
                  </a:lnTo>
                  <a:lnTo>
                    <a:pt x="481" y="11383"/>
                  </a:lnTo>
                  <a:lnTo>
                    <a:pt x="544" y="11551"/>
                  </a:lnTo>
                  <a:lnTo>
                    <a:pt x="586" y="11760"/>
                  </a:lnTo>
                  <a:lnTo>
                    <a:pt x="691" y="11865"/>
                  </a:lnTo>
                  <a:lnTo>
                    <a:pt x="691" y="11969"/>
                  </a:lnTo>
                  <a:lnTo>
                    <a:pt x="628" y="12011"/>
                  </a:lnTo>
                  <a:lnTo>
                    <a:pt x="711" y="12095"/>
                  </a:lnTo>
                  <a:lnTo>
                    <a:pt x="795" y="12095"/>
                  </a:lnTo>
                  <a:lnTo>
                    <a:pt x="858" y="12158"/>
                  </a:lnTo>
                  <a:lnTo>
                    <a:pt x="900" y="12095"/>
                  </a:lnTo>
                  <a:lnTo>
                    <a:pt x="900" y="12053"/>
                  </a:lnTo>
                  <a:lnTo>
                    <a:pt x="816" y="11906"/>
                  </a:lnTo>
                  <a:lnTo>
                    <a:pt x="816" y="11739"/>
                  </a:lnTo>
                  <a:lnTo>
                    <a:pt x="858" y="11676"/>
                  </a:lnTo>
                  <a:lnTo>
                    <a:pt x="921" y="11739"/>
                  </a:lnTo>
                  <a:lnTo>
                    <a:pt x="900" y="11781"/>
                  </a:lnTo>
                  <a:lnTo>
                    <a:pt x="900" y="11844"/>
                  </a:lnTo>
                  <a:lnTo>
                    <a:pt x="963" y="11948"/>
                  </a:lnTo>
                  <a:lnTo>
                    <a:pt x="1004" y="12095"/>
                  </a:lnTo>
                  <a:lnTo>
                    <a:pt x="963" y="12199"/>
                  </a:lnTo>
                  <a:lnTo>
                    <a:pt x="1004" y="12283"/>
                  </a:lnTo>
                  <a:lnTo>
                    <a:pt x="1109" y="12220"/>
                  </a:lnTo>
                  <a:lnTo>
                    <a:pt x="1214" y="12074"/>
                  </a:lnTo>
                  <a:lnTo>
                    <a:pt x="1109" y="11969"/>
                  </a:lnTo>
                  <a:lnTo>
                    <a:pt x="1109" y="11906"/>
                  </a:lnTo>
                  <a:lnTo>
                    <a:pt x="1151" y="11886"/>
                  </a:lnTo>
                  <a:lnTo>
                    <a:pt x="1235" y="11906"/>
                  </a:lnTo>
                  <a:lnTo>
                    <a:pt x="1276" y="11948"/>
                  </a:lnTo>
                  <a:lnTo>
                    <a:pt x="1318" y="11844"/>
                  </a:lnTo>
                  <a:lnTo>
                    <a:pt x="1318" y="11655"/>
                  </a:lnTo>
                  <a:lnTo>
                    <a:pt x="1276" y="11572"/>
                  </a:lnTo>
                  <a:lnTo>
                    <a:pt x="1276" y="11237"/>
                  </a:lnTo>
                  <a:lnTo>
                    <a:pt x="1276" y="11049"/>
                  </a:lnTo>
                  <a:lnTo>
                    <a:pt x="1339" y="10944"/>
                  </a:lnTo>
                  <a:lnTo>
                    <a:pt x="1444" y="10839"/>
                  </a:lnTo>
                  <a:lnTo>
                    <a:pt x="1423" y="10777"/>
                  </a:lnTo>
                  <a:lnTo>
                    <a:pt x="1360" y="10735"/>
                  </a:lnTo>
                  <a:lnTo>
                    <a:pt x="1360" y="10630"/>
                  </a:lnTo>
                  <a:lnTo>
                    <a:pt x="1318" y="10630"/>
                  </a:lnTo>
                  <a:lnTo>
                    <a:pt x="1339" y="10567"/>
                  </a:lnTo>
                  <a:lnTo>
                    <a:pt x="1151" y="10567"/>
                  </a:lnTo>
                  <a:lnTo>
                    <a:pt x="1130" y="10505"/>
                  </a:lnTo>
                  <a:lnTo>
                    <a:pt x="1235" y="10463"/>
                  </a:lnTo>
                  <a:lnTo>
                    <a:pt x="1255" y="10379"/>
                  </a:lnTo>
                  <a:lnTo>
                    <a:pt x="1235" y="10212"/>
                  </a:lnTo>
                  <a:lnTo>
                    <a:pt x="1151" y="10170"/>
                  </a:lnTo>
                  <a:lnTo>
                    <a:pt x="1067" y="10191"/>
                  </a:lnTo>
                  <a:lnTo>
                    <a:pt x="1067" y="10212"/>
                  </a:lnTo>
                  <a:lnTo>
                    <a:pt x="1004" y="10274"/>
                  </a:lnTo>
                  <a:lnTo>
                    <a:pt x="921" y="10274"/>
                  </a:lnTo>
                  <a:lnTo>
                    <a:pt x="795" y="10149"/>
                  </a:lnTo>
                  <a:lnTo>
                    <a:pt x="816" y="10065"/>
                  </a:lnTo>
                  <a:lnTo>
                    <a:pt x="1004" y="9982"/>
                  </a:lnTo>
                  <a:lnTo>
                    <a:pt x="1151" y="9961"/>
                  </a:lnTo>
                  <a:lnTo>
                    <a:pt x="1339" y="10002"/>
                  </a:lnTo>
                  <a:lnTo>
                    <a:pt x="1423" y="10065"/>
                  </a:lnTo>
                  <a:lnTo>
                    <a:pt x="1444" y="10002"/>
                  </a:lnTo>
                  <a:lnTo>
                    <a:pt x="1444" y="9940"/>
                  </a:lnTo>
                  <a:lnTo>
                    <a:pt x="1444" y="9835"/>
                  </a:lnTo>
                  <a:lnTo>
                    <a:pt x="1423" y="9751"/>
                  </a:lnTo>
                  <a:lnTo>
                    <a:pt x="1444" y="9689"/>
                  </a:lnTo>
                  <a:lnTo>
                    <a:pt x="1527" y="9689"/>
                  </a:lnTo>
                  <a:lnTo>
                    <a:pt x="1569" y="9772"/>
                  </a:lnTo>
                  <a:lnTo>
                    <a:pt x="1653" y="9772"/>
                  </a:lnTo>
                  <a:lnTo>
                    <a:pt x="1758" y="9730"/>
                  </a:lnTo>
                  <a:lnTo>
                    <a:pt x="1946" y="9689"/>
                  </a:lnTo>
                  <a:lnTo>
                    <a:pt x="2113" y="9647"/>
                  </a:lnTo>
                  <a:lnTo>
                    <a:pt x="2218" y="9647"/>
                  </a:lnTo>
                  <a:lnTo>
                    <a:pt x="2281" y="9668"/>
                  </a:lnTo>
                  <a:lnTo>
                    <a:pt x="2323" y="9647"/>
                  </a:lnTo>
                  <a:cubicBezTo>
                    <a:pt x="2323" y="9668"/>
                    <a:pt x="2364" y="9730"/>
                    <a:pt x="2364" y="9751"/>
                  </a:cubicBezTo>
                  <a:lnTo>
                    <a:pt x="2218" y="9856"/>
                  </a:lnTo>
                  <a:lnTo>
                    <a:pt x="2218" y="9940"/>
                  </a:lnTo>
                  <a:lnTo>
                    <a:pt x="2155" y="9877"/>
                  </a:lnTo>
                  <a:lnTo>
                    <a:pt x="2051" y="9898"/>
                  </a:lnTo>
                  <a:lnTo>
                    <a:pt x="1967" y="9961"/>
                  </a:lnTo>
                  <a:lnTo>
                    <a:pt x="1904" y="9940"/>
                  </a:lnTo>
                  <a:lnTo>
                    <a:pt x="1841" y="9772"/>
                  </a:lnTo>
                  <a:lnTo>
                    <a:pt x="1779" y="9772"/>
                  </a:lnTo>
                  <a:lnTo>
                    <a:pt x="1632" y="9961"/>
                  </a:lnTo>
                  <a:lnTo>
                    <a:pt x="1632" y="10065"/>
                  </a:lnTo>
                  <a:lnTo>
                    <a:pt x="1527" y="10128"/>
                  </a:lnTo>
                  <a:lnTo>
                    <a:pt x="1486" y="10233"/>
                  </a:lnTo>
                  <a:lnTo>
                    <a:pt x="1653" y="10295"/>
                  </a:lnTo>
                  <a:lnTo>
                    <a:pt x="1674" y="10400"/>
                  </a:lnTo>
                  <a:lnTo>
                    <a:pt x="1653" y="10421"/>
                  </a:lnTo>
                  <a:lnTo>
                    <a:pt x="1653" y="10484"/>
                  </a:lnTo>
                  <a:lnTo>
                    <a:pt x="1737" y="10609"/>
                  </a:lnTo>
                  <a:lnTo>
                    <a:pt x="1862" y="10630"/>
                  </a:lnTo>
                  <a:lnTo>
                    <a:pt x="1862" y="10714"/>
                  </a:lnTo>
                  <a:lnTo>
                    <a:pt x="1904" y="10735"/>
                  </a:lnTo>
                  <a:lnTo>
                    <a:pt x="1946" y="10693"/>
                  </a:lnTo>
                  <a:lnTo>
                    <a:pt x="2009" y="10714"/>
                  </a:lnTo>
                  <a:lnTo>
                    <a:pt x="2072" y="10693"/>
                  </a:lnTo>
                  <a:lnTo>
                    <a:pt x="2072" y="10609"/>
                  </a:lnTo>
                  <a:lnTo>
                    <a:pt x="1967" y="10505"/>
                  </a:lnTo>
                  <a:lnTo>
                    <a:pt x="2009" y="10400"/>
                  </a:lnTo>
                  <a:lnTo>
                    <a:pt x="2072" y="10254"/>
                  </a:lnTo>
                  <a:lnTo>
                    <a:pt x="2197" y="10170"/>
                  </a:lnTo>
                  <a:lnTo>
                    <a:pt x="2218" y="10107"/>
                  </a:lnTo>
                  <a:lnTo>
                    <a:pt x="2364" y="10149"/>
                  </a:lnTo>
                  <a:lnTo>
                    <a:pt x="2511" y="10254"/>
                  </a:lnTo>
                  <a:lnTo>
                    <a:pt x="2574" y="10316"/>
                  </a:lnTo>
                  <a:lnTo>
                    <a:pt x="2636" y="10295"/>
                  </a:lnTo>
                  <a:lnTo>
                    <a:pt x="2699" y="10086"/>
                  </a:lnTo>
                  <a:lnTo>
                    <a:pt x="2825" y="9961"/>
                  </a:lnTo>
                  <a:lnTo>
                    <a:pt x="2825" y="9877"/>
                  </a:lnTo>
                  <a:lnTo>
                    <a:pt x="2783" y="9814"/>
                  </a:lnTo>
                  <a:lnTo>
                    <a:pt x="2741" y="9751"/>
                  </a:lnTo>
                  <a:lnTo>
                    <a:pt x="2616" y="9647"/>
                  </a:lnTo>
                  <a:lnTo>
                    <a:pt x="2532" y="9647"/>
                  </a:lnTo>
                  <a:lnTo>
                    <a:pt x="2469" y="9584"/>
                  </a:lnTo>
                  <a:lnTo>
                    <a:pt x="2302" y="9584"/>
                  </a:lnTo>
                  <a:cubicBezTo>
                    <a:pt x="2302" y="9563"/>
                    <a:pt x="2302" y="9521"/>
                    <a:pt x="2281" y="9479"/>
                  </a:cubicBezTo>
                  <a:lnTo>
                    <a:pt x="2281" y="9458"/>
                  </a:lnTo>
                  <a:lnTo>
                    <a:pt x="2406" y="9375"/>
                  </a:lnTo>
                  <a:lnTo>
                    <a:pt x="2427" y="9333"/>
                  </a:lnTo>
                  <a:lnTo>
                    <a:pt x="2574" y="9228"/>
                  </a:lnTo>
                  <a:lnTo>
                    <a:pt x="2699" y="9165"/>
                  </a:lnTo>
                  <a:lnTo>
                    <a:pt x="2888" y="9207"/>
                  </a:lnTo>
                  <a:lnTo>
                    <a:pt x="2992" y="9165"/>
                  </a:lnTo>
                  <a:lnTo>
                    <a:pt x="3034" y="9228"/>
                  </a:lnTo>
                  <a:lnTo>
                    <a:pt x="3034" y="9333"/>
                  </a:lnTo>
                  <a:lnTo>
                    <a:pt x="2950" y="9458"/>
                  </a:lnTo>
                  <a:lnTo>
                    <a:pt x="2929" y="9563"/>
                  </a:lnTo>
                  <a:lnTo>
                    <a:pt x="2992" y="9584"/>
                  </a:lnTo>
                  <a:lnTo>
                    <a:pt x="2992" y="9689"/>
                  </a:lnTo>
                  <a:lnTo>
                    <a:pt x="2992" y="9793"/>
                  </a:lnTo>
                  <a:lnTo>
                    <a:pt x="2950" y="9856"/>
                  </a:lnTo>
                  <a:lnTo>
                    <a:pt x="2992" y="9961"/>
                  </a:lnTo>
                  <a:lnTo>
                    <a:pt x="3097" y="10002"/>
                  </a:lnTo>
                  <a:lnTo>
                    <a:pt x="3243" y="10170"/>
                  </a:lnTo>
                  <a:lnTo>
                    <a:pt x="3348" y="10191"/>
                  </a:lnTo>
                  <a:lnTo>
                    <a:pt x="3432" y="10170"/>
                  </a:lnTo>
                  <a:lnTo>
                    <a:pt x="3536" y="10002"/>
                  </a:lnTo>
                  <a:lnTo>
                    <a:pt x="3536" y="9898"/>
                  </a:lnTo>
                  <a:lnTo>
                    <a:pt x="3578" y="9856"/>
                  </a:lnTo>
                  <a:lnTo>
                    <a:pt x="3620" y="9793"/>
                  </a:lnTo>
                  <a:lnTo>
                    <a:pt x="3578" y="9710"/>
                  </a:lnTo>
                  <a:lnTo>
                    <a:pt x="3662" y="9584"/>
                  </a:lnTo>
                  <a:lnTo>
                    <a:pt x="3766" y="9563"/>
                  </a:lnTo>
                  <a:lnTo>
                    <a:pt x="3850" y="9563"/>
                  </a:lnTo>
                  <a:lnTo>
                    <a:pt x="3871" y="9500"/>
                  </a:lnTo>
                  <a:lnTo>
                    <a:pt x="3850" y="9458"/>
                  </a:lnTo>
                  <a:lnTo>
                    <a:pt x="3829" y="9333"/>
                  </a:lnTo>
                  <a:lnTo>
                    <a:pt x="3620" y="9249"/>
                  </a:lnTo>
                  <a:lnTo>
                    <a:pt x="3578" y="9186"/>
                  </a:lnTo>
                  <a:lnTo>
                    <a:pt x="3641" y="9040"/>
                  </a:lnTo>
                  <a:lnTo>
                    <a:pt x="3724" y="8977"/>
                  </a:lnTo>
                  <a:lnTo>
                    <a:pt x="3766" y="8956"/>
                  </a:lnTo>
                  <a:lnTo>
                    <a:pt x="3745" y="9019"/>
                  </a:lnTo>
                  <a:lnTo>
                    <a:pt x="3745" y="9145"/>
                  </a:lnTo>
                  <a:lnTo>
                    <a:pt x="3787" y="9165"/>
                  </a:lnTo>
                  <a:lnTo>
                    <a:pt x="3850" y="9145"/>
                  </a:lnTo>
                  <a:lnTo>
                    <a:pt x="3871" y="9124"/>
                  </a:lnTo>
                  <a:lnTo>
                    <a:pt x="3955" y="9145"/>
                  </a:lnTo>
                  <a:lnTo>
                    <a:pt x="3996" y="9186"/>
                  </a:lnTo>
                  <a:lnTo>
                    <a:pt x="4059" y="9165"/>
                  </a:lnTo>
                  <a:lnTo>
                    <a:pt x="4101" y="9165"/>
                  </a:lnTo>
                  <a:lnTo>
                    <a:pt x="4080" y="9228"/>
                  </a:lnTo>
                  <a:lnTo>
                    <a:pt x="3976" y="9249"/>
                  </a:lnTo>
                  <a:lnTo>
                    <a:pt x="3976" y="9270"/>
                  </a:lnTo>
                  <a:lnTo>
                    <a:pt x="3996" y="9291"/>
                  </a:lnTo>
                  <a:lnTo>
                    <a:pt x="4080" y="9270"/>
                  </a:lnTo>
                  <a:lnTo>
                    <a:pt x="4206" y="9186"/>
                  </a:lnTo>
                  <a:lnTo>
                    <a:pt x="4499" y="9228"/>
                  </a:lnTo>
                  <a:lnTo>
                    <a:pt x="4666" y="9186"/>
                  </a:lnTo>
                  <a:lnTo>
                    <a:pt x="4603" y="9165"/>
                  </a:lnTo>
                  <a:lnTo>
                    <a:pt x="4582" y="9061"/>
                  </a:lnTo>
                  <a:lnTo>
                    <a:pt x="4603" y="8935"/>
                  </a:lnTo>
                  <a:lnTo>
                    <a:pt x="4729" y="8873"/>
                  </a:lnTo>
                  <a:lnTo>
                    <a:pt x="4833" y="8914"/>
                  </a:lnTo>
                  <a:lnTo>
                    <a:pt x="4875" y="9019"/>
                  </a:lnTo>
                  <a:lnTo>
                    <a:pt x="4833" y="9124"/>
                  </a:lnTo>
                  <a:lnTo>
                    <a:pt x="4896" y="9186"/>
                  </a:lnTo>
                  <a:lnTo>
                    <a:pt x="4980" y="9186"/>
                  </a:lnTo>
                  <a:lnTo>
                    <a:pt x="5043" y="9061"/>
                  </a:lnTo>
                  <a:lnTo>
                    <a:pt x="4980" y="8852"/>
                  </a:lnTo>
                  <a:lnTo>
                    <a:pt x="5001" y="8726"/>
                  </a:lnTo>
                  <a:lnTo>
                    <a:pt x="5126" y="8621"/>
                  </a:lnTo>
                  <a:lnTo>
                    <a:pt x="5210" y="8621"/>
                  </a:lnTo>
                  <a:lnTo>
                    <a:pt x="5231" y="8559"/>
                  </a:lnTo>
                  <a:lnTo>
                    <a:pt x="5189" y="8496"/>
                  </a:lnTo>
                  <a:lnTo>
                    <a:pt x="5210" y="8349"/>
                  </a:lnTo>
                  <a:lnTo>
                    <a:pt x="5294" y="8308"/>
                  </a:lnTo>
                  <a:lnTo>
                    <a:pt x="5398" y="8329"/>
                  </a:lnTo>
                  <a:lnTo>
                    <a:pt x="5419" y="8391"/>
                  </a:lnTo>
                  <a:lnTo>
                    <a:pt x="5357" y="8454"/>
                  </a:lnTo>
                  <a:lnTo>
                    <a:pt x="5336" y="8621"/>
                  </a:lnTo>
                  <a:lnTo>
                    <a:pt x="5357" y="8956"/>
                  </a:lnTo>
                  <a:lnTo>
                    <a:pt x="5419" y="8998"/>
                  </a:lnTo>
                  <a:lnTo>
                    <a:pt x="5503" y="8935"/>
                  </a:lnTo>
                  <a:lnTo>
                    <a:pt x="5545" y="8831"/>
                  </a:lnTo>
                  <a:lnTo>
                    <a:pt x="5649" y="8831"/>
                  </a:lnTo>
                  <a:lnTo>
                    <a:pt x="5754" y="8726"/>
                  </a:lnTo>
                  <a:lnTo>
                    <a:pt x="5817" y="8580"/>
                  </a:lnTo>
                  <a:lnTo>
                    <a:pt x="5775" y="8475"/>
                  </a:lnTo>
                  <a:lnTo>
                    <a:pt x="5921" y="8370"/>
                  </a:lnTo>
                  <a:lnTo>
                    <a:pt x="5880" y="8287"/>
                  </a:lnTo>
                  <a:lnTo>
                    <a:pt x="5838" y="8224"/>
                  </a:lnTo>
                  <a:lnTo>
                    <a:pt x="5712" y="8057"/>
                  </a:lnTo>
                  <a:lnTo>
                    <a:pt x="5649" y="7910"/>
                  </a:lnTo>
                  <a:lnTo>
                    <a:pt x="5629" y="7638"/>
                  </a:lnTo>
                  <a:lnTo>
                    <a:pt x="5670" y="7324"/>
                  </a:lnTo>
                  <a:lnTo>
                    <a:pt x="5670" y="7115"/>
                  </a:lnTo>
                  <a:lnTo>
                    <a:pt x="5566" y="6717"/>
                  </a:lnTo>
                  <a:lnTo>
                    <a:pt x="5440" y="6529"/>
                  </a:lnTo>
                  <a:lnTo>
                    <a:pt x="5440" y="6383"/>
                  </a:lnTo>
                  <a:lnTo>
                    <a:pt x="5461" y="6194"/>
                  </a:lnTo>
                  <a:lnTo>
                    <a:pt x="5649" y="6111"/>
                  </a:lnTo>
                  <a:lnTo>
                    <a:pt x="5733" y="6111"/>
                  </a:lnTo>
                  <a:lnTo>
                    <a:pt x="5775" y="6194"/>
                  </a:lnTo>
                  <a:lnTo>
                    <a:pt x="5817" y="6132"/>
                  </a:lnTo>
                  <a:lnTo>
                    <a:pt x="5775" y="6006"/>
                  </a:lnTo>
                  <a:lnTo>
                    <a:pt x="5754" y="5922"/>
                  </a:lnTo>
                  <a:lnTo>
                    <a:pt x="5733" y="5880"/>
                  </a:lnTo>
                  <a:lnTo>
                    <a:pt x="5712" y="5776"/>
                  </a:lnTo>
                  <a:lnTo>
                    <a:pt x="5712" y="5713"/>
                  </a:lnTo>
                  <a:lnTo>
                    <a:pt x="5712" y="5650"/>
                  </a:lnTo>
                  <a:lnTo>
                    <a:pt x="5754" y="5567"/>
                  </a:lnTo>
                  <a:lnTo>
                    <a:pt x="5754" y="5546"/>
                  </a:lnTo>
                  <a:lnTo>
                    <a:pt x="5754" y="5462"/>
                  </a:lnTo>
                  <a:lnTo>
                    <a:pt x="5733" y="5399"/>
                  </a:lnTo>
                  <a:lnTo>
                    <a:pt x="5733" y="5274"/>
                  </a:lnTo>
                  <a:lnTo>
                    <a:pt x="5754" y="5190"/>
                  </a:lnTo>
                  <a:lnTo>
                    <a:pt x="5712" y="5127"/>
                  </a:lnTo>
                  <a:lnTo>
                    <a:pt x="5670" y="4876"/>
                  </a:lnTo>
                  <a:lnTo>
                    <a:pt x="5566" y="4709"/>
                  </a:lnTo>
                  <a:lnTo>
                    <a:pt x="5545" y="4709"/>
                  </a:lnTo>
                  <a:lnTo>
                    <a:pt x="5503" y="4667"/>
                  </a:lnTo>
                  <a:lnTo>
                    <a:pt x="5503" y="4437"/>
                  </a:lnTo>
                  <a:lnTo>
                    <a:pt x="5398" y="4332"/>
                  </a:lnTo>
                  <a:lnTo>
                    <a:pt x="5147" y="4081"/>
                  </a:lnTo>
                  <a:lnTo>
                    <a:pt x="5105" y="3976"/>
                  </a:lnTo>
                  <a:lnTo>
                    <a:pt x="5043" y="3788"/>
                  </a:lnTo>
                  <a:lnTo>
                    <a:pt x="5043" y="3600"/>
                  </a:lnTo>
                  <a:lnTo>
                    <a:pt x="5043" y="3558"/>
                  </a:lnTo>
                  <a:lnTo>
                    <a:pt x="4980" y="3600"/>
                  </a:lnTo>
                  <a:lnTo>
                    <a:pt x="4917" y="3600"/>
                  </a:lnTo>
                  <a:lnTo>
                    <a:pt x="4896" y="3579"/>
                  </a:lnTo>
                  <a:lnTo>
                    <a:pt x="4896" y="3558"/>
                  </a:lnTo>
                  <a:cubicBezTo>
                    <a:pt x="4854" y="3474"/>
                    <a:pt x="4812" y="3412"/>
                    <a:pt x="4750" y="3349"/>
                  </a:cubicBezTo>
                  <a:lnTo>
                    <a:pt x="4792" y="3265"/>
                  </a:lnTo>
                  <a:lnTo>
                    <a:pt x="4854" y="3160"/>
                  </a:lnTo>
                  <a:lnTo>
                    <a:pt x="4812" y="3077"/>
                  </a:lnTo>
                  <a:lnTo>
                    <a:pt x="4687" y="3077"/>
                  </a:lnTo>
                  <a:lnTo>
                    <a:pt x="4540" y="3056"/>
                  </a:lnTo>
                  <a:lnTo>
                    <a:pt x="4394" y="2888"/>
                  </a:lnTo>
                  <a:lnTo>
                    <a:pt x="4268" y="2930"/>
                  </a:lnTo>
                  <a:lnTo>
                    <a:pt x="4122" y="2847"/>
                  </a:lnTo>
                  <a:lnTo>
                    <a:pt x="4101" y="2763"/>
                  </a:lnTo>
                  <a:lnTo>
                    <a:pt x="4101" y="2658"/>
                  </a:lnTo>
                  <a:lnTo>
                    <a:pt x="4185" y="2575"/>
                  </a:lnTo>
                  <a:lnTo>
                    <a:pt x="4268" y="2575"/>
                  </a:lnTo>
                  <a:lnTo>
                    <a:pt x="4415" y="2679"/>
                  </a:lnTo>
                  <a:lnTo>
                    <a:pt x="4478" y="2721"/>
                  </a:lnTo>
                  <a:lnTo>
                    <a:pt x="4603" y="2533"/>
                  </a:lnTo>
                  <a:lnTo>
                    <a:pt x="4729" y="2428"/>
                  </a:lnTo>
                  <a:lnTo>
                    <a:pt x="4833" y="2428"/>
                  </a:lnTo>
                  <a:lnTo>
                    <a:pt x="4896" y="2470"/>
                  </a:lnTo>
                  <a:lnTo>
                    <a:pt x="4959" y="2512"/>
                  </a:lnTo>
                  <a:lnTo>
                    <a:pt x="5064" y="2470"/>
                  </a:lnTo>
                  <a:lnTo>
                    <a:pt x="5168" y="2575"/>
                  </a:lnTo>
                  <a:lnTo>
                    <a:pt x="5336" y="2721"/>
                  </a:lnTo>
                  <a:lnTo>
                    <a:pt x="5524" y="2784"/>
                  </a:lnTo>
                  <a:lnTo>
                    <a:pt x="5691" y="2847"/>
                  </a:lnTo>
                  <a:lnTo>
                    <a:pt x="5754" y="2930"/>
                  </a:lnTo>
                  <a:lnTo>
                    <a:pt x="5859" y="2972"/>
                  </a:lnTo>
                  <a:lnTo>
                    <a:pt x="5859" y="2888"/>
                  </a:lnTo>
                  <a:lnTo>
                    <a:pt x="5880" y="2784"/>
                  </a:lnTo>
                  <a:lnTo>
                    <a:pt x="5859" y="2658"/>
                  </a:lnTo>
                  <a:lnTo>
                    <a:pt x="5880" y="2470"/>
                  </a:lnTo>
                  <a:lnTo>
                    <a:pt x="5942" y="2240"/>
                  </a:lnTo>
                  <a:lnTo>
                    <a:pt x="6089" y="2031"/>
                  </a:lnTo>
                  <a:lnTo>
                    <a:pt x="6193" y="2010"/>
                  </a:lnTo>
                  <a:lnTo>
                    <a:pt x="6298" y="2031"/>
                  </a:lnTo>
                  <a:lnTo>
                    <a:pt x="6465" y="2031"/>
                  </a:lnTo>
                  <a:lnTo>
                    <a:pt x="6465" y="1989"/>
                  </a:lnTo>
                  <a:lnTo>
                    <a:pt x="6528" y="1926"/>
                  </a:lnTo>
                  <a:lnTo>
                    <a:pt x="6591" y="1947"/>
                  </a:lnTo>
                  <a:lnTo>
                    <a:pt x="6675" y="1947"/>
                  </a:lnTo>
                  <a:lnTo>
                    <a:pt x="6717" y="1905"/>
                  </a:lnTo>
                  <a:lnTo>
                    <a:pt x="6737" y="1821"/>
                  </a:lnTo>
                  <a:lnTo>
                    <a:pt x="6842" y="1779"/>
                  </a:lnTo>
                  <a:lnTo>
                    <a:pt x="6926" y="1717"/>
                  </a:lnTo>
                  <a:lnTo>
                    <a:pt x="6926" y="1612"/>
                  </a:lnTo>
                  <a:lnTo>
                    <a:pt x="6989" y="1591"/>
                  </a:lnTo>
                  <a:lnTo>
                    <a:pt x="7009" y="1507"/>
                  </a:lnTo>
                  <a:lnTo>
                    <a:pt x="6926" y="1507"/>
                  </a:lnTo>
                  <a:lnTo>
                    <a:pt x="6863" y="1591"/>
                  </a:lnTo>
                  <a:lnTo>
                    <a:pt x="6800" y="1675"/>
                  </a:lnTo>
                  <a:lnTo>
                    <a:pt x="6717" y="1675"/>
                  </a:lnTo>
                  <a:lnTo>
                    <a:pt x="6717" y="1612"/>
                  </a:lnTo>
                  <a:lnTo>
                    <a:pt x="6717" y="1528"/>
                  </a:lnTo>
                  <a:lnTo>
                    <a:pt x="6612" y="1403"/>
                  </a:lnTo>
                  <a:lnTo>
                    <a:pt x="6486" y="1319"/>
                  </a:lnTo>
                  <a:lnTo>
                    <a:pt x="6445" y="1277"/>
                  </a:lnTo>
                  <a:lnTo>
                    <a:pt x="6445" y="1110"/>
                  </a:lnTo>
                  <a:lnTo>
                    <a:pt x="6486" y="943"/>
                  </a:lnTo>
                  <a:lnTo>
                    <a:pt x="6486" y="838"/>
                  </a:lnTo>
                  <a:lnTo>
                    <a:pt x="6465" y="775"/>
                  </a:lnTo>
                  <a:lnTo>
                    <a:pt x="6445" y="796"/>
                  </a:lnTo>
                  <a:lnTo>
                    <a:pt x="6403" y="901"/>
                  </a:lnTo>
                  <a:lnTo>
                    <a:pt x="6298" y="1047"/>
                  </a:lnTo>
                  <a:lnTo>
                    <a:pt x="6131" y="1173"/>
                  </a:lnTo>
                  <a:lnTo>
                    <a:pt x="5963" y="1194"/>
                  </a:lnTo>
                  <a:lnTo>
                    <a:pt x="5901" y="1173"/>
                  </a:lnTo>
                  <a:lnTo>
                    <a:pt x="5838" y="1194"/>
                  </a:lnTo>
                  <a:lnTo>
                    <a:pt x="5733" y="1089"/>
                  </a:lnTo>
                  <a:lnTo>
                    <a:pt x="5608" y="1068"/>
                  </a:lnTo>
                  <a:lnTo>
                    <a:pt x="5419" y="984"/>
                  </a:lnTo>
                  <a:lnTo>
                    <a:pt x="5315" y="880"/>
                  </a:lnTo>
                  <a:lnTo>
                    <a:pt x="5210" y="859"/>
                  </a:lnTo>
                  <a:lnTo>
                    <a:pt x="5147" y="775"/>
                  </a:lnTo>
                  <a:lnTo>
                    <a:pt x="5001" y="671"/>
                  </a:lnTo>
                  <a:lnTo>
                    <a:pt x="4729" y="419"/>
                  </a:lnTo>
                  <a:lnTo>
                    <a:pt x="4645" y="252"/>
                  </a:lnTo>
                  <a:lnTo>
                    <a:pt x="4499" y="231"/>
                  </a:lnTo>
                  <a:lnTo>
                    <a:pt x="4310" y="64"/>
                  </a:lnTo>
                  <a:lnTo>
                    <a:pt x="426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38"/>
            <p:cNvSpPr/>
            <p:nvPr/>
          </p:nvSpPr>
          <p:spPr>
            <a:xfrm>
              <a:off x="4580490" y="2850992"/>
              <a:ext cx="28661" cy="38087"/>
            </a:xfrm>
            <a:custGeom>
              <a:rect b="b" l="l" r="r" t="t"/>
              <a:pathLst>
                <a:path extrusionOk="0" h="3349" w="2407">
                  <a:moveTo>
                    <a:pt x="1256" y="1"/>
                  </a:moveTo>
                  <a:lnTo>
                    <a:pt x="1005" y="126"/>
                  </a:lnTo>
                  <a:lnTo>
                    <a:pt x="628" y="189"/>
                  </a:lnTo>
                  <a:lnTo>
                    <a:pt x="419" y="377"/>
                  </a:lnTo>
                  <a:lnTo>
                    <a:pt x="210" y="419"/>
                  </a:lnTo>
                  <a:lnTo>
                    <a:pt x="21" y="586"/>
                  </a:lnTo>
                  <a:lnTo>
                    <a:pt x="0" y="712"/>
                  </a:lnTo>
                  <a:lnTo>
                    <a:pt x="0" y="733"/>
                  </a:lnTo>
                  <a:lnTo>
                    <a:pt x="105" y="649"/>
                  </a:lnTo>
                  <a:lnTo>
                    <a:pt x="293" y="691"/>
                  </a:lnTo>
                  <a:lnTo>
                    <a:pt x="210" y="712"/>
                  </a:lnTo>
                  <a:lnTo>
                    <a:pt x="419" y="921"/>
                  </a:lnTo>
                  <a:lnTo>
                    <a:pt x="565" y="1130"/>
                  </a:lnTo>
                  <a:lnTo>
                    <a:pt x="649" y="1130"/>
                  </a:lnTo>
                  <a:lnTo>
                    <a:pt x="607" y="1214"/>
                  </a:lnTo>
                  <a:lnTo>
                    <a:pt x="712" y="1319"/>
                  </a:lnTo>
                  <a:lnTo>
                    <a:pt x="733" y="1423"/>
                  </a:lnTo>
                  <a:lnTo>
                    <a:pt x="544" y="1361"/>
                  </a:lnTo>
                  <a:lnTo>
                    <a:pt x="524" y="1277"/>
                  </a:lnTo>
                  <a:lnTo>
                    <a:pt x="461" y="1381"/>
                  </a:lnTo>
                  <a:lnTo>
                    <a:pt x="398" y="1361"/>
                  </a:lnTo>
                  <a:lnTo>
                    <a:pt x="252" y="1549"/>
                  </a:lnTo>
                  <a:lnTo>
                    <a:pt x="524" y="1653"/>
                  </a:lnTo>
                  <a:lnTo>
                    <a:pt x="607" y="1633"/>
                  </a:lnTo>
                  <a:lnTo>
                    <a:pt x="649" y="1758"/>
                  </a:lnTo>
                  <a:lnTo>
                    <a:pt x="649" y="1988"/>
                  </a:lnTo>
                  <a:lnTo>
                    <a:pt x="712" y="2051"/>
                  </a:lnTo>
                  <a:lnTo>
                    <a:pt x="754" y="2009"/>
                  </a:lnTo>
                  <a:lnTo>
                    <a:pt x="858" y="2197"/>
                  </a:lnTo>
                  <a:lnTo>
                    <a:pt x="670" y="2323"/>
                  </a:lnTo>
                  <a:lnTo>
                    <a:pt x="670" y="2386"/>
                  </a:lnTo>
                  <a:lnTo>
                    <a:pt x="754" y="2469"/>
                  </a:lnTo>
                  <a:lnTo>
                    <a:pt x="754" y="2574"/>
                  </a:lnTo>
                  <a:lnTo>
                    <a:pt x="670" y="2595"/>
                  </a:lnTo>
                  <a:lnTo>
                    <a:pt x="670" y="2700"/>
                  </a:lnTo>
                  <a:lnTo>
                    <a:pt x="733" y="2804"/>
                  </a:lnTo>
                  <a:lnTo>
                    <a:pt x="670" y="2804"/>
                  </a:lnTo>
                  <a:lnTo>
                    <a:pt x="816" y="3097"/>
                  </a:lnTo>
                  <a:lnTo>
                    <a:pt x="879" y="3097"/>
                  </a:lnTo>
                  <a:lnTo>
                    <a:pt x="921" y="3223"/>
                  </a:lnTo>
                  <a:lnTo>
                    <a:pt x="963" y="3244"/>
                  </a:lnTo>
                  <a:lnTo>
                    <a:pt x="963" y="3348"/>
                  </a:lnTo>
                  <a:lnTo>
                    <a:pt x="1047" y="3306"/>
                  </a:lnTo>
                  <a:lnTo>
                    <a:pt x="1047" y="3139"/>
                  </a:lnTo>
                  <a:lnTo>
                    <a:pt x="1088" y="3223"/>
                  </a:lnTo>
                  <a:lnTo>
                    <a:pt x="1172" y="3118"/>
                  </a:lnTo>
                  <a:lnTo>
                    <a:pt x="1444" y="2888"/>
                  </a:lnTo>
                  <a:lnTo>
                    <a:pt x="1549" y="2846"/>
                  </a:lnTo>
                  <a:lnTo>
                    <a:pt x="1570" y="2909"/>
                  </a:lnTo>
                  <a:lnTo>
                    <a:pt x="1653" y="2825"/>
                  </a:lnTo>
                  <a:lnTo>
                    <a:pt x="1695" y="2825"/>
                  </a:lnTo>
                  <a:lnTo>
                    <a:pt x="1758" y="2930"/>
                  </a:lnTo>
                  <a:lnTo>
                    <a:pt x="1863" y="2909"/>
                  </a:lnTo>
                  <a:lnTo>
                    <a:pt x="1905" y="2951"/>
                  </a:lnTo>
                  <a:lnTo>
                    <a:pt x="1967" y="2909"/>
                  </a:lnTo>
                  <a:lnTo>
                    <a:pt x="1925" y="2825"/>
                  </a:lnTo>
                  <a:lnTo>
                    <a:pt x="2072" y="2741"/>
                  </a:lnTo>
                  <a:lnTo>
                    <a:pt x="2197" y="2741"/>
                  </a:lnTo>
                  <a:lnTo>
                    <a:pt x="2344" y="2532"/>
                  </a:lnTo>
                  <a:lnTo>
                    <a:pt x="2323" y="2490"/>
                  </a:lnTo>
                  <a:lnTo>
                    <a:pt x="2407" y="2428"/>
                  </a:lnTo>
                  <a:lnTo>
                    <a:pt x="2344" y="1988"/>
                  </a:lnTo>
                  <a:lnTo>
                    <a:pt x="2323" y="1988"/>
                  </a:lnTo>
                  <a:lnTo>
                    <a:pt x="2281" y="2009"/>
                  </a:lnTo>
                  <a:lnTo>
                    <a:pt x="2281" y="1884"/>
                  </a:lnTo>
                  <a:lnTo>
                    <a:pt x="2197" y="1486"/>
                  </a:lnTo>
                  <a:lnTo>
                    <a:pt x="2114" y="1381"/>
                  </a:lnTo>
                  <a:lnTo>
                    <a:pt x="2114" y="1130"/>
                  </a:lnTo>
                  <a:lnTo>
                    <a:pt x="1779" y="712"/>
                  </a:lnTo>
                  <a:lnTo>
                    <a:pt x="1465" y="398"/>
                  </a:lnTo>
                  <a:lnTo>
                    <a:pt x="125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38"/>
            <p:cNvSpPr/>
            <p:nvPr/>
          </p:nvSpPr>
          <p:spPr>
            <a:xfrm>
              <a:off x="4566534" y="2807208"/>
              <a:ext cx="32650" cy="53553"/>
            </a:xfrm>
            <a:custGeom>
              <a:rect b="b" l="l" r="r" t="t"/>
              <a:pathLst>
                <a:path extrusionOk="0" h="4709" w="2742">
                  <a:moveTo>
                    <a:pt x="2260" y="1"/>
                  </a:moveTo>
                  <a:lnTo>
                    <a:pt x="2177" y="42"/>
                  </a:lnTo>
                  <a:lnTo>
                    <a:pt x="2177" y="168"/>
                  </a:lnTo>
                  <a:lnTo>
                    <a:pt x="2177" y="273"/>
                  </a:lnTo>
                  <a:lnTo>
                    <a:pt x="2240" y="377"/>
                  </a:lnTo>
                  <a:lnTo>
                    <a:pt x="2177" y="482"/>
                  </a:lnTo>
                  <a:lnTo>
                    <a:pt x="2093" y="482"/>
                  </a:lnTo>
                  <a:lnTo>
                    <a:pt x="1988" y="607"/>
                  </a:lnTo>
                  <a:lnTo>
                    <a:pt x="1988" y="733"/>
                  </a:lnTo>
                  <a:lnTo>
                    <a:pt x="1737" y="921"/>
                  </a:lnTo>
                  <a:lnTo>
                    <a:pt x="1612" y="921"/>
                  </a:lnTo>
                  <a:lnTo>
                    <a:pt x="1528" y="1005"/>
                  </a:lnTo>
                  <a:lnTo>
                    <a:pt x="1633" y="1089"/>
                  </a:lnTo>
                  <a:lnTo>
                    <a:pt x="1779" y="1214"/>
                  </a:lnTo>
                  <a:lnTo>
                    <a:pt x="1779" y="1298"/>
                  </a:lnTo>
                  <a:lnTo>
                    <a:pt x="1716" y="1444"/>
                  </a:lnTo>
                  <a:lnTo>
                    <a:pt x="1570" y="1423"/>
                  </a:lnTo>
                  <a:lnTo>
                    <a:pt x="1319" y="1444"/>
                  </a:lnTo>
                  <a:lnTo>
                    <a:pt x="1193" y="1402"/>
                  </a:lnTo>
                  <a:lnTo>
                    <a:pt x="1089" y="1444"/>
                  </a:lnTo>
                  <a:lnTo>
                    <a:pt x="1005" y="1361"/>
                  </a:lnTo>
                  <a:lnTo>
                    <a:pt x="942" y="1319"/>
                  </a:lnTo>
                  <a:lnTo>
                    <a:pt x="838" y="1151"/>
                  </a:lnTo>
                  <a:lnTo>
                    <a:pt x="691" y="1298"/>
                  </a:lnTo>
                  <a:lnTo>
                    <a:pt x="691" y="1465"/>
                  </a:lnTo>
                  <a:lnTo>
                    <a:pt x="691" y="1528"/>
                  </a:lnTo>
                  <a:lnTo>
                    <a:pt x="649" y="1633"/>
                  </a:lnTo>
                  <a:lnTo>
                    <a:pt x="566" y="1926"/>
                  </a:lnTo>
                  <a:lnTo>
                    <a:pt x="461" y="1967"/>
                  </a:lnTo>
                  <a:lnTo>
                    <a:pt x="356" y="2156"/>
                  </a:lnTo>
                  <a:lnTo>
                    <a:pt x="210" y="2260"/>
                  </a:lnTo>
                  <a:lnTo>
                    <a:pt x="210" y="2365"/>
                  </a:lnTo>
                  <a:lnTo>
                    <a:pt x="147" y="2511"/>
                  </a:lnTo>
                  <a:lnTo>
                    <a:pt x="1" y="2616"/>
                  </a:lnTo>
                  <a:lnTo>
                    <a:pt x="1" y="2972"/>
                  </a:lnTo>
                  <a:lnTo>
                    <a:pt x="22" y="3014"/>
                  </a:lnTo>
                  <a:lnTo>
                    <a:pt x="43" y="2993"/>
                  </a:lnTo>
                  <a:lnTo>
                    <a:pt x="84" y="3202"/>
                  </a:lnTo>
                  <a:lnTo>
                    <a:pt x="168" y="3139"/>
                  </a:lnTo>
                  <a:lnTo>
                    <a:pt x="168" y="3034"/>
                  </a:lnTo>
                  <a:lnTo>
                    <a:pt x="315" y="3118"/>
                  </a:lnTo>
                  <a:lnTo>
                    <a:pt x="356" y="3202"/>
                  </a:lnTo>
                  <a:lnTo>
                    <a:pt x="545" y="3181"/>
                  </a:lnTo>
                  <a:lnTo>
                    <a:pt x="587" y="3097"/>
                  </a:lnTo>
                  <a:lnTo>
                    <a:pt x="670" y="3097"/>
                  </a:lnTo>
                  <a:lnTo>
                    <a:pt x="649" y="3181"/>
                  </a:lnTo>
                  <a:lnTo>
                    <a:pt x="566" y="3223"/>
                  </a:lnTo>
                  <a:lnTo>
                    <a:pt x="649" y="3348"/>
                  </a:lnTo>
                  <a:lnTo>
                    <a:pt x="524" y="3558"/>
                  </a:lnTo>
                  <a:lnTo>
                    <a:pt x="524" y="3851"/>
                  </a:lnTo>
                  <a:lnTo>
                    <a:pt x="545" y="3913"/>
                  </a:lnTo>
                  <a:lnTo>
                    <a:pt x="775" y="3913"/>
                  </a:lnTo>
                  <a:lnTo>
                    <a:pt x="880" y="3851"/>
                  </a:lnTo>
                  <a:lnTo>
                    <a:pt x="754" y="3955"/>
                  </a:lnTo>
                  <a:lnTo>
                    <a:pt x="608" y="3955"/>
                  </a:lnTo>
                  <a:lnTo>
                    <a:pt x="545" y="4143"/>
                  </a:lnTo>
                  <a:lnTo>
                    <a:pt x="524" y="4374"/>
                  </a:lnTo>
                  <a:lnTo>
                    <a:pt x="482" y="4478"/>
                  </a:lnTo>
                  <a:lnTo>
                    <a:pt x="545" y="4478"/>
                  </a:lnTo>
                  <a:lnTo>
                    <a:pt x="649" y="4436"/>
                  </a:lnTo>
                  <a:lnTo>
                    <a:pt x="775" y="4478"/>
                  </a:lnTo>
                  <a:lnTo>
                    <a:pt x="670" y="4646"/>
                  </a:lnTo>
                  <a:lnTo>
                    <a:pt x="691" y="4708"/>
                  </a:lnTo>
                  <a:lnTo>
                    <a:pt x="838" y="4604"/>
                  </a:lnTo>
                  <a:lnTo>
                    <a:pt x="900" y="4667"/>
                  </a:lnTo>
                  <a:lnTo>
                    <a:pt x="1005" y="4541"/>
                  </a:lnTo>
                  <a:lnTo>
                    <a:pt x="963" y="4478"/>
                  </a:lnTo>
                  <a:lnTo>
                    <a:pt x="1047" y="4436"/>
                  </a:lnTo>
                  <a:lnTo>
                    <a:pt x="1172" y="4562"/>
                  </a:lnTo>
                  <a:lnTo>
                    <a:pt x="1193" y="4436"/>
                  </a:lnTo>
                  <a:lnTo>
                    <a:pt x="1382" y="4269"/>
                  </a:lnTo>
                  <a:lnTo>
                    <a:pt x="1591" y="4227"/>
                  </a:lnTo>
                  <a:lnTo>
                    <a:pt x="1800" y="4039"/>
                  </a:lnTo>
                  <a:lnTo>
                    <a:pt x="2177" y="3976"/>
                  </a:lnTo>
                  <a:lnTo>
                    <a:pt x="2428" y="3851"/>
                  </a:lnTo>
                  <a:lnTo>
                    <a:pt x="2344" y="3725"/>
                  </a:lnTo>
                  <a:lnTo>
                    <a:pt x="1926" y="3495"/>
                  </a:lnTo>
                  <a:lnTo>
                    <a:pt x="1884" y="3390"/>
                  </a:lnTo>
                  <a:lnTo>
                    <a:pt x="1654" y="3348"/>
                  </a:lnTo>
                  <a:lnTo>
                    <a:pt x="1612" y="3202"/>
                  </a:lnTo>
                  <a:lnTo>
                    <a:pt x="1654" y="3118"/>
                  </a:lnTo>
                  <a:lnTo>
                    <a:pt x="1633" y="2993"/>
                  </a:lnTo>
                  <a:lnTo>
                    <a:pt x="1633" y="2867"/>
                  </a:lnTo>
                  <a:lnTo>
                    <a:pt x="1800" y="2762"/>
                  </a:lnTo>
                  <a:lnTo>
                    <a:pt x="1821" y="2616"/>
                  </a:lnTo>
                  <a:lnTo>
                    <a:pt x="1947" y="2574"/>
                  </a:lnTo>
                  <a:lnTo>
                    <a:pt x="2051" y="2574"/>
                  </a:lnTo>
                  <a:lnTo>
                    <a:pt x="2093" y="2490"/>
                  </a:lnTo>
                  <a:lnTo>
                    <a:pt x="2156" y="2449"/>
                  </a:lnTo>
                  <a:lnTo>
                    <a:pt x="2135" y="2344"/>
                  </a:lnTo>
                  <a:lnTo>
                    <a:pt x="2428" y="2051"/>
                  </a:lnTo>
                  <a:lnTo>
                    <a:pt x="2407" y="1988"/>
                  </a:lnTo>
                  <a:lnTo>
                    <a:pt x="2553" y="1863"/>
                  </a:lnTo>
                  <a:lnTo>
                    <a:pt x="2574" y="1737"/>
                  </a:lnTo>
                  <a:lnTo>
                    <a:pt x="2512" y="1654"/>
                  </a:lnTo>
                  <a:lnTo>
                    <a:pt x="2512" y="1361"/>
                  </a:lnTo>
                  <a:lnTo>
                    <a:pt x="2365" y="1256"/>
                  </a:lnTo>
                  <a:lnTo>
                    <a:pt x="2365" y="1110"/>
                  </a:lnTo>
                  <a:lnTo>
                    <a:pt x="2449" y="817"/>
                  </a:lnTo>
                  <a:lnTo>
                    <a:pt x="2449" y="691"/>
                  </a:lnTo>
                  <a:lnTo>
                    <a:pt x="2532" y="691"/>
                  </a:lnTo>
                  <a:lnTo>
                    <a:pt x="2721" y="482"/>
                  </a:lnTo>
                  <a:lnTo>
                    <a:pt x="2742" y="482"/>
                  </a:lnTo>
                  <a:lnTo>
                    <a:pt x="2637" y="356"/>
                  </a:lnTo>
                  <a:lnTo>
                    <a:pt x="2616" y="293"/>
                  </a:lnTo>
                  <a:lnTo>
                    <a:pt x="2428" y="273"/>
                  </a:lnTo>
                  <a:lnTo>
                    <a:pt x="2365" y="189"/>
                  </a:lnTo>
                  <a:lnTo>
                    <a:pt x="2365" y="84"/>
                  </a:lnTo>
                  <a:lnTo>
                    <a:pt x="226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38"/>
            <p:cNvSpPr/>
            <p:nvPr/>
          </p:nvSpPr>
          <p:spPr>
            <a:xfrm>
              <a:off x="4301938" y="2737722"/>
              <a:ext cx="211787" cy="95438"/>
            </a:xfrm>
            <a:custGeom>
              <a:rect b="b" l="l" r="r" t="t"/>
              <a:pathLst>
                <a:path extrusionOk="0" h="8392" w="17786">
                  <a:moveTo>
                    <a:pt x="5232" y="1"/>
                  </a:moveTo>
                  <a:lnTo>
                    <a:pt x="5169" y="85"/>
                  </a:lnTo>
                  <a:lnTo>
                    <a:pt x="5169" y="147"/>
                  </a:lnTo>
                  <a:lnTo>
                    <a:pt x="5190" y="252"/>
                  </a:lnTo>
                  <a:lnTo>
                    <a:pt x="5169" y="336"/>
                  </a:lnTo>
                  <a:lnTo>
                    <a:pt x="5085" y="336"/>
                  </a:lnTo>
                  <a:lnTo>
                    <a:pt x="5002" y="357"/>
                  </a:lnTo>
                  <a:lnTo>
                    <a:pt x="4918" y="461"/>
                  </a:lnTo>
                  <a:lnTo>
                    <a:pt x="4918" y="545"/>
                  </a:lnTo>
                  <a:lnTo>
                    <a:pt x="4813" y="670"/>
                  </a:lnTo>
                  <a:lnTo>
                    <a:pt x="4813" y="963"/>
                  </a:lnTo>
                  <a:lnTo>
                    <a:pt x="4855" y="1089"/>
                  </a:lnTo>
                  <a:lnTo>
                    <a:pt x="5023" y="1152"/>
                  </a:lnTo>
                  <a:lnTo>
                    <a:pt x="5085" y="1214"/>
                  </a:lnTo>
                  <a:lnTo>
                    <a:pt x="5190" y="1256"/>
                  </a:lnTo>
                  <a:lnTo>
                    <a:pt x="5211" y="1340"/>
                  </a:lnTo>
                  <a:lnTo>
                    <a:pt x="5190" y="1507"/>
                  </a:lnTo>
                  <a:lnTo>
                    <a:pt x="5190" y="1696"/>
                  </a:lnTo>
                  <a:lnTo>
                    <a:pt x="5295" y="1779"/>
                  </a:lnTo>
                  <a:lnTo>
                    <a:pt x="5378" y="1863"/>
                  </a:lnTo>
                  <a:lnTo>
                    <a:pt x="5232" y="2010"/>
                  </a:lnTo>
                  <a:lnTo>
                    <a:pt x="5043" y="2030"/>
                  </a:lnTo>
                  <a:lnTo>
                    <a:pt x="4960" y="2010"/>
                  </a:lnTo>
                  <a:lnTo>
                    <a:pt x="4918" y="2072"/>
                  </a:lnTo>
                  <a:lnTo>
                    <a:pt x="4813" y="2072"/>
                  </a:lnTo>
                  <a:lnTo>
                    <a:pt x="4709" y="2010"/>
                  </a:lnTo>
                  <a:lnTo>
                    <a:pt x="4479" y="2010"/>
                  </a:lnTo>
                  <a:lnTo>
                    <a:pt x="4374" y="2030"/>
                  </a:lnTo>
                  <a:lnTo>
                    <a:pt x="4290" y="1989"/>
                  </a:lnTo>
                  <a:lnTo>
                    <a:pt x="4186" y="1968"/>
                  </a:lnTo>
                  <a:lnTo>
                    <a:pt x="4081" y="1968"/>
                  </a:lnTo>
                  <a:lnTo>
                    <a:pt x="3955" y="2072"/>
                  </a:lnTo>
                  <a:lnTo>
                    <a:pt x="3851" y="2093"/>
                  </a:lnTo>
                  <a:lnTo>
                    <a:pt x="3767" y="2135"/>
                  </a:lnTo>
                  <a:lnTo>
                    <a:pt x="3558" y="2030"/>
                  </a:lnTo>
                  <a:lnTo>
                    <a:pt x="3453" y="1968"/>
                  </a:lnTo>
                  <a:lnTo>
                    <a:pt x="3181" y="1800"/>
                  </a:lnTo>
                  <a:lnTo>
                    <a:pt x="3139" y="1717"/>
                  </a:lnTo>
                  <a:lnTo>
                    <a:pt x="3118" y="1612"/>
                  </a:lnTo>
                  <a:lnTo>
                    <a:pt x="3077" y="1549"/>
                  </a:lnTo>
                  <a:lnTo>
                    <a:pt x="2888" y="1549"/>
                  </a:lnTo>
                  <a:lnTo>
                    <a:pt x="2805" y="1591"/>
                  </a:lnTo>
                  <a:lnTo>
                    <a:pt x="2700" y="1591"/>
                  </a:lnTo>
                  <a:lnTo>
                    <a:pt x="2658" y="1612"/>
                  </a:lnTo>
                  <a:lnTo>
                    <a:pt x="2512" y="1612"/>
                  </a:lnTo>
                  <a:lnTo>
                    <a:pt x="2470" y="1549"/>
                  </a:lnTo>
                  <a:lnTo>
                    <a:pt x="2428" y="1486"/>
                  </a:lnTo>
                  <a:lnTo>
                    <a:pt x="2365" y="1382"/>
                  </a:lnTo>
                  <a:lnTo>
                    <a:pt x="2344" y="1382"/>
                  </a:lnTo>
                  <a:lnTo>
                    <a:pt x="2261" y="1445"/>
                  </a:lnTo>
                  <a:lnTo>
                    <a:pt x="2030" y="1445"/>
                  </a:lnTo>
                  <a:lnTo>
                    <a:pt x="1905" y="1466"/>
                  </a:lnTo>
                  <a:lnTo>
                    <a:pt x="1717" y="1486"/>
                  </a:lnTo>
                  <a:lnTo>
                    <a:pt x="1633" y="1549"/>
                  </a:lnTo>
                  <a:lnTo>
                    <a:pt x="1549" y="1675"/>
                  </a:lnTo>
                  <a:lnTo>
                    <a:pt x="1466" y="1717"/>
                  </a:lnTo>
                  <a:lnTo>
                    <a:pt x="1298" y="1675"/>
                  </a:lnTo>
                  <a:lnTo>
                    <a:pt x="1256" y="1717"/>
                  </a:lnTo>
                  <a:lnTo>
                    <a:pt x="1256" y="1800"/>
                  </a:lnTo>
                  <a:lnTo>
                    <a:pt x="1319" y="1863"/>
                  </a:lnTo>
                  <a:lnTo>
                    <a:pt x="1256" y="1884"/>
                  </a:lnTo>
                  <a:lnTo>
                    <a:pt x="1193" y="2010"/>
                  </a:lnTo>
                  <a:lnTo>
                    <a:pt x="1110" y="2030"/>
                  </a:lnTo>
                  <a:lnTo>
                    <a:pt x="1005" y="2114"/>
                  </a:lnTo>
                  <a:lnTo>
                    <a:pt x="1005" y="2198"/>
                  </a:lnTo>
                  <a:lnTo>
                    <a:pt x="838" y="2282"/>
                  </a:lnTo>
                  <a:lnTo>
                    <a:pt x="817" y="2386"/>
                  </a:lnTo>
                  <a:lnTo>
                    <a:pt x="796" y="2512"/>
                  </a:lnTo>
                  <a:lnTo>
                    <a:pt x="608" y="2554"/>
                  </a:lnTo>
                  <a:lnTo>
                    <a:pt x="503" y="2658"/>
                  </a:lnTo>
                  <a:lnTo>
                    <a:pt x="482" y="2742"/>
                  </a:lnTo>
                  <a:lnTo>
                    <a:pt x="210" y="2721"/>
                  </a:lnTo>
                  <a:lnTo>
                    <a:pt x="105" y="2763"/>
                  </a:lnTo>
                  <a:lnTo>
                    <a:pt x="1" y="2972"/>
                  </a:lnTo>
                  <a:lnTo>
                    <a:pt x="1" y="3014"/>
                  </a:lnTo>
                  <a:lnTo>
                    <a:pt x="43" y="3056"/>
                  </a:lnTo>
                  <a:lnTo>
                    <a:pt x="43" y="3181"/>
                  </a:lnTo>
                  <a:lnTo>
                    <a:pt x="64" y="3223"/>
                  </a:lnTo>
                  <a:lnTo>
                    <a:pt x="105" y="3286"/>
                  </a:lnTo>
                  <a:lnTo>
                    <a:pt x="147" y="3286"/>
                  </a:lnTo>
                  <a:lnTo>
                    <a:pt x="147" y="3244"/>
                  </a:lnTo>
                  <a:lnTo>
                    <a:pt x="168" y="3244"/>
                  </a:lnTo>
                  <a:lnTo>
                    <a:pt x="189" y="3286"/>
                  </a:lnTo>
                  <a:lnTo>
                    <a:pt x="189" y="3370"/>
                  </a:lnTo>
                  <a:lnTo>
                    <a:pt x="210" y="3453"/>
                  </a:lnTo>
                  <a:lnTo>
                    <a:pt x="294" y="3495"/>
                  </a:lnTo>
                  <a:lnTo>
                    <a:pt x="336" y="3537"/>
                  </a:lnTo>
                  <a:lnTo>
                    <a:pt x="461" y="3642"/>
                  </a:lnTo>
                  <a:lnTo>
                    <a:pt x="566" y="3704"/>
                  </a:lnTo>
                  <a:lnTo>
                    <a:pt x="629" y="3788"/>
                  </a:lnTo>
                  <a:lnTo>
                    <a:pt x="629" y="3851"/>
                  </a:lnTo>
                  <a:lnTo>
                    <a:pt x="670" y="3914"/>
                  </a:lnTo>
                  <a:lnTo>
                    <a:pt x="796" y="3997"/>
                  </a:lnTo>
                  <a:lnTo>
                    <a:pt x="838" y="3997"/>
                  </a:lnTo>
                  <a:lnTo>
                    <a:pt x="859" y="3914"/>
                  </a:lnTo>
                  <a:lnTo>
                    <a:pt x="901" y="3872"/>
                  </a:lnTo>
                  <a:lnTo>
                    <a:pt x="1026" y="3809"/>
                  </a:lnTo>
                  <a:lnTo>
                    <a:pt x="1131" y="3809"/>
                  </a:lnTo>
                  <a:lnTo>
                    <a:pt x="1152" y="3872"/>
                  </a:lnTo>
                  <a:lnTo>
                    <a:pt x="1235" y="3976"/>
                  </a:lnTo>
                  <a:lnTo>
                    <a:pt x="1319" y="3997"/>
                  </a:lnTo>
                  <a:lnTo>
                    <a:pt x="1361" y="3976"/>
                  </a:lnTo>
                  <a:lnTo>
                    <a:pt x="1424" y="3914"/>
                  </a:lnTo>
                  <a:lnTo>
                    <a:pt x="1528" y="3914"/>
                  </a:lnTo>
                  <a:lnTo>
                    <a:pt x="1612" y="3955"/>
                  </a:lnTo>
                  <a:lnTo>
                    <a:pt x="1654" y="4018"/>
                  </a:lnTo>
                  <a:lnTo>
                    <a:pt x="1738" y="4060"/>
                  </a:lnTo>
                  <a:lnTo>
                    <a:pt x="1842" y="4123"/>
                  </a:lnTo>
                  <a:lnTo>
                    <a:pt x="1884" y="4207"/>
                  </a:lnTo>
                  <a:lnTo>
                    <a:pt x="1905" y="4311"/>
                  </a:lnTo>
                  <a:lnTo>
                    <a:pt x="1947" y="4416"/>
                  </a:lnTo>
                  <a:lnTo>
                    <a:pt x="1989" y="4499"/>
                  </a:lnTo>
                  <a:lnTo>
                    <a:pt x="2051" y="4604"/>
                  </a:lnTo>
                  <a:lnTo>
                    <a:pt x="2135" y="4646"/>
                  </a:lnTo>
                  <a:lnTo>
                    <a:pt x="2198" y="4709"/>
                  </a:lnTo>
                  <a:lnTo>
                    <a:pt x="2282" y="4834"/>
                  </a:lnTo>
                  <a:lnTo>
                    <a:pt x="2344" y="4897"/>
                  </a:lnTo>
                  <a:lnTo>
                    <a:pt x="2344" y="5023"/>
                  </a:lnTo>
                  <a:lnTo>
                    <a:pt x="2302" y="5106"/>
                  </a:lnTo>
                  <a:lnTo>
                    <a:pt x="2344" y="5232"/>
                  </a:lnTo>
                  <a:lnTo>
                    <a:pt x="2407" y="5315"/>
                  </a:lnTo>
                  <a:lnTo>
                    <a:pt x="2365" y="5420"/>
                  </a:lnTo>
                  <a:lnTo>
                    <a:pt x="2282" y="5483"/>
                  </a:lnTo>
                  <a:lnTo>
                    <a:pt x="2261" y="5546"/>
                  </a:lnTo>
                  <a:lnTo>
                    <a:pt x="2261" y="5629"/>
                  </a:lnTo>
                  <a:lnTo>
                    <a:pt x="2282" y="5734"/>
                  </a:lnTo>
                  <a:lnTo>
                    <a:pt x="2407" y="5901"/>
                  </a:lnTo>
                  <a:lnTo>
                    <a:pt x="2512" y="5985"/>
                  </a:lnTo>
                  <a:lnTo>
                    <a:pt x="3098" y="6111"/>
                  </a:lnTo>
                  <a:lnTo>
                    <a:pt x="3349" y="6090"/>
                  </a:lnTo>
                  <a:lnTo>
                    <a:pt x="3516" y="6090"/>
                  </a:lnTo>
                  <a:lnTo>
                    <a:pt x="3558" y="6048"/>
                  </a:lnTo>
                  <a:lnTo>
                    <a:pt x="3600" y="6048"/>
                  </a:lnTo>
                  <a:lnTo>
                    <a:pt x="3976" y="6111"/>
                  </a:lnTo>
                  <a:lnTo>
                    <a:pt x="4165" y="6257"/>
                  </a:lnTo>
                  <a:lnTo>
                    <a:pt x="4227" y="6299"/>
                  </a:lnTo>
                  <a:lnTo>
                    <a:pt x="4332" y="6320"/>
                  </a:lnTo>
                  <a:lnTo>
                    <a:pt x="4437" y="6320"/>
                  </a:lnTo>
                  <a:lnTo>
                    <a:pt x="4646" y="6487"/>
                  </a:lnTo>
                  <a:lnTo>
                    <a:pt x="4792" y="6571"/>
                  </a:lnTo>
                  <a:lnTo>
                    <a:pt x="5023" y="6571"/>
                  </a:lnTo>
                  <a:lnTo>
                    <a:pt x="5043" y="6675"/>
                  </a:lnTo>
                  <a:lnTo>
                    <a:pt x="5085" y="6738"/>
                  </a:lnTo>
                  <a:lnTo>
                    <a:pt x="5127" y="6738"/>
                  </a:lnTo>
                  <a:lnTo>
                    <a:pt x="5211" y="6780"/>
                  </a:lnTo>
                  <a:lnTo>
                    <a:pt x="5315" y="6885"/>
                  </a:lnTo>
                  <a:lnTo>
                    <a:pt x="5315" y="6948"/>
                  </a:lnTo>
                  <a:lnTo>
                    <a:pt x="5378" y="7115"/>
                  </a:lnTo>
                  <a:lnTo>
                    <a:pt x="5483" y="7240"/>
                  </a:lnTo>
                  <a:lnTo>
                    <a:pt x="5608" y="7408"/>
                  </a:lnTo>
                  <a:lnTo>
                    <a:pt x="5650" y="7533"/>
                  </a:lnTo>
                  <a:lnTo>
                    <a:pt x="5797" y="7784"/>
                  </a:lnTo>
                  <a:lnTo>
                    <a:pt x="5901" y="7826"/>
                  </a:lnTo>
                  <a:lnTo>
                    <a:pt x="6006" y="7784"/>
                  </a:lnTo>
                  <a:lnTo>
                    <a:pt x="6236" y="7764"/>
                  </a:lnTo>
                  <a:lnTo>
                    <a:pt x="6487" y="7784"/>
                  </a:lnTo>
                  <a:lnTo>
                    <a:pt x="6843" y="7764"/>
                  </a:lnTo>
                  <a:lnTo>
                    <a:pt x="7324" y="7826"/>
                  </a:lnTo>
                  <a:lnTo>
                    <a:pt x="7596" y="7784"/>
                  </a:lnTo>
                  <a:lnTo>
                    <a:pt x="7784" y="7722"/>
                  </a:lnTo>
                  <a:lnTo>
                    <a:pt x="7826" y="7659"/>
                  </a:lnTo>
                  <a:lnTo>
                    <a:pt x="7889" y="7617"/>
                  </a:lnTo>
                  <a:lnTo>
                    <a:pt x="7952" y="7638"/>
                  </a:lnTo>
                  <a:lnTo>
                    <a:pt x="8328" y="7638"/>
                  </a:lnTo>
                  <a:lnTo>
                    <a:pt x="8747" y="7659"/>
                  </a:lnTo>
                  <a:lnTo>
                    <a:pt x="8872" y="7680"/>
                  </a:lnTo>
                  <a:lnTo>
                    <a:pt x="9082" y="7868"/>
                  </a:lnTo>
                  <a:lnTo>
                    <a:pt x="9458" y="8036"/>
                  </a:lnTo>
                  <a:lnTo>
                    <a:pt x="9814" y="8161"/>
                  </a:lnTo>
                  <a:lnTo>
                    <a:pt x="9981" y="8182"/>
                  </a:lnTo>
                  <a:lnTo>
                    <a:pt x="10191" y="8287"/>
                  </a:lnTo>
                  <a:lnTo>
                    <a:pt x="10358" y="8266"/>
                  </a:lnTo>
                  <a:lnTo>
                    <a:pt x="10630" y="8182"/>
                  </a:lnTo>
                  <a:lnTo>
                    <a:pt x="10651" y="8287"/>
                  </a:lnTo>
                  <a:lnTo>
                    <a:pt x="10651" y="8349"/>
                  </a:lnTo>
                  <a:lnTo>
                    <a:pt x="10797" y="8391"/>
                  </a:lnTo>
                  <a:lnTo>
                    <a:pt x="10944" y="8391"/>
                  </a:lnTo>
                  <a:lnTo>
                    <a:pt x="11049" y="8287"/>
                  </a:lnTo>
                  <a:lnTo>
                    <a:pt x="11300" y="8098"/>
                  </a:lnTo>
                  <a:lnTo>
                    <a:pt x="11467" y="7931"/>
                  </a:lnTo>
                  <a:lnTo>
                    <a:pt x="11781" y="7826"/>
                  </a:lnTo>
                  <a:lnTo>
                    <a:pt x="12199" y="7659"/>
                  </a:lnTo>
                  <a:lnTo>
                    <a:pt x="12367" y="7617"/>
                  </a:lnTo>
                  <a:lnTo>
                    <a:pt x="12555" y="7554"/>
                  </a:lnTo>
                  <a:lnTo>
                    <a:pt x="12806" y="7533"/>
                  </a:lnTo>
                  <a:lnTo>
                    <a:pt x="12953" y="7533"/>
                  </a:lnTo>
                  <a:lnTo>
                    <a:pt x="13120" y="7408"/>
                  </a:lnTo>
                  <a:lnTo>
                    <a:pt x="13266" y="7303"/>
                  </a:lnTo>
                  <a:lnTo>
                    <a:pt x="13392" y="7303"/>
                  </a:lnTo>
                  <a:lnTo>
                    <a:pt x="13580" y="7240"/>
                  </a:lnTo>
                  <a:lnTo>
                    <a:pt x="13685" y="7240"/>
                  </a:lnTo>
                  <a:lnTo>
                    <a:pt x="13769" y="7031"/>
                  </a:lnTo>
                  <a:lnTo>
                    <a:pt x="13894" y="6801"/>
                  </a:lnTo>
                  <a:lnTo>
                    <a:pt x="14166" y="6508"/>
                  </a:lnTo>
                  <a:lnTo>
                    <a:pt x="14229" y="6403"/>
                  </a:lnTo>
                  <a:lnTo>
                    <a:pt x="14292" y="6299"/>
                  </a:lnTo>
                  <a:lnTo>
                    <a:pt x="14292" y="6215"/>
                  </a:lnTo>
                  <a:lnTo>
                    <a:pt x="14062" y="6090"/>
                  </a:lnTo>
                  <a:lnTo>
                    <a:pt x="13790" y="5901"/>
                  </a:lnTo>
                  <a:lnTo>
                    <a:pt x="13810" y="5839"/>
                  </a:lnTo>
                  <a:lnTo>
                    <a:pt x="13790" y="5692"/>
                  </a:lnTo>
                  <a:lnTo>
                    <a:pt x="13790" y="5462"/>
                  </a:lnTo>
                  <a:lnTo>
                    <a:pt x="13894" y="5336"/>
                  </a:lnTo>
                  <a:lnTo>
                    <a:pt x="14020" y="5232"/>
                  </a:lnTo>
                  <a:lnTo>
                    <a:pt x="14229" y="5169"/>
                  </a:lnTo>
                  <a:lnTo>
                    <a:pt x="14396" y="5211"/>
                  </a:lnTo>
                  <a:lnTo>
                    <a:pt x="14522" y="5274"/>
                  </a:lnTo>
                  <a:lnTo>
                    <a:pt x="14710" y="5357"/>
                  </a:lnTo>
                  <a:lnTo>
                    <a:pt x="14836" y="5378"/>
                  </a:lnTo>
                  <a:lnTo>
                    <a:pt x="14961" y="5441"/>
                  </a:lnTo>
                  <a:lnTo>
                    <a:pt x="15024" y="5441"/>
                  </a:lnTo>
                  <a:lnTo>
                    <a:pt x="15045" y="5336"/>
                  </a:lnTo>
                  <a:lnTo>
                    <a:pt x="15129" y="5253"/>
                  </a:lnTo>
                  <a:lnTo>
                    <a:pt x="15254" y="5148"/>
                  </a:lnTo>
                  <a:lnTo>
                    <a:pt x="15359" y="5064"/>
                  </a:lnTo>
                  <a:lnTo>
                    <a:pt x="15463" y="4855"/>
                  </a:lnTo>
                  <a:lnTo>
                    <a:pt x="15547" y="4813"/>
                  </a:lnTo>
                  <a:lnTo>
                    <a:pt x="15673" y="4834"/>
                  </a:lnTo>
                  <a:lnTo>
                    <a:pt x="15840" y="4834"/>
                  </a:lnTo>
                  <a:lnTo>
                    <a:pt x="16070" y="4646"/>
                  </a:lnTo>
                  <a:lnTo>
                    <a:pt x="16196" y="4625"/>
                  </a:lnTo>
                  <a:lnTo>
                    <a:pt x="16259" y="4541"/>
                  </a:lnTo>
                  <a:lnTo>
                    <a:pt x="16259" y="4437"/>
                  </a:lnTo>
                  <a:lnTo>
                    <a:pt x="16279" y="4269"/>
                  </a:lnTo>
                  <a:lnTo>
                    <a:pt x="16384" y="4102"/>
                  </a:lnTo>
                  <a:lnTo>
                    <a:pt x="16426" y="4018"/>
                  </a:lnTo>
                  <a:lnTo>
                    <a:pt x="16489" y="4060"/>
                  </a:lnTo>
                  <a:lnTo>
                    <a:pt x="16551" y="4018"/>
                  </a:lnTo>
                  <a:lnTo>
                    <a:pt x="16614" y="3976"/>
                  </a:lnTo>
                  <a:lnTo>
                    <a:pt x="16614" y="3872"/>
                  </a:lnTo>
                  <a:lnTo>
                    <a:pt x="16677" y="3851"/>
                  </a:lnTo>
                  <a:lnTo>
                    <a:pt x="16782" y="3914"/>
                  </a:lnTo>
                  <a:lnTo>
                    <a:pt x="16844" y="3872"/>
                  </a:lnTo>
                  <a:lnTo>
                    <a:pt x="17012" y="3746"/>
                  </a:lnTo>
                  <a:lnTo>
                    <a:pt x="17116" y="3600"/>
                  </a:lnTo>
                  <a:lnTo>
                    <a:pt x="17221" y="3579"/>
                  </a:lnTo>
                  <a:lnTo>
                    <a:pt x="17367" y="3662"/>
                  </a:lnTo>
                  <a:lnTo>
                    <a:pt x="17451" y="3600"/>
                  </a:lnTo>
                  <a:lnTo>
                    <a:pt x="17556" y="3579"/>
                  </a:lnTo>
                  <a:lnTo>
                    <a:pt x="17598" y="3642"/>
                  </a:lnTo>
                  <a:lnTo>
                    <a:pt x="17723" y="3662"/>
                  </a:lnTo>
                  <a:lnTo>
                    <a:pt x="17744" y="3579"/>
                  </a:lnTo>
                  <a:lnTo>
                    <a:pt x="17744" y="3495"/>
                  </a:lnTo>
                  <a:lnTo>
                    <a:pt x="17786" y="3453"/>
                  </a:lnTo>
                  <a:lnTo>
                    <a:pt x="17786" y="3349"/>
                  </a:lnTo>
                  <a:lnTo>
                    <a:pt x="17765" y="3265"/>
                  </a:lnTo>
                  <a:lnTo>
                    <a:pt x="17744" y="3160"/>
                  </a:lnTo>
                  <a:lnTo>
                    <a:pt x="17535" y="3014"/>
                  </a:lnTo>
                  <a:lnTo>
                    <a:pt x="17367" y="2805"/>
                  </a:lnTo>
                  <a:lnTo>
                    <a:pt x="17158" y="2616"/>
                  </a:lnTo>
                  <a:lnTo>
                    <a:pt x="17012" y="2428"/>
                  </a:lnTo>
                  <a:lnTo>
                    <a:pt x="16740" y="2344"/>
                  </a:lnTo>
                  <a:lnTo>
                    <a:pt x="16698" y="2407"/>
                  </a:lnTo>
                  <a:lnTo>
                    <a:pt x="16531" y="2449"/>
                  </a:lnTo>
                  <a:lnTo>
                    <a:pt x="16531" y="2554"/>
                  </a:lnTo>
                  <a:lnTo>
                    <a:pt x="16531" y="2700"/>
                  </a:lnTo>
                  <a:lnTo>
                    <a:pt x="16405" y="2909"/>
                  </a:lnTo>
                  <a:lnTo>
                    <a:pt x="16300" y="2805"/>
                  </a:lnTo>
                  <a:lnTo>
                    <a:pt x="16028" y="2742"/>
                  </a:lnTo>
                  <a:lnTo>
                    <a:pt x="15798" y="2742"/>
                  </a:lnTo>
                  <a:lnTo>
                    <a:pt x="15631" y="2909"/>
                  </a:lnTo>
                  <a:lnTo>
                    <a:pt x="15359" y="2763"/>
                  </a:lnTo>
                  <a:lnTo>
                    <a:pt x="15254" y="2595"/>
                  </a:lnTo>
                  <a:lnTo>
                    <a:pt x="15338" y="2323"/>
                  </a:lnTo>
                  <a:lnTo>
                    <a:pt x="15317" y="2219"/>
                  </a:lnTo>
                  <a:lnTo>
                    <a:pt x="15359" y="2030"/>
                  </a:lnTo>
                  <a:lnTo>
                    <a:pt x="15338" y="1863"/>
                  </a:lnTo>
                  <a:lnTo>
                    <a:pt x="15463" y="963"/>
                  </a:lnTo>
                  <a:lnTo>
                    <a:pt x="15463" y="942"/>
                  </a:lnTo>
                  <a:lnTo>
                    <a:pt x="15422" y="880"/>
                  </a:lnTo>
                  <a:lnTo>
                    <a:pt x="15212" y="838"/>
                  </a:lnTo>
                  <a:lnTo>
                    <a:pt x="14982" y="859"/>
                  </a:lnTo>
                  <a:lnTo>
                    <a:pt x="14982" y="922"/>
                  </a:lnTo>
                  <a:lnTo>
                    <a:pt x="14857" y="984"/>
                  </a:lnTo>
                  <a:lnTo>
                    <a:pt x="14752" y="984"/>
                  </a:lnTo>
                  <a:lnTo>
                    <a:pt x="14710" y="942"/>
                  </a:lnTo>
                  <a:lnTo>
                    <a:pt x="14606" y="1026"/>
                  </a:lnTo>
                  <a:lnTo>
                    <a:pt x="14501" y="963"/>
                  </a:lnTo>
                  <a:lnTo>
                    <a:pt x="14438" y="880"/>
                  </a:lnTo>
                  <a:lnTo>
                    <a:pt x="14313" y="775"/>
                  </a:lnTo>
                  <a:lnTo>
                    <a:pt x="14208" y="775"/>
                  </a:lnTo>
                  <a:lnTo>
                    <a:pt x="14020" y="838"/>
                  </a:lnTo>
                  <a:lnTo>
                    <a:pt x="13999" y="775"/>
                  </a:lnTo>
                  <a:lnTo>
                    <a:pt x="13894" y="775"/>
                  </a:lnTo>
                  <a:lnTo>
                    <a:pt x="13790" y="859"/>
                  </a:lnTo>
                  <a:lnTo>
                    <a:pt x="13769" y="984"/>
                  </a:lnTo>
                  <a:lnTo>
                    <a:pt x="13685" y="1068"/>
                  </a:lnTo>
                  <a:lnTo>
                    <a:pt x="13559" y="1131"/>
                  </a:lnTo>
                  <a:lnTo>
                    <a:pt x="13476" y="1256"/>
                  </a:lnTo>
                  <a:lnTo>
                    <a:pt x="13476" y="1298"/>
                  </a:lnTo>
                  <a:lnTo>
                    <a:pt x="13455" y="1403"/>
                  </a:lnTo>
                  <a:lnTo>
                    <a:pt x="13350" y="1507"/>
                  </a:lnTo>
                  <a:lnTo>
                    <a:pt x="12973" y="1507"/>
                  </a:lnTo>
                  <a:lnTo>
                    <a:pt x="12869" y="1612"/>
                  </a:lnTo>
                  <a:lnTo>
                    <a:pt x="12743" y="1612"/>
                  </a:lnTo>
                  <a:lnTo>
                    <a:pt x="12534" y="1758"/>
                  </a:lnTo>
                  <a:lnTo>
                    <a:pt x="12429" y="1905"/>
                  </a:lnTo>
                  <a:lnTo>
                    <a:pt x="12367" y="1905"/>
                  </a:lnTo>
                  <a:lnTo>
                    <a:pt x="12283" y="1863"/>
                  </a:lnTo>
                  <a:lnTo>
                    <a:pt x="12137" y="1863"/>
                  </a:lnTo>
                  <a:lnTo>
                    <a:pt x="12095" y="1884"/>
                  </a:lnTo>
                  <a:lnTo>
                    <a:pt x="11927" y="1905"/>
                  </a:lnTo>
                  <a:lnTo>
                    <a:pt x="11593" y="1905"/>
                  </a:lnTo>
                  <a:lnTo>
                    <a:pt x="11362" y="1863"/>
                  </a:lnTo>
                  <a:lnTo>
                    <a:pt x="11090" y="1884"/>
                  </a:lnTo>
                  <a:lnTo>
                    <a:pt x="11028" y="1884"/>
                  </a:lnTo>
                  <a:lnTo>
                    <a:pt x="10923" y="1758"/>
                  </a:lnTo>
                  <a:lnTo>
                    <a:pt x="10839" y="1758"/>
                  </a:lnTo>
                  <a:lnTo>
                    <a:pt x="10756" y="1696"/>
                  </a:lnTo>
                  <a:lnTo>
                    <a:pt x="10651" y="1612"/>
                  </a:lnTo>
                  <a:lnTo>
                    <a:pt x="10609" y="1445"/>
                  </a:lnTo>
                  <a:lnTo>
                    <a:pt x="10525" y="1382"/>
                  </a:lnTo>
                  <a:lnTo>
                    <a:pt x="10421" y="1403"/>
                  </a:lnTo>
                  <a:lnTo>
                    <a:pt x="10232" y="1403"/>
                  </a:lnTo>
                  <a:lnTo>
                    <a:pt x="10044" y="1340"/>
                  </a:lnTo>
                  <a:lnTo>
                    <a:pt x="9919" y="1173"/>
                  </a:lnTo>
                  <a:lnTo>
                    <a:pt x="9521" y="1173"/>
                  </a:lnTo>
                  <a:lnTo>
                    <a:pt x="9396" y="1089"/>
                  </a:lnTo>
                  <a:lnTo>
                    <a:pt x="9270" y="1131"/>
                  </a:lnTo>
                  <a:lnTo>
                    <a:pt x="9103" y="1152"/>
                  </a:lnTo>
                  <a:lnTo>
                    <a:pt x="8977" y="1194"/>
                  </a:lnTo>
                  <a:lnTo>
                    <a:pt x="8768" y="1214"/>
                  </a:lnTo>
                  <a:lnTo>
                    <a:pt x="8580" y="1277"/>
                  </a:lnTo>
                  <a:lnTo>
                    <a:pt x="8517" y="1382"/>
                  </a:lnTo>
                  <a:lnTo>
                    <a:pt x="8433" y="1403"/>
                  </a:lnTo>
                  <a:lnTo>
                    <a:pt x="8349" y="1382"/>
                  </a:lnTo>
                  <a:lnTo>
                    <a:pt x="8266" y="1382"/>
                  </a:lnTo>
                  <a:lnTo>
                    <a:pt x="8182" y="1445"/>
                  </a:lnTo>
                  <a:lnTo>
                    <a:pt x="8015" y="1445"/>
                  </a:lnTo>
                  <a:lnTo>
                    <a:pt x="7952" y="1466"/>
                  </a:lnTo>
                  <a:lnTo>
                    <a:pt x="7889" y="1466"/>
                  </a:lnTo>
                  <a:lnTo>
                    <a:pt x="7722" y="1361"/>
                  </a:lnTo>
                  <a:lnTo>
                    <a:pt x="7533" y="1340"/>
                  </a:lnTo>
                  <a:lnTo>
                    <a:pt x="7512" y="1256"/>
                  </a:lnTo>
                  <a:lnTo>
                    <a:pt x="7387" y="1152"/>
                  </a:lnTo>
                  <a:lnTo>
                    <a:pt x="7324" y="1152"/>
                  </a:lnTo>
                  <a:lnTo>
                    <a:pt x="7261" y="1089"/>
                  </a:lnTo>
                  <a:lnTo>
                    <a:pt x="7261" y="984"/>
                  </a:lnTo>
                  <a:lnTo>
                    <a:pt x="7199" y="859"/>
                  </a:lnTo>
                  <a:lnTo>
                    <a:pt x="7136" y="817"/>
                  </a:lnTo>
                  <a:lnTo>
                    <a:pt x="7136" y="691"/>
                  </a:lnTo>
                  <a:lnTo>
                    <a:pt x="7094" y="629"/>
                  </a:lnTo>
                  <a:lnTo>
                    <a:pt x="7094" y="566"/>
                  </a:lnTo>
                  <a:lnTo>
                    <a:pt x="7052" y="461"/>
                  </a:lnTo>
                  <a:lnTo>
                    <a:pt x="6947" y="440"/>
                  </a:lnTo>
                  <a:lnTo>
                    <a:pt x="6696" y="440"/>
                  </a:lnTo>
                  <a:lnTo>
                    <a:pt x="6592" y="419"/>
                  </a:lnTo>
                  <a:lnTo>
                    <a:pt x="6529" y="398"/>
                  </a:lnTo>
                  <a:lnTo>
                    <a:pt x="6383" y="357"/>
                  </a:lnTo>
                  <a:lnTo>
                    <a:pt x="6341" y="315"/>
                  </a:lnTo>
                  <a:lnTo>
                    <a:pt x="6257" y="252"/>
                  </a:lnTo>
                  <a:lnTo>
                    <a:pt x="5901" y="252"/>
                  </a:lnTo>
                  <a:lnTo>
                    <a:pt x="5755" y="210"/>
                  </a:lnTo>
                  <a:lnTo>
                    <a:pt x="5734" y="168"/>
                  </a:lnTo>
                  <a:lnTo>
                    <a:pt x="5567" y="105"/>
                  </a:lnTo>
                  <a:lnTo>
                    <a:pt x="5441" y="43"/>
                  </a:lnTo>
                  <a:lnTo>
                    <a:pt x="537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38"/>
            <p:cNvSpPr/>
            <p:nvPr/>
          </p:nvSpPr>
          <p:spPr>
            <a:xfrm>
              <a:off x="4718522" y="3165089"/>
              <a:ext cx="67277" cy="54986"/>
            </a:xfrm>
            <a:custGeom>
              <a:rect b="b" l="l" r="r" t="t"/>
              <a:pathLst>
                <a:path extrusionOk="0" h="4835" w="5650">
                  <a:moveTo>
                    <a:pt x="126" y="1"/>
                  </a:moveTo>
                  <a:lnTo>
                    <a:pt x="42" y="2156"/>
                  </a:lnTo>
                  <a:lnTo>
                    <a:pt x="21" y="2323"/>
                  </a:lnTo>
                  <a:lnTo>
                    <a:pt x="21" y="2407"/>
                  </a:lnTo>
                  <a:lnTo>
                    <a:pt x="21" y="2470"/>
                  </a:lnTo>
                  <a:lnTo>
                    <a:pt x="0" y="3872"/>
                  </a:lnTo>
                  <a:lnTo>
                    <a:pt x="168" y="3872"/>
                  </a:lnTo>
                  <a:lnTo>
                    <a:pt x="251" y="3892"/>
                  </a:lnTo>
                  <a:lnTo>
                    <a:pt x="356" y="3872"/>
                  </a:lnTo>
                  <a:lnTo>
                    <a:pt x="732" y="3872"/>
                  </a:lnTo>
                  <a:lnTo>
                    <a:pt x="753" y="3934"/>
                  </a:lnTo>
                  <a:lnTo>
                    <a:pt x="837" y="3997"/>
                  </a:lnTo>
                  <a:lnTo>
                    <a:pt x="942" y="4039"/>
                  </a:lnTo>
                  <a:lnTo>
                    <a:pt x="1046" y="3955"/>
                  </a:lnTo>
                  <a:lnTo>
                    <a:pt x="1256" y="3892"/>
                  </a:lnTo>
                  <a:lnTo>
                    <a:pt x="1276" y="3851"/>
                  </a:lnTo>
                  <a:lnTo>
                    <a:pt x="1318" y="3892"/>
                  </a:lnTo>
                  <a:lnTo>
                    <a:pt x="1381" y="3830"/>
                  </a:lnTo>
                  <a:lnTo>
                    <a:pt x="1360" y="3662"/>
                  </a:lnTo>
                  <a:lnTo>
                    <a:pt x="1214" y="3558"/>
                  </a:lnTo>
                  <a:lnTo>
                    <a:pt x="1046" y="3474"/>
                  </a:lnTo>
                  <a:lnTo>
                    <a:pt x="900" y="3453"/>
                  </a:lnTo>
                  <a:lnTo>
                    <a:pt x="858" y="3411"/>
                  </a:lnTo>
                  <a:lnTo>
                    <a:pt x="753" y="3369"/>
                  </a:lnTo>
                  <a:lnTo>
                    <a:pt x="732" y="3369"/>
                  </a:lnTo>
                  <a:lnTo>
                    <a:pt x="670" y="3328"/>
                  </a:lnTo>
                  <a:lnTo>
                    <a:pt x="649" y="3202"/>
                  </a:lnTo>
                  <a:lnTo>
                    <a:pt x="544" y="3056"/>
                  </a:lnTo>
                  <a:lnTo>
                    <a:pt x="440" y="3014"/>
                  </a:lnTo>
                  <a:lnTo>
                    <a:pt x="419" y="2930"/>
                  </a:lnTo>
                  <a:lnTo>
                    <a:pt x="335" y="2846"/>
                  </a:lnTo>
                  <a:lnTo>
                    <a:pt x="419" y="2909"/>
                  </a:lnTo>
                  <a:lnTo>
                    <a:pt x="440" y="3014"/>
                  </a:lnTo>
                  <a:lnTo>
                    <a:pt x="523" y="3014"/>
                  </a:lnTo>
                  <a:lnTo>
                    <a:pt x="649" y="3097"/>
                  </a:lnTo>
                  <a:lnTo>
                    <a:pt x="670" y="3202"/>
                  </a:lnTo>
                  <a:lnTo>
                    <a:pt x="670" y="3328"/>
                  </a:lnTo>
                  <a:lnTo>
                    <a:pt x="732" y="3328"/>
                  </a:lnTo>
                  <a:lnTo>
                    <a:pt x="879" y="3348"/>
                  </a:lnTo>
                  <a:lnTo>
                    <a:pt x="963" y="3432"/>
                  </a:lnTo>
                  <a:lnTo>
                    <a:pt x="1151" y="3432"/>
                  </a:lnTo>
                  <a:lnTo>
                    <a:pt x="1297" y="3369"/>
                  </a:lnTo>
                  <a:lnTo>
                    <a:pt x="1423" y="3411"/>
                  </a:lnTo>
                  <a:lnTo>
                    <a:pt x="1507" y="3348"/>
                  </a:lnTo>
                  <a:lnTo>
                    <a:pt x="1486" y="3328"/>
                  </a:lnTo>
                  <a:lnTo>
                    <a:pt x="1402" y="3244"/>
                  </a:lnTo>
                  <a:lnTo>
                    <a:pt x="1360" y="3160"/>
                  </a:lnTo>
                  <a:lnTo>
                    <a:pt x="1276" y="3202"/>
                  </a:lnTo>
                  <a:lnTo>
                    <a:pt x="1256" y="3118"/>
                  </a:lnTo>
                  <a:lnTo>
                    <a:pt x="1297" y="3160"/>
                  </a:lnTo>
                  <a:lnTo>
                    <a:pt x="1423" y="3139"/>
                  </a:lnTo>
                  <a:lnTo>
                    <a:pt x="1507" y="3244"/>
                  </a:lnTo>
                  <a:lnTo>
                    <a:pt x="1611" y="3244"/>
                  </a:lnTo>
                  <a:lnTo>
                    <a:pt x="1569" y="3202"/>
                  </a:lnTo>
                  <a:lnTo>
                    <a:pt x="1569" y="3118"/>
                  </a:lnTo>
                  <a:lnTo>
                    <a:pt x="1611" y="3056"/>
                  </a:lnTo>
                  <a:lnTo>
                    <a:pt x="1611" y="3014"/>
                  </a:lnTo>
                  <a:lnTo>
                    <a:pt x="1611" y="2930"/>
                  </a:lnTo>
                  <a:lnTo>
                    <a:pt x="1528" y="2825"/>
                  </a:lnTo>
                  <a:lnTo>
                    <a:pt x="1528" y="2804"/>
                  </a:lnTo>
                  <a:lnTo>
                    <a:pt x="1632" y="2846"/>
                  </a:lnTo>
                  <a:lnTo>
                    <a:pt x="1674" y="2909"/>
                  </a:lnTo>
                  <a:lnTo>
                    <a:pt x="1779" y="3014"/>
                  </a:lnTo>
                  <a:lnTo>
                    <a:pt x="1883" y="3035"/>
                  </a:lnTo>
                  <a:lnTo>
                    <a:pt x="1883" y="2993"/>
                  </a:lnTo>
                  <a:lnTo>
                    <a:pt x="1841" y="2909"/>
                  </a:lnTo>
                  <a:lnTo>
                    <a:pt x="1883" y="2930"/>
                  </a:lnTo>
                  <a:lnTo>
                    <a:pt x="1904" y="3035"/>
                  </a:lnTo>
                  <a:lnTo>
                    <a:pt x="1946" y="3035"/>
                  </a:lnTo>
                  <a:lnTo>
                    <a:pt x="1946" y="2951"/>
                  </a:lnTo>
                  <a:lnTo>
                    <a:pt x="1925" y="2888"/>
                  </a:lnTo>
                  <a:lnTo>
                    <a:pt x="1946" y="2784"/>
                  </a:lnTo>
                  <a:lnTo>
                    <a:pt x="2009" y="2825"/>
                  </a:lnTo>
                  <a:lnTo>
                    <a:pt x="2155" y="2888"/>
                  </a:lnTo>
                  <a:lnTo>
                    <a:pt x="2197" y="2951"/>
                  </a:lnTo>
                  <a:lnTo>
                    <a:pt x="2260" y="2993"/>
                  </a:lnTo>
                  <a:lnTo>
                    <a:pt x="2323" y="2951"/>
                  </a:lnTo>
                  <a:lnTo>
                    <a:pt x="2365" y="2993"/>
                  </a:lnTo>
                  <a:lnTo>
                    <a:pt x="2427" y="2930"/>
                  </a:lnTo>
                  <a:lnTo>
                    <a:pt x="2427" y="3014"/>
                  </a:lnTo>
                  <a:lnTo>
                    <a:pt x="2427" y="3097"/>
                  </a:lnTo>
                  <a:lnTo>
                    <a:pt x="2469" y="3097"/>
                  </a:lnTo>
                  <a:lnTo>
                    <a:pt x="2553" y="3160"/>
                  </a:lnTo>
                  <a:lnTo>
                    <a:pt x="2867" y="3244"/>
                  </a:lnTo>
                  <a:lnTo>
                    <a:pt x="2950" y="3307"/>
                  </a:lnTo>
                  <a:lnTo>
                    <a:pt x="3055" y="3411"/>
                  </a:lnTo>
                  <a:lnTo>
                    <a:pt x="3076" y="3558"/>
                  </a:lnTo>
                  <a:lnTo>
                    <a:pt x="3243" y="3746"/>
                  </a:lnTo>
                  <a:lnTo>
                    <a:pt x="3264" y="3830"/>
                  </a:lnTo>
                  <a:lnTo>
                    <a:pt x="3369" y="3872"/>
                  </a:lnTo>
                  <a:lnTo>
                    <a:pt x="3453" y="3955"/>
                  </a:lnTo>
                  <a:lnTo>
                    <a:pt x="3473" y="4039"/>
                  </a:lnTo>
                  <a:lnTo>
                    <a:pt x="3725" y="4290"/>
                  </a:lnTo>
                  <a:lnTo>
                    <a:pt x="3725" y="4374"/>
                  </a:lnTo>
                  <a:lnTo>
                    <a:pt x="3829" y="4457"/>
                  </a:lnTo>
                  <a:lnTo>
                    <a:pt x="3997" y="4499"/>
                  </a:lnTo>
                  <a:lnTo>
                    <a:pt x="4080" y="4478"/>
                  </a:lnTo>
                  <a:lnTo>
                    <a:pt x="4122" y="4478"/>
                  </a:lnTo>
                  <a:lnTo>
                    <a:pt x="4206" y="4520"/>
                  </a:lnTo>
                  <a:lnTo>
                    <a:pt x="4394" y="4499"/>
                  </a:lnTo>
                  <a:lnTo>
                    <a:pt x="4520" y="4562"/>
                  </a:lnTo>
                  <a:lnTo>
                    <a:pt x="4624" y="4520"/>
                  </a:lnTo>
                  <a:lnTo>
                    <a:pt x="4771" y="4562"/>
                  </a:lnTo>
                  <a:lnTo>
                    <a:pt x="4875" y="4604"/>
                  </a:lnTo>
                  <a:lnTo>
                    <a:pt x="5022" y="4583"/>
                  </a:lnTo>
                  <a:lnTo>
                    <a:pt x="5064" y="4667"/>
                  </a:lnTo>
                  <a:lnTo>
                    <a:pt x="5168" y="4667"/>
                  </a:lnTo>
                  <a:lnTo>
                    <a:pt x="5189" y="4688"/>
                  </a:lnTo>
                  <a:lnTo>
                    <a:pt x="5126" y="4729"/>
                  </a:lnTo>
                  <a:lnTo>
                    <a:pt x="5252" y="4771"/>
                  </a:lnTo>
                  <a:lnTo>
                    <a:pt x="5378" y="4834"/>
                  </a:lnTo>
                  <a:lnTo>
                    <a:pt x="5503" y="4813"/>
                  </a:lnTo>
                  <a:lnTo>
                    <a:pt x="5545" y="4729"/>
                  </a:lnTo>
                  <a:lnTo>
                    <a:pt x="5398" y="4667"/>
                  </a:lnTo>
                  <a:lnTo>
                    <a:pt x="5357" y="4667"/>
                  </a:lnTo>
                  <a:lnTo>
                    <a:pt x="5357" y="4604"/>
                  </a:lnTo>
                  <a:lnTo>
                    <a:pt x="5461" y="4583"/>
                  </a:lnTo>
                  <a:lnTo>
                    <a:pt x="5545" y="4604"/>
                  </a:lnTo>
                  <a:lnTo>
                    <a:pt x="5650" y="4562"/>
                  </a:lnTo>
                  <a:lnTo>
                    <a:pt x="5440" y="4499"/>
                  </a:lnTo>
                  <a:lnTo>
                    <a:pt x="5168" y="4478"/>
                  </a:lnTo>
                  <a:lnTo>
                    <a:pt x="5043" y="4395"/>
                  </a:lnTo>
                  <a:lnTo>
                    <a:pt x="4980" y="4311"/>
                  </a:lnTo>
                  <a:lnTo>
                    <a:pt x="5126" y="4269"/>
                  </a:lnTo>
                  <a:lnTo>
                    <a:pt x="5189" y="4269"/>
                  </a:lnTo>
                  <a:lnTo>
                    <a:pt x="5252" y="4248"/>
                  </a:lnTo>
                  <a:lnTo>
                    <a:pt x="5168" y="4185"/>
                  </a:lnTo>
                  <a:lnTo>
                    <a:pt x="4959" y="4185"/>
                  </a:lnTo>
                  <a:lnTo>
                    <a:pt x="4771" y="4164"/>
                  </a:lnTo>
                  <a:lnTo>
                    <a:pt x="4708" y="4081"/>
                  </a:lnTo>
                  <a:lnTo>
                    <a:pt x="4708" y="3997"/>
                  </a:lnTo>
                  <a:lnTo>
                    <a:pt x="4771" y="3934"/>
                  </a:lnTo>
                  <a:lnTo>
                    <a:pt x="4813" y="3851"/>
                  </a:lnTo>
                  <a:lnTo>
                    <a:pt x="4750" y="3788"/>
                  </a:lnTo>
                  <a:lnTo>
                    <a:pt x="4666" y="3788"/>
                  </a:lnTo>
                  <a:lnTo>
                    <a:pt x="4624" y="3830"/>
                  </a:lnTo>
                  <a:lnTo>
                    <a:pt x="4541" y="3788"/>
                  </a:lnTo>
                  <a:lnTo>
                    <a:pt x="4457" y="3830"/>
                  </a:lnTo>
                  <a:lnTo>
                    <a:pt x="4352" y="3683"/>
                  </a:lnTo>
                  <a:lnTo>
                    <a:pt x="4352" y="3537"/>
                  </a:lnTo>
                  <a:lnTo>
                    <a:pt x="4248" y="3516"/>
                  </a:lnTo>
                  <a:lnTo>
                    <a:pt x="4143" y="3244"/>
                  </a:lnTo>
                  <a:lnTo>
                    <a:pt x="4101" y="3223"/>
                  </a:lnTo>
                  <a:lnTo>
                    <a:pt x="4080" y="3139"/>
                  </a:lnTo>
                  <a:lnTo>
                    <a:pt x="3934" y="3139"/>
                  </a:lnTo>
                  <a:lnTo>
                    <a:pt x="3871" y="3097"/>
                  </a:lnTo>
                  <a:lnTo>
                    <a:pt x="3808" y="2951"/>
                  </a:lnTo>
                  <a:lnTo>
                    <a:pt x="3683" y="2825"/>
                  </a:lnTo>
                  <a:lnTo>
                    <a:pt x="3662" y="2700"/>
                  </a:lnTo>
                  <a:lnTo>
                    <a:pt x="3578" y="2616"/>
                  </a:lnTo>
                  <a:lnTo>
                    <a:pt x="3494" y="2512"/>
                  </a:lnTo>
                  <a:lnTo>
                    <a:pt x="3515" y="2470"/>
                  </a:lnTo>
                  <a:lnTo>
                    <a:pt x="3766" y="2491"/>
                  </a:lnTo>
                  <a:lnTo>
                    <a:pt x="3976" y="2386"/>
                  </a:lnTo>
                  <a:lnTo>
                    <a:pt x="4017" y="2281"/>
                  </a:lnTo>
                  <a:lnTo>
                    <a:pt x="3997" y="2156"/>
                  </a:lnTo>
                  <a:lnTo>
                    <a:pt x="3829" y="1988"/>
                  </a:lnTo>
                  <a:lnTo>
                    <a:pt x="3704" y="1968"/>
                  </a:lnTo>
                  <a:lnTo>
                    <a:pt x="3662" y="1988"/>
                  </a:lnTo>
                  <a:lnTo>
                    <a:pt x="3557" y="1947"/>
                  </a:lnTo>
                  <a:lnTo>
                    <a:pt x="3348" y="1842"/>
                  </a:lnTo>
                  <a:lnTo>
                    <a:pt x="3243" y="1737"/>
                  </a:lnTo>
                  <a:lnTo>
                    <a:pt x="3097" y="1758"/>
                  </a:lnTo>
                  <a:lnTo>
                    <a:pt x="2846" y="1654"/>
                  </a:lnTo>
                  <a:lnTo>
                    <a:pt x="2825" y="1570"/>
                  </a:lnTo>
                  <a:lnTo>
                    <a:pt x="2867" y="1444"/>
                  </a:lnTo>
                  <a:lnTo>
                    <a:pt x="2888" y="1340"/>
                  </a:lnTo>
                  <a:lnTo>
                    <a:pt x="2825" y="1235"/>
                  </a:lnTo>
                  <a:lnTo>
                    <a:pt x="2616" y="1026"/>
                  </a:lnTo>
                  <a:lnTo>
                    <a:pt x="2553" y="1026"/>
                  </a:lnTo>
                  <a:lnTo>
                    <a:pt x="2511" y="1047"/>
                  </a:lnTo>
                  <a:lnTo>
                    <a:pt x="2448" y="963"/>
                  </a:lnTo>
                  <a:lnTo>
                    <a:pt x="2344" y="900"/>
                  </a:lnTo>
                  <a:lnTo>
                    <a:pt x="2323" y="817"/>
                  </a:lnTo>
                  <a:lnTo>
                    <a:pt x="2197" y="796"/>
                  </a:lnTo>
                  <a:lnTo>
                    <a:pt x="2134" y="712"/>
                  </a:lnTo>
                  <a:lnTo>
                    <a:pt x="2092" y="712"/>
                  </a:lnTo>
                  <a:lnTo>
                    <a:pt x="1988" y="649"/>
                  </a:lnTo>
                  <a:lnTo>
                    <a:pt x="1841" y="649"/>
                  </a:lnTo>
                  <a:lnTo>
                    <a:pt x="1716" y="545"/>
                  </a:lnTo>
                  <a:lnTo>
                    <a:pt x="1590" y="524"/>
                  </a:lnTo>
                  <a:lnTo>
                    <a:pt x="1381" y="398"/>
                  </a:lnTo>
                  <a:lnTo>
                    <a:pt x="1067" y="377"/>
                  </a:lnTo>
                  <a:lnTo>
                    <a:pt x="963" y="315"/>
                  </a:lnTo>
                  <a:lnTo>
                    <a:pt x="879" y="231"/>
                  </a:lnTo>
                  <a:lnTo>
                    <a:pt x="837" y="231"/>
                  </a:lnTo>
                  <a:lnTo>
                    <a:pt x="795" y="273"/>
                  </a:lnTo>
                  <a:lnTo>
                    <a:pt x="565" y="189"/>
                  </a:lnTo>
                  <a:lnTo>
                    <a:pt x="523" y="126"/>
                  </a:lnTo>
                  <a:lnTo>
                    <a:pt x="419" y="84"/>
                  </a:lnTo>
                  <a:lnTo>
                    <a:pt x="23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38"/>
            <p:cNvSpPr/>
            <p:nvPr/>
          </p:nvSpPr>
          <p:spPr>
            <a:xfrm>
              <a:off x="4567785" y="3016610"/>
              <a:ext cx="54822" cy="91389"/>
            </a:xfrm>
            <a:custGeom>
              <a:rect b="b" l="l" r="r" t="t"/>
              <a:pathLst>
                <a:path extrusionOk="0" h="8036" w="4604">
                  <a:moveTo>
                    <a:pt x="586" y="0"/>
                  </a:moveTo>
                  <a:lnTo>
                    <a:pt x="440" y="63"/>
                  </a:lnTo>
                  <a:lnTo>
                    <a:pt x="419" y="189"/>
                  </a:lnTo>
                  <a:lnTo>
                    <a:pt x="314" y="419"/>
                  </a:lnTo>
                  <a:lnTo>
                    <a:pt x="335" y="565"/>
                  </a:lnTo>
                  <a:lnTo>
                    <a:pt x="335" y="795"/>
                  </a:lnTo>
                  <a:lnTo>
                    <a:pt x="251" y="1088"/>
                  </a:lnTo>
                  <a:lnTo>
                    <a:pt x="210" y="1214"/>
                  </a:lnTo>
                  <a:lnTo>
                    <a:pt x="272" y="1402"/>
                  </a:lnTo>
                  <a:lnTo>
                    <a:pt x="272" y="1465"/>
                  </a:lnTo>
                  <a:lnTo>
                    <a:pt x="210" y="1528"/>
                  </a:lnTo>
                  <a:lnTo>
                    <a:pt x="105" y="1507"/>
                  </a:lnTo>
                  <a:lnTo>
                    <a:pt x="21" y="1402"/>
                  </a:lnTo>
                  <a:lnTo>
                    <a:pt x="0" y="1528"/>
                  </a:lnTo>
                  <a:lnTo>
                    <a:pt x="21" y="1653"/>
                  </a:lnTo>
                  <a:lnTo>
                    <a:pt x="105" y="1653"/>
                  </a:lnTo>
                  <a:lnTo>
                    <a:pt x="126" y="1716"/>
                  </a:lnTo>
                  <a:lnTo>
                    <a:pt x="63" y="1779"/>
                  </a:lnTo>
                  <a:lnTo>
                    <a:pt x="126" y="1946"/>
                  </a:lnTo>
                  <a:lnTo>
                    <a:pt x="210" y="2093"/>
                  </a:lnTo>
                  <a:lnTo>
                    <a:pt x="210" y="2302"/>
                  </a:lnTo>
                  <a:lnTo>
                    <a:pt x="251" y="2344"/>
                  </a:lnTo>
                  <a:lnTo>
                    <a:pt x="314" y="2302"/>
                  </a:lnTo>
                  <a:lnTo>
                    <a:pt x="356" y="2344"/>
                  </a:lnTo>
                  <a:lnTo>
                    <a:pt x="356" y="2448"/>
                  </a:lnTo>
                  <a:lnTo>
                    <a:pt x="461" y="2595"/>
                  </a:lnTo>
                  <a:lnTo>
                    <a:pt x="544" y="2595"/>
                  </a:lnTo>
                  <a:lnTo>
                    <a:pt x="628" y="2511"/>
                  </a:lnTo>
                  <a:lnTo>
                    <a:pt x="565" y="2448"/>
                  </a:lnTo>
                  <a:lnTo>
                    <a:pt x="565" y="2365"/>
                  </a:lnTo>
                  <a:lnTo>
                    <a:pt x="691" y="2365"/>
                  </a:lnTo>
                  <a:lnTo>
                    <a:pt x="795" y="2448"/>
                  </a:lnTo>
                  <a:lnTo>
                    <a:pt x="670" y="2595"/>
                  </a:lnTo>
                  <a:lnTo>
                    <a:pt x="628" y="2679"/>
                  </a:lnTo>
                  <a:lnTo>
                    <a:pt x="628" y="2762"/>
                  </a:lnTo>
                  <a:lnTo>
                    <a:pt x="628" y="2888"/>
                  </a:lnTo>
                  <a:lnTo>
                    <a:pt x="691" y="3013"/>
                  </a:lnTo>
                  <a:lnTo>
                    <a:pt x="733" y="2909"/>
                  </a:lnTo>
                  <a:lnTo>
                    <a:pt x="795" y="2888"/>
                  </a:lnTo>
                  <a:lnTo>
                    <a:pt x="858" y="2992"/>
                  </a:lnTo>
                  <a:lnTo>
                    <a:pt x="795" y="3097"/>
                  </a:lnTo>
                  <a:lnTo>
                    <a:pt x="795" y="3097"/>
                  </a:lnTo>
                  <a:lnTo>
                    <a:pt x="879" y="3076"/>
                  </a:lnTo>
                  <a:lnTo>
                    <a:pt x="963" y="3013"/>
                  </a:lnTo>
                  <a:cubicBezTo>
                    <a:pt x="963" y="3097"/>
                    <a:pt x="963" y="3181"/>
                    <a:pt x="984" y="3244"/>
                  </a:cubicBezTo>
                  <a:lnTo>
                    <a:pt x="900" y="3181"/>
                  </a:lnTo>
                  <a:lnTo>
                    <a:pt x="775" y="3202"/>
                  </a:lnTo>
                  <a:lnTo>
                    <a:pt x="649" y="3139"/>
                  </a:lnTo>
                  <a:lnTo>
                    <a:pt x="544" y="3202"/>
                  </a:lnTo>
                  <a:lnTo>
                    <a:pt x="565" y="3244"/>
                  </a:lnTo>
                  <a:lnTo>
                    <a:pt x="649" y="3244"/>
                  </a:lnTo>
                  <a:lnTo>
                    <a:pt x="670" y="3390"/>
                  </a:lnTo>
                  <a:lnTo>
                    <a:pt x="754" y="3411"/>
                  </a:lnTo>
                  <a:lnTo>
                    <a:pt x="816" y="3516"/>
                  </a:lnTo>
                  <a:lnTo>
                    <a:pt x="816" y="3704"/>
                  </a:lnTo>
                  <a:lnTo>
                    <a:pt x="900" y="3746"/>
                  </a:lnTo>
                  <a:lnTo>
                    <a:pt x="900" y="3850"/>
                  </a:lnTo>
                  <a:lnTo>
                    <a:pt x="1005" y="3976"/>
                  </a:lnTo>
                  <a:lnTo>
                    <a:pt x="1109" y="4018"/>
                  </a:lnTo>
                  <a:lnTo>
                    <a:pt x="1214" y="3934"/>
                  </a:lnTo>
                  <a:lnTo>
                    <a:pt x="1214" y="3850"/>
                  </a:lnTo>
                  <a:lnTo>
                    <a:pt x="1277" y="3829"/>
                  </a:lnTo>
                  <a:lnTo>
                    <a:pt x="1277" y="3725"/>
                  </a:lnTo>
                  <a:lnTo>
                    <a:pt x="1214" y="3641"/>
                  </a:lnTo>
                  <a:lnTo>
                    <a:pt x="1277" y="3557"/>
                  </a:lnTo>
                  <a:lnTo>
                    <a:pt x="1277" y="3453"/>
                  </a:lnTo>
                  <a:lnTo>
                    <a:pt x="1172" y="3411"/>
                  </a:lnTo>
                  <a:lnTo>
                    <a:pt x="1109" y="3348"/>
                  </a:lnTo>
                  <a:cubicBezTo>
                    <a:pt x="1130" y="3306"/>
                    <a:pt x="1130" y="3223"/>
                    <a:pt x="1130" y="3181"/>
                  </a:cubicBezTo>
                  <a:lnTo>
                    <a:pt x="1235" y="3097"/>
                  </a:lnTo>
                  <a:lnTo>
                    <a:pt x="1214" y="3013"/>
                  </a:lnTo>
                  <a:lnTo>
                    <a:pt x="1277" y="2930"/>
                  </a:lnTo>
                  <a:lnTo>
                    <a:pt x="1402" y="2930"/>
                  </a:lnTo>
                  <a:lnTo>
                    <a:pt x="1632" y="3034"/>
                  </a:lnTo>
                  <a:lnTo>
                    <a:pt x="1695" y="3118"/>
                  </a:lnTo>
                  <a:lnTo>
                    <a:pt x="1821" y="3202"/>
                  </a:lnTo>
                  <a:lnTo>
                    <a:pt x="1904" y="3327"/>
                  </a:lnTo>
                  <a:lnTo>
                    <a:pt x="1863" y="3306"/>
                  </a:lnTo>
                  <a:cubicBezTo>
                    <a:pt x="1800" y="3264"/>
                    <a:pt x="1716" y="3264"/>
                    <a:pt x="1632" y="3264"/>
                  </a:cubicBezTo>
                  <a:lnTo>
                    <a:pt x="1653" y="3244"/>
                  </a:lnTo>
                  <a:lnTo>
                    <a:pt x="1611" y="3139"/>
                  </a:lnTo>
                  <a:lnTo>
                    <a:pt x="1507" y="3097"/>
                  </a:lnTo>
                  <a:lnTo>
                    <a:pt x="1444" y="3181"/>
                  </a:lnTo>
                  <a:lnTo>
                    <a:pt x="1486" y="3244"/>
                  </a:lnTo>
                  <a:lnTo>
                    <a:pt x="1528" y="3285"/>
                  </a:lnTo>
                  <a:cubicBezTo>
                    <a:pt x="1507" y="3285"/>
                    <a:pt x="1486" y="3306"/>
                    <a:pt x="1444" y="3306"/>
                  </a:cubicBezTo>
                  <a:lnTo>
                    <a:pt x="1444" y="3327"/>
                  </a:lnTo>
                  <a:lnTo>
                    <a:pt x="1591" y="3327"/>
                  </a:lnTo>
                  <a:lnTo>
                    <a:pt x="1611" y="3348"/>
                  </a:lnTo>
                  <a:lnTo>
                    <a:pt x="1611" y="3327"/>
                  </a:lnTo>
                  <a:cubicBezTo>
                    <a:pt x="1695" y="3327"/>
                    <a:pt x="1758" y="3348"/>
                    <a:pt x="1842" y="3390"/>
                  </a:cubicBezTo>
                  <a:cubicBezTo>
                    <a:pt x="1850" y="3393"/>
                    <a:pt x="1858" y="3394"/>
                    <a:pt x="1866" y="3394"/>
                  </a:cubicBezTo>
                  <a:cubicBezTo>
                    <a:pt x="1915" y="3394"/>
                    <a:pt x="1946" y="3342"/>
                    <a:pt x="1946" y="3306"/>
                  </a:cubicBezTo>
                  <a:lnTo>
                    <a:pt x="1967" y="3327"/>
                  </a:lnTo>
                  <a:lnTo>
                    <a:pt x="2030" y="3327"/>
                  </a:lnTo>
                  <a:lnTo>
                    <a:pt x="2009" y="3139"/>
                  </a:lnTo>
                  <a:lnTo>
                    <a:pt x="1863" y="2930"/>
                  </a:lnTo>
                  <a:lnTo>
                    <a:pt x="1904" y="2888"/>
                  </a:lnTo>
                  <a:lnTo>
                    <a:pt x="1946" y="2888"/>
                  </a:lnTo>
                  <a:lnTo>
                    <a:pt x="2030" y="2971"/>
                  </a:lnTo>
                  <a:lnTo>
                    <a:pt x="2114" y="2992"/>
                  </a:lnTo>
                  <a:lnTo>
                    <a:pt x="2176" y="3118"/>
                  </a:lnTo>
                  <a:lnTo>
                    <a:pt x="2344" y="3181"/>
                  </a:lnTo>
                  <a:lnTo>
                    <a:pt x="2386" y="3285"/>
                  </a:lnTo>
                  <a:lnTo>
                    <a:pt x="2386" y="3411"/>
                  </a:lnTo>
                  <a:lnTo>
                    <a:pt x="2469" y="3432"/>
                  </a:lnTo>
                  <a:lnTo>
                    <a:pt x="2595" y="3599"/>
                  </a:lnTo>
                  <a:lnTo>
                    <a:pt x="2699" y="3557"/>
                  </a:lnTo>
                  <a:lnTo>
                    <a:pt x="2699" y="3516"/>
                  </a:lnTo>
                  <a:lnTo>
                    <a:pt x="2804" y="3536"/>
                  </a:lnTo>
                  <a:lnTo>
                    <a:pt x="2804" y="3599"/>
                  </a:lnTo>
                  <a:lnTo>
                    <a:pt x="2741" y="3641"/>
                  </a:lnTo>
                  <a:cubicBezTo>
                    <a:pt x="2741" y="3641"/>
                    <a:pt x="2699" y="3641"/>
                    <a:pt x="2699" y="3662"/>
                  </a:cubicBezTo>
                  <a:cubicBezTo>
                    <a:pt x="2783" y="3913"/>
                    <a:pt x="2992" y="4060"/>
                    <a:pt x="3223" y="4122"/>
                  </a:cubicBezTo>
                  <a:lnTo>
                    <a:pt x="3285" y="4122"/>
                  </a:lnTo>
                  <a:lnTo>
                    <a:pt x="3411" y="4269"/>
                  </a:lnTo>
                  <a:lnTo>
                    <a:pt x="3432" y="4290"/>
                  </a:lnTo>
                  <a:lnTo>
                    <a:pt x="3432" y="4332"/>
                  </a:lnTo>
                  <a:cubicBezTo>
                    <a:pt x="3432" y="4352"/>
                    <a:pt x="3411" y="4394"/>
                    <a:pt x="3411" y="4436"/>
                  </a:cubicBezTo>
                  <a:lnTo>
                    <a:pt x="3411" y="4436"/>
                  </a:lnTo>
                  <a:cubicBezTo>
                    <a:pt x="3411" y="4436"/>
                    <a:pt x="3411" y="4394"/>
                    <a:pt x="3453" y="4394"/>
                  </a:cubicBezTo>
                  <a:lnTo>
                    <a:pt x="3495" y="4436"/>
                  </a:lnTo>
                  <a:lnTo>
                    <a:pt x="3599" y="4478"/>
                  </a:lnTo>
                  <a:lnTo>
                    <a:pt x="3620" y="4562"/>
                  </a:lnTo>
                  <a:lnTo>
                    <a:pt x="3808" y="4562"/>
                  </a:lnTo>
                  <a:lnTo>
                    <a:pt x="3829" y="4583"/>
                  </a:lnTo>
                  <a:lnTo>
                    <a:pt x="3871" y="4562"/>
                  </a:lnTo>
                  <a:lnTo>
                    <a:pt x="3913" y="4583"/>
                  </a:lnTo>
                  <a:lnTo>
                    <a:pt x="3871" y="4499"/>
                  </a:lnTo>
                  <a:lnTo>
                    <a:pt x="3829" y="4394"/>
                  </a:lnTo>
                  <a:lnTo>
                    <a:pt x="3788" y="4352"/>
                  </a:lnTo>
                  <a:lnTo>
                    <a:pt x="3788" y="4185"/>
                  </a:lnTo>
                  <a:lnTo>
                    <a:pt x="3767" y="3976"/>
                  </a:lnTo>
                  <a:lnTo>
                    <a:pt x="3767" y="3934"/>
                  </a:lnTo>
                  <a:lnTo>
                    <a:pt x="3704" y="3913"/>
                  </a:lnTo>
                  <a:lnTo>
                    <a:pt x="3599" y="3767"/>
                  </a:lnTo>
                  <a:lnTo>
                    <a:pt x="3557" y="3662"/>
                  </a:lnTo>
                  <a:lnTo>
                    <a:pt x="3474" y="3662"/>
                  </a:lnTo>
                  <a:lnTo>
                    <a:pt x="3453" y="3704"/>
                  </a:lnTo>
                  <a:lnTo>
                    <a:pt x="3390" y="3662"/>
                  </a:lnTo>
                  <a:lnTo>
                    <a:pt x="3348" y="3662"/>
                  </a:lnTo>
                  <a:lnTo>
                    <a:pt x="3285" y="3725"/>
                  </a:lnTo>
                  <a:lnTo>
                    <a:pt x="3097" y="3725"/>
                  </a:lnTo>
                  <a:lnTo>
                    <a:pt x="3055" y="3704"/>
                  </a:lnTo>
                  <a:lnTo>
                    <a:pt x="3055" y="3767"/>
                  </a:lnTo>
                  <a:lnTo>
                    <a:pt x="3055" y="3808"/>
                  </a:lnTo>
                  <a:cubicBezTo>
                    <a:pt x="2992" y="3767"/>
                    <a:pt x="2972" y="3746"/>
                    <a:pt x="2930" y="3725"/>
                  </a:cubicBezTo>
                  <a:lnTo>
                    <a:pt x="2951" y="3620"/>
                  </a:lnTo>
                  <a:lnTo>
                    <a:pt x="2951" y="3536"/>
                  </a:lnTo>
                  <a:lnTo>
                    <a:pt x="2992" y="3495"/>
                  </a:lnTo>
                  <a:lnTo>
                    <a:pt x="2951" y="3432"/>
                  </a:lnTo>
                  <a:lnTo>
                    <a:pt x="2846" y="3432"/>
                  </a:lnTo>
                  <a:lnTo>
                    <a:pt x="2762" y="3390"/>
                  </a:lnTo>
                  <a:lnTo>
                    <a:pt x="2658" y="3390"/>
                  </a:lnTo>
                  <a:lnTo>
                    <a:pt x="2658" y="3306"/>
                  </a:lnTo>
                  <a:lnTo>
                    <a:pt x="2574" y="3097"/>
                  </a:lnTo>
                  <a:lnTo>
                    <a:pt x="2553" y="2992"/>
                  </a:lnTo>
                  <a:lnTo>
                    <a:pt x="2616" y="2971"/>
                  </a:lnTo>
                  <a:lnTo>
                    <a:pt x="2658" y="2992"/>
                  </a:lnTo>
                  <a:lnTo>
                    <a:pt x="2741" y="2992"/>
                  </a:lnTo>
                  <a:lnTo>
                    <a:pt x="2720" y="2971"/>
                  </a:lnTo>
                  <a:lnTo>
                    <a:pt x="2616" y="2888"/>
                  </a:lnTo>
                  <a:lnTo>
                    <a:pt x="2469" y="2888"/>
                  </a:lnTo>
                  <a:lnTo>
                    <a:pt x="2427" y="2783"/>
                  </a:lnTo>
                  <a:lnTo>
                    <a:pt x="2365" y="2825"/>
                  </a:lnTo>
                  <a:lnTo>
                    <a:pt x="2365" y="2930"/>
                  </a:lnTo>
                  <a:lnTo>
                    <a:pt x="2302" y="2992"/>
                  </a:lnTo>
                  <a:lnTo>
                    <a:pt x="2239" y="2930"/>
                  </a:lnTo>
                  <a:lnTo>
                    <a:pt x="2260" y="2804"/>
                  </a:lnTo>
                  <a:lnTo>
                    <a:pt x="2197" y="2679"/>
                  </a:lnTo>
                  <a:lnTo>
                    <a:pt x="2009" y="2574"/>
                  </a:lnTo>
                  <a:lnTo>
                    <a:pt x="1904" y="2574"/>
                  </a:lnTo>
                  <a:lnTo>
                    <a:pt x="1737" y="2699"/>
                  </a:lnTo>
                  <a:lnTo>
                    <a:pt x="1716" y="2783"/>
                  </a:lnTo>
                  <a:lnTo>
                    <a:pt x="1632" y="2804"/>
                  </a:lnTo>
                  <a:lnTo>
                    <a:pt x="1507" y="2762"/>
                  </a:lnTo>
                  <a:lnTo>
                    <a:pt x="1465" y="2658"/>
                  </a:lnTo>
                  <a:lnTo>
                    <a:pt x="1381" y="2574"/>
                  </a:lnTo>
                  <a:lnTo>
                    <a:pt x="1381" y="2448"/>
                  </a:lnTo>
                  <a:lnTo>
                    <a:pt x="1423" y="2365"/>
                  </a:lnTo>
                  <a:lnTo>
                    <a:pt x="1360" y="2281"/>
                  </a:lnTo>
                  <a:lnTo>
                    <a:pt x="1088" y="2239"/>
                  </a:lnTo>
                  <a:lnTo>
                    <a:pt x="1026" y="2176"/>
                  </a:lnTo>
                  <a:lnTo>
                    <a:pt x="1067" y="2051"/>
                  </a:lnTo>
                  <a:lnTo>
                    <a:pt x="1109" y="1967"/>
                  </a:lnTo>
                  <a:lnTo>
                    <a:pt x="1109" y="1842"/>
                  </a:lnTo>
                  <a:lnTo>
                    <a:pt x="1172" y="1737"/>
                  </a:lnTo>
                  <a:lnTo>
                    <a:pt x="1360" y="1549"/>
                  </a:lnTo>
                  <a:lnTo>
                    <a:pt x="1423" y="1507"/>
                  </a:lnTo>
                  <a:lnTo>
                    <a:pt x="1402" y="1570"/>
                  </a:lnTo>
                  <a:lnTo>
                    <a:pt x="1402" y="1632"/>
                  </a:lnTo>
                  <a:lnTo>
                    <a:pt x="1507" y="1465"/>
                  </a:lnTo>
                  <a:lnTo>
                    <a:pt x="1486" y="1339"/>
                  </a:lnTo>
                  <a:lnTo>
                    <a:pt x="1549" y="1193"/>
                  </a:lnTo>
                  <a:lnTo>
                    <a:pt x="1611" y="921"/>
                  </a:lnTo>
                  <a:lnTo>
                    <a:pt x="1549" y="837"/>
                  </a:lnTo>
                  <a:lnTo>
                    <a:pt x="1528" y="691"/>
                  </a:lnTo>
                  <a:lnTo>
                    <a:pt x="1465" y="649"/>
                  </a:lnTo>
                  <a:lnTo>
                    <a:pt x="1360" y="482"/>
                  </a:lnTo>
                  <a:lnTo>
                    <a:pt x="1381" y="251"/>
                  </a:lnTo>
                  <a:lnTo>
                    <a:pt x="1381" y="189"/>
                  </a:lnTo>
                  <a:lnTo>
                    <a:pt x="1381" y="105"/>
                  </a:lnTo>
                  <a:lnTo>
                    <a:pt x="1298" y="0"/>
                  </a:lnTo>
                  <a:lnTo>
                    <a:pt x="1256" y="42"/>
                  </a:lnTo>
                  <a:lnTo>
                    <a:pt x="1256" y="84"/>
                  </a:lnTo>
                  <a:lnTo>
                    <a:pt x="1172" y="168"/>
                  </a:lnTo>
                  <a:lnTo>
                    <a:pt x="1005" y="168"/>
                  </a:lnTo>
                  <a:lnTo>
                    <a:pt x="984" y="210"/>
                  </a:lnTo>
                  <a:lnTo>
                    <a:pt x="900" y="168"/>
                  </a:lnTo>
                  <a:lnTo>
                    <a:pt x="795" y="63"/>
                  </a:lnTo>
                  <a:lnTo>
                    <a:pt x="586" y="0"/>
                  </a:lnTo>
                  <a:close/>
                  <a:moveTo>
                    <a:pt x="1842" y="4060"/>
                  </a:moveTo>
                  <a:lnTo>
                    <a:pt x="1716" y="4080"/>
                  </a:lnTo>
                  <a:lnTo>
                    <a:pt x="1695" y="4164"/>
                  </a:lnTo>
                  <a:lnTo>
                    <a:pt x="1821" y="4227"/>
                  </a:lnTo>
                  <a:lnTo>
                    <a:pt x="1883" y="4248"/>
                  </a:lnTo>
                  <a:lnTo>
                    <a:pt x="1883" y="4352"/>
                  </a:lnTo>
                  <a:lnTo>
                    <a:pt x="1842" y="4457"/>
                  </a:lnTo>
                  <a:lnTo>
                    <a:pt x="1842" y="4666"/>
                  </a:lnTo>
                  <a:lnTo>
                    <a:pt x="1800" y="4792"/>
                  </a:lnTo>
                  <a:lnTo>
                    <a:pt x="1842" y="4980"/>
                  </a:lnTo>
                  <a:lnTo>
                    <a:pt x="1904" y="4959"/>
                  </a:lnTo>
                  <a:lnTo>
                    <a:pt x="1925" y="4896"/>
                  </a:lnTo>
                  <a:lnTo>
                    <a:pt x="2051" y="4813"/>
                  </a:lnTo>
                  <a:cubicBezTo>
                    <a:pt x="2093" y="4813"/>
                    <a:pt x="2114" y="4855"/>
                    <a:pt x="2135" y="4855"/>
                  </a:cubicBezTo>
                  <a:lnTo>
                    <a:pt x="2114" y="4959"/>
                  </a:lnTo>
                  <a:lnTo>
                    <a:pt x="2197" y="5001"/>
                  </a:lnTo>
                  <a:lnTo>
                    <a:pt x="2260" y="4917"/>
                  </a:lnTo>
                  <a:cubicBezTo>
                    <a:pt x="2323" y="4959"/>
                    <a:pt x="2344" y="5001"/>
                    <a:pt x="2407" y="5022"/>
                  </a:cubicBezTo>
                  <a:lnTo>
                    <a:pt x="2407" y="5106"/>
                  </a:lnTo>
                  <a:lnTo>
                    <a:pt x="2344" y="5231"/>
                  </a:lnTo>
                  <a:lnTo>
                    <a:pt x="2155" y="5294"/>
                  </a:lnTo>
                  <a:lnTo>
                    <a:pt x="2114" y="5378"/>
                  </a:lnTo>
                  <a:lnTo>
                    <a:pt x="2135" y="5545"/>
                  </a:lnTo>
                  <a:lnTo>
                    <a:pt x="2218" y="5545"/>
                  </a:lnTo>
                  <a:lnTo>
                    <a:pt x="2344" y="5629"/>
                  </a:lnTo>
                  <a:lnTo>
                    <a:pt x="2448" y="5629"/>
                  </a:lnTo>
                  <a:lnTo>
                    <a:pt x="2448" y="5754"/>
                  </a:lnTo>
                  <a:lnTo>
                    <a:pt x="2532" y="5817"/>
                  </a:lnTo>
                  <a:lnTo>
                    <a:pt x="2637" y="5754"/>
                  </a:lnTo>
                  <a:lnTo>
                    <a:pt x="2637" y="5650"/>
                  </a:lnTo>
                  <a:lnTo>
                    <a:pt x="2574" y="5587"/>
                  </a:lnTo>
                  <a:cubicBezTo>
                    <a:pt x="2616" y="5545"/>
                    <a:pt x="2637" y="5545"/>
                    <a:pt x="2658" y="5524"/>
                  </a:cubicBezTo>
                  <a:lnTo>
                    <a:pt x="2658" y="5503"/>
                  </a:lnTo>
                  <a:lnTo>
                    <a:pt x="2679" y="5587"/>
                  </a:lnTo>
                  <a:lnTo>
                    <a:pt x="2762" y="5482"/>
                  </a:lnTo>
                  <a:lnTo>
                    <a:pt x="2804" y="5231"/>
                  </a:lnTo>
                  <a:lnTo>
                    <a:pt x="2972" y="5064"/>
                  </a:lnTo>
                  <a:lnTo>
                    <a:pt x="2992" y="4959"/>
                  </a:lnTo>
                  <a:lnTo>
                    <a:pt x="2972" y="4855"/>
                  </a:lnTo>
                  <a:lnTo>
                    <a:pt x="3034" y="4771"/>
                  </a:lnTo>
                  <a:lnTo>
                    <a:pt x="3034" y="4750"/>
                  </a:lnTo>
                  <a:cubicBezTo>
                    <a:pt x="3087" y="4760"/>
                    <a:pt x="3128" y="4766"/>
                    <a:pt x="3170" y="4766"/>
                  </a:cubicBezTo>
                  <a:cubicBezTo>
                    <a:pt x="3212" y="4766"/>
                    <a:pt x="3254" y="4760"/>
                    <a:pt x="3306" y="4750"/>
                  </a:cubicBezTo>
                  <a:cubicBezTo>
                    <a:pt x="3348" y="4750"/>
                    <a:pt x="3369" y="4708"/>
                    <a:pt x="3369" y="4687"/>
                  </a:cubicBezTo>
                  <a:lnTo>
                    <a:pt x="3411" y="4750"/>
                  </a:lnTo>
                  <a:lnTo>
                    <a:pt x="3411" y="4896"/>
                  </a:lnTo>
                  <a:lnTo>
                    <a:pt x="3411" y="4917"/>
                  </a:lnTo>
                  <a:cubicBezTo>
                    <a:pt x="3390" y="4959"/>
                    <a:pt x="3390" y="4980"/>
                    <a:pt x="3411" y="4980"/>
                  </a:cubicBezTo>
                  <a:cubicBezTo>
                    <a:pt x="3453" y="5001"/>
                    <a:pt x="3453" y="5022"/>
                    <a:pt x="3474" y="5085"/>
                  </a:cubicBezTo>
                  <a:lnTo>
                    <a:pt x="3474" y="5189"/>
                  </a:lnTo>
                  <a:lnTo>
                    <a:pt x="3557" y="5231"/>
                  </a:lnTo>
                  <a:cubicBezTo>
                    <a:pt x="3599" y="5336"/>
                    <a:pt x="3683" y="5482"/>
                    <a:pt x="3704" y="5608"/>
                  </a:cubicBezTo>
                  <a:cubicBezTo>
                    <a:pt x="3716" y="5632"/>
                    <a:pt x="3750" y="5643"/>
                    <a:pt x="3780" y="5643"/>
                  </a:cubicBezTo>
                  <a:cubicBezTo>
                    <a:pt x="3801" y="5643"/>
                    <a:pt x="3821" y="5637"/>
                    <a:pt x="3829" y="5629"/>
                  </a:cubicBezTo>
                  <a:lnTo>
                    <a:pt x="3871" y="5754"/>
                  </a:lnTo>
                  <a:lnTo>
                    <a:pt x="3871" y="5838"/>
                  </a:lnTo>
                  <a:lnTo>
                    <a:pt x="3788" y="5733"/>
                  </a:lnTo>
                  <a:lnTo>
                    <a:pt x="3725" y="5733"/>
                  </a:lnTo>
                  <a:lnTo>
                    <a:pt x="3725" y="5901"/>
                  </a:lnTo>
                  <a:lnTo>
                    <a:pt x="3704" y="5943"/>
                  </a:lnTo>
                  <a:lnTo>
                    <a:pt x="3620" y="5901"/>
                  </a:lnTo>
                  <a:lnTo>
                    <a:pt x="3495" y="5838"/>
                  </a:lnTo>
                  <a:lnTo>
                    <a:pt x="3453" y="6068"/>
                  </a:lnTo>
                  <a:lnTo>
                    <a:pt x="3495" y="6110"/>
                  </a:lnTo>
                  <a:lnTo>
                    <a:pt x="3495" y="6173"/>
                  </a:lnTo>
                  <a:lnTo>
                    <a:pt x="3411" y="6215"/>
                  </a:lnTo>
                  <a:lnTo>
                    <a:pt x="3369" y="6068"/>
                  </a:lnTo>
                  <a:lnTo>
                    <a:pt x="3244" y="6131"/>
                  </a:lnTo>
                  <a:lnTo>
                    <a:pt x="3181" y="6340"/>
                  </a:lnTo>
                  <a:lnTo>
                    <a:pt x="3055" y="6424"/>
                  </a:lnTo>
                  <a:lnTo>
                    <a:pt x="2951" y="6445"/>
                  </a:lnTo>
                  <a:lnTo>
                    <a:pt x="2846" y="6549"/>
                  </a:lnTo>
                  <a:lnTo>
                    <a:pt x="2972" y="6361"/>
                  </a:lnTo>
                  <a:lnTo>
                    <a:pt x="2972" y="6173"/>
                  </a:lnTo>
                  <a:lnTo>
                    <a:pt x="2825" y="6047"/>
                  </a:lnTo>
                  <a:lnTo>
                    <a:pt x="2741" y="6047"/>
                  </a:lnTo>
                  <a:lnTo>
                    <a:pt x="2658" y="6152"/>
                  </a:lnTo>
                  <a:lnTo>
                    <a:pt x="2532" y="6215"/>
                  </a:lnTo>
                  <a:lnTo>
                    <a:pt x="2469" y="6319"/>
                  </a:lnTo>
                  <a:lnTo>
                    <a:pt x="2532" y="6424"/>
                  </a:lnTo>
                  <a:lnTo>
                    <a:pt x="2365" y="6445"/>
                  </a:lnTo>
                  <a:lnTo>
                    <a:pt x="2260" y="6424"/>
                  </a:lnTo>
                  <a:lnTo>
                    <a:pt x="2197" y="6487"/>
                  </a:lnTo>
                  <a:lnTo>
                    <a:pt x="2093" y="6529"/>
                  </a:lnTo>
                  <a:lnTo>
                    <a:pt x="1988" y="6654"/>
                  </a:lnTo>
                  <a:lnTo>
                    <a:pt x="2009" y="6738"/>
                  </a:lnTo>
                  <a:lnTo>
                    <a:pt x="1988" y="6884"/>
                  </a:lnTo>
                  <a:lnTo>
                    <a:pt x="1904" y="7052"/>
                  </a:lnTo>
                  <a:lnTo>
                    <a:pt x="2030" y="7177"/>
                  </a:lnTo>
                  <a:lnTo>
                    <a:pt x="2093" y="7093"/>
                  </a:lnTo>
                  <a:lnTo>
                    <a:pt x="2155" y="6863"/>
                  </a:lnTo>
                  <a:lnTo>
                    <a:pt x="2239" y="6801"/>
                  </a:lnTo>
                  <a:lnTo>
                    <a:pt x="2302" y="6675"/>
                  </a:lnTo>
                  <a:lnTo>
                    <a:pt x="2344" y="6654"/>
                  </a:lnTo>
                  <a:lnTo>
                    <a:pt x="2427" y="6738"/>
                  </a:lnTo>
                  <a:lnTo>
                    <a:pt x="2407" y="6863"/>
                  </a:lnTo>
                  <a:lnTo>
                    <a:pt x="2427" y="6884"/>
                  </a:lnTo>
                  <a:lnTo>
                    <a:pt x="2469" y="6863"/>
                  </a:lnTo>
                  <a:lnTo>
                    <a:pt x="2532" y="6884"/>
                  </a:lnTo>
                  <a:lnTo>
                    <a:pt x="2532" y="6780"/>
                  </a:lnTo>
                  <a:lnTo>
                    <a:pt x="2574" y="6759"/>
                  </a:lnTo>
                  <a:lnTo>
                    <a:pt x="2637" y="6780"/>
                  </a:lnTo>
                  <a:lnTo>
                    <a:pt x="2616" y="6863"/>
                  </a:lnTo>
                  <a:lnTo>
                    <a:pt x="2658" y="6863"/>
                  </a:lnTo>
                  <a:lnTo>
                    <a:pt x="2762" y="6947"/>
                  </a:lnTo>
                  <a:lnTo>
                    <a:pt x="2825" y="6947"/>
                  </a:lnTo>
                  <a:lnTo>
                    <a:pt x="2762" y="6863"/>
                  </a:lnTo>
                  <a:lnTo>
                    <a:pt x="2783" y="6801"/>
                  </a:lnTo>
                  <a:lnTo>
                    <a:pt x="2762" y="6759"/>
                  </a:lnTo>
                  <a:lnTo>
                    <a:pt x="2825" y="6696"/>
                  </a:lnTo>
                  <a:lnTo>
                    <a:pt x="2867" y="6696"/>
                  </a:lnTo>
                  <a:lnTo>
                    <a:pt x="2972" y="6801"/>
                  </a:lnTo>
                  <a:lnTo>
                    <a:pt x="3076" y="6842"/>
                  </a:lnTo>
                  <a:lnTo>
                    <a:pt x="3181" y="6905"/>
                  </a:lnTo>
                  <a:lnTo>
                    <a:pt x="3202" y="7010"/>
                  </a:lnTo>
                  <a:lnTo>
                    <a:pt x="3306" y="7093"/>
                  </a:lnTo>
                  <a:lnTo>
                    <a:pt x="3202" y="7073"/>
                  </a:lnTo>
                  <a:lnTo>
                    <a:pt x="3160" y="7093"/>
                  </a:lnTo>
                  <a:lnTo>
                    <a:pt x="3160" y="7156"/>
                  </a:lnTo>
                  <a:lnTo>
                    <a:pt x="3097" y="7219"/>
                  </a:lnTo>
                  <a:lnTo>
                    <a:pt x="3160" y="7282"/>
                  </a:lnTo>
                  <a:lnTo>
                    <a:pt x="3160" y="7365"/>
                  </a:lnTo>
                  <a:lnTo>
                    <a:pt x="3139" y="7428"/>
                  </a:lnTo>
                  <a:lnTo>
                    <a:pt x="3202" y="7533"/>
                  </a:lnTo>
                  <a:lnTo>
                    <a:pt x="3244" y="7637"/>
                  </a:lnTo>
                  <a:lnTo>
                    <a:pt x="3348" y="7784"/>
                  </a:lnTo>
                  <a:lnTo>
                    <a:pt x="3474" y="7784"/>
                  </a:lnTo>
                  <a:lnTo>
                    <a:pt x="3578" y="7847"/>
                  </a:lnTo>
                  <a:lnTo>
                    <a:pt x="3704" y="7909"/>
                  </a:lnTo>
                  <a:lnTo>
                    <a:pt x="3808" y="7847"/>
                  </a:lnTo>
                  <a:lnTo>
                    <a:pt x="3829" y="7805"/>
                  </a:lnTo>
                  <a:lnTo>
                    <a:pt x="3892" y="7742"/>
                  </a:lnTo>
                  <a:lnTo>
                    <a:pt x="3913" y="7805"/>
                  </a:lnTo>
                  <a:lnTo>
                    <a:pt x="3871" y="7889"/>
                  </a:lnTo>
                  <a:lnTo>
                    <a:pt x="3892" y="7993"/>
                  </a:lnTo>
                  <a:lnTo>
                    <a:pt x="3913" y="8035"/>
                  </a:lnTo>
                  <a:lnTo>
                    <a:pt x="3997" y="7993"/>
                  </a:lnTo>
                  <a:lnTo>
                    <a:pt x="4143" y="7784"/>
                  </a:lnTo>
                  <a:lnTo>
                    <a:pt x="4143" y="7637"/>
                  </a:lnTo>
                  <a:lnTo>
                    <a:pt x="4101" y="7575"/>
                  </a:lnTo>
                  <a:lnTo>
                    <a:pt x="4039" y="7407"/>
                  </a:lnTo>
                  <a:lnTo>
                    <a:pt x="3934" y="7324"/>
                  </a:lnTo>
                  <a:lnTo>
                    <a:pt x="3976" y="7219"/>
                  </a:lnTo>
                  <a:lnTo>
                    <a:pt x="4101" y="6989"/>
                  </a:lnTo>
                  <a:lnTo>
                    <a:pt x="4185" y="6947"/>
                  </a:lnTo>
                  <a:lnTo>
                    <a:pt x="4248" y="7052"/>
                  </a:lnTo>
                  <a:lnTo>
                    <a:pt x="4290" y="7156"/>
                  </a:lnTo>
                  <a:lnTo>
                    <a:pt x="4332" y="7219"/>
                  </a:lnTo>
                  <a:lnTo>
                    <a:pt x="4332" y="7324"/>
                  </a:lnTo>
                  <a:lnTo>
                    <a:pt x="4394" y="7512"/>
                  </a:lnTo>
                  <a:lnTo>
                    <a:pt x="4415" y="7596"/>
                  </a:lnTo>
                  <a:lnTo>
                    <a:pt x="4415" y="7512"/>
                  </a:lnTo>
                  <a:lnTo>
                    <a:pt x="4415" y="7386"/>
                  </a:lnTo>
                  <a:lnTo>
                    <a:pt x="4352" y="7219"/>
                  </a:lnTo>
                  <a:lnTo>
                    <a:pt x="4394" y="7156"/>
                  </a:lnTo>
                  <a:lnTo>
                    <a:pt x="4436" y="7156"/>
                  </a:lnTo>
                  <a:lnTo>
                    <a:pt x="4499" y="7219"/>
                  </a:lnTo>
                  <a:lnTo>
                    <a:pt x="4499" y="7156"/>
                  </a:lnTo>
                  <a:lnTo>
                    <a:pt x="4541" y="7156"/>
                  </a:lnTo>
                  <a:lnTo>
                    <a:pt x="4604" y="6989"/>
                  </a:lnTo>
                  <a:lnTo>
                    <a:pt x="4562" y="6801"/>
                  </a:lnTo>
                  <a:lnTo>
                    <a:pt x="4499" y="6696"/>
                  </a:lnTo>
                  <a:lnTo>
                    <a:pt x="4436" y="6591"/>
                  </a:lnTo>
                  <a:lnTo>
                    <a:pt x="4436" y="6466"/>
                  </a:lnTo>
                  <a:lnTo>
                    <a:pt x="4415" y="6340"/>
                  </a:lnTo>
                  <a:lnTo>
                    <a:pt x="4352" y="6424"/>
                  </a:lnTo>
                  <a:lnTo>
                    <a:pt x="4352" y="6277"/>
                  </a:lnTo>
                  <a:lnTo>
                    <a:pt x="4352" y="6215"/>
                  </a:lnTo>
                  <a:lnTo>
                    <a:pt x="4311" y="6215"/>
                  </a:lnTo>
                  <a:lnTo>
                    <a:pt x="4227" y="6131"/>
                  </a:lnTo>
                  <a:lnTo>
                    <a:pt x="4248" y="6068"/>
                  </a:lnTo>
                  <a:lnTo>
                    <a:pt x="4332" y="6068"/>
                  </a:lnTo>
                  <a:lnTo>
                    <a:pt x="4332" y="5922"/>
                  </a:lnTo>
                  <a:lnTo>
                    <a:pt x="4248" y="5796"/>
                  </a:lnTo>
                  <a:lnTo>
                    <a:pt x="4248" y="5712"/>
                  </a:lnTo>
                  <a:lnTo>
                    <a:pt x="4185" y="5796"/>
                  </a:lnTo>
                  <a:lnTo>
                    <a:pt x="4080" y="5692"/>
                  </a:lnTo>
                  <a:lnTo>
                    <a:pt x="3913" y="5545"/>
                  </a:lnTo>
                  <a:lnTo>
                    <a:pt x="3892" y="5440"/>
                  </a:lnTo>
                  <a:lnTo>
                    <a:pt x="3871" y="5440"/>
                  </a:lnTo>
                  <a:lnTo>
                    <a:pt x="3767" y="5420"/>
                  </a:lnTo>
                  <a:lnTo>
                    <a:pt x="3767" y="5503"/>
                  </a:lnTo>
                  <a:cubicBezTo>
                    <a:pt x="3725" y="5482"/>
                    <a:pt x="3725" y="5420"/>
                    <a:pt x="3704" y="5399"/>
                  </a:cubicBezTo>
                  <a:lnTo>
                    <a:pt x="3704" y="5315"/>
                  </a:lnTo>
                  <a:lnTo>
                    <a:pt x="3662" y="5210"/>
                  </a:lnTo>
                  <a:lnTo>
                    <a:pt x="3662" y="5273"/>
                  </a:lnTo>
                  <a:cubicBezTo>
                    <a:pt x="3620" y="5231"/>
                    <a:pt x="3620" y="5210"/>
                    <a:pt x="3599" y="5189"/>
                  </a:cubicBezTo>
                  <a:lnTo>
                    <a:pt x="3683" y="5168"/>
                  </a:lnTo>
                  <a:lnTo>
                    <a:pt x="3683" y="5085"/>
                  </a:lnTo>
                  <a:lnTo>
                    <a:pt x="3578" y="4896"/>
                  </a:lnTo>
                  <a:lnTo>
                    <a:pt x="3495" y="4855"/>
                  </a:lnTo>
                  <a:lnTo>
                    <a:pt x="3474" y="4666"/>
                  </a:lnTo>
                  <a:lnTo>
                    <a:pt x="3411" y="4562"/>
                  </a:lnTo>
                  <a:cubicBezTo>
                    <a:pt x="3411" y="4541"/>
                    <a:pt x="3411" y="4541"/>
                    <a:pt x="3453" y="4499"/>
                  </a:cubicBezTo>
                  <a:cubicBezTo>
                    <a:pt x="3474" y="4478"/>
                    <a:pt x="3453" y="4457"/>
                    <a:pt x="3411" y="4436"/>
                  </a:cubicBezTo>
                  <a:lnTo>
                    <a:pt x="3390" y="4457"/>
                  </a:lnTo>
                  <a:lnTo>
                    <a:pt x="3411" y="4457"/>
                  </a:lnTo>
                  <a:lnTo>
                    <a:pt x="3411" y="4478"/>
                  </a:lnTo>
                  <a:cubicBezTo>
                    <a:pt x="3411" y="4478"/>
                    <a:pt x="3390" y="4478"/>
                    <a:pt x="3390" y="4499"/>
                  </a:cubicBezTo>
                  <a:lnTo>
                    <a:pt x="3390" y="4541"/>
                  </a:lnTo>
                  <a:lnTo>
                    <a:pt x="3306" y="4562"/>
                  </a:lnTo>
                  <a:lnTo>
                    <a:pt x="3202" y="4499"/>
                  </a:lnTo>
                  <a:lnTo>
                    <a:pt x="3139" y="4499"/>
                  </a:lnTo>
                  <a:lnTo>
                    <a:pt x="3181" y="4604"/>
                  </a:lnTo>
                  <a:lnTo>
                    <a:pt x="3181" y="4666"/>
                  </a:lnTo>
                  <a:cubicBezTo>
                    <a:pt x="3097" y="4687"/>
                    <a:pt x="3055" y="4708"/>
                    <a:pt x="2972" y="4750"/>
                  </a:cubicBezTo>
                  <a:lnTo>
                    <a:pt x="2972" y="4583"/>
                  </a:lnTo>
                  <a:lnTo>
                    <a:pt x="2930" y="4604"/>
                  </a:lnTo>
                  <a:lnTo>
                    <a:pt x="2888" y="4750"/>
                  </a:lnTo>
                  <a:lnTo>
                    <a:pt x="2888" y="4792"/>
                  </a:lnTo>
                  <a:lnTo>
                    <a:pt x="2783" y="4980"/>
                  </a:lnTo>
                  <a:lnTo>
                    <a:pt x="2783" y="5106"/>
                  </a:lnTo>
                  <a:lnTo>
                    <a:pt x="2741" y="5273"/>
                  </a:lnTo>
                  <a:lnTo>
                    <a:pt x="2658" y="5378"/>
                  </a:lnTo>
                  <a:lnTo>
                    <a:pt x="2658" y="5482"/>
                  </a:lnTo>
                  <a:cubicBezTo>
                    <a:pt x="2646" y="5459"/>
                    <a:pt x="2622" y="5443"/>
                    <a:pt x="2599" y="5443"/>
                  </a:cubicBezTo>
                  <a:cubicBezTo>
                    <a:pt x="2580" y="5443"/>
                    <a:pt x="2562" y="5454"/>
                    <a:pt x="2553" y="5482"/>
                  </a:cubicBezTo>
                  <a:lnTo>
                    <a:pt x="2553" y="5315"/>
                  </a:lnTo>
                  <a:lnTo>
                    <a:pt x="2637" y="4980"/>
                  </a:lnTo>
                  <a:lnTo>
                    <a:pt x="2741" y="4876"/>
                  </a:lnTo>
                  <a:lnTo>
                    <a:pt x="2741" y="4771"/>
                  </a:lnTo>
                  <a:lnTo>
                    <a:pt x="2658" y="4687"/>
                  </a:lnTo>
                  <a:lnTo>
                    <a:pt x="2616" y="4708"/>
                  </a:lnTo>
                  <a:lnTo>
                    <a:pt x="2532" y="4687"/>
                  </a:lnTo>
                  <a:lnTo>
                    <a:pt x="2448" y="4750"/>
                  </a:lnTo>
                  <a:lnTo>
                    <a:pt x="2448" y="4855"/>
                  </a:lnTo>
                  <a:cubicBezTo>
                    <a:pt x="2427" y="4792"/>
                    <a:pt x="2365" y="4708"/>
                    <a:pt x="2323" y="4666"/>
                  </a:cubicBezTo>
                  <a:lnTo>
                    <a:pt x="2427" y="4583"/>
                  </a:lnTo>
                  <a:lnTo>
                    <a:pt x="2469" y="4457"/>
                  </a:lnTo>
                  <a:lnTo>
                    <a:pt x="2532" y="4394"/>
                  </a:lnTo>
                  <a:lnTo>
                    <a:pt x="2553" y="4290"/>
                  </a:lnTo>
                  <a:lnTo>
                    <a:pt x="2511" y="4227"/>
                  </a:lnTo>
                  <a:lnTo>
                    <a:pt x="2427" y="4269"/>
                  </a:lnTo>
                  <a:lnTo>
                    <a:pt x="2344" y="4373"/>
                  </a:lnTo>
                  <a:lnTo>
                    <a:pt x="2260" y="4269"/>
                  </a:lnTo>
                  <a:lnTo>
                    <a:pt x="2197" y="4248"/>
                  </a:lnTo>
                  <a:lnTo>
                    <a:pt x="2009" y="4248"/>
                  </a:lnTo>
                  <a:lnTo>
                    <a:pt x="2030" y="4185"/>
                  </a:lnTo>
                  <a:lnTo>
                    <a:pt x="1946" y="4164"/>
                  </a:lnTo>
                  <a:lnTo>
                    <a:pt x="1842" y="406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38"/>
            <p:cNvSpPr/>
            <p:nvPr/>
          </p:nvSpPr>
          <p:spPr>
            <a:xfrm>
              <a:off x="4595934" y="3205063"/>
              <a:ext cx="26673" cy="13340"/>
            </a:xfrm>
            <a:custGeom>
              <a:rect b="b" l="l" r="r" t="t"/>
              <a:pathLst>
                <a:path extrusionOk="0" h="1173" w="2240">
                  <a:moveTo>
                    <a:pt x="2177" y="1"/>
                  </a:moveTo>
                  <a:lnTo>
                    <a:pt x="1968" y="43"/>
                  </a:lnTo>
                  <a:lnTo>
                    <a:pt x="1821" y="43"/>
                  </a:lnTo>
                  <a:lnTo>
                    <a:pt x="1675" y="64"/>
                  </a:lnTo>
                  <a:lnTo>
                    <a:pt x="1570" y="64"/>
                  </a:lnTo>
                  <a:lnTo>
                    <a:pt x="1424" y="105"/>
                  </a:lnTo>
                  <a:lnTo>
                    <a:pt x="1193" y="105"/>
                  </a:lnTo>
                  <a:lnTo>
                    <a:pt x="1005" y="252"/>
                  </a:lnTo>
                  <a:lnTo>
                    <a:pt x="880" y="315"/>
                  </a:lnTo>
                  <a:lnTo>
                    <a:pt x="817" y="336"/>
                  </a:lnTo>
                  <a:lnTo>
                    <a:pt x="712" y="357"/>
                  </a:lnTo>
                  <a:lnTo>
                    <a:pt x="628" y="377"/>
                  </a:lnTo>
                  <a:lnTo>
                    <a:pt x="482" y="419"/>
                  </a:lnTo>
                  <a:lnTo>
                    <a:pt x="398" y="482"/>
                  </a:lnTo>
                  <a:lnTo>
                    <a:pt x="377" y="524"/>
                  </a:lnTo>
                  <a:lnTo>
                    <a:pt x="252" y="587"/>
                  </a:lnTo>
                  <a:lnTo>
                    <a:pt x="210" y="733"/>
                  </a:lnTo>
                  <a:lnTo>
                    <a:pt x="105" y="880"/>
                  </a:lnTo>
                  <a:lnTo>
                    <a:pt x="84" y="942"/>
                  </a:lnTo>
                  <a:lnTo>
                    <a:pt x="147" y="984"/>
                  </a:lnTo>
                  <a:lnTo>
                    <a:pt x="147" y="1047"/>
                  </a:lnTo>
                  <a:lnTo>
                    <a:pt x="84" y="1047"/>
                  </a:lnTo>
                  <a:lnTo>
                    <a:pt x="43" y="1005"/>
                  </a:lnTo>
                  <a:lnTo>
                    <a:pt x="1" y="1110"/>
                  </a:lnTo>
                  <a:lnTo>
                    <a:pt x="63" y="1173"/>
                  </a:lnTo>
                  <a:lnTo>
                    <a:pt x="252" y="1152"/>
                  </a:lnTo>
                  <a:lnTo>
                    <a:pt x="419" y="1047"/>
                  </a:lnTo>
                  <a:lnTo>
                    <a:pt x="503" y="1005"/>
                  </a:lnTo>
                  <a:lnTo>
                    <a:pt x="608" y="1005"/>
                  </a:lnTo>
                  <a:lnTo>
                    <a:pt x="712" y="942"/>
                  </a:lnTo>
                  <a:lnTo>
                    <a:pt x="796" y="838"/>
                  </a:lnTo>
                  <a:lnTo>
                    <a:pt x="1005" y="670"/>
                  </a:lnTo>
                  <a:lnTo>
                    <a:pt x="1047" y="587"/>
                  </a:lnTo>
                  <a:lnTo>
                    <a:pt x="1110" y="566"/>
                  </a:lnTo>
                  <a:lnTo>
                    <a:pt x="1131" y="566"/>
                  </a:lnTo>
                  <a:lnTo>
                    <a:pt x="1235" y="461"/>
                  </a:lnTo>
                  <a:lnTo>
                    <a:pt x="1340" y="440"/>
                  </a:lnTo>
                  <a:lnTo>
                    <a:pt x="1444" y="440"/>
                  </a:lnTo>
                  <a:lnTo>
                    <a:pt x="1675" y="419"/>
                  </a:lnTo>
                  <a:lnTo>
                    <a:pt x="1842" y="315"/>
                  </a:lnTo>
                  <a:lnTo>
                    <a:pt x="2030" y="252"/>
                  </a:lnTo>
                  <a:lnTo>
                    <a:pt x="2051" y="168"/>
                  </a:lnTo>
                  <a:lnTo>
                    <a:pt x="2135" y="168"/>
                  </a:lnTo>
                  <a:lnTo>
                    <a:pt x="2240" y="105"/>
                  </a:lnTo>
                  <a:lnTo>
                    <a:pt x="2240" y="43"/>
                  </a:lnTo>
                  <a:lnTo>
                    <a:pt x="217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76" name="Google Shape;576;p38"/>
            <p:cNvGrpSpPr/>
            <p:nvPr/>
          </p:nvGrpSpPr>
          <p:grpSpPr>
            <a:xfrm>
              <a:off x="4403342" y="3107749"/>
              <a:ext cx="316680" cy="101374"/>
              <a:chOff x="5068275" y="3161675"/>
              <a:chExt cx="664875" cy="222850"/>
            </a:xfrm>
          </p:grpSpPr>
          <p:sp>
            <p:nvSpPr>
              <p:cNvPr id="577" name="Google Shape;577;p38"/>
              <p:cNvSpPr/>
              <p:nvPr/>
            </p:nvSpPr>
            <p:spPr>
              <a:xfrm>
                <a:off x="5408300" y="3224425"/>
                <a:ext cx="96775" cy="107800"/>
              </a:xfrm>
              <a:custGeom>
                <a:rect b="b" l="l" r="r" t="t"/>
                <a:pathLst>
                  <a:path extrusionOk="0" h="4312" w="3871">
                    <a:moveTo>
                      <a:pt x="3620" y="1"/>
                    </a:moveTo>
                    <a:lnTo>
                      <a:pt x="3515" y="43"/>
                    </a:lnTo>
                    <a:lnTo>
                      <a:pt x="3494" y="147"/>
                    </a:lnTo>
                    <a:lnTo>
                      <a:pt x="3390" y="231"/>
                    </a:lnTo>
                    <a:lnTo>
                      <a:pt x="3390" y="294"/>
                    </a:lnTo>
                    <a:lnTo>
                      <a:pt x="3285" y="357"/>
                    </a:lnTo>
                    <a:lnTo>
                      <a:pt x="3181" y="398"/>
                    </a:lnTo>
                    <a:lnTo>
                      <a:pt x="3139" y="461"/>
                    </a:lnTo>
                    <a:lnTo>
                      <a:pt x="2992" y="503"/>
                    </a:lnTo>
                    <a:lnTo>
                      <a:pt x="2720" y="440"/>
                    </a:lnTo>
                    <a:lnTo>
                      <a:pt x="2469" y="419"/>
                    </a:lnTo>
                    <a:lnTo>
                      <a:pt x="2448" y="503"/>
                    </a:lnTo>
                    <a:lnTo>
                      <a:pt x="2406" y="503"/>
                    </a:lnTo>
                    <a:lnTo>
                      <a:pt x="2260" y="398"/>
                    </a:lnTo>
                    <a:lnTo>
                      <a:pt x="2092" y="398"/>
                    </a:lnTo>
                    <a:lnTo>
                      <a:pt x="1988" y="357"/>
                    </a:lnTo>
                    <a:lnTo>
                      <a:pt x="1820" y="336"/>
                    </a:lnTo>
                    <a:lnTo>
                      <a:pt x="1737" y="398"/>
                    </a:lnTo>
                    <a:lnTo>
                      <a:pt x="1674" y="336"/>
                    </a:lnTo>
                    <a:lnTo>
                      <a:pt x="1569" y="231"/>
                    </a:lnTo>
                    <a:lnTo>
                      <a:pt x="1381" y="210"/>
                    </a:lnTo>
                    <a:lnTo>
                      <a:pt x="1276" y="210"/>
                    </a:lnTo>
                    <a:lnTo>
                      <a:pt x="1276" y="336"/>
                    </a:lnTo>
                    <a:lnTo>
                      <a:pt x="1193" y="398"/>
                    </a:lnTo>
                    <a:lnTo>
                      <a:pt x="1151" y="503"/>
                    </a:lnTo>
                    <a:lnTo>
                      <a:pt x="1067" y="566"/>
                    </a:lnTo>
                    <a:lnTo>
                      <a:pt x="900" y="524"/>
                    </a:lnTo>
                    <a:lnTo>
                      <a:pt x="774" y="545"/>
                    </a:lnTo>
                    <a:lnTo>
                      <a:pt x="712" y="608"/>
                    </a:lnTo>
                    <a:lnTo>
                      <a:pt x="753" y="650"/>
                    </a:lnTo>
                    <a:lnTo>
                      <a:pt x="586" y="775"/>
                    </a:lnTo>
                    <a:lnTo>
                      <a:pt x="586" y="942"/>
                    </a:lnTo>
                    <a:lnTo>
                      <a:pt x="628" y="1047"/>
                    </a:lnTo>
                    <a:lnTo>
                      <a:pt x="628" y="1235"/>
                    </a:lnTo>
                    <a:lnTo>
                      <a:pt x="586" y="1298"/>
                    </a:lnTo>
                    <a:lnTo>
                      <a:pt x="649" y="1445"/>
                    </a:lnTo>
                    <a:lnTo>
                      <a:pt x="670" y="1549"/>
                    </a:lnTo>
                    <a:lnTo>
                      <a:pt x="628" y="1486"/>
                    </a:lnTo>
                    <a:lnTo>
                      <a:pt x="565" y="1403"/>
                    </a:lnTo>
                    <a:lnTo>
                      <a:pt x="523" y="1445"/>
                    </a:lnTo>
                    <a:lnTo>
                      <a:pt x="440" y="1507"/>
                    </a:lnTo>
                    <a:lnTo>
                      <a:pt x="335" y="1570"/>
                    </a:lnTo>
                    <a:lnTo>
                      <a:pt x="314" y="1675"/>
                    </a:lnTo>
                    <a:lnTo>
                      <a:pt x="335" y="1800"/>
                    </a:lnTo>
                    <a:lnTo>
                      <a:pt x="314" y="1905"/>
                    </a:lnTo>
                    <a:lnTo>
                      <a:pt x="335" y="2135"/>
                    </a:lnTo>
                    <a:lnTo>
                      <a:pt x="314" y="2198"/>
                    </a:lnTo>
                    <a:lnTo>
                      <a:pt x="272" y="2303"/>
                    </a:lnTo>
                    <a:lnTo>
                      <a:pt x="188" y="2323"/>
                    </a:lnTo>
                    <a:lnTo>
                      <a:pt x="188" y="2449"/>
                    </a:lnTo>
                    <a:lnTo>
                      <a:pt x="63" y="2554"/>
                    </a:lnTo>
                    <a:lnTo>
                      <a:pt x="42" y="2721"/>
                    </a:lnTo>
                    <a:lnTo>
                      <a:pt x="42" y="2763"/>
                    </a:lnTo>
                    <a:lnTo>
                      <a:pt x="0" y="2826"/>
                    </a:lnTo>
                    <a:lnTo>
                      <a:pt x="63" y="3035"/>
                    </a:lnTo>
                    <a:lnTo>
                      <a:pt x="126" y="3139"/>
                    </a:lnTo>
                    <a:lnTo>
                      <a:pt x="168" y="3119"/>
                    </a:lnTo>
                    <a:lnTo>
                      <a:pt x="251" y="3119"/>
                    </a:lnTo>
                    <a:lnTo>
                      <a:pt x="335" y="3056"/>
                    </a:lnTo>
                    <a:lnTo>
                      <a:pt x="377" y="3077"/>
                    </a:lnTo>
                    <a:lnTo>
                      <a:pt x="419" y="3223"/>
                    </a:lnTo>
                    <a:lnTo>
                      <a:pt x="523" y="3495"/>
                    </a:lnTo>
                    <a:lnTo>
                      <a:pt x="481" y="3558"/>
                    </a:lnTo>
                    <a:lnTo>
                      <a:pt x="440" y="3704"/>
                    </a:lnTo>
                    <a:lnTo>
                      <a:pt x="356" y="3851"/>
                    </a:lnTo>
                    <a:lnTo>
                      <a:pt x="356" y="4081"/>
                    </a:lnTo>
                    <a:lnTo>
                      <a:pt x="356" y="4269"/>
                    </a:lnTo>
                    <a:lnTo>
                      <a:pt x="440" y="4269"/>
                    </a:lnTo>
                    <a:lnTo>
                      <a:pt x="523" y="4311"/>
                    </a:lnTo>
                    <a:lnTo>
                      <a:pt x="628" y="4311"/>
                    </a:lnTo>
                    <a:lnTo>
                      <a:pt x="670" y="4269"/>
                    </a:lnTo>
                    <a:lnTo>
                      <a:pt x="774" y="4290"/>
                    </a:lnTo>
                    <a:lnTo>
                      <a:pt x="879" y="4269"/>
                    </a:lnTo>
                    <a:lnTo>
                      <a:pt x="963" y="4311"/>
                    </a:lnTo>
                    <a:lnTo>
                      <a:pt x="984" y="4227"/>
                    </a:lnTo>
                    <a:lnTo>
                      <a:pt x="963" y="4102"/>
                    </a:lnTo>
                    <a:lnTo>
                      <a:pt x="879" y="4060"/>
                    </a:lnTo>
                    <a:lnTo>
                      <a:pt x="858" y="3914"/>
                    </a:lnTo>
                    <a:lnTo>
                      <a:pt x="942" y="3809"/>
                    </a:lnTo>
                    <a:lnTo>
                      <a:pt x="963" y="3600"/>
                    </a:lnTo>
                    <a:lnTo>
                      <a:pt x="942" y="3432"/>
                    </a:lnTo>
                    <a:lnTo>
                      <a:pt x="879" y="3391"/>
                    </a:lnTo>
                    <a:lnTo>
                      <a:pt x="1004" y="3223"/>
                    </a:lnTo>
                    <a:lnTo>
                      <a:pt x="1046" y="3056"/>
                    </a:lnTo>
                    <a:lnTo>
                      <a:pt x="1004" y="2909"/>
                    </a:lnTo>
                    <a:lnTo>
                      <a:pt x="942" y="2826"/>
                    </a:lnTo>
                    <a:lnTo>
                      <a:pt x="942" y="2763"/>
                    </a:lnTo>
                    <a:lnTo>
                      <a:pt x="1067" y="2700"/>
                    </a:lnTo>
                    <a:lnTo>
                      <a:pt x="1088" y="2616"/>
                    </a:lnTo>
                    <a:lnTo>
                      <a:pt x="1214" y="2595"/>
                    </a:lnTo>
                    <a:lnTo>
                      <a:pt x="1318" y="2637"/>
                    </a:lnTo>
                    <a:lnTo>
                      <a:pt x="1318" y="2700"/>
                    </a:lnTo>
                    <a:lnTo>
                      <a:pt x="1381" y="2763"/>
                    </a:lnTo>
                    <a:lnTo>
                      <a:pt x="1381" y="2909"/>
                    </a:lnTo>
                    <a:lnTo>
                      <a:pt x="1276" y="3014"/>
                    </a:lnTo>
                    <a:lnTo>
                      <a:pt x="1276" y="3119"/>
                    </a:lnTo>
                    <a:lnTo>
                      <a:pt x="1318" y="3223"/>
                    </a:lnTo>
                    <a:lnTo>
                      <a:pt x="1402" y="3244"/>
                    </a:lnTo>
                    <a:lnTo>
                      <a:pt x="1486" y="3328"/>
                    </a:lnTo>
                    <a:lnTo>
                      <a:pt x="1611" y="3391"/>
                    </a:lnTo>
                    <a:lnTo>
                      <a:pt x="1632" y="3495"/>
                    </a:lnTo>
                    <a:lnTo>
                      <a:pt x="1590" y="3495"/>
                    </a:lnTo>
                    <a:lnTo>
                      <a:pt x="1569" y="3704"/>
                    </a:lnTo>
                    <a:lnTo>
                      <a:pt x="1590" y="3851"/>
                    </a:lnTo>
                    <a:lnTo>
                      <a:pt x="1674" y="3872"/>
                    </a:lnTo>
                    <a:lnTo>
                      <a:pt x="1737" y="3851"/>
                    </a:lnTo>
                    <a:lnTo>
                      <a:pt x="1883" y="3893"/>
                    </a:lnTo>
                    <a:lnTo>
                      <a:pt x="1946" y="3872"/>
                    </a:lnTo>
                    <a:lnTo>
                      <a:pt x="1946" y="3851"/>
                    </a:lnTo>
                    <a:lnTo>
                      <a:pt x="1925" y="3746"/>
                    </a:lnTo>
                    <a:lnTo>
                      <a:pt x="2030" y="3663"/>
                    </a:lnTo>
                    <a:lnTo>
                      <a:pt x="2113" y="3642"/>
                    </a:lnTo>
                    <a:lnTo>
                      <a:pt x="2260" y="3558"/>
                    </a:lnTo>
                    <a:lnTo>
                      <a:pt x="2427" y="3579"/>
                    </a:lnTo>
                    <a:lnTo>
                      <a:pt x="2511" y="3495"/>
                    </a:lnTo>
                    <a:lnTo>
                      <a:pt x="2532" y="3537"/>
                    </a:lnTo>
                    <a:lnTo>
                      <a:pt x="2616" y="3537"/>
                    </a:lnTo>
                    <a:lnTo>
                      <a:pt x="2657" y="3453"/>
                    </a:lnTo>
                    <a:lnTo>
                      <a:pt x="2657" y="3391"/>
                    </a:lnTo>
                    <a:lnTo>
                      <a:pt x="2511" y="3370"/>
                    </a:lnTo>
                    <a:lnTo>
                      <a:pt x="2448" y="3391"/>
                    </a:lnTo>
                    <a:lnTo>
                      <a:pt x="2281" y="3391"/>
                    </a:lnTo>
                    <a:lnTo>
                      <a:pt x="2281" y="3328"/>
                    </a:lnTo>
                    <a:lnTo>
                      <a:pt x="2239" y="3328"/>
                    </a:lnTo>
                    <a:lnTo>
                      <a:pt x="2239" y="3244"/>
                    </a:lnTo>
                    <a:lnTo>
                      <a:pt x="2197" y="3244"/>
                    </a:lnTo>
                    <a:lnTo>
                      <a:pt x="2134" y="3265"/>
                    </a:lnTo>
                    <a:lnTo>
                      <a:pt x="2134" y="3223"/>
                    </a:lnTo>
                    <a:lnTo>
                      <a:pt x="2030" y="3181"/>
                    </a:lnTo>
                    <a:lnTo>
                      <a:pt x="2009" y="3119"/>
                    </a:lnTo>
                    <a:lnTo>
                      <a:pt x="2051" y="3035"/>
                    </a:lnTo>
                    <a:lnTo>
                      <a:pt x="2092" y="2972"/>
                    </a:lnTo>
                    <a:lnTo>
                      <a:pt x="2134" y="3014"/>
                    </a:lnTo>
                    <a:lnTo>
                      <a:pt x="2134" y="3014"/>
                    </a:lnTo>
                    <a:lnTo>
                      <a:pt x="2113" y="2930"/>
                    </a:lnTo>
                    <a:lnTo>
                      <a:pt x="2155" y="2930"/>
                    </a:lnTo>
                    <a:lnTo>
                      <a:pt x="2197" y="2867"/>
                    </a:lnTo>
                    <a:lnTo>
                      <a:pt x="2134" y="2826"/>
                    </a:lnTo>
                    <a:lnTo>
                      <a:pt x="2051" y="2805"/>
                    </a:lnTo>
                    <a:lnTo>
                      <a:pt x="2092" y="2742"/>
                    </a:lnTo>
                    <a:lnTo>
                      <a:pt x="2051" y="2658"/>
                    </a:lnTo>
                    <a:lnTo>
                      <a:pt x="1988" y="2616"/>
                    </a:lnTo>
                    <a:lnTo>
                      <a:pt x="1904" y="2616"/>
                    </a:lnTo>
                    <a:lnTo>
                      <a:pt x="1883" y="2491"/>
                    </a:lnTo>
                    <a:lnTo>
                      <a:pt x="1716" y="2323"/>
                    </a:lnTo>
                    <a:lnTo>
                      <a:pt x="1611" y="2240"/>
                    </a:lnTo>
                    <a:lnTo>
                      <a:pt x="1569" y="2135"/>
                    </a:lnTo>
                    <a:lnTo>
                      <a:pt x="1569" y="2093"/>
                    </a:lnTo>
                    <a:lnTo>
                      <a:pt x="1611" y="2093"/>
                    </a:lnTo>
                    <a:lnTo>
                      <a:pt x="1632" y="2177"/>
                    </a:lnTo>
                    <a:lnTo>
                      <a:pt x="1737" y="2177"/>
                    </a:lnTo>
                    <a:lnTo>
                      <a:pt x="1841" y="2093"/>
                    </a:lnTo>
                    <a:lnTo>
                      <a:pt x="1883" y="2010"/>
                    </a:lnTo>
                    <a:lnTo>
                      <a:pt x="2092" y="1926"/>
                    </a:lnTo>
                    <a:lnTo>
                      <a:pt x="2260" y="1800"/>
                    </a:lnTo>
                    <a:lnTo>
                      <a:pt x="2344" y="1675"/>
                    </a:lnTo>
                    <a:lnTo>
                      <a:pt x="2448" y="1612"/>
                    </a:lnTo>
                    <a:lnTo>
                      <a:pt x="2448" y="1549"/>
                    </a:lnTo>
                    <a:lnTo>
                      <a:pt x="2574" y="1507"/>
                    </a:lnTo>
                    <a:lnTo>
                      <a:pt x="2678" y="1570"/>
                    </a:lnTo>
                    <a:lnTo>
                      <a:pt x="2762" y="1591"/>
                    </a:lnTo>
                    <a:lnTo>
                      <a:pt x="2867" y="1445"/>
                    </a:lnTo>
                    <a:lnTo>
                      <a:pt x="2867" y="1361"/>
                    </a:lnTo>
                    <a:lnTo>
                      <a:pt x="2741" y="1298"/>
                    </a:lnTo>
                    <a:lnTo>
                      <a:pt x="2469" y="1340"/>
                    </a:lnTo>
                    <a:lnTo>
                      <a:pt x="2364" y="1403"/>
                    </a:lnTo>
                    <a:lnTo>
                      <a:pt x="2197" y="1403"/>
                    </a:lnTo>
                    <a:lnTo>
                      <a:pt x="2113" y="1445"/>
                    </a:lnTo>
                    <a:lnTo>
                      <a:pt x="2009" y="1549"/>
                    </a:lnTo>
                    <a:lnTo>
                      <a:pt x="1820" y="1549"/>
                    </a:lnTo>
                    <a:lnTo>
                      <a:pt x="1716" y="1486"/>
                    </a:lnTo>
                    <a:lnTo>
                      <a:pt x="1611" y="1466"/>
                    </a:lnTo>
                    <a:lnTo>
                      <a:pt x="1507" y="1591"/>
                    </a:lnTo>
                    <a:lnTo>
                      <a:pt x="1423" y="1800"/>
                    </a:lnTo>
                    <a:lnTo>
                      <a:pt x="1297" y="1863"/>
                    </a:lnTo>
                    <a:lnTo>
                      <a:pt x="1193" y="1821"/>
                    </a:lnTo>
                    <a:lnTo>
                      <a:pt x="1172" y="1779"/>
                    </a:lnTo>
                    <a:lnTo>
                      <a:pt x="1004" y="1612"/>
                    </a:lnTo>
                    <a:lnTo>
                      <a:pt x="858" y="1486"/>
                    </a:lnTo>
                    <a:lnTo>
                      <a:pt x="774" y="1277"/>
                    </a:lnTo>
                    <a:lnTo>
                      <a:pt x="795" y="1047"/>
                    </a:lnTo>
                    <a:lnTo>
                      <a:pt x="879" y="838"/>
                    </a:lnTo>
                    <a:lnTo>
                      <a:pt x="984" y="733"/>
                    </a:lnTo>
                    <a:lnTo>
                      <a:pt x="1109" y="670"/>
                    </a:lnTo>
                    <a:lnTo>
                      <a:pt x="1276" y="754"/>
                    </a:lnTo>
                    <a:lnTo>
                      <a:pt x="1465" y="775"/>
                    </a:lnTo>
                    <a:lnTo>
                      <a:pt x="1674" y="670"/>
                    </a:lnTo>
                    <a:lnTo>
                      <a:pt x="1820" y="670"/>
                    </a:lnTo>
                    <a:lnTo>
                      <a:pt x="1883" y="754"/>
                    </a:lnTo>
                    <a:lnTo>
                      <a:pt x="1988" y="754"/>
                    </a:lnTo>
                    <a:lnTo>
                      <a:pt x="2051" y="712"/>
                    </a:lnTo>
                    <a:lnTo>
                      <a:pt x="2281" y="733"/>
                    </a:lnTo>
                    <a:lnTo>
                      <a:pt x="2427" y="733"/>
                    </a:lnTo>
                    <a:lnTo>
                      <a:pt x="2448" y="712"/>
                    </a:lnTo>
                    <a:lnTo>
                      <a:pt x="2574" y="712"/>
                    </a:lnTo>
                    <a:lnTo>
                      <a:pt x="2678" y="754"/>
                    </a:lnTo>
                    <a:lnTo>
                      <a:pt x="2720" y="817"/>
                    </a:lnTo>
                    <a:lnTo>
                      <a:pt x="2825" y="859"/>
                    </a:lnTo>
                    <a:lnTo>
                      <a:pt x="3264" y="754"/>
                    </a:lnTo>
                    <a:lnTo>
                      <a:pt x="3453" y="629"/>
                    </a:lnTo>
                    <a:lnTo>
                      <a:pt x="3494" y="524"/>
                    </a:lnTo>
                    <a:lnTo>
                      <a:pt x="3578" y="524"/>
                    </a:lnTo>
                    <a:lnTo>
                      <a:pt x="3620" y="440"/>
                    </a:lnTo>
                    <a:lnTo>
                      <a:pt x="3704" y="398"/>
                    </a:lnTo>
                    <a:lnTo>
                      <a:pt x="3766" y="294"/>
                    </a:lnTo>
                    <a:lnTo>
                      <a:pt x="3808" y="210"/>
                    </a:lnTo>
                    <a:lnTo>
                      <a:pt x="3871" y="147"/>
                    </a:lnTo>
                    <a:lnTo>
                      <a:pt x="3808" y="106"/>
                    </a:lnTo>
                    <a:lnTo>
                      <a:pt x="3787" y="43"/>
                    </a:lnTo>
                    <a:lnTo>
                      <a:pt x="362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38"/>
              <p:cNvSpPr/>
              <p:nvPr/>
            </p:nvSpPr>
            <p:spPr>
              <a:xfrm>
                <a:off x="5587700" y="3253200"/>
                <a:ext cx="145450" cy="131325"/>
              </a:xfrm>
              <a:custGeom>
                <a:rect b="b" l="l" r="r" t="t"/>
                <a:pathLst>
                  <a:path extrusionOk="0" h="5253" w="5818">
                    <a:moveTo>
                      <a:pt x="922" y="1"/>
                    </a:moveTo>
                    <a:lnTo>
                      <a:pt x="775" y="22"/>
                    </a:lnTo>
                    <a:lnTo>
                      <a:pt x="712" y="84"/>
                    </a:lnTo>
                    <a:lnTo>
                      <a:pt x="566" y="189"/>
                    </a:lnTo>
                    <a:lnTo>
                      <a:pt x="482" y="210"/>
                    </a:lnTo>
                    <a:lnTo>
                      <a:pt x="398" y="294"/>
                    </a:lnTo>
                    <a:lnTo>
                      <a:pt x="252" y="294"/>
                    </a:lnTo>
                    <a:lnTo>
                      <a:pt x="147" y="356"/>
                    </a:lnTo>
                    <a:lnTo>
                      <a:pt x="189" y="440"/>
                    </a:lnTo>
                    <a:lnTo>
                      <a:pt x="168" y="524"/>
                    </a:lnTo>
                    <a:lnTo>
                      <a:pt x="43" y="608"/>
                    </a:lnTo>
                    <a:lnTo>
                      <a:pt x="1" y="670"/>
                    </a:lnTo>
                    <a:lnTo>
                      <a:pt x="147" y="712"/>
                    </a:lnTo>
                    <a:lnTo>
                      <a:pt x="252" y="649"/>
                    </a:lnTo>
                    <a:lnTo>
                      <a:pt x="273" y="608"/>
                    </a:lnTo>
                    <a:lnTo>
                      <a:pt x="315" y="670"/>
                    </a:lnTo>
                    <a:lnTo>
                      <a:pt x="503" y="754"/>
                    </a:lnTo>
                    <a:lnTo>
                      <a:pt x="566" y="859"/>
                    </a:lnTo>
                    <a:lnTo>
                      <a:pt x="524" y="921"/>
                    </a:lnTo>
                    <a:lnTo>
                      <a:pt x="566" y="1047"/>
                    </a:lnTo>
                    <a:lnTo>
                      <a:pt x="691" y="1131"/>
                    </a:lnTo>
                    <a:lnTo>
                      <a:pt x="796" y="1152"/>
                    </a:lnTo>
                    <a:lnTo>
                      <a:pt x="901" y="1131"/>
                    </a:lnTo>
                    <a:lnTo>
                      <a:pt x="984" y="1172"/>
                    </a:lnTo>
                    <a:lnTo>
                      <a:pt x="1026" y="1131"/>
                    </a:lnTo>
                    <a:lnTo>
                      <a:pt x="1110" y="1152"/>
                    </a:lnTo>
                    <a:lnTo>
                      <a:pt x="1298" y="1131"/>
                    </a:lnTo>
                    <a:lnTo>
                      <a:pt x="1340" y="1152"/>
                    </a:lnTo>
                    <a:lnTo>
                      <a:pt x="1424" y="1131"/>
                    </a:lnTo>
                    <a:lnTo>
                      <a:pt x="1361" y="1068"/>
                    </a:lnTo>
                    <a:lnTo>
                      <a:pt x="1654" y="1089"/>
                    </a:lnTo>
                    <a:lnTo>
                      <a:pt x="1717" y="1172"/>
                    </a:lnTo>
                    <a:lnTo>
                      <a:pt x="1675" y="1298"/>
                    </a:lnTo>
                    <a:lnTo>
                      <a:pt x="1633" y="1277"/>
                    </a:lnTo>
                    <a:lnTo>
                      <a:pt x="1549" y="1361"/>
                    </a:lnTo>
                    <a:lnTo>
                      <a:pt x="1507" y="1465"/>
                    </a:lnTo>
                    <a:lnTo>
                      <a:pt x="1445" y="1361"/>
                    </a:lnTo>
                    <a:lnTo>
                      <a:pt x="1256" y="1277"/>
                    </a:lnTo>
                    <a:lnTo>
                      <a:pt x="1194" y="1298"/>
                    </a:lnTo>
                    <a:lnTo>
                      <a:pt x="1131" y="1465"/>
                    </a:lnTo>
                    <a:lnTo>
                      <a:pt x="1026" y="1507"/>
                    </a:lnTo>
                    <a:lnTo>
                      <a:pt x="922" y="1465"/>
                    </a:lnTo>
                    <a:lnTo>
                      <a:pt x="817" y="1465"/>
                    </a:lnTo>
                    <a:lnTo>
                      <a:pt x="775" y="1403"/>
                    </a:lnTo>
                    <a:lnTo>
                      <a:pt x="629" y="1444"/>
                    </a:lnTo>
                    <a:lnTo>
                      <a:pt x="566" y="1507"/>
                    </a:lnTo>
                    <a:lnTo>
                      <a:pt x="608" y="1570"/>
                    </a:lnTo>
                    <a:lnTo>
                      <a:pt x="733" y="1591"/>
                    </a:lnTo>
                    <a:lnTo>
                      <a:pt x="838" y="1654"/>
                    </a:lnTo>
                    <a:lnTo>
                      <a:pt x="901" y="1779"/>
                    </a:lnTo>
                    <a:lnTo>
                      <a:pt x="942" y="1821"/>
                    </a:lnTo>
                    <a:lnTo>
                      <a:pt x="1005" y="1800"/>
                    </a:lnTo>
                    <a:lnTo>
                      <a:pt x="1026" y="1884"/>
                    </a:lnTo>
                    <a:lnTo>
                      <a:pt x="1026" y="1968"/>
                    </a:lnTo>
                    <a:lnTo>
                      <a:pt x="984" y="1988"/>
                    </a:lnTo>
                    <a:lnTo>
                      <a:pt x="942" y="2072"/>
                    </a:lnTo>
                    <a:lnTo>
                      <a:pt x="1047" y="2240"/>
                    </a:lnTo>
                    <a:lnTo>
                      <a:pt x="1152" y="2281"/>
                    </a:lnTo>
                    <a:lnTo>
                      <a:pt x="1256" y="2240"/>
                    </a:lnTo>
                    <a:lnTo>
                      <a:pt x="1403" y="2114"/>
                    </a:lnTo>
                    <a:lnTo>
                      <a:pt x="1361" y="2009"/>
                    </a:lnTo>
                    <a:lnTo>
                      <a:pt x="1466" y="1863"/>
                    </a:lnTo>
                    <a:lnTo>
                      <a:pt x="1507" y="1821"/>
                    </a:lnTo>
                    <a:lnTo>
                      <a:pt x="1528" y="1758"/>
                    </a:lnTo>
                    <a:lnTo>
                      <a:pt x="1570" y="1612"/>
                    </a:lnTo>
                    <a:lnTo>
                      <a:pt x="1633" y="1507"/>
                    </a:lnTo>
                    <a:lnTo>
                      <a:pt x="1633" y="1654"/>
                    </a:lnTo>
                    <a:lnTo>
                      <a:pt x="1549" y="1716"/>
                    </a:lnTo>
                    <a:lnTo>
                      <a:pt x="1612" y="1863"/>
                    </a:lnTo>
                    <a:lnTo>
                      <a:pt x="1654" y="1988"/>
                    </a:lnTo>
                    <a:lnTo>
                      <a:pt x="1717" y="2072"/>
                    </a:lnTo>
                    <a:lnTo>
                      <a:pt x="1738" y="2009"/>
                    </a:lnTo>
                    <a:lnTo>
                      <a:pt x="1779" y="2009"/>
                    </a:lnTo>
                    <a:lnTo>
                      <a:pt x="1842" y="2030"/>
                    </a:lnTo>
                    <a:lnTo>
                      <a:pt x="1842" y="2135"/>
                    </a:lnTo>
                    <a:lnTo>
                      <a:pt x="1884" y="2093"/>
                    </a:lnTo>
                    <a:lnTo>
                      <a:pt x="1947" y="2093"/>
                    </a:lnTo>
                    <a:lnTo>
                      <a:pt x="1968" y="2135"/>
                    </a:lnTo>
                    <a:lnTo>
                      <a:pt x="2051" y="2177"/>
                    </a:lnTo>
                    <a:lnTo>
                      <a:pt x="2156" y="2135"/>
                    </a:lnTo>
                    <a:lnTo>
                      <a:pt x="2240" y="2135"/>
                    </a:lnTo>
                    <a:lnTo>
                      <a:pt x="2240" y="2177"/>
                    </a:lnTo>
                    <a:lnTo>
                      <a:pt x="2093" y="2177"/>
                    </a:lnTo>
                    <a:lnTo>
                      <a:pt x="2093" y="2281"/>
                    </a:lnTo>
                    <a:lnTo>
                      <a:pt x="2240" y="2302"/>
                    </a:lnTo>
                    <a:lnTo>
                      <a:pt x="2240" y="2323"/>
                    </a:lnTo>
                    <a:lnTo>
                      <a:pt x="2261" y="2386"/>
                    </a:lnTo>
                    <a:lnTo>
                      <a:pt x="2407" y="2449"/>
                    </a:lnTo>
                    <a:lnTo>
                      <a:pt x="2575" y="2449"/>
                    </a:lnTo>
                    <a:lnTo>
                      <a:pt x="2930" y="2553"/>
                    </a:lnTo>
                    <a:lnTo>
                      <a:pt x="3286" y="2658"/>
                    </a:lnTo>
                    <a:lnTo>
                      <a:pt x="3391" y="2658"/>
                    </a:lnTo>
                    <a:lnTo>
                      <a:pt x="3537" y="2721"/>
                    </a:lnTo>
                    <a:lnTo>
                      <a:pt x="3558" y="2825"/>
                    </a:lnTo>
                    <a:lnTo>
                      <a:pt x="3725" y="2867"/>
                    </a:lnTo>
                    <a:lnTo>
                      <a:pt x="3830" y="2867"/>
                    </a:lnTo>
                    <a:lnTo>
                      <a:pt x="3914" y="2825"/>
                    </a:lnTo>
                    <a:lnTo>
                      <a:pt x="3914" y="2825"/>
                    </a:lnTo>
                    <a:lnTo>
                      <a:pt x="3830" y="2951"/>
                    </a:lnTo>
                    <a:lnTo>
                      <a:pt x="3851" y="2972"/>
                    </a:lnTo>
                    <a:lnTo>
                      <a:pt x="3935" y="2951"/>
                    </a:lnTo>
                    <a:lnTo>
                      <a:pt x="3955" y="3014"/>
                    </a:lnTo>
                    <a:lnTo>
                      <a:pt x="4081" y="2972"/>
                    </a:lnTo>
                    <a:lnTo>
                      <a:pt x="4018" y="3035"/>
                    </a:lnTo>
                    <a:lnTo>
                      <a:pt x="4060" y="3076"/>
                    </a:lnTo>
                    <a:lnTo>
                      <a:pt x="4039" y="3139"/>
                    </a:lnTo>
                    <a:lnTo>
                      <a:pt x="4081" y="3181"/>
                    </a:lnTo>
                    <a:lnTo>
                      <a:pt x="4186" y="3160"/>
                    </a:lnTo>
                    <a:lnTo>
                      <a:pt x="4081" y="3265"/>
                    </a:lnTo>
                    <a:lnTo>
                      <a:pt x="4081" y="3328"/>
                    </a:lnTo>
                    <a:lnTo>
                      <a:pt x="4227" y="3453"/>
                    </a:lnTo>
                    <a:lnTo>
                      <a:pt x="4186" y="3558"/>
                    </a:lnTo>
                    <a:lnTo>
                      <a:pt x="4227" y="3641"/>
                    </a:lnTo>
                    <a:lnTo>
                      <a:pt x="4332" y="3704"/>
                    </a:lnTo>
                    <a:lnTo>
                      <a:pt x="4479" y="3809"/>
                    </a:lnTo>
                    <a:lnTo>
                      <a:pt x="4499" y="3872"/>
                    </a:lnTo>
                    <a:lnTo>
                      <a:pt x="4374" y="3872"/>
                    </a:lnTo>
                    <a:lnTo>
                      <a:pt x="4353" y="3955"/>
                    </a:lnTo>
                    <a:lnTo>
                      <a:pt x="4437" y="4018"/>
                    </a:lnTo>
                    <a:lnTo>
                      <a:pt x="4541" y="4081"/>
                    </a:lnTo>
                    <a:lnTo>
                      <a:pt x="4667" y="4060"/>
                    </a:lnTo>
                    <a:lnTo>
                      <a:pt x="4751" y="4081"/>
                    </a:lnTo>
                    <a:lnTo>
                      <a:pt x="4688" y="4081"/>
                    </a:lnTo>
                    <a:lnTo>
                      <a:pt x="4562" y="4123"/>
                    </a:lnTo>
                    <a:lnTo>
                      <a:pt x="4499" y="4102"/>
                    </a:lnTo>
                    <a:lnTo>
                      <a:pt x="4458" y="4123"/>
                    </a:lnTo>
                    <a:lnTo>
                      <a:pt x="4499" y="4206"/>
                    </a:lnTo>
                    <a:lnTo>
                      <a:pt x="4583" y="4227"/>
                    </a:lnTo>
                    <a:lnTo>
                      <a:pt x="4562" y="4395"/>
                    </a:lnTo>
                    <a:lnTo>
                      <a:pt x="4541" y="4416"/>
                    </a:lnTo>
                    <a:lnTo>
                      <a:pt x="4541" y="4499"/>
                    </a:lnTo>
                    <a:lnTo>
                      <a:pt x="4499" y="4583"/>
                    </a:lnTo>
                    <a:lnTo>
                      <a:pt x="4458" y="4604"/>
                    </a:lnTo>
                    <a:lnTo>
                      <a:pt x="4541" y="4709"/>
                    </a:lnTo>
                    <a:lnTo>
                      <a:pt x="4667" y="4625"/>
                    </a:lnTo>
                    <a:lnTo>
                      <a:pt x="4709" y="4688"/>
                    </a:lnTo>
                    <a:lnTo>
                      <a:pt x="4792" y="4688"/>
                    </a:lnTo>
                    <a:lnTo>
                      <a:pt x="4897" y="4625"/>
                    </a:lnTo>
                    <a:lnTo>
                      <a:pt x="5064" y="4625"/>
                    </a:lnTo>
                    <a:lnTo>
                      <a:pt x="5127" y="4583"/>
                    </a:lnTo>
                    <a:lnTo>
                      <a:pt x="5169" y="4478"/>
                    </a:lnTo>
                    <a:lnTo>
                      <a:pt x="5169" y="4583"/>
                    </a:lnTo>
                    <a:lnTo>
                      <a:pt x="5106" y="4688"/>
                    </a:lnTo>
                    <a:lnTo>
                      <a:pt x="5127" y="4750"/>
                    </a:lnTo>
                    <a:lnTo>
                      <a:pt x="5190" y="4792"/>
                    </a:lnTo>
                    <a:lnTo>
                      <a:pt x="5316" y="4897"/>
                    </a:lnTo>
                    <a:lnTo>
                      <a:pt x="5295" y="4939"/>
                    </a:lnTo>
                    <a:lnTo>
                      <a:pt x="5336" y="5022"/>
                    </a:lnTo>
                    <a:lnTo>
                      <a:pt x="5504" y="5211"/>
                    </a:lnTo>
                    <a:lnTo>
                      <a:pt x="5629" y="5232"/>
                    </a:lnTo>
                    <a:lnTo>
                      <a:pt x="5692" y="5253"/>
                    </a:lnTo>
                    <a:lnTo>
                      <a:pt x="5713" y="3851"/>
                    </a:lnTo>
                    <a:lnTo>
                      <a:pt x="5713" y="3788"/>
                    </a:lnTo>
                    <a:lnTo>
                      <a:pt x="5713" y="3704"/>
                    </a:lnTo>
                    <a:lnTo>
                      <a:pt x="5734" y="3537"/>
                    </a:lnTo>
                    <a:lnTo>
                      <a:pt x="5818" y="1382"/>
                    </a:lnTo>
                    <a:lnTo>
                      <a:pt x="5713" y="1403"/>
                    </a:lnTo>
                    <a:lnTo>
                      <a:pt x="5629" y="1382"/>
                    </a:lnTo>
                    <a:lnTo>
                      <a:pt x="5629" y="1298"/>
                    </a:lnTo>
                    <a:lnTo>
                      <a:pt x="5650" y="1256"/>
                    </a:lnTo>
                    <a:lnTo>
                      <a:pt x="5546" y="1193"/>
                    </a:lnTo>
                    <a:lnTo>
                      <a:pt x="5441" y="1193"/>
                    </a:lnTo>
                    <a:lnTo>
                      <a:pt x="5316" y="1172"/>
                    </a:lnTo>
                    <a:lnTo>
                      <a:pt x="5232" y="1152"/>
                    </a:lnTo>
                    <a:lnTo>
                      <a:pt x="5169" y="1172"/>
                    </a:lnTo>
                    <a:lnTo>
                      <a:pt x="4813" y="1026"/>
                    </a:lnTo>
                    <a:lnTo>
                      <a:pt x="4667" y="984"/>
                    </a:lnTo>
                    <a:lnTo>
                      <a:pt x="4562" y="963"/>
                    </a:lnTo>
                    <a:lnTo>
                      <a:pt x="4458" y="880"/>
                    </a:lnTo>
                    <a:lnTo>
                      <a:pt x="4248" y="838"/>
                    </a:lnTo>
                    <a:lnTo>
                      <a:pt x="4060" y="754"/>
                    </a:lnTo>
                    <a:lnTo>
                      <a:pt x="3976" y="670"/>
                    </a:lnTo>
                    <a:lnTo>
                      <a:pt x="3830" y="649"/>
                    </a:lnTo>
                    <a:lnTo>
                      <a:pt x="3537" y="838"/>
                    </a:lnTo>
                    <a:lnTo>
                      <a:pt x="3537" y="880"/>
                    </a:lnTo>
                    <a:lnTo>
                      <a:pt x="3600" y="984"/>
                    </a:lnTo>
                    <a:lnTo>
                      <a:pt x="3558" y="1068"/>
                    </a:lnTo>
                    <a:lnTo>
                      <a:pt x="3391" y="1089"/>
                    </a:lnTo>
                    <a:lnTo>
                      <a:pt x="3286" y="1131"/>
                    </a:lnTo>
                    <a:lnTo>
                      <a:pt x="3223" y="1131"/>
                    </a:lnTo>
                    <a:lnTo>
                      <a:pt x="3181" y="1089"/>
                    </a:lnTo>
                    <a:lnTo>
                      <a:pt x="3119" y="1172"/>
                    </a:lnTo>
                    <a:lnTo>
                      <a:pt x="3119" y="1277"/>
                    </a:lnTo>
                    <a:lnTo>
                      <a:pt x="2993" y="1340"/>
                    </a:lnTo>
                    <a:lnTo>
                      <a:pt x="2888" y="1361"/>
                    </a:lnTo>
                    <a:lnTo>
                      <a:pt x="2805" y="1465"/>
                    </a:lnTo>
                    <a:lnTo>
                      <a:pt x="2805" y="1612"/>
                    </a:lnTo>
                    <a:lnTo>
                      <a:pt x="2763" y="1654"/>
                    </a:lnTo>
                    <a:lnTo>
                      <a:pt x="2700" y="1696"/>
                    </a:lnTo>
                    <a:lnTo>
                      <a:pt x="2658" y="1800"/>
                    </a:lnTo>
                    <a:lnTo>
                      <a:pt x="2554" y="1821"/>
                    </a:lnTo>
                    <a:lnTo>
                      <a:pt x="2449" y="1821"/>
                    </a:lnTo>
                    <a:lnTo>
                      <a:pt x="2386" y="1779"/>
                    </a:lnTo>
                    <a:lnTo>
                      <a:pt x="2261" y="1675"/>
                    </a:lnTo>
                    <a:lnTo>
                      <a:pt x="2240" y="1570"/>
                    </a:lnTo>
                    <a:lnTo>
                      <a:pt x="2177" y="1591"/>
                    </a:lnTo>
                    <a:lnTo>
                      <a:pt x="2156" y="1465"/>
                    </a:lnTo>
                    <a:lnTo>
                      <a:pt x="2156" y="1361"/>
                    </a:lnTo>
                    <a:lnTo>
                      <a:pt x="2072" y="1298"/>
                    </a:lnTo>
                    <a:lnTo>
                      <a:pt x="2031" y="1382"/>
                    </a:lnTo>
                    <a:lnTo>
                      <a:pt x="2051" y="1507"/>
                    </a:lnTo>
                    <a:lnTo>
                      <a:pt x="1989" y="1507"/>
                    </a:lnTo>
                    <a:lnTo>
                      <a:pt x="1926" y="1444"/>
                    </a:lnTo>
                    <a:lnTo>
                      <a:pt x="1863" y="1298"/>
                    </a:lnTo>
                    <a:lnTo>
                      <a:pt x="1842" y="1047"/>
                    </a:lnTo>
                    <a:lnTo>
                      <a:pt x="1821" y="880"/>
                    </a:lnTo>
                    <a:lnTo>
                      <a:pt x="1863" y="775"/>
                    </a:lnTo>
                    <a:lnTo>
                      <a:pt x="1947" y="670"/>
                    </a:lnTo>
                    <a:lnTo>
                      <a:pt x="1884" y="566"/>
                    </a:lnTo>
                    <a:lnTo>
                      <a:pt x="1821" y="503"/>
                    </a:lnTo>
                    <a:lnTo>
                      <a:pt x="1821" y="335"/>
                    </a:lnTo>
                    <a:lnTo>
                      <a:pt x="1842" y="294"/>
                    </a:lnTo>
                    <a:lnTo>
                      <a:pt x="1779" y="231"/>
                    </a:lnTo>
                    <a:lnTo>
                      <a:pt x="1612" y="210"/>
                    </a:lnTo>
                    <a:lnTo>
                      <a:pt x="1424" y="231"/>
                    </a:lnTo>
                    <a:lnTo>
                      <a:pt x="1235" y="105"/>
                    </a:lnTo>
                    <a:lnTo>
                      <a:pt x="92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38"/>
              <p:cNvSpPr/>
              <p:nvPr/>
            </p:nvSpPr>
            <p:spPr>
              <a:xfrm>
                <a:off x="5268100" y="3181025"/>
                <a:ext cx="143350" cy="129750"/>
              </a:xfrm>
              <a:custGeom>
                <a:rect b="b" l="l" r="r" t="t"/>
                <a:pathLst>
                  <a:path extrusionOk="0" h="5190" w="5734">
                    <a:moveTo>
                      <a:pt x="4060" y="0"/>
                    </a:moveTo>
                    <a:lnTo>
                      <a:pt x="3955" y="147"/>
                    </a:lnTo>
                    <a:lnTo>
                      <a:pt x="3955" y="209"/>
                    </a:lnTo>
                    <a:lnTo>
                      <a:pt x="3892" y="314"/>
                    </a:lnTo>
                    <a:lnTo>
                      <a:pt x="3892" y="398"/>
                    </a:lnTo>
                    <a:lnTo>
                      <a:pt x="3767" y="837"/>
                    </a:lnTo>
                    <a:lnTo>
                      <a:pt x="3579" y="1109"/>
                    </a:lnTo>
                    <a:lnTo>
                      <a:pt x="3516" y="1360"/>
                    </a:lnTo>
                    <a:lnTo>
                      <a:pt x="3265" y="1716"/>
                    </a:lnTo>
                    <a:lnTo>
                      <a:pt x="3307" y="1779"/>
                    </a:lnTo>
                    <a:lnTo>
                      <a:pt x="3014" y="1842"/>
                    </a:lnTo>
                    <a:lnTo>
                      <a:pt x="2783" y="1967"/>
                    </a:lnTo>
                    <a:lnTo>
                      <a:pt x="2637" y="1967"/>
                    </a:lnTo>
                    <a:lnTo>
                      <a:pt x="2595" y="1883"/>
                    </a:lnTo>
                    <a:lnTo>
                      <a:pt x="2470" y="1842"/>
                    </a:lnTo>
                    <a:lnTo>
                      <a:pt x="2177" y="1842"/>
                    </a:lnTo>
                    <a:lnTo>
                      <a:pt x="2093" y="1925"/>
                    </a:lnTo>
                    <a:lnTo>
                      <a:pt x="1758" y="2051"/>
                    </a:lnTo>
                    <a:lnTo>
                      <a:pt x="1444" y="2030"/>
                    </a:lnTo>
                    <a:lnTo>
                      <a:pt x="1361" y="2072"/>
                    </a:lnTo>
                    <a:lnTo>
                      <a:pt x="1235" y="2051"/>
                    </a:lnTo>
                    <a:lnTo>
                      <a:pt x="1214" y="2134"/>
                    </a:lnTo>
                    <a:lnTo>
                      <a:pt x="1047" y="2176"/>
                    </a:lnTo>
                    <a:lnTo>
                      <a:pt x="942" y="2155"/>
                    </a:lnTo>
                    <a:lnTo>
                      <a:pt x="921" y="2051"/>
                    </a:lnTo>
                    <a:lnTo>
                      <a:pt x="796" y="1946"/>
                    </a:lnTo>
                    <a:lnTo>
                      <a:pt x="754" y="1883"/>
                    </a:lnTo>
                    <a:lnTo>
                      <a:pt x="566" y="1758"/>
                    </a:lnTo>
                    <a:lnTo>
                      <a:pt x="440" y="1549"/>
                    </a:lnTo>
                    <a:lnTo>
                      <a:pt x="377" y="1570"/>
                    </a:lnTo>
                    <a:lnTo>
                      <a:pt x="314" y="1653"/>
                    </a:lnTo>
                    <a:lnTo>
                      <a:pt x="168" y="1842"/>
                    </a:lnTo>
                    <a:lnTo>
                      <a:pt x="84" y="1988"/>
                    </a:lnTo>
                    <a:lnTo>
                      <a:pt x="84" y="2072"/>
                    </a:lnTo>
                    <a:lnTo>
                      <a:pt x="105" y="2155"/>
                    </a:lnTo>
                    <a:lnTo>
                      <a:pt x="84" y="2239"/>
                    </a:lnTo>
                    <a:lnTo>
                      <a:pt x="1" y="2281"/>
                    </a:lnTo>
                    <a:lnTo>
                      <a:pt x="22" y="2490"/>
                    </a:lnTo>
                    <a:lnTo>
                      <a:pt x="210" y="2699"/>
                    </a:lnTo>
                    <a:lnTo>
                      <a:pt x="231" y="2804"/>
                    </a:lnTo>
                    <a:lnTo>
                      <a:pt x="189" y="2762"/>
                    </a:lnTo>
                    <a:lnTo>
                      <a:pt x="168" y="2804"/>
                    </a:lnTo>
                    <a:lnTo>
                      <a:pt x="210" y="2930"/>
                    </a:lnTo>
                    <a:lnTo>
                      <a:pt x="335" y="2971"/>
                    </a:lnTo>
                    <a:lnTo>
                      <a:pt x="419" y="2971"/>
                    </a:lnTo>
                    <a:lnTo>
                      <a:pt x="607" y="2909"/>
                    </a:lnTo>
                    <a:lnTo>
                      <a:pt x="733" y="2825"/>
                    </a:lnTo>
                    <a:lnTo>
                      <a:pt x="838" y="2867"/>
                    </a:lnTo>
                    <a:lnTo>
                      <a:pt x="733" y="2867"/>
                    </a:lnTo>
                    <a:lnTo>
                      <a:pt x="607" y="2971"/>
                    </a:lnTo>
                    <a:lnTo>
                      <a:pt x="398" y="3013"/>
                    </a:lnTo>
                    <a:lnTo>
                      <a:pt x="314" y="3097"/>
                    </a:lnTo>
                    <a:lnTo>
                      <a:pt x="210" y="3097"/>
                    </a:lnTo>
                    <a:lnTo>
                      <a:pt x="210" y="3139"/>
                    </a:lnTo>
                    <a:lnTo>
                      <a:pt x="335" y="3181"/>
                    </a:lnTo>
                    <a:lnTo>
                      <a:pt x="503" y="3243"/>
                    </a:lnTo>
                    <a:lnTo>
                      <a:pt x="649" y="3411"/>
                    </a:lnTo>
                    <a:lnTo>
                      <a:pt x="712" y="3515"/>
                    </a:lnTo>
                    <a:lnTo>
                      <a:pt x="733" y="3620"/>
                    </a:lnTo>
                    <a:lnTo>
                      <a:pt x="649" y="3746"/>
                    </a:lnTo>
                    <a:lnTo>
                      <a:pt x="566" y="3829"/>
                    </a:lnTo>
                    <a:lnTo>
                      <a:pt x="607" y="3871"/>
                    </a:lnTo>
                    <a:lnTo>
                      <a:pt x="712" y="3955"/>
                    </a:lnTo>
                    <a:lnTo>
                      <a:pt x="733" y="4227"/>
                    </a:lnTo>
                    <a:lnTo>
                      <a:pt x="733" y="4352"/>
                    </a:lnTo>
                    <a:lnTo>
                      <a:pt x="817" y="4499"/>
                    </a:lnTo>
                    <a:lnTo>
                      <a:pt x="858" y="4499"/>
                    </a:lnTo>
                    <a:lnTo>
                      <a:pt x="963" y="4436"/>
                    </a:lnTo>
                    <a:lnTo>
                      <a:pt x="1005" y="4499"/>
                    </a:lnTo>
                    <a:lnTo>
                      <a:pt x="1130" y="4499"/>
                    </a:lnTo>
                    <a:lnTo>
                      <a:pt x="1214" y="4541"/>
                    </a:lnTo>
                    <a:lnTo>
                      <a:pt x="1361" y="4541"/>
                    </a:lnTo>
                    <a:lnTo>
                      <a:pt x="1444" y="4457"/>
                    </a:lnTo>
                    <a:lnTo>
                      <a:pt x="1528" y="4499"/>
                    </a:lnTo>
                    <a:lnTo>
                      <a:pt x="1591" y="4457"/>
                    </a:lnTo>
                    <a:lnTo>
                      <a:pt x="1654" y="4352"/>
                    </a:lnTo>
                    <a:lnTo>
                      <a:pt x="1654" y="4290"/>
                    </a:lnTo>
                    <a:lnTo>
                      <a:pt x="1674" y="4373"/>
                    </a:lnTo>
                    <a:lnTo>
                      <a:pt x="1654" y="4478"/>
                    </a:lnTo>
                    <a:lnTo>
                      <a:pt x="1695" y="4603"/>
                    </a:lnTo>
                    <a:lnTo>
                      <a:pt x="1737" y="4792"/>
                    </a:lnTo>
                    <a:lnTo>
                      <a:pt x="1695" y="4896"/>
                    </a:lnTo>
                    <a:lnTo>
                      <a:pt x="1779" y="4896"/>
                    </a:lnTo>
                    <a:lnTo>
                      <a:pt x="1905" y="4750"/>
                    </a:lnTo>
                    <a:lnTo>
                      <a:pt x="1988" y="4708"/>
                    </a:lnTo>
                    <a:lnTo>
                      <a:pt x="2051" y="4771"/>
                    </a:lnTo>
                    <a:lnTo>
                      <a:pt x="2114" y="4750"/>
                    </a:lnTo>
                    <a:lnTo>
                      <a:pt x="2135" y="4687"/>
                    </a:lnTo>
                    <a:lnTo>
                      <a:pt x="2302" y="4687"/>
                    </a:lnTo>
                    <a:lnTo>
                      <a:pt x="2386" y="4583"/>
                    </a:lnTo>
                    <a:lnTo>
                      <a:pt x="2428" y="4583"/>
                    </a:lnTo>
                    <a:lnTo>
                      <a:pt x="2532" y="4645"/>
                    </a:lnTo>
                    <a:lnTo>
                      <a:pt x="2616" y="4583"/>
                    </a:lnTo>
                    <a:lnTo>
                      <a:pt x="2658" y="4645"/>
                    </a:lnTo>
                    <a:lnTo>
                      <a:pt x="2658" y="4750"/>
                    </a:lnTo>
                    <a:lnTo>
                      <a:pt x="2721" y="4792"/>
                    </a:lnTo>
                    <a:lnTo>
                      <a:pt x="2825" y="4813"/>
                    </a:lnTo>
                    <a:lnTo>
                      <a:pt x="2804" y="4750"/>
                    </a:lnTo>
                    <a:lnTo>
                      <a:pt x="2825" y="4666"/>
                    </a:lnTo>
                    <a:lnTo>
                      <a:pt x="2888" y="4750"/>
                    </a:lnTo>
                    <a:lnTo>
                      <a:pt x="2993" y="4771"/>
                    </a:lnTo>
                    <a:lnTo>
                      <a:pt x="3035" y="4750"/>
                    </a:lnTo>
                    <a:lnTo>
                      <a:pt x="3097" y="4813"/>
                    </a:lnTo>
                    <a:lnTo>
                      <a:pt x="3139" y="4792"/>
                    </a:lnTo>
                    <a:lnTo>
                      <a:pt x="3160" y="4855"/>
                    </a:lnTo>
                    <a:lnTo>
                      <a:pt x="3223" y="4917"/>
                    </a:lnTo>
                    <a:lnTo>
                      <a:pt x="3181" y="5022"/>
                    </a:lnTo>
                    <a:lnTo>
                      <a:pt x="3244" y="5189"/>
                    </a:lnTo>
                    <a:lnTo>
                      <a:pt x="3348" y="5168"/>
                    </a:lnTo>
                    <a:lnTo>
                      <a:pt x="3579" y="5064"/>
                    </a:lnTo>
                    <a:lnTo>
                      <a:pt x="3746" y="5022"/>
                    </a:lnTo>
                    <a:lnTo>
                      <a:pt x="3955" y="4896"/>
                    </a:lnTo>
                    <a:lnTo>
                      <a:pt x="4060" y="4666"/>
                    </a:lnTo>
                    <a:lnTo>
                      <a:pt x="4060" y="4583"/>
                    </a:lnTo>
                    <a:lnTo>
                      <a:pt x="4102" y="4457"/>
                    </a:lnTo>
                    <a:lnTo>
                      <a:pt x="4143" y="4478"/>
                    </a:lnTo>
                    <a:lnTo>
                      <a:pt x="4185" y="4478"/>
                    </a:lnTo>
                    <a:lnTo>
                      <a:pt x="4269" y="4290"/>
                    </a:lnTo>
                    <a:lnTo>
                      <a:pt x="4227" y="4269"/>
                    </a:lnTo>
                    <a:lnTo>
                      <a:pt x="4185" y="4227"/>
                    </a:lnTo>
                    <a:lnTo>
                      <a:pt x="4185" y="4164"/>
                    </a:lnTo>
                    <a:lnTo>
                      <a:pt x="4206" y="4185"/>
                    </a:lnTo>
                    <a:lnTo>
                      <a:pt x="4290" y="4227"/>
                    </a:lnTo>
                    <a:lnTo>
                      <a:pt x="4353" y="4143"/>
                    </a:lnTo>
                    <a:lnTo>
                      <a:pt x="4311" y="4059"/>
                    </a:lnTo>
                    <a:lnTo>
                      <a:pt x="4269" y="4059"/>
                    </a:lnTo>
                    <a:lnTo>
                      <a:pt x="4206" y="4039"/>
                    </a:lnTo>
                    <a:lnTo>
                      <a:pt x="4290" y="3976"/>
                    </a:lnTo>
                    <a:lnTo>
                      <a:pt x="4290" y="3871"/>
                    </a:lnTo>
                    <a:lnTo>
                      <a:pt x="4143" y="3871"/>
                    </a:lnTo>
                    <a:lnTo>
                      <a:pt x="4185" y="3808"/>
                    </a:lnTo>
                    <a:lnTo>
                      <a:pt x="4164" y="3746"/>
                    </a:lnTo>
                    <a:lnTo>
                      <a:pt x="4164" y="3746"/>
                    </a:lnTo>
                    <a:lnTo>
                      <a:pt x="4227" y="3767"/>
                    </a:lnTo>
                    <a:lnTo>
                      <a:pt x="4353" y="3725"/>
                    </a:lnTo>
                    <a:lnTo>
                      <a:pt x="4374" y="3620"/>
                    </a:lnTo>
                    <a:lnTo>
                      <a:pt x="4457" y="3515"/>
                    </a:lnTo>
                    <a:lnTo>
                      <a:pt x="4478" y="3390"/>
                    </a:lnTo>
                    <a:lnTo>
                      <a:pt x="4457" y="3306"/>
                    </a:lnTo>
                    <a:lnTo>
                      <a:pt x="4499" y="3348"/>
                    </a:lnTo>
                    <a:lnTo>
                      <a:pt x="4562" y="3453"/>
                    </a:lnTo>
                    <a:lnTo>
                      <a:pt x="4625" y="3348"/>
                    </a:lnTo>
                    <a:lnTo>
                      <a:pt x="4708" y="3243"/>
                    </a:lnTo>
                    <a:lnTo>
                      <a:pt x="4667" y="3097"/>
                    </a:lnTo>
                    <a:lnTo>
                      <a:pt x="4813" y="2971"/>
                    </a:lnTo>
                    <a:lnTo>
                      <a:pt x="4834" y="2783"/>
                    </a:lnTo>
                    <a:lnTo>
                      <a:pt x="4897" y="2699"/>
                    </a:lnTo>
                    <a:lnTo>
                      <a:pt x="4918" y="2469"/>
                    </a:lnTo>
                    <a:lnTo>
                      <a:pt x="4980" y="2406"/>
                    </a:lnTo>
                    <a:lnTo>
                      <a:pt x="4980" y="2344"/>
                    </a:lnTo>
                    <a:lnTo>
                      <a:pt x="5106" y="2197"/>
                    </a:lnTo>
                    <a:lnTo>
                      <a:pt x="5148" y="2281"/>
                    </a:lnTo>
                    <a:lnTo>
                      <a:pt x="5190" y="2239"/>
                    </a:lnTo>
                    <a:lnTo>
                      <a:pt x="5148" y="2072"/>
                    </a:lnTo>
                    <a:lnTo>
                      <a:pt x="5148" y="2072"/>
                    </a:lnTo>
                    <a:lnTo>
                      <a:pt x="5336" y="2260"/>
                    </a:lnTo>
                    <a:lnTo>
                      <a:pt x="5462" y="2260"/>
                    </a:lnTo>
                    <a:lnTo>
                      <a:pt x="5545" y="2197"/>
                    </a:lnTo>
                    <a:lnTo>
                      <a:pt x="5629" y="2239"/>
                    </a:lnTo>
                    <a:lnTo>
                      <a:pt x="5713" y="2197"/>
                    </a:lnTo>
                    <a:lnTo>
                      <a:pt x="5734" y="2093"/>
                    </a:lnTo>
                    <a:lnTo>
                      <a:pt x="5629" y="2072"/>
                    </a:lnTo>
                    <a:lnTo>
                      <a:pt x="5608" y="2030"/>
                    </a:lnTo>
                    <a:lnTo>
                      <a:pt x="5503" y="1883"/>
                    </a:lnTo>
                    <a:lnTo>
                      <a:pt x="5420" y="1883"/>
                    </a:lnTo>
                    <a:lnTo>
                      <a:pt x="5190" y="1674"/>
                    </a:lnTo>
                    <a:lnTo>
                      <a:pt x="5106" y="1632"/>
                    </a:lnTo>
                    <a:lnTo>
                      <a:pt x="5085" y="1528"/>
                    </a:lnTo>
                    <a:lnTo>
                      <a:pt x="5022" y="1465"/>
                    </a:lnTo>
                    <a:lnTo>
                      <a:pt x="5043" y="1423"/>
                    </a:lnTo>
                    <a:lnTo>
                      <a:pt x="5190" y="1360"/>
                    </a:lnTo>
                    <a:lnTo>
                      <a:pt x="5231" y="1256"/>
                    </a:lnTo>
                    <a:lnTo>
                      <a:pt x="5148" y="1193"/>
                    </a:lnTo>
                    <a:lnTo>
                      <a:pt x="4980" y="1005"/>
                    </a:lnTo>
                    <a:lnTo>
                      <a:pt x="4918" y="879"/>
                    </a:lnTo>
                    <a:lnTo>
                      <a:pt x="4834" y="795"/>
                    </a:lnTo>
                    <a:lnTo>
                      <a:pt x="4876" y="712"/>
                    </a:lnTo>
                    <a:lnTo>
                      <a:pt x="4918" y="691"/>
                    </a:lnTo>
                    <a:lnTo>
                      <a:pt x="4918" y="628"/>
                    </a:lnTo>
                    <a:lnTo>
                      <a:pt x="4876" y="607"/>
                    </a:lnTo>
                    <a:lnTo>
                      <a:pt x="4750" y="482"/>
                    </a:lnTo>
                    <a:lnTo>
                      <a:pt x="4813" y="461"/>
                    </a:lnTo>
                    <a:lnTo>
                      <a:pt x="4939" y="482"/>
                    </a:lnTo>
                    <a:lnTo>
                      <a:pt x="5085" y="461"/>
                    </a:lnTo>
                    <a:lnTo>
                      <a:pt x="4980" y="314"/>
                    </a:lnTo>
                    <a:lnTo>
                      <a:pt x="4834" y="272"/>
                    </a:lnTo>
                    <a:lnTo>
                      <a:pt x="4897" y="209"/>
                    </a:lnTo>
                    <a:lnTo>
                      <a:pt x="4876" y="168"/>
                    </a:lnTo>
                    <a:lnTo>
                      <a:pt x="4939" y="147"/>
                    </a:lnTo>
                    <a:lnTo>
                      <a:pt x="4939" y="105"/>
                    </a:lnTo>
                    <a:lnTo>
                      <a:pt x="4813" y="84"/>
                    </a:lnTo>
                    <a:lnTo>
                      <a:pt x="4667" y="84"/>
                    </a:lnTo>
                    <a:lnTo>
                      <a:pt x="4604" y="42"/>
                    </a:lnTo>
                    <a:lnTo>
                      <a:pt x="4164" y="42"/>
                    </a:lnTo>
                    <a:lnTo>
                      <a:pt x="406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38"/>
              <p:cNvSpPr/>
              <p:nvPr/>
            </p:nvSpPr>
            <p:spPr>
              <a:xfrm>
                <a:off x="5068275" y="3161675"/>
                <a:ext cx="431050" cy="221800"/>
              </a:xfrm>
              <a:custGeom>
                <a:rect b="b" l="l" r="r" t="t"/>
                <a:pathLst>
                  <a:path extrusionOk="0" h="8872" w="17242">
                    <a:moveTo>
                      <a:pt x="16991" y="8202"/>
                    </a:moveTo>
                    <a:lnTo>
                      <a:pt x="16886" y="8265"/>
                    </a:lnTo>
                    <a:lnTo>
                      <a:pt x="16928" y="8286"/>
                    </a:lnTo>
                    <a:lnTo>
                      <a:pt x="16907" y="8307"/>
                    </a:lnTo>
                    <a:cubicBezTo>
                      <a:pt x="16886" y="8307"/>
                      <a:pt x="16823" y="8349"/>
                      <a:pt x="16802" y="8349"/>
                    </a:cubicBezTo>
                    <a:lnTo>
                      <a:pt x="16802" y="8307"/>
                    </a:lnTo>
                    <a:lnTo>
                      <a:pt x="16782" y="8349"/>
                    </a:lnTo>
                    <a:cubicBezTo>
                      <a:pt x="16677" y="8370"/>
                      <a:pt x="16572" y="8370"/>
                      <a:pt x="16489" y="8390"/>
                    </a:cubicBezTo>
                    <a:lnTo>
                      <a:pt x="16593" y="8286"/>
                    </a:lnTo>
                    <a:lnTo>
                      <a:pt x="16551" y="8265"/>
                    </a:lnTo>
                    <a:lnTo>
                      <a:pt x="16468" y="8307"/>
                    </a:lnTo>
                    <a:lnTo>
                      <a:pt x="16384" y="8307"/>
                    </a:lnTo>
                    <a:lnTo>
                      <a:pt x="16342" y="8349"/>
                    </a:lnTo>
                    <a:lnTo>
                      <a:pt x="16363" y="8390"/>
                    </a:lnTo>
                    <a:lnTo>
                      <a:pt x="16300" y="8453"/>
                    </a:lnTo>
                    <a:lnTo>
                      <a:pt x="16196" y="8453"/>
                    </a:lnTo>
                    <a:lnTo>
                      <a:pt x="16258" y="8495"/>
                    </a:lnTo>
                    <a:lnTo>
                      <a:pt x="16384" y="8474"/>
                    </a:lnTo>
                    <a:lnTo>
                      <a:pt x="16447" y="8411"/>
                    </a:lnTo>
                    <a:cubicBezTo>
                      <a:pt x="16489" y="8411"/>
                      <a:pt x="16551" y="8411"/>
                      <a:pt x="16614" y="8390"/>
                    </a:cubicBezTo>
                    <a:lnTo>
                      <a:pt x="16614" y="8390"/>
                    </a:lnTo>
                    <a:lnTo>
                      <a:pt x="16593" y="8411"/>
                    </a:lnTo>
                    <a:lnTo>
                      <a:pt x="16677" y="8411"/>
                    </a:lnTo>
                    <a:lnTo>
                      <a:pt x="16719" y="8474"/>
                    </a:lnTo>
                    <a:lnTo>
                      <a:pt x="16802" y="8370"/>
                    </a:lnTo>
                    <a:cubicBezTo>
                      <a:pt x="16823" y="8370"/>
                      <a:pt x="16886" y="8349"/>
                      <a:pt x="16907" y="8349"/>
                    </a:cubicBezTo>
                    <a:lnTo>
                      <a:pt x="16907" y="8370"/>
                    </a:lnTo>
                    <a:lnTo>
                      <a:pt x="17012" y="8390"/>
                    </a:lnTo>
                    <a:lnTo>
                      <a:pt x="17200" y="8307"/>
                    </a:lnTo>
                    <a:lnTo>
                      <a:pt x="17242" y="8244"/>
                    </a:lnTo>
                    <a:lnTo>
                      <a:pt x="17200" y="8202"/>
                    </a:lnTo>
                    <a:lnTo>
                      <a:pt x="17033" y="8244"/>
                    </a:lnTo>
                    <a:lnTo>
                      <a:pt x="16991" y="8202"/>
                    </a:lnTo>
                    <a:close/>
                    <a:moveTo>
                      <a:pt x="16070" y="8411"/>
                    </a:moveTo>
                    <a:lnTo>
                      <a:pt x="16007" y="8443"/>
                    </a:lnTo>
                    <a:lnTo>
                      <a:pt x="16007" y="8443"/>
                    </a:lnTo>
                    <a:cubicBezTo>
                      <a:pt x="16026" y="8475"/>
                      <a:pt x="16037" y="8501"/>
                      <a:pt x="16036" y="8525"/>
                    </a:cubicBezTo>
                    <a:lnTo>
                      <a:pt x="16036" y="8525"/>
                    </a:lnTo>
                    <a:lnTo>
                      <a:pt x="16049" y="8474"/>
                    </a:lnTo>
                    <a:lnTo>
                      <a:pt x="16133" y="8453"/>
                    </a:lnTo>
                    <a:lnTo>
                      <a:pt x="16196" y="8453"/>
                    </a:lnTo>
                    <a:lnTo>
                      <a:pt x="16237" y="8411"/>
                    </a:lnTo>
                    <a:close/>
                    <a:moveTo>
                      <a:pt x="16036" y="8525"/>
                    </a:moveTo>
                    <a:lnTo>
                      <a:pt x="16028" y="8558"/>
                    </a:lnTo>
                    <a:cubicBezTo>
                      <a:pt x="16034" y="8547"/>
                      <a:pt x="16036" y="8536"/>
                      <a:pt x="16036" y="8525"/>
                    </a:cubicBezTo>
                    <a:close/>
                    <a:moveTo>
                      <a:pt x="105" y="0"/>
                    </a:moveTo>
                    <a:lnTo>
                      <a:pt x="22" y="42"/>
                    </a:lnTo>
                    <a:lnTo>
                      <a:pt x="1" y="105"/>
                    </a:lnTo>
                    <a:lnTo>
                      <a:pt x="22" y="251"/>
                    </a:lnTo>
                    <a:lnTo>
                      <a:pt x="168" y="565"/>
                    </a:lnTo>
                    <a:lnTo>
                      <a:pt x="252" y="628"/>
                    </a:lnTo>
                    <a:lnTo>
                      <a:pt x="524" y="879"/>
                    </a:lnTo>
                    <a:lnTo>
                      <a:pt x="587" y="879"/>
                    </a:lnTo>
                    <a:lnTo>
                      <a:pt x="754" y="1067"/>
                    </a:lnTo>
                    <a:lnTo>
                      <a:pt x="838" y="1088"/>
                    </a:lnTo>
                    <a:lnTo>
                      <a:pt x="900" y="1067"/>
                    </a:lnTo>
                    <a:lnTo>
                      <a:pt x="1089" y="1214"/>
                    </a:lnTo>
                    <a:lnTo>
                      <a:pt x="1298" y="1528"/>
                    </a:lnTo>
                    <a:lnTo>
                      <a:pt x="1507" y="1716"/>
                    </a:lnTo>
                    <a:lnTo>
                      <a:pt x="1570" y="1716"/>
                    </a:lnTo>
                    <a:lnTo>
                      <a:pt x="1570" y="1883"/>
                    </a:lnTo>
                    <a:lnTo>
                      <a:pt x="1612" y="1925"/>
                    </a:lnTo>
                    <a:lnTo>
                      <a:pt x="1633" y="2092"/>
                    </a:lnTo>
                    <a:lnTo>
                      <a:pt x="1716" y="2155"/>
                    </a:lnTo>
                    <a:lnTo>
                      <a:pt x="1842" y="2155"/>
                    </a:lnTo>
                    <a:lnTo>
                      <a:pt x="2009" y="2344"/>
                    </a:lnTo>
                    <a:lnTo>
                      <a:pt x="2093" y="2406"/>
                    </a:lnTo>
                    <a:lnTo>
                      <a:pt x="2156" y="2406"/>
                    </a:lnTo>
                    <a:lnTo>
                      <a:pt x="2198" y="2448"/>
                    </a:lnTo>
                    <a:lnTo>
                      <a:pt x="2135" y="2532"/>
                    </a:lnTo>
                    <a:lnTo>
                      <a:pt x="2219" y="2616"/>
                    </a:lnTo>
                    <a:lnTo>
                      <a:pt x="2261" y="2762"/>
                    </a:lnTo>
                    <a:lnTo>
                      <a:pt x="2261" y="2783"/>
                    </a:lnTo>
                    <a:lnTo>
                      <a:pt x="2365" y="3097"/>
                    </a:lnTo>
                    <a:lnTo>
                      <a:pt x="2428" y="3264"/>
                    </a:lnTo>
                    <a:lnTo>
                      <a:pt x="2574" y="3306"/>
                    </a:lnTo>
                    <a:lnTo>
                      <a:pt x="2763" y="3411"/>
                    </a:lnTo>
                    <a:lnTo>
                      <a:pt x="2763" y="3515"/>
                    </a:lnTo>
                    <a:lnTo>
                      <a:pt x="2888" y="3787"/>
                    </a:lnTo>
                    <a:lnTo>
                      <a:pt x="3035" y="3892"/>
                    </a:lnTo>
                    <a:lnTo>
                      <a:pt x="3056" y="4185"/>
                    </a:lnTo>
                    <a:lnTo>
                      <a:pt x="3265" y="4561"/>
                    </a:lnTo>
                    <a:lnTo>
                      <a:pt x="3265" y="4729"/>
                    </a:lnTo>
                    <a:lnTo>
                      <a:pt x="3307" y="4875"/>
                    </a:lnTo>
                    <a:lnTo>
                      <a:pt x="3516" y="5043"/>
                    </a:lnTo>
                    <a:lnTo>
                      <a:pt x="3725" y="5294"/>
                    </a:lnTo>
                    <a:lnTo>
                      <a:pt x="3788" y="5440"/>
                    </a:lnTo>
                    <a:lnTo>
                      <a:pt x="3934" y="5461"/>
                    </a:lnTo>
                    <a:lnTo>
                      <a:pt x="3997" y="5545"/>
                    </a:lnTo>
                    <a:lnTo>
                      <a:pt x="4123" y="5608"/>
                    </a:lnTo>
                    <a:lnTo>
                      <a:pt x="4144" y="5775"/>
                    </a:lnTo>
                    <a:lnTo>
                      <a:pt x="4290" y="5859"/>
                    </a:lnTo>
                    <a:lnTo>
                      <a:pt x="4437" y="6005"/>
                    </a:lnTo>
                    <a:lnTo>
                      <a:pt x="4709" y="6173"/>
                    </a:lnTo>
                    <a:lnTo>
                      <a:pt x="4750" y="6298"/>
                    </a:lnTo>
                    <a:lnTo>
                      <a:pt x="4918" y="6361"/>
                    </a:lnTo>
                    <a:lnTo>
                      <a:pt x="5253" y="6633"/>
                    </a:lnTo>
                    <a:lnTo>
                      <a:pt x="5274" y="6779"/>
                    </a:lnTo>
                    <a:lnTo>
                      <a:pt x="5357" y="6800"/>
                    </a:lnTo>
                    <a:lnTo>
                      <a:pt x="5441" y="6926"/>
                    </a:lnTo>
                    <a:lnTo>
                      <a:pt x="5483" y="6884"/>
                    </a:lnTo>
                    <a:lnTo>
                      <a:pt x="5483" y="6779"/>
                    </a:lnTo>
                    <a:lnTo>
                      <a:pt x="5462" y="6717"/>
                    </a:lnTo>
                    <a:lnTo>
                      <a:pt x="5462" y="6675"/>
                    </a:lnTo>
                    <a:lnTo>
                      <a:pt x="5566" y="6696"/>
                    </a:lnTo>
                    <a:lnTo>
                      <a:pt x="5797" y="6905"/>
                    </a:lnTo>
                    <a:lnTo>
                      <a:pt x="5859" y="6884"/>
                    </a:lnTo>
                    <a:lnTo>
                      <a:pt x="5859" y="6717"/>
                    </a:lnTo>
                    <a:lnTo>
                      <a:pt x="5901" y="6633"/>
                    </a:lnTo>
                    <a:lnTo>
                      <a:pt x="5985" y="6675"/>
                    </a:lnTo>
                    <a:cubicBezTo>
                      <a:pt x="5985" y="6696"/>
                      <a:pt x="6006" y="6696"/>
                      <a:pt x="6006" y="6717"/>
                    </a:cubicBezTo>
                    <a:lnTo>
                      <a:pt x="6090" y="6842"/>
                    </a:lnTo>
                    <a:lnTo>
                      <a:pt x="6110" y="6842"/>
                    </a:lnTo>
                    <a:cubicBezTo>
                      <a:pt x="6173" y="6905"/>
                      <a:pt x="6215" y="6989"/>
                      <a:pt x="6278" y="7030"/>
                    </a:cubicBezTo>
                    <a:lnTo>
                      <a:pt x="6236" y="7051"/>
                    </a:lnTo>
                    <a:lnTo>
                      <a:pt x="6236" y="7198"/>
                    </a:lnTo>
                    <a:lnTo>
                      <a:pt x="6194" y="7323"/>
                    </a:lnTo>
                    <a:lnTo>
                      <a:pt x="6069" y="7344"/>
                    </a:lnTo>
                    <a:lnTo>
                      <a:pt x="6069" y="7449"/>
                    </a:lnTo>
                    <a:lnTo>
                      <a:pt x="5985" y="7470"/>
                    </a:lnTo>
                    <a:lnTo>
                      <a:pt x="5922" y="7428"/>
                    </a:lnTo>
                    <a:lnTo>
                      <a:pt x="5880" y="7428"/>
                    </a:lnTo>
                    <a:lnTo>
                      <a:pt x="5880" y="7512"/>
                    </a:lnTo>
                    <a:lnTo>
                      <a:pt x="5964" y="7554"/>
                    </a:lnTo>
                    <a:lnTo>
                      <a:pt x="6194" y="7554"/>
                    </a:lnTo>
                    <a:lnTo>
                      <a:pt x="6320" y="7512"/>
                    </a:lnTo>
                    <a:lnTo>
                      <a:pt x="6382" y="7616"/>
                    </a:lnTo>
                    <a:lnTo>
                      <a:pt x="6445" y="7658"/>
                    </a:lnTo>
                    <a:lnTo>
                      <a:pt x="6529" y="7637"/>
                    </a:lnTo>
                    <a:lnTo>
                      <a:pt x="6613" y="7637"/>
                    </a:lnTo>
                    <a:lnTo>
                      <a:pt x="6550" y="7679"/>
                    </a:lnTo>
                    <a:lnTo>
                      <a:pt x="6466" y="7826"/>
                    </a:lnTo>
                    <a:lnTo>
                      <a:pt x="6529" y="7867"/>
                    </a:lnTo>
                    <a:lnTo>
                      <a:pt x="6696" y="7888"/>
                    </a:lnTo>
                    <a:lnTo>
                      <a:pt x="6822" y="7951"/>
                    </a:lnTo>
                    <a:lnTo>
                      <a:pt x="6926" y="7888"/>
                    </a:lnTo>
                    <a:lnTo>
                      <a:pt x="6989" y="7951"/>
                    </a:lnTo>
                    <a:lnTo>
                      <a:pt x="7178" y="7951"/>
                    </a:lnTo>
                    <a:lnTo>
                      <a:pt x="7366" y="8077"/>
                    </a:lnTo>
                    <a:lnTo>
                      <a:pt x="7638" y="8160"/>
                    </a:lnTo>
                    <a:lnTo>
                      <a:pt x="7743" y="8035"/>
                    </a:lnTo>
                    <a:lnTo>
                      <a:pt x="7805" y="8035"/>
                    </a:lnTo>
                    <a:lnTo>
                      <a:pt x="7889" y="8139"/>
                    </a:lnTo>
                    <a:lnTo>
                      <a:pt x="7994" y="8160"/>
                    </a:lnTo>
                    <a:lnTo>
                      <a:pt x="8077" y="8077"/>
                    </a:lnTo>
                    <a:lnTo>
                      <a:pt x="8140" y="8077"/>
                    </a:lnTo>
                    <a:lnTo>
                      <a:pt x="8287" y="8181"/>
                    </a:lnTo>
                    <a:lnTo>
                      <a:pt x="8454" y="8181"/>
                    </a:lnTo>
                    <a:lnTo>
                      <a:pt x="8747" y="8370"/>
                    </a:lnTo>
                    <a:lnTo>
                      <a:pt x="9061" y="8474"/>
                    </a:lnTo>
                    <a:lnTo>
                      <a:pt x="9186" y="8390"/>
                    </a:lnTo>
                    <a:lnTo>
                      <a:pt x="9395" y="8390"/>
                    </a:lnTo>
                    <a:lnTo>
                      <a:pt x="9521" y="8495"/>
                    </a:lnTo>
                    <a:lnTo>
                      <a:pt x="9647" y="8390"/>
                    </a:lnTo>
                    <a:lnTo>
                      <a:pt x="9793" y="8411"/>
                    </a:lnTo>
                    <a:lnTo>
                      <a:pt x="9960" y="8495"/>
                    </a:lnTo>
                    <a:lnTo>
                      <a:pt x="10149" y="8495"/>
                    </a:lnTo>
                    <a:lnTo>
                      <a:pt x="10295" y="8411"/>
                    </a:lnTo>
                    <a:lnTo>
                      <a:pt x="10379" y="8411"/>
                    </a:lnTo>
                    <a:lnTo>
                      <a:pt x="10483" y="8516"/>
                    </a:lnTo>
                    <a:lnTo>
                      <a:pt x="10609" y="8558"/>
                    </a:lnTo>
                    <a:lnTo>
                      <a:pt x="10776" y="8683"/>
                    </a:lnTo>
                    <a:lnTo>
                      <a:pt x="10902" y="8662"/>
                    </a:lnTo>
                    <a:lnTo>
                      <a:pt x="10986" y="8725"/>
                    </a:lnTo>
                    <a:lnTo>
                      <a:pt x="11048" y="8704"/>
                    </a:lnTo>
                    <a:lnTo>
                      <a:pt x="11028" y="8516"/>
                    </a:lnTo>
                    <a:lnTo>
                      <a:pt x="10965" y="8474"/>
                    </a:lnTo>
                    <a:lnTo>
                      <a:pt x="11007" y="8453"/>
                    </a:lnTo>
                    <a:cubicBezTo>
                      <a:pt x="11132" y="8453"/>
                      <a:pt x="11237" y="8474"/>
                      <a:pt x="11341" y="8495"/>
                    </a:cubicBezTo>
                    <a:lnTo>
                      <a:pt x="11467" y="8579"/>
                    </a:lnTo>
                    <a:lnTo>
                      <a:pt x="11488" y="8662"/>
                    </a:lnTo>
                    <a:lnTo>
                      <a:pt x="11551" y="8579"/>
                    </a:lnTo>
                    <a:lnTo>
                      <a:pt x="11634" y="8516"/>
                    </a:lnTo>
                    <a:cubicBezTo>
                      <a:pt x="11697" y="8579"/>
                      <a:pt x="11781" y="8600"/>
                      <a:pt x="11864" y="8621"/>
                    </a:cubicBezTo>
                    <a:lnTo>
                      <a:pt x="11844" y="8662"/>
                    </a:lnTo>
                    <a:lnTo>
                      <a:pt x="11864" y="8704"/>
                    </a:lnTo>
                    <a:lnTo>
                      <a:pt x="12053" y="8767"/>
                    </a:lnTo>
                    <a:lnTo>
                      <a:pt x="12157" y="8704"/>
                    </a:lnTo>
                    <a:lnTo>
                      <a:pt x="12220" y="8725"/>
                    </a:lnTo>
                    <a:lnTo>
                      <a:pt x="12220" y="8704"/>
                    </a:lnTo>
                    <a:cubicBezTo>
                      <a:pt x="12262" y="8725"/>
                      <a:pt x="12304" y="8725"/>
                      <a:pt x="12325" y="8767"/>
                    </a:cubicBezTo>
                    <a:lnTo>
                      <a:pt x="12388" y="8809"/>
                    </a:lnTo>
                    <a:lnTo>
                      <a:pt x="12492" y="8872"/>
                    </a:lnTo>
                    <a:lnTo>
                      <a:pt x="12597" y="8830"/>
                    </a:lnTo>
                    <a:lnTo>
                      <a:pt x="12680" y="8830"/>
                    </a:lnTo>
                    <a:lnTo>
                      <a:pt x="12722" y="8872"/>
                    </a:lnTo>
                    <a:lnTo>
                      <a:pt x="12848" y="8809"/>
                    </a:lnTo>
                    <a:lnTo>
                      <a:pt x="12911" y="8725"/>
                    </a:lnTo>
                    <a:lnTo>
                      <a:pt x="13015" y="8767"/>
                    </a:lnTo>
                    <a:lnTo>
                      <a:pt x="13141" y="8704"/>
                    </a:lnTo>
                    <a:lnTo>
                      <a:pt x="13245" y="8725"/>
                    </a:lnTo>
                    <a:lnTo>
                      <a:pt x="13371" y="8621"/>
                    </a:lnTo>
                    <a:lnTo>
                      <a:pt x="13413" y="8704"/>
                    </a:lnTo>
                    <a:lnTo>
                      <a:pt x="13517" y="8683"/>
                    </a:lnTo>
                    <a:lnTo>
                      <a:pt x="13664" y="8704"/>
                    </a:lnTo>
                    <a:lnTo>
                      <a:pt x="13580" y="8662"/>
                    </a:lnTo>
                    <a:lnTo>
                      <a:pt x="13894" y="8662"/>
                    </a:lnTo>
                    <a:lnTo>
                      <a:pt x="13936" y="8683"/>
                    </a:lnTo>
                    <a:lnTo>
                      <a:pt x="13936" y="8662"/>
                    </a:lnTo>
                    <a:lnTo>
                      <a:pt x="14166" y="8662"/>
                    </a:lnTo>
                    <a:lnTo>
                      <a:pt x="14250" y="8683"/>
                    </a:lnTo>
                    <a:lnTo>
                      <a:pt x="14313" y="8683"/>
                    </a:lnTo>
                    <a:lnTo>
                      <a:pt x="14396" y="8704"/>
                    </a:lnTo>
                    <a:lnTo>
                      <a:pt x="14480" y="8683"/>
                    </a:lnTo>
                    <a:lnTo>
                      <a:pt x="14564" y="8683"/>
                    </a:lnTo>
                    <a:lnTo>
                      <a:pt x="14626" y="8725"/>
                    </a:lnTo>
                    <a:lnTo>
                      <a:pt x="14731" y="8683"/>
                    </a:lnTo>
                    <a:lnTo>
                      <a:pt x="14794" y="8704"/>
                    </a:lnTo>
                    <a:lnTo>
                      <a:pt x="14877" y="8704"/>
                    </a:lnTo>
                    <a:lnTo>
                      <a:pt x="14898" y="8683"/>
                    </a:lnTo>
                    <a:lnTo>
                      <a:pt x="15024" y="8621"/>
                    </a:lnTo>
                    <a:lnTo>
                      <a:pt x="15212" y="8662"/>
                    </a:lnTo>
                    <a:lnTo>
                      <a:pt x="15359" y="8579"/>
                    </a:lnTo>
                    <a:lnTo>
                      <a:pt x="15547" y="8579"/>
                    </a:lnTo>
                    <a:lnTo>
                      <a:pt x="15631" y="8600"/>
                    </a:lnTo>
                    <a:lnTo>
                      <a:pt x="15652" y="8579"/>
                    </a:lnTo>
                    <a:cubicBezTo>
                      <a:pt x="15683" y="8589"/>
                      <a:pt x="15714" y="8594"/>
                      <a:pt x="15748" y="8594"/>
                    </a:cubicBezTo>
                    <a:cubicBezTo>
                      <a:pt x="15782" y="8594"/>
                      <a:pt x="15819" y="8589"/>
                      <a:pt x="15861" y="8579"/>
                    </a:cubicBezTo>
                    <a:cubicBezTo>
                      <a:pt x="15882" y="8579"/>
                      <a:pt x="15924" y="8558"/>
                      <a:pt x="15945" y="8516"/>
                    </a:cubicBezTo>
                    <a:lnTo>
                      <a:pt x="15986" y="8453"/>
                    </a:lnTo>
                    <a:lnTo>
                      <a:pt x="16007" y="8443"/>
                    </a:lnTo>
                    <a:lnTo>
                      <a:pt x="16007" y="8443"/>
                    </a:lnTo>
                    <a:cubicBezTo>
                      <a:pt x="16001" y="8433"/>
                      <a:pt x="15994" y="8423"/>
                      <a:pt x="15986" y="8411"/>
                    </a:cubicBezTo>
                    <a:lnTo>
                      <a:pt x="16049" y="8390"/>
                    </a:lnTo>
                    <a:lnTo>
                      <a:pt x="16091" y="8286"/>
                    </a:lnTo>
                    <a:lnTo>
                      <a:pt x="16091" y="8181"/>
                    </a:lnTo>
                    <a:lnTo>
                      <a:pt x="15965" y="8139"/>
                    </a:lnTo>
                    <a:lnTo>
                      <a:pt x="15861" y="8202"/>
                    </a:lnTo>
                    <a:lnTo>
                      <a:pt x="15924" y="8244"/>
                    </a:lnTo>
                    <a:lnTo>
                      <a:pt x="15840" y="8349"/>
                    </a:lnTo>
                    <a:lnTo>
                      <a:pt x="15735" y="8370"/>
                    </a:lnTo>
                    <a:lnTo>
                      <a:pt x="15714" y="8390"/>
                    </a:lnTo>
                    <a:lnTo>
                      <a:pt x="15673" y="8390"/>
                    </a:lnTo>
                    <a:cubicBezTo>
                      <a:pt x="15652" y="8390"/>
                      <a:pt x="15631" y="8411"/>
                      <a:pt x="15610" y="8453"/>
                    </a:cubicBezTo>
                    <a:lnTo>
                      <a:pt x="15526" y="8453"/>
                    </a:lnTo>
                    <a:lnTo>
                      <a:pt x="15442" y="8390"/>
                    </a:lnTo>
                    <a:lnTo>
                      <a:pt x="15296" y="8390"/>
                    </a:lnTo>
                    <a:lnTo>
                      <a:pt x="15149" y="8453"/>
                    </a:lnTo>
                    <a:lnTo>
                      <a:pt x="15003" y="8349"/>
                    </a:lnTo>
                    <a:lnTo>
                      <a:pt x="14836" y="8307"/>
                    </a:lnTo>
                    <a:lnTo>
                      <a:pt x="14773" y="8349"/>
                    </a:lnTo>
                    <a:lnTo>
                      <a:pt x="14626" y="8265"/>
                    </a:lnTo>
                    <a:lnTo>
                      <a:pt x="14354" y="8307"/>
                    </a:lnTo>
                    <a:lnTo>
                      <a:pt x="14166" y="8411"/>
                    </a:lnTo>
                    <a:lnTo>
                      <a:pt x="14166" y="8453"/>
                    </a:lnTo>
                    <a:lnTo>
                      <a:pt x="13999" y="8453"/>
                    </a:lnTo>
                    <a:lnTo>
                      <a:pt x="13894" y="8411"/>
                    </a:lnTo>
                    <a:lnTo>
                      <a:pt x="13894" y="8474"/>
                    </a:lnTo>
                    <a:cubicBezTo>
                      <a:pt x="13852" y="8474"/>
                      <a:pt x="13769" y="8474"/>
                      <a:pt x="13727" y="8495"/>
                    </a:cubicBezTo>
                    <a:lnTo>
                      <a:pt x="13685" y="8453"/>
                    </a:lnTo>
                    <a:lnTo>
                      <a:pt x="13685" y="8370"/>
                    </a:lnTo>
                    <a:lnTo>
                      <a:pt x="13559" y="8349"/>
                    </a:lnTo>
                    <a:lnTo>
                      <a:pt x="13580" y="8453"/>
                    </a:lnTo>
                    <a:lnTo>
                      <a:pt x="13538" y="8474"/>
                    </a:lnTo>
                    <a:lnTo>
                      <a:pt x="13538" y="8370"/>
                    </a:lnTo>
                    <a:lnTo>
                      <a:pt x="13434" y="8286"/>
                    </a:lnTo>
                    <a:lnTo>
                      <a:pt x="13329" y="8349"/>
                    </a:lnTo>
                    <a:lnTo>
                      <a:pt x="13224" y="8265"/>
                    </a:lnTo>
                    <a:lnTo>
                      <a:pt x="13120" y="8202"/>
                    </a:lnTo>
                    <a:lnTo>
                      <a:pt x="12994" y="8286"/>
                    </a:lnTo>
                    <a:lnTo>
                      <a:pt x="12994" y="8349"/>
                    </a:lnTo>
                    <a:lnTo>
                      <a:pt x="13224" y="8411"/>
                    </a:lnTo>
                    <a:lnTo>
                      <a:pt x="13308" y="8495"/>
                    </a:lnTo>
                    <a:lnTo>
                      <a:pt x="13162" y="8495"/>
                    </a:lnTo>
                    <a:lnTo>
                      <a:pt x="13162" y="8516"/>
                    </a:lnTo>
                    <a:lnTo>
                      <a:pt x="13099" y="8579"/>
                    </a:lnTo>
                    <a:lnTo>
                      <a:pt x="13057" y="8579"/>
                    </a:lnTo>
                    <a:cubicBezTo>
                      <a:pt x="13094" y="8560"/>
                      <a:pt x="13098" y="8492"/>
                      <a:pt x="13055" y="8492"/>
                    </a:cubicBezTo>
                    <a:cubicBezTo>
                      <a:pt x="13049" y="8492"/>
                      <a:pt x="13043" y="8493"/>
                      <a:pt x="13036" y="8495"/>
                    </a:cubicBezTo>
                    <a:lnTo>
                      <a:pt x="12952" y="8495"/>
                    </a:lnTo>
                    <a:lnTo>
                      <a:pt x="12932" y="8390"/>
                    </a:lnTo>
                    <a:lnTo>
                      <a:pt x="12848" y="8370"/>
                    </a:lnTo>
                    <a:lnTo>
                      <a:pt x="12743" y="8390"/>
                    </a:lnTo>
                    <a:lnTo>
                      <a:pt x="12639" y="8370"/>
                    </a:lnTo>
                    <a:lnTo>
                      <a:pt x="12492" y="8411"/>
                    </a:lnTo>
                    <a:lnTo>
                      <a:pt x="12408" y="8516"/>
                    </a:lnTo>
                    <a:lnTo>
                      <a:pt x="12388" y="8600"/>
                    </a:lnTo>
                    <a:lnTo>
                      <a:pt x="12283" y="8600"/>
                    </a:lnTo>
                    <a:lnTo>
                      <a:pt x="12283" y="8579"/>
                    </a:lnTo>
                    <a:lnTo>
                      <a:pt x="12283" y="8558"/>
                    </a:lnTo>
                    <a:lnTo>
                      <a:pt x="12304" y="8558"/>
                    </a:lnTo>
                    <a:cubicBezTo>
                      <a:pt x="12325" y="8558"/>
                      <a:pt x="12304" y="8516"/>
                      <a:pt x="12304" y="8516"/>
                    </a:cubicBezTo>
                    <a:lnTo>
                      <a:pt x="12325" y="8495"/>
                    </a:lnTo>
                    <a:lnTo>
                      <a:pt x="12367" y="8370"/>
                    </a:lnTo>
                    <a:lnTo>
                      <a:pt x="12178" y="8307"/>
                    </a:lnTo>
                    <a:lnTo>
                      <a:pt x="12053" y="8390"/>
                    </a:lnTo>
                    <a:lnTo>
                      <a:pt x="12011" y="8516"/>
                    </a:lnTo>
                    <a:cubicBezTo>
                      <a:pt x="11885" y="8495"/>
                      <a:pt x="11781" y="8474"/>
                      <a:pt x="11676" y="8453"/>
                    </a:cubicBezTo>
                    <a:lnTo>
                      <a:pt x="11781" y="8411"/>
                    </a:lnTo>
                    <a:lnTo>
                      <a:pt x="11802" y="8349"/>
                    </a:lnTo>
                    <a:lnTo>
                      <a:pt x="11676" y="8181"/>
                    </a:lnTo>
                    <a:lnTo>
                      <a:pt x="11530" y="8160"/>
                    </a:lnTo>
                    <a:lnTo>
                      <a:pt x="11362" y="8202"/>
                    </a:lnTo>
                    <a:lnTo>
                      <a:pt x="11237" y="8181"/>
                    </a:lnTo>
                    <a:lnTo>
                      <a:pt x="11111" y="8202"/>
                    </a:lnTo>
                    <a:lnTo>
                      <a:pt x="11111" y="8244"/>
                    </a:lnTo>
                    <a:cubicBezTo>
                      <a:pt x="11069" y="8244"/>
                      <a:pt x="11069" y="8244"/>
                      <a:pt x="11048" y="8202"/>
                    </a:cubicBezTo>
                    <a:lnTo>
                      <a:pt x="11069" y="8056"/>
                    </a:lnTo>
                    <a:lnTo>
                      <a:pt x="11028" y="7972"/>
                    </a:lnTo>
                    <a:lnTo>
                      <a:pt x="10923" y="7951"/>
                    </a:lnTo>
                    <a:lnTo>
                      <a:pt x="10902" y="7930"/>
                    </a:lnTo>
                    <a:lnTo>
                      <a:pt x="10797" y="7930"/>
                    </a:lnTo>
                    <a:lnTo>
                      <a:pt x="10714" y="7972"/>
                    </a:lnTo>
                    <a:lnTo>
                      <a:pt x="10609" y="7972"/>
                    </a:lnTo>
                    <a:lnTo>
                      <a:pt x="10525" y="7930"/>
                    </a:lnTo>
                    <a:lnTo>
                      <a:pt x="10400" y="7972"/>
                    </a:lnTo>
                    <a:lnTo>
                      <a:pt x="10274" y="7930"/>
                    </a:lnTo>
                    <a:lnTo>
                      <a:pt x="10191" y="7846"/>
                    </a:lnTo>
                    <a:lnTo>
                      <a:pt x="10191" y="7763"/>
                    </a:lnTo>
                    <a:lnTo>
                      <a:pt x="10086" y="7595"/>
                    </a:lnTo>
                    <a:lnTo>
                      <a:pt x="10086" y="7449"/>
                    </a:lnTo>
                    <a:lnTo>
                      <a:pt x="9939" y="7449"/>
                    </a:lnTo>
                    <a:lnTo>
                      <a:pt x="9856" y="7470"/>
                    </a:lnTo>
                    <a:lnTo>
                      <a:pt x="9772" y="7386"/>
                    </a:lnTo>
                    <a:lnTo>
                      <a:pt x="9667" y="7386"/>
                    </a:lnTo>
                    <a:lnTo>
                      <a:pt x="9542" y="7282"/>
                    </a:lnTo>
                    <a:lnTo>
                      <a:pt x="9458" y="7240"/>
                    </a:lnTo>
                    <a:lnTo>
                      <a:pt x="9354" y="7261"/>
                    </a:lnTo>
                    <a:lnTo>
                      <a:pt x="9270" y="7261"/>
                    </a:lnTo>
                    <a:lnTo>
                      <a:pt x="9144" y="7114"/>
                    </a:lnTo>
                    <a:lnTo>
                      <a:pt x="9040" y="7114"/>
                    </a:lnTo>
                    <a:lnTo>
                      <a:pt x="9019" y="7344"/>
                    </a:lnTo>
                    <a:lnTo>
                      <a:pt x="8935" y="7449"/>
                    </a:lnTo>
                    <a:lnTo>
                      <a:pt x="8684" y="7491"/>
                    </a:lnTo>
                    <a:lnTo>
                      <a:pt x="8370" y="7449"/>
                    </a:lnTo>
                    <a:lnTo>
                      <a:pt x="8015" y="7449"/>
                    </a:lnTo>
                    <a:lnTo>
                      <a:pt x="7805" y="7365"/>
                    </a:lnTo>
                    <a:lnTo>
                      <a:pt x="7763" y="7323"/>
                    </a:lnTo>
                    <a:lnTo>
                      <a:pt x="7784" y="7219"/>
                    </a:lnTo>
                    <a:lnTo>
                      <a:pt x="7701" y="7072"/>
                    </a:lnTo>
                    <a:lnTo>
                      <a:pt x="7450" y="7051"/>
                    </a:lnTo>
                    <a:lnTo>
                      <a:pt x="7240" y="7010"/>
                    </a:lnTo>
                    <a:lnTo>
                      <a:pt x="7136" y="6926"/>
                    </a:lnTo>
                    <a:lnTo>
                      <a:pt x="6947" y="6926"/>
                    </a:lnTo>
                    <a:lnTo>
                      <a:pt x="6906" y="6968"/>
                    </a:lnTo>
                    <a:lnTo>
                      <a:pt x="6843" y="7030"/>
                    </a:lnTo>
                    <a:lnTo>
                      <a:pt x="6759" y="6947"/>
                    </a:lnTo>
                    <a:lnTo>
                      <a:pt x="6592" y="6926"/>
                    </a:lnTo>
                    <a:lnTo>
                      <a:pt x="6487" y="6926"/>
                    </a:lnTo>
                    <a:cubicBezTo>
                      <a:pt x="6403" y="6842"/>
                      <a:pt x="6320" y="6758"/>
                      <a:pt x="6278" y="6654"/>
                    </a:cubicBezTo>
                    <a:lnTo>
                      <a:pt x="6278" y="6486"/>
                    </a:lnTo>
                    <a:lnTo>
                      <a:pt x="6320" y="6173"/>
                    </a:lnTo>
                    <a:lnTo>
                      <a:pt x="6278" y="5963"/>
                    </a:lnTo>
                    <a:lnTo>
                      <a:pt x="6382" y="5712"/>
                    </a:lnTo>
                    <a:lnTo>
                      <a:pt x="6320" y="5649"/>
                    </a:lnTo>
                    <a:lnTo>
                      <a:pt x="6320" y="5461"/>
                    </a:lnTo>
                    <a:lnTo>
                      <a:pt x="6424" y="5398"/>
                    </a:lnTo>
                    <a:lnTo>
                      <a:pt x="6487" y="5336"/>
                    </a:lnTo>
                    <a:lnTo>
                      <a:pt x="6445" y="5231"/>
                    </a:lnTo>
                    <a:lnTo>
                      <a:pt x="6382" y="5168"/>
                    </a:lnTo>
                    <a:lnTo>
                      <a:pt x="6278" y="5085"/>
                    </a:lnTo>
                    <a:lnTo>
                      <a:pt x="6215" y="4959"/>
                    </a:lnTo>
                    <a:lnTo>
                      <a:pt x="6131" y="4938"/>
                    </a:lnTo>
                    <a:lnTo>
                      <a:pt x="6110" y="4854"/>
                    </a:lnTo>
                    <a:lnTo>
                      <a:pt x="6006" y="4813"/>
                    </a:lnTo>
                    <a:lnTo>
                      <a:pt x="5818" y="4833"/>
                    </a:lnTo>
                    <a:lnTo>
                      <a:pt x="5713" y="4813"/>
                    </a:lnTo>
                    <a:lnTo>
                      <a:pt x="5692" y="4624"/>
                    </a:lnTo>
                    <a:lnTo>
                      <a:pt x="5608" y="4520"/>
                    </a:lnTo>
                    <a:lnTo>
                      <a:pt x="5546" y="4561"/>
                    </a:lnTo>
                    <a:lnTo>
                      <a:pt x="5587" y="4457"/>
                    </a:lnTo>
                    <a:lnTo>
                      <a:pt x="5483" y="4415"/>
                    </a:lnTo>
                    <a:lnTo>
                      <a:pt x="5462" y="4122"/>
                    </a:lnTo>
                    <a:lnTo>
                      <a:pt x="5336" y="4185"/>
                    </a:lnTo>
                    <a:lnTo>
                      <a:pt x="5274" y="4122"/>
                    </a:lnTo>
                    <a:lnTo>
                      <a:pt x="5043" y="4122"/>
                    </a:lnTo>
                    <a:lnTo>
                      <a:pt x="4855" y="3996"/>
                    </a:lnTo>
                    <a:lnTo>
                      <a:pt x="4855" y="3892"/>
                    </a:lnTo>
                    <a:lnTo>
                      <a:pt x="4960" y="3850"/>
                    </a:lnTo>
                    <a:lnTo>
                      <a:pt x="5085" y="3766"/>
                    </a:lnTo>
                    <a:lnTo>
                      <a:pt x="5002" y="3704"/>
                    </a:lnTo>
                    <a:lnTo>
                      <a:pt x="4876" y="3745"/>
                    </a:lnTo>
                    <a:lnTo>
                      <a:pt x="4813" y="3704"/>
                    </a:lnTo>
                    <a:lnTo>
                      <a:pt x="4667" y="3766"/>
                    </a:lnTo>
                    <a:lnTo>
                      <a:pt x="4750" y="3683"/>
                    </a:lnTo>
                    <a:lnTo>
                      <a:pt x="4876" y="3578"/>
                    </a:lnTo>
                    <a:lnTo>
                      <a:pt x="5064" y="3557"/>
                    </a:lnTo>
                    <a:lnTo>
                      <a:pt x="5043" y="3432"/>
                    </a:lnTo>
                    <a:lnTo>
                      <a:pt x="4855" y="3222"/>
                    </a:lnTo>
                    <a:lnTo>
                      <a:pt x="4750" y="3222"/>
                    </a:lnTo>
                    <a:lnTo>
                      <a:pt x="4625" y="3285"/>
                    </a:lnTo>
                    <a:lnTo>
                      <a:pt x="4478" y="3369"/>
                    </a:lnTo>
                    <a:lnTo>
                      <a:pt x="4332" y="3369"/>
                    </a:lnTo>
                    <a:lnTo>
                      <a:pt x="4416" y="3348"/>
                    </a:lnTo>
                    <a:lnTo>
                      <a:pt x="4457" y="3285"/>
                    </a:lnTo>
                    <a:lnTo>
                      <a:pt x="4520" y="3264"/>
                    </a:lnTo>
                    <a:lnTo>
                      <a:pt x="4562" y="3180"/>
                    </a:lnTo>
                    <a:lnTo>
                      <a:pt x="4541" y="3097"/>
                    </a:lnTo>
                    <a:lnTo>
                      <a:pt x="4416" y="3055"/>
                    </a:lnTo>
                    <a:lnTo>
                      <a:pt x="4206" y="3055"/>
                    </a:lnTo>
                    <a:lnTo>
                      <a:pt x="4081" y="2929"/>
                    </a:lnTo>
                    <a:lnTo>
                      <a:pt x="4081" y="2846"/>
                    </a:lnTo>
                    <a:lnTo>
                      <a:pt x="4039" y="2678"/>
                    </a:lnTo>
                    <a:lnTo>
                      <a:pt x="3809" y="2448"/>
                    </a:lnTo>
                    <a:lnTo>
                      <a:pt x="3725" y="2427"/>
                    </a:lnTo>
                    <a:lnTo>
                      <a:pt x="3662" y="2448"/>
                    </a:lnTo>
                    <a:lnTo>
                      <a:pt x="3558" y="2364"/>
                    </a:lnTo>
                    <a:lnTo>
                      <a:pt x="3516" y="2155"/>
                    </a:lnTo>
                    <a:lnTo>
                      <a:pt x="3369" y="2009"/>
                    </a:lnTo>
                    <a:lnTo>
                      <a:pt x="3160" y="1883"/>
                    </a:lnTo>
                    <a:lnTo>
                      <a:pt x="3035" y="1883"/>
                    </a:lnTo>
                    <a:lnTo>
                      <a:pt x="2993" y="1925"/>
                    </a:lnTo>
                    <a:lnTo>
                      <a:pt x="2930" y="1883"/>
                    </a:lnTo>
                    <a:lnTo>
                      <a:pt x="2888" y="1716"/>
                    </a:lnTo>
                    <a:lnTo>
                      <a:pt x="2825" y="1800"/>
                    </a:lnTo>
                    <a:lnTo>
                      <a:pt x="2763" y="1716"/>
                    </a:lnTo>
                    <a:lnTo>
                      <a:pt x="2763" y="1528"/>
                    </a:lnTo>
                    <a:lnTo>
                      <a:pt x="2658" y="1402"/>
                    </a:lnTo>
                    <a:lnTo>
                      <a:pt x="2533" y="1381"/>
                    </a:lnTo>
                    <a:lnTo>
                      <a:pt x="2470" y="1297"/>
                    </a:lnTo>
                    <a:lnTo>
                      <a:pt x="2135" y="1088"/>
                    </a:lnTo>
                    <a:lnTo>
                      <a:pt x="2030" y="1088"/>
                    </a:lnTo>
                    <a:lnTo>
                      <a:pt x="1905" y="942"/>
                    </a:lnTo>
                    <a:lnTo>
                      <a:pt x="1779" y="900"/>
                    </a:lnTo>
                    <a:lnTo>
                      <a:pt x="1737" y="837"/>
                    </a:lnTo>
                    <a:lnTo>
                      <a:pt x="1716" y="649"/>
                    </a:lnTo>
                    <a:lnTo>
                      <a:pt x="1612" y="586"/>
                    </a:lnTo>
                    <a:lnTo>
                      <a:pt x="1528" y="460"/>
                    </a:lnTo>
                    <a:lnTo>
                      <a:pt x="1486" y="439"/>
                    </a:lnTo>
                    <a:lnTo>
                      <a:pt x="1403" y="272"/>
                    </a:lnTo>
                    <a:lnTo>
                      <a:pt x="1277" y="230"/>
                    </a:lnTo>
                    <a:lnTo>
                      <a:pt x="1152" y="230"/>
                    </a:lnTo>
                    <a:lnTo>
                      <a:pt x="1068" y="251"/>
                    </a:lnTo>
                    <a:lnTo>
                      <a:pt x="1005" y="209"/>
                    </a:lnTo>
                    <a:lnTo>
                      <a:pt x="859" y="209"/>
                    </a:lnTo>
                    <a:lnTo>
                      <a:pt x="670" y="251"/>
                    </a:lnTo>
                    <a:lnTo>
                      <a:pt x="587" y="209"/>
                    </a:lnTo>
                    <a:lnTo>
                      <a:pt x="336" y="21"/>
                    </a:lnTo>
                    <a:lnTo>
                      <a:pt x="10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81" name="Google Shape;581;p38"/>
            <p:cNvSpPr/>
            <p:nvPr/>
          </p:nvSpPr>
          <p:spPr>
            <a:xfrm>
              <a:off x="4437231" y="3100607"/>
              <a:ext cx="29912" cy="37370"/>
            </a:xfrm>
            <a:custGeom>
              <a:rect b="b" l="l" r="r" t="t"/>
              <a:pathLst>
                <a:path extrusionOk="0" h="3286" w="2512">
                  <a:moveTo>
                    <a:pt x="126" y="0"/>
                  </a:moveTo>
                  <a:lnTo>
                    <a:pt x="42" y="84"/>
                  </a:lnTo>
                  <a:lnTo>
                    <a:pt x="0" y="210"/>
                  </a:lnTo>
                  <a:lnTo>
                    <a:pt x="126" y="419"/>
                  </a:lnTo>
                  <a:lnTo>
                    <a:pt x="189" y="879"/>
                  </a:lnTo>
                  <a:lnTo>
                    <a:pt x="251" y="1047"/>
                  </a:lnTo>
                  <a:lnTo>
                    <a:pt x="314" y="1172"/>
                  </a:lnTo>
                  <a:lnTo>
                    <a:pt x="314" y="1360"/>
                  </a:lnTo>
                  <a:lnTo>
                    <a:pt x="251" y="1402"/>
                  </a:lnTo>
                  <a:lnTo>
                    <a:pt x="293" y="1507"/>
                  </a:lnTo>
                  <a:lnTo>
                    <a:pt x="356" y="1611"/>
                  </a:lnTo>
                  <a:lnTo>
                    <a:pt x="335" y="1674"/>
                  </a:lnTo>
                  <a:lnTo>
                    <a:pt x="419" y="1758"/>
                  </a:lnTo>
                  <a:lnTo>
                    <a:pt x="565" y="1863"/>
                  </a:lnTo>
                  <a:lnTo>
                    <a:pt x="649" y="2009"/>
                  </a:lnTo>
                  <a:lnTo>
                    <a:pt x="754" y="2072"/>
                  </a:lnTo>
                  <a:lnTo>
                    <a:pt x="837" y="2176"/>
                  </a:lnTo>
                  <a:lnTo>
                    <a:pt x="754" y="2281"/>
                  </a:lnTo>
                  <a:lnTo>
                    <a:pt x="733" y="2344"/>
                  </a:lnTo>
                  <a:lnTo>
                    <a:pt x="816" y="2407"/>
                  </a:lnTo>
                  <a:lnTo>
                    <a:pt x="1005" y="2490"/>
                  </a:lnTo>
                  <a:lnTo>
                    <a:pt x="1193" y="2616"/>
                  </a:lnTo>
                  <a:lnTo>
                    <a:pt x="1172" y="2720"/>
                  </a:lnTo>
                  <a:lnTo>
                    <a:pt x="1339" y="2867"/>
                  </a:lnTo>
                  <a:lnTo>
                    <a:pt x="1486" y="2867"/>
                  </a:lnTo>
                  <a:lnTo>
                    <a:pt x="1528" y="2909"/>
                  </a:lnTo>
                  <a:lnTo>
                    <a:pt x="1611" y="3013"/>
                  </a:lnTo>
                  <a:lnTo>
                    <a:pt x="1800" y="3118"/>
                  </a:lnTo>
                  <a:lnTo>
                    <a:pt x="1988" y="3139"/>
                  </a:lnTo>
                  <a:lnTo>
                    <a:pt x="2051" y="3223"/>
                  </a:lnTo>
                  <a:lnTo>
                    <a:pt x="2197" y="3264"/>
                  </a:lnTo>
                  <a:lnTo>
                    <a:pt x="2218" y="3244"/>
                  </a:lnTo>
                  <a:lnTo>
                    <a:pt x="2281" y="3285"/>
                  </a:lnTo>
                  <a:lnTo>
                    <a:pt x="2386" y="3223"/>
                  </a:lnTo>
                  <a:lnTo>
                    <a:pt x="2386" y="3181"/>
                  </a:lnTo>
                  <a:lnTo>
                    <a:pt x="2344" y="3181"/>
                  </a:lnTo>
                  <a:lnTo>
                    <a:pt x="2386" y="3118"/>
                  </a:lnTo>
                  <a:lnTo>
                    <a:pt x="2323" y="3076"/>
                  </a:lnTo>
                  <a:lnTo>
                    <a:pt x="2407" y="3118"/>
                  </a:lnTo>
                  <a:lnTo>
                    <a:pt x="2407" y="3181"/>
                  </a:lnTo>
                  <a:lnTo>
                    <a:pt x="2407" y="3223"/>
                  </a:lnTo>
                  <a:lnTo>
                    <a:pt x="2511" y="3244"/>
                  </a:lnTo>
                  <a:lnTo>
                    <a:pt x="2511" y="3118"/>
                  </a:lnTo>
                  <a:lnTo>
                    <a:pt x="2386" y="2846"/>
                  </a:lnTo>
                  <a:lnTo>
                    <a:pt x="2344" y="2846"/>
                  </a:lnTo>
                  <a:lnTo>
                    <a:pt x="2344" y="2804"/>
                  </a:lnTo>
                  <a:lnTo>
                    <a:pt x="2323" y="2762"/>
                  </a:lnTo>
                  <a:lnTo>
                    <a:pt x="2281" y="2741"/>
                  </a:lnTo>
                  <a:lnTo>
                    <a:pt x="2239" y="2553"/>
                  </a:lnTo>
                  <a:lnTo>
                    <a:pt x="2281" y="2511"/>
                  </a:lnTo>
                  <a:lnTo>
                    <a:pt x="2239" y="2448"/>
                  </a:lnTo>
                  <a:lnTo>
                    <a:pt x="2176" y="2448"/>
                  </a:lnTo>
                  <a:lnTo>
                    <a:pt x="2009" y="2344"/>
                  </a:lnTo>
                  <a:lnTo>
                    <a:pt x="1967" y="2197"/>
                  </a:lnTo>
                  <a:lnTo>
                    <a:pt x="1967" y="1904"/>
                  </a:lnTo>
                  <a:lnTo>
                    <a:pt x="1904" y="1821"/>
                  </a:lnTo>
                  <a:lnTo>
                    <a:pt x="1904" y="1716"/>
                  </a:lnTo>
                  <a:lnTo>
                    <a:pt x="1925" y="1674"/>
                  </a:lnTo>
                  <a:lnTo>
                    <a:pt x="1904" y="1381"/>
                  </a:lnTo>
                  <a:lnTo>
                    <a:pt x="1967" y="1339"/>
                  </a:lnTo>
                  <a:lnTo>
                    <a:pt x="1904" y="1088"/>
                  </a:lnTo>
                  <a:lnTo>
                    <a:pt x="1779" y="879"/>
                  </a:lnTo>
                  <a:lnTo>
                    <a:pt x="1360" y="461"/>
                  </a:lnTo>
                  <a:lnTo>
                    <a:pt x="1277" y="314"/>
                  </a:lnTo>
                  <a:lnTo>
                    <a:pt x="1235" y="335"/>
                  </a:lnTo>
                  <a:lnTo>
                    <a:pt x="1172" y="398"/>
                  </a:lnTo>
                  <a:lnTo>
                    <a:pt x="1088" y="398"/>
                  </a:lnTo>
                  <a:lnTo>
                    <a:pt x="1067" y="419"/>
                  </a:lnTo>
                  <a:lnTo>
                    <a:pt x="1067" y="523"/>
                  </a:lnTo>
                  <a:lnTo>
                    <a:pt x="984" y="565"/>
                  </a:lnTo>
                  <a:lnTo>
                    <a:pt x="921" y="523"/>
                  </a:lnTo>
                  <a:lnTo>
                    <a:pt x="816" y="523"/>
                  </a:lnTo>
                  <a:lnTo>
                    <a:pt x="670" y="628"/>
                  </a:lnTo>
                  <a:lnTo>
                    <a:pt x="523" y="607"/>
                  </a:lnTo>
                  <a:lnTo>
                    <a:pt x="523" y="523"/>
                  </a:lnTo>
                  <a:lnTo>
                    <a:pt x="607" y="440"/>
                  </a:lnTo>
                  <a:lnTo>
                    <a:pt x="607" y="251"/>
                  </a:lnTo>
                  <a:lnTo>
                    <a:pt x="544" y="189"/>
                  </a:lnTo>
                  <a:lnTo>
                    <a:pt x="419" y="189"/>
                  </a:lnTo>
                  <a:lnTo>
                    <a:pt x="398" y="126"/>
                  </a:lnTo>
                  <a:lnTo>
                    <a:pt x="231" y="84"/>
                  </a:lnTo>
                  <a:lnTo>
                    <a:pt x="12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38"/>
            <p:cNvSpPr/>
            <p:nvPr/>
          </p:nvSpPr>
          <p:spPr>
            <a:xfrm>
              <a:off x="4503746" y="3099174"/>
              <a:ext cx="65289" cy="42135"/>
            </a:xfrm>
            <a:custGeom>
              <a:rect b="b" l="l" r="r" t="t"/>
              <a:pathLst>
                <a:path extrusionOk="0" h="3705" w="5483">
                  <a:moveTo>
                    <a:pt x="4186" y="1"/>
                  </a:moveTo>
                  <a:lnTo>
                    <a:pt x="4144" y="22"/>
                  </a:lnTo>
                  <a:lnTo>
                    <a:pt x="4165" y="126"/>
                  </a:lnTo>
                  <a:lnTo>
                    <a:pt x="4039" y="252"/>
                  </a:lnTo>
                  <a:lnTo>
                    <a:pt x="3976" y="231"/>
                  </a:lnTo>
                  <a:lnTo>
                    <a:pt x="4039" y="126"/>
                  </a:lnTo>
                  <a:lnTo>
                    <a:pt x="4018" y="43"/>
                  </a:lnTo>
                  <a:lnTo>
                    <a:pt x="3935" y="43"/>
                  </a:lnTo>
                  <a:lnTo>
                    <a:pt x="3851" y="273"/>
                  </a:lnTo>
                  <a:lnTo>
                    <a:pt x="3767" y="315"/>
                  </a:lnTo>
                  <a:lnTo>
                    <a:pt x="3642" y="587"/>
                  </a:lnTo>
                  <a:lnTo>
                    <a:pt x="3642" y="754"/>
                  </a:lnTo>
                  <a:lnTo>
                    <a:pt x="3432" y="963"/>
                  </a:lnTo>
                  <a:lnTo>
                    <a:pt x="3328" y="963"/>
                  </a:lnTo>
                  <a:lnTo>
                    <a:pt x="3140" y="1005"/>
                  </a:lnTo>
                  <a:lnTo>
                    <a:pt x="3098" y="1089"/>
                  </a:lnTo>
                  <a:lnTo>
                    <a:pt x="3181" y="1089"/>
                  </a:lnTo>
                  <a:lnTo>
                    <a:pt x="3119" y="1152"/>
                  </a:lnTo>
                  <a:lnTo>
                    <a:pt x="3181" y="1173"/>
                  </a:lnTo>
                  <a:lnTo>
                    <a:pt x="3307" y="1152"/>
                  </a:lnTo>
                  <a:lnTo>
                    <a:pt x="3244" y="1214"/>
                  </a:lnTo>
                  <a:lnTo>
                    <a:pt x="3181" y="1277"/>
                  </a:lnTo>
                  <a:lnTo>
                    <a:pt x="3140" y="1298"/>
                  </a:lnTo>
                  <a:lnTo>
                    <a:pt x="3140" y="1319"/>
                  </a:lnTo>
                  <a:lnTo>
                    <a:pt x="3223" y="1528"/>
                  </a:lnTo>
                  <a:lnTo>
                    <a:pt x="3181" y="1633"/>
                  </a:lnTo>
                  <a:lnTo>
                    <a:pt x="3098" y="1591"/>
                  </a:lnTo>
                  <a:lnTo>
                    <a:pt x="3098" y="1465"/>
                  </a:lnTo>
                  <a:lnTo>
                    <a:pt x="3077" y="1361"/>
                  </a:lnTo>
                  <a:lnTo>
                    <a:pt x="3035" y="1361"/>
                  </a:lnTo>
                  <a:lnTo>
                    <a:pt x="3035" y="1319"/>
                  </a:lnTo>
                  <a:lnTo>
                    <a:pt x="2993" y="1319"/>
                  </a:lnTo>
                  <a:lnTo>
                    <a:pt x="2930" y="1424"/>
                  </a:lnTo>
                  <a:lnTo>
                    <a:pt x="2972" y="1675"/>
                  </a:lnTo>
                  <a:lnTo>
                    <a:pt x="2909" y="1717"/>
                  </a:lnTo>
                  <a:lnTo>
                    <a:pt x="2805" y="1612"/>
                  </a:lnTo>
                  <a:lnTo>
                    <a:pt x="2700" y="1465"/>
                  </a:lnTo>
                  <a:lnTo>
                    <a:pt x="2658" y="1465"/>
                  </a:lnTo>
                  <a:lnTo>
                    <a:pt x="2554" y="1403"/>
                  </a:lnTo>
                  <a:lnTo>
                    <a:pt x="2470" y="1507"/>
                  </a:lnTo>
                  <a:lnTo>
                    <a:pt x="2470" y="1633"/>
                  </a:lnTo>
                  <a:lnTo>
                    <a:pt x="2344" y="1779"/>
                  </a:lnTo>
                  <a:lnTo>
                    <a:pt x="2261" y="1884"/>
                  </a:lnTo>
                  <a:lnTo>
                    <a:pt x="2093" y="2030"/>
                  </a:lnTo>
                  <a:lnTo>
                    <a:pt x="2072" y="2135"/>
                  </a:lnTo>
                  <a:lnTo>
                    <a:pt x="1926" y="2323"/>
                  </a:lnTo>
                  <a:lnTo>
                    <a:pt x="1779" y="2449"/>
                  </a:lnTo>
                  <a:lnTo>
                    <a:pt x="1319" y="2554"/>
                  </a:lnTo>
                  <a:lnTo>
                    <a:pt x="1256" y="2574"/>
                  </a:lnTo>
                  <a:lnTo>
                    <a:pt x="1298" y="2742"/>
                  </a:lnTo>
                  <a:lnTo>
                    <a:pt x="1340" y="2784"/>
                  </a:lnTo>
                  <a:lnTo>
                    <a:pt x="1256" y="2763"/>
                  </a:lnTo>
                  <a:lnTo>
                    <a:pt x="1173" y="2826"/>
                  </a:lnTo>
                  <a:lnTo>
                    <a:pt x="1047" y="2846"/>
                  </a:lnTo>
                  <a:lnTo>
                    <a:pt x="984" y="2888"/>
                  </a:lnTo>
                  <a:lnTo>
                    <a:pt x="943" y="3035"/>
                  </a:lnTo>
                  <a:lnTo>
                    <a:pt x="943" y="3181"/>
                  </a:lnTo>
                  <a:lnTo>
                    <a:pt x="838" y="3349"/>
                  </a:lnTo>
                  <a:lnTo>
                    <a:pt x="838" y="3370"/>
                  </a:lnTo>
                  <a:lnTo>
                    <a:pt x="629" y="3349"/>
                  </a:lnTo>
                  <a:lnTo>
                    <a:pt x="399" y="3265"/>
                  </a:lnTo>
                  <a:lnTo>
                    <a:pt x="210" y="3265"/>
                  </a:lnTo>
                  <a:lnTo>
                    <a:pt x="168" y="3181"/>
                  </a:lnTo>
                  <a:lnTo>
                    <a:pt x="64" y="3056"/>
                  </a:lnTo>
                  <a:lnTo>
                    <a:pt x="1" y="3077"/>
                  </a:lnTo>
                  <a:lnTo>
                    <a:pt x="127" y="3286"/>
                  </a:lnTo>
                  <a:lnTo>
                    <a:pt x="315" y="3411"/>
                  </a:lnTo>
                  <a:lnTo>
                    <a:pt x="357" y="3474"/>
                  </a:lnTo>
                  <a:lnTo>
                    <a:pt x="482" y="3579"/>
                  </a:lnTo>
                  <a:lnTo>
                    <a:pt x="503" y="3683"/>
                  </a:lnTo>
                  <a:lnTo>
                    <a:pt x="608" y="3704"/>
                  </a:lnTo>
                  <a:lnTo>
                    <a:pt x="775" y="3662"/>
                  </a:lnTo>
                  <a:lnTo>
                    <a:pt x="796" y="3579"/>
                  </a:lnTo>
                  <a:lnTo>
                    <a:pt x="922" y="3600"/>
                  </a:lnTo>
                  <a:lnTo>
                    <a:pt x="1005" y="3558"/>
                  </a:lnTo>
                  <a:lnTo>
                    <a:pt x="1319" y="3579"/>
                  </a:lnTo>
                  <a:lnTo>
                    <a:pt x="1654" y="3453"/>
                  </a:lnTo>
                  <a:lnTo>
                    <a:pt x="1738" y="3370"/>
                  </a:lnTo>
                  <a:lnTo>
                    <a:pt x="2031" y="3370"/>
                  </a:lnTo>
                  <a:lnTo>
                    <a:pt x="2156" y="3411"/>
                  </a:lnTo>
                  <a:lnTo>
                    <a:pt x="2198" y="3495"/>
                  </a:lnTo>
                  <a:lnTo>
                    <a:pt x="2344" y="3495"/>
                  </a:lnTo>
                  <a:lnTo>
                    <a:pt x="2575" y="3370"/>
                  </a:lnTo>
                  <a:lnTo>
                    <a:pt x="2868" y="3307"/>
                  </a:lnTo>
                  <a:lnTo>
                    <a:pt x="2826" y="3244"/>
                  </a:lnTo>
                  <a:lnTo>
                    <a:pt x="3077" y="2888"/>
                  </a:lnTo>
                  <a:lnTo>
                    <a:pt x="3140" y="2637"/>
                  </a:lnTo>
                  <a:lnTo>
                    <a:pt x="3328" y="2365"/>
                  </a:lnTo>
                  <a:lnTo>
                    <a:pt x="3453" y="1926"/>
                  </a:lnTo>
                  <a:lnTo>
                    <a:pt x="3453" y="1842"/>
                  </a:lnTo>
                  <a:lnTo>
                    <a:pt x="3516" y="1737"/>
                  </a:lnTo>
                  <a:lnTo>
                    <a:pt x="3516" y="1675"/>
                  </a:lnTo>
                  <a:lnTo>
                    <a:pt x="3621" y="1528"/>
                  </a:lnTo>
                  <a:lnTo>
                    <a:pt x="3725" y="1570"/>
                  </a:lnTo>
                  <a:lnTo>
                    <a:pt x="4165" y="1570"/>
                  </a:lnTo>
                  <a:lnTo>
                    <a:pt x="4228" y="1612"/>
                  </a:lnTo>
                  <a:lnTo>
                    <a:pt x="4374" y="1612"/>
                  </a:lnTo>
                  <a:lnTo>
                    <a:pt x="4500" y="1633"/>
                  </a:lnTo>
                  <a:lnTo>
                    <a:pt x="4500" y="1591"/>
                  </a:lnTo>
                  <a:lnTo>
                    <a:pt x="4667" y="1675"/>
                  </a:lnTo>
                  <a:lnTo>
                    <a:pt x="4751" y="1696"/>
                  </a:lnTo>
                  <a:lnTo>
                    <a:pt x="4876" y="1633"/>
                  </a:lnTo>
                  <a:lnTo>
                    <a:pt x="5023" y="1612"/>
                  </a:lnTo>
                  <a:lnTo>
                    <a:pt x="5023" y="1528"/>
                  </a:lnTo>
                  <a:lnTo>
                    <a:pt x="4876" y="1403"/>
                  </a:lnTo>
                  <a:lnTo>
                    <a:pt x="4876" y="1277"/>
                  </a:lnTo>
                  <a:lnTo>
                    <a:pt x="4918" y="1214"/>
                  </a:lnTo>
                  <a:lnTo>
                    <a:pt x="5169" y="1256"/>
                  </a:lnTo>
                  <a:lnTo>
                    <a:pt x="5357" y="1193"/>
                  </a:lnTo>
                  <a:lnTo>
                    <a:pt x="5483" y="1089"/>
                  </a:lnTo>
                  <a:lnTo>
                    <a:pt x="5441" y="1005"/>
                  </a:lnTo>
                  <a:lnTo>
                    <a:pt x="5357" y="1005"/>
                  </a:lnTo>
                  <a:lnTo>
                    <a:pt x="5232" y="984"/>
                  </a:lnTo>
                  <a:lnTo>
                    <a:pt x="5127" y="880"/>
                  </a:lnTo>
                  <a:lnTo>
                    <a:pt x="5023" y="901"/>
                  </a:lnTo>
                  <a:lnTo>
                    <a:pt x="4897" y="775"/>
                  </a:lnTo>
                  <a:lnTo>
                    <a:pt x="4813" y="775"/>
                  </a:lnTo>
                  <a:lnTo>
                    <a:pt x="4709" y="859"/>
                  </a:lnTo>
                  <a:lnTo>
                    <a:pt x="4667" y="796"/>
                  </a:lnTo>
                  <a:lnTo>
                    <a:pt x="4792" y="691"/>
                  </a:lnTo>
                  <a:lnTo>
                    <a:pt x="4709" y="629"/>
                  </a:lnTo>
                  <a:lnTo>
                    <a:pt x="4688" y="649"/>
                  </a:lnTo>
                  <a:lnTo>
                    <a:pt x="4604" y="754"/>
                  </a:lnTo>
                  <a:lnTo>
                    <a:pt x="4562" y="670"/>
                  </a:lnTo>
                  <a:lnTo>
                    <a:pt x="4500" y="670"/>
                  </a:lnTo>
                  <a:lnTo>
                    <a:pt x="4500" y="482"/>
                  </a:lnTo>
                  <a:lnTo>
                    <a:pt x="4604" y="461"/>
                  </a:lnTo>
                  <a:lnTo>
                    <a:pt x="4604" y="377"/>
                  </a:lnTo>
                  <a:lnTo>
                    <a:pt x="4458" y="273"/>
                  </a:lnTo>
                  <a:lnTo>
                    <a:pt x="4437" y="336"/>
                  </a:lnTo>
                  <a:lnTo>
                    <a:pt x="4290" y="231"/>
                  </a:lnTo>
                  <a:lnTo>
                    <a:pt x="4290" y="64"/>
                  </a:lnTo>
                  <a:lnTo>
                    <a:pt x="418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38"/>
            <p:cNvSpPr/>
            <p:nvPr/>
          </p:nvSpPr>
          <p:spPr>
            <a:xfrm>
              <a:off x="4442708" y="2983061"/>
              <a:ext cx="56823" cy="104945"/>
            </a:xfrm>
            <a:custGeom>
              <a:rect b="b" l="l" r="r" t="t"/>
              <a:pathLst>
                <a:path extrusionOk="0" h="9228" w="4772">
                  <a:moveTo>
                    <a:pt x="1821" y="0"/>
                  </a:moveTo>
                  <a:lnTo>
                    <a:pt x="1737" y="84"/>
                  </a:lnTo>
                  <a:lnTo>
                    <a:pt x="1591" y="84"/>
                  </a:lnTo>
                  <a:lnTo>
                    <a:pt x="1465" y="126"/>
                  </a:lnTo>
                  <a:lnTo>
                    <a:pt x="1507" y="314"/>
                  </a:lnTo>
                  <a:lnTo>
                    <a:pt x="1298" y="398"/>
                  </a:lnTo>
                  <a:lnTo>
                    <a:pt x="1193" y="314"/>
                  </a:lnTo>
                  <a:lnTo>
                    <a:pt x="1026" y="377"/>
                  </a:lnTo>
                  <a:lnTo>
                    <a:pt x="1026" y="440"/>
                  </a:lnTo>
                  <a:lnTo>
                    <a:pt x="900" y="502"/>
                  </a:lnTo>
                  <a:lnTo>
                    <a:pt x="879" y="419"/>
                  </a:lnTo>
                  <a:lnTo>
                    <a:pt x="796" y="419"/>
                  </a:lnTo>
                  <a:lnTo>
                    <a:pt x="733" y="502"/>
                  </a:lnTo>
                  <a:lnTo>
                    <a:pt x="607" y="398"/>
                  </a:lnTo>
                  <a:lnTo>
                    <a:pt x="524" y="440"/>
                  </a:lnTo>
                  <a:lnTo>
                    <a:pt x="503" y="544"/>
                  </a:lnTo>
                  <a:lnTo>
                    <a:pt x="419" y="544"/>
                  </a:lnTo>
                  <a:lnTo>
                    <a:pt x="377" y="523"/>
                  </a:lnTo>
                  <a:lnTo>
                    <a:pt x="398" y="440"/>
                  </a:lnTo>
                  <a:lnTo>
                    <a:pt x="315" y="419"/>
                  </a:lnTo>
                  <a:lnTo>
                    <a:pt x="189" y="481"/>
                  </a:lnTo>
                  <a:lnTo>
                    <a:pt x="147" y="523"/>
                  </a:lnTo>
                  <a:lnTo>
                    <a:pt x="105" y="586"/>
                  </a:lnTo>
                  <a:lnTo>
                    <a:pt x="63" y="607"/>
                  </a:lnTo>
                  <a:lnTo>
                    <a:pt x="1" y="628"/>
                  </a:lnTo>
                  <a:lnTo>
                    <a:pt x="63" y="712"/>
                  </a:lnTo>
                  <a:lnTo>
                    <a:pt x="252" y="795"/>
                  </a:lnTo>
                  <a:lnTo>
                    <a:pt x="356" y="942"/>
                  </a:lnTo>
                  <a:lnTo>
                    <a:pt x="461" y="1025"/>
                  </a:lnTo>
                  <a:lnTo>
                    <a:pt x="482" y="1151"/>
                  </a:lnTo>
                  <a:lnTo>
                    <a:pt x="419" y="1235"/>
                  </a:lnTo>
                  <a:lnTo>
                    <a:pt x="628" y="1423"/>
                  </a:lnTo>
                  <a:lnTo>
                    <a:pt x="733" y="1632"/>
                  </a:lnTo>
                  <a:lnTo>
                    <a:pt x="984" y="1632"/>
                  </a:lnTo>
                  <a:lnTo>
                    <a:pt x="1131" y="1674"/>
                  </a:lnTo>
                  <a:lnTo>
                    <a:pt x="1256" y="1590"/>
                  </a:lnTo>
                  <a:lnTo>
                    <a:pt x="1423" y="1590"/>
                  </a:lnTo>
                  <a:lnTo>
                    <a:pt x="1507" y="1695"/>
                  </a:lnTo>
                  <a:lnTo>
                    <a:pt x="1654" y="1737"/>
                  </a:lnTo>
                  <a:lnTo>
                    <a:pt x="1675" y="1841"/>
                  </a:lnTo>
                  <a:lnTo>
                    <a:pt x="1654" y="1946"/>
                  </a:lnTo>
                  <a:lnTo>
                    <a:pt x="1842" y="1988"/>
                  </a:lnTo>
                  <a:lnTo>
                    <a:pt x="1842" y="2072"/>
                  </a:lnTo>
                  <a:lnTo>
                    <a:pt x="1758" y="2092"/>
                  </a:lnTo>
                  <a:lnTo>
                    <a:pt x="1675" y="2302"/>
                  </a:lnTo>
                  <a:lnTo>
                    <a:pt x="1633" y="2385"/>
                  </a:lnTo>
                  <a:lnTo>
                    <a:pt x="1507" y="2385"/>
                  </a:lnTo>
                  <a:lnTo>
                    <a:pt x="1340" y="2469"/>
                  </a:lnTo>
                  <a:lnTo>
                    <a:pt x="1256" y="2469"/>
                  </a:lnTo>
                  <a:lnTo>
                    <a:pt x="1256" y="2532"/>
                  </a:lnTo>
                  <a:lnTo>
                    <a:pt x="1403" y="2699"/>
                  </a:lnTo>
                  <a:lnTo>
                    <a:pt x="1319" y="2783"/>
                  </a:lnTo>
                  <a:lnTo>
                    <a:pt x="1340" y="2846"/>
                  </a:lnTo>
                  <a:lnTo>
                    <a:pt x="1423" y="2846"/>
                  </a:lnTo>
                  <a:lnTo>
                    <a:pt x="1507" y="3013"/>
                  </a:lnTo>
                  <a:lnTo>
                    <a:pt x="1675" y="3013"/>
                  </a:lnTo>
                  <a:lnTo>
                    <a:pt x="1863" y="3118"/>
                  </a:lnTo>
                  <a:lnTo>
                    <a:pt x="1968" y="3118"/>
                  </a:lnTo>
                  <a:lnTo>
                    <a:pt x="2114" y="3327"/>
                  </a:lnTo>
                  <a:lnTo>
                    <a:pt x="2281" y="3411"/>
                  </a:lnTo>
                  <a:lnTo>
                    <a:pt x="2407" y="3557"/>
                  </a:lnTo>
                  <a:lnTo>
                    <a:pt x="2386" y="3641"/>
                  </a:lnTo>
                  <a:lnTo>
                    <a:pt x="2574" y="3850"/>
                  </a:lnTo>
                  <a:lnTo>
                    <a:pt x="2616" y="3976"/>
                  </a:lnTo>
                  <a:lnTo>
                    <a:pt x="2700" y="4038"/>
                  </a:lnTo>
                  <a:lnTo>
                    <a:pt x="2825" y="4038"/>
                  </a:lnTo>
                  <a:lnTo>
                    <a:pt x="2909" y="4143"/>
                  </a:lnTo>
                  <a:lnTo>
                    <a:pt x="2909" y="4206"/>
                  </a:lnTo>
                  <a:lnTo>
                    <a:pt x="2993" y="4289"/>
                  </a:lnTo>
                  <a:lnTo>
                    <a:pt x="3035" y="4289"/>
                  </a:lnTo>
                  <a:lnTo>
                    <a:pt x="3118" y="4310"/>
                  </a:lnTo>
                  <a:lnTo>
                    <a:pt x="3097" y="4415"/>
                  </a:lnTo>
                  <a:lnTo>
                    <a:pt x="3139" y="4478"/>
                  </a:lnTo>
                  <a:lnTo>
                    <a:pt x="3286" y="4478"/>
                  </a:lnTo>
                  <a:lnTo>
                    <a:pt x="3348" y="4582"/>
                  </a:lnTo>
                  <a:lnTo>
                    <a:pt x="3411" y="4603"/>
                  </a:lnTo>
                  <a:lnTo>
                    <a:pt x="3516" y="4561"/>
                  </a:lnTo>
                  <a:lnTo>
                    <a:pt x="3558" y="4624"/>
                  </a:lnTo>
                  <a:lnTo>
                    <a:pt x="3495" y="4708"/>
                  </a:lnTo>
                  <a:lnTo>
                    <a:pt x="3453" y="4875"/>
                  </a:lnTo>
                  <a:lnTo>
                    <a:pt x="3516" y="4938"/>
                  </a:lnTo>
                  <a:lnTo>
                    <a:pt x="3600" y="4938"/>
                  </a:lnTo>
                  <a:lnTo>
                    <a:pt x="3600" y="5105"/>
                  </a:lnTo>
                  <a:lnTo>
                    <a:pt x="3432" y="5231"/>
                  </a:lnTo>
                  <a:lnTo>
                    <a:pt x="3453" y="5357"/>
                  </a:lnTo>
                  <a:lnTo>
                    <a:pt x="3495" y="5440"/>
                  </a:lnTo>
                  <a:lnTo>
                    <a:pt x="3516" y="5629"/>
                  </a:lnTo>
                  <a:lnTo>
                    <a:pt x="3411" y="5670"/>
                  </a:lnTo>
                  <a:lnTo>
                    <a:pt x="3390" y="5670"/>
                  </a:lnTo>
                  <a:lnTo>
                    <a:pt x="3453" y="5859"/>
                  </a:lnTo>
                  <a:lnTo>
                    <a:pt x="3558" y="5921"/>
                  </a:lnTo>
                  <a:lnTo>
                    <a:pt x="3662" y="6152"/>
                  </a:lnTo>
                  <a:lnTo>
                    <a:pt x="3641" y="6340"/>
                  </a:lnTo>
                  <a:lnTo>
                    <a:pt x="3662" y="6445"/>
                  </a:lnTo>
                  <a:lnTo>
                    <a:pt x="3641" y="6591"/>
                  </a:lnTo>
                  <a:lnTo>
                    <a:pt x="3662" y="6717"/>
                  </a:lnTo>
                  <a:lnTo>
                    <a:pt x="3558" y="6905"/>
                  </a:lnTo>
                  <a:lnTo>
                    <a:pt x="3495" y="6926"/>
                  </a:lnTo>
                  <a:lnTo>
                    <a:pt x="3453" y="7010"/>
                  </a:lnTo>
                  <a:lnTo>
                    <a:pt x="3307" y="7072"/>
                  </a:lnTo>
                  <a:lnTo>
                    <a:pt x="3139" y="7177"/>
                  </a:lnTo>
                  <a:lnTo>
                    <a:pt x="3076" y="7282"/>
                  </a:lnTo>
                  <a:lnTo>
                    <a:pt x="2867" y="7282"/>
                  </a:lnTo>
                  <a:lnTo>
                    <a:pt x="2763" y="7344"/>
                  </a:lnTo>
                  <a:lnTo>
                    <a:pt x="2784" y="7554"/>
                  </a:lnTo>
                  <a:lnTo>
                    <a:pt x="2909" y="7595"/>
                  </a:lnTo>
                  <a:lnTo>
                    <a:pt x="3014" y="7700"/>
                  </a:lnTo>
                  <a:lnTo>
                    <a:pt x="2993" y="7763"/>
                  </a:lnTo>
                  <a:lnTo>
                    <a:pt x="3035" y="7909"/>
                  </a:lnTo>
                  <a:lnTo>
                    <a:pt x="2867" y="7909"/>
                  </a:lnTo>
                  <a:lnTo>
                    <a:pt x="2825" y="7826"/>
                  </a:lnTo>
                  <a:lnTo>
                    <a:pt x="2721" y="7763"/>
                  </a:lnTo>
                  <a:lnTo>
                    <a:pt x="2449" y="7826"/>
                  </a:lnTo>
                  <a:lnTo>
                    <a:pt x="2386" y="7805"/>
                  </a:lnTo>
                  <a:lnTo>
                    <a:pt x="2260" y="7805"/>
                  </a:lnTo>
                  <a:lnTo>
                    <a:pt x="2198" y="7951"/>
                  </a:lnTo>
                  <a:lnTo>
                    <a:pt x="2072" y="7972"/>
                  </a:lnTo>
                  <a:lnTo>
                    <a:pt x="1968" y="8118"/>
                  </a:lnTo>
                  <a:lnTo>
                    <a:pt x="1988" y="8139"/>
                  </a:lnTo>
                  <a:lnTo>
                    <a:pt x="1988" y="8244"/>
                  </a:lnTo>
                  <a:lnTo>
                    <a:pt x="1988" y="8265"/>
                  </a:lnTo>
                  <a:lnTo>
                    <a:pt x="2093" y="8286"/>
                  </a:lnTo>
                  <a:lnTo>
                    <a:pt x="2156" y="8265"/>
                  </a:lnTo>
                  <a:lnTo>
                    <a:pt x="2198" y="8286"/>
                  </a:lnTo>
                  <a:lnTo>
                    <a:pt x="2281" y="8265"/>
                  </a:lnTo>
                  <a:lnTo>
                    <a:pt x="2407" y="8286"/>
                  </a:lnTo>
                  <a:lnTo>
                    <a:pt x="2491" y="8265"/>
                  </a:lnTo>
                  <a:lnTo>
                    <a:pt x="2449" y="8328"/>
                  </a:lnTo>
                  <a:lnTo>
                    <a:pt x="2281" y="8453"/>
                  </a:lnTo>
                  <a:lnTo>
                    <a:pt x="2198" y="8579"/>
                  </a:lnTo>
                  <a:lnTo>
                    <a:pt x="2198" y="8767"/>
                  </a:lnTo>
                  <a:lnTo>
                    <a:pt x="2177" y="8851"/>
                  </a:lnTo>
                  <a:lnTo>
                    <a:pt x="2240" y="8851"/>
                  </a:lnTo>
                  <a:lnTo>
                    <a:pt x="2198" y="8872"/>
                  </a:lnTo>
                  <a:lnTo>
                    <a:pt x="2198" y="9018"/>
                  </a:lnTo>
                  <a:lnTo>
                    <a:pt x="2281" y="9081"/>
                  </a:lnTo>
                  <a:lnTo>
                    <a:pt x="2344" y="9060"/>
                  </a:lnTo>
                  <a:lnTo>
                    <a:pt x="2344" y="9060"/>
                  </a:lnTo>
                  <a:lnTo>
                    <a:pt x="2281" y="9123"/>
                  </a:lnTo>
                  <a:lnTo>
                    <a:pt x="2177" y="9165"/>
                  </a:lnTo>
                  <a:lnTo>
                    <a:pt x="2072" y="9227"/>
                  </a:lnTo>
                  <a:lnTo>
                    <a:pt x="2240" y="9227"/>
                  </a:lnTo>
                  <a:lnTo>
                    <a:pt x="2470" y="9123"/>
                  </a:lnTo>
                  <a:lnTo>
                    <a:pt x="2470" y="9102"/>
                  </a:lnTo>
                  <a:lnTo>
                    <a:pt x="2491" y="9102"/>
                  </a:lnTo>
                  <a:lnTo>
                    <a:pt x="2574" y="9018"/>
                  </a:lnTo>
                  <a:lnTo>
                    <a:pt x="2595" y="8914"/>
                  </a:lnTo>
                  <a:lnTo>
                    <a:pt x="2616" y="8851"/>
                  </a:lnTo>
                  <a:lnTo>
                    <a:pt x="2700" y="8872"/>
                  </a:lnTo>
                  <a:lnTo>
                    <a:pt x="2721" y="8851"/>
                  </a:lnTo>
                  <a:lnTo>
                    <a:pt x="2867" y="8746"/>
                  </a:lnTo>
                  <a:lnTo>
                    <a:pt x="2909" y="8746"/>
                  </a:lnTo>
                  <a:lnTo>
                    <a:pt x="2930" y="8683"/>
                  </a:lnTo>
                  <a:lnTo>
                    <a:pt x="2993" y="8662"/>
                  </a:lnTo>
                  <a:lnTo>
                    <a:pt x="2972" y="8600"/>
                  </a:lnTo>
                  <a:lnTo>
                    <a:pt x="2972" y="8579"/>
                  </a:lnTo>
                  <a:lnTo>
                    <a:pt x="2930" y="8495"/>
                  </a:lnTo>
                  <a:lnTo>
                    <a:pt x="2993" y="8495"/>
                  </a:lnTo>
                  <a:lnTo>
                    <a:pt x="3035" y="8558"/>
                  </a:lnTo>
                  <a:lnTo>
                    <a:pt x="3097" y="8579"/>
                  </a:lnTo>
                  <a:lnTo>
                    <a:pt x="3139" y="8537"/>
                  </a:lnTo>
                  <a:lnTo>
                    <a:pt x="3139" y="8453"/>
                  </a:lnTo>
                  <a:lnTo>
                    <a:pt x="3035" y="8349"/>
                  </a:lnTo>
                  <a:lnTo>
                    <a:pt x="3160" y="8453"/>
                  </a:lnTo>
                  <a:lnTo>
                    <a:pt x="3244" y="8390"/>
                  </a:lnTo>
                  <a:lnTo>
                    <a:pt x="3223" y="8286"/>
                  </a:lnTo>
                  <a:lnTo>
                    <a:pt x="3244" y="8244"/>
                  </a:lnTo>
                  <a:lnTo>
                    <a:pt x="3097" y="8181"/>
                  </a:lnTo>
                  <a:lnTo>
                    <a:pt x="3160" y="8181"/>
                  </a:lnTo>
                  <a:lnTo>
                    <a:pt x="3223" y="8160"/>
                  </a:lnTo>
                  <a:lnTo>
                    <a:pt x="3223" y="8139"/>
                  </a:lnTo>
                  <a:lnTo>
                    <a:pt x="3139" y="8077"/>
                  </a:lnTo>
                  <a:lnTo>
                    <a:pt x="3244" y="8118"/>
                  </a:lnTo>
                  <a:lnTo>
                    <a:pt x="3286" y="8077"/>
                  </a:lnTo>
                  <a:lnTo>
                    <a:pt x="3307" y="8014"/>
                  </a:lnTo>
                  <a:lnTo>
                    <a:pt x="3307" y="8077"/>
                  </a:lnTo>
                  <a:lnTo>
                    <a:pt x="3286" y="8160"/>
                  </a:lnTo>
                  <a:lnTo>
                    <a:pt x="3307" y="8160"/>
                  </a:lnTo>
                  <a:lnTo>
                    <a:pt x="3411" y="8139"/>
                  </a:lnTo>
                  <a:lnTo>
                    <a:pt x="3495" y="8181"/>
                  </a:lnTo>
                  <a:lnTo>
                    <a:pt x="3620" y="8160"/>
                  </a:lnTo>
                  <a:lnTo>
                    <a:pt x="3872" y="8014"/>
                  </a:lnTo>
                  <a:lnTo>
                    <a:pt x="3955" y="7951"/>
                  </a:lnTo>
                  <a:lnTo>
                    <a:pt x="4060" y="7951"/>
                  </a:lnTo>
                  <a:lnTo>
                    <a:pt x="4060" y="7846"/>
                  </a:lnTo>
                  <a:lnTo>
                    <a:pt x="4164" y="7763"/>
                  </a:lnTo>
                  <a:lnTo>
                    <a:pt x="4269" y="7721"/>
                  </a:lnTo>
                  <a:lnTo>
                    <a:pt x="4395" y="7595"/>
                  </a:lnTo>
                  <a:lnTo>
                    <a:pt x="4457" y="7554"/>
                  </a:lnTo>
                  <a:lnTo>
                    <a:pt x="4478" y="7428"/>
                  </a:lnTo>
                  <a:lnTo>
                    <a:pt x="4541" y="7407"/>
                  </a:lnTo>
                  <a:lnTo>
                    <a:pt x="4604" y="7323"/>
                  </a:lnTo>
                  <a:lnTo>
                    <a:pt x="4583" y="7282"/>
                  </a:lnTo>
                  <a:lnTo>
                    <a:pt x="4604" y="7177"/>
                  </a:lnTo>
                  <a:lnTo>
                    <a:pt x="4541" y="7072"/>
                  </a:lnTo>
                  <a:lnTo>
                    <a:pt x="4646" y="6989"/>
                  </a:lnTo>
                  <a:lnTo>
                    <a:pt x="4646" y="6905"/>
                  </a:lnTo>
                  <a:lnTo>
                    <a:pt x="4688" y="6884"/>
                  </a:lnTo>
                  <a:lnTo>
                    <a:pt x="4688" y="6821"/>
                  </a:lnTo>
                  <a:lnTo>
                    <a:pt x="4646" y="6758"/>
                  </a:lnTo>
                  <a:lnTo>
                    <a:pt x="4646" y="6675"/>
                  </a:lnTo>
                  <a:lnTo>
                    <a:pt x="4688" y="6654"/>
                  </a:lnTo>
                  <a:lnTo>
                    <a:pt x="4709" y="6696"/>
                  </a:lnTo>
                  <a:lnTo>
                    <a:pt x="4709" y="6717"/>
                  </a:lnTo>
                  <a:lnTo>
                    <a:pt x="4729" y="6717"/>
                  </a:lnTo>
                  <a:lnTo>
                    <a:pt x="4771" y="6654"/>
                  </a:lnTo>
                  <a:lnTo>
                    <a:pt x="4688" y="6507"/>
                  </a:lnTo>
                  <a:lnTo>
                    <a:pt x="4667" y="6445"/>
                  </a:lnTo>
                  <a:lnTo>
                    <a:pt x="4604" y="6403"/>
                  </a:lnTo>
                  <a:lnTo>
                    <a:pt x="4604" y="6361"/>
                  </a:lnTo>
                  <a:lnTo>
                    <a:pt x="4583" y="6194"/>
                  </a:lnTo>
                  <a:lnTo>
                    <a:pt x="4604" y="6173"/>
                  </a:lnTo>
                  <a:lnTo>
                    <a:pt x="4562" y="6068"/>
                  </a:lnTo>
                  <a:lnTo>
                    <a:pt x="4583" y="6026"/>
                  </a:lnTo>
                  <a:lnTo>
                    <a:pt x="4583" y="5921"/>
                  </a:lnTo>
                  <a:lnTo>
                    <a:pt x="4541" y="5859"/>
                  </a:lnTo>
                  <a:lnTo>
                    <a:pt x="4499" y="5670"/>
                  </a:lnTo>
                  <a:lnTo>
                    <a:pt x="4457" y="5649"/>
                  </a:lnTo>
                  <a:lnTo>
                    <a:pt x="4437" y="5440"/>
                  </a:lnTo>
                  <a:lnTo>
                    <a:pt x="4332" y="5315"/>
                  </a:lnTo>
                  <a:lnTo>
                    <a:pt x="4353" y="5252"/>
                  </a:lnTo>
                  <a:lnTo>
                    <a:pt x="4332" y="5210"/>
                  </a:lnTo>
                  <a:lnTo>
                    <a:pt x="4332" y="5147"/>
                  </a:lnTo>
                  <a:lnTo>
                    <a:pt x="4185" y="5022"/>
                  </a:lnTo>
                  <a:lnTo>
                    <a:pt x="4185" y="4938"/>
                  </a:lnTo>
                  <a:lnTo>
                    <a:pt x="4164" y="4938"/>
                  </a:lnTo>
                  <a:lnTo>
                    <a:pt x="4144" y="4833"/>
                  </a:lnTo>
                  <a:lnTo>
                    <a:pt x="4060" y="4708"/>
                  </a:lnTo>
                  <a:lnTo>
                    <a:pt x="3809" y="4499"/>
                  </a:lnTo>
                  <a:lnTo>
                    <a:pt x="3746" y="4394"/>
                  </a:lnTo>
                  <a:lnTo>
                    <a:pt x="3453" y="4185"/>
                  </a:lnTo>
                  <a:lnTo>
                    <a:pt x="3139" y="4038"/>
                  </a:lnTo>
                  <a:lnTo>
                    <a:pt x="3139" y="3976"/>
                  </a:lnTo>
                  <a:lnTo>
                    <a:pt x="3014" y="3934"/>
                  </a:lnTo>
                  <a:lnTo>
                    <a:pt x="2784" y="3745"/>
                  </a:lnTo>
                  <a:lnTo>
                    <a:pt x="2763" y="3662"/>
                  </a:lnTo>
                  <a:lnTo>
                    <a:pt x="2721" y="3536"/>
                  </a:lnTo>
                  <a:lnTo>
                    <a:pt x="2721" y="3473"/>
                  </a:lnTo>
                  <a:lnTo>
                    <a:pt x="2721" y="3432"/>
                  </a:lnTo>
                  <a:lnTo>
                    <a:pt x="2679" y="3306"/>
                  </a:lnTo>
                  <a:lnTo>
                    <a:pt x="2595" y="3306"/>
                  </a:lnTo>
                  <a:lnTo>
                    <a:pt x="2470" y="3139"/>
                  </a:lnTo>
                  <a:lnTo>
                    <a:pt x="2281" y="3055"/>
                  </a:lnTo>
                  <a:lnTo>
                    <a:pt x="2177" y="3034"/>
                  </a:lnTo>
                  <a:lnTo>
                    <a:pt x="2281" y="2992"/>
                  </a:lnTo>
                  <a:lnTo>
                    <a:pt x="2281" y="2929"/>
                  </a:lnTo>
                  <a:lnTo>
                    <a:pt x="2177" y="2825"/>
                  </a:lnTo>
                  <a:lnTo>
                    <a:pt x="2240" y="2720"/>
                  </a:lnTo>
                  <a:lnTo>
                    <a:pt x="2281" y="2532"/>
                  </a:lnTo>
                  <a:lnTo>
                    <a:pt x="2260" y="2490"/>
                  </a:lnTo>
                  <a:lnTo>
                    <a:pt x="2198" y="2490"/>
                  </a:lnTo>
                  <a:lnTo>
                    <a:pt x="2198" y="2385"/>
                  </a:lnTo>
                  <a:lnTo>
                    <a:pt x="2260" y="2323"/>
                  </a:lnTo>
                  <a:lnTo>
                    <a:pt x="2281" y="2218"/>
                  </a:lnTo>
                  <a:lnTo>
                    <a:pt x="2344" y="2197"/>
                  </a:lnTo>
                  <a:lnTo>
                    <a:pt x="2365" y="2155"/>
                  </a:lnTo>
                  <a:lnTo>
                    <a:pt x="2386" y="2176"/>
                  </a:lnTo>
                  <a:lnTo>
                    <a:pt x="2449" y="2176"/>
                  </a:lnTo>
                  <a:lnTo>
                    <a:pt x="2553" y="2051"/>
                  </a:lnTo>
                  <a:lnTo>
                    <a:pt x="2574" y="2051"/>
                  </a:lnTo>
                  <a:lnTo>
                    <a:pt x="2616" y="1988"/>
                  </a:lnTo>
                  <a:lnTo>
                    <a:pt x="2574" y="1904"/>
                  </a:lnTo>
                  <a:lnTo>
                    <a:pt x="2595" y="1883"/>
                  </a:lnTo>
                  <a:lnTo>
                    <a:pt x="2595" y="1800"/>
                  </a:lnTo>
                  <a:lnTo>
                    <a:pt x="2595" y="1737"/>
                  </a:lnTo>
                  <a:lnTo>
                    <a:pt x="2574" y="1674"/>
                  </a:lnTo>
                  <a:lnTo>
                    <a:pt x="2616" y="1632"/>
                  </a:lnTo>
                  <a:lnTo>
                    <a:pt x="2616" y="1548"/>
                  </a:lnTo>
                  <a:lnTo>
                    <a:pt x="2679" y="1548"/>
                  </a:lnTo>
                  <a:lnTo>
                    <a:pt x="2700" y="1590"/>
                  </a:lnTo>
                  <a:lnTo>
                    <a:pt x="2721" y="1590"/>
                  </a:lnTo>
                  <a:lnTo>
                    <a:pt x="2804" y="1548"/>
                  </a:lnTo>
                  <a:lnTo>
                    <a:pt x="2888" y="1528"/>
                  </a:lnTo>
                  <a:lnTo>
                    <a:pt x="2930" y="1548"/>
                  </a:lnTo>
                  <a:lnTo>
                    <a:pt x="2972" y="1528"/>
                  </a:lnTo>
                  <a:lnTo>
                    <a:pt x="3014" y="1465"/>
                  </a:lnTo>
                  <a:lnTo>
                    <a:pt x="2993" y="1381"/>
                  </a:lnTo>
                  <a:lnTo>
                    <a:pt x="3014" y="1339"/>
                  </a:lnTo>
                  <a:lnTo>
                    <a:pt x="3118" y="1318"/>
                  </a:lnTo>
                  <a:lnTo>
                    <a:pt x="3223" y="1339"/>
                  </a:lnTo>
                  <a:lnTo>
                    <a:pt x="3328" y="1256"/>
                  </a:lnTo>
                  <a:lnTo>
                    <a:pt x="3390" y="1256"/>
                  </a:lnTo>
                  <a:lnTo>
                    <a:pt x="3432" y="1235"/>
                  </a:lnTo>
                  <a:lnTo>
                    <a:pt x="3495" y="1172"/>
                  </a:lnTo>
                  <a:lnTo>
                    <a:pt x="3453" y="1130"/>
                  </a:lnTo>
                  <a:lnTo>
                    <a:pt x="3348" y="1067"/>
                  </a:lnTo>
                  <a:lnTo>
                    <a:pt x="3286" y="1109"/>
                  </a:lnTo>
                  <a:lnTo>
                    <a:pt x="3223" y="1046"/>
                  </a:lnTo>
                  <a:lnTo>
                    <a:pt x="3118" y="1109"/>
                  </a:lnTo>
                  <a:lnTo>
                    <a:pt x="3014" y="1025"/>
                  </a:lnTo>
                  <a:lnTo>
                    <a:pt x="2888" y="1004"/>
                  </a:lnTo>
                  <a:lnTo>
                    <a:pt x="2867" y="900"/>
                  </a:lnTo>
                  <a:lnTo>
                    <a:pt x="2616" y="816"/>
                  </a:lnTo>
                  <a:lnTo>
                    <a:pt x="2595" y="712"/>
                  </a:lnTo>
                  <a:lnTo>
                    <a:pt x="2512" y="691"/>
                  </a:lnTo>
                  <a:lnTo>
                    <a:pt x="2574" y="481"/>
                  </a:lnTo>
                  <a:lnTo>
                    <a:pt x="2679" y="440"/>
                  </a:lnTo>
                  <a:lnTo>
                    <a:pt x="2679" y="335"/>
                  </a:lnTo>
                  <a:lnTo>
                    <a:pt x="2595" y="272"/>
                  </a:lnTo>
                  <a:lnTo>
                    <a:pt x="2449" y="314"/>
                  </a:lnTo>
                  <a:lnTo>
                    <a:pt x="2386" y="272"/>
                  </a:lnTo>
                  <a:lnTo>
                    <a:pt x="2114" y="272"/>
                  </a:lnTo>
                  <a:lnTo>
                    <a:pt x="2072" y="188"/>
                  </a:lnTo>
                  <a:lnTo>
                    <a:pt x="1947" y="168"/>
                  </a:lnTo>
                  <a:lnTo>
                    <a:pt x="1947" y="84"/>
                  </a:lnTo>
                  <a:lnTo>
                    <a:pt x="182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38"/>
            <p:cNvSpPr/>
            <p:nvPr/>
          </p:nvSpPr>
          <p:spPr>
            <a:xfrm>
              <a:off x="4450186" y="3045644"/>
              <a:ext cx="36139" cy="29750"/>
            </a:xfrm>
            <a:custGeom>
              <a:rect b="b" l="l" r="r" t="t"/>
              <a:pathLst>
                <a:path extrusionOk="0" h="2616" w="3035">
                  <a:moveTo>
                    <a:pt x="2407" y="0"/>
                  </a:moveTo>
                  <a:lnTo>
                    <a:pt x="2239" y="42"/>
                  </a:lnTo>
                  <a:lnTo>
                    <a:pt x="2135" y="126"/>
                  </a:lnTo>
                  <a:lnTo>
                    <a:pt x="2260" y="251"/>
                  </a:lnTo>
                  <a:lnTo>
                    <a:pt x="2239" y="356"/>
                  </a:lnTo>
                  <a:lnTo>
                    <a:pt x="2260" y="460"/>
                  </a:lnTo>
                  <a:lnTo>
                    <a:pt x="2260" y="544"/>
                  </a:lnTo>
                  <a:lnTo>
                    <a:pt x="2072" y="481"/>
                  </a:lnTo>
                  <a:lnTo>
                    <a:pt x="1967" y="314"/>
                  </a:lnTo>
                  <a:lnTo>
                    <a:pt x="1821" y="314"/>
                  </a:lnTo>
                  <a:lnTo>
                    <a:pt x="1758" y="230"/>
                  </a:lnTo>
                  <a:lnTo>
                    <a:pt x="1632" y="126"/>
                  </a:lnTo>
                  <a:lnTo>
                    <a:pt x="1549" y="167"/>
                  </a:lnTo>
                  <a:lnTo>
                    <a:pt x="1444" y="105"/>
                  </a:lnTo>
                  <a:lnTo>
                    <a:pt x="1298" y="126"/>
                  </a:lnTo>
                  <a:lnTo>
                    <a:pt x="1151" y="63"/>
                  </a:lnTo>
                  <a:lnTo>
                    <a:pt x="1026" y="63"/>
                  </a:lnTo>
                  <a:lnTo>
                    <a:pt x="879" y="146"/>
                  </a:lnTo>
                  <a:lnTo>
                    <a:pt x="816" y="105"/>
                  </a:lnTo>
                  <a:lnTo>
                    <a:pt x="670" y="105"/>
                  </a:lnTo>
                  <a:lnTo>
                    <a:pt x="398" y="167"/>
                  </a:lnTo>
                  <a:lnTo>
                    <a:pt x="272" y="167"/>
                  </a:lnTo>
                  <a:lnTo>
                    <a:pt x="168" y="335"/>
                  </a:lnTo>
                  <a:lnTo>
                    <a:pt x="105" y="523"/>
                  </a:lnTo>
                  <a:lnTo>
                    <a:pt x="42" y="649"/>
                  </a:lnTo>
                  <a:lnTo>
                    <a:pt x="0" y="858"/>
                  </a:lnTo>
                  <a:lnTo>
                    <a:pt x="63" y="1088"/>
                  </a:lnTo>
                  <a:lnTo>
                    <a:pt x="168" y="1151"/>
                  </a:lnTo>
                  <a:lnTo>
                    <a:pt x="210" y="1255"/>
                  </a:lnTo>
                  <a:lnTo>
                    <a:pt x="189" y="1486"/>
                  </a:lnTo>
                  <a:lnTo>
                    <a:pt x="189" y="1569"/>
                  </a:lnTo>
                  <a:lnTo>
                    <a:pt x="272" y="1632"/>
                  </a:lnTo>
                  <a:lnTo>
                    <a:pt x="272" y="1779"/>
                  </a:lnTo>
                  <a:lnTo>
                    <a:pt x="356" y="1820"/>
                  </a:lnTo>
                  <a:lnTo>
                    <a:pt x="356" y="1925"/>
                  </a:lnTo>
                  <a:lnTo>
                    <a:pt x="419" y="2051"/>
                  </a:lnTo>
                  <a:lnTo>
                    <a:pt x="482" y="2030"/>
                  </a:lnTo>
                  <a:lnTo>
                    <a:pt x="523" y="2113"/>
                  </a:lnTo>
                  <a:lnTo>
                    <a:pt x="503" y="2218"/>
                  </a:lnTo>
                  <a:lnTo>
                    <a:pt x="565" y="2260"/>
                  </a:lnTo>
                  <a:lnTo>
                    <a:pt x="565" y="2364"/>
                  </a:lnTo>
                  <a:lnTo>
                    <a:pt x="733" y="2364"/>
                  </a:lnTo>
                  <a:lnTo>
                    <a:pt x="733" y="2260"/>
                  </a:lnTo>
                  <a:lnTo>
                    <a:pt x="795" y="2218"/>
                  </a:lnTo>
                  <a:lnTo>
                    <a:pt x="837" y="2155"/>
                  </a:lnTo>
                  <a:lnTo>
                    <a:pt x="837" y="2239"/>
                  </a:lnTo>
                  <a:lnTo>
                    <a:pt x="900" y="2323"/>
                  </a:lnTo>
                  <a:lnTo>
                    <a:pt x="879" y="2406"/>
                  </a:lnTo>
                  <a:lnTo>
                    <a:pt x="816" y="2469"/>
                  </a:lnTo>
                  <a:lnTo>
                    <a:pt x="837" y="2553"/>
                  </a:lnTo>
                  <a:lnTo>
                    <a:pt x="879" y="2574"/>
                  </a:lnTo>
                  <a:lnTo>
                    <a:pt x="921" y="2574"/>
                  </a:lnTo>
                  <a:lnTo>
                    <a:pt x="1026" y="2511"/>
                  </a:lnTo>
                  <a:lnTo>
                    <a:pt x="1026" y="2469"/>
                  </a:lnTo>
                  <a:lnTo>
                    <a:pt x="1088" y="2532"/>
                  </a:lnTo>
                  <a:lnTo>
                    <a:pt x="1214" y="2553"/>
                  </a:lnTo>
                  <a:lnTo>
                    <a:pt x="1235" y="2532"/>
                  </a:lnTo>
                  <a:lnTo>
                    <a:pt x="1340" y="2615"/>
                  </a:lnTo>
                  <a:lnTo>
                    <a:pt x="1444" y="2469"/>
                  </a:lnTo>
                  <a:lnTo>
                    <a:pt x="1570" y="2448"/>
                  </a:lnTo>
                  <a:lnTo>
                    <a:pt x="1632" y="2302"/>
                  </a:lnTo>
                  <a:lnTo>
                    <a:pt x="1758" y="2302"/>
                  </a:lnTo>
                  <a:lnTo>
                    <a:pt x="1821" y="2323"/>
                  </a:lnTo>
                  <a:lnTo>
                    <a:pt x="2093" y="2260"/>
                  </a:lnTo>
                  <a:lnTo>
                    <a:pt x="2197" y="2323"/>
                  </a:lnTo>
                  <a:lnTo>
                    <a:pt x="2239" y="2406"/>
                  </a:lnTo>
                  <a:lnTo>
                    <a:pt x="2407" y="2406"/>
                  </a:lnTo>
                  <a:lnTo>
                    <a:pt x="2365" y="2260"/>
                  </a:lnTo>
                  <a:lnTo>
                    <a:pt x="2386" y="2197"/>
                  </a:lnTo>
                  <a:lnTo>
                    <a:pt x="2281" y="2092"/>
                  </a:lnTo>
                  <a:lnTo>
                    <a:pt x="2156" y="2051"/>
                  </a:lnTo>
                  <a:lnTo>
                    <a:pt x="2135" y="1841"/>
                  </a:lnTo>
                  <a:lnTo>
                    <a:pt x="2239" y="1779"/>
                  </a:lnTo>
                  <a:lnTo>
                    <a:pt x="2448" y="1779"/>
                  </a:lnTo>
                  <a:lnTo>
                    <a:pt x="2511" y="1674"/>
                  </a:lnTo>
                  <a:lnTo>
                    <a:pt x="2679" y="1569"/>
                  </a:lnTo>
                  <a:lnTo>
                    <a:pt x="2825" y="1507"/>
                  </a:lnTo>
                  <a:lnTo>
                    <a:pt x="2867" y="1423"/>
                  </a:lnTo>
                  <a:lnTo>
                    <a:pt x="2930" y="1402"/>
                  </a:lnTo>
                  <a:lnTo>
                    <a:pt x="3034" y="1214"/>
                  </a:lnTo>
                  <a:lnTo>
                    <a:pt x="3013" y="1088"/>
                  </a:lnTo>
                  <a:lnTo>
                    <a:pt x="3034" y="942"/>
                  </a:lnTo>
                  <a:lnTo>
                    <a:pt x="3013" y="837"/>
                  </a:lnTo>
                  <a:lnTo>
                    <a:pt x="3034" y="649"/>
                  </a:lnTo>
                  <a:lnTo>
                    <a:pt x="2930" y="418"/>
                  </a:lnTo>
                  <a:lnTo>
                    <a:pt x="2825" y="356"/>
                  </a:lnTo>
                  <a:lnTo>
                    <a:pt x="2762" y="167"/>
                  </a:lnTo>
                  <a:lnTo>
                    <a:pt x="2679" y="167"/>
                  </a:lnTo>
                  <a:lnTo>
                    <a:pt x="2574" y="126"/>
                  </a:lnTo>
                  <a:lnTo>
                    <a:pt x="2469" y="105"/>
                  </a:lnTo>
                  <a:lnTo>
                    <a:pt x="240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38"/>
            <p:cNvSpPr/>
            <p:nvPr/>
          </p:nvSpPr>
          <p:spPr>
            <a:xfrm>
              <a:off x="4429753" y="2990191"/>
              <a:ext cx="55822" cy="61650"/>
            </a:xfrm>
            <a:custGeom>
              <a:rect b="b" l="l" r="r" t="t"/>
              <a:pathLst>
                <a:path extrusionOk="0" h="5421" w="4688">
                  <a:moveTo>
                    <a:pt x="879" y="1"/>
                  </a:moveTo>
                  <a:lnTo>
                    <a:pt x="879" y="85"/>
                  </a:lnTo>
                  <a:lnTo>
                    <a:pt x="817" y="126"/>
                  </a:lnTo>
                  <a:lnTo>
                    <a:pt x="817" y="336"/>
                  </a:lnTo>
                  <a:lnTo>
                    <a:pt x="859" y="440"/>
                  </a:lnTo>
                  <a:lnTo>
                    <a:pt x="859" y="587"/>
                  </a:lnTo>
                  <a:lnTo>
                    <a:pt x="879" y="733"/>
                  </a:lnTo>
                  <a:lnTo>
                    <a:pt x="775" y="712"/>
                  </a:lnTo>
                  <a:lnTo>
                    <a:pt x="649" y="754"/>
                  </a:lnTo>
                  <a:lnTo>
                    <a:pt x="587" y="649"/>
                  </a:lnTo>
                  <a:lnTo>
                    <a:pt x="524" y="608"/>
                  </a:lnTo>
                  <a:lnTo>
                    <a:pt x="419" y="712"/>
                  </a:lnTo>
                  <a:lnTo>
                    <a:pt x="252" y="733"/>
                  </a:lnTo>
                  <a:lnTo>
                    <a:pt x="231" y="838"/>
                  </a:lnTo>
                  <a:lnTo>
                    <a:pt x="189" y="942"/>
                  </a:lnTo>
                  <a:lnTo>
                    <a:pt x="231" y="1026"/>
                  </a:lnTo>
                  <a:lnTo>
                    <a:pt x="105" y="1110"/>
                  </a:lnTo>
                  <a:lnTo>
                    <a:pt x="43" y="1110"/>
                  </a:lnTo>
                  <a:lnTo>
                    <a:pt x="1" y="1256"/>
                  </a:lnTo>
                  <a:lnTo>
                    <a:pt x="43" y="1382"/>
                  </a:lnTo>
                  <a:lnTo>
                    <a:pt x="210" y="1361"/>
                  </a:lnTo>
                  <a:lnTo>
                    <a:pt x="315" y="1486"/>
                  </a:lnTo>
                  <a:lnTo>
                    <a:pt x="335" y="1675"/>
                  </a:lnTo>
                  <a:lnTo>
                    <a:pt x="252" y="1758"/>
                  </a:lnTo>
                  <a:lnTo>
                    <a:pt x="335" y="1884"/>
                  </a:lnTo>
                  <a:lnTo>
                    <a:pt x="440" y="1947"/>
                  </a:lnTo>
                  <a:lnTo>
                    <a:pt x="524" y="1863"/>
                  </a:lnTo>
                  <a:lnTo>
                    <a:pt x="733" y="1863"/>
                  </a:lnTo>
                  <a:lnTo>
                    <a:pt x="754" y="1968"/>
                  </a:lnTo>
                  <a:lnTo>
                    <a:pt x="670" y="2093"/>
                  </a:lnTo>
                  <a:lnTo>
                    <a:pt x="754" y="2198"/>
                  </a:lnTo>
                  <a:lnTo>
                    <a:pt x="733" y="2281"/>
                  </a:lnTo>
                  <a:lnTo>
                    <a:pt x="670" y="2386"/>
                  </a:lnTo>
                  <a:lnTo>
                    <a:pt x="733" y="2512"/>
                  </a:lnTo>
                  <a:lnTo>
                    <a:pt x="733" y="2721"/>
                  </a:lnTo>
                  <a:lnTo>
                    <a:pt x="733" y="3014"/>
                  </a:lnTo>
                  <a:lnTo>
                    <a:pt x="879" y="2930"/>
                  </a:lnTo>
                  <a:lnTo>
                    <a:pt x="1047" y="2909"/>
                  </a:lnTo>
                  <a:lnTo>
                    <a:pt x="1047" y="2784"/>
                  </a:lnTo>
                  <a:lnTo>
                    <a:pt x="1235" y="2700"/>
                  </a:lnTo>
                  <a:lnTo>
                    <a:pt x="1444" y="2805"/>
                  </a:lnTo>
                  <a:lnTo>
                    <a:pt x="1549" y="2805"/>
                  </a:lnTo>
                  <a:lnTo>
                    <a:pt x="1633" y="2930"/>
                  </a:lnTo>
                  <a:lnTo>
                    <a:pt x="1884" y="2909"/>
                  </a:lnTo>
                  <a:lnTo>
                    <a:pt x="2009" y="2637"/>
                  </a:lnTo>
                  <a:lnTo>
                    <a:pt x="2198" y="2595"/>
                  </a:lnTo>
                  <a:lnTo>
                    <a:pt x="2449" y="2679"/>
                  </a:lnTo>
                  <a:lnTo>
                    <a:pt x="2532" y="2826"/>
                  </a:lnTo>
                  <a:lnTo>
                    <a:pt x="2804" y="3014"/>
                  </a:lnTo>
                  <a:lnTo>
                    <a:pt x="2930" y="3118"/>
                  </a:lnTo>
                  <a:lnTo>
                    <a:pt x="2972" y="3244"/>
                  </a:lnTo>
                  <a:lnTo>
                    <a:pt x="2972" y="3328"/>
                  </a:lnTo>
                  <a:lnTo>
                    <a:pt x="2930" y="3411"/>
                  </a:lnTo>
                  <a:lnTo>
                    <a:pt x="2972" y="3537"/>
                  </a:lnTo>
                  <a:lnTo>
                    <a:pt x="2972" y="3725"/>
                  </a:lnTo>
                  <a:lnTo>
                    <a:pt x="2951" y="3788"/>
                  </a:lnTo>
                  <a:lnTo>
                    <a:pt x="3056" y="3872"/>
                  </a:lnTo>
                  <a:lnTo>
                    <a:pt x="3160" y="3997"/>
                  </a:lnTo>
                  <a:lnTo>
                    <a:pt x="3286" y="3997"/>
                  </a:lnTo>
                  <a:lnTo>
                    <a:pt x="3369" y="4060"/>
                  </a:lnTo>
                  <a:lnTo>
                    <a:pt x="3348" y="4102"/>
                  </a:lnTo>
                  <a:lnTo>
                    <a:pt x="3495" y="4206"/>
                  </a:lnTo>
                  <a:lnTo>
                    <a:pt x="3495" y="4290"/>
                  </a:lnTo>
                  <a:lnTo>
                    <a:pt x="3474" y="4416"/>
                  </a:lnTo>
                  <a:lnTo>
                    <a:pt x="3474" y="4499"/>
                  </a:lnTo>
                  <a:lnTo>
                    <a:pt x="3453" y="4604"/>
                  </a:lnTo>
                  <a:lnTo>
                    <a:pt x="3474" y="4688"/>
                  </a:lnTo>
                  <a:lnTo>
                    <a:pt x="3474" y="4897"/>
                  </a:lnTo>
                  <a:lnTo>
                    <a:pt x="3390" y="4981"/>
                  </a:lnTo>
                  <a:lnTo>
                    <a:pt x="3348" y="5002"/>
                  </a:lnTo>
                  <a:lnTo>
                    <a:pt x="3474" y="5106"/>
                  </a:lnTo>
                  <a:lnTo>
                    <a:pt x="3537" y="5190"/>
                  </a:lnTo>
                  <a:lnTo>
                    <a:pt x="3683" y="5190"/>
                  </a:lnTo>
                  <a:lnTo>
                    <a:pt x="3788" y="5357"/>
                  </a:lnTo>
                  <a:lnTo>
                    <a:pt x="3976" y="5420"/>
                  </a:lnTo>
                  <a:lnTo>
                    <a:pt x="3976" y="5336"/>
                  </a:lnTo>
                  <a:lnTo>
                    <a:pt x="3955" y="5232"/>
                  </a:lnTo>
                  <a:lnTo>
                    <a:pt x="3976" y="5127"/>
                  </a:lnTo>
                  <a:lnTo>
                    <a:pt x="3851" y="5002"/>
                  </a:lnTo>
                  <a:lnTo>
                    <a:pt x="3955" y="4918"/>
                  </a:lnTo>
                  <a:lnTo>
                    <a:pt x="4123" y="4876"/>
                  </a:lnTo>
                  <a:lnTo>
                    <a:pt x="4185" y="4981"/>
                  </a:lnTo>
                  <a:lnTo>
                    <a:pt x="4290" y="5002"/>
                  </a:lnTo>
                  <a:lnTo>
                    <a:pt x="4395" y="5043"/>
                  </a:lnTo>
                  <a:lnTo>
                    <a:pt x="4499" y="5043"/>
                  </a:lnTo>
                  <a:lnTo>
                    <a:pt x="4604" y="5002"/>
                  </a:lnTo>
                  <a:lnTo>
                    <a:pt x="4583" y="4813"/>
                  </a:lnTo>
                  <a:lnTo>
                    <a:pt x="4541" y="4730"/>
                  </a:lnTo>
                  <a:lnTo>
                    <a:pt x="4520" y="4604"/>
                  </a:lnTo>
                  <a:lnTo>
                    <a:pt x="4688" y="4478"/>
                  </a:lnTo>
                  <a:lnTo>
                    <a:pt x="4688" y="4311"/>
                  </a:lnTo>
                  <a:lnTo>
                    <a:pt x="4604" y="4311"/>
                  </a:lnTo>
                  <a:lnTo>
                    <a:pt x="4541" y="4248"/>
                  </a:lnTo>
                  <a:lnTo>
                    <a:pt x="4583" y="4081"/>
                  </a:lnTo>
                  <a:lnTo>
                    <a:pt x="4646" y="3997"/>
                  </a:lnTo>
                  <a:lnTo>
                    <a:pt x="4604" y="3934"/>
                  </a:lnTo>
                  <a:lnTo>
                    <a:pt x="4499" y="3976"/>
                  </a:lnTo>
                  <a:lnTo>
                    <a:pt x="4436" y="3955"/>
                  </a:lnTo>
                  <a:lnTo>
                    <a:pt x="4374" y="3851"/>
                  </a:lnTo>
                  <a:lnTo>
                    <a:pt x="4227" y="3851"/>
                  </a:lnTo>
                  <a:lnTo>
                    <a:pt x="4185" y="3788"/>
                  </a:lnTo>
                  <a:lnTo>
                    <a:pt x="4206" y="3683"/>
                  </a:lnTo>
                  <a:lnTo>
                    <a:pt x="4123" y="3662"/>
                  </a:lnTo>
                  <a:lnTo>
                    <a:pt x="4081" y="3662"/>
                  </a:lnTo>
                  <a:lnTo>
                    <a:pt x="3997" y="3579"/>
                  </a:lnTo>
                  <a:lnTo>
                    <a:pt x="3997" y="3516"/>
                  </a:lnTo>
                  <a:lnTo>
                    <a:pt x="3913" y="3411"/>
                  </a:lnTo>
                  <a:lnTo>
                    <a:pt x="3788" y="3411"/>
                  </a:lnTo>
                  <a:lnTo>
                    <a:pt x="3704" y="3349"/>
                  </a:lnTo>
                  <a:lnTo>
                    <a:pt x="3662" y="3223"/>
                  </a:lnTo>
                  <a:lnTo>
                    <a:pt x="3474" y="3014"/>
                  </a:lnTo>
                  <a:lnTo>
                    <a:pt x="3495" y="2930"/>
                  </a:lnTo>
                  <a:lnTo>
                    <a:pt x="3369" y="2784"/>
                  </a:lnTo>
                  <a:lnTo>
                    <a:pt x="3202" y="2700"/>
                  </a:lnTo>
                  <a:lnTo>
                    <a:pt x="3056" y="2491"/>
                  </a:lnTo>
                  <a:lnTo>
                    <a:pt x="2951" y="2491"/>
                  </a:lnTo>
                  <a:lnTo>
                    <a:pt x="2763" y="2386"/>
                  </a:lnTo>
                  <a:lnTo>
                    <a:pt x="2595" y="2386"/>
                  </a:lnTo>
                  <a:lnTo>
                    <a:pt x="2511" y="2219"/>
                  </a:lnTo>
                  <a:lnTo>
                    <a:pt x="2428" y="2219"/>
                  </a:lnTo>
                  <a:lnTo>
                    <a:pt x="2407" y="2156"/>
                  </a:lnTo>
                  <a:lnTo>
                    <a:pt x="2491" y="2072"/>
                  </a:lnTo>
                  <a:lnTo>
                    <a:pt x="2344" y="1905"/>
                  </a:lnTo>
                  <a:lnTo>
                    <a:pt x="2344" y="1842"/>
                  </a:lnTo>
                  <a:lnTo>
                    <a:pt x="2428" y="1842"/>
                  </a:lnTo>
                  <a:lnTo>
                    <a:pt x="2595" y="1758"/>
                  </a:lnTo>
                  <a:lnTo>
                    <a:pt x="2721" y="1758"/>
                  </a:lnTo>
                  <a:lnTo>
                    <a:pt x="2763" y="1675"/>
                  </a:lnTo>
                  <a:lnTo>
                    <a:pt x="2846" y="1465"/>
                  </a:lnTo>
                  <a:lnTo>
                    <a:pt x="2930" y="1445"/>
                  </a:lnTo>
                  <a:lnTo>
                    <a:pt x="2930" y="1361"/>
                  </a:lnTo>
                  <a:lnTo>
                    <a:pt x="2742" y="1319"/>
                  </a:lnTo>
                  <a:lnTo>
                    <a:pt x="2763" y="1214"/>
                  </a:lnTo>
                  <a:lnTo>
                    <a:pt x="2742" y="1110"/>
                  </a:lnTo>
                  <a:lnTo>
                    <a:pt x="2595" y="1068"/>
                  </a:lnTo>
                  <a:lnTo>
                    <a:pt x="2511" y="963"/>
                  </a:lnTo>
                  <a:lnTo>
                    <a:pt x="2344" y="963"/>
                  </a:lnTo>
                  <a:lnTo>
                    <a:pt x="2219" y="1047"/>
                  </a:lnTo>
                  <a:lnTo>
                    <a:pt x="2072" y="1005"/>
                  </a:lnTo>
                  <a:lnTo>
                    <a:pt x="1821" y="1005"/>
                  </a:lnTo>
                  <a:lnTo>
                    <a:pt x="1716" y="796"/>
                  </a:lnTo>
                  <a:lnTo>
                    <a:pt x="1507" y="608"/>
                  </a:lnTo>
                  <a:lnTo>
                    <a:pt x="1570" y="524"/>
                  </a:lnTo>
                  <a:lnTo>
                    <a:pt x="1549" y="398"/>
                  </a:lnTo>
                  <a:lnTo>
                    <a:pt x="1444" y="315"/>
                  </a:lnTo>
                  <a:lnTo>
                    <a:pt x="1340" y="168"/>
                  </a:lnTo>
                  <a:lnTo>
                    <a:pt x="1151" y="85"/>
                  </a:lnTo>
                  <a:lnTo>
                    <a:pt x="108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38"/>
            <p:cNvSpPr/>
            <p:nvPr/>
          </p:nvSpPr>
          <p:spPr>
            <a:xfrm>
              <a:off x="4413309" y="3004475"/>
              <a:ext cx="58061" cy="103285"/>
            </a:xfrm>
            <a:custGeom>
              <a:rect b="b" l="l" r="r" t="t"/>
              <a:pathLst>
                <a:path extrusionOk="0" h="9082" w="4876">
                  <a:moveTo>
                    <a:pt x="1361" y="0"/>
                  </a:moveTo>
                  <a:lnTo>
                    <a:pt x="1193" y="21"/>
                  </a:lnTo>
                  <a:lnTo>
                    <a:pt x="1068" y="63"/>
                  </a:lnTo>
                  <a:lnTo>
                    <a:pt x="1068" y="126"/>
                  </a:lnTo>
                  <a:lnTo>
                    <a:pt x="1110" y="209"/>
                  </a:lnTo>
                  <a:lnTo>
                    <a:pt x="1089" y="293"/>
                  </a:lnTo>
                  <a:lnTo>
                    <a:pt x="921" y="272"/>
                  </a:lnTo>
                  <a:lnTo>
                    <a:pt x="859" y="314"/>
                  </a:lnTo>
                  <a:lnTo>
                    <a:pt x="859" y="481"/>
                  </a:lnTo>
                  <a:lnTo>
                    <a:pt x="838" y="523"/>
                  </a:lnTo>
                  <a:lnTo>
                    <a:pt x="691" y="523"/>
                  </a:lnTo>
                  <a:lnTo>
                    <a:pt x="566" y="628"/>
                  </a:lnTo>
                  <a:lnTo>
                    <a:pt x="335" y="544"/>
                  </a:lnTo>
                  <a:lnTo>
                    <a:pt x="252" y="691"/>
                  </a:lnTo>
                  <a:lnTo>
                    <a:pt x="273" y="858"/>
                  </a:lnTo>
                  <a:lnTo>
                    <a:pt x="210" y="942"/>
                  </a:lnTo>
                  <a:lnTo>
                    <a:pt x="210" y="1130"/>
                  </a:lnTo>
                  <a:lnTo>
                    <a:pt x="231" y="1214"/>
                  </a:lnTo>
                  <a:lnTo>
                    <a:pt x="126" y="1277"/>
                  </a:lnTo>
                  <a:lnTo>
                    <a:pt x="1" y="1360"/>
                  </a:lnTo>
                  <a:lnTo>
                    <a:pt x="1" y="1444"/>
                  </a:lnTo>
                  <a:lnTo>
                    <a:pt x="63" y="1465"/>
                  </a:lnTo>
                  <a:lnTo>
                    <a:pt x="168" y="1653"/>
                  </a:lnTo>
                  <a:lnTo>
                    <a:pt x="252" y="1737"/>
                  </a:lnTo>
                  <a:lnTo>
                    <a:pt x="315" y="1800"/>
                  </a:lnTo>
                  <a:lnTo>
                    <a:pt x="440" y="1904"/>
                  </a:lnTo>
                  <a:lnTo>
                    <a:pt x="587" y="2197"/>
                  </a:lnTo>
                  <a:lnTo>
                    <a:pt x="670" y="2260"/>
                  </a:lnTo>
                  <a:lnTo>
                    <a:pt x="754" y="2386"/>
                  </a:lnTo>
                  <a:lnTo>
                    <a:pt x="754" y="2511"/>
                  </a:lnTo>
                  <a:lnTo>
                    <a:pt x="879" y="2574"/>
                  </a:lnTo>
                  <a:lnTo>
                    <a:pt x="879" y="2699"/>
                  </a:lnTo>
                  <a:lnTo>
                    <a:pt x="775" y="2741"/>
                  </a:lnTo>
                  <a:lnTo>
                    <a:pt x="754" y="2825"/>
                  </a:lnTo>
                  <a:lnTo>
                    <a:pt x="796" y="3118"/>
                  </a:lnTo>
                  <a:lnTo>
                    <a:pt x="775" y="3222"/>
                  </a:lnTo>
                  <a:lnTo>
                    <a:pt x="670" y="3264"/>
                  </a:lnTo>
                  <a:lnTo>
                    <a:pt x="754" y="3474"/>
                  </a:lnTo>
                  <a:lnTo>
                    <a:pt x="754" y="3578"/>
                  </a:lnTo>
                  <a:lnTo>
                    <a:pt x="900" y="3766"/>
                  </a:lnTo>
                  <a:lnTo>
                    <a:pt x="1089" y="3892"/>
                  </a:lnTo>
                  <a:lnTo>
                    <a:pt x="1256" y="4059"/>
                  </a:lnTo>
                  <a:lnTo>
                    <a:pt x="1298" y="4311"/>
                  </a:lnTo>
                  <a:lnTo>
                    <a:pt x="1277" y="4394"/>
                  </a:lnTo>
                  <a:lnTo>
                    <a:pt x="1298" y="4520"/>
                  </a:lnTo>
                  <a:lnTo>
                    <a:pt x="1277" y="4624"/>
                  </a:lnTo>
                  <a:lnTo>
                    <a:pt x="1361" y="4708"/>
                  </a:lnTo>
                  <a:lnTo>
                    <a:pt x="1382" y="4896"/>
                  </a:lnTo>
                  <a:lnTo>
                    <a:pt x="1424" y="5001"/>
                  </a:lnTo>
                  <a:lnTo>
                    <a:pt x="1403" y="5147"/>
                  </a:lnTo>
                  <a:lnTo>
                    <a:pt x="1486" y="5294"/>
                  </a:lnTo>
                  <a:lnTo>
                    <a:pt x="1486" y="5461"/>
                  </a:lnTo>
                  <a:lnTo>
                    <a:pt x="1403" y="5524"/>
                  </a:lnTo>
                  <a:lnTo>
                    <a:pt x="1277" y="5880"/>
                  </a:lnTo>
                  <a:lnTo>
                    <a:pt x="1152" y="5963"/>
                  </a:lnTo>
                  <a:lnTo>
                    <a:pt x="1152" y="6131"/>
                  </a:lnTo>
                  <a:lnTo>
                    <a:pt x="1089" y="6194"/>
                  </a:lnTo>
                  <a:lnTo>
                    <a:pt x="1068" y="6298"/>
                  </a:lnTo>
                  <a:lnTo>
                    <a:pt x="1047" y="6487"/>
                  </a:lnTo>
                  <a:lnTo>
                    <a:pt x="1089" y="6487"/>
                  </a:lnTo>
                  <a:lnTo>
                    <a:pt x="1005" y="6591"/>
                  </a:lnTo>
                  <a:lnTo>
                    <a:pt x="1047" y="6654"/>
                  </a:lnTo>
                  <a:lnTo>
                    <a:pt x="963" y="6779"/>
                  </a:lnTo>
                  <a:lnTo>
                    <a:pt x="1047" y="6779"/>
                  </a:lnTo>
                  <a:lnTo>
                    <a:pt x="984" y="6863"/>
                  </a:lnTo>
                  <a:lnTo>
                    <a:pt x="921" y="6863"/>
                  </a:lnTo>
                  <a:lnTo>
                    <a:pt x="921" y="7072"/>
                  </a:lnTo>
                  <a:lnTo>
                    <a:pt x="859" y="7114"/>
                  </a:lnTo>
                  <a:lnTo>
                    <a:pt x="879" y="7282"/>
                  </a:lnTo>
                  <a:lnTo>
                    <a:pt x="859" y="7324"/>
                  </a:lnTo>
                  <a:lnTo>
                    <a:pt x="879" y="7533"/>
                  </a:lnTo>
                  <a:lnTo>
                    <a:pt x="921" y="7616"/>
                  </a:lnTo>
                  <a:lnTo>
                    <a:pt x="1005" y="7616"/>
                  </a:lnTo>
                  <a:lnTo>
                    <a:pt x="984" y="7512"/>
                  </a:lnTo>
                  <a:lnTo>
                    <a:pt x="1110" y="7449"/>
                  </a:lnTo>
                  <a:lnTo>
                    <a:pt x="1089" y="7512"/>
                  </a:lnTo>
                  <a:lnTo>
                    <a:pt x="1172" y="7554"/>
                  </a:lnTo>
                  <a:lnTo>
                    <a:pt x="1172" y="7637"/>
                  </a:lnTo>
                  <a:lnTo>
                    <a:pt x="1277" y="7658"/>
                  </a:lnTo>
                  <a:lnTo>
                    <a:pt x="1319" y="7868"/>
                  </a:lnTo>
                  <a:lnTo>
                    <a:pt x="1424" y="7868"/>
                  </a:lnTo>
                  <a:lnTo>
                    <a:pt x="1570" y="8035"/>
                  </a:lnTo>
                  <a:lnTo>
                    <a:pt x="1570" y="8119"/>
                  </a:lnTo>
                  <a:lnTo>
                    <a:pt x="1675" y="8140"/>
                  </a:lnTo>
                  <a:lnTo>
                    <a:pt x="1696" y="8244"/>
                  </a:lnTo>
                  <a:lnTo>
                    <a:pt x="1779" y="8244"/>
                  </a:lnTo>
                  <a:lnTo>
                    <a:pt x="1779" y="8286"/>
                  </a:lnTo>
                  <a:lnTo>
                    <a:pt x="1716" y="8370"/>
                  </a:lnTo>
                  <a:lnTo>
                    <a:pt x="1716" y="8391"/>
                  </a:lnTo>
                  <a:lnTo>
                    <a:pt x="1968" y="8579"/>
                  </a:lnTo>
                  <a:lnTo>
                    <a:pt x="2009" y="8663"/>
                  </a:lnTo>
                  <a:lnTo>
                    <a:pt x="2051" y="8537"/>
                  </a:lnTo>
                  <a:lnTo>
                    <a:pt x="2135" y="8453"/>
                  </a:lnTo>
                  <a:lnTo>
                    <a:pt x="2240" y="8537"/>
                  </a:lnTo>
                  <a:lnTo>
                    <a:pt x="2407" y="8579"/>
                  </a:lnTo>
                  <a:lnTo>
                    <a:pt x="2428" y="8642"/>
                  </a:lnTo>
                  <a:lnTo>
                    <a:pt x="2553" y="8642"/>
                  </a:lnTo>
                  <a:lnTo>
                    <a:pt x="2616" y="8704"/>
                  </a:lnTo>
                  <a:lnTo>
                    <a:pt x="2616" y="8893"/>
                  </a:lnTo>
                  <a:lnTo>
                    <a:pt x="2532" y="8976"/>
                  </a:lnTo>
                  <a:lnTo>
                    <a:pt x="2532" y="9060"/>
                  </a:lnTo>
                  <a:lnTo>
                    <a:pt x="2679" y="9081"/>
                  </a:lnTo>
                  <a:lnTo>
                    <a:pt x="2825" y="8976"/>
                  </a:lnTo>
                  <a:lnTo>
                    <a:pt x="2930" y="8976"/>
                  </a:lnTo>
                  <a:lnTo>
                    <a:pt x="2993" y="9018"/>
                  </a:lnTo>
                  <a:lnTo>
                    <a:pt x="3076" y="8976"/>
                  </a:lnTo>
                  <a:lnTo>
                    <a:pt x="3076" y="8872"/>
                  </a:lnTo>
                  <a:lnTo>
                    <a:pt x="3097" y="8851"/>
                  </a:lnTo>
                  <a:lnTo>
                    <a:pt x="3076" y="8788"/>
                  </a:lnTo>
                  <a:lnTo>
                    <a:pt x="2972" y="8704"/>
                  </a:lnTo>
                  <a:lnTo>
                    <a:pt x="2930" y="8642"/>
                  </a:lnTo>
                  <a:lnTo>
                    <a:pt x="2846" y="8474"/>
                  </a:lnTo>
                  <a:lnTo>
                    <a:pt x="2742" y="8432"/>
                  </a:lnTo>
                  <a:lnTo>
                    <a:pt x="2637" y="8432"/>
                  </a:lnTo>
                  <a:lnTo>
                    <a:pt x="2574" y="8453"/>
                  </a:lnTo>
                  <a:lnTo>
                    <a:pt x="2491" y="8391"/>
                  </a:lnTo>
                  <a:lnTo>
                    <a:pt x="2344" y="8244"/>
                  </a:lnTo>
                  <a:lnTo>
                    <a:pt x="2260" y="8160"/>
                  </a:lnTo>
                  <a:lnTo>
                    <a:pt x="2260" y="8056"/>
                  </a:lnTo>
                  <a:lnTo>
                    <a:pt x="2219" y="8035"/>
                  </a:lnTo>
                  <a:lnTo>
                    <a:pt x="2198" y="8140"/>
                  </a:lnTo>
                  <a:lnTo>
                    <a:pt x="2030" y="8056"/>
                  </a:lnTo>
                  <a:lnTo>
                    <a:pt x="2051" y="7972"/>
                  </a:lnTo>
                  <a:lnTo>
                    <a:pt x="2135" y="7930"/>
                  </a:lnTo>
                  <a:lnTo>
                    <a:pt x="2156" y="7951"/>
                  </a:lnTo>
                  <a:lnTo>
                    <a:pt x="2198" y="7930"/>
                  </a:lnTo>
                  <a:lnTo>
                    <a:pt x="2219" y="7868"/>
                  </a:lnTo>
                  <a:lnTo>
                    <a:pt x="2156" y="7637"/>
                  </a:lnTo>
                  <a:lnTo>
                    <a:pt x="2114" y="7616"/>
                  </a:lnTo>
                  <a:lnTo>
                    <a:pt x="2114" y="7533"/>
                  </a:lnTo>
                  <a:lnTo>
                    <a:pt x="2030" y="7428"/>
                  </a:lnTo>
                  <a:lnTo>
                    <a:pt x="2009" y="7344"/>
                  </a:lnTo>
                  <a:lnTo>
                    <a:pt x="2009" y="7386"/>
                  </a:lnTo>
                  <a:lnTo>
                    <a:pt x="2009" y="7449"/>
                  </a:lnTo>
                  <a:lnTo>
                    <a:pt x="1947" y="7449"/>
                  </a:lnTo>
                  <a:lnTo>
                    <a:pt x="1884" y="7324"/>
                  </a:lnTo>
                  <a:lnTo>
                    <a:pt x="1821" y="7303"/>
                  </a:lnTo>
                  <a:lnTo>
                    <a:pt x="1842" y="7177"/>
                  </a:lnTo>
                  <a:lnTo>
                    <a:pt x="1800" y="7114"/>
                  </a:lnTo>
                  <a:lnTo>
                    <a:pt x="1779" y="6989"/>
                  </a:lnTo>
                  <a:lnTo>
                    <a:pt x="1716" y="6926"/>
                  </a:lnTo>
                  <a:lnTo>
                    <a:pt x="1633" y="6926"/>
                  </a:lnTo>
                  <a:lnTo>
                    <a:pt x="1612" y="6905"/>
                  </a:lnTo>
                  <a:lnTo>
                    <a:pt x="1570" y="6968"/>
                  </a:lnTo>
                  <a:lnTo>
                    <a:pt x="1528" y="7010"/>
                  </a:lnTo>
                  <a:lnTo>
                    <a:pt x="1486" y="7031"/>
                  </a:lnTo>
                  <a:lnTo>
                    <a:pt x="1424" y="6989"/>
                  </a:lnTo>
                  <a:lnTo>
                    <a:pt x="1486" y="6884"/>
                  </a:lnTo>
                  <a:lnTo>
                    <a:pt x="1382" y="6717"/>
                  </a:lnTo>
                  <a:lnTo>
                    <a:pt x="1382" y="6654"/>
                  </a:lnTo>
                  <a:lnTo>
                    <a:pt x="1361" y="6507"/>
                  </a:lnTo>
                  <a:lnTo>
                    <a:pt x="1361" y="6466"/>
                  </a:lnTo>
                  <a:lnTo>
                    <a:pt x="1403" y="6382"/>
                  </a:lnTo>
                  <a:lnTo>
                    <a:pt x="1382" y="6361"/>
                  </a:lnTo>
                  <a:lnTo>
                    <a:pt x="1319" y="6361"/>
                  </a:lnTo>
                  <a:lnTo>
                    <a:pt x="1382" y="6256"/>
                  </a:lnTo>
                  <a:lnTo>
                    <a:pt x="1382" y="6131"/>
                  </a:lnTo>
                  <a:lnTo>
                    <a:pt x="1507" y="5943"/>
                  </a:lnTo>
                  <a:lnTo>
                    <a:pt x="1528" y="5503"/>
                  </a:lnTo>
                  <a:lnTo>
                    <a:pt x="1612" y="5399"/>
                  </a:lnTo>
                  <a:lnTo>
                    <a:pt x="1633" y="5252"/>
                  </a:lnTo>
                  <a:lnTo>
                    <a:pt x="1716" y="5147"/>
                  </a:lnTo>
                  <a:lnTo>
                    <a:pt x="1737" y="5001"/>
                  </a:lnTo>
                  <a:lnTo>
                    <a:pt x="1696" y="4980"/>
                  </a:lnTo>
                  <a:lnTo>
                    <a:pt x="1716" y="4896"/>
                  </a:lnTo>
                  <a:lnTo>
                    <a:pt x="1716" y="4771"/>
                  </a:lnTo>
                  <a:lnTo>
                    <a:pt x="1779" y="4666"/>
                  </a:lnTo>
                  <a:lnTo>
                    <a:pt x="1779" y="4562"/>
                  </a:lnTo>
                  <a:lnTo>
                    <a:pt x="1675" y="4520"/>
                  </a:lnTo>
                  <a:lnTo>
                    <a:pt x="1696" y="4457"/>
                  </a:lnTo>
                  <a:lnTo>
                    <a:pt x="1696" y="4415"/>
                  </a:lnTo>
                  <a:lnTo>
                    <a:pt x="1800" y="4415"/>
                  </a:lnTo>
                  <a:lnTo>
                    <a:pt x="1821" y="4394"/>
                  </a:lnTo>
                  <a:lnTo>
                    <a:pt x="1884" y="4415"/>
                  </a:lnTo>
                  <a:lnTo>
                    <a:pt x="1926" y="4415"/>
                  </a:lnTo>
                  <a:lnTo>
                    <a:pt x="2030" y="4373"/>
                  </a:lnTo>
                  <a:lnTo>
                    <a:pt x="2051" y="4394"/>
                  </a:lnTo>
                  <a:lnTo>
                    <a:pt x="2135" y="4394"/>
                  </a:lnTo>
                  <a:lnTo>
                    <a:pt x="2219" y="4415"/>
                  </a:lnTo>
                  <a:lnTo>
                    <a:pt x="2260" y="4499"/>
                  </a:lnTo>
                  <a:lnTo>
                    <a:pt x="2219" y="4520"/>
                  </a:lnTo>
                  <a:lnTo>
                    <a:pt x="2219" y="4687"/>
                  </a:lnTo>
                  <a:lnTo>
                    <a:pt x="2260" y="4792"/>
                  </a:lnTo>
                  <a:lnTo>
                    <a:pt x="2240" y="4813"/>
                  </a:lnTo>
                  <a:lnTo>
                    <a:pt x="2198" y="4917"/>
                  </a:lnTo>
                  <a:lnTo>
                    <a:pt x="2302" y="4896"/>
                  </a:lnTo>
                  <a:lnTo>
                    <a:pt x="2365" y="4917"/>
                  </a:lnTo>
                  <a:lnTo>
                    <a:pt x="2470" y="4896"/>
                  </a:lnTo>
                  <a:lnTo>
                    <a:pt x="2616" y="4917"/>
                  </a:lnTo>
                  <a:lnTo>
                    <a:pt x="2658" y="4980"/>
                  </a:lnTo>
                  <a:lnTo>
                    <a:pt x="2658" y="4938"/>
                  </a:lnTo>
                  <a:lnTo>
                    <a:pt x="2658" y="4917"/>
                  </a:lnTo>
                  <a:lnTo>
                    <a:pt x="2721" y="4875"/>
                  </a:lnTo>
                  <a:lnTo>
                    <a:pt x="2784" y="4896"/>
                  </a:lnTo>
                  <a:lnTo>
                    <a:pt x="2951" y="5043"/>
                  </a:lnTo>
                  <a:lnTo>
                    <a:pt x="3014" y="5085"/>
                  </a:lnTo>
                  <a:lnTo>
                    <a:pt x="3014" y="5127"/>
                  </a:lnTo>
                  <a:lnTo>
                    <a:pt x="3076" y="5127"/>
                  </a:lnTo>
                  <a:lnTo>
                    <a:pt x="3181" y="5231"/>
                  </a:lnTo>
                  <a:lnTo>
                    <a:pt x="3202" y="5252"/>
                  </a:lnTo>
                  <a:lnTo>
                    <a:pt x="3244" y="5252"/>
                  </a:lnTo>
                  <a:lnTo>
                    <a:pt x="3244" y="5189"/>
                  </a:lnTo>
                  <a:lnTo>
                    <a:pt x="3286" y="5189"/>
                  </a:lnTo>
                  <a:lnTo>
                    <a:pt x="3286" y="5106"/>
                  </a:lnTo>
                  <a:lnTo>
                    <a:pt x="3307" y="4875"/>
                  </a:lnTo>
                  <a:lnTo>
                    <a:pt x="3265" y="4771"/>
                  </a:lnTo>
                  <a:lnTo>
                    <a:pt x="3160" y="4708"/>
                  </a:lnTo>
                  <a:lnTo>
                    <a:pt x="3097" y="4478"/>
                  </a:lnTo>
                  <a:lnTo>
                    <a:pt x="3139" y="4269"/>
                  </a:lnTo>
                  <a:lnTo>
                    <a:pt x="3202" y="4143"/>
                  </a:lnTo>
                  <a:lnTo>
                    <a:pt x="3265" y="3955"/>
                  </a:lnTo>
                  <a:lnTo>
                    <a:pt x="3369" y="3787"/>
                  </a:lnTo>
                  <a:lnTo>
                    <a:pt x="3495" y="3787"/>
                  </a:lnTo>
                  <a:lnTo>
                    <a:pt x="3767" y="3725"/>
                  </a:lnTo>
                  <a:lnTo>
                    <a:pt x="3913" y="3725"/>
                  </a:lnTo>
                  <a:lnTo>
                    <a:pt x="3976" y="3766"/>
                  </a:lnTo>
                  <a:lnTo>
                    <a:pt x="4123" y="3683"/>
                  </a:lnTo>
                  <a:lnTo>
                    <a:pt x="4248" y="3683"/>
                  </a:lnTo>
                  <a:lnTo>
                    <a:pt x="4395" y="3746"/>
                  </a:lnTo>
                  <a:lnTo>
                    <a:pt x="4541" y="3725"/>
                  </a:lnTo>
                  <a:lnTo>
                    <a:pt x="4646" y="3787"/>
                  </a:lnTo>
                  <a:lnTo>
                    <a:pt x="4771" y="3725"/>
                  </a:lnTo>
                  <a:lnTo>
                    <a:pt x="4855" y="3641"/>
                  </a:lnTo>
                  <a:lnTo>
                    <a:pt x="4855" y="3432"/>
                  </a:lnTo>
                  <a:lnTo>
                    <a:pt x="4834" y="3348"/>
                  </a:lnTo>
                  <a:lnTo>
                    <a:pt x="4855" y="3243"/>
                  </a:lnTo>
                  <a:lnTo>
                    <a:pt x="4855" y="3160"/>
                  </a:lnTo>
                  <a:lnTo>
                    <a:pt x="4876" y="3034"/>
                  </a:lnTo>
                  <a:lnTo>
                    <a:pt x="4876" y="2950"/>
                  </a:lnTo>
                  <a:lnTo>
                    <a:pt x="4729" y="2846"/>
                  </a:lnTo>
                  <a:lnTo>
                    <a:pt x="4750" y="2804"/>
                  </a:lnTo>
                  <a:lnTo>
                    <a:pt x="4667" y="2741"/>
                  </a:lnTo>
                  <a:lnTo>
                    <a:pt x="4541" y="2741"/>
                  </a:lnTo>
                  <a:lnTo>
                    <a:pt x="4437" y="2616"/>
                  </a:lnTo>
                  <a:lnTo>
                    <a:pt x="4332" y="2532"/>
                  </a:lnTo>
                  <a:lnTo>
                    <a:pt x="4353" y="2469"/>
                  </a:lnTo>
                  <a:lnTo>
                    <a:pt x="4353" y="2281"/>
                  </a:lnTo>
                  <a:lnTo>
                    <a:pt x="4311" y="2155"/>
                  </a:lnTo>
                  <a:lnTo>
                    <a:pt x="4353" y="2072"/>
                  </a:lnTo>
                  <a:lnTo>
                    <a:pt x="4353" y="1988"/>
                  </a:lnTo>
                  <a:lnTo>
                    <a:pt x="4311" y="1862"/>
                  </a:lnTo>
                  <a:lnTo>
                    <a:pt x="4185" y="1758"/>
                  </a:lnTo>
                  <a:lnTo>
                    <a:pt x="3913" y="1570"/>
                  </a:lnTo>
                  <a:lnTo>
                    <a:pt x="3830" y="1423"/>
                  </a:lnTo>
                  <a:lnTo>
                    <a:pt x="3579" y="1339"/>
                  </a:lnTo>
                  <a:lnTo>
                    <a:pt x="3390" y="1381"/>
                  </a:lnTo>
                  <a:lnTo>
                    <a:pt x="3265" y="1653"/>
                  </a:lnTo>
                  <a:lnTo>
                    <a:pt x="3014" y="1674"/>
                  </a:lnTo>
                  <a:lnTo>
                    <a:pt x="2930" y="1549"/>
                  </a:lnTo>
                  <a:lnTo>
                    <a:pt x="2825" y="1549"/>
                  </a:lnTo>
                  <a:lnTo>
                    <a:pt x="2616" y="1444"/>
                  </a:lnTo>
                  <a:lnTo>
                    <a:pt x="2428" y="1528"/>
                  </a:lnTo>
                  <a:lnTo>
                    <a:pt x="2428" y="1653"/>
                  </a:lnTo>
                  <a:lnTo>
                    <a:pt x="2260" y="1674"/>
                  </a:lnTo>
                  <a:lnTo>
                    <a:pt x="2114" y="1758"/>
                  </a:lnTo>
                  <a:lnTo>
                    <a:pt x="2114" y="1465"/>
                  </a:lnTo>
                  <a:lnTo>
                    <a:pt x="2114" y="1256"/>
                  </a:lnTo>
                  <a:lnTo>
                    <a:pt x="2051" y="1130"/>
                  </a:lnTo>
                  <a:lnTo>
                    <a:pt x="2114" y="1025"/>
                  </a:lnTo>
                  <a:lnTo>
                    <a:pt x="2135" y="942"/>
                  </a:lnTo>
                  <a:lnTo>
                    <a:pt x="2051" y="837"/>
                  </a:lnTo>
                  <a:lnTo>
                    <a:pt x="2135" y="712"/>
                  </a:lnTo>
                  <a:lnTo>
                    <a:pt x="2114" y="607"/>
                  </a:lnTo>
                  <a:lnTo>
                    <a:pt x="1905" y="607"/>
                  </a:lnTo>
                  <a:lnTo>
                    <a:pt x="1821" y="691"/>
                  </a:lnTo>
                  <a:lnTo>
                    <a:pt x="1716" y="628"/>
                  </a:lnTo>
                  <a:lnTo>
                    <a:pt x="1633" y="502"/>
                  </a:lnTo>
                  <a:lnTo>
                    <a:pt x="1716" y="419"/>
                  </a:lnTo>
                  <a:lnTo>
                    <a:pt x="1696" y="230"/>
                  </a:lnTo>
                  <a:lnTo>
                    <a:pt x="1591" y="105"/>
                  </a:lnTo>
                  <a:lnTo>
                    <a:pt x="1424" y="126"/>
                  </a:lnTo>
                  <a:lnTo>
                    <a:pt x="138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38"/>
            <p:cNvSpPr/>
            <p:nvPr/>
          </p:nvSpPr>
          <p:spPr>
            <a:xfrm>
              <a:off x="4375443" y="2948079"/>
              <a:ext cx="61050" cy="131125"/>
            </a:xfrm>
            <a:custGeom>
              <a:rect b="b" l="l" r="r" t="t"/>
              <a:pathLst>
                <a:path extrusionOk="0" h="11530" w="5127">
                  <a:moveTo>
                    <a:pt x="2407" y="0"/>
                  </a:moveTo>
                  <a:lnTo>
                    <a:pt x="2302" y="42"/>
                  </a:lnTo>
                  <a:lnTo>
                    <a:pt x="2344" y="63"/>
                  </a:lnTo>
                  <a:lnTo>
                    <a:pt x="2365" y="147"/>
                  </a:lnTo>
                  <a:lnTo>
                    <a:pt x="2260" y="251"/>
                  </a:lnTo>
                  <a:lnTo>
                    <a:pt x="2260" y="419"/>
                  </a:lnTo>
                  <a:lnTo>
                    <a:pt x="2281" y="523"/>
                  </a:lnTo>
                  <a:lnTo>
                    <a:pt x="2155" y="461"/>
                  </a:lnTo>
                  <a:lnTo>
                    <a:pt x="2072" y="377"/>
                  </a:lnTo>
                  <a:lnTo>
                    <a:pt x="1925" y="482"/>
                  </a:lnTo>
                  <a:lnTo>
                    <a:pt x="1716" y="544"/>
                  </a:lnTo>
                  <a:lnTo>
                    <a:pt x="1653" y="691"/>
                  </a:lnTo>
                  <a:lnTo>
                    <a:pt x="1528" y="858"/>
                  </a:lnTo>
                  <a:lnTo>
                    <a:pt x="1402" y="900"/>
                  </a:lnTo>
                  <a:lnTo>
                    <a:pt x="1214" y="1193"/>
                  </a:lnTo>
                  <a:lnTo>
                    <a:pt x="1193" y="1360"/>
                  </a:lnTo>
                  <a:lnTo>
                    <a:pt x="1235" y="1402"/>
                  </a:lnTo>
                  <a:lnTo>
                    <a:pt x="1151" y="1632"/>
                  </a:lnTo>
                  <a:lnTo>
                    <a:pt x="1005" y="1904"/>
                  </a:lnTo>
                  <a:lnTo>
                    <a:pt x="1005" y="2009"/>
                  </a:lnTo>
                  <a:lnTo>
                    <a:pt x="1130" y="2051"/>
                  </a:lnTo>
                  <a:lnTo>
                    <a:pt x="1005" y="2365"/>
                  </a:lnTo>
                  <a:lnTo>
                    <a:pt x="942" y="2616"/>
                  </a:lnTo>
                  <a:lnTo>
                    <a:pt x="879" y="2825"/>
                  </a:lnTo>
                  <a:lnTo>
                    <a:pt x="712" y="2825"/>
                  </a:lnTo>
                  <a:lnTo>
                    <a:pt x="607" y="2783"/>
                  </a:lnTo>
                  <a:lnTo>
                    <a:pt x="502" y="2783"/>
                  </a:lnTo>
                  <a:lnTo>
                    <a:pt x="565" y="3076"/>
                  </a:lnTo>
                  <a:lnTo>
                    <a:pt x="565" y="3202"/>
                  </a:lnTo>
                  <a:lnTo>
                    <a:pt x="565" y="3411"/>
                  </a:lnTo>
                  <a:lnTo>
                    <a:pt x="419" y="3411"/>
                  </a:lnTo>
                  <a:lnTo>
                    <a:pt x="440" y="3578"/>
                  </a:lnTo>
                  <a:lnTo>
                    <a:pt x="419" y="3704"/>
                  </a:lnTo>
                  <a:lnTo>
                    <a:pt x="440" y="3808"/>
                  </a:lnTo>
                  <a:lnTo>
                    <a:pt x="398" y="4018"/>
                  </a:lnTo>
                  <a:lnTo>
                    <a:pt x="314" y="4039"/>
                  </a:lnTo>
                  <a:lnTo>
                    <a:pt x="272" y="4018"/>
                  </a:lnTo>
                  <a:lnTo>
                    <a:pt x="251" y="4122"/>
                  </a:lnTo>
                  <a:lnTo>
                    <a:pt x="251" y="4206"/>
                  </a:lnTo>
                  <a:lnTo>
                    <a:pt x="251" y="4332"/>
                  </a:lnTo>
                  <a:lnTo>
                    <a:pt x="189" y="4457"/>
                  </a:lnTo>
                  <a:lnTo>
                    <a:pt x="147" y="4436"/>
                  </a:lnTo>
                  <a:lnTo>
                    <a:pt x="42" y="4562"/>
                  </a:lnTo>
                  <a:lnTo>
                    <a:pt x="0" y="4666"/>
                  </a:lnTo>
                  <a:lnTo>
                    <a:pt x="0" y="4729"/>
                  </a:lnTo>
                  <a:lnTo>
                    <a:pt x="84" y="4834"/>
                  </a:lnTo>
                  <a:lnTo>
                    <a:pt x="105" y="4980"/>
                  </a:lnTo>
                  <a:lnTo>
                    <a:pt x="377" y="5231"/>
                  </a:lnTo>
                  <a:lnTo>
                    <a:pt x="377" y="5231"/>
                  </a:lnTo>
                  <a:lnTo>
                    <a:pt x="314" y="5127"/>
                  </a:lnTo>
                  <a:lnTo>
                    <a:pt x="314" y="5064"/>
                  </a:lnTo>
                  <a:lnTo>
                    <a:pt x="398" y="5148"/>
                  </a:lnTo>
                  <a:lnTo>
                    <a:pt x="523" y="5148"/>
                  </a:lnTo>
                  <a:lnTo>
                    <a:pt x="419" y="5231"/>
                  </a:lnTo>
                  <a:lnTo>
                    <a:pt x="440" y="5273"/>
                  </a:lnTo>
                  <a:lnTo>
                    <a:pt x="565" y="5273"/>
                  </a:lnTo>
                  <a:lnTo>
                    <a:pt x="565" y="5189"/>
                  </a:lnTo>
                  <a:lnTo>
                    <a:pt x="586" y="5273"/>
                  </a:lnTo>
                  <a:lnTo>
                    <a:pt x="691" y="5273"/>
                  </a:lnTo>
                  <a:lnTo>
                    <a:pt x="733" y="5357"/>
                  </a:lnTo>
                  <a:lnTo>
                    <a:pt x="921" y="5399"/>
                  </a:lnTo>
                  <a:lnTo>
                    <a:pt x="1026" y="5566"/>
                  </a:lnTo>
                  <a:lnTo>
                    <a:pt x="1026" y="5671"/>
                  </a:lnTo>
                  <a:lnTo>
                    <a:pt x="942" y="5692"/>
                  </a:lnTo>
                  <a:lnTo>
                    <a:pt x="900" y="5608"/>
                  </a:lnTo>
                  <a:lnTo>
                    <a:pt x="816" y="5671"/>
                  </a:lnTo>
                  <a:lnTo>
                    <a:pt x="900" y="5754"/>
                  </a:lnTo>
                  <a:lnTo>
                    <a:pt x="921" y="5775"/>
                  </a:lnTo>
                  <a:lnTo>
                    <a:pt x="900" y="5796"/>
                  </a:lnTo>
                  <a:lnTo>
                    <a:pt x="795" y="5775"/>
                  </a:lnTo>
                  <a:lnTo>
                    <a:pt x="774" y="5671"/>
                  </a:lnTo>
                  <a:lnTo>
                    <a:pt x="670" y="5671"/>
                  </a:lnTo>
                  <a:lnTo>
                    <a:pt x="670" y="5712"/>
                  </a:lnTo>
                  <a:lnTo>
                    <a:pt x="795" y="5817"/>
                  </a:lnTo>
                  <a:lnTo>
                    <a:pt x="795" y="5880"/>
                  </a:lnTo>
                  <a:lnTo>
                    <a:pt x="900" y="6005"/>
                  </a:lnTo>
                  <a:lnTo>
                    <a:pt x="1109" y="6068"/>
                  </a:lnTo>
                  <a:lnTo>
                    <a:pt x="1088" y="5880"/>
                  </a:lnTo>
                  <a:lnTo>
                    <a:pt x="1026" y="5775"/>
                  </a:lnTo>
                  <a:lnTo>
                    <a:pt x="1151" y="5859"/>
                  </a:lnTo>
                  <a:lnTo>
                    <a:pt x="1151" y="5964"/>
                  </a:lnTo>
                  <a:lnTo>
                    <a:pt x="1214" y="6068"/>
                  </a:lnTo>
                  <a:lnTo>
                    <a:pt x="1298" y="6131"/>
                  </a:lnTo>
                  <a:lnTo>
                    <a:pt x="1319" y="6298"/>
                  </a:lnTo>
                  <a:lnTo>
                    <a:pt x="1402" y="6382"/>
                  </a:lnTo>
                  <a:lnTo>
                    <a:pt x="1360" y="6403"/>
                  </a:lnTo>
                  <a:lnTo>
                    <a:pt x="1402" y="6445"/>
                  </a:lnTo>
                  <a:lnTo>
                    <a:pt x="1465" y="6487"/>
                  </a:lnTo>
                  <a:lnTo>
                    <a:pt x="1465" y="6717"/>
                  </a:lnTo>
                  <a:lnTo>
                    <a:pt x="1570" y="6947"/>
                  </a:lnTo>
                  <a:lnTo>
                    <a:pt x="1632" y="7010"/>
                  </a:lnTo>
                  <a:lnTo>
                    <a:pt x="1486" y="7114"/>
                  </a:lnTo>
                  <a:lnTo>
                    <a:pt x="1402" y="7658"/>
                  </a:lnTo>
                  <a:lnTo>
                    <a:pt x="1444" y="7784"/>
                  </a:lnTo>
                  <a:lnTo>
                    <a:pt x="1423" y="7847"/>
                  </a:lnTo>
                  <a:lnTo>
                    <a:pt x="1444" y="7889"/>
                  </a:lnTo>
                  <a:lnTo>
                    <a:pt x="1528" y="7742"/>
                  </a:lnTo>
                  <a:lnTo>
                    <a:pt x="1653" y="7637"/>
                  </a:lnTo>
                  <a:lnTo>
                    <a:pt x="1716" y="7470"/>
                  </a:lnTo>
                  <a:lnTo>
                    <a:pt x="1716" y="7658"/>
                  </a:lnTo>
                  <a:lnTo>
                    <a:pt x="1549" y="7805"/>
                  </a:lnTo>
                  <a:lnTo>
                    <a:pt x="1549" y="7972"/>
                  </a:lnTo>
                  <a:lnTo>
                    <a:pt x="1632" y="7951"/>
                  </a:lnTo>
                  <a:lnTo>
                    <a:pt x="1632" y="7868"/>
                  </a:lnTo>
                  <a:lnTo>
                    <a:pt x="1779" y="7784"/>
                  </a:lnTo>
                  <a:lnTo>
                    <a:pt x="1863" y="7868"/>
                  </a:lnTo>
                  <a:lnTo>
                    <a:pt x="1925" y="7868"/>
                  </a:lnTo>
                  <a:lnTo>
                    <a:pt x="1925" y="7805"/>
                  </a:lnTo>
                  <a:lnTo>
                    <a:pt x="1946" y="7847"/>
                  </a:lnTo>
                  <a:lnTo>
                    <a:pt x="1988" y="7847"/>
                  </a:lnTo>
                  <a:lnTo>
                    <a:pt x="2009" y="7805"/>
                  </a:lnTo>
                  <a:lnTo>
                    <a:pt x="2135" y="7805"/>
                  </a:lnTo>
                  <a:lnTo>
                    <a:pt x="2365" y="7658"/>
                  </a:lnTo>
                  <a:lnTo>
                    <a:pt x="2386" y="7575"/>
                  </a:lnTo>
                  <a:lnTo>
                    <a:pt x="2448" y="7596"/>
                  </a:lnTo>
                  <a:lnTo>
                    <a:pt x="2511" y="7596"/>
                  </a:lnTo>
                  <a:lnTo>
                    <a:pt x="2658" y="7533"/>
                  </a:lnTo>
                  <a:lnTo>
                    <a:pt x="2574" y="7491"/>
                  </a:lnTo>
                  <a:lnTo>
                    <a:pt x="2574" y="7470"/>
                  </a:lnTo>
                  <a:lnTo>
                    <a:pt x="2511" y="7365"/>
                  </a:lnTo>
                  <a:lnTo>
                    <a:pt x="2574" y="7365"/>
                  </a:lnTo>
                  <a:lnTo>
                    <a:pt x="2616" y="7449"/>
                  </a:lnTo>
                  <a:lnTo>
                    <a:pt x="2720" y="7470"/>
                  </a:lnTo>
                  <a:lnTo>
                    <a:pt x="2888" y="7345"/>
                  </a:lnTo>
                  <a:lnTo>
                    <a:pt x="2867" y="7282"/>
                  </a:lnTo>
                  <a:lnTo>
                    <a:pt x="2909" y="7240"/>
                  </a:lnTo>
                  <a:lnTo>
                    <a:pt x="2909" y="7114"/>
                  </a:lnTo>
                  <a:lnTo>
                    <a:pt x="2867" y="7052"/>
                  </a:lnTo>
                  <a:lnTo>
                    <a:pt x="2867" y="7010"/>
                  </a:lnTo>
                  <a:lnTo>
                    <a:pt x="2888" y="6947"/>
                  </a:lnTo>
                  <a:lnTo>
                    <a:pt x="2804" y="6863"/>
                  </a:lnTo>
                  <a:lnTo>
                    <a:pt x="2909" y="6947"/>
                  </a:lnTo>
                  <a:lnTo>
                    <a:pt x="2909" y="7010"/>
                  </a:lnTo>
                  <a:lnTo>
                    <a:pt x="2992" y="7010"/>
                  </a:lnTo>
                  <a:lnTo>
                    <a:pt x="2992" y="7073"/>
                  </a:lnTo>
                  <a:lnTo>
                    <a:pt x="3118" y="7282"/>
                  </a:lnTo>
                  <a:lnTo>
                    <a:pt x="3181" y="7365"/>
                  </a:lnTo>
                  <a:lnTo>
                    <a:pt x="3202" y="7491"/>
                  </a:lnTo>
                  <a:lnTo>
                    <a:pt x="3306" y="7491"/>
                  </a:lnTo>
                  <a:lnTo>
                    <a:pt x="3390" y="7470"/>
                  </a:lnTo>
                  <a:lnTo>
                    <a:pt x="3411" y="7386"/>
                  </a:lnTo>
                  <a:lnTo>
                    <a:pt x="3411" y="7470"/>
                  </a:lnTo>
                  <a:lnTo>
                    <a:pt x="3390" y="7533"/>
                  </a:lnTo>
                  <a:lnTo>
                    <a:pt x="3432" y="7658"/>
                  </a:lnTo>
                  <a:lnTo>
                    <a:pt x="3432" y="7700"/>
                  </a:lnTo>
                  <a:lnTo>
                    <a:pt x="3411" y="7742"/>
                  </a:lnTo>
                  <a:lnTo>
                    <a:pt x="3432" y="7847"/>
                  </a:lnTo>
                  <a:lnTo>
                    <a:pt x="3495" y="7889"/>
                  </a:lnTo>
                  <a:lnTo>
                    <a:pt x="3536" y="8307"/>
                  </a:lnTo>
                  <a:lnTo>
                    <a:pt x="3578" y="8328"/>
                  </a:lnTo>
                  <a:lnTo>
                    <a:pt x="3578" y="8516"/>
                  </a:lnTo>
                  <a:lnTo>
                    <a:pt x="3725" y="8600"/>
                  </a:lnTo>
                  <a:lnTo>
                    <a:pt x="3704" y="8642"/>
                  </a:lnTo>
                  <a:lnTo>
                    <a:pt x="3704" y="8788"/>
                  </a:lnTo>
                  <a:lnTo>
                    <a:pt x="3767" y="8851"/>
                  </a:lnTo>
                  <a:lnTo>
                    <a:pt x="3767" y="9123"/>
                  </a:lnTo>
                  <a:lnTo>
                    <a:pt x="3829" y="9228"/>
                  </a:lnTo>
                  <a:lnTo>
                    <a:pt x="3829" y="9332"/>
                  </a:lnTo>
                  <a:lnTo>
                    <a:pt x="3850" y="9311"/>
                  </a:lnTo>
                  <a:lnTo>
                    <a:pt x="3871" y="9123"/>
                  </a:lnTo>
                  <a:lnTo>
                    <a:pt x="3955" y="9249"/>
                  </a:lnTo>
                  <a:lnTo>
                    <a:pt x="3976" y="9374"/>
                  </a:lnTo>
                  <a:lnTo>
                    <a:pt x="4059" y="9458"/>
                  </a:lnTo>
                  <a:lnTo>
                    <a:pt x="4080" y="9793"/>
                  </a:lnTo>
                  <a:lnTo>
                    <a:pt x="4164" y="9855"/>
                  </a:lnTo>
                  <a:lnTo>
                    <a:pt x="4185" y="9960"/>
                  </a:lnTo>
                  <a:lnTo>
                    <a:pt x="4143" y="10002"/>
                  </a:lnTo>
                  <a:lnTo>
                    <a:pt x="4164" y="10169"/>
                  </a:lnTo>
                  <a:lnTo>
                    <a:pt x="4227" y="10253"/>
                  </a:lnTo>
                  <a:lnTo>
                    <a:pt x="4290" y="10316"/>
                  </a:lnTo>
                  <a:lnTo>
                    <a:pt x="4227" y="10399"/>
                  </a:lnTo>
                  <a:lnTo>
                    <a:pt x="4269" y="10567"/>
                  </a:lnTo>
                  <a:lnTo>
                    <a:pt x="4248" y="10609"/>
                  </a:lnTo>
                  <a:lnTo>
                    <a:pt x="4227" y="10630"/>
                  </a:lnTo>
                  <a:lnTo>
                    <a:pt x="4185" y="10797"/>
                  </a:lnTo>
                  <a:lnTo>
                    <a:pt x="4227" y="10818"/>
                  </a:lnTo>
                  <a:lnTo>
                    <a:pt x="4227" y="10922"/>
                  </a:lnTo>
                  <a:lnTo>
                    <a:pt x="4143" y="11027"/>
                  </a:lnTo>
                  <a:lnTo>
                    <a:pt x="4101" y="11048"/>
                  </a:lnTo>
                  <a:lnTo>
                    <a:pt x="4059" y="11048"/>
                  </a:lnTo>
                  <a:lnTo>
                    <a:pt x="4059" y="11111"/>
                  </a:lnTo>
                  <a:lnTo>
                    <a:pt x="4101" y="11194"/>
                  </a:lnTo>
                  <a:lnTo>
                    <a:pt x="4101" y="11341"/>
                  </a:lnTo>
                  <a:lnTo>
                    <a:pt x="4164" y="11529"/>
                  </a:lnTo>
                  <a:lnTo>
                    <a:pt x="4185" y="11341"/>
                  </a:lnTo>
                  <a:lnTo>
                    <a:pt x="4248" y="11236"/>
                  </a:lnTo>
                  <a:lnTo>
                    <a:pt x="4248" y="11257"/>
                  </a:lnTo>
                  <a:lnTo>
                    <a:pt x="4269" y="11153"/>
                  </a:lnTo>
                  <a:lnTo>
                    <a:pt x="4332" y="11090"/>
                  </a:lnTo>
                  <a:lnTo>
                    <a:pt x="4332" y="10922"/>
                  </a:lnTo>
                  <a:lnTo>
                    <a:pt x="4457" y="10839"/>
                  </a:lnTo>
                  <a:lnTo>
                    <a:pt x="4583" y="10483"/>
                  </a:lnTo>
                  <a:lnTo>
                    <a:pt x="4666" y="10420"/>
                  </a:lnTo>
                  <a:lnTo>
                    <a:pt x="4666" y="10253"/>
                  </a:lnTo>
                  <a:lnTo>
                    <a:pt x="4583" y="10106"/>
                  </a:lnTo>
                  <a:lnTo>
                    <a:pt x="4604" y="9960"/>
                  </a:lnTo>
                  <a:lnTo>
                    <a:pt x="4562" y="9855"/>
                  </a:lnTo>
                  <a:lnTo>
                    <a:pt x="4541" y="9667"/>
                  </a:lnTo>
                  <a:lnTo>
                    <a:pt x="4457" y="9583"/>
                  </a:lnTo>
                  <a:lnTo>
                    <a:pt x="4478" y="9479"/>
                  </a:lnTo>
                  <a:lnTo>
                    <a:pt x="4457" y="9353"/>
                  </a:lnTo>
                  <a:lnTo>
                    <a:pt x="4478" y="9270"/>
                  </a:lnTo>
                  <a:lnTo>
                    <a:pt x="4436" y="9018"/>
                  </a:lnTo>
                  <a:lnTo>
                    <a:pt x="4269" y="8851"/>
                  </a:lnTo>
                  <a:lnTo>
                    <a:pt x="4080" y="8725"/>
                  </a:lnTo>
                  <a:lnTo>
                    <a:pt x="3934" y="8537"/>
                  </a:lnTo>
                  <a:lnTo>
                    <a:pt x="3934" y="8433"/>
                  </a:lnTo>
                  <a:lnTo>
                    <a:pt x="3850" y="8223"/>
                  </a:lnTo>
                  <a:lnTo>
                    <a:pt x="3955" y="8181"/>
                  </a:lnTo>
                  <a:lnTo>
                    <a:pt x="3976" y="8077"/>
                  </a:lnTo>
                  <a:lnTo>
                    <a:pt x="3934" y="7784"/>
                  </a:lnTo>
                  <a:lnTo>
                    <a:pt x="3955" y="7700"/>
                  </a:lnTo>
                  <a:lnTo>
                    <a:pt x="4059" y="7658"/>
                  </a:lnTo>
                  <a:lnTo>
                    <a:pt x="4059" y="7533"/>
                  </a:lnTo>
                  <a:lnTo>
                    <a:pt x="3934" y="7470"/>
                  </a:lnTo>
                  <a:lnTo>
                    <a:pt x="3934" y="7345"/>
                  </a:lnTo>
                  <a:lnTo>
                    <a:pt x="3850" y="7219"/>
                  </a:lnTo>
                  <a:lnTo>
                    <a:pt x="3767" y="7156"/>
                  </a:lnTo>
                  <a:lnTo>
                    <a:pt x="3620" y="6863"/>
                  </a:lnTo>
                  <a:lnTo>
                    <a:pt x="3495" y="6759"/>
                  </a:lnTo>
                  <a:lnTo>
                    <a:pt x="3432" y="6696"/>
                  </a:lnTo>
                  <a:lnTo>
                    <a:pt x="3348" y="6612"/>
                  </a:lnTo>
                  <a:lnTo>
                    <a:pt x="3243" y="6424"/>
                  </a:lnTo>
                  <a:lnTo>
                    <a:pt x="3181" y="6403"/>
                  </a:lnTo>
                  <a:lnTo>
                    <a:pt x="3181" y="6319"/>
                  </a:lnTo>
                  <a:lnTo>
                    <a:pt x="3306" y="6236"/>
                  </a:lnTo>
                  <a:lnTo>
                    <a:pt x="3411" y="6173"/>
                  </a:lnTo>
                  <a:lnTo>
                    <a:pt x="3390" y="6089"/>
                  </a:lnTo>
                  <a:lnTo>
                    <a:pt x="3390" y="5901"/>
                  </a:lnTo>
                  <a:lnTo>
                    <a:pt x="3453" y="5817"/>
                  </a:lnTo>
                  <a:lnTo>
                    <a:pt x="3432" y="5650"/>
                  </a:lnTo>
                  <a:lnTo>
                    <a:pt x="3515" y="5503"/>
                  </a:lnTo>
                  <a:lnTo>
                    <a:pt x="3746" y="5587"/>
                  </a:lnTo>
                  <a:lnTo>
                    <a:pt x="3871" y="5482"/>
                  </a:lnTo>
                  <a:lnTo>
                    <a:pt x="4018" y="5482"/>
                  </a:lnTo>
                  <a:lnTo>
                    <a:pt x="4039" y="5440"/>
                  </a:lnTo>
                  <a:lnTo>
                    <a:pt x="4039" y="5273"/>
                  </a:lnTo>
                  <a:lnTo>
                    <a:pt x="4101" y="5231"/>
                  </a:lnTo>
                  <a:lnTo>
                    <a:pt x="4269" y="5252"/>
                  </a:lnTo>
                  <a:lnTo>
                    <a:pt x="4290" y="5168"/>
                  </a:lnTo>
                  <a:lnTo>
                    <a:pt x="4248" y="5085"/>
                  </a:lnTo>
                  <a:lnTo>
                    <a:pt x="4248" y="5022"/>
                  </a:lnTo>
                  <a:lnTo>
                    <a:pt x="4373" y="4980"/>
                  </a:lnTo>
                  <a:lnTo>
                    <a:pt x="4541" y="4959"/>
                  </a:lnTo>
                  <a:lnTo>
                    <a:pt x="4562" y="4959"/>
                  </a:lnTo>
                  <a:lnTo>
                    <a:pt x="4604" y="4813"/>
                  </a:lnTo>
                  <a:lnTo>
                    <a:pt x="4666" y="4813"/>
                  </a:lnTo>
                  <a:lnTo>
                    <a:pt x="4792" y="4729"/>
                  </a:lnTo>
                  <a:lnTo>
                    <a:pt x="4750" y="4645"/>
                  </a:lnTo>
                  <a:lnTo>
                    <a:pt x="4792" y="4541"/>
                  </a:lnTo>
                  <a:lnTo>
                    <a:pt x="4813" y="4436"/>
                  </a:lnTo>
                  <a:lnTo>
                    <a:pt x="4980" y="4415"/>
                  </a:lnTo>
                  <a:lnTo>
                    <a:pt x="5085" y="4311"/>
                  </a:lnTo>
                  <a:lnTo>
                    <a:pt x="5127" y="4290"/>
                  </a:lnTo>
                  <a:lnTo>
                    <a:pt x="5127" y="4143"/>
                  </a:lnTo>
                  <a:lnTo>
                    <a:pt x="5022" y="4122"/>
                  </a:lnTo>
                  <a:lnTo>
                    <a:pt x="4771" y="4227"/>
                  </a:lnTo>
                  <a:lnTo>
                    <a:pt x="4624" y="4227"/>
                  </a:lnTo>
                  <a:lnTo>
                    <a:pt x="4562" y="4311"/>
                  </a:lnTo>
                  <a:lnTo>
                    <a:pt x="4436" y="4248"/>
                  </a:lnTo>
                  <a:lnTo>
                    <a:pt x="4394" y="4122"/>
                  </a:lnTo>
                  <a:lnTo>
                    <a:pt x="4436" y="3997"/>
                  </a:lnTo>
                  <a:lnTo>
                    <a:pt x="4352" y="3892"/>
                  </a:lnTo>
                  <a:lnTo>
                    <a:pt x="4269" y="3976"/>
                  </a:lnTo>
                  <a:lnTo>
                    <a:pt x="4227" y="3913"/>
                  </a:lnTo>
                  <a:lnTo>
                    <a:pt x="4039" y="3913"/>
                  </a:lnTo>
                  <a:lnTo>
                    <a:pt x="3955" y="3934"/>
                  </a:lnTo>
                  <a:lnTo>
                    <a:pt x="3934" y="3871"/>
                  </a:lnTo>
                  <a:lnTo>
                    <a:pt x="4039" y="3767"/>
                  </a:lnTo>
                  <a:lnTo>
                    <a:pt x="4185" y="3578"/>
                  </a:lnTo>
                  <a:lnTo>
                    <a:pt x="4164" y="3495"/>
                  </a:lnTo>
                  <a:lnTo>
                    <a:pt x="4227" y="3390"/>
                  </a:lnTo>
                  <a:lnTo>
                    <a:pt x="4227" y="3306"/>
                  </a:lnTo>
                  <a:lnTo>
                    <a:pt x="4101" y="3244"/>
                  </a:lnTo>
                  <a:lnTo>
                    <a:pt x="3955" y="3244"/>
                  </a:lnTo>
                  <a:lnTo>
                    <a:pt x="3934" y="3285"/>
                  </a:lnTo>
                  <a:lnTo>
                    <a:pt x="3871" y="3202"/>
                  </a:lnTo>
                  <a:lnTo>
                    <a:pt x="3913" y="3160"/>
                  </a:lnTo>
                  <a:lnTo>
                    <a:pt x="3767" y="3139"/>
                  </a:lnTo>
                  <a:lnTo>
                    <a:pt x="3704" y="3055"/>
                  </a:lnTo>
                  <a:lnTo>
                    <a:pt x="3725" y="2951"/>
                  </a:lnTo>
                  <a:lnTo>
                    <a:pt x="3704" y="2846"/>
                  </a:lnTo>
                  <a:lnTo>
                    <a:pt x="3557" y="2867"/>
                  </a:lnTo>
                  <a:lnTo>
                    <a:pt x="3495" y="2825"/>
                  </a:lnTo>
                  <a:lnTo>
                    <a:pt x="3515" y="2741"/>
                  </a:lnTo>
                  <a:lnTo>
                    <a:pt x="3495" y="2658"/>
                  </a:lnTo>
                  <a:lnTo>
                    <a:pt x="3223" y="2720"/>
                  </a:lnTo>
                  <a:lnTo>
                    <a:pt x="3097" y="2825"/>
                  </a:lnTo>
                  <a:lnTo>
                    <a:pt x="3034" y="2679"/>
                  </a:lnTo>
                  <a:lnTo>
                    <a:pt x="3055" y="2532"/>
                  </a:lnTo>
                  <a:lnTo>
                    <a:pt x="2992" y="2469"/>
                  </a:lnTo>
                  <a:lnTo>
                    <a:pt x="2930" y="2407"/>
                  </a:lnTo>
                  <a:lnTo>
                    <a:pt x="2825" y="2344"/>
                  </a:lnTo>
                  <a:lnTo>
                    <a:pt x="2825" y="2239"/>
                  </a:lnTo>
                  <a:lnTo>
                    <a:pt x="2888" y="2155"/>
                  </a:lnTo>
                  <a:lnTo>
                    <a:pt x="2825" y="2093"/>
                  </a:lnTo>
                  <a:lnTo>
                    <a:pt x="2888" y="2009"/>
                  </a:lnTo>
                  <a:lnTo>
                    <a:pt x="2971" y="1904"/>
                  </a:lnTo>
                  <a:lnTo>
                    <a:pt x="3034" y="1925"/>
                  </a:lnTo>
                  <a:lnTo>
                    <a:pt x="3097" y="1883"/>
                  </a:lnTo>
                  <a:lnTo>
                    <a:pt x="3034" y="1779"/>
                  </a:lnTo>
                  <a:lnTo>
                    <a:pt x="3055" y="1695"/>
                  </a:lnTo>
                  <a:lnTo>
                    <a:pt x="3118" y="1674"/>
                  </a:lnTo>
                  <a:lnTo>
                    <a:pt x="3139" y="1570"/>
                  </a:lnTo>
                  <a:lnTo>
                    <a:pt x="3243" y="1507"/>
                  </a:lnTo>
                  <a:lnTo>
                    <a:pt x="3285" y="1423"/>
                  </a:lnTo>
                  <a:lnTo>
                    <a:pt x="3285" y="1319"/>
                  </a:lnTo>
                  <a:lnTo>
                    <a:pt x="3306" y="1067"/>
                  </a:lnTo>
                  <a:lnTo>
                    <a:pt x="3285" y="900"/>
                  </a:lnTo>
                  <a:lnTo>
                    <a:pt x="3202" y="691"/>
                  </a:lnTo>
                  <a:lnTo>
                    <a:pt x="3202" y="544"/>
                  </a:lnTo>
                  <a:lnTo>
                    <a:pt x="3097" y="419"/>
                  </a:lnTo>
                  <a:lnTo>
                    <a:pt x="2992" y="419"/>
                  </a:lnTo>
                  <a:lnTo>
                    <a:pt x="2971" y="251"/>
                  </a:lnTo>
                  <a:lnTo>
                    <a:pt x="2825" y="147"/>
                  </a:lnTo>
                  <a:lnTo>
                    <a:pt x="2783" y="0"/>
                  </a:lnTo>
                  <a:lnTo>
                    <a:pt x="2616" y="0"/>
                  </a:lnTo>
                  <a:lnTo>
                    <a:pt x="2532" y="42"/>
                  </a:lnTo>
                  <a:lnTo>
                    <a:pt x="240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38"/>
            <p:cNvSpPr/>
            <p:nvPr/>
          </p:nvSpPr>
          <p:spPr>
            <a:xfrm>
              <a:off x="4343054" y="2959975"/>
              <a:ext cx="35389" cy="43557"/>
            </a:xfrm>
            <a:custGeom>
              <a:rect b="b" l="l" r="r" t="t"/>
              <a:pathLst>
                <a:path extrusionOk="0" h="3830" w="2972">
                  <a:moveTo>
                    <a:pt x="209" y="1"/>
                  </a:moveTo>
                  <a:lnTo>
                    <a:pt x="189" y="63"/>
                  </a:lnTo>
                  <a:lnTo>
                    <a:pt x="147" y="63"/>
                  </a:lnTo>
                  <a:lnTo>
                    <a:pt x="147" y="147"/>
                  </a:lnTo>
                  <a:lnTo>
                    <a:pt x="189" y="210"/>
                  </a:lnTo>
                  <a:lnTo>
                    <a:pt x="147" y="356"/>
                  </a:lnTo>
                  <a:lnTo>
                    <a:pt x="21" y="482"/>
                  </a:lnTo>
                  <a:lnTo>
                    <a:pt x="0" y="628"/>
                  </a:lnTo>
                  <a:lnTo>
                    <a:pt x="293" y="733"/>
                  </a:lnTo>
                  <a:lnTo>
                    <a:pt x="398" y="670"/>
                  </a:lnTo>
                  <a:lnTo>
                    <a:pt x="523" y="691"/>
                  </a:lnTo>
                  <a:lnTo>
                    <a:pt x="502" y="754"/>
                  </a:lnTo>
                  <a:lnTo>
                    <a:pt x="544" y="900"/>
                  </a:lnTo>
                  <a:lnTo>
                    <a:pt x="481" y="963"/>
                  </a:lnTo>
                  <a:lnTo>
                    <a:pt x="398" y="942"/>
                  </a:lnTo>
                  <a:lnTo>
                    <a:pt x="314" y="984"/>
                  </a:lnTo>
                  <a:lnTo>
                    <a:pt x="272" y="1151"/>
                  </a:lnTo>
                  <a:lnTo>
                    <a:pt x="168" y="1172"/>
                  </a:lnTo>
                  <a:lnTo>
                    <a:pt x="168" y="1402"/>
                  </a:lnTo>
                  <a:lnTo>
                    <a:pt x="293" y="1570"/>
                  </a:lnTo>
                  <a:lnTo>
                    <a:pt x="419" y="1612"/>
                  </a:lnTo>
                  <a:lnTo>
                    <a:pt x="586" y="1800"/>
                  </a:lnTo>
                  <a:lnTo>
                    <a:pt x="586" y="1988"/>
                  </a:lnTo>
                  <a:lnTo>
                    <a:pt x="628" y="2114"/>
                  </a:lnTo>
                  <a:lnTo>
                    <a:pt x="607" y="2218"/>
                  </a:lnTo>
                  <a:lnTo>
                    <a:pt x="628" y="2407"/>
                  </a:lnTo>
                  <a:lnTo>
                    <a:pt x="816" y="2637"/>
                  </a:lnTo>
                  <a:lnTo>
                    <a:pt x="816" y="2783"/>
                  </a:lnTo>
                  <a:lnTo>
                    <a:pt x="837" y="2888"/>
                  </a:lnTo>
                  <a:lnTo>
                    <a:pt x="879" y="3076"/>
                  </a:lnTo>
                  <a:lnTo>
                    <a:pt x="921" y="3055"/>
                  </a:lnTo>
                  <a:lnTo>
                    <a:pt x="984" y="3160"/>
                  </a:lnTo>
                  <a:lnTo>
                    <a:pt x="1005" y="3202"/>
                  </a:lnTo>
                  <a:lnTo>
                    <a:pt x="1046" y="3202"/>
                  </a:lnTo>
                  <a:lnTo>
                    <a:pt x="1067" y="3139"/>
                  </a:lnTo>
                  <a:lnTo>
                    <a:pt x="1130" y="3097"/>
                  </a:lnTo>
                  <a:lnTo>
                    <a:pt x="1214" y="3160"/>
                  </a:lnTo>
                  <a:lnTo>
                    <a:pt x="1214" y="3181"/>
                  </a:lnTo>
                  <a:lnTo>
                    <a:pt x="1256" y="3160"/>
                  </a:lnTo>
                  <a:lnTo>
                    <a:pt x="1298" y="3055"/>
                  </a:lnTo>
                  <a:lnTo>
                    <a:pt x="1214" y="2930"/>
                  </a:lnTo>
                  <a:lnTo>
                    <a:pt x="1256" y="2888"/>
                  </a:lnTo>
                  <a:lnTo>
                    <a:pt x="1256" y="2783"/>
                  </a:lnTo>
                  <a:lnTo>
                    <a:pt x="1318" y="2721"/>
                  </a:lnTo>
                  <a:lnTo>
                    <a:pt x="1318" y="2742"/>
                  </a:lnTo>
                  <a:lnTo>
                    <a:pt x="1256" y="2951"/>
                  </a:lnTo>
                  <a:lnTo>
                    <a:pt x="1339" y="3055"/>
                  </a:lnTo>
                  <a:lnTo>
                    <a:pt x="1423" y="2930"/>
                  </a:lnTo>
                  <a:lnTo>
                    <a:pt x="1507" y="2888"/>
                  </a:lnTo>
                  <a:lnTo>
                    <a:pt x="1507" y="2888"/>
                  </a:lnTo>
                  <a:lnTo>
                    <a:pt x="1465" y="2951"/>
                  </a:lnTo>
                  <a:lnTo>
                    <a:pt x="1423" y="2972"/>
                  </a:lnTo>
                  <a:lnTo>
                    <a:pt x="1360" y="3076"/>
                  </a:lnTo>
                  <a:lnTo>
                    <a:pt x="1465" y="3139"/>
                  </a:lnTo>
                  <a:lnTo>
                    <a:pt x="1549" y="2951"/>
                  </a:lnTo>
                  <a:lnTo>
                    <a:pt x="1653" y="2930"/>
                  </a:lnTo>
                  <a:lnTo>
                    <a:pt x="1674" y="2762"/>
                  </a:lnTo>
                  <a:lnTo>
                    <a:pt x="1590" y="2637"/>
                  </a:lnTo>
                  <a:lnTo>
                    <a:pt x="1528" y="2616"/>
                  </a:lnTo>
                  <a:lnTo>
                    <a:pt x="1632" y="2553"/>
                  </a:lnTo>
                  <a:lnTo>
                    <a:pt x="1653" y="2511"/>
                  </a:lnTo>
                  <a:lnTo>
                    <a:pt x="1570" y="2365"/>
                  </a:lnTo>
                  <a:lnTo>
                    <a:pt x="1549" y="2156"/>
                  </a:lnTo>
                  <a:lnTo>
                    <a:pt x="1590" y="2344"/>
                  </a:lnTo>
                  <a:lnTo>
                    <a:pt x="1716" y="2449"/>
                  </a:lnTo>
                  <a:lnTo>
                    <a:pt x="1779" y="2428"/>
                  </a:lnTo>
                  <a:lnTo>
                    <a:pt x="1779" y="2470"/>
                  </a:lnTo>
                  <a:lnTo>
                    <a:pt x="1988" y="2574"/>
                  </a:lnTo>
                  <a:lnTo>
                    <a:pt x="2093" y="2511"/>
                  </a:lnTo>
                  <a:lnTo>
                    <a:pt x="2155" y="2532"/>
                  </a:lnTo>
                  <a:lnTo>
                    <a:pt x="2155" y="2470"/>
                  </a:lnTo>
                  <a:lnTo>
                    <a:pt x="2197" y="2470"/>
                  </a:lnTo>
                  <a:lnTo>
                    <a:pt x="2365" y="2888"/>
                  </a:lnTo>
                  <a:lnTo>
                    <a:pt x="2448" y="2951"/>
                  </a:lnTo>
                  <a:lnTo>
                    <a:pt x="2448" y="3034"/>
                  </a:lnTo>
                  <a:lnTo>
                    <a:pt x="2406" y="3160"/>
                  </a:lnTo>
                  <a:lnTo>
                    <a:pt x="2469" y="3181"/>
                  </a:lnTo>
                  <a:lnTo>
                    <a:pt x="2406" y="3348"/>
                  </a:lnTo>
                  <a:lnTo>
                    <a:pt x="2448" y="3369"/>
                  </a:lnTo>
                  <a:lnTo>
                    <a:pt x="2511" y="3306"/>
                  </a:lnTo>
                  <a:lnTo>
                    <a:pt x="2553" y="3265"/>
                  </a:lnTo>
                  <a:lnTo>
                    <a:pt x="2553" y="3265"/>
                  </a:lnTo>
                  <a:lnTo>
                    <a:pt x="2511" y="3369"/>
                  </a:lnTo>
                  <a:lnTo>
                    <a:pt x="2490" y="3411"/>
                  </a:lnTo>
                  <a:lnTo>
                    <a:pt x="2553" y="3495"/>
                  </a:lnTo>
                  <a:lnTo>
                    <a:pt x="2637" y="3620"/>
                  </a:lnTo>
                  <a:lnTo>
                    <a:pt x="2720" y="3830"/>
                  </a:lnTo>
                  <a:lnTo>
                    <a:pt x="2762" y="3830"/>
                  </a:lnTo>
                  <a:lnTo>
                    <a:pt x="2720" y="3683"/>
                  </a:lnTo>
                  <a:lnTo>
                    <a:pt x="2720" y="3620"/>
                  </a:lnTo>
                  <a:lnTo>
                    <a:pt x="2762" y="3516"/>
                  </a:lnTo>
                  <a:lnTo>
                    <a:pt x="2867" y="3390"/>
                  </a:lnTo>
                  <a:lnTo>
                    <a:pt x="2909" y="3411"/>
                  </a:lnTo>
                  <a:lnTo>
                    <a:pt x="2971" y="3286"/>
                  </a:lnTo>
                  <a:lnTo>
                    <a:pt x="2971" y="3160"/>
                  </a:lnTo>
                  <a:lnTo>
                    <a:pt x="2930" y="3139"/>
                  </a:lnTo>
                  <a:lnTo>
                    <a:pt x="2909" y="3076"/>
                  </a:lnTo>
                  <a:lnTo>
                    <a:pt x="2909" y="3034"/>
                  </a:lnTo>
                  <a:lnTo>
                    <a:pt x="2888" y="2972"/>
                  </a:lnTo>
                  <a:lnTo>
                    <a:pt x="2867" y="2888"/>
                  </a:lnTo>
                  <a:lnTo>
                    <a:pt x="2804" y="2742"/>
                  </a:lnTo>
                  <a:lnTo>
                    <a:pt x="2783" y="2511"/>
                  </a:lnTo>
                  <a:lnTo>
                    <a:pt x="2720" y="2428"/>
                  </a:lnTo>
                  <a:lnTo>
                    <a:pt x="2720" y="2302"/>
                  </a:lnTo>
                  <a:lnTo>
                    <a:pt x="2699" y="2135"/>
                  </a:lnTo>
                  <a:lnTo>
                    <a:pt x="2637" y="2051"/>
                  </a:lnTo>
                  <a:lnTo>
                    <a:pt x="2595" y="2009"/>
                  </a:lnTo>
                  <a:lnTo>
                    <a:pt x="2511" y="2009"/>
                  </a:lnTo>
                  <a:lnTo>
                    <a:pt x="2448" y="1946"/>
                  </a:lnTo>
                  <a:lnTo>
                    <a:pt x="2386" y="2009"/>
                  </a:lnTo>
                  <a:lnTo>
                    <a:pt x="2406" y="2051"/>
                  </a:lnTo>
                  <a:lnTo>
                    <a:pt x="2386" y="2114"/>
                  </a:lnTo>
                  <a:lnTo>
                    <a:pt x="2386" y="2156"/>
                  </a:lnTo>
                  <a:lnTo>
                    <a:pt x="2344" y="2239"/>
                  </a:lnTo>
                  <a:lnTo>
                    <a:pt x="2365" y="2302"/>
                  </a:lnTo>
                  <a:lnTo>
                    <a:pt x="2365" y="2365"/>
                  </a:lnTo>
                  <a:lnTo>
                    <a:pt x="2281" y="2365"/>
                  </a:lnTo>
                  <a:lnTo>
                    <a:pt x="2197" y="2260"/>
                  </a:lnTo>
                  <a:lnTo>
                    <a:pt x="2093" y="2156"/>
                  </a:lnTo>
                  <a:lnTo>
                    <a:pt x="2093" y="2114"/>
                  </a:lnTo>
                  <a:lnTo>
                    <a:pt x="2030" y="2051"/>
                  </a:lnTo>
                  <a:lnTo>
                    <a:pt x="1967" y="1905"/>
                  </a:lnTo>
                  <a:lnTo>
                    <a:pt x="1967" y="1821"/>
                  </a:lnTo>
                  <a:lnTo>
                    <a:pt x="2030" y="1800"/>
                  </a:lnTo>
                  <a:lnTo>
                    <a:pt x="2051" y="1716"/>
                  </a:lnTo>
                  <a:lnTo>
                    <a:pt x="2155" y="1633"/>
                  </a:lnTo>
                  <a:lnTo>
                    <a:pt x="2176" y="1695"/>
                  </a:lnTo>
                  <a:lnTo>
                    <a:pt x="2260" y="1695"/>
                  </a:lnTo>
                  <a:lnTo>
                    <a:pt x="2302" y="1633"/>
                  </a:lnTo>
                  <a:lnTo>
                    <a:pt x="2302" y="1570"/>
                  </a:lnTo>
                  <a:lnTo>
                    <a:pt x="2365" y="1528"/>
                  </a:lnTo>
                  <a:lnTo>
                    <a:pt x="2448" y="1319"/>
                  </a:lnTo>
                  <a:lnTo>
                    <a:pt x="2469" y="1193"/>
                  </a:lnTo>
                  <a:lnTo>
                    <a:pt x="2511" y="1068"/>
                  </a:lnTo>
                  <a:lnTo>
                    <a:pt x="2469" y="1047"/>
                  </a:lnTo>
                  <a:lnTo>
                    <a:pt x="2365" y="942"/>
                  </a:lnTo>
                  <a:lnTo>
                    <a:pt x="2302" y="963"/>
                  </a:lnTo>
                  <a:lnTo>
                    <a:pt x="2260" y="942"/>
                  </a:lnTo>
                  <a:lnTo>
                    <a:pt x="2176" y="942"/>
                  </a:lnTo>
                  <a:lnTo>
                    <a:pt x="1967" y="963"/>
                  </a:lnTo>
                  <a:lnTo>
                    <a:pt x="1779" y="942"/>
                  </a:lnTo>
                  <a:lnTo>
                    <a:pt x="1423" y="942"/>
                  </a:lnTo>
                  <a:lnTo>
                    <a:pt x="1298" y="879"/>
                  </a:lnTo>
                  <a:lnTo>
                    <a:pt x="1193" y="900"/>
                  </a:lnTo>
                  <a:lnTo>
                    <a:pt x="1067" y="858"/>
                  </a:lnTo>
                  <a:lnTo>
                    <a:pt x="1067" y="775"/>
                  </a:lnTo>
                  <a:lnTo>
                    <a:pt x="1026" y="649"/>
                  </a:lnTo>
                  <a:lnTo>
                    <a:pt x="1026" y="565"/>
                  </a:lnTo>
                  <a:lnTo>
                    <a:pt x="1005" y="440"/>
                  </a:lnTo>
                  <a:lnTo>
                    <a:pt x="921" y="314"/>
                  </a:lnTo>
                  <a:lnTo>
                    <a:pt x="879" y="314"/>
                  </a:lnTo>
                  <a:lnTo>
                    <a:pt x="837" y="356"/>
                  </a:lnTo>
                  <a:lnTo>
                    <a:pt x="733" y="314"/>
                  </a:lnTo>
                  <a:lnTo>
                    <a:pt x="691" y="252"/>
                  </a:lnTo>
                  <a:lnTo>
                    <a:pt x="607" y="168"/>
                  </a:lnTo>
                  <a:lnTo>
                    <a:pt x="544" y="168"/>
                  </a:lnTo>
                  <a:lnTo>
                    <a:pt x="523" y="252"/>
                  </a:lnTo>
                  <a:lnTo>
                    <a:pt x="607" y="314"/>
                  </a:lnTo>
                  <a:lnTo>
                    <a:pt x="544" y="335"/>
                  </a:lnTo>
                  <a:lnTo>
                    <a:pt x="419" y="314"/>
                  </a:lnTo>
                  <a:lnTo>
                    <a:pt x="356" y="210"/>
                  </a:lnTo>
                  <a:lnTo>
                    <a:pt x="356" y="147"/>
                  </a:lnTo>
                  <a:lnTo>
                    <a:pt x="272" y="42"/>
                  </a:lnTo>
                  <a:lnTo>
                    <a:pt x="20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38"/>
            <p:cNvSpPr/>
            <p:nvPr/>
          </p:nvSpPr>
          <p:spPr>
            <a:xfrm>
              <a:off x="3793178" y="2712975"/>
              <a:ext cx="26423" cy="30945"/>
            </a:xfrm>
            <a:custGeom>
              <a:rect b="b" l="l" r="r" t="t"/>
              <a:pathLst>
                <a:path extrusionOk="0" h="2721" w="2219">
                  <a:moveTo>
                    <a:pt x="1298" y="1"/>
                  </a:moveTo>
                  <a:lnTo>
                    <a:pt x="1152" y="168"/>
                  </a:lnTo>
                  <a:lnTo>
                    <a:pt x="984" y="231"/>
                  </a:lnTo>
                  <a:lnTo>
                    <a:pt x="880" y="231"/>
                  </a:lnTo>
                  <a:lnTo>
                    <a:pt x="817" y="336"/>
                  </a:lnTo>
                  <a:lnTo>
                    <a:pt x="754" y="482"/>
                  </a:lnTo>
                  <a:lnTo>
                    <a:pt x="649" y="545"/>
                  </a:lnTo>
                  <a:lnTo>
                    <a:pt x="524" y="545"/>
                  </a:lnTo>
                  <a:lnTo>
                    <a:pt x="357" y="649"/>
                  </a:lnTo>
                  <a:lnTo>
                    <a:pt x="315" y="629"/>
                  </a:lnTo>
                  <a:lnTo>
                    <a:pt x="231" y="629"/>
                  </a:lnTo>
                  <a:lnTo>
                    <a:pt x="210" y="754"/>
                  </a:lnTo>
                  <a:lnTo>
                    <a:pt x="126" y="838"/>
                  </a:lnTo>
                  <a:lnTo>
                    <a:pt x="189" y="901"/>
                  </a:lnTo>
                  <a:lnTo>
                    <a:pt x="231" y="859"/>
                  </a:lnTo>
                  <a:lnTo>
                    <a:pt x="357" y="1005"/>
                  </a:lnTo>
                  <a:lnTo>
                    <a:pt x="336" y="838"/>
                  </a:lnTo>
                  <a:lnTo>
                    <a:pt x="357" y="754"/>
                  </a:lnTo>
                  <a:lnTo>
                    <a:pt x="545" y="629"/>
                  </a:lnTo>
                  <a:lnTo>
                    <a:pt x="566" y="649"/>
                  </a:lnTo>
                  <a:lnTo>
                    <a:pt x="670" y="629"/>
                  </a:lnTo>
                  <a:lnTo>
                    <a:pt x="817" y="649"/>
                  </a:lnTo>
                  <a:lnTo>
                    <a:pt x="859" y="629"/>
                  </a:lnTo>
                  <a:lnTo>
                    <a:pt x="859" y="629"/>
                  </a:lnTo>
                  <a:cubicBezTo>
                    <a:pt x="859" y="649"/>
                    <a:pt x="838" y="649"/>
                    <a:pt x="838" y="691"/>
                  </a:cubicBezTo>
                  <a:lnTo>
                    <a:pt x="754" y="712"/>
                  </a:lnTo>
                  <a:lnTo>
                    <a:pt x="670" y="712"/>
                  </a:lnTo>
                  <a:lnTo>
                    <a:pt x="629" y="733"/>
                  </a:lnTo>
                  <a:lnTo>
                    <a:pt x="733" y="859"/>
                  </a:lnTo>
                  <a:lnTo>
                    <a:pt x="691" y="921"/>
                  </a:lnTo>
                  <a:lnTo>
                    <a:pt x="775" y="1026"/>
                  </a:lnTo>
                  <a:lnTo>
                    <a:pt x="775" y="1047"/>
                  </a:lnTo>
                  <a:lnTo>
                    <a:pt x="691" y="1026"/>
                  </a:lnTo>
                  <a:lnTo>
                    <a:pt x="587" y="1047"/>
                  </a:lnTo>
                  <a:lnTo>
                    <a:pt x="566" y="1005"/>
                  </a:lnTo>
                  <a:lnTo>
                    <a:pt x="629" y="942"/>
                  </a:lnTo>
                  <a:lnTo>
                    <a:pt x="566" y="838"/>
                  </a:lnTo>
                  <a:lnTo>
                    <a:pt x="545" y="838"/>
                  </a:lnTo>
                  <a:lnTo>
                    <a:pt x="461" y="963"/>
                  </a:lnTo>
                  <a:lnTo>
                    <a:pt x="524" y="1047"/>
                  </a:lnTo>
                  <a:lnTo>
                    <a:pt x="419" y="1131"/>
                  </a:lnTo>
                  <a:lnTo>
                    <a:pt x="336" y="1047"/>
                  </a:lnTo>
                  <a:lnTo>
                    <a:pt x="231" y="1047"/>
                  </a:lnTo>
                  <a:lnTo>
                    <a:pt x="147" y="1026"/>
                  </a:lnTo>
                  <a:lnTo>
                    <a:pt x="64" y="1110"/>
                  </a:lnTo>
                  <a:lnTo>
                    <a:pt x="210" y="1173"/>
                  </a:lnTo>
                  <a:lnTo>
                    <a:pt x="210" y="1277"/>
                  </a:lnTo>
                  <a:lnTo>
                    <a:pt x="126" y="1235"/>
                  </a:lnTo>
                  <a:lnTo>
                    <a:pt x="64" y="1256"/>
                  </a:lnTo>
                  <a:lnTo>
                    <a:pt x="105" y="1424"/>
                  </a:lnTo>
                  <a:lnTo>
                    <a:pt x="168" y="1465"/>
                  </a:lnTo>
                  <a:lnTo>
                    <a:pt x="168" y="1591"/>
                  </a:lnTo>
                  <a:lnTo>
                    <a:pt x="231" y="1675"/>
                  </a:lnTo>
                  <a:lnTo>
                    <a:pt x="64" y="1758"/>
                  </a:lnTo>
                  <a:lnTo>
                    <a:pt x="1" y="1905"/>
                  </a:lnTo>
                  <a:lnTo>
                    <a:pt x="64" y="1968"/>
                  </a:lnTo>
                  <a:lnTo>
                    <a:pt x="168" y="1905"/>
                  </a:lnTo>
                  <a:lnTo>
                    <a:pt x="315" y="2051"/>
                  </a:lnTo>
                  <a:lnTo>
                    <a:pt x="336" y="2219"/>
                  </a:lnTo>
                  <a:lnTo>
                    <a:pt x="273" y="2261"/>
                  </a:lnTo>
                  <a:lnTo>
                    <a:pt x="315" y="2323"/>
                  </a:lnTo>
                  <a:lnTo>
                    <a:pt x="461" y="2323"/>
                  </a:lnTo>
                  <a:lnTo>
                    <a:pt x="608" y="2533"/>
                  </a:lnTo>
                  <a:lnTo>
                    <a:pt x="649" y="2574"/>
                  </a:lnTo>
                  <a:lnTo>
                    <a:pt x="754" y="2533"/>
                  </a:lnTo>
                  <a:lnTo>
                    <a:pt x="775" y="2470"/>
                  </a:lnTo>
                  <a:lnTo>
                    <a:pt x="691" y="2386"/>
                  </a:lnTo>
                  <a:lnTo>
                    <a:pt x="649" y="2386"/>
                  </a:lnTo>
                  <a:lnTo>
                    <a:pt x="649" y="2302"/>
                  </a:lnTo>
                  <a:lnTo>
                    <a:pt x="733" y="2261"/>
                  </a:lnTo>
                  <a:lnTo>
                    <a:pt x="733" y="2177"/>
                  </a:lnTo>
                  <a:lnTo>
                    <a:pt x="670" y="2135"/>
                  </a:lnTo>
                  <a:lnTo>
                    <a:pt x="670" y="2072"/>
                  </a:lnTo>
                  <a:lnTo>
                    <a:pt x="754" y="2009"/>
                  </a:lnTo>
                  <a:cubicBezTo>
                    <a:pt x="775" y="2051"/>
                    <a:pt x="817" y="2093"/>
                    <a:pt x="838" y="2135"/>
                  </a:cubicBezTo>
                  <a:lnTo>
                    <a:pt x="838" y="2177"/>
                  </a:lnTo>
                  <a:lnTo>
                    <a:pt x="880" y="2302"/>
                  </a:lnTo>
                  <a:lnTo>
                    <a:pt x="984" y="2407"/>
                  </a:lnTo>
                  <a:lnTo>
                    <a:pt x="1089" y="2407"/>
                  </a:lnTo>
                  <a:lnTo>
                    <a:pt x="1152" y="2449"/>
                  </a:lnTo>
                  <a:lnTo>
                    <a:pt x="1256" y="2428"/>
                  </a:lnTo>
                  <a:cubicBezTo>
                    <a:pt x="1277" y="2428"/>
                    <a:pt x="1298" y="2428"/>
                    <a:pt x="1298" y="2407"/>
                  </a:cubicBezTo>
                  <a:cubicBezTo>
                    <a:pt x="1319" y="2407"/>
                    <a:pt x="1319" y="2428"/>
                    <a:pt x="1361" y="2428"/>
                  </a:cubicBezTo>
                  <a:lnTo>
                    <a:pt x="1361" y="2449"/>
                  </a:lnTo>
                  <a:lnTo>
                    <a:pt x="1298" y="2533"/>
                  </a:lnTo>
                  <a:lnTo>
                    <a:pt x="1319" y="2595"/>
                  </a:lnTo>
                  <a:lnTo>
                    <a:pt x="1382" y="2512"/>
                  </a:lnTo>
                  <a:lnTo>
                    <a:pt x="1403" y="2449"/>
                  </a:lnTo>
                  <a:cubicBezTo>
                    <a:pt x="1445" y="2491"/>
                    <a:pt x="1486" y="2512"/>
                    <a:pt x="1507" y="2553"/>
                  </a:cubicBezTo>
                  <a:lnTo>
                    <a:pt x="1507" y="2595"/>
                  </a:lnTo>
                  <a:lnTo>
                    <a:pt x="1465" y="2616"/>
                  </a:lnTo>
                  <a:lnTo>
                    <a:pt x="1507" y="2658"/>
                  </a:lnTo>
                  <a:lnTo>
                    <a:pt x="1675" y="2721"/>
                  </a:lnTo>
                  <a:lnTo>
                    <a:pt x="1821" y="2700"/>
                  </a:lnTo>
                  <a:lnTo>
                    <a:pt x="1884" y="2616"/>
                  </a:lnTo>
                  <a:lnTo>
                    <a:pt x="1905" y="2700"/>
                  </a:lnTo>
                  <a:lnTo>
                    <a:pt x="1926" y="2721"/>
                  </a:lnTo>
                  <a:lnTo>
                    <a:pt x="1926" y="2616"/>
                  </a:lnTo>
                  <a:lnTo>
                    <a:pt x="1968" y="2574"/>
                  </a:lnTo>
                  <a:cubicBezTo>
                    <a:pt x="2009" y="2533"/>
                    <a:pt x="2030" y="2512"/>
                    <a:pt x="2030" y="2470"/>
                  </a:cubicBezTo>
                  <a:lnTo>
                    <a:pt x="2093" y="2386"/>
                  </a:lnTo>
                  <a:lnTo>
                    <a:pt x="2177" y="2344"/>
                  </a:lnTo>
                  <a:lnTo>
                    <a:pt x="2135" y="2302"/>
                  </a:lnTo>
                  <a:lnTo>
                    <a:pt x="2072" y="2323"/>
                  </a:lnTo>
                  <a:lnTo>
                    <a:pt x="2009" y="2407"/>
                  </a:lnTo>
                  <a:lnTo>
                    <a:pt x="2009" y="2386"/>
                  </a:lnTo>
                  <a:cubicBezTo>
                    <a:pt x="1989" y="2344"/>
                    <a:pt x="1989" y="2344"/>
                    <a:pt x="1989" y="2323"/>
                  </a:cubicBezTo>
                  <a:lnTo>
                    <a:pt x="2009" y="2302"/>
                  </a:lnTo>
                  <a:lnTo>
                    <a:pt x="2009" y="2219"/>
                  </a:lnTo>
                  <a:lnTo>
                    <a:pt x="2135" y="2177"/>
                  </a:lnTo>
                  <a:lnTo>
                    <a:pt x="2198" y="2114"/>
                  </a:lnTo>
                  <a:lnTo>
                    <a:pt x="2177" y="2051"/>
                  </a:lnTo>
                  <a:lnTo>
                    <a:pt x="2072" y="1968"/>
                  </a:lnTo>
                  <a:lnTo>
                    <a:pt x="2072" y="1905"/>
                  </a:lnTo>
                  <a:lnTo>
                    <a:pt x="2198" y="1863"/>
                  </a:lnTo>
                  <a:lnTo>
                    <a:pt x="2219" y="1737"/>
                  </a:lnTo>
                  <a:lnTo>
                    <a:pt x="2219" y="1591"/>
                  </a:lnTo>
                  <a:lnTo>
                    <a:pt x="2198" y="1486"/>
                  </a:lnTo>
                  <a:lnTo>
                    <a:pt x="2072" y="1486"/>
                  </a:lnTo>
                  <a:lnTo>
                    <a:pt x="1905" y="1528"/>
                  </a:lnTo>
                  <a:lnTo>
                    <a:pt x="1863" y="1633"/>
                  </a:lnTo>
                  <a:lnTo>
                    <a:pt x="1905" y="1675"/>
                  </a:lnTo>
                  <a:lnTo>
                    <a:pt x="1989" y="1737"/>
                  </a:lnTo>
                  <a:lnTo>
                    <a:pt x="1989" y="1779"/>
                  </a:lnTo>
                  <a:lnTo>
                    <a:pt x="1926" y="1758"/>
                  </a:lnTo>
                  <a:lnTo>
                    <a:pt x="1905" y="1779"/>
                  </a:lnTo>
                  <a:lnTo>
                    <a:pt x="1800" y="1696"/>
                  </a:lnTo>
                  <a:lnTo>
                    <a:pt x="1800" y="1654"/>
                  </a:lnTo>
                  <a:lnTo>
                    <a:pt x="1758" y="1570"/>
                  </a:lnTo>
                  <a:lnTo>
                    <a:pt x="1696" y="1591"/>
                  </a:lnTo>
                  <a:lnTo>
                    <a:pt x="1654" y="1675"/>
                  </a:lnTo>
                  <a:lnTo>
                    <a:pt x="1570" y="1696"/>
                  </a:lnTo>
                  <a:lnTo>
                    <a:pt x="1591" y="1779"/>
                  </a:lnTo>
                  <a:lnTo>
                    <a:pt x="1654" y="1863"/>
                  </a:lnTo>
                  <a:lnTo>
                    <a:pt x="1654" y="1989"/>
                  </a:lnTo>
                  <a:lnTo>
                    <a:pt x="1717" y="2072"/>
                  </a:lnTo>
                  <a:lnTo>
                    <a:pt x="1800" y="2072"/>
                  </a:lnTo>
                  <a:lnTo>
                    <a:pt x="1926" y="2093"/>
                  </a:lnTo>
                  <a:lnTo>
                    <a:pt x="1968" y="2156"/>
                  </a:lnTo>
                  <a:lnTo>
                    <a:pt x="1905" y="2198"/>
                  </a:lnTo>
                  <a:lnTo>
                    <a:pt x="1968" y="2261"/>
                  </a:lnTo>
                  <a:cubicBezTo>
                    <a:pt x="1926" y="2281"/>
                    <a:pt x="1926" y="2323"/>
                    <a:pt x="1926" y="2365"/>
                  </a:cubicBezTo>
                  <a:lnTo>
                    <a:pt x="1905" y="2386"/>
                  </a:lnTo>
                  <a:lnTo>
                    <a:pt x="1863" y="2386"/>
                  </a:lnTo>
                  <a:lnTo>
                    <a:pt x="1779" y="2407"/>
                  </a:lnTo>
                  <a:lnTo>
                    <a:pt x="1675" y="2261"/>
                  </a:lnTo>
                  <a:lnTo>
                    <a:pt x="1612" y="2281"/>
                  </a:lnTo>
                  <a:cubicBezTo>
                    <a:pt x="1591" y="2261"/>
                    <a:pt x="1570" y="2261"/>
                    <a:pt x="1549" y="2219"/>
                  </a:cubicBezTo>
                  <a:lnTo>
                    <a:pt x="1549" y="2198"/>
                  </a:lnTo>
                  <a:lnTo>
                    <a:pt x="1465" y="2114"/>
                  </a:lnTo>
                  <a:lnTo>
                    <a:pt x="1465" y="2177"/>
                  </a:lnTo>
                  <a:cubicBezTo>
                    <a:pt x="1465" y="2177"/>
                    <a:pt x="1445" y="2177"/>
                    <a:pt x="1445" y="2156"/>
                  </a:cubicBezTo>
                  <a:cubicBezTo>
                    <a:pt x="1403" y="2156"/>
                    <a:pt x="1403" y="2156"/>
                    <a:pt x="1382" y="2177"/>
                  </a:cubicBezTo>
                  <a:lnTo>
                    <a:pt x="1403" y="2093"/>
                  </a:lnTo>
                  <a:lnTo>
                    <a:pt x="1382" y="2009"/>
                  </a:lnTo>
                  <a:lnTo>
                    <a:pt x="1298" y="1863"/>
                  </a:lnTo>
                  <a:lnTo>
                    <a:pt x="1235" y="1863"/>
                  </a:lnTo>
                  <a:lnTo>
                    <a:pt x="1089" y="1779"/>
                  </a:lnTo>
                  <a:lnTo>
                    <a:pt x="1026" y="1612"/>
                  </a:lnTo>
                  <a:lnTo>
                    <a:pt x="1047" y="1654"/>
                  </a:lnTo>
                  <a:lnTo>
                    <a:pt x="1173" y="1591"/>
                  </a:lnTo>
                  <a:lnTo>
                    <a:pt x="1173" y="1445"/>
                  </a:lnTo>
                  <a:lnTo>
                    <a:pt x="1131" y="1340"/>
                  </a:lnTo>
                  <a:lnTo>
                    <a:pt x="1193" y="1256"/>
                  </a:lnTo>
                  <a:lnTo>
                    <a:pt x="1298" y="1235"/>
                  </a:lnTo>
                  <a:lnTo>
                    <a:pt x="1382" y="1298"/>
                  </a:lnTo>
                  <a:lnTo>
                    <a:pt x="1445" y="1277"/>
                  </a:lnTo>
                  <a:lnTo>
                    <a:pt x="1486" y="1298"/>
                  </a:lnTo>
                  <a:lnTo>
                    <a:pt x="1507" y="1256"/>
                  </a:lnTo>
                  <a:lnTo>
                    <a:pt x="1549" y="1152"/>
                  </a:lnTo>
                  <a:lnTo>
                    <a:pt x="1445" y="1047"/>
                  </a:lnTo>
                  <a:lnTo>
                    <a:pt x="1382" y="1110"/>
                  </a:lnTo>
                  <a:lnTo>
                    <a:pt x="1256" y="1110"/>
                  </a:lnTo>
                  <a:lnTo>
                    <a:pt x="1193" y="1026"/>
                  </a:lnTo>
                  <a:lnTo>
                    <a:pt x="1152" y="921"/>
                  </a:lnTo>
                  <a:lnTo>
                    <a:pt x="1089" y="921"/>
                  </a:lnTo>
                  <a:lnTo>
                    <a:pt x="1152" y="859"/>
                  </a:lnTo>
                  <a:lnTo>
                    <a:pt x="1152" y="754"/>
                  </a:lnTo>
                  <a:lnTo>
                    <a:pt x="1131" y="754"/>
                  </a:lnTo>
                  <a:cubicBezTo>
                    <a:pt x="1131" y="733"/>
                    <a:pt x="1152" y="712"/>
                    <a:pt x="1152" y="691"/>
                  </a:cubicBezTo>
                  <a:lnTo>
                    <a:pt x="1173" y="691"/>
                  </a:lnTo>
                  <a:lnTo>
                    <a:pt x="1277" y="503"/>
                  </a:lnTo>
                  <a:lnTo>
                    <a:pt x="1256" y="377"/>
                  </a:lnTo>
                  <a:lnTo>
                    <a:pt x="1277" y="315"/>
                  </a:lnTo>
                  <a:lnTo>
                    <a:pt x="1256" y="210"/>
                  </a:lnTo>
                  <a:lnTo>
                    <a:pt x="1340" y="64"/>
                  </a:lnTo>
                  <a:lnTo>
                    <a:pt x="129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38"/>
            <p:cNvSpPr/>
            <p:nvPr/>
          </p:nvSpPr>
          <p:spPr>
            <a:xfrm>
              <a:off x="3772256" y="2560208"/>
              <a:ext cx="138282" cy="153495"/>
            </a:xfrm>
            <a:custGeom>
              <a:rect b="b" l="l" r="r" t="t"/>
              <a:pathLst>
                <a:path extrusionOk="0" h="13497" w="11613">
                  <a:moveTo>
                    <a:pt x="9792" y="1"/>
                  </a:moveTo>
                  <a:lnTo>
                    <a:pt x="9709" y="64"/>
                  </a:lnTo>
                  <a:lnTo>
                    <a:pt x="9709" y="126"/>
                  </a:lnTo>
                  <a:lnTo>
                    <a:pt x="9792" y="231"/>
                  </a:lnTo>
                  <a:lnTo>
                    <a:pt x="9730" y="273"/>
                  </a:lnTo>
                  <a:lnTo>
                    <a:pt x="9688" y="273"/>
                  </a:lnTo>
                  <a:lnTo>
                    <a:pt x="9604" y="168"/>
                  </a:lnTo>
                  <a:lnTo>
                    <a:pt x="9541" y="231"/>
                  </a:lnTo>
                  <a:lnTo>
                    <a:pt x="9520" y="336"/>
                  </a:lnTo>
                  <a:lnTo>
                    <a:pt x="9541" y="357"/>
                  </a:lnTo>
                  <a:lnTo>
                    <a:pt x="9625" y="357"/>
                  </a:lnTo>
                  <a:lnTo>
                    <a:pt x="9688" y="419"/>
                  </a:lnTo>
                  <a:lnTo>
                    <a:pt x="9646" y="440"/>
                  </a:lnTo>
                  <a:lnTo>
                    <a:pt x="9604" y="482"/>
                  </a:lnTo>
                  <a:lnTo>
                    <a:pt x="9604" y="566"/>
                  </a:lnTo>
                  <a:lnTo>
                    <a:pt x="9520" y="587"/>
                  </a:lnTo>
                  <a:lnTo>
                    <a:pt x="9520" y="670"/>
                  </a:lnTo>
                  <a:lnTo>
                    <a:pt x="9541" y="691"/>
                  </a:lnTo>
                  <a:lnTo>
                    <a:pt x="9479" y="754"/>
                  </a:lnTo>
                  <a:lnTo>
                    <a:pt x="9520" y="859"/>
                  </a:lnTo>
                  <a:lnTo>
                    <a:pt x="9479" y="901"/>
                  </a:lnTo>
                  <a:lnTo>
                    <a:pt x="9416" y="859"/>
                  </a:lnTo>
                  <a:lnTo>
                    <a:pt x="9332" y="901"/>
                  </a:lnTo>
                  <a:lnTo>
                    <a:pt x="9332" y="942"/>
                  </a:lnTo>
                  <a:lnTo>
                    <a:pt x="9269" y="984"/>
                  </a:lnTo>
                  <a:lnTo>
                    <a:pt x="9228" y="880"/>
                  </a:lnTo>
                  <a:lnTo>
                    <a:pt x="9332" y="670"/>
                  </a:lnTo>
                  <a:lnTo>
                    <a:pt x="9269" y="649"/>
                  </a:lnTo>
                  <a:lnTo>
                    <a:pt x="9269" y="587"/>
                  </a:lnTo>
                  <a:lnTo>
                    <a:pt x="9311" y="545"/>
                  </a:lnTo>
                  <a:lnTo>
                    <a:pt x="9311" y="357"/>
                  </a:lnTo>
                  <a:lnTo>
                    <a:pt x="9290" y="315"/>
                  </a:lnTo>
                  <a:lnTo>
                    <a:pt x="9228" y="315"/>
                  </a:lnTo>
                  <a:lnTo>
                    <a:pt x="9102" y="545"/>
                  </a:lnTo>
                  <a:lnTo>
                    <a:pt x="9081" y="670"/>
                  </a:lnTo>
                  <a:lnTo>
                    <a:pt x="8956" y="880"/>
                  </a:lnTo>
                  <a:lnTo>
                    <a:pt x="8893" y="1005"/>
                  </a:lnTo>
                  <a:lnTo>
                    <a:pt x="8956" y="1068"/>
                  </a:lnTo>
                  <a:lnTo>
                    <a:pt x="8914" y="1193"/>
                  </a:lnTo>
                  <a:lnTo>
                    <a:pt x="8767" y="1361"/>
                  </a:lnTo>
                  <a:lnTo>
                    <a:pt x="8704" y="1382"/>
                  </a:lnTo>
                  <a:lnTo>
                    <a:pt x="8704" y="1298"/>
                  </a:lnTo>
                  <a:lnTo>
                    <a:pt x="8663" y="1214"/>
                  </a:lnTo>
                  <a:lnTo>
                    <a:pt x="8767" y="1068"/>
                  </a:lnTo>
                  <a:lnTo>
                    <a:pt x="8746" y="963"/>
                  </a:lnTo>
                  <a:lnTo>
                    <a:pt x="8788" y="880"/>
                  </a:lnTo>
                  <a:lnTo>
                    <a:pt x="8746" y="775"/>
                  </a:lnTo>
                  <a:lnTo>
                    <a:pt x="8893" y="587"/>
                  </a:lnTo>
                  <a:lnTo>
                    <a:pt x="8914" y="482"/>
                  </a:lnTo>
                  <a:lnTo>
                    <a:pt x="8956" y="461"/>
                  </a:lnTo>
                  <a:lnTo>
                    <a:pt x="8956" y="419"/>
                  </a:lnTo>
                  <a:lnTo>
                    <a:pt x="8851" y="419"/>
                  </a:lnTo>
                  <a:lnTo>
                    <a:pt x="8767" y="315"/>
                  </a:lnTo>
                  <a:lnTo>
                    <a:pt x="8704" y="336"/>
                  </a:lnTo>
                  <a:lnTo>
                    <a:pt x="8746" y="440"/>
                  </a:lnTo>
                  <a:lnTo>
                    <a:pt x="8663" y="482"/>
                  </a:lnTo>
                  <a:lnTo>
                    <a:pt x="8663" y="419"/>
                  </a:lnTo>
                  <a:lnTo>
                    <a:pt x="8579" y="336"/>
                  </a:lnTo>
                  <a:lnTo>
                    <a:pt x="8495" y="315"/>
                  </a:lnTo>
                  <a:lnTo>
                    <a:pt x="8432" y="336"/>
                  </a:lnTo>
                  <a:lnTo>
                    <a:pt x="8453" y="482"/>
                  </a:lnTo>
                  <a:lnTo>
                    <a:pt x="8391" y="545"/>
                  </a:lnTo>
                  <a:lnTo>
                    <a:pt x="8349" y="482"/>
                  </a:lnTo>
                  <a:lnTo>
                    <a:pt x="8286" y="461"/>
                  </a:lnTo>
                  <a:lnTo>
                    <a:pt x="8244" y="482"/>
                  </a:lnTo>
                  <a:lnTo>
                    <a:pt x="8265" y="545"/>
                  </a:lnTo>
                  <a:lnTo>
                    <a:pt x="8391" y="608"/>
                  </a:lnTo>
                  <a:lnTo>
                    <a:pt x="8432" y="733"/>
                  </a:lnTo>
                  <a:lnTo>
                    <a:pt x="8391" y="775"/>
                  </a:lnTo>
                  <a:lnTo>
                    <a:pt x="8349" y="691"/>
                  </a:lnTo>
                  <a:lnTo>
                    <a:pt x="8265" y="775"/>
                  </a:lnTo>
                  <a:lnTo>
                    <a:pt x="8265" y="838"/>
                  </a:lnTo>
                  <a:lnTo>
                    <a:pt x="8286" y="880"/>
                  </a:lnTo>
                  <a:lnTo>
                    <a:pt x="8265" y="901"/>
                  </a:lnTo>
                  <a:lnTo>
                    <a:pt x="8160" y="859"/>
                  </a:lnTo>
                  <a:lnTo>
                    <a:pt x="8119" y="859"/>
                  </a:lnTo>
                  <a:lnTo>
                    <a:pt x="8035" y="963"/>
                  </a:lnTo>
                  <a:lnTo>
                    <a:pt x="7951" y="1005"/>
                  </a:lnTo>
                  <a:lnTo>
                    <a:pt x="7951" y="1047"/>
                  </a:lnTo>
                  <a:lnTo>
                    <a:pt x="8014" y="1068"/>
                  </a:lnTo>
                  <a:lnTo>
                    <a:pt x="7909" y="1131"/>
                  </a:lnTo>
                  <a:lnTo>
                    <a:pt x="7868" y="1214"/>
                  </a:lnTo>
                  <a:lnTo>
                    <a:pt x="7972" y="1319"/>
                  </a:lnTo>
                  <a:lnTo>
                    <a:pt x="7909" y="1382"/>
                  </a:lnTo>
                  <a:lnTo>
                    <a:pt x="7972" y="1424"/>
                  </a:lnTo>
                  <a:lnTo>
                    <a:pt x="8035" y="1466"/>
                  </a:lnTo>
                  <a:lnTo>
                    <a:pt x="7972" y="1507"/>
                  </a:lnTo>
                  <a:lnTo>
                    <a:pt x="7847" y="1507"/>
                  </a:lnTo>
                  <a:lnTo>
                    <a:pt x="7805" y="1361"/>
                  </a:lnTo>
                  <a:lnTo>
                    <a:pt x="7742" y="1319"/>
                  </a:lnTo>
                  <a:lnTo>
                    <a:pt x="7805" y="1277"/>
                  </a:lnTo>
                  <a:lnTo>
                    <a:pt x="7721" y="1214"/>
                  </a:lnTo>
                  <a:lnTo>
                    <a:pt x="7491" y="1214"/>
                  </a:lnTo>
                  <a:lnTo>
                    <a:pt x="7303" y="1089"/>
                  </a:lnTo>
                  <a:lnTo>
                    <a:pt x="7240" y="1089"/>
                  </a:lnTo>
                  <a:lnTo>
                    <a:pt x="7198" y="1131"/>
                  </a:lnTo>
                  <a:lnTo>
                    <a:pt x="7177" y="1068"/>
                  </a:lnTo>
                  <a:lnTo>
                    <a:pt x="7072" y="1173"/>
                  </a:lnTo>
                  <a:lnTo>
                    <a:pt x="6968" y="1173"/>
                  </a:lnTo>
                  <a:lnTo>
                    <a:pt x="6968" y="1214"/>
                  </a:lnTo>
                  <a:lnTo>
                    <a:pt x="7093" y="1382"/>
                  </a:lnTo>
                  <a:lnTo>
                    <a:pt x="7177" y="1382"/>
                  </a:lnTo>
                  <a:lnTo>
                    <a:pt x="7219" y="1424"/>
                  </a:lnTo>
                  <a:lnTo>
                    <a:pt x="7344" y="1424"/>
                  </a:lnTo>
                  <a:lnTo>
                    <a:pt x="7303" y="1528"/>
                  </a:lnTo>
                  <a:lnTo>
                    <a:pt x="7303" y="1633"/>
                  </a:lnTo>
                  <a:lnTo>
                    <a:pt x="7407" y="1779"/>
                  </a:lnTo>
                  <a:lnTo>
                    <a:pt x="7386" y="1842"/>
                  </a:lnTo>
                  <a:lnTo>
                    <a:pt x="7303" y="1800"/>
                  </a:lnTo>
                  <a:lnTo>
                    <a:pt x="7219" y="1654"/>
                  </a:lnTo>
                  <a:lnTo>
                    <a:pt x="7114" y="1612"/>
                  </a:lnTo>
                  <a:lnTo>
                    <a:pt x="7072" y="1528"/>
                  </a:lnTo>
                  <a:lnTo>
                    <a:pt x="7031" y="1633"/>
                  </a:lnTo>
                  <a:lnTo>
                    <a:pt x="6968" y="1717"/>
                  </a:lnTo>
                  <a:lnTo>
                    <a:pt x="6926" y="1591"/>
                  </a:lnTo>
                  <a:lnTo>
                    <a:pt x="6863" y="1633"/>
                  </a:lnTo>
                  <a:lnTo>
                    <a:pt x="6863" y="1717"/>
                  </a:lnTo>
                  <a:lnTo>
                    <a:pt x="6759" y="1800"/>
                  </a:lnTo>
                  <a:lnTo>
                    <a:pt x="6759" y="1884"/>
                  </a:lnTo>
                  <a:lnTo>
                    <a:pt x="6884" y="1947"/>
                  </a:lnTo>
                  <a:lnTo>
                    <a:pt x="6926" y="2051"/>
                  </a:lnTo>
                  <a:lnTo>
                    <a:pt x="6821" y="2030"/>
                  </a:lnTo>
                  <a:lnTo>
                    <a:pt x="6779" y="1989"/>
                  </a:lnTo>
                  <a:lnTo>
                    <a:pt x="6696" y="2114"/>
                  </a:lnTo>
                  <a:lnTo>
                    <a:pt x="6675" y="2177"/>
                  </a:lnTo>
                  <a:lnTo>
                    <a:pt x="6549" y="2302"/>
                  </a:lnTo>
                  <a:lnTo>
                    <a:pt x="6549" y="2219"/>
                  </a:lnTo>
                  <a:lnTo>
                    <a:pt x="6654" y="2156"/>
                  </a:lnTo>
                  <a:lnTo>
                    <a:pt x="6591" y="2093"/>
                  </a:lnTo>
                  <a:lnTo>
                    <a:pt x="6696" y="1926"/>
                  </a:lnTo>
                  <a:lnTo>
                    <a:pt x="6612" y="1612"/>
                  </a:lnTo>
                  <a:lnTo>
                    <a:pt x="6549" y="1654"/>
                  </a:lnTo>
                  <a:lnTo>
                    <a:pt x="6403" y="1842"/>
                  </a:lnTo>
                  <a:lnTo>
                    <a:pt x="6403" y="2010"/>
                  </a:lnTo>
                  <a:lnTo>
                    <a:pt x="6445" y="2051"/>
                  </a:lnTo>
                  <a:lnTo>
                    <a:pt x="6340" y="2156"/>
                  </a:lnTo>
                  <a:lnTo>
                    <a:pt x="6340" y="2051"/>
                  </a:lnTo>
                  <a:lnTo>
                    <a:pt x="6382" y="1947"/>
                  </a:lnTo>
                  <a:lnTo>
                    <a:pt x="6340" y="1800"/>
                  </a:lnTo>
                  <a:lnTo>
                    <a:pt x="6277" y="1779"/>
                  </a:lnTo>
                  <a:lnTo>
                    <a:pt x="6173" y="1842"/>
                  </a:lnTo>
                  <a:lnTo>
                    <a:pt x="6089" y="1989"/>
                  </a:lnTo>
                  <a:lnTo>
                    <a:pt x="6152" y="2114"/>
                  </a:lnTo>
                  <a:lnTo>
                    <a:pt x="6152" y="2177"/>
                  </a:lnTo>
                  <a:lnTo>
                    <a:pt x="6298" y="2323"/>
                  </a:lnTo>
                  <a:lnTo>
                    <a:pt x="6340" y="2407"/>
                  </a:lnTo>
                  <a:lnTo>
                    <a:pt x="6277" y="2512"/>
                  </a:lnTo>
                  <a:lnTo>
                    <a:pt x="6235" y="2344"/>
                  </a:lnTo>
                  <a:lnTo>
                    <a:pt x="6131" y="2302"/>
                  </a:lnTo>
                  <a:lnTo>
                    <a:pt x="6047" y="2114"/>
                  </a:lnTo>
                  <a:lnTo>
                    <a:pt x="5984" y="2093"/>
                  </a:lnTo>
                  <a:lnTo>
                    <a:pt x="5859" y="2135"/>
                  </a:lnTo>
                  <a:lnTo>
                    <a:pt x="5838" y="2219"/>
                  </a:lnTo>
                  <a:lnTo>
                    <a:pt x="5984" y="2323"/>
                  </a:lnTo>
                  <a:lnTo>
                    <a:pt x="6047" y="2323"/>
                  </a:lnTo>
                  <a:lnTo>
                    <a:pt x="6089" y="2365"/>
                  </a:lnTo>
                  <a:lnTo>
                    <a:pt x="5984" y="2344"/>
                  </a:lnTo>
                  <a:lnTo>
                    <a:pt x="5880" y="2407"/>
                  </a:lnTo>
                  <a:lnTo>
                    <a:pt x="5963" y="2512"/>
                  </a:lnTo>
                  <a:lnTo>
                    <a:pt x="5838" y="2428"/>
                  </a:lnTo>
                  <a:lnTo>
                    <a:pt x="5838" y="2302"/>
                  </a:lnTo>
                  <a:lnTo>
                    <a:pt x="5775" y="2261"/>
                  </a:lnTo>
                  <a:lnTo>
                    <a:pt x="5754" y="2156"/>
                  </a:lnTo>
                  <a:lnTo>
                    <a:pt x="5712" y="2219"/>
                  </a:lnTo>
                  <a:lnTo>
                    <a:pt x="5671" y="2365"/>
                  </a:lnTo>
                  <a:lnTo>
                    <a:pt x="5733" y="2428"/>
                  </a:lnTo>
                  <a:lnTo>
                    <a:pt x="5712" y="2554"/>
                  </a:lnTo>
                  <a:lnTo>
                    <a:pt x="5629" y="2512"/>
                  </a:lnTo>
                  <a:lnTo>
                    <a:pt x="5545" y="2533"/>
                  </a:lnTo>
                  <a:lnTo>
                    <a:pt x="5419" y="2658"/>
                  </a:lnTo>
                  <a:lnTo>
                    <a:pt x="5440" y="2679"/>
                  </a:lnTo>
                  <a:lnTo>
                    <a:pt x="5524" y="2658"/>
                  </a:lnTo>
                  <a:lnTo>
                    <a:pt x="5608" y="2763"/>
                  </a:lnTo>
                  <a:lnTo>
                    <a:pt x="5503" y="2763"/>
                  </a:lnTo>
                  <a:lnTo>
                    <a:pt x="5440" y="2826"/>
                  </a:lnTo>
                  <a:lnTo>
                    <a:pt x="5503" y="2846"/>
                  </a:lnTo>
                  <a:lnTo>
                    <a:pt x="5461" y="2888"/>
                  </a:lnTo>
                  <a:lnTo>
                    <a:pt x="5357" y="2930"/>
                  </a:lnTo>
                  <a:lnTo>
                    <a:pt x="5357" y="2972"/>
                  </a:lnTo>
                  <a:lnTo>
                    <a:pt x="5399" y="2993"/>
                  </a:lnTo>
                  <a:lnTo>
                    <a:pt x="5336" y="2993"/>
                  </a:lnTo>
                  <a:lnTo>
                    <a:pt x="5294" y="2951"/>
                  </a:lnTo>
                  <a:lnTo>
                    <a:pt x="5210" y="2972"/>
                  </a:lnTo>
                  <a:lnTo>
                    <a:pt x="5127" y="3077"/>
                  </a:lnTo>
                  <a:lnTo>
                    <a:pt x="5147" y="3139"/>
                  </a:lnTo>
                  <a:lnTo>
                    <a:pt x="5127" y="3160"/>
                  </a:lnTo>
                  <a:lnTo>
                    <a:pt x="5022" y="3160"/>
                  </a:lnTo>
                  <a:lnTo>
                    <a:pt x="4938" y="3265"/>
                  </a:lnTo>
                  <a:lnTo>
                    <a:pt x="5043" y="3307"/>
                  </a:lnTo>
                  <a:lnTo>
                    <a:pt x="5315" y="3223"/>
                  </a:lnTo>
                  <a:lnTo>
                    <a:pt x="5357" y="3265"/>
                  </a:lnTo>
                  <a:lnTo>
                    <a:pt x="5461" y="3202"/>
                  </a:lnTo>
                  <a:lnTo>
                    <a:pt x="5524" y="3202"/>
                  </a:lnTo>
                  <a:lnTo>
                    <a:pt x="5524" y="3286"/>
                  </a:lnTo>
                  <a:lnTo>
                    <a:pt x="5461" y="3370"/>
                  </a:lnTo>
                  <a:lnTo>
                    <a:pt x="5440" y="3516"/>
                  </a:lnTo>
                  <a:lnTo>
                    <a:pt x="5419" y="3558"/>
                  </a:lnTo>
                  <a:lnTo>
                    <a:pt x="5357" y="3495"/>
                  </a:lnTo>
                  <a:lnTo>
                    <a:pt x="5336" y="3411"/>
                  </a:lnTo>
                  <a:lnTo>
                    <a:pt x="5252" y="3453"/>
                  </a:lnTo>
                  <a:lnTo>
                    <a:pt x="5210" y="3390"/>
                  </a:lnTo>
                  <a:lnTo>
                    <a:pt x="5106" y="3390"/>
                  </a:lnTo>
                  <a:lnTo>
                    <a:pt x="5127" y="3453"/>
                  </a:lnTo>
                  <a:lnTo>
                    <a:pt x="5106" y="3495"/>
                  </a:lnTo>
                  <a:lnTo>
                    <a:pt x="5022" y="3453"/>
                  </a:lnTo>
                  <a:lnTo>
                    <a:pt x="4938" y="3474"/>
                  </a:lnTo>
                  <a:lnTo>
                    <a:pt x="5043" y="3516"/>
                  </a:lnTo>
                  <a:lnTo>
                    <a:pt x="5085" y="3600"/>
                  </a:lnTo>
                  <a:lnTo>
                    <a:pt x="5022" y="3621"/>
                  </a:lnTo>
                  <a:lnTo>
                    <a:pt x="5001" y="3683"/>
                  </a:lnTo>
                  <a:lnTo>
                    <a:pt x="5001" y="3746"/>
                  </a:lnTo>
                  <a:lnTo>
                    <a:pt x="4980" y="3809"/>
                  </a:lnTo>
                  <a:lnTo>
                    <a:pt x="4938" y="3725"/>
                  </a:lnTo>
                  <a:lnTo>
                    <a:pt x="4938" y="3621"/>
                  </a:lnTo>
                  <a:lnTo>
                    <a:pt x="4875" y="3558"/>
                  </a:lnTo>
                  <a:lnTo>
                    <a:pt x="4792" y="3621"/>
                  </a:lnTo>
                  <a:lnTo>
                    <a:pt x="4708" y="3662"/>
                  </a:lnTo>
                  <a:lnTo>
                    <a:pt x="4666" y="3579"/>
                  </a:lnTo>
                  <a:lnTo>
                    <a:pt x="4687" y="3516"/>
                  </a:lnTo>
                  <a:lnTo>
                    <a:pt x="4624" y="3516"/>
                  </a:lnTo>
                  <a:lnTo>
                    <a:pt x="4520" y="3621"/>
                  </a:lnTo>
                  <a:lnTo>
                    <a:pt x="4603" y="3704"/>
                  </a:lnTo>
                  <a:lnTo>
                    <a:pt x="4729" y="3704"/>
                  </a:lnTo>
                  <a:lnTo>
                    <a:pt x="4834" y="3746"/>
                  </a:lnTo>
                  <a:lnTo>
                    <a:pt x="4792" y="3830"/>
                  </a:lnTo>
                  <a:lnTo>
                    <a:pt x="4583" y="3893"/>
                  </a:lnTo>
                  <a:lnTo>
                    <a:pt x="4520" y="3830"/>
                  </a:lnTo>
                  <a:lnTo>
                    <a:pt x="4457" y="3830"/>
                  </a:lnTo>
                  <a:lnTo>
                    <a:pt x="4394" y="3934"/>
                  </a:lnTo>
                  <a:lnTo>
                    <a:pt x="4478" y="4018"/>
                  </a:lnTo>
                  <a:lnTo>
                    <a:pt x="4394" y="4102"/>
                  </a:lnTo>
                  <a:lnTo>
                    <a:pt x="4478" y="4102"/>
                  </a:lnTo>
                  <a:lnTo>
                    <a:pt x="4583" y="3976"/>
                  </a:lnTo>
                  <a:lnTo>
                    <a:pt x="4687" y="3976"/>
                  </a:lnTo>
                  <a:lnTo>
                    <a:pt x="4729" y="4039"/>
                  </a:lnTo>
                  <a:lnTo>
                    <a:pt x="4583" y="4081"/>
                  </a:lnTo>
                  <a:lnTo>
                    <a:pt x="4562" y="4186"/>
                  </a:lnTo>
                  <a:lnTo>
                    <a:pt x="4603" y="4248"/>
                  </a:lnTo>
                  <a:lnTo>
                    <a:pt x="4729" y="4332"/>
                  </a:lnTo>
                  <a:lnTo>
                    <a:pt x="4729" y="4416"/>
                  </a:lnTo>
                  <a:lnTo>
                    <a:pt x="4666" y="4353"/>
                  </a:lnTo>
                  <a:lnTo>
                    <a:pt x="4583" y="4353"/>
                  </a:lnTo>
                  <a:lnTo>
                    <a:pt x="4499" y="4248"/>
                  </a:lnTo>
                  <a:lnTo>
                    <a:pt x="4457" y="4248"/>
                  </a:lnTo>
                  <a:lnTo>
                    <a:pt x="4373" y="4332"/>
                  </a:lnTo>
                  <a:lnTo>
                    <a:pt x="4457" y="4395"/>
                  </a:lnTo>
                  <a:lnTo>
                    <a:pt x="4352" y="4416"/>
                  </a:lnTo>
                  <a:lnTo>
                    <a:pt x="4248" y="4499"/>
                  </a:lnTo>
                  <a:lnTo>
                    <a:pt x="4248" y="4541"/>
                  </a:lnTo>
                  <a:lnTo>
                    <a:pt x="4352" y="4604"/>
                  </a:lnTo>
                  <a:lnTo>
                    <a:pt x="4457" y="4541"/>
                  </a:lnTo>
                  <a:lnTo>
                    <a:pt x="4499" y="4604"/>
                  </a:lnTo>
                  <a:lnTo>
                    <a:pt x="4603" y="4562"/>
                  </a:lnTo>
                  <a:lnTo>
                    <a:pt x="4624" y="4646"/>
                  </a:lnTo>
                  <a:lnTo>
                    <a:pt x="4708" y="4709"/>
                  </a:lnTo>
                  <a:lnTo>
                    <a:pt x="4708" y="4751"/>
                  </a:lnTo>
                  <a:lnTo>
                    <a:pt x="4562" y="4667"/>
                  </a:lnTo>
                  <a:lnTo>
                    <a:pt x="4415" y="4667"/>
                  </a:lnTo>
                  <a:lnTo>
                    <a:pt x="4373" y="4709"/>
                  </a:lnTo>
                  <a:lnTo>
                    <a:pt x="4206" y="4730"/>
                  </a:lnTo>
                  <a:lnTo>
                    <a:pt x="4206" y="4792"/>
                  </a:lnTo>
                  <a:lnTo>
                    <a:pt x="4143" y="4855"/>
                  </a:lnTo>
                  <a:lnTo>
                    <a:pt x="4080" y="4834"/>
                  </a:lnTo>
                  <a:lnTo>
                    <a:pt x="3955" y="4918"/>
                  </a:lnTo>
                  <a:lnTo>
                    <a:pt x="3871" y="4918"/>
                  </a:lnTo>
                  <a:lnTo>
                    <a:pt x="3850" y="4960"/>
                  </a:lnTo>
                  <a:lnTo>
                    <a:pt x="3955" y="4981"/>
                  </a:lnTo>
                  <a:lnTo>
                    <a:pt x="3997" y="5064"/>
                  </a:lnTo>
                  <a:lnTo>
                    <a:pt x="3934" y="5127"/>
                  </a:lnTo>
                  <a:lnTo>
                    <a:pt x="3871" y="5085"/>
                  </a:lnTo>
                  <a:lnTo>
                    <a:pt x="3850" y="5127"/>
                  </a:lnTo>
                  <a:lnTo>
                    <a:pt x="3934" y="5169"/>
                  </a:lnTo>
                  <a:lnTo>
                    <a:pt x="3892" y="5232"/>
                  </a:lnTo>
                  <a:lnTo>
                    <a:pt x="3787" y="5190"/>
                  </a:lnTo>
                  <a:lnTo>
                    <a:pt x="3766" y="5169"/>
                  </a:lnTo>
                  <a:lnTo>
                    <a:pt x="3746" y="5190"/>
                  </a:lnTo>
                  <a:lnTo>
                    <a:pt x="3829" y="5274"/>
                  </a:lnTo>
                  <a:lnTo>
                    <a:pt x="3766" y="5295"/>
                  </a:lnTo>
                  <a:lnTo>
                    <a:pt x="3787" y="5378"/>
                  </a:lnTo>
                  <a:lnTo>
                    <a:pt x="3850" y="5378"/>
                  </a:lnTo>
                  <a:lnTo>
                    <a:pt x="3787" y="5399"/>
                  </a:lnTo>
                  <a:lnTo>
                    <a:pt x="3725" y="5441"/>
                  </a:lnTo>
                  <a:lnTo>
                    <a:pt x="3662" y="5378"/>
                  </a:lnTo>
                  <a:lnTo>
                    <a:pt x="3662" y="5462"/>
                  </a:lnTo>
                  <a:lnTo>
                    <a:pt x="3641" y="5504"/>
                  </a:lnTo>
                  <a:lnTo>
                    <a:pt x="3683" y="5546"/>
                  </a:lnTo>
                  <a:lnTo>
                    <a:pt x="3850" y="5587"/>
                  </a:lnTo>
                  <a:lnTo>
                    <a:pt x="3871" y="5671"/>
                  </a:lnTo>
                  <a:lnTo>
                    <a:pt x="3934" y="5671"/>
                  </a:lnTo>
                  <a:lnTo>
                    <a:pt x="4039" y="5650"/>
                  </a:lnTo>
                  <a:lnTo>
                    <a:pt x="3955" y="5692"/>
                  </a:lnTo>
                  <a:lnTo>
                    <a:pt x="3955" y="5755"/>
                  </a:lnTo>
                  <a:lnTo>
                    <a:pt x="3850" y="5755"/>
                  </a:lnTo>
                  <a:lnTo>
                    <a:pt x="3829" y="5713"/>
                  </a:lnTo>
                  <a:lnTo>
                    <a:pt x="3662" y="5713"/>
                  </a:lnTo>
                  <a:lnTo>
                    <a:pt x="3557" y="5818"/>
                  </a:lnTo>
                  <a:lnTo>
                    <a:pt x="3578" y="5839"/>
                  </a:lnTo>
                  <a:lnTo>
                    <a:pt x="3683" y="5839"/>
                  </a:lnTo>
                  <a:lnTo>
                    <a:pt x="3725" y="5922"/>
                  </a:lnTo>
                  <a:lnTo>
                    <a:pt x="3766" y="5985"/>
                  </a:lnTo>
                  <a:lnTo>
                    <a:pt x="3766" y="6069"/>
                  </a:lnTo>
                  <a:lnTo>
                    <a:pt x="3683" y="6006"/>
                  </a:lnTo>
                  <a:lnTo>
                    <a:pt x="3641" y="6006"/>
                  </a:lnTo>
                  <a:lnTo>
                    <a:pt x="3578" y="6069"/>
                  </a:lnTo>
                  <a:lnTo>
                    <a:pt x="3578" y="6131"/>
                  </a:lnTo>
                  <a:lnTo>
                    <a:pt x="3557" y="6173"/>
                  </a:lnTo>
                  <a:lnTo>
                    <a:pt x="3620" y="6215"/>
                  </a:lnTo>
                  <a:lnTo>
                    <a:pt x="3641" y="6299"/>
                  </a:lnTo>
                  <a:lnTo>
                    <a:pt x="3578" y="6299"/>
                  </a:lnTo>
                  <a:lnTo>
                    <a:pt x="3515" y="6236"/>
                  </a:lnTo>
                  <a:lnTo>
                    <a:pt x="3474" y="6278"/>
                  </a:lnTo>
                  <a:lnTo>
                    <a:pt x="3474" y="6341"/>
                  </a:lnTo>
                  <a:lnTo>
                    <a:pt x="3578" y="6362"/>
                  </a:lnTo>
                  <a:lnTo>
                    <a:pt x="3578" y="6424"/>
                  </a:lnTo>
                  <a:lnTo>
                    <a:pt x="3578" y="6508"/>
                  </a:lnTo>
                  <a:lnTo>
                    <a:pt x="3453" y="6403"/>
                  </a:lnTo>
                  <a:lnTo>
                    <a:pt x="3411" y="6445"/>
                  </a:lnTo>
                  <a:lnTo>
                    <a:pt x="3411" y="6529"/>
                  </a:lnTo>
                  <a:lnTo>
                    <a:pt x="3432" y="6529"/>
                  </a:lnTo>
                  <a:lnTo>
                    <a:pt x="3432" y="6634"/>
                  </a:lnTo>
                  <a:lnTo>
                    <a:pt x="3474" y="6738"/>
                  </a:lnTo>
                  <a:lnTo>
                    <a:pt x="3536" y="6738"/>
                  </a:lnTo>
                  <a:lnTo>
                    <a:pt x="3578" y="6634"/>
                  </a:lnTo>
                  <a:lnTo>
                    <a:pt x="3641" y="6634"/>
                  </a:lnTo>
                  <a:lnTo>
                    <a:pt x="3578" y="6759"/>
                  </a:lnTo>
                  <a:lnTo>
                    <a:pt x="3536" y="6801"/>
                  </a:lnTo>
                  <a:lnTo>
                    <a:pt x="3432" y="6885"/>
                  </a:lnTo>
                  <a:lnTo>
                    <a:pt x="3348" y="6885"/>
                  </a:lnTo>
                  <a:lnTo>
                    <a:pt x="3264" y="6927"/>
                  </a:lnTo>
                  <a:lnTo>
                    <a:pt x="3264" y="6968"/>
                  </a:lnTo>
                  <a:lnTo>
                    <a:pt x="3202" y="7031"/>
                  </a:lnTo>
                  <a:lnTo>
                    <a:pt x="3118" y="7073"/>
                  </a:lnTo>
                  <a:lnTo>
                    <a:pt x="3202" y="7136"/>
                  </a:lnTo>
                  <a:lnTo>
                    <a:pt x="3160" y="7157"/>
                  </a:lnTo>
                  <a:lnTo>
                    <a:pt x="3013" y="7178"/>
                  </a:lnTo>
                  <a:lnTo>
                    <a:pt x="2950" y="7261"/>
                  </a:lnTo>
                  <a:lnTo>
                    <a:pt x="2950" y="7324"/>
                  </a:lnTo>
                  <a:lnTo>
                    <a:pt x="3055" y="7345"/>
                  </a:lnTo>
                  <a:lnTo>
                    <a:pt x="2992" y="7387"/>
                  </a:lnTo>
                  <a:lnTo>
                    <a:pt x="2930" y="7492"/>
                  </a:lnTo>
                  <a:lnTo>
                    <a:pt x="2846" y="7492"/>
                  </a:lnTo>
                  <a:lnTo>
                    <a:pt x="2825" y="7408"/>
                  </a:lnTo>
                  <a:lnTo>
                    <a:pt x="2783" y="7366"/>
                  </a:lnTo>
                  <a:lnTo>
                    <a:pt x="2741" y="7408"/>
                  </a:lnTo>
                  <a:lnTo>
                    <a:pt x="2678" y="7408"/>
                  </a:lnTo>
                  <a:lnTo>
                    <a:pt x="2699" y="7492"/>
                  </a:lnTo>
                  <a:lnTo>
                    <a:pt x="2637" y="7554"/>
                  </a:lnTo>
                  <a:lnTo>
                    <a:pt x="2637" y="7596"/>
                  </a:lnTo>
                  <a:lnTo>
                    <a:pt x="2678" y="7659"/>
                  </a:lnTo>
                  <a:lnTo>
                    <a:pt x="2532" y="7659"/>
                  </a:lnTo>
                  <a:lnTo>
                    <a:pt x="2490" y="7680"/>
                  </a:lnTo>
                  <a:lnTo>
                    <a:pt x="2490" y="7805"/>
                  </a:lnTo>
                  <a:lnTo>
                    <a:pt x="2386" y="7868"/>
                  </a:lnTo>
                  <a:lnTo>
                    <a:pt x="2406" y="7910"/>
                  </a:lnTo>
                  <a:lnTo>
                    <a:pt x="2386" y="8015"/>
                  </a:lnTo>
                  <a:lnTo>
                    <a:pt x="2302" y="8098"/>
                  </a:lnTo>
                  <a:lnTo>
                    <a:pt x="2197" y="8182"/>
                  </a:lnTo>
                  <a:lnTo>
                    <a:pt x="2218" y="8224"/>
                  </a:lnTo>
                  <a:lnTo>
                    <a:pt x="2365" y="8161"/>
                  </a:lnTo>
                  <a:lnTo>
                    <a:pt x="2406" y="8161"/>
                  </a:lnTo>
                  <a:lnTo>
                    <a:pt x="2406" y="8224"/>
                  </a:lnTo>
                  <a:lnTo>
                    <a:pt x="2323" y="8266"/>
                  </a:lnTo>
                  <a:lnTo>
                    <a:pt x="2323" y="8370"/>
                  </a:lnTo>
                  <a:lnTo>
                    <a:pt x="2386" y="8454"/>
                  </a:lnTo>
                  <a:lnTo>
                    <a:pt x="2511" y="8391"/>
                  </a:lnTo>
                  <a:lnTo>
                    <a:pt x="2637" y="8370"/>
                  </a:lnTo>
                  <a:lnTo>
                    <a:pt x="2804" y="8203"/>
                  </a:lnTo>
                  <a:lnTo>
                    <a:pt x="2804" y="8119"/>
                  </a:lnTo>
                  <a:lnTo>
                    <a:pt x="2720" y="8161"/>
                  </a:lnTo>
                  <a:lnTo>
                    <a:pt x="2804" y="8056"/>
                  </a:lnTo>
                  <a:lnTo>
                    <a:pt x="2825" y="7910"/>
                  </a:lnTo>
                  <a:lnTo>
                    <a:pt x="2846" y="7910"/>
                  </a:lnTo>
                  <a:lnTo>
                    <a:pt x="2909" y="7868"/>
                  </a:lnTo>
                  <a:lnTo>
                    <a:pt x="3013" y="7889"/>
                  </a:lnTo>
                  <a:lnTo>
                    <a:pt x="3055" y="7889"/>
                  </a:lnTo>
                  <a:lnTo>
                    <a:pt x="2909" y="7994"/>
                  </a:lnTo>
                  <a:lnTo>
                    <a:pt x="2909" y="8056"/>
                  </a:lnTo>
                  <a:lnTo>
                    <a:pt x="3055" y="8098"/>
                  </a:lnTo>
                  <a:lnTo>
                    <a:pt x="3013" y="8182"/>
                  </a:lnTo>
                  <a:lnTo>
                    <a:pt x="2930" y="8182"/>
                  </a:lnTo>
                  <a:lnTo>
                    <a:pt x="2783" y="8370"/>
                  </a:lnTo>
                  <a:lnTo>
                    <a:pt x="2888" y="8412"/>
                  </a:lnTo>
                  <a:lnTo>
                    <a:pt x="2804" y="8496"/>
                  </a:lnTo>
                  <a:lnTo>
                    <a:pt x="2825" y="8600"/>
                  </a:lnTo>
                  <a:lnTo>
                    <a:pt x="2720" y="8580"/>
                  </a:lnTo>
                  <a:lnTo>
                    <a:pt x="2637" y="8496"/>
                  </a:lnTo>
                  <a:lnTo>
                    <a:pt x="2511" y="8496"/>
                  </a:lnTo>
                  <a:lnTo>
                    <a:pt x="2427" y="8538"/>
                  </a:lnTo>
                  <a:lnTo>
                    <a:pt x="2427" y="8642"/>
                  </a:lnTo>
                  <a:lnTo>
                    <a:pt x="2365" y="8705"/>
                  </a:lnTo>
                  <a:lnTo>
                    <a:pt x="2260" y="8747"/>
                  </a:lnTo>
                  <a:lnTo>
                    <a:pt x="2260" y="8747"/>
                  </a:lnTo>
                  <a:lnTo>
                    <a:pt x="2323" y="8684"/>
                  </a:lnTo>
                  <a:lnTo>
                    <a:pt x="2386" y="8642"/>
                  </a:lnTo>
                  <a:lnTo>
                    <a:pt x="2302" y="8538"/>
                  </a:lnTo>
                  <a:lnTo>
                    <a:pt x="2302" y="8433"/>
                  </a:lnTo>
                  <a:lnTo>
                    <a:pt x="2218" y="8328"/>
                  </a:lnTo>
                  <a:lnTo>
                    <a:pt x="2155" y="8328"/>
                  </a:lnTo>
                  <a:lnTo>
                    <a:pt x="2093" y="8412"/>
                  </a:lnTo>
                  <a:lnTo>
                    <a:pt x="1988" y="8412"/>
                  </a:lnTo>
                  <a:lnTo>
                    <a:pt x="1988" y="8454"/>
                  </a:lnTo>
                  <a:lnTo>
                    <a:pt x="2155" y="8454"/>
                  </a:lnTo>
                  <a:lnTo>
                    <a:pt x="1988" y="8600"/>
                  </a:lnTo>
                  <a:lnTo>
                    <a:pt x="1883" y="8580"/>
                  </a:lnTo>
                  <a:lnTo>
                    <a:pt x="1800" y="8580"/>
                  </a:lnTo>
                  <a:lnTo>
                    <a:pt x="1695" y="8684"/>
                  </a:lnTo>
                  <a:lnTo>
                    <a:pt x="1758" y="8705"/>
                  </a:lnTo>
                  <a:lnTo>
                    <a:pt x="1842" y="8684"/>
                  </a:lnTo>
                  <a:lnTo>
                    <a:pt x="1862" y="8705"/>
                  </a:lnTo>
                  <a:lnTo>
                    <a:pt x="1737" y="8789"/>
                  </a:lnTo>
                  <a:lnTo>
                    <a:pt x="1674" y="8831"/>
                  </a:lnTo>
                  <a:lnTo>
                    <a:pt x="1632" y="8789"/>
                  </a:lnTo>
                  <a:lnTo>
                    <a:pt x="1549" y="8789"/>
                  </a:lnTo>
                  <a:lnTo>
                    <a:pt x="1549" y="8831"/>
                  </a:lnTo>
                  <a:lnTo>
                    <a:pt x="1674" y="8914"/>
                  </a:lnTo>
                  <a:lnTo>
                    <a:pt x="1800" y="8914"/>
                  </a:lnTo>
                  <a:lnTo>
                    <a:pt x="1779" y="8977"/>
                  </a:lnTo>
                  <a:lnTo>
                    <a:pt x="1862" y="9019"/>
                  </a:lnTo>
                  <a:lnTo>
                    <a:pt x="1842" y="9103"/>
                  </a:lnTo>
                  <a:lnTo>
                    <a:pt x="1695" y="9040"/>
                  </a:lnTo>
                  <a:lnTo>
                    <a:pt x="1695" y="8956"/>
                  </a:lnTo>
                  <a:lnTo>
                    <a:pt x="1590" y="8956"/>
                  </a:lnTo>
                  <a:lnTo>
                    <a:pt x="1486" y="8893"/>
                  </a:lnTo>
                  <a:lnTo>
                    <a:pt x="1465" y="8810"/>
                  </a:lnTo>
                  <a:lnTo>
                    <a:pt x="1444" y="8810"/>
                  </a:lnTo>
                  <a:lnTo>
                    <a:pt x="1423" y="8914"/>
                  </a:lnTo>
                  <a:lnTo>
                    <a:pt x="1528" y="9040"/>
                  </a:lnTo>
                  <a:lnTo>
                    <a:pt x="1632" y="9124"/>
                  </a:lnTo>
                  <a:lnTo>
                    <a:pt x="1695" y="9124"/>
                  </a:lnTo>
                  <a:lnTo>
                    <a:pt x="1758" y="9165"/>
                  </a:lnTo>
                  <a:lnTo>
                    <a:pt x="1653" y="9165"/>
                  </a:lnTo>
                  <a:lnTo>
                    <a:pt x="1486" y="9124"/>
                  </a:lnTo>
                  <a:lnTo>
                    <a:pt x="1360" y="8956"/>
                  </a:lnTo>
                  <a:lnTo>
                    <a:pt x="1277" y="8977"/>
                  </a:lnTo>
                  <a:lnTo>
                    <a:pt x="1214" y="8935"/>
                  </a:lnTo>
                  <a:lnTo>
                    <a:pt x="1067" y="8935"/>
                  </a:lnTo>
                  <a:lnTo>
                    <a:pt x="1026" y="8893"/>
                  </a:lnTo>
                  <a:lnTo>
                    <a:pt x="963" y="8935"/>
                  </a:lnTo>
                  <a:lnTo>
                    <a:pt x="1005" y="9019"/>
                  </a:lnTo>
                  <a:lnTo>
                    <a:pt x="942" y="9061"/>
                  </a:lnTo>
                  <a:lnTo>
                    <a:pt x="1026" y="9165"/>
                  </a:lnTo>
                  <a:lnTo>
                    <a:pt x="1214" y="9124"/>
                  </a:lnTo>
                  <a:lnTo>
                    <a:pt x="1235" y="9144"/>
                  </a:lnTo>
                  <a:lnTo>
                    <a:pt x="1151" y="9207"/>
                  </a:lnTo>
                  <a:lnTo>
                    <a:pt x="1214" y="9228"/>
                  </a:lnTo>
                  <a:lnTo>
                    <a:pt x="1339" y="9165"/>
                  </a:lnTo>
                  <a:lnTo>
                    <a:pt x="1423" y="9165"/>
                  </a:lnTo>
                  <a:lnTo>
                    <a:pt x="1381" y="9228"/>
                  </a:lnTo>
                  <a:lnTo>
                    <a:pt x="1214" y="9312"/>
                  </a:lnTo>
                  <a:lnTo>
                    <a:pt x="1151" y="9375"/>
                  </a:lnTo>
                  <a:lnTo>
                    <a:pt x="1026" y="9354"/>
                  </a:lnTo>
                  <a:lnTo>
                    <a:pt x="942" y="9228"/>
                  </a:lnTo>
                  <a:lnTo>
                    <a:pt x="900" y="9228"/>
                  </a:lnTo>
                  <a:lnTo>
                    <a:pt x="837" y="9270"/>
                  </a:lnTo>
                  <a:lnTo>
                    <a:pt x="753" y="9207"/>
                  </a:lnTo>
                  <a:lnTo>
                    <a:pt x="691" y="9249"/>
                  </a:lnTo>
                  <a:lnTo>
                    <a:pt x="628" y="9228"/>
                  </a:lnTo>
                  <a:lnTo>
                    <a:pt x="544" y="9270"/>
                  </a:lnTo>
                  <a:lnTo>
                    <a:pt x="586" y="9333"/>
                  </a:lnTo>
                  <a:lnTo>
                    <a:pt x="753" y="9354"/>
                  </a:lnTo>
                  <a:lnTo>
                    <a:pt x="858" y="9416"/>
                  </a:lnTo>
                  <a:lnTo>
                    <a:pt x="1005" y="9479"/>
                  </a:lnTo>
                  <a:lnTo>
                    <a:pt x="963" y="9584"/>
                  </a:lnTo>
                  <a:lnTo>
                    <a:pt x="1026" y="9668"/>
                  </a:lnTo>
                  <a:lnTo>
                    <a:pt x="921" y="9688"/>
                  </a:lnTo>
                  <a:lnTo>
                    <a:pt x="900" y="9668"/>
                  </a:lnTo>
                  <a:lnTo>
                    <a:pt x="900" y="9500"/>
                  </a:lnTo>
                  <a:lnTo>
                    <a:pt x="795" y="9479"/>
                  </a:lnTo>
                  <a:lnTo>
                    <a:pt x="691" y="9479"/>
                  </a:lnTo>
                  <a:lnTo>
                    <a:pt x="733" y="9563"/>
                  </a:lnTo>
                  <a:lnTo>
                    <a:pt x="712" y="9626"/>
                  </a:lnTo>
                  <a:lnTo>
                    <a:pt x="586" y="9542"/>
                  </a:lnTo>
                  <a:lnTo>
                    <a:pt x="481" y="9668"/>
                  </a:lnTo>
                  <a:lnTo>
                    <a:pt x="586" y="9730"/>
                  </a:lnTo>
                  <a:lnTo>
                    <a:pt x="502" y="9751"/>
                  </a:lnTo>
                  <a:lnTo>
                    <a:pt x="440" y="9772"/>
                  </a:lnTo>
                  <a:lnTo>
                    <a:pt x="398" y="9668"/>
                  </a:lnTo>
                  <a:lnTo>
                    <a:pt x="230" y="9647"/>
                  </a:lnTo>
                  <a:lnTo>
                    <a:pt x="293" y="9772"/>
                  </a:lnTo>
                  <a:lnTo>
                    <a:pt x="209" y="9793"/>
                  </a:lnTo>
                  <a:lnTo>
                    <a:pt x="189" y="9688"/>
                  </a:lnTo>
                  <a:lnTo>
                    <a:pt x="105" y="9626"/>
                  </a:lnTo>
                  <a:lnTo>
                    <a:pt x="63" y="9647"/>
                  </a:lnTo>
                  <a:lnTo>
                    <a:pt x="63" y="9688"/>
                  </a:lnTo>
                  <a:lnTo>
                    <a:pt x="168" y="9793"/>
                  </a:lnTo>
                  <a:lnTo>
                    <a:pt x="105" y="9856"/>
                  </a:lnTo>
                  <a:lnTo>
                    <a:pt x="168" y="9898"/>
                  </a:lnTo>
                  <a:lnTo>
                    <a:pt x="293" y="9877"/>
                  </a:lnTo>
                  <a:lnTo>
                    <a:pt x="481" y="9898"/>
                  </a:lnTo>
                  <a:lnTo>
                    <a:pt x="586" y="9981"/>
                  </a:lnTo>
                  <a:lnTo>
                    <a:pt x="733" y="9981"/>
                  </a:lnTo>
                  <a:lnTo>
                    <a:pt x="795" y="9940"/>
                  </a:lnTo>
                  <a:lnTo>
                    <a:pt x="858" y="9940"/>
                  </a:lnTo>
                  <a:lnTo>
                    <a:pt x="753" y="10023"/>
                  </a:lnTo>
                  <a:lnTo>
                    <a:pt x="607" y="10023"/>
                  </a:lnTo>
                  <a:lnTo>
                    <a:pt x="544" y="10065"/>
                  </a:lnTo>
                  <a:lnTo>
                    <a:pt x="377" y="9960"/>
                  </a:lnTo>
                  <a:lnTo>
                    <a:pt x="272" y="9981"/>
                  </a:lnTo>
                  <a:lnTo>
                    <a:pt x="209" y="9981"/>
                  </a:lnTo>
                  <a:lnTo>
                    <a:pt x="126" y="10023"/>
                  </a:lnTo>
                  <a:lnTo>
                    <a:pt x="0" y="10065"/>
                  </a:lnTo>
                  <a:lnTo>
                    <a:pt x="0" y="10107"/>
                  </a:lnTo>
                  <a:lnTo>
                    <a:pt x="189" y="10191"/>
                  </a:lnTo>
                  <a:lnTo>
                    <a:pt x="105" y="10274"/>
                  </a:lnTo>
                  <a:lnTo>
                    <a:pt x="209" y="10295"/>
                  </a:lnTo>
                  <a:lnTo>
                    <a:pt x="272" y="10253"/>
                  </a:lnTo>
                  <a:lnTo>
                    <a:pt x="419" y="10253"/>
                  </a:lnTo>
                  <a:lnTo>
                    <a:pt x="314" y="10316"/>
                  </a:lnTo>
                  <a:lnTo>
                    <a:pt x="126" y="10316"/>
                  </a:lnTo>
                  <a:lnTo>
                    <a:pt x="105" y="10358"/>
                  </a:lnTo>
                  <a:lnTo>
                    <a:pt x="63" y="10358"/>
                  </a:lnTo>
                  <a:lnTo>
                    <a:pt x="63" y="10379"/>
                  </a:lnTo>
                  <a:lnTo>
                    <a:pt x="126" y="10400"/>
                  </a:lnTo>
                  <a:lnTo>
                    <a:pt x="189" y="10400"/>
                  </a:lnTo>
                  <a:lnTo>
                    <a:pt x="105" y="10463"/>
                  </a:lnTo>
                  <a:lnTo>
                    <a:pt x="63" y="10484"/>
                  </a:lnTo>
                  <a:lnTo>
                    <a:pt x="63" y="10525"/>
                  </a:lnTo>
                  <a:lnTo>
                    <a:pt x="105" y="10546"/>
                  </a:lnTo>
                  <a:lnTo>
                    <a:pt x="168" y="10630"/>
                  </a:lnTo>
                  <a:lnTo>
                    <a:pt x="293" y="10630"/>
                  </a:lnTo>
                  <a:lnTo>
                    <a:pt x="335" y="10588"/>
                  </a:lnTo>
                  <a:lnTo>
                    <a:pt x="523" y="10546"/>
                  </a:lnTo>
                  <a:lnTo>
                    <a:pt x="649" y="10588"/>
                  </a:lnTo>
                  <a:lnTo>
                    <a:pt x="691" y="10609"/>
                  </a:lnTo>
                  <a:lnTo>
                    <a:pt x="753" y="10546"/>
                  </a:lnTo>
                  <a:lnTo>
                    <a:pt x="753" y="10484"/>
                  </a:lnTo>
                  <a:lnTo>
                    <a:pt x="837" y="10463"/>
                  </a:lnTo>
                  <a:lnTo>
                    <a:pt x="858" y="10525"/>
                  </a:lnTo>
                  <a:lnTo>
                    <a:pt x="963" y="10525"/>
                  </a:lnTo>
                  <a:lnTo>
                    <a:pt x="1067" y="10421"/>
                  </a:lnTo>
                  <a:lnTo>
                    <a:pt x="1130" y="10463"/>
                  </a:lnTo>
                  <a:lnTo>
                    <a:pt x="1130" y="10505"/>
                  </a:lnTo>
                  <a:lnTo>
                    <a:pt x="1046" y="10525"/>
                  </a:lnTo>
                  <a:lnTo>
                    <a:pt x="1151" y="10588"/>
                  </a:lnTo>
                  <a:lnTo>
                    <a:pt x="1214" y="10525"/>
                  </a:lnTo>
                  <a:lnTo>
                    <a:pt x="1214" y="10463"/>
                  </a:lnTo>
                  <a:lnTo>
                    <a:pt x="1277" y="10358"/>
                  </a:lnTo>
                  <a:lnTo>
                    <a:pt x="1256" y="10421"/>
                  </a:lnTo>
                  <a:lnTo>
                    <a:pt x="1339" y="10525"/>
                  </a:lnTo>
                  <a:lnTo>
                    <a:pt x="1277" y="10609"/>
                  </a:lnTo>
                  <a:lnTo>
                    <a:pt x="1130" y="10672"/>
                  </a:lnTo>
                  <a:lnTo>
                    <a:pt x="1046" y="10714"/>
                  </a:lnTo>
                  <a:lnTo>
                    <a:pt x="1109" y="10735"/>
                  </a:lnTo>
                  <a:lnTo>
                    <a:pt x="1046" y="10839"/>
                  </a:lnTo>
                  <a:lnTo>
                    <a:pt x="921" y="10839"/>
                  </a:lnTo>
                  <a:lnTo>
                    <a:pt x="921" y="10797"/>
                  </a:lnTo>
                  <a:lnTo>
                    <a:pt x="963" y="10735"/>
                  </a:lnTo>
                  <a:lnTo>
                    <a:pt x="942" y="10630"/>
                  </a:lnTo>
                  <a:lnTo>
                    <a:pt x="837" y="10609"/>
                  </a:lnTo>
                  <a:lnTo>
                    <a:pt x="733" y="10735"/>
                  </a:lnTo>
                  <a:lnTo>
                    <a:pt x="712" y="10797"/>
                  </a:lnTo>
                  <a:lnTo>
                    <a:pt x="628" y="10693"/>
                  </a:lnTo>
                  <a:lnTo>
                    <a:pt x="523" y="10672"/>
                  </a:lnTo>
                  <a:lnTo>
                    <a:pt x="419" y="10693"/>
                  </a:lnTo>
                  <a:lnTo>
                    <a:pt x="335" y="10672"/>
                  </a:lnTo>
                  <a:lnTo>
                    <a:pt x="209" y="10735"/>
                  </a:lnTo>
                  <a:lnTo>
                    <a:pt x="126" y="10735"/>
                  </a:lnTo>
                  <a:lnTo>
                    <a:pt x="63" y="10693"/>
                  </a:lnTo>
                  <a:lnTo>
                    <a:pt x="21" y="10693"/>
                  </a:lnTo>
                  <a:lnTo>
                    <a:pt x="63" y="10797"/>
                  </a:lnTo>
                  <a:lnTo>
                    <a:pt x="21" y="10839"/>
                  </a:lnTo>
                  <a:lnTo>
                    <a:pt x="84" y="10902"/>
                  </a:lnTo>
                  <a:lnTo>
                    <a:pt x="168" y="10881"/>
                  </a:lnTo>
                  <a:lnTo>
                    <a:pt x="209" y="10818"/>
                  </a:lnTo>
                  <a:lnTo>
                    <a:pt x="293" y="10818"/>
                  </a:lnTo>
                  <a:lnTo>
                    <a:pt x="209" y="10902"/>
                  </a:lnTo>
                  <a:lnTo>
                    <a:pt x="209" y="11007"/>
                  </a:lnTo>
                  <a:lnTo>
                    <a:pt x="168" y="11049"/>
                  </a:lnTo>
                  <a:lnTo>
                    <a:pt x="84" y="11007"/>
                  </a:lnTo>
                  <a:lnTo>
                    <a:pt x="126" y="11132"/>
                  </a:lnTo>
                  <a:lnTo>
                    <a:pt x="189" y="11195"/>
                  </a:lnTo>
                  <a:lnTo>
                    <a:pt x="335" y="11007"/>
                  </a:lnTo>
                  <a:lnTo>
                    <a:pt x="481" y="11049"/>
                  </a:lnTo>
                  <a:lnTo>
                    <a:pt x="419" y="11111"/>
                  </a:lnTo>
                  <a:lnTo>
                    <a:pt x="419" y="11195"/>
                  </a:lnTo>
                  <a:lnTo>
                    <a:pt x="293" y="11258"/>
                  </a:lnTo>
                  <a:lnTo>
                    <a:pt x="314" y="11300"/>
                  </a:lnTo>
                  <a:lnTo>
                    <a:pt x="398" y="11321"/>
                  </a:lnTo>
                  <a:lnTo>
                    <a:pt x="377" y="11404"/>
                  </a:lnTo>
                  <a:lnTo>
                    <a:pt x="419" y="11467"/>
                  </a:lnTo>
                  <a:lnTo>
                    <a:pt x="377" y="11572"/>
                  </a:lnTo>
                  <a:lnTo>
                    <a:pt x="419" y="11572"/>
                  </a:lnTo>
                  <a:lnTo>
                    <a:pt x="502" y="11446"/>
                  </a:lnTo>
                  <a:lnTo>
                    <a:pt x="586" y="11425"/>
                  </a:lnTo>
                  <a:lnTo>
                    <a:pt x="607" y="11300"/>
                  </a:lnTo>
                  <a:lnTo>
                    <a:pt x="816" y="11216"/>
                  </a:lnTo>
                  <a:lnTo>
                    <a:pt x="921" y="11216"/>
                  </a:lnTo>
                  <a:lnTo>
                    <a:pt x="1005" y="11195"/>
                  </a:lnTo>
                  <a:lnTo>
                    <a:pt x="942" y="11237"/>
                  </a:lnTo>
                  <a:lnTo>
                    <a:pt x="837" y="11321"/>
                  </a:lnTo>
                  <a:lnTo>
                    <a:pt x="837" y="11446"/>
                  </a:lnTo>
                  <a:lnTo>
                    <a:pt x="858" y="11530"/>
                  </a:lnTo>
                  <a:lnTo>
                    <a:pt x="795" y="11467"/>
                  </a:lnTo>
                  <a:lnTo>
                    <a:pt x="753" y="11341"/>
                  </a:lnTo>
                  <a:lnTo>
                    <a:pt x="712" y="11341"/>
                  </a:lnTo>
                  <a:lnTo>
                    <a:pt x="628" y="11467"/>
                  </a:lnTo>
                  <a:lnTo>
                    <a:pt x="586" y="11509"/>
                  </a:lnTo>
                  <a:lnTo>
                    <a:pt x="691" y="11530"/>
                  </a:lnTo>
                  <a:lnTo>
                    <a:pt x="586" y="11655"/>
                  </a:lnTo>
                  <a:lnTo>
                    <a:pt x="502" y="11655"/>
                  </a:lnTo>
                  <a:lnTo>
                    <a:pt x="481" y="11739"/>
                  </a:lnTo>
                  <a:lnTo>
                    <a:pt x="523" y="11760"/>
                  </a:lnTo>
                  <a:lnTo>
                    <a:pt x="691" y="11760"/>
                  </a:lnTo>
                  <a:lnTo>
                    <a:pt x="733" y="11823"/>
                  </a:lnTo>
                  <a:lnTo>
                    <a:pt x="607" y="11844"/>
                  </a:lnTo>
                  <a:lnTo>
                    <a:pt x="586" y="11885"/>
                  </a:lnTo>
                  <a:lnTo>
                    <a:pt x="544" y="11969"/>
                  </a:lnTo>
                  <a:lnTo>
                    <a:pt x="440" y="11885"/>
                  </a:lnTo>
                  <a:lnTo>
                    <a:pt x="398" y="11927"/>
                  </a:lnTo>
                  <a:lnTo>
                    <a:pt x="377" y="12032"/>
                  </a:lnTo>
                  <a:lnTo>
                    <a:pt x="335" y="11885"/>
                  </a:lnTo>
                  <a:lnTo>
                    <a:pt x="272" y="11948"/>
                  </a:lnTo>
                  <a:lnTo>
                    <a:pt x="168" y="12074"/>
                  </a:lnTo>
                  <a:lnTo>
                    <a:pt x="209" y="12178"/>
                  </a:lnTo>
                  <a:lnTo>
                    <a:pt x="335" y="12367"/>
                  </a:lnTo>
                  <a:lnTo>
                    <a:pt x="398" y="12262"/>
                  </a:lnTo>
                  <a:lnTo>
                    <a:pt x="419" y="12283"/>
                  </a:lnTo>
                  <a:lnTo>
                    <a:pt x="502" y="12262"/>
                  </a:lnTo>
                  <a:lnTo>
                    <a:pt x="481" y="12199"/>
                  </a:lnTo>
                  <a:lnTo>
                    <a:pt x="523" y="12095"/>
                  </a:lnTo>
                  <a:lnTo>
                    <a:pt x="649" y="12178"/>
                  </a:lnTo>
                  <a:lnTo>
                    <a:pt x="607" y="12241"/>
                  </a:lnTo>
                  <a:lnTo>
                    <a:pt x="649" y="12304"/>
                  </a:lnTo>
                  <a:lnTo>
                    <a:pt x="628" y="12388"/>
                  </a:lnTo>
                  <a:lnTo>
                    <a:pt x="586" y="12450"/>
                  </a:lnTo>
                  <a:lnTo>
                    <a:pt x="628" y="12597"/>
                  </a:lnTo>
                  <a:lnTo>
                    <a:pt x="691" y="12555"/>
                  </a:lnTo>
                  <a:lnTo>
                    <a:pt x="816" y="12513"/>
                  </a:lnTo>
                  <a:lnTo>
                    <a:pt x="900" y="12597"/>
                  </a:lnTo>
                  <a:lnTo>
                    <a:pt x="753" y="12597"/>
                  </a:lnTo>
                  <a:lnTo>
                    <a:pt x="712" y="12639"/>
                  </a:lnTo>
                  <a:lnTo>
                    <a:pt x="753" y="12722"/>
                  </a:lnTo>
                  <a:lnTo>
                    <a:pt x="753" y="12785"/>
                  </a:lnTo>
                  <a:lnTo>
                    <a:pt x="544" y="12618"/>
                  </a:lnTo>
                  <a:lnTo>
                    <a:pt x="481" y="12639"/>
                  </a:lnTo>
                  <a:lnTo>
                    <a:pt x="419" y="12597"/>
                  </a:lnTo>
                  <a:lnTo>
                    <a:pt x="314" y="12597"/>
                  </a:lnTo>
                  <a:lnTo>
                    <a:pt x="314" y="12701"/>
                  </a:lnTo>
                  <a:lnTo>
                    <a:pt x="272" y="12764"/>
                  </a:lnTo>
                  <a:lnTo>
                    <a:pt x="419" y="12994"/>
                  </a:lnTo>
                  <a:lnTo>
                    <a:pt x="523" y="13015"/>
                  </a:lnTo>
                  <a:lnTo>
                    <a:pt x="691" y="13141"/>
                  </a:lnTo>
                  <a:lnTo>
                    <a:pt x="900" y="13245"/>
                  </a:lnTo>
                  <a:lnTo>
                    <a:pt x="921" y="13308"/>
                  </a:lnTo>
                  <a:lnTo>
                    <a:pt x="858" y="13329"/>
                  </a:lnTo>
                  <a:lnTo>
                    <a:pt x="963" y="13413"/>
                  </a:lnTo>
                  <a:lnTo>
                    <a:pt x="1026" y="13392"/>
                  </a:lnTo>
                  <a:lnTo>
                    <a:pt x="1005" y="13287"/>
                  </a:lnTo>
                  <a:lnTo>
                    <a:pt x="1067" y="13287"/>
                  </a:lnTo>
                  <a:lnTo>
                    <a:pt x="1151" y="13329"/>
                  </a:lnTo>
                  <a:lnTo>
                    <a:pt x="1130" y="13350"/>
                  </a:lnTo>
                  <a:lnTo>
                    <a:pt x="1235" y="13497"/>
                  </a:lnTo>
                  <a:lnTo>
                    <a:pt x="1277" y="13434"/>
                  </a:lnTo>
                  <a:lnTo>
                    <a:pt x="1339" y="13455"/>
                  </a:lnTo>
                  <a:lnTo>
                    <a:pt x="1444" y="13413"/>
                  </a:lnTo>
                  <a:lnTo>
                    <a:pt x="1570" y="13308"/>
                  </a:lnTo>
                  <a:lnTo>
                    <a:pt x="1632" y="13287"/>
                  </a:lnTo>
                  <a:lnTo>
                    <a:pt x="1653" y="13225"/>
                  </a:lnTo>
                  <a:lnTo>
                    <a:pt x="1674" y="13245"/>
                  </a:lnTo>
                  <a:lnTo>
                    <a:pt x="1695" y="13329"/>
                  </a:lnTo>
                  <a:lnTo>
                    <a:pt x="1779" y="13329"/>
                  </a:lnTo>
                  <a:lnTo>
                    <a:pt x="1988" y="13120"/>
                  </a:lnTo>
                  <a:lnTo>
                    <a:pt x="1967" y="13078"/>
                  </a:lnTo>
                  <a:lnTo>
                    <a:pt x="1883" y="12932"/>
                  </a:lnTo>
                  <a:lnTo>
                    <a:pt x="2051" y="13036"/>
                  </a:lnTo>
                  <a:lnTo>
                    <a:pt x="2155" y="12911"/>
                  </a:lnTo>
                  <a:lnTo>
                    <a:pt x="2114" y="12890"/>
                  </a:lnTo>
                  <a:lnTo>
                    <a:pt x="2197" y="12827"/>
                  </a:lnTo>
                  <a:lnTo>
                    <a:pt x="2176" y="12764"/>
                  </a:lnTo>
                  <a:lnTo>
                    <a:pt x="2281" y="12701"/>
                  </a:lnTo>
                  <a:lnTo>
                    <a:pt x="2386" y="12681"/>
                  </a:lnTo>
                  <a:lnTo>
                    <a:pt x="2386" y="12597"/>
                  </a:lnTo>
                  <a:lnTo>
                    <a:pt x="2302" y="12492"/>
                  </a:lnTo>
                  <a:lnTo>
                    <a:pt x="2323" y="12409"/>
                  </a:lnTo>
                  <a:lnTo>
                    <a:pt x="2260" y="12304"/>
                  </a:lnTo>
                  <a:lnTo>
                    <a:pt x="2155" y="12241"/>
                  </a:lnTo>
                  <a:lnTo>
                    <a:pt x="2176" y="12157"/>
                  </a:lnTo>
                  <a:lnTo>
                    <a:pt x="2218" y="12178"/>
                  </a:lnTo>
                  <a:lnTo>
                    <a:pt x="2323" y="12304"/>
                  </a:lnTo>
                  <a:lnTo>
                    <a:pt x="2386" y="12471"/>
                  </a:lnTo>
                  <a:lnTo>
                    <a:pt x="2406" y="12492"/>
                  </a:lnTo>
                  <a:lnTo>
                    <a:pt x="2490" y="12513"/>
                  </a:lnTo>
                  <a:lnTo>
                    <a:pt x="2469" y="12576"/>
                  </a:lnTo>
                  <a:lnTo>
                    <a:pt x="2511" y="12639"/>
                  </a:lnTo>
                  <a:lnTo>
                    <a:pt x="2616" y="12597"/>
                  </a:lnTo>
                  <a:lnTo>
                    <a:pt x="2595" y="12513"/>
                  </a:lnTo>
                  <a:lnTo>
                    <a:pt x="2532" y="12492"/>
                  </a:lnTo>
                  <a:lnTo>
                    <a:pt x="2595" y="12409"/>
                  </a:lnTo>
                  <a:lnTo>
                    <a:pt x="2678" y="12492"/>
                  </a:lnTo>
                  <a:lnTo>
                    <a:pt x="2699" y="12555"/>
                  </a:lnTo>
                  <a:lnTo>
                    <a:pt x="2825" y="12409"/>
                  </a:lnTo>
                  <a:lnTo>
                    <a:pt x="2846" y="12283"/>
                  </a:lnTo>
                  <a:lnTo>
                    <a:pt x="2825" y="12178"/>
                  </a:lnTo>
                  <a:lnTo>
                    <a:pt x="2741" y="12157"/>
                  </a:lnTo>
                  <a:lnTo>
                    <a:pt x="2720" y="12074"/>
                  </a:lnTo>
                  <a:lnTo>
                    <a:pt x="2783" y="12053"/>
                  </a:lnTo>
                  <a:lnTo>
                    <a:pt x="2783" y="11990"/>
                  </a:lnTo>
                  <a:lnTo>
                    <a:pt x="2825" y="11990"/>
                  </a:lnTo>
                  <a:lnTo>
                    <a:pt x="2888" y="11948"/>
                  </a:lnTo>
                  <a:lnTo>
                    <a:pt x="2825" y="11865"/>
                  </a:lnTo>
                  <a:lnTo>
                    <a:pt x="2825" y="11760"/>
                  </a:lnTo>
                  <a:lnTo>
                    <a:pt x="2909" y="11718"/>
                  </a:lnTo>
                  <a:lnTo>
                    <a:pt x="2992" y="11781"/>
                  </a:lnTo>
                  <a:lnTo>
                    <a:pt x="2930" y="11885"/>
                  </a:lnTo>
                  <a:lnTo>
                    <a:pt x="2950" y="12032"/>
                  </a:lnTo>
                  <a:lnTo>
                    <a:pt x="2930" y="12095"/>
                  </a:lnTo>
                  <a:lnTo>
                    <a:pt x="2992" y="12199"/>
                  </a:lnTo>
                  <a:lnTo>
                    <a:pt x="3013" y="12283"/>
                  </a:lnTo>
                  <a:lnTo>
                    <a:pt x="3118" y="12409"/>
                  </a:lnTo>
                  <a:lnTo>
                    <a:pt x="3264" y="12409"/>
                  </a:lnTo>
                  <a:lnTo>
                    <a:pt x="3327" y="12450"/>
                  </a:lnTo>
                  <a:lnTo>
                    <a:pt x="3264" y="12492"/>
                  </a:lnTo>
                  <a:lnTo>
                    <a:pt x="3348" y="12555"/>
                  </a:lnTo>
                  <a:lnTo>
                    <a:pt x="3432" y="12639"/>
                  </a:lnTo>
                  <a:lnTo>
                    <a:pt x="3474" y="12555"/>
                  </a:lnTo>
                  <a:lnTo>
                    <a:pt x="3453" y="12178"/>
                  </a:lnTo>
                  <a:lnTo>
                    <a:pt x="3369" y="12032"/>
                  </a:lnTo>
                  <a:lnTo>
                    <a:pt x="3432" y="11948"/>
                  </a:lnTo>
                  <a:lnTo>
                    <a:pt x="3515" y="11885"/>
                  </a:lnTo>
                  <a:lnTo>
                    <a:pt x="3432" y="11781"/>
                  </a:lnTo>
                  <a:lnTo>
                    <a:pt x="3474" y="11718"/>
                  </a:lnTo>
                  <a:lnTo>
                    <a:pt x="3662" y="11676"/>
                  </a:lnTo>
                  <a:lnTo>
                    <a:pt x="3683" y="11593"/>
                  </a:lnTo>
                  <a:lnTo>
                    <a:pt x="3683" y="11467"/>
                  </a:lnTo>
                  <a:lnTo>
                    <a:pt x="3766" y="11321"/>
                  </a:lnTo>
                  <a:lnTo>
                    <a:pt x="3683" y="11195"/>
                  </a:lnTo>
                  <a:lnTo>
                    <a:pt x="3662" y="10923"/>
                  </a:lnTo>
                  <a:lnTo>
                    <a:pt x="3536" y="10714"/>
                  </a:lnTo>
                  <a:lnTo>
                    <a:pt x="3557" y="10609"/>
                  </a:lnTo>
                  <a:lnTo>
                    <a:pt x="3829" y="10525"/>
                  </a:lnTo>
                  <a:lnTo>
                    <a:pt x="3829" y="10358"/>
                  </a:lnTo>
                  <a:lnTo>
                    <a:pt x="3871" y="10212"/>
                  </a:lnTo>
                  <a:lnTo>
                    <a:pt x="3662" y="10002"/>
                  </a:lnTo>
                  <a:lnTo>
                    <a:pt x="3515" y="9898"/>
                  </a:lnTo>
                  <a:lnTo>
                    <a:pt x="3515" y="9688"/>
                  </a:lnTo>
                  <a:lnTo>
                    <a:pt x="3536" y="9479"/>
                  </a:lnTo>
                  <a:lnTo>
                    <a:pt x="3515" y="9249"/>
                  </a:lnTo>
                  <a:lnTo>
                    <a:pt x="3453" y="9103"/>
                  </a:lnTo>
                  <a:lnTo>
                    <a:pt x="3515" y="8914"/>
                  </a:lnTo>
                  <a:lnTo>
                    <a:pt x="3453" y="8621"/>
                  </a:lnTo>
                  <a:lnTo>
                    <a:pt x="3411" y="8308"/>
                  </a:lnTo>
                  <a:lnTo>
                    <a:pt x="3453" y="8077"/>
                  </a:lnTo>
                  <a:lnTo>
                    <a:pt x="3578" y="7847"/>
                  </a:lnTo>
                  <a:lnTo>
                    <a:pt x="3683" y="7764"/>
                  </a:lnTo>
                  <a:lnTo>
                    <a:pt x="3850" y="7784"/>
                  </a:lnTo>
                  <a:lnTo>
                    <a:pt x="4059" y="7805"/>
                  </a:lnTo>
                  <a:lnTo>
                    <a:pt x="4164" y="7680"/>
                  </a:lnTo>
                  <a:lnTo>
                    <a:pt x="4143" y="7450"/>
                  </a:lnTo>
                  <a:lnTo>
                    <a:pt x="4080" y="7366"/>
                  </a:lnTo>
                  <a:lnTo>
                    <a:pt x="4080" y="7240"/>
                  </a:lnTo>
                  <a:lnTo>
                    <a:pt x="4290" y="6738"/>
                  </a:lnTo>
                  <a:lnTo>
                    <a:pt x="4290" y="6487"/>
                  </a:lnTo>
                  <a:lnTo>
                    <a:pt x="4352" y="6215"/>
                  </a:lnTo>
                  <a:lnTo>
                    <a:pt x="4394" y="6069"/>
                  </a:lnTo>
                  <a:lnTo>
                    <a:pt x="4394" y="5901"/>
                  </a:lnTo>
                  <a:lnTo>
                    <a:pt x="4311" y="5818"/>
                  </a:lnTo>
                  <a:lnTo>
                    <a:pt x="4311" y="5692"/>
                  </a:lnTo>
                  <a:lnTo>
                    <a:pt x="4499" y="5587"/>
                  </a:lnTo>
                  <a:lnTo>
                    <a:pt x="4708" y="5567"/>
                  </a:lnTo>
                  <a:lnTo>
                    <a:pt x="4792" y="5483"/>
                  </a:lnTo>
                  <a:lnTo>
                    <a:pt x="4813" y="5357"/>
                  </a:lnTo>
                  <a:lnTo>
                    <a:pt x="4980" y="5064"/>
                  </a:lnTo>
                  <a:lnTo>
                    <a:pt x="5127" y="4855"/>
                  </a:lnTo>
                  <a:lnTo>
                    <a:pt x="5189" y="4730"/>
                  </a:lnTo>
                  <a:lnTo>
                    <a:pt x="5106" y="4541"/>
                  </a:lnTo>
                  <a:lnTo>
                    <a:pt x="5043" y="4458"/>
                  </a:lnTo>
                  <a:lnTo>
                    <a:pt x="5043" y="4206"/>
                  </a:lnTo>
                  <a:lnTo>
                    <a:pt x="5127" y="4186"/>
                  </a:lnTo>
                  <a:lnTo>
                    <a:pt x="5189" y="4081"/>
                  </a:lnTo>
                  <a:lnTo>
                    <a:pt x="5231" y="3934"/>
                  </a:lnTo>
                  <a:lnTo>
                    <a:pt x="5315" y="3893"/>
                  </a:lnTo>
                  <a:lnTo>
                    <a:pt x="5399" y="3704"/>
                  </a:lnTo>
                  <a:lnTo>
                    <a:pt x="5524" y="3600"/>
                  </a:lnTo>
                  <a:lnTo>
                    <a:pt x="5629" y="3683"/>
                  </a:lnTo>
                  <a:lnTo>
                    <a:pt x="5712" y="3725"/>
                  </a:lnTo>
                  <a:lnTo>
                    <a:pt x="5754" y="3725"/>
                  </a:lnTo>
                  <a:lnTo>
                    <a:pt x="5859" y="3621"/>
                  </a:lnTo>
                  <a:lnTo>
                    <a:pt x="5775" y="3516"/>
                  </a:lnTo>
                  <a:lnTo>
                    <a:pt x="5859" y="3474"/>
                  </a:lnTo>
                  <a:lnTo>
                    <a:pt x="5859" y="3390"/>
                  </a:lnTo>
                  <a:lnTo>
                    <a:pt x="5880" y="3349"/>
                  </a:lnTo>
                  <a:lnTo>
                    <a:pt x="5775" y="3181"/>
                  </a:lnTo>
                  <a:lnTo>
                    <a:pt x="5838" y="3160"/>
                  </a:lnTo>
                  <a:lnTo>
                    <a:pt x="6026" y="3160"/>
                  </a:lnTo>
                  <a:lnTo>
                    <a:pt x="6152" y="3077"/>
                  </a:lnTo>
                  <a:lnTo>
                    <a:pt x="6340" y="3139"/>
                  </a:lnTo>
                  <a:lnTo>
                    <a:pt x="6445" y="3202"/>
                  </a:lnTo>
                  <a:lnTo>
                    <a:pt x="6570" y="3223"/>
                  </a:lnTo>
                  <a:lnTo>
                    <a:pt x="6654" y="3286"/>
                  </a:lnTo>
                  <a:lnTo>
                    <a:pt x="6696" y="3265"/>
                  </a:lnTo>
                  <a:lnTo>
                    <a:pt x="6759" y="3307"/>
                  </a:lnTo>
                  <a:lnTo>
                    <a:pt x="6759" y="3160"/>
                  </a:lnTo>
                  <a:lnTo>
                    <a:pt x="6696" y="3077"/>
                  </a:lnTo>
                  <a:lnTo>
                    <a:pt x="6717" y="2888"/>
                  </a:lnTo>
                  <a:lnTo>
                    <a:pt x="6800" y="2846"/>
                  </a:lnTo>
                  <a:lnTo>
                    <a:pt x="6779" y="2700"/>
                  </a:lnTo>
                  <a:lnTo>
                    <a:pt x="6696" y="2658"/>
                  </a:lnTo>
                  <a:lnTo>
                    <a:pt x="6675" y="2554"/>
                  </a:lnTo>
                  <a:lnTo>
                    <a:pt x="6675" y="2554"/>
                  </a:lnTo>
                  <a:lnTo>
                    <a:pt x="6800" y="2616"/>
                  </a:lnTo>
                  <a:lnTo>
                    <a:pt x="6926" y="2574"/>
                  </a:lnTo>
                  <a:lnTo>
                    <a:pt x="6989" y="2554"/>
                  </a:lnTo>
                  <a:lnTo>
                    <a:pt x="7010" y="2533"/>
                  </a:lnTo>
                  <a:lnTo>
                    <a:pt x="7072" y="2533"/>
                  </a:lnTo>
                  <a:lnTo>
                    <a:pt x="7093" y="2512"/>
                  </a:lnTo>
                  <a:lnTo>
                    <a:pt x="7072" y="2428"/>
                  </a:lnTo>
                  <a:lnTo>
                    <a:pt x="7093" y="2323"/>
                  </a:lnTo>
                  <a:lnTo>
                    <a:pt x="7177" y="2261"/>
                  </a:lnTo>
                  <a:lnTo>
                    <a:pt x="7282" y="2261"/>
                  </a:lnTo>
                  <a:lnTo>
                    <a:pt x="7344" y="2407"/>
                  </a:lnTo>
                  <a:lnTo>
                    <a:pt x="7616" y="2616"/>
                  </a:lnTo>
                  <a:lnTo>
                    <a:pt x="7637" y="2742"/>
                  </a:lnTo>
                  <a:lnTo>
                    <a:pt x="7742" y="2846"/>
                  </a:lnTo>
                  <a:lnTo>
                    <a:pt x="7909" y="2930"/>
                  </a:lnTo>
                  <a:lnTo>
                    <a:pt x="8160" y="2930"/>
                  </a:lnTo>
                  <a:lnTo>
                    <a:pt x="8328" y="2784"/>
                  </a:lnTo>
                  <a:lnTo>
                    <a:pt x="8391" y="2700"/>
                  </a:lnTo>
                  <a:lnTo>
                    <a:pt x="8495" y="2700"/>
                  </a:lnTo>
                  <a:lnTo>
                    <a:pt x="8704" y="2846"/>
                  </a:lnTo>
                  <a:lnTo>
                    <a:pt x="8851" y="2867"/>
                  </a:lnTo>
                  <a:lnTo>
                    <a:pt x="8893" y="2742"/>
                  </a:lnTo>
                  <a:lnTo>
                    <a:pt x="8976" y="2679"/>
                  </a:lnTo>
                  <a:lnTo>
                    <a:pt x="9060" y="2616"/>
                  </a:lnTo>
                  <a:lnTo>
                    <a:pt x="9165" y="2616"/>
                  </a:lnTo>
                  <a:lnTo>
                    <a:pt x="9269" y="2554"/>
                  </a:lnTo>
                  <a:lnTo>
                    <a:pt x="9311" y="2470"/>
                  </a:lnTo>
                  <a:lnTo>
                    <a:pt x="9269" y="2365"/>
                  </a:lnTo>
                  <a:lnTo>
                    <a:pt x="9207" y="2219"/>
                  </a:lnTo>
                  <a:lnTo>
                    <a:pt x="9228" y="1905"/>
                  </a:lnTo>
                  <a:lnTo>
                    <a:pt x="9290" y="1821"/>
                  </a:lnTo>
                  <a:lnTo>
                    <a:pt x="9228" y="1717"/>
                  </a:lnTo>
                  <a:lnTo>
                    <a:pt x="9290" y="1696"/>
                  </a:lnTo>
                  <a:lnTo>
                    <a:pt x="9395" y="1570"/>
                  </a:lnTo>
                  <a:lnTo>
                    <a:pt x="9374" y="1507"/>
                  </a:lnTo>
                  <a:lnTo>
                    <a:pt x="9500" y="1424"/>
                  </a:lnTo>
                  <a:lnTo>
                    <a:pt x="9646" y="1486"/>
                  </a:lnTo>
                  <a:lnTo>
                    <a:pt x="9730" y="1466"/>
                  </a:lnTo>
                  <a:lnTo>
                    <a:pt x="9730" y="1403"/>
                  </a:lnTo>
                  <a:lnTo>
                    <a:pt x="9813" y="1298"/>
                  </a:lnTo>
                  <a:lnTo>
                    <a:pt x="10065" y="1298"/>
                  </a:lnTo>
                  <a:lnTo>
                    <a:pt x="10169" y="1382"/>
                  </a:lnTo>
                  <a:lnTo>
                    <a:pt x="10316" y="1528"/>
                  </a:lnTo>
                  <a:lnTo>
                    <a:pt x="10378" y="1633"/>
                  </a:lnTo>
                  <a:lnTo>
                    <a:pt x="10525" y="1654"/>
                  </a:lnTo>
                  <a:lnTo>
                    <a:pt x="10692" y="1696"/>
                  </a:lnTo>
                  <a:lnTo>
                    <a:pt x="10755" y="1800"/>
                  </a:lnTo>
                  <a:lnTo>
                    <a:pt x="10860" y="1905"/>
                  </a:lnTo>
                  <a:lnTo>
                    <a:pt x="10839" y="2030"/>
                  </a:lnTo>
                  <a:lnTo>
                    <a:pt x="10734" y="2177"/>
                  </a:lnTo>
                  <a:lnTo>
                    <a:pt x="10755" y="2428"/>
                  </a:lnTo>
                  <a:lnTo>
                    <a:pt x="10839" y="2428"/>
                  </a:lnTo>
                  <a:lnTo>
                    <a:pt x="10839" y="2219"/>
                  </a:lnTo>
                  <a:lnTo>
                    <a:pt x="10985" y="2051"/>
                  </a:lnTo>
                  <a:lnTo>
                    <a:pt x="11111" y="2030"/>
                  </a:lnTo>
                  <a:lnTo>
                    <a:pt x="11194" y="1926"/>
                  </a:lnTo>
                  <a:lnTo>
                    <a:pt x="11194" y="1779"/>
                  </a:lnTo>
                  <a:lnTo>
                    <a:pt x="11299" y="1738"/>
                  </a:lnTo>
                  <a:lnTo>
                    <a:pt x="11404" y="1800"/>
                  </a:lnTo>
                  <a:lnTo>
                    <a:pt x="11487" y="1717"/>
                  </a:lnTo>
                  <a:lnTo>
                    <a:pt x="11487" y="1591"/>
                  </a:lnTo>
                  <a:lnTo>
                    <a:pt x="11425" y="1591"/>
                  </a:lnTo>
                  <a:lnTo>
                    <a:pt x="11362" y="1507"/>
                  </a:lnTo>
                  <a:lnTo>
                    <a:pt x="11299" y="1507"/>
                  </a:lnTo>
                  <a:lnTo>
                    <a:pt x="11278" y="1528"/>
                  </a:lnTo>
                  <a:lnTo>
                    <a:pt x="11278" y="1612"/>
                  </a:lnTo>
                  <a:lnTo>
                    <a:pt x="11215" y="1570"/>
                  </a:lnTo>
                  <a:lnTo>
                    <a:pt x="11194" y="1507"/>
                  </a:lnTo>
                  <a:lnTo>
                    <a:pt x="11153" y="1507"/>
                  </a:lnTo>
                  <a:lnTo>
                    <a:pt x="11153" y="1570"/>
                  </a:lnTo>
                  <a:lnTo>
                    <a:pt x="11111" y="1696"/>
                  </a:lnTo>
                  <a:lnTo>
                    <a:pt x="11090" y="1654"/>
                  </a:lnTo>
                  <a:lnTo>
                    <a:pt x="11048" y="1591"/>
                  </a:lnTo>
                  <a:lnTo>
                    <a:pt x="10964" y="1633"/>
                  </a:lnTo>
                  <a:lnTo>
                    <a:pt x="10943" y="1696"/>
                  </a:lnTo>
                  <a:lnTo>
                    <a:pt x="10901" y="1612"/>
                  </a:lnTo>
                  <a:lnTo>
                    <a:pt x="10881" y="1486"/>
                  </a:lnTo>
                  <a:lnTo>
                    <a:pt x="10839" y="1486"/>
                  </a:lnTo>
                  <a:lnTo>
                    <a:pt x="10776" y="1361"/>
                  </a:lnTo>
                  <a:lnTo>
                    <a:pt x="10734" y="1319"/>
                  </a:lnTo>
                  <a:lnTo>
                    <a:pt x="10650" y="1319"/>
                  </a:lnTo>
                  <a:lnTo>
                    <a:pt x="10567" y="1298"/>
                  </a:lnTo>
                  <a:lnTo>
                    <a:pt x="10420" y="1277"/>
                  </a:lnTo>
                  <a:lnTo>
                    <a:pt x="10357" y="1193"/>
                  </a:lnTo>
                  <a:lnTo>
                    <a:pt x="10378" y="1173"/>
                  </a:lnTo>
                  <a:lnTo>
                    <a:pt x="10546" y="1214"/>
                  </a:lnTo>
                  <a:lnTo>
                    <a:pt x="10692" y="1193"/>
                  </a:lnTo>
                  <a:lnTo>
                    <a:pt x="10797" y="1214"/>
                  </a:lnTo>
                  <a:lnTo>
                    <a:pt x="11048" y="1256"/>
                  </a:lnTo>
                  <a:lnTo>
                    <a:pt x="11194" y="1193"/>
                  </a:lnTo>
                  <a:lnTo>
                    <a:pt x="11299" y="984"/>
                  </a:lnTo>
                  <a:lnTo>
                    <a:pt x="11508" y="942"/>
                  </a:lnTo>
                  <a:lnTo>
                    <a:pt x="11613" y="859"/>
                  </a:lnTo>
                  <a:lnTo>
                    <a:pt x="11613" y="838"/>
                  </a:lnTo>
                  <a:lnTo>
                    <a:pt x="11529" y="796"/>
                  </a:lnTo>
                  <a:lnTo>
                    <a:pt x="11508" y="754"/>
                  </a:lnTo>
                  <a:lnTo>
                    <a:pt x="11425" y="733"/>
                  </a:lnTo>
                  <a:lnTo>
                    <a:pt x="11320" y="754"/>
                  </a:lnTo>
                  <a:lnTo>
                    <a:pt x="11194" y="608"/>
                  </a:lnTo>
                  <a:lnTo>
                    <a:pt x="11111" y="608"/>
                  </a:lnTo>
                  <a:lnTo>
                    <a:pt x="11006" y="733"/>
                  </a:lnTo>
                  <a:lnTo>
                    <a:pt x="10964" y="733"/>
                  </a:lnTo>
                  <a:lnTo>
                    <a:pt x="10943" y="691"/>
                  </a:lnTo>
                  <a:lnTo>
                    <a:pt x="11048" y="649"/>
                  </a:lnTo>
                  <a:lnTo>
                    <a:pt x="11048" y="566"/>
                  </a:lnTo>
                  <a:lnTo>
                    <a:pt x="10943" y="524"/>
                  </a:lnTo>
                  <a:lnTo>
                    <a:pt x="10901" y="482"/>
                  </a:lnTo>
                  <a:lnTo>
                    <a:pt x="10839" y="482"/>
                  </a:lnTo>
                  <a:lnTo>
                    <a:pt x="10776" y="608"/>
                  </a:lnTo>
                  <a:lnTo>
                    <a:pt x="10734" y="608"/>
                  </a:lnTo>
                  <a:lnTo>
                    <a:pt x="10734" y="524"/>
                  </a:lnTo>
                  <a:lnTo>
                    <a:pt x="10671" y="545"/>
                  </a:lnTo>
                  <a:lnTo>
                    <a:pt x="10650" y="587"/>
                  </a:lnTo>
                  <a:lnTo>
                    <a:pt x="10588" y="587"/>
                  </a:lnTo>
                  <a:lnTo>
                    <a:pt x="10567" y="545"/>
                  </a:lnTo>
                  <a:lnTo>
                    <a:pt x="10650" y="482"/>
                  </a:lnTo>
                  <a:lnTo>
                    <a:pt x="10650" y="419"/>
                  </a:lnTo>
                  <a:lnTo>
                    <a:pt x="10546" y="357"/>
                  </a:lnTo>
                  <a:lnTo>
                    <a:pt x="10420" y="357"/>
                  </a:lnTo>
                  <a:lnTo>
                    <a:pt x="10357" y="377"/>
                  </a:lnTo>
                  <a:lnTo>
                    <a:pt x="10337" y="545"/>
                  </a:lnTo>
                  <a:lnTo>
                    <a:pt x="10253" y="587"/>
                  </a:lnTo>
                  <a:lnTo>
                    <a:pt x="10253" y="649"/>
                  </a:lnTo>
                  <a:lnTo>
                    <a:pt x="10316" y="796"/>
                  </a:lnTo>
                  <a:lnTo>
                    <a:pt x="10316" y="880"/>
                  </a:lnTo>
                  <a:lnTo>
                    <a:pt x="10253" y="942"/>
                  </a:lnTo>
                  <a:lnTo>
                    <a:pt x="10211" y="838"/>
                  </a:lnTo>
                  <a:lnTo>
                    <a:pt x="10127" y="838"/>
                  </a:lnTo>
                  <a:lnTo>
                    <a:pt x="10127" y="859"/>
                  </a:lnTo>
                  <a:lnTo>
                    <a:pt x="10023" y="838"/>
                  </a:lnTo>
                  <a:lnTo>
                    <a:pt x="9897" y="901"/>
                  </a:lnTo>
                  <a:lnTo>
                    <a:pt x="9897" y="901"/>
                  </a:lnTo>
                  <a:lnTo>
                    <a:pt x="10002" y="754"/>
                  </a:lnTo>
                  <a:lnTo>
                    <a:pt x="10065" y="733"/>
                  </a:lnTo>
                  <a:lnTo>
                    <a:pt x="10127" y="608"/>
                  </a:lnTo>
                  <a:lnTo>
                    <a:pt x="10127" y="566"/>
                  </a:lnTo>
                  <a:lnTo>
                    <a:pt x="10065" y="566"/>
                  </a:lnTo>
                  <a:lnTo>
                    <a:pt x="9960" y="649"/>
                  </a:lnTo>
                  <a:lnTo>
                    <a:pt x="9897" y="649"/>
                  </a:lnTo>
                  <a:lnTo>
                    <a:pt x="9918" y="587"/>
                  </a:lnTo>
                  <a:lnTo>
                    <a:pt x="10002" y="524"/>
                  </a:lnTo>
                  <a:lnTo>
                    <a:pt x="10002" y="482"/>
                  </a:lnTo>
                  <a:lnTo>
                    <a:pt x="9897" y="461"/>
                  </a:lnTo>
                  <a:lnTo>
                    <a:pt x="9855" y="419"/>
                  </a:lnTo>
                  <a:lnTo>
                    <a:pt x="9960" y="377"/>
                  </a:lnTo>
                  <a:lnTo>
                    <a:pt x="10002" y="419"/>
                  </a:lnTo>
                  <a:lnTo>
                    <a:pt x="10127" y="419"/>
                  </a:lnTo>
                  <a:lnTo>
                    <a:pt x="10169" y="231"/>
                  </a:lnTo>
                  <a:lnTo>
                    <a:pt x="10169" y="168"/>
                  </a:lnTo>
                  <a:lnTo>
                    <a:pt x="10044" y="210"/>
                  </a:lnTo>
                  <a:lnTo>
                    <a:pt x="10002" y="147"/>
                  </a:lnTo>
                  <a:lnTo>
                    <a:pt x="10023" y="64"/>
                  </a:lnTo>
                  <a:lnTo>
                    <a:pt x="10002" y="1"/>
                  </a:lnTo>
                  <a:lnTo>
                    <a:pt x="9918" y="64"/>
                  </a:lnTo>
                  <a:lnTo>
                    <a:pt x="9855" y="64"/>
                  </a:lnTo>
                  <a:lnTo>
                    <a:pt x="979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38"/>
            <p:cNvSpPr/>
            <p:nvPr/>
          </p:nvSpPr>
          <p:spPr>
            <a:xfrm>
              <a:off x="3810372" y="2589242"/>
              <a:ext cx="68528" cy="147786"/>
            </a:xfrm>
            <a:custGeom>
              <a:rect b="b" l="l" r="r" t="t"/>
              <a:pathLst>
                <a:path extrusionOk="0" h="12995" w="5755">
                  <a:moveTo>
                    <a:pt x="3788" y="1"/>
                  </a:moveTo>
                  <a:lnTo>
                    <a:pt x="3725" y="21"/>
                  </a:lnTo>
                  <a:lnTo>
                    <a:pt x="3599" y="63"/>
                  </a:lnTo>
                  <a:lnTo>
                    <a:pt x="3474" y="1"/>
                  </a:lnTo>
                  <a:lnTo>
                    <a:pt x="3474" y="1"/>
                  </a:lnTo>
                  <a:lnTo>
                    <a:pt x="3495" y="105"/>
                  </a:lnTo>
                  <a:lnTo>
                    <a:pt x="3578" y="147"/>
                  </a:lnTo>
                  <a:lnTo>
                    <a:pt x="3599" y="293"/>
                  </a:lnTo>
                  <a:lnTo>
                    <a:pt x="3516" y="335"/>
                  </a:lnTo>
                  <a:lnTo>
                    <a:pt x="3495" y="524"/>
                  </a:lnTo>
                  <a:lnTo>
                    <a:pt x="3558" y="607"/>
                  </a:lnTo>
                  <a:lnTo>
                    <a:pt x="3558" y="754"/>
                  </a:lnTo>
                  <a:lnTo>
                    <a:pt x="3495" y="712"/>
                  </a:lnTo>
                  <a:lnTo>
                    <a:pt x="3453" y="733"/>
                  </a:lnTo>
                  <a:lnTo>
                    <a:pt x="3369" y="670"/>
                  </a:lnTo>
                  <a:lnTo>
                    <a:pt x="3244" y="649"/>
                  </a:lnTo>
                  <a:lnTo>
                    <a:pt x="3139" y="586"/>
                  </a:lnTo>
                  <a:lnTo>
                    <a:pt x="2951" y="524"/>
                  </a:lnTo>
                  <a:lnTo>
                    <a:pt x="2825" y="607"/>
                  </a:lnTo>
                  <a:lnTo>
                    <a:pt x="2637" y="607"/>
                  </a:lnTo>
                  <a:lnTo>
                    <a:pt x="2574" y="628"/>
                  </a:lnTo>
                  <a:lnTo>
                    <a:pt x="2679" y="796"/>
                  </a:lnTo>
                  <a:lnTo>
                    <a:pt x="2658" y="837"/>
                  </a:lnTo>
                  <a:lnTo>
                    <a:pt x="2658" y="921"/>
                  </a:lnTo>
                  <a:lnTo>
                    <a:pt x="2574" y="963"/>
                  </a:lnTo>
                  <a:lnTo>
                    <a:pt x="2658" y="1068"/>
                  </a:lnTo>
                  <a:lnTo>
                    <a:pt x="2553" y="1172"/>
                  </a:lnTo>
                  <a:lnTo>
                    <a:pt x="2511" y="1172"/>
                  </a:lnTo>
                  <a:lnTo>
                    <a:pt x="2428" y="1130"/>
                  </a:lnTo>
                  <a:lnTo>
                    <a:pt x="2323" y="1047"/>
                  </a:lnTo>
                  <a:lnTo>
                    <a:pt x="2198" y="1151"/>
                  </a:lnTo>
                  <a:lnTo>
                    <a:pt x="2114" y="1340"/>
                  </a:lnTo>
                  <a:lnTo>
                    <a:pt x="2030" y="1381"/>
                  </a:lnTo>
                  <a:lnTo>
                    <a:pt x="1988" y="1528"/>
                  </a:lnTo>
                  <a:lnTo>
                    <a:pt x="1926" y="1633"/>
                  </a:lnTo>
                  <a:lnTo>
                    <a:pt x="1842" y="1653"/>
                  </a:lnTo>
                  <a:lnTo>
                    <a:pt x="1842" y="1905"/>
                  </a:lnTo>
                  <a:lnTo>
                    <a:pt x="1905" y="1988"/>
                  </a:lnTo>
                  <a:lnTo>
                    <a:pt x="1988" y="2177"/>
                  </a:lnTo>
                  <a:lnTo>
                    <a:pt x="1926" y="2302"/>
                  </a:lnTo>
                  <a:lnTo>
                    <a:pt x="1779" y="2511"/>
                  </a:lnTo>
                  <a:lnTo>
                    <a:pt x="1612" y="2804"/>
                  </a:lnTo>
                  <a:lnTo>
                    <a:pt x="1591" y="2930"/>
                  </a:lnTo>
                  <a:lnTo>
                    <a:pt x="1507" y="3014"/>
                  </a:lnTo>
                  <a:lnTo>
                    <a:pt x="1298" y="3034"/>
                  </a:lnTo>
                  <a:lnTo>
                    <a:pt x="1110" y="3139"/>
                  </a:lnTo>
                  <a:lnTo>
                    <a:pt x="1110" y="3265"/>
                  </a:lnTo>
                  <a:lnTo>
                    <a:pt x="1193" y="3348"/>
                  </a:lnTo>
                  <a:lnTo>
                    <a:pt x="1193" y="3516"/>
                  </a:lnTo>
                  <a:lnTo>
                    <a:pt x="1151" y="3662"/>
                  </a:lnTo>
                  <a:lnTo>
                    <a:pt x="1089" y="3934"/>
                  </a:lnTo>
                  <a:lnTo>
                    <a:pt x="1089" y="4185"/>
                  </a:lnTo>
                  <a:lnTo>
                    <a:pt x="879" y="4687"/>
                  </a:lnTo>
                  <a:lnTo>
                    <a:pt x="879" y="4813"/>
                  </a:lnTo>
                  <a:lnTo>
                    <a:pt x="942" y="4897"/>
                  </a:lnTo>
                  <a:lnTo>
                    <a:pt x="963" y="5127"/>
                  </a:lnTo>
                  <a:lnTo>
                    <a:pt x="858" y="5252"/>
                  </a:lnTo>
                  <a:lnTo>
                    <a:pt x="649" y="5231"/>
                  </a:lnTo>
                  <a:lnTo>
                    <a:pt x="482" y="5211"/>
                  </a:lnTo>
                  <a:lnTo>
                    <a:pt x="377" y="5294"/>
                  </a:lnTo>
                  <a:lnTo>
                    <a:pt x="252" y="5524"/>
                  </a:lnTo>
                  <a:lnTo>
                    <a:pt x="210" y="5755"/>
                  </a:lnTo>
                  <a:lnTo>
                    <a:pt x="252" y="6068"/>
                  </a:lnTo>
                  <a:lnTo>
                    <a:pt x="314" y="6361"/>
                  </a:lnTo>
                  <a:lnTo>
                    <a:pt x="252" y="6550"/>
                  </a:lnTo>
                  <a:lnTo>
                    <a:pt x="314" y="6696"/>
                  </a:lnTo>
                  <a:lnTo>
                    <a:pt x="335" y="6926"/>
                  </a:lnTo>
                  <a:lnTo>
                    <a:pt x="314" y="7135"/>
                  </a:lnTo>
                  <a:lnTo>
                    <a:pt x="314" y="7345"/>
                  </a:lnTo>
                  <a:lnTo>
                    <a:pt x="461" y="7449"/>
                  </a:lnTo>
                  <a:lnTo>
                    <a:pt x="670" y="7659"/>
                  </a:lnTo>
                  <a:lnTo>
                    <a:pt x="628" y="7805"/>
                  </a:lnTo>
                  <a:lnTo>
                    <a:pt x="628" y="7972"/>
                  </a:lnTo>
                  <a:lnTo>
                    <a:pt x="356" y="8056"/>
                  </a:lnTo>
                  <a:lnTo>
                    <a:pt x="335" y="8161"/>
                  </a:lnTo>
                  <a:lnTo>
                    <a:pt x="461" y="8370"/>
                  </a:lnTo>
                  <a:lnTo>
                    <a:pt x="482" y="8642"/>
                  </a:lnTo>
                  <a:lnTo>
                    <a:pt x="565" y="8768"/>
                  </a:lnTo>
                  <a:lnTo>
                    <a:pt x="482" y="8914"/>
                  </a:lnTo>
                  <a:lnTo>
                    <a:pt x="482" y="9040"/>
                  </a:lnTo>
                  <a:lnTo>
                    <a:pt x="461" y="9123"/>
                  </a:lnTo>
                  <a:lnTo>
                    <a:pt x="273" y="9165"/>
                  </a:lnTo>
                  <a:lnTo>
                    <a:pt x="231" y="9228"/>
                  </a:lnTo>
                  <a:lnTo>
                    <a:pt x="314" y="9332"/>
                  </a:lnTo>
                  <a:lnTo>
                    <a:pt x="231" y="9395"/>
                  </a:lnTo>
                  <a:lnTo>
                    <a:pt x="168" y="9479"/>
                  </a:lnTo>
                  <a:lnTo>
                    <a:pt x="252" y="9625"/>
                  </a:lnTo>
                  <a:lnTo>
                    <a:pt x="273" y="10002"/>
                  </a:lnTo>
                  <a:lnTo>
                    <a:pt x="231" y="10086"/>
                  </a:lnTo>
                  <a:lnTo>
                    <a:pt x="147" y="10002"/>
                  </a:lnTo>
                  <a:lnTo>
                    <a:pt x="63" y="9939"/>
                  </a:lnTo>
                  <a:lnTo>
                    <a:pt x="63" y="9960"/>
                  </a:lnTo>
                  <a:lnTo>
                    <a:pt x="1" y="10023"/>
                  </a:lnTo>
                  <a:lnTo>
                    <a:pt x="21" y="10253"/>
                  </a:lnTo>
                  <a:lnTo>
                    <a:pt x="42" y="10337"/>
                  </a:lnTo>
                  <a:lnTo>
                    <a:pt x="63" y="10525"/>
                  </a:lnTo>
                  <a:lnTo>
                    <a:pt x="147" y="10546"/>
                  </a:lnTo>
                  <a:lnTo>
                    <a:pt x="168" y="10588"/>
                  </a:lnTo>
                  <a:lnTo>
                    <a:pt x="147" y="10734"/>
                  </a:lnTo>
                  <a:lnTo>
                    <a:pt x="273" y="10672"/>
                  </a:lnTo>
                  <a:lnTo>
                    <a:pt x="210" y="10567"/>
                  </a:lnTo>
                  <a:lnTo>
                    <a:pt x="231" y="10483"/>
                  </a:lnTo>
                  <a:lnTo>
                    <a:pt x="273" y="10483"/>
                  </a:lnTo>
                  <a:lnTo>
                    <a:pt x="252" y="10546"/>
                  </a:lnTo>
                  <a:lnTo>
                    <a:pt x="335" y="10588"/>
                  </a:lnTo>
                  <a:lnTo>
                    <a:pt x="377" y="10672"/>
                  </a:lnTo>
                  <a:lnTo>
                    <a:pt x="252" y="10755"/>
                  </a:lnTo>
                  <a:lnTo>
                    <a:pt x="231" y="10860"/>
                  </a:lnTo>
                  <a:lnTo>
                    <a:pt x="273" y="10944"/>
                  </a:lnTo>
                  <a:lnTo>
                    <a:pt x="252" y="11069"/>
                  </a:lnTo>
                  <a:lnTo>
                    <a:pt x="210" y="11111"/>
                  </a:lnTo>
                  <a:lnTo>
                    <a:pt x="273" y="11216"/>
                  </a:lnTo>
                  <a:lnTo>
                    <a:pt x="356" y="11257"/>
                  </a:lnTo>
                  <a:lnTo>
                    <a:pt x="440" y="11383"/>
                  </a:lnTo>
                  <a:lnTo>
                    <a:pt x="482" y="11425"/>
                  </a:lnTo>
                  <a:lnTo>
                    <a:pt x="586" y="11634"/>
                  </a:lnTo>
                  <a:lnTo>
                    <a:pt x="586" y="11801"/>
                  </a:lnTo>
                  <a:lnTo>
                    <a:pt x="733" y="11843"/>
                  </a:lnTo>
                  <a:lnTo>
                    <a:pt x="754" y="11948"/>
                  </a:lnTo>
                  <a:lnTo>
                    <a:pt x="858" y="12094"/>
                  </a:lnTo>
                  <a:lnTo>
                    <a:pt x="984" y="12011"/>
                  </a:lnTo>
                  <a:lnTo>
                    <a:pt x="1005" y="12136"/>
                  </a:lnTo>
                  <a:lnTo>
                    <a:pt x="942" y="12304"/>
                  </a:lnTo>
                  <a:lnTo>
                    <a:pt x="775" y="12325"/>
                  </a:lnTo>
                  <a:lnTo>
                    <a:pt x="754" y="12366"/>
                  </a:lnTo>
                  <a:lnTo>
                    <a:pt x="838" y="12429"/>
                  </a:lnTo>
                  <a:lnTo>
                    <a:pt x="858" y="12534"/>
                  </a:lnTo>
                  <a:lnTo>
                    <a:pt x="984" y="12555"/>
                  </a:lnTo>
                  <a:lnTo>
                    <a:pt x="1047" y="12848"/>
                  </a:lnTo>
                  <a:lnTo>
                    <a:pt x="963" y="12952"/>
                  </a:lnTo>
                  <a:lnTo>
                    <a:pt x="1005" y="12994"/>
                  </a:lnTo>
                  <a:lnTo>
                    <a:pt x="1151" y="12994"/>
                  </a:lnTo>
                  <a:lnTo>
                    <a:pt x="1423" y="12931"/>
                  </a:lnTo>
                  <a:lnTo>
                    <a:pt x="1570" y="12973"/>
                  </a:lnTo>
                  <a:lnTo>
                    <a:pt x="1695" y="12869"/>
                  </a:lnTo>
                  <a:lnTo>
                    <a:pt x="1674" y="12764"/>
                  </a:lnTo>
                  <a:lnTo>
                    <a:pt x="1612" y="12701"/>
                  </a:lnTo>
                  <a:lnTo>
                    <a:pt x="1695" y="12534"/>
                  </a:lnTo>
                  <a:lnTo>
                    <a:pt x="1884" y="12513"/>
                  </a:lnTo>
                  <a:lnTo>
                    <a:pt x="1905" y="12325"/>
                  </a:lnTo>
                  <a:lnTo>
                    <a:pt x="1926" y="12408"/>
                  </a:lnTo>
                  <a:lnTo>
                    <a:pt x="2135" y="12450"/>
                  </a:lnTo>
                  <a:lnTo>
                    <a:pt x="2260" y="12366"/>
                  </a:lnTo>
                  <a:lnTo>
                    <a:pt x="2365" y="12429"/>
                  </a:lnTo>
                  <a:lnTo>
                    <a:pt x="2449" y="12513"/>
                  </a:lnTo>
                  <a:lnTo>
                    <a:pt x="2553" y="12345"/>
                  </a:lnTo>
                  <a:lnTo>
                    <a:pt x="2616" y="12115"/>
                  </a:lnTo>
                  <a:lnTo>
                    <a:pt x="2679" y="12032"/>
                  </a:lnTo>
                  <a:lnTo>
                    <a:pt x="2721" y="11739"/>
                  </a:lnTo>
                  <a:lnTo>
                    <a:pt x="2762" y="11634"/>
                  </a:lnTo>
                  <a:lnTo>
                    <a:pt x="2658" y="11571"/>
                  </a:lnTo>
                  <a:lnTo>
                    <a:pt x="2679" y="11467"/>
                  </a:lnTo>
                  <a:lnTo>
                    <a:pt x="2783" y="11320"/>
                  </a:lnTo>
                  <a:lnTo>
                    <a:pt x="2679" y="11216"/>
                  </a:lnTo>
                  <a:lnTo>
                    <a:pt x="2783" y="11111"/>
                  </a:lnTo>
                  <a:lnTo>
                    <a:pt x="2658" y="11048"/>
                  </a:lnTo>
                  <a:lnTo>
                    <a:pt x="2721" y="10965"/>
                  </a:lnTo>
                  <a:lnTo>
                    <a:pt x="2658" y="10839"/>
                  </a:lnTo>
                  <a:lnTo>
                    <a:pt x="2762" y="10881"/>
                  </a:lnTo>
                  <a:lnTo>
                    <a:pt x="2930" y="10860"/>
                  </a:lnTo>
                  <a:lnTo>
                    <a:pt x="2783" y="10755"/>
                  </a:lnTo>
                  <a:lnTo>
                    <a:pt x="2846" y="10609"/>
                  </a:lnTo>
                  <a:lnTo>
                    <a:pt x="2846" y="10546"/>
                  </a:lnTo>
                  <a:lnTo>
                    <a:pt x="2658" y="10483"/>
                  </a:lnTo>
                  <a:lnTo>
                    <a:pt x="2888" y="10483"/>
                  </a:lnTo>
                  <a:lnTo>
                    <a:pt x="2762" y="10358"/>
                  </a:lnTo>
                  <a:lnTo>
                    <a:pt x="2679" y="10358"/>
                  </a:lnTo>
                  <a:lnTo>
                    <a:pt x="2742" y="10274"/>
                  </a:lnTo>
                  <a:lnTo>
                    <a:pt x="2783" y="10274"/>
                  </a:lnTo>
                  <a:lnTo>
                    <a:pt x="2825" y="10316"/>
                  </a:lnTo>
                  <a:lnTo>
                    <a:pt x="2888" y="10232"/>
                  </a:lnTo>
                  <a:lnTo>
                    <a:pt x="2867" y="10148"/>
                  </a:lnTo>
                  <a:lnTo>
                    <a:pt x="2972" y="10232"/>
                  </a:lnTo>
                  <a:lnTo>
                    <a:pt x="2993" y="10128"/>
                  </a:lnTo>
                  <a:lnTo>
                    <a:pt x="3076" y="10023"/>
                  </a:lnTo>
                  <a:lnTo>
                    <a:pt x="3160" y="10023"/>
                  </a:lnTo>
                  <a:lnTo>
                    <a:pt x="3139" y="9939"/>
                  </a:lnTo>
                  <a:lnTo>
                    <a:pt x="3181" y="9897"/>
                  </a:lnTo>
                  <a:lnTo>
                    <a:pt x="3202" y="9939"/>
                  </a:lnTo>
                  <a:lnTo>
                    <a:pt x="3181" y="10044"/>
                  </a:lnTo>
                  <a:lnTo>
                    <a:pt x="3265" y="10044"/>
                  </a:lnTo>
                  <a:lnTo>
                    <a:pt x="3369" y="9897"/>
                  </a:lnTo>
                  <a:lnTo>
                    <a:pt x="3453" y="9897"/>
                  </a:lnTo>
                  <a:lnTo>
                    <a:pt x="3516" y="9835"/>
                  </a:lnTo>
                  <a:lnTo>
                    <a:pt x="3495" y="9730"/>
                  </a:lnTo>
                  <a:lnTo>
                    <a:pt x="3411" y="9646"/>
                  </a:lnTo>
                  <a:lnTo>
                    <a:pt x="3286" y="9625"/>
                  </a:lnTo>
                  <a:lnTo>
                    <a:pt x="3181" y="9688"/>
                  </a:lnTo>
                  <a:lnTo>
                    <a:pt x="3139" y="9646"/>
                  </a:lnTo>
                  <a:lnTo>
                    <a:pt x="3055" y="9709"/>
                  </a:lnTo>
                  <a:lnTo>
                    <a:pt x="2972" y="9604"/>
                  </a:lnTo>
                  <a:lnTo>
                    <a:pt x="2846" y="9563"/>
                  </a:lnTo>
                  <a:lnTo>
                    <a:pt x="2762" y="9521"/>
                  </a:lnTo>
                  <a:lnTo>
                    <a:pt x="2616" y="9542"/>
                  </a:lnTo>
                  <a:lnTo>
                    <a:pt x="2616" y="9604"/>
                  </a:lnTo>
                  <a:lnTo>
                    <a:pt x="2553" y="9542"/>
                  </a:lnTo>
                  <a:lnTo>
                    <a:pt x="2407" y="9542"/>
                  </a:lnTo>
                  <a:lnTo>
                    <a:pt x="2365" y="9500"/>
                  </a:lnTo>
                  <a:lnTo>
                    <a:pt x="2470" y="9479"/>
                  </a:lnTo>
                  <a:lnTo>
                    <a:pt x="2553" y="9521"/>
                  </a:lnTo>
                  <a:lnTo>
                    <a:pt x="2637" y="9395"/>
                  </a:lnTo>
                  <a:lnTo>
                    <a:pt x="2679" y="9437"/>
                  </a:lnTo>
                  <a:lnTo>
                    <a:pt x="2783" y="9416"/>
                  </a:lnTo>
                  <a:lnTo>
                    <a:pt x="2825" y="9332"/>
                  </a:lnTo>
                  <a:lnTo>
                    <a:pt x="2930" y="9374"/>
                  </a:lnTo>
                  <a:lnTo>
                    <a:pt x="2972" y="9416"/>
                  </a:lnTo>
                  <a:lnTo>
                    <a:pt x="3034" y="9416"/>
                  </a:lnTo>
                  <a:lnTo>
                    <a:pt x="3055" y="9332"/>
                  </a:lnTo>
                  <a:lnTo>
                    <a:pt x="3097" y="9416"/>
                  </a:lnTo>
                  <a:lnTo>
                    <a:pt x="3244" y="9437"/>
                  </a:lnTo>
                  <a:lnTo>
                    <a:pt x="3202" y="9521"/>
                  </a:lnTo>
                  <a:lnTo>
                    <a:pt x="3306" y="9563"/>
                  </a:lnTo>
                  <a:lnTo>
                    <a:pt x="3474" y="9542"/>
                  </a:lnTo>
                  <a:lnTo>
                    <a:pt x="3495" y="9416"/>
                  </a:lnTo>
                  <a:lnTo>
                    <a:pt x="3662" y="9270"/>
                  </a:lnTo>
                  <a:lnTo>
                    <a:pt x="3725" y="9102"/>
                  </a:lnTo>
                  <a:lnTo>
                    <a:pt x="3599" y="8977"/>
                  </a:lnTo>
                  <a:lnTo>
                    <a:pt x="3599" y="8893"/>
                  </a:lnTo>
                  <a:lnTo>
                    <a:pt x="3453" y="8788"/>
                  </a:lnTo>
                  <a:lnTo>
                    <a:pt x="3474" y="8747"/>
                  </a:lnTo>
                  <a:lnTo>
                    <a:pt x="3265" y="8579"/>
                  </a:lnTo>
                  <a:lnTo>
                    <a:pt x="3244" y="8475"/>
                  </a:lnTo>
                  <a:lnTo>
                    <a:pt x="3160" y="8391"/>
                  </a:lnTo>
                  <a:lnTo>
                    <a:pt x="3055" y="8516"/>
                  </a:lnTo>
                  <a:lnTo>
                    <a:pt x="2993" y="8433"/>
                  </a:lnTo>
                  <a:lnTo>
                    <a:pt x="2951" y="8454"/>
                  </a:lnTo>
                  <a:lnTo>
                    <a:pt x="2951" y="8349"/>
                  </a:lnTo>
                  <a:lnTo>
                    <a:pt x="2867" y="8349"/>
                  </a:lnTo>
                  <a:lnTo>
                    <a:pt x="2825" y="8244"/>
                  </a:lnTo>
                  <a:lnTo>
                    <a:pt x="2742" y="8182"/>
                  </a:lnTo>
                  <a:lnTo>
                    <a:pt x="2825" y="8077"/>
                  </a:lnTo>
                  <a:lnTo>
                    <a:pt x="2762" y="7952"/>
                  </a:lnTo>
                  <a:lnTo>
                    <a:pt x="2825" y="7931"/>
                  </a:lnTo>
                  <a:lnTo>
                    <a:pt x="2825" y="7847"/>
                  </a:lnTo>
                  <a:lnTo>
                    <a:pt x="2742" y="7826"/>
                  </a:lnTo>
                  <a:lnTo>
                    <a:pt x="2825" y="7721"/>
                  </a:lnTo>
                  <a:lnTo>
                    <a:pt x="2783" y="7533"/>
                  </a:lnTo>
                  <a:lnTo>
                    <a:pt x="2825" y="7512"/>
                  </a:lnTo>
                  <a:lnTo>
                    <a:pt x="2867" y="7554"/>
                  </a:lnTo>
                  <a:lnTo>
                    <a:pt x="2888" y="7449"/>
                  </a:lnTo>
                  <a:lnTo>
                    <a:pt x="2825" y="7345"/>
                  </a:lnTo>
                  <a:lnTo>
                    <a:pt x="2846" y="7198"/>
                  </a:lnTo>
                  <a:lnTo>
                    <a:pt x="2825" y="7073"/>
                  </a:lnTo>
                  <a:lnTo>
                    <a:pt x="2846" y="7010"/>
                  </a:lnTo>
                  <a:lnTo>
                    <a:pt x="2825" y="6884"/>
                  </a:lnTo>
                  <a:lnTo>
                    <a:pt x="2679" y="6696"/>
                  </a:lnTo>
                  <a:lnTo>
                    <a:pt x="2679" y="6696"/>
                  </a:lnTo>
                  <a:lnTo>
                    <a:pt x="2783" y="6759"/>
                  </a:lnTo>
                  <a:lnTo>
                    <a:pt x="2951" y="6717"/>
                  </a:lnTo>
                  <a:lnTo>
                    <a:pt x="3055" y="6571"/>
                  </a:lnTo>
                  <a:lnTo>
                    <a:pt x="2993" y="6466"/>
                  </a:lnTo>
                  <a:lnTo>
                    <a:pt x="3034" y="6403"/>
                  </a:lnTo>
                  <a:lnTo>
                    <a:pt x="3139" y="6424"/>
                  </a:lnTo>
                  <a:lnTo>
                    <a:pt x="3286" y="6299"/>
                  </a:lnTo>
                  <a:lnTo>
                    <a:pt x="3286" y="6236"/>
                  </a:lnTo>
                  <a:lnTo>
                    <a:pt x="3202" y="6236"/>
                  </a:lnTo>
                  <a:lnTo>
                    <a:pt x="3265" y="6131"/>
                  </a:lnTo>
                  <a:lnTo>
                    <a:pt x="3348" y="6047"/>
                  </a:lnTo>
                  <a:lnTo>
                    <a:pt x="3390" y="6089"/>
                  </a:lnTo>
                  <a:lnTo>
                    <a:pt x="3453" y="6089"/>
                  </a:lnTo>
                  <a:lnTo>
                    <a:pt x="3474" y="5964"/>
                  </a:lnTo>
                  <a:lnTo>
                    <a:pt x="3516" y="5964"/>
                  </a:lnTo>
                  <a:lnTo>
                    <a:pt x="3558" y="6047"/>
                  </a:lnTo>
                  <a:lnTo>
                    <a:pt x="3620" y="5964"/>
                  </a:lnTo>
                  <a:lnTo>
                    <a:pt x="3620" y="5838"/>
                  </a:lnTo>
                  <a:lnTo>
                    <a:pt x="3683" y="5734"/>
                  </a:lnTo>
                  <a:lnTo>
                    <a:pt x="3788" y="5734"/>
                  </a:lnTo>
                  <a:lnTo>
                    <a:pt x="3788" y="5817"/>
                  </a:lnTo>
                  <a:lnTo>
                    <a:pt x="3871" y="5817"/>
                  </a:lnTo>
                  <a:lnTo>
                    <a:pt x="3913" y="5713"/>
                  </a:lnTo>
                  <a:lnTo>
                    <a:pt x="4039" y="5629"/>
                  </a:lnTo>
                  <a:lnTo>
                    <a:pt x="4018" y="5524"/>
                  </a:lnTo>
                  <a:lnTo>
                    <a:pt x="4018" y="5420"/>
                  </a:lnTo>
                  <a:lnTo>
                    <a:pt x="4102" y="5503"/>
                  </a:lnTo>
                  <a:lnTo>
                    <a:pt x="4206" y="5378"/>
                  </a:lnTo>
                  <a:lnTo>
                    <a:pt x="4290" y="5378"/>
                  </a:lnTo>
                  <a:lnTo>
                    <a:pt x="4395" y="5190"/>
                  </a:lnTo>
                  <a:lnTo>
                    <a:pt x="4395" y="5001"/>
                  </a:lnTo>
                  <a:lnTo>
                    <a:pt x="4457" y="4897"/>
                  </a:lnTo>
                  <a:lnTo>
                    <a:pt x="4541" y="4897"/>
                  </a:lnTo>
                  <a:lnTo>
                    <a:pt x="4646" y="4771"/>
                  </a:lnTo>
                  <a:lnTo>
                    <a:pt x="4562" y="4771"/>
                  </a:lnTo>
                  <a:lnTo>
                    <a:pt x="4499" y="4666"/>
                  </a:lnTo>
                  <a:lnTo>
                    <a:pt x="4562" y="4625"/>
                  </a:lnTo>
                  <a:lnTo>
                    <a:pt x="4541" y="4562"/>
                  </a:lnTo>
                  <a:lnTo>
                    <a:pt x="4436" y="4562"/>
                  </a:lnTo>
                  <a:lnTo>
                    <a:pt x="4332" y="4457"/>
                  </a:lnTo>
                  <a:lnTo>
                    <a:pt x="4457" y="4415"/>
                  </a:lnTo>
                  <a:lnTo>
                    <a:pt x="4436" y="4332"/>
                  </a:lnTo>
                  <a:lnTo>
                    <a:pt x="4520" y="4164"/>
                  </a:lnTo>
                  <a:lnTo>
                    <a:pt x="4541" y="4081"/>
                  </a:lnTo>
                  <a:lnTo>
                    <a:pt x="4499" y="3997"/>
                  </a:lnTo>
                  <a:lnTo>
                    <a:pt x="4415" y="3997"/>
                  </a:lnTo>
                  <a:lnTo>
                    <a:pt x="4395" y="3934"/>
                  </a:lnTo>
                  <a:lnTo>
                    <a:pt x="4415" y="3892"/>
                  </a:lnTo>
                  <a:lnTo>
                    <a:pt x="4499" y="3934"/>
                  </a:lnTo>
                  <a:lnTo>
                    <a:pt x="4520" y="3955"/>
                  </a:lnTo>
                  <a:lnTo>
                    <a:pt x="4541" y="3955"/>
                  </a:lnTo>
                  <a:lnTo>
                    <a:pt x="4541" y="3871"/>
                  </a:lnTo>
                  <a:lnTo>
                    <a:pt x="4436" y="3850"/>
                  </a:lnTo>
                  <a:lnTo>
                    <a:pt x="4541" y="3788"/>
                  </a:lnTo>
                  <a:lnTo>
                    <a:pt x="4625" y="3788"/>
                  </a:lnTo>
                  <a:lnTo>
                    <a:pt x="4729" y="3725"/>
                  </a:lnTo>
                  <a:lnTo>
                    <a:pt x="4646" y="3662"/>
                  </a:lnTo>
                  <a:lnTo>
                    <a:pt x="4562" y="3516"/>
                  </a:lnTo>
                  <a:lnTo>
                    <a:pt x="4646" y="3537"/>
                  </a:lnTo>
                  <a:lnTo>
                    <a:pt x="4708" y="3620"/>
                  </a:lnTo>
                  <a:lnTo>
                    <a:pt x="4813" y="3578"/>
                  </a:lnTo>
                  <a:lnTo>
                    <a:pt x="4834" y="3474"/>
                  </a:lnTo>
                  <a:lnTo>
                    <a:pt x="4855" y="3369"/>
                  </a:lnTo>
                  <a:lnTo>
                    <a:pt x="4918" y="3327"/>
                  </a:lnTo>
                  <a:lnTo>
                    <a:pt x="4980" y="3453"/>
                  </a:lnTo>
                  <a:lnTo>
                    <a:pt x="5064" y="3348"/>
                  </a:lnTo>
                  <a:lnTo>
                    <a:pt x="5127" y="3453"/>
                  </a:lnTo>
                  <a:lnTo>
                    <a:pt x="5190" y="3474"/>
                  </a:lnTo>
                  <a:lnTo>
                    <a:pt x="5252" y="3369"/>
                  </a:lnTo>
                  <a:lnTo>
                    <a:pt x="5357" y="3432"/>
                  </a:lnTo>
                  <a:lnTo>
                    <a:pt x="5483" y="3348"/>
                  </a:lnTo>
                  <a:lnTo>
                    <a:pt x="5545" y="3432"/>
                  </a:lnTo>
                  <a:lnTo>
                    <a:pt x="5671" y="3432"/>
                  </a:lnTo>
                  <a:lnTo>
                    <a:pt x="5713" y="3369"/>
                  </a:lnTo>
                  <a:lnTo>
                    <a:pt x="5755" y="3411"/>
                  </a:lnTo>
                  <a:lnTo>
                    <a:pt x="5755" y="3265"/>
                  </a:lnTo>
                  <a:lnTo>
                    <a:pt x="5671" y="3202"/>
                  </a:lnTo>
                  <a:lnTo>
                    <a:pt x="5587" y="2993"/>
                  </a:lnTo>
                  <a:lnTo>
                    <a:pt x="5462" y="2951"/>
                  </a:lnTo>
                  <a:lnTo>
                    <a:pt x="5399" y="2762"/>
                  </a:lnTo>
                  <a:lnTo>
                    <a:pt x="5462" y="2700"/>
                  </a:lnTo>
                  <a:lnTo>
                    <a:pt x="5462" y="2490"/>
                  </a:lnTo>
                  <a:lnTo>
                    <a:pt x="5441" y="2386"/>
                  </a:lnTo>
                  <a:lnTo>
                    <a:pt x="5462" y="2302"/>
                  </a:lnTo>
                  <a:lnTo>
                    <a:pt x="5399" y="2093"/>
                  </a:lnTo>
                  <a:lnTo>
                    <a:pt x="5357" y="1988"/>
                  </a:lnTo>
                  <a:lnTo>
                    <a:pt x="5336" y="1842"/>
                  </a:lnTo>
                  <a:lnTo>
                    <a:pt x="5378" y="1758"/>
                  </a:lnTo>
                  <a:lnTo>
                    <a:pt x="5357" y="1633"/>
                  </a:lnTo>
                  <a:lnTo>
                    <a:pt x="5190" y="1591"/>
                  </a:lnTo>
                  <a:lnTo>
                    <a:pt x="5190" y="1486"/>
                  </a:lnTo>
                  <a:lnTo>
                    <a:pt x="5252" y="1361"/>
                  </a:lnTo>
                  <a:lnTo>
                    <a:pt x="5190" y="1172"/>
                  </a:lnTo>
                  <a:lnTo>
                    <a:pt x="5252" y="1068"/>
                  </a:lnTo>
                  <a:lnTo>
                    <a:pt x="5190" y="1005"/>
                  </a:lnTo>
                  <a:lnTo>
                    <a:pt x="5127" y="1005"/>
                  </a:lnTo>
                  <a:lnTo>
                    <a:pt x="5022" y="858"/>
                  </a:lnTo>
                  <a:lnTo>
                    <a:pt x="4939" y="858"/>
                  </a:lnTo>
                  <a:lnTo>
                    <a:pt x="4876" y="754"/>
                  </a:lnTo>
                  <a:lnTo>
                    <a:pt x="4771" y="628"/>
                  </a:lnTo>
                  <a:lnTo>
                    <a:pt x="4708" y="607"/>
                  </a:lnTo>
                  <a:lnTo>
                    <a:pt x="4604" y="545"/>
                  </a:lnTo>
                  <a:lnTo>
                    <a:pt x="4395" y="524"/>
                  </a:lnTo>
                  <a:lnTo>
                    <a:pt x="4227" y="419"/>
                  </a:lnTo>
                  <a:lnTo>
                    <a:pt x="4018" y="189"/>
                  </a:lnTo>
                  <a:lnTo>
                    <a:pt x="3892" y="105"/>
                  </a:lnTo>
                  <a:lnTo>
                    <a:pt x="378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38"/>
            <p:cNvSpPr/>
            <p:nvPr/>
          </p:nvSpPr>
          <p:spPr>
            <a:xfrm>
              <a:off x="3883127" y="2693471"/>
              <a:ext cx="27411" cy="23803"/>
            </a:xfrm>
            <a:custGeom>
              <a:rect b="b" l="l" r="r" t="t"/>
              <a:pathLst>
                <a:path extrusionOk="0" h="2093" w="2302">
                  <a:moveTo>
                    <a:pt x="1026" y="0"/>
                  </a:moveTo>
                  <a:lnTo>
                    <a:pt x="1026" y="63"/>
                  </a:lnTo>
                  <a:lnTo>
                    <a:pt x="942" y="63"/>
                  </a:lnTo>
                  <a:lnTo>
                    <a:pt x="942" y="105"/>
                  </a:lnTo>
                  <a:lnTo>
                    <a:pt x="1005" y="167"/>
                  </a:lnTo>
                  <a:lnTo>
                    <a:pt x="900" y="230"/>
                  </a:lnTo>
                  <a:lnTo>
                    <a:pt x="837" y="209"/>
                  </a:lnTo>
                  <a:lnTo>
                    <a:pt x="628" y="209"/>
                  </a:lnTo>
                  <a:lnTo>
                    <a:pt x="607" y="147"/>
                  </a:lnTo>
                  <a:lnTo>
                    <a:pt x="586" y="251"/>
                  </a:lnTo>
                  <a:lnTo>
                    <a:pt x="481" y="230"/>
                  </a:lnTo>
                  <a:lnTo>
                    <a:pt x="335" y="272"/>
                  </a:lnTo>
                  <a:lnTo>
                    <a:pt x="335" y="356"/>
                  </a:lnTo>
                  <a:lnTo>
                    <a:pt x="272" y="356"/>
                  </a:lnTo>
                  <a:lnTo>
                    <a:pt x="84" y="439"/>
                  </a:lnTo>
                  <a:lnTo>
                    <a:pt x="0" y="544"/>
                  </a:lnTo>
                  <a:lnTo>
                    <a:pt x="21" y="900"/>
                  </a:lnTo>
                  <a:lnTo>
                    <a:pt x="84" y="900"/>
                  </a:lnTo>
                  <a:lnTo>
                    <a:pt x="126" y="879"/>
                  </a:lnTo>
                  <a:lnTo>
                    <a:pt x="230" y="900"/>
                  </a:lnTo>
                  <a:lnTo>
                    <a:pt x="189" y="983"/>
                  </a:lnTo>
                  <a:lnTo>
                    <a:pt x="105" y="983"/>
                  </a:lnTo>
                  <a:lnTo>
                    <a:pt x="105" y="1151"/>
                  </a:lnTo>
                  <a:lnTo>
                    <a:pt x="209" y="1276"/>
                  </a:lnTo>
                  <a:lnTo>
                    <a:pt x="377" y="1423"/>
                  </a:lnTo>
                  <a:lnTo>
                    <a:pt x="419" y="1423"/>
                  </a:lnTo>
                  <a:lnTo>
                    <a:pt x="419" y="1318"/>
                  </a:lnTo>
                  <a:lnTo>
                    <a:pt x="544" y="1214"/>
                  </a:lnTo>
                  <a:lnTo>
                    <a:pt x="586" y="1318"/>
                  </a:lnTo>
                  <a:lnTo>
                    <a:pt x="523" y="1611"/>
                  </a:lnTo>
                  <a:lnTo>
                    <a:pt x="523" y="1695"/>
                  </a:lnTo>
                  <a:lnTo>
                    <a:pt x="586" y="1674"/>
                  </a:lnTo>
                  <a:lnTo>
                    <a:pt x="754" y="1569"/>
                  </a:lnTo>
                  <a:lnTo>
                    <a:pt x="900" y="1507"/>
                  </a:lnTo>
                  <a:lnTo>
                    <a:pt x="1046" y="1632"/>
                  </a:lnTo>
                  <a:lnTo>
                    <a:pt x="1130" y="1611"/>
                  </a:lnTo>
                  <a:lnTo>
                    <a:pt x="1151" y="1507"/>
                  </a:lnTo>
                  <a:lnTo>
                    <a:pt x="1235" y="1590"/>
                  </a:lnTo>
                  <a:lnTo>
                    <a:pt x="1277" y="1674"/>
                  </a:lnTo>
                  <a:lnTo>
                    <a:pt x="1339" y="1674"/>
                  </a:lnTo>
                  <a:lnTo>
                    <a:pt x="1528" y="1779"/>
                  </a:lnTo>
                  <a:lnTo>
                    <a:pt x="1570" y="1925"/>
                  </a:lnTo>
                  <a:lnTo>
                    <a:pt x="1695" y="1967"/>
                  </a:lnTo>
                  <a:lnTo>
                    <a:pt x="1779" y="2092"/>
                  </a:lnTo>
                  <a:lnTo>
                    <a:pt x="1988" y="2009"/>
                  </a:lnTo>
                  <a:lnTo>
                    <a:pt x="2155" y="2030"/>
                  </a:lnTo>
                  <a:lnTo>
                    <a:pt x="2260" y="1904"/>
                  </a:lnTo>
                  <a:lnTo>
                    <a:pt x="2218" y="1800"/>
                  </a:lnTo>
                  <a:lnTo>
                    <a:pt x="2302" y="1716"/>
                  </a:lnTo>
                  <a:lnTo>
                    <a:pt x="2302" y="1611"/>
                  </a:lnTo>
                  <a:lnTo>
                    <a:pt x="2051" y="1109"/>
                  </a:lnTo>
                  <a:lnTo>
                    <a:pt x="2093" y="691"/>
                  </a:lnTo>
                  <a:lnTo>
                    <a:pt x="2155" y="649"/>
                  </a:lnTo>
                  <a:lnTo>
                    <a:pt x="2197" y="481"/>
                  </a:lnTo>
                  <a:lnTo>
                    <a:pt x="2281" y="356"/>
                  </a:lnTo>
                  <a:lnTo>
                    <a:pt x="2302" y="335"/>
                  </a:lnTo>
                  <a:lnTo>
                    <a:pt x="2302" y="314"/>
                  </a:lnTo>
                  <a:lnTo>
                    <a:pt x="2260" y="230"/>
                  </a:lnTo>
                  <a:lnTo>
                    <a:pt x="2218" y="272"/>
                  </a:lnTo>
                  <a:lnTo>
                    <a:pt x="1758" y="251"/>
                  </a:lnTo>
                  <a:lnTo>
                    <a:pt x="1570" y="126"/>
                  </a:lnTo>
                  <a:lnTo>
                    <a:pt x="1339" y="126"/>
                  </a:lnTo>
                  <a:lnTo>
                    <a:pt x="1235" y="63"/>
                  </a:lnTo>
                  <a:lnTo>
                    <a:pt x="1130" y="105"/>
                  </a:lnTo>
                  <a:lnTo>
                    <a:pt x="102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38"/>
            <p:cNvSpPr/>
            <p:nvPr/>
          </p:nvSpPr>
          <p:spPr>
            <a:xfrm>
              <a:off x="3870422" y="2710598"/>
              <a:ext cx="43605" cy="22620"/>
            </a:xfrm>
            <a:custGeom>
              <a:rect b="b" l="l" r="r" t="t"/>
              <a:pathLst>
                <a:path extrusionOk="0" h="1989" w="3662">
                  <a:moveTo>
                    <a:pt x="1967" y="1"/>
                  </a:moveTo>
                  <a:lnTo>
                    <a:pt x="1821" y="63"/>
                  </a:lnTo>
                  <a:lnTo>
                    <a:pt x="1653" y="168"/>
                  </a:lnTo>
                  <a:lnTo>
                    <a:pt x="1590" y="189"/>
                  </a:lnTo>
                  <a:lnTo>
                    <a:pt x="1590" y="314"/>
                  </a:lnTo>
                  <a:lnTo>
                    <a:pt x="1653" y="586"/>
                  </a:lnTo>
                  <a:lnTo>
                    <a:pt x="1590" y="754"/>
                  </a:lnTo>
                  <a:lnTo>
                    <a:pt x="1402" y="963"/>
                  </a:lnTo>
                  <a:lnTo>
                    <a:pt x="1256" y="963"/>
                  </a:lnTo>
                  <a:lnTo>
                    <a:pt x="1130" y="838"/>
                  </a:lnTo>
                  <a:lnTo>
                    <a:pt x="1130" y="733"/>
                  </a:lnTo>
                  <a:lnTo>
                    <a:pt x="837" y="440"/>
                  </a:lnTo>
                  <a:lnTo>
                    <a:pt x="837" y="294"/>
                  </a:lnTo>
                  <a:lnTo>
                    <a:pt x="774" y="294"/>
                  </a:lnTo>
                  <a:lnTo>
                    <a:pt x="670" y="398"/>
                  </a:lnTo>
                  <a:lnTo>
                    <a:pt x="523" y="419"/>
                  </a:lnTo>
                  <a:lnTo>
                    <a:pt x="460" y="461"/>
                  </a:lnTo>
                  <a:lnTo>
                    <a:pt x="335" y="461"/>
                  </a:lnTo>
                  <a:lnTo>
                    <a:pt x="251" y="607"/>
                  </a:lnTo>
                  <a:lnTo>
                    <a:pt x="293" y="733"/>
                  </a:lnTo>
                  <a:lnTo>
                    <a:pt x="230" y="712"/>
                  </a:lnTo>
                  <a:lnTo>
                    <a:pt x="230" y="921"/>
                  </a:lnTo>
                  <a:lnTo>
                    <a:pt x="84" y="1110"/>
                  </a:lnTo>
                  <a:lnTo>
                    <a:pt x="84" y="1214"/>
                  </a:lnTo>
                  <a:lnTo>
                    <a:pt x="84" y="1319"/>
                  </a:lnTo>
                  <a:lnTo>
                    <a:pt x="0" y="1382"/>
                  </a:lnTo>
                  <a:lnTo>
                    <a:pt x="42" y="1674"/>
                  </a:lnTo>
                  <a:lnTo>
                    <a:pt x="126" y="1737"/>
                  </a:lnTo>
                  <a:lnTo>
                    <a:pt x="126" y="1758"/>
                  </a:lnTo>
                  <a:lnTo>
                    <a:pt x="230" y="1737"/>
                  </a:lnTo>
                  <a:lnTo>
                    <a:pt x="251" y="1591"/>
                  </a:lnTo>
                  <a:lnTo>
                    <a:pt x="440" y="1465"/>
                  </a:lnTo>
                  <a:lnTo>
                    <a:pt x="670" y="1382"/>
                  </a:lnTo>
                  <a:lnTo>
                    <a:pt x="879" y="1423"/>
                  </a:lnTo>
                  <a:lnTo>
                    <a:pt x="1025" y="1423"/>
                  </a:lnTo>
                  <a:lnTo>
                    <a:pt x="1088" y="1465"/>
                  </a:lnTo>
                  <a:lnTo>
                    <a:pt x="1235" y="1382"/>
                  </a:lnTo>
                  <a:lnTo>
                    <a:pt x="1339" y="1361"/>
                  </a:lnTo>
                  <a:lnTo>
                    <a:pt x="1360" y="1444"/>
                  </a:lnTo>
                  <a:lnTo>
                    <a:pt x="1465" y="1444"/>
                  </a:lnTo>
                  <a:lnTo>
                    <a:pt x="1548" y="1549"/>
                  </a:lnTo>
                  <a:lnTo>
                    <a:pt x="1716" y="1549"/>
                  </a:lnTo>
                  <a:lnTo>
                    <a:pt x="1779" y="1570"/>
                  </a:lnTo>
                  <a:lnTo>
                    <a:pt x="1967" y="1444"/>
                  </a:lnTo>
                  <a:lnTo>
                    <a:pt x="2176" y="1549"/>
                  </a:lnTo>
                  <a:lnTo>
                    <a:pt x="2344" y="1570"/>
                  </a:lnTo>
                  <a:lnTo>
                    <a:pt x="2511" y="1758"/>
                  </a:lnTo>
                  <a:lnTo>
                    <a:pt x="2637" y="1758"/>
                  </a:lnTo>
                  <a:lnTo>
                    <a:pt x="2762" y="1946"/>
                  </a:lnTo>
                  <a:lnTo>
                    <a:pt x="2929" y="1967"/>
                  </a:lnTo>
                  <a:lnTo>
                    <a:pt x="2971" y="1988"/>
                  </a:lnTo>
                  <a:lnTo>
                    <a:pt x="3160" y="1905"/>
                  </a:lnTo>
                  <a:lnTo>
                    <a:pt x="3390" y="1884"/>
                  </a:lnTo>
                  <a:lnTo>
                    <a:pt x="3432" y="1737"/>
                  </a:lnTo>
                  <a:lnTo>
                    <a:pt x="3536" y="1674"/>
                  </a:lnTo>
                  <a:lnTo>
                    <a:pt x="3578" y="1570"/>
                  </a:lnTo>
                  <a:lnTo>
                    <a:pt x="3662" y="1549"/>
                  </a:lnTo>
                  <a:lnTo>
                    <a:pt x="3662" y="1382"/>
                  </a:lnTo>
                  <a:lnTo>
                    <a:pt x="3578" y="1277"/>
                  </a:lnTo>
                  <a:lnTo>
                    <a:pt x="3494" y="1110"/>
                  </a:lnTo>
                  <a:lnTo>
                    <a:pt x="3473" y="1047"/>
                  </a:lnTo>
                  <a:lnTo>
                    <a:pt x="3390" y="921"/>
                  </a:lnTo>
                  <a:lnTo>
                    <a:pt x="3432" y="838"/>
                  </a:lnTo>
                  <a:lnTo>
                    <a:pt x="3369" y="733"/>
                  </a:lnTo>
                  <a:lnTo>
                    <a:pt x="3327" y="712"/>
                  </a:lnTo>
                  <a:lnTo>
                    <a:pt x="3348" y="649"/>
                  </a:lnTo>
                  <a:lnTo>
                    <a:pt x="3348" y="545"/>
                  </a:lnTo>
                  <a:lnTo>
                    <a:pt x="3055" y="503"/>
                  </a:lnTo>
                  <a:lnTo>
                    <a:pt x="2846" y="586"/>
                  </a:lnTo>
                  <a:lnTo>
                    <a:pt x="2762" y="461"/>
                  </a:lnTo>
                  <a:lnTo>
                    <a:pt x="2637" y="419"/>
                  </a:lnTo>
                  <a:lnTo>
                    <a:pt x="2595" y="273"/>
                  </a:lnTo>
                  <a:lnTo>
                    <a:pt x="2406" y="168"/>
                  </a:lnTo>
                  <a:lnTo>
                    <a:pt x="2344" y="168"/>
                  </a:lnTo>
                  <a:lnTo>
                    <a:pt x="2302" y="84"/>
                  </a:lnTo>
                  <a:lnTo>
                    <a:pt x="2218" y="1"/>
                  </a:lnTo>
                  <a:lnTo>
                    <a:pt x="2197" y="105"/>
                  </a:lnTo>
                  <a:lnTo>
                    <a:pt x="2113" y="126"/>
                  </a:lnTo>
                  <a:lnTo>
                    <a:pt x="196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38"/>
            <p:cNvSpPr/>
            <p:nvPr/>
          </p:nvSpPr>
          <p:spPr>
            <a:xfrm>
              <a:off x="3871910" y="2726065"/>
              <a:ext cx="33901" cy="23803"/>
            </a:xfrm>
            <a:custGeom>
              <a:rect b="b" l="l" r="r" t="t"/>
              <a:pathLst>
                <a:path extrusionOk="0" h="2093" w="2847">
                  <a:moveTo>
                    <a:pt x="1214" y="1"/>
                  </a:moveTo>
                  <a:lnTo>
                    <a:pt x="1110" y="22"/>
                  </a:lnTo>
                  <a:lnTo>
                    <a:pt x="963" y="105"/>
                  </a:lnTo>
                  <a:lnTo>
                    <a:pt x="900" y="63"/>
                  </a:lnTo>
                  <a:lnTo>
                    <a:pt x="754" y="63"/>
                  </a:lnTo>
                  <a:lnTo>
                    <a:pt x="545" y="22"/>
                  </a:lnTo>
                  <a:lnTo>
                    <a:pt x="315" y="105"/>
                  </a:lnTo>
                  <a:lnTo>
                    <a:pt x="126" y="231"/>
                  </a:lnTo>
                  <a:lnTo>
                    <a:pt x="105" y="377"/>
                  </a:lnTo>
                  <a:lnTo>
                    <a:pt x="1" y="398"/>
                  </a:lnTo>
                  <a:lnTo>
                    <a:pt x="1" y="586"/>
                  </a:lnTo>
                  <a:lnTo>
                    <a:pt x="63" y="712"/>
                  </a:lnTo>
                  <a:lnTo>
                    <a:pt x="1" y="796"/>
                  </a:lnTo>
                  <a:lnTo>
                    <a:pt x="22" y="817"/>
                  </a:lnTo>
                  <a:lnTo>
                    <a:pt x="231" y="754"/>
                  </a:lnTo>
                  <a:lnTo>
                    <a:pt x="398" y="1005"/>
                  </a:lnTo>
                  <a:lnTo>
                    <a:pt x="524" y="1047"/>
                  </a:lnTo>
                  <a:lnTo>
                    <a:pt x="733" y="1005"/>
                  </a:lnTo>
                  <a:lnTo>
                    <a:pt x="817" y="1047"/>
                  </a:lnTo>
                  <a:lnTo>
                    <a:pt x="838" y="1151"/>
                  </a:lnTo>
                  <a:lnTo>
                    <a:pt x="921" y="1172"/>
                  </a:lnTo>
                  <a:lnTo>
                    <a:pt x="963" y="1235"/>
                  </a:lnTo>
                  <a:lnTo>
                    <a:pt x="921" y="1340"/>
                  </a:lnTo>
                  <a:lnTo>
                    <a:pt x="921" y="1549"/>
                  </a:lnTo>
                  <a:lnTo>
                    <a:pt x="1047" y="1528"/>
                  </a:lnTo>
                  <a:lnTo>
                    <a:pt x="1172" y="1633"/>
                  </a:lnTo>
                  <a:lnTo>
                    <a:pt x="1256" y="1633"/>
                  </a:lnTo>
                  <a:lnTo>
                    <a:pt x="1319" y="1863"/>
                  </a:lnTo>
                  <a:lnTo>
                    <a:pt x="1319" y="1988"/>
                  </a:lnTo>
                  <a:lnTo>
                    <a:pt x="1361" y="2093"/>
                  </a:lnTo>
                  <a:lnTo>
                    <a:pt x="1486" y="2009"/>
                  </a:lnTo>
                  <a:lnTo>
                    <a:pt x="1696" y="1947"/>
                  </a:lnTo>
                  <a:lnTo>
                    <a:pt x="1863" y="2009"/>
                  </a:lnTo>
                  <a:lnTo>
                    <a:pt x="2009" y="1947"/>
                  </a:lnTo>
                  <a:lnTo>
                    <a:pt x="2114" y="1947"/>
                  </a:lnTo>
                  <a:lnTo>
                    <a:pt x="2051" y="1779"/>
                  </a:lnTo>
                  <a:lnTo>
                    <a:pt x="2219" y="1758"/>
                  </a:lnTo>
                  <a:lnTo>
                    <a:pt x="2281" y="1633"/>
                  </a:lnTo>
                  <a:lnTo>
                    <a:pt x="2386" y="1570"/>
                  </a:lnTo>
                  <a:lnTo>
                    <a:pt x="2407" y="1654"/>
                  </a:lnTo>
                  <a:lnTo>
                    <a:pt x="2532" y="1654"/>
                  </a:lnTo>
                  <a:lnTo>
                    <a:pt x="2532" y="1528"/>
                  </a:lnTo>
                  <a:lnTo>
                    <a:pt x="2386" y="1444"/>
                  </a:lnTo>
                  <a:lnTo>
                    <a:pt x="2428" y="1277"/>
                  </a:lnTo>
                  <a:lnTo>
                    <a:pt x="2512" y="1256"/>
                  </a:lnTo>
                  <a:lnTo>
                    <a:pt x="2616" y="1068"/>
                  </a:lnTo>
                  <a:lnTo>
                    <a:pt x="2825" y="963"/>
                  </a:lnTo>
                  <a:lnTo>
                    <a:pt x="2825" y="858"/>
                  </a:lnTo>
                  <a:lnTo>
                    <a:pt x="2721" y="817"/>
                  </a:lnTo>
                  <a:lnTo>
                    <a:pt x="2846" y="628"/>
                  </a:lnTo>
                  <a:lnTo>
                    <a:pt x="2804" y="607"/>
                  </a:lnTo>
                  <a:lnTo>
                    <a:pt x="2637" y="586"/>
                  </a:lnTo>
                  <a:lnTo>
                    <a:pt x="2512" y="398"/>
                  </a:lnTo>
                  <a:lnTo>
                    <a:pt x="2386" y="398"/>
                  </a:lnTo>
                  <a:lnTo>
                    <a:pt x="2219" y="210"/>
                  </a:lnTo>
                  <a:lnTo>
                    <a:pt x="2051" y="189"/>
                  </a:lnTo>
                  <a:lnTo>
                    <a:pt x="1842" y="84"/>
                  </a:lnTo>
                  <a:lnTo>
                    <a:pt x="1654" y="210"/>
                  </a:lnTo>
                  <a:lnTo>
                    <a:pt x="1591" y="189"/>
                  </a:lnTo>
                  <a:lnTo>
                    <a:pt x="1423" y="189"/>
                  </a:lnTo>
                  <a:lnTo>
                    <a:pt x="1340" y="84"/>
                  </a:lnTo>
                  <a:lnTo>
                    <a:pt x="1235" y="84"/>
                  </a:lnTo>
                  <a:lnTo>
                    <a:pt x="121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38"/>
            <p:cNvSpPr/>
            <p:nvPr/>
          </p:nvSpPr>
          <p:spPr>
            <a:xfrm>
              <a:off x="3888104" y="2727737"/>
              <a:ext cx="57573" cy="42601"/>
            </a:xfrm>
            <a:custGeom>
              <a:rect b="b" l="l" r="r" t="t"/>
              <a:pathLst>
                <a:path extrusionOk="0" h="3746" w="4835">
                  <a:moveTo>
                    <a:pt x="2470" y="0"/>
                  </a:moveTo>
                  <a:lnTo>
                    <a:pt x="2323" y="84"/>
                  </a:lnTo>
                  <a:lnTo>
                    <a:pt x="2219" y="42"/>
                  </a:lnTo>
                  <a:lnTo>
                    <a:pt x="2093" y="63"/>
                  </a:lnTo>
                  <a:lnTo>
                    <a:pt x="2051" y="167"/>
                  </a:lnTo>
                  <a:lnTo>
                    <a:pt x="1947" y="230"/>
                  </a:lnTo>
                  <a:lnTo>
                    <a:pt x="1905" y="377"/>
                  </a:lnTo>
                  <a:lnTo>
                    <a:pt x="1675" y="398"/>
                  </a:lnTo>
                  <a:lnTo>
                    <a:pt x="1486" y="481"/>
                  </a:lnTo>
                  <a:lnTo>
                    <a:pt x="1361" y="670"/>
                  </a:lnTo>
                  <a:lnTo>
                    <a:pt x="1465" y="711"/>
                  </a:lnTo>
                  <a:lnTo>
                    <a:pt x="1465" y="816"/>
                  </a:lnTo>
                  <a:lnTo>
                    <a:pt x="1256" y="921"/>
                  </a:lnTo>
                  <a:lnTo>
                    <a:pt x="1152" y="1109"/>
                  </a:lnTo>
                  <a:lnTo>
                    <a:pt x="1068" y="1130"/>
                  </a:lnTo>
                  <a:lnTo>
                    <a:pt x="1026" y="1297"/>
                  </a:lnTo>
                  <a:lnTo>
                    <a:pt x="1172" y="1381"/>
                  </a:lnTo>
                  <a:lnTo>
                    <a:pt x="1172" y="1507"/>
                  </a:lnTo>
                  <a:lnTo>
                    <a:pt x="1047" y="1507"/>
                  </a:lnTo>
                  <a:lnTo>
                    <a:pt x="1026" y="1423"/>
                  </a:lnTo>
                  <a:lnTo>
                    <a:pt x="921" y="1486"/>
                  </a:lnTo>
                  <a:lnTo>
                    <a:pt x="859" y="1611"/>
                  </a:lnTo>
                  <a:lnTo>
                    <a:pt x="691" y="1632"/>
                  </a:lnTo>
                  <a:lnTo>
                    <a:pt x="754" y="1800"/>
                  </a:lnTo>
                  <a:lnTo>
                    <a:pt x="649" y="1800"/>
                  </a:lnTo>
                  <a:lnTo>
                    <a:pt x="503" y="1862"/>
                  </a:lnTo>
                  <a:lnTo>
                    <a:pt x="336" y="1800"/>
                  </a:lnTo>
                  <a:lnTo>
                    <a:pt x="126" y="1862"/>
                  </a:lnTo>
                  <a:lnTo>
                    <a:pt x="1" y="1946"/>
                  </a:lnTo>
                  <a:lnTo>
                    <a:pt x="22" y="2009"/>
                  </a:lnTo>
                  <a:lnTo>
                    <a:pt x="126" y="2260"/>
                  </a:lnTo>
                  <a:lnTo>
                    <a:pt x="210" y="2385"/>
                  </a:lnTo>
                  <a:lnTo>
                    <a:pt x="231" y="2532"/>
                  </a:lnTo>
                  <a:lnTo>
                    <a:pt x="294" y="2574"/>
                  </a:lnTo>
                  <a:lnTo>
                    <a:pt x="294" y="2950"/>
                  </a:lnTo>
                  <a:lnTo>
                    <a:pt x="189" y="2992"/>
                  </a:lnTo>
                  <a:lnTo>
                    <a:pt x="105" y="3118"/>
                  </a:lnTo>
                  <a:lnTo>
                    <a:pt x="126" y="3306"/>
                  </a:lnTo>
                  <a:lnTo>
                    <a:pt x="273" y="3494"/>
                  </a:lnTo>
                  <a:lnTo>
                    <a:pt x="273" y="3536"/>
                  </a:lnTo>
                  <a:lnTo>
                    <a:pt x="336" y="3536"/>
                  </a:lnTo>
                  <a:lnTo>
                    <a:pt x="524" y="3620"/>
                  </a:lnTo>
                  <a:lnTo>
                    <a:pt x="628" y="3578"/>
                  </a:lnTo>
                  <a:lnTo>
                    <a:pt x="1047" y="3515"/>
                  </a:lnTo>
                  <a:lnTo>
                    <a:pt x="1235" y="3515"/>
                  </a:lnTo>
                  <a:lnTo>
                    <a:pt x="1340" y="3411"/>
                  </a:lnTo>
                  <a:lnTo>
                    <a:pt x="1424" y="3411"/>
                  </a:lnTo>
                  <a:lnTo>
                    <a:pt x="1549" y="3494"/>
                  </a:lnTo>
                  <a:lnTo>
                    <a:pt x="1884" y="3536"/>
                  </a:lnTo>
                  <a:lnTo>
                    <a:pt x="2009" y="3620"/>
                  </a:lnTo>
                  <a:lnTo>
                    <a:pt x="2051" y="3683"/>
                  </a:lnTo>
                  <a:lnTo>
                    <a:pt x="2260" y="3599"/>
                  </a:lnTo>
                  <a:lnTo>
                    <a:pt x="2365" y="3683"/>
                  </a:lnTo>
                  <a:lnTo>
                    <a:pt x="2428" y="3683"/>
                  </a:lnTo>
                  <a:lnTo>
                    <a:pt x="2470" y="3620"/>
                  </a:lnTo>
                  <a:lnTo>
                    <a:pt x="2637" y="3641"/>
                  </a:lnTo>
                  <a:lnTo>
                    <a:pt x="2721" y="3704"/>
                  </a:lnTo>
                  <a:lnTo>
                    <a:pt x="2909" y="3599"/>
                  </a:lnTo>
                  <a:lnTo>
                    <a:pt x="3056" y="3599"/>
                  </a:lnTo>
                  <a:lnTo>
                    <a:pt x="3097" y="3724"/>
                  </a:lnTo>
                  <a:lnTo>
                    <a:pt x="3202" y="3745"/>
                  </a:lnTo>
                  <a:lnTo>
                    <a:pt x="3307" y="3620"/>
                  </a:lnTo>
                  <a:lnTo>
                    <a:pt x="3411" y="3599"/>
                  </a:lnTo>
                  <a:lnTo>
                    <a:pt x="3516" y="3683"/>
                  </a:lnTo>
                  <a:lnTo>
                    <a:pt x="3662" y="3620"/>
                  </a:lnTo>
                  <a:lnTo>
                    <a:pt x="3767" y="3704"/>
                  </a:lnTo>
                  <a:lnTo>
                    <a:pt x="3893" y="3704"/>
                  </a:lnTo>
                  <a:lnTo>
                    <a:pt x="3893" y="3494"/>
                  </a:lnTo>
                  <a:lnTo>
                    <a:pt x="3997" y="3285"/>
                  </a:lnTo>
                  <a:lnTo>
                    <a:pt x="4165" y="3264"/>
                  </a:lnTo>
                  <a:lnTo>
                    <a:pt x="4395" y="3201"/>
                  </a:lnTo>
                  <a:lnTo>
                    <a:pt x="4416" y="3201"/>
                  </a:lnTo>
                  <a:lnTo>
                    <a:pt x="4416" y="3055"/>
                  </a:lnTo>
                  <a:lnTo>
                    <a:pt x="4290" y="2908"/>
                  </a:lnTo>
                  <a:lnTo>
                    <a:pt x="4311" y="2762"/>
                  </a:lnTo>
                  <a:lnTo>
                    <a:pt x="4185" y="2574"/>
                  </a:lnTo>
                  <a:lnTo>
                    <a:pt x="4185" y="2427"/>
                  </a:lnTo>
                  <a:lnTo>
                    <a:pt x="4248" y="2344"/>
                  </a:lnTo>
                  <a:lnTo>
                    <a:pt x="4374" y="2448"/>
                  </a:lnTo>
                  <a:lnTo>
                    <a:pt x="4667" y="2427"/>
                  </a:lnTo>
                  <a:lnTo>
                    <a:pt x="4771" y="2218"/>
                  </a:lnTo>
                  <a:lnTo>
                    <a:pt x="4834" y="2155"/>
                  </a:lnTo>
                  <a:lnTo>
                    <a:pt x="4688" y="2051"/>
                  </a:lnTo>
                  <a:lnTo>
                    <a:pt x="4688" y="1946"/>
                  </a:lnTo>
                  <a:lnTo>
                    <a:pt x="4457" y="1758"/>
                  </a:lnTo>
                  <a:lnTo>
                    <a:pt x="4269" y="1716"/>
                  </a:lnTo>
                  <a:lnTo>
                    <a:pt x="4206" y="1527"/>
                  </a:lnTo>
                  <a:lnTo>
                    <a:pt x="4102" y="1423"/>
                  </a:lnTo>
                  <a:lnTo>
                    <a:pt x="3955" y="1214"/>
                  </a:lnTo>
                  <a:lnTo>
                    <a:pt x="3872" y="1046"/>
                  </a:lnTo>
                  <a:lnTo>
                    <a:pt x="3746" y="921"/>
                  </a:lnTo>
                  <a:lnTo>
                    <a:pt x="3746" y="753"/>
                  </a:lnTo>
                  <a:lnTo>
                    <a:pt x="3662" y="649"/>
                  </a:lnTo>
                  <a:lnTo>
                    <a:pt x="3683" y="481"/>
                  </a:lnTo>
                  <a:lnTo>
                    <a:pt x="3662" y="356"/>
                  </a:lnTo>
                  <a:lnTo>
                    <a:pt x="3411" y="272"/>
                  </a:lnTo>
                  <a:lnTo>
                    <a:pt x="3328" y="272"/>
                  </a:lnTo>
                  <a:lnTo>
                    <a:pt x="3265" y="167"/>
                  </a:lnTo>
                  <a:lnTo>
                    <a:pt x="3097" y="230"/>
                  </a:lnTo>
                  <a:lnTo>
                    <a:pt x="2930" y="356"/>
                  </a:lnTo>
                  <a:lnTo>
                    <a:pt x="2825" y="147"/>
                  </a:lnTo>
                  <a:lnTo>
                    <a:pt x="2721" y="147"/>
                  </a:lnTo>
                  <a:lnTo>
                    <a:pt x="2574" y="188"/>
                  </a:lnTo>
                  <a:lnTo>
                    <a:pt x="247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38"/>
            <p:cNvSpPr/>
            <p:nvPr/>
          </p:nvSpPr>
          <p:spPr>
            <a:xfrm>
              <a:off x="3848488" y="2796972"/>
              <a:ext cx="39628" cy="24519"/>
            </a:xfrm>
            <a:custGeom>
              <a:rect b="b" l="l" r="r" t="t"/>
              <a:pathLst>
                <a:path extrusionOk="0" h="2156" w="3328">
                  <a:moveTo>
                    <a:pt x="2993" y="1"/>
                  </a:moveTo>
                  <a:lnTo>
                    <a:pt x="2867" y="64"/>
                  </a:lnTo>
                  <a:lnTo>
                    <a:pt x="2679" y="43"/>
                  </a:lnTo>
                  <a:lnTo>
                    <a:pt x="2449" y="43"/>
                  </a:lnTo>
                  <a:lnTo>
                    <a:pt x="2302" y="22"/>
                  </a:lnTo>
                  <a:lnTo>
                    <a:pt x="2135" y="43"/>
                  </a:lnTo>
                  <a:lnTo>
                    <a:pt x="2030" y="210"/>
                  </a:lnTo>
                  <a:lnTo>
                    <a:pt x="1926" y="273"/>
                  </a:lnTo>
                  <a:lnTo>
                    <a:pt x="1926" y="377"/>
                  </a:lnTo>
                  <a:lnTo>
                    <a:pt x="1758" y="210"/>
                  </a:lnTo>
                  <a:lnTo>
                    <a:pt x="1549" y="357"/>
                  </a:lnTo>
                  <a:lnTo>
                    <a:pt x="1403" y="419"/>
                  </a:lnTo>
                  <a:lnTo>
                    <a:pt x="1403" y="545"/>
                  </a:lnTo>
                  <a:lnTo>
                    <a:pt x="1089" y="566"/>
                  </a:lnTo>
                  <a:lnTo>
                    <a:pt x="880" y="629"/>
                  </a:lnTo>
                  <a:lnTo>
                    <a:pt x="691" y="587"/>
                  </a:lnTo>
                  <a:lnTo>
                    <a:pt x="294" y="357"/>
                  </a:lnTo>
                  <a:lnTo>
                    <a:pt x="294" y="440"/>
                  </a:lnTo>
                  <a:lnTo>
                    <a:pt x="315" y="566"/>
                  </a:lnTo>
                  <a:lnTo>
                    <a:pt x="294" y="670"/>
                  </a:lnTo>
                  <a:lnTo>
                    <a:pt x="64" y="670"/>
                  </a:lnTo>
                  <a:lnTo>
                    <a:pt x="43" y="733"/>
                  </a:lnTo>
                  <a:lnTo>
                    <a:pt x="147" y="838"/>
                  </a:lnTo>
                  <a:lnTo>
                    <a:pt x="85" y="984"/>
                  </a:lnTo>
                  <a:lnTo>
                    <a:pt x="64" y="1089"/>
                  </a:lnTo>
                  <a:lnTo>
                    <a:pt x="147" y="1193"/>
                  </a:lnTo>
                  <a:lnTo>
                    <a:pt x="43" y="1298"/>
                  </a:lnTo>
                  <a:lnTo>
                    <a:pt x="1" y="1298"/>
                  </a:lnTo>
                  <a:lnTo>
                    <a:pt x="168" y="1486"/>
                  </a:lnTo>
                  <a:lnTo>
                    <a:pt x="189" y="1675"/>
                  </a:lnTo>
                  <a:lnTo>
                    <a:pt x="273" y="1696"/>
                  </a:lnTo>
                  <a:lnTo>
                    <a:pt x="524" y="1905"/>
                  </a:lnTo>
                  <a:lnTo>
                    <a:pt x="629" y="1947"/>
                  </a:lnTo>
                  <a:lnTo>
                    <a:pt x="733" y="2030"/>
                  </a:lnTo>
                  <a:lnTo>
                    <a:pt x="1026" y="2093"/>
                  </a:lnTo>
                  <a:lnTo>
                    <a:pt x="1235" y="2156"/>
                  </a:lnTo>
                  <a:lnTo>
                    <a:pt x="1340" y="2030"/>
                  </a:lnTo>
                  <a:lnTo>
                    <a:pt x="1403" y="2051"/>
                  </a:lnTo>
                  <a:lnTo>
                    <a:pt x="1466" y="1989"/>
                  </a:lnTo>
                  <a:lnTo>
                    <a:pt x="1612" y="1926"/>
                  </a:lnTo>
                  <a:lnTo>
                    <a:pt x="1717" y="1926"/>
                  </a:lnTo>
                  <a:lnTo>
                    <a:pt x="1738" y="1884"/>
                  </a:lnTo>
                  <a:lnTo>
                    <a:pt x="1863" y="1779"/>
                  </a:lnTo>
                  <a:lnTo>
                    <a:pt x="1968" y="1800"/>
                  </a:lnTo>
                  <a:lnTo>
                    <a:pt x="2072" y="1821"/>
                  </a:lnTo>
                  <a:lnTo>
                    <a:pt x="2156" y="1842"/>
                  </a:lnTo>
                  <a:lnTo>
                    <a:pt x="2282" y="1717"/>
                  </a:lnTo>
                  <a:lnTo>
                    <a:pt x="2386" y="1696"/>
                  </a:lnTo>
                  <a:lnTo>
                    <a:pt x="2449" y="1591"/>
                  </a:lnTo>
                  <a:lnTo>
                    <a:pt x="2595" y="1612"/>
                  </a:lnTo>
                  <a:lnTo>
                    <a:pt x="2700" y="1507"/>
                  </a:lnTo>
                  <a:lnTo>
                    <a:pt x="2679" y="1403"/>
                  </a:lnTo>
                  <a:lnTo>
                    <a:pt x="2888" y="1089"/>
                  </a:lnTo>
                  <a:lnTo>
                    <a:pt x="3014" y="754"/>
                  </a:lnTo>
                  <a:lnTo>
                    <a:pt x="3118" y="524"/>
                  </a:lnTo>
                  <a:lnTo>
                    <a:pt x="3286" y="482"/>
                  </a:lnTo>
                  <a:lnTo>
                    <a:pt x="3328" y="357"/>
                  </a:lnTo>
                  <a:lnTo>
                    <a:pt x="3307" y="336"/>
                  </a:lnTo>
                  <a:lnTo>
                    <a:pt x="3286" y="231"/>
                  </a:lnTo>
                  <a:lnTo>
                    <a:pt x="3118" y="126"/>
                  </a:lnTo>
                  <a:lnTo>
                    <a:pt x="299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38"/>
            <p:cNvSpPr/>
            <p:nvPr/>
          </p:nvSpPr>
          <p:spPr>
            <a:xfrm>
              <a:off x="3851727" y="2789842"/>
              <a:ext cx="34151" cy="14284"/>
            </a:xfrm>
            <a:custGeom>
              <a:rect b="b" l="l" r="r" t="t"/>
              <a:pathLst>
                <a:path extrusionOk="0" h="1256" w="2868">
                  <a:moveTo>
                    <a:pt x="2240" y="0"/>
                  </a:moveTo>
                  <a:lnTo>
                    <a:pt x="2177" y="21"/>
                  </a:lnTo>
                  <a:lnTo>
                    <a:pt x="2093" y="105"/>
                  </a:lnTo>
                  <a:lnTo>
                    <a:pt x="2010" y="42"/>
                  </a:lnTo>
                  <a:lnTo>
                    <a:pt x="1884" y="42"/>
                  </a:lnTo>
                  <a:lnTo>
                    <a:pt x="1779" y="21"/>
                  </a:lnTo>
                  <a:lnTo>
                    <a:pt x="1696" y="42"/>
                  </a:lnTo>
                  <a:lnTo>
                    <a:pt x="1612" y="147"/>
                  </a:lnTo>
                  <a:lnTo>
                    <a:pt x="1507" y="168"/>
                  </a:lnTo>
                  <a:lnTo>
                    <a:pt x="1486" y="147"/>
                  </a:lnTo>
                  <a:lnTo>
                    <a:pt x="1235" y="126"/>
                  </a:lnTo>
                  <a:lnTo>
                    <a:pt x="1089" y="230"/>
                  </a:lnTo>
                  <a:lnTo>
                    <a:pt x="942" y="251"/>
                  </a:lnTo>
                  <a:lnTo>
                    <a:pt x="775" y="419"/>
                  </a:lnTo>
                  <a:lnTo>
                    <a:pt x="566" y="440"/>
                  </a:lnTo>
                  <a:lnTo>
                    <a:pt x="336" y="523"/>
                  </a:lnTo>
                  <a:lnTo>
                    <a:pt x="294" y="460"/>
                  </a:lnTo>
                  <a:lnTo>
                    <a:pt x="147" y="481"/>
                  </a:lnTo>
                  <a:lnTo>
                    <a:pt x="22" y="565"/>
                  </a:lnTo>
                  <a:lnTo>
                    <a:pt x="1" y="565"/>
                  </a:lnTo>
                  <a:lnTo>
                    <a:pt x="1" y="753"/>
                  </a:lnTo>
                  <a:lnTo>
                    <a:pt x="22" y="984"/>
                  </a:lnTo>
                  <a:lnTo>
                    <a:pt x="419" y="1214"/>
                  </a:lnTo>
                  <a:lnTo>
                    <a:pt x="608" y="1256"/>
                  </a:lnTo>
                  <a:lnTo>
                    <a:pt x="817" y="1193"/>
                  </a:lnTo>
                  <a:lnTo>
                    <a:pt x="1131" y="1172"/>
                  </a:lnTo>
                  <a:lnTo>
                    <a:pt x="1131" y="1046"/>
                  </a:lnTo>
                  <a:lnTo>
                    <a:pt x="1277" y="984"/>
                  </a:lnTo>
                  <a:lnTo>
                    <a:pt x="1486" y="837"/>
                  </a:lnTo>
                  <a:lnTo>
                    <a:pt x="1654" y="1004"/>
                  </a:lnTo>
                  <a:lnTo>
                    <a:pt x="1654" y="900"/>
                  </a:lnTo>
                  <a:lnTo>
                    <a:pt x="1758" y="837"/>
                  </a:lnTo>
                  <a:lnTo>
                    <a:pt x="1863" y="670"/>
                  </a:lnTo>
                  <a:lnTo>
                    <a:pt x="2030" y="649"/>
                  </a:lnTo>
                  <a:lnTo>
                    <a:pt x="2177" y="670"/>
                  </a:lnTo>
                  <a:lnTo>
                    <a:pt x="2407" y="670"/>
                  </a:lnTo>
                  <a:lnTo>
                    <a:pt x="2595" y="691"/>
                  </a:lnTo>
                  <a:lnTo>
                    <a:pt x="2742" y="628"/>
                  </a:lnTo>
                  <a:lnTo>
                    <a:pt x="2763" y="419"/>
                  </a:lnTo>
                  <a:lnTo>
                    <a:pt x="2867" y="147"/>
                  </a:lnTo>
                  <a:lnTo>
                    <a:pt x="2637" y="21"/>
                  </a:lnTo>
                  <a:lnTo>
                    <a:pt x="2407" y="21"/>
                  </a:lnTo>
                  <a:lnTo>
                    <a:pt x="2344" y="42"/>
                  </a:lnTo>
                  <a:lnTo>
                    <a:pt x="224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38"/>
            <p:cNvSpPr/>
            <p:nvPr/>
          </p:nvSpPr>
          <p:spPr>
            <a:xfrm>
              <a:off x="3869672" y="2845760"/>
              <a:ext cx="12967" cy="23803"/>
            </a:xfrm>
            <a:custGeom>
              <a:rect b="b" l="l" r="r" t="t"/>
              <a:pathLst>
                <a:path extrusionOk="0" h="2093" w="1089">
                  <a:moveTo>
                    <a:pt x="419" y="0"/>
                  </a:moveTo>
                  <a:lnTo>
                    <a:pt x="314" y="126"/>
                  </a:lnTo>
                  <a:lnTo>
                    <a:pt x="272" y="21"/>
                  </a:lnTo>
                  <a:lnTo>
                    <a:pt x="210" y="21"/>
                  </a:lnTo>
                  <a:lnTo>
                    <a:pt x="84" y="147"/>
                  </a:lnTo>
                  <a:lnTo>
                    <a:pt x="0" y="314"/>
                  </a:lnTo>
                  <a:lnTo>
                    <a:pt x="0" y="544"/>
                  </a:lnTo>
                  <a:lnTo>
                    <a:pt x="189" y="628"/>
                  </a:lnTo>
                  <a:lnTo>
                    <a:pt x="168" y="691"/>
                  </a:lnTo>
                  <a:lnTo>
                    <a:pt x="105" y="733"/>
                  </a:lnTo>
                  <a:lnTo>
                    <a:pt x="63" y="984"/>
                  </a:lnTo>
                  <a:lnTo>
                    <a:pt x="105" y="1172"/>
                  </a:lnTo>
                  <a:lnTo>
                    <a:pt x="63" y="1277"/>
                  </a:lnTo>
                  <a:lnTo>
                    <a:pt x="63" y="1423"/>
                  </a:lnTo>
                  <a:lnTo>
                    <a:pt x="147" y="1528"/>
                  </a:lnTo>
                  <a:lnTo>
                    <a:pt x="84" y="1674"/>
                  </a:lnTo>
                  <a:lnTo>
                    <a:pt x="147" y="1716"/>
                  </a:lnTo>
                  <a:lnTo>
                    <a:pt x="377" y="1737"/>
                  </a:lnTo>
                  <a:lnTo>
                    <a:pt x="482" y="2009"/>
                  </a:lnTo>
                  <a:lnTo>
                    <a:pt x="565" y="2093"/>
                  </a:lnTo>
                  <a:lnTo>
                    <a:pt x="628" y="2030"/>
                  </a:lnTo>
                  <a:lnTo>
                    <a:pt x="712" y="1883"/>
                  </a:lnTo>
                  <a:lnTo>
                    <a:pt x="733" y="1737"/>
                  </a:lnTo>
                  <a:lnTo>
                    <a:pt x="942" y="1674"/>
                  </a:lnTo>
                  <a:lnTo>
                    <a:pt x="1047" y="1507"/>
                  </a:lnTo>
                  <a:lnTo>
                    <a:pt x="1088" y="1360"/>
                  </a:lnTo>
                  <a:lnTo>
                    <a:pt x="942" y="1256"/>
                  </a:lnTo>
                  <a:lnTo>
                    <a:pt x="900" y="1109"/>
                  </a:lnTo>
                  <a:lnTo>
                    <a:pt x="795" y="963"/>
                  </a:lnTo>
                  <a:lnTo>
                    <a:pt x="775" y="753"/>
                  </a:lnTo>
                  <a:lnTo>
                    <a:pt x="795" y="544"/>
                  </a:lnTo>
                  <a:lnTo>
                    <a:pt x="775" y="481"/>
                  </a:lnTo>
                  <a:lnTo>
                    <a:pt x="775" y="335"/>
                  </a:lnTo>
                  <a:lnTo>
                    <a:pt x="712" y="230"/>
                  </a:lnTo>
                  <a:lnTo>
                    <a:pt x="607" y="147"/>
                  </a:lnTo>
                  <a:lnTo>
                    <a:pt x="565" y="147"/>
                  </a:lnTo>
                  <a:lnTo>
                    <a:pt x="482" y="21"/>
                  </a:lnTo>
                  <a:lnTo>
                    <a:pt x="41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38"/>
            <p:cNvSpPr/>
            <p:nvPr/>
          </p:nvSpPr>
          <p:spPr>
            <a:xfrm>
              <a:off x="3863444" y="2836958"/>
              <a:ext cx="12467" cy="15000"/>
            </a:xfrm>
            <a:custGeom>
              <a:rect b="b" l="l" r="r" t="t"/>
              <a:pathLst>
                <a:path extrusionOk="0" h="1319" w="1047">
                  <a:moveTo>
                    <a:pt x="293" y="0"/>
                  </a:moveTo>
                  <a:lnTo>
                    <a:pt x="210" y="63"/>
                  </a:lnTo>
                  <a:lnTo>
                    <a:pt x="210" y="167"/>
                  </a:lnTo>
                  <a:lnTo>
                    <a:pt x="314" y="209"/>
                  </a:lnTo>
                  <a:lnTo>
                    <a:pt x="356" y="293"/>
                  </a:lnTo>
                  <a:lnTo>
                    <a:pt x="272" y="356"/>
                  </a:lnTo>
                  <a:lnTo>
                    <a:pt x="189" y="356"/>
                  </a:lnTo>
                  <a:lnTo>
                    <a:pt x="147" y="481"/>
                  </a:lnTo>
                  <a:lnTo>
                    <a:pt x="147" y="628"/>
                  </a:lnTo>
                  <a:lnTo>
                    <a:pt x="84" y="732"/>
                  </a:lnTo>
                  <a:lnTo>
                    <a:pt x="0" y="795"/>
                  </a:lnTo>
                  <a:lnTo>
                    <a:pt x="63" y="837"/>
                  </a:lnTo>
                  <a:lnTo>
                    <a:pt x="168" y="879"/>
                  </a:lnTo>
                  <a:lnTo>
                    <a:pt x="377" y="1151"/>
                  </a:lnTo>
                  <a:lnTo>
                    <a:pt x="398" y="1235"/>
                  </a:lnTo>
                  <a:lnTo>
                    <a:pt x="523" y="1318"/>
                  </a:lnTo>
                  <a:lnTo>
                    <a:pt x="523" y="1088"/>
                  </a:lnTo>
                  <a:lnTo>
                    <a:pt x="607" y="921"/>
                  </a:lnTo>
                  <a:lnTo>
                    <a:pt x="733" y="795"/>
                  </a:lnTo>
                  <a:lnTo>
                    <a:pt x="795" y="795"/>
                  </a:lnTo>
                  <a:lnTo>
                    <a:pt x="837" y="900"/>
                  </a:lnTo>
                  <a:lnTo>
                    <a:pt x="942" y="774"/>
                  </a:lnTo>
                  <a:lnTo>
                    <a:pt x="984" y="711"/>
                  </a:lnTo>
                  <a:lnTo>
                    <a:pt x="1046" y="628"/>
                  </a:lnTo>
                  <a:lnTo>
                    <a:pt x="1046" y="502"/>
                  </a:lnTo>
                  <a:lnTo>
                    <a:pt x="900" y="481"/>
                  </a:lnTo>
                  <a:lnTo>
                    <a:pt x="816" y="398"/>
                  </a:lnTo>
                  <a:lnTo>
                    <a:pt x="691" y="398"/>
                  </a:lnTo>
                  <a:lnTo>
                    <a:pt x="628" y="314"/>
                  </a:lnTo>
                  <a:lnTo>
                    <a:pt x="628" y="251"/>
                  </a:lnTo>
                  <a:lnTo>
                    <a:pt x="502" y="105"/>
                  </a:lnTo>
                  <a:lnTo>
                    <a:pt x="502" y="146"/>
                  </a:lnTo>
                  <a:lnTo>
                    <a:pt x="398" y="84"/>
                  </a:lnTo>
                  <a:lnTo>
                    <a:pt x="29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38"/>
            <p:cNvSpPr/>
            <p:nvPr/>
          </p:nvSpPr>
          <p:spPr>
            <a:xfrm>
              <a:off x="3844761" y="2824346"/>
              <a:ext cx="25923" cy="21665"/>
            </a:xfrm>
            <a:custGeom>
              <a:rect b="b" l="l" r="r" t="t"/>
              <a:pathLst>
                <a:path extrusionOk="0" h="1905" w="2177">
                  <a:moveTo>
                    <a:pt x="105" y="0"/>
                  </a:moveTo>
                  <a:lnTo>
                    <a:pt x="63" y="42"/>
                  </a:lnTo>
                  <a:lnTo>
                    <a:pt x="63" y="167"/>
                  </a:lnTo>
                  <a:lnTo>
                    <a:pt x="0" y="230"/>
                  </a:lnTo>
                  <a:lnTo>
                    <a:pt x="42" y="314"/>
                  </a:lnTo>
                  <a:lnTo>
                    <a:pt x="84" y="314"/>
                  </a:lnTo>
                  <a:lnTo>
                    <a:pt x="209" y="439"/>
                  </a:lnTo>
                  <a:lnTo>
                    <a:pt x="251" y="544"/>
                  </a:lnTo>
                  <a:lnTo>
                    <a:pt x="314" y="649"/>
                  </a:lnTo>
                  <a:lnTo>
                    <a:pt x="272" y="670"/>
                  </a:lnTo>
                  <a:lnTo>
                    <a:pt x="293" y="753"/>
                  </a:lnTo>
                  <a:lnTo>
                    <a:pt x="774" y="1151"/>
                  </a:lnTo>
                  <a:lnTo>
                    <a:pt x="1151" y="1611"/>
                  </a:lnTo>
                  <a:lnTo>
                    <a:pt x="1109" y="1695"/>
                  </a:lnTo>
                  <a:lnTo>
                    <a:pt x="1193" y="1716"/>
                  </a:lnTo>
                  <a:lnTo>
                    <a:pt x="1402" y="1737"/>
                  </a:lnTo>
                  <a:lnTo>
                    <a:pt x="1465" y="1716"/>
                  </a:lnTo>
                  <a:lnTo>
                    <a:pt x="1569" y="1904"/>
                  </a:lnTo>
                  <a:lnTo>
                    <a:pt x="1653" y="1841"/>
                  </a:lnTo>
                  <a:lnTo>
                    <a:pt x="1716" y="1737"/>
                  </a:lnTo>
                  <a:lnTo>
                    <a:pt x="1716" y="1590"/>
                  </a:lnTo>
                  <a:lnTo>
                    <a:pt x="1758" y="1465"/>
                  </a:lnTo>
                  <a:lnTo>
                    <a:pt x="1841" y="1465"/>
                  </a:lnTo>
                  <a:lnTo>
                    <a:pt x="1925" y="1402"/>
                  </a:lnTo>
                  <a:lnTo>
                    <a:pt x="1883" y="1318"/>
                  </a:lnTo>
                  <a:lnTo>
                    <a:pt x="1779" y="1276"/>
                  </a:lnTo>
                  <a:lnTo>
                    <a:pt x="1779" y="1172"/>
                  </a:lnTo>
                  <a:lnTo>
                    <a:pt x="1862" y="1109"/>
                  </a:lnTo>
                  <a:lnTo>
                    <a:pt x="1967" y="1193"/>
                  </a:lnTo>
                  <a:lnTo>
                    <a:pt x="2071" y="1255"/>
                  </a:lnTo>
                  <a:lnTo>
                    <a:pt x="2134" y="1193"/>
                  </a:lnTo>
                  <a:lnTo>
                    <a:pt x="1988" y="1046"/>
                  </a:lnTo>
                  <a:lnTo>
                    <a:pt x="1988" y="900"/>
                  </a:lnTo>
                  <a:lnTo>
                    <a:pt x="2051" y="879"/>
                  </a:lnTo>
                  <a:lnTo>
                    <a:pt x="2155" y="942"/>
                  </a:lnTo>
                  <a:lnTo>
                    <a:pt x="2176" y="858"/>
                  </a:lnTo>
                  <a:lnTo>
                    <a:pt x="2134" y="795"/>
                  </a:lnTo>
                  <a:lnTo>
                    <a:pt x="2030" y="774"/>
                  </a:lnTo>
                  <a:lnTo>
                    <a:pt x="1862" y="649"/>
                  </a:lnTo>
                  <a:lnTo>
                    <a:pt x="1862" y="565"/>
                  </a:lnTo>
                  <a:lnTo>
                    <a:pt x="1967" y="419"/>
                  </a:lnTo>
                  <a:lnTo>
                    <a:pt x="1988" y="251"/>
                  </a:lnTo>
                  <a:lnTo>
                    <a:pt x="1925" y="251"/>
                  </a:lnTo>
                  <a:lnTo>
                    <a:pt x="1862" y="272"/>
                  </a:lnTo>
                  <a:lnTo>
                    <a:pt x="1820" y="230"/>
                  </a:lnTo>
                  <a:lnTo>
                    <a:pt x="1653" y="230"/>
                  </a:lnTo>
                  <a:lnTo>
                    <a:pt x="1548" y="126"/>
                  </a:lnTo>
                  <a:lnTo>
                    <a:pt x="1465" y="147"/>
                  </a:lnTo>
                  <a:lnTo>
                    <a:pt x="1339" y="105"/>
                  </a:lnTo>
                  <a:lnTo>
                    <a:pt x="1214" y="126"/>
                  </a:lnTo>
                  <a:lnTo>
                    <a:pt x="1193" y="63"/>
                  </a:lnTo>
                  <a:lnTo>
                    <a:pt x="1088" y="126"/>
                  </a:lnTo>
                  <a:lnTo>
                    <a:pt x="942" y="63"/>
                  </a:lnTo>
                  <a:lnTo>
                    <a:pt x="900" y="126"/>
                  </a:lnTo>
                  <a:lnTo>
                    <a:pt x="837" y="21"/>
                  </a:lnTo>
                  <a:lnTo>
                    <a:pt x="732" y="0"/>
                  </a:lnTo>
                  <a:lnTo>
                    <a:pt x="690" y="42"/>
                  </a:lnTo>
                  <a:lnTo>
                    <a:pt x="607" y="0"/>
                  </a:lnTo>
                  <a:lnTo>
                    <a:pt x="565" y="63"/>
                  </a:lnTo>
                  <a:lnTo>
                    <a:pt x="481" y="42"/>
                  </a:lnTo>
                  <a:lnTo>
                    <a:pt x="377" y="63"/>
                  </a:lnTo>
                  <a:lnTo>
                    <a:pt x="377" y="147"/>
                  </a:lnTo>
                  <a:lnTo>
                    <a:pt x="293" y="167"/>
                  </a:lnTo>
                  <a:lnTo>
                    <a:pt x="251" y="105"/>
                  </a:lnTo>
                  <a:lnTo>
                    <a:pt x="10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38"/>
            <p:cNvSpPr/>
            <p:nvPr/>
          </p:nvSpPr>
          <p:spPr>
            <a:xfrm>
              <a:off x="3830555" y="2811734"/>
              <a:ext cx="20195" cy="12146"/>
            </a:xfrm>
            <a:custGeom>
              <a:rect b="b" l="l" r="r" t="t"/>
              <a:pathLst>
                <a:path extrusionOk="0" h="1068" w="1696">
                  <a:moveTo>
                    <a:pt x="1507" y="0"/>
                  </a:moveTo>
                  <a:lnTo>
                    <a:pt x="1381" y="63"/>
                  </a:lnTo>
                  <a:lnTo>
                    <a:pt x="1130" y="209"/>
                  </a:lnTo>
                  <a:lnTo>
                    <a:pt x="1067" y="188"/>
                  </a:lnTo>
                  <a:lnTo>
                    <a:pt x="984" y="209"/>
                  </a:lnTo>
                  <a:lnTo>
                    <a:pt x="858" y="272"/>
                  </a:lnTo>
                  <a:lnTo>
                    <a:pt x="733" y="272"/>
                  </a:lnTo>
                  <a:lnTo>
                    <a:pt x="607" y="314"/>
                  </a:lnTo>
                  <a:lnTo>
                    <a:pt x="523" y="230"/>
                  </a:lnTo>
                  <a:lnTo>
                    <a:pt x="251" y="230"/>
                  </a:lnTo>
                  <a:lnTo>
                    <a:pt x="147" y="209"/>
                  </a:lnTo>
                  <a:lnTo>
                    <a:pt x="21" y="419"/>
                  </a:lnTo>
                  <a:lnTo>
                    <a:pt x="84" y="502"/>
                  </a:lnTo>
                  <a:lnTo>
                    <a:pt x="0" y="628"/>
                  </a:lnTo>
                  <a:lnTo>
                    <a:pt x="21" y="816"/>
                  </a:lnTo>
                  <a:lnTo>
                    <a:pt x="42" y="816"/>
                  </a:lnTo>
                  <a:lnTo>
                    <a:pt x="147" y="858"/>
                  </a:lnTo>
                  <a:lnTo>
                    <a:pt x="147" y="942"/>
                  </a:lnTo>
                  <a:lnTo>
                    <a:pt x="42" y="963"/>
                  </a:lnTo>
                  <a:lnTo>
                    <a:pt x="42" y="1067"/>
                  </a:lnTo>
                  <a:lnTo>
                    <a:pt x="251" y="1067"/>
                  </a:lnTo>
                  <a:lnTo>
                    <a:pt x="398" y="963"/>
                  </a:lnTo>
                  <a:lnTo>
                    <a:pt x="523" y="921"/>
                  </a:lnTo>
                  <a:lnTo>
                    <a:pt x="733" y="1025"/>
                  </a:lnTo>
                  <a:lnTo>
                    <a:pt x="858" y="1025"/>
                  </a:lnTo>
                  <a:lnTo>
                    <a:pt x="879" y="816"/>
                  </a:lnTo>
                  <a:lnTo>
                    <a:pt x="1067" y="732"/>
                  </a:lnTo>
                  <a:lnTo>
                    <a:pt x="1088" y="586"/>
                  </a:lnTo>
                  <a:lnTo>
                    <a:pt x="1444" y="398"/>
                  </a:lnTo>
                  <a:lnTo>
                    <a:pt x="1695" y="398"/>
                  </a:lnTo>
                  <a:lnTo>
                    <a:pt x="1674" y="188"/>
                  </a:lnTo>
                  <a:lnTo>
                    <a:pt x="150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38"/>
            <p:cNvSpPr/>
            <p:nvPr/>
          </p:nvSpPr>
          <p:spPr>
            <a:xfrm>
              <a:off x="3804645" y="2793401"/>
              <a:ext cx="47594" cy="21903"/>
            </a:xfrm>
            <a:custGeom>
              <a:rect b="b" l="l" r="r" t="t"/>
              <a:pathLst>
                <a:path extrusionOk="0" h="1926" w="3997">
                  <a:moveTo>
                    <a:pt x="2846" y="1"/>
                  </a:moveTo>
                  <a:lnTo>
                    <a:pt x="2804" y="106"/>
                  </a:lnTo>
                  <a:lnTo>
                    <a:pt x="2741" y="147"/>
                  </a:lnTo>
                  <a:lnTo>
                    <a:pt x="2720" y="252"/>
                  </a:lnTo>
                  <a:lnTo>
                    <a:pt x="2574" y="252"/>
                  </a:lnTo>
                  <a:lnTo>
                    <a:pt x="2511" y="315"/>
                  </a:lnTo>
                  <a:lnTo>
                    <a:pt x="2218" y="147"/>
                  </a:lnTo>
                  <a:lnTo>
                    <a:pt x="2155" y="147"/>
                  </a:lnTo>
                  <a:lnTo>
                    <a:pt x="2114" y="252"/>
                  </a:lnTo>
                  <a:lnTo>
                    <a:pt x="2114" y="357"/>
                  </a:lnTo>
                  <a:lnTo>
                    <a:pt x="2051" y="357"/>
                  </a:lnTo>
                  <a:lnTo>
                    <a:pt x="1967" y="461"/>
                  </a:lnTo>
                  <a:lnTo>
                    <a:pt x="1842" y="545"/>
                  </a:lnTo>
                  <a:lnTo>
                    <a:pt x="1674" y="733"/>
                  </a:lnTo>
                  <a:lnTo>
                    <a:pt x="1674" y="796"/>
                  </a:lnTo>
                  <a:lnTo>
                    <a:pt x="1842" y="880"/>
                  </a:lnTo>
                  <a:lnTo>
                    <a:pt x="1863" y="984"/>
                  </a:lnTo>
                  <a:lnTo>
                    <a:pt x="1779" y="1047"/>
                  </a:lnTo>
                  <a:lnTo>
                    <a:pt x="1653" y="963"/>
                  </a:lnTo>
                  <a:lnTo>
                    <a:pt x="1528" y="984"/>
                  </a:lnTo>
                  <a:lnTo>
                    <a:pt x="1381" y="963"/>
                  </a:lnTo>
                  <a:lnTo>
                    <a:pt x="1319" y="963"/>
                  </a:lnTo>
                  <a:lnTo>
                    <a:pt x="1130" y="1089"/>
                  </a:lnTo>
                  <a:lnTo>
                    <a:pt x="1026" y="1110"/>
                  </a:lnTo>
                  <a:lnTo>
                    <a:pt x="942" y="1089"/>
                  </a:lnTo>
                  <a:lnTo>
                    <a:pt x="837" y="1110"/>
                  </a:lnTo>
                  <a:lnTo>
                    <a:pt x="754" y="1047"/>
                  </a:lnTo>
                  <a:lnTo>
                    <a:pt x="440" y="1047"/>
                  </a:lnTo>
                  <a:lnTo>
                    <a:pt x="440" y="1110"/>
                  </a:lnTo>
                  <a:lnTo>
                    <a:pt x="419" y="1173"/>
                  </a:lnTo>
                  <a:lnTo>
                    <a:pt x="272" y="1152"/>
                  </a:lnTo>
                  <a:lnTo>
                    <a:pt x="189" y="1047"/>
                  </a:lnTo>
                  <a:lnTo>
                    <a:pt x="84" y="1089"/>
                  </a:lnTo>
                  <a:lnTo>
                    <a:pt x="21" y="1110"/>
                  </a:lnTo>
                  <a:lnTo>
                    <a:pt x="0" y="1110"/>
                  </a:lnTo>
                  <a:lnTo>
                    <a:pt x="63" y="1173"/>
                  </a:lnTo>
                  <a:lnTo>
                    <a:pt x="63" y="1256"/>
                  </a:lnTo>
                  <a:lnTo>
                    <a:pt x="105" y="1298"/>
                  </a:lnTo>
                  <a:lnTo>
                    <a:pt x="105" y="1403"/>
                  </a:lnTo>
                  <a:lnTo>
                    <a:pt x="210" y="1403"/>
                  </a:lnTo>
                  <a:lnTo>
                    <a:pt x="293" y="1382"/>
                  </a:lnTo>
                  <a:lnTo>
                    <a:pt x="398" y="1507"/>
                  </a:lnTo>
                  <a:lnTo>
                    <a:pt x="502" y="1403"/>
                  </a:lnTo>
                  <a:lnTo>
                    <a:pt x="586" y="1403"/>
                  </a:lnTo>
                  <a:lnTo>
                    <a:pt x="628" y="1507"/>
                  </a:lnTo>
                  <a:lnTo>
                    <a:pt x="837" y="1591"/>
                  </a:lnTo>
                  <a:lnTo>
                    <a:pt x="1130" y="1403"/>
                  </a:lnTo>
                  <a:lnTo>
                    <a:pt x="1256" y="1424"/>
                  </a:lnTo>
                  <a:lnTo>
                    <a:pt x="1444" y="1424"/>
                  </a:lnTo>
                  <a:lnTo>
                    <a:pt x="1444" y="1528"/>
                  </a:lnTo>
                  <a:lnTo>
                    <a:pt x="1737" y="1717"/>
                  </a:lnTo>
                  <a:lnTo>
                    <a:pt x="2072" y="1779"/>
                  </a:lnTo>
                  <a:lnTo>
                    <a:pt x="2260" y="1738"/>
                  </a:lnTo>
                  <a:lnTo>
                    <a:pt x="2323" y="1821"/>
                  </a:lnTo>
                  <a:lnTo>
                    <a:pt x="2427" y="1842"/>
                  </a:lnTo>
                  <a:lnTo>
                    <a:pt x="2699" y="1842"/>
                  </a:lnTo>
                  <a:lnTo>
                    <a:pt x="2783" y="1926"/>
                  </a:lnTo>
                  <a:lnTo>
                    <a:pt x="2909" y="1884"/>
                  </a:lnTo>
                  <a:lnTo>
                    <a:pt x="3034" y="1884"/>
                  </a:lnTo>
                  <a:lnTo>
                    <a:pt x="3160" y="1821"/>
                  </a:lnTo>
                  <a:lnTo>
                    <a:pt x="3243" y="1800"/>
                  </a:lnTo>
                  <a:lnTo>
                    <a:pt x="3306" y="1821"/>
                  </a:lnTo>
                  <a:lnTo>
                    <a:pt x="3557" y="1675"/>
                  </a:lnTo>
                  <a:lnTo>
                    <a:pt x="3683" y="1612"/>
                  </a:lnTo>
                  <a:lnTo>
                    <a:pt x="3725" y="1612"/>
                  </a:lnTo>
                  <a:lnTo>
                    <a:pt x="3829" y="1507"/>
                  </a:lnTo>
                  <a:lnTo>
                    <a:pt x="3746" y="1403"/>
                  </a:lnTo>
                  <a:lnTo>
                    <a:pt x="3767" y="1298"/>
                  </a:lnTo>
                  <a:lnTo>
                    <a:pt x="3829" y="1152"/>
                  </a:lnTo>
                  <a:lnTo>
                    <a:pt x="3725" y="1047"/>
                  </a:lnTo>
                  <a:lnTo>
                    <a:pt x="3746" y="984"/>
                  </a:lnTo>
                  <a:lnTo>
                    <a:pt x="3976" y="984"/>
                  </a:lnTo>
                  <a:lnTo>
                    <a:pt x="3997" y="880"/>
                  </a:lnTo>
                  <a:lnTo>
                    <a:pt x="3976" y="754"/>
                  </a:lnTo>
                  <a:lnTo>
                    <a:pt x="3976" y="671"/>
                  </a:lnTo>
                  <a:lnTo>
                    <a:pt x="3955" y="440"/>
                  </a:lnTo>
                  <a:lnTo>
                    <a:pt x="3955" y="252"/>
                  </a:lnTo>
                  <a:lnTo>
                    <a:pt x="3725" y="210"/>
                  </a:lnTo>
                  <a:lnTo>
                    <a:pt x="3641" y="127"/>
                  </a:lnTo>
                  <a:lnTo>
                    <a:pt x="3474" y="147"/>
                  </a:lnTo>
                  <a:lnTo>
                    <a:pt x="3327" y="147"/>
                  </a:lnTo>
                  <a:lnTo>
                    <a:pt x="3160" y="43"/>
                  </a:lnTo>
                  <a:lnTo>
                    <a:pt x="2951" y="43"/>
                  </a:lnTo>
                  <a:lnTo>
                    <a:pt x="284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38"/>
            <p:cNvSpPr/>
            <p:nvPr/>
          </p:nvSpPr>
          <p:spPr>
            <a:xfrm>
              <a:off x="3831556" y="2741054"/>
              <a:ext cx="63038" cy="50699"/>
            </a:xfrm>
            <a:custGeom>
              <a:rect b="b" l="l" r="r" t="t"/>
              <a:pathLst>
                <a:path extrusionOk="0" h="4458" w="5294">
                  <a:moveTo>
                    <a:pt x="1883" y="1"/>
                  </a:moveTo>
                  <a:lnTo>
                    <a:pt x="1632" y="105"/>
                  </a:lnTo>
                  <a:lnTo>
                    <a:pt x="1486" y="105"/>
                  </a:lnTo>
                  <a:lnTo>
                    <a:pt x="1318" y="147"/>
                  </a:lnTo>
                  <a:lnTo>
                    <a:pt x="1214" y="315"/>
                  </a:lnTo>
                  <a:lnTo>
                    <a:pt x="1046" y="315"/>
                  </a:lnTo>
                  <a:lnTo>
                    <a:pt x="942" y="398"/>
                  </a:lnTo>
                  <a:lnTo>
                    <a:pt x="942" y="524"/>
                  </a:lnTo>
                  <a:lnTo>
                    <a:pt x="753" y="524"/>
                  </a:lnTo>
                  <a:lnTo>
                    <a:pt x="481" y="670"/>
                  </a:lnTo>
                  <a:lnTo>
                    <a:pt x="314" y="670"/>
                  </a:lnTo>
                  <a:lnTo>
                    <a:pt x="251" y="796"/>
                  </a:lnTo>
                  <a:lnTo>
                    <a:pt x="209" y="963"/>
                  </a:lnTo>
                  <a:lnTo>
                    <a:pt x="147" y="984"/>
                  </a:lnTo>
                  <a:lnTo>
                    <a:pt x="167" y="1047"/>
                  </a:lnTo>
                  <a:lnTo>
                    <a:pt x="126" y="1047"/>
                  </a:lnTo>
                  <a:lnTo>
                    <a:pt x="167" y="1298"/>
                  </a:lnTo>
                  <a:lnTo>
                    <a:pt x="147" y="1486"/>
                  </a:lnTo>
                  <a:lnTo>
                    <a:pt x="0" y="1570"/>
                  </a:lnTo>
                  <a:lnTo>
                    <a:pt x="0" y="1633"/>
                  </a:lnTo>
                  <a:lnTo>
                    <a:pt x="167" y="1842"/>
                  </a:lnTo>
                  <a:lnTo>
                    <a:pt x="147" y="1947"/>
                  </a:lnTo>
                  <a:lnTo>
                    <a:pt x="230" y="2051"/>
                  </a:lnTo>
                  <a:lnTo>
                    <a:pt x="230" y="2135"/>
                  </a:lnTo>
                  <a:lnTo>
                    <a:pt x="272" y="2261"/>
                  </a:lnTo>
                  <a:lnTo>
                    <a:pt x="230" y="2365"/>
                  </a:lnTo>
                  <a:lnTo>
                    <a:pt x="335" y="2616"/>
                  </a:lnTo>
                  <a:lnTo>
                    <a:pt x="419" y="2658"/>
                  </a:lnTo>
                  <a:lnTo>
                    <a:pt x="481" y="2742"/>
                  </a:lnTo>
                  <a:lnTo>
                    <a:pt x="481" y="3056"/>
                  </a:lnTo>
                  <a:lnTo>
                    <a:pt x="460" y="3097"/>
                  </a:lnTo>
                  <a:lnTo>
                    <a:pt x="523" y="3181"/>
                  </a:lnTo>
                  <a:lnTo>
                    <a:pt x="565" y="3139"/>
                  </a:lnTo>
                  <a:lnTo>
                    <a:pt x="649" y="3160"/>
                  </a:lnTo>
                  <a:lnTo>
                    <a:pt x="732" y="3097"/>
                  </a:lnTo>
                  <a:lnTo>
                    <a:pt x="963" y="3160"/>
                  </a:lnTo>
                  <a:lnTo>
                    <a:pt x="942" y="3202"/>
                  </a:lnTo>
                  <a:lnTo>
                    <a:pt x="1046" y="3307"/>
                  </a:lnTo>
                  <a:lnTo>
                    <a:pt x="1151" y="3307"/>
                  </a:lnTo>
                  <a:lnTo>
                    <a:pt x="1214" y="3390"/>
                  </a:lnTo>
                  <a:lnTo>
                    <a:pt x="1172" y="3495"/>
                  </a:lnTo>
                  <a:lnTo>
                    <a:pt x="1193" y="3579"/>
                  </a:lnTo>
                  <a:lnTo>
                    <a:pt x="1255" y="3600"/>
                  </a:lnTo>
                  <a:lnTo>
                    <a:pt x="1255" y="3704"/>
                  </a:lnTo>
                  <a:lnTo>
                    <a:pt x="1318" y="3725"/>
                  </a:lnTo>
                  <a:lnTo>
                    <a:pt x="1381" y="3683"/>
                  </a:lnTo>
                  <a:lnTo>
                    <a:pt x="1465" y="3683"/>
                  </a:lnTo>
                  <a:lnTo>
                    <a:pt x="1318" y="3516"/>
                  </a:lnTo>
                  <a:lnTo>
                    <a:pt x="1381" y="3474"/>
                  </a:lnTo>
                  <a:lnTo>
                    <a:pt x="1632" y="3621"/>
                  </a:lnTo>
                  <a:lnTo>
                    <a:pt x="1820" y="3600"/>
                  </a:lnTo>
                  <a:lnTo>
                    <a:pt x="1779" y="3704"/>
                  </a:lnTo>
                  <a:lnTo>
                    <a:pt x="1904" y="3809"/>
                  </a:lnTo>
                  <a:lnTo>
                    <a:pt x="2134" y="3767"/>
                  </a:lnTo>
                  <a:lnTo>
                    <a:pt x="2302" y="3809"/>
                  </a:lnTo>
                  <a:lnTo>
                    <a:pt x="2636" y="4081"/>
                  </a:lnTo>
                  <a:lnTo>
                    <a:pt x="2762" y="4248"/>
                  </a:lnTo>
                  <a:lnTo>
                    <a:pt x="2846" y="4248"/>
                  </a:lnTo>
                  <a:lnTo>
                    <a:pt x="2888" y="4206"/>
                  </a:lnTo>
                  <a:lnTo>
                    <a:pt x="3055" y="4206"/>
                  </a:lnTo>
                  <a:lnTo>
                    <a:pt x="3139" y="4290"/>
                  </a:lnTo>
                  <a:lnTo>
                    <a:pt x="3180" y="4437"/>
                  </a:lnTo>
                  <a:lnTo>
                    <a:pt x="3201" y="4458"/>
                  </a:lnTo>
                  <a:lnTo>
                    <a:pt x="3306" y="4437"/>
                  </a:lnTo>
                  <a:lnTo>
                    <a:pt x="3390" y="4332"/>
                  </a:lnTo>
                  <a:lnTo>
                    <a:pt x="3473" y="4311"/>
                  </a:lnTo>
                  <a:lnTo>
                    <a:pt x="3578" y="4332"/>
                  </a:lnTo>
                  <a:lnTo>
                    <a:pt x="3704" y="4332"/>
                  </a:lnTo>
                  <a:lnTo>
                    <a:pt x="3787" y="4395"/>
                  </a:lnTo>
                  <a:lnTo>
                    <a:pt x="3871" y="4311"/>
                  </a:lnTo>
                  <a:lnTo>
                    <a:pt x="3934" y="4290"/>
                  </a:lnTo>
                  <a:lnTo>
                    <a:pt x="4038" y="4332"/>
                  </a:lnTo>
                  <a:lnTo>
                    <a:pt x="4101" y="4311"/>
                  </a:lnTo>
                  <a:lnTo>
                    <a:pt x="4331" y="4311"/>
                  </a:lnTo>
                  <a:lnTo>
                    <a:pt x="4561" y="4437"/>
                  </a:lnTo>
                  <a:lnTo>
                    <a:pt x="4708" y="4458"/>
                  </a:lnTo>
                  <a:lnTo>
                    <a:pt x="4708" y="4290"/>
                  </a:lnTo>
                  <a:lnTo>
                    <a:pt x="4666" y="4123"/>
                  </a:lnTo>
                  <a:lnTo>
                    <a:pt x="5043" y="3725"/>
                  </a:lnTo>
                  <a:lnTo>
                    <a:pt x="5064" y="3558"/>
                  </a:lnTo>
                  <a:lnTo>
                    <a:pt x="5168" y="3474"/>
                  </a:lnTo>
                  <a:lnTo>
                    <a:pt x="5252" y="3474"/>
                  </a:lnTo>
                  <a:lnTo>
                    <a:pt x="5294" y="3286"/>
                  </a:lnTo>
                  <a:lnTo>
                    <a:pt x="5252" y="3202"/>
                  </a:lnTo>
                  <a:lnTo>
                    <a:pt x="5231" y="3139"/>
                  </a:lnTo>
                  <a:lnTo>
                    <a:pt x="5273" y="3056"/>
                  </a:lnTo>
                  <a:lnTo>
                    <a:pt x="5147" y="2972"/>
                  </a:lnTo>
                  <a:lnTo>
                    <a:pt x="5064" y="2825"/>
                  </a:lnTo>
                  <a:lnTo>
                    <a:pt x="5022" y="2742"/>
                  </a:lnTo>
                  <a:lnTo>
                    <a:pt x="4980" y="2470"/>
                  </a:lnTo>
                  <a:lnTo>
                    <a:pt x="5022" y="2365"/>
                  </a:lnTo>
                  <a:lnTo>
                    <a:pt x="5022" y="2323"/>
                  </a:lnTo>
                  <a:lnTo>
                    <a:pt x="4875" y="2135"/>
                  </a:lnTo>
                  <a:lnTo>
                    <a:pt x="4854" y="1947"/>
                  </a:lnTo>
                  <a:lnTo>
                    <a:pt x="4938" y="1821"/>
                  </a:lnTo>
                  <a:lnTo>
                    <a:pt x="5043" y="1779"/>
                  </a:lnTo>
                  <a:lnTo>
                    <a:pt x="5043" y="1403"/>
                  </a:lnTo>
                  <a:lnTo>
                    <a:pt x="4980" y="1361"/>
                  </a:lnTo>
                  <a:lnTo>
                    <a:pt x="4959" y="1214"/>
                  </a:lnTo>
                  <a:lnTo>
                    <a:pt x="4875" y="1089"/>
                  </a:lnTo>
                  <a:lnTo>
                    <a:pt x="4771" y="838"/>
                  </a:lnTo>
                  <a:lnTo>
                    <a:pt x="4750" y="775"/>
                  </a:lnTo>
                  <a:lnTo>
                    <a:pt x="4708" y="670"/>
                  </a:lnTo>
                  <a:lnTo>
                    <a:pt x="4708" y="545"/>
                  </a:lnTo>
                  <a:lnTo>
                    <a:pt x="4645" y="315"/>
                  </a:lnTo>
                  <a:lnTo>
                    <a:pt x="4561" y="315"/>
                  </a:lnTo>
                  <a:lnTo>
                    <a:pt x="4436" y="210"/>
                  </a:lnTo>
                  <a:lnTo>
                    <a:pt x="4310" y="231"/>
                  </a:lnTo>
                  <a:lnTo>
                    <a:pt x="3683" y="273"/>
                  </a:lnTo>
                  <a:lnTo>
                    <a:pt x="2950" y="231"/>
                  </a:lnTo>
                  <a:lnTo>
                    <a:pt x="2867" y="252"/>
                  </a:lnTo>
                  <a:lnTo>
                    <a:pt x="2678" y="440"/>
                  </a:lnTo>
                  <a:lnTo>
                    <a:pt x="2511" y="482"/>
                  </a:lnTo>
                  <a:lnTo>
                    <a:pt x="2469" y="440"/>
                  </a:lnTo>
                  <a:lnTo>
                    <a:pt x="2636" y="356"/>
                  </a:lnTo>
                  <a:lnTo>
                    <a:pt x="2783" y="210"/>
                  </a:lnTo>
                  <a:lnTo>
                    <a:pt x="2741" y="210"/>
                  </a:lnTo>
                  <a:lnTo>
                    <a:pt x="2616" y="315"/>
                  </a:lnTo>
                  <a:lnTo>
                    <a:pt x="2406" y="398"/>
                  </a:lnTo>
                  <a:lnTo>
                    <a:pt x="2134" y="356"/>
                  </a:lnTo>
                  <a:lnTo>
                    <a:pt x="2092" y="210"/>
                  </a:lnTo>
                  <a:lnTo>
                    <a:pt x="2134" y="126"/>
                  </a:lnTo>
                  <a:lnTo>
                    <a:pt x="2260" y="126"/>
                  </a:lnTo>
                  <a:lnTo>
                    <a:pt x="2323" y="168"/>
                  </a:lnTo>
                  <a:lnTo>
                    <a:pt x="2323" y="126"/>
                  </a:lnTo>
                  <a:lnTo>
                    <a:pt x="2155" y="43"/>
                  </a:lnTo>
                  <a:lnTo>
                    <a:pt x="188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38"/>
            <p:cNvSpPr/>
            <p:nvPr/>
          </p:nvSpPr>
          <p:spPr>
            <a:xfrm>
              <a:off x="3819089" y="2776036"/>
              <a:ext cx="50345" cy="20948"/>
            </a:xfrm>
            <a:custGeom>
              <a:rect b="b" l="l" r="r" t="t"/>
              <a:pathLst>
                <a:path extrusionOk="0" h="1842" w="4228">
                  <a:moveTo>
                    <a:pt x="1403" y="1"/>
                  </a:moveTo>
                  <a:lnTo>
                    <a:pt x="1319" y="63"/>
                  </a:lnTo>
                  <a:lnTo>
                    <a:pt x="1152" y="21"/>
                  </a:lnTo>
                  <a:lnTo>
                    <a:pt x="1152" y="126"/>
                  </a:lnTo>
                  <a:lnTo>
                    <a:pt x="1068" y="189"/>
                  </a:lnTo>
                  <a:lnTo>
                    <a:pt x="984" y="168"/>
                  </a:lnTo>
                  <a:lnTo>
                    <a:pt x="775" y="168"/>
                  </a:lnTo>
                  <a:lnTo>
                    <a:pt x="733" y="273"/>
                  </a:lnTo>
                  <a:lnTo>
                    <a:pt x="587" y="273"/>
                  </a:lnTo>
                  <a:lnTo>
                    <a:pt x="482" y="398"/>
                  </a:lnTo>
                  <a:lnTo>
                    <a:pt x="378" y="398"/>
                  </a:lnTo>
                  <a:lnTo>
                    <a:pt x="168" y="586"/>
                  </a:lnTo>
                  <a:lnTo>
                    <a:pt x="106" y="545"/>
                  </a:lnTo>
                  <a:lnTo>
                    <a:pt x="22" y="503"/>
                  </a:lnTo>
                  <a:lnTo>
                    <a:pt x="1" y="524"/>
                  </a:lnTo>
                  <a:lnTo>
                    <a:pt x="1" y="628"/>
                  </a:lnTo>
                  <a:lnTo>
                    <a:pt x="147" y="712"/>
                  </a:lnTo>
                  <a:lnTo>
                    <a:pt x="252" y="900"/>
                  </a:lnTo>
                  <a:lnTo>
                    <a:pt x="252" y="1047"/>
                  </a:lnTo>
                  <a:lnTo>
                    <a:pt x="273" y="1130"/>
                  </a:lnTo>
                  <a:lnTo>
                    <a:pt x="378" y="1172"/>
                  </a:lnTo>
                  <a:lnTo>
                    <a:pt x="587" y="1319"/>
                  </a:lnTo>
                  <a:lnTo>
                    <a:pt x="691" y="1382"/>
                  </a:lnTo>
                  <a:lnTo>
                    <a:pt x="942" y="1674"/>
                  </a:lnTo>
                  <a:lnTo>
                    <a:pt x="1005" y="1674"/>
                  </a:lnTo>
                  <a:lnTo>
                    <a:pt x="1298" y="1842"/>
                  </a:lnTo>
                  <a:lnTo>
                    <a:pt x="1361" y="1779"/>
                  </a:lnTo>
                  <a:lnTo>
                    <a:pt x="1507" y="1779"/>
                  </a:lnTo>
                  <a:lnTo>
                    <a:pt x="1528" y="1674"/>
                  </a:lnTo>
                  <a:lnTo>
                    <a:pt x="1591" y="1633"/>
                  </a:lnTo>
                  <a:lnTo>
                    <a:pt x="1633" y="1528"/>
                  </a:lnTo>
                  <a:lnTo>
                    <a:pt x="1738" y="1570"/>
                  </a:lnTo>
                  <a:lnTo>
                    <a:pt x="1947" y="1570"/>
                  </a:lnTo>
                  <a:lnTo>
                    <a:pt x="2114" y="1674"/>
                  </a:lnTo>
                  <a:lnTo>
                    <a:pt x="2261" y="1674"/>
                  </a:lnTo>
                  <a:lnTo>
                    <a:pt x="2428" y="1654"/>
                  </a:lnTo>
                  <a:lnTo>
                    <a:pt x="2512" y="1737"/>
                  </a:lnTo>
                  <a:lnTo>
                    <a:pt x="2742" y="1779"/>
                  </a:lnTo>
                  <a:lnTo>
                    <a:pt x="2763" y="1779"/>
                  </a:lnTo>
                  <a:lnTo>
                    <a:pt x="2888" y="1695"/>
                  </a:lnTo>
                  <a:lnTo>
                    <a:pt x="3035" y="1674"/>
                  </a:lnTo>
                  <a:lnTo>
                    <a:pt x="3077" y="1737"/>
                  </a:lnTo>
                  <a:lnTo>
                    <a:pt x="3307" y="1654"/>
                  </a:lnTo>
                  <a:lnTo>
                    <a:pt x="3516" y="1633"/>
                  </a:lnTo>
                  <a:lnTo>
                    <a:pt x="3683" y="1465"/>
                  </a:lnTo>
                  <a:lnTo>
                    <a:pt x="3830" y="1444"/>
                  </a:lnTo>
                  <a:lnTo>
                    <a:pt x="3976" y="1340"/>
                  </a:lnTo>
                  <a:lnTo>
                    <a:pt x="4227" y="1361"/>
                  </a:lnTo>
                  <a:lnTo>
                    <a:pt x="4186" y="1214"/>
                  </a:lnTo>
                  <a:lnTo>
                    <a:pt x="4102" y="1130"/>
                  </a:lnTo>
                  <a:lnTo>
                    <a:pt x="3935" y="1130"/>
                  </a:lnTo>
                  <a:lnTo>
                    <a:pt x="3893" y="1172"/>
                  </a:lnTo>
                  <a:lnTo>
                    <a:pt x="3809" y="1172"/>
                  </a:lnTo>
                  <a:lnTo>
                    <a:pt x="3683" y="1005"/>
                  </a:lnTo>
                  <a:lnTo>
                    <a:pt x="3349" y="733"/>
                  </a:lnTo>
                  <a:lnTo>
                    <a:pt x="3181" y="691"/>
                  </a:lnTo>
                  <a:lnTo>
                    <a:pt x="2951" y="733"/>
                  </a:lnTo>
                  <a:lnTo>
                    <a:pt x="2826" y="628"/>
                  </a:lnTo>
                  <a:lnTo>
                    <a:pt x="2867" y="524"/>
                  </a:lnTo>
                  <a:lnTo>
                    <a:pt x="2679" y="545"/>
                  </a:lnTo>
                  <a:lnTo>
                    <a:pt x="2428" y="398"/>
                  </a:lnTo>
                  <a:lnTo>
                    <a:pt x="2365" y="440"/>
                  </a:lnTo>
                  <a:lnTo>
                    <a:pt x="2512" y="607"/>
                  </a:lnTo>
                  <a:lnTo>
                    <a:pt x="2428" y="607"/>
                  </a:lnTo>
                  <a:lnTo>
                    <a:pt x="2365" y="649"/>
                  </a:lnTo>
                  <a:lnTo>
                    <a:pt x="2302" y="628"/>
                  </a:lnTo>
                  <a:lnTo>
                    <a:pt x="2302" y="524"/>
                  </a:lnTo>
                  <a:lnTo>
                    <a:pt x="2240" y="503"/>
                  </a:lnTo>
                  <a:lnTo>
                    <a:pt x="2219" y="419"/>
                  </a:lnTo>
                  <a:lnTo>
                    <a:pt x="2261" y="314"/>
                  </a:lnTo>
                  <a:lnTo>
                    <a:pt x="2198" y="231"/>
                  </a:lnTo>
                  <a:lnTo>
                    <a:pt x="2093" y="231"/>
                  </a:lnTo>
                  <a:lnTo>
                    <a:pt x="1989" y="126"/>
                  </a:lnTo>
                  <a:lnTo>
                    <a:pt x="2010" y="84"/>
                  </a:lnTo>
                  <a:lnTo>
                    <a:pt x="1779" y="21"/>
                  </a:lnTo>
                  <a:lnTo>
                    <a:pt x="1696" y="84"/>
                  </a:lnTo>
                  <a:lnTo>
                    <a:pt x="1612" y="63"/>
                  </a:lnTo>
                  <a:lnTo>
                    <a:pt x="1570" y="105"/>
                  </a:lnTo>
                  <a:lnTo>
                    <a:pt x="1507" y="21"/>
                  </a:lnTo>
                  <a:lnTo>
                    <a:pt x="1486" y="63"/>
                  </a:lnTo>
                  <a:lnTo>
                    <a:pt x="140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38"/>
            <p:cNvSpPr/>
            <p:nvPr/>
          </p:nvSpPr>
          <p:spPr>
            <a:xfrm>
              <a:off x="3779972" y="2741293"/>
              <a:ext cx="57323" cy="65449"/>
            </a:xfrm>
            <a:custGeom>
              <a:rect b="b" l="l" r="r" t="t"/>
              <a:pathLst>
                <a:path extrusionOk="0" h="5755" w="4814">
                  <a:moveTo>
                    <a:pt x="1340" y="1"/>
                  </a:moveTo>
                  <a:lnTo>
                    <a:pt x="1340" y="22"/>
                  </a:lnTo>
                  <a:lnTo>
                    <a:pt x="1340" y="126"/>
                  </a:lnTo>
                  <a:lnTo>
                    <a:pt x="1424" y="189"/>
                  </a:lnTo>
                  <a:lnTo>
                    <a:pt x="1466" y="189"/>
                  </a:lnTo>
                  <a:lnTo>
                    <a:pt x="1466" y="252"/>
                  </a:lnTo>
                  <a:lnTo>
                    <a:pt x="1612" y="377"/>
                  </a:lnTo>
                  <a:lnTo>
                    <a:pt x="1507" y="419"/>
                  </a:lnTo>
                  <a:lnTo>
                    <a:pt x="1403" y="419"/>
                  </a:lnTo>
                  <a:lnTo>
                    <a:pt x="1403" y="524"/>
                  </a:lnTo>
                  <a:lnTo>
                    <a:pt x="1507" y="461"/>
                  </a:lnTo>
                  <a:lnTo>
                    <a:pt x="1507" y="628"/>
                  </a:lnTo>
                  <a:lnTo>
                    <a:pt x="1612" y="670"/>
                  </a:lnTo>
                  <a:lnTo>
                    <a:pt x="1528" y="754"/>
                  </a:lnTo>
                  <a:lnTo>
                    <a:pt x="1528" y="838"/>
                  </a:lnTo>
                  <a:lnTo>
                    <a:pt x="1612" y="880"/>
                  </a:lnTo>
                  <a:lnTo>
                    <a:pt x="1738" y="880"/>
                  </a:lnTo>
                  <a:lnTo>
                    <a:pt x="1926" y="1068"/>
                  </a:lnTo>
                  <a:lnTo>
                    <a:pt x="2156" y="1172"/>
                  </a:lnTo>
                  <a:lnTo>
                    <a:pt x="1926" y="1131"/>
                  </a:lnTo>
                  <a:lnTo>
                    <a:pt x="1738" y="942"/>
                  </a:lnTo>
                  <a:lnTo>
                    <a:pt x="1612" y="963"/>
                  </a:lnTo>
                  <a:lnTo>
                    <a:pt x="1507" y="942"/>
                  </a:lnTo>
                  <a:lnTo>
                    <a:pt x="1424" y="942"/>
                  </a:lnTo>
                  <a:lnTo>
                    <a:pt x="1340" y="1068"/>
                  </a:lnTo>
                  <a:lnTo>
                    <a:pt x="1361" y="1152"/>
                  </a:lnTo>
                  <a:lnTo>
                    <a:pt x="1361" y="1340"/>
                  </a:lnTo>
                  <a:lnTo>
                    <a:pt x="1424" y="1444"/>
                  </a:lnTo>
                  <a:lnTo>
                    <a:pt x="1298" y="1277"/>
                  </a:lnTo>
                  <a:lnTo>
                    <a:pt x="1319" y="1152"/>
                  </a:lnTo>
                  <a:lnTo>
                    <a:pt x="1235" y="1068"/>
                  </a:lnTo>
                  <a:lnTo>
                    <a:pt x="1194" y="1089"/>
                  </a:lnTo>
                  <a:lnTo>
                    <a:pt x="1194" y="1172"/>
                  </a:lnTo>
                  <a:lnTo>
                    <a:pt x="1235" y="1277"/>
                  </a:lnTo>
                  <a:lnTo>
                    <a:pt x="1152" y="1361"/>
                  </a:lnTo>
                  <a:lnTo>
                    <a:pt x="1089" y="1235"/>
                  </a:lnTo>
                  <a:lnTo>
                    <a:pt x="1089" y="1089"/>
                  </a:lnTo>
                  <a:lnTo>
                    <a:pt x="942" y="1026"/>
                  </a:lnTo>
                  <a:lnTo>
                    <a:pt x="880" y="1047"/>
                  </a:lnTo>
                  <a:lnTo>
                    <a:pt x="608" y="1131"/>
                  </a:lnTo>
                  <a:lnTo>
                    <a:pt x="587" y="1235"/>
                  </a:lnTo>
                  <a:lnTo>
                    <a:pt x="629" y="1340"/>
                  </a:lnTo>
                  <a:lnTo>
                    <a:pt x="775" y="1361"/>
                  </a:lnTo>
                  <a:lnTo>
                    <a:pt x="796" y="1465"/>
                  </a:lnTo>
                  <a:lnTo>
                    <a:pt x="796" y="1486"/>
                  </a:lnTo>
                  <a:lnTo>
                    <a:pt x="733" y="1507"/>
                  </a:lnTo>
                  <a:lnTo>
                    <a:pt x="733" y="1591"/>
                  </a:lnTo>
                  <a:lnTo>
                    <a:pt x="691" y="1696"/>
                  </a:lnTo>
                  <a:lnTo>
                    <a:pt x="691" y="1800"/>
                  </a:lnTo>
                  <a:lnTo>
                    <a:pt x="608" y="1863"/>
                  </a:lnTo>
                  <a:lnTo>
                    <a:pt x="503" y="1800"/>
                  </a:lnTo>
                  <a:lnTo>
                    <a:pt x="461" y="1926"/>
                  </a:lnTo>
                  <a:lnTo>
                    <a:pt x="482" y="1988"/>
                  </a:lnTo>
                  <a:lnTo>
                    <a:pt x="608" y="1988"/>
                  </a:lnTo>
                  <a:lnTo>
                    <a:pt x="670" y="2030"/>
                  </a:lnTo>
                  <a:lnTo>
                    <a:pt x="629" y="2114"/>
                  </a:lnTo>
                  <a:lnTo>
                    <a:pt x="608" y="2240"/>
                  </a:lnTo>
                  <a:lnTo>
                    <a:pt x="524" y="2302"/>
                  </a:lnTo>
                  <a:lnTo>
                    <a:pt x="608" y="2407"/>
                  </a:lnTo>
                  <a:lnTo>
                    <a:pt x="524" y="2449"/>
                  </a:lnTo>
                  <a:lnTo>
                    <a:pt x="378" y="2407"/>
                  </a:lnTo>
                  <a:lnTo>
                    <a:pt x="210" y="2449"/>
                  </a:lnTo>
                  <a:lnTo>
                    <a:pt x="168" y="2553"/>
                  </a:lnTo>
                  <a:lnTo>
                    <a:pt x="85" y="2658"/>
                  </a:lnTo>
                  <a:lnTo>
                    <a:pt x="105" y="2825"/>
                  </a:lnTo>
                  <a:lnTo>
                    <a:pt x="85" y="3035"/>
                  </a:lnTo>
                  <a:lnTo>
                    <a:pt x="43" y="3139"/>
                  </a:lnTo>
                  <a:lnTo>
                    <a:pt x="43" y="3160"/>
                  </a:lnTo>
                  <a:lnTo>
                    <a:pt x="1" y="3244"/>
                  </a:lnTo>
                  <a:lnTo>
                    <a:pt x="85" y="3432"/>
                  </a:lnTo>
                  <a:lnTo>
                    <a:pt x="85" y="3474"/>
                  </a:lnTo>
                  <a:lnTo>
                    <a:pt x="168" y="3579"/>
                  </a:lnTo>
                  <a:lnTo>
                    <a:pt x="85" y="3746"/>
                  </a:lnTo>
                  <a:lnTo>
                    <a:pt x="147" y="3746"/>
                  </a:lnTo>
                  <a:lnTo>
                    <a:pt x="273" y="3913"/>
                  </a:lnTo>
                  <a:lnTo>
                    <a:pt x="294" y="4060"/>
                  </a:lnTo>
                  <a:lnTo>
                    <a:pt x="357" y="4102"/>
                  </a:lnTo>
                  <a:lnTo>
                    <a:pt x="357" y="4290"/>
                  </a:lnTo>
                  <a:lnTo>
                    <a:pt x="461" y="4374"/>
                  </a:lnTo>
                  <a:lnTo>
                    <a:pt x="461" y="4437"/>
                  </a:lnTo>
                  <a:lnTo>
                    <a:pt x="566" y="4520"/>
                  </a:lnTo>
                  <a:lnTo>
                    <a:pt x="629" y="4478"/>
                  </a:lnTo>
                  <a:lnTo>
                    <a:pt x="733" y="4478"/>
                  </a:lnTo>
                  <a:lnTo>
                    <a:pt x="817" y="4520"/>
                  </a:lnTo>
                  <a:lnTo>
                    <a:pt x="922" y="4478"/>
                  </a:lnTo>
                  <a:lnTo>
                    <a:pt x="1047" y="4541"/>
                  </a:lnTo>
                  <a:lnTo>
                    <a:pt x="1152" y="4541"/>
                  </a:lnTo>
                  <a:lnTo>
                    <a:pt x="1298" y="4625"/>
                  </a:lnTo>
                  <a:lnTo>
                    <a:pt x="1152" y="4750"/>
                  </a:lnTo>
                  <a:lnTo>
                    <a:pt x="1089" y="4918"/>
                  </a:lnTo>
                  <a:lnTo>
                    <a:pt x="1089" y="5022"/>
                  </a:lnTo>
                  <a:lnTo>
                    <a:pt x="1005" y="5106"/>
                  </a:lnTo>
                  <a:lnTo>
                    <a:pt x="942" y="5273"/>
                  </a:lnTo>
                  <a:lnTo>
                    <a:pt x="942" y="5441"/>
                  </a:lnTo>
                  <a:lnTo>
                    <a:pt x="1047" y="5525"/>
                  </a:lnTo>
                  <a:lnTo>
                    <a:pt x="1110" y="5629"/>
                  </a:lnTo>
                  <a:lnTo>
                    <a:pt x="1214" y="5650"/>
                  </a:lnTo>
                  <a:lnTo>
                    <a:pt x="1319" y="5587"/>
                  </a:lnTo>
                  <a:lnTo>
                    <a:pt x="1445" y="5650"/>
                  </a:lnTo>
                  <a:lnTo>
                    <a:pt x="1507" y="5566"/>
                  </a:lnTo>
                  <a:lnTo>
                    <a:pt x="1466" y="5525"/>
                  </a:lnTo>
                  <a:lnTo>
                    <a:pt x="1612" y="5462"/>
                  </a:lnTo>
                  <a:lnTo>
                    <a:pt x="1633" y="5566"/>
                  </a:lnTo>
                  <a:lnTo>
                    <a:pt x="1717" y="5587"/>
                  </a:lnTo>
                  <a:lnTo>
                    <a:pt x="1758" y="5545"/>
                  </a:lnTo>
                  <a:lnTo>
                    <a:pt x="1842" y="5545"/>
                  </a:lnTo>
                  <a:lnTo>
                    <a:pt x="1989" y="5671"/>
                  </a:lnTo>
                  <a:lnTo>
                    <a:pt x="2072" y="5692"/>
                  </a:lnTo>
                  <a:lnTo>
                    <a:pt x="2093" y="5692"/>
                  </a:lnTo>
                  <a:lnTo>
                    <a:pt x="2156" y="5671"/>
                  </a:lnTo>
                  <a:lnTo>
                    <a:pt x="2261" y="5629"/>
                  </a:lnTo>
                  <a:lnTo>
                    <a:pt x="2344" y="5734"/>
                  </a:lnTo>
                  <a:lnTo>
                    <a:pt x="2491" y="5755"/>
                  </a:lnTo>
                  <a:lnTo>
                    <a:pt x="2512" y="5692"/>
                  </a:lnTo>
                  <a:lnTo>
                    <a:pt x="2512" y="5629"/>
                  </a:lnTo>
                  <a:lnTo>
                    <a:pt x="2826" y="5629"/>
                  </a:lnTo>
                  <a:lnTo>
                    <a:pt x="2909" y="5692"/>
                  </a:lnTo>
                  <a:lnTo>
                    <a:pt x="3014" y="5671"/>
                  </a:lnTo>
                  <a:lnTo>
                    <a:pt x="3098" y="5692"/>
                  </a:lnTo>
                  <a:lnTo>
                    <a:pt x="3202" y="5671"/>
                  </a:lnTo>
                  <a:lnTo>
                    <a:pt x="3391" y="5545"/>
                  </a:lnTo>
                  <a:lnTo>
                    <a:pt x="3453" y="5545"/>
                  </a:lnTo>
                  <a:lnTo>
                    <a:pt x="3600" y="5566"/>
                  </a:lnTo>
                  <a:lnTo>
                    <a:pt x="3725" y="5545"/>
                  </a:lnTo>
                  <a:lnTo>
                    <a:pt x="3851" y="5629"/>
                  </a:lnTo>
                  <a:lnTo>
                    <a:pt x="3935" y="5566"/>
                  </a:lnTo>
                  <a:lnTo>
                    <a:pt x="3914" y="5462"/>
                  </a:lnTo>
                  <a:lnTo>
                    <a:pt x="3746" y="5378"/>
                  </a:lnTo>
                  <a:lnTo>
                    <a:pt x="3746" y="5315"/>
                  </a:lnTo>
                  <a:lnTo>
                    <a:pt x="3914" y="5127"/>
                  </a:lnTo>
                  <a:lnTo>
                    <a:pt x="4039" y="5043"/>
                  </a:lnTo>
                  <a:lnTo>
                    <a:pt x="4123" y="4939"/>
                  </a:lnTo>
                  <a:lnTo>
                    <a:pt x="4186" y="4939"/>
                  </a:lnTo>
                  <a:lnTo>
                    <a:pt x="4186" y="4834"/>
                  </a:lnTo>
                  <a:lnTo>
                    <a:pt x="4227" y="4729"/>
                  </a:lnTo>
                  <a:lnTo>
                    <a:pt x="3976" y="4437"/>
                  </a:lnTo>
                  <a:lnTo>
                    <a:pt x="3872" y="4374"/>
                  </a:lnTo>
                  <a:lnTo>
                    <a:pt x="3663" y="4227"/>
                  </a:lnTo>
                  <a:lnTo>
                    <a:pt x="3558" y="4185"/>
                  </a:lnTo>
                  <a:lnTo>
                    <a:pt x="3537" y="4102"/>
                  </a:lnTo>
                  <a:lnTo>
                    <a:pt x="3537" y="3955"/>
                  </a:lnTo>
                  <a:lnTo>
                    <a:pt x="3432" y="3767"/>
                  </a:lnTo>
                  <a:lnTo>
                    <a:pt x="3286" y="3683"/>
                  </a:lnTo>
                  <a:lnTo>
                    <a:pt x="3286" y="3579"/>
                  </a:lnTo>
                  <a:lnTo>
                    <a:pt x="3307" y="3558"/>
                  </a:lnTo>
                  <a:lnTo>
                    <a:pt x="3391" y="3600"/>
                  </a:lnTo>
                  <a:lnTo>
                    <a:pt x="3453" y="3641"/>
                  </a:lnTo>
                  <a:lnTo>
                    <a:pt x="3663" y="3453"/>
                  </a:lnTo>
                  <a:lnTo>
                    <a:pt x="3767" y="3453"/>
                  </a:lnTo>
                  <a:lnTo>
                    <a:pt x="3872" y="3328"/>
                  </a:lnTo>
                  <a:lnTo>
                    <a:pt x="4018" y="3328"/>
                  </a:lnTo>
                  <a:lnTo>
                    <a:pt x="4060" y="3223"/>
                  </a:lnTo>
                  <a:lnTo>
                    <a:pt x="4269" y="3223"/>
                  </a:lnTo>
                  <a:lnTo>
                    <a:pt x="4353" y="3244"/>
                  </a:lnTo>
                  <a:lnTo>
                    <a:pt x="4437" y="3181"/>
                  </a:lnTo>
                  <a:lnTo>
                    <a:pt x="4437" y="3076"/>
                  </a:lnTo>
                  <a:lnTo>
                    <a:pt x="4604" y="3118"/>
                  </a:lnTo>
                  <a:lnTo>
                    <a:pt x="4688" y="3056"/>
                  </a:lnTo>
                  <a:lnTo>
                    <a:pt x="4771" y="3118"/>
                  </a:lnTo>
                  <a:lnTo>
                    <a:pt x="4792" y="3076"/>
                  </a:lnTo>
                  <a:lnTo>
                    <a:pt x="4813" y="3035"/>
                  </a:lnTo>
                  <a:lnTo>
                    <a:pt x="4813" y="2721"/>
                  </a:lnTo>
                  <a:lnTo>
                    <a:pt x="4751" y="2637"/>
                  </a:lnTo>
                  <a:lnTo>
                    <a:pt x="4667" y="2595"/>
                  </a:lnTo>
                  <a:lnTo>
                    <a:pt x="4562" y="2344"/>
                  </a:lnTo>
                  <a:lnTo>
                    <a:pt x="4604" y="2240"/>
                  </a:lnTo>
                  <a:lnTo>
                    <a:pt x="4562" y="2114"/>
                  </a:lnTo>
                  <a:lnTo>
                    <a:pt x="4562" y="2030"/>
                  </a:lnTo>
                  <a:lnTo>
                    <a:pt x="4479" y="1926"/>
                  </a:lnTo>
                  <a:lnTo>
                    <a:pt x="4499" y="1821"/>
                  </a:lnTo>
                  <a:lnTo>
                    <a:pt x="4332" y="1612"/>
                  </a:lnTo>
                  <a:lnTo>
                    <a:pt x="4332" y="1549"/>
                  </a:lnTo>
                  <a:lnTo>
                    <a:pt x="4479" y="1465"/>
                  </a:lnTo>
                  <a:lnTo>
                    <a:pt x="4499" y="1277"/>
                  </a:lnTo>
                  <a:lnTo>
                    <a:pt x="4458" y="1026"/>
                  </a:lnTo>
                  <a:lnTo>
                    <a:pt x="4353" y="1026"/>
                  </a:lnTo>
                  <a:lnTo>
                    <a:pt x="4269" y="963"/>
                  </a:lnTo>
                  <a:lnTo>
                    <a:pt x="4165" y="963"/>
                  </a:lnTo>
                  <a:lnTo>
                    <a:pt x="4060" y="880"/>
                  </a:lnTo>
                  <a:lnTo>
                    <a:pt x="4081" y="775"/>
                  </a:lnTo>
                  <a:lnTo>
                    <a:pt x="4039" y="670"/>
                  </a:lnTo>
                  <a:lnTo>
                    <a:pt x="3914" y="712"/>
                  </a:lnTo>
                  <a:lnTo>
                    <a:pt x="3767" y="545"/>
                  </a:lnTo>
                  <a:lnTo>
                    <a:pt x="3663" y="545"/>
                  </a:lnTo>
                  <a:lnTo>
                    <a:pt x="3621" y="461"/>
                  </a:lnTo>
                  <a:lnTo>
                    <a:pt x="3558" y="503"/>
                  </a:lnTo>
                  <a:lnTo>
                    <a:pt x="3432" y="524"/>
                  </a:lnTo>
                  <a:lnTo>
                    <a:pt x="3328" y="608"/>
                  </a:lnTo>
                  <a:lnTo>
                    <a:pt x="3286" y="545"/>
                  </a:lnTo>
                  <a:lnTo>
                    <a:pt x="3349" y="503"/>
                  </a:lnTo>
                  <a:lnTo>
                    <a:pt x="3349" y="524"/>
                  </a:lnTo>
                  <a:lnTo>
                    <a:pt x="3411" y="461"/>
                  </a:lnTo>
                  <a:lnTo>
                    <a:pt x="3516" y="419"/>
                  </a:lnTo>
                  <a:lnTo>
                    <a:pt x="3391" y="419"/>
                  </a:lnTo>
                  <a:lnTo>
                    <a:pt x="3328" y="440"/>
                  </a:lnTo>
                  <a:lnTo>
                    <a:pt x="3307" y="503"/>
                  </a:lnTo>
                  <a:lnTo>
                    <a:pt x="3202" y="545"/>
                  </a:lnTo>
                  <a:lnTo>
                    <a:pt x="3202" y="608"/>
                  </a:lnTo>
                  <a:lnTo>
                    <a:pt x="2993" y="628"/>
                  </a:lnTo>
                  <a:lnTo>
                    <a:pt x="2909" y="733"/>
                  </a:lnTo>
                  <a:lnTo>
                    <a:pt x="2888" y="838"/>
                  </a:lnTo>
                  <a:lnTo>
                    <a:pt x="2763" y="838"/>
                  </a:lnTo>
                  <a:lnTo>
                    <a:pt x="2721" y="775"/>
                  </a:lnTo>
                  <a:lnTo>
                    <a:pt x="2616" y="754"/>
                  </a:lnTo>
                  <a:lnTo>
                    <a:pt x="2574" y="775"/>
                  </a:lnTo>
                  <a:lnTo>
                    <a:pt x="2407" y="733"/>
                  </a:lnTo>
                  <a:lnTo>
                    <a:pt x="2512" y="670"/>
                  </a:lnTo>
                  <a:lnTo>
                    <a:pt x="2595" y="670"/>
                  </a:lnTo>
                  <a:lnTo>
                    <a:pt x="2679" y="608"/>
                  </a:lnTo>
                  <a:lnTo>
                    <a:pt x="2679" y="503"/>
                  </a:lnTo>
                  <a:lnTo>
                    <a:pt x="2616" y="461"/>
                  </a:lnTo>
                  <a:lnTo>
                    <a:pt x="2512" y="545"/>
                  </a:lnTo>
                  <a:lnTo>
                    <a:pt x="2491" y="566"/>
                  </a:lnTo>
                  <a:lnTo>
                    <a:pt x="2365" y="461"/>
                  </a:lnTo>
                  <a:lnTo>
                    <a:pt x="2302" y="419"/>
                  </a:lnTo>
                  <a:lnTo>
                    <a:pt x="2261" y="440"/>
                  </a:lnTo>
                  <a:lnTo>
                    <a:pt x="2240" y="524"/>
                  </a:lnTo>
                  <a:lnTo>
                    <a:pt x="2135" y="566"/>
                  </a:lnTo>
                  <a:lnTo>
                    <a:pt x="2093" y="461"/>
                  </a:lnTo>
                  <a:lnTo>
                    <a:pt x="2030" y="440"/>
                  </a:lnTo>
                  <a:lnTo>
                    <a:pt x="1968" y="377"/>
                  </a:lnTo>
                  <a:lnTo>
                    <a:pt x="2051" y="335"/>
                  </a:lnTo>
                  <a:lnTo>
                    <a:pt x="2093" y="210"/>
                  </a:lnTo>
                  <a:lnTo>
                    <a:pt x="1989" y="189"/>
                  </a:lnTo>
                  <a:lnTo>
                    <a:pt x="1863" y="84"/>
                  </a:lnTo>
                  <a:lnTo>
                    <a:pt x="1758" y="84"/>
                  </a:lnTo>
                  <a:lnTo>
                    <a:pt x="1717" y="43"/>
                  </a:lnTo>
                  <a:lnTo>
                    <a:pt x="150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38"/>
            <p:cNvSpPr/>
            <p:nvPr/>
          </p:nvSpPr>
          <p:spPr>
            <a:xfrm>
              <a:off x="3764778" y="2755577"/>
              <a:ext cx="24672" cy="21426"/>
            </a:xfrm>
            <a:custGeom>
              <a:rect b="b" l="l" r="r" t="t"/>
              <a:pathLst>
                <a:path extrusionOk="0" h="1884" w="2072">
                  <a:moveTo>
                    <a:pt x="1695" y="0"/>
                  </a:moveTo>
                  <a:lnTo>
                    <a:pt x="1549" y="21"/>
                  </a:lnTo>
                  <a:lnTo>
                    <a:pt x="1444" y="126"/>
                  </a:lnTo>
                  <a:lnTo>
                    <a:pt x="1340" y="84"/>
                  </a:lnTo>
                  <a:lnTo>
                    <a:pt x="1277" y="126"/>
                  </a:lnTo>
                  <a:lnTo>
                    <a:pt x="1130" y="126"/>
                  </a:lnTo>
                  <a:lnTo>
                    <a:pt x="1005" y="251"/>
                  </a:lnTo>
                  <a:lnTo>
                    <a:pt x="796" y="398"/>
                  </a:lnTo>
                  <a:lnTo>
                    <a:pt x="754" y="335"/>
                  </a:lnTo>
                  <a:lnTo>
                    <a:pt x="628" y="398"/>
                  </a:lnTo>
                  <a:lnTo>
                    <a:pt x="628" y="544"/>
                  </a:lnTo>
                  <a:lnTo>
                    <a:pt x="524" y="628"/>
                  </a:lnTo>
                  <a:lnTo>
                    <a:pt x="545" y="753"/>
                  </a:lnTo>
                  <a:lnTo>
                    <a:pt x="524" y="879"/>
                  </a:lnTo>
                  <a:lnTo>
                    <a:pt x="482" y="984"/>
                  </a:lnTo>
                  <a:lnTo>
                    <a:pt x="440" y="1046"/>
                  </a:lnTo>
                  <a:lnTo>
                    <a:pt x="335" y="1130"/>
                  </a:lnTo>
                  <a:lnTo>
                    <a:pt x="335" y="1193"/>
                  </a:lnTo>
                  <a:lnTo>
                    <a:pt x="482" y="1339"/>
                  </a:lnTo>
                  <a:lnTo>
                    <a:pt x="607" y="1360"/>
                  </a:lnTo>
                  <a:lnTo>
                    <a:pt x="482" y="1360"/>
                  </a:lnTo>
                  <a:lnTo>
                    <a:pt x="419" y="1402"/>
                  </a:lnTo>
                  <a:lnTo>
                    <a:pt x="377" y="1444"/>
                  </a:lnTo>
                  <a:lnTo>
                    <a:pt x="419" y="1507"/>
                  </a:lnTo>
                  <a:lnTo>
                    <a:pt x="503" y="1507"/>
                  </a:lnTo>
                  <a:lnTo>
                    <a:pt x="503" y="1569"/>
                  </a:lnTo>
                  <a:lnTo>
                    <a:pt x="398" y="1569"/>
                  </a:lnTo>
                  <a:lnTo>
                    <a:pt x="293" y="1486"/>
                  </a:lnTo>
                  <a:lnTo>
                    <a:pt x="189" y="1444"/>
                  </a:lnTo>
                  <a:lnTo>
                    <a:pt x="105" y="1465"/>
                  </a:lnTo>
                  <a:lnTo>
                    <a:pt x="126" y="1507"/>
                  </a:lnTo>
                  <a:lnTo>
                    <a:pt x="210" y="1548"/>
                  </a:lnTo>
                  <a:lnTo>
                    <a:pt x="314" y="1611"/>
                  </a:lnTo>
                  <a:lnTo>
                    <a:pt x="335" y="1590"/>
                  </a:lnTo>
                  <a:lnTo>
                    <a:pt x="440" y="1674"/>
                  </a:lnTo>
                  <a:lnTo>
                    <a:pt x="335" y="1611"/>
                  </a:lnTo>
                  <a:lnTo>
                    <a:pt x="273" y="1653"/>
                  </a:lnTo>
                  <a:lnTo>
                    <a:pt x="105" y="1590"/>
                  </a:lnTo>
                  <a:lnTo>
                    <a:pt x="1" y="1590"/>
                  </a:lnTo>
                  <a:lnTo>
                    <a:pt x="84" y="1611"/>
                  </a:lnTo>
                  <a:lnTo>
                    <a:pt x="126" y="1695"/>
                  </a:lnTo>
                  <a:lnTo>
                    <a:pt x="210" y="1695"/>
                  </a:lnTo>
                  <a:lnTo>
                    <a:pt x="293" y="1758"/>
                  </a:lnTo>
                  <a:lnTo>
                    <a:pt x="335" y="1695"/>
                  </a:lnTo>
                  <a:lnTo>
                    <a:pt x="440" y="1674"/>
                  </a:lnTo>
                  <a:lnTo>
                    <a:pt x="482" y="1653"/>
                  </a:lnTo>
                  <a:lnTo>
                    <a:pt x="545" y="1653"/>
                  </a:lnTo>
                  <a:lnTo>
                    <a:pt x="586" y="1548"/>
                  </a:lnTo>
                  <a:lnTo>
                    <a:pt x="796" y="1548"/>
                  </a:lnTo>
                  <a:lnTo>
                    <a:pt x="837" y="1611"/>
                  </a:lnTo>
                  <a:lnTo>
                    <a:pt x="942" y="1611"/>
                  </a:lnTo>
                  <a:lnTo>
                    <a:pt x="1005" y="1695"/>
                  </a:lnTo>
                  <a:lnTo>
                    <a:pt x="1151" y="1695"/>
                  </a:lnTo>
                  <a:lnTo>
                    <a:pt x="1214" y="1779"/>
                  </a:lnTo>
                  <a:lnTo>
                    <a:pt x="1214" y="1862"/>
                  </a:lnTo>
                  <a:lnTo>
                    <a:pt x="1319" y="1883"/>
                  </a:lnTo>
                  <a:lnTo>
                    <a:pt x="1361" y="1779"/>
                  </a:lnTo>
                  <a:lnTo>
                    <a:pt x="1381" y="1569"/>
                  </a:lnTo>
                  <a:lnTo>
                    <a:pt x="1361" y="1402"/>
                  </a:lnTo>
                  <a:lnTo>
                    <a:pt x="1444" y="1297"/>
                  </a:lnTo>
                  <a:lnTo>
                    <a:pt x="1486" y="1193"/>
                  </a:lnTo>
                  <a:lnTo>
                    <a:pt x="1654" y="1151"/>
                  </a:lnTo>
                  <a:lnTo>
                    <a:pt x="1800" y="1193"/>
                  </a:lnTo>
                  <a:lnTo>
                    <a:pt x="1884" y="1151"/>
                  </a:lnTo>
                  <a:lnTo>
                    <a:pt x="1800" y="1046"/>
                  </a:lnTo>
                  <a:lnTo>
                    <a:pt x="1884" y="984"/>
                  </a:lnTo>
                  <a:lnTo>
                    <a:pt x="1905" y="858"/>
                  </a:lnTo>
                  <a:lnTo>
                    <a:pt x="1946" y="774"/>
                  </a:lnTo>
                  <a:lnTo>
                    <a:pt x="1884" y="732"/>
                  </a:lnTo>
                  <a:lnTo>
                    <a:pt x="1758" y="732"/>
                  </a:lnTo>
                  <a:lnTo>
                    <a:pt x="1737" y="670"/>
                  </a:lnTo>
                  <a:lnTo>
                    <a:pt x="1779" y="544"/>
                  </a:lnTo>
                  <a:lnTo>
                    <a:pt x="1884" y="607"/>
                  </a:lnTo>
                  <a:lnTo>
                    <a:pt x="1967" y="544"/>
                  </a:lnTo>
                  <a:lnTo>
                    <a:pt x="1967" y="440"/>
                  </a:lnTo>
                  <a:lnTo>
                    <a:pt x="2009" y="335"/>
                  </a:lnTo>
                  <a:lnTo>
                    <a:pt x="2009" y="251"/>
                  </a:lnTo>
                  <a:lnTo>
                    <a:pt x="2072" y="230"/>
                  </a:lnTo>
                  <a:lnTo>
                    <a:pt x="2072" y="209"/>
                  </a:lnTo>
                  <a:lnTo>
                    <a:pt x="1967" y="147"/>
                  </a:lnTo>
                  <a:lnTo>
                    <a:pt x="1863" y="84"/>
                  </a:lnTo>
                  <a:lnTo>
                    <a:pt x="169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38"/>
            <p:cNvSpPr/>
            <p:nvPr/>
          </p:nvSpPr>
          <p:spPr>
            <a:xfrm>
              <a:off x="3762540" y="2773181"/>
              <a:ext cx="19445" cy="15956"/>
            </a:xfrm>
            <a:custGeom>
              <a:rect b="b" l="l" r="r" t="t"/>
              <a:pathLst>
                <a:path extrusionOk="0" h="1403" w="1633">
                  <a:moveTo>
                    <a:pt x="774" y="0"/>
                  </a:moveTo>
                  <a:lnTo>
                    <a:pt x="733" y="105"/>
                  </a:lnTo>
                  <a:lnTo>
                    <a:pt x="670" y="105"/>
                  </a:lnTo>
                  <a:lnTo>
                    <a:pt x="628" y="126"/>
                  </a:lnTo>
                  <a:lnTo>
                    <a:pt x="523" y="147"/>
                  </a:lnTo>
                  <a:lnTo>
                    <a:pt x="481" y="210"/>
                  </a:lnTo>
                  <a:lnTo>
                    <a:pt x="398" y="147"/>
                  </a:lnTo>
                  <a:lnTo>
                    <a:pt x="314" y="147"/>
                  </a:lnTo>
                  <a:lnTo>
                    <a:pt x="272" y="63"/>
                  </a:lnTo>
                  <a:lnTo>
                    <a:pt x="189" y="42"/>
                  </a:lnTo>
                  <a:lnTo>
                    <a:pt x="84" y="126"/>
                  </a:lnTo>
                  <a:lnTo>
                    <a:pt x="0" y="272"/>
                  </a:lnTo>
                  <a:lnTo>
                    <a:pt x="63" y="335"/>
                  </a:lnTo>
                  <a:lnTo>
                    <a:pt x="84" y="524"/>
                  </a:lnTo>
                  <a:lnTo>
                    <a:pt x="209" y="565"/>
                  </a:lnTo>
                  <a:lnTo>
                    <a:pt x="251" y="670"/>
                  </a:lnTo>
                  <a:lnTo>
                    <a:pt x="398" y="796"/>
                  </a:lnTo>
                  <a:lnTo>
                    <a:pt x="481" y="796"/>
                  </a:lnTo>
                  <a:lnTo>
                    <a:pt x="565" y="858"/>
                  </a:lnTo>
                  <a:lnTo>
                    <a:pt x="628" y="879"/>
                  </a:lnTo>
                  <a:lnTo>
                    <a:pt x="628" y="1047"/>
                  </a:lnTo>
                  <a:lnTo>
                    <a:pt x="774" y="1109"/>
                  </a:lnTo>
                  <a:lnTo>
                    <a:pt x="816" y="1068"/>
                  </a:lnTo>
                  <a:lnTo>
                    <a:pt x="900" y="1068"/>
                  </a:lnTo>
                  <a:lnTo>
                    <a:pt x="942" y="1109"/>
                  </a:lnTo>
                  <a:lnTo>
                    <a:pt x="1025" y="1151"/>
                  </a:lnTo>
                  <a:lnTo>
                    <a:pt x="1151" y="1298"/>
                  </a:lnTo>
                  <a:lnTo>
                    <a:pt x="1256" y="1319"/>
                  </a:lnTo>
                  <a:lnTo>
                    <a:pt x="1360" y="1402"/>
                  </a:lnTo>
                  <a:lnTo>
                    <a:pt x="1423" y="1361"/>
                  </a:lnTo>
                  <a:lnTo>
                    <a:pt x="1507" y="1361"/>
                  </a:lnTo>
                  <a:lnTo>
                    <a:pt x="1507" y="1298"/>
                  </a:lnTo>
                  <a:lnTo>
                    <a:pt x="1444" y="1256"/>
                  </a:lnTo>
                  <a:lnTo>
                    <a:pt x="1444" y="1172"/>
                  </a:lnTo>
                  <a:lnTo>
                    <a:pt x="1423" y="1109"/>
                  </a:lnTo>
                  <a:lnTo>
                    <a:pt x="1465" y="1047"/>
                  </a:lnTo>
                  <a:lnTo>
                    <a:pt x="1528" y="942"/>
                  </a:lnTo>
                  <a:lnTo>
                    <a:pt x="1549" y="942"/>
                  </a:lnTo>
                  <a:lnTo>
                    <a:pt x="1632" y="775"/>
                  </a:lnTo>
                  <a:lnTo>
                    <a:pt x="1549" y="670"/>
                  </a:lnTo>
                  <a:lnTo>
                    <a:pt x="1549" y="628"/>
                  </a:lnTo>
                  <a:lnTo>
                    <a:pt x="1465" y="440"/>
                  </a:lnTo>
                  <a:lnTo>
                    <a:pt x="1507" y="356"/>
                  </a:lnTo>
                  <a:lnTo>
                    <a:pt x="1507" y="335"/>
                  </a:lnTo>
                  <a:lnTo>
                    <a:pt x="1402" y="314"/>
                  </a:lnTo>
                  <a:lnTo>
                    <a:pt x="1402" y="231"/>
                  </a:lnTo>
                  <a:lnTo>
                    <a:pt x="1339" y="147"/>
                  </a:lnTo>
                  <a:lnTo>
                    <a:pt x="1193" y="147"/>
                  </a:lnTo>
                  <a:lnTo>
                    <a:pt x="1130" y="63"/>
                  </a:lnTo>
                  <a:lnTo>
                    <a:pt x="1025" y="63"/>
                  </a:lnTo>
                  <a:lnTo>
                    <a:pt x="98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38"/>
            <p:cNvSpPr/>
            <p:nvPr/>
          </p:nvSpPr>
          <p:spPr>
            <a:xfrm>
              <a:off x="3779484" y="2783894"/>
              <a:ext cx="4739" cy="6425"/>
            </a:xfrm>
            <a:custGeom>
              <a:rect b="b" l="l" r="r" t="t"/>
              <a:pathLst>
                <a:path extrusionOk="0" h="565" w="398">
                  <a:moveTo>
                    <a:pt x="105" y="0"/>
                  </a:moveTo>
                  <a:lnTo>
                    <a:pt x="42" y="105"/>
                  </a:lnTo>
                  <a:lnTo>
                    <a:pt x="0" y="167"/>
                  </a:lnTo>
                  <a:lnTo>
                    <a:pt x="21" y="230"/>
                  </a:lnTo>
                  <a:lnTo>
                    <a:pt x="21" y="314"/>
                  </a:lnTo>
                  <a:lnTo>
                    <a:pt x="84" y="356"/>
                  </a:lnTo>
                  <a:lnTo>
                    <a:pt x="84" y="419"/>
                  </a:lnTo>
                  <a:lnTo>
                    <a:pt x="105" y="419"/>
                  </a:lnTo>
                  <a:lnTo>
                    <a:pt x="146" y="523"/>
                  </a:lnTo>
                  <a:lnTo>
                    <a:pt x="314" y="565"/>
                  </a:lnTo>
                  <a:lnTo>
                    <a:pt x="398" y="544"/>
                  </a:lnTo>
                  <a:lnTo>
                    <a:pt x="398" y="356"/>
                  </a:lnTo>
                  <a:lnTo>
                    <a:pt x="335" y="314"/>
                  </a:lnTo>
                  <a:lnTo>
                    <a:pt x="314" y="167"/>
                  </a:lnTo>
                  <a:lnTo>
                    <a:pt x="18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38"/>
            <p:cNvSpPr/>
            <p:nvPr/>
          </p:nvSpPr>
          <p:spPr>
            <a:xfrm>
              <a:off x="3681319" y="2737017"/>
              <a:ext cx="27661" cy="34982"/>
            </a:xfrm>
            <a:custGeom>
              <a:rect b="b" l="l" r="r" t="t"/>
              <a:pathLst>
                <a:path extrusionOk="0" h="3076" w="2323">
                  <a:moveTo>
                    <a:pt x="1737" y="0"/>
                  </a:moveTo>
                  <a:lnTo>
                    <a:pt x="1779" y="84"/>
                  </a:lnTo>
                  <a:lnTo>
                    <a:pt x="1653" y="84"/>
                  </a:lnTo>
                  <a:lnTo>
                    <a:pt x="1674" y="209"/>
                  </a:lnTo>
                  <a:lnTo>
                    <a:pt x="1590" y="314"/>
                  </a:lnTo>
                  <a:lnTo>
                    <a:pt x="1590" y="230"/>
                  </a:lnTo>
                  <a:lnTo>
                    <a:pt x="1653" y="188"/>
                  </a:lnTo>
                  <a:lnTo>
                    <a:pt x="1590" y="84"/>
                  </a:lnTo>
                  <a:lnTo>
                    <a:pt x="1528" y="105"/>
                  </a:lnTo>
                  <a:lnTo>
                    <a:pt x="1569" y="167"/>
                  </a:lnTo>
                  <a:lnTo>
                    <a:pt x="1465" y="188"/>
                  </a:lnTo>
                  <a:lnTo>
                    <a:pt x="1423" y="147"/>
                  </a:lnTo>
                  <a:lnTo>
                    <a:pt x="1256" y="167"/>
                  </a:lnTo>
                  <a:lnTo>
                    <a:pt x="1256" y="230"/>
                  </a:lnTo>
                  <a:lnTo>
                    <a:pt x="1214" y="230"/>
                  </a:lnTo>
                  <a:lnTo>
                    <a:pt x="1172" y="356"/>
                  </a:lnTo>
                  <a:lnTo>
                    <a:pt x="1256" y="377"/>
                  </a:lnTo>
                  <a:lnTo>
                    <a:pt x="1235" y="419"/>
                  </a:lnTo>
                  <a:lnTo>
                    <a:pt x="1151" y="419"/>
                  </a:lnTo>
                  <a:lnTo>
                    <a:pt x="1151" y="481"/>
                  </a:lnTo>
                  <a:lnTo>
                    <a:pt x="1046" y="502"/>
                  </a:lnTo>
                  <a:lnTo>
                    <a:pt x="1067" y="586"/>
                  </a:lnTo>
                  <a:lnTo>
                    <a:pt x="1214" y="586"/>
                  </a:lnTo>
                  <a:lnTo>
                    <a:pt x="1172" y="607"/>
                  </a:lnTo>
                  <a:lnTo>
                    <a:pt x="1276" y="586"/>
                  </a:lnTo>
                  <a:lnTo>
                    <a:pt x="1360" y="586"/>
                  </a:lnTo>
                  <a:lnTo>
                    <a:pt x="1235" y="711"/>
                  </a:lnTo>
                  <a:lnTo>
                    <a:pt x="1046" y="795"/>
                  </a:lnTo>
                  <a:lnTo>
                    <a:pt x="1130" y="837"/>
                  </a:lnTo>
                  <a:lnTo>
                    <a:pt x="942" y="879"/>
                  </a:lnTo>
                  <a:lnTo>
                    <a:pt x="858" y="837"/>
                  </a:lnTo>
                  <a:lnTo>
                    <a:pt x="795" y="921"/>
                  </a:lnTo>
                  <a:lnTo>
                    <a:pt x="753" y="816"/>
                  </a:lnTo>
                  <a:lnTo>
                    <a:pt x="502" y="753"/>
                  </a:lnTo>
                  <a:lnTo>
                    <a:pt x="502" y="816"/>
                  </a:lnTo>
                  <a:lnTo>
                    <a:pt x="335" y="753"/>
                  </a:lnTo>
                  <a:lnTo>
                    <a:pt x="314" y="942"/>
                  </a:lnTo>
                  <a:lnTo>
                    <a:pt x="398" y="879"/>
                  </a:lnTo>
                  <a:lnTo>
                    <a:pt x="419" y="942"/>
                  </a:lnTo>
                  <a:lnTo>
                    <a:pt x="440" y="984"/>
                  </a:lnTo>
                  <a:lnTo>
                    <a:pt x="481" y="1088"/>
                  </a:lnTo>
                  <a:lnTo>
                    <a:pt x="419" y="1088"/>
                  </a:lnTo>
                  <a:lnTo>
                    <a:pt x="398" y="1025"/>
                  </a:lnTo>
                  <a:lnTo>
                    <a:pt x="272" y="1025"/>
                  </a:lnTo>
                  <a:lnTo>
                    <a:pt x="419" y="1130"/>
                  </a:lnTo>
                  <a:lnTo>
                    <a:pt x="544" y="1109"/>
                  </a:lnTo>
                  <a:lnTo>
                    <a:pt x="586" y="1214"/>
                  </a:lnTo>
                  <a:lnTo>
                    <a:pt x="440" y="1235"/>
                  </a:lnTo>
                  <a:lnTo>
                    <a:pt x="419" y="1276"/>
                  </a:lnTo>
                  <a:lnTo>
                    <a:pt x="440" y="1339"/>
                  </a:lnTo>
                  <a:lnTo>
                    <a:pt x="293" y="1360"/>
                  </a:lnTo>
                  <a:lnTo>
                    <a:pt x="335" y="1444"/>
                  </a:lnTo>
                  <a:lnTo>
                    <a:pt x="272" y="1465"/>
                  </a:lnTo>
                  <a:lnTo>
                    <a:pt x="377" y="1528"/>
                  </a:lnTo>
                  <a:lnTo>
                    <a:pt x="419" y="1507"/>
                  </a:lnTo>
                  <a:lnTo>
                    <a:pt x="398" y="1548"/>
                  </a:lnTo>
                  <a:lnTo>
                    <a:pt x="523" y="1528"/>
                  </a:lnTo>
                  <a:lnTo>
                    <a:pt x="544" y="1674"/>
                  </a:lnTo>
                  <a:lnTo>
                    <a:pt x="858" y="1674"/>
                  </a:lnTo>
                  <a:lnTo>
                    <a:pt x="753" y="1758"/>
                  </a:lnTo>
                  <a:lnTo>
                    <a:pt x="691" y="1737"/>
                  </a:lnTo>
                  <a:lnTo>
                    <a:pt x="586" y="1925"/>
                  </a:lnTo>
                  <a:lnTo>
                    <a:pt x="628" y="1925"/>
                  </a:lnTo>
                  <a:lnTo>
                    <a:pt x="523" y="2051"/>
                  </a:lnTo>
                  <a:lnTo>
                    <a:pt x="335" y="2176"/>
                  </a:lnTo>
                  <a:lnTo>
                    <a:pt x="419" y="2176"/>
                  </a:lnTo>
                  <a:lnTo>
                    <a:pt x="523" y="2134"/>
                  </a:lnTo>
                  <a:lnTo>
                    <a:pt x="586" y="2155"/>
                  </a:lnTo>
                  <a:lnTo>
                    <a:pt x="732" y="2155"/>
                  </a:lnTo>
                  <a:lnTo>
                    <a:pt x="816" y="2072"/>
                  </a:lnTo>
                  <a:lnTo>
                    <a:pt x="816" y="2092"/>
                  </a:lnTo>
                  <a:lnTo>
                    <a:pt x="942" y="2134"/>
                  </a:lnTo>
                  <a:lnTo>
                    <a:pt x="691" y="2176"/>
                  </a:lnTo>
                  <a:lnTo>
                    <a:pt x="502" y="2197"/>
                  </a:lnTo>
                  <a:lnTo>
                    <a:pt x="440" y="2281"/>
                  </a:lnTo>
                  <a:lnTo>
                    <a:pt x="314" y="2302"/>
                  </a:lnTo>
                  <a:lnTo>
                    <a:pt x="377" y="2364"/>
                  </a:lnTo>
                  <a:lnTo>
                    <a:pt x="335" y="2406"/>
                  </a:lnTo>
                  <a:lnTo>
                    <a:pt x="398" y="2448"/>
                  </a:lnTo>
                  <a:lnTo>
                    <a:pt x="293" y="2469"/>
                  </a:lnTo>
                  <a:lnTo>
                    <a:pt x="209" y="2385"/>
                  </a:lnTo>
                  <a:lnTo>
                    <a:pt x="188" y="2448"/>
                  </a:lnTo>
                  <a:lnTo>
                    <a:pt x="168" y="2406"/>
                  </a:lnTo>
                  <a:lnTo>
                    <a:pt x="0" y="2490"/>
                  </a:lnTo>
                  <a:lnTo>
                    <a:pt x="21" y="2511"/>
                  </a:lnTo>
                  <a:lnTo>
                    <a:pt x="398" y="2511"/>
                  </a:lnTo>
                  <a:lnTo>
                    <a:pt x="272" y="2595"/>
                  </a:lnTo>
                  <a:lnTo>
                    <a:pt x="105" y="2657"/>
                  </a:lnTo>
                  <a:lnTo>
                    <a:pt x="63" y="2762"/>
                  </a:lnTo>
                  <a:lnTo>
                    <a:pt x="168" y="2762"/>
                  </a:lnTo>
                  <a:lnTo>
                    <a:pt x="188" y="2825"/>
                  </a:lnTo>
                  <a:lnTo>
                    <a:pt x="440" y="2762"/>
                  </a:lnTo>
                  <a:lnTo>
                    <a:pt x="440" y="2762"/>
                  </a:lnTo>
                  <a:lnTo>
                    <a:pt x="230" y="2888"/>
                  </a:lnTo>
                  <a:lnTo>
                    <a:pt x="168" y="2929"/>
                  </a:lnTo>
                  <a:lnTo>
                    <a:pt x="314" y="2929"/>
                  </a:lnTo>
                  <a:lnTo>
                    <a:pt x="502" y="2825"/>
                  </a:lnTo>
                  <a:lnTo>
                    <a:pt x="481" y="2908"/>
                  </a:lnTo>
                  <a:lnTo>
                    <a:pt x="314" y="2992"/>
                  </a:lnTo>
                  <a:lnTo>
                    <a:pt x="419" y="2992"/>
                  </a:lnTo>
                  <a:lnTo>
                    <a:pt x="398" y="3034"/>
                  </a:lnTo>
                  <a:lnTo>
                    <a:pt x="398" y="3034"/>
                  </a:lnTo>
                  <a:lnTo>
                    <a:pt x="523" y="3013"/>
                  </a:lnTo>
                  <a:lnTo>
                    <a:pt x="607" y="3076"/>
                  </a:lnTo>
                  <a:lnTo>
                    <a:pt x="795" y="3034"/>
                  </a:lnTo>
                  <a:lnTo>
                    <a:pt x="963" y="2992"/>
                  </a:lnTo>
                  <a:lnTo>
                    <a:pt x="1130" y="2888"/>
                  </a:lnTo>
                  <a:lnTo>
                    <a:pt x="1067" y="2783"/>
                  </a:lnTo>
                  <a:lnTo>
                    <a:pt x="1172" y="2783"/>
                  </a:lnTo>
                  <a:lnTo>
                    <a:pt x="1151" y="2867"/>
                  </a:lnTo>
                  <a:lnTo>
                    <a:pt x="1256" y="2867"/>
                  </a:lnTo>
                  <a:lnTo>
                    <a:pt x="1360" y="2720"/>
                  </a:lnTo>
                  <a:lnTo>
                    <a:pt x="1444" y="2762"/>
                  </a:lnTo>
                  <a:lnTo>
                    <a:pt x="1465" y="2657"/>
                  </a:lnTo>
                  <a:lnTo>
                    <a:pt x="1800" y="2595"/>
                  </a:lnTo>
                  <a:lnTo>
                    <a:pt x="1841" y="2511"/>
                  </a:lnTo>
                  <a:lnTo>
                    <a:pt x="1862" y="2616"/>
                  </a:lnTo>
                  <a:lnTo>
                    <a:pt x="1946" y="2553"/>
                  </a:lnTo>
                  <a:lnTo>
                    <a:pt x="2009" y="2574"/>
                  </a:lnTo>
                  <a:lnTo>
                    <a:pt x="2176" y="2574"/>
                  </a:lnTo>
                  <a:lnTo>
                    <a:pt x="2072" y="2406"/>
                  </a:lnTo>
                  <a:lnTo>
                    <a:pt x="2155" y="2385"/>
                  </a:lnTo>
                  <a:lnTo>
                    <a:pt x="2218" y="2281"/>
                  </a:lnTo>
                  <a:lnTo>
                    <a:pt x="2218" y="2176"/>
                  </a:lnTo>
                  <a:lnTo>
                    <a:pt x="2302" y="2072"/>
                  </a:lnTo>
                  <a:lnTo>
                    <a:pt x="2323" y="1967"/>
                  </a:lnTo>
                  <a:lnTo>
                    <a:pt x="2302" y="1716"/>
                  </a:lnTo>
                  <a:lnTo>
                    <a:pt x="2218" y="1674"/>
                  </a:lnTo>
                  <a:lnTo>
                    <a:pt x="2302" y="1632"/>
                  </a:lnTo>
                  <a:lnTo>
                    <a:pt x="2302" y="1507"/>
                  </a:lnTo>
                  <a:lnTo>
                    <a:pt x="2218" y="1402"/>
                  </a:lnTo>
                  <a:lnTo>
                    <a:pt x="2260" y="1256"/>
                  </a:lnTo>
                  <a:lnTo>
                    <a:pt x="2176" y="1214"/>
                  </a:lnTo>
                  <a:lnTo>
                    <a:pt x="2197" y="1130"/>
                  </a:lnTo>
                  <a:lnTo>
                    <a:pt x="2281" y="1151"/>
                  </a:lnTo>
                  <a:lnTo>
                    <a:pt x="2281" y="1151"/>
                  </a:lnTo>
                  <a:lnTo>
                    <a:pt x="2155" y="1088"/>
                  </a:lnTo>
                  <a:lnTo>
                    <a:pt x="2072" y="1046"/>
                  </a:lnTo>
                  <a:lnTo>
                    <a:pt x="1967" y="837"/>
                  </a:lnTo>
                  <a:lnTo>
                    <a:pt x="1800" y="732"/>
                  </a:lnTo>
                  <a:lnTo>
                    <a:pt x="1737" y="795"/>
                  </a:lnTo>
                  <a:lnTo>
                    <a:pt x="1695" y="942"/>
                  </a:lnTo>
                  <a:lnTo>
                    <a:pt x="1632" y="984"/>
                  </a:lnTo>
                  <a:lnTo>
                    <a:pt x="1360" y="732"/>
                  </a:lnTo>
                  <a:lnTo>
                    <a:pt x="1486" y="502"/>
                  </a:lnTo>
                  <a:lnTo>
                    <a:pt x="1632" y="481"/>
                  </a:lnTo>
                  <a:lnTo>
                    <a:pt x="1653" y="377"/>
                  </a:lnTo>
                  <a:lnTo>
                    <a:pt x="1737" y="356"/>
                  </a:lnTo>
                  <a:lnTo>
                    <a:pt x="1779" y="272"/>
                  </a:lnTo>
                  <a:lnTo>
                    <a:pt x="1737" y="293"/>
                  </a:lnTo>
                  <a:lnTo>
                    <a:pt x="1737" y="293"/>
                  </a:lnTo>
                  <a:lnTo>
                    <a:pt x="1841" y="188"/>
                  </a:lnTo>
                  <a:lnTo>
                    <a:pt x="1946" y="147"/>
                  </a:lnTo>
                  <a:lnTo>
                    <a:pt x="1841" y="84"/>
                  </a:lnTo>
                  <a:lnTo>
                    <a:pt x="173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10" name="Google Shape;610;p38"/>
            <p:cNvGrpSpPr/>
            <p:nvPr/>
          </p:nvGrpSpPr>
          <p:grpSpPr>
            <a:xfrm>
              <a:off x="3697513" y="2707266"/>
              <a:ext cx="59549" cy="79733"/>
              <a:chOff x="3586375" y="2281300"/>
              <a:chExt cx="125025" cy="175275"/>
            </a:xfrm>
          </p:grpSpPr>
          <p:sp>
            <p:nvSpPr>
              <p:cNvPr id="611" name="Google Shape;611;p38"/>
              <p:cNvSpPr/>
              <p:nvPr/>
            </p:nvSpPr>
            <p:spPr>
              <a:xfrm>
                <a:off x="3609900" y="2281300"/>
                <a:ext cx="101500" cy="175275"/>
              </a:xfrm>
              <a:custGeom>
                <a:rect b="b" l="l" r="r" t="t"/>
                <a:pathLst>
                  <a:path extrusionOk="0" h="7011" w="4060">
                    <a:moveTo>
                      <a:pt x="1340" y="1"/>
                    </a:moveTo>
                    <a:lnTo>
                      <a:pt x="1277" y="63"/>
                    </a:lnTo>
                    <a:lnTo>
                      <a:pt x="1235" y="42"/>
                    </a:lnTo>
                    <a:lnTo>
                      <a:pt x="1110" y="84"/>
                    </a:lnTo>
                    <a:lnTo>
                      <a:pt x="1026" y="84"/>
                    </a:lnTo>
                    <a:lnTo>
                      <a:pt x="921" y="105"/>
                    </a:lnTo>
                    <a:lnTo>
                      <a:pt x="859" y="105"/>
                    </a:lnTo>
                    <a:lnTo>
                      <a:pt x="838" y="168"/>
                    </a:lnTo>
                    <a:lnTo>
                      <a:pt x="838" y="105"/>
                    </a:lnTo>
                    <a:lnTo>
                      <a:pt x="796" y="84"/>
                    </a:lnTo>
                    <a:lnTo>
                      <a:pt x="712" y="168"/>
                    </a:lnTo>
                    <a:lnTo>
                      <a:pt x="733" y="105"/>
                    </a:lnTo>
                    <a:lnTo>
                      <a:pt x="608" y="42"/>
                    </a:lnTo>
                    <a:lnTo>
                      <a:pt x="587" y="105"/>
                    </a:lnTo>
                    <a:lnTo>
                      <a:pt x="524" y="168"/>
                    </a:lnTo>
                    <a:lnTo>
                      <a:pt x="545" y="231"/>
                    </a:lnTo>
                    <a:lnTo>
                      <a:pt x="524" y="231"/>
                    </a:lnTo>
                    <a:lnTo>
                      <a:pt x="524" y="314"/>
                    </a:lnTo>
                    <a:lnTo>
                      <a:pt x="419" y="356"/>
                    </a:lnTo>
                    <a:lnTo>
                      <a:pt x="482" y="419"/>
                    </a:lnTo>
                    <a:lnTo>
                      <a:pt x="440" y="503"/>
                    </a:lnTo>
                    <a:lnTo>
                      <a:pt x="398" y="503"/>
                    </a:lnTo>
                    <a:lnTo>
                      <a:pt x="503" y="607"/>
                    </a:lnTo>
                    <a:lnTo>
                      <a:pt x="545" y="670"/>
                    </a:lnTo>
                    <a:lnTo>
                      <a:pt x="419" y="607"/>
                    </a:lnTo>
                    <a:lnTo>
                      <a:pt x="398" y="670"/>
                    </a:lnTo>
                    <a:lnTo>
                      <a:pt x="315" y="587"/>
                    </a:lnTo>
                    <a:lnTo>
                      <a:pt x="294" y="628"/>
                    </a:lnTo>
                    <a:lnTo>
                      <a:pt x="315" y="691"/>
                    </a:lnTo>
                    <a:lnTo>
                      <a:pt x="294" y="733"/>
                    </a:lnTo>
                    <a:lnTo>
                      <a:pt x="273" y="628"/>
                    </a:lnTo>
                    <a:lnTo>
                      <a:pt x="210" y="733"/>
                    </a:lnTo>
                    <a:lnTo>
                      <a:pt x="273" y="796"/>
                    </a:lnTo>
                    <a:lnTo>
                      <a:pt x="210" y="817"/>
                    </a:lnTo>
                    <a:lnTo>
                      <a:pt x="294" y="900"/>
                    </a:lnTo>
                    <a:lnTo>
                      <a:pt x="336" y="900"/>
                    </a:lnTo>
                    <a:lnTo>
                      <a:pt x="294" y="942"/>
                    </a:lnTo>
                    <a:lnTo>
                      <a:pt x="210" y="900"/>
                    </a:lnTo>
                    <a:lnTo>
                      <a:pt x="210" y="1026"/>
                    </a:lnTo>
                    <a:lnTo>
                      <a:pt x="210" y="1047"/>
                    </a:lnTo>
                    <a:lnTo>
                      <a:pt x="377" y="1026"/>
                    </a:lnTo>
                    <a:lnTo>
                      <a:pt x="273" y="1089"/>
                    </a:lnTo>
                    <a:lnTo>
                      <a:pt x="273" y="1110"/>
                    </a:lnTo>
                    <a:lnTo>
                      <a:pt x="294" y="1131"/>
                    </a:lnTo>
                    <a:lnTo>
                      <a:pt x="377" y="1110"/>
                    </a:lnTo>
                    <a:lnTo>
                      <a:pt x="336" y="1131"/>
                    </a:lnTo>
                    <a:lnTo>
                      <a:pt x="398" y="1151"/>
                    </a:lnTo>
                    <a:lnTo>
                      <a:pt x="398" y="1151"/>
                    </a:lnTo>
                    <a:lnTo>
                      <a:pt x="315" y="1131"/>
                    </a:lnTo>
                    <a:lnTo>
                      <a:pt x="294" y="1151"/>
                    </a:lnTo>
                    <a:lnTo>
                      <a:pt x="294" y="1214"/>
                    </a:lnTo>
                    <a:lnTo>
                      <a:pt x="315" y="1235"/>
                    </a:lnTo>
                    <a:lnTo>
                      <a:pt x="273" y="1256"/>
                    </a:lnTo>
                    <a:lnTo>
                      <a:pt x="231" y="1319"/>
                    </a:lnTo>
                    <a:lnTo>
                      <a:pt x="294" y="1319"/>
                    </a:lnTo>
                    <a:lnTo>
                      <a:pt x="294" y="1361"/>
                    </a:lnTo>
                    <a:lnTo>
                      <a:pt x="210" y="1340"/>
                    </a:lnTo>
                    <a:lnTo>
                      <a:pt x="189" y="1403"/>
                    </a:lnTo>
                    <a:lnTo>
                      <a:pt x="210" y="1444"/>
                    </a:lnTo>
                    <a:lnTo>
                      <a:pt x="189" y="1465"/>
                    </a:lnTo>
                    <a:lnTo>
                      <a:pt x="168" y="1528"/>
                    </a:lnTo>
                    <a:lnTo>
                      <a:pt x="63" y="1528"/>
                    </a:lnTo>
                    <a:lnTo>
                      <a:pt x="1" y="1549"/>
                    </a:lnTo>
                    <a:lnTo>
                      <a:pt x="63" y="1570"/>
                    </a:lnTo>
                    <a:lnTo>
                      <a:pt x="126" y="1570"/>
                    </a:lnTo>
                    <a:lnTo>
                      <a:pt x="189" y="1612"/>
                    </a:lnTo>
                    <a:lnTo>
                      <a:pt x="168" y="1633"/>
                    </a:lnTo>
                    <a:lnTo>
                      <a:pt x="105" y="1633"/>
                    </a:lnTo>
                    <a:lnTo>
                      <a:pt x="189" y="1716"/>
                    </a:lnTo>
                    <a:lnTo>
                      <a:pt x="210" y="1716"/>
                    </a:lnTo>
                    <a:lnTo>
                      <a:pt x="273" y="1737"/>
                    </a:lnTo>
                    <a:lnTo>
                      <a:pt x="503" y="1507"/>
                    </a:lnTo>
                    <a:lnTo>
                      <a:pt x="482" y="1570"/>
                    </a:lnTo>
                    <a:lnTo>
                      <a:pt x="503" y="1612"/>
                    </a:lnTo>
                    <a:lnTo>
                      <a:pt x="419" y="1633"/>
                    </a:lnTo>
                    <a:lnTo>
                      <a:pt x="377" y="1758"/>
                    </a:lnTo>
                    <a:lnTo>
                      <a:pt x="377" y="1779"/>
                    </a:lnTo>
                    <a:lnTo>
                      <a:pt x="315" y="1947"/>
                    </a:lnTo>
                    <a:lnTo>
                      <a:pt x="336" y="1947"/>
                    </a:lnTo>
                    <a:lnTo>
                      <a:pt x="294" y="2135"/>
                    </a:lnTo>
                    <a:lnTo>
                      <a:pt x="294" y="2239"/>
                    </a:lnTo>
                    <a:lnTo>
                      <a:pt x="231" y="2281"/>
                    </a:lnTo>
                    <a:lnTo>
                      <a:pt x="294" y="2323"/>
                    </a:lnTo>
                    <a:lnTo>
                      <a:pt x="315" y="2302"/>
                    </a:lnTo>
                    <a:lnTo>
                      <a:pt x="231" y="2449"/>
                    </a:lnTo>
                    <a:lnTo>
                      <a:pt x="231" y="2595"/>
                    </a:lnTo>
                    <a:lnTo>
                      <a:pt x="189" y="2658"/>
                    </a:lnTo>
                    <a:lnTo>
                      <a:pt x="189" y="2700"/>
                    </a:lnTo>
                    <a:lnTo>
                      <a:pt x="315" y="2700"/>
                    </a:lnTo>
                    <a:lnTo>
                      <a:pt x="294" y="2595"/>
                    </a:lnTo>
                    <a:lnTo>
                      <a:pt x="336" y="2491"/>
                    </a:lnTo>
                    <a:lnTo>
                      <a:pt x="336" y="2407"/>
                    </a:lnTo>
                    <a:lnTo>
                      <a:pt x="398" y="2323"/>
                    </a:lnTo>
                    <a:lnTo>
                      <a:pt x="336" y="2135"/>
                    </a:lnTo>
                    <a:lnTo>
                      <a:pt x="398" y="2135"/>
                    </a:lnTo>
                    <a:lnTo>
                      <a:pt x="545" y="1947"/>
                    </a:lnTo>
                    <a:lnTo>
                      <a:pt x="440" y="2135"/>
                    </a:lnTo>
                    <a:lnTo>
                      <a:pt x="419" y="2239"/>
                    </a:lnTo>
                    <a:lnTo>
                      <a:pt x="482" y="2260"/>
                    </a:lnTo>
                    <a:lnTo>
                      <a:pt x="482" y="2198"/>
                    </a:lnTo>
                    <a:lnTo>
                      <a:pt x="545" y="2135"/>
                    </a:lnTo>
                    <a:lnTo>
                      <a:pt x="587" y="2260"/>
                    </a:lnTo>
                    <a:lnTo>
                      <a:pt x="628" y="2135"/>
                    </a:lnTo>
                    <a:lnTo>
                      <a:pt x="628" y="2030"/>
                    </a:lnTo>
                    <a:lnTo>
                      <a:pt x="691" y="1988"/>
                    </a:lnTo>
                    <a:lnTo>
                      <a:pt x="649" y="2135"/>
                    </a:lnTo>
                    <a:lnTo>
                      <a:pt x="754" y="2198"/>
                    </a:lnTo>
                    <a:lnTo>
                      <a:pt x="649" y="2177"/>
                    </a:lnTo>
                    <a:lnTo>
                      <a:pt x="628" y="2323"/>
                    </a:lnTo>
                    <a:lnTo>
                      <a:pt x="649" y="2449"/>
                    </a:lnTo>
                    <a:lnTo>
                      <a:pt x="712" y="2470"/>
                    </a:lnTo>
                    <a:lnTo>
                      <a:pt x="754" y="2574"/>
                    </a:lnTo>
                    <a:lnTo>
                      <a:pt x="649" y="2658"/>
                    </a:lnTo>
                    <a:lnTo>
                      <a:pt x="587" y="2909"/>
                    </a:lnTo>
                    <a:lnTo>
                      <a:pt x="587" y="3014"/>
                    </a:lnTo>
                    <a:lnTo>
                      <a:pt x="503" y="2972"/>
                    </a:lnTo>
                    <a:lnTo>
                      <a:pt x="503" y="3097"/>
                    </a:lnTo>
                    <a:lnTo>
                      <a:pt x="628" y="3244"/>
                    </a:lnTo>
                    <a:lnTo>
                      <a:pt x="587" y="3097"/>
                    </a:lnTo>
                    <a:lnTo>
                      <a:pt x="649" y="3076"/>
                    </a:lnTo>
                    <a:lnTo>
                      <a:pt x="859" y="3223"/>
                    </a:lnTo>
                    <a:lnTo>
                      <a:pt x="859" y="3097"/>
                    </a:lnTo>
                    <a:lnTo>
                      <a:pt x="796" y="3035"/>
                    </a:lnTo>
                    <a:lnTo>
                      <a:pt x="838" y="3014"/>
                    </a:lnTo>
                    <a:lnTo>
                      <a:pt x="1005" y="3118"/>
                    </a:lnTo>
                    <a:lnTo>
                      <a:pt x="1131" y="3118"/>
                    </a:lnTo>
                    <a:lnTo>
                      <a:pt x="1131" y="3076"/>
                    </a:lnTo>
                    <a:lnTo>
                      <a:pt x="1235" y="3076"/>
                    </a:lnTo>
                    <a:lnTo>
                      <a:pt x="1256" y="2972"/>
                    </a:lnTo>
                    <a:lnTo>
                      <a:pt x="1549" y="2993"/>
                    </a:lnTo>
                    <a:lnTo>
                      <a:pt x="1361" y="3014"/>
                    </a:lnTo>
                    <a:lnTo>
                      <a:pt x="1235" y="3348"/>
                    </a:lnTo>
                    <a:lnTo>
                      <a:pt x="1382" y="3620"/>
                    </a:lnTo>
                    <a:lnTo>
                      <a:pt x="1444" y="3558"/>
                    </a:lnTo>
                    <a:lnTo>
                      <a:pt x="1444" y="3704"/>
                    </a:lnTo>
                    <a:lnTo>
                      <a:pt x="1549" y="3600"/>
                    </a:lnTo>
                    <a:lnTo>
                      <a:pt x="1654" y="3600"/>
                    </a:lnTo>
                    <a:lnTo>
                      <a:pt x="1633" y="3746"/>
                    </a:lnTo>
                    <a:lnTo>
                      <a:pt x="1654" y="3767"/>
                    </a:lnTo>
                    <a:lnTo>
                      <a:pt x="1549" y="3851"/>
                    </a:lnTo>
                    <a:lnTo>
                      <a:pt x="1570" y="4018"/>
                    </a:lnTo>
                    <a:lnTo>
                      <a:pt x="1528" y="4123"/>
                    </a:lnTo>
                    <a:lnTo>
                      <a:pt x="1570" y="4227"/>
                    </a:lnTo>
                    <a:lnTo>
                      <a:pt x="1654" y="4290"/>
                    </a:lnTo>
                    <a:lnTo>
                      <a:pt x="1737" y="4290"/>
                    </a:lnTo>
                    <a:lnTo>
                      <a:pt x="1675" y="4332"/>
                    </a:lnTo>
                    <a:lnTo>
                      <a:pt x="1591" y="4332"/>
                    </a:lnTo>
                    <a:lnTo>
                      <a:pt x="1549" y="4248"/>
                    </a:lnTo>
                    <a:lnTo>
                      <a:pt x="1465" y="4269"/>
                    </a:lnTo>
                    <a:lnTo>
                      <a:pt x="1528" y="4353"/>
                    </a:lnTo>
                    <a:lnTo>
                      <a:pt x="1591" y="4395"/>
                    </a:lnTo>
                    <a:lnTo>
                      <a:pt x="1486" y="4374"/>
                    </a:lnTo>
                    <a:lnTo>
                      <a:pt x="1424" y="4290"/>
                    </a:lnTo>
                    <a:lnTo>
                      <a:pt x="1235" y="4353"/>
                    </a:lnTo>
                    <a:lnTo>
                      <a:pt x="1152" y="4353"/>
                    </a:lnTo>
                    <a:lnTo>
                      <a:pt x="963" y="4436"/>
                    </a:lnTo>
                    <a:lnTo>
                      <a:pt x="859" y="4583"/>
                    </a:lnTo>
                    <a:lnTo>
                      <a:pt x="733" y="4667"/>
                    </a:lnTo>
                    <a:lnTo>
                      <a:pt x="691" y="4750"/>
                    </a:lnTo>
                    <a:lnTo>
                      <a:pt x="817" y="4750"/>
                    </a:lnTo>
                    <a:lnTo>
                      <a:pt x="817" y="4688"/>
                    </a:lnTo>
                    <a:lnTo>
                      <a:pt x="1026" y="4646"/>
                    </a:lnTo>
                    <a:lnTo>
                      <a:pt x="1005" y="4750"/>
                    </a:lnTo>
                    <a:lnTo>
                      <a:pt x="1068" y="4813"/>
                    </a:lnTo>
                    <a:lnTo>
                      <a:pt x="1005" y="4876"/>
                    </a:lnTo>
                    <a:lnTo>
                      <a:pt x="1026" y="4960"/>
                    </a:lnTo>
                    <a:lnTo>
                      <a:pt x="1068" y="4960"/>
                    </a:lnTo>
                    <a:lnTo>
                      <a:pt x="942" y="5190"/>
                    </a:lnTo>
                    <a:lnTo>
                      <a:pt x="859" y="5232"/>
                    </a:lnTo>
                    <a:lnTo>
                      <a:pt x="754" y="5294"/>
                    </a:lnTo>
                    <a:lnTo>
                      <a:pt x="733" y="5294"/>
                    </a:lnTo>
                    <a:lnTo>
                      <a:pt x="608" y="5378"/>
                    </a:lnTo>
                    <a:lnTo>
                      <a:pt x="524" y="5378"/>
                    </a:lnTo>
                    <a:lnTo>
                      <a:pt x="398" y="5483"/>
                    </a:lnTo>
                    <a:lnTo>
                      <a:pt x="503" y="5483"/>
                    </a:lnTo>
                    <a:lnTo>
                      <a:pt x="503" y="5545"/>
                    </a:lnTo>
                    <a:lnTo>
                      <a:pt x="419" y="5608"/>
                    </a:lnTo>
                    <a:lnTo>
                      <a:pt x="545" y="5629"/>
                    </a:lnTo>
                    <a:lnTo>
                      <a:pt x="524" y="5650"/>
                    </a:lnTo>
                    <a:lnTo>
                      <a:pt x="587" y="5692"/>
                    </a:lnTo>
                    <a:lnTo>
                      <a:pt x="649" y="5650"/>
                    </a:lnTo>
                    <a:lnTo>
                      <a:pt x="754" y="5608"/>
                    </a:lnTo>
                    <a:lnTo>
                      <a:pt x="900" y="5545"/>
                    </a:lnTo>
                    <a:lnTo>
                      <a:pt x="921" y="5629"/>
                    </a:lnTo>
                    <a:lnTo>
                      <a:pt x="1026" y="5650"/>
                    </a:lnTo>
                    <a:lnTo>
                      <a:pt x="942" y="5692"/>
                    </a:lnTo>
                    <a:lnTo>
                      <a:pt x="921" y="5734"/>
                    </a:lnTo>
                    <a:lnTo>
                      <a:pt x="1068" y="5734"/>
                    </a:lnTo>
                    <a:lnTo>
                      <a:pt x="1068" y="5713"/>
                    </a:lnTo>
                    <a:lnTo>
                      <a:pt x="1152" y="5692"/>
                    </a:lnTo>
                    <a:lnTo>
                      <a:pt x="1256" y="5796"/>
                    </a:lnTo>
                    <a:lnTo>
                      <a:pt x="1319" y="5859"/>
                    </a:lnTo>
                    <a:lnTo>
                      <a:pt x="1486" y="5859"/>
                    </a:lnTo>
                    <a:lnTo>
                      <a:pt x="1549" y="5796"/>
                    </a:lnTo>
                    <a:lnTo>
                      <a:pt x="1633" y="5755"/>
                    </a:lnTo>
                    <a:lnTo>
                      <a:pt x="1758" y="5713"/>
                    </a:lnTo>
                    <a:lnTo>
                      <a:pt x="1800" y="5650"/>
                    </a:lnTo>
                    <a:lnTo>
                      <a:pt x="1905" y="5608"/>
                    </a:lnTo>
                    <a:lnTo>
                      <a:pt x="1758" y="5755"/>
                    </a:lnTo>
                    <a:lnTo>
                      <a:pt x="1633" y="5901"/>
                    </a:lnTo>
                    <a:lnTo>
                      <a:pt x="1633" y="6048"/>
                    </a:lnTo>
                    <a:lnTo>
                      <a:pt x="1528" y="6048"/>
                    </a:lnTo>
                    <a:lnTo>
                      <a:pt x="1444" y="6068"/>
                    </a:lnTo>
                    <a:lnTo>
                      <a:pt x="1361" y="6027"/>
                    </a:lnTo>
                    <a:lnTo>
                      <a:pt x="1131" y="6006"/>
                    </a:lnTo>
                    <a:lnTo>
                      <a:pt x="963" y="6048"/>
                    </a:lnTo>
                    <a:lnTo>
                      <a:pt x="963" y="6131"/>
                    </a:lnTo>
                    <a:lnTo>
                      <a:pt x="900" y="6215"/>
                    </a:lnTo>
                    <a:lnTo>
                      <a:pt x="796" y="6215"/>
                    </a:lnTo>
                    <a:lnTo>
                      <a:pt x="796" y="6382"/>
                    </a:lnTo>
                    <a:lnTo>
                      <a:pt x="691" y="6487"/>
                    </a:lnTo>
                    <a:lnTo>
                      <a:pt x="649" y="6550"/>
                    </a:lnTo>
                    <a:lnTo>
                      <a:pt x="545" y="6550"/>
                    </a:lnTo>
                    <a:lnTo>
                      <a:pt x="524" y="6675"/>
                    </a:lnTo>
                    <a:lnTo>
                      <a:pt x="482" y="6675"/>
                    </a:lnTo>
                    <a:lnTo>
                      <a:pt x="440" y="6738"/>
                    </a:lnTo>
                    <a:lnTo>
                      <a:pt x="315" y="6843"/>
                    </a:lnTo>
                    <a:lnTo>
                      <a:pt x="231" y="6801"/>
                    </a:lnTo>
                    <a:lnTo>
                      <a:pt x="168" y="6864"/>
                    </a:lnTo>
                    <a:lnTo>
                      <a:pt x="168" y="6968"/>
                    </a:lnTo>
                    <a:lnTo>
                      <a:pt x="273" y="6968"/>
                    </a:lnTo>
                    <a:lnTo>
                      <a:pt x="273" y="6885"/>
                    </a:lnTo>
                    <a:lnTo>
                      <a:pt x="377" y="6905"/>
                    </a:lnTo>
                    <a:lnTo>
                      <a:pt x="419" y="7010"/>
                    </a:lnTo>
                    <a:lnTo>
                      <a:pt x="503" y="6968"/>
                    </a:lnTo>
                    <a:lnTo>
                      <a:pt x="482" y="6905"/>
                    </a:lnTo>
                    <a:lnTo>
                      <a:pt x="524" y="6843"/>
                    </a:lnTo>
                    <a:lnTo>
                      <a:pt x="545" y="6864"/>
                    </a:lnTo>
                    <a:lnTo>
                      <a:pt x="628" y="6801"/>
                    </a:lnTo>
                    <a:lnTo>
                      <a:pt x="649" y="6801"/>
                    </a:lnTo>
                    <a:lnTo>
                      <a:pt x="712" y="6696"/>
                    </a:lnTo>
                    <a:lnTo>
                      <a:pt x="817" y="6759"/>
                    </a:lnTo>
                    <a:lnTo>
                      <a:pt x="900" y="6696"/>
                    </a:lnTo>
                    <a:lnTo>
                      <a:pt x="963" y="6738"/>
                    </a:lnTo>
                    <a:lnTo>
                      <a:pt x="1005" y="6696"/>
                    </a:lnTo>
                    <a:lnTo>
                      <a:pt x="1047" y="6759"/>
                    </a:lnTo>
                    <a:lnTo>
                      <a:pt x="1110" y="6759"/>
                    </a:lnTo>
                    <a:lnTo>
                      <a:pt x="1172" y="6801"/>
                    </a:lnTo>
                    <a:lnTo>
                      <a:pt x="1277" y="6801"/>
                    </a:lnTo>
                    <a:lnTo>
                      <a:pt x="1256" y="6759"/>
                    </a:lnTo>
                    <a:lnTo>
                      <a:pt x="1340" y="6738"/>
                    </a:lnTo>
                    <a:lnTo>
                      <a:pt x="1361" y="6654"/>
                    </a:lnTo>
                    <a:lnTo>
                      <a:pt x="1340" y="6571"/>
                    </a:lnTo>
                    <a:lnTo>
                      <a:pt x="1382" y="6487"/>
                    </a:lnTo>
                    <a:lnTo>
                      <a:pt x="1444" y="6487"/>
                    </a:lnTo>
                    <a:lnTo>
                      <a:pt x="1465" y="6445"/>
                    </a:lnTo>
                    <a:lnTo>
                      <a:pt x="1675" y="6424"/>
                    </a:lnTo>
                    <a:lnTo>
                      <a:pt x="1779" y="6424"/>
                    </a:lnTo>
                    <a:lnTo>
                      <a:pt x="1905" y="6487"/>
                    </a:lnTo>
                    <a:lnTo>
                      <a:pt x="2093" y="6487"/>
                    </a:lnTo>
                    <a:lnTo>
                      <a:pt x="2177" y="6529"/>
                    </a:lnTo>
                    <a:lnTo>
                      <a:pt x="2198" y="6445"/>
                    </a:lnTo>
                    <a:lnTo>
                      <a:pt x="2323" y="6361"/>
                    </a:lnTo>
                    <a:lnTo>
                      <a:pt x="2407" y="6382"/>
                    </a:lnTo>
                    <a:lnTo>
                      <a:pt x="2512" y="6320"/>
                    </a:lnTo>
                    <a:lnTo>
                      <a:pt x="2616" y="6340"/>
                    </a:lnTo>
                    <a:lnTo>
                      <a:pt x="2637" y="6320"/>
                    </a:lnTo>
                    <a:lnTo>
                      <a:pt x="2721" y="6278"/>
                    </a:lnTo>
                    <a:lnTo>
                      <a:pt x="2721" y="6320"/>
                    </a:lnTo>
                    <a:lnTo>
                      <a:pt x="2804" y="6361"/>
                    </a:lnTo>
                    <a:lnTo>
                      <a:pt x="2888" y="6320"/>
                    </a:lnTo>
                    <a:lnTo>
                      <a:pt x="3056" y="6320"/>
                    </a:lnTo>
                    <a:lnTo>
                      <a:pt x="3202" y="6278"/>
                    </a:lnTo>
                    <a:lnTo>
                      <a:pt x="3307" y="6320"/>
                    </a:lnTo>
                    <a:lnTo>
                      <a:pt x="3349" y="6340"/>
                    </a:lnTo>
                    <a:lnTo>
                      <a:pt x="3453" y="6257"/>
                    </a:lnTo>
                    <a:lnTo>
                      <a:pt x="3537" y="6236"/>
                    </a:lnTo>
                    <a:lnTo>
                      <a:pt x="3621" y="6152"/>
                    </a:lnTo>
                    <a:lnTo>
                      <a:pt x="3683" y="6152"/>
                    </a:lnTo>
                    <a:lnTo>
                      <a:pt x="3746" y="6173"/>
                    </a:lnTo>
                    <a:lnTo>
                      <a:pt x="3725" y="6110"/>
                    </a:lnTo>
                    <a:lnTo>
                      <a:pt x="3851" y="6027"/>
                    </a:lnTo>
                    <a:lnTo>
                      <a:pt x="3955" y="6006"/>
                    </a:lnTo>
                    <a:lnTo>
                      <a:pt x="3955" y="5922"/>
                    </a:lnTo>
                    <a:lnTo>
                      <a:pt x="3934" y="5859"/>
                    </a:lnTo>
                    <a:lnTo>
                      <a:pt x="3955" y="5796"/>
                    </a:lnTo>
                    <a:lnTo>
                      <a:pt x="3788" y="5796"/>
                    </a:lnTo>
                    <a:lnTo>
                      <a:pt x="3683" y="5838"/>
                    </a:lnTo>
                    <a:lnTo>
                      <a:pt x="3641" y="5838"/>
                    </a:lnTo>
                    <a:lnTo>
                      <a:pt x="3537" y="5817"/>
                    </a:lnTo>
                    <a:lnTo>
                      <a:pt x="3474" y="5796"/>
                    </a:lnTo>
                    <a:lnTo>
                      <a:pt x="3537" y="5755"/>
                    </a:lnTo>
                    <a:lnTo>
                      <a:pt x="3558" y="5755"/>
                    </a:lnTo>
                    <a:lnTo>
                      <a:pt x="3558" y="5734"/>
                    </a:lnTo>
                    <a:lnTo>
                      <a:pt x="3474" y="5713"/>
                    </a:lnTo>
                    <a:lnTo>
                      <a:pt x="3411" y="5734"/>
                    </a:lnTo>
                    <a:lnTo>
                      <a:pt x="3516" y="5650"/>
                    </a:lnTo>
                    <a:lnTo>
                      <a:pt x="3579" y="5692"/>
                    </a:lnTo>
                    <a:lnTo>
                      <a:pt x="3662" y="5629"/>
                    </a:lnTo>
                    <a:lnTo>
                      <a:pt x="3641" y="5545"/>
                    </a:lnTo>
                    <a:lnTo>
                      <a:pt x="3558" y="5545"/>
                    </a:lnTo>
                    <a:lnTo>
                      <a:pt x="3621" y="5504"/>
                    </a:lnTo>
                    <a:lnTo>
                      <a:pt x="3662" y="5441"/>
                    </a:lnTo>
                    <a:lnTo>
                      <a:pt x="3725" y="5504"/>
                    </a:lnTo>
                    <a:lnTo>
                      <a:pt x="3788" y="5441"/>
                    </a:lnTo>
                    <a:lnTo>
                      <a:pt x="3851" y="5399"/>
                    </a:lnTo>
                    <a:lnTo>
                      <a:pt x="3788" y="5378"/>
                    </a:lnTo>
                    <a:lnTo>
                      <a:pt x="3830" y="5336"/>
                    </a:lnTo>
                    <a:lnTo>
                      <a:pt x="3725" y="5336"/>
                    </a:lnTo>
                    <a:lnTo>
                      <a:pt x="3767" y="5273"/>
                    </a:lnTo>
                    <a:lnTo>
                      <a:pt x="3830" y="5294"/>
                    </a:lnTo>
                    <a:lnTo>
                      <a:pt x="3851" y="5315"/>
                    </a:lnTo>
                    <a:lnTo>
                      <a:pt x="3893" y="5232"/>
                    </a:lnTo>
                    <a:lnTo>
                      <a:pt x="3976" y="5211"/>
                    </a:lnTo>
                    <a:lnTo>
                      <a:pt x="3976" y="5064"/>
                    </a:lnTo>
                    <a:lnTo>
                      <a:pt x="4060" y="4897"/>
                    </a:lnTo>
                    <a:lnTo>
                      <a:pt x="3997" y="4813"/>
                    </a:lnTo>
                    <a:lnTo>
                      <a:pt x="3976" y="4688"/>
                    </a:lnTo>
                    <a:lnTo>
                      <a:pt x="3767" y="4541"/>
                    </a:lnTo>
                    <a:lnTo>
                      <a:pt x="3349" y="4541"/>
                    </a:lnTo>
                    <a:lnTo>
                      <a:pt x="3328" y="4667"/>
                    </a:lnTo>
                    <a:lnTo>
                      <a:pt x="3307" y="4708"/>
                    </a:lnTo>
                    <a:lnTo>
                      <a:pt x="3202" y="4646"/>
                    </a:lnTo>
                    <a:lnTo>
                      <a:pt x="3097" y="4604"/>
                    </a:lnTo>
                    <a:lnTo>
                      <a:pt x="3265" y="4436"/>
                    </a:lnTo>
                    <a:lnTo>
                      <a:pt x="3265" y="4332"/>
                    </a:lnTo>
                    <a:lnTo>
                      <a:pt x="3139" y="4123"/>
                    </a:lnTo>
                    <a:lnTo>
                      <a:pt x="3097" y="4123"/>
                    </a:lnTo>
                    <a:lnTo>
                      <a:pt x="2951" y="4039"/>
                    </a:lnTo>
                    <a:lnTo>
                      <a:pt x="2909" y="3955"/>
                    </a:lnTo>
                    <a:lnTo>
                      <a:pt x="2846" y="3976"/>
                    </a:lnTo>
                    <a:lnTo>
                      <a:pt x="2825" y="3976"/>
                    </a:lnTo>
                    <a:lnTo>
                      <a:pt x="2742" y="3955"/>
                    </a:lnTo>
                    <a:lnTo>
                      <a:pt x="2825" y="3955"/>
                    </a:lnTo>
                    <a:lnTo>
                      <a:pt x="2930" y="3934"/>
                    </a:lnTo>
                    <a:lnTo>
                      <a:pt x="2993" y="3955"/>
                    </a:lnTo>
                    <a:lnTo>
                      <a:pt x="3014" y="4018"/>
                    </a:lnTo>
                    <a:lnTo>
                      <a:pt x="3139" y="4018"/>
                    </a:lnTo>
                    <a:lnTo>
                      <a:pt x="2993" y="3830"/>
                    </a:lnTo>
                    <a:lnTo>
                      <a:pt x="2909" y="3725"/>
                    </a:lnTo>
                    <a:lnTo>
                      <a:pt x="2951" y="3641"/>
                    </a:lnTo>
                    <a:lnTo>
                      <a:pt x="2993" y="3641"/>
                    </a:lnTo>
                    <a:lnTo>
                      <a:pt x="2909" y="3600"/>
                    </a:lnTo>
                    <a:lnTo>
                      <a:pt x="2888" y="3537"/>
                    </a:lnTo>
                    <a:lnTo>
                      <a:pt x="2846" y="3537"/>
                    </a:lnTo>
                    <a:lnTo>
                      <a:pt x="2784" y="3348"/>
                    </a:lnTo>
                    <a:lnTo>
                      <a:pt x="2616" y="3307"/>
                    </a:lnTo>
                    <a:lnTo>
                      <a:pt x="2428" y="3244"/>
                    </a:lnTo>
                    <a:lnTo>
                      <a:pt x="2428" y="3181"/>
                    </a:lnTo>
                    <a:lnTo>
                      <a:pt x="2386" y="3139"/>
                    </a:lnTo>
                    <a:lnTo>
                      <a:pt x="2323" y="2930"/>
                    </a:lnTo>
                    <a:lnTo>
                      <a:pt x="2260" y="2825"/>
                    </a:lnTo>
                    <a:lnTo>
                      <a:pt x="2198" y="2574"/>
                    </a:lnTo>
                    <a:lnTo>
                      <a:pt x="2156" y="2470"/>
                    </a:lnTo>
                    <a:lnTo>
                      <a:pt x="2093" y="2470"/>
                    </a:lnTo>
                    <a:lnTo>
                      <a:pt x="1947" y="2239"/>
                    </a:lnTo>
                    <a:lnTo>
                      <a:pt x="1842" y="2198"/>
                    </a:lnTo>
                    <a:lnTo>
                      <a:pt x="1758" y="2156"/>
                    </a:lnTo>
                    <a:lnTo>
                      <a:pt x="1654" y="2093"/>
                    </a:lnTo>
                    <a:lnTo>
                      <a:pt x="1591" y="2156"/>
                    </a:lnTo>
                    <a:lnTo>
                      <a:pt x="1486" y="2198"/>
                    </a:lnTo>
                    <a:lnTo>
                      <a:pt x="1361" y="2177"/>
                    </a:lnTo>
                    <a:lnTo>
                      <a:pt x="1277" y="2177"/>
                    </a:lnTo>
                    <a:lnTo>
                      <a:pt x="1172" y="2156"/>
                    </a:lnTo>
                    <a:lnTo>
                      <a:pt x="1152" y="2072"/>
                    </a:lnTo>
                    <a:lnTo>
                      <a:pt x="1152" y="2072"/>
                    </a:lnTo>
                    <a:lnTo>
                      <a:pt x="1214" y="2093"/>
                    </a:lnTo>
                    <a:lnTo>
                      <a:pt x="1340" y="2135"/>
                    </a:lnTo>
                    <a:lnTo>
                      <a:pt x="1465" y="2093"/>
                    </a:lnTo>
                    <a:lnTo>
                      <a:pt x="1486" y="1988"/>
                    </a:lnTo>
                    <a:lnTo>
                      <a:pt x="1591" y="1988"/>
                    </a:lnTo>
                    <a:lnTo>
                      <a:pt x="1696" y="1926"/>
                    </a:lnTo>
                    <a:lnTo>
                      <a:pt x="1591" y="1884"/>
                    </a:lnTo>
                    <a:lnTo>
                      <a:pt x="1591" y="1800"/>
                    </a:lnTo>
                    <a:lnTo>
                      <a:pt x="1549" y="1779"/>
                    </a:lnTo>
                    <a:lnTo>
                      <a:pt x="1424" y="1863"/>
                    </a:lnTo>
                    <a:lnTo>
                      <a:pt x="1382" y="1842"/>
                    </a:lnTo>
                    <a:lnTo>
                      <a:pt x="1486" y="1758"/>
                    </a:lnTo>
                    <a:lnTo>
                      <a:pt x="1633" y="1758"/>
                    </a:lnTo>
                    <a:lnTo>
                      <a:pt x="1696" y="1716"/>
                    </a:lnTo>
                    <a:lnTo>
                      <a:pt x="1696" y="1633"/>
                    </a:lnTo>
                    <a:lnTo>
                      <a:pt x="1758" y="1612"/>
                    </a:lnTo>
                    <a:lnTo>
                      <a:pt x="1842" y="1444"/>
                    </a:lnTo>
                    <a:lnTo>
                      <a:pt x="1884" y="1403"/>
                    </a:lnTo>
                    <a:lnTo>
                      <a:pt x="1884" y="1340"/>
                    </a:lnTo>
                    <a:lnTo>
                      <a:pt x="1947" y="1235"/>
                    </a:lnTo>
                    <a:lnTo>
                      <a:pt x="1905" y="1214"/>
                    </a:lnTo>
                    <a:lnTo>
                      <a:pt x="1968" y="1047"/>
                    </a:lnTo>
                    <a:lnTo>
                      <a:pt x="2072" y="984"/>
                    </a:lnTo>
                    <a:lnTo>
                      <a:pt x="2072" y="900"/>
                    </a:lnTo>
                    <a:lnTo>
                      <a:pt x="1905" y="754"/>
                    </a:lnTo>
                    <a:lnTo>
                      <a:pt x="1884" y="796"/>
                    </a:lnTo>
                    <a:lnTo>
                      <a:pt x="1675" y="796"/>
                    </a:lnTo>
                    <a:lnTo>
                      <a:pt x="1528" y="754"/>
                    </a:lnTo>
                    <a:lnTo>
                      <a:pt x="1486" y="817"/>
                    </a:lnTo>
                    <a:lnTo>
                      <a:pt x="1424" y="817"/>
                    </a:lnTo>
                    <a:lnTo>
                      <a:pt x="1340" y="754"/>
                    </a:lnTo>
                    <a:lnTo>
                      <a:pt x="1256" y="796"/>
                    </a:lnTo>
                    <a:lnTo>
                      <a:pt x="1256" y="817"/>
                    </a:lnTo>
                    <a:lnTo>
                      <a:pt x="1172" y="838"/>
                    </a:lnTo>
                    <a:lnTo>
                      <a:pt x="1068" y="900"/>
                    </a:lnTo>
                    <a:lnTo>
                      <a:pt x="1047" y="900"/>
                    </a:lnTo>
                    <a:lnTo>
                      <a:pt x="963" y="942"/>
                    </a:lnTo>
                    <a:lnTo>
                      <a:pt x="942" y="921"/>
                    </a:lnTo>
                    <a:lnTo>
                      <a:pt x="1047" y="817"/>
                    </a:lnTo>
                    <a:lnTo>
                      <a:pt x="1131" y="691"/>
                    </a:lnTo>
                    <a:lnTo>
                      <a:pt x="1131" y="691"/>
                    </a:lnTo>
                    <a:lnTo>
                      <a:pt x="1068" y="712"/>
                    </a:lnTo>
                    <a:lnTo>
                      <a:pt x="963" y="691"/>
                    </a:lnTo>
                    <a:lnTo>
                      <a:pt x="1026" y="670"/>
                    </a:lnTo>
                    <a:lnTo>
                      <a:pt x="1047" y="587"/>
                    </a:lnTo>
                    <a:lnTo>
                      <a:pt x="1277" y="419"/>
                    </a:lnTo>
                    <a:lnTo>
                      <a:pt x="1340" y="294"/>
                    </a:lnTo>
                    <a:lnTo>
                      <a:pt x="1424" y="273"/>
                    </a:lnTo>
                    <a:lnTo>
                      <a:pt x="1444" y="168"/>
                    </a:lnTo>
                    <a:lnTo>
                      <a:pt x="1424" y="147"/>
                    </a:lnTo>
                    <a:lnTo>
                      <a:pt x="1465" y="63"/>
                    </a:lnTo>
                    <a:lnTo>
                      <a:pt x="144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38"/>
              <p:cNvSpPr/>
              <p:nvPr/>
            </p:nvSpPr>
            <p:spPr>
              <a:xfrm>
                <a:off x="3586375" y="2350350"/>
                <a:ext cx="31925" cy="25125"/>
              </a:xfrm>
              <a:custGeom>
                <a:rect b="b" l="l" r="r" t="t"/>
                <a:pathLst>
                  <a:path extrusionOk="0" h="1005" w="1277">
                    <a:moveTo>
                      <a:pt x="732" y="1"/>
                    </a:moveTo>
                    <a:lnTo>
                      <a:pt x="628" y="63"/>
                    </a:lnTo>
                    <a:lnTo>
                      <a:pt x="544" y="63"/>
                    </a:lnTo>
                    <a:lnTo>
                      <a:pt x="523" y="126"/>
                    </a:lnTo>
                    <a:lnTo>
                      <a:pt x="419" y="126"/>
                    </a:lnTo>
                    <a:lnTo>
                      <a:pt x="377" y="210"/>
                    </a:lnTo>
                    <a:lnTo>
                      <a:pt x="293" y="231"/>
                    </a:lnTo>
                    <a:lnTo>
                      <a:pt x="272" y="335"/>
                    </a:lnTo>
                    <a:lnTo>
                      <a:pt x="126" y="356"/>
                    </a:lnTo>
                    <a:lnTo>
                      <a:pt x="0" y="586"/>
                    </a:lnTo>
                    <a:lnTo>
                      <a:pt x="272" y="838"/>
                    </a:lnTo>
                    <a:lnTo>
                      <a:pt x="335" y="796"/>
                    </a:lnTo>
                    <a:lnTo>
                      <a:pt x="377" y="649"/>
                    </a:lnTo>
                    <a:lnTo>
                      <a:pt x="440" y="586"/>
                    </a:lnTo>
                    <a:lnTo>
                      <a:pt x="607" y="691"/>
                    </a:lnTo>
                    <a:lnTo>
                      <a:pt x="712" y="900"/>
                    </a:lnTo>
                    <a:lnTo>
                      <a:pt x="795" y="942"/>
                    </a:lnTo>
                    <a:lnTo>
                      <a:pt x="921" y="1005"/>
                    </a:lnTo>
                    <a:lnTo>
                      <a:pt x="942" y="1005"/>
                    </a:lnTo>
                    <a:lnTo>
                      <a:pt x="942" y="942"/>
                    </a:lnTo>
                    <a:lnTo>
                      <a:pt x="1004" y="942"/>
                    </a:lnTo>
                    <a:lnTo>
                      <a:pt x="1067" y="858"/>
                    </a:lnTo>
                    <a:lnTo>
                      <a:pt x="1067" y="775"/>
                    </a:lnTo>
                    <a:lnTo>
                      <a:pt x="1214" y="796"/>
                    </a:lnTo>
                    <a:lnTo>
                      <a:pt x="1235" y="691"/>
                    </a:lnTo>
                    <a:lnTo>
                      <a:pt x="1151" y="691"/>
                    </a:lnTo>
                    <a:lnTo>
                      <a:pt x="1172" y="586"/>
                    </a:lnTo>
                    <a:lnTo>
                      <a:pt x="1151" y="545"/>
                    </a:lnTo>
                    <a:lnTo>
                      <a:pt x="1214" y="524"/>
                    </a:lnTo>
                    <a:lnTo>
                      <a:pt x="1277" y="733"/>
                    </a:lnTo>
                    <a:lnTo>
                      <a:pt x="1235" y="461"/>
                    </a:lnTo>
                    <a:lnTo>
                      <a:pt x="1109" y="461"/>
                    </a:lnTo>
                    <a:lnTo>
                      <a:pt x="1172" y="419"/>
                    </a:lnTo>
                    <a:lnTo>
                      <a:pt x="1004" y="147"/>
                    </a:lnTo>
                    <a:lnTo>
                      <a:pt x="1004" y="42"/>
                    </a:lnTo>
                    <a:lnTo>
                      <a:pt x="921" y="21"/>
                    </a:lnTo>
                    <a:lnTo>
                      <a:pt x="73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13" name="Google Shape;613;p38"/>
            <p:cNvSpPr/>
            <p:nvPr/>
          </p:nvSpPr>
          <p:spPr>
            <a:xfrm>
              <a:off x="4037841" y="3224817"/>
              <a:ext cx="52333" cy="93527"/>
            </a:xfrm>
            <a:custGeom>
              <a:rect b="b" l="l" r="r" t="t"/>
              <a:pathLst>
                <a:path extrusionOk="0" h="8224" w="4395">
                  <a:moveTo>
                    <a:pt x="3914" y="1"/>
                  </a:moveTo>
                  <a:lnTo>
                    <a:pt x="3746" y="168"/>
                  </a:lnTo>
                  <a:lnTo>
                    <a:pt x="3809" y="252"/>
                  </a:lnTo>
                  <a:lnTo>
                    <a:pt x="3704" y="293"/>
                  </a:lnTo>
                  <a:lnTo>
                    <a:pt x="3600" y="252"/>
                  </a:lnTo>
                  <a:lnTo>
                    <a:pt x="3537" y="252"/>
                  </a:lnTo>
                  <a:lnTo>
                    <a:pt x="3621" y="377"/>
                  </a:lnTo>
                  <a:lnTo>
                    <a:pt x="3621" y="419"/>
                  </a:lnTo>
                  <a:lnTo>
                    <a:pt x="3704" y="503"/>
                  </a:lnTo>
                  <a:lnTo>
                    <a:pt x="3704" y="524"/>
                  </a:lnTo>
                  <a:lnTo>
                    <a:pt x="3600" y="670"/>
                  </a:lnTo>
                  <a:lnTo>
                    <a:pt x="3600" y="817"/>
                  </a:lnTo>
                  <a:lnTo>
                    <a:pt x="3516" y="921"/>
                  </a:lnTo>
                  <a:lnTo>
                    <a:pt x="3432" y="900"/>
                  </a:lnTo>
                  <a:lnTo>
                    <a:pt x="3328" y="1026"/>
                  </a:lnTo>
                  <a:lnTo>
                    <a:pt x="3328" y="1109"/>
                  </a:lnTo>
                  <a:lnTo>
                    <a:pt x="3244" y="1151"/>
                  </a:lnTo>
                  <a:lnTo>
                    <a:pt x="3181" y="1130"/>
                  </a:lnTo>
                  <a:lnTo>
                    <a:pt x="3181" y="1005"/>
                  </a:lnTo>
                  <a:lnTo>
                    <a:pt x="3118" y="984"/>
                  </a:lnTo>
                  <a:lnTo>
                    <a:pt x="3035" y="1047"/>
                  </a:lnTo>
                  <a:lnTo>
                    <a:pt x="3035" y="1193"/>
                  </a:lnTo>
                  <a:lnTo>
                    <a:pt x="3139" y="1298"/>
                  </a:lnTo>
                  <a:lnTo>
                    <a:pt x="3181" y="1340"/>
                  </a:lnTo>
                  <a:lnTo>
                    <a:pt x="3139" y="1402"/>
                  </a:lnTo>
                  <a:lnTo>
                    <a:pt x="3077" y="1361"/>
                  </a:lnTo>
                  <a:lnTo>
                    <a:pt x="2930" y="1402"/>
                  </a:lnTo>
                  <a:lnTo>
                    <a:pt x="2993" y="1507"/>
                  </a:lnTo>
                  <a:lnTo>
                    <a:pt x="3098" y="1549"/>
                  </a:lnTo>
                  <a:lnTo>
                    <a:pt x="3098" y="1612"/>
                  </a:lnTo>
                  <a:lnTo>
                    <a:pt x="3077" y="1674"/>
                  </a:lnTo>
                  <a:lnTo>
                    <a:pt x="2993" y="1612"/>
                  </a:lnTo>
                  <a:lnTo>
                    <a:pt x="2909" y="1633"/>
                  </a:lnTo>
                  <a:lnTo>
                    <a:pt x="2888" y="1716"/>
                  </a:lnTo>
                  <a:lnTo>
                    <a:pt x="2721" y="1842"/>
                  </a:lnTo>
                  <a:lnTo>
                    <a:pt x="2721" y="1716"/>
                  </a:lnTo>
                  <a:lnTo>
                    <a:pt x="2763" y="1674"/>
                  </a:lnTo>
                  <a:lnTo>
                    <a:pt x="2721" y="1612"/>
                  </a:lnTo>
                  <a:lnTo>
                    <a:pt x="2616" y="1716"/>
                  </a:lnTo>
                  <a:lnTo>
                    <a:pt x="2679" y="1758"/>
                  </a:lnTo>
                  <a:lnTo>
                    <a:pt x="2658" y="1821"/>
                  </a:lnTo>
                  <a:lnTo>
                    <a:pt x="2512" y="1884"/>
                  </a:lnTo>
                  <a:lnTo>
                    <a:pt x="2574" y="1988"/>
                  </a:lnTo>
                  <a:lnTo>
                    <a:pt x="2658" y="2030"/>
                  </a:lnTo>
                  <a:lnTo>
                    <a:pt x="2658" y="2072"/>
                  </a:lnTo>
                  <a:lnTo>
                    <a:pt x="2574" y="2093"/>
                  </a:lnTo>
                  <a:lnTo>
                    <a:pt x="2470" y="2156"/>
                  </a:lnTo>
                  <a:lnTo>
                    <a:pt x="2470" y="2072"/>
                  </a:lnTo>
                  <a:lnTo>
                    <a:pt x="2407" y="2072"/>
                  </a:lnTo>
                  <a:lnTo>
                    <a:pt x="2470" y="1967"/>
                  </a:lnTo>
                  <a:lnTo>
                    <a:pt x="2407" y="1946"/>
                  </a:lnTo>
                  <a:lnTo>
                    <a:pt x="2198" y="2135"/>
                  </a:lnTo>
                  <a:lnTo>
                    <a:pt x="2177" y="2281"/>
                  </a:lnTo>
                  <a:lnTo>
                    <a:pt x="2198" y="2365"/>
                  </a:lnTo>
                  <a:lnTo>
                    <a:pt x="2156" y="2407"/>
                  </a:lnTo>
                  <a:lnTo>
                    <a:pt x="2093" y="2386"/>
                  </a:lnTo>
                  <a:lnTo>
                    <a:pt x="2051" y="2365"/>
                  </a:lnTo>
                  <a:lnTo>
                    <a:pt x="2051" y="2197"/>
                  </a:lnTo>
                  <a:lnTo>
                    <a:pt x="1989" y="2197"/>
                  </a:lnTo>
                  <a:lnTo>
                    <a:pt x="1863" y="2344"/>
                  </a:lnTo>
                  <a:lnTo>
                    <a:pt x="1717" y="2239"/>
                  </a:lnTo>
                  <a:lnTo>
                    <a:pt x="1675" y="2281"/>
                  </a:lnTo>
                  <a:lnTo>
                    <a:pt x="1633" y="2281"/>
                  </a:lnTo>
                  <a:lnTo>
                    <a:pt x="1654" y="2449"/>
                  </a:lnTo>
                  <a:lnTo>
                    <a:pt x="1612" y="2449"/>
                  </a:lnTo>
                  <a:lnTo>
                    <a:pt x="1549" y="2469"/>
                  </a:lnTo>
                  <a:lnTo>
                    <a:pt x="1549" y="2365"/>
                  </a:lnTo>
                  <a:lnTo>
                    <a:pt x="1507" y="2344"/>
                  </a:lnTo>
                  <a:lnTo>
                    <a:pt x="1445" y="2449"/>
                  </a:lnTo>
                  <a:lnTo>
                    <a:pt x="1403" y="2344"/>
                  </a:lnTo>
                  <a:lnTo>
                    <a:pt x="1152" y="2553"/>
                  </a:lnTo>
                  <a:lnTo>
                    <a:pt x="1110" y="2553"/>
                  </a:lnTo>
                  <a:lnTo>
                    <a:pt x="1047" y="2511"/>
                  </a:lnTo>
                  <a:lnTo>
                    <a:pt x="921" y="2511"/>
                  </a:lnTo>
                  <a:lnTo>
                    <a:pt x="880" y="2595"/>
                  </a:lnTo>
                  <a:lnTo>
                    <a:pt x="901" y="2783"/>
                  </a:lnTo>
                  <a:lnTo>
                    <a:pt x="733" y="3034"/>
                  </a:lnTo>
                  <a:lnTo>
                    <a:pt x="733" y="3097"/>
                  </a:lnTo>
                  <a:lnTo>
                    <a:pt x="587" y="3244"/>
                  </a:lnTo>
                  <a:lnTo>
                    <a:pt x="587" y="3327"/>
                  </a:lnTo>
                  <a:lnTo>
                    <a:pt x="670" y="3411"/>
                  </a:lnTo>
                  <a:lnTo>
                    <a:pt x="587" y="3516"/>
                  </a:lnTo>
                  <a:lnTo>
                    <a:pt x="629" y="3704"/>
                  </a:lnTo>
                  <a:lnTo>
                    <a:pt x="629" y="3830"/>
                  </a:lnTo>
                  <a:lnTo>
                    <a:pt x="796" y="4143"/>
                  </a:lnTo>
                  <a:lnTo>
                    <a:pt x="796" y="4227"/>
                  </a:lnTo>
                  <a:lnTo>
                    <a:pt x="880" y="4332"/>
                  </a:lnTo>
                  <a:lnTo>
                    <a:pt x="880" y="4374"/>
                  </a:lnTo>
                  <a:lnTo>
                    <a:pt x="796" y="4457"/>
                  </a:lnTo>
                  <a:lnTo>
                    <a:pt x="817" y="4541"/>
                  </a:lnTo>
                  <a:lnTo>
                    <a:pt x="775" y="4792"/>
                  </a:lnTo>
                  <a:lnTo>
                    <a:pt x="670" y="4876"/>
                  </a:lnTo>
                  <a:lnTo>
                    <a:pt x="629" y="5022"/>
                  </a:lnTo>
                  <a:lnTo>
                    <a:pt x="566" y="5064"/>
                  </a:lnTo>
                  <a:lnTo>
                    <a:pt x="524" y="5127"/>
                  </a:lnTo>
                  <a:lnTo>
                    <a:pt x="419" y="5231"/>
                  </a:lnTo>
                  <a:lnTo>
                    <a:pt x="419" y="5441"/>
                  </a:lnTo>
                  <a:lnTo>
                    <a:pt x="357" y="5524"/>
                  </a:lnTo>
                  <a:lnTo>
                    <a:pt x="168" y="5545"/>
                  </a:lnTo>
                  <a:lnTo>
                    <a:pt x="147" y="5608"/>
                  </a:lnTo>
                  <a:lnTo>
                    <a:pt x="147" y="5796"/>
                  </a:lnTo>
                  <a:lnTo>
                    <a:pt x="43" y="5943"/>
                  </a:lnTo>
                  <a:lnTo>
                    <a:pt x="43" y="6068"/>
                  </a:lnTo>
                  <a:lnTo>
                    <a:pt x="1" y="6173"/>
                  </a:lnTo>
                  <a:lnTo>
                    <a:pt x="43" y="6236"/>
                  </a:lnTo>
                  <a:lnTo>
                    <a:pt x="43" y="6424"/>
                  </a:lnTo>
                  <a:lnTo>
                    <a:pt x="189" y="6591"/>
                  </a:lnTo>
                  <a:lnTo>
                    <a:pt x="168" y="6738"/>
                  </a:lnTo>
                  <a:lnTo>
                    <a:pt x="189" y="6843"/>
                  </a:lnTo>
                  <a:lnTo>
                    <a:pt x="273" y="6863"/>
                  </a:lnTo>
                  <a:lnTo>
                    <a:pt x="294" y="6863"/>
                  </a:lnTo>
                  <a:lnTo>
                    <a:pt x="273" y="6884"/>
                  </a:lnTo>
                  <a:lnTo>
                    <a:pt x="147" y="6905"/>
                  </a:lnTo>
                  <a:lnTo>
                    <a:pt x="147" y="7052"/>
                  </a:lnTo>
                  <a:lnTo>
                    <a:pt x="168" y="7219"/>
                  </a:lnTo>
                  <a:lnTo>
                    <a:pt x="147" y="7470"/>
                  </a:lnTo>
                  <a:lnTo>
                    <a:pt x="189" y="7512"/>
                  </a:lnTo>
                  <a:lnTo>
                    <a:pt x="189" y="7596"/>
                  </a:lnTo>
                  <a:lnTo>
                    <a:pt x="273" y="7638"/>
                  </a:lnTo>
                  <a:lnTo>
                    <a:pt x="357" y="7742"/>
                  </a:lnTo>
                  <a:lnTo>
                    <a:pt x="398" y="7784"/>
                  </a:lnTo>
                  <a:lnTo>
                    <a:pt x="461" y="7847"/>
                  </a:lnTo>
                  <a:lnTo>
                    <a:pt x="524" y="7951"/>
                  </a:lnTo>
                  <a:lnTo>
                    <a:pt x="608" y="7931"/>
                  </a:lnTo>
                  <a:lnTo>
                    <a:pt x="629" y="7951"/>
                  </a:lnTo>
                  <a:lnTo>
                    <a:pt x="733" y="7993"/>
                  </a:lnTo>
                  <a:lnTo>
                    <a:pt x="817" y="8119"/>
                  </a:lnTo>
                  <a:lnTo>
                    <a:pt x="901" y="8140"/>
                  </a:lnTo>
                  <a:lnTo>
                    <a:pt x="901" y="8161"/>
                  </a:lnTo>
                  <a:lnTo>
                    <a:pt x="921" y="8223"/>
                  </a:lnTo>
                  <a:lnTo>
                    <a:pt x="1005" y="8161"/>
                  </a:lnTo>
                  <a:lnTo>
                    <a:pt x="1131" y="8161"/>
                  </a:lnTo>
                  <a:lnTo>
                    <a:pt x="1256" y="8098"/>
                  </a:lnTo>
                  <a:lnTo>
                    <a:pt x="1361" y="7951"/>
                  </a:lnTo>
                  <a:lnTo>
                    <a:pt x="1737" y="7931"/>
                  </a:lnTo>
                  <a:lnTo>
                    <a:pt x="1842" y="7951"/>
                  </a:lnTo>
                  <a:lnTo>
                    <a:pt x="2030" y="7889"/>
                  </a:lnTo>
                  <a:lnTo>
                    <a:pt x="2093" y="7784"/>
                  </a:lnTo>
                  <a:lnTo>
                    <a:pt x="2177" y="7742"/>
                  </a:lnTo>
                  <a:lnTo>
                    <a:pt x="2240" y="7596"/>
                  </a:lnTo>
                  <a:lnTo>
                    <a:pt x="2344" y="7428"/>
                  </a:lnTo>
                  <a:lnTo>
                    <a:pt x="2344" y="7324"/>
                  </a:lnTo>
                  <a:lnTo>
                    <a:pt x="2449" y="7261"/>
                  </a:lnTo>
                  <a:lnTo>
                    <a:pt x="2449" y="7094"/>
                  </a:lnTo>
                  <a:lnTo>
                    <a:pt x="2407" y="7073"/>
                  </a:lnTo>
                  <a:lnTo>
                    <a:pt x="2491" y="6989"/>
                  </a:lnTo>
                  <a:lnTo>
                    <a:pt x="2554" y="6801"/>
                  </a:lnTo>
                  <a:lnTo>
                    <a:pt x="2512" y="6780"/>
                  </a:lnTo>
                  <a:lnTo>
                    <a:pt x="2574" y="6780"/>
                  </a:lnTo>
                  <a:lnTo>
                    <a:pt x="2679" y="6591"/>
                  </a:lnTo>
                  <a:lnTo>
                    <a:pt x="2763" y="6236"/>
                  </a:lnTo>
                  <a:lnTo>
                    <a:pt x="2805" y="6027"/>
                  </a:lnTo>
                  <a:lnTo>
                    <a:pt x="2909" y="5922"/>
                  </a:lnTo>
                  <a:lnTo>
                    <a:pt x="2972" y="5692"/>
                  </a:lnTo>
                  <a:lnTo>
                    <a:pt x="3118" y="5420"/>
                  </a:lnTo>
                  <a:lnTo>
                    <a:pt x="3286" y="4959"/>
                  </a:lnTo>
                  <a:lnTo>
                    <a:pt x="3390" y="4792"/>
                  </a:lnTo>
                  <a:lnTo>
                    <a:pt x="3390" y="4583"/>
                  </a:lnTo>
                  <a:lnTo>
                    <a:pt x="3495" y="4374"/>
                  </a:lnTo>
                  <a:lnTo>
                    <a:pt x="3516" y="4269"/>
                  </a:lnTo>
                  <a:lnTo>
                    <a:pt x="3642" y="4060"/>
                  </a:lnTo>
                  <a:lnTo>
                    <a:pt x="3704" y="3746"/>
                  </a:lnTo>
                  <a:lnTo>
                    <a:pt x="3746" y="3516"/>
                  </a:lnTo>
                  <a:lnTo>
                    <a:pt x="3809" y="3453"/>
                  </a:lnTo>
                  <a:lnTo>
                    <a:pt x="3830" y="3286"/>
                  </a:lnTo>
                  <a:lnTo>
                    <a:pt x="3809" y="3202"/>
                  </a:lnTo>
                  <a:lnTo>
                    <a:pt x="3830" y="3076"/>
                  </a:lnTo>
                  <a:lnTo>
                    <a:pt x="3934" y="2888"/>
                  </a:lnTo>
                  <a:lnTo>
                    <a:pt x="3934" y="2804"/>
                  </a:lnTo>
                  <a:lnTo>
                    <a:pt x="4018" y="2700"/>
                  </a:lnTo>
                  <a:lnTo>
                    <a:pt x="3976" y="2574"/>
                  </a:lnTo>
                  <a:lnTo>
                    <a:pt x="3934" y="2511"/>
                  </a:lnTo>
                  <a:lnTo>
                    <a:pt x="3976" y="2449"/>
                  </a:lnTo>
                  <a:lnTo>
                    <a:pt x="3976" y="2281"/>
                  </a:lnTo>
                  <a:lnTo>
                    <a:pt x="3934" y="2260"/>
                  </a:lnTo>
                  <a:lnTo>
                    <a:pt x="3934" y="2135"/>
                  </a:lnTo>
                  <a:lnTo>
                    <a:pt x="4018" y="2072"/>
                  </a:lnTo>
                  <a:lnTo>
                    <a:pt x="4060" y="2135"/>
                  </a:lnTo>
                  <a:lnTo>
                    <a:pt x="4081" y="2260"/>
                  </a:lnTo>
                  <a:lnTo>
                    <a:pt x="4186" y="2386"/>
                  </a:lnTo>
                  <a:lnTo>
                    <a:pt x="4269" y="2386"/>
                  </a:lnTo>
                  <a:lnTo>
                    <a:pt x="4290" y="2302"/>
                  </a:lnTo>
                  <a:lnTo>
                    <a:pt x="4332" y="2239"/>
                  </a:lnTo>
                  <a:lnTo>
                    <a:pt x="4353" y="2177"/>
                  </a:lnTo>
                  <a:lnTo>
                    <a:pt x="4353" y="2072"/>
                  </a:lnTo>
                  <a:lnTo>
                    <a:pt x="4395" y="2051"/>
                  </a:lnTo>
                  <a:lnTo>
                    <a:pt x="4374" y="1925"/>
                  </a:lnTo>
                  <a:lnTo>
                    <a:pt x="4269" y="1779"/>
                  </a:lnTo>
                  <a:lnTo>
                    <a:pt x="4248" y="1674"/>
                  </a:lnTo>
                  <a:lnTo>
                    <a:pt x="4269" y="1633"/>
                  </a:lnTo>
                  <a:lnTo>
                    <a:pt x="4269" y="1507"/>
                  </a:lnTo>
                  <a:lnTo>
                    <a:pt x="4248" y="1340"/>
                  </a:lnTo>
                  <a:lnTo>
                    <a:pt x="4269" y="1256"/>
                  </a:lnTo>
                  <a:lnTo>
                    <a:pt x="4269" y="984"/>
                  </a:lnTo>
                  <a:lnTo>
                    <a:pt x="4186" y="879"/>
                  </a:lnTo>
                  <a:lnTo>
                    <a:pt x="4186" y="607"/>
                  </a:lnTo>
                  <a:lnTo>
                    <a:pt x="4144" y="524"/>
                  </a:lnTo>
                  <a:lnTo>
                    <a:pt x="4081" y="524"/>
                  </a:lnTo>
                  <a:lnTo>
                    <a:pt x="3976" y="398"/>
                  </a:lnTo>
                  <a:lnTo>
                    <a:pt x="3976" y="293"/>
                  </a:lnTo>
                  <a:lnTo>
                    <a:pt x="3872" y="252"/>
                  </a:lnTo>
                  <a:lnTo>
                    <a:pt x="3934" y="147"/>
                  </a:lnTo>
                  <a:lnTo>
                    <a:pt x="391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14" name="Google Shape;614;p38"/>
            <p:cNvGrpSpPr/>
            <p:nvPr/>
          </p:nvGrpSpPr>
          <p:grpSpPr>
            <a:xfrm>
              <a:off x="4513224" y="3221724"/>
              <a:ext cx="274563" cy="280321"/>
              <a:chOff x="5298975" y="3412225"/>
              <a:chExt cx="576450" cy="616225"/>
            </a:xfrm>
          </p:grpSpPr>
          <p:sp>
            <p:nvSpPr>
              <p:cNvPr id="615" name="Google Shape;615;p38"/>
              <p:cNvSpPr/>
              <p:nvPr/>
            </p:nvSpPr>
            <p:spPr>
              <a:xfrm>
                <a:off x="5298975" y="3412225"/>
                <a:ext cx="576450" cy="515275"/>
              </a:xfrm>
              <a:custGeom>
                <a:rect b="b" l="l" r="r" t="t"/>
                <a:pathLst>
                  <a:path extrusionOk="0" h="20611" w="23058">
                    <a:moveTo>
                      <a:pt x="18015" y="1"/>
                    </a:moveTo>
                    <a:lnTo>
                      <a:pt x="17890" y="42"/>
                    </a:lnTo>
                    <a:lnTo>
                      <a:pt x="17806" y="147"/>
                    </a:lnTo>
                    <a:lnTo>
                      <a:pt x="17806" y="335"/>
                    </a:lnTo>
                    <a:lnTo>
                      <a:pt x="17764" y="524"/>
                    </a:lnTo>
                    <a:lnTo>
                      <a:pt x="17764" y="565"/>
                    </a:lnTo>
                    <a:lnTo>
                      <a:pt x="17722" y="670"/>
                    </a:lnTo>
                    <a:lnTo>
                      <a:pt x="17660" y="670"/>
                    </a:lnTo>
                    <a:lnTo>
                      <a:pt x="17597" y="858"/>
                    </a:lnTo>
                    <a:lnTo>
                      <a:pt x="17492" y="1005"/>
                    </a:lnTo>
                    <a:lnTo>
                      <a:pt x="17576" y="1089"/>
                    </a:lnTo>
                    <a:lnTo>
                      <a:pt x="17681" y="1172"/>
                    </a:lnTo>
                    <a:lnTo>
                      <a:pt x="17618" y="1214"/>
                    </a:lnTo>
                    <a:lnTo>
                      <a:pt x="17555" y="1193"/>
                    </a:lnTo>
                    <a:lnTo>
                      <a:pt x="17492" y="1319"/>
                    </a:lnTo>
                    <a:lnTo>
                      <a:pt x="17450" y="1423"/>
                    </a:lnTo>
                    <a:lnTo>
                      <a:pt x="17513" y="1570"/>
                    </a:lnTo>
                    <a:lnTo>
                      <a:pt x="17513" y="1674"/>
                    </a:lnTo>
                    <a:lnTo>
                      <a:pt x="17450" y="1633"/>
                    </a:lnTo>
                    <a:lnTo>
                      <a:pt x="17367" y="1674"/>
                    </a:lnTo>
                    <a:lnTo>
                      <a:pt x="17304" y="1946"/>
                    </a:lnTo>
                    <a:lnTo>
                      <a:pt x="17367" y="2156"/>
                    </a:lnTo>
                    <a:lnTo>
                      <a:pt x="17346" y="2365"/>
                    </a:lnTo>
                    <a:lnTo>
                      <a:pt x="17388" y="2511"/>
                    </a:lnTo>
                    <a:lnTo>
                      <a:pt x="17388" y="2679"/>
                    </a:lnTo>
                    <a:lnTo>
                      <a:pt x="17262" y="2783"/>
                    </a:lnTo>
                    <a:lnTo>
                      <a:pt x="17262" y="2867"/>
                    </a:lnTo>
                    <a:lnTo>
                      <a:pt x="17157" y="3097"/>
                    </a:lnTo>
                    <a:lnTo>
                      <a:pt x="17137" y="3411"/>
                    </a:lnTo>
                    <a:lnTo>
                      <a:pt x="17032" y="3558"/>
                    </a:lnTo>
                    <a:lnTo>
                      <a:pt x="17074" y="3662"/>
                    </a:lnTo>
                    <a:lnTo>
                      <a:pt x="16990" y="3830"/>
                    </a:lnTo>
                    <a:lnTo>
                      <a:pt x="16885" y="3934"/>
                    </a:lnTo>
                    <a:lnTo>
                      <a:pt x="16885" y="4143"/>
                    </a:lnTo>
                    <a:lnTo>
                      <a:pt x="16718" y="4290"/>
                    </a:lnTo>
                    <a:lnTo>
                      <a:pt x="16341" y="4436"/>
                    </a:lnTo>
                    <a:lnTo>
                      <a:pt x="16195" y="4332"/>
                    </a:lnTo>
                    <a:lnTo>
                      <a:pt x="16028" y="4311"/>
                    </a:lnTo>
                    <a:lnTo>
                      <a:pt x="15944" y="4227"/>
                    </a:lnTo>
                    <a:lnTo>
                      <a:pt x="15818" y="4102"/>
                    </a:lnTo>
                    <a:lnTo>
                      <a:pt x="15818" y="4039"/>
                    </a:lnTo>
                    <a:lnTo>
                      <a:pt x="15776" y="3997"/>
                    </a:lnTo>
                    <a:lnTo>
                      <a:pt x="15735" y="3871"/>
                    </a:lnTo>
                    <a:lnTo>
                      <a:pt x="15609" y="3830"/>
                    </a:lnTo>
                    <a:lnTo>
                      <a:pt x="15484" y="3788"/>
                    </a:lnTo>
                    <a:lnTo>
                      <a:pt x="15316" y="3788"/>
                    </a:lnTo>
                    <a:lnTo>
                      <a:pt x="15149" y="3683"/>
                    </a:lnTo>
                    <a:lnTo>
                      <a:pt x="15107" y="3578"/>
                    </a:lnTo>
                    <a:lnTo>
                      <a:pt x="14981" y="3411"/>
                    </a:lnTo>
                    <a:lnTo>
                      <a:pt x="14835" y="3390"/>
                    </a:lnTo>
                    <a:lnTo>
                      <a:pt x="14688" y="3306"/>
                    </a:lnTo>
                    <a:lnTo>
                      <a:pt x="14688" y="3244"/>
                    </a:lnTo>
                    <a:lnTo>
                      <a:pt x="14626" y="3244"/>
                    </a:lnTo>
                    <a:lnTo>
                      <a:pt x="14563" y="3181"/>
                    </a:lnTo>
                    <a:lnTo>
                      <a:pt x="14437" y="3181"/>
                    </a:lnTo>
                    <a:lnTo>
                      <a:pt x="14333" y="3160"/>
                    </a:lnTo>
                    <a:lnTo>
                      <a:pt x="14354" y="3097"/>
                    </a:lnTo>
                    <a:lnTo>
                      <a:pt x="14207" y="2993"/>
                    </a:lnTo>
                    <a:lnTo>
                      <a:pt x="14165" y="2867"/>
                    </a:lnTo>
                    <a:lnTo>
                      <a:pt x="14040" y="2721"/>
                    </a:lnTo>
                    <a:lnTo>
                      <a:pt x="13935" y="2721"/>
                    </a:lnTo>
                    <a:lnTo>
                      <a:pt x="13810" y="2553"/>
                    </a:lnTo>
                    <a:lnTo>
                      <a:pt x="13810" y="2428"/>
                    </a:lnTo>
                    <a:lnTo>
                      <a:pt x="13914" y="2239"/>
                    </a:lnTo>
                    <a:lnTo>
                      <a:pt x="13935" y="2114"/>
                    </a:lnTo>
                    <a:lnTo>
                      <a:pt x="14061" y="2030"/>
                    </a:lnTo>
                    <a:lnTo>
                      <a:pt x="14103" y="1884"/>
                    </a:lnTo>
                    <a:lnTo>
                      <a:pt x="14144" y="1779"/>
                    </a:lnTo>
                    <a:lnTo>
                      <a:pt x="14040" y="1821"/>
                    </a:lnTo>
                    <a:lnTo>
                      <a:pt x="13956" y="1674"/>
                    </a:lnTo>
                    <a:lnTo>
                      <a:pt x="14061" y="1591"/>
                    </a:lnTo>
                    <a:lnTo>
                      <a:pt x="14040" y="1486"/>
                    </a:lnTo>
                    <a:lnTo>
                      <a:pt x="14124" y="1486"/>
                    </a:lnTo>
                    <a:lnTo>
                      <a:pt x="14165" y="1465"/>
                    </a:lnTo>
                    <a:lnTo>
                      <a:pt x="14228" y="1486"/>
                    </a:lnTo>
                    <a:lnTo>
                      <a:pt x="14333" y="1507"/>
                    </a:lnTo>
                    <a:lnTo>
                      <a:pt x="14458" y="1465"/>
                    </a:lnTo>
                    <a:lnTo>
                      <a:pt x="14521" y="1319"/>
                    </a:lnTo>
                    <a:lnTo>
                      <a:pt x="14416" y="1256"/>
                    </a:lnTo>
                    <a:lnTo>
                      <a:pt x="14479" y="1172"/>
                    </a:lnTo>
                    <a:lnTo>
                      <a:pt x="14563" y="1193"/>
                    </a:lnTo>
                    <a:lnTo>
                      <a:pt x="14626" y="1005"/>
                    </a:lnTo>
                    <a:lnTo>
                      <a:pt x="14688" y="963"/>
                    </a:lnTo>
                    <a:lnTo>
                      <a:pt x="14772" y="858"/>
                    </a:lnTo>
                    <a:lnTo>
                      <a:pt x="14772" y="796"/>
                    </a:lnTo>
                    <a:lnTo>
                      <a:pt x="14668" y="754"/>
                    </a:lnTo>
                    <a:lnTo>
                      <a:pt x="14584" y="837"/>
                    </a:lnTo>
                    <a:lnTo>
                      <a:pt x="14521" y="796"/>
                    </a:lnTo>
                    <a:lnTo>
                      <a:pt x="14521" y="586"/>
                    </a:lnTo>
                    <a:lnTo>
                      <a:pt x="14416" y="649"/>
                    </a:lnTo>
                    <a:lnTo>
                      <a:pt x="14270" y="796"/>
                    </a:lnTo>
                    <a:lnTo>
                      <a:pt x="14333" y="837"/>
                    </a:lnTo>
                    <a:lnTo>
                      <a:pt x="14333" y="900"/>
                    </a:lnTo>
                    <a:lnTo>
                      <a:pt x="14249" y="963"/>
                    </a:lnTo>
                    <a:lnTo>
                      <a:pt x="14144" y="900"/>
                    </a:lnTo>
                    <a:lnTo>
                      <a:pt x="14124" y="837"/>
                    </a:lnTo>
                    <a:lnTo>
                      <a:pt x="14103" y="775"/>
                    </a:lnTo>
                    <a:lnTo>
                      <a:pt x="14040" y="858"/>
                    </a:lnTo>
                    <a:lnTo>
                      <a:pt x="13956" y="879"/>
                    </a:lnTo>
                    <a:lnTo>
                      <a:pt x="13956" y="796"/>
                    </a:lnTo>
                    <a:lnTo>
                      <a:pt x="14040" y="733"/>
                    </a:lnTo>
                    <a:lnTo>
                      <a:pt x="14061" y="670"/>
                    </a:lnTo>
                    <a:lnTo>
                      <a:pt x="13998" y="691"/>
                    </a:lnTo>
                    <a:lnTo>
                      <a:pt x="13914" y="775"/>
                    </a:lnTo>
                    <a:lnTo>
                      <a:pt x="13789" y="837"/>
                    </a:lnTo>
                    <a:lnTo>
                      <a:pt x="13789" y="858"/>
                    </a:lnTo>
                    <a:lnTo>
                      <a:pt x="13705" y="879"/>
                    </a:lnTo>
                    <a:lnTo>
                      <a:pt x="13684" y="837"/>
                    </a:lnTo>
                    <a:lnTo>
                      <a:pt x="13538" y="837"/>
                    </a:lnTo>
                    <a:lnTo>
                      <a:pt x="13538" y="775"/>
                    </a:lnTo>
                    <a:lnTo>
                      <a:pt x="13475" y="649"/>
                    </a:lnTo>
                    <a:lnTo>
                      <a:pt x="13412" y="649"/>
                    </a:lnTo>
                    <a:lnTo>
                      <a:pt x="13287" y="691"/>
                    </a:lnTo>
                    <a:lnTo>
                      <a:pt x="13182" y="670"/>
                    </a:lnTo>
                    <a:lnTo>
                      <a:pt x="13119" y="691"/>
                    </a:lnTo>
                    <a:lnTo>
                      <a:pt x="13077" y="628"/>
                    </a:lnTo>
                    <a:lnTo>
                      <a:pt x="13015" y="628"/>
                    </a:lnTo>
                    <a:lnTo>
                      <a:pt x="12973" y="482"/>
                    </a:lnTo>
                    <a:lnTo>
                      <a:pt x="12847" y="545"/>
                    </a:lnTo>
                    <a:lnTo>
                      <a:pt x="12701" y="524"/>
                    </a:lnTo>
                    <a:lnTo>
                      <a:pt x="12575" y="461"/>
                    </a:lnTo>
                    <a:lnTo>
                      <a:pt x="12575" y="377"/>
                    </a:lnTo>
                    <a:lnTo>
                      <a:pt x="12491" y="273"/>
                    </a:lnTo>
                    <a:lnTo>
                      <a:pt x="12450" y="273"/>
                    </a:lnTo>
                    <a:lnTo>
                      <a:pt x="12450" y="335"/>
                    </a:lnTo>
                    <a:lnTo>
                      <a:pt x="12282" y="377"/>
                    </a:lnTo>
                    <a:lnTo>
                      <a:pt x="12240" y="273"/>
                    </a:lnTo>
                    <a:lnTo>
                      <a:pt x="12136" y="252"/>
                    </a:lnTo>
                    <a:lnTo>
                      <a:pt x="11968" y="168"/>
                    </a:lnTo>
                    <a:lnTo>
                      <a:pt x="11968" y="210"/>
                    </a:lnTo>
                    <a:lnTo>
                      <a:pt x="11906" y="147"/>
                    </a:lnTo>
                    <a:lnTo>
                      <a:pt x="11801" y="231"/>
                    </a:lnTo>
                    <a:lnTo>
                      <a:pt x="11906" y="314"/>
                    </a:lnTo>
                    <a:lnTo>
                      <a:pt x="11864" y="335"/>
                    </a:lnTo>
                    <a:lnTo>
                      <a:pt x="11968" y="356"/>
                    </a:lnTo>
                    <a:lnTo>
                      <a:pt x="12073" y="335"/>
                    </a:lnTo>
                    <a:lnTo>
                      <a:pt x="12240" y="461"/>
                    </a:lnTo>
                    <a:lnTo>
                      <a:pt x="12240" y="545"/>
                    </a:lnTo>
                    <a:lnTo>
                      <a:pt x="12261" y="733"/>
                    </a:lnTo>
                    <a:lnTo>
                      <a:pt x="12136" y="733"/>
                    </a:lnTo>
                    <a:lnTo>
                      <a:pt x="12115" y="858"/>
                    </a:lnTo>
                    <a:lnTo>
                      <a:pt x="12052" y="775"/>
                    </a:lnTo>
                    <a:lnTo>
                      <a:pt x="11968" y="754"/>
                    </a:lnTo>
                    <a:lnTo>
                      <a:pt x="11864" y="837"/>
                    </a:lnTo>
                    <a:lnTo>
                      <a:pt x="11550" y="837"/>
                    </a:lnTo>
                    <a:lnTo>
                      <a:pt x="11424" y="733"/>
                    </a:lnTo>
                    <a:lnTo>
                      <a:pt x="11403" y="775"/>
                    </a:lnTo>
                    <a:lnTo>
                      <a:pt x="11278" y="837"/>
                    </a:lnTo>
                    <a:lnTo>
                      <a:pt x="11299" y="942"/>
                    </a:lnTo>
                    <a:lnTo>
                      <a:pt x="11194" y="900"/>
                    </a:lnTo>
                    <a:lnTo>
                      <a:pt x="11215" y="1068"/>
                    </a:lnTo>
                    <a:lnTo>
                      <a:pt x="11173" y="1005"/>
                    </a:lnTo>
                    <a:lnTo>
                      <a:pt x="11027" y="963"/>
                    </a:lnTo>
                    <a:lnTo>
                      <a:pt x="10985" y="1047"/>
                    </a:lnTo>
                    <a:lnTo>
                      <a:pt x="11027" y="1109"/>
                    </a:lnTo>
                    <a:lnTo>
                      <a:pt x="11027" y="1172"/>
                    </a:lnTo>
                    <a:lnTo>
                      <a:pt x="10880" y="1109"/>
                    </a:lnTo>
                    <a:lnTo>
                      <a:pt x="10818" y="1193"/>
                    </a:lnTo>
                    <a:lnTo>
                      <a:pt x="10880" y="1256"/>
                    </a:lnTo>
                    <a:lnTo>
                      <a:pt x="10797" y="1298"/>
                    </a:lnTo>
                    <a:lnTo>
                      <a:pt x="10713" y="1361"/>
                    </a:lnTo>
                    <a:lnTo>
                      <a:pt x="10713" y="1402"/>
                    </a:lnTo>
                    <a:lnTo>
                      <a:pt x="10797" y="1507"/>
                    </a:lnTo>
                    <a:lnTo>
                      <a:pt x="10818" y="1570"/>
                    </a:lnTo>
                    <a:lnTo>
                      <a:pt x="10818" y="1570"/>
                    </a:lnTo>
                    <a:lnTo>
                      <a:pt x="10713" y="1507"/>
                    </a:lnTo>
                    <a:lnTo>
                      <a:pt x="10650" y="1591"/>
                    </a:lnTo>
                    <a:lnTo>
                      <a:pt x="10546" y="1591"/>
                    </a:lnTo>
                    <a:lnTo>
                      <a:pt x="10462" y="1737"/>
                    </a:lnTo>
                    <a:lnTo>
                      <a:pt x="10357" y="1925"/>
                    </a:lnTo>
                    <a:lnTo>
                      <a:pt x="10274" y="1946"/>
                    </a:lnTo>
                    <a:lnTo>
                      <a:pt x="10253" y="2114"/>
                    </a:lnTo>
                    <a:lnTo>
                      <a:pt x="10148" y="2156"/>
                    </a:lnTo>
                    <a:lnTo>
                      <a:pt x="10232" y="2239"/>
                    </a:lnTo>
                    <a:lnTo>
                      <a:pt x="10441" y="2260"/>
                    </a:lnTo>
                    <a:lnTo>
                      <a:pt x="10357" y="2302"/>
                    </a:lnTo>
                    <a:lnTo>
                      <a:pt x="10294" y="2365"/>
                    </a:lnTo>
                    <a:lnTo>
                      <a:pt x="10546" y="2449"/>
                    </a:lnTo>
                    <a:lnTo>
                      <a:pt x="10462" y="2511"/>
                    </a:lnTo>
                    <a:lnTo>
                      <a:pt x="10294" y="2469"/>
                    </a:lnTo>
                    <a:lnTo>
                      <a:pt x="10253" y="2407"/>
                    </a:lnTo>
                    <a:lnTo>
                      <a:pt x="10253" y="2407"/>
                    </a:lnTo>
                    <a:lnTo>
                      <a:pt x="10274" y="2469"/>
                    </a:lnTo>
                    <a:lnTo>
                      <a:pt x="10357" y="2553"/>
                    </a:lnTo>
                    <a:lnTo>
                      <a:pt x="10357" y="2679"/>
                    </a:lnTo>
                    <a:lnTo>
                      <a:pt x="10462" y="2825"/>
                    </a:lnTo>
                    <a:lnTo>
                      <a:pt x="10294" y="2679"/>
                    </a:lnTo>
                    <a:lnTo>
                      <a:pt x="10232" y="2532"/>
                    </a:lnTo>
                    <a:lnTo>
                      <a:pt x="10127" y="2511"/>
                    </a:lnTo>
                    <a:lnTo>
                      <a:pt x="10085" y="2574"/>
                    </a:lnTo>
                    <a:lnTo>
                      <a:pt x="10064" y="2658"/>
                    </a:lnTo>
                    <a:lnTo>
                      <a:pt x="10043" y="2574"/>
                    </a:lnTo>
                    <a:lnTo>
                      <a:pt x="9813" y="2428"/>
                    </a:lnTo>
                    <a:lnTo>
                      <a:pt x="9625" y="2449"/>
                    </a:lnTo>
                    <a:lnTo>
                      <a:pt x="9667" y="2511"/>
                    </a:lnTo>
                    <a:lnTo>
                      <a:pt x="9625" y="2574"/>
                    </a:lnTo>
                    <a:lnTo>
                      <a:pt x="9562" y="2532"/>
                    </a:lnTo>
                    <a:lnTo>
                      <a:pt x="9520" y="2532"/>
                    </a:lnTo>
                    <a:lnTo>
                      <a:pt x="9458" y="2574"/>
                    </a:lnTo>
                    <a:lnTo>
                      <a:pt x="9541" y="2721"/>
                    </a:lnTo>
                    <a:lnTo>
                      <a:pt x="9520" y="2762"/>
                    </a:lnTo>
                    <a:lnTo>
                      <a:pt x="9499" y="2721"/>
                    </a:lnTo>
                    <a:lnTo>
                      <a:pt x="9437" y="2741"/>
                    </a:lnTo>
                    <a:lnTo>
                      <a:pt x="9437" y="2783"/>
                    </a:lnTo>
                    <a:lnTo>
                      <a:pt x="9332" y="2846"/>
                    </a:lnTo>
                    <a:lnTo>
                      <a:pt x="9186" y="2888"/>
                    </a:lnTo>
                    <a:lnTo>
                      <a:pt x="9311" y="2825"/>
                    </a:lnTo>
                    <a:lnTo>
                      <a:pt x="9395" y="2721"/>
                    </a:lnTo>
                    <a:lnTo>
                      <a:pt x="9395" y="2532"/>
                    </a:lnTo>
                    <a:lnTo>
                      <a:pt x="9458" y="2428"/>
                    </a:lnTo>
                    <a:lnTo>
                      <a:pt x="9416" y="2344"/>
                    </a:lnTo>
                    <a:lnTo>
                      <a:pt x="9311" y="2323"/>
                    </a:lnTo>
                    <a:lnTo>
                      <a:pt x="9144" y="2030"/>
                    </a:lnTo>
                    <a:lnTo>
                      <a:pt x="9081" y="1905"/>
                    </a:lnTo>
                    <a:lnTo>
                      <a:pt x="8893" y="1842"/>
                    </a:lnTo>
                    <a:lnTo>
                      <a:pt x="8788" y="1800"/>
                    </a:lnTo>
                    <a:lnTo>
                      <a:pt x="8725" y="1821"/>
                    </a:lnTo>
                    <a:lnTo>
                      <a:pt x="8788" y="1884"/>
                    </a:lnTo>
                    <a:lnTo>
                      <a:pt x="8704" y="1905"/>
                    </a:lnTo>
                    <a:lnTo>
                      <a:pt x="8621" y="2030"/>
                    </a:lnTo>
                    <a:lnTo>
                      <a:pt x="8558" y="2009"/>
                    </a:lnTo>
                    <a:lnTo>
                      <a:pt x="8579" y="1946"/>
                    </a:lnTo>
                    <a:lnTo>
                      <a:pt x="8474" y="1988"/>
                    </a:lnTo>
                    <a:lnTo>
                      <a:pt x="8453" y="2051"/>
                    </a:lnTo>
                    <a:lnTo>
                      <a:pt x="8370" y="1884"/>
                    </a:lnTo>
                    <a:lnTo>
                      <a:pt x="8307" y="1884"/>
                    </a:lnTo>
                    <a:lnTo>
                      <a:pt x="8286" y="1946"/>
                    </a:lnTo>
                    <a:lnTo>
                      <a:pt x="8370" y="2009"/>
                    </a:lnTo>
                    <a:lnTo>
                      <a:pt x="8265" y="2093"/>
                    </a:lnTo>
                    <a:lnTo>
                      <a:pt x="8202" y="2218"/>
                    </a:lnTo>
                    <a:lnTo>
                      <a:pt x="8265" y="2260"/>
                    </a:lnTo>
                    <a:lnTo>
                      <a:pt x="8139" y="2344"/>
                    </a:lnTo>
                    <a:lnTo>
                      <a:pt x="8077" y="2260"/>
                    </a:lnTo>
                    <a:lnTo>
                      <a:pt x="8035" y="2260"/>
                    </a:lnTo>
                    <a:lnTo>
                      <a:pt x="7993" y="2197"/>
                    </a:lnTo>
                    <a:lnTo>
                      <a:pt x="8077" y="2114"/>
                    </a:lnTo>
                    <a:lnTo>
                      <a:pt x="7993" y="2114"/>
                    </a:lnTo>
                    <a:lnTo>
                      <a:pt x="7951" y="2239"/>
                    </a:lnTo>
                    <a:lnTo>
                      <a:pt x="7846" y="2260"/>
                    </a:lnTo>
                    <a:lnTo>
                      <a:pt x="7784" y="2323"/>
                    </a:lnTo>
                    <a:lnTo>
                      <a:pt x="7763" y="2449"/>
                    </a:lnTo>
                    <a:lnTo>
                      <a:pt x="7951" y="2511"/>
                    </a:lnTo>
                    <a:lnTo>
                      <a:pt x="7784" y="2637"/>
                    </a:lnTo>
                    <a:lnTo>
                      <a:pt x="7679" y="2574"/>
                    </a:lnTo>
                    <a:lnTo>
                      <a:pt x="7533" y="2658"/>
                    </a:lnTo>
                    <a:lnTo>
                      <a:pt x="7554" y="2741"/>
                    </a:lnTo>
                    <a:lnTo>
                      <a:pt x="7742" y="2762"/>
                    </a:lnTo>
                    <a:lnTo>
                      <a:pt x="7658" y="2846"/>
                    </a:lnTo>
                    <a:lnTo>
                      <a:pt x="7574" y="2867"/>
                    </a:lnTo>
                    <a:lnTo>
                      <a:pt x="7470" y="2741"/>
                    </a:lnTo>
                    <a:lnTo>
                      <a:pt x="7365" y="2846"/>
                    </a:lnTo>
                    <a:lnTo>
                      <a:pt x="7261" y="2867"/>
                    </a:lnTo>
                    <a:lnTo>
                      <a:pt x="7302" y="2951"/>
                    </a:lnTo>
                    <a:lnTo>
                      <a:pt x="7323" y="3034"/>
                    </a:lnTo>
                    <a:lnTo>
                      <a:pt x="7323" y="3097"/>
                    </a:lnTo>
                    <a:lnTo>
                      <a:pt x="7407" y="3076"/>
                    </a:lnTo>
                    <a:lnTo>
                      <a:pt x="7323" y="3181"/>
                    </a:lnTo>
                    <a:lnTo>
                      <a:pt x="7365" y="3286"/>
                    </a:lnTo>
                    <a:lnTo>
                      <a:pt x="7261" y="3306"/>
                    </a:lnTo>
                    <a:lnTo>
                      <a:pt x="7219" y="3390"/>
                    </a:lnTo>
                    <a:lnTo>
                      <a:pt x="7407" y="3453"/>
                    </a:lnTo>
                    <a:lnTo>
                      <a:pt x="7302" y="3495"/>
                    </a:lnTo>
                    <a:lnTo>
                      <a:pt x="7261" y="3558"/>
                    </a:lnTo>
                    <a:lnTo>
                      <a:pt x="7135" y="3516"/>
                    </a:lnTo>
                    <a:lnTo>
                      <a:pt x="7093" y="3453"/>
                    </a:lnTo>
                    <a:lnTo>
                      <a:pt x="7009" y="3390"/>
                    </a:lnTo>
                    <a:lnTo>
                      <a:pt x="6905" y="3474"/>
                    </a:lnTo>
                    <a:lnTo>
                      <a:pt x="6884" y="3369"/>
                    </a:lnTo>
                    <a:lnTo>
                      <a:pt x="6779" y="3306"/>
                    </a:lnTo>
                    <a:lnTo>
                      <a:pt x="6696" y="3369"/>
                    </a:lnTo>
                    <a:lnTo>
                      <a:pt x="6821" y="3474"/>
                    </a:lnTo>
                    <a:lnTo>
                      <a:pt x="6779" y="3495"/>
                    </a:lnTo>
                    <a:lnTo>
                      <a:pt x="6717" y="3599"/>
                    </a:lnTo>
                    <a:lnTo>
                      <a:pt x="6821" y="3704"/>
                    </a:lnTo>
                    <a:lnTo>
                      <a:pt x="6947" y="3704"/>
                    </a:lnTo>
                    <a:lnTo>
                      <a:pt x="6905" y="3809"/>
                    </a:lnTo>
                    <a:lnTo>
                      <a:pt x="6905" y="3913"/>
                    </a:lnTo>
                    <a:lnTo>
                      <a:pt x="6842" y="3871"/>
                    </a:lnTo>
                    <a:lnTo>
                      <a:pt x="6779" y="3871"/>
                    </a:lnTo>
                    <a:lnTo>
                      <a:pt x="6800" y="3997"/>
                    </a:lnTo>
                    <a:lnTo>
                      <a:pt x="6737" y="4122"/>
                    </a:lnTo>
                    <a:lnTo>
                      <a:pt x="6737" y="4248"/>
                    </a:lnTo>
                    <a:lnTo>
                      <a:pt x="6570" y="3871"/>
                    </a:lnTo>
                    <a:lnTo>
                      <a:pt x="6424" y="3620"/>
                    </a:lnTo>
                    <a:lnTo>
                      <a:pt x="6382" y="3558"/>
                    </a:lnTo>
                    <a:lnTo>
                      <a:pt x="6403" y="3390"/>
                    </a:lnTo>
                    <a:lnTo>
                      <a:pt x="6361" y="3474"/>
                    </a:lnTo>
                    <a:lnTo>
                      <a:pt x="6214" y="3558"/>
                    </a:lnTo>
                    <a:lnTo>
                      <a:pt x="6193" y="3704"/>
                    </a:lnTo>
                    <a:lnTo>
                      <a:pt x="6110" y="3725"/>
                    </a:lnTo>
                    <a:lnTo>
                      <a:pt x="6089" y="3809"/>
                    </a:lnTo>
                    <a:lnTo>
                      <a:pt x="5984" y="3788"/>
                    </a:lnTo>
                    <a:lnTo>
                      <a:pt x="5901" y="3892"/>
                    </a:lnTo>
                    <a:lnTo>
                      <a:pt x="5838" y="3976"/>
                    </a:lnTo>
                    <a:lnTo>
                      <a:pt x="5859" y="4102"/>
                    </a:lnTo>
                    <a:lnTo>
                      <a:pt x="5859" y="4415"/>
                    </a:lnTo>
                    <a:lnTo>
                      <a:pt x="5901" y="4436"/>
                    </a:lnTo>
                    <a:lnTo>
                      <a:pt x="5901" y="4541"/>
                    </a:lnTo>
                    <a:lnTo>
                      <a:pt x="5796" y="4604"/>
                    </a:lnTo>
                    <a:lnTo>
                      <a:pt x="5733" y="4708"/>
                    </a:lnTo>
                    <a:lnTo>
                      <a:pt x="5566" y="4750"/>
                    </a:lnTo>
                    <a:lnTo>
                      <a:pt x="5587" y="4834"/>
                    </a:lnTo>
                    <a:lnTo>
                      <a:pt x="5461" y="4918"/>
                    </a:lnTo>
                    <a:lnTo>
                      <a:pt x="5461" y="5064"/>
                    </a:lnTo>
                    <a:lnTo>
                      <a:pt x="5377" y="5127"/>
                    </a:lnTo>
                    <a:lnTo>
                      <a:pt x="5210" y="5378"/>
                    </a:lnTo>
                    <a:lnTo>
                      <a:pt x="4854" y="5587"/>
                    </a:lnTo>
                    <a:lnTo>
                      <a:pt x="4561" y="5608"/>
                    </a:lnTo>
                    <a:lnTo>
                      <a:pt x="4436" y="5650"/>
                    </a:lnTo>
                    <a:lnTo>
                      <a:pt x="4268" y="5671"/>
                    </a:lnTo>
                    <a:lnTo>
                      <a:pt x="4122" y="5692"/>
                    </a:lnTo>
                    <a:lnTo>
                      <a:pt x="3996" y="5671"/>
                    </a:lnTo>
                    <a:lnTo>
                      <a:pt x="3808" y="5754"/>
                    </a:lnTo>
                    <a:lnTo>
                      <a:pt x="3787" y="5859"/>
                    </a:lnTo>
                    <a:lnTo>
                      <a:pt x="3683" y="5901"/>
                    </a:lnTo>
                    <a:lnTo>
                      <a:pt x="3285" y="5880"/>
                    </a:lnTo>
                    <a:lnTo>
                      <a:pt x="3222" y="5922"/>
                    </a:lnTo>
                    <a:lnTo>
                      <a:pt x="3160" y="6027"/>
                    </a:lnTo>
                    <a:lnTo>
                      <a:pt x="2929" y="6131"/>
                    </a:lnTo>
                    <a:lnTo>
                      <a:pt x="2762" y="6131"/>
                    </a:lnTo>
                    <a:lnTo>
                      <a:pt x="2657" y="6089"/>
                    </a:lnTo>
                    <a:lnTo>
                      <a:pt x="2553" y="6110"/>
                    </a:lnTo>
                    <a:lnTo>
                      <a:pt x="2532" y="6027"/>
                    </a:lnTo>
                    <a:lnTo>
                      <a:pt x="2427" y="6089"/>
                    </a:lnTo>
                    <a:lnTo>
                      <a:pt x="2344" y="6215"/>
                    </a:lnTo>
                    <a:lnTo>
                      <a:pt x="2113" y="6278"/>
                    </a:lnTo>
                    <a:lnTo>
                      <a:pt x="2092" y="6319"/>
                    </a:lnTo>
                    <a:lnTo>
                      <a:pt x="2009" y="6319"/>
                    </a:lnTo>
                    <a:lnTo>
                      <a:pt x="1820" y="6487"/>
                    </a:lnTo>
                    <a:lnTo>
                      <a:pt x="1569" y="6612"/>
                    </a:lnTo>
                    <a:lnTo>
                      <a:pt x="1255" y="6717"/>
                    </a:lnTo>
                    <a:lnTo>
                      <a:pt x="1088" y="6905"/>
                    </a:lnTo>
                    <a:lnTo>
                      <a:pt x="1088" y="7115"/>
                    </a:lnTo>
                    <a:lnTo>
                      <a:pt x="963" y="7219"/>
                    </a:lnTo>
                    <a:lnTo>
                      <a:pt x="879" y="7156"/>
                    </a:lnTo>
                    <a:lnTo>
                      <a:pt x="900" y="7073"/>
                    </a:lnTo>
                    <a:lnTo>
                      <a:pt x="900" y="7010"/>
                    </a:lnTo>
                    <a:lnTo>
                      <a:pt x="963" y="6843"/>
                    </a:lnTo>
                    <a:lnTo>
                      <a:pt x="963" y="6738"/>
                    </a:lnTo>
                    <a:lnTo>
                      <a:pt x="774" y="6863"/>
                    </a:lnTo>
                    <a:lnTo>
                      <a:pt x="732" y="7052"/>
                    </a:lnTo>
                    <a:lnTo>
                      <a:pt x="607" y="7282"/>
                    </a:lnTo>
                    <a:lnTo>
                      <a:pt x="711" y="7470"/>
                    </a:lnTo>
                    <a:lnTo>
                      <a:pt x="628" y="7638"/>
                    </a:lnTo>
                    <a:lnTo>
                      <a:pt x="649" y="7889"/>
                    </a:lnTo>
                    <a:lnTo>
                      <a:pt x="419" y="8161"/>
                    </a:lnTo>
                    <a:lnTo>
                      <a:pt x="335" y="8537"/>
                    </a:lnTo>
                    <a:lnTo>
                      <a:pt x="377" y="8726"/>
                    </a:lnTo>
                    <a:lnTo>
                      <a:pt x="356" y="9019"/>
                    </a:lnTo>
                    <a:lnTo>
                      <a:pt x="565" y="9353"/>
                    </a:lnTo>
                    <a:lnTo>
                      <a:pt x="565" y="9479"/>
                    </a:lnTo>
                    <a:lnTo>
                      <a:pt x="649" y="9584"/>
                    </a:lnTo>
                    <a:lnTo>
                      <a:pt x="565" y="9751"/>
                    </a:lnTo>
                    <a:lnTo>
                      <a:pt x="628" y="9897"/>
                    </a:lnTo>
                    <a:lnTo>
                      <a:pt x="502" y="9960"/>
                    </a:lnTo>
                    <a:lnTo>
                      <a:pt x="439" y="9856"/>
                    </a:lnTo>
                    <a:lnTo>
                      <a:pt x="439" y="9667"/>
                    </a:lnTo>
                    <a:lnTo>
                      <a:pt x="356" y="9772"/>
                    </a:lnTo>
                    <a:lnTo>
                      <a:pt x="335" y="9730"/>
                    </a:lnTo>
                    <a:lnTo>
                      <a:pt x="335" y="9542"/>
                    </a:lnTo>
                    <a:lnTo>
                      <a:pt x="230" y="9312"/>
                    </a:lnTo>
                    <a:lnTo>
                      <a:pt x="147" y="9416"/>
                    </a:lnTo>
                    <a:lnTo>
                      <a:pt x="188" y="9667"/>
                    </a:lnTo>
                    <a:lnTo>
                      <a:pt x="335" y="9835"/>
                    </a:lnTo>
                    <a:lnTo>
                      <a:pt x="439" y="10023"/>
                    </a:lnTo>
                    <a:lnTo>
                      <a:pt x="293" y="10065"/>
                    </a:lnTo>
                    <a:lnTo>
                      <a:pt x="147" y="9897"/>
                    </a:lnTo>
                    <a:lnTo>
                      <a:pt x="126" y="9688"/>
                    </a:lnTo>
                    <a:lnTo>
                      <a:pt x="84" y="9772"/>
                    </a:lnTo>
                    <a:lnTo>
                      <a:pt x="0" y="9835"/>
                    </a:lnTo>
                    <a:lnTo>
                      <a:pt x="105" y="10002"/>
                    </a:lnTo>
                    <a:lnTo>
                      <a:pt x="314" y="10253"/>
                    </a:lnTo>
                    <a:lnTo>
                      <a:pt x="419" y="10588"/>
                    </a:lnTo>
                    <a:lnTo>
                      <a:pt x="377" y="11153"/>
                    </a:lnTo>
                    <a:lnTo>
                      <a:pt x="460" y="11257"/>
                    </a:lnTo>
                    <a:lnTo>
                      <a:pt x="544" y="11592"/>
                    </a:lnTo>
                    <a:lnTo>
                      <a:pt x="711" y="12032"/>
                    </a:lnTo>
                    <a:lnTo>
                      <a:pt x="649" y="12178"/>
                    </a:lnTo>
                    <a:lnTo>
                      <a:pt x="670" y="12827"/>
                    </a:lnTo>
                    <a:lnTo>
                      <a:pt x="649" y="12910"/>
                    </a:lnTo>
                    <a:lnTo>
                      <a:pt x="711" y="13099"/>
                    </a:lnTo>
                    <a:lnTo>
                      <a:pt x="711" y="13308"/>
                    </a:lnTo>
                    <a:lnTo>
                      <a:pt x="837" y="13559"/>
                    </a:lnTo>
                    <a:lnTo>
                      <a:pt x="837" y="13726"/>
                    </a:lnTo>
                    <a:lnTo>
                      <a:pt x="732" y="13810"/>
                    </a:lnTo>
                    <a:lnTo>
                      <a:pt x="774" y="13852"/>
                    </a:lnTo>
                    <a:lnTo>
                      <a:pt x="732" y="14019"/>
                    </a:lnTo>
                    <a:lnTo>
                      <a:pt x="711" y="14270"/>
                    </a:lnTo>
                    <a:lnTo>
                      <a:pt x="628" y="14354"/>
                    </a:lnTo>
                    <a:lnTo>
                      <a:pt x="649" y="14438"/>
                    </a:lnTo>
                    <a:lnTo>
                      <a:pt x="628" y="14584"/>
                    </a:lnTo>
                    <a:lnTo>
                      <a:pt x="523" y="14668"/>
                    </a:lnTo>
                    <a:lnTo>
                      <a:pt x="544" y="14793"/>
                    </a:lnTo>
                    <a:lnTo>
                      <a:pt x="335" y="14961"/>
                    </a:lnTo>
                    <a:lnTo>
                      <a:pt x="251" y="14877"/>
                    </a:lnTo>
                    <a:lnTo>
                      <a:pt x="126" y="15086"/>
                    </a:lnTo>
                    <a:lnTo>
                      <a:pt x="126" y="15442"/>
                    </a:lnTo>
                    <a:lnTo>
                      <a:pt x="209" y="15526"/>
                    </a:lnTo>
                    <a:lnTo>
                      <a:pt x="293" y="15526"/>
                    </a:lnTo>
                    <a:lnTo>
                      <a:pt x="544" y="15756"/>
                    </a:lnTo>
                    <a:lnTo>
                      <a:pt x="544" y="15861"/>
                    </a:lnTo>
                    <a:lnTo>
                      <a:pt x="565" y="15923"/>
                    </a:lnTo>
                    <a:lnTo>
                      <a:pt x="711" y="15944"/>
                    </a:lnTo>
                    <a:lnTo>
                      <a:pt x="753" y="16007"/>
                    </a:lnTo>
                    <a:lnTo>
                      <a:pt x="942" y="16028"/>
                    </a:lnTo>
                    <a:lnTo>
                      <a:pt x="983" y="16028"/>
                    </a:lnTo>
                    <a:lnTo>
                      <a:pt x="1025" y="16070"/>
                    </a:lnTo>
                    <a:lnTo>
                      <a:pt x="1151" y="16070"/>
                    </a:lnTo>
                    <a:lnTo>
                      <a:pt x="1297" y="16049"/>
                    </a:lnTo>
                    <a:lnTo>
                      <a:pt x="1339" y="16133"/>
                    </a:lnTo>
                    <a:lnTo>
                      <a:pt x="1402" y="16070"/>
                    </a:lnTo>
                    <a:lnTo>
                      <a:pt x="1423" y="16112"/>
                    </a:lnTo>
                    <a:lnTo>
                      <a:pt x="1611" y="16070"/>
                    </a:lnTo>
                    <a:lnTo>
                      <a:pt x="1758" y="16070"/>
                    </a:lnTo>
                    <a:lnTo>
                      <a:pt x="1779" y="16007"/>
                    </a:lnTo>
                    <a:lnTo>
                      <a:pt x="1862" y="15965"/>
                    </a:lnTo>
                    <a:lnTo>
                      <a:pt x="1946" y="15840"/>
                    </a:lnTo>
                    <a:lnTo>
                      <a:pt x="2113" y="15861"/>
                    </a:lnTo>
                    <a:lnTo>
                      <a:pt x="2113" y="15756"/>
                    </a:lnTo>
                    <a:lnTo>
                      <a:pt x="2218" y="15693"/>
                    </a:lnTo>
                    <a:lnTo>
                      <a:pt x="2323" y="15693"/>
                    </a:lnTo>
                    <a:lnTo>
                      <a:pt x="2406" y="15777"/>
                    </a:lnTo>
                    <a:lnTo>
                      <a:pt x="2511" y="15651"/>
                    </a:lnTo>
                    <a:lnTo>
                      <a:pt x="2532" y="15693"/>
                    </a:lnTo>
                    <a:lnTo>
                      <a:pt x="2616" y="15651"/>
                    </a:lnTo>
                    <a:lnTo>
                      <a:pt x="2636" y="15526"/>
                    </a:lnTo>
                    <a:lnTo>
                      <a:pt x="2950" y="15317"/>
                    </a:lnTo>
                    <a:lnTo>
                      <a:pt x="3076" y="15338"/>
                    </a:lnTo>
                    <a:lnTo>
                      <a:pt x="3160" y="15379"/>
                    </a:lnTo>
                    <a:lnTo>
                      <a:pt x="3264" y="15317"/>
                    </a:lnTo>
                    <a:lnTo>
                      <a:pt x="3557" y="15233"/>
                    </a:lnTo>
                    <a:lnTo>
                      <a:pt x="3599" y="15317"/>
                    </a:lnTo>
                    <a:lnTo>
                      <a:pt x="3787" y="15254"/>
                    </a:lnTo>
                    <a:lnTo>
                      <a:pt x="3850" y="15296"/>
                    </a:lnTo>
                    <a:lnTo>
                      <a:pt x="3955" y="15317"/>
                    </a:lnTo>
                    <a:lnTo>
                      <a:pt x="4038" y="15254"/>
                    </a:lnTo>
                    <a:lnTo>
                      <a:pt x="4101" y="15400"/>
                    </a:lnTo>
                    <a:lnTo>
                      <a:pt x="4185" y="15400"/>
                    </a:lnTo>
                    <a:lnTo>
                      <a:pt x="4268" y="15338"/>
                    </a:lnTo>
                    <a:lnTo>
                      <a:pt x="4310" y="15400"/>
                    </a:lnTo>
                    <a:lnTo>
                      <a:pt x="4415" y="15338"/>
                    </a:lnTo>
                    <a:lnTo>
                      <a:pt x="4624" y="15338"/>
                    </a:lnTo>
                    <a:lnTo>
                      <a:pt x="4624" y="15442"/>
                    </a:lnTo>
                    <a:lnTo>
                      <a:pt x="4645" y="15442"/>
                    </a:lnTo>
                    <a:lnTo>
                      <a:pt x="4792" y="15338"/>
                    </a:lnTo>
                    <a:lnTo>
                      <a:pt x="4917" y="15379"/>
                    </a:lnTo>
                    <a:lnTo>
                      <a:pt x="5064" y="15254"/>
                    </a:lnTo>
                    <a:lnTo>
                      <a:pt x="5126" y="15128"/>
                    </a:lnTo>
                    <a:lnTo>
                      <a:pt x="5168" y="15107"/>
                    </a:lnTo>
                    <a:lnTo>
                      <a:pt x="5315" y="14982"/>
                    </a:lnTo>
                    <a:lnTo>
                      <a:pt x="5377" y="14773"/>
                    </a:lnTo>
                    <a:lnTo>
                      <a:pt x="5524" y="14668"/>
                    </a:lnTo>
                    <a:lnTo>
                      <a:pt x="5670" y="14647"/>
                    </a:lnTo>
                    <a:lnTo>
                      <a:pt x="5754" y="14668"/>
                    </a:lnTo>
                    <a:lnTo>
                      <a:pt x="5984" y="14584"/>
                    </a:lnTo>
                    <a:lnTo>
                      <a:pt x="6277" y="14396"/>
                    </a:lnTo>
                    <a:lnTo>
                      <a:pt x="6486" y="14208"/>
                    </a:lnTo>
                    <a:lnTo>
                      <a:pt x="6570" y="14187"/>
                    </a:lnTo>
                    <a:lnTo>
                      <a:pt x="6737" y="14187"/>
                    </a:lnTo>
                    <a:lnTo>
                      <a:pt x="6905" y="14249"/>
                    </a:lnTo>
                    <a:lnTo>
                      <a:pt x="7051" y="14270"/>
                    </a:lnTo>
                    <a:lnTo>
                      <a:pt x="7198" y="14208"/>
                    </a:lnTo>
                    <a:lnTo>
                      <a:pt x="7407" y="14249"/>
                    </a:lnTo>
                    <a:lnTo>
                      <a:pt x="7742" y="14145"/>
                    </a:lnTo>
                    <a:lnTo>
                      <a:pt x="7930" y="14082"/>
                    </a:lnTo>
                    <a:lnTo>
                      <a:pt x="8056" y="13977"/>
                    </a:lnTo>
                    <a:lnTo>
                      <a:pt x="8139" y="13977"/>
                    </a:lnTo>
                    <a:lnTo>
                      <a:pt x="8307" y="13852"/>
                    </a:lnTo>
                    <a:lnTo>
                      <a:pt x="8558" y="13852"/>
                    </a:lnTo>
                    <a:lnTo>
                      <a:pt x="9186" y="13810"/>
                    </a:lnTo>
                    <a:lnTo>
                      <a:pt x="9395" y="13852"/>
                    </a:lnTo>
                    <a:lnTo>
                      <a:pt x="9520" y="13852"/>
                    </a:lnTo>
                    <a:lnTo>
                      <a:pt x="9709" y="13810"/>
                    </a:lnTo>
                    <a:lnTo>
                      <a:pt x="9834" y="13831"/>
                    </a:lnTo>
                    <a:lnTo>
                      <a:pt x="10022" y="13977"/>
                    </a:lnTo>
                    <a:lnTo>
                      <a:pt x="10148" y="14208"/>
                    </a:lnTo>
                    <a:lnTo>
                      <a:pt x="10253" y="14249"/>
                    </a:lnTo>
                    <a:lnTo>
                      <a:pt x="10336" y="14187"/>
                    </a:lnTo>
                    <a:lnTo>
                      <a:pt x="10378" y="14166"/>
                    </a:lnTo>
                    <a:lnTo>
                      <a:pt x="10441" y="14208"/>
                    </a:lnTo>
                    <a:lnTo>
                      <a:pt x="10504" y="14187"/>
                    </a:lnTo>
                    <a:lnTo>
                      <a:pt x="10650" y="14208"/>
                    </a:lnTo>
                    <a:lnTo>
                      <a:pt x="10755" y="14354"/>
                    </a:lnTo>
                    <a:lnTo>
                      <a:pt x="10880" y="14375"/>
                    </a:lnTo>
                    <a:lnTo>
                      <a:pt x="10964" y="14354"/>
                    </a:lnTo>
                    <a:lnTo>
                      <a:pt x="11194" y="14542"/>
                    </a:lnTo>
                    <a:lnTo>
                      <a:pt x="11194" y="14647"/>
                    </a:lnTo>
                    <a:lnTo>
                      <a:pt x="11278" y="14647"/>
                    </a:lnTo>
                    <a:lnTo>
                      <a:pt x="11341" y="14731"/>
                    </a:lnTo>
                    <a:lnTo>
                      <a:pt x="11320" y="14814"/>
                    </a:lnTo>
                    <a:lnTo>
                      <a:pt x="11215" y="14814"/>
                    </a:lnTo>
                    <a:lnTo>
                      <a:pt x="11194" y="14898"/>
                    </a:lnTo>
                    <a:lnTo>
                      <a:pt x="11299" y="15107"/>
                    </a:lnTo>
                    <a:lnTo>
                      <a:pt x="11403" y="15128"/>
                    </a:lnTo>
                    <a:lnTo>
                      <a:pt x="11508" y="15254"/>
                    </a:lnTo>
                    <a:lnTo>
                      <a:pt x="11550" y="15421"/>
                    </a:lnTo>
                    <a:lnTo>
                      <a:pt x="11529" y="15526"/>
                    </a:lnTo>
                    <a:lnTo>
                      <a:pt x="11655" y="15819"/>
                    </a:lnTo>
                    <a:lnTo>
                      <a:pt x="11613" y="15944"/>
                    </a:lnTo>
                    <a:lnTo>
                      <a:pt x="11655" y="16007"/>
                    </a:lnTo>
                    <a:lnTo>
                      <a:pt x="11634" y="16154"/>
                    </a:lnTo>
                    <a:lnTo>
                      <a:pt x="11613" y="16237"/>
                    </a:lnTo>
                    <a:lnTo>
                      <a:pt x="11529" y="16216"/>
                    </a:lnTo>
                    <a:lnTo>
                      <a:pt x="11508" y="16237"/>
                    </a:lnTo>
                    <a:lnTo>
                      <a:pt x="11592" y="16363"/>
                    </a:lnTo>
                    <a:lnTo>
                      <a:pt x="11655" y="16384"/>
                    </a:lnTo>
                    <a:lnTo>
                      <a:pt x="11717" y="16530"/>
                    </a:lnTo>
                    <a:lnTo>
                      <a:pt x="11822" y="16488"/>
                    </a:lnTo>
                    <a:lnTo>
                      <a:pt x="11927" y="16572"/>
                    </a:lnTo>
                    <a:lnTo>
                      <a:pt x="11927" y="16467"/>
                    </a:lnTo>
                    <a:lnTo>
                      <a:pt x="11864" y="16363"/>
                    </a:lnTo>
                    <a:lnTo>
                      <a:pt x="11927" y="16300"/>
                    </a:lnTo>
                    <a:lnTo>
                      <a:pt x="11968" y="16174"/>
                    </a:lnTo>
                    <a:lnTo>
                      <a:pt x="12073" y="16174"/>
                    </a:lnTo>
                    <a:lnTo>
                      <a:pt x="12136" y="16070"/>
                    </a:lnTo>
                    <a:lnTo>
                      <a:pt x="12240" y="16028"/>
                    </a:lnTo>
                    <a:lnTo>
                      <a:pt x="12261" y="15923"/>
                    </a:lnTo>
                    <a:lnTo>
                      <a:pt x="12366" y="15777"/>
                    </a:lnTo>
                    <a:lnTo>
                      <a:pt x="12596" y="15693"/>
                    </a:lnTo>
                    <a:lnTo>
                      <a:pt x="12638" y="15610"/>
                    </a:lnTo>
                    <a:lnTo>
                      <a:pt x="12680" y="15610"/>
                    </a:lnTo>
                    <a:lnTo>
                      <a:pt x="12868" y="15505"/>
                    </a:lnTo>
                    <a:lnTo>
                      <a:pt x="12910" y="15338"/>
                    </a:lnTo>
                    <a:lnTo>
                      <a:pt x="13077" y="15107"/>
                    </a:lnTo>
                    <a:lnTo>
                      <a:pt x="13224" y="15086"/>
                    </a:lnTo>
                    <a:lnTo>
                      <a:pt x="13307" y="14982"/>
                    </a:lnTo>
                    <a:lnTo>
                      <a:pt x="13266" y="14856"/>
                    </a:lnTo>
                    <a:lnTo>
                      <a:pt x="13287" y="14710"/>
                    </a:lnTo>
                    <a:lnTo>
                      <a:pt x="13370" y="14877"/>
                    </a:lnTo>
                    <a:lnTo>
                      <a:pt x="13370" y="15024"/>
                    </a:lnTo>
                    <a:lnTo>
                      <a:pt x="13370" y="15191"/>
                    </a:lnTo>
                    <a:lnTo>
                      <a:pt x="13287" y="15254"/>
                    </a:lnTo>
                    <a:lnTo>
                      <a:pt x="13266" y="15547"/>
                    </a:lnTo>
                    <a:lnTo>
                      <a:pt x="13015" y="15714"/>
                    </a:lnTo>
                    <a:lnTo>
                      <a:pt x="12973" y="15840"/>
                    </a:lnTo>
                    <a:lnTo>
                      <a:pt x="12910" y="15923"/>
                    </a:lnTo>
                    <a:lnTo>
                      <a:pt x="12910" y="16070"/>
                    </a:lnTo>
                    <a:lnTo>
                      <a:pt x="12784" y="16258"/>
                    </a:lnTo>
                    <a:lnTo>
                      <a:pt x="12805" y="16300"/>
                    </a:lnTo>
                    <a:lnTo>
                      <a:pt x="12743" y="16593"/>
                    </a:lnTo>
                    <a:lnTo>
                      <a:pt x="12450" y="16572"/>
                    </a:lnTo>
                    <a:lnTo>
                      <a:pt x="12387" y="16739"/>
                    </a:lnTo>
                    <a:lnTo>
                      <a:pt x="12324" y="16823"/>
                    </a:lnTo>
                    <a:lnTo>
                      <a:pt x="12324" y="16886"/>
                    </a:lnTo>
                    <a:lnTo>
                      <a:pt x="12491" y="16823"/>
                    </a:lnTo>
                    <a:lnTo>
                      <a:pt x="12659" y="16760"/>
                    </a:lnTo>
                    <a:lnTo>
                      <a:pt x="12868" y="16823"/>
                    </a:lnTo>
                    <a:lnTo>
                      <a:pt x="13056" y="16530"/>
                    </a:lnTo>
                    <a:lnTo>
                      <a:pt x="13098" y="16216"/>
                    </a:lnTo>
                    <a:lnTo>
                      <a:pt x="13266" y="16049"/>
                    </a:lnTo>
                    <a:lnTo>
                      <a:pt x="13307" y="16112"/>
                    </a:lnTo>
                    <a:lnTo>
                      <a:pt x="13307" y="16384"/>
                    </a:lnTo>
                    <a:lnTo>
                      <a:pt x="13370" y="16551"/>
                    </a:lnTo>
                    <a:lnTo>
                      <a:pt x="13307" y="16551"/>
                    </a:lnTo>
                    <a:lnTo>
                      <a:pt x="13328" y="16823"/>
                    </a:lnTo>
                    <a:lnTo>
                      <a:pt x="13203" y="17074"/>
                    </a:lnTo>
                    <a:lnTo>
                      <a:pt x="12994" y="17158"/>
                    </a:lnTo>
                    <a:lnTo>
                      <a:pt x="13015" y="17221"/>
                    </a:lnTo>
                    <a:lnTo>
                      <a:pt x="13161" y="17200"/>
                    </a:lnTo>
                    <a:lnTo>
                      <a:pt x="13307" y="17221"/>
                    </a:lnTo>
                    <a:lnTo>
                      <a:pt x="13391" y="17158"/>
                    </a:lnTo>
                    <a:lnTo>
                      <a:pt x="13496" y="17116"/>
                    </a:lnTo>
                    <a:lnTo>
                      <a:pt x="13600" y="17011"/>
                    </a:lnTo>
                    <a:lnTo>
                      <a:pt x="13705" y="17053"/>
                    </a:lnTo>
                    <a:lnTo>
                      <a:pt x="13789" y="17053"/>
                    </a:lnTo>
                    <a:lnTo>
                      <a:pt x="13705" y="17158"/>
                    </a:lnTo>
                    <a:lnTo>
                      <a:pt x="13642" y="17221"/>
                    </a:lnTo>
                    <a:lnTo>
                      <a:pt x="13538" y="17221"/>
                    </a:lnTo>
                    <a:lnTo>
                      <a:pt x="13517" y="17283"/>
                    </a:lnTo>
                    <a:lnTo>
                      <a:pt x="13621" y="17430"/>
                    </a:lnTo>
                    <a:lnTo>
                      <a:pt x="13684" y="17576"/>
                    </a:lnTo>
                    <a:lnTo>
                      <a:pt x="13747" y="17744"/>
                    </a:lnTo>
                    <a:lnTo>
                      <a:pt x="13747" y="17953"/>
                    </a:lnTo>
                    <a:lnTo>
                      <a:pt x="13726" y="18225"/>
                    </a:lnTo>
                    <a:lnTo>
                      <a:pt x="13600" y="18371"/>
                    </a:lnTo>
                    <a:lnTo>
                      <a:pt x="13621" y="18455"/>
                    </a:lnTo>
                    <a:lnTo>
                      <a:pt x="13600" y="18664"/>
                    </a:lnTo>
                    <a:lnTo>
                      <a:pt x="13705" y="18748"/>
                    </a:lnTo>
                    <a:lnTo>
                      <a:pt x="13789" y="18895"/>
                    </a:lnTo>
                    <a:lnTo>
                      <a:pt x="13810" y="19083"/>
                    </a:lnTo>
                    <a:lnTo>
                      <a:pt x="14019" y="19355"/>
                    </a:lnTo>
                    <a:lnTo>
                      <a:pt x="14165" y="19397"/>
                    </a:lnTo>
                    <a:lnTo>
                      <a:pt x="14270" y="19480"/>
                    </a:lnTo>
                    <a:lnTo>
                      <a:pt x="14333" y="19606"/>
                    </a:lnTo>
                    <a:lnTo>
                      <a:pt x="14437" y="19627"/>
                    </a:lnTo>
                    <a:lnTo>
                      <a:pt x="14458" y="19585"/>
                    </a:lnTo>
                    <a:lnTo>
                      <a:pt x="14542" y="19564"/>
                    </a:lnTo>
                    <a:lnTo>
                      <a:pt x="14688" y="19585"/>
                    </a:lnTo>
                    <a:lnTo>
                      <a:pt x="14835" y="19731"/>
                    </a:lnTo>
                    <a:lnTo>
                      <a:pt x="14960" y="19773"/>
                    </a:lnTo>
                    <a:lnTo>
                      <a:pt x="15086" y="19899"/>
                    </a:lnTo>
                    <a:lnTo>
                      <a:pt x="15107" y="20003"/>
                    </a:lnTo>
                    <a:lnTo>
                      <a:pt x="15212" y="20045"/>
                    </a:lnTo>
                    <a:lnTo>
                      <a:pt x="15358" y="20192"/>
                    </a:lnTo>
                    <a:lnTo>
                      <a:pt x="15421" y="20192"/>
                    </a:lnTo>
                    <a:lnTo>
                      <a:pt x="15463" y="20108"/>
                    </a:lnTo>
                    <a:lnTo>
                      <a:pt x="15693" y="20003"/>
                    </a:lnTo>
                    <a:lnTo>
                      <a:pt x="15776" y="19899"/>
                    </a:lnTo>
                    <a:lnTo>
                      <a:pt x="15902" y="19899"/>
                    </a:lnTo>
                    <a:lnTo>
                      <a:pt x="16048" y="19773"/>
                    </a:lnTo>
                    <a:lnTo>
                      <a:pt x="16153" y="19773"/>
                    </a:lnTo>
                    <a:lnTo>
                      <a:pt x="16195" y="19711"/>
                    </a:lnTo>
                    <a:lnTo>
                      <a:pt x="16153" y="19669"/>
                    </a:lnTo>
                    <a:lnTo>
                      <a:pt x="16048" y="19627"/>
                    </a:lnTo>
                    <a:lnTo>
                      <a:pt x="16090" y="19564"/>
                    </a:lnTo>
                    <a:lnTo>
                      <a:pt x="16320" y="19397"/>
                    </a:lnTo>
                    <a:lnTo>
                      <a:pt x="16509" y="19522"/>
                    </a:lnTo>
                    <a:lnTo>
                      <a:pt x="16509" y="19669"/>
                    </a:lnTo>
                    <a:lnTo>
                      <a:pt x="16258" y="19794"/>
                    </a:lnTo>
                    <a:lnTo>
                      <a:pt x="16320" y="19899"/>
                    </a:lnTo>
                    <a:lnTo>
                      <a:pt x="16404" y="19920"/>
                    </a:lnTo>
                    <a:lnTo>
                      <a:pt x="16467" y="19815"/>
                    </a:lnTo>
                    <a:lnTo>
                      <a:pt x="16572" y="19731"/>
                    </a:lnTo>
                    <a:lnTo>
                      <a:pt x="16676" y="19815"/>
                    </a:lnTo>
                    <a:lnTo>
                      <a:pt x="16676" y="19920"/>
                    </a:lnTo>
                    <a:lnTo>
                      <a:pt x="16613" y="19920"/>
                    </a:lnTo>
                    <a:lnTo>
                      <a:pt x="16509" y="20003"/>
                    </a:lnTo>
                    <a:lnTo>
                      <a:pt x="16655" y="20192"/>
                    </a:lnTo>
                    <a:lnTo>
                      <a:pt x="16676" y="20401"/>
                    </a:lnTo>
                    <a:lnTo>
                      <a:pt x="16760" y="20338"/>
                    </a:lnTo>
                    <a:lnTo>
                      <a:pt x="16844" y="20359"/>
                    </a:lnTo>
                    <a:lnTo>
                      <a:pt x="16844" y="20464"/>
                    </a:lnTo>
                    <a:lnTo>
                      <a:pt x="16927" y="20610"/>
                    </a:lnTo>
                    <a:lnTo>
                      <a:pt x="16990" y="20443"/>
                    </a:lnTo>
                    <a:lnTo>
                      <a:pt x="16990" y="20296"/>
                    </a:lnTo>
                    <a:lnTo>
                      <a:pt x="16885" y="20359"/>
                    </a:lnTo>
                    <a:lnTo>
                      <a:pt x="16885" y="20317"/>
                    </a:lnTo>
                    <a:lnTo>
                      <a:pt x="16948" y="20234"/>
                    </a:lnTo>
                    <a:lnTo>
                      <a:pt x="17241" y="20234"/>
                    </a:lnTo>
                    <a:lnTo>
                      <a:pt x="17262" y="20296"/>
                    </a:lnTo>
                    <a:lnTo>
                      <a:pt x="17304" y="20234"/>
                    </a:lnTo>
                    <a:lnTo>
                      <a:pt x="17450" y="20024"/>
                    </a:lnTo>
                    <a:lnTo>
                      <a:pt x="17764" y="19836"/>
                    </a:lnTo>
                    <a:lnTo>
                      <a:pt x="17911" y="19711"/>
                    </a:lnTo>
                    <a:lnTo>
                      <a:pt x="17827" y="19711"/>
                    </a:lnTo>
                    <a:lnTo>
                      <a:pt x="17764" y="19731"/>
                    </a:lnTo>
                    <a:lnTo>
                      <a:pt x="17785" y="19711"/>
                    </a:lnTo>
                    <a:lnTo>
                      <a:pt x="17681" y="19669"/>
                    </a:lnTo>
                    <a:lnTo>
                      <a:pt x="17932" y="19669"/>
                    </a:lnTo>
                    <a:lnTo>
                      <a:pt x="18183" y="19606"/>
                    </a:lnTo>
                    <a:lnTo>
                      <a:pt x="18622" y="19501"/>
                    </a:lnTo>
                    <a:lnTo>
                      <a:pt x="18957" y="19585"/>
                    </a:lnTo>
                    <a:lnTo>
                      <a:pt x="19124" y="19501"/>
                    </a:lnTo>
                    <a:lnTo>
                      <a:pt x="19124" y="19397"/>
                    </a:lnTo>
                    <a:lnTo>
                      <a:pt x="19229" y="19397"/>
                    </a:lnTo>
                    <a:lnTo>
                      <a:pt x="19333" y="19313"/>
                    </a:lnTo>
                    <a:lnTo>
                      <a:pt x="19438" y="19104"/>
                    </a:lnTo>
                    <a:lnTo>
                      <a:pt x="19375" y="18895"/>
                    </a:lnTo>
                    <a:lnTo>
                      <a:pt x="19375" y="18769"/>
                    </a:lnTo>
                    <a:lnTo>
                      <a:pt x="19585" y="18560"/>
                    </a:lnTo>
                    <a:lnTo>
                      <a:pt x="19585" y="18225"/>
                    </a:lnTo>
                    <a:lnTo>
                      <a:pt x="19668" y="18099"/>
                    </a:lnTo>
                    <a:lnTo>
                      <a:pt x="19710" y="17869"/>
                    </a:lnTo>
                    <a:lnTo>
                      <a:pt x="19815" y="17827"/>
                    </a:lnTo>
                    <a:lnTo>
                      <a:pt x="19815" y="17702"/>
                    </a:lnTo>
                    <a:lnTo>
                      <a:pt x="20170" y="17283"/>
                    </a:lnTo>
                    <a:lnTo>
                      <a:pt x="20275" y="17262"/>
                    </a:lnTo>
                    <a:lnTo>
                      <a:pt x="20317" y="17011"/>
                    </a:lnTo>
                    <a:lnTo>
                      <a:pt x="20442" y="16823"/>
                    </a:lnTo>
                    <a:lnTo>
                      <a:pt x="20547" y="16593"/>
                    </a:lnTo>
                    <a:lnTo>
                      <a:pt x="20694" y="16446"/>
                    </a:lnTo>
                    <a:lnTo>
                      <a:pt x="20652" y="16342"/>
                    </a:lnTo>
                    <a:lnTo>
                      <a:pt x="20756" y="16258"/>
                    </a:lnTo>
                    <a:lnTo>
                      <a:pt x="20861" y="16049"/>
                    </a:lnTo>
                    <a:lnTo>
                      <a:pt x="20798" y="15965"/>
                    </a:lnTo>
                    <a:lnTo>
                      <a:pt x="20966" y="15902"/>
                    </a:lnTo>
                    <a:lnTo>
                      <a:pt x="21070" y="15714"/>
                    </a:lnTo>
                    <a:lnTo>
                      <a:pt x="21154" y="15630"/>
                    </a:lnTo>
                    <a:lnTo>
                      <a:pt x="21258" y="15442"/>
                    </a:lnTo>
                    <a:lnTo>
                      <a:pt x="21426" y="15400"/>
                    </a:lnTo>
                    <a:lnTo>
                      <a:pt x="21530" y="15338"/>
                    </a:lnTo>
                    <a:lnTo>
                      <a:pt x="21342" y="15338"/>
                    </a:lnTo>
                    <a:lnTo>
                      <a:pt x="21384" y="15296"/>
                    </a:lnTo>
                    <a:lnTo>
                      <a:pt x="21593" y="15254"/>
                    </a:lnTo>
                    <a:lnTo>
                      <a:pt x="21782" y="15170"/>
                    </a:lnTo>
                    <a:lnTo>
                      <a:pt x="21802" y="15003"/>
                    </a:lnTo>
                    <a:lnTo>
                      <a:pt x="21782" y="14961"/>
                    </a:lnTo>
                    <a:lnTo>
                      <a:pt x="21802" y="14814"/>
                    </a:lnTo>
                    <a:lnTo>
                      <a:pt x="22012" y="14689"/>
                    </a:lnTo>
                    <a:lnTo>
                      <a:pt x="22012" y="14563"/>
                    </a:lnTo>
                    <a:lnTo>
                      <a:pt x="22158" y="14501"/>
                    </a:lnTo>
                    <a:lnTo>
                      <a:pt x="22284" y="14291"/>
                    </a:lnTo>
                    <a:lnTo>
                      <a:pt x="22263" y="14187"/>
                    </a:lnTo>
                    <a:lnTo>
                      <a:pt x="22305" y="14019"/>
                    </a:lnTo>
                    <a:lnTo>
                      <a:pt x="22284" y="13957"/>
                    </a:lnTo>
                    <a:lnTo>
                      <a:pt x="22284" y="13852"/>
                    </a:lnTo>
                    <a:lnTo>
                      <a:pt x="22430" y="13496"/>
                    </a:lnTo>
                    <a:lnTo>
                      <a:pt x="22493" y="13287"/>
                    </a:lnTo>
                    <a:lnTo>
                      <a:pt x="22702" y="12910"/>
                    </a:lnTo>
                    <a:lnTo>
                      <a:pt x="22702" y="12785"/>
                    </a:lnTo>
                    <a:lnTo>
                      <a:pt x="22807" y="12492"/>
                    </a:lnTo>
                    <a:lnTo>
                      <a:pt x="22953" y="12366"/>
                    </a:lnTo>
                    <a:lnTo>
                      <a:pt x="23016" y="12199"/>
                    </a:lnTo>
                    <a:lnTo>
                      <a:pt x="22953" y="12053"/>
                    </a:lnTo>
                    <a:lnTo>
                      <a:pt x="23058" y="11927"/>
                    </a:lnTo>
                    <a:lnTo>
                      <a:pt x="22995" y="11655"/>
                    </a:lnTo>
                    <a:lnTo>
                      <a:pt x="22995" y="11529"/>
                    </a:lnTo>
                    <a:lnTo>
                      <a:pt x="22911" y="11320"/>
                    </a:lnTo>
                    <a:lnTo>
                      <a:pt x="22891" y="11236"/>
                    </a:lnTo>
                    <a:lnTo>
                      <a:pt x="22849" y="11111"/>
                    </a:lnTo>
                    <a:lnTo>
                      <a:pt x="22911" y="11069"/>
                    </a:lnTo>
                    <a:lnTo>
                      <a:pt x="22911" y="10923"/>
                    </a:lnTo>
                    <a:lnTo>
                      <a:pt x="23016" y="10776"/>
                    </a:lnTo>
                    <a:lnTo>
                      <a:pt x="23016" y="10713"/>
                    </a:lnTo>
                    <a:lnTo>
                      <a:pt x="22995" y="10379"/>
                    </a:lnTo>
                    <a:lnTo>
                      <a:pt x="23058" y="10253"/>
                    </a:lnTo>
                    <a:lnTo>
                      <a:pt x="23016" y="10190"/>
                    </a:lnTo>
                    <a:lnTo>
                      <a:pt x="22995" y="10065"/>
                    </a:lnTo>
                    <a:lnTo>
                      <a:pt x="22995" y="9856"/>
                    </a:lnTo>
                    <a:lnTo>
                      <a:pt x="22932" y="9835"/>
                    </a:lnTo>
                    <a:lnTo>
                      <a:pt x="22995" y="9688"/>
                    </a:lnTo>
                    <a:lnTo>
                      <a:pt x="22891" y="9667"/>
                    </a:lnTo>
                    <a:lnTo>
                      <a:pt x="22828" y="9542"/>
                    </a:lnTo>
                    <a:lnTo>
                      <a:pt x="22828" y="9416"/>
                    </a:lnTo>
                    <a:lnTo>
                      <a:pt x="22702" y="9312"/>
                    </a:lnTo>
                    <a:lnTo>
                      <a:pt x="22619" y="9144"/>
                    </a:lnTo>
                    <a:lnTo>
                      <a:pt x="22598" y="8956"/>
                    </a:lnTo>
                    <a:lnTo>
                      <a:pt x="22514" y="8830"/>
                    </a:lnTo>
                    <a:lnTo>
                      <a:pt x="22430" y="8830"/>
                    </a:lnTo>
                    <a:lnTo>
                      <a:pt x="22367" y="8851"/>
                    </a:lnTo>
                    <a:lnTo>
                      <a:pt x="22284" y="8809"/>
                    </a:lnTo>
                    <a:lnTo>
                      <a:pt x="22263" y="8642"/>
                    </a:lnTo>
                    <a:lnTo>
                      <a:pt x="22200" y="8621"/>
                    </a:lnTo>
                    <a:lnTo>
                      <a:pt x="22179" y="8537"/>
                    </a:lnTo>
                    <a:lnTo>
                      <a:pt x="22054" y="8412"/>
                    </a:lnTo>
                    <a:lnTo>
                      <a:pt x="21970" y="8370"/>
                    </a:lnTo>
                    <a:lnTo>
                      <a:pt x="22012" y="8265"/>
                    </a:lnTo>
                    <a:lnTo>
                      <a:pt x="21949" y="8119"/>
                    </a:lnTo>
                    <a:lnTo>
                      <a:pt x="22054" y="7993"/>
                    </a:lnTo>
                    <a:lnTo>
                      <a:pt x="22074" y="7805"/>
                    </a:lnTo>
                    <a:lnTo>
                      <a:pt x="22012" y="7742"/>
                    </a:lnTo>
                    <a:lnTo>
                      <a:pt x="22054" y="7638"/>
                    </a:lnTo>
                    <a:lnTo>
                      <a:pt x="21970" y="7575"/>
                    </a:lnTo>
                    <a:lnTo>
                      <a:pt x="21949" y="7638"/>
                    </a:lnTo>
                    <a:lnTo>
                      <a:pt x="21991" y="7679"/>
                    </a:lnTo>
                    <a:lnTo>
                      <a:pt x="21949" y="7763"/>
                    </a:lnTo>
                    <a:lnTo>
                      <a:pt x="21677" y="7533"/>
                    </a:lnTo>
                    <a:lnTo>
                      <a:pt x="21635" y="7366"/>
                    </a:lnTo>
                    <a:lnTo>
                      <a:pt x="21572" y="7387"/>
                    </a:lnTo>
                    <a:lnTo>
                      <a:pt x="21572" y="7470"/>
                    </a:lnTo>
                    <a:lnTo>
                      <a:pt x="21551" y="7575"/>
                    </a:lnTo>
                    <a:lnTo>
                      <a:pt x="21593" y="7763"/>
                    </a:lnTo>
                    <a:lnTo>
                      <a:pt x="21468" y="7596"/>
                    </a:lnTo>
                    <a:lnTo>
                      <a:pt x="21426" y="7659"/>
                    </a:lnTo>
                    <a:lnTo>
                      <a:pt x="21426" y="7554"/>
                    </a:lnTo>
                    <a:lnTo>
                      <a:pt x="21363" y="7470"/>
                    </a:lnTo>
                    <a:lnTo>
                      <a:pt x="21342" y="7135"/>
                    </a:lnTo>
                    <a:lnTo>
                      <a:pt x="21384" y="7115"/>
                    </a:lnTo>
                    <a:lnTo>
                      <a:pt x="21384" y="7031"/>
                    </a:lnTo>
                    <a:lnTo>
                      <a:pt x="21279" y="6947"/>
                    </a:lnTo>
                    <a:lnTo>
                      <a:pt x="21321" y="6863"/>
                    </a:lnTo>
                    <a:lnTo>
                      <a:pt x="21238" y="6801"/>
                    </a:lnTo>
                    <a:lnTo>
                      <a:pt x="21258" y="6696"/>
                    </a:lnTo>
                    <a:lnTo>
                      <a:pt x="21070" y="6529"/>
                    </a:lnTo>
                    <a:lnTo>
                      <a:pt x="21028" y="6424"/>
                    </a:lnTo>
                    <a:lnTo>
                      <a:pt x="21028" y="6299"/>
                    </a:lnTo>
                    <a:lnTo>
                      <a:pt x="21133" y="6319"/>
                    </a:lnTo>
                    <a:lnTo>
                      <a:pt x="21133" y="6194"/>
                    </a:lnTo>
                    <a:lnTo>
                      <a:pt x="21028" y="6027"/>
                    </a:lnTo>
                    <a:lnTo>
                      <a:pt x="20966" y="6068"/>
                    </a:lnTo>
                    <a:lnTo>
                      <a:pt x="20861" y="6068"/>
                    </a:lnTo>
                    <a:lnTo>
                      <a:pt x="20756" y="5880"/>
                    </a:lnTo>
                    <a:lnTo>
                      <a:pt x="20694" y="5880"/>
                    </a:lnTo>
                    <a:lnTo>
                      <a:pt x="20589" y="5796"/>
                    </a:lnTo>
                    <a:lnTo>
                      <a:pt x="20505" y="5859"/>
                    </a:lnTo>
                    <a:lnTo>
                      <a:pt x="20484" y="5796"/>
                    </a:lnTo>
                    <a:lnTo>
                      <a:pt x="20338" y="5754"/>
                    </a:lnTo>
                    <a:lnTo>
                      <a:pt x="20275" y="5817"/>
                    </a:lnTo>
                    <a:lnTo>
                      <a:pt x="20317" y="5713"/>
                    </a:lnTo>
                    <a:lnTo>
                      <a:pt x="20442" y="5692"/>
                    </a:lnTo>
                    <a:lnTo>
                      <a:pt x="20442" y="5608"/>
                    </a:lnTo>
                    <a:lnTo>
                      <a:pt x="20422" y="5545"/>
                    </a:lnTo>
                    <a:lnTo>
                      <a:pt x="20296" y="5566"/>
                    </a:lnTo>
                    <a:lnTo>
                      <a:pt x="20191" y="5545"/>
                    </a:lnTo>
                    <a:lnTo>
                      <a:pt x="20170" y="5482"/>
                    </a:lnTo>
                    <a:lnTo>
                      <a:pt x="20087" y="5482"/>
                    </a:lnTo>
                    <a:lnTo>
                      <a:pt x="19857" y="5336"/>
                    </a:lnTo>
                    <a:lnTo>
                      <a:pt x="19752" y="5127"/>
                    </a:lnTo>
                    <a:lnTo>
                      <a:pt x="19710" y="4918"/>
                    </a:lnTo>
                    <a:lnTo>
                      <a:pt x="19668" y="4771"/>
                    </a:lnTo>
                    <a:lnTo>
                      <a:pt x="19668" y="4666"/>
                    </a:lnTo>
                    <a:lnTo>
                      <a:pt x="19710" y="4646"/>
                    </a:lnTo>
                    <a:lnTo>
                      <a:pt x="19773" y="4415"/>
                    </a:lnTo>
                    <a:lnTo>
                      <a:pt x="19689" y="4122"/>
                    </a:lnTo>
                    <a:lnTo>
                      <a:pt x="19647" y="3976"/>
                    </a:lnTo>
                    <a:lnTo>
                      <a:pt x="19689" y="3934"/>
                    </a:lnTo>
                    <a:lnTo>
                      <a:pt x="19606" y="3892"/>
                    </a:lnTo>
                    <a:lnTo>
                      <a:pt x="19543" y="3892"/>
                    </a:lnTo>
                    <a:lnTo>
                      <a:pt x="19438" y="3662"/>
                    </a:lnTo>
                    <a:lnTo>
                      <a:pt x="19438" y="3369"/>
                    </a:lnTo>
                    <a:lnTo>
                      <a:pt x="19459" y="3348"/>
                    </a:lnTo>
                    <a:lnTo>
                      <a:pt x="19459" y="3265"/>
                    </a:lnTo>
                    <a:lnTo>
                      <a:pt x="19396" y="3202"/>
                    </a:lnTo>
                    <a:lnTo>
                      <a:pt x="19375" y="2846"/>
                    </a:lnTo>
                    <a:lnTo>
                      <a:pt x="19438" y="2762"/>
                    </a:lnTo>
                    <a:lnTo>
                      <a:pt x="19375" y="2637"/>
                    </a:lnTo>
                    <a:lnTo>
                      <a:pt x="19438" y="2616"/>
                    </a:lnTo>
                    <a:lnTo>
                      <a:pt x="19438" y="2532"/>
                    </a:lnTo>
                    <a:lnTo>
                      <a:pt x="19250" y="2323"/>
                    </a:lnTo>
                    <a:lnTo>
                      <a:pt x="19124" y="2260"/>
                    </a:lnTo>
                    <a:lnTo>
                      <a:pt x="19145" y="2218"/>
                    </a:lnTo>
                    <a:lnTo>
                      <a:pt x="19020" y="2093"/>
                    </a:lnTo>
                    <a:lnTo>
                      <a:pt x="18915" y="2156"/>
                    </a:lnTo>
                    <a:lnTo>
                      <a:pt x="18852" y="2114"/>
                    </a:lnTo>
                    <a:lnTo>
                      <a:pt x="18769" y="2239"/>
                    </a:lnTo>
                    <a:lnTo>
                      <a:pt x="18706" y="2239"/>
                    </a:lnTo>
                    <a:lnTo>
                      <a:pt x="18559" y="2051"/>
                    </a:lnTo>
                    <a:lnTo>
                      <a:pt x="18601" y="1988"/>
                    </a:lnTo>
                    <a:lnTo>
                      <a:pt x="18517" y="1800"/>
                    </a:lnTo>
                    <a:lnTo>
                      <a:pt x="18538" y="1591"/>
                    </a:lnTo>
                    <a:lnTo>
                      <a:pt x="18517" y="1319"/>
                    </a:lnTo>
                    <a:lnTo>
                      <a:pt x="18497" y="1361"/>
                    </a:lnTo>
                    <a:lnTo>
                      <a:pt x="18434" y="1256"/>
                    </a:lnTo>
                    <a:lnTo>
                      <a:pt x="18497" y="1151"/>
                    </a:lnTo>
                    <a:lnTo>
                      <a:pt x="18413" y="1047"/>
                    </a:lnTo>
                    <a:lnTo>
                      <a:pt x="18392" y="942"/>
                    </a:lnTo>
                    <a:lnTo>
                      <a:pt x="18329" y="900"/>
                    </a:lnTo>
                    <a:lnTo>
                      <a:pt x="18329" y="754"/>
                    </a:lnTo>
                    <a:lnTo>
                      <a:pt x="18413" y="670"/>
                    </a:lnTo>
                    <a:lnTo>
                      <a:pt x="18329" y="649"/>
                    </a:lnTo>
                    <a:lnTo>
                      <a:pt x="18225" y="670"/>
                    </a:lnTo>
                    <a:lnTo>
                      <a:pt x="18141" y="586"/>
                    </a:lnTo>
                    <a:lnTo>
                      <a:pt x="18204" y="314"/>
                    </a:lnTo>
                    <a:lnTo>
                      <a:pt x="18183" y="252"/>
                    </a:lnTo>
                    <a:lnTo>
                      <a:pt x="18120" y="105"/>
                    </a:lnTo>
                    <a:lnTo>
                      <a:pt x="18015" y="63"/>
                    </a:lnTo>
                    <a:lnTo>
                      <a:pt x="1801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A6CBC2"/>
                  </a:solidFill>
                </a:endParaRPr>
              </a:p>
            </p:txBody>
          </p:sp>
          <p:sp>
            <p:nvSpPr>
              <p:cNvPr id="616" name="Google Shape;616;p38"/>
              <p:cNvSpPr/>
              <p:nvPr/>
            </p:nvSpPr>
            <p:spPr>
              <a:xfrm>
                <a:off x="5683950" y="3957275"/>
                <a:ext cx="54950" cy="71175"/>
              </a:xfrm>
              <a:custGeom>
                <a:rect b="b" l="l" r="r" t="t"/>
                <a:pathLst>
                  <a:path extrusionOk="0" h="2847" w="2198">
                    <a:moveTo>
                      <a:pt x="168" y="1"/>
                    </a:moveTo>
                    <a:lnTo>
                      <a:pt x="126" y="64"/>
                    </a:lnTo>
                    <a:lnTo>
                      <a:pt x="126" y="189"/>
                    </a:lnTo>
                    <a:lnTo>
                      <a:pt x="105" y="210"/>
                    </a:lnTo>
                    <a:lnTo>
                      <a:pt x="105" y="336"/>
                    </a:lnTo>
                    <a:lnTo>
                      <a:pt x="126" y="587"/>
                    </a:lnTo>
                    <a:lnTo>
                      <a:pt x="105" y="733"/>
                    </a:lnTo>
                    <a:lnTo>
                      <a:pt x="126" y="1005"/>
                    </a:lnTo>
                    <a:lnTo>
                      <a:pt x="168" y="1214"/>
                    </a:lnTo>
                    <a:lnTo>
                      <a:pt x="126" y="1361"/>
                    </a:lnTo>
                    <a:lnTo>
                      <a:pt x="189" y="1382"/>
                    </a:lnTo>
                    <a:lnTo>
                      <a:pt x="189" y="1466"/>
                    </a:lnTo>
                    <a:lnTo>
                      <a:pt x="294" y="1570"/>
                    </a:lnTo>
                    <a:lnTo>
                      <a:pt x="168" y="1570"/>
                    </a:lnTo>
                    <a:lnTo>
                      <a:pt x="64" y="1466"/>
                    </a:lnTo>
                    <a:lnTo>
                      <a:pt x="1" y="1570"/>
                    </a:lnTo>
                    <a:lnTo>
                      <a:pt x="1" y="1779"/>
                    </a:lnTo>
                    <a:lnTo>
                      <a:pt x="85" y="1842"/>
                    </a:lnTo>
                    <a:lnTo>
                      <a:pt x="64" y="1884"/>
                    </a:lnTo>
                    <a:lnTo>
                      <a:pt x="64" y="2198"/>
                    </a:lnTo>
                    <a:lnTo>
                      <a:pt x="105" y="2261"/>
                    </a:lnTo>
                    <a:lnTo>
                      <a:pt x="85" y="2303"/>
                    </a:lnTo>
                    <a:lnTo>
                      <a:pt x="105" y="2470"/>
                    </a:lnTo>
                    <a:lnTo>
                      <a:pt x="210" y="2491"/>
                    </a:lnTo>
                    <a:lnTo>
                      <a:pt x="168" y="2575"/>
                    </a:lnTo>
                    <a:lnTo>
                      <a:pt x="168" y="2700"/>
                    </a:lnTo>
                    <a:lnTo>
                      <a:pt x="210" y="2721"/>
                    </a:lnTo>
                    <a:lnTo>
                      <a:pt x="315" y="2700"/>
                    </a:lnTo>
                    <a:lnTo>
                      <a:pt x="398" y="2784"/>
                    </a:lnTo>
                    <a:lnTo>
                      <a:pt x="503" y="2637"/>
                    </a:lnTo>
                    <a:lnTo>
                      <a:pt x="503" y="2742"/>
                    </a:lnTo>
                    <a:lnTo>
                      <a:pt x="545" y="2847"/>
                    </a:lnTo>
                    <a:lnTo>
                      <a:pt x="649" y="2847"/>
                    </a:lnTo>
                    <a:lnTo>
                      <a:pt x="754" y="2700"/>
                    </a:lnTo>
                    <a:lnTo>
                      <a:pt x="796" y="2595"/>
                    </a:lnTo>
                    <a:lnTo>
                      <a:pt x="838" y="2407"/>
                    </a:lnTo>
                    <a:lnTo>
                      <a:pt x="921" y="2491"/>
                    </a:lnTo>
                    <a:lnTo>
                      <a:pt x="942" y="2428"/>
                    </a:lnTo>
                    <a:lnTo>
                      <a:pt x="1047" y="2365"/>
                    </a:lnTo>
                    <a:lnTo>
                      <a:pt x="1110" y="2219"/>
                    </a:lnTo>
                    <a:lnTo>
                      <a:pt x="1110" y="2365"/>
                    </a:lnTo>
                    <a:lnTo>
                      <a:pt x="1173" y="2386"/>
                    </a:lnTo>
                    <a:lnTo>
                      <a:pt x="1235" y="2282"/>
                    </a:lnTo>
                    <a:lnTo>
                      <a:pt x="1340" y="2261"/>
                    </a:lnTo>
                    <a:lnTo>
                      <a:pt x="1382" y="2303"/>
                    </a:lnTo>
                    <a:lnTo>
                      <a:pt x="1361" y="2407"/>
                    </a:lnTo>
                    <a:lnTo>
                      <a:pt x="1256" y="2365"/>
                    </a:lnTo>
                    <a:lnTo>
                      <a:pt x="1256" y="2512"/>
                    </a:lnTo>
                    <a:lnTo>
                      <a:pt x="1361" y="2470"/>
                    </a:lnTo>
                    <a:lnTo>
                      <a:pt x="1424" y="2491"/>
                    </a:lnTo>
                    <a:lnTo>
                      <a:pt x="1549" y="2303"/>
                    </a:lnTo>
                    <a:lnTo>
                      <a:pt x="1549" y="2219"/>
                    </a:lnTo>
                    <a:lnTo>
                      <a:pt x="1466" y="2177"/>
                    </a:lnTo>
                    <a:lnTo>
                      <a:pt x="1549" y="2072"/>
                    </a:lnTo>
                    <a:lnTo>
                      <a:pt x="1549" y="1947"/>
                    </a:lnTo>
                    <a:lnTo>
                      <a:pt x="1633" y="1947"/>
                    </a:lnTo>
                    <a:lnTo>
                      <a:pt x="1675" y="1884"/>
                    </a:lnTo>
                    <a:lnTo>
                      <a:pt x="1675" y="1633"/>
                    </a:lnTo>
                    <a:lnTo>
                      <a:pt x="1758" y="1570"/>
                    </a:lnTo>
                    <a:lnTo>
                      <a:pt x="1800" y="1466"/>
                    </a:lnTo>
                    <a:lnTo>
                      <a:pt x="1842" y="1633"/>
                    </a:lnTo>
                    <a:lnTo>
                      <a:pt x="1863" y="1696"/>
                    </a:lnTo>
                    <a:lnTo>
                      <a:pt x="1905" y="1570"/>
                    </a:lnTo>
                    <a:lnTo>
                      <a:pt x="1905" y="1466"/>
                    </a:lnTo>
                    <a:lnTo>
                      <a:pt x="1947" y="1424"/>
                    </a:lnTo>
                    <a:lnTo>
                      <a:pt x="1905" y="1256"/>
                    </a:lnTo>
                    <a:lnTo>
                      <a:pt x="1989" y="1131"/>
                    </a:lnTo>
                    <a:lnTo>
                      <a:pt x="1989" y="922"/>
                    </a:lnTo>
                    <a:lnTo>
                      <a:pt x="2093" y="796"/>
                    </a:lnTo>
                    <a:lnTo>
                      <a:pt x="2156" y="503"/>
                    </a:lnTo>
                    <a:lnTo>
                      <a:pt x="2198" y="398"/>
                    </a:lnTo>
                    <a:lnTo>
                      <a:pt x="2072" y="294"/>
                    </a:lnTo>
                    <a:lnTo>
                      <a:pt x="1947" y="294"/>
                    </a:lnTo>
                    <a:lnTo>
                      <a:pt x="1947" y="315"/>
                    </a:lnTo>
                    <a:lnTo>
                      <a:pt x="1884" y="419"/>
                    </a:lnTo>
                    <a:lnTo>
                      <a:pt x="1863" y="398"/>
                    </a:lnTo>
                    <a:lnTo>
                      <a:pt x="1800" y="398"/>
                    </a:lnTo>
                    <a:lnTo>
                      <a:pt x="1738" y="440"/>
                    </a:lnTo>
                    <a:lnTo>
                      <a:pt x="1675" y="503"/>
                    </a:lnTo>
                    <a:lnTo>
                      <a:pt x="1340" y="482"/>
                    </a:lnTo>
                    <a:lnTo>
                      <a:pt x="1256" y="524"/>
                    </a:lnTo>
                    <a:lnTo>
                      <a:pt x="1256" y="629"/>
                    </a:lnTo>
                    <a:lnTo>
                      <a:pt x="1173" y="545"/>
                    </a:lnTo>
                    <a:lnTo>
                      <a:pt x="1068" y="545"/>
                    </a:lnTo>
                    <a:lnTo>
                      <a:pt x="1005" y="608"/>
                    </a:lnTo>
                    <a:lnTo>
                      <a:pt x="901" y="524"/>
                    </a:lnTo>
                    <a:lnTo>
                      <a:pt x="733" y="398"/>
                    </a:lnTo>
                    <a:lnTo>
                      <a:pt x="524" y="294"/>
                    </a:lnTo>
                    <a:lnTo>
                      <a:pt x="524" y="106"/>
                    </a:lnTo>
                    <a:lnTo>
                      <a:pt x="482" y="168"/>
                    </a:lnTo>
                    <a:lnTo>
                      <a:pt x="440" y="210"/>
                    </a:lnTo>
                    <a:lnTo>
                      <a:pt x="377" y="126"/>
                    </a:lnTo>
                    <a:lnTo>
                      <a:pt x="273" y="85"/>
                    </a:lnTo>
                    <a:lnTo>
                      <a:pt x="16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7" name="Google Shape;617;p38"/>
            <p:cNvGrpSpPr/>
            <p:nvPr/>
          </p:nvGrpSpPr>
          <p:grpSpPr>
            <a:xfrm>
              <a:off x="4824403" y="3421846"/>
              <a:ext cx="110132" cy="130647"/>
              <a:chOff x="5952300" y="3852150"/>
              <a:chExt cx="231225" cy="287200"/>
            </a:xfrm>
          </p:grpSpPr>
          <p:sp>
            <p:nvSpPr>
              <p:cNvPr id="618" name="Google Shape;618;p38"/>
              <p:cNvSpPr/>
              <p:nvPr/>
            </p:nvSpPr>
            <p:spPr>
              <a:xfrm>
                <a:off x="5952300" y="3996525"/>
                <a:ext cx="145450" cy="142825"/>
              </a:xfrm>
              <a:custGeom>
                <a:rect b="b" l="l" r="r" t="t"/>
                <a:pathLst>
                  <a:path extrusionOk="0" h="5713" w="5818">
                    <a:moveTo>
                      <a:pt x="5064" y="0"/>
                    </a:moveTo>
                    <a:lnTo>
                      <a:pt x="4918" y="105"/>
                    </a:lnTo>
                    <a:lnTo>
                      <a:pt x="4834" y="126"/>
                    </a:lnTo>
                    <a:lnTo>
                      <a:pt x="4729" y="209"/>
                    </a:lnTo>
                    <a:lnTo>
                      <a:pt x="4729" y="377"/>
                    </a:lnTo>
                    <a:lnTo>
                      <a:pt x="4625" y="628"/>
                    </a:lnTo>
                    <a:lnTo>
                      <a:pt x="4520" y="753"/>
                    </a:lnTo>
                    <a:lnTo>
                      <a:pt x="4457" y="774"/>
                    </a:lnTo>
                    <a:lnTo>
                      <a:pt x="4332" y="942"/>
                    </a:lnTo>
                    <a:lnTo>
                      <a:pt x="4290" y="1025"/>
                    </a:lnTo>
                    <a:lnTo>
                      <a:pt x="4185" y="1067"/>
                    </a:lnTo>
                    <a:lnTo>
                      <a:pt x="4081" y="1046"/>
                    </a:lnTo>
                    <a:lnTo>
                      <a:pt x="3976" y="1130"/>
                    </a:lnTo>
                    <a:lnTo>
                      <a:pt x="3934" y="1235"/>
                    </a:lnTo>
                    <a:lnTo>
                      <a:pt x="3934" y="1339"/>
                    </a:lnTo>
                    <a:lnTo>
                      <a:pt x="3892" y="1360"/>
                    </a:lnTo>
                    <a:lnTo>
                      <a:pt x="3788" y="1465"/>
                    </a:lnTo>
                    <a:lnTo>
                      <a:pt x="3788" y="1590"/>
                    </a:lnTo>
                    <a:lnTo>
                      <a:pt x="3725" y="1674"/>
                    </a:lnTo>
                    <a:lnTo>
                      <a:pt x="3704" y="1758"/>
                    </a:lnTo>
                    <a:lnTo>
                      <a:pt x="3495" y="2009"/>
                    </a:lnTo>
                    <a:lnTo>
                      <a:pt x="3286" y="2176"/>
                    </a:lnTo>
                    <a:lnTo>
                      <a:pt x="3160" y="2197"/>
                    </a:lnTo>
                    <a:lnTo>
                      <a:pt x="2993" y="2281"/>
                    </a:lnTo>
                    <a:lnTo>
                      <a:pt x="2993" y="2344"/>
                    </a:lnTo>
                    <a:lnTo>
                      <a:pt x="2888" y="2344"/>
                    </a:lnTo>
                    <a:lnTo>
                      <a:pt x="2679" y="2469"/>
                    </a:lnTo>
                    <a:lnTo>
                      <a:pt x="2512" y="2616"/>
                    </a:lnTo>
                    <a:lnTo>
                      <a:pt x="2407" y="2637"/>
                    </a:lnTo>
                    <a:lnTo>
                      <a:pt x="2198" y="2783"/>
                    </a:lnTo>
                    <a:lnTo>
                      <a:pt x="2156" y="2846"/>
                    </a:lnTo>
                    <a:lnTo>
                      <a:pt x="2219" y="2929"/>
                    </a:lnTo>
                    <a:lnTo>
                      <a:pt x="2219" y="3055"/>
                    </a:lnTo>
                    <a:lnTo>
                      <a:pt x="2114" y="2950"/>
                    </a:lnTo>
                    <a:lnTo>
                      <a:pt x="2093" y="2929"/>
                    </a:lnTo>
                    <a:lnTo>
                      <a:pt x="1988" y="2950"/>
                    </a:lnTo>
                    <a:lnTo>
                      <a:pt x="1884" y="2992"/>
                    </a:lnTo>
                    <a:lnTo>
                      <a:pt x="1821" y="2950"/>
                    </a:lnTo>
                    <a:lnTo>
                      <a:pt x="1737" y="2950"/>
                    </a:lnTo>
                    <a:lnTo>
                      <a:pt x="1570" y="3118"/>
                    </a:lnTo>
                    <a:lnTo>
                      <a:pt x="1507" y="3201"/>
                    </a:lnTo>
                    <a:lnTo>
                      <a:pt x="1361" y="3327"/>
                    </a:lnTo>
                    <a:lnTo>
                      <a:pt x="1277" y="3348"/>
                    </a:lnTo>
                    <a:lnTo>
                      <a:pt x="1172" y="3453"/>
                    </a:lnTo>
                    <a:lnTo>
                      <a:pt x="1151" y="3620"/>
                    </a:lnTo>
                    <a:lnTo>
                      <a:pt x="1110" y="3536"/>
                    </a:lnTo>
                    <a:lnTo>
                      <a:pt x="1068" y="3473"/>
                    </a:lnTo>
                    <a:lnTo>
                      <a:pt x="1005" y="3557"/>
                    </a:lnTo>
                    <a:lnTo>
                      <a:pt x="942" y="3620"/>
                    </a:lnTo>
                    <a:lnTo>
                      <a:pt x="942" y="3746"/>
                    </a:lnTo>
                    <a:lnTo>
                      <a:pt x="879" y="3787"/>
                    </a:lnTo>
                    <a:lnTo>
                      <a:pt x="838" y="3766"/>
                    </a:lnTo>
                    <a:lnTo>
                      <a:pt x="670" y="3955"/>
                    </a:lnTo>
                    <a:lnTo>
                      <a:pt x="628" y="3955"/>
                    </a:lnTo>
                    <a:lnTo>
                      <a:pt x="566" y="4038"/>
                    </a:lnTo>
                    <a:lnTo>
                      <a:pt x="566" y="4206"/>
                    </a:lnTo>
                    <a:lnTo>
                      <a:pt x="524" y="4269"/>
                    </a:lnTo>
                    <a:lnTo>
                      <a:pt x="461" y="4164"/>
                    </a:lnTo>
                    <a:lnTo>
                      <a:pt x="419" y="4164"/>
                    </a:lnTo>
                    <a:lnTo>
                      <a:pt x="377" y="4206"/>
                    </a:lnTo>
                    <a:lnTo>
                      <a:pt x="335" y="4248"/>
                    </a:lnTo>
                    <a:lnTo>
                      <a:pt x="252" y="4415"/>
                    </a:lnTo>
                    <a:lnTo>
                      <a:pt x="252" y="4478"/>
                    </a:lnTo>
                    <a:lnTo>
                      <a:pt x="335" y="4582"/>
                    </a:lnTo>
                    <a:lnTo>
                      <a:pt x="377" y="4624"/>
                    </a:lnTo>
                    <a:lnTo>
                      <a:pt x="335" y="4666"/>
                    </a:lnTo>
                    <a:lnTo>
                      <a:pt x="252" y="4666"/>
                    </a:lnTo>
                    <a:lnTo>
                      <a:pt x="126" y="4687"/>
                    </a:lnTo>
                    <a:lnTo>
                      <a:pt x="1" y="4813"/>
                    </a:lnTo>
                    <a:lnTo>
                      <a:pt x="43" y="4834"/>
                    </a:lnTo>
                    <a:lnTo>
                      <a:pt x="126" y="4834"/>
                    </a:lnTo>
                    <a:lnTo>
                      <a:pt x="43" y="4896"/>
                    </a:lnTo>
                    <a:lnTo>
                      <a:pt x="43" y="5001"/>
                    </a:lnTo>
                    <a:lnTo>
                      <a:pt x="126" y="5085"/>
                    </a:lnTo>
                    <a:lnTo>
                      <a:pt x="168" y="5106"/>
                    </a:lnTo>
                    <a:lnTo>
                      <a:pt x="315" y="5106"/>
                    </a:lnTo>
                    <a:lnTo>
                      <a:pt x="335" y="5147"/>
                    </a:lnTo>
                    <a:lnTo>
                      <a:pt x="356" y="5147"/>
                    </a:lnTo>
                    <a:lnTo>
                      <a:pt x="377" y="5085"/>
                    </a:lnTo>
                    <a:lnTo>
                      <a:pt x="440" y="5085"/>
                    </a:lnTo>
                    <a:lnTo>
                      <a:pt x="524" y="5126"/>
                    </a:lnTo>
                    <a:lnTo>
                      <a:pt x="566" y="5210"/>
                    </a:lnTo>
                    <a:lnTo>
                      <a:pt x="545" y="5252"/>
                    </a:lnTo>
                    <a:lnTo>
                      <a:pt x="587" y="5315"/>
                    </a:lnTo>
                    <a:lnTo>
                      <a:pt x="670" y="5315"/>
                    </a:lnTo>
                    <a:lnTo>
                      <a:pt x="733" y="5336"/>
                    </a:lnTo>
                    <a:lnTo>
                      <a:pt x="754" y="5461"/>
                    </a:lnTo>
                    <a:lnTo>
                      <a:pt x="859" y="5545"/>
                    </a:lnTo>
                    <a:lnTo>
                      <a:pt x="942" y="5608"/>
                    </a:lnTo>
                    <a:lnTo>
                      <a:pt x="838" y="5670"/>
                    </a:lnTo>
                    <a:lnTo>
                      <a:pt x="879" y="5670"/>
                    </a:lnTo>
                    <a:lnTo>
                      <a:pt x="1005" y="5629"/>
                    </a:lnTo>
                    <a:lnTo>
                      <a:pt x="1005" y="5670"/>
                    </a:lnTo>
                    <a:lnTo>
                      <a:pt x="1110" y="5712"/>
                    </a:lnTo>
                    <a:lnTo>
                      <a:pt x="1256" y="5670"/>
                    </a:lnTo>
                    <a:lnTo>
                      <a:pt x="1465" y="5608"/>
                    </a:lnTo>
                    <a:lnTo>
                      <a:pt x="1612" y="5461"/>
                    </a:lnTo>
                    <a:lnTo>
                      <a:pt x="1737" y="5419"/>
                    </a:lnTo>
                    <a:lnTo>
                      <a:pt x="1737" y="5357"/>
                    </a:lnTo>
                    <a:lnTo>
                      <a:pt x="1716" y="5252"/>
                    </a:lnTo>
                    <a:lnTo>
                      <a:pt x="1800" y="5315"/>
                    </a:lnTo>
                    <a:lnTo>
                      <a:pt x="1779" y="5398"/>
                    </a:lnTo>
                    <a:lnTo>
                      <a:pt x="1905" y="5336"/>
                    </a:lnTo>
                    <a:lnTo>
                      <a:pt x="1926" y="5210"/>
                    </a:lnTo>
                    <a:lnTo>
                      <a:pt x="2009" y="5106"/>
                    </a:lnTo>
                    <a:lnTo>
                      <a:pt x="2198" y="5022"/>
                    </a:lnTo>
                    <a:lnTo>
                      <a:pt x="2323" y="5022"/>
                    </a:lnTo>
                    <a:lnTo>
                      <a:pt x="2365" y="5001"/>
                    </a:lnTo>
                    <a:lnTo>
                      <a:pt x="2365" y="4959"/>
                    </a:lnTo>
                    <a:lnTo>
                      <a:pt x="2260" y="4959"/>
                    </a:lnTo>
                    <a:lnTo>
                      <a:pt x="2323" y="4938"/>
                    </a:lnTo>
                    <a:lnTo>
                      <a:pt x="2344" y="4917"/>
                    </a:lnTo>
                    <a:lnTo>
                      <a:pt x="2323" y="4896"/>
                    </a:lnTo>
                    <a:lnTo>
                      <a:pt x="2449" y="4729"/>
                    </a:lnTo>
                    <a:lnTo>
                      <a:pt x="2532" y="4582"/>
                    </a:lnTo>
                    <a:lnTo>
                      <a:pt x="2574" y="4415"/>
                    </a:lnTo>
                    <a:lnTo>
                      <a:pt x="2658" y="4310"/>
                    </a:lnTo>
                    <a:lnTo>
                      <a:pt x="2930" y="4143"/>
                    </a:lnTo>
                    <a:lnTo>
                      <a:pt x="2972" y="4038"/>
                    </a:lnTo>
                    <a:lnTo>
                      <a:pt x="2993" y="3913"/>
                    </a:lnTo>
                    <a:lnTo>
                      <a:pt x="3097" y="3746"/>
                    </a:lnTo>
                    <a:lnTo>
                      <a:pt x="3160" y="3641"/>
                    </a:lnTo>
                    <a:lnTo>
                      <a:pt x="3181" y="3536"/>
                    </a:lnTo>
                    <a:lnTo>
                      <a:pt x="3265" y="3432"/>
                    </a:lnTo>
                    <a:lnTo>
                      <a:pt x="3369" y="3369"/>
                    </a:lnTo>
                    <a:lnTo>
                      <a:pt x="3390" y="3264"/>
                    </a:lnTo>
                    <a:lnTo>
                      <a:pt x="3474" y="3348"/>
                    </a:lnTo>
                    <a:lnTo>
                      <a:pt x="3516" y="3348"/>
                    </a:lnTo>
                    <a:lnTo>
                      <a:pt x="3558" y="3243"/>
                    </a:lnTo>
                    <a:lnTo>
                      <a:pt x="3662" y="3243"/>
                    </a:lnTo>
                    <a:lnTo>
                      <a:pt x="3725" y="3222"/>
                    </a:lnTo>
                    <a:lnTo>
                      <a:pt x="3788" y="3139"/>
                    </a:lnTo>
                    <a:lnTo>
                      <a:pt x="3788" y="3034"/>
                    </a:lnTo>
                    <a:lnTo>
                      <a:pt x="3704" y="2950"/>
                    </a:lnTo>
                    <a:lnTo>
                      <a:pt x="3704" y="2950"/>
                    </a:lnTo>
                    <a:lnTo>
                      <a:pt x="3809" y="3013"/>
                    </a:lnTo>
                    <a:lnTo>
                      <a:pt x="3830" y="3139"/>
                    </a:lnTo>
                    <a:lnTo>
                      <a:pt x="3892" y="3139"/>
                    </a:lnTo>
                    <a:lnTo>
                      <a:pt x="3976" y="3118"/>
                    </a:lnTo>
                    <a:lnTo>
                      <a:pt x="3976" y="3055"/>
                    </a:lnTo>
                    <a:lnTo>
                      <a:pt x="4039" y="3013"/>
                    </a:lnTo>
                    <a:lnTo>
                      <a:pt x="4123" y="3034"/>
                    </a:lnTo>
                    <a:lnTo>
                      <a:pt x="4123" y="3097"/>
                    </a:lnTo>
                    <a:lnTo>
                      <a:pt x="4018" y="3139"/>
                    </a:lnTo>
                    <a:lnTo>
                      <a:pt x="4123" y="3139"/>
                    </a:lnTo>
                    <a:lnTo>
                      <a:pt x="4227" y="3160"/>
                    </a:lnTo>
                    <a:lnTo>
                      <a:pt x="4248" y="3118"/>
                    </a:lnTo>
                    <a:lnTo>
                      <a:pt x="4248" y="3034"/>
                    </a:lnTo>
                    <a:lnTo>
                      <a:pt x="4290" y="2992"/>
                    </a:lnTo>
                    <a:lnTo>
                      <a:pt x="4311" y="3013"/>
                    </a:lnTo>
                    <a:lnTo>
                      <a:pt x="4311" y="3139"/>
                    </a:lnTo>
                    <a:lnTo>
                      <a:pt x="4332" y="3160"/>
                    </a:lnTo>
                    <a:lnTo>
                      <a:pt x="4395" y="3118"/>
                    </a:lnTo>
                    <a:lnTo>
                      <a:pt x="4416" y="2950"/>
                    </a:lnTo>
                    <a:lnTo>
                      <a:pt x="4353" y="2867"/>
                    </a:lnTo>
                    <a:lnTo>
                      <a:pt x="4290" y="2867"/>
                    </a:lnTo>
                    <a:lnTo>
                      <a:pt x="4311" y="2825"/>
                    </a:lnTo>
                    <a:lnTo>
                      <a:pt x="4311" y="2699"/>
                    </a:lnTo>
                    <a:lnTo>
                      <a:pt x="4332" y="2511"/>
                    </a:lnTo>
                    <a:lnTo>
                      <a:pt x="4416" y="2490"/>
                    </a:lnTo>
                    <a:lnTo>
                      <a:pt x="4562" y="2427"/>
                    </a:lnTo>
                    <a:lnTo>
                      <a:pt x="4750" y="2323"/>
                    </a:lnTo>
                    <a:lnTo>
                      <a:pt x="4771" y="2260"/>
                    </a:lnTo>
                    <a:lnTo>
                      <a:pt x="4918" y="2093"/>
                    </a:lnTo>
                    <a:lnTo>
                      <a:pt x="4918" y="1988"/>
                    </a:lnTo>
                    <a:lnTo>
                      <a:pt x="5043" y="1862"/>
                    </a:lnTo>
                    <a:lnTo>
                      <a:pt x="5127" y="1883"/>
                    </a:lnTo>
                    <a:lnTo>
                      <a:pt x="5127" y="1821"/>
                    </a:lnTo>
                    <a:lnTo>
                      <a:pt x="5336" y="1632"/>
                    </a:lnTo>
                    <a:lnTo>
                      <a:pt x="5336" y="1549"/>
                    </a:lnTo>
                    <a:lnTo>
                      <a:pt x="5650" y="1277"/>
                    </a:lnTo>
                    <a:lnTo>
                      <a:pt x="5755" y="1235"/>
                    </a:lnTo>
                    <a:lnTo>
                      <a:pt x="5692" y="1214"/>
                    </a:lnTo>
                    <a:lnTo>
                      <a:pt x="5671" y="1109"/>
                    </a:lnTo>
                    <a:lnTo>
                      <a:pt x="5608" y="1005"/>
                    </a:lnTo>
                    <a:lnTo>
                      <a:pt x="5650" y="900"/>
                    </a:lnTo>
                    <a:lnTo>
                      <a:pt x="5671" y="774"/>
                    </a:lnTo>
                    <a:lnTo>
                      <a:pt x="5692" y="816"/>
                    </a:lnTo>
                    <a:lnTo>
                      <a:pt x="5797" y="649"/>
                    </a:lnTo>
                    <a:lnTo>
                      <a:pt x="5713" y="691"/>
                    </a:lnTo>
                    <a:lnTo>
                      <a:pt x="5650" y="691"/>
                    </a:lnTo>
                    <a:lnTo>
                      <a:pt x="5755" y="628"/>
                    </a:lnTo>
                    <a:lnTo>
                      <a:pt x="5817" y="502"/>
                    </a:lnTo>
                    <a:lnTo>
                      <a:pt x="5797" y="502"/>
                    </a:lnTo>
                    <a:lnTo>
                      <a:pt x="5797" y="419"/>
                    </a:lnTo>
                    <a:lnTo>
                      <a:pt x="5713" y="419"/>
                    </a:lnTo>
                    <a:lnTo>
                      <a:pt x="5650" y="544"/>
                    </a:lnTo>
                    <a:lnTo>
                      <a:pt x="5671" y="586"/>
                    </a:lnTo>
                    <a:lnTo>
                      <a:pt x="5713" y="607"/>
                    </a:lnTo>
                    <a:lnTo>
                      <a:pt x="5608" y="649"/>
                    </a:lnTo>
                    <a:lnTo>
                      <a:pt x="5566" y="607"/>
                    </a:lnTo>
                    <a:lnTo>
                      <a:pt x="5566" y="544"/>
                    </a:lnTo>
                    <a:lnTo>
                      <a:pt x="5504" y="544"/>
                    </a:lnTo>
                    <a:lnTo>
                      <a:pt x="5441" y="523"/>
                    </a:lnTo>
                    <a:lnTo>
                      <a:pt x="5378" y="586"/>
                    </a:lnTo>
                    <a:lnTo>
                      <a:pt x="5294" y="691"/>
                    </a:lnTo>
                    <a:lnTo>
                      <a:pt x="5232" y="628"/>
                    </a:lnTo>
                    <a:lnTo>
                      <a:pt x="5169" y="481"/>
                    </a:lnTo>
                    <a:lnTo>
                      <a:pt x="5232" y="440"/>
                    </a:lnTo>
                    <a:lnTo>
                      <a:pt x="5273" y="377"/>
                    </a:lnTo>
                    <a:lnTo>
                      <a:pt x="5273" y="314"/>
                    </a:lnTo>
                    <a:lnTo>
                      <a:pt x="5252" y="293"/>
                    </a:lnTo>
                    <a:lnTo>
                      <a:pt x="5273" y="251"/>
                    </a:lnTo>
                    <a:lnTo>
                      <a:pt x="5232" y="209"/>
                    </a:lnTo>
                    <a:lnTo>
                      <a:pt x="5169" y="251"/>
                    </a:lnTo>
                    <a:lnTo>
                      <a:pt x="5127" y="230"/>
                    </a:lnTo>
                    <a:lnTo>
                      <a:pt x="5064" y="188"/>
                    </a:lnTo>
                    <a:lnTo>
                      <a:pt x="5085" y="105"/>
                    </a:lnTo>
                    <a:lnTo>
                      <a:pt x="516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38"/>
              <p:cNvSpPr/>
              <p:nvPr/>
            </p:nvSpPr>
            <p:spPr>
              <a:xfrm>
                <a:off x="6101375" y="3852150"/>
                <a:ext cx="82150" cy="171075"/>
              </a:xfrm>
              <a:custGeom>
                <a:rect b="b" l="l" r="r" t="t"/>
                <a:pathLst>
                  <a:path extrusionOk="0" h="6843" w="3286">
                    <a:moveTo>
                      <a:pt x="880" y="0"/>
                    </a:moveTo>
                    <a:lnTo>
                      <a:pt x="796" y="21"/>
                    </a:lnTo>
                    <a:lnTo>
                      <a:pt x="650" y="21"/>
                    </a:lnTo>
                    <a:lnTo>
                      <a:pt x="650" y="42"/>
                    </a:lnTo>
                    <a:lnTo>
                      <a:pt x="733" y="126"/>
                    </a:lnTo>
                    <a:lnTo>
                      <a:pt x="859" y="440"/>
                    </a:lnTo>
                    <a:lnTo>
                      <a:pt x="859" y="544"/>
                    </a:lnTo>
                    <a:lnTo>
                      <a:pt x="859" y="733"/>
                    </a:lnTo>
                    <a:lnTo>
                      <a:pt x="796" y="774"/>
                    </a:lnTo>
                    <a:lnTo>
                      <a:pt x="754" y="774"/>
                    </a:lnTo>
                    <a:lnTo>
                      <a:pt x="754" y="795"/>
                    </a:lnTo>
                    <a:lnTo>
                      <a:pt x="796" y="1046"/>
                    </a:lnTo>
                    <a:lnTo>
                      <a:pt x="838" y="1067"/>
                    </a:lnTo>
                    <a:lnTo>
                      <a:pt x="942" y="1026"/>
                    </a:lnTo>
                    <a:lnTo>
                      <a:pt x="1047" y="1026"/>
                    </a:lnTo>
                    <a:lnTo>
                      <a:pt x="963" y="1046"/>
                    </a:lnTo>
                    <a:lnTo>
                      <a:pt x="880" y="1151"/>
                    </a:lnTo>
                    <a:lnTo>
                      <a:pt x="901" y="1277"/>
                    </a:lnTo>
                    <a:lnTo>
                      <a:pt x="984" y="1444"/>
                    </a:lnTo>
                    <a:lnTo>
                      <a:pt x="1005" y="1716"/>
                    </a:lnTo>
                    <a:lnTo>
                      <a:pt x="1005" y="1904"/>
                    </a:lnTo>
                    <a:lnTo>
                      <a:pt x="1005" y="2030"/>
                    </a:lnTo>
                    <a:lnTo>
                      <a:pt x="1068" y="2009"/>
                    </a:lnTo>
                    <a:lnTo>
                      <a:pt x="1089" y="1904"/>
                    </a:lnTo>
                    <a:lnTo>
                      <a:pt x="1068" y="1821"/>
                    </a:lnTo>
                    <a:lnTo>
                      <a:pt x="1089" y="1800"/>
                    </a:lnTo>
                    <a:lnTo>
                      <a:pt x="1152" y="1842"/>
                    </a:lnTo>
                    <a:lnTo>
                      <a:pt x="1152" y="1967"/>
                    </a:lnTo>
                    <a:lnTo>
                      <a:pt x="1194" y="1967"/>
                    </a:lnTo>
                    <a:lnTo>
                      <a:pt x="1214" y="1904"/>
                    </a:lnTo>
                    <a:lnTo>
                      <a:pt x="1194" y="1842"/>
                    </a:lnTo>
                    <a:lnTo>
                      <a:pt x="1214" y="1842"/>
                    </a:lnTo>
                    <a:lnTo>
                      <a:pt x="1256" y="1925"/>
                    </a:lnTo>
                    <a:lnTo>
                      <a:pt x="1173" y="2030"/>
                    </a:lnTo>
                    <a:lnTo>
                      <a:pt x="1152" y="2134"/>
                    </a:lnTo>
                    <a:lnTo>
                      <a:pt x="1152" y="2197"/>
                    </a:lnTo>
                    <a:lnTo>
                      <a:pt x="1110" y="2218"/>
                    </a:lnTo>
                    <a:lnTo>
                      <a:pt x="1068" y="2134"/>
                    </a:lnTo>
                    <a:lnTo>
                      <a:pt x="1005" y="2134"/>
                    </a:lnTo>
                    <a:lnTo>
                      <a:pt x="1047" y="2323"/>
                    </a:lnTo>
                    <a:lnTo>
                      <a:pt x="1110" y="2532"/>
                    </a:lnTo>
                    <a:lnTo>
                      <a:pt x="1173" y="2553"/>
                    </a:lnTo>
                    <a:lnTo>
                      <a:pt x="1194" y="2532"/>
                    </a:lnTo>
                    <a:lnTo>
                      <a:pt x="1256" y="2616"/>
                    </a:lnTo>
                    <a:lnTo>
                      <a:pt x="1256" y="2658"/>
                    </a:lnTo>
                    <a:lnTo>
                      <a:pt x="1298" y="2699"/>
                    </a:lnTo>
                    <a:lnTo>
                      <a:pt x="1194" y="2762"/>
                    </a:lnTo>
                    <a:lnTo>
                      <a:pt x="1194" y="2825"/>
                    </a:lnTo>
                    <a:lnTo>
                      <a:pt x="1214" y="2867"/>
                    </a:lnTo>
                    <a:lnTo>
                      <a:pt x="1194" y="2950"/>
                    </a:lnTo>
                    <a:lnTo>
                      <a:pt x="1110" y="3139"/>
                    </a:lnTo>
                    <a:lnTo>
                      <a:pt x="1152" y="3243"/>
                    </a:lnTo>
                    <a:lnTo>
                      <a:pt x="1089" y="3264"/>
                    </a:lnTo>
                    <a:lnTo>
                      <a:pt x="1173" y="3348"/>
                    </a:lnTo>
                    <a:lnTo>
                      <a:pt x="1152" y="3369"/>
                    </a:lnTo>
                    <a:lnTo>
                      <a:pt x="1068" y="3369"/>
                    </a:lnTo>
                    <a:lnTo>
                      <a:pt x="1005" y="3474"/>
                    </a:lnTo>
                    <a:lnTo>
                      <a:pt x="1005" y="3536"/>
                    </a:lnTo>
                    <a:lnTo>
                      <a:pt x="1068" y="3599"/>
                    </a:lnTo>
                    <a:lnTo>
                      <a:pt x="1005" y="3641"/>
                    </a:lnTo>
                    <a:lnTo>
                      <a:pt x="942" y="3641"/>
                    </a:lnTo>
                    <a:lnTo>
                      <a:pt x="880" y="3767"/>
                    </a:lnTo>
                    <a:lnTo>
                      <a:pt x="796" y="4164"/>
                    </a:lnTo>
                    <a:lnTo>
                      <a:pt x="796" y="4269"/>
                    </a:lnTo>
                    <a:lnTo>
                      <a:pt x="733" y="4331"/>
                    </a:lnTo>
                    <a:lnTo>
                      <a:pt x="629" y="4331"/>
                    </a:lnTo>
                    <a:lnTo>
                      <a:pt x="545" y="4290"/>
                    </a:lnTo>
                    <a:lnTo>
                      <a:pt x="419" y="4311"/>
                    </a:lnTo>
                    <a:lnTo>
                      <a:pt x="210" y="4415"/>
                    </a:lnTo>
                    <a:lnTo>
                      <a:pt x="106" y="4520"/>
                    </a:lnTo>
                    <a:lnTo>
                      <a:pt x="64" y="4645"/>
                    </a:lnTo>
                    <a:lnTo>
                      <a:pt x="106" y="4834"/>
                    </a:lnTo>
                    <a:lnTo>
                      <a:pt x="210" y="4917"/>
                    </a:lnTo>
                    <a:lnTo>
                      <a:pt x="357" y="5022"/>
                    </a:lnTo>
                    <a:lnTo>
                      <a:pt x="440" y="5168"/>
                    </a:lnTo>
                    <a:lnTo>
                      <a:pt x="587" y="5231"/>
                    </a:lnTo>
                    <a:lnTo>
                      <a:pt x="650" y="5273"/>
                    </a:lnTo>
                    <a:lnTo>
                      <a:pt x="670" y="5545"/>
                    </a:lnTo>
                    <a:lnTo>
                      <a:pt x="691" y="5566"/>
                    </a:lnTo>
                    <a:lnTo>
                      <a:pt x="670" y="5587"/>
                    </a:lnTo>
                    <a:lnTo>
                      <a:pt x="670" y="5733"/>
                    </a:lnTo>
                    <a:lnTo>
                      <a:pt x="629" y="5838"/>
                    </a:lnTo>
                    <a:lnTo>
                      <a:pt x="378" y="6110"/>
                    </a:lnTo>
                    <a:lnTo>
                      <a:pt x="231" y="6277"/>
                    </a:lnTo>
                    <a:lnTo>
                      <a:pt x="43" y="6424"/>
                    </a:lnTo>
                    <a:lnTo>
                      <a:pt x="1" y="6508"/>
                    </a:lnTo>
                    <a:lnTo>
                      <a:pt x="22" y="6549"/>
                    </a:lnTo>
                    <a:lnTo>
                      <a:pt x="126" y="6591"/>
                    </a:lnTo>
                    <a:lnTo>
                      <a:pt x="147" y="6528"/>
                    </a:lnTo>
                    <a:lnTo>
                      <a:pt x="210" y="6528"/>
                    </a:lnTo>
                    <a:lnTo>
                      <a:pt x="210" y="6612"/>
                    </a:lnTo>
                    <a:lnTo>
                      <a:pt x="210" y="6675"/>
                    </a:lnTo>
                    <a:lnTo>
                      <a:pt x="231" y="6696"/>
                    </a:lnTo>
                    <a:lnTo>
                      <a:pt x="273" y="6675"/>
                    </a:lnTo>
                    <a:lnTo>
                      <a:pt x="315" y="6717"/>
                    </a:lnTo>
                    <a:lnTo>
                      <a:pt x="315" y="6800"/>
                    </a:lnTo>
                    <a:lnTo>
                      <a:pt x="336" y="6842"/>
                    </a:lnTo>
                    <a:lnTo>
                      <a:pt x="419" y="6821"/>
                    </a:lnTo>
                    <a:lnTo>
                      <a:pt x="629" y="6675"/>
                    </a:lnTo>
                    <a:lnTo>
                      <a:pt x="796" y="6528"/>
                    </a:lnTo>
                    <a:lnTo>
                      <a:pt x="984" y="6361"/>
                    </a:lnTo>
                    <a:lnTo>
                      <a:pt x="1152" y="6173"/>
                    </a:lnTo>
                    <a:lnTo>
                      <a:pt x="1319" y="5901"/>
                    </a:lnTo>
                    <a:lnTo>
                      <a:pt x="1424" y="5859"/>
                    </a:lnTo>
                    <a:lnTo>
                      <a:pt x="1507" y="5859"/>
                    </a:lnTo>
                    <a:lnTo>
                      <a:pt x="1570" y="5775"/>
                    </a:lnTo>
                    <a:lnTo>
                      <a:pt x="1570" y="5691"/>
                    </a:lnTo>
                    <a:lnTo>
                      <a:pt x="1612" y="5650"/>
                    </a:lnTo>
                    <a:lnTo>
                      <a:pt x="1717" y="5587"/>
                    </a:lnTo>
                    <a:lnTo>
                      <a:pt x="1800" y="5357"/>
                    </a:lnTo>
                    <a:lnTo>
                      <a:pt x="1905" y="5210"/>
                    </a:lnTo>
                    <a:lnTo>
                      <a:pt x="1905" y="5147"/>
                    </a:lnTo>
                    <a:lnTo>
                      <a:pt x="1989" y="5106"/>
                    </a:lnTo>
                    <a:lnTo>
                      <a:pt x="1884" y="4980"/>
                    </a:lnTo>
                    <a:lnTo>
                      <a:pt x="1717" y="4980"/>
                    </a:lnTo>
                    <a:lnTo>
                      <a:pt x="1800" y="4938"/>
                    </a:lnTo>
                    <a:lnTo>
                      <a:pt x="1884" y="4917"/>
                    </a:lnTo>
                    <a:lnTo>
                      <a:pt x="2114" y="4624"/>
                    </a:lnTo>
                    <a:lnTo>
                      <a:pt x="2240" y="4603"/>
                    </a:lnTo>
                    <a:lnTo>
                      <a:pt x="2428" y="4624"/>
                    </a:lnTo>
                    <a:lnTo>
                      <a:pt x="2512" y="4624"/>
                    </a:lnTo>
                    <a:lnTo>
                      <a:pt x="2512" y="4708"/>
                    </a:lnTo>
                    <a:lnTo>
                      <a:pt x="2512" y="4792"/>
                    </a:lnTo>
                    <a:lnTo>
                      <a:pt x="2616" y="4708"/>
                    </a:lnTo>
                    <a:lnTo>
                      <a:pt x="2679" y="4645"/>
                    </a:lnTo>
                    <a:lnTo>
                      <a:pt x="2533" y="4603"/>
                    </a:lnTo>
                    <a:lnTo>
                      <a:pt x="2554" y="4499"/>
                    </a:lnTo>
                    <a:lnTo>
                      <a:pt x="2637" y="4311"/>
                    </a:lnTo>
                    <a:lnTo>
                      <a:pt x="2679" y="4227"/>
                    </a:lnTo>
                    <a:lnTo>
                      <a:pt x="2784" y="4227"/>
                    </a:lnTo>
                    <a:lnTo>
                      <a:pt x="2826" y="4290"/>
                    </a:lnTo>
                    <a:lnTo>
                      <a:pt x="2867" y="4227"/>
                    </a:lnTo>
                    <a:lnTo>
                      <a:pt x="2930" y="4122"/>
                    </a:lnTo>
                    <a:lnTo>
                      <a:pt x="3077" y="3892"/>
                    </a:lnTo>
                    <a:lnTo>
                      <a:pt x="3077" y="3808"/>
                    </a:lnTo>
                    <a:lnTo>
                      <a:pt x="3077" y="3746"/>
                    </a:lnTo>
                    <a:lnTo>
                      <a:pt x="3098" y="3599"/>
                    </a:lnTo>
                    <a:lnTo>
                      <a:pt x="3202" y="3495"/>
                    </a:lnTo>
                    <a:lnTo>
                      <a:pt x="3286" y="3453"/>
                    </a:lnTo>
                    <a:lnTo>
                      <a:pt x="3286" y="3411"/>
                    </a:lnTo>
                    <a:lnTo>
                      <a:pt x="3160" y="3369"/>
                    </a:lnTo>
                    <a:lnTo>
                      <a:pt x="3098" y="3285"/>
                    </a:lnTo>
                    <a:lnTo>
                      <a:pt x="3139" y="3285"/>
                    </a:lnTo>
                    <a:lnTo>
                      <a:pt x="3160" y="3243"/>
                    </a:lnTo>
                    <a:lnTo>
                      <a:pt x="3035" y="3222"/>
                    </a:lnTo>
                    <a:lnTo>
                      <a:pt x="2888" y="3327"/>
                    </a:lnTo>
                    <a:lnTo>
                      <a:pt x="2679" y="3536"/>
                    </a:lnTo>
                    <a:lnTo>
                      <a:pt x="2554" y="3536"/>
                    </a:lnTo>
                    <a:lnTo>
                      <a:pt x="2470" y="3578"/>
                    </a:lnTo>
                    <a:lnTo>
                      <a:pt x="2365" y="3536"/>
                    </a:lnTo>
                    <a:lnTo>
                      <a:pt x="2135" y="3285"/>
                    </a:lnTo>
                    <a:lnTo>
                      <a:pt x="2051" y="3285"/>
                    </a:lnTo>
                    <a:lnTo>
                      <a:pt x="1989" y="3181"/>
                    </a:lnTo>
                    <a:lnTo>
                      <a:pt x="1947" y="3118"/>
                    </a:lnTo>
                    <a:lnTo>
                      <a:pt x="2010" y="3034"/>
                    </a:lnTo>
                    <a:lnTo>
                      <a:pt x="2030" y="2888"/>
                    </a:lnTo>
                    <a:lnTo>
                      <a:pt x="1926" y="2720"/>
                    </a:lnTo>
                    <a:lnTo>
                      <a:pt x="1926" y="2637"/>
                    </a:lnTo>
                    <a:lnTo>
                      <a:pt x="1905" y="2595"/>
                    </a:lnTo>
                    <a:lnTo>
                      <a:pt x="1905" y="2448"/>
                    </a:lnTo>
                    <a:lnTo>
                      <a:pt x="1947" y="2365"/>
                    </a:lnTo>
                    <a:lnTo>
                      <a:pt x="1884" y="2365"/>
                    </a:lnTo>
                    <a:lnTo>
                      <a:pt x="1884" y="2239"/>
                    </a:lnTo>
                    <a:lnTo>
                      <a:pt x="1842" y="2176"/>
                    </a:lnTo>
                    <a:lnTo>
                      <a:pt x="1800" y="2197"/>
                    </a:lnTo>
                    <a:lnTo>
                      <a:pt x="1717" y="2134"/>
                    </a:lnTo>
                    <a:lnTo>
                      <a:pt x="1675" y="2197"/>
                    </a:lnTo>
                    <a:lnTo>
                      <a:pt x="1779" y="2281"/>
                    </a:lnTo>
                    <a:lnTo>
                      <a:pt x="1738" y="2365"/>
                    </a:lnTo>
                    <a:lnTo>
                      <a:pt x="1779" y="2427"/>
                    </a:lnTo>
                    <a:lnTo>
                      <a:pt x="1696" y="2511"/>
                    </a:lnTo>
                    <a:lnTo>
                      <a:pt x="1696" y="2595"/>
                    </a:lnTo>
                    <a:lnTo>
                      <a:pt x="1779" y="2699"/>
                    </a:lnTo>
                    <a:lnTo>
                      <a:pt x="1779" y="2741"/>
                    </a:lnTo>
                    <a:lnTo>
                      <a:pt x="1675" y="2762"/>
                    </a:lnTo>
                    <a:lnTo>
                      <a:pt x="1612" y="2720"/>
                    </a:lnTo>
                    <a:lnTo>
                      <a:pt x="1591" y="2616"/>
                    </a:lnTo>
                    <a:lnTo>
                      <a:pt x="1486" y="2595"/>
                    </a:lnTo>
                    <a:lnTo>
                      <a:pt x="1486" y="2532"/>
                    </a:lnTo>
                    <a:lnTo>
                      <a:pt x="1382" y="2511"/>
                    </a:lnTo>
                    <a:lnTo>
                      <a:pt x="1319" y="2511"/>
                    </a:lnTo>
                    <a:lnTo>
                      <a:pt x="1298" y="2448"/>
                    </a:lnTo>
                    <a:lnTo>
                      <a:pt x="1403" y="2406"/>
                    </a:lnTo>
                    <a:lnTo>
                      <a:pt x="1424" y="2323"/>
                    </a:lnTo>
                    <a:lnTo>
                      <a:pt x="1319" y="2239"/>
                    </a:lnTo>
                    <a:lnTo>
                      <a:pt x="1403" y="2114"/>
                    </a:lnTo>
                    <a:lnTo>
                      <a:pt x="1486" y="2093"/>
                    </a:lnTo>
                    <a:lnTo>
                      <a:pt x="1507" y="1988"/>
                    </a:lnTo>
                    <a:lnTo>
                      <a:pt x="1486" y="1904"/>
                    </a:lnTo>
                    <a:lnTo>
                      <a:pt x="1507" y="1821"/>
                    </a:lnTo>
                    <a:lnTo>
                      <a:pt x="1466" y="1758"/>
                    </a:lnTo>
                    <a:lnTo>
                      <a:pt x="1486" y="1611"/>
                    </a:lnTo>
                    <a:lnTo>
                      <a:pt x="1361" y="1507"/>
                    </a:lnTo>
                    <a:lnTo>
                      <a:pt x="1361" y="1465"/>
                    </a:lnTo>
                    <a:lnTo>
                      <a:pt x="1424" y="1507"/>
                    </a:lnTo>
                    <a:lnTo>
                      <a:pt x="1528" y="1486"/>
                    </a:lnTo>
                    <a:lnTo>
                      <a:pt x="1570" y="1360"/>
                    </a:lnTo>
                    <a:lnTo>
                      <a:pt x="1591" y="1318"/>
                    </a:lnTo>
                    <a:lnTo>
                      <a:pt x="1591" y="1151"/>
                    </a:lnTo>
                    <a:lnTo>
                      <a:pt x="1570" y="1026"/>
                    </a:lnTo>
                    <a:lnTo>
                      <a:pt x="1570" y="921"/>
                    </a:lnTo>
                    <a:lnTo>
                      <a:pt x="1507" y="942"/>
                    </a:lnTo>
                    <a:lnTo>
                      <a:pt x="1382" y="984"/>
                    </a:lnTo>
                    <a:lnTo>
                      <a:pt x="1277" y="879"/>
                    </a:lnTo>
                    <a:lnTo>
                      <a:pt x="1361" y="837"/>
                    </a:lnTo>
                    <a:lnTo>
                      <a:pt x="1277" y="774"/>
                    </a:lnTo>
                    <a:lnTo>
                      <a:pt x="1214" y="754"/>
                    </a:lnTo>
                    <a:lnTo>
                      <a:pt x="1277" y="712"/>
                    </a:lnTo>
                    <a:lnTo>
                      <a:pt x="1361" y="649"/>
                    </a:lnTo>
                    <a:lnTo>
                      <a:pt x="1361" y="607"/>
                    </a:lnTo>
                    <a:lnTo>
                      <a:pt x="1256" y="565"/>
                    </a:lnTo>
                    <a:lnTo>
                      <a:pt x="1173" y="502"/>
                    </a:lnTo>
                    <a:lnTo>
                      <a:pt x="1089" y="544"/>
                    </a:lnTo>
                    <a:lnTo>
                      <a:pt x="1089" y="440"/>
                    </a:lnTo>
                    <a:lnTo>
                      <a:pt x="1110" y="440"/>
                    </a:lnTo>
                    <a:lnTo>
                      <a:pt x="1173" y="356"/>
                    </a:lnTo>
                    <a:lnTo>
                      <a:pt x="1110" y="356"/>
                    </a:lnTo>
                    <a:lnTo>
                      <a:pt x="1047" y="398"/>
                    </a:lnTo>
                    <a:lnTo>
                      <a:pt x="1047" y="461"/>
                    </a:lnTo>
                    <a:lnTo>
                      <a:pt x="1005" y="544"/>
                    </a:lnTo>
                    <a:lnTo>
                      <a:pt x="942" y="523"/>
                    </a:lnTo>
                    <a:lnTo>
                      <a:pt x="963" y="419"/>
                    </a:lnTo>
                    <a:lnTo>
                      <a:pt x="901" y="335"/>
                    </a:lnTo>
                    <a:lnTo>
                      <a:pt x="880" y="209"/>
                    </a:lnTo>
                    <a:lnTo>
                      <a:pt x="880" y="105"/>
                    </a:lnTo>
                    <a:lnTo>
                      <a:pt x="880" y="42"/>
                    </a:lnTo>
                    <a:lnTo>
                      <a:pt x="942" y="42"/>
                    </a:lnTo>
                    <a:lnTo>
                      <a:pt x="88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20" name="Google Shape;620;p38"/>
            <p:cNvSpPr/>
            <p:nvPr/>
          </p:nvSpPr>
          <p:spPr>
            <a:xfrm>
              <a:off x="3608564" y="2619698"/>
              <a:ext cx="60550" cy="35232"/>
            </a:xfrm>
            <a:custGeom>
              <a:rect b="b" l="l" r="r" t="t"/>
              <a:pathLst>
                <a:path extrusionOk="0" h="3098" w="5085">
                  <a:moveTo>
                    <a:pt x="900" y="1"/>
                  </a:moveTo>
                  <a:lnTo>
                    <a:pt x="733" y="22"/>
                  </a:lnTo>
                  <a:lnTo>
                    <a:pt x="733" y="64"/>
                  </a:lnTo>
                  <a:lnTo>
                    <a:pt x="775" y="126"/>
                  </a:lnTo>
                  <a:lnTo>
                    <a:pt x="837" y="126"/>
                  </a:lnTo>
                  <a:lnTo>
                    <a:pt x="858" y="64"/>
                  </a:lnTo>
                  <a:lnTo>
                    <a:pt x="942" y="64"/>
                  </a:lnTo>
                  <a:lnTo>
                    <a:pt x="984" y="126"/>
                  </a:lnTo>
                  <a:lnTo>
                    <a:pt x="1088" y="147"/>
                  </a:lnTo>
                  <a:lnTo>
                    <a:pt x="1047" y="210"/>
                  </a:lnTo>
                  <a:lnTo>
                    <a:pt x="942" y="168"/>
                  </a:lnTo>
                  <a:lnTo>
                    <a:pt x="837" y="168"/>
                  </a:lnTo>
                  <a:lnTo>
                    <a:pt x="858" y="231"/>
                  </a:lnTo>
                  <a:lnTo>
                    <a:pt x="1005" y="315"/>
                  </a:lnTo>
                  <a:lnTo>
                    <a:pt x="1109" y="440"/>
                  </a:lnTo>
                  <a:lnTo>
                    <a:pt x="1088" y="524"/>
                  </a:lnTo>
                  <a:lnTo>
                    <a:pt x="1047" y="545"/>
                  </a:lnTo>
                  <a:lnTo>
                    <a:pt x="1047" y="461"/>
                  </a:lnTo>
                  <a:lnTo>
                    <a:pt x="900" y="377"/>
                  </a:lnTo>
                  <a:lnTo>
                    <a:pt x="837" y="461"/>
                  </a:lnTo>
                  <a:lnTo>
                    <a:pt x="775" y="440"/>
                  </a:lnTo>
                  <a:lnTo>
                    <a:pt x="796" y="356"/>
                  </a:lnTo>
                  <a:lnTo>
                    <a:pt x="691" y="252"/>
                  </a:lnTo>
                  <a:lnTo>
                    <a:pt x="586" y="210"/>
                  </a:lnTo>
                  <a:lnTo>
                    <a:pt x="524" y="252"/>
                  </a:lnTo>
                  <a:lnTo>
                    <a:pt x="586" y="356"/>
                  </a:lnTo>
                  <a:lnTo>
                    <a:pt x="565" y="419"/>
                  </a:lnTo>
                  <a:lnTo>
                    <a:pt x="524" y="315"/>
                  </a:lnTo>
                  <a:lnTo>
                    <a:pt x="419" y="273"/>
                  </a:lnTo>
                  <a:lnTo>
                    <a:pt x="377" y="356"/>
                  </a:lnTo>
                  <a:lnTo>
                    <a:pt x="461" y="440"/>
                  </a:lnTo>
                  <a:lnTo>
                    <a:pt x="524" y="482"/>
                  </a:lnTo>
                  <a:lnTo>
                    <a:pt x="565" y="545"/>
                  </a:lnTo>
                  <a:lnTo>
                    <a:pt x="461" y="482"/>
                  </a:lnTo>
                  <a:lnTo>
                    <a:pt x="356" y="545"/>
                  </a:lnTo>
                  <a:lnTo>
                    <a:pt x="419" y="608"/>
                  </a:lnTo>
                  <a:lnTo>
                    <a:pt x="565" y="670"/>
                  </a:lnTo>
                  <a:lnTo>
                    <a:pt x="482" y="670"/>
                  </a:lnTo>
                  <a:lnTo>
                    <a:pt x="461" y="733"/>
                  </a:lnTo>
                  <a:lnTo>
                    <a:pt x="482" y="775"/>
                  </a:lnTo>
                  <a:lnTo>
                    <a:pt x="461" y="775"/>
                  </a:lnTo>
                  <a:lnTo>
                    <a:pt x="272" y="649"/>
                  </a:lnTo>
                  <a:lnTo>
                    <a:pt x="231" y="608"/>
                  </a:lnTo>
                  <a:lnTo>
                    <a:pt x="168" y="670"/>
                  </a:lnTo>
                  <a:lnTo>
                    <a:pt x="252" y="796"/>
                  </a:lnTo>
                  <a:lnTo>
                    <a:pt x="314" y="880"/>
                  </a:lnTo>
                  <a:lnTo>
                    <a:pt x="252" y="900"/>
                  </a:lnTo>
                  <a:lnTo>
                    <a:pt x="147" y="775"/>
                  </a:lnTo>
                  <a:lnTo>
                    <a:pt x="63" y="754"/>
                  </a:lnTo>
                  <a:lnTo>
                    <a:pt x="0" y="859"/>
                  </a:lnTo>
                  <a:lnTo>
                    <a:pt x="126" y="900"/>
                  </a:lnTo>
                  <a:lnTo>
                    <a:pt x="231" y="1005"/>
                  </a:lnTo>
                  <a:lnTo>
                    <a:pt x="356" y="1047"/>
                  </a:lnTo>
                  <a:lnTo>
                    <a:pt x="440" y="942"/>
                  </a:lnTo>
                  <a:lnTo>
                    <a:pt x="565" y="900"/>
                  </a:lnTo>
                  <a:lnTo>
                    <a:pt x="628" y="796"/>
                  </a:lnTo>
                  <a:lnTo>
                    <a:pt x="649" y="859"/>
                  </a:lnTo>
                  <a:lnTo>
                    <a:pt x="649" y="900"/>
                  </a:lnTo>
                  <a:lnTo>
                    <a:pt x="691" y="900"/>
                  </a:lnTo>
                  <a:lnTo>
                    <a:pt x="775" y="880"/>
                  </a:lnTo>
                  <a:lnTo>
                    <a:pt x="796" y="984"/>
                  </a:lnTo>
                  <a:lnTo>
                    <a:pt x="858" y="984"/>
                  </a:lnTo>
                  <a:lnTo>
                    <a:pt x="942" y="900"/>
                  </a:lnTo>
                  <a:lnTo>
                    <a:pt x="963" y="859"/>
                  </a:lnTo>
                  <a:lnTo>
                    <a:pt x="984" y="963"/>
                  </a:lnTo>
                  <a:lnTo>
                    <a:pt x="1005" y="963"/>
                  </a:lnTo>
                  <a:lnTo>
                    <a:pt x="1151" y="859"/>
                  </a:lnTo>
                  <a:lnTo>
                    <a:pt x="1109" y="900"/>
                  </a:lnTo>
                  <a:lnTo>
                    <a:pt x="1088" y="1005"/>
                  </a:lnTo>
                  <a:lnTo>
                    <a:pt x="1151" y="1047"/>
                  </a:lnTo>
                  <a:lnTo>
                    <a:pt x="1214" y="984"/>
                  </a:lnTo>
                  <a:lnTo>
                    <a:pt x="1360" y="1068"/>
                  </a:lnTo>
                  <a:lnTo>
                    <a:pt x="1277" y="1089"/>
                  </a:lnTo>
                  <a:lnTo>
                    <a:pt x="1193" y="1089"/>
                  </a:lnTo>
                  <a:lnTo>
                    <a:pt x="1109" y="1131"/>
                  </a:lnTo>
                  <a:lnTo>
                    <a:pt x="1047" y="1131"/>
                  </a:lnTo>
                  <a:lnTo>
                    <a:pt x="879" y="1214"/>
                  </a:lnTo>
                  <a:lnTo>
                    <a:pt x="879" y="1256"/>
                  </a:lnTo>
                  <a:lnTo>
                    <a:pt x="1068" y="1298"/>
                  </a:lnTo>
                  <a:lnTo>
                    <a:pt x="1172" y="1298"/>
                  </a:lnTo>
                  <a:lnTo>
                    <a:pt x="1214" y="1214"/>
                  </a:lnTo>
                  <a:lnTo>
                    <a:pt x="1277" y="1193"/>
                  </a:lnTo>
                  <a:lnTo>
                    <a:pt x="1277" y="1298"/>
                  </a:lnTo>
                  <a:lnTo>
                    <a:pt x="1193" y="1382"/>
                  </a:lnTo>
                  <a:lnTo>
                    <a:pt x="1005" y="1403"/>
                  </a:lnTo>
                  <a:lnTo>
                    <a:pt x="942" y="1382"/>
                  </a:lnTo>
                  <a:lnTo>
                    <a:pt x="858" y="1486"/>
                  </a:lnTo>
                  <a:lnTo>
                    <a:pt x="796" y="1403"/>
                  </a:lnTo>
                  <a:lnTo>
                    <a:pt x="775" y="1382"/>
                  </a:lnTo>
                  <a:lnTo>
                    <a:pt x="775" y="1319"/>
                  </a:lnTo>
                  <a:lnTo>
                    <a:pt x="691" y="1319"/>
                  </a:lnTo>
                  <a:lnTo>
                    <a:pt x="691" y="1361"/>
                  </a:lnTo>
                  <a:lnTo>
                    <a:pt x="691" y="1382"/>
                  </a:lnTo>
                  <a:lnTo>
                    <a:pt x="628" y="1465"/>
                  </a:lnTo>
                  <a:lnTo>
                    <a:pt x="544" y="1403"/>
                  </a:lnTo>
                  <a:lnTo>
                    <a:pt x="461" y="1424"/>
                  </a:lnTo>
                  <a:lnTo>
                    <a:pt x="356" y="1486"/>
                  </a:lnTo>
                  <a:lnTo>
                    <a:pt x="252" y="1424"/>
                  </a:lnTo>
                  <a:lnTo>
                    <a:pt x="168" y="1465"/>
                  </a:lnTo>
                  <a:lnTo>
                    <a:pt x="126" y="1465"/>
                  </a:lnTo>
                  <a:lnTo>
                    <a:pt x="168" y="1591"/>
                  </a:lnTo>
                  <a:lnTo>
                    <a:pt x="231" y="1654"/>
                  </a:lnTo>
                  <a:lnTo>
                    <a:pt x="377" y="1696"/>
                  </a:lnTo>
                  <a:lnTo>
                    <a:pt x="377" y="1633"/>
                  </a:lnTo>
                  <a:lnTo>
                    <a:pt x="565" y="1696"/>
                  </a:lnTo>
                  <a:lnTo>
                    <a:pt x="900" y="1696"/>
                  </a:lnTo>
                  <a:lnTo>
                    <a:pt x="900" y="1737"/>
                  </a:lnTo>
                  <a:lnTo>
                    <a:pt x="837" y="1800"/>
                  </a:lnTo>
                  <a:lnTo>
                    <a:pt x="837" y="1842"/>
                  </a:lnTo>
                  <a:lnTo>
                    <a:pt x="942" y="1926"/>
                  </a:lnTo>
                  <a:lnTo>
                    <a:pt x="963" y="2009"/>
                  </a:lnTo>
                  <a:lnTo>
                    <a:pt x="1005" y="2009"/>
                  </a:lnTo>
                  <a:lnTo>
                    <a:pt x="1172" y="1905"/>
                  </a:lnTo>
                  <a:lnTo>
                    <a:pt x="1151" y="1988"/>
                  </a:lnTo>
                  <a:lnTo>
                    <a:pt x="1047" y="2030"/>
                  </a:lnTo>
                  <a:lnTo>
                    <a:pt x="984" y="2135"/>
                  </a:lnTo>
                  <a:lnTo>
                    <a:pt x="1068" y="2177"/>
                  </a:lnTo>
                  <a:lnTo>
                    <a:pt x="1214" y="2051"/>
                  </a:lnTo>
                  <a:lnTo>
                    <a:pt x="1360" y="2114"/>
                  </a:lnTo>
                  <a:lnTo>
                    <a:pt x="1381" y="2156"/>
                  </a:lnTo>
                  <a:lnTo>
                    <a:pt x="1298" y="2114"/>
                  </a:lnTo>
                  <a:lnTo>
                    <a:pt x="1193" y="2156"/>
                  </a:lnTo>
                  <a:lnTo>
                    <a:pt x="1109" y="2240"/>
                  </a:lnTo>
                  <a:lnTo>
                    <a:pt x="984" y="2240"/>
                  </a:lnTo>
                  <a:lnTo>
                    <a:pt x="984" y="2323"/>
                  </a:lnTo>
                  <a:lnTo>
                    <a:pt x="942" y="2365"/>
                  </a:lnTo>
                  <a:lnTo>
                    <a:pt x="879" y="2365"/>
                  </a:lnTo>
                  <a:lnTo>
                    <a:pt x="796" y="2407"/>
                  </a:lnTo>
                  <a:lnTo>
                    <a:pt x="775" y="2344"/>
                  </a:lnTo>
                  <a:lnTo>
                    <a:pt x="670" y="2261"/>
                  </a:lnTo>
                  <a:lnTo>
                    <a:pt x="670" y="2323"/>
                  </a:lnTo>
                  <a:lnTo>
                    <a:pt x="628" y="2323"/>
                  </a:lnTo>
                  <a:lnTo>
                    <a:pt x="649" y="2449"/>
                  </a:lnTo>
                  <a:lnTo>
                    <a:pt x="691" y="2470"/>
                  </a:lnTo>
                  <a:lnTo>
                    <a:pt x="670" y="2512"/>
                  </a:lnTo>
                  <a:lnTo>
                    <a:pt x="649" y="2700"/>
                  </a:lnTo>
                  <a:lnTo>
                    <a:pt x="775" y="2679"/>
                  </a:lnTo>
                  <a:lnTo>
                    <a:pt x="837" y="2658"/>
                  </a:lnTo>
                  <a:lnTo>
                    <a:pt x="900" y="2700"/>
                  </a:lnTo>
                  <a:lnTo>
                    <a:pt x="1088" y="2742"/>
                  </a:lnTo>
                  <a:lnTo>
                    <a:pt x="1214" y="2637"/>
                  </a:lnTo>
                  <a:lnTo>
                    <a:pt x="1360" y="2679"/>
                  </a:lnTo>
                  <a:lnTo>
                    <a:pt x="1423" y="2637"/>
                  </a:lnTo>
                  <a:lnTo>
                    <a:pt x="1465" y="2679"/>
                  </a:lnTo>
                  <a:lnTo>
                    <a:pt x="1528" y="2700"/>
                  </a:lnTo>
                  <a:lnTo>
                    <a:pt x="1632" y="2679"/>
                  </a:lnTo>
                  <a:lnTo>
                    <a:pt x="1632" y="2784"/>
                  </a:lnTo>
                  <a:lnTo>
                    <a:pt x="1779" y="2930"/>
                  </a:lnTo>
                  <a:lnTo>
                    <a:pt x="1842" y="2972"/>
                  </a:lnTo>
                  <a:lnTo>
                    <a:pt x="1946" y="2888"/>
                  </a:lnTo>
                  <a:lnTo>
                    <a:pt x="2051" y="2888"/>
                  </a:lnTo>
                  <a:lnTo>
                    <a:pt x="2239" y="3077"/>
                  </a:lnTo>
                  <a:lnTo>
                    <a:pt x="2469" y="3077"/>
                  </a:lnTo>
                  <a:lnTo>
                    <a:pt x="2574" y="3097"/>
                  </a:lnTo>
                  <a:lnTo>
                    <a:pt x="2741" y="3056"/>
                  </a:lnTo>
                  <a:lnTo>
                    <a:pt x="2721" y="2951"/>
                  </a:lnTo>
                  <a:lnTo>
                    <a:pt x="2741" y="2867"/>
                  </a:lnTo>
                  <a:lnTo>
                    <a:pt x="2762" y="2951"/>
                  </a:lnTo>
                  <a:lnTo>
                    <a:pt x="2888" y="2972"/>
                  </a:lnTo>
                  <a:lnTo>
                    <a:pt x="3034" y="2867"/>
                  </a:lnTo>
                  <a:lnTo>
                    <a:pt x="3034" y="2700"/>
                  </a:lnTo>
                  <a:lnTo>
                    <a:pt x="3181" y="2700"/>
                  </a:lnTo>
                  <a:lnTo>
                    <a:pt x="3139" y="2763"/>
                  </a:lnTo>
                  <a:lnTo>
                    <a:pt x="3181" y="2846"/>
                  </a:lnTo>
                  <a:lnTo>
                    <a:pt x="3202" y="2763"/>
                  </a:lnTo>
                  <a:lnTo>
                    <a:pt x="3306" y="2763"/>
                  </a:lnTo>
                  <a:lnTo>
                    <a:pt x="3411" y="2637"/>
                  </a:lnTo>
                  <a:lnTo>
                    <a:pt x="3474" y="2658"/>
                  </a:lnTo>
                  <a:lnTo>
                    <a:pt x="3495" y="2637"/>
                  </a:lnTo>
                  <a:lnTo>
                    <a:pt x="3599" y="2658"/>
                  </a:lnTo>
                  <a:lnTo>
                    <a:pt x="3599" y="2679"/>
                  </a:lnTo>
                  <a:lnTo>
                    <a:pt x="3662" y="2658"/>
                  </a:lnTo>
                  <a:lnTo>
                    <a:pt x="3892" y="2449"/>
                  </a:lnTo>
                  <a:lnTo>
                    <a:pt x="3976" y="2323"/>
                  </a:lnTo>
                  <a:lnTo>
                    <a:pt x="4248" y="2261"/>
                  </a:lnTo>
                  <a:lnTo>
                    <a:pt x="4332" y="2177"/>
                  </a:lnTo>
                  <a:lnTo>
                    <a:pt x="4290" y="2135"/>
                  </a:lnTo>
                  <a:lnTo>
                    <a:pt x="4311" y="2051"/>
                  </a:lnTo>
                  <a:lnTo>
                    <a:pt x="4353" y="2051"/>
                  </a:lnTo>
                  <a:lnTo>
                    <a:pt x="4394" y="2156"/>
                  </a:lnTo>
                  <a:lnTo>
                    <a:pt x="4541" y="2177"/>
                  </a:lnTo>
                  <a:lnTo>
                    <a:pt x="4625" y="2114"/>
                  </a:lnTo>
                  <a:lnTo>
                    <a:pt x="4625" y="2030"/>
                  </a:lnTo>
                  <a:lnTo>
                    <a:pt x="4604" y="2009"/>
                  </a:lnTo>
                  <a:lnTo>
                    <a:pt x="4604" y="1926"/>
                  </a:lnTo>
                  <a:lnTo>
                    <a:pt x="4666" y="1905"/>
                  </a:lnTo>
                  <a:lnTo>
                    <a:pt x="4625" y="1779"/>
                  </a:lnTo>
                  <a:lnTo>
                    <a:pt x="4666" y="1716"/>
                  </a:lnTo>
                  <a:lnTo>
                    <a:pt x="4771" y="1779"/>
                  </a:lnTo>
                  <a:lnTo>
                    <a:pt x="4771" y="1884"/>
                  </a:lnTo>
                  <a:lnTo>
                    <a:pt x="4876" y="1842"/>
                  </a:lnTo>
                  <a:lnTo>
                    <a:pt x="4938" y="1716"/>
                  </a:lnTo>
                  <a:lnTo>
                    <a:pt x="4917" y="1612"/>
                  </a:lnTo>
                  <a:lnTo>
                    <a:pt x="4813" y="1507"/>
                  </a:lnTo>
                  <a:lnTo>
                    <a:pt x="4813" y="1403"/>
                  </a:lnTo>
                  <a:lnTo>
                    <a:pt x="4855" y="1361"/>
                  </a:lnTo>
                  <a:lnTo>
                    <a:pt x="4855" y="1256"/>
                  </a:lnTo>
                  <a:lnTo>
                    <a:pt x="4959" y="1193"/>
                  </a:lnTo>
                  <a:lnTo>
                    <a:pt x="5043" y="1193"/>
                  </a:lnTo>
                  <a:lnTo>
                    <a:pt x="5085" y="1110"/>
                  </a:lnTo>
                  <a:lnTo>
                    <a:pt x="5022" y="1005"/>
                  </a:lnTo>
                  <a:lnTo>
                    <a:pt x="4771" y="984"/>
                  </a:lnTo>
                  <a:lnTo>
                    <a:pt x="4708" y="1068"/>
                  </a:lnTo>
                  <a:lnTo>
                    <a:pt x="4750" y="963"/>
                  </a:lnTo>
                  <a:lnTo>
                    <a:pt x="4750" y="859"/>
                  </a:lnTo>
                  <a:lnTo>
                    <a:pt x="4625" y="859"/>
                  </a:lnTo>
                  <a:lnTo>
                    <a:pt x="4604" y="880"/>
                  </a:lnTo>
                  <a:lnTo>
                    <a:pt x="4541" y="775"/>
                  </a:lnTo>
                  <a:lnTo>
                    <a:pt x="4625" y="670"/>
                  </a:lnTo>
                  <a:lnTo>
                    <a:pt x="4708" y="649"/>
                  </a:lnTo>
                  <a:lnTo>
                    <a:pt x="4708" y="482"/>
                  </a:lnTo>
                  <a:lnTo>
                    <a:pt x="4645" y="461"/>
                  </a:lnTo>
                  <a:lnTo>
                    <a:pt x="4562" y="545"/>
                  </a:lnTo>
                  <a:lnTo>
                    <a:pt x="4457" y="482"/>
                  </a:lnTo>
                  <a:lnTo>
                    <a:pt x="4415" y="377"/>
                  </a:lnTo>
                  <a:lnTo>
                    <a:pt x="4520" y="336"/>
                  </a:lnTo>
                  <a:lnTo>
                    <a:pt x="4541" y="252"/>
                  </a:lnTo>
                  <a:lnTo>
                    <a:pt x="4604" y="210"/>
                  </a:lnTo>
                  <a:lnTo>
                    <a:pt x="4708" y="168"/>
                  </a:lnTo>
                  <a:lnTo>
                    <a:pt x="4562" y="126"/>
                  </a:lnTo>
                  <a:lnTo>
                    <a:pt x="4499" y="147"/>
                  </a:lnTo>
                  <a:lnTo>
                    <a:pt x="4311" y="336"/>
                  </a:lnTo>
                  <a:lnTo>
                    <a:pt x="4290" y="419"/>
                  </a:lnTo>
                  <a:lnTo>
                    <a:pt x="4206" y="440"/>
                  </a:lnTo>
                  <a:lnTo>
                    <a:pt x="4122" y="315"/>
                  </a:lnTo>
                  <a:lnTo>
                    <a:pt x="4185" y="252"/>
                  </a:lnTo>
                  <a:lnTo>
                    <a:pt x="4122" y="210"/>
                  </a:lnTo>
                  <a:lnTo>
                    <a:pt x="4101" y="84"/>
                  </a:lnTo>
                  <a:lnTo>
                    <a:pt x="3997" y="64"/>
                  </a:lnTo>
                  <a:lnTo>
                    <a:pt x="3913" y="126"/>
                  </a:lnTo>
                  <a:lnTo>
                    <a:pt x="3829" y="84"/>
                  </a:lnTo>
                  <a:lnTo>
                    <a:pt x="3788" y="168"/>
                  </a:lnTo>
                  <a:lnTo>
                    <a:pt x="3829" y="315"/>
                  </a:lnTo>
                  <a:lnTo>
                    <a:pt x="3788" y="377"/>
                  </a:lnTo>
                  <a:lnTo>
                    <a:pt x="3683" y="377"/>
                  </a:lnTo>
                  <a:lnTo>
                    <a:pt x="3578" y="440"/>
                  </a:lnTo>
                  <a:lnTo>
                    <a:pt x="3557" y="336"/>
                  </a:lnTo>
                  <a:lnTo>
                    <a:pt x="3495" y="315"/>
                  </a:lnTo>
                  <a:lnTo>
                    <a:pt x="3453" y="377"/>
                  </a:lnTo>
                  <a:lnTo>
                    <a:pt x="3369" y="545"/>
                  </a:lnTo>
                  <a:lnTo>
                    <a:pt x="3265" y="545"/>
                  </a:lnTo>
                  <a:lnTo>
                    <a:pt x="3160" y="356"/>
                  </a:lnTo>
                  <a:lnTo>
                    <a:pt x="3076" y="356"/>
                  </a:lnTo>
                  <a:lnTo>
                    <a:pt x="3034" y="336"/>
                  </a:lnTo>
                  <a:lnTo>
                    <a:pt x="2951" y="356"/>
                  </a:lnTo>
                  <a:lnTo>
                    <a:pt x="2888" y="545"/>
                  </a:lnTo>
                  <a:lnTo>
                    <a:pt x="2993" y="754"/>
                  </a:lnTo>
                  <a:lnTo>
                    <a:pt x="2888" y="1047"/>
                  </a:lnTo>
                  <a:lnTo>
                    <a:pt x="2930" y="775"/>
                  </a:lnTo>
                  <a:lnTo>
                    <a:pt x="2825" y="608"/>
                  </a:lnTo>
                  <a:lnTo>
                    <a:pt x="2825" y="524"/>
                  </a:lnTo>
                  <a:lnTo>
                    <a:pt x="2762" y="482"/>
                  </a:lnTo>
                  <a:lnTo>
                    <a:pt x="2783" y="356"/>
                  </a:lnTo>
                  <a:lnTo>
                    <a:pt x="2658" y="273"/>
                  </a:lnTo>
                  <a:lnTo>
                    <a:pt x="2448" y="440"/>
                  </a:lnTo>
                  <a:lnTo>
                    <a:pt x="2428" y="566"/>
                  </a:lnTo>
                  <a:lnTo>
                    <a:pt x="2448" y="649"/>
                  </a:lnTo>
                  <a:lnTo>
                    <a:pt x="2344" y="796"/>
                  </a:lnTo>
                  <a:lnTo>
                    <a:pt x="2260" y="796"/>
                  </a:lnTo>
                  <a:lnTo>
                    <a:pt x="2260" y="649"/>
                  </a:lnTo>
                  <a:lnTo>
                    <a:pt x="2156" y="587"/>
                  </a:lnTo>
                  <a:lnTo>
                    <a:pt x="2156" y="356"/>
                  </a:lnTo>
                  <a:lnTo>
                    <a:pt x="2093" y="315"/>
                  </a:lnTo>
                  <a:lnTo>
                    <a:pt x="1925" y="440"/>
                  </a:lnTo>
                  <a:lnTo>
                    <a:pt x="1946" y="691"/>
                  </a:lnTo>
                  <a:lnTo>
                    <a:pt x="2009" y="775"/>
                  </a:lnTo>
                  <a:lnTo>
                    <a:pt x="2009" y="963"/>
                  </a:lnTo>
                  <a:lnTo>
                    <a:pt x="1925" y="1047"/>
                  </a:lnTo>
                  <a:lnTo>
                    <a:pt x="1842" y="1047"/>
                  </a:lnTo>
                  <a:lnTo>
                    <a:pt x="1821" y="900"/>
                  </a:lnTo>
                  <a:lnTo>
                    <a:pt x="1716" y="963"/>
                  </a:lnTo>
                  <a:lnTo>
                    <a:pt x="1674" y="1110"/>
                  </a:lnTo>
                  <a:lnTo>
                    <a:pt x="1612" y="1131"/>
                  </a:lnTo>
                  <a:lnTo>
                    <a:pt x="1591" y="1319"/>
                  </a:lnTo>
                  <a:lnTo>
                    <a:pt x="1507" y="1131"/>
                  </a:lnTo>
                  <a:lnTo>
                    <a:pt x="1423" y="1131"/>
                  </a:lnTo>
                  <a:lnTo>
                    <a:pt x="1465" y="1068"/>
                  </a:lnTo>
                  <a:lnTo>
                    <a:pt x="1528" y="963"/>
                  </a:lnTo>
                  <a:lnTo>
                    <a:pt x="1528" y="859"/>
                  </a:lnTo>
                  <a:lnTo>
                    <a:pt x="1402" y="859"/>
                  </a:lnTo>
                  <a:lnTo>
                    <a:pt x="1465" y="775"/>
                  </a:lnTo>
                  <a:lnTo>
                    <a:pt x="1402" y="649"/>
                  </a:lnTo>
                  <a:lnTo>
                    <a:pt x="1486" y="691"/>
                  </a:lnTo>
                  <a:lnTo>
                    <a:pt x="1570" y="608"/>
                  </a:lnTo>
                  <a:lnTo>
                    <a:pt x="1528" y="545"/>
                  </a:lnTo>
                  <a:lnTo>
                    <a:pt x="1423" y="482"/>
                  </a:lnTo>
                  <a:lnTo>
                    <a:pt x="1528" y="440"/>
                  </a:lnTo>
                  <a:lnTo>
                    <a:pt x="1465" y="336"/>
                  </a:lnTo>
                  <a:lnTo>
                    <a:pt x="1381" y="377"/>
                  </a:lnTo>
                  <a:lnTo>
                    <a:pt x="1319" y="315"/>
                  </a:lnTo>
                  <a:lnTo>
                    <a:pt x="1193" y="231"/>
                  </a:lnTo>
                  <a:lnTo>
                    <a:pt x="1193" y="126"/>
                  </a:lnTo>
                  <a:lnTo>
                    <a:pt x="1109" y="22"/>
                  </a:lnTo>
                  <a:lnTo>
                    <a:pt x="1005" y="43"/>
                  </a:lnTo>
                  <a:lnTo>
                    <a:pt x="90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38"/>
            <p:cNvSpPr/>
            <p:nvPr/>
          </p:nvSpPr>
          <p:spPr>
            <a:xfrm>
              <a:off x="4188328" y="2704412"/>
              <a:ext cx="421823" cy="300791"/>
            </a:xfrm>
            <a:custGeom>
              <a:rect b="b" l="l" r="r" t="t"/>
              <a:pathLst>
                <a:path extrusionOk="0" h="26449" w="35425">
                  <a:moveTo>
                    <a:pt x="27390" y="1"/>
                  </a:moveTo>
                  <a:lnTo>
                    <a:pt x="27369" y="21"/>
                  </a:lnTo>
                  <a:lnTo>
                    <a:pt x="27180" y="42"/>
                  </a:lnTo>
                  <a:lnTo>
                    <a:pt x="27139" y="126"/>
                  </a:lnTo>
                  <a:lnTo>
                    <a:pt x="27097" y="126"/>
                  </a:lnTo>
                  <a:lnTo>
                    <a:pt x="27055" y="189"/>
                  </a:lnTo>
                  <a:lnTo>
                    <a:pt x="26867" y="189"/>
                  </a:lnTo>
                  <a:lnTo>
                    <a:pt x="26741" y="147"/>
                  </a:lnTo>
                  <a:lnTo>
                    <a:pt x="26678" y="231"/>
                  </a:lnTo>
                  <a:lnTo>
                    <a:pt x="26574" y="231"/>
                  </a:lnTo>
                  <a:lnTo>
                    <a:pt x="26532" y="335"/>
                  </a:lnTo>
                  <a:lnTo>
                    <a:pt x="26448" y="356"/>
                  </a:lnTo>
                  <a:lnTo>
                    <a:pt x="26344" y="356"/>
                  </a:lnTo>
                  <a:lnTo>
                    <a:pt x="26260" y="398"/>
                  </a:lnTo>
                  <a:lnTo>
                    <a:pt x="26176" y="419"/>
                  </a:lnTo>
                  <a:lnTo>
                    <a:pt x="26051" y="419"/>
                  </a:lnTo>
                  <a:lnTo>
                    <a:pt x="25967" y="461"/>
                  </a:lnTo>
                  <a:lnTo>
                    <a:pt x="25967" y="545"/>
                  </a:lnTo>
                  <a:lnTo>
                    <a:pt x="25904" y="649"/>
                  </a:lnTo>
                  <a:lnTo>
                    <a:pt x="25862" y="754"/>
                  </a:lnTo>
                  <a:lnTo>
                    <a:pt x="25820" y="817"/>
                  </a:lnTo>
                  <a:lnTo>
                    <a:pt x="25820" y="858"/>
                  </a:lnTo>
                  <a:lnTo>
                    <a:pt x="25800" y="921"/>
                  </a:lnTo>
                  <a:lnTo>
                    <a:pt x="25800" y="1068"/>
                  </a:lnTo>
                  <a:lnTo>
                    <a:pt x="25820" y="1089"/>
                  </a:lnTo>
                  <a:lnTo>
                    <a:pt x="25862" y="1130"/>
                  </a:lnTo>
                  <a:lnTo>
                    <a:pt x="26009" y="1047"/>
                  </a:lnTo>
                  <a:lnTo>
                    <a:pt x="26072" y="984"/>
                  </a:lnTo>
                  <a:lnTo>
                    <a:pt x="26155" y="1005"/>
                  </a:lnTo>
                  <a:lnTo>
                    <a:pt x="26239" y="1151"/>
                  </a:lnTo>
                  <a:lnTo>
                    <a:pt x="26281" y="1256"/>
                  </a:lnTo>
                  <a:lnTo>
                    <a:pt x="26364" y="1340"/>
                  </a:lnTo>
                  <a:lnTo>
                    <a:pt x="26364" y="1402"/>
                  </a:lnTo>
                  <a:lnTo>
                    <a:pt x="26385" y="1486"/>
                  </a:lnTo>
                  <a:lnTo>
                    <a:pt x="26385" y="1612"/>
                  </a:lnTo>
                  <a:lnTo>
                    <a:pt x="26323" y="1674"/>
                  </a:lnTo>
                  <a:lnTo>
                    <a:pt x="26239" y="1779"/>
                  </a:lnTo>
                  <a:lnTo>
                    <a:pt x="26218" y="1926"/>
                  </a:lnTo>
                  <a:lnTo>
                    <a:pt x="26134" y="1988"/>
                  </a:lnTo>
                  <a:lnTo>
                    <a:pt x="26072" y="2093"/>
                  </a:lnTo>
                  <a:lnTo>
                    <a:pt x="26051" y="2198"/>
                  </a:lnTo>
                  <a:lnTo>
                    <a:pt x="26134" y="2281"/>
                  </a:lnTo>
                  <a:lnTo>
                    <a:pt x="26092" y="2344"/>
                  </a:lnTo>
                  <a:lnTo>
                    <a:pt x="26134" y="2490"/>
                  </a:lnTo>
                  <a:lnTo>
                    <a:pt x="26176" y="2532"/>
                  </a:lnTo>
                  <a:lnTo>
                    <a:pt x="26176" y="2658"/>
                  </a:lnTo>
                  <a:lnTo>
                    <a:pt x="26092" y="2700"/>
                  </a:lnTo>
                  <a:lnTo>
                    <a:pt x="26072" y="2742"/>
                  </a:lnTo>
                  <a:lnTo>
                    <a:pt x="26134" y="2846"/>
                  </a:lnTo>
                  <a:lnTo>
                    <a:pt x="26134" y="3034"/>
                  </a:lnTo>
                  <a:lnTo>
                    <a:pt x="26092" y="3076"/>
                  </a:lnTo>
                  <a:lnTo>
                    <a:pt x="26092" y="3244"/>
                  </a:lnTo>
                  <a:lnTo>
                    <a:pt x="26155" y="3244"/>
                  </a:lnTo>
                  <a:lnTo>
                    <a:pt x="26218" y="3265"/>
                  </a:lnTo>
                  <a:lnTo>
                    <a:pt x="26260" y="3244"/>
                  </a:lnTo>
                  <a:lnTo>
                    <a:pt x="26281" y="3265"/>
                  </a:lnTo>
                  <a:lnTo>
                    <a:pt x="26323" y="3390"/>
                  </a:lnTo>
                  <a:lnTo>
                    <a:pt x="26281" y="3495"/>
                  </a:lnTo>
                  <a:lnTo>
                    <a:pt x="26218" y="3578"/>
                  </a:lnTo>
                  <a:lnTo>
                    <a:pt x="26009" y="3620"/>
                  </a:lnTo>
                  <a:lnTo>
                    <a:pt x="25862" y="3704"/>
                  </a:lnTo>
                  <a:lnTo>
                    <a:pt x="25569" y="3976"/>
                  </a:lnTo>
                  <a:lnTo>
                    <a:pt x="25527" y="3997"/>
                  </a:lnTo>
                  <a:lnTo>
                    <a:pt x="25444" y="3913"/>
                  </a:lnTo>
                  <a:lnTo>
                    <a:pt x="25276" y="3892"/>
                  </a:lnTo>
                  <a:lnTo>
                    <a:pt x="25172" y="3913"/>
                  </a:lnTo>
                  <a:lnTo>
                    <a:pt x="25130" y="3871"/>
                  </a:lnTo>
                  <a:lnTo>
                    <a:pt x="25004" y="3871"/>
                  </a:lnTo>
                  <a:lnTo>
                    <a:pt x="25004" y="3892"/>
                  </a:lnTo>
                  <a:lnTo>
                    <a:pt x="24879" y="4792"/>
                  </a:lnTo>
                  <a:lnTo>
                    <a:pt x="24900" y="4959"/>
                  </a:lnTo>
                  <a:lnTo>
                    <a:pt x="24858" y="5148"/>
                  </a:lnTo>
                  <a:lnTo>
                    <a:pt x="24879" y="5252"/>
                  </a:lnTo>
                  <a:lnTo>
                    <a:pt x="24795" y="5524"/>
                  </a:lnTo>
                  <a:lnTo>
                    <a:pt x="24900" y="5692"/>
                  </a:lnTo>
                  <a:lnTo>
                    <a:pt x="25172" y="5838"/>
                  </a:lnTo>
                  <a:lnTo>
                    <a:pt x="25339" y="5671"/>
                  </a:lnTo>
                  <a:lnTo>
                    <a:pt x="25569" y="5671"/>
                  </a:lnTo>
                  <a:lnTo>
                    <a:pt x="25841" y="5734"/>
                  </a:lnTo>
                  <a:lnTo>
                    <a:pt x="25946" y="5838"/>
                  </a:lnTo>
                  <a:lnTo>
                    <a:pt x="26072" y="5629"/>
                  </a:lnTo>
                  <a:lnTo>
                    <a:pt x="26072" y="5483"/>
                  </a:lnTo>
                  <a:lnTo>
                    <a:pt x="26072" y="5378"/>
                  </a:lnTo>
                  <a:lnTo>
                    <a:pt x="26239" y="5336"/>
                  </a:lnTo>
                  <a:lnTo>
                    <a:pt x="26281" y="5273"/>
                  </a:lnTo>
                  <a:lnTo>
                    <a:pt x="26553" y="5357"/>
                  </a:lnTo>
                  <a:lnTo>
                    <a:pt x="26699" y="5545"/>
                  </a:lnTo>
                  <a:lnTo>
                    <a:pt x="26908" y="5734"/>
                  </a:lnTo>
                  <a:lnTo>
                    <a:pt x="27076" y="5943"/>
                  </a:lnTo>
                  <a:lnTo>
                    <a:pt x="27285" y="6089"/>
                  </a:lnTo>
                  <a:lnTo>
                    <a:pt x="27306" y="6194"/>
                  </a:lnTo>
                  <a:lnTo>
                    <a:pt x="27327" y="6278"/>
                  </a:lnTo>
                  <a:lnTo>
                    <a:pt x="27327" y="6382"/>
                  </a:lnTo>
                  <a:lnTo>
                    <a:pt x="27285" y="6424"/>
                  </a:lnTo>
                  <a:lnTo>
                    <a:pt x="27285" y="6508"/>
                  </a:lnTo>
                  <a:lnTo>
                    <a:pt x="27264" y="6591"/>
                  </a:lnTo>
                  <a:lnTo>
                    <a:pt x="27139" y="6571"/>
                  </a:lnTo>
                  <a:lnTo>
                    <a:pt x="27097" y="6508"/>
                  </a:lnTo>
                  <a:lnTo>
                    <a:pt x="26992" y="6529"/>
                  </a:lnTo>
                  <a:lnTo>
                    <a:pt x="26908" y="6591"/>
                  </a:lnTo>
                  <a:lnTo>
                    <a:pt x="26762" y="6508"/>
                  </a:lnTo>
                  <a:lnTo>
                    <a:pt x="26657" y="6529"/>
                  </a:lnTo>
                  <a:lnTo>
                    <a:pt x="26553" y="6675"/>
                  </a:lnTo>
                  <a:lnTo>
                    <a:pt x="26385" y="6801"/>
                  </a:lnTo>
                  <a:lnTo>
                    <a:pt x="26323" y="6843"/>
                  </a:lnTo>
                  <a:lnTo>
                    <a:pt x="26218" y="6780"/>
                  </a:lnTo>
                  <a:lnTo>
                    <a:pt x="26155" y="6801"/>
                  </a:lnTo>
                  <a:lnTo>
                    <a:pt x="26155" y="6905"/>
                  </a:lnTo>
                  <a:lnTo>
                    <a:pt x="26092" y="6947"/>
                  </a:lnTo>
                  <a:lnTo>
                    <a:pt x="26030" y="6989"/>
                  </a:lnTo>
                  <a:lnTo>
                    <a:pt x="25967" y="6947"/>
                  </a:lnTo>
                  <a:lnTo>
                    <a:pt x="25925" y="7031"/>
                  </a:lnTo>
                  <a:lnTo>
                    <a:pt x="25820" y="7198"/>
                  </a:lnTo>
                  <a:lnTo>
                    <a:pt x="25800" y="7366"/>
                  </a:lnTo>
                  <a:lnTo>
                    <a:pt x="25800" y="7470"/>
                  </a:lnTo>
                  <a:lnTo>
                    <a:pt x="25737" y="7554"/>
                  </a:lnTo>
                  <a:lnTo>
                    <a:pt x="25611" y="7575"/>
                  </a:lnTo>
                  <a:lnTo>
                    <a:pt x="25381" y="7763"/>
                  </a:lnTo>
                  <a:lnTo>
                    <a:pt x="25214" y="7763"/>
                  </a:lnTo>
                  <a:lnTo>
                    <a:pt x="25088" y="7742"/>
                  </a:lnTo>
                  <a:lnTo>
                    <a:pt x="25004" y="7784"/>
                  </a:lnTo>
                  <a:lnTo>
                    <a:pt x="24900" y="7993"/>
                  </a:lnTo>
                  <a:lnTo>
                    <a:pt x="24795" y="8077"/>
                  </a:lnTo>
                  <a:lnTo>
                    <a:pt x="24670" y="8182"/>
                  </a:lnTo>
                  <a:lnTo>
                    <a:pt x="24586" y="8265"/>
                  </a:lnTo>
                  <a:lnTo>
                    <a:pt x="24565" y="8370"/>
                  </a:lnTo>
                  <a:lnTo>
                    <a:pt x="24502" y="8370"/>
                  </a:lnTo>
                  <a:lnTo>
                    <a:pt x="24377" y="8307"/>
                  </a:lnTo>
                  <a:lnTo>
                    <a:pt x="24251" y="8286"/>
                  </a:lnTo>
                  <a:lnTo>
                    <a:pt x="24063" y="8203"/>
                  </a:lnTo>
                  <a:lnTo>
                    <a:pt x="23937" y="8140"/>
                  </a:lnTo>
                  <a:lnTo>
                    <a:pt x="23770" y="8098"/>
                  </a:lnTo>
                  <a:lnTo>
                    <a:pt x="23561" y="8161"/>
                  </a:lnTo>
                  <a:lnTo>
                    <a:pt x="23435" y="8265"/>
                  </a:lnTo>
                  <a:lnTo>
                    <a:pt x="23331" y="8391"/>
                  </a:lnTo>
                  <a:lnTo>
                    <a:pt x="23331" y="8621"/>
                  </a:lnTo>
                  <a:lnTo>
                    <a:pt x="23351" y="8768"/>
                  </a:lnTo>
                  <a:lnTo>
                    <a:pt x="23331" y="8830"/>
                  </a:lnTo>
                  <a:lnTo>
                    <a:pt x="23603" y="9019"/>
                  </a:lnTo>
                  <a:lnTo>
                    <a:pt x="23833" y="9144"/>
                  </a:lnTo>
                  <a:lnTo>
                    <a:pt x="23833" y="9228"/>
                  </a:lnTo>
                  <a:lnTo>
                    <a:pt x="23770" y="9332"/>
                  </a:lnTo>
                  <a:lnTo>
                    <a:pt x="23707" y="9437"/>
                  </a:lnTo>
                  <a:lnTo>
                    <a:pt x="23435" y="9730"/>
                  </a:lnTo>
                  <a:lnTo>
                    <a:pt x="23310" y="9960"/>
                  </a:lnTo>
                  <a:lnTo>
                    <a:pt x="23226" y="10169"/>
                  </a:lnTo>
                  <a:lnTo>
                    <a:pt x="23121" y="10169"/>
                  </a:lnTo>
                  <a:lnTo>
                    <a:pt x="22933" y="10232"/>
                  </a:lnTo>
                  <a:lnTo>
                    <a:pt x="22807" y="10232"/>
                  </a:lnTo>
                  <a:lnTo>
                    <a:pt x="22661" y="10337"/>
                  </a:lnTo>
                  <a:lnTo>
                    <a:pt x="22494" y="10462"/>
                  </a:lnTo>
                  <a:lnTo>
                    <a:pt x="22347" y="10462"/>
                  </a:lnTo>
                  <a:lnTo>
                    <a:pt x="22096" y="10483"/>
                  </a:lnTo>
                  <a:lnTo>
                    <a:pt x="21908" y="10546"/>
                  </a:lnTo>
                  <a:lnTo>
                    <a:pt x="21740" y="10588"/>
                  </a:lnTo>
                  <a:lnTo>
                    <a:pt x="21322" y="10755"/>
                  </a:lnTo>
                  <a:lnTo>
                    <a:pt x="21008" y="10860"/>
                  </a:lnTo>
                  <a:lnTo>
                    <a:pt x="20841" y="11027"/>
                  </a:lnTo>
                  <a:lnTo>
                    <a:pt x="20590" y="11216"/>
                  </a:lnTo>
                  <a:lnTo>
                    <a:pt x="20485" y="11320"/>
                  </a:lnTo>
                  <a:lnTo>
                    <a:pt x="20338" y="11320"/>
                  </a:lnTo>
                  <a:lnTo>
                    <a:pt x="20192" y="11278"/>
                  </a:lnTo>
                  <a:lnTo>
                    <a:pt x="20192" y="11216"/>
                  </a:lnTo>
                  <a:lnTo>
                    <a:pt x="20171" y="11111"/>
                  </a:lnTo>
                  <a:lnTo>
                    <a:pt x="19899" y="11195"/>
                  </a:lnTo>
                  <a:lnTo>
                    <a:pt x="19732" y="11216"/>
                  </a:lnTo>
                  <a:lnTo>
                    <a:pt x="19522" y="11111"/>
                  </a:lnTo>
                  <a:lnTo>
                    <a:pt x="19355" y="11090"/>
                  </a:lnTo>
                  <a:lnTo>
                    <a:pt x="18999" y="10965"/>
                  </a:lnTo>
                  <a:lnTo>
                    <a:pt x="18623" y="10797"/>
                  </a:lnTo>
                  <a:lnTo>
                    <a:pt x="18413" y="10609"/>
                  </a:lnTo>
                  <a:lnTo>
                    <a:pt x="18288" y="10588"/>
                  </a:lnTo>
                  <a:lnTo>
                    <a:pt x="17869" y="10567"/>
                  </a:lnTo>
                  <a:lnTo>
                    <a:pt x="17493" y="10567"/>
                  </a:lnTo>
                  <a:lnTo>
                    <a:pt x="17430" y="10546"/>
                  </a:lnTo>
                  <a:lnTo>
                    <a:pt x="17367" y="10588"/>
                  </a:lnTo>
                  <a:lnTo>
                    <a:pt x="17325" y="10651"/>
                  </a:lnTo>
                  <a:lnTo>
                    <a:pt x="17137" y="10713"/>
                  </a:lnTo>
                  <a:lnTo>
                    <a:pt x="16865" y="10755"/>
                  </a:lnTo>
                  <a:lnTo>
                    <a:pt x="16384" y="10693"/>
                  </a:lnTo>
                  <a:lnTo>
                    <a:pt x="16028" y="10713"/>
                  </a:lnTo>
                  <a:lnTo>
                    <a:pt x="15777" y="10693"/>
                  </a:lnTo>
                  <a:lnTo>
                    <a:pt x="15547" y="10713"/>
                  </a:lnTo>
                  <a:lnTo>
                    <a:pt x="15442" y="10755"/>
                  </a:lnTo>
                  <a:lnTo>
                    <a:pt x="15338" y="10713"/>
                  </a:lnTo>
                  <a:lnTo>
                    <a:pt x="15191" y="10462"/>
                  </a:lnTo>
                  <a:lnTo>
                    <a:pt x="15149" y="10337"/>
                  </a:lnTo>
                  <a:lnTo>
                    <a:pt x="15024" y="10169"/>
                  </a:lnTo>
                  <a:lnTo>
                    <a:pt x="14919" y="10044"/>
                  </a:lnTo>
                  <a:lnTo>
                    <a:pt x="14856" y="9877"/>
                  </a:lnTo>
                  <a:lnTo>
                    <a:pt x="14856" y="9814"/>
                  </a:lnTo>
                  <a:lnTo>
                    <a:pt x="14752" y="9709"/>
                  </a:lnTo>
                  <a:lnTo>
                    <a:pt x="14668" y="9667"/>
                  </a:lnTo>
                  <a:lnTo>
                    <a:pt x="14626" y="9667"/>
                  </a:lnTo>
                  <a:lnTo>
                    <a:pt x="14584" y="9604"/>
                  </a:lnTo>
                  <a:lnTo>
                    <a:pt x="14564" y="9500"/>
                  </a:lnTo>
                  <a:lnTo>
                    <a:pt x="14333" y="9500"/>
                  </a:lnTo>
                  <a:lnTo>
                    <a:pt x="14187" y="9416"/>
                  </a:lnTo>
                  <a:lnTo>
                    <a:pt x="13978" y="9249"/>
                  </a:lnTo>
                  <a:lnTo>
                    <a:pt x="13873" y="9249"/>
                  </a:lnTo>
                  <a:lnTo>
                    <a:pt x="13768" y="9228"/>
                  </a:lnTo>
                  <a:lnTo>
                    <a:pt x="13706" y="9186"/>
                  </a:lnTo>
                  <a:lnTo>
                    <a:pt x="13517" y="9040"/>
                  </a:lnTo>
                  <a:lnTo>
                    <a:pt x="13141" y="8977"/>
                  </a:lnTo>
                  <a:lnTo>
                    <a:pt x="13099" y="8977"/>
                  </a:lnTo>
                  <a:lnTo>
                    <a:pt x="13057" y="9019"/>
                  </a:lnTo>
                  <a:lnTo>
                    <a:pt x="12890" y="9019"/>
                  </a:lnTo>
                  <a:lnTo>
                    <a:pt x="12639" y="9040"/>
                  </a:lnTo>
                  <a:lnTo>
                    <a:pt x="12053" y="8914"/>
                  </a:lnTo>
                  <a:lnTo>
                    <a:pt x="11948" y="8830"/>
                  </a:lnTo>
                  <a:lnTo>
                    <a:pt x="11823" y="8663"/>
                  </a:lnTo>
                  <a:lnTo>
                    <a:pt x="11802" y="8558"/>
                  </a:lnTo>
                  <a:lnTo>
                    <a:pt x="11802" y="8475"/>
                  </a:lnTo>
                  <a:lnTo>
                    <a:pt x="11823" y="8412"/>
                  </a:lnTo>
                  <a:lnTo>
                    <a:pt x="11906" y="8349"/>
                  </a:lnTo>
                  <a:lnTo>
                    <a:pt x="11948" y="8244"/>
                  </a:lnTo>
                  <a:lnTo>
                    <a:pt x="11885" y="8161"/>
                  </a:lnTo>
                  <a:lnTo>
                    <a:pt x="11843" y="8035"/>
                  </a:lnTo>
                  <a:lnTo>
                    <a:pt x="11885" y="7952"/>
                  </a:lnTo>
                  <a:lnTo>
                    <a:pt x="11885" y="7826"/>
                  </a:lnTo>
                  <a:lnTo>
                    <a:pt x="11823" y="7763"/>
                  </a:lnTo>
                  <a:lnTo>
                    <a:pt x="11739" y="7638"/>
                  </a:lnTo>
                  <a:lnTo>
                    <a:pt x="11676" y="7575"/>
                  </a:lnTo>
                  <a:lnTo>
                    <a:pt x="11592" y="7533"/>
                  </a:lnTo>
                  <a:lnTo>
                    <a:pt x="11530" y="7428"/>
                  </a:lnTo>
                  <a:lnTo>
                    <a:pt x="11488" y="7345"/>
                  </a:lnTo>
                  <a:lnTo>
                    <a:pt x="11446" y="7240"/>
                  </a:lnTo>
                  <a:lnTo>
                    <a:pt x="11425" y="7136"/>
                  </a:lnTo>
                  <a:lnTo>
                    <a:pt x="11383" y="7052"/>
                  </a:lnTo>
                  <a:lnTo>
                    <a:pt x="11279" y="6989"/>
                  </a:lnTo>
                  <a:lnTo>
                    <a:pt x="11195" y="6947"/>
                  </a:lnTo>
                  <a:lnTo>
                    <a:pt x="11153" y="6884"/>
                  </a:lnTo>
                  <a:lnTo>
                    <a:pt x="11069" y="6843"/>
                  </a:lnTo>
                  <a:lnTo>
                    <a:pt x="10965" y="6843"/>
                  </a:lnTo>
                  <a:lnTo>
                    <a:pt x="10902" y="6905"/>
                  </a:lnTo>
                  <a:lnTo>
                    <a:pt x="10860" y="6926"/>
                  </a:lnTo>
                  <a:lnTo>
                    <a:pt x="10776" y="6905"/>
                  </a:lnTo>
                  <a:lnTo>
                    <a:pt x="10693" y="6801"/>
                  </a:lnTo>
                  <a:lnTo>
                    <a:pt x="10672" y="6738"/>
                  </a:lnTo>
                  <a:lnTo>
                    <a:pt x="10567" y="6738"/>
                  </a:lnTo>
                  <a:lnTo>
                    <a:pt x="10442" y="6801"/>
                  </a:lnTo>
                  <a:lnTo>
                    <a:pt x="10400" y="6843"/>
                  </a:lnTo>
                  <a:lnTo>
                    <a:pt x="10379" y="6926"/>
                  </a:lnTo>
                  <a:lnTo>
                    <a:pt x="10337" y="6926"/>
                  </a:lnTo>
                  <a:lnTo>
                    <a:pt x="10211" y="6843"/>
                  </a:lnTo>
                  <a:lnTo>
                    <a:pt x="10170" y="6780"/>
                  </a:lnTo>
                  <a:lnTo>
                    <a:pt x="10170" y="6717"/>
                  </a:lnTo>
                  <a:lnTo>
                    <a:pt x="10107" y="6633"/>
                  </a:lnTo>
                  <a:lnTo>
                    <a:pt x="10002" y="6571"/>
                  </a:lnTo>
                  <a:lnTo>
                    <a:pt x="9877" y="6466"/>
                  </a:lnTo>
                  <a:lnTo>
                    <a:pt x="9835" y="6424"/>
                  </a:lnTo>
                  <a:lnTo>
                    <a:pt x="9751" y="6382"/>
                  </a:lnTo>
                  <a:lnTo>
                    <a:pt x="9730" y="6299"/>
                  </a:lnTo>
                  <a:lnTo>
                    <a:pt x="9730" y="6215"/>
                  </a:lnTo>
                  <a:lnTo>
                    <a:pt x="9709" y="6173"/>
                  </a:lnTo>
                  <a:lnTo>
                    <a:pt x="9688" y="6173"/>
                  </a:lnTo>
                  <a:lnTo>
                    <a:pt x="9688" y="6215"/>
                  </a:lnTo>
                  <a:lnTo>
                    <a:pt x="9646" y="6215"/>
                  </a:lnTo>
                  <a:lnTo>
                    <a:pt x="9605" y="6152"/>
                  </a:lnTo>
                  <a:lnTo>
                    <a:pt x="9584" y="6110"/>
                  </a:lnTo>
                  <a:lnTo>
                    <a:pt x="9584" y="5985"/>
                  </a:lnTo>
                  <a:lnTo>
                    <a:pt x="9542" y="5943"/>
                  </a:lnTo>
                  <a:lnTo>
                    <a:pt x="9521" y="5943"/>
                  </a:lnTo>
                  <a:lnTo>
                    <a:pt x="9395" y="5880"/>
                  </a:lnTo>
                  <a:lnTo>
                    <a:pt x="9312" y="5880"/>
                  </a:lnTo>
                  <a:lnTo>
                    <a:pt x="9333" y="5901"/>
                  </a:lnTo>
                  <a:lnTo>
                    <a:pt x="9228" y="6006"/>
                  </a:lnTo>
                  <a:lnTo>
                    <a:pt x="9123" y="6068"/>
                  </a:lnTo>
                  <a:lnTo>
                    <a:pt x="8998" y="6215"/>
                  </a:lnTo>
                  <a:lnTo>
                    <a:pt x="8977" y="6319"/>
                  </a:lnTo>
                  <a:lnTo>
                    <a:pt x="9019" y="6382"/>
                  </a:lnTo>
                  <a:lnTo>
                    <a:pt x="8956" y="6508"/>
                  </a:lnTo>
                  <a:lnTo>
                    <a:pt x="8768" y="6571"/>
                  </a:lnTo>
                  <a:lnTo>
                    <a:pt x="8684" y="6633"/>
                  </a:lnTo>
                  <a:lnTo>
                    <a:pt x="8663" y="6780"/>
                  </a:lnTo>
                  <a:lnTo>
                    <a:pt x="8663" y="7010"/>
                  </a:lnTo>
                  <a:lnTo>
                    <a:pt x="8768" y="7240"/>
                  </a:lnTo>
                  <a:lnTo>
                    <a:pt x="8872" y="7408"/>
                  </a:lnTo>
                  <a:lnTo>
                    <a:pt x="8872" y="7470"/>
                  </a:lnTo>
                  <a:lnTo>
                    <a:pt x="8705" y="7638"/>
                  </a:lnTo>
                  <a:lnTo>
                    <a:pt x="8579" y="7680"/>
                  </a:lnTo>
                  <a:lnTo>
                    <a:pt x="8496" y="7784"/>
                  </a:lnTo>
                  <a:lnTo>
                    <a:pt x="8433" y="7826"/>
                  </a:lnTo>
                  <a:lnTo>
                    <a:pt x="8349" y="7826"/>
                  </a:lnTo>
                  <a:lnTo>
                    <a:pt x="8307" y="7742"/>
                  </a:lnTo>
                  <a:lnTo>
                    <a:pt x="8245" y="7742"/>
                  </a:lnTo>
                  <a:lnTo>
                    <a:pt x="8014" y="7784"/>
                  </a:lnTo>
                  <a:lnTo>
                    <a:pt x="7847" y="7763"/>
                  </a:lnTo>
                  <a:lnTo>
                    <a:pt x="7638" y="7680"/>
                  </a:lnTo>
                  <a:lnTo>
                    <a:pt x="7429" y="7680"/>
                  </a:lnTo>
                  <a:lnTo>
                    <a:pt x="7387" y="7952"/>
                  </a:lnTo>
                  <a:lnTo>
                    <a:pt x="7324" y="8098"/>
                  </a:lnTo>
                  <a:lnTo>
                    <a:pt x="7324" y="8244"/>
                  </a:lnTo>
                  <a:lnTo>
                    <a:pt x="7261" y="8579"/>
                  </a:lnTo>
                  <a:lnTo>
                    <a:pt x="7261" y="8830"/>
                  </a:lnTo>
                  <a:lnTo>
                    <a:pt x="7240" y="8914"/>
                  </a:lnTo>
                  <a:lnTo>
                    <a:pt x="7303" y="8977"/>
                  </a:lnTo>
                  <a:lnTo>
                    <a:pt x="7429" y="9019"/>
                  </a:lnTo>
                  <a:lnTo>
                    <a:pt x="7387" y="9144"/>
                  </a:lnTo>
                  <a:lnTo>
                    <a:pt x="7387" y="9228"/>
                  </a:lnTo>
                  <a:lnTo>
                    <a:pt x="7303" y="9228"/>
                  </a:lnTo>
                  <a:lnTo>
                    <a:pt x="7219" y="9291"/>
                  </a:lnTo>
                  <a:lnTo>
                    <a:pt x="7136" y="9291"/>
                  </a:lnTo>
                  <a:lnTo>
                    <a:pt x="7073" y="9228"/>
                  </a:lnTo>
                  <a:lnTo>
                    <a:pt x="6989" y="9249"/>
                  </a:lnTo>
                  <a:lnTo>
                    <a:pt x="6864" y="9291"/>
                  </a:lnTo>
                  <a:lnTo>
                    <a:pt x="6592" y="9332"/>
                  </a:lnTo>
                  <a:lnTo>
                    <a:pt x="6445" y="9416"/>
                  </a:lnTo>
                  <a:lnTo>
                    <a:pt x="6341" y="9416"/>
                  </a:lnTo>
                  <a:lnTo>
                    <a:pt x="6278" y="9353"/>
                  </a:lnTo>
                  <a:lnTo>
                    <a:pt x="6173" y="9416"/>
                  </a:lnTo>
                  <a:lnTo>
                    <a:pt x="6069" y="9521"/>
                  </a:lnTo>
                  <a:lnTo>
                    <a:pt x="6069" y="9604"/>
                  </a:lnTo>
                  <a:lnTo>
                    <a:pt x="6173" y="9667"/>
                  </a:lnTo>
                  <a:lnTo>
                    <a:pt x="6341" y="9646"/>
                  </a:lnTo>
                  <a:lnTo>
                    <a:pt x="6466" y="9667"/>
                  </a:lnTo>
                  <a:lnTo>
                    <a:pt x="6466" y="9730"/>
                  </a:lnTo>
                  <a:lnTo>
                    <a:pt x="6382" y="9814"/>
                  </a:lnTo>
                  <a:lnTo>
                    <a:pt x="6445" y="9981"/>
                  </a:lnTo>
                  <a:lnTo>
                    <a:pt x="6445" y="10065"/>
                  </a:lnTo>
                  <a:lnTo>
                    <a:pt x="6487" y="10149"/>
                  </a:lnTo>
                  <a:lnTo>
                    <a:pt x="6508" y="10253"/>
                  </a:lnTo>
                  <a:lnTo>
                    <a:pt x="6613" y="10441"/>
                  </a:lnTo>
                  <a:lnTo>
                    <a:pt x="6654" y="10546"/>
                  </a:lnTo>
                  <a:lnTo>
                    <a:pt x="6780" y="10609"/>
                  </a:lnTo>
                  <a:lnTo>
                    <a:pt x="6822" y="10860"/>
                  </a:lnTo>
                  <a:lnTo>
                    <a:pt x="6738" y="10923"/>
                  </a:lnTo>
                  <a:lnTo>
                    <a:pt x="6696" y="11027"/>
                  </a:lnTo>
                  <a:lnTo>
                    <a:pt x="6801" y="11132"/>
                  </a:lnTo>
                  <a:lnTo>
                    <a:pt x="6738" y="11174"/>
                  </a:lnTo>
                  <a:lnTo>
                    <a:pt x="6738" y="11216"/>
                  </a:lnTo>
                  <a:lnTo>
                    <a:pt x="6613" y="11299"/>
                  </a:lnTo>
                  <a:lnTo>
                    <a:pt x="6654" y="11446"/>
                  </a:lnTo>
                  <a:lnTo>
                    <a:pt x="6508" y="11509"/>
                  </a:lnTo>
                  <a:lnTo>
                    <a:pt x="6278" y="11446"/>
                  </a:lnTo>
                  <a:lnTo>
                    <a:pt x="6027" y="11174"/>
                  </a:lnTo>
                  <a:lnTo>
                    <a:pt x="5922" y="11195"/>
                  </a:lnTo>
                  <a:lnTo>
                    <a:pt x="5671" y="11090"/>
                  </a:lnTo>
                  <a:lnTo>
                    <a:pt x="5336" y="11090"/>
                  </a:lnTo>
                  <a:lnTo>
                    <a:pt x="5148" y="11132"/>
                  </a:lnTo>
                  <a:lnTo>
                    <a:pt x="4876" y="11069"/>
                  </a:lnTo>
                  <a:lnTo>
                    <a:pt x="4583" y="11132"/>
                  </a:lnTo>
                  <a:lnTo>
                    <a:pt x="4457" y="11132"/>
                  </a:lnTo>
                  <a:lnTo>
                    <a:pt x="4311" y="11111"/>
                  </a:lnTo>
                  <a:lnTo>
                    <a:pt x="4206" y="11195"/>
                  </a:lnTo>
                  <a:lnTo>
                    <a:pt x="4102" y="11237"/>
                  </a:lnTo>
                  <a:lnTo>
                    <a:pt x="3767" y="11195"/>
                  </a:lnTo>
                  <a:lnTo>
                    <a:pt x="3558" y="11132"/>
                  </a:lnTo>
                  <a:lnTo>
                    <a:pt x="3432" y="11069"/>
                  </a:lnTo>
                  <a:lnTo>
                    <a:pt x="3244" y="11069"/>
                  </a:lnTo>
                  <a:lnTo>
                    <a:pt x="3202" y="11111"/>
                  </a:lnTo>
                  <a:lnTo>
                    <a:pt x="3035" y="11090"/>
                  </a:lnTo>
                  <a:lnTo>
                    <a:pt x="2930" y="11069"/>
                  </a:lnTo>
                  <a:lnTo>
                    <a:pt x="2888" y="11111"/>
                  </a:lnTo>
                  <a:lnTo>
                    <a:pt x="2888" y="11237"/>
                  </a:lnTo>
                  <a:lnTo>
                    <a:pt x="2909" y="11383"/>
                  </a:lnTo>
                  <a:lnTo>
                    <a:pt x="2930" y="11509"/>
                  </a:lnTo>
                  <a:lnTo>
                    <a:pt x="2742" y="11550"/>
                  </a:lnTo>
                  <a:lnTo>
                    <a:pt x="2386" y="11550"/>
                  </a:lnTo>
                  <a:lnTo>
                    <a:pt x="1968" y="11509"/>
                  </a:lnTo>
                  <a:lnTo>
                    <a:pt x="1863" y="11446"/>
                  </a:lnTo>
                  <a:lnTo>
                    <a:pt x="1675" y="11425"/>
                  </a:lnTo>
                  <a:lnTo>
                    <a:pt x="1570" y="11550"/>
                  </a:lnTo>
                  <a:lnTo>
                    <a:pt x="1591" y="11613"/>
                  </a:lnTo>
                  <a:lnTo>
                    <a:pt x="1465" y="11697"/>
                  </a:lnTo>
                  <a:lnTo>
                    <a:pt x="1465" y="11739"/>
                  </a:lnTo>
                  <a:lnTo>
                    <a:pt x="1507" y="11739"/>
                  </a:lnTo>
                  <a:lnTo>
                    <a:pt x="1507" y="11864"/>
                  </a:lnTo>
                  <a:lnTo>
                    <a:pt x="1340" y="12157"/>
                  </a:lnTo>
                  <a:lnTo>
                    <a:pt x="1256" y="12283"/>
                  </a:lnTo>
                  <a:lnTo>
                    <a:pt x="1361" y="12366"/>
                  </a:lnTo>
                  <a:lnTo>
                    <a:pt x="1633" y="12450"/>
                  </a:lnTo>
                  <a:lnTo>
                    <a:pt x="1737" y="12555"/>
                  </a:lnTo>
                  <a:lnTo>
                    <a:pt x="1842" y="12576"/>
                  </a:lnTo>
                  <a:lnTo>
                    <a:pt x="1947" y="12471"/>
                  </a:lnTo>
                  <a:lnTo>
                    <a:pt x="1947" y="12325"/>
                  </a:lnTo>
                  <a:lnTo>
                    <a:pt x="2009" y="12325"/>
                  </a:lnTo>
                  <a:lnTo>
                    <a:pt x="2302" y="12555"/>
                  </a:lnTo>
                  <a:lnTo>
                    <a:pt x="2323" y="12659"/>
                  </a:lnTo>
                  <a:lnTo>
                    <a:pt x="2177" y="12848"/>
                  </a:lnTo>
                  <a:lnTo>
                    <a:pt x="1968" y="12848"/>
                  </a:lnTo>
                  <a:lnTo>
                    <a:pt x="1675" y="12890"/>
                  </a:lnTo>
                  <a:lnTo>
                    <a:pt x="1654" y="12785"/>
                  </a:lnTo>
                  <a:lnTo>
                    <a:pt x="1507" y="12659"/>
                  </a:lnTo>
                  <a:lnTo>
                    <a:pt x="1340" y="12869"/>
                  </a:lnTo>
                  <a:lnTo>
                    <a:pt x="1235" y="12848"/>
                  </a:lnTo>
                  <a:lnTo>
                    <a:pt x="1068" y="12973"/>
                  </a:lnTo>
                  <a:lnTo>
                    <a:pt x="921" y="13015"/>
                  </a:lnTo>
                  <a:lnTo>
                    <a:pt x="921" y="13162"/>
                  </a:lnTo>
                  <a:lnTo>
                    <a:pt x="1110" y="13224"/>
                  </a:lnTo>
                  <a:lnTo>
                    <a:pt x="1068" y="13371"/>
                  </a:lnTo>
                  <a:lnTo>
                    <a:pt x="900" y="13434"/>
                  </a:lnTo>
                  <a:lnTo>
                    <a:pt x="628" y="13496"/>
                  </a:lnTo>
                  <a:lnTo>
                    <a:pt x="691" y="13538"/>
                  </a:lnTo>
                  <a:lnTo>
                    <a:pt x="733" y="13622"/>
                  </a:lnTo>
                  <a:lnTo>
                    <a:pt x="503" y="13706"/>
                  </a:lnTo>
                  <a:lnTo>
                    <a:pt x="503" y="13831"/>
                  </a:lnTo>
                  <a:lnTo>
                    <a:pt x="398" y="13852"/>
                  </a:lnTo>
                  <a:lnTo>
                    <a:pt x="126" y="13831"/>
                  </a:lnTo>
                  <a:lnTo>
                    <a:pt x="1" y="13936"/>
                  </a:lnTo>
                  <a:lnTo>
                    <a:pt x="1" y="14103"/>
                  </a:lnTo>
                  <a:lnTo>
                    <a:pt x="168" y="14333"/>
                  </a:lnTo>
                  <a:lnTo>
                    <a:pt x="273" y="14270"/>
                  </a:lnTo>
                  <a:lnTo>
                    <a:pt x="419" y="14250"/>
                  </a:lnTo>
                  <a:lnTo>
                    <a:pt x="440" y="14375"/>
                  </a:lnTo>
                  <a:lnTo>
                    <a:pt x="398" y="14522"/>
                  </a:lnTo>
                  <a:lnTo>
                    <a:pt x="461" y="14668"/>
                  </a:lnTo>
                  <a:lnTo>
                    <a:pt x="587" y="14731"/>
                  </a:lnTo>
                  <a:lnTo>
                    <a:pt x="607" y="14877"/>
                  </a:lnTo>
                  <a:lnTo>
                    <a:pt x="545" y="14940"/>
                  </a:lnTo>
                  <a:lnTo>
                    <a:pt x="419" y="15212"/>
                  </a:lnTo>
                  <a:lnTo>
                    <a:pt x="377" y="15589"/>
                  </a:lnTo>
                  <a:lnTo>
                    <a:pt x="335" y="15526"/>
                  </a:lnTo>
                  <a:lnTo>
                    <a:pt x="440" y="15693"/>
                  </a:lnTo>
                  <a:lnTo>
                    <a:pt x="545" y="15714"/>
                  </a:lnTo>
                  <a:lnTo>
                    <a:pt x="733" y="15693"/>
                  </a:lnTo>
                  <a:lnTo>
                    <a:pt x="859" y="15610"/>
                  </a:lnTo>
                  <a:lnTo>
                    <a:pt x="921" y="15526"/>
                  </a:lnTo>
                  <a:lnTo>
                    <a:pt x="984" y="15505"/>
                  </a:lnTo>
                  <a:lnTo>
                    <a:pt x="1047" y="15463"/>
                  </a:lnTo>
                  <a:lnTo>
                    <a:pt x="1110" y="15484"/>
                  </a:lnTo>
                  <a:lnTo>
                    <a:pt x="1172" y="15568"/>
                  </a:lnTo>
                  <a:lnTo>
                    <a:pt x="1361" y="15589"/>
                  </a:lnTo>
                  <a:lnTo>
                    <a:pt x="1361" y="15505"/>
                  </a:lnTo>
                  <a:lnTo>
                    <a:pt x="1319" y="15463"/>
                  </a:lnTo>
                  <a:lnTo>
                    <a:pt x="1319" y="15358"/>
                  </a:lnTo>
                  <a:lnTo>
                    <a:pt x="1444" y="15317"/>
                  </a:lnTo>
                  <a:lnTo>
                    <a:pt x="1486" y="15275"/>
                  </a:lnTo>
                  <a:lnTo>
                    <a:pt x="1549" y="15275"/>
                  </a:lnTo>
                  <a:lnTo>
                    <a:pt x="1570" y="15317"/>
                  </a:lnTo>
                  <a:lnTo>
                    <a:pt x="1695" y="15317"/>
                  </a:lnTo>
                  <a:lnTo>
                    <a:pt x="1779" y="15191"/>
                  </a:lnTo>
                  <a:lnTo>
                    <a:pt x="1758" y="15045"/>
                  </a:lnTo>
                  <a:lnTo>
                    <a:pt x="1779" y="14961"/>
                  </a:lnTo>
                  <a:lnTo>
                    <a:pt x="1863" y="14898"/>
                  </a:lnTo>
                  <a:lnTo>
                    <a:pt x="1884" y="14731"/>
                  </a:lnTo>
                  <a:lnTo>
                    <a:pt x="1947" y="14626"/>
                  </a:lnTo>
                  <a:lnTo>
                    <a:pt x="2072" y="14626"/>
                  </a:lnTo>
                  <a:lnTo>
                    <a:pt x="2177" y="14689"/>
                  </a:lnTo>
                  <a:lnTo>
                    <a:pt x="2281" y="14752"/>
                  </a:lnTo>
                  <a:lnTo>
                    <a:pt x="2281" y="14835"/>
                  </a:lnTo>
                  <a:lnTo>
                    <a:pt x="2260" y="14982"/>
                  </a:lnTo>
                  <a:lnTo>
                    <a:pt x="2281" y="15086"/>
                  </a:lnTo>
                  <a:lnTo>
                    <a:pt x="2386" y="15086"/>
                  </a:lnTo>
                  <a:lnTo>
                    <a:pt x="2428" y="15191"/>
                  </a:lnTo>
                  <a:lnTo>
                    <a:pt x="2407" y="15317"/>
                  </a:lnTo>
                  <a:lnTo>
                    <a:pt x="2428" y="15463"/>
                  </a:lnTo>
                  <a:lnTo>
                    <a:pt x="2428" y="15672"/>
                  </a:lnTo>
                  <a:lnTo>
                    <a:pt x="2532" y="15798"/>
                  </a:lnTo>
                  <a:lnTo>
                    <a:pt x="2532" y="15882"/>
                  </a:lnTo>
                  <a:lnTo>
                    <a:pt x="2637" y="15903"/>
                  </a:lnTo>
                  <a:lnTo>
                    <a:pt x="2784" y="15903"/>
                  </a:lnTo>
                  <a:lnTo>
                    <a:pt x="2888" y="15819"/>
                  </a:lnTo>
                  <a:lnTo>
                    <a:pt x="2909" y="15777"/>
                  </a:lnTo>
                  <a:lnTo>
                    <a:pt x="3076" y="15693"/>
                  </a:lnTo>
                  <a:lnTo>
                    <a:pt x="3202" y="15610"/>
                  </a:lnTo>
                  <a:lnTo>
                    <a:pt x="3223" y="15484"/>
                  </a:lnTo>
                  <a:lnTo>
                    <a:pt x="3307" y="15421"/>
                  </a:lnTo>
                  <a:lnTo>
                    <a:pt x="3558" y="15275"/>
                  </a:lnTo>
                  <a:lnTo>
                    <a:pt x="3725" y="15212"/>
                  </a:lnTo>
                  <a:lnTo>
                    <a:pt x="3746" y="15358"/>
                  </a:lnTo>
                  <a:lnTo>
                    <a:pt x="3976" y="15317"/>
                  </a:lnTo>
                  <a:lnTo>
                    <a:pt x="4039" y="15212"/>
                  </a:lnTo>
                  <a:lnTo>
                    <a:pt x="4290" y="15212"/>
                  </a:lnTo>
                  <a:lnTo>
                    <a:pt x="4311" y="15317"/>
                  </a:lnTo>
                  <a:lnTo>
                    <a:pt x="4123" y="15484"/>
                  </a:lnTo>
                  <a:lnTo>
                    <a:pt x="4248" y="15505"/>
                  </a:lnTo>
                  <a:lnTo>
                    <a:pt x="4290" y="15463"/>
                  </a:lnTo>
                  <a:lnTo>
                    <a:pt x="4374" y="15463"/>
                  </a:lnTo>
                  <a:lnTo>
                    <a:pt x="4478" y="15526"/>
                  </a:lnTo>
                  <a:lnTo>
                    <a:pt x="4520" y="15505"/>
                  </a:lnTo>
                  <a:lnTo>
                    <a:pt x="4625" y="15505"/>
                  </a:lnTo>
                  <a:lnTo>
                    <a:pt x="4688" y="15463"/>
                  </a:lnTo>
                  <a:lnTo>
                    <a:pt x="4729" y="15400"/>
                  </a:lnTo>
                  <a:lnTo>
                    <a:pt x="4813" y="15400"/>
                  </a:lnTo>
                  <a:lnTo>
                    <a:pt x="4897" y="15484"/>
                  </a:lnTo>
                  <a:lnTo>
                    <a:pt x="4981" y="15672"/>
                  </a:lnTo>
                  <a:lnTo>
                    <a:pt x="5232" y="16049"/>
                  </a:lnTo>
                  <a:lnTo>
                    <a:pt x="5357" y="16133"/>
                  </a:lnTo>
                  <a:lnTo>
                    <a:pt x="5399" y="16300"/>
                  </a:lnTo>
                  <a:lnTo>
                    <a:pt x="5462" y="16363"/>
                  </a:lnTo>
                  <a:lnTo>
                    <a:pt x="5545" y="16447"/>
                  </a:lnTo>
                  <a:lnTo>
                    <a:pt x="5776" y="16467"/>
                  </a:lnTo>
                  <a:lnTo>
                    <a:pt x="5985" y="16467"/>
                  </a:lnTo>
                  <a:lnTo>
                    <a:pt x="6089" y="16509"/>
                  </a:lnTo>
                  <a:lnTo>
                    <a:pt x="6131" y="16635"/>
                  </a:lnTo>
                  <a:lnTo>
                    <a:pt x="6361" y="16719"/>
                  </a:lnTo>
                  <a:lnTo>
                    <a:pt x="6550" y="16823"/>
                  </a:lnTo>
                  <a:lnTo>
                    <a:pt x="6654" y="17095"/>
                  </a:lnTo>
                  <a:lnTo>
                    <a:pt x="6801" y="17263"/>
                  </a:lnTo>
                  <a:lnTo>
                    <a:pt x="6989" y="17367"/>
                  </a:lnTo>
                  <a:lnTo>
                    <a:pt x="7073" y="17514"/>
                  </a:lnTo>
                  <a:lnTo>
                    <a:pt x="7073" y="17786"/>
                  </a:lnTo>
                  <a:lnTo>
                    <a:pt x="7177" y="18037"/>
                  </a:lnTo>
                  <a:lnTo>
                    <a:pt x="7324" y="18079"/>
                  </a:lnTo>
                  <a:lnTo>
                    <a:pt x="7387" y="18330"/>
                  </a:lnTo>
                  <a:lnTo>
                    <a:pt x="7429" y="18539"/>
                  </a:lnTo>
                  <a:lnTo>
                    <a:pt x="7345" y="18664"/>
                  </a:lnTo>
                  <a:lnTo>
                    <a:pt x="7324" y="18602"/>
                  </a:lnTo>
                  <a:lnTo>
                    <a:pt x="7219" y="18539"/>
                  </a:lnTo>
                  <a:lnTo>
                    <a:pt x="7073" y="18727"/>
                  </a:lnTo>
                  <a:lnTo>
                    <a:pt x="7094" y="18811"/>
                  </a:lnTo>
                  <a:lnTo>
                    <a:pt x="7115" y="18874"/>
                  </a:lnTo>
                  <a:lnTo>
                    <a:pt x="7261" y="18957"/>
                  </a:lnTo>
                  <a:lnTo>
                    <a:pt x="7240" y="19188"/>
                  </a:lnTo>
                  <a:lnTo>
                    <a:pt x="7303" y="19292"/>
                  </a:lnTo>
                  <a:lnTo>
                    <a:pt x="7261" y="19376"/>
                  </a:lnTo>
                  <a:lnTo>
                    <a:pt x="7324" y="19397"/>
                  </a:lnTo>
                  <a:lnTo>
                    <a:pt x="7408" y="19501"/>
                  </a:lnTo>
                  <a:lnTo>
                    <a:pt x="7408" y="19606"/>
                  </a:lnTo>
                  <a:lnTo>
                    <a:pt x="7449" y="19606"/>
                  </a:lnTo>
                  <a:lnTo>
                    <a:pt x="7491" y="19752"/>
                  </a:lnTo>
                  <a:lnTo>
                    <a:pt x="7617" y="19794"/>
                  </a:lnTo>
                  <a:lnTo>
                    <a:pt x="7701" y="19690"/>
                  </a:lnTo>
                  <a:lnTo>
                    <a:pt x="7826" y="19690"/>
                  </a:lnTo>
                  <a:lnTo>
                    <a:pt x="7868" y="19773"/>
                  </a:lnTo>
                  <a:lnTo>
                    <a:pt x="8014" y="19794"/>
                  </a:lnTo>
                  <a:lnTo>
                    <a:pt x="8119" y="19899"/>
                  </a:lnTo>
                  <a:lnTo>
                    <a:pt x="8182" y="19920"/>
                  </a:lnTo>
                  <a:lnTo>
                    <a:pt x="8266" y="20087"/>
                  </a:lnTo>
                  <a:lnTo>
                    <a:pt x="8370" y="20087"/>
                  </a:lnTo>
                  <a:lnTo>
                    <a:pt x="8391" y="20192"/>
                  </a:lnTo>
                  <a:lnTo>
                    <a:pt x="8433" y="20171"/>
                  </a:lnTo>
                  <a:lnTo>
                    <a:pt x="8454" y="20129"/>
                  </a:lnTo>
                  <a:lnTo>
                    <a:pt x="8600" y="20213"/>
                  </a:lnTo>
                  <a:lnTo>
                    <a:pt x="8663" y="20296"/>
                  </a:lnTo>
                  <a:lnTo>
                    <a:pt x="8768" y="20296"/>
                  </a:lnTo>
                  <a:lnTo>
                    <a:pt x="8830" y="20317"/>
                  </a:lnTo>
                  <a:lnTo>
                    <a:pt x="8893" y="20213"/>
                  </a:lnTo>
                  <a:lnTo>
                    <a:pt x="9061" y="20192"/>
                  </a:lnTo>
                  <a:lnTo>
                    <a:pt x="9270" y="20276"/>
                  </a:lnTo>
                  <a:lnTo>
                    <a:pt x="9312" y="20338"/>
                  </a:lnTo>
                  <a:lnTo>
                    <a:pt x="9437" y="20338"/>
                  </a:lnTo>
                  <a:lnTo>
                    <a:pt x="9542" y="20401"/>
                  </a:lnTo>
                  <a:lnTo>
                    <a:pt x="9709" y="20589"/>
                  </a:lnTo>
                  <a:lnTo>
                    <a:pt x="9835" y="20589"/>
                  </a:lnTo>
                  <a:lnTo>
                    <a:pt x="9960" y="20652"/>
                  </a:lnTo>
                  <a:lnTo>
                    <a:pt x="10023" y="20715"/>
                  </a:lnTo>
                  <a:lnTo>
                    <a:pt x="10128" y="20840"/>
                  </a:lnTo>
                  <a:lnTo>
                    <a:pt x="10170" y="20966"/>
                  </a:lnTo>
                  <a:lnTo>
                    <a:pt x="10232" y="20945"/>
                  </a:lnTo>
                  <a:lnTo>
                    <a:pt x="10232" y="20757"/>
                  </a:lnTo>
                  <a:lnTo>
                    <a:pt x="10316" y="20715"/>
                  </a:lnTo>
                  <a:lnTo>
                    <a:pt x="10337" y="20757"/>
                  </a:lnTo>
                  <a:lnTo>
                    <a:pt x="10462" y="20757"/>
                  </a:lnTo>
                  <a:lnTo>
                    <a:pt x="10588" y="20840"/>
                  </a:lnTo>
                  <a:lnTo>
                    <a:pt x="10588" y="21008"/>
                  </a:lnTo>
                  <a:lnTo>
                    <a:pt x="10755" y="21133"/>
                  </a:lnTo>
                  <a:lnTo>
                    <a:pt x="10923" y="21071"/>
                  </a:lnTo>
                  <a:lnTo>
                    <a:pt x="11069" y="21071"/>
                  </a:lnTo>
                  <a:lnTo>
                    <a:pt x="11048" y="21322"/>
                  </a:lnTo>
                  <a:lnTo>
                    <a:pt x="11090" y="21468"/>
                  </a:lnTo>
                  <a:lnTo>
                    <a:pt x="11195" y="21447"/>
                  </a:lnTo>
                  <a:lnTo>
                    <a:pt x="11362" y="21531"/>
                  </a:lnTo>
                  <a:lnTo>
                    <a:pt x="11425" y="21447"/>
                  </a:lnTo>
                  <a:lnTo>
                    <a:pt x="11571" y="21426"/>
                  </a:lnTo>
                  <a:lnTo>
                    <a:pt x="11676" y="21322"/>
                  </a:lnTo>
                  <a:lnTo>
                    <a:pt x="11885" y="21322"/>
                  </a:lnTo>
                  <a:lnTo>
                    <a:pt x="12011" y="21384"/>
                  </a:lnTo>
                  <a:lnTo>
                    <a:pt x="12053" y="21531"/>
                  </a:lnTo>
                  <a:lnTo>
                    <a:pt x="12220" y="21594"/>
                  </a:lnTo>
                  <a:lnTo>
                    <a:pt x="12346" y="21761"/>
                  </a:lnTo>
                  <a:lnTo>
                    <a:pt x="12429" y="21782"/>
                  </a:lnTo>
                  <a:lnTo>
                    <a:pt x="12576" y="21740"/>
                  </a:lnTo>
                  <a:lnTo>
                    <a:pt x="12639" y="21761"/>
                  </a:lnTo>
                  <a:lnTo>
                    <a:pt x="12785" y="21698"/>
                  </a:lnTo>
                  <a:lnTo>
                    <a:pt x="12931" y="21698"/>
                  </a:lnTo>
                  <a:lnTo>
                    <a:pt x="13015" y="21594"/>
                  </a:lnTo>
                  <a:lnTo>
                    <a:pt x="13162" y="21594"/>
                  </a:lnTo>
                  <a:lnTo>
                    <a:pt x="13203" y="21698"/>
                  </a:lnTo>
                  <a:lnTo>
                    <a:pt x="13245" y="21866"/>
                  </a:lnTo>
                  <a:lnTo>
                    <a:pt x="13350" y="21949"/>
                  </a:lnTo>
                  <a:lnTo>
                    <a:pt x="13475" y="21887"/>
                  </a:lnTo>
                  <a:lnTo>
                    <a:pt x="13601" y="21636"/>
                  </a:lnTo>
                  <a:lnTo>
                    <a:pt x="13873" y="21468"/>
                  </a:lnTo>
                  <a:lnTo>
                    <a:pt x="14040" y="21447"/>
                  </a:lnTo>
                  <a:lnTo>
                    <a:pt x="14124" y="21552"/>
                  </a:lnTo>
                  <a:lnTo>
                    <a:pt x="14396" y="21573"/>
                  </a:lnTo>
                  <a:lnTo>
                    <a:pt x="14501" y="21636"/>
                  </a:lnTo>
                  <a:lnTo>
                    <a:pt x="14647" y="21552"/>
                  </a:lnTo>
                  <a:lnTo>
                    <a:pt x="14815" y="21573"/>
                  </a:lnTo>
                  <a:lnTo>
                    <a:pt x="14877" y="21677"/>
                  </a:lnTo>
                  <a:lnTo>
                    <a:pt x="14982" y="21677"/>
                  </a:lnTo>
                  <a:lnTo>
                    <a:pt x="15191" y="21636"/>
                  </a:lnTo>
                  <a:lnTo>
                    <a:pt x="15296" y="21636"/>
                  </a:lnTo>
                  <a:lnTo>
                    <a:pt x="15359" y="21468"/>
                  </a:lnTo>
                  <a:lnTo>
                    <a:pt x="15442" y="21426"/>
                  </a:lnTo>
                  <a:lnTo>
                    <a:pt x="15547" y="21447"/>
                  </a:lnTo>
                  <a:lnTo>
                    <a:pt x="15547" y="21364"/>
                  </a:lnTo>
                  <a:lnTo>
                    <a:pt x="15631" y="21343"/>
                  </a:lnTo>
                  <a:lnTo>
                    <a:pt x="15693" y="21217"/>
                  </a:lnTo>
                  <a:lnTo>
                    <a:pt x="15798" y="21112"/>
                  </a:lnTo>
                  <a:lnTo>
                    <a:pt x="15903" y="21071"/>
                  </a:lnTo>
                  <a:lnTo>
                    <a:pt x="16133" y="21029"/>
                  </a:lnTo>
                  <a:lnTo>
                    <a:pt x="16237" y="20861"/>
                  </a:lnTo>
                  <a:lnTo>
                    <a:pt x="16237" y="20736"/>
                  </a:lnTo>
                  <a:lnTo>
                    <a:pt x="16321" y="20736"/>
                  </a:lnTo>
                  <a:lnTo>
                    <a:pt x="16447" y="20631"/>
                  </a:lnTo>
                  <a:lnTo>
                    <a:pt x="16551" y="20799"/>
                  </a:lnTo>
                  <a:lnTo>
                    <a:pt x="16719" y="20736"/>
                  </a:lnTo>
                  <a:lnTo>
                    <a:pt x="16928" y="20820"/>
                  </a:lnTo>
                  <a:lnTo>
                    <a:pt x="17012" y="20757"/>
                  </a:lnTo>
                  <a:lnTo>
                    <a:pt x="16970" y="20652"/>
                  </a:lnTo>
                  <a:lnTo>
                    <a:pt x="17242" y="20506"/>
                  </a:lnTo>
                  <a:lnTo>
                    <a:pt x="17325" y="20527"/>
                  </a:lnTo>
                  <a:lnTo>
                    <a:pt x="17367" y="20610"/>
                  </a:lnTo>
                  <a:lnTo>
                    <a:pt x="17451" y="20610"/>
                  </a:lnTo>
                  <a:lnTo>
                    <a:pt x="17472" y="20652"/>
                  </a:lnTo>
                  <a:lnTo>
                    <a:pt x="17388" y="20820"/>
                  </a:lnTo>
                  <a:lnTo>
                    <a:pt x="17451" y="20903"/>
                  </a:lnTo>
                  <a:lnTo>
                    <a:pt x="17535" y="20903"/>
                  </a:lnTo>
                  <a:lnTo>
                    <a:pt x="17597" y="20861"/>
                  </a:lnTo>
                  <a:lnTo>
                    <a:pt x="17639" y="20945"/>
                  </a:lnTo>
                  <a:lnTo>
                    <a:pt x="17702" y="21050"/>
                  </a:lnTo>
                  <a:lnTo>
                    <a:pt x="17702" y="21133"/>
                  </a:lnTo>
                  <a:lnTo>
                    <a:pt x="17597" y="21238"/>
                  </a:lnTo>
                  <a:lnTo>
                    <a:pt x="17639" y="21343"/>
                  </a:lnTo>
                  <a:lnTo>
                    <a:pt x="17765" y="21364"/>
                  </a:lnTo>
                  <a:lnTo>
                    <a:pt x="17849" y="21322"/>
                  </a:lnTo>
                  <a:lnTo>
                    <a:pt x="17953" y="21364"/>
                  </a:lnTo>
                  <a:lnTo>
                    <a:pt x="18016" y="21468"/>
                  </a:lnTo>
                  <a:lnTo>
                    <a:pt x="18121" y="21426"/>
                  </a:lnTo>
                  <a:lnTo>
                    <a:pt x="18246" y="21468"/>
                  </a:lnTo>
                  <a:lnTo>
                    <a:pt x="18330" y="21426"/>
                  </a:lnTo>
                  <a:lnTo>
                    <a:pt x="18497" y="21426"/>
                  </a:lnTo>
                  <a:lnTo>
                    <a:pt x="18539" y="21573"/>
                  </a:lnTo>
                  <a:lnTo>
                    <a:pt x="18685" y="21677"/>
                  </a:lnTo>
                  <a:lnTo>
                    <a:pt x="18706" y="21845"/>
                  </a:lnTo>
                  <a:lnTo>
                    <a:pt x="18811" y="21845"/>
                  </a:lnTo>
                  <a:lnTo>
                    <a:pt x="18916" y="21970"/>
                  </a:lnTo>
                  <a:lnTo>
                    <a:pt x="18916" y="22117"/>
                  </a:lnTo>
                  <a:lnTo>
                    <a:pt x="18999" y="22326"/>
                  </a:lnTo>
                  <a:lnTo>
                    <a:pt x="19020" y="22493"/>
                  </a:lnTo>
                  <a:lnTo>
                    <a:pt x="18999" y="22745"/>
                  </a:lnTo>
                  <a:lnTo>
                    <a:pt x="18999" y="22849"/>
                  </a:lnTo>
                  <a:lnTo>
                    <a:pt x="18957" y="22933"/>
                  </a:lnTo>
                  <a:lnTo>
                    <a:pt x="18853" y="22996"/>
                  </a:lnTo>
                  <a:lnTo>
                    <a:pt x="18832" y="23100"/>
                  </a:lnTo>
                  <a:lnTo>
                    <a:pt x="18769" y="23121"/>
                  </a:lnTo>
                  <a:lnTo>
                    <a:pt x="18748" y="23205"/>
                  </a:lnTo>
                  <a:lnTo>
                    <a:pt x="18811" y="23309"/>
                  </a:lnTo>
                  <a:lnTo>
                    <a:pt x="18748" y="23351"/>
                  </a:lnTo>
                  <a:lnTo>
                    <a:pt x="18685" y="23330"/>
                  </a:lnTo>
                  <a:lnTo>
                    <a:pt x="18602" y="23435"/>
                  </a:lnTo>
                  <a:lnTo>
                    <a:pt x="18539" y="23519"/>
                  </a:lnTo>
                  <a:lnTo>
                    <a:pt x="18602" y="23581"/>
                  </a:lnTo>
                  <a:lnTo>
                    <a:pt x="18539" y="23665"/>
                  </a:lnTo>
                  <a:lnTo>
                    <a:pt x="18539" y="23770"/>
                  </a:lnTo>
                  <a:lnTo>
                    <a:pt x="18644" y="23833"/>
                  </a:lnTo>
                  <a:lnTo>
                    <a:pt x="18706" y="23895"/>
                  </a:lnTo>
                  <a:lnTo>
                    <a:pt x="18769" y="23958"/>
                  </a:lnTo>
                  <a:lnTo>
                    <a:pt x="18748" y="24105"/>
                  </a:lnTo>
                  <a:lnTo>
                    <a:pt x="18811" y="24251"/>
                  </a:lnTo>
                  <a:lnTo>
                    <a:pt x="18937" y="24146"/>
                  </a:lnTo>
                  <a:lnTo>
                    <a:pt x="19209" y="24084"/>
                  </a:lnTo>
                  <a:lnTo>
                    <a:pt x="19229" y="24167"/>
                  </a:lnTo>
                  <a:lnTo>
                    <a:pt x="19209" y="24251"/>
                  </a:lnTo>
                  <a:lnTo>
                    <a:pt x="19271" y="24293"/>
                  </a:lnTo>
                  <a:lnTo>
                    <a:pt x="19418" y="24272"/>
                  </a:lnTo>
                  <a:lnTo>
                    <a:pt x="19439" y="24377"/>
                  </a:lnTo>
                  <a:lnTo>
                    <a:pt x="19418" y="24481"/>
                  </a:lnTo>
                  <a:lnTo>
                    <a:pt x="19481" y="24565"/>
                  </a:lnTo>
                  <a:lnTo>
                    <a:pt x="19627" y="24586"/>
                  </a:lnTo>
                  <a:lnTo>
                    <a:pt x="19585" y="24628"/>
                  </a:lnTo>
                  <a:lnTo>
                    <a:pt x="19648" y="24711"/>
                  </a:lnTo>
                  <a:lnTo>
                    <a:pt x="19669" y="24670"/>
                  </a:lnTo>
                  <a:lnTo>
                    <a:pt x="19815" y="24670"/>
                  </a:lnTo>
                  <a:lnTo>
                    <a:pt x="19941" y="24732"/>
                  </a:lnTo>
                  <a:lnTo>
                    <a:pt x="19941" y="24816"/>
                  </a:lnTo>
                  <a:lnTo>
                    <a:pt x="19878" y="24921"/>
                  </a:lnTo>
                  <a:lnTo>
                    <a:pt x="19899" y="25004"/>
                  </a:lnTo>
                  <a:lnTo>
                    <a:pt x="19753" y="25193"/>
                  </a:lnTo>
                  <a:lnTo>
                    <a:pt x="19648" y="25297"/>
                  </a:lnTo>
                  <a:lnTo>
                    <a:pt x="19669" y="25360"/>
                  </a:lnTo>
                  <a:lnTo>
                    <a:pt x="19753" y="25339"/>
                  </a:lnTo>
                  <a:lnTo>
                    <a:pt x="19941" y="25339"/>
                  </a:lnTo>
                  <a:lnTo>
                    <a:pt x="19983" y="25402"/>
                  </a:lnTo>
                  <a:lnTo>
                    <a:pt x="20066" y="25318"/>
                  </a:lnTo>
                  <a:lnTo>
                    <a:pt x="20150" y="25423"/>
                  </a:lnTo>
                  <a:lnTo>
                    <a:pt x="20108" y="25548"/>
                  </a:lnTo>
                  <a:lnTo>
                    <a:pt x="20150" y="25674"/>
                  </a:lnTo>
                  <a:lnTo>
                    <a:pt x="20276" y="25737"/>
                  </a:lnTo>
                  <a:lnTo>
                    <a:pt x="20338" y="25653"/>
                  </a:lnTo>
                  <a:lnTo>
                    <a:pt x="20485" y="25653"/>
                  </a:lnTo>
                  <a:lnTo>
                    <a:pt x="20736" y="25548"/>
                  </a:lnTo>
                  <a:lnTo>
                    <a:pt x="20841" y="25569"/>
                  </a:lnTo>
                  <a:lnTo>
                    <a:pt x="20841" y="25716"/>
                  </a:lnTo>
                  <a:lnTo>
                    <a:pt x="20799" y="25737"/>
                  </a:lnTo>
                  <a:lnTo>
                    <a:pt x="20862" y="25778"/>
                  </a:lnTo>
                  <a:lnTo>
                    <a:pt x="20924" y="25883"/>
                  </a:lnTo>
                  <a:lnTo>
                    <a:pt x="21050" y="25841"/>
                  </a:lnTo>
                  <a:lnTo>
                    <a:pt x="21154" y="25862"/>
                  </a:lnTo>
                  <a:lnTo>
                    <a:pt x="21134" y="25716"/>
                  </a:lnTo>
                  <a:lnTo>
                    <a:pt x="21134" y="25569"/>
                  </a:lnTo>
                  <a:lnTo>
                    <a:pt x="21092" y="25465"/>
                  </a:lnTo>
                  <a:lnTo>
                    <a:pt x="21092" y="25255"/>
                  </a:lnTo>
                  <a:lnTo>
                    <a:pt x="21154" y="25214"/>
                  </a:lnTo>
                  <a:lnTo>
                    <a:pt x="21154" y="25130"/>
                  </a:lnTo>
                  <a:lnTo>
                    <a:pt x="21364" y="25130"/>
                  </a:lnTo>
                  <a:lnTo>
                    <a:pt x="21426" y="25109"/>
                  </a:lnTo>
                  <a:lnTo>
                    <a:pt x="21468" y="25088"/>
                  </a:lnTo>
                  <a:lnTo>
                    <a:pt x="21510" y="25025"/>
                  </a:lnTo>
                  <a:lnTo>
                    <a:pt x="21552" y="24983"/>
                  </a:lnTo>
                  <a:lnTo>
                    <a:pt x="21678" y="24921"/>
                  </a:lnTo>
                  <a:lnTo>
                    <a:pt x="21761" y="24942"/>
                  </a:lnTo>
                  <a:lnTo>
                    <a:pt x="21740" y="25025"/>
                  </a:lnTo>
                  <a:lnTo>
                    <a:pt x="21782" y="25046"/>
                  </a:lnTo>
                  <a:lnTo>
                    <a:pt x="21866" y="25046"/>
                  </a:lnTo>
                  <a:lnTo>
                    <a:pt x="21887" y="24942"/>
                  </a:lnTo>
                  <a:lnTo>
                    <a:pt x="21970" y="24900"/>
                  </a:lnTo>
                  <a:lnTo>
                    <a:pt x="22096" y="25004"/>
                  </a:lnTo>
                  <a:lnTo>
                    <a:pt x="22159" y="24921"/>
                  </a:lnTo>
                  <a:lnTo>
                    <a:pt x="22242" y="24921"/>
                  </a:lnTo>
                  <a:lnTo>
                    <a:pt x="22263" y="25004"/>
                  </a:lnTo>
                  <a:lnTo>
                    <a:pt x="22389" y="24942"/>
                  </a:lnTo>
                  <a:lnTo>
                    <a:pt x="22389" y="24879"/>
                  </a:lnTo>
                  <a:lnTo>
                    <a:pt x="22556" y="24816"/>
                  </a:lnTo>
                  <a:lnTo>
                    <a:pt x="22661" y="24900"/>
                  </a:lnTo>
                  <a:lnTo>
                    <a:pt x="22870" y="24816"/>
                  </a:lnTo>
                  <a:lnTo>
                    <a:pt x="22828" y="24628"/>
                  </a:lnTo>
                  <a:lnTo>
                    <a:pt x="22954" y="24586"/>
                  </a:lnTo>
                  <a:lnTo>
                    <a:pt x="23100" y="24586"/>
                  </a:lnTo>
                  <a:lnTo>
                    <a:pt x="23184" y="24502"/>
                  </a:lnTo>
                  <a:lnTo>
                    <a:pt x="23310" y="24586"/>
                  </a:lnTo>
                  <a:lnTo>
                    <a:pt x="23310" y="24670"/>
                  </a:lnTo>
                  <a:lnTo>
                    <a:pt x="23435" y="24690"/>
                  </a:lnTo>
                  <a:lnTo>
                    <a:pt x="23477" y="24774"/>
                  </a:lnTo>
                  <a:lnTo>
                    <a:pt x="23749" y="24774"/>
                  </a:lnTo>
                  <a:lnTo>
                    <a:pt x="23812" y="24816"/>
                  </a:lnTo>
                  <a:lnTo>
                    <a:pt x="23958" y="24774"/>
                  </a:lnTo>
                  <a:lnTo>
                    <a:pt x="24042" y="24837"/>
                  </a:lnTo>
                  <a:lnTo>
                    <a:pt x="24042" y="24942"/>
                  </a:lnTo>
                  <a:lnTo>
                    <a:pt x="23937" y="24983"/>
                  </a:lnTo>
                  <a:lnTo>
                    <a:pt x="23875" y="25193"/>
                  </a:lnTo>
                  <a:lnTo>
                    <a:pt x="23958" y="25214"/>
                  </a:lnTo>
                  <a:lnTo>
                    <a:pt x="23979" y="25318"/>
                  </a:lnTo>
                  <a:lnTo>
                    <a:pt x="24230" y="25402"/>
                  </a:lnTo>
                  <a:lnTo>
                    <a:pt x="24251" y="25506"/>
                  </a:lnTo>
                  <a:lnTo>
                    <a:pt x="24377" y="25527"/>
                  </a:lnTo>
                  <a:lnTo>
                    <a:pt x="24481" y="25611"/>
                  </a:lnTo>
                  <a:lnTo>
                    <a:pt x="24586" y="25548"/>
                  </a:lnTo>
                  <a:lnTo>
                    <a:pt x="24649" y="25611"/>
                  </a:lnTo>
                  <a:lnTo>
                    <a:pt x="24711" y="25569"/>
                  </a:lnTo>
                  <a:lnTo>
                    <a:pt x="24816" y="25632"/>
                  </a:lnTo>
                  <a:lnTo>
                    <a:pt x="24858" y="25632"/>
                  </a:lnTo>
                  <a:lnTo>
                    <a:pt x="24900" y="25611"/>
                  </a:lnTo>
                  <a:lnTo>
                    <a:pt x="24963" y="25653"/>
                  </a:lnTo>
                  <a:lnTo>
                    <a:pt x="25046" y="25611"/>
                  </a:lnTo>
                  <a:lnTo>
                    <a:pt x="25046" y="25548"/>
                  </a:lnTo>
                  <a:lnTo>
                    <a:pt x="25088" y="25423"/>
                  </a:lnTo>
                  <a:lnTo>
                    <a:pt x="25130" y="25527"/>
                  </a:lnTo>
                  <a:lnTo>
                    <a:pt x="25235" y="25653"/>
                  </a:lnTo>
                  <a:lnTo>
                    <a:pt x="25297" y="25632"/>
                  </a:lnTo>
                  <a:lnTo>
                    <a:pt x="25444" y="25737"/>
                  </a:lnTo>
                  <a:lnTo>
                    <a:pt x="25569" y="25737"/>
                  </a:lnTo>
                  <a:lnTo>
                    <a:pt x="25632" y="25632"/>
                  </a:lnTo>
                  <a:lnTo>
                    <a:pt x="25716" y="25716"/>
                  </a:lnTo>
                  <a:lnTo>
                    <a:pt x="25820" y="25674"/>
                  </a:lnTo>
                  <a:lnTo>
                    <a:pt x="25862" y="25716"/>
                  </a:lnTo>
                  <a:lnTo>
                    <a:pt x="25862" y="25737"/>
                  </a:lnTo>
                  <a:lnTo>
                    <a:pt x="25800" y="25758"/>
                  </a:lnTo>
                  <a:lnTo>
                    <a:pt x="25758" y="25862"/>
                  </a:lnTo>
                  <a:lnTo>
                    <a:pt x="25695" y="25967"/>
                  </a:lnTo>
                  <a:lnTo>
                    <a:pt x="25695" y="26030"/>
                  </a:lnTo>
                  <a:lnTo>
                    <a:pt x="25820" y="26197"/>
                  </a:lnTo>
                  <a:lnTo>
                    <a:pt x="25904" y="26260"/>
                  </a:lnTo>
                  <a:lnTo>
                    <a:pt x="25904" y="26302"/>
                  </a:lnTo>
                  <a:lnTo>
                    <a:pt x="25925" y="26448"/>
                  </a:lnTo>
                  <a:lnTo>
                    <a:pt x="25946" y="26406"/>
                  </a:lnTo>
                  <a:lnTo>
                    <a:pt x="26009" y="26343"/>
                  </a:lnTo>
                  <a:lnTo>
                    <a:pt x="26092" y="26364"/>
                  </a:lnTo>
                  <a:lnTo>
                    <a:pt x="26134" y="26385"/>
                  </a:lnTo>
                  <a:lnTo>
                    <a:pt x="26176" y="26385"/>
                  </a:lnTo>
                  <a:lnTo>
                    <a:pt x="26281" y="26281"/>
                  </a:lnTo>
                  <a:lnTo>
                    <a:pt x="26260" y="26239"/>
                  </a:lnTo>
                  <a:lnTo>
                    <a:pt x="26218" y="26197"/>
                  </a:lnTo>
                  <a:lnTo>
                    <a:pt x="26218" y="26176"/>
                  </a:lnTo>
                  <a:lnTo>
                    <a:pt x="26155" y="26071"/>
                  </a:lnTo>
                  <a:lnTo>
                    <a:pt x="26072" y="26071"/>
                  </a:lnTo>
                  <a:lnTo>
                    <a:pt x="26030" y="25967"/>
                  </a:lnTo>
                  <a:lnTo>
                    <a:pt x="26051" y="25925"/>
                  </a:lnTo>
                  <a:lnTo>
                    <a:pt x="26155" y="25841"/>
                  </a:lnTo>
                  <a:lnTo>
                    <a:pt x="26155" y="25758"/>
                  </a:lnTo>
                  <a:lnTo>
                    <a:pt x="26155" y="25716"/>
                  </a:lnTo>
                  <a:lnTo>
                    <a:pt x="26176" y="25716"/>
                  </a:lnTo>
                  <a:lnTo>
                    <a:pt x="26218" y="25653"/>
                  </a:lnTo>
                  <a:lnTo>
                    <a:pt x="26239" y="25716"/>
                  </a:lnTo>
                  <a:lnTo>
                    <a:pt x="26260" y="25737"/>
                  </a:lnTo>
                  <a:lnTo>
                    <a:pt x="26281" y="25737"/>
                  </a:lnTo>
                  <a:lnTo>
                    <a:pt x="26260" y="25758"/>
                  </a:lnTo>
                  <a:lnTo>
                    <a:pt x="26260" y="25778"/>
                  </a:lnTo>
                  <a:lnTo>
                    <a:pt x="26323" y="25778"/>
                  </a:lnTo>
                  <a:lnTo>
                    <a:pt x="26281" y="25820"/>
                  </a:lnTo>
                  <a:lnTo>
                    <a:pt x="26344" y="25841"/>
                  </a:lnTo>
                  <a:lnTo>
                    <a:pt x="26385" y="25758"/>
                  </a:lnTo>
                  <a:lnTo>
                    <a:pt x="26490" y="25737"/>
                  </a:lnTo>
                  <a:lnTo>
                    <a:pt x="26553" y="25653"/>
                  </a:lnTo>
                  <a:lnTo>
                    <a:pt x="26616" y="25716"/>
                  </a:lnTo>
                  <a:lnTo>
                    <a:pt x="26741" y="25653"/>
                  </a:lnTo>
                  <a:lnTo>
                    <a:pt x="26867" y="25611"/>
                  </a:lnTo>
                  <a:lnTo>
                    <a:pt x="26804" y="25527"/>
                  </a:lnTo>
                  <a:lnTo>
                    <a:pt x="26908" y="25527"/>
                  </a:lnTo>
                  <a:lnTo>
                    <a:pt x="27013" y="25465"/>
                  </a:lnTo>
                  <a:lnTo>
                    <a:pt x="27139" y="25527"/>
                  </a:lnTo>
                  <a:lnTo>
                    <a:pt x="27201" y="25506"/>
                  </a:lnTo>
                  <a:lnTo>
                    <a:pt x="27327" y="25444"/>
                  </a:lnTo>
                  <a:lnTo>
                    <a:pt x="27432" y="25339"/>
                  </a:lnTo>
                  <a:lnTo>
                    <a:pt x="27515" y="25234"/>
                  </a:lnTo>
                  <a:lnTo>
                    <a:pt x="27536" y="25193"/>
                  </a:lnTo>
                  <a:lnTo>
                    <a:pt x="27578" y="25214"/>
                  </a:lnTo>
                  <a:lnTo>
                    <a:pt x="27620" y="25255"/>
                  </a:lnTo>
                  <a:lnTo>
                    <a:pt x="27662" y="25214"/>
                  </a:lnTo>
                  <a:lnTo>
                    <a:pt x="27724" y="25130"/>
                  </a:lnTo>
                  <a:lnTo>
                    <a:pt x="27808" y="25088"/>
                  </a:lnTo>
                  <a:lnTo>
                    <a:pt x="27787" y="24942"/>
                  </a:lnTo>
                  <a:lnTo>
                    <a:pt x="27745" y="24837"/>
                  </a:lnTo>
                  <a:lnTo>
                    <a:pt x="27787" y="24774"/>
                  </a:lnTo>
                  <a:lnTo>
                    <a:pt x="27745" y="24690"/>
                  </a:lnTo>
                  <a:lnTo>
                    <a:pt x="27808" y="24732"/>
                  </a:lnTo>
                  <a:lnTo>
                    <a:pt x="27934" y="24816"/>
                  </a:lnTo>
                  <a:lnTo>
                    <a:pt x="27955" y="24900"/>
                  </a:lnTo>
                  <a:lnTo>
                    <a:pt x="28059" y="25004"/>
                  </a:lnTo>
                  <a:lnTo>
                    <a:pt x="28143" y="24983"/>
                  </a:lnTo>
                  <a:lnTo>
                    <a:pt x="28143" y="24983"/>
                  </a:lnTo>
                  <a:lnTo>
                    <a:pt x="28101" y="25046"/>
                  </a:lnTo>
                  <a:lnTo>
                    <a:pt x="28017" y="25109"/>
                  </a:lnTo>
                  <a:lnTo>
                    <a:pt x="28038" y="25151"/>
                  </a:lnTo>
                  <a:lnTo>
                    <a:pt x="28248" y="25046"/>
                  </a:lnTo>
                  <a:lnTo>
                    <a:pt x="28248" y="24921"/>
                  </a:lnTo>
                  <a:lnTo>
                    <a:pt x="28352" y="24900"/>
                  </a:lnTo>
                  <a:lnTo>
                    <a:pt x="28415" y="24837"/>
                  </a:lnTo>
                  <a:lnTo>
                    <a:pt x="28520" y="24900"/>
                  </a:lnTo>
                  <a:lnTo>
                    <a:pt x="28582" y="24879"/>
                  </a:lnTo>
                  <a:lnTo>
                    <a:pt x="28624" y="24795"/>
                  </a:lnTo>
                  <a:lnTo>
                    <a:pt x="28687" y="24795"/>
                  </a:lnTo>
                  <a:lnTo>
                    <a:pt x="28708" y="24711"/>
                  </a:lnTo>
                  <a:lnTo>
                    <a:pt x="28771" y="24795"/>
                  </a:lnTo>
                  <a:lnTo>
                    <a:pt x="28854" y="24900"/>
                  </a:lnTo>
                  <a:lnTo>
                    <a:pt x="28896" y="24837"/>
                  </a:lnTo>
                  <a:lnTo>
                    <a:pt x="28938" y="24732"/>
                  </a:lnTo>
                  <a:lnTo>
                    <a:pt x="28980" y="24732"/>
                  </a:lnTo>
                  <a:lnTo>
                    <a:pt x="29001" y="24774"/>
                  </a:lnTo>
                  <a:lnTo>
                    <a:pt x="29085" y="24774"/>
                  </a:lnTo>
                  <a:lnTo>
                    <a:pt x="29105" y="24711"/>
                  </a:lnTo>
                  <a:lnTo>
                    <a:pt x="29231" y="24711"/>
                  </a:lnTo>
                  <a:lnTo>
                    <a:pt x="29294" y="24628"/>
                  </a:lnTo>
                  <a:lnTo>
                    <a:pt x="29357" y="24586"/>
                  </a:lnTo>
                  <a:lnTo>
                    <a:pt x="29377" y="24670"/>
                  </a:lnTo>
                  <a:lnTo>
                    <a:pt x="29398" y="24607"/>
                  </a:lnTo>
                  <a:lnTo>
                    <a:pt x="29482" y="24607"/>
                  </a:lnTo>
                  <a:lnTo>
                    <a:pt x="29566" y="24586"/>
                  </a:lnTo>
                  <a:lnTo>
                    <a:pt x="29524" y="24502"/>
                  </a:lnTo>
                  <a:lnTo>
                    <a:pt x="29587" y="24418"/>
                  </a:lnTo>
                  <a:lnTo>
                    <a:pt x="29608" y="24293"/>
                  </a:lnTo>
                  <a:lnTo>
                    <a:pt x="29566" y="24188"/>
                  </a:lnTo>
                  <a:lnTo>
                    <a:pt x="29566" y="24188"/>
                  </a:lnTo>
                  <a:lnTo>
                    <a:pt x="29608" y="24209"/>
                  </a:lnTo>
                  <a:lnTo>
                    <a:pt x="29670" y="24146"/>
                  </a:lnTo>
                  <a:lnTo>
                    <a:pt x="29796" y="24105"/>
                  </a:lnTo>
                  <a:lnTo>
                    <a:pt x="29817" y="24167"/>
                  </a:lnTo>
                  <a:lnTo>
                    <a:pt x="29921" y="24167"/>
                  </a:lnTo>
                  <a:lnTo>
                    <a:pt x="29942" y="24042"/>
                  </a:lnTo>
                  <a:lnTo>
                    <a:pt x="30005" y="24042"/>
                  </a:lnTo>
                  <a:lnTo>
                    <a:pt x="30026" y="23958"/>
                  </a:lnTo>
                  <a:lnTo>
                    <a:pt x="30089" y="23958"/>
                  </a:lnTo>
                  <a:lnTo>
                    <a:pt x="30089" y="23979"/>
                  </a:lnTo>
                  <a:lnTo>
                    <a:pt x="30110" y="23979"/>
                  </a:lnTo>
                  <a:lnTo>
                    <a:pt x="30193" y="23874"/>
                  </a:lnTo>
                  <a:lnTo>
                    <a:pt x="30256" y="23958"/>
                  </a:lnTo>
                  <a:lnTo>
                    <a:pt x="30256" y="23833"/>
                  </a:lnTo>
                  <a:lnTo>
                    <a:pt x="30340" y="23833"/>
                  </a:lnTo>
                  <a:lnTo>
                    <a:pt x="30361" y="23728"/>
                  </a:lnTo>
                  <a:lnTo>
                    <a:pt x="30277" y="23686"/>
                  </a:lnTo>
                  <a:lnTo>
                    <a:pt x="30193" y="23749"/>
                  </a:lnTo>
                  <a:lnTo>
                    <a:pt x="30047" y="23623"/>
                  </a:lnTo>
                  <a:lnTo>
                    <a:pt x="30235" y="23623"/>
                  </a:lnTo>
                  <a:lnTo>
                    <a:pt x="30340" y="23477"/>
                  </a:lnTo>
                  <a:lnTo>
                    <a:pt x="30361" y="23540"/>
                  </a:lnTo>
                  <a:lnTo>
                    <a:pt x="30445" y="23477"/>
                  </a:lnTo>
                  <a:lnTo>
                    <a:pt x="30612" y="23581"/>
                  </a:lnTo>
                  <a:lnTo>
                    <a:pt x="30633" y="23456"/>
                  </a:lnTo>
                  <a:lnTo>
                    <a:pt x="30549" y="23435"/>
                  </a:lnTo>
                  <a:lnTo>
                    <a:pt x="30507" y="23372"/>
                  </a:lnTo>
                  <a:lnTo>
                    <a:pt x="30528" y="23309"/>
                  </a:lnTo>
                  <a:lnTo>
                    <a:pt x="30633" y="23372"/>
                  </a:lnTo>
                  <a:lnTo>
                    <a:pt x="30717" y="23309"/>
                  </a:lnTo>
                  <a:lnTo>
                    <a:pt x="30675" y="23268"/>
                  </a:lnTo>
                  <a:lnTo>
                    <a:pt x="30612" y="23268"/>
                  </a:lnTo>
                  <a:lnTo>
                    <a:pt x="30612" y="23163"/>
                  </a:lnTo>
                  <a:lnTo>
                    <a:pt x="30528" y="23121"/>
                  </a:lnTo>
                  <a:lnTo>
                    <a:pt x="30612" y="23100"/>
                  </a:lnTo>
                  <a:lnTo>
                    <a:pt x="30654" y="23142"/>
                  </a:lnTo>
                  <a:lnTo>
                    <a:pt x="30717" y="23142"/>
                  </a:lnTo>
                  <a:lnTo>
                    <a:pt x="30758" y="23205"/>
                  </a:lnTo>
                  <a:lnTo>
                    <a:pt x="30758" y="23121"/>
                  </a:lnTo>
                  <a:lnTo>
                    <a:pt x="30654" y="23037"/>
                  </a:lnTo>
                  <a:lnTo>
                    <a:pt x="30654" y="22933"/>
                  </a:lnTo>
                  <a:lnTo>
                    <a:pt x="30737" y="22933"/>
                  </a:lnTo>
                  <a:lnTo>
                    <a:pt x="30758" y="22891"/>
                  </a:lnTo>
                  <a:lnTo>
                    <a:pt x="30863" y="22954"/>
                  </a:lnTo>
                  <a:lnTo>
                    <a:pt x="30863" y="23037"/>
                  </a:lnTo>
                  <a:lnTo>
                    <a:pt x="30926" y="23037"/>
                  </a:lnTo>
                  <a:lnTo>
                    <a:pt x="30968" y="23121"/>
                  </a:lnTo>
                  <a:lnTo>
                    <a:pt x="30989" y="22996"/>
                  </a:lnTo>
                  <a:lnTo>
                    <a:pt x="30947" y="22912"/>
                  </a:lnTo>
                  <a:lnTo>
                    <a:pt x="30884" y="22912"/>
                  </a:lnTo>
                  <a:lnTo>
                    <a:pt x="30863" y="22828"/>
                  </a:lnTo>
                  <a:lnTo>
                    <a:pt x="30947" y="22828"/>
                  </a:lnTo>
                  <a:lnTo>
                    <a:pt x="30947" y="22745"/>
                  </a:lnTo>
                  <a:lnTo>
                    <a:pt x="30863" y="22724"/>
                  </a:lnTo>
                  <a:lnTo>
                    <a:pt x="30989" y="22598"/>
                  </a:lnTo>
                  <a:lnTo>
                    <a:pt x="30926" y="22535"/>
                  </a:lnTo>
                  <a:lnTo>
                    <a:pt x="30842" y="22535"/>
                  </a:lnTo>
                  <a:lnTo>
                    <a:pt x="30779" y="22598"/>
                  </a:lnTo>
                  <a:lnTo>
                    <a:pt x="30800" y="22493"/>
                  </a:lnTo>
                  <a:lnTo>
                    <a:pt x="30947" y="22410"/>
                  </a:lnTo>
                  <a:lnTo>
                    <a:pt x="31135" y="22326"/>
                  </a:lnTo>
                  <a:lnTo>
                    <a:pt x="31072" y="22263"/>
                  </a:lnTo>
                  <a:lnTo>
                    <a:pt x="30989" y="22326"/>
                  </a:lnTo>
                  <a:lnTo>
                    <a:pt x="30863" y="22201"/>
                  </a:lnTo>
                  <a:lnTo>
                    <a:pt x="30968" y="22201"/>
                  </a:lnTo>
                  <a:lnTo>
                    <a:pt x="30884" y="22096"/>
                  </a:lnTo>
                  <a:lnTo>
                    <a:pt x="30800" y="22096"/>
                  </a:lnTo>
                  <a:lnTo>
                    <a:pt x="30863" y="22054"/>
                  </a:lnTo>
                  <a:lnTo>
                    <a:pt x="30800" y="21991"/>
                  </a:lnTo>
                  <a:lnTo>
                    <a:pt x="30884" y="21991"/>
                  </a:lnTo>
                  <a:lnTo>
                    <a:pt x="30926" y="21908"/>
                  </a:lnTo>
                  <a:lnTo>
                    <a:pt x="31030" y="21908"/>
                  </a:lnTo>
                  <a:lnTo>
                    <a:pt x="30989" y="22012"/>
                  </a:lnTo>
                  <a:lnTo>
                    <a:pt x="31072" y="22012"/>
                  </a:lnTo>
                  <a:lnTo>
                    <a:pt x="31240" y="21866"/>
                  </a:lnTo>
                  <a:lnTo>
                    <a:pt x="31240" y="21782"/>
                  </a:lnTo>
                  <a:lnTo>
                    <a:pt x="31365" y="21803"/>
                  </a:lnTo>
                  <a:lnTo>
                    <a:pt x="31281" y="21698"/>
                  </a:lnTo>
                  <a:lnTo>
                    <a:pt x="31198" y="21698"/>
                  </a:lnTo>
                  <a:lnTo>
                    <a:pt x="31240" y="21594"/>
                  </a:lnTo>
                  <a:lnTo>
                    <a:pt x="31302" y="21677"/>
                  </a:lnTo>
                  <a:lnTo>
                    <a:pt x="31386" y="21636"/>
                  </a:lnTo>
                  <a:lnTo>
                    <a:pt x="31386" y="21531"/>
                  </a:lnTo>
                  <a:lnTo>
                    <a:pt x="31449" y="21489"/>
                  </a:lnTo>
                  <a:lnTo>
                    <a:pt x="31386" y="21426"/>
                  </a:lnTo>
                  <a:lnTo>
                    <a:pt x="31386" y="21343"/>
                  </a:lnTo>
                  <a:lnTo>
                    <a:pt x="31470" y="21322"/>
                  </a:lnTo>
                  <a:lnTo>
                    <a:pt x="31407" y="21238"/>
                  </a:lnTo>
                  <a:lnTo>
                    <a:pt x="31407" y="21175"/>
                  </a:lnTo>
                  <a:lnTo>
                    <a:pt x="31302" y="21112"/>
                  </a:lnTo>
                  <a:lnTo>
                    <a:pt x="31470" y="21154"/>
                  </a:lnTo>
                  <a:lnTo>
                    <a:pt x="31512" y="21112"/>
                  </a:lnTo>
                  <a:lnTo>
                    <a:pt x="31616" y="20903"/>
                  </a:lnTo>
                  <a:lnTo>
                    <a:pt x="31700" y="20903"/>
                  </a:lnTo>
                  <a:lnTo>
                    <a:pt x="31721" y="20966"/>
                  </a:lnTo>
                  <a:lnTo>
                    <a:pt x="31763" y="21029"/>
                  </a:lnTo>
                  <a:lnTo>
                    <a:pt x="31784" y="20924"/>
                  </a:lnTo>
                  <a:lnTo>
                    <a:pt x="31846" y="20861"/>
                  </a:lnTo>
                  <a:lnTo>
                    <a:pt x="31805" y="20736"/>
                  </a:lnTo>
                  <a:lnTo>
                    <a:pt x="31679" y="20736"/>
                  </a:lnTo>
                  <a:lnTo>
                    <a:pt x="31616" y="20694"/>
                  </a:lnTo>
                  <a:lnTo>
                    <a:pt x="31679" y="20652"/>
                  </a:lnTo>
                  <a:lnTo>
                    <a:pt x="31763" y="20652"/>
                  </a:lnTo>
                  <a:lnTo>
                    <a:pt x="31826" y="20610"/>
                  </a:lnTo>
                  <a:lnTo>
                    <a:pt x="31784" y="20548"/>
                  </a:lnTo>
                  <a:lnTo>
                    <a:pt x="31700" y="20506"/>
                  </a:lnTo>
                  <a:lnTo>
                    <a:pt x="31784" y="20443"/>
                  </a:lnTo>
                  <a:lnTo>
                    <a:pt x="31826" y="20443"/>
                  </a:lnTo>
                  <a:lnTo>
                    <a:pt x="31826" y="20401"/>
                  </a:lnTo>
                  <a:lnTo>
                    <a:pt x="31784" y="20338"/>
                  </a:lnTo>
                  <a:lnTo>
                    <a:pt x="31574" y="20338"/>
                  </a:lnTo>
                  <a:lnTo>
                    <a:pt x="31595" y="20296"/>
                  </a:lnTo>
                  <a:lnTo>
                    <a:pt x="31721" y="20192"/>
                  </a:lnTo>
                  <a:lnTo>
                    <a:pt x="31826" y="20213"/>
                  </a:lnTo>
                  <a:lnTo>
                    <a:pt x="31846" y="20192"/>
                  </a:lnTo>
                  <a:lnTo>
                    <a:pt x="31888" y="20129"/>
                  </a:lnTo>
                  <a:lnTo>
                    <a:pt x="31930" y="20192"/>
                  </a:lnTo>
                  <a:lnTo>
                    <a:pt x="31972" y="20213"/>
                  </a:lnTo>
                  <a:lnTo>
                    <a:pt x="32014" y="20171"/>
                  </a:lnTo>
                  <a:lnTo>
                    <a:pt x="31993" y="20087"/>
                  </a:lnTo>
                  <a:lnTo>
                    <a:pt x="31972" y="19920"/>
                  </a:lnTo>
                  <a:lnTo>
                    <a:pt x="31909" y="19878"/>
                  </a:lnTo>
                  <a:lnTo>
                    <a:pt x="31826" y="19962"/>
                  </a:lnTo>
                  <a:lnTo>
                    <a:pt x="31846" y="19983"/>
                  </a:lnTo>
                  <a:lnTo>
                    <a:pt x="31846" y="20024"/>
                  </a:lnTo>
                  <a:lnTo>
                    <a:pt x="31763" y="20004"/>
                  </a:lnTo>
                  <a:lnTo>
                    <a:pt x="31595" y="20129"/>
                  </a:lnTo>
                  <a:lnTo>
                    <a:pt x="31512" y="20108"/>
                  </a:lnTo>
                  <a:lnTo>
                    <a:pt x="31512" y="20004"/>
                  </a:lnTo>
                  <a:lnTo>
                    <a:pt x="31679" y="19983"/>
                  </a:lnTo>
                  <a:lnTo>
                    <a:pt x="31930" y="19752"/>
                  </a:lnTo>
                  <a:lnTo>
                    <a:pt x="31909" y="19711"/>
                  </a:lnTo>
                  <a:lnTo>
                    <a:pt x="31805" y="19711"/>
                  </a:lnTo>
                  <a:lnTo>
                    <a:pt x="31763" y="19648"/>
                  </a:lnTo>
                  <a:lnTo>
                    <a:pt x="31721" y="19690"/>
                  </a:lnTo>
                  <a:lnTo>
                    <a:pt x="31553" y="19460"/>
                  </a:lnTo>
                  <a:lnTo>
                    <a:pt x="31386" y="19439"/>
                  </a:lnTo>
                  <a:lnTo>
                    <a:pt x="31240" y="19585"/>
                  </a:lnTo>
                  <a:lnTo>
                    <a:pt x="31135" y="19564"/>
                  </a:lnTo>
                  <a:lnTo>
                    <a:pt x="31030" y="19397"/>
                  </a:lnTo>
                  <a:lnTo>
                    <a:pt x="30884" y="19439"/>
                  </a:lnTo>
                  <a:lnTo>
                    <a:pt x="30779" y="19501"/>
                  </a:lnTo>
                  <a:lnTo>
                    <a:pt x="30737" y="19606"/>
                  </a:lnTo>
                  <a:lnTo>
                    <a:pt x="30758" y="19480"/>
                  </a:lnTo>
                  <a:lnTo>
                    <a:pt x="30884" y="19376"/>
                  </a:lnTo>
                  <a:lnTo>
                    <a:pt x="30968" y="19376"/>
                  </a:lnTo>
                  <a:lnTo>
                    <a:pt x="31051" y="19334"/>
                  </a:lnTo>
                  <a:lnTo>
                    <a:pt x="31177" y="19376"/>
                  </a:lnTo>
                  <a:lnTo>
                    <a:pt x="31281" y="19355"/>
                  </a:lnTo>
                  <a:lnTo>
                    <a:pt x="31281" y="19250"/>
                  </a:lnTo>
                  <a:lnTo>
                    <a:pt x="31323" y="19188"/>
                  </a:lnTo>
                  <a:lnTo>
                    <a:pt x="31407" y="19188"/>
                  </a:lnTo>
                  <a:lnTo>
                    <a:pt x="31553" y="19041"/>
                  </a:lnTo>
                  <a:lnTo>
                    <a:pt x="31700" y="19020"/>
                  </a:lnTo>
                  <a:lnTo>
                    <a:pt x="31700" y="18936"/>
                  </a:lnTo>
                  <a:lnTo>
                    <a:pt x="31574" y="18727"/>
                  </a:lnTo>
                  <a:lnTo>
                    <a:pt x="31281" y="18539"/>
                  </a:lnTo>
                  <a:lnTo>
                    <a:pt x="31072" y="18413"/>
                  </a:lnTo>
                  <a:lnTo>
                    <a:pt x="30842" y="18204"/>
                  </a:lnTo>
                  <a:lnTo>
                    <a:pt x="30737" y="18204"/>
                  </a:lnTo>
                  <a:lnTo>
                    <a:pt x="30549" y="18330"/>
                  </a:lnTo>
                  <a:lnTo>
                    <a:pt x="30445" y="18309"/>
                  </a:lnTo>
                  <a:lnTo>
                    <a:pt x="30319" y="18183"/>
                  </a:lnTo>
                  <a:lnTo>
                    <a:pt x="30319" y="18099"/>
                  </a:lnTo>
                  <a:lnTo>
                    <a:pt x="30235" y="18079"/>
                  </a:lnTo>
                  <a:lnTo>
                    <a:pt x="30110" y="18120"/>
                  </a:lnTo>
                  <a:lnTo>
                    <a:pt x="29984" y="18120"/>
                  </a:lnTo>
                  <a:lnTo>
                    <a:pt x="29838" y="18141"/>
                  </a:lnTo>
                  <a:lnTo>
                    <a:pt x="29691" y="18351"/>
                  </a:lnTo>
                  <a:lnTo>
                    <a:pt x="29817" y="18099"/>
                  </a:lnTo>
                  <a:lnTo>
                    <a:pt x="29921" y="18037"/>
                  </a:lnTo>
                  <a:lnTo>
                    <a:pt x="29984" y="18079"/>
                  </a:lnTo>
                  <a:lnTo>
                    <a:pt x="30047" y="18079"/>
                  </a:lnTo>
                  <a:lnTo>
                    <a:pt x="30089" y="18016"/>
                  </a:lnTo>
                  <a:lnTo>
                    <a:pt x="30193" y="18079"/>
                  </a:lnTo>
                  <a:lnTo>
                    <a:pt x="30340" y="17995"/>
                  </a:lnTo>
                  <a:lnTo>
                    <a:pt x="30403" y="18183"/>
                  </a:lnTo>
                  <a:lnTo>
                    <a:pt x="30465" y="18225"/>
                  </a:lnTo>
                  <a:lnTo>
                    <a:pt x="30570" y="18225"/>
                  </a:lnTo>
                  <a:lnTo>
                    <a:pt x="30654" y="18120"/>
                  </a:lnTo>
                  <a:lnTo>
                    <a:pt x="30842" y="18141"/>
                  </a:lnTo>
                  <a:lnTo>
                    <a:pt x="30968" y="18246"/>
                  </a:lnTo>
                  <a:lnTo>
                    <a:pt x="31051" y="18246"/>
                  </a:lnTo>
                  <a:lnTo>
                    <a:pt x="31177" y="18351"/>
                  </a:lnTo>
                  <a:lnTo>
                    <a:pt x="31323" y="18288"/>
                  </a:lnTo>
                  <a:lnTo>
                    <a:pt x="31574" y="18351"/>
                  </a:lnTo>
                  <a:lnTo>
                    <a:pt x="31658" y="18330"/>
                  </a:lnTo>
                  <a:lnTo>
                    <a:pt x="31553" y="18141"/>
                  </a:lnTo>
                  <a:lnTo>
                    <a:pt x="31491" y="18120"/>
                  </a:lnTo>
                  <a:lnTo>
                    <a:pt x="31323" y="17974"/>
                  </a:lnTo>
                  <a:lnTo>
                    <a:pt x="31323" y="17911"/>
                  </a:lnTo>
                  <a:lnTo>
                    <a:pt x="31281" y="17869"/>
                  </a:lnTo>
                  <a:lnTo>
                    <a:pt x="31177" y="17890"/>
                  </a:lnTo>
                  <a:lnTo>
                    <a:pt x="31051" y="17827"/>
                  </a:lnTo>
                  <a:lnTo>
                    <a:pt x="30884" y="17597"/>
                  </a:lnTo>
                  <a:lnTo>
                    <a:pt x="30884" y="17451"/>
                  </a:lnTo>
                  <a:lnTo>
                    <a:pt x="30675" y="17283"/>
                  </a:lnTo>
                  <a:lnTo>
                    <a:pt x="30675" y="17095"/>
                  </a:lnTo>
                  <a:lnTo>
                    <a:pt x="30549" y="17074"/>
                  </a:lnTo>
                  <a:lnTo>
                    <a:pt x="30612" y="16949"/>
                  </a:lnTo>
                  <a:lnTo>
                    <a:pt x="30570" y="16928"/>
                  </a:lnTo>
                  <a:lnTo>
                    <a:pt x="30403" y="16572"/>
                  </a:lnTo>
                  <a:lnTo>
                    <a:pt x="30089" y="16405"/>
                  </a:lnTo>
                  <a:lnTo>
                    <a:pt x="30005" y="16447"/>
                  </a:lnTo>
                  <a:lnTo>
                    <a:pt x="30005" y="16363"/>
                  </a:lnTo>
                  <a:lnTo>
                    <a:pt x="29712" y="16237"/>
                  </a:lnTo>
                  <a:lnTo>
                    <a:pt x="29670" y="16237"/>
                  </a:lnTo>
                  <a:lnTo>
                    <a:pt x="29670" y="15944"/>
                  </a:lnTo>
                  <a:lnTo>
                    <a:pt x="29712" y="15735"/>
                  </a:lnTo>
                  <a:lnTo>
                    <a:pt x="29670" y="15610"/>
                  </a:lnTo>
                  <a:lnTo>
                    <a:pt x="29691" y="15463"/>
                  </a:lnTo>
                  <a:lnTo>
                    <a:pt x="29712" y="15484"/>
                  </a:lnTo>
                  <a:lnTo>
                    <a:pt x="29817" y="15463"/>
                  </a:lnTo>
                  <a:lnTo>
                    <a:pt x="29921" y="15296"/>
                  </a:lnTo>
                  <a:lnTo>
                    <a:pt x="29984" y="15317"/>
                  </a:lnTo>
                  <a:lnTo>
                    <a:pt x="30089" y="15191"/>
                  </a:lnTo>
                  <a:lnTo>
                    <a:pt x="29984" y="15149"/>
                  </a:lnTo>
                  <a:lnTo>
                    <a:pt x="29921" y="15066"/>
                  </a:lnTo>
                  <a:lnTo>
                    <a:pt x="30005" y="14961"/>
                  </a:lnTo>
                  <a:lnTo>
                    <a:pt x="30193" y="14982"/>
                  </a:lnTo>
                  <a:lnTo>
                    <a:pt x="30193" y="14856"/>
                  </a:lnTo>
                  <a:lnTo>
                    <a:pt x="30319" y="14835"/>
                  </a:lnTo>
                  <a:lnTo>
                    <a:pt x="30319" y="14731"/>
                  </a:lnTo>
                  <a:lnTo>
                    <a:pt x="30193" y="14647"/>
                  </a:lnTo>
                  <a:lnTo>
                    <a:pt x="30319" y="14647"/>
                  </a:lnTo>
                  <a:lnTo>
                    <a:pt x="30424" y="14689"/>
                  </a:lnTo>
                  <a:lnTo>
                    <a:pt x="30445" y="14647"/>
                  </a:lnTo>
                  <a:lnTo>
                    <a:pt x="30549" y="14647"/>
                  </a:lnTo>
                  <a:lnTo>
                    <a:pt x="30654" y="14563"/>
                  </a:lnTo>
                  <a:lnTo>
                    <a:pt x="30717" y="14563"/>
                  </a:lnTo>
                  <a:lnTo>
                    <a:pt x="30842" y="14375"/>
                  </a:lnTo>
                  <a:lnTo>
                    <a:pt x="30884" y="14459"/>
                  </a:lnTo>
                  <a:lnTo>
                    <a:pt x="30947" y="14417"/>
                  </a:lnTo>
                  <a:lnTo>
                    <a:pt x="30947" y="14459"/>
                  </a:lnTo>
                  <a:lnTo>
                    <a:pt x="31093" y="14563"/>
                  </a:lnTo>
                  <a:lnTo>
                    <a:pt x="31240" y="14438"/>
                  </a:lnTo>
                  <a:lnTo>
                    <a:pt x="31240" y="14375"/>
                  </a:lnTo>
                  <a:lnTo>
                    <a:pt x="31156" y="14354"/>
                  </a:lnTo>
                  <a:lnTo>
                    <a:pt x="31135" y="14250"/>
                  </a:lnTo>
                  <a:lnTo>
                    <a:pt x="31198" y="14208"/>
                  </a:lnTo>
                  <a:lnTo>
                    <a:pt x="31261" y="14208"/>
                  </a:lnTo>
                  <a:lnTo>
                    <a:pt x="31177" y="14061"/>
                  </a:lnTo>
                  <a:lnTo>
                    <a:pt x="31177" y="13998"/>
                  </a:lnTo>
                  <a:lnTo>
                    <a:pt x="31302" y="13957"/>
                  </a:lnTo>
                  <a:lnTo>
                    <a:pt x="31240" y="13936"/>
                  </a:lnTo>
                  <a:lnTo>
                    <a:pt x="31093" y="13957"/>
                  </a:lnTo>
                  <a:lnTo>
                    <a:pt x="30947" y="13957"/>
                  </a:lnTo>
                  <a:lnTo>
                    <a:pt x="30947" y="13915"/>
                  </a:lnTo>
                  <a:lnTo>
                    <a:pt x="30800" y="13915"/>
                  </a:lnTo>
                  <a:lnTo>
                    <a:pt x="30758" y="13957"/>
                  </a:lnTo>
                  <a:lnTo>
                    <a:pt x="30403" y="13998"/>
                  </a:lnTo>
                  <a:lnTo>
                    <a:pt x="30319" y="13915"/>
                  </a:lnTo>
                  <a:lnTo>
                    <a:pt x="30256" y="13894"/>
                  </a:lnTo>
                  <a:lnTo>
                    <a:pt x="30193" y="13789"/>
                  </a:lnTo>
                  <a:lnTo>
                    <a:pt x="30131" y="13747"/>
                  </a:lnTo>
                  <a:lnTo>
                    <a:pt x="30089" y="13706"/>
                  </a:lnTo>
                  <a:lnTo>
                    <a:pt x="29817" y="13831"/>
                  </a:lnTo>
                  <a:lnTo>
                    <a:pt x="29691" y="13831"/>
                  </a:lnTo>
                  <a:lnTo>
                    <a:pt x="29733" y="13894"/>
                  </a:lnTo>
                  <a:lnTo>
                    <a:pt x="29733" y="13998"/>
                  </a:lnTo>
                  <a:lnTo>
                    <a:pt x="29670" y="14040"/>
                  </a:lnTo>
                  <a:lnTo>
                    <a:pt x="29503" y="14103"/>
                  </a:lnTo>
                  <a:lnTo>
                    <a:pt x="29524" y="14124"/>
                  </a:lnTo>
                  <a:lnTo>
                    <a:pt x="29587" y="14208"/>
                  </a:lnTo>
                  <a:lnTo>
                    <a:pt x="29524" y="14312"/>
                  </a:lnTo>
                  <a:lnTo>
                    <a:pt x="29482" y="14354"/>
                  </a:lnTo>
                  <a:lnTo>
                    <a:pt x="29357" y="14312"/>
                  </a:lnTo>
                  <a:lnTo>
                    <a:pt x="29231" y="14375"/>
                  </a:lnTo>
                  <a:lnTo>
                    <a:pt x="29085" y="14354"/>
                  </a:lnTo>
                  <a:lnTo>
                    <a:pt x="28938" y="14061"/>
                  </a:lnTo>
                  <a:lnTo>
                    <a:pt x="28938" y="13915"/>
                  </a:lnTo>
                  <a:lnTo>
                    <a:pt x="28896" y="13810"/>
                  </a:lnTo>
                  <a:lnTo>
                    <a:pt x="28750" y="13810"/>
                  </a:lnTo>
                  <a:lnTo>
                    <a:pt x="28687" y="13831"/>
                  </a:lnTo>
                  <a:lnTo>
                    <a:pt x="28687" y="13789"/>
                  </a:lnTo>
                  <a:lnTo>
                    <a:pt x="28624" y="13789"/>
                  </a:lnTo>
                  <a:lnTo>
                    <a:pt x="28561" y="13852"/>
                  </a:lnTo>
                  <a:lnTo>
                    <a:pt x="28540" y="13789"/>
                  </a:lnTo>
                  <a:lnTo>
                    <a:pt x="28540" y="13831"/>
                  </a:lnTo>
                  <a:lnTo>
                    <a:pt x="28436" y="13706"/>
                  </a:lnTo>
                  <a:lnTo>
                    <a:pt x="28436" y="13622"/>
                  </a:lnTo>
                  <a:lnTo>
                    <a:pt x="28227" y="13496"/>
                  </a:lnTo>
                  <a:lnTo>
                    <a:pt x="28122" y="13413"/>
                  </a:lnTo>
                  <a:lnTo>
                    <a:pt x="28101" y="13287"/>
                  </a:lnTo>
                  <a:lnTo>
                    <a:pt x="28038" y="13162"/>
                  </a:lnTo>
                  <a:lnTo>
                    <a:pt x="28101" y="13099"/>
                  </a:lnTo>
                  <a:lnTo>
                    <a:pt x="28101" y="13057"/>
                  </a:lnTo>
                  <a:lnTo>
                    <a:pt x="28101" y="12994"/>
                  </a:lnTo>
                  <a:lnTo>
                    <a:pt x="28122" y="12869"/>
                  </a:lnTo>
                  <a:lnTo>
                    <a:pt x="28164" y="12806"/>
                  </a:lnTo>
                  <a:lnTo>
                    <a:pt x="28185" y="12764"/>
                  </a:lnTo>
                  <a:lnTo>
                    <a:pt x="28415" y="12848"/>
                  </a:lnTo>
                  <a:lnTo>
                    <a:pt x="28750" y="12848"/>
                  </a:lnTo>
                  <a:lnTo>
                    <a:pt x="28792" y="12701"/>
                  </a:lnTo>
                  <a:lnTo>
                    <a:pt x="28771" y="12659"/>
                  </a:lnTo>
                  <a:lnTo>
                    <a:pt x="28854" y="12659"/>
                  </a:lnTo>
                  <a:lnTo>
                    <a:pt x="28833" y="12492"/>
                  </a:lnTo>
                  <a:lnTo>
                    <a:pt x="28792" y="12471"/>
                  </a:lnTo>
                  <a:lnTo>
                    <a:pt x="28854" y="12429"/>
                  </a:lnTo>
                  <a:lnTo>
                    <a:pt x="28896" y="12136"/>
                  </a:lnTo>
                  <a:lnTo>
                    <a:pt x="29105" y="12011"/>
                  </a:lnTo>
                  <a:lnTo>
                    <a:pt x="29210" y="12011"/>
                  </a:lnTo>
                  <a:lnTo>
                    <a:pt x="29315" y="11843"/>
                  </a:lnTo>
                  <a:lnTo>
                    <a:pt x="29377" y="11843"/>
                  </a:lnTo>
                  <a:lnTo>
                    <a:pt x="29398" y="11613"/>
                  </a:lnTo>
                  <a:lnTo>
                    <a:pt x="29503" y="11488"/>
                  </a:lnTo>
                  <a:lnTo>
                    <a:pt x="29524" y="11341"/>
                  </a:lnTo>
                  <a:lnTo>
                    <a:pt x="29587" y="11320"/>
                  </a:lnTo>
                  <a:lnTo>
                    <a:pt x="29670" y="11195"/>
                  </a:lnTo>
                  <a:lnTo>
                    <a:pt x="29796" y="11195"/>
                  </a:lnTo>
                  <a:lnTo>
                    <a:pt x="29838" y="11216"/>
                  </a:lnTo>
                  <a:lnTo>
                    <a:pt x="29942" y="11216"/>
                  </a:lnTo>
                  <a:lnTo>
                    <a:pt x="29984" y="11111"/>
                  </a:lnTo>
                  <a:lnTo>
                    <a:pt x="30152" y="11320"/>
                  </a:lnTo>
                  <a:lnTo>
                    <a:pt x="30424" y="11488"/>
                  </a:lnTo>
                  <a:lnTo>
                    <a:pt x="30424" y="11592"/>
                  </a:lnTo>
                  <a:lnTo>
                    <a:pt x="30361" y="11613"/>
                  </a:lnTo>
                  <a:lnTo>
                    <a:pt x="30340" y="11697"/>
                  </a:lnTo>
                  <a:lnTo>
                    <a:pt x="30214" y="11843"/>
                  </a:lnTo>
                  <a:lnTo>
                    <a:pt x="30193" y="12011"/>
                  </a:lnTo>
                  <a:lnTo>
                    <a:pt x="30089" y="12011"/>
                  </a:lnTo>
                  <a:lnTo>
                    <a:pt x="30110" y="12032"/>
                  </a:lnTo>
                  <a:lnTo>
                    <a:pt x="30089" y="12178"/>
                  </a:lnTo>
                  <a:lnTo>
                    <a:pt x="30214" y="12325"/>
                  </a:lnTo>
                  <a:lnTo>
                    <a:pt x="30193" y="12387"/>
                  </a:lnTo>
                  <a:lnTo>
                    <a:pt x="30131" y="12429"/>
                  </a:lnTo>
                  <a:lnTo>
                    <a:pt x="30131" y="12471"/>
                  </a:lnTo>
                  <a:lnTo>
                    <a:pt x="30193" y="12555"/>
                  </a:lnTo>
                  <a:lnTo>
                    <a:pt x="30319" y="12492"/>
                  </a:lnTo>
                  <a:lnTo>
                    <a:pt x="30445" y="12387"/>
                  </a:lnTo>
                  <a:lnTo>
                    <a:pt x="30403" y="12492"/>
                  </a:lnTo>
                  <a:lnTo>
                    <a:pt x="30277" y="12576"/>
                  </a:lnTo>
                  <a:lnTo>
                    <a:pt x="30319" y="12638"/>
                  </a:lnTo>
                  <a:lnTo>
                    <a:pt x="30361" y="12659"/>
                  </a:lnTo>
                  <a:lnTo>
                    <a:pt x="30361" y="12701"/>
                  </a:lnTo>
                  <a:lnTo>
                    <a:pt x="30319" y="12743"/>
                  </a:lnTo>
                  <a:lnTo>
                    <a:pt x="30193" y="12743"/>
                  </a:lnTo>
                  <a:lnTo>
                    <a:pt x="30131" y="12806"/>
                  </a:lnTo>
                  <a:lnTo>
                    <a:pt x="30026" y="12806"/>
                  </a:lnTo>
                  <a:lnTo>
                    <a:pt x="29984" y="12890"/>
                  </a:lnTo>
                  <a:lnTo>
                    <a:pt x="30089" y="12973"/>
                  </a:lnTo>
                  <a:lnTo>
                    <a:pt x="30089" y="13057"/>
                  </a:lnTo>
                  <a:lnTo>
                    <a:pt x="30152" y="13057"/>
                  </a:lnTo>
                  <a:lnTo>
                    <a:pt x="30235" y="12952"/>
                  </a:lnTo>
                  <a:lnTo>
                    <a:pt x="30277" y="12952"/>
                  </a:lnTo>
                  <a:lnTo>
                    <a:pt x="30403" y="12806"/>
                  </a:lnTo>
                  <a:lnTo>
                    <a:pt x="30549" y="12743"/>
                  </a:lnTo>
                  <a:lnTo>
                    <a:pt x="30570" y="12701"/>
                  </a:lnTo>
                  <a:lnTo>
                    <a:pt x="30528" y="12576"/>
                  </a:lnTo>
                  <a:lnTo>
                    <a:pt x="30654" y="12471"/>
                  </a:lnTo>
                  <a:lnTo>
                    <a:pt x="30926" y="12283"/>
                  </a:lnTo>
                  <a:lnTo>
                    <a:pt x="30989" y="12283"/>
                  </a:lnTo>
                  <a:lnTo>
                    <a:pt x="31030" y="12178"/>
                  </a:lnTo>
                  <a:lnTo>
                    <a:pt x="31156" y="12178"/>
                  </a:lnTo>
                  <a:lnTo>
                    <a:pt x="31302" y="12053"/>
                  </a:lnTo>
                  <a:lnTo>
                    <a:pt x="31365" y="12115"/>
                  </a:lnTo>
                  <a:lnTo>
                    <a:pt x="31407" y="12115"/>
                  </a:lnTo>
                  <a:lnTo>
                    <a:pt x="31553" y="12073"/>
                  </a:lnTo>
                  <a:lnTo>
                    <a:pt x="31721" y="11906"/>
                  </a:lnTo>
                  <a:lnTo>
                    <a:pt x="31763" y="12011"/>
                  </a:lnTo>
                  <a:lnTo>
                    <a:pt x="31763" y="11655"/>
                  </a:lnTo>
                  <a:lnTo>
                    <a:pt x="31909" y="11550"/>
                  </a:lnTo>
                  <a:lnTo>
                    <a:pt x="31972" y="11404"/>
                  </a:lnTo>
                  <a:lnTo>
                    <a:pt x="31972" y="11299"/>
                  </a:lnTo>
                  <a:lnTo>
                    <a:pt x="32118" y="11195"/>
                  </a:lnTo>
                  <a:lnTo>
                    <a:pt x="32223" y="11006"/>
                  </a:lnTo>
                  <a:lnTo>
                    <a:pt x="32328" y="10965"/>
                  </a:lnTo>
                  <a:lnTo>
                    <a:pt x="32411" y="10672"/>
                  </a:lnTo>
                  <a:lnTo>
                    <a:pt x="32453" y="10567"/>
                  </a:lnTo>
                  <a:lnTo>
                    <a:pt x="32453" y="10504"/>
                  </a:lnTo>
                  <a:lnTo>
                    <a:pt x="32453" y="10337"/>
                  </a:lnTo>
                  <a:lnTo>
                    <a:pt x="32600" y="10190"/>
                  </a:lnTo>
                  <a:lnTo>
                    <a:pt x="32704" y="10358"/>
                  </a:lnTo>
                  <a:lnTo>
                    <a:pt x="32767" y="10400"/>
                  </a:lnTo>
                  <a:lnTo>
                    <a:pt x="32851" y="10483"/>
                  </a:lnTo>
                  <a:lnTo>
                    <a:pt x="32955" y="10441"/>
                  </a:lnTo>
                  <a:lnTo>
                    <a:pt x="33081" y="10483"/>
                  </a:lnTo>
                  <a:lnTo>
                    <a:pt x="33332" y="10462"/>
                  </a:lnTo>
                  <a:lnTo>
                    <a:pt x="33478" y="10483"/>
                  </a:lnTo>
                  <a:lnTo>
                    <a:pt x="33541" y="10337"/>
                  </a:lnTo>
                  <a:lnTo>
                    <a:pt x="33541" y="10253"/>
                  </a:lnTo>
                  <a:lnTo>
                    <a:pt x="33395" y="10128"/>
                  </a:lnTo>
                  <a:lnTo>
                    <a:pt x="33290" y="10044"/>
                  </a:lnTo>
                  <a:lnTo>
                    <a:pt x="33374" y="9960"/>
                  </a:lnTo>
                  <a:lnTo>
                    <a:pt x="33499" y="9960"/>
                  </a:lnTo>
                  <a:lnTo>
                    <a:pt x="33750" y="9772"/>
                  </a:lnTo>
                  <a:lnTo>
                    <a:pt x="33750" y="9646"/>
                  </a:lnTo>
                  <a:lnTo>
                    <a:pt x="33855" y="9521"/>
                  </a:lnTo>
                  <a:lnTo>
                    <a:pt x="33939" y="9521"/>
                  </a:lnTo>
                  <a:lnTo>
                    <a:pt x="34002" y="9416"/>
                  </a:lnTo>
                  <a:lnTo>
                    <a:pt x="33939" y="9312"/>
                  </a:lnTo>
                  <a:lnTo>
                    <a:pt x="33939" y="9207"/>
                  </a:lnTo>
                  <a:lnTo>
                    <a:pt x="33939" y="9081"/>
                  </a:lnTo>
                  <a:lnTo>
                    <a:pt x="34022" y="9040"/>
                  </a:lnTo>
                  <a:lnTo>
                    <a:pt x="34127" y="9123"/>
                  </a:lnTo>
                  <a:lnTo>
                    <a:pt x="34127" y="9228"/>
                  </a:lnTo>
                  <a:lnTo>
                    <a:pt x="34190" y="9312"/>
                  </a:lnTo>
                  <a:lnTo>
                    <a:pt x="34378" y="9332"/>
                  </a:lnTo>
                  <a:lnTo>
                    <a:pt x="34399" y="9395"/>
                  </a:lnTo>
                  <a:lnTo>
                    <a:pt x="34399" y="9353"/>
                  </a:lnTo>
                  <a:lnTo>
                    <a:pt x="34399" y="9291"/>
                  </a:lnTo>
                  <a:lnTo>
                    <a:pt x="34378" y="9249"/>
                  </a:lnTo>
                  <a:lnTo>
                    <a:pt x="34336" y="9144"/>
                  </a:lnTo>
                  <a:lnTo>
                    <a:pt x="34336" y="9123"/>
                  </a:lnTo>
                  <a:lnTo>
                    <a:pt x="34420" y="9081"/>
                  </a:lnTo>
                  <a:lnTo>
                    <a:pt x="34546" y="9102"/>
                  </a:lnTo>
                  <a:lnTo>
                    <a:pt x="34608" y="9081"/>
                  </a:lnTo>
                  <a:lnTo>
                    <a:pt x="34608" y="8977"/>
                  </a:lnTo>
                  <a:lnTo>
                    <a:pt x="34587" y="8914"/>
                  </a:lnTo>
                  <a:lnTo>
                    <a:pt x="34587" y="8830"/>
                  </a:lnTo>
                  <a:lnTo>
                    <a:pt x="34608" y="8788"/>
                  </a:lnTo>
                  <a:lnTo>
                    <a:pt x="34608" y="8684"/>
                  </a:lnTo>
                  <a:lnTo>
                    <a:pt x="34608" y="8579"/>
                  </a:lnTo>
                  <a:lnTo>
                    <a:pt x="34525" y="8516"/>
                  </a:lnTo>
                  <a:lnTo>
                    <a:pt x="34525" y="8349"/>
                  </a:lnTo>
                  <a:lnTo>
                    <a:pt x="34525" y="8244"/>
                  </a:lnTo>
                  <a:lnTo>
                    <a:pt x="34504" y="8098"/>
                  </a:lnTo>
                  <a:lnTo>
                    <a:pt x="34504" y="7993"/>
                  </a:lnTo>
                  <a:lnTo>
                    <a:pt x="34441" y="7889"/>
                  </a:lnTo>
                  <a:lnTo>
                    <a:pt x="34399" y="7826"/>
                  </a:lnTo>
                  <a:lnTo>
                    <a:pt x="34378" y="7742"/>
                  </a:lnTo>
                  <a:lnTo>
                    <a:pt x="34232" y="7533"/>
                  </a:lnTo>
                  <a:lnTo>
                    <a:pt x="34190" y="7428"/>
                  </a:lnTo>
                  <a:lnTo>
                    <a:pt x="34211" y="7366"/>
                  </a:lnTo>
                  <a:lnTo>
                    <a:pt x="34294" y="7345"/>
                  </a:lnTo>
                  <a:lnTo>
                    <a:pt x="34378" y="7324"/>
                  </a:lnTo>
                  <a:lnTo>
                    <a:pt x="34420" y="7261"/>
                  </a:lnTo>
                  <a:lnTo>
                    <a:pt x="34441" y="7198"/>
                  </a:lnTo>
                  <a:lnTo>
                    <a:pt x="34546" y="7010"/>
                  </a:lnTo>
                  <a:lnTo>
                    <a:pt x="34587" y="7010"/>
                  </a:lnTo>
                  <a:lnTo>
                    <a:pt x="34692" y="7031"/>
                  </a:lnTo>
                  <a:lnTo>
                    <a:pt x="34755" y="7052"/>
                  </a:lnTo>
                  <a:lnTo>
                    <a:pt x="35131" y="7115"/>
                  </a:lnTo>
                  <a:lnTo>
                    <a:pt x="35173" y="7136"/>
                  </a:lnTo>
                  <a:lnTo>
                    <a:pt x="35236" y="7136"/>
                  </a:lnTo>
                  <a:lnTo>
                    <a:pt x="35278" y="7094"/>
                  </a:lnTo>
                  <a:lnTo>
                    <a:pt x="35257" y="7010"/>
                  </a:lnTo>
                  <a:lnTo>
                    <a:pt x="35236" y="6926"/>
                  </a:lnTo>
                  <a:lnTo>
                    <a:pt x="35236" y="6884"/>
                  </a:lnTo>
                  <a:lnTo>
                    <a:pt x="35257" y="6822"/>
                  </a:lnTo>
                  <a:lnTo>
                    <a:pt x="35236" y="6780"/>
                  </a:lnTo>
                  <a:lnTo>
                    <a:pt x="35215" y="6696"/>
                  </a:lnTo>
                  <a:lnTo>
                    <a:pt x="35257" y="6591"/>
                  </a:lnTo>
                  <a:lnTo>
                    <a:pt x="35320" y="6571"/>
                  </a:lnTo>
                  <a:lnTo>
                    <a:pt x="35278" y="6466"/>
                  </a:lnTo>
                  <a:lnTo>
                    <a:pt x="35257" y="6403"/>
                  </a:lnTo>
                  <a:lnTo>
                    <a:pt x="35257" y="6382"/>
                  </a:lnTo>
                  <a:lnTo>
                    <a:pt x="35341" y="6319"/>
                  </a:lnTo>
                  <a:lnTo>
                    <a:pt x="35320" y="6278"/>
                  </a:lnTo>
                  <a:lnTo>
                    <a:pt x="35320" y="6215"/>
                  </a:lnTo>
                  <a:lnTo>
                    <a:pt x="35278" y="6152"/>
                  </a:lnTo>
                  <a:lnTo>
                    <a:pt x="35320" y="6068"/>
                  </a:lnTo>
                  <a:lnTo>
                    <a:pt x="35362" y="6047"/>
                  </a:lnTo>
                  <a:lnTo>
                    <a:pt x="35362" y="5985"/>
                  </a:lnTo>
                  <a:lnTo>
                    <a:pt x="35341" y="5943"/>
                  </a:lnTo>
                  <a:lnTo>
                    <a:pt x="35278" y="5796"/>
                  </a:lnTo>
                  <a:lnTo>
                    <a:pt x="35278" y="5671"/>
                  </a:lnTo>
                  <a:lnTo>
                    <a:pt x="35320" y="5650"/>
                  </a:lnTo>
                  <a:lnTo>
                    <a:pt x="35341" y="5629"/>
                  </a:lnTo>
                  <a:lnTo>
                    <a:pt x="35341" y="5587"/>
                  </a:lnTo>
                  <a:lnTo>
                    <a:pt x="35320" y="5545"/>
                  </a:lnTo>
                  <a:lnTo>
                    <a:pt x="35320" y="5483"/>
                  </a:lnTo>
                  <a:lnTo>
                    <a:pt x="35257" y="5441"/>
                  </a:lnTo>
                  <a:lnTo>
                    <a:pt x="35236" y="5378"/>
                  </a:lnTo>
                  <a:lnTo>
                    <a:pt x="35257" y="5315"/>
                  </a:lnTo>
                  <a:lnTo>
                    <a:pt x="35257" y="5231"/>
                  </a:lnTo>
                  <a:lnTo>
                    <a:pt x="35236" y="5169"/>
                  </a:lnTo>
                  <a:lnTo>
                    <a:pt x="35173" y="5127"/>
                  </a:lnTo>
                  <a:lnTo>
                    <a:pt x="35173" y="5064"/>
                  </a:lnTo>
                  <a:lnTo>
                    <a:pt x="35257" y="4959"/>
                  </a:lnTo>
                  <a:lnTo>
                    <a:pt x="35362" y="4939"/>
                  </a:lnTo>
                  <a:lnTo>
                    <a:pt x="35383" y="4918"/>
                  </a:lnTo>
                  <a:lnTo>
                    <a:pt x="35383" y="4813"/>
                  </a:lnTo>
                  <a:lnTo>
                    <a:pt x="35424" y="4687"/>
                  </a:lnTo>
                  <a:lnTo>
                    <a:pt x="35341" y="4646"/>
                  </a:lnTo>
                  <a:lnTo>
                    <a:pt x="35278" y="4583"/>
                  </a:lnTo>
                  <a:lnTo>
                    <a:pt x="35257" y="4499"/>
                  </a:lnTo>
                  <a:lnTo>
                    <a:pt x="35173" y="4395"/>
                  </a:lnTo>
                  <a:lnTo>
                    <a:pt x="35152" y="4332"/>
                  </a:lnTo>
                  <a:lnTo>
                    <a:pt x="35215" y="4290"/>
                  </a:lnTo>
                  <a:lnTo>
                    <a:pt x="35152" y="4185"/>
                  </a:lnTo>
                  <a:lnTo>
                    <a:pt x="35131" y="4123"/>
                  </a:lnTo>
                  <a:lnTo>
                    <a:pt x="35027" y="4102"/>
                  </a:lnTo>
                  <a:lnTo>
                    <a:pt x="34964" y="4081"/>
                  </a:lnTo>
                  <a:lnTo>
                    <a:pt x="34859" y="4018"/>
                  </a:lnTo>
                  <a:lnTo>
                    <a:pt x="34797" y="4081"/>
                  </a:lnTo>
                  <a:lnTo>
                    <a:pt x="34713" y="4102"/>
                  </a:lnTo>
                  <a:lnTo>
                    <a:pt x="34629" y="4143"/>
                  </a:lnTo>
                  <a:lnTo>
                    <a:pt x="34629" y="4227"/>
                  </a:lnTo>
                  <a:lnTo>
                    <a:pt x="34587" y="4269"/>
                  </a:lnTo>
                  <a:lnTo>
                    <a:pt x="34504" y="4269"/>
                  </a:lnTo>
                  <a:lnTo>
                    <a:pt x="34483" y="4395"/>
                  </a:lnTo>
                  <a:lnTo>
                    <a:pt x="34294" y="4395"/>
                  </a:lnTo>
                  <a:lnTo>
                    <a:pt x="34232" y="4478"/>
                  </a:lnTo>
                  <a:lnTo>
                    <a:pt x="34232" y="4583"/>
                  </a:lnTo>
                  <a:lnTo>
                    <a:pt x="34190" y="4604"/>
                  </a:lnTo>
                  <a:lnTo>
                    <a:pt x="34169" y="4729"/>
                  </a:lnTo>
                  <a:lnTo>
                    <a:pt x="34169" y="4792"/>
                  </a:lnTo>
                  <a:lnTo>
                    <a:pt x="34106" y="4813"/>
                  </a:lnTo>
                  <a:lnTo>
                    <a:pt x="34022" y="4897"/>
                  </a:lnTo>
                  <a:lnTo>
                    <a:pt x="33876" y="4918"/>
                  </a:lnTo>
                  <a:lnTo>
                    <a:pt x="33709" y="4918"/>
                  </a:lnTo>
                  <a:lnTo>
                    <a:pt x="33667" y="4939"/>
                  </a:lnTo>
                  <a:lnTo>
                    <a:pt x="33604" y="5001"/>
                  </a:lnTo>
                  <a:lnTo>
                    <a:pt x="33583" y="4918"/>
                  </a:lnTo>
                  <a:lnTo>
                    <a:pt x="33541" y="4834"/>
                  </a:lnTo>
                  <a:lnTo>
                    <a:pt x="33458" y="4834"/>
                  </a:lnTo>
                  <a:lnTo>
                    <a:pt x="33374" y="4897"/>
                  </a:lnTo>
                  <a:lnTo>
                    <a:pt x="33269" y="4918"/>
                  </a:lnTo>
                  <a:lnTo>
                    <a:pt x="33248" y="4834"/>
                  </a:lnTo>
                  <a:lnTo>
                    <a:pt x="33165" y="4729"/>
                  </a:lnTo>
                  <a:lnTo>
                    <a:pt x="33123" y="4708"/>
                  </a:lnTo>
                  <a:lnTo>
                    <a:pt x="32976" y="4583"/>
                  </a:lnTo>
                  <a:lnTo>
                    <a:pt x="32976" y="4478"/>
                  </a:lnTo>
                  <a:lnTo>
                    <a:pt x="33018" y="4436"/>
                  </a:lnTo>
                  <a:lnTo>
                    <a:pt x="33039" y="4332"/>
                  </a:lnTo>
                  <a:lnTo>
                    <a:pt x="33018" y="4227"/>
                  </a:lnTo>
                  <a:lnTo>
                    <a:pt x="32976" y="4123"/>
                  </a:lnTo>
                  <a:lnTo>
                    <a:pt x="32872" y="4143"/>
                  </a:lnTo>
                  <a:lnTo>
                    <a:pt x="32872" y="4081"/>
                  </a:lnTo>
                  <a:lnTo>
                    <a:pt x="32872" y="3997"/>
                  </a:lnTo>
                  <a:lnTo>
                    <a:pt x="32934" y="3913"/>
                  </a:lnTo>
                  <a:lnTo>
                    <a:pt x="32934" y="3871"/>
                  </a:lnTo>
                  <a:lnTo>
                    <a:pt x="32872" y="3851"/>
                  </a:lnTo>
                  <a:lnTo>
                    <a:pt x="32851" y="3851"/>
                  </a:lnTo>
                  <a:lnTo>
                    <a:pt x="32767" y="3892"/>
                  </a:lnTo>
                  <a:lnTo>
                    <a:pt x="32725" y="3892"/>
                  </a:lnTo>
                  <a:lnTo>
                    <a:pt x="32642" y="3913"/>
                  </a:lnTo>
                  <a:lnTo>
                    <a:pt x="32558" y="3892"/>
                  </a:lnTo>
                  <a:lnTo>
                    <a:pt x="32516" y="3871"/>
                  </a:lnTo>
                  <a:lnTo>
                    <a:pt x="32453" y="3851"/>
                  </a:lnTo>
                  <a:lnTo>
                    <a:pt x="32432" y="3809"/>
                  </a:lnTo>
                  <a:lnTo>
                    <a:pt x="32307" y="3767"/>
                  </a:lnTo>
                  <a:lnTo>
                    <a:pt x="32307" y="3704"/>
                  </a:lnTo>
                  <a:lnTo>
                    <a:pt x="32244" y="3662"/>
                  </a:lnTo>
                  <a:lnTo>
                    <a:pt x="32202" y="3662"/>
                  </a:lnTo>
                  <a:lnTo>
                    <a:pt x="32139" y="3599"/>
                  </a:lnTo>
                  <a:lnTo>
                    <a:pt x="32139" y="3558"/>
                  </a:lnTo>
                  <a:lnTo>
                    <a:pt x="32077" y="3558"/>
                  </a:lnTo>
                  <a:lnTo>
                    <a:pt x="32014" y="3474"/>
                  </a:lnTo>
                  <a:lnTo>
                    <a:pt x="31993" y="3432"/>
                  </a:lnTo>
                  <a:lnTo>
                    <a:pt x="31930" y="3369"/>
                  </a:lnTo>
                  <a:lnTo>
                    <a:pt x="31888" y="3369"/>
                  </a:lnTo>
                  <a:lnTo>
                    <a:pt x="31846" y="3453"/>
                  </a:lnTo>
                  <a:lnTo>
                    <a:pt x="31805" y="3432"/>
                  </a:lnTo>
                  <a:lnTo>
                    <a:pt x="31763" y="3453"/>
                  </a:lnTo>
                  <a:lnTo>
                    <a:pt x="31721" y="3495"/>
                  </a:lnTo>
                  <a:lnTo>
                    <a:pt x="31658" y="3453"/>
                  </a:lnTo>
                  <a:lnTo>
                    <a:pt x="31616" y="3390"/>
                  </a:lnTo>
                  <a:lnTo>
                    <a:pt x="31574" y="3369"/>
                  </a:lnTo>
                  <a:lnTo>
                    <a:pt x="31449" y="3369"/>
                  </a:lnTo>
                  <a:lnTo>
                    <a:pt x="31386" y="3348"/>
                  </a:lnTo>
                  <a:lnTo>
                    <a:pt x="31449" y="3286"/>
                  </a:lnTo>
                  <a:lnTo>
                    <a:pt x="31449" y="3244"/>
                  </a:lnTo>
                  <a:lnTo>
                    <a:pt x="31365" y="3244"/>
                  </a:lnTo>
                  <a:lnTo>
                    <a:pt x="31302" y="3286"/>
                  </a:lnTo>
                  <a:lnTo>
                    <a:pt x="31177" y="3286"/>
                  </a:lnTo>
                  <a:lnTo>
                    <a:pt x="31135" y="3327"/>
                  </a:lnTo>
                  <a:lnTo>
                    <a:pt x="31072" y="3265"/>
                  </a:lnTo>
                  <a:lnTo>
                    <a:pt x="31030" y="3286"/>
                  </a:lnTo>
                  <a:lnTo>
                    <a:pt x="30947" y="3286"/>
                  </a:lnTo>
                  <a:lnTo>
                    <a:pt x="30884" y="3223"/>
                  </a:lnTo>
                  <a:lnTo>
                    <a:pt x="30800" y="3181"/>
                  </a:lnTo>
                  <a:lnTo>
                    <a:pt x="30675" y="3055"/>
                  </a:lnTo>
                  <a:lnTo>
                    <a:pt x="30633" y="2930"/>
                  </a:lnTo>
                  <a:lnTo>
                    <a:pt x="30633" y="2846"/>
                  </a:lnTo>
                  <a:lnTo>
                    <a:pt x="30612" y="2742"/>
                  </a:lnTo>
                  <a:lnTo>
                    <a:pt x="30549" y="2742"/>
                  </a:lnTo>
                  <a:lnTo>
                    <a:pt x="30465" y="2721"/>
                  </a:lnTo>
                  <a:lnTo>
                    <a:pt x="30465" y="2574"/>
                  </a:lnTo>
                  <a:lnTo>
                    <a:pt x="30424" y="2553"/>
                  </a:lnTo>
                  <a:lnTo>
                    <a:pt x="30403" y="2428"/>
                  </a:lnTo>
                  <a:lnTo>
                    <a:pt x="30361" y="2323"/>
                  </a:lnTo>
                  <a:lnTo>
                    <a:pt x="30152" y="2198"/>
                  </a:lnTo>
                  <a:lnTo>
                    <a:pt x="30047" y="2030"/>
                  </a:lnTo>
                  <a:lnTo>
                    <a:pt x="30026" y="1988"/>
                  </a:lnTo>
                  <a:lnTo>
                    <a:pt x="29984" y="1884"/>
                  </a:lnTo>
                  <a:lnTo>
                    <a:pt x="29921" y="1905"/>
                  </a:lnTo>
                  <a:lnTo>
                    <a:pt x="29901" y="1905"/>
                  </a:lnTo>
                  <a:lnTo>
                    <a:pt x="29901" y="1821"/>
                  </a:lnTo>
                  <a:lnTo>
                    <a:pt x="29921" y="1779"/>
                  </a:lnTo>
                  <a:lnTo>
                    <a:pt x="29838" y="1716"/>
                  </a:lnTo>
                  <a:lnTo>
                    <a:pt x="29796" y="1612"/>
                  </a:lnTo>
                  <a:lnTo>
                    <a:pt x="29733" y="1591"/>
                  </a:lnTo>
                  <a:lnTo>
                    <a:pt x="29712" y="1507"/>
                  </a:lnTo>
                  <a:lnTo>
                    <a:pt x="29670" y="1444"/>
                  </a:lnTo>
                  <a:lnTo>
                    <a:pt x="29608" y="1340"/>
                  </a:lnTo>
                  <a:lnTo>
                    <a:pt x="29482" y="1256"/>
                  </a:lnTo>
                  <a:lnTo>
                    <a:pt x="29461" y="1193"/>
                  </a:lnTo>
                  <a:lnTo>
                    <a:pt x="29503" y="1130"/>
                  </a:lnTo>
                  <a:lnTo>
                    <a:pt x="29482" y="1047"/>
                  </a:lnTo>
                  <a:lnTo>
                    <a:pt x="29315" y="1047"/>
                  </a:lnTo>
                  <a:lnTo>
                    <a:pt x="29294" y="984"/>
                  </a:lnTo>
                  <a:lnTo>
                    <a:pt x="29294" y="942"/>
                  </a:lnTo>
                  <a:lnTo>
                    <a:pt x="29273" y="879"/>
                  </a:lnTo>
                  <a:lnTo>
                    <a:pt x="29273" y="817"/>
                  </a:lnTo>
                  <a:lnTo>
                    <a:pt x="29231" y="733"/>
                  </a:lnTo>
                  <a:lnTo>
                    <a:pt x="29168" y="712"/>
                  </a:lnTo>
                  <a:lnTo>
                    <a:pt x="29168" y="649"/>
                  </a:lnTo>
                  <a:lnTo>
                    <a:pt x="29147" y="607"/>
                  </a:lnTo>
                  <a:lnTo>
                    <a:pt x="29085" y="628"/>
                  </a:lnTo>
                  <a:lnTo>
                    <a:pt x="28980" y="607"/>
                  </a:lnTo>
                  <a:lnTo>
                    <a:pt x="28959" y="545"/>
                  </a:lnTo>
                  <a:lnTo>
                    <a:pt x="28980" y="482"/>
                  </a:lnTo>
                  <a:lnTo>
                    <a:pt x="28959" y="440"/>
                  </a:lnTo>
                  <a:lnTo>
                    <a:pt x="28875" y="419"/>
                  </a:lnTo>
                  <a:lnTo>
                    <a:pt x="28833" y="461"/>
                  </a:lnTo>
                  <a:lnTo>
                    <a:pt x="28792" y="419"/>
                  </a:lnTo>
                  <a:lnTo>
                    <a:pt x="28750" y="419"/>
                  </a:lnTo>
                  <a:lnTo>
                    <a:pt x="28708" y="356"/>
                  </a:lnTo>
                  <a:lnTo>
                    <a:pt x="28750" y="293"/>
                  </a:lnTo>
                  <a:lnTo>
                    <a:pt x="28687" y="231"/>
                  </a:lnTo>
                  <a:lnTo>
                    <a:pt x="28624" y="210"/>
                  </a:lnTo>
                  <a:lnTo>
                    <a:pt x="28561" y="231"/>
                  </a:lnTo>
                  <a:lnTo>
                    <a:pt x="28520" y="147"/>
                  </a:lnTo>
                  <a:lnTo>
                    <a:pt x="28457" y="189"/>
                  </a:lnTo>
                  <a:lnTo>
                    <a:pt x="28373" y="189"/>
                  </a:lnTo>
                  <a:lnTo>
                    <a:pt x="28331" y="147"/>
                  </a:lnTo>
                  <a:lnTo>
                    <a:pt x="28268" y="189"/>
                  </a:lnTo>
                  <a:lnTo>
                    <a:pt x="28268" y="252"/>
                  </a:lnTo>
                  <a:lnTo>
                    <a:pt x="28248" y="293"/>
                  </a:lnTo>
                  <a:lnTo>
                    <a:pt x="28143" y="231"/>
                  </a:lnTo>
                  <a:lnTo>
                    <a:pt x="28101" y="189"/>
                  </a:lnTo>
                  <a:lnTo>
                    <a:pt x="28017" y="210"/>
                  </a:lnTo>
                  <a:lnTo>
                    <a:pt x="27892" y="210"/>
                  </a:lnTo>
                  <a:lnTo>
                    <a:pt x="27892" y="189"/>
                  </a:lnTo>
                  <a:lnTo>
                    <a:pt x="27808" y="105"/>
                  </a:lnTo>
                  <a:lnTo>
                    <a:pt x="27620" y="84"/>
                  </a:lnTo>
                  <a:lnTo>
                    <a:pt x="27536" y="21"/>
                  </a:lnTo>
                  <a:lnTo>
                    <a:pt x="27432" y="21"/>
                  </a:lnTo>
                  <a:lnTo>
                    <a:pt x="2739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38"/>
            <p:cNvSpPr/>
            <p:nvPr/>
          </p:nvSpPr>
          <p:spPr>
            <a:xfrm>
              <a:off x="4442708" y="2990191"/>
              <a:ext cx="762" cy="967"/>
            </a:xfrm>
            <a:custGeom>
              <a:rect b="b" l="l" r="r" t="t"/>
              <a:pathLst>
                <a:path extrusionOk="0" h="85" w="64">
                  <a:moveTo>
                    <a:pt x="63" y="85"/>
                  </a:moveTo>
                  <a:lnTo>
                    <a:pt x="1" y="1"/>
                  </a:lnTo>
                  <a:lnTo>
                    <a:pt x="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38"/>
            <p:cNvSpPr/>
            <p:nvPr/>
          </p:nvSpPr>
          <p:spPr>
            <a:xfrm>
              <a:off x="4434742" y="2997094"/>
              <a:ext cx="1250" cy="1205"/>
            </a:xfrm>
            <a:custGeom>
              <a:rect b="b" l="l" r="r" t="t"/>
              <a:pathLst>
                <a:path extrusionOk="0" h="106" w="105">
                  <a:moveTo>
                    <a:pt x="0" y="105"/>
                  </a:moveTo>
                  <a:lnTo>
                    <a:pt x="105" y="1"/>
                  </a:lnTo>
                  <a:lnTo>
                    <a:pt x="10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38"/>
            <p:cNvSpPr/>
            <p:nvPr/>
          </p:nvSpPr>
          <p:spPr>
            <a:xfrm>
              <a:off x="4184339" y="2879787"/>
              <a:ext cx="2512" cy="728"/>
            </a:xfrm>
            <a:custGeom>
              <a:rect b="b" l="l" r="r" t="t"/>
              <a:pathLst>
                <a:path extrusionOk="0" h="64" w="211">
                  <a:moveTo>
                    <a:pt x="210" y="0"/>
                  </a:moveTo>
                  <a:lnTo>
                    <a:pt x="1" y="63"/>
                  </a:lnTo>
                  <a:lnTo>
                    <a:pt x="22" y="63"/>
                  </a:lnTo>
                  <a:lnTo>
                    <a:pt x="21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38"/>
            <p:cNvSpPr/>
            <p:nvPr/>
          </p:nvSpPr>
          <p:spPr>
            <a:xfrm>
              <a:off x="4038591" y="2720356"/>
              <a:ext cx="260870" cy="130886"/>
            </a:xfrm>
            <a:custGeom>
              <a:rect b="b" l="l" r="r" t="t"/>
              <a:pathLst>
                <a:path extrusionOk="0" h="11509" w="21908">
                  <a:moveTo>
                    <a:pt x="10860" y="0"/>
                  </a:moveTo>
                  <a:lnTo>
                    <a:pt x="10755" y="84"/>
                  </a:lnTo>
                  <a:lnTo>
                    <a:pt x="10713" y="189"/>
                  </a:lnTo>
                  <a:lnTo>
                    <a:pt x="10567" y="189"/>
                  </a:lnTo>
                  <a:lnTo>
                    <a:pt x="10483" y="252"/>
                  </a:lnTo>
                  <a:lnTo>
                    <a:pt x="10546" y="314"/>
                  </a:lnTo>
                  <a:lnTo>
                    <a:pt x="10546" y="398"/>
                  </a:lnTo>
                  <a:lnTo>
                    <a:pt x="10400" y="419"/>
                  </a:lnTo>
                  <a:lnTo>
                    <a:pt x="10337" y="419"/>
                  </a:lnTo>
                  <a:lnTo>
                    <a:pt x="10253" y="524"/>
                  </a:lnTo>
                  <a:lnTo>
                    <a:pt x="10128" y="524"/>
                  </a:lnTo>
                  <a:lnTo>
                    <a:pt x="10044" y="586"/>
                  </a:lnTo>
                  <a:lnTo>
                    <a:pt x="9981" y="586"/>
                  </a:lnTo>
                  <a:lnTo>
                    <a:pt x="9751" y="733"/>
                  </a:lnTo>
                  <a:lnTo>
                    <a:pt x="9625" y="796"/>
                  </a:lnTo>
                  <a:lnTo>
                    <a:pt x="9521" y="837"/>
                  </a:lnTo>
                  <a:lnTo>
                    <a:pt x="9437" y="837"/>
                  </a:lnTo>
                  <a:lnTo>
                    <a:pt x="9353" y="775"/>
                  </a:lnTo>
                  <a:lnTo>
                    <a:pt x="9312" y="837"/>
                  </a:lnTo>
                  <a:lnTo>
                    <a:pt x="9291" y="921"/>
                  </a:lnTo>
                  <a:lnTo>
                    <a:pt x="9144" y="921"/>
                  </a:lnTo>
                  <a:lnTo>
                    <a:pt x="9102" y="984"/>
                  </a:lnTo>
                  <a:lnTo>
                    <a:pt x="9102" y="1088"/>
                  </a:lnTo>
                  <a:lnTo>
                    <a:pt x="9040" y="1130"/>
                  </a:lnTo>
                  <a:lnTo>
                    <a:pt x="8977" y="1109"/>
                  </a:lnTo>
                  <a:lnTo>
                    <a:pt x="8893" y="1109"/>
                  </a:lnTo>
                  <a:lnTo>
                    <a:pt x="8789" y="1151"/>
                  </a:lnTo>
                  <a:lnTo>
                    <a:pt x="8663" y="1172"/>
                  </a:lnTo>
                  <a:lnTo>
                    <a:pt x="8496" y="1256"/>
                  </a:lnTo>
                  <a:lnTo>
                    <a:pt x="8475" y="1319"/>
                  </a:lnTo>
                  <a:lnTo>
                    <a:pt x="8307" y="1340"/>
                  </a:lnTo>
                  <a:lnTo>
                    <a:pt x="8182" y="1402"/>
                  </a:lnTo>
                  <a:lnTo>
                    <a:pt x="8035" y="1423"/>
                  </a:lnTo>
                  <a:lnTo>
                    <a:pt x="7847" y="1465"/>
                  </a:lnTo>
                  <a:lnTo>
                    <a:pt x="7826" y="1549"/>
                  </a:lnTo>
                  <a:lnTo>
                    <a:pt x="7763" y="1632"/>
                  </a:lnTo>
                  <a:lnTo>
                    <a:pt x="7721" y="1528"/>
                  </a:lnTo>
                  <a:lnTo>
                    <a:pt x="7617" y="1528"/>
                  </a:lnTo>
                  <a:lnTo>
                    <a:pt x="7512" y="1570"/>
                  </a:lnTo>
                  <a:lnTo>
                    <a:pt x="7512" y="1653"/>
                  </a:lnTo>
                  <a:lnTo>
                    <a:pt x="7449" y="1695"/>
                  </a:lnTo>
                  <a:lnTo>
                    <a:pt x="7345" y="1653"/>
                  </a:lnTo>
                  <a:lnTo>
                    <a:pt x="7219" y="1653"/>
                  </a:lnTo>
                  <a:lnTo>
                    <a:pt x="7198" y="1612"/>
                  </a:lnTo>
                  <a:lnTo>
                    <a:pt x="7115" y="1612"/>
                  </a:lnTo>
                  <a:lnTo>
                    <a:pt x="7031" y="1653"/>
                  </a:lnTo>
                  <a:lnTo>
                    <a:pt x="6926" y="1674"/>
                  </a:lnTo>
                  <a:lnTo>
                    <a:pt x="6884" y="1695"/>
                  </a:lnTo>
                  <a:lnTo>
                    <a:pt x="6926" y="1842"/>
                  </a:lnTo>
                  <a:lnTo>
                    <a:pt x="6884" y="1925"/>
                  </a:lnTo>
                  <a:lnTo>
                    <a:pt x="6989" y="1946"/>
                  </a:lnTo>
                  <a:lnTo>
                    <a:pt x="7136" y="1925"/>
                  </a:lnTo>
                  <a:lnTo>
                    <a:pt x="7198" y="2051"/>
                  </a:lnTo>
                  <a:lnTo>
                    <a:pt x="7031" y="2051"/>
                  </a:lnTo>
                  <a:lnTo>
                    <a:pt x="6989" y="2093"/>
                  </a:lnTo>
                  <a:lnTo>
                    <a:pt x="6989" y="2156"/>
                  </a:lnTo>
                  <a:lnTo>
                    <a:pt x="7136" y="2176"/>
                  </a:lnTo>
                  <a:lnTo>
                    <a:pt x="7240" y="2197"/>
                  </a:lnTo>
                  <a:lnTo>
                    <a:pt x="7324" y="2156"/>
                  </a:lnTo>
                  <a:lnTo>
                    <a:pt x="7408" y="2156"/>
                  </a:lnTo>
                  <a:lnTo>
                    <a:pt x="7512" y="2260"/>
                  </a:lnTo>
                  <a:lnTo>
                    <a:pt x="7617" y="2281"/>
                  </a:lnTo>
                  <a:lnTo>
                    <a:pt x="7617" y="2386"/>
                  </a:lnTo>
                  <a:lnTo>
                    <a:pt x="7554" y="2449"/>
                  </a:lnTo>
                  <a:lnTo>
                    <a:pt x="7449" y="2407"/>
                  </a:lnTo>
                  <a:lnTo>
                    <a:pt x="7219" y="2449"/>
                  </a:lnTo>
                  <a:lnTo>
                    <a:pt x="7094" y="2553"/>
                  </a:lnTo>
                  <a:lnTo>
                    <a:pt x="6947" y="2741"/>
                  </a:lnTo>
                  <a:lnTo>
                    <a:pt x="6947" y="2867"/>
                  </a:lnTo>
                  <a:lnTo>
                    <a:pt x="7031" y="2888"/>
                  </a:lnTo>
                  <a:lnTo>
                    <a:pt x="7052" y="3013"/>
                  </a:lnTo>
                  <a:lnTo>
                    <a:pt x="6989" y="3118"/>
                  </a:lnTo>
                  <a:lnTo>
                    <a:pt x="6947" y="3244"/>
                  </a:lnTo>
                  <a:lnTo>
                    <a:pt x="6843" y="3244"/>
                  </a:lnTo>
                  <a:lnTo>
                    <a:pt x="6843" y="3306"/>
                  </a:lnTo>
                  <a:lnTo>
                    <a:pt x="6884" y="3390"/>
                  </a:lnTo>
                  <a:lnTo>
                    <a:pt x="6884" y="3453"/>
                  </a:lnTo>
                  <a:lnTo>
                    <a:pt x="7031" y="3453"/>
                  </a:lnTo>
                  <a:lnTo>
                    <a:pt x="7115" y="3537"/>
                  </a:lnTo>
                  <a:lnTo>
                    <a:pt x="7240" y="3557"/>
                  </a:lnTo>
                  <a:lnTo>
                    <a:pt x="7240" y="3620"/>
                  </a:lnTo>
                  <a:lnTo>
                    <a:pt x="7366" y="3704"/>
                  </a:lnTo>
                  <a:lnTo>
                    <a:pt x="7533" y="3725"/>
                  </a:lnTo>
                  <a:lnTo>
                    <a:pt x="7575" y="3746"/>
                  </a:lnTo>
                  <a:lnTo>
                    <a:pt x="7617" y="4227"/>
                  </a:lnTo>
                  <a:lnTo>
                    <a:pt x="7554" y="4290"/>
                  </a:lnTo>
                  <a:lnTo>
                    <a:pt x="7366" y="4373"/>
                  </a:lnTo>
                  <a:lnTo>
                    <a:pt x="7219" y="4353"/>
                  </a:lnTo>
                  <a:lnTo>
                    <a:pt x="7031" y="4248"/>
                  </a:lnTo>
                  <a:lnTo>
                    <a:pt x="6947" y="4290"/>
                  </a:lnTo>
                  <a:lnTo>
                    <a:pt x="6947" y="4394"/>
                  </a:lnTo>
                  <a:lnTo>
                    <a:pt x="6905" y="4541"/>
                  </a:lnTo>
                  <a:lnTo>
                    <a:pt x="6780" y="4562"/>
                  </a:lnTo>
                  <a:lnTo>
                    <a:pt x="6571" y="4457"/>
                  </a:lnTo>
                  <a:lnTo>
                    <a:pt x="6403" y="4457"/>
                  </a:lnTo>
                  <a:lnTo>
                    <a:pt x="6320" y="4394"/>
                  </a:lnTo>
                  <a:lnTo>
                    <a:pt x="6278" y="4436"/>
                  </a:lnTo>
                  <a:lnTo>
                    <a:pt x="6173" y="4394"/>
                  </a:lnTo>
                  <a:lnTo>
                    <a:pt x="6048" y="4269"/>
                  </a:lnTo>
                  <a:lnTo>
                    <a:pt x="6152" y="4227"/>
                  </a:lnTo>
                  <a:lnTo>
                    <a:pt x="6173" y="4143"/>
                  </a:lnTo>
                  <a:lnTo>
                    <a:pt x="6089" y="4122"/>
                  </a:lnTo>
                  <a:lnTo>
                    <a:pt x="5964" y="4039"/>
                  </a:lnTo>
                  <a:lnTo>
                    <a:pt x="5880" y="4122"/>
                  </a:lnTo>
                  <a:lnTo>
                    <a:pt x="5755" y="4081"/>
                  </a:lnTo>
                  <a:lnTo>
                    <a:pt x="5671" y="4122"/>
                  </a:lnTo>
                  <a:lnTo>
                    <a:pt x="5692" y="4269"/>
                  </a:lnTo>
                  <a:lnTo>
                    <a:pt x="5545" y="4290"/>
                  </a:lnTo>
                  <a:lnTo>
                    <a:pt x="5483" y="4227"/>
                  </a:lnTo>
                  <a:lnTo>
                    <a:pt x="5336" y="4060"/>
                  </a:lnTo>
                  <a:lnTo>
                    <a:pt x="5211" y="4081"/>
                  </a:lnTo>
                  <a:lnTo>
                    <a:pt x="5148" y="4185"/>
                  </a:lnTo>
                  <a:lnTo>
                    <a:pt x="5064" y="4081"/>
                  </a:lnTo>
                  <a:lnTo>
                    <a:pt x="5001" y="4122"/>
                  </a:lnTo>
                  <a:lnTo>
                    <a:pt x="5001" y="4248"/>
                  </a:lnTo>
                  <a:lnTo>
                    <a:pt x="4855" y="4248"/>
                  </a:lnTo>
                  <a:lnTo>
                    <a:pt x="4834" y="4457"/>
                  </a:lnTo>
                  <a:lnTo>
                    <a:pt x="4708" y="4562"/>
                  </a:lnTo>
                  <a:lnTo>
                    <a:pt x="4625" y="4541"/>
                  </a:lnTo>
                  <a:lnTo>
                    <a:pt x="4541" y="4436"/>
                  </a:lnTo>
                  <a:lnTo>
                    <a:pt x="4332" y="4394"/>
                  </a:lnTo>
                  <a:lnTo>
                    <a:pt x="4269" y="4269"/>
                  </a:lnTo>
                  <a:lnTo>
                    <a:pt x="4123" y="4353"/>
                  </a:lnTo>
                  <a:lnTo>
                    <a:pt x="4164" y="4478"/>
                  </a:lnTo>
                  <a:lnTo>
                    <a:pt x="4081" y="4604"/>
                  </a:lnTo>
                  <a:lnTo>
                    <a:pt x="3997" y="4583"/>
                  </a:lnTo>
                  <a:lnTo>
                    <a:pt x="3997" y="4457"/>
                  </a:lnTo>
                  <a:lnTo>
                    <a:pt x="3955" y="4373"/>
                  </a:lnTo>
                  <a:lnTo>
                    <a:pt x="3871" y="4373"/>
                  </a:lnTo>
                  <a:lnTo>
                    <a:pt x="3704" y="4248"/>
                  </a:lnTo>
                  <a:lnTo>
                    <a:pt x="3599" y="4122"/>
                  </a:lnTo>
                  <a:lnTo>
                    <a:pt x="3474" y="4122"/>
                  </a:lnTo>
                  <a:lnTo>
                    <a:pt x="3369" y="3976"/>
                  </a:lnTo>
                  <a:lnTo>
                    <a:pt x="3286" y="3955"/>
                  </a:lnTo>
                  <a:lnTo>
                    <a:pt x="3244" y="3871"/>
                  </a:lnTo>
                  <a:lnTo>
                    <a:pt x="3160" y="3871"/>
                  </a:lnTo>
                  <a:lnTo>
                    <a:pt x="2951" y="3955"/>
                  </a:lnTo>
                  <a:lnTo>
                    <a:pt x="2825" y="3850"/>
                  </a:lnTo>
                  <a:lnTo>
                    <a:pt x="2742" y="3704"/>
                  </a:lnTo>
                  <a:lnTo>
                    <a:pt x="2637" y="3704"/>
                  </a:lnTo>
                  <a:lnTo>
                    <a:pt x="2532" y="3809"/>
                  </a:lnTo>
                  <a:lnTo>
                    <a:pt x="2407" y="3809"/>
                  </a:lnTo>
                  <a:lnTo>
                    <a:pt x="2407" y="3871"/>
                  </a:lnTo>
                  <a:lnTo>
                    <a:pt x="2323" y="3955"/>
                  </a:lnTo>
                  <a:lnTo>
                    <a:pt x="2323" y="3850"/>
                  </a:lnTo>
                  <a:lnTo>
                    <a:pt x="2239" y="3913"/>
                  </a:lnTo>
                  <a:lnTo>
                    <a:pt x="2218" y="3976"/>
                  </a:lnTo>
                  <a:lnTo>
                    <a:pt x="2114" y="4060"/>
                  </a:lnTo>
                  <a:lnTo>
                    <a:pt x="2030" y="3976"/>
                  </a:lnTo>
                  <a:lnTo>
                    <a:pt x="2114" y="3913"/>
                  </a:lnTo>
                  <a:lnTo>
                    <a:pt x="2135" y="3829"/>
                  </a:lnTo>
                  <a:lnTo>
                    <a:pt x="2009" y="3767"/>
                  </a:lnTo>
                  <a:lnTo>
                    <a:pt x="1821" y="3662"/>
                  </a:lnTo>
                  <a:lnTo>
                    <a:pt x="1800" y="3746"/>
                  </a:lnTo>
                  <a:lnTo>
                    <a:pt x="1821" y="3850"/>
                  </a:lnTo>
                  <a:lnTo>
                    <a:pt x="1821" y="3955"/>
                  </a:lnTo>
                  <a:lnTo>
                    <a:pt x="1695" y="3913"/>
                  </a:lnTo>
                  <a:lnTo>
                    <a:pt x="1612" y="3976"/>
                  </a:lnTo>
                  <a:lnTo>
                    <a:pt x="1570" y="4143"/>
                  </a:lnTo>
                  <a:lnTo>
                    <a:pt x="1486" y="4143"/>
                  </a:lnTo>
                  <a:lnTo>
                    <a:pt x="1298" y="4248"/>
                  </a:lnTo>
                  <a:lnTo>
                    <a:pt x="1277" y="4373"/>
                  </a:lnTo>
                  <a:lnTo>
                    <a:pt x="1361" y="4478"/>
                  </a:lnTo>
                  <a:lnTo>
                    <a:pt x="1361" y="4604"/>
                  </a:lnTo>
                  <a:lnTo>
                    <a:pt x="1172" y="4604"/>
                  </a:lnTo>
                  <a:lnTo>
                    <a:pt x="984" y="4645"/>
                  </a:lnTo>
                  <a:lnTo>
                    <a:pt x="1130" y="5106"/>
                  </a:lnTo>
                  <a:lnTo>
                    <a:pt x="1047" y="5169"/>
                  </a:lnTo>
                  <a:lnTo>
                    <a:pt x="1068" y="5336"/>
                  </a:lnTo>
                  <a:lnTo>
                    <a:pt x="879" y="5336"/>
                  </a:lnTo>
                  <a:lnTo>
                    <a:pt x="733" y="5231"/>
                  </a:lnTo>
                  <a:lnTo>
                    <a:pt x="670" y="5127"/>
                  </a:lnTo>
                  <a:lnTo>
                    <a:pt x="356" y="4876"/>
                  </a:lnTo>
                  <a:lnTo>
                    <a:pt x="294" y="4980"/>
                  </a:lnTo>
                  <a:lnTo>
                    <a:pt x="294" y="5106"/>
                  </a:lnTo>
                  <a:lnTo>
                    <a:pt x="126" y="5315"/>
                  </a:lnTo>
                  <a:lnTo>
                    <a:pt x="22" y="5378"/>
                  </a:lnTo>
                  <a:lnTo>
                    <a:pt x="42" y="5629"/>
                  </a:lnTo>
                  <a:lnTo>
                    <a:pt x="126" y="5734"/>
                  </a:lnTo>
                  <a:lnTo>
                    <a:pt x="105" y="6068"/>
                  </a:lnTo>
                  <a:lnTo>
                    <a:pt x="1" y="6278"/>
                  </a:lnTo>
                  <a:lnTo>
                    <a:pt x="231" y="6382"/>
                  </a:lnTo>
                  <a:lnTo>
                    <a:pt x="335" y="6550"/>
                  </a:lnTo>
                  <a:lnTo>
                    <a:pt x="314" y="6633"/>
                  </a:lnTo>
                  <a:lnTo>
                    <a:pt x="503" y="6780"/>
                  </a:lnTo>
                  <a:lnTo>
                    <a:pt x="545" y="6696"/>
                  </a:lnTo>
                  <a:lnTo>
                    <a:pt x="921" y="6801"/>
                  </a:lnTo>
                  <a:lnTo>
                    <a:pt x="1172" y="7052"/>
                  </a:lnTo>
                  <a:lnTo>
                    <a:pt x="1402" y="7428"/>
                  </a:lnTo>
                  <a:lnTo>
                    <a:pt x="1172" y="7428"/>
                  </a:lnTo>
                  <a:lnTo>
                    <a:pt x="1172" y="7533"/>
                  </a:lnTo>
                  <a:lnTo>
                    <a:pt x="1382" y="7679"/>
                  </a:lnTo>
                  <a:lnTo>
                    <a:pt x="1549" y="7617"/>
                  </a:lnTo>
                  <a:lnTo>
                    <a:pt x="1674" y="7721"/>
                  </a:lnTo>
                  <a:lnTo>
                    <a:pt x="1716" y="7721"/>
                  </a:lnTo>
                  <a:lnTo>
                    <a:pt x="1758" y="7784"/>
                  </a:lnTo>
                  <a:lnTo>
                    <a:pt x="1821" y="7784"/>
                  </a:lnTo>
                  <a:lnTo>
                    <a:pt x="1863" y="7721"/>
                  </a:lnTo>
                  <a:lnTo>
                    <a:pt x="1905" y="7721"/>
                  </a:lnTo>
                  <a:lnTo>
                    <a:pt x="1967" y="7784"/>
                  </a:lnTo>
                  <a:lnTo>
                    <a:pt x="2009" y="7721"/>
                  </a:lnTo>
                  <a:lnTo>
                    <a:pt x="2009" y="7638"/>
                  </a:lnTo>
                  <a:lnTo>
                    <a:pt x="2072" y="7679"/>
                  </a:lnTo>
                  <a:lnTo>
                    <a:pt x="2177" y="7596"/>
                  </a:lnTo>
                  <a:lnTo>
                    <a:pt x="2218" y="7512"/>
                  </a:lnTo>
                  <a:lnTo>
                    <a:pt x="2281" y="7512"/>
                  </a:lnTo>
                  <a:lnTo>
                    <a:pt x="2344" y="7428"/>
                  </a:lnTo>
                  <a:lnTo>
                    <a:pt x="2407" y="7428"/>
                  </a:lnTo>
                  <a:lnTo>
                    <a:pt x="2428" y="7470"/>
                  </a:lnTo>
                  <a:lnTo>
                    <a:pt x="2491" y="7428"/>
                  </a:lnTo>
                  <a:lnTo>
                    <a:pt x="2511" y="7366"/>
                  </a:lnTo>
                  <a:lnTo>
                    <a:pt x="2595" y="7282"/>
                  </a:lnTo>
                  <a:lnTo>
                    <a:pt x="2721" y="7282"/>
                  </a:lnTo>
                  <a:lnTo>
                    <a:pt x="2763" y="7303"/>
                  </a:lnTo>
                  <a:lnTo>
                    <a:pt x="2846" y="7303"/>
                  </a:lnTo>
                  <a:lnTo>
                    <a:pt x="2909" y="7282"/>
                  </a:lnTo>
                  <a:lnTo>
                    <a:pt x="2930" y="7303"/>
                  </a:lnTo>
                  <a:lnTo>
                    <a:pt x="2930" y="7386"/>
                  </a:lnTo>
                  <a:lnTo>
                    <a:pt x="2972" y="7470"/>
                  </a:lnTo>
                  <a:lnTo>
                    <a:pt x="3014" y="7407"/>
                  </a:lnTo>
                  <a:lnTo>
                    <a:pt x="3076" y="7407"/>
                  </a:lnTo>
                  <a:lnTo>
                    <a:pt x="3076" y="7470"/>
                  </a:lnTo>
                  <a:lnTo>
                    <a:pt x="3160" y="7491"/>
                  </a:lnTo>
                  <a:lnTo>
                    <a:pt x="3223" y="7470"/>
                  </a:lnTo>
                  <a:lnTo>
                    <a:pt x="3244" y="7407"/>
                  </a:lnTo>
                  <a:lnTo>
                    <a:pt x="3286" y="7386"/>
                  </a:lnTo>
                  <a:lnTo>
                    <a:pt x="3286" y="7324"/>
                  </a:lnTo>
                  <a:lnTo>
                    <a:pt x="3369" y="7303"/>
                  </a:lnTo>
                  <a:lnTo>
                    <a:pt x="3453" y="7324"/>
                  </a:lnTo>
                  <a:lnTo>
                    <a:pt x="3662" y="7324"/>
                  </a:lnTo>
                  <a:lnTo>
                    <a:pt x="3662" y="7386"/>
                  </a:lnTo>
                  <a:lnTo>
                    <a:pt x="3704" y="7470"/>
                  </a:lnTo>
                  <a:lnTo>
                    <a:pt x="3788" y="7491"/>
                  </a:lnTo>
                  <a:lnTo>
                    <a:pt x="3788" y="7512"/>
                  </a:lnTo>
                  <a:lnTo>
                    <a:pt x="3746" y="7596"/>
                  </a:lnTo>
                  <a:lnTo>
                    <a:pt x="3767" y="7638"/>
                  </a:lnTo>
                  <a:lnTo>
                    <a:pt x="3871" y="7742"/>
                  </a:lnTo>
                  <a:lnTo>
                    <a:pt x="3851" y="7826"/>
                  </a:lnTo>
                  <a:lnTo>
                    <a:pt x="3788" y="7951"/>
                  </a:lnTo>
                  <a:lnTo>
                    <a:pt x="3809" y="8014"/>
                  </a:lnTo>
                  <a:lnTo>
                    <a:pt x="3851" y="8056"/>
                  </a:lnTo>
                  <a:lnTo>
                    <a:pt x="3871" y="8098"/>
                  </a:lnTo>
                  <a:lnTo>
                    <a:pt x="3851" y="8140"/>
                  </a:lnTo>
                  <a:lnTo>
                    <a:pt x="3767" y="8161"/>
                  </a:lnTo>
                  <a:lnTo>
                    <a:pt x="3746" y="8307"/>
                  </a:lnTo>
                  <a:lnTo>
                    <a:pt x="3809" y="8454"/>
                  </a:lnTo>
                  <a:lnTo>
                    <a:pt x="3913" y="8475"/>
                  </a:lnTo>
                  <a:lnTo>
                    <a:pt x="3997" y="8516"/>
                  </a:lnTo>
                  <a:lnTo>
                    <a:pt x="3997" y="8558"/>
                  </a:lnTo>
                  <a:lnTo>
                    <a:pt x="3871" y="8621"/>
                  </a:lnTo>
                  <a:lnTo>
                    <a:pt x="3788" y="8621"/>
                  </a:lnTo>
                  <a:lnTo>
                    <a:pt x="3683" y="8516"/>
                  </a:lnTo>
                  <a:lnTo>
                    <a:pt x="3599" y="8516"/>
                  </a:lnTo>
                  <a:lnTo>
                    <a:pt x="3558" y="8558"/>
                  </a:lnTo>
                  <a:lnTo>
                    <a:pt x="3495" y="8516"/>
                  </a:lnTo>
                  <a:lnTo>
                    <a:pt x="3432" y="8516"/>
                  </a:lnTo>
                  <a:lnTo>
                    <a:pt x="3286" y="8558"/>
                  </a:lnTo>
                  <a:lnTo>
                    <a:pt x="3223" y="8516"/>
                  </a:lnTo>
                  <a:lnTo>
                    <a:pt x="3118" y="8537"/>
                  </a:lnTo>
                  <a:lnTo>
                    <a:pt x="2972" y="8579"/>
                  </a:lnTo>
                  <a:lnTo>
                    <a:pt x="2930" y="8663"/>
                  </a:lnTo>
                  <a:lnTo>
                    <a:pt x="2930" y="8726"/>
                  </a:lnTo>
                  <a:lnTo>
                    <a:pt x="2930" y="8788"/>
                  </a:lnTo>
                  <a:lnTo>
                    <a:pt x="2867" y="8830"/>
                  </a:lnTo>
                  <a:lnTo>
                    <a:pt x="2867" y="8893"/>
                  </a:lnTo>
                  <a:lnTo>
                    <a:pt x="3014" y="9039"/>
                  </a:lnTo>
                  <a:lnTo>
                    <a:pt x="3014" y="9102"/>
                  </a:lnTo>
                  <a:lnTo>
                    <a:pt x="3035" y="9144"/>
                  </a:lnTo>
                  <a:lnTo>
                    <a:pt x="3139" y="9102"/>
                  </a:lnTo>
                  <a:lnTo>
                    <a:pt x="3160" y="9186"/>
                  </a:lnTo>
                  <a:lnTo>
                    <a:pt x="3139" y="9207"/>
                  </a:lnTo>
                  <a:lnTo>
                    <a:pt x="3055" y="9165"/>
                  </a:lnTo>
                  <a:lnTo>
                    <a:pt x="3014" y="9186"/>
                  </a:lnTo>
                  <a:lnTo>
                    <a:pt x="2930" y="9249"/>
                  </a:lnTo>
                  <a:lnTo>
                    <a:pt x="2867" y="9207"/>
                  </a:lnTo>
                  <a:lnTo>
                    <a:pt x="2825" y="9207"/>
                  </a:lnTo>
                  <a:lnTo>
                    <a:pt x="2763" y="9186"/>
                  </a:lnTo>
                  <a:lnTo>
                    <a:pt x="2616" y="9207"/>
                  </a:lnTo>
                  <a:lnTo>
                    <a:pt x="2532" y="9186"/>
                  </a:lnTo>
                  <a:lnTo>
                    <a:pt x="2491" y="9249"/>
                  </a:lnTo>
                  <a:lnTo>
                    <a:pt x="2491" y="9291"/>
                  </a:lnTo>
                  <a:lnTo>
                    <a:pt x="2553" y="9395"/>
                  </a:lnTo>
                  <a:lnTo>
                    <a:pt x="2637" y="9395"/>
                  </a:lnTo>
                  <a:lnTo>
                    <a:pt x="2742" y="9416"/>
                  </a:lnTo>
                  <a:lnTo>
                    <a:pt x="2804" y="9521"/>
                  </a:lnTo>
                  <a:lnTo>
                    <a:pt x="2846" y="9563"/>
                  </a:lnTo>
                  <a:lnTo>
                    <a:pt x="2909" y="9688"/>
                  </a:lnTo>
                  <a:lnTo>
                    <a:pt x="2951" y="9709"/>
                  </a:lnTo>
                  <a:lnTo>
                    <a:pt x="2972" y="9772"/>
                  </a:lnTo>
                  <a:lnTo>
                    <a:pt x="3139" y="9939"/>
                  </a:lnTo>
                  <a:lnTo>
                    <a:pt x="3139" y="10086"/>
                  </a:lnTo>
                  <a:lnTo>
                    <a:pt x="3139" y="10211"/>
                  </a:lnTo>
                  <a:lnTo>
                    <a:pt x="3181" y="10211"/>
                  </a:lnTo>
                  <a:lnTo>
                    <a:pt x="3286" y="10190"/>
                  </a:lnTo>
                  <a:lnTo>
                    <a:pt x="3327" y="10190"/>
                  </a:lnTo>
                  <a:lnTo>
                    <a:pt x="3369" y="10211"/>
                  </a:lnTo>
                  <a:lnTo>
                    <a:pt x="3432" y="10295"/>
                  </a:lnTo>
                  <a:lnTo>
                    <a:pt x="3474" y="10337"/>
                  </a:lnTo>
                  <a:lnTo>
                    <a:pt x="3537" y="10441"/>
                  </a:lnTo>
                  <a:lnTo>
                    <a:pt x="3579" y="10441"/>
                  </a:lnTo>
                  <a:lnTo>
                    <a:pt x="3662" y="10420"/>
                  </a:lnTo>
                  <a:lnTo>
                    <a:pt x="3767" y="10441"/>
                  </a:lnTo>
                  <a:lnTo>
                    <a:pt x="3871" y="10462"/>
                  </a:lnTo>
                  <a:lnTo>
                    <a:pt x="3976" y="10462"/>
                  </a:lnTo>
                  <a:lnTo>
                    <a:pt x="4018" y="10504"/>
                  </a:lnTo>
                  <a:lnTo>
                    <a:pt x="3997" y="10546"/>
                  </a:lnTo>
                  <a:lnTo>
                    <a:pt x="3997" y="10609"/>
                  </a:lnTo>
                  <a:lnTo>
                    <a:pt x="3997" y="10755"/>
                  </a:lnTo>
                  <a:lnTo>
                    <a:pt x="3913" y="10923"/>
                  </a:lnTo>
                  <a:lnTo>
                    <a:pt x="3955" y="11048"/>
                  </a:lnTo>
                  <a:lnTo>
                    <a:pt x="3976" y="11195"/>
                  </a:lnTo>
                  <a:lnTo>
                    <a:pt x="4311" y="10881"/>
                  </a:lnTo>
                  <a:lnTo>
                    <a:pt x="4604" y="10776"/>
                  </a:lnTo>
                  <a:lnTo>
                    <a:pt x="4959" y="10839"/>
                  </a:lnTo>
                  <a:lnTo>
                    <a:pt x="5378" y="11069"/>
                  </a:lnTo>
                  <a:lnTo>
                    <a:pt x="5755" y="11508"/>
                  </a:lnTo>
                  <a:lnTo>
                    <a:pt x="5985" y="11467"/>
                  </a:lnTo>
                  <a:lnTo>
                    <a:pt x="6068" y="11446"/>
                  </a:lnTo>
                  <a:lnTo>
                    <a:pt x="5629" y="8726"/>
                  </a:lnTo>
                  <a:lnTo>
                    <a:pt x="7136" y="8433"/>
                  </a:lnTo>
                  <a:lnTo>
                    <a:pt x="8056" y="9060"/>
                  </a:lnTo>
                  <a:lnTo>
                    <a:pt x="8391" y="9186"/>
                  </a:lnTo>
                  <a:lnTo>
                    <a:pt x="8893" y="9479"/>
                  </a:lnTo>
                  <a:lnTo>
                    <a:pt x="9751" y="9395"/>
                  </a:lnTo>
                  <a:lnTo>
                    <a:pt x="10693" y="9395"/>
                  </a:lnTo>
                  <a:lnTo>
                    <a:pt x="10985" y="9604"/>
                  </a:lnTo>
                  <a:lnTo>
                    <a:pt x="11132" y="9981"/>
                  </a:lnTo>
                  <a:lnTo>
                    <a:pt x="11320" y="9897"/>
                  </a:lnTo>
                  <a:lnTo>
                    <a:pt x="11341" y="10713"/>
                  </a:lnTo>
                  <a:lnTo>
                    <a:pt x="11760" y="10755"/>
                  </a:lnTo>
                  <a:lnTo>
                    <a:pt x="11990" y="11446"/>
                  </a:lnTo>
                  <a:lnTo>
                    <a:pt x="12115" y="11446"/>
                  </a:lnTo>
                  <a:lnTo>
                    <a:pt x="12366" y="11299"/>
                  </a:lnTo>
                  <a:lnTo>
                    <a:pt x="12555" y="11278"/>
                  </a:lnTo>
                  <a:lnTo>
                    <a:pt x="12743" y="11299"/>
                  </a:lnTo>
                  <a:lnTo>
                    <a:pt x="12994" y="11446"/>
                  </a:lnTo>
                  <a:lnTo>
                    <a:pt x="13078" y="11467"/>
                  </a:lnTo>
                  <a:lnTo>
                    <a:pt x="13287" y="11257"/>
                  </a:lnTo>
                  <a:lnTo>
                    <a:pt x="13413" y="11048"/>
                  </a:lnTo>
                  <a:lnTo>
                    <a:pt x="13475" y="10964"/>
                  </a:lnTo>
                  <a:lnTo>
                    <a:pt x="13538" y="10818"/>
                  </a:lnTo>
                  <a:lnTo>
                    <a:pt x="13789" y="10525"/>
                  </a:lnTo>
                  <a:lnTo>
                    <a:pt x="13894" y="10504"/>
                  </a:lnTo>
                  <a:lnTo>
                    <a:pt x="13998" y="10337"/>
                  </a:lnTo>
                  <a:lnTo>
                    <a:pt x="14040" y="10337"/>
                  </a:lnTo>
                  <a:lnTo>
                    <a:pt x="14040" y="10295"/>
                  </a:lnTo>
                  <a:lnTo>
                    <a:pt x="14166" y="10211"/>
                  </a:lnTo>
                  <a:lnTo>
                    <a:pt x="14145" y="10148"/>
                  </a:lnTo>
                  <a:lnTo>
                    <a:pt x="14250" y="10023"/>
                  </a:lnTo>
                  <a:lnTo>
                    <a:pt x="14438" y="10044"/>
                  </a:lnTo>
                  <a:lnTo>
                    <a:pt x="14543" y="10107"/>
                  </a:lnTo>
                  <a:lnTo>
                    <a:pt x="14961" y="10148"/>
                  </a:lnTo>
                  <a:lnTo>
                    <a:pt x="15317" y="10148"/>
                  </a:lnTo>
                  <a:lnTo>
                    <a:pt x="15505" y="10107"/>
                  </a:lnTo>
                  <a:lnTo>
                    <a:pt x="15484" y="9981"/>
                  </a:lnTo>
                  <a:lnTo>
                    <a:pt x="15463" y="9835"/>
                  </a:lnTo>
                  <a:lnTo>
                    <a:pt x="15463" y="9709"/>
                  </a:lnTo>
                  <a:lnTo>
                    <a:pt x="15505" y="9667"/>
                  </a:lnTo>
                  <a:lnTo>
                    <a:pt x="15610" y="9688"/>
                  </a:lnTo>
                  <a:lnTo>
                    <a:pt x="15777" y="9709"/>
                  </a:lnTo>
                  <a:lnTo>
                    <a:pt x="15819" y="9667"/>
                  </a:lnTo>
                  <a:lnTo>
                    <a:pt x="16007" y="9667"/>
                  </a:lnTo>
                  <a:lnTo>
                    <a:pt x="16133" y="9730"/>
                  </a:lnTo>
                  <a:lnTo>
                    <a:pt x="16342" y="9793"/>
                  </a:lnTo>
                  <a:lnTo>
                    <a:pt x="16677" y="9835"/>
                  </a:lnTo>
                  <a:lnTo>
                    <a:pt x="16781" y="9793"/>
                  </a:lnTo>
                  <a:lnTo>
                    <a:pt x="16886" y="9709"/>
                  </a:lnTo>
                  <a:lnTo>
                    <a:pt x="17032" y="9730"/>
                  </a:lnTo>
                  <a:lnTo>
                    <a:pt x="17158" y="9730"/>
                  </a:lnTo>
                  <a:lnTo>
                    <a:pt x="17451" y="9667"/>
                  </a:lnTo>
                  <a:lnTo>
                    <a:pt x="17723" y="9730"/>
                  </a:lnTo>
                  <a:lnTo>
                    <a:pt x="17911" y="9688"/>
                  </a:lnTo>
                  <a:lnTo>
                    <a:pt x="18246" y="9688"/>
                  </a:lnTo>
                  <a:lnTo>
                    <a:pt x="18497" y="9793"/>
                  </a:lnTo>
                  <a:lnTo>
                    <a:pt x="18602" y="9772"/>
                  </a:lnTo>
                  <a:lnTo>
                    <a:pt x="18853" y="10044"/>
                  </a:lnTo>
                  <a:lnTo>
                    <a:pt x="19083" y="10107"/>
                  </a:lnTo>
                  <a:lnTo>
                    <a:pt x="19229" y="10044"/>
                  </a:lnTo>
                  <a:lnTo>
                    <a:pt x="19188" y="9897"/>
                  </a:lnTo>
                  <a:lnTo>
                    <a:pt x="19313" y="9814"/>
                  </a:lnTo>
                  <a:lnTo>
                    <a:pt x="19313" y="9772"/>
                  </a:lnTo>
                  <a:lnTo>
                    <a:pt x="19376" y="9730"/>
                  </a:lnTo>
                  <a:lnTo>
                    <a:pt x="19271" y="9625"/>
                  </a:lnTo>
                  <a:lnTo>
                    <a:pt x="19313" y="9521"/>
                  </a:lnTo>
                  <a:lnTo>
                    <a:pt x="19397" y="9458"/>
                  </a:lnTo>
                  <a:lnTo>
                    <a:pt x="19355" y="9207"/>
                  </a:lnTo>
                  <a:lnTo>
                    <a:pt x="19229" y="9144"/>
                  </a:lnTo>
                  <a:lnTo>
                    <a:pt x="19188" y="9039"/>
                  </a:lnTo>
                  <a:lnTo>
                    <a:pt x="19083" y="8851"/>
                  </a:lnTo>
                  <a:lnTo>
                    <a:pt x="19062" y="8747"/>
                  </a:lnTo>
                  <a:lnTo>
                    <a:pt x="19020" y="8663"/>
                  </a:lnTo>
                  <a:lnTo>
                    <a:pt x="19020" y="8579"/>
                  </a:lnTo>
                  <a:lnTo>
                    <a:pt x="18957" y="8412"/>
                  </a:lnTo>
                  <a:lnTo>
                    <a:pt x="19041" y="8328"/>
                  </a:lnTo>
                  <a:lnTo>
                    <a:pt x="19041" y="8265"/>
                  </a:lnTo>
                  <a:lnTo>
                    <a:pt x="18916" y="8244"/>
                  </a:lnTo>
                  <a:lnTo>
                    <a:pt x="18748" y="8265"/>
                  </a:lnTo>
                  <a:lnTo>
                    <a:pt x="18644" y="8202"/>
                  </a:lnTo>
                  <a:lnTo>
                    <a:pt x="18644" y="8119"/>
                  </a:lnTo>
                  <a:lnTo>
                    <a:pt x="18748" y="8014"/>
                  </a:lnTo>
                  <a:lnTo>
                    <a:pt x="18853" y="7951"/>
                  </a:lnTo>
                  <a:lnTo>
                    <a:pt x="18916" y="8014"/>
                  </a:lnTo>
                  <a:lnTo>
                    <a:pt x="19020" y="8014"/>
                  </a:lnTo>
                  <a:lnTo>
                    <a:pt x="19167" y="7930"/>
                  </a:lnTo>
                  <a:lnTo>
                    <a:pt x="19439" y="7889"/>
                  </a:lnTo>
                  <a:lnTo>
                    <a:pt x="19564" y="7847"/>
                  </a:lnTo>
                  <a:lnTo>
                    <a:pt x="19648" y="7826"/>
                  </a:lnTo>
                  <a:lnTo>
                    <a:pt x="19711" y="7889"/>
                  </a:lnTo>
                  <a:lnTo>
                    <a:pt x="19794" y="7889"/>
                  </a:lnTo>
                  <a:lnTo>
                    <a:pt x="19878" y="7826"/>
                  </a:lnTo>
                  <a:lnTo>
                    <a:pt x="19962" y="7826"/>
                  </a:lnTo>
                  <a:lnTo>
                    <a:pt x="19962" y="7742"/>
                  </a:lnTo>
                  <a:lnTo>
                    <a:pt x="20004" y="7617"/>
                  </a:lnTo>
                  <a:lnTo>
                    <a:pt x="19878" y="7575"/>
                  </a:lnTo>
                  <a:lnTo>
                    <a:pt x="19815" y="7512"/>
                  </a:lnTo>
                  <a:lnTo>
                    <a:pt x="19836" y="7428"/>
                  </a:lnTo>
                  <a:lnTo>
                    <a:pt x="19836" y="7177"/>
                  </a:lnTo>
                  <a:lnTo>
                    <a:pt x="19899" y="6842"/>
                  </a:lnTo>
                  <a:lnTo>
                    <a:pt x="19899" y="6696"/>
                  </a:lnTo>
                  <a:lnTo>
                    <a:pt x="19962" y="6550"/>
                  </a:lnTo>
                  <a:lnTo>
                    <a:pt x="20004" y="6278"/>
                  </a:lnTo>
                  <a:lnTo>
                    <a:pt x="20213" y="6278"/>
                  </a:lnTo>
                  <a:lnTo>
                    <a:pt x="20422" y="6361"/>
                  </a:lnTo>
                  <a:lnTo>
                    <a:pt x="20589" y="6382"/>
                  </a:lnTo>
                  <a:lnTo>
                    <a:pt x="20820" y="6340"/>
                  </a:lnTo>
                  <a:lnTo>
                    <a:pt x="20882" y="6340"/>
                  </a:lnTo>
                  <a:lnTo>
                    <a:pt x="20924" y="6424"/>
                  </a:lnTo>
                  <a:lnTo>
                    <a:pt x="21008" y="6424"/>
                  </a:lnTo>
                  <a:lnTo>
                    <a:pt x="21071" y="6382"/>
                  </a:lnTo>
                  <a:lnTo>
                    <a:pt x="21154" y="6278"/>
                  </a:lnTo>
                  <a:lnTo>
                    <a:pt x="21280" y="6236"/>
                  </a:lnTo>
                  <a:lnTo>
                    <a:pt x="21447" y="6068"/>
                  </a:lnTo>
                  <a:lnTo>
                    <a:pt x="21447" y="6006"/>
                  </a:lnTo>
                  <a:lnTo>
                    <a:pt x="21343" y="5838"/>
                  </a:lnTo>
                  <a:lnTo>
                    <a:pt x="21238" y="5608"/>
                  </a:lnTo>
                  <a:lnTo>
                    <a:pt x="21238" y="5378"/>
                  </a:lnTo>
                  <a:lnTo>
                    <a:pt x="21259" y="5231"/>
                  </a:lnTo>
                  <a:lnTo>
                    <a:pt x="21343" y="5169"/>
                  </a:lnTo>
                  <a:lnTo>
                    <a:pt x="21531" y="5106"/>
                  </a:lnTo>
                  <a:lnTo>
                    <a:pt x="21594" y="4980"/>
                  </a:lnTo>
                  <a:lnTo>
                    <a:pt x="21552" y="4917"/>
                  </a:lnTo>
                  <a:lnTo>
                    <a:pt x="21573" y="4813"/>
                  </a:lnTo>
                  <a:lnTo>
                    <a:pt x="21698" y="4666"/>
                  </a:lnTo>
                  <a:lnTo>
                    <a:pt x="21803" y="4604"/>
                  </a:lnTo>
                  <a:lnTo>
                    <a:pt x="21908" y="4499"/>
                  </a:lnTo>
                  <a:lnTo>
                    <a:pt x="21887" y="4478"/>
                  </a:lnTo>
                  <a:lnTo>
                    <a:pt x="21866" y="4457"/>
                  </a:lnTo>
                  <a:lnTo>
                    <a:pt x="21698" y="4394"/>
                  </a:lnTo>
                  <a:lnTo>
                    <a:pt x="21573" y="4269"/>
                  </a:lnTo>
                  <a:lnTo>
                    <a:pt x="21489" y="4269"/>
                  </a:lnTo>
                  <a:lnTo>
                    <a:pt x="21447" y="4164"/>
                  </a:lnTo>
                  <a:lnTo>
                    <a:pt x="21489" y="4039"/>
                  </a:lnTo>
                  <a:lnTo>
                    <a:pt x="21447" y="3976"/>
                  </a:lnTo>
                  <a:lnTo>
                    <a:pt x="21343" y="4060"/>
                  </a:lnTo>
                  <a:lnTo>
                    <a:pt x="21259" y="4164"/>
                  </a:lnTo>
                  <a:lnTo>
                    <a:pt x="21154" y="4185"/>
                  </a:lnTo>
                  <a:lnTo>
                    <a:pt x="20861" y="4227"/>
                  </a:lnTo>
                  <a:lnTo>
                    <a:pt x="20799" y="4269"/>
                  </a:lnTo>
                  <a:lnTo>
                    <a:pt x="20757" y="4332"/>
                  </a:lnTo>
                  <a:lnTo>
                    <a:pt x="20652" y="4269"/>
                  </a:lnTo>
                  <a:lnTo>
                    <a:pt x="20548" y="4227"/>
                  </a:lnTo>
                  <a:lnTo>
                    <a:pt x="20506" y="4227"/>
                  </a:lnTo>
                  <a:lnTo>
                    <a:pt x="20485" y="4185"/>
                  </a:lnTo>
                  <a:lnTo>
                    <a:pt x="20422" y="4143"/>
                  </a:lnTo>
                  <a:lnTo>
                    <a:pt x="20401" y="4060"/>
                  </a:lnTo>
                  <a:lnTo>
                    <a:pt x="20359" y="3976"/>
                  </a:lnTo>
                  <a:lnTo>
                    <a:pt x="20401" y="3934"/>
                  </a:lnTo>
                  <a:lnTo>
                    <a:pt x="20401" y="3850"/>
                  </a:lnTo>
                  <a:lnTo>
                    <a:pt x="20317" y="3809"/>
                  </a:lnTo>
                  <a:lnTo>
                    <a:pt x="20276" y="3809"/>
                  </a:lnTo>
                  <a:lnTo>
                    <a:pt x="20129" y="3725"/>
                  </a:lnTo>
                  <a:lnTo>
                    <a:pt x="20004" y="3704"/>
                  </a:lnTo>
                  <a:lnTo>
                    <a:pt x="19962" y="3704"/>
                  </a:lnTo>
                  <a:lnTo>
                    <a:pt x="19899" y="3557"/>
                  </a:lnTo>
                  <a:lnTo>
                    <a:pt x="19794" y="3390"/>
                  </a:lnTo>
                  <a:lnTo>
                    <a:pt x="19648" y="3244"/>
                  </a:lnTo>
                  <a:lnTo>
                    <a:pt x="19460" y="3223"/>
                  </a:lnTo>
                  <a:lnTo>
                    <a:pt x="19250" y="3223"/>
                  </a:lnTo>
                  <a:lnTo>
                    <a:pt x="19062" y="3244"/>
                  </a:lnTo>
                  <a:lnTo>
                    <a:pt x="19041" y="3306"/>
                  </a:lnTo>
                  <a:lnTo>
                    <a:pt x="19083" y="3348"/>
                  </a:lnTo>
                  <a:lnTo>
                    <a:pt x="19062" y="3411"/>
                  </a:lnTo>
                  <a:lnTo>
                    <a:pt x="18936" y="3453"/>
                  </a:lnTo>
                  <a:lnTo>
                    <a:pt x="18853" y="3432"/>
                  </a:lnTo>
                  <a:lnTo>
                    <a:pt x="18727" y="3495"/>
                  </a:lnTo>
                  <a:lnTo>
                    <a:pt x="18560" y="3411"/>
                  </a:lnTo>
                  <a:lnTo>
                    <a:pt x="18497" y="3432"/>
                  </a:lnTo>
                  <a:lnTo>
                    <a:pt x="18413" y="3495"/>
                  </a:lnTo>
                  <a:lnTo>
                    <a:pt x="18309" y="3495"/>
                  </a:lnTo>
                  <a:lnTo>
                    <a:pt x="18204" y="3411"/>
                  </a:lnTo>
                  <a:lnTo>
                    <a:pt x="18079" y="3348"/>
                  </a:lnTo>
                  <a:lnTo>
                    <a:pt x="18079" y="3285"/>
                  </a:lnTo>
                  <a:lnTo>
                    <a:pt x="18100" y="3202"/>
                  </a:lnTo>
                  <a:lnTo>
                    <a:pt x="17911" y="3118"/>
                  </a:lnTo>
                  <a:lnTo>
                    <a:pt x="17828" y="3181"/>
                  </a:lnTo>
                  <a:lnTo>
                    <a:pt x="17828" y="3306"/>
                  </a:lnTo>
                  <a:lnTo>
                    <a:pt x="17869" y="3327"/>
                  </a:lnTo>
                  <a:lnTo>
                    <a:pt x="17828" y="3390"/>
                  </a:lnTo>
                  <a:lnTo>
                    <a:pt x="17744" y="3453"/>
                  </a:lnTo>
                  <a:lnTo>
                    <a:pt x="17597" y="3453"/>
                  </a:lnTo>
                  <a:lnTo>
                    <a:pt x="16175" y="1695"/>
                  </a:lnTo>
                  <a:lnTo>
                    <a:pt x="15170" y="921"/>
                  </a:lnTo>
                  <a:lnTo>
                    <a:pt x="15107" y="837"/>
                  </a:lnTo>
                  <a:lnTo>
                    <a:pt x="15191" y="816"/>
                  </a:lnTo>
                  <a:lnTo>
                    <a:pt x="15296" y="712"/>
                  </a:lnTo>
                  <a:lnTo>
                    <a:pt x="15296" y="607"/>
                  </a:lnTo>
                  <a:lnTo>
                    <a:pt x="15254" y="565"/>
                  </a:lnTo>
                  <a:lnTo>
                    <a:pt x="15087" y="607"/>
                  </a:lnTo>
                  <a:lnTo>
                    <a:pt x="14961" y="628"/>
                  </a:lnTo>
                  <a:lnTo>
                    <a:pt x="14877" y="733"/>
                  </a:lnTo>
                  <a:lnTo>
                    <a:pt x="14773" y="775"/>
                  </a:lnTo>
                  <a:lnTo>
                    <a:pt x="14647" y="900"/>
                  </a:lnTo>
                  <a:lnTo>
                    <a:pt x="14647" y="984"/>
                  </a:lnTo>
                  <a:lnTo>
                    <a:pt x="14563" y="1047"/>
                  </a:lnTo>
                  <a:lnTo>
                    <a:pt x="14522" y="1151"/>
                  </a:lnTo>
                  <a:lnTo>
                    <a:pt x="14417" y="1235"/>
                  </a:lnTo>
                  <a:lnTo>
                    <a:pt x="14229" y="1235"/>
                  </a:lnTo>
                  <a:lnTo>
                    <a:pt x="14124" y="1298"/>
                  </a:lnTo>
                  <a:lnTo>
                    <a:pt x="14145" y="1423"/>
                  </a:lnTo>
                  <a:lnTo>
                    <a:pt x="14061" y="1465"/>
                  </a:lnTo>
                  <a:lnTo>
                    <a:pt x="14019" y="1423"/>
                  </a:lnTo>
                  <a:lnTo>
                    <a:pt x="13789" y="1360"/>
                  </a:lnTo>
                  <a:lnTo>
                    <a:pt x="13643" y="1423"/>
                  </a:lnTo>
                  <a:lnTo>
                    <a:pt x="13601" y="1507"/>
                  </a:lnTo>
                  <a:lnTo>
                    <a:pt x="13517" y="1507"/>
                  </a:lnTo>
                  <a:lnTo>
                    <a:pt x="13434" y="1402"/>
                  </a:lnTo>
                  <a:lnTo>
                    <a:pt x="13434" y="1235"/>
                  </a:lnTo>
                  <a:lnTo>
                    <a:pt x="13517" y="1172"/>
                  </a:lnTo>
                  <a:lnTo>
                    <a:pt x="13538" y="1088"/>
                  </a:lnTo>
                  <a:lnTo>
                    <a:pt x="13496" y="1026"/>
                  </a:lnTo>
                  <a:lnTo>
                    <a:pt x="13413" y="1109"/>
                  </a:lnTo>
                  <a:lnTo>
                    <a:pt x="13329" y="1109"/>
                  </a:lnTo>
                  <a:lnTo>
                    <a:pt x="13120" y="1005"/>
                  </a:lnTo>
                  <a:lnTo>
                    <a:pt x="12994" y="1026"/>
                  </a:lnTo>
                  <a:lnTo>
                    <a:pt x="13015" y="1109"/>
                  </a:lnTo>
                  <a:lnTo>
                    <a:pt x="13078" y="1130"/>
                  </a:lnTo>
                  <a:lnTo>
                    <a:pt x="12994" y="1214"/>
                  </a:lnTo>
                  <a:lnTo>
                    <a:pt x="12952" y="1214"/>
                  </a:lnTo>
                  <a:lnTo>
                    <a:pt x="12869" y="1088"/>
                  </a:lnTo>
                  <a:lnTo>
                    <a:pt x="12848" y="900"/>
                  </a:lnTo>
                  <a:lnTo>
                    <a:pt x="12638" y="733"/>
                  </a:lnTo>
                  <a:lnTo>
                    <a:pt x="12597" y="775"/>
                  </a:lnTo>
                  <a:lnTo>
                    <a:pt x="12638" y="900"/>
                  </a:lnTo>
                  <a:lnTo>
                    <a:pt x="12638" y="984"/>
                  </a:lnTo>
                  <a:lnTo>
                    <a:pt x="12555" y="984"/>
                  </a:lnTo>
                  <a:lnTo>
                    <a:pt x="12513" y="879"/>
                  </a:lnTo>
                  <a:lnTo>
                    <a:pt x="12450" y="900"/>
                  </a:lnTo>
                  <a:lnTo>
                    <a:pt x="12429" y="1005"/>
                  </a:lnTo>
                  <a:lnTo>
                    <a:pt x="12366" y="1026"/>
                  </a:lnTo>
                  <a:lnTo>
                    <a:pt x="12262" y="942"/>
                  </a:lnTo>
                  <a:lnTo>
                    <a:pt x="12136" y="1026"/>
                  </a:lnTo>
                  <a:lnTo>
                    <a:pt x="12074" y="984"/>
                  </a:lnTo>
                  <a:lnTo>
                    <a:pt x="12032" y="879"/>
                  </a:lnTo>
                  <a:lnTo>
                    <a:pt x="12115" y="837"/>
                  </a:lnTo>
                  <a:lnTo>
                    <a:pt x="12136" y="796"/>
                  </a:lnTo>
                  <a:lnTo>
                    <a:pt x="12115" y="691"/>
                  </a:lnTo>
                  <a:lnTo>
                    <a:pt x="12136" y="586"/>
                  </a:lnTo>
                  <a:lnTo>
                    <a:pt x="12115" y="524"/>
                  </a:lnTo>
                  <a:lnTo>
                    <a:pt x="12032" y="482"/>
                  </a:lnTo>
                  <a:lnTo>
                    <a:pt x="11948" y="398"/>
                  </a:lnTo>
                  <a:lnTo>
                    <a:pt x="11927" y="272"/>
                  </a:lnTo>
                  <a:lnTo>
                    <a:pt x="11864" y="252"/>
                  </a:lnTo>
                  <a:lnTo>
                    <a:pt x="11822" y="84"/>
                  </a:lnTo>
                  <a:lnTo>
                    <a:pt x="11718" y="84"/>
                  </a:lnTo>
                  <a:lnTo>
                    <a:pt x="11592" y="126"/>
                  </a:lnTo>
                  <a:lnTo>
                    <a:pt x="11446" y="126"/>
                  </a:lnTo>
                  <a:lnTo>
                    <a:pt x="11299" y="42"/>
                  </a:lnTo>
                  <a:lnTo>
                    <a:pt x="11132" y="63"/>
                  </a:lnTo>
                  <a:lnTo>
                    <a:pt x="11006" y="0"/>
                  </a:lnTo>
                  <a:lnTo>
                    <a:pt x="10902" y="42"/>
                  </a:lnTo>
                  <a:lnTo>
                    <a:pt x="1086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38"/>
            <p:cNvSpPr/>
            <p:nvPr/>
          </p:nvSpPr>
          <p:spPr>
            <a:xfrm>
              <a:off x="4105619" y="2816249"/>
              <a:ext cx="110383" cy="65688"/>
            </a:xfrm>
            <a:custGeom>
              <a:rect b="b" l="l" r="r" t="t"/>
              <a:pathLst>
                <a:path extrusionOk="0" h="5776" w="9270">
                  <a:moveTo>
                    <a:pt x="1507" y="1"/>
                  </a:moveTo>
                  <a:lnTo>
                    <a:pt x="0" y="294"/>
                  </a:lnTo>
                  <a:lnTo>
                    <a:pt x="439" y="3014"/>
                  </a:lnTo>
                  <a:lnTo>
                    <a:pt x="732" y="3014"/>
                  </a:lnTo>
                  <a:lnTo>
                    <a:pt x="963" y="3035"/>
                  </a:lnTo>
                  <a:lnTo>
                    <a:pt x="1004" y="2909"/>
                  </a:lnTo>
                  <a:lnTo>
                    <a:pt x="900" y="2804"/>
                  </a:lnTo>
                  <a:lnTo>
                    <a:pt x="879" y="2595"/>
                  </a:lnTo>
                  <a:lnTo>
                    <a:pt x="983" y="2344"/>
                  </a:lnTo>
                  <a:lnTo>
                    <a:pt x="1172" y="2323"/>
                  </a:lnTo>
                  <a:lnTo>
                    <a:pt x="1276" y="2198"/>
                  </a:lnTo>
                  <a:lnTo>
                    <a:pt x="1402" y="2114"/>
                  </a:lnTo>
                  <a:lnTo>
                    <a:pt x="1527" y="2198"/>
                  </a:lnTo>
                  <a:lnTo>
                    <a:pt x="1611" y="2135"/>
                  </a:lnTo>
                  <a:lnTo>
                    <a:pt x="1507" y="2009"/>
                  </a:lnTo>
                  <a:lnTo>
                    <a:pt x="1779" y="2030"/>
                  </a:lnTo>
                  <a:lnTo>
                    <a:pt x="2155" y="2219"/>
                  </a:lnTo>
                  <a:lnTo>
                    <a:pt x="2511" y="2428"/>
                  </a:lnTo>
                  <a:lnTo>
                    <a:pt x="2532" y="2553"/>
                  </a:lnTo>
                  <a:lnTo>
                    <a:pt x="2971" y="2804"/>
                  </a:lnTo>
                  <a:lnTo>
                    <a:pt x="3306" y="2951"/>
                  </a:lnTo>
                  <a:lnTo>
                    <a:pt x="3390" y="2909"/>
                  </a:lnTo>
                  <a:lnTo>
                    <a:pt x="3515" y="2930"/>
                  </a:lnTo>
                  <a:lnTo>
                    <a:pt x="3766" y="3076"/>
                  </a:lnTo>
                  <a:lnTo>
                    <a:pt x="3871" y="3432"/>
                  </a:lnTo>
                  <a:lnTo>
                    <a:pt x="3976" y="3537"/>
                  </a:lnTo>
                  <a:lnTo>
                    <a:pt x="4017" y="3662"/>
                  </a:lnTo>
                  <a:lnTo>
                    <a:pt x="4143" y="3913"/>
                  </a:lnTo>
                  <a:lnTo>
                    <a:pt x="4352" y="3997"/>
                  </a:lnTo>
                  <a:lnTo>
                    <a:pt x="4729" y="4227"/>
                  </a:lnTo>
                  <a:lnTo>
                    <a:pt x="5126" y="4520"/>
                  </a:lnTo>
                  <a:lnTo>
                    <a:pt x="5545" y="4708"/>
                  </a:lnTo>
                  <a:lnTo>
                    <a:pt x="5921" y="5001"/>
                  </a:lnTo>
                  <a:lnTo>
                    <a:pt x="6235" y="5022"/>
                  </a:lnTo>
                  <a:lnTo>
                    <a:pt x="6319" y="5106"/>
                  </a:lnTo>
                  <a:lnTo>
                    <a:pt x="6403" y="5106"/>
                  </a:lnTo>
                  <a:lnTo>
                    <a:pt x="6612" y="5232"/>
                  </a:lnTo>
                  <a:lnTo>
                    <a:pt x="6612" y="5378"/>
                  </a:lnTo>
                  <a:lnTo>
                    <a:pt x="6633" y="5650"/>
                  </a:lnTo>
                  <a:lnTo>
                    <a:pt x="6821" y="5587"/>
                  </a:lnTo>
                  <a:lnTo>
                    <a:pt x="6926" y="5671"/>
                  </a:lnTo>
                  <a:lnTo>
                    <a:pt x="7009" y="5776"/>
                  </a:lnTo>
                  <a:lnTo>
                    <a:pt x="7072" y="5776"/>
                  </a:lnTo>
                  <a:lnTo>
                    <a:pt x="7177" y="5671"/>
                  </a:lnTo>
                  <a:lnTo>
                    <a:pt x="7281" y="5692"/>
                  </a:lnTo>
                  <a:lnTo>
                    <a:pt x="7323" y="5755"/>
                  </a:lnTo>
                  <a:lnTo>
                    <a:pt x="7365" y="5378"/>
                  </a:lnTo>
                  <a:lnTo>
                    <a:pt x="7491" y="5106"/>
                  </a:lnTo>
                  <a:lnTo>
                    <a:pt x="7553" y="5043"/>
                  </a:lnTo>
                  <a:lnTo>
                    <a:pt x="7533" y="4897"/>
                  </a:lnTo>
                  <a:lnTo>
                    <a:pt x="7407" y="4834"/>
                  </a:lnTo>
                  <a:lnTo>
                    <a:pt x="7344" y="4688"/>
                  </a:lnTo>
                  <a:lnTo>
                    <a:pt x="7386" y="4541"/>
                  </a:lnTo>
                  <a:lnTo>
                    <a:pt x="7365" y="4416"/>
                  </a:lnTo>
                  <a:lnTo>
                    <a:pt x="7219" y="4436"/>
                  </a:lnTo>
                  <a:lnTo>
                    <a:pt x="7114" y="4499"/>
                  </a:lnTo>
                  <a:lnTo>
                    <a:pt x="6947" y="4269"/>
                  </a:lnTo>
                  <a:lnTo>
                    <a:pt x="6947" y="4102"/>
                  </a:lnTo>
                  <a:lnTo>
                    <a:pt x="7072" y="3997"/>
                  </a:lnTo>
                  <a:lnTo>
                    <a:pt x="7344" y="4018"/>
                  </a:lnTo>
                  <a:lnTo>
                    <a:pt x="7449" y="3997"/>
                  </a:lnTo>
                  <a:lnTo>
                    <a:pt x="7449" y="3872"/>
                  </a:lnTo>
                  <a:lnTo>
                    <a:pt x="7679" y="3788"/>
                  </a:lnTo>
                  <a:lnTo>
                    <a:pt x="7637" y="3704"/>
                  </a:lnTo>
                  <a:lnTo>
                    <a:pt x="7574" y="3662"/>
                  </a:lnTo>
                  <a:lnTo>
                    <a:pt x="7846" y="3600"/>
                  </a:lnTo>
                  <a:lnTo>
                    <a:pt x="8014" y="3537"/>
                  </a:lnTo>
                  <a:lnTo>
                    <a:pt x="8056" y="3390"/>
                  </a:lnTo>
                  <a:lnTo>
                    <a:pt x="7867" y="3328"/>
                  </a:lnTo>
                  <a:lnTo>
                    <a:pt x="7867" y="3181"/>
                  </a:lnTo>
                  <a:lnTo>
                    <a:pt x="8014" y="3139"/>
                  </a:lnTo>
                  <a:lnTo>
                    <a:pt x="8181" y="3014"/>
                  </a:lnTo>
                  <a:lnTo>
                    <a:pt x="8286" y="3035"/>
                  </a:lnTo>
                  <a:lnTo>
                    <a:pt x="8453" y="2825"/>
                  </a:lnTo>
                  <a:lnTo>
                    <a:pt x="8600" y="2951"/>
                  </a:lnTo>
                  <a:lnTo>
                    <a:pt x="8621" y="3056"/>
                  </a:lnTo>
                  <a:lnTo>
                    <a:pt x="8914" y="3014"/>
                  </a:lnTo>
                  <a:lnTo>
                    <a:pt x="9123" y="3014"/>
                  </a:lnTo>
                  <a:lnTo>
                    <a:pt x="9269" y="2825"/>
                  </a:lnTo>
                  <a:lnTo>
                    <a:pt x="9248" y="2721"/>
                  </a:lnTo>
                  <a:lnTo>
                    <a:pt x="8955" y="2491"/>
                  </a:lnTo>
                  <a:lnTo>
                    <a:pt x="8893" y="2491"/>
                  </a:lnTo>
                  <a:lnTo>
                    <a:pt x="8893" y="2637"/>
                  </a:lnTo>
                  <a:lnTo>
                    <a:pt x="8788" y="2742"/>
                  </a:lnTo>
                  <a:lnTo>
                    <a:pt x="8683" y="2721"/>
                  </a:lnTo>
                  <a:lnTo>
                    <a:pt x="8579" y="2616"/>
                  </a:lnTo>
                  <a:lnTo>
                    <a:pt x="8307" y="2532"/>
                  </a:lnTo>
                  <a:lnTo>
                    <a:pt x="8202" y="2449"/>
                  </a:lnTo>
                  <a:lnTo>
                    <a:pt x="8286" y="2323"/>
                  </a:lnTo>
                  <a:lnTo>
                    <a:pt x="8453" y="2030"/>
                  </a:lnTo>
                  <a:lnTo>
                    <a:pt x="8453" y="1905"/>
                  </a:lnTo>
                  <a:lnTo>
                    <a:pt x="8369" y="1905"/>
                  </a:lnTo>
                  <a:lnTo>
                    <a:pt x="8265" y="2072"/>
                  </a:lnTo>
                  <a:lnTo>
                    <a:pt x="8160" y="2093"/>
                  </a:lnTo>
                  <a:lnTo>
                    <a:pt x="7909" y="2386"/>
                  </a:lnTo>
                  <a:lnTo>
                    <a:pt x="7846" y="2532"/>
                  </a:lnTo>
                  <a:lnTo>
                    <a:pt x="7784" y="2616"/>
                  </a:lnTo>
                  <a:lnTo>
                    <a:pt x="7658" y="2825"/>
                  </a:lnTo>
                  <a:lnTo>
                    <a:pt x="7449" y="3035"/>
                  </a:lnTo>
                  <a:lnTo>
                    <a:pt x="7365" y="3014"/>
                  </a:lnTo>
                  <a:lnTo>
                    <a:pt x="7114" y="2867"/>
                  </a:lnTo>
                  <a:lnTo>
                    <a:pt x="6926" y="2846"/>
                  </a:lnTo>
                  <a:lnTo>
                    <a:pt x="6737" y="2867"/>
                  </a:lnTo>
                  <a:lnTo>
                    <a:pt x="6486" y="3014"/>
                  </a:lnTo>
                  <a:lnTo>
                    <a:pt x="6361" y="3014"/>
                  </a:lnTo>
                  <a:lnTo>
                    <a:pt x="6131" y="2323"/>
                  </a:lnTo>
                  <a:lnTo>
                    <a:pt x="5712" y="2281"/>
                  </a:lnTo>
                  <a:lnTo>
                    <a:pt x="5691" y="1465"/>
                  </a:lnTo>
                  <a:lnTo>
                    <a:pt x="5503" y="1549"/>
                  </a:lnTo>
                  <a:lnTo>
                    <a:pt x="5356" y="1172"/>
                  </a:lnTo>
                  <a:lnTo>
                    <a:pt x="5064" y="963"/>
                  </a:lnTo>
                  <a:lnTo>
                    <a:pt x="4122" y="963"/>
                  </a:lnTo>
                  <a:lnTo>
                    <a:pt x="3264" y="1047"/>
                  </a:lnTo>
                  <a:lnTo>
                    <a:pt x="2762" y="754"/>
                  </a:lnTo>
                  <a:lnTo>
                    <a:pt x="2427" y="628"/>
                  </a:lnTo>
                  <a:lnTo>
                    <a:pt x="150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38"/>
            <p:cNvSpPr/>
            <p:nvPr/>
          </p:nvSpPr>
          <p:spPr>
            <a:xfrm>
              <a:off x="4085936" y="2839096"/>
              <a:ext cx="98666" cy="59262"/>
            </a:xfrm>
            <a:custGeom>
              <a:rect b="b" l="l" r="r" t="t"/>
              <a:pathLst>
                <a:path extrusionOk="0" h="5211" w="8286">
                  <a:moveTo>
                    <a:pt x="3160" y="0"/>
                  </a:moveTo>
                  <a:lnTo>
                    <a:pt x="3264" y="126"/>
                  </a:lnTo>
                  <a:lnTo>
                    <a:pt x="3180" y="189"/>
                  </a:lnTo>
                  <a:lnTo>
                    <a:pt x="3055" y="105"/>
                  </a:lnTo>
                  <a:lnTo>
                    <a:pt x="2929" y="189"/>
                  </a:lnTo>
                  <a:lnTo>
                    <a:pt x="2825" y="314"/>
                  </a:lnTo>
                  <a:lnTo>
                    <a:pt x="2636" y="335"/>
                  </a:lnTo>
                  <a:lnTo>
                    <a:pt x="2532" y="586"/>
                  </a:lnTo>
                  <a:lnTo>
                    <a:pt x="2553" y="795"/>
                  </a:lnTo>
                  <a:lnTo>
                    <a:pt x="2657" y="900"/>
                  </a:lnTo>
                  <a:lnTo>
                    <a:pt x="2616" y="1026"/>
                  </a:lnTo>
                  <a:lnTo>
                    <a:pt x="2385" y="1005"/>
                  </a:lnTo>
                  <a:lnTo>
                    <a:pt x="2092" y="1005"/>
                  </a:lnTo>
                  <a:lnTo>
                    <a:pt x="2009" y="1026"/>
                  </a:lnTo>
                  <a:lnTo>
                    <a:pt x="1779" y="1067"/>
                  </a:lnTo>
                  <a:lnTo>
                    <a:pt x="1402" y="628"/>
                  </a:lnTo>
                  <a:lnTo>
                    <a:pt x="983" y="398"/>
                  </a:lnTo>
                  <a:lnTo>
                    <a:pt x="628" y="335"/>
                  </a:lnTo>
                  <a:lnTo>
                    <a:pt x="335" y="440"/>
                  </a:lnTo>
                  <a:lnTo>
                    <a:pt x="0" y="754"/>
                  </a:lnTo>
                  <a:lnTo>
                    <a:pt x="0" y="816"/>
                  </a:lnTo>
                  <a:lnTo>
                    <a:pt x="84" y="900"/>
                  </a:lnTo>
                  <a:lnTo>
                    <a:pt x="126" y="963"/>
                  </a:lnTo>
                  <a:lnTo>
                    <a:pt x="209" y="1047"/>
                  </a:lnTo>
                  <a:lnTo>
                    <a:pt x="251" y="1151"/>
                  </a:lnTo>
                  <a:lnTo>
                    <a:pt x="356" y="1360"/>
                  </a:lnTo>
                  <a:lnTo>
                    <a:pt x="335" y="1528"/>
                  </a:lnTo>
                  <a:lnTo>
                    <a:pt x="293" y="1653"/>
                  </a:lnTo>
                  <a:lnTo>
                    <a:pt x="314" y="1946"/>
                  </a:lnTo>
                  <a:lnTo>
                    <a:pt x="356" y="2009"/>
                  </a:lnTo>
                  <a:lnTo>
                    <a:pt x="398" y="2093"/>
                  </a:lnTo>
                  <a:lnTo>
                    <a:pt x="607" y="2302"/>
                  </a:lnTo>
                  <a:lnTo>
                    <a:pt x="565" y="2218"/>
                  </a:lnTo>
                  <a:lnTo>
                    <a:pt x="523" y="2155"/>
                  </a:lnTo>
                  <a:lnTo>
                    <a:pt x="544" y="2114"/>
                  </a:lnTo>
                  <a:lnTo>
                    <a:pt x="732" y="2155"/>
                  </a:lnTo>
                  <a:lnTo>
                    <a:pt x="816" y="2093"/>
                  </a:lnTo>
                  <a:lnTo>
                    <a:pt x="858" y="2114"/>
                  </a:lnTo>
                  <a:lnTo>
                    <a:pt x="837" y="2260"/>
                  </a:lnTo>
                  <a:lnTo>
                    <a:pt x="858" y="2365"/>
                  </a:lnTo>
                  <a:lnTo>
                    <a:pt x="942" y="2323"/>
                  </a:lnTo>
                  <a:lnTo>
                    <a:pt x="983" y="2427"/>
                  </a:lnTo>
                  <a:lnTo>
                    <a:pt x="963" y="2490"/>
                  </a:lnTo>
                  <a:lnTo>
                    <a:pt x="858" y="2469"/>
                  </a:lnTo>
                  <a:lnTo>
                    <a:pt x="816" y="2469"/>
                  </a:lnTo>
                  <a:lnTo>
                    <a:pt x="753" y="2427"/>
                  </a:lnTo>
                  <a:lnTo>
                    <a:pt x="649" y="2511"/>
                  </a:lnTo>
                  <a:lnTo>
                    <a:pt x="649" y="2616"/>
                  </a:lnTo>
                  <a:lnTo>
                    <a:pt x="732" y="2699"/>
                  </a:lnTo>
                  <a:lnTo>
                    <a:pt x="711" y="2574"/>
                  </a:lnTo>
                  <a:lnTo>
                    <a:pt x="774" y="2574"/>
                  </a:lnTo>
                  <a:lnTo>
                    <a:pt x="837" y="2595"/>
                  </a:lnTo>
                  <a:lnTo>
                    <a:pt x="921" y="2616"/>
                  </a:lnTo>
                  <a:lnTo>
                    <a:pt x="963" y="2720"/>
                  </a:lnTo>
                  <a:lnTo>
                    <a:pt x="1130" y="2804"/>
                  </a:lnTo>
                  <a:lnTo>
                    <a:pt x="1172" y="2909"/>
                  </a:lnTo>
                  <a:lnTo>
                    <a:pt x="1151" y="3097"/>
                  </a:lnTo>
                  <a:lnTo>
                    <a:pt x="1172" y="3160"/>
                  </a:lnTo>
                  <a:lnTo>
                    <a:pt x="1172" y="3453"/>
                  </a:lnTo>
                  <a:lnTo>
                    <a:pt x="1235" y="3662"/>
                  </a:lnTo>
                  <a:lnTo>
                    <a:pt x="1339" y="3955"/>
                  </a:lnTo>
                  <a:lnTo>
                    <a:pt x="1444" y="3871"/>
                  </a:lnTo>
                  <a:lnTo>
                    <a:pt x="1716" y="3871"/>
                  </a:lnTo>
                  <a:lnTo>
                    <a:pt x="1779" y="3725"/>
                  </a:lnTo>
                  <a:lnTo>
                    <a:pt x="1862" y="3620"/>
                  </a:lnTo>
                  <a:lnTo>
                    <a:pt x="1967" y="3620"/>
                  </a:lnTo>
                  <a:lnTo>
                    <a:pt x="2197" y="3411"/>
                  </a:lnTo>
                  <a:lnTo>
                    <a:pt x="2427" y="3348"/>
                  </a:lnTo>
                  <a:lnTo>
                    <a:pt x="2636" y="3411"/>
                  </a:lnTo>
                  <a:lnTo>
                    <a:pt x="2699" y="3264"/>
                  </a:lnTo>
                  <a:lnTo>
                    <a:pt x="2804" y="3243"/>
                  </a:lnTo>
                  <a:lnTo>
                    <a:pt x="2929" y="3306"/>
                  </a:lnTo>
                  <a:lnTo>
                    <a:pt x="3055" y="3264"/>
                  </a:lnTo>
                  <a:lnTo>
                    <a:pt x="3264" y="3453"/>
                  </a:lnTo>
                  <a:lnTo>
                    <a:pt x="3432" y="3515"/>
                  </a:lnTo>
                  <a:lnTo>
                    <a:pt x="3766" y="3725"/>
                  </a:lnTo>
                  <a:lnTo>
                    <a:pt x="3871" y="3725"/>
                  </a:lnTo>
                  <a:lnTo>
                    <a:pt x="3955" y="3641"/>
                  </a:lnTo>
                  <a:lnTo>
                    <a:pt x="4185" y="3746"/>
                  </a:lnTo>
                  <a:lnTo>
                    <a:pt x="4310" y="3767"/>
                  </a:lnTo>
                  <a:lnTo>
                    <a:pt x="4331" y="3934"/>
                  </a:lnTo>
                  <a:lnTo>
                    <a:pt x="4394" y="3976"/>
                  </a:lnTo>
                  <a:lnTo>
                    <a:pt x="4520" y="3955"/>
                  </a:lnTo>
                  <a:lnTo>
                    <a:pt x="4729" y="3997"/>
                  </a:lnTo>
                  <a:lnTo>
                    <a:pt x="4959" y="4311"/>
                  </a:lnTo>
                  <a:lnTo>
                    <a:pt x="5231" y="4352"/>
                  </a:lnTo>
                  <a:lnTo>
                    <a:pt x="5357" y="4394"/>
                  </a:lnTo>
                  <a:lnTo>
                    <a:pt x="5461" y="4562"/>
                  </a:lnTo>
                  <a:lnTo>
                    <a:pt x="5419" y="4666"/>
                  </a:lnTo>
                  <a:lnTo>
                    <a:pt x="5461" y="4792"/>
                  </a:lnTo>
                  <a:lnTo>
                    <a:pt x="5461" y="4876"/>
                  </a:lnTo>
                  <a:lnTo>
                    <a:pt x="5524" y="4980"/>
                  </a:lnTo>
                  <a:lnTo>
                    <a:pt x="5566" y="4938"/>
                  </a:lnTo>
                  <a:lnTo>
                    <a:pt x="5691" y="4980"/>
                  </a:lnTo>
                  <a:lnTo>
                    <a:pt x="5775" y="5043"/>
                  </a:lnTo>
                  <a:lnTo>
                    <a:pt x="5880" y="5043"/>
                  </a:lnTo>
                  <a:lnTo>
                    <a:pt x="5963" y="4980"/>
                  </a:lnTo>
                  <a:lnTo>
                    <a:pt x="6047" y="4980"/>
                  </a:lnTo>
                  <a:lnTo>
                    <a:pt x="6173" y="5085"/>
                  </a:lnTo>
                  <a:lnTo>
                    <a:pt x="6214" y="5148"/>
                  </a:lnTo>
                  <a:lnTo>
                    <a:pt x="6277" y="5210"/>
                  </a:lnTo>
                  <a:lnTo>
                    <a:pt x="6319" y="5148"/>
                  </a:lnTo>
                  <a:lnTo>
                    <a:pt x="6486" y="5127"/>
                  </a:lnTo>
                  <a:lnTo>
                    <a:pt x="6570" y="5022"/>
                  </a:lnTo>
                  <a:lnTo>
                    <a:pt x="6591" y="4938"/>
                  </a:lnTo>
                  <a:lnTo>
                    <a:pt x="6675" y="4896"/>
                  </a:lnTo>
                  <a:lnTo>
                    <a:pt x="6633" y="4813"/>
                  </a:lnTo>
                  <a:lnTo>
                    <a:pt x="6821" y="4708"/>
                  </a:lnTo>
                  <a:lnTo>
                    <a:pt x="7030" y="4666"/>
                  </a:lnTo>
                  <a:lnTo>
                    <a:pt x="7051" y="4604"/>
                  </a:lnTo>
                  <a:lnTo>
                    <a:pt x="7135" y="4520"/>
                  </a:lnTo>
                  <a:lnTo>
                    <a:pt x="7240" y="4499"/>
                  </a:lnTo>
                  <a:lnTo>
                    <a:pt x="7261" y="4373"/>
                  </a:lnTo>
                  <a:lnTo>
                    <a:pt x="7261" y="4206"/>
                  </a:lnTo>
                  <a:lnTo>
                    <a:pt x="7407" y="4080"/>
                  </a:lnTo>
                  <a:lnTo>
                    <a:pt x="7407" y="3955"/>
                  </a:lnTo>
                  <a:lnTo>
                    <a:pt x="7344" y="3892"/>
                  </a:lnTo>
                  <a:lnTo>
                    <a:pt x="7365" y="3850"/>
                  </a:lnTo>
                  <a:lnTo>
                    <a:pt x="7428" y="3829"/>
                  </a:lnTo>
                  <a:lnTo>
                    <a:pt x="7470" y="3767"/>
                  </a:lnTo>
                  <a:lnTo>
                    <a:pt x="7637" y="3725"/>
                  </a:lnTo>
                  <a:lnTo>
                    <a:pt x="7679" y="3725"/>
                  </a:lnTo>
                  <a:lnTo>
                    <a:pt x="7846" y="3620"/>
                  </a:lnTo>
                  <a:lnTo>
                    <a:pt x="7993" y="3557"/>
                  </a:lnTo>
                  <a:lnTo>
                    <a:pt x="8098" y="3641"/>
                  </a:lnTo>
                  <a:lnTo>
                    <a:pt x="8244" y="3620"/>
                  </a:lnTo>
                  <a:lnTo>
                    <a:pt x="8265" y="3641"/>
                  </a:lnTo>
                  <a:lnTo>
                    <a:pt x="8286" y="3641"/>
                  </a:lnTo>
                  <a:lnTo>
                    <a:pt x="8265" y="3369"/>
                  </a:lnTo>
                  <a:lnTo>
                    <a:pt x="8265" y="3223"/>
                  </a:lnTo>
                  <a:lnTo>
                    <a:pt x="8056" y="3097"/>
                  </a:lnTo>
                  <a:lnTo>
                    <a:pt x="7972" y="3097"/>
                  </a:lnTo>
                  <a:lnTo>
                    <a:pt x="7888" y="3013"/>
                  </a:lnTo>
                  <a:lnTo>
                    <a:pt x="7574" y="2992"/>
                  </a:lnTo>
                  <a:lnTo>
                    <a:pt x="7198" y="2699"/>
                  </a:lnTo>
                  <a:lnTo>
                    <a:pt x="6779" y="2511"/>
                  </a:lnTo>
                  <a:lnTo>
                    <a:pt x="6382" y="2218"/>
                  </a:lnTo>
                  <a:lnTo>
                    <a:pt x="6005" y="1988"/>
                  </a:lnTo>
                  <a:lnTo>
                    <a:pt x="5796" y="1904"/>
                  </a:lnTo>
                  <a:lnTo>
                    <a:pt x="5670" y="1653"/>
                  </a:lnTo>
                  <a:lnTo>
                    <a:pt x="5629" y="1528"/>
                  </a:lnTo>
                  <a:lnTo>
                    <a:pt x="5524" y="1423"/>
                  </a:lnTo>
                  <a:lnTo>
                    <a:pt x="5419" y="1067"/>
                  </a:lnTo>
                  <a:lnTo>
                    <a:pt x="5168" y="921"/>
                  </a:lnTo>
                  <a:lnTo>
                    <a:pt x="5043" y="900"/>
                  </a:lnTo>
                  <a:lnTo>
                    <a:pt x="4959" y="942"/>
                  </a:lnTo>
                  <a:lnTo>
                    <a:pt x="4624" y="795"/>
                  </a:lnTo>
                  <a:lnTo>
                    <a:pt x="4185" y="544"/>
                  </a:lnTo>
                  <a:lnTo>
                    <a:pt x="4164" y="419"/>
                  </a:lnTo>
                  <a:lnTo>
                    <a:pt x="3808" y="210"/>
                  </a:lnTo>
                  <a:lnTo>
                    <a:pt x="3432" y="21"/>
                  </a:lnTo>
                  <a:lnTo>
                    <a:pt x="316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28" name="Google Shape;628;p38"/>
            <p:cNvGrpSpPr/>
            <p:nvPr/>
          </p:nvGrpSpPr>
          <p:grpSpPr>
            <a:xfrm>
              <a:off x="4295710" y="3079670"/>
              <a:ext cx="14968" cy="27135"/>
              <a:chOff x="4842300" y="3099950"/>
              <a:chExt cx="31425" cy="59650"/>
            </a:xfrm>
          </p:grpSpPr>
          <p:sp>
            <p:nvSpPr>
              <p:cNvPr id="629" name="Google Shape;629;p38"/>
              <p:cNvSpPr/>
              <p:nvPr/>
            </p:nvSpPr>
            <p:spPr>
              <a:xfrm>
                <a:off x="4842300" y="3122950"/>
                <a:ext cx="2125" cy="6825"/>
              </a:xfrm>
              <a:custGeom>
                <a:rect b="b" l="l" r="r" t="t"/>
                <a:pathLst>
                  <a:path extrusionOk="0" h="273" w="85">
                    <a:moveTo>
                      <a:pt x="84" y="1"/>
                    </a:moveTo>
                    <a:lnTo>
                      <a:pt x="1" y="22"/>
                    </a:lnTo>
                    <a:lnTo>
                      <a:pt x="43" y="126"/>
                    </a:lnTo>
                    <a:lnTo>
                      <a:pt x="1" y="273"/>
                    </a:lnTo>
                    <a:lnTo>
                      <a:pt x="64" y="126"/>
                    </a:lnTo>
                    <a:lnTo>
                      <a:pt x="43" y="22"/>
                    </a:lnTo>
                    <a:lnTo>
                      <a:pt x="84" y="22"/>
                    </a:lnTo>
                    <a:lnTo>
                      <a:pt x="8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38"/>
              <p:cNvSpPr/>
              <p:nvPr/>
            </p:nvSpPr>
            <p:spPr>
              <a:xfrm>
                <a:off x="4842300" y="3106225"/>
                <a:ext cx="31425" cy="53375"/>
              </a:xfrm>
              <a:custGeom>
                <a:rect b="b" l="l" r="r" t="t"/>
                <a:pathLst>
                  <a:path extrusionOk="0" h="2135" w="1257">
                    <a:moveTo>
                      <a:pt x="273" y="0"/>
                    </a:moveTo>
                    <a:lnTo>
                      <a:pt x="273" y="21"/>
                    </a:lnTo>
                    <a:lnTo>
                      <a:pt x="294" y="42"/>
                    </a:lnTo>
                    <a:lnTo>
                      <a:pt x="273" y="63"/>
                    </a:lnTo>
                    <a:lnTo>
                      <a:pt x="252" y="105"/>
                    </a:lnTo>
                    <a:lnTo>
                      <a:pt x="252" y="126"/>
                    </a:lnTo>
                    <a:lnTo>
                      <a:pt x="252" y="209"/>
                    </a:lnTo>
                    <a:lnTo>
                      <a:pt x="189" y="314"/>
                    </a:lnTo>
                    <a:lnTo>
                      <a:pt x="147" y="272"/>
                    </a:lnTo>
                    <a:lnTo>
                      <a:pt x="84" y="230"/>
                    </a:lnTo>
                    <a:lnTo>
                      <a:pt x="1" y="230"/>
                    </a:lnTo>
                    <a:lnTo>
                      <a:pt x="1" y="251"/>
                    </a:lnTo>
                    <a:lnTo>
                      <a:pt x="84" y="272"/>
                    </a:lnTo>
                    <a:lnTo>
                      <a:pt x="105" y="335"/>
                    </a:lnTo>
                    <a:lnTo>
                      <a:pt x="84" y="356"/>
                    </a:lnTo>
                    <a:lnTo>
                      <a:pt x="147" y="461"/>
                    </a:lnTo>
                    <a:lnTo>
                      <a:pt x="147" y="628"/>
                    </a:lnTo>
                    <a:lnTo>
                      <a:pt x="84" y="691"/>
                    </a:lnTo>
                    <a:lnTo>
                      <a:pt x="64" y="942"/>
                    </a:lnTo>
                    <a:lnTo>
                      <a:pt x="84" y="1005"/>
                    </a:lnTo>
                    <a:lnTo>
                      <a:pt x="43" y="1046"/>
                    </a:lnTo>
                    <a:lnTo>
                      <a:pt x="84" y="1277"/>
                    </a:lnTo>
                    <a:lnTo>
                      <a:pt x="84" y="1360"/>
                    </a:lnTo>
                    <a:lnTo>
                      <a:pt x="168" y="1611"/>
                    </a:lnTo>
                    <a:lnTo>
                      <a:pt x="252" y="1925"/>
                    </a:lnTo>
                    <a:lnTo>
                      <a:pt x="315" y="2051"/>
                    </a:lnTo>
                    <a:lnTo>
                      <a:pt x="461" y="2134"/>
                    </a:lnTo>
                    <a:lnTo>
                      <a:pt x="587" y="2113"/>
                    </a:lnTo>
                    <a:lnTo>
                      <a:pt x="775" y="2093"/>
                    </a:lnTo>
                    <a:lnTo>
                      <a:pt x="942" y="2030"/>
                    </a:lnTo>
                    <a:lnTo>
                      <a:pt x="1131" y="1821"/>
                    </a:lnTo>
                    <a:lnTo>
                      <a:pt x="1214" y="1674"/>
                    </a:lnTo>
                    <a:lnTo>
                      <a:pt x="1256" y="1569"/>
                    </a:lnTo>
                    <a:lnTo>
                      <a:pt x="1235" y="1486"/>
                    </a:lnTo>
                    <a:lnTo>
                      <a:pt x="1256" y="1423"/>
                    </a:lnTo>
                    <a:lnTo>
                      <a:pt x="1256" y="1277"/>
                    </a:lnTo>
                    <a:lnTo>
                      <a:pt x="1235" y="1214"/>
                    </a:lnTo>
                    <a:lnTo>
                      <a:pt x="1256" y="1109"/>
                    </a:lnTo>
                    <a:lnTo>
                      <a:pt x="1152" y="1046"/>
                    </a:lnTo>
                    <a:lnTo>
                      <a:pt x="1089" y="795"/>
                    </a:lnTo>
                    <a:lnTo>
                      <a:pt x="1005" y="628"/>
                    </a:lnTo>
                    <a:lnTo>
                      <a:pt x="900" y="628"/>
                    </a:lnTo>
                    <a:lnTo>
                      <a:pt x="900" y="586"/>
                    </a:lnTo>
                    <a:lnTo>
                      <a:pt x="796" y="586"/>
                    </a:lnTo>
                    <a:lnTo>
                      <a:pt x="921" y="544"/>
                    </a:lnTo>
                    <a:lnTo>
                      <a:pt x="900" y="481"/>
                    </a:lnTo>
                    <a:lnTo>
                      <a:pt x="838" y="461"/>
                    </a:lnTo>
                    <a:lnTo>
                      <a:pt x="775" y="335"/>
                    </a:lnTo>
                    <a:lnTo>
                      <a:pt x="712" y="335"/>
                    </a:lnTo>
                    <a:lnTo>
                      <a:pt x="691" y="230"/>
                    </a:lnTo>
                    <a:lnTo>
                      <a:pt x="670" y="168"/>
                    </a:lnTo>
                    <a:lnTo>
                      <a:pt x="670" y="126"/>
                    </a:lnTo>
                    <a:lnTo>
                      <a:pt x="482" y="42"/>
                    </a:lnTo>
                    <a:lnTo>
                      <a:pt x="461" y="105"/>
                    </a:lnTo>
                    <a:lnTo>
                      <a:pt x="377" y="63"/>
                    </a:lnTo>
                    <a:lnTo>
                      <a:pt x="398" y="21"/>
                    </a:lnTo>
                    <a:lnTo>
                      <a:pt x="2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38"/>
              <p:cNvSpPr/>
              <p:nvPr/>
            </p:nvSpPr>
            <p:spPr>
              <a:xfrm>
                <a:off x="4844400" y="3099950"/>
                <a:ext cx="5250" cy="4725"/>
              </a:xfrm>
              <a:custGeom>
                <a:rect b="b" l="l" r="r" t="t"/>
                <a:pathLst>
                  <a:path extrusionOk="0" h="189" w="210">
                    <a:moveTo>
                      <a:pt x="189" y="0"/>
                    </a:moveTo>
                    <a:lnTo>
                      <a:pt x="0" y="42"/>
                    </a:lnTo>
                    <a:lnTo>
                      <a:pt x="0" y="105"/>
                    </a:lnTo>
                    <a:lnTo>
                      <a:pt x="126" y="188"/>
                    </a:lnTo>
                    <a:lnTo>
                      <a:pt x="126" y="147"/>
                    </a:lnTo>
                    <a:lnTo>
                      <a:pt x="168" y="147"/>
                    </a:lnTo>
                    <a:lnTo>
                      <a:pt x="210" y="42"/>
                    </a:lnTo>
                    <a:lnTo>
                      <a:pt x="18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38"/>
              <p:cNvSpPr/>
              <p:nvPr/>
            </p:nvSpPr>
            <p:spPr>
              <a:xfrm>
                <a:off x="4849625" y="3101500"/>
                <a:ext cx="7875" cy="6300"/>
              </a:xfrm>
              <a:custGeom>
                <a:rect b="b" l="l" r="r" t="t"/>
                <a:pathLst>
                  <a:path extrusionOk="0" h="252" w="315">
                    <a:moveTo>
                      <a:pt x="43" y="1"/>
                    </a:moveTo>
                    <a:lnTo>
                      <a:pt x="43" y="43"/>
                    </a:lnTo>
                    <a:lnTo>
                      <a:pt x="84" y="85"/>
                    </a:lnTo>
                    <a:lnTo>
                      <a:pt x="1" y="85"/>
                    </a:lnTo>
                    <a:lnTo>
                      <a:pt x="1" y="105"/>
                    </a:lnTo>
                    <a:lnTo>
                      <a:pt x="126" y="147"/>
                    </a:lnTo>
                    <a:lnTo>
                      <a:pt x="189" y="210"/>
                    </a:lnTo>
                    <a:lnTo>
                      <a:pt x="273" y="210"/>
                    </a:lnTo>
                    <a:lnTo>
                      <a:pt x="315" y="252"/>
                    </a:lnTo>
                    <a:lnTo>
                      <a:pt x="294" y="210"/>
                    </a:lnTo>
                    <a:lnTo>
                      <a:pt x="168" y="105"/>
                    </a:lnTo>
                    <a:lnTo>
                      <a:pt x="168" y="22"/>
                    </a:lnTo>
                    <a:lnTo>
                      <a:pt x="4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33" name="Google Shape;633;p38"/>
            <p:cNvSpPr/>
            <p:nvPr/>
          </p:nvSpPr>
          <p:spPr>
            <a:xfrm>
              <a:off x="4210500" y="2911903"/>
              <a:ext cx="193104" cy="180152"/>
            </a:xfrm>
            <a:custGeom>
              <a:rect b="b" l="l" r="r" t="t"/>
              <a:pathLst>
                <a:path extrusionOk="0" h="15841" w="16217">
                  <a:moveTo>
                    <a:pt x="6906" y="15150"/>
                  </a:moveTo>
                  <a:lnTo>
                    <a:pt x="6927" y="15212"/>
                  </a:lnTo>
                  <a:lnTo>
                    <a:pt x="6927" y="15171"/>
                  </a:lnTo>
                  <a:lnTo>
                    <a:pt x="6906" y="15150"/>
                  </a:lnTo>
                  <a:close/>
                  <a:moveTo>
                    <a:pt x="3997" y="1"/>
                  </a:moveTo>
                  <a:lnTo>
                    <a:pt x="3914" y="147"/>
                  </a:lnTo>
                  <a:lnTo>
                    <a:pt x="3788" y="147"/>
                  </a:lnTo>
                  <a:lnTo>
                    <a:pt x="3600" y="294"/>
                  </a:lnTo>
                  <a:lnTo>
                    <a:pt x="3453" y="587"/>
                  </a:lnTo>
                  <a:lnTo>
                    <a:pt x="3391" y="629"/>
                  </a:lnTo>
                  <a:lnTo>
                    <a:pt x="3286" y="733"/>
                  </a:lnTo>
                  <a:lnTo>
                    <a:pt x="3223" y="733"/>
                  </a:lnTo>
                  <a:lnTo>
                    <a:pt x="3119" y="817"/>
                  </a:lnTo>
                  <a:lnTo>
                    <a:pt x="3014" y="838"/>
                  </a:lnTo>
                  <a:lnTo>
                    <a:pt x="2826" y="1026"/>
                  </a:lnTo>
                  <a:lnTo>
                    <a:pt x="2846" y="1089"/>
                  </a:lnTo>
                  <a:lnTo>
                    <a:pt x="2930" y="1298"/>
                  </a:lnTo>
                  <a:lnTo>
                    <a:pt x="2867" y="1570"/>
                  </a:lnTo>
                  <a:lnTo>
                    <a:pt x="2867" y="1717"/>
                  </a:lnTo>
                  <a:lnTo>
                    <a:pt x="2763" y="1779"/>
                  </a:lnTo>
                  <a:lnTo>
                    <a:pt x="2616" y="1968"/>
                  </a:lnTo>
                  <a:lnTo>
                    <a:pt x="2700" y="2031"/>
                  </a:lnTo>
                  <a:lnTo>
                    <a:pt x="2700" y="2135"/>
                  </a:lnTo>
                  <a:lnTo>
                    <a:pt x="2637" y="2261"/>
                  </a:lnTo>
                  <a:lnTo>
                    <a:pt x="2428" y="2365"/>
                  </a:lnTo>
                  <a:lnTo>
                    <a:pt x="2323" y="2554"/>
                  </a:lnTo>
                  <a:lnTo>
                    <a:pt x="2302" y="2721"/>
                  </a:lnTo>
                  <a:lnTo>
                    <a:pt x="2219" y="2867"/>
                  </a:lnTo>
                  <a:lnTo>
                    <a:pt x="1968" y="3035"/>
                  </a:lnTo>
                  <a:lnTo>
                    <a:pt x="1863" y="3391"/>
                  </a:lnTo>
                  <a:lnTo>
                    <a:pt x="1675" y="3600"/>
                  </a:lnTo>
                  <a:lnTo>
                    <a:pt x="1361" y="3600"/>
                  </a:lnTo>
                  <a:lnTo>
                    <a:pt x="1152" y="3725"/>
                  </a:lnTo>
                  <a:lnTo>
                    <a:pt x="1068" y="3704"/>
                  </a:lnTo>
                  <a:lnTo>
                    <a:pt x="1047" y="3600"/>
                  </a:lnTo>
                  <a:lnTo>
                    <a:pt x="922" y="3537"/>
                  </a:lnTo>
                  <a:lnTo>
                    <a:pt x="838" y="3600"/>
                  </a:lnTo>
                  <a:lnTo>
                    <a:pt x="733" y="3642"/>
                  </a:lnTo>
                  <a:lnTo>
                    <a:pt x="691" y="3746"/>
                  </a:lnTo>
                  <a:lnTo>
                    <a:pt x="545" y="3956"/>
                  </a:lnTo>
                  <a:lnTo>
                    <a:pt x="461" y="3976"/>
                  </a:lnTo>
                  <a:lnTo>
                    <a:pt x="357" y="4228"/>
                  </a:lnTo>
                  <a:lnTo>
                    <a:pt x="357" y="4374"/>
                  </a:lnTo>
                  <a:lnTo>
                    <a:pt x="461" y="4353"/>
                  </a:lnTo>
                  <a:lnTo>
                    <a:pt x="608" y="4395"/>
                  </a:lnTo>
                  <a:lnTo>
                    <a:pt x="670" y="4374"/>
                  </a:lnTo>
                  <a:lnTo>
                    <a:pt x="775" y="4374"/>
                  </a:lnTo>
                  <a:lnTo>
                    <a:pt x="859" y="4562"/>
                  </a:lnTo>
                  <a:lnTo>
                    <a:pt x="838" y="4688"/>
                  </a:lnTo>
                  <a:lnTo>
                    <a:pt x="859" y="4897"/>
                  </a:lnTo>
                  <a:lnTo>
                    <a:pt x="1068" y="5023"/>
                  </a:lnTo>
                  <a:lnTo>
                    <a:pt x="1173" y="5023"/>
                  </a:lnTo>
                  <a:lnTo>
                    <a:pt x="1256" y="5085"/>
                  </a:lnTo>
                  <a:lnTo>
                    <a:pt x="1214" y="5169"/>
                  </a:lnTo>
                  <a:lnTo>
                    <a:pt x="1340" y="5316"/>
                  </a:lnTo>
                  <a:lnTo>
                    <a:pt x="1466" y="5692"/>
                  </a:lnTo>
                  <a:lnTo>
                    <a:pt x="1445" y="5755"/>
                  </a:lnTo>
                  <a:lnTo>
                    <a:pt x="1486" y="5818"/>
                  </a:lnTo>
                  <a:lnTo>
                    <a:pt x="1382" y="5860"/>
                  </a:lnTo>
                  <a:lnTo>
                    <a:pt x="1256" y="5943"/>
                  </a:lnTo>
                  <a:lnTo>
                    <a:pt x="1194" y="5860"/>
                  </a:lnTo>
                  <a:lnTo>
                    <a:pt x="1256" y="5797"/>
                  </a:lnTo>
                  <a:lnTo>
                    <a:pt x="1256" y="5797"/>
                  </a:lnTo>
                  <a:lnTo>
                    <a:pt x="1131" y="5818"/>
                  </a:lnTo>
                  <a:lnTo>
                    <a:pt x="1068" y="5860"/>
                  </a:lnTo>
                  <a:lnTo>
                    <a:pt x="838" y="5964"/>
                  </a:lnTo>
                  <a:lnTo>
                    <a:pt x="440" y="5943"/>
                  </a:lnTo>
                  <a:lnTo>
                    <a:pt x="336" y="6006"/>
                  </a:lnTo>
                  <a:lnTo>
                    <a:pt x="252" y="5964"/>
                  </a:lnTo>
                  <a:lnTo>
                    <a:pt x="210" y="6111"/>
                  </a:lnTo>
                  <a:lnTo>
                    <a:pt x="126" y="6132"/>
                  </a:lnTo>
                  <a:lnTo>
                    <a:pt x="22" y="6215"/>
                  </a:lnTo>
                  <a:lnTo>
                    <a:pt x="1" y="6362"/>
                  </a:lnTo>
                  <a:lnTo>
                    <a:pt x="168" y="6257"/>
                  </a:lnTo>
                  <a:lnTo>
                    <a:pt x="336" y="6236"/>
                  </a:lnTo>
                  <a:lnTo>
                    <a:pt x="210" y="6320"/>
                  </a:lnTo>
                  <a:lnTo>
                    <a:pt x="106" y="6445"/>
                  </a:lnTo>
                  <a:lnTo>
                    <a:pt x="85" y="6571"/>
                  </a:lnTo>
                  <a:lnTo>
                    <a:pt x="147" y="6592"/>
                  </a:lnTo>
                  <a:lnTo>
                    <a:pt x="336" y="6780"/>
                  </a:lnTo>
                  <a:lnTo>
                    <a:pt x="691" y="6906"/>
                  </a:lnTo>
                  <a:lnTo>
                    <a:pt x="817" y="6885"/>
                  </a:lnTo>
                  <a:lnTo>
                    <a:pt x="963" y="6885"/>
                  </a:lnTo>
                  <a:lnTo>
                    <a:pt x="1194" y="6780"/>
                  </a:lnTo>
                  <a:lnTo>
                    <a:pt x="1194" y="6738"/>
                  </a:lnTo>
                  <a:lnTo>
                    <a:pt x="1194" y="6697"/>
                  </a:lnTo>
                  <a:lnTo>
                    <a:pt x="1214" y="6697"/>
                  </a:lnTo>
                  <a:lnTo>
                    <a:pt x="1340" y="6738"/>
                  </a:lnTo>
                  <a:lnTo>
                    <a:pt x="1298" y="6843"/>
                  </a:lnTo>
                  <a:lnTo>
                    <a:pt x="1256" y="6843"/>
                  </a:lnTo>
                  <a:lnTo>
                    <a:pt x="1152" y="6989"/>
                  </a:lnTo>
                  <a:lnTo>
                    <a:pt x="1068" y="6989"/>
                  </a:lnTo>
                  <a:lnTo>
                    <a:pt x="838" y="7178"/>
                  </a:lnTo>
                  <a:lnTo>
                    <a:pt x="838" y="7220"/>
                  </a:lnTo>
                  <a:lnTo>
                    <a:pt x="754" y="7199"/>
                  </a:lnTo>
                  <a:lnTo>
                    <a:pt x="733" y="7199"/>
                  </a:lnTo>
                  <a:lnTo>
                    <a:pt x="650" y="7261"/>
                  </a:lnTo>
                  <a:lnTo>
                    <a:pt x="566" y="7220"/>
                  </a:lnTo>
                  <a:lnTo>
                    <a:pt x="566" y="7115"/>
                  </a:lnTo>
                  <a:lnTo>
                    <a:pt x="503" y="7115"/>
                  </a:lnTo>
                  <a:lnTo>
                    <a:pt x="461" y="7094"/>
                  </a:lnTo>
                  <a:lnTo>
                    <a:pt x="419" y="7094"/>
                  </a:lnTo>
                  <a:lnTo>
                    <a:pt x="398" y="7178"/>
                  </a:lnTo>
                  <a:lnTo>
                    <a:pt x="419" y="7261"/>
                  </a:lnTo>
                  <a:lnTo>
                    <a:pt x="650" y="7492"/>
                  </a:lnTo>
                  <a:lnTo>
                    <a:pt x="733" y="7533"/>
                  </a:lnTo>
                  <a:lnTo>
                    <a:pt x="775" y="7533"/>
                  </a:lnTo>
                  <a:lnTo>
                    <a:pt x="817" y="7575"/>
                  </a:lnTo>
                  <a:lnTo>
                    <a:pt x="984" y="7826"/>
                  </a:lnTo>
                  <a:lnTo>
                    <a:pt x="1403" y="8161"/>
                  </a:lnTo>
                  <a:lnTo>
                    <a:pt x="1612" y="8224"/>
                  </a:lnTo>
                  <a:lnTo>
                    <a:pt x="1779" y="8161"/>
                  </a:lnTo>
                  <a:lnTo>
                    <a:pt x="2072" y="7994"/>
                  </a:lnTo>
                  <a:lnTo>
                    <a:pt x="2261" y="7889"/>
                  </a:lnTo>
                  <a:lnTo>
                    <a:pt x="2261" y="7826"/>
                  </a:lnTo>
                  <a:lnTo>
                    <a:pt x="2344" y="7722"/>
                  </a:lnTo>
                  <a:lnTo>
                    <a:pt x="2386" y="7513"/>
                  </a:lnTo>
                  <a:lnTo>
                    <a:pt x="2302" y="7408"/>
                  </a:lnTo>
                  <a:lnTo>
                    <a:pt x="2386" y="7199"/>
                  </a:lnTo>
                  <a:lnTo>
                    <a:pt x="2386" y="7094"/>
                  </a:lnTo>
                  <a:lnTo>
                    <a:pt x="2407" y="7010"/>
                  </a:lnTo>
                  <a:lnTo>
                    <a:pt x="2428" y="7094"/>
                  </a:lnTo>
                  <a:lnTo>
                    <a:pt x="2595" y="7094"/>
                  </a:lnTo>
                  <a:lnTo>
                    <a:pt x="2637" y="7115"/>
                  </a:lnTo>
                  <a:lnTo>
                    <a:pt x="2742" y="7073"/>
                  </a:lnTo>
                  <a:lnTo>
                    <a:pt x="2721" y="7115"/>
                  </a:lnTo>
                  <a:lnTo>
                    <a:pt x="2616" y="7220"/>
                  </a:lnTo>
                  <a:lnTo>
                    <a:pt x="2533" y="7199"/>
                  </a:lnTo>
                  <a:lnTo>
                    <a:pt x="2512" y="7220"/>
                  </a:lnTo>
                  <a:lnTo>
                    <a:pt x="2491" y="7366"/>
                  </a:lnTo>
                  <a:lnTo>
                    <a:pt x="2533" y="7429"/>
                  </a:lnTo>
                  <a:lnTo>
                    <a:pt x="2533" y="7533"/>
                  </a:lnTo>
                  <a:lnTo>
                    <a:pt x="2595" y="7575"/>
                  </a:lnTo>
                  <a:lnTo>
                    <a:pt x="2742" y="7533"/>
                  </a:lnTo>
                  <a:lnTo>
                    <a:pt x="2826" y="7575"/>
                  </a:lnTo>
                  <a:lnTo>
                    <a:pt x="2742" y="7575"/>
                  </a:lnTo>
                  <a:lnTo>
                    <a:pt x="2700" y="7617"/>
                  </a:lnTo>
                  <a:lnTo>
                    <a:pt x="2554" y="7701"/>
                  </a:lnTo>
                  <a:lnTo>
                    <a:pt x="2616" y="7952"/>
                  </a:lnTo>
                  <a:lnTo>
                    <a:pt x="2700" y="8015"/>
                  </a:lnTo>
                  <a:lnTo>
                    <a:pt x="2742" y="8203"/>
                  </a:lnTo>
                  <a:lnTo>
                    <a:pt x="2742" y="8349"/>
                  </a:lnTo>
                  <a:lnTo>
                    <a:pt x="2700" y="8475"/>
                  </a:lnTo>
                  <a:lnTo>
                    <a:pt x="2700" y="8580"/>
                  </a:lnTo>
                  <a:lnTo>
                    <a:pt x="2784" y="8642"/>
                  </a:lnTo>
                  <a:lnTo>
                    <a:pt x="2700" y="8684"/>
                  </a:lnTo>
                  <a:lnTo>
                    <a:pt x="2721" y="8873"/>
                  </a:lnTo>
                  <a:lnTo>
                    <a:pt x="2867" y="9186"/>
                  </a:lnTo>
                  <a:lnTo>
                    <a:pt x="2909" y="9291"/>
                  </a:lnTo>
                  <a:lnTo>
                    <a:pt x="2951" y="9375"/>
                  </a:lnTo>
                  <a:lnTo>
                    <a:pt x="2867" y="9396"/>
                  </a:lnTo>
                  <a:lnTo>
                    <a:pt x="2867" y="9521"/>
                  </a:lnTo>
                  <a:lnTo>
                    <a:pt x="3035" y="9730"/>
                  </a:lnTo>
                  <a:lnTo>
                    <a:pt x="2909" y="9730"/>
                  </a:lnTo>
                  <a:lnTo>
                    <a:pt x="3035" y="9919"/>
                  </a:lnTo>
                  <a:lnTo>
                    <a:pt x="3035" y="10086"/>
                  </a:lnTo>
                  <a:lnTo>
                    <a:pt x="3265" y="10546"/>
                  </a:lnTo>
                  <a:lnTo>
                    <a:pt x="3265" y="10860"/>
                  </a:lnTo>
                  <a:lnTo>
                    <a:pt x="3370" y="11132"/>
                  </a:lnTo>
                  <a:lnTo>
                    <a:pt x="3453" y="11174"/>
                  </a:lnTo>
                  <a:lnTo>
                    <a:pt x="3495" y="11342"/>
                  </a:lnTo>
                  <a:lnTo>
                    <a:pt x="3579" y="11383"/>
                  </a:lnTo>
                  <a:lnTo>
                    <a:pt x="3579" y="11467"/>
                  </a:lnTo>
                  <a:lnTo>
                    <a:pt x="3704" y="11697"/>
                  </a:lnTo>
                  <a:lnTo>
                    <a:pt x="3767" y="11718"/>
                  </a:lnTo>
                  <a:lnTo>
                    <a:pt x="3767" y="11781"/>
                  </a:lnTo>
                  <a:lnTo>
                    <a:pt x="3893" y="11969"/>
                  </a:lnTo>
                  <a:lnTo>
                    <a:pt x="3955" y="11969"/>
                  </a:lnTo>
                  <a:lnTo>
                    <a:pt x="3955" y="12178"/>
                  </a:lnTo>
                  <a:lnTo>
                    <a:pt x="3997" y="12241"/>
                  </a:lnTo>
                  <a:lnTo>
                    <a:pt x="4081" y="12388"/>
                  </a:lnTo>
                  <a:lnTo>
                    <a:pt x="4102" y="12555"/>
                  </a:lnTo>
                  <a:lnTo>
                    <a:pt x="4207" y="12827"/>
                  </a:lnTo>
                  <a:lnTo>
                    <a:pt x="4269" y="12932"/>
                  </a:lnTo>
                  <a:lnTo>
                    <a:pt x="4290" y="13162"/>
                  </a:lnTo>
                  <a:lnTo>
                    <a:pt x="4332" y="13225"/>
                  </a:lnTo>
                  <a:lnTo>
                    <a:pt x="4416" y="13371"/>
                  </a:lnTo>
                  <a:lnTo>
                    <a:pt x="4583" y="13539"/>
                  </a:lnTo>
                  <a:lnTo>
                    <a:pt x="4604" y="13539"/>
                  </a:lnTo>
                  <a:lnTo>
                    <a:pt x="4709" y="13685"/>
                  </a:lnTo>
                  <a:lnTo>
                    <a:pt x="4876" y="13894"/>
                  </a:lnTo>
                  <a:lnTo>
                    <a:pt x="4939" y="14083"/>
                  </a:lnTo>
                  <a:lnTo>
                    <a:pt x="5002" y="14229"/>
                  </a:lnTo>
                  <a:lnTo>
                    <a:pt x="5043" y="14271"/>
                  </a:lnTo>
                  <a:lnTo>
                    <a:pt x="5043" y="14375"/>
                  </a:lnTo>
                  <a:lnTo>
                    <a:pt x="5169" y="14606"/>
                  </a:lnTo>
                  <a:lnTo>
                    <a:pt x="5232" y="14815"/>
                  </a:lnTo>
                  <a:lnTo>
                    <a:pt x="5232" y="15045"/>
                  </a:lnTo>
                  <a:lnTo>
                    <a:pt x="5441" y="15484"/>
                  </a:lnTo>
                  <a:lnTo>
                    <a:pt x="5629" y="15673"/>
                  </a:lnTo>
                  <a:lnTo>
                    <a:pt x="5776" y="15798"/>
                  </a:lnTo>
                  <a:lnTo>
                    <a:pt x="5985" y="15840"/>
                  </a:lnTo>
                  <a:lnTo>
                    <a:pt x="6194" y="15673"/>
                  </a:lnTo>
                  <a:lnTo>
                    <a:pt x="6257" y="15547"/>
                  </a:lnTo>
                  <a:lnTo>
                    <a:pt x="6215" y="15484"/>
                  </a:lnTo>
                  <a:lnTo>
                    <a:pt x="6257" y="15464"/>
                  </a:lnTo>
                  <a:lnTo>
                    <a:pt x="6278" y="15422"/>
                  </a:lnTo>
                  <a:lnTo>
                    <a:pt x="6320" y="15317"/>
                  </a:lnTo>
                  <a:lnTo>
                    <a:pt x="6529" y="15212"/>
                  </a:lnTo>
                  <a:lnTo>
                    <a:pt x="6571" y="15212"/>
                  </a:lnTo>
                  <a:lnTo>
                    <a:pt x="6822" y="15129"/>
                  </a:lnTo>
                  <a:lnTo>
                    <a:pt x="6906" y="15150"/>
                  </a:lnTo>
                  <a:lnTo>
                    <a:pt x="6717" y="15045"/>
                  </a:lnTo>
                  <a:lnTo>
                    <a:pt x="6696" y="14961"/>
                  </a:lnTo>
                  <a:lnTo>
                    <a:pt x="6738" y="14919"/>
                  </a:lnTo>
                  <a:lnTo>
                    <a:pt x="6906" y="14710"/>
                  </a:lnTo>
                  <a:lnTo>
                    <a:pt x="6885" y="14647"/>
                  </a:lnTo>
                  <a:lnTo>
                    <a:pt x="6927" y="14543"/>
                  </a:lnTo>
                  <a:lnTo>
                    <a:pt x="7094" y="14522"/>
                  </a:lnTo>
                  <a:lnTo>
                    <a:pt x="7136" y="14543"/>
                  </a:lnTo>
                  <a:lnTo>
                    <a:pt x="7261" y="14522"/>
                  </a:lnTo>
                  <a:lnTo>
                    <a:pt x="7261" y="14375"/>
                  </a:lnTo>
                  <a:lnTo>
                    <a:pt x="7220" y="13894"/>
                  </a:lnTo>
                  <a:lnTo>
                    <a:pt x="7157" y="13811"/>
                  </a:lnTo>
                  <a:lnTo>
                    <a:pt x="7157" y="13580"/>
                  </a:lnTo>
                  <a:lnTo>
                    <a:pt x="7303" y="13329"/>
                  </a:lnTo>
                  <a:lnTo>
                    <a:pt x="7429" y="12953"/>
                  </a:lnTo>
                  <a:lnTo>
                    <a:pt x="7429" y="12660"/>
                  </a:lnTo>
                  <a:lnTo>
                    <a:pt x="7261" y="12618"/>
                  </a:lnTo>
                  <a:lnTo>
                    <a:pt x="7261" y="12178"/>
                  </a:lnTo>
                  <a:lnTo>
                    <a:pt x="7240" y="12011"/>
                  </a:lnTo>
                  <a:lnTo>
                    <a:pt x="7345" y="11906"/>
                  </a:lnTo>
                  <a:lnTo>
                    <a:pt x="7240" y="11614"/>
                  </a:lnTo>
                  <a:lnTo>
                    <a:pt x="7240" y="11404"/>
                  </a:lnTo>
                  <a:lnTo>
                    <a:pt x="7303" y="11300"/>
                  </a:lnTo>
                  <a:lnTo>
                    <a:pt x="7492" y="11132"/>
                  </a:lnTo>
                  <a:lnTo>
                    <a:pt x="7533" y="11132"/>
                  </a:lnTo>
                  <a:lnTo>
                    <a:pt x="7617" y="11195"/>
                  </a:lnTo>
                  <a:lnTo>
                    <a:pt x="7680" y="11237"/>
                  </a:lnTo>
                  <a:lnTo>
                    <a:pt x="7847" y="11028"/>
                  </a:lnTo>
                  <a:lnTo>
                    <a:pt x="7847" y="10881"/>
                  </a:lnTo>
                  <a:lnTo>
                    <a:pt x="7952" y="10818"/>
                  </a:lnTo>
                  <a:lnTo>
                    <a:pt x="8203" y="10839"/>
                  </a:lnTo>
                  <a:lnTo>
                    <a:pt x="8349" y="10756"/>
                  </a:lnTo>
                  <a:lnTo>
                    <a:pt x="8454" y="10609"/>
                  </a:lnTo>
                  <a:lnTo>
                    <a:pt x="8412" y="10463"/>
                  </a:lnTo>
                  <a:lnTo>
                    <a:pt x="8454" y="10358"/>
                  </a:lnTo>
                  <a:lnTo>
                    <a:pt x="8600" y="10212"/>
                  </a:lnTo>
                  <a:lnTo>
                    <a:pt x="8810" y="10149"/>
                  </a:lnTo>
                  <a:lnTo>
                    <a:pt x="8935" y="10023"/>
                  </a:lnTo>
                  <a:lnTo>
                    <a:pt x="9019" y="9877"/>
                  </a:lnTo>
                  <a:lnTo>
                    <a:pt x="9542" y="9479"/>
                  </a:lnTo>
                  <a:lnTo>
                    <a:pt x="9626" y="9186"/>
                  </a:lnTo>
                  <a:lnTo>
                    <a:pt x="10023" y="8852"/>
                  </a:lnTo>
                  <a:lnTo>
                    <a:pt x="9961" y="8831"/>
                  </a:lnTo>
                  <a:lnTo>
                    <a:pt x="9940" y="8852"/>
                  </a:lnTo>
                  <a:lnTo>
                    <a:pt x="9856" y="8893"/>
                  </a:lnTo>
                  <a:lnTo>
                    <a:pt x="9877" y="8747"/>
                  </a:lnTo>
                  <a:lnTo>
                    <a:pt x="9940" y="8747"/>
                  </a:lnTo>
                  <a:lnTo>
                    <a:pt x="10044" y="8663"/>
                  </a:lnTo>
                  <a:lnTo>
                    <a:pt x="10065" y="8663"/>
                  </a:lnTo>
                  <a:lnTo>
                    <a:pt x="10086" y="8684"/>
                  </a:lnTo>
                  <a:lnTo>
                    <a:pt x="10086" y="8747"/>
                  </a:lnTo>
                  <a:lnTo>
                    <a:pt x="10149" y="8789"/>
                  </a:lnTo>
                  <a:lnTo>
                    <a:pt x="10463" y="8621"/>
                  </a:lnTo>
                  <a:lnTo>
                    <a:pt x="10463" y="8559"/>
                  </a:lnTo>
                  <a:lnTo>
                    <a:pt x="10672" y="8412"/>
                  </a:lnTo>
                  <a:lnTo>
                    <a:pt x="10630" y="8329"/>
                  </a:lnTo>
                  <a:lnTo>
                    <a:pt x="10714" y="8329"/>
                  </a:lnTo>
                  <a:lnTo>
                    <a:pt x="10756" y="8224"/>
                  </a:lnTo>
                  <a:lnTo>
                    <a:pt x="10881" y="8119"/>
                  </a:lnTo>
                  <a:lnTo>
                    <a:pt x="10818" y="8098"/>
                  </a:lnTo>
                  <a:lnTo>
                    <a:pt x="10860" y="8057"/>
                  </a:lnTo>
                  <a:lnTo>
                    <a:pt x="10777" y="7931"/>
                  </a:lnTo>
                  <a:lnTo>
                    <a:pt x="10777" y="7847"/>
                  </a:lnTo>
                  <a:lnTo>
                    <a:pt x="10818" y="7743"/>
                  </a:lnTo>
                  <a:lnTo>
                    <a:pt x="10860" y="7680"/>
                  </a:lnTo>
                  <a:lnTo>
                    <a:pt x="10902" y="7617"/>
                  </a:lnTo>
                  <a:lnTo>
                    <a:pt x="11279" y="7492"/>
                  </a:lnTo>
                  <a:lnTo>
                    <a:pt x="11341" y="7387"/>
                  </a:lnTo>
                  <a:lnTo>
                    <a:pt x="11341" y="7303"/>
                  </a:lnTo>
                  <a:lnTo>
                    <a:pt x="11404" y="7220"/>
                  </a:lnTo>
                  <a:lnTo>
                    <a:pt x="11425" y="7178"/>
                  </a:lnTo>
                  <a:lnTo>
                    <a:pt x="11383" y="7115"/>
                  </a:lnTo>
                  <a:lnTo>
                    <a:pt x="11321" y="7115"/>
                  </a:lnTo>
                  <a:lnTo>
                    <a:pt x="11300" y="7073"/>
                  </a:lnTo>
                  <a:lnTo>
                    <a:pt x="11404" y="7073"/>
                  </a:lnTo>
                  <a:lnTo>
                    <a:pt x="11488" y="7157"/>
                  </a:lnTo>
                  <a:lnTo>
                    <a:pt x="11488" y="7261"/>
                  </a:lnTo>
                  <a:lnTo>
                    <a:pt x="11509" y="7387"/>
                  </a:lnTo>
                  <a:lnTo>
                    <a:pt x="11593" y="7408"/>
                  </a:lnTo>
                  <a:lnTo>
                    <a:pt x="11676" y="7408"/>
                  </a:lnTo>
                  <a:lnTo>
                    <a:pt x="11718" y="7366"/>
                  </a:lnTo>
                  <a:lnTo>
                    <a:pt x="11739" y="7387"/>
                  </a:lnTo>
                  <a:lnTo>
                    <a:pt x="11739" y="7324"/>
                  </a:lnTo>
                  <a:lnTo>
                    <a:pt x="11760" y="7282"/>
                  </a:lnTo>
                  <a:lnTo>
                    <a:pt x="11802" y="7324"/>
                  </a:lnTo>
                  <a:lnTo>
                    <a:pt x="11823" y="7492"/>
                  </a:lnTo>
                  <a:lnTo>
                    <a:pt x="11906" y="7513"/>
                  </a:lnTo>
                  <a:lnTo>
                    <a:pt x="11906" y="7429"/>
                  </a:lnTo>
                  <a:lnTo>
                    <a:pt x="11969" y="7533"/>
                  </a:lnTo>
                  <a:lnTo>
                    <a:pt x="12032" y="7429"/>
                  </a:lnTo>
                  <a:lnTo>
                    <a:pt x="11969" y="7303"/>
                  </a:lnTo>
                  <a:lnTo>
                    <a:pt x="12011" y="7303"/>
                  </a:lnTo>
                  <a:lnTo>
                    <a:pt x="11969" y="7115"/>
                  </a:lnTo>
                  <a:lnTo>
                    <a:pt x="11948" y="7010"/>
                  </a:lnTo>
                  <a:lnTo>
                    <a:pt x="11948" y="6864"/>
                  </a:lnTo>
                  <a:lnTo>
                    <a:pt x="11760" y="6634"/>
                  </a:lnTo>
                  <a:lnTo>
                    <a:pt x="11739" y="6445"/>
                  </a:lnTo>
                  <a:lnTo>
                    <a:pt x="11760" y="6341"/>
                  </a:lnTo>
                  <a:lnTo>
                    <a:pt x="11718" y="6215"/>
                  </a:lnTo>
                  <a:lnTo>
                    <a:pt x="11718" y="6027"/>
                  </a:lnTo>
                  <a:lnTo>
                    <a:pt x="11551" y="5839"/>
                  </a:lnTo>
                  <a:lnTo>
                    <a:pt x="11425" y="5797"/>
                  </a:lnTo>
                  <a:lnTo>
                    <a:pt x="11300" y="5629"/>
                  </a:lnTo>
                  <a:lnTo>
                    <a:pt x="11300" y="5399"/>
                  </a:lnTo>
                  <a:lnTo>
                    <a:pt x="11404" y="5378"/>
                  </a:lnTo>
                  <a:lnTo>
                    <a:pt x="11446" y="5211"/>
                  </a:lnTo>
                  <a:lnTo>
                    <a:pt x="11530" y="5169"/>
                  </a:lnTo>
                  <a:lnTo>
                    <a:pt x="11613" y="5190"/>
                  </a:lnTo>
                  <a:lnTo>
                    <a:pt x="11676" y="5127"/>
                  </a:lnTo>
                  <a:lnTo>
                    <a:pt x="11634" y="4981"/>
                  </a:lnTo>
                  <a:lnTo>
                    <a:pt x="11655" y="4918"/>
                  </a:lnTo>
                  <a:lnTo>
                    <a:pt x="11530" y="4897"/>
                  </a:lnTo>
                  <a:lnTo>
                    <a:pt x="11425" y="4960"/>
                  </a:lnTo>
                  <a:lnTo>
                    <a:pt x="11132" y="4855"/>
                  </a:lnTo>
                  <a:lnTo>
                    <a:pt x="11153" y="4709"/>
                  </a:lnTo>
                  <a:lnTo>
                    <a:pt x="11279" y="4583"/>
                  </a:lnTo>
                  <a:lnTo>
                    <a:pt x="11321" y="4437"/>
                  </a:lnTo>
                  <a:lnTo>
                    <a:pt x="11279" y="4374"/>
                  </a:lnTo>
                  <a:lnTo>
                    <a:pt x="11279" y="4290"/>
                  </a:lnTo>
                  <a:lnTo>
                    <a:pt x="11321" y="4290"/>
                  </a:lnTo>
                  <a:lnTo>
                    <a:pt x="11341" y="4228"/>
                  </a:lnTo>
                  <a:lnTo>
                    <a:pt x="11404" y="4269"/>
                  </a:lnTo>
                  <a:lnTo>
                    <a:pt x="11488" y="4374"/>
                  </a:lnTo>
                  <a:lnTo>
                    <a:pt x="11488" y="4437"/>
                  </a:lnTo>
                  <a:lnTo>
                    <a:pt x="11551" y="4541"/>
                  </a:lnTo>
                  <a:lnTo>
                    <a:pt x="11676" y="4562"/>
                  </a:lnTo>
                  <a:lnTo>
                    <a:pt x="11739" y="4541"/>
                  </a:lnTo>
                  <a:lnTo>
                    <a:pt x="11655" y="4479"/>
                  </a:lnTo>
                  <a:lnTo>
                    <a:pt x="11676" y="4395"/>
                  </a:lnTo>
                  <a:lnTo>
                    <a:pt x="11739" y="4395"/>
                  </a:lnTo>
                  <a:lnTo>
                    <a:pt x="11823" y="4479"/>
                  </a:lnTo>
                  <a:lnTo>
                    <a:pt x="11865" y="4541"/>
                  </a:lnTo>
                  <a:lnTo>
                    <a:pt x="11969" y="4583"/>
                  </a:lnTo>
                  <a:lnTo>
                    <a:pt x="12011" y="4541"/>
                  </a:lnTo>
                  <a:lnTo>
                    <a:pt x="12053" y="4541"/>
                  </a:lnTo>
                  <a:lnTo>
                    <a:pt x="12137" y="4667"/>
                  </a:lnTo>
                  <a:lnTo>
                    <a:pt x="12158" y="4792"/>
                  </a:lnTo>
                  <a:lnTo>
                    <a:pt x="12158" y="4876"/>
                  </a:lnTo>
                  <a:lnTo>
                    <a:pt x="12199" y="5002"/>
                  </a:lnTo>
                  <a:lnTo>
                    <a:pt x="12199" y="5085"/>
                  </a:lnTo>
                  <a:lnTo>
                    <a:pt x="12325" y="5127"/>
                  </a:lnTo>
                  <a:lnTo>
                    <a:pt x="12430" y="5106"/>
                  </a:lnTo>
                  <a:lnTo>
                    <a:pt x="12555" y="5169"/>
                  </a:lnTo>
                  <a:lnTo>
                    <a:pt x="12911" y="5169"/>
                  </a:lnTo>
                  <a:lnTo>
                    <a:pt x="13099" y="5190"/>
                  </a:lnTo>
                  <a:lnTo>
                    <a:pt x="13308" y="5169"/>
                  </a:lnTo>
                  <a:lnTo>
                    <a:pt x="13392" y="5169"/>
                  </a:lnTo>
                  <a:lnTo>
                    <a:pt x="13434" y="5190"/>
                  </a:lnTo>
                  <a:lnTo>
                    <a:pt x="13497" y="5169"/>
                  </a:lnTo>
                  <a:lnTo>
                    <a:pt x="13601" y="5274"/>
                  </a:lnTo>
                  <a:lnTo>
                    <a:pt x="13643" y="5295"/>
                  </a:lnTo>
                  <a:lnTo>
                    <a:pt x="13601" y="5420"/>
                  </a:lnTo>
                  <a:lnTo>
                    <a:pt x="13580" y="5546"/>
                  </a:lnTo>
                  <a:lnTo>
                    <a:pt x="13497" y="5755"/>
                  </a:lnTo>
                  <a:lnTo>
                    <a:pt x="13434" y="5797"/>
                  </a:lnTo>
                  <a:lnTo>
                    <a:pt x="13434" y="5860"/>
                  </a:lnTo>
                  <a:lnTo>
                    <a:pt x="13392" y="5922"/>
                  </a:lnTo>
                  <a:lnTo>
                    <a:pt x="13308" y="5922"/>
                  </a:lnTo>
                  <a:lnTo>
                    <a:pt x="13287" y="5860"/>
                  </a:lnTo>
                  <a:lnTo>
                    <a:pt x="13183" y="5943"/>
                  </a:lnTo>
                  <a:lnTo>
                    <a:pt x="13162" y="6027"/>
                  </a:lnTo>
                  <a:lnTo>
                    <a:pt x="13099" y="6048"/>
                  </a:lnTo>
                  <a:lnTo>
                    <a:pt x="13099" y="6132"/>
                  </a:lnTo>
                  <a:lnTo>
                    <a:pt x="13162" y="6278"/>
                  </a:lnTo>
                  <a:lnTo>
                    <a:pt x="13225" y="6341"/>
                  </a:lnTo>
                  <a:lnTo>
                    <a:pt x="13225" y="6383"/>
                  </a:lnTo>
                  <a:lnTo>
                    <a:pt x="13329" y="6487"/>
                  </a:lnTo>
                  <a:lnTo>
                    <a:pt x="13413" y="6592"/>
                  </a:lnTo>
                  <a:lnTo>
                    <a:pt x="13497" y="6592"/>
                  </a:lnTo>
                  <a:lnTo>
                    <a:pt x="13497" y="6529"/>
                  </a:lnTo>
                  <a:lnTo>
                    <a:pt x="13476" y="6466"/>
                  </a:lnTo>
                  <a:lnTo>
                    <a:pt x="13518" y="6383"/>
                  </a:lnTo>
                  <a:lnTo>
                    <a:pt x="13518" y="6341"/>
                  </a:lnTo>
                  <a:lnTo>
                    <a:pt x="13538" y="6278"/>
                  </a:lnTo>
                  <a:lnTo>
                    <a:pt x="13518" y="6236"/>
                  </a:lnTo>
                  <a:lnTo>
                    <a:pt x="13580" y="6173"/>
                  </a:lnTo>
                  <a:lnTo>
                    <a:pt x="13643" y="6236"/>
                  </a:lnTo>
                  <a:lnTo>
                    <a:pt x="13727" y="6236"/>
                  </a:lnTo>
                  <a:lnTo>
                    <a:pt x="13769" y="6278"/>
                  </a:lnTo>
                  <a:lnTo>
                    <a:pt x="13831" y="6362"/>
                  </a:lnTo>
                  <a:lnTo>
                    <a:pt x="13852" y="6529"/>
                  </a:lnTo>
                  <a:lnTo>
                    <a:pt x="13852" y="6655"/>
                  </a:lnTo>
                  <a:lnTo>
                    <a:pt x="13915" y="6738"/>
                  </a:lnTo>
                  <a:lnTo>
                    <a:pt x="13936" y="6969"/>
                  </a:lnTo>
                  <a:lnTo>
                    <a:pt x="13999" y="7115"/>
                  </a:lnTo>
                  <a:lnTo>
                    <a:pt x="14020" y="7199"/>
                  </a:lnTo>
                  <a:lnTo>
                    <a:pt x="14041" y="7261"/>
                  </a:lnTo>
                  <a:lnTo>
                    <a:pt x="14041" y="7303"/>
                  </a:lnTo>
                  <a:lnTo>
                    <a:pt x="14062" y="7366"/>
                  </a:lnTo>
                  <a:lnTo>
                    <a:pt x="14103" y="7387"/>
                  </a:lnTo>
                  <a:lnTo>
                    <a:pt x="14103" y="7303"/>
                  </a:lnTo>
                  <a:lnTo>
                    <a:pt x="14124" y="7199"/>
                  </a:lnTo>
                  <a:lnTo>
                    <a:pt x="14166" y="7220"/>
                  </a:lnTo>
                  <a:lnTo>
                    <a:pt x="14250" y="7199"/>
                  </a:lnTo>
                  <a:lnTo>
                    <a:pt x="14292" y="6989"/>
                  </a:lnTo>
                  <a:lnTo>
                    <a:pt x="14271" y="6885"/>
                  </a:lnTo>
                  <a:lnTo>
                    <a:pt x="14292" y="6759"/>
                  </a:lnTo>
                  <a:lnTo>
                    <a:pt x="14271" y="6592"/>
                  </a:lnTo>
                  <a:lnTo>
                    <a:pt x="14417" y="6592"/>
                  </a:lnTo>
                  <a:lnTo>
                    <a:pt x="14417" y="6383"/>
                  </a:lnTo>
                  <a:lnTo>
                    <a:pt x="14417" y="6257"/>
                  </a:lnTo>
                  <a:lnTo>
                    <a:pt x="14354" y="5964"/>
                  </a:lnTo>
                  <a:lnTo>
                    <a:pt x="14459" y="5964"/>
                  </a:lnTo>
                  <a:lnTo>
                    <a:pt x="14564" y="6006"/>
                  </a:lnTo>
                  <a:lnTo>
                    <a:pt x="14731" y="6006"/>
                  </a:lnTo>
                  <a:lnTo>
                    <a:pt x="14794" y="5797"/>
                  </a:lnTo>
                  <a:lnTo>
                    <a:pt x="14857" y="5546"/>
                  </a:lnTo>
                  <a:lnTo>
                    <a:pt x="14982" y="5232"/>
                  </a:lnTo>
                  <a:lnTo>
                    <a:pt x="14857" y="5190"/>
                  </a:lnTo>
                  <a:lnTo>
                    <a:pt x="14857" y="5085"/>
                  </a:lnTo>
                  <a:lnTo>
                    <a:pt x="15003" y="4813"/>
                  </a:lnTo>
                  <a:lnTo>
                    <a:pt x="15087" y="4583"/>
                  </a:lnTo>
                  <a:lnTo>
                    <a:pt x="15045" y="4541"/>
                  </a:lnTo>
                  <a:lnTo>
                    <a:pt x="15066" y="4374"/>
                  </a:lnTo>
                  <a:lnTo>
                    <a:pt x="15254" y="4081"/>
                  </a:lnTo>
                  <a:lnTo>
                    <a:pt x="15380" y="4039"/>
                  </a:lnTo>
                  <a:lnTo>
                    <a:pt x="15505" y="3872"/>
                  </a:lnTo>
                  <a:lnTo>
                    <a:pt x="15568" y="3725"/>
                  </a:lnTo>
                  <a:lnTo>
                    <a:pt x="15777" y="3663"/>
                  </a:lnTo>
                  <a:lnTo>
                    <a:pt x="15924" y="3558"/>
                  </a:lnTo>
                  <a:lnTo>
                    <a:pt x="16007" y="3642"/>
                  </a:lnTo>
                  <a:lnTo>
                    <a:pt x="16133" y="3704"/>
                  </a:lnTo>
                  <a:lnTo>
                    <a:pt x="16112" y="3600"/>
                  </a:lnTo>
                  <a:lnTo>
                    <a:pt x="16112" y="3432"/>
                  </a:lnTo>
                  <a:lnTo>
                    <a:pt x="16217" y="3328"/>
                  </a:lnTo>
                  <a:lnTo>
                    <a:pt x="16196" y="3244"/>
                  </a:lnTo>
                  <a:lnTo>
                    <a:pt x="16154" y="3223"/>
                  </a:lnTo>
                  <a:lnTo>
                    <a:pt x="16091" y="3119"/>
                  </a:lnTo>
                  <a:lnTo>
                    <a:pt x="15987" y="3077"/>
                  </a:lnTo>
                  <a:lnTo>
                    <a:pt x="15903" y="3119"/>
                  </a:lnTo>
                  <a:lnTo>
                    <a:pt x="15777" y="3098"/>
                  </a:lnTo>
                  <a:lnTo>
                    <a:pt x="15735" y="2993"/>
                  </a:lnTo>
                  <a:lnTo>
                    <a:pt x="15840" y="2888"/>
                  </a:lnTo>
                  <a:lnTo>
                    <a:pt x="15840" y="2805"/>
                  </a:lnTo>
                  <a:lnTo>
                    <a:pt x="15777" y="2700"/>
                  </a:lnTo>
                  <a:lnTo>
                    <a:pt x="15735" y="2616"/>
                  </a:lnTo>
                  <a:lnTo>
                    <a:pt x="15673" y="2658"/>
                  </a:lnTo>
                  <a:lnTo>
                    <a:pt x="15589" y="2658"/>
                  </a:lnTo>
                  <a:lnTo>
                    <a:pt x="15526" y="2575"/>
                  </a:lnTo>
                  <a:lnTo>
                    <a:pt x="15610" y="2407"/>
                  </a:lnTo>
                  <a:lnTo>
                    <a:pt x="15589" y="2365"/>
                  </a:lnTo>
                  <a:lnTo>
                    <a:pt x="15505" y="2365"/>
                  </a:lnTo>
                  <a:lnTo>
                    <a:pt x="15463" y="2282"/>
                  </a:lnTo>
                  <a:lnTo>
                    <a:pt x="15380" y="2261"/>
                  </a:lnTo>
                  <a:lnTo>
                    <a:pt x="15108" y="2407"/>
                  </a:lnTo>
                  <a:lnTo>
                    <a:pt x="15150" y="2512"/>
                  </a:lnTo>
                  <a:lnTo>
                    <a:pt x="15066" y="2575"/>
                  </a:lnTo>
                  <a:lnTo>
                    <a:pt x="14857" y="2491"/>
                  </a:lnTo>
                  <a:lnTo>
                    <a:pt x="14689" y="2554"/>
                  </a:lnTo>
                  <a:lnTo>
                    <a:pt x="14585" y="2386"/>
                  </a:lnTo>
                  <a:lnTo>
                    <a:pt x="14459" y="2491"/>
                  </a:lnTo>
                  <a:lnTo>
                    <a:pt x="14375" y="2491"/>
                  </a:lnTo>
                  <a:lnTo>
                    <a:pt x="14375" y="2616"/>
                  </a:lnTo>
                  <a:lnTo>
                    <a:pt x="14271" y="2784"/>
                  </a:lnTo>
                  <a:lnTo>
                    <a:pt x="14041" y="2826"/>
                  </a:lnTo>
                  <a:lnTo>
                    <a:pt x="13936" y="2867"/>
                  </a:lnTo>
                  <a:lnTo>
                    <a:pt x="13831" y="2972"/>
                  </a:lnTo>
                  <a:lnTo>
                    <a:pt x="13769" y="3098"/>
                  </a:lnTo>
                  <a:lnTo>
                    <a:pt x="13685" y="3119"/>
                  </a:lnTo>
                  <a:lnTo>
                    <a:pt x="13685" y="3202"/>
                  </a:lnTo>
                  <a:lnTo>
                    <a:pt x="13580" y="3181"/>
                  </a:lnTo>
                  <a:lnTo>
                    <a:pt x="13497" y="3223"/>
                  </a:lnTo>
                  <a:lnTo>
                    <a:pt x="13434" y="3391"/>
                  </a:lnTo>
                  <a:lnTo>
                    <a:pt x="13329" y="3391"/>
                  </a:lnTo>
                  <a:lnTo>
                    <a:pt x="13120" y="3432"/>
                  </a:lnTo>
                  <a:lnTo>
                    <a:pt x="13057" y="3432"/>
                  </a:lnTo>
                  <a:lnTo>
                    <a:pt x="13015" y="3600"/>
                  </a:lnTo>
                  <a:lnTo>
                    <a:pt x="13015" y="3704"/>
                  </a:lnTo>
                  <a:lnTo>
                    <a:pt x="13204" y="3767"/>
                  </a:lnTo>
                  <a:lnTo>
                    <a:pt x="13204" y="3935"/>
                  </a:lnTo>
                  <a:lnTo>
                    <a:pt x="13204" y="4039"/>
                  </a:lnTo>
                  <a:lnTo>
                    <a:pt x="12974" y="4123"/>
                  </a:lnTo>
                  <a:lnTo>
                    <a:pt x="12806" y="4081"/>
                  </a:lnTo>
                  <a:lnTo>
                    <a:pt x="12597" y="4144"/>
                  </a:lnTo>
                  <a:lnTo>
                    <a:pt x="12492" y="4081"/>
                  </a:lnTo>
                  <a:lnTo>
                    <a:pt x="12367" y="4123"/>
                  </a:lnTo>
                  <a:lnTo>
                    <a:pt x="12262" y="4248"/>
                  </a:lnTo>
                  <a:lnTo>
                    <a:pt x="12116" y="4248"/>
                  </a:lnTo>
                  <a:lnTo>
                    <a:pt x="11823" y="4081"/>
                  </a:lnTo>
                  <a:lnTo>
                    <a:pt x="11739" y="4144"/>
                  </a:lnTo>
                  <a:lnTo>
                    <a:pt x="11530" y="4123"/>
                  </a:lnTo>
                  <a:lnTo>
                    <a:pt x="11425" y="3935"/>
                  </a:lnTo>
                  <a:lnTo>
                    <a:pt x="11488" y="3830"/>
                  </a:lnTo>
                  <a:lnTo>
                    <a:pt x="11488" y="3704"/>
                  </a:lnTo>
                  <a:lnTo>
                    <a:pt x="11383" y="3621"/>
                  </a:lnTo>
                  <a:lnTo>
                    <a:pt x="11341" y="3453"/>
                  </a:lnTo>
                  <a:lnTo>
                    <a:pt x="11300" y="3349"/>
                  </a:lnTo>
                  <a:lnTo>
                    <a:pt x="11153" y="3349"/>
                  </a:lnTo>
                  <a:lnTo>
                    <a:pt x="11069" y="3453"/>
                  </a:lnTo>
                  <a:lnTo>
                    <a:pt x="11028" y="3453"/>
                  </a:lnTo>
                  <a:lnTo>
                    <a:pt x="11090" y="3600"/>
                  </a:lnTo>
                  <a:lnTo>
                    <a:pt x="11028" y="3851"/>
                  </a:lnTo>
                  <a:lnTo>
                    <a:pt x="11132" y="4081"/>
                  </a:lnTo>
                  <a:lnTo>
                    <a:pt x="11090" y="4353"/>
                  </a:lnTo>
                  <a:lnTo>
                    <a:pt x="10756" y="4437"/>
                  </a:lnTo>
                  <a:lnTo>
                    <a:pt x="10505" y="4290"/>
                  </a:lnTo>
                  <a:lnTo>
                    <a:pt x="10400" y="4374"/>
                  </a:lnTo>
                  <a:lnTo>
                    <a:pt x="9919" y="4186"/>
                  </a:lnTo>
                  <a:lnTo>
                    <a:pt x="9709" y="4186"/>
                  </a:lnTo>
                  <a:lnTo>
                    <a:pt x="9584" y="4248"/>
                  </a:lnTo>
                  <a:lnTo>
                    <a:pt x="9291" y="4165"/>
                  </a:lnTo>
                  <a:lnTo>
                    <a:pt x="9124" y="4039"/>
                  </a:lnTo>
                  <a:lnTo>
                    <a:pt x="9103" y="3872"/>
                  </a:lnTo>
                  <a:lnTo>
                    <a:pt x="8810" y="3830"/>
                  </a:lnTo>
                  <a:lnTo>
                    <a:pt x="8517" y="3914"/>
                  </a:lnTo>
                  <a:lnTo>
                    <a:pt x="8412" y="3830"/>
                  </a:lnTo>
                  <a:lnTo>
                    <a:pt x="8140" y="3830"/>
                  </a:lnTo>
                  <a:lnTo>
                    <a:pt x="7952" y="3725"/>
                  </a:lnTo>
                  <a:lnTo>
                    <a:pt x="7784" y="3725"/>
                  </a:lnTo>
                  <a:lnTo>
                    <a:pt x="7680" y="3642"/>
                  </a:lnTo>
                  <a:lnTo>
                    <a:pt x="7450" y="3600"/>
                  </a:lnTo>
                  <a:lnTo>
                    <a:pt x="7261" y="3391"/>
                  </a:lnTo>
                  <a:lnTo>
                    <a:pt x="7010" y="3202"/>
                  </a:lnTo>
                  <a:lnTo>
                    <a:pt x="6801" y="3139"/>
                  </a:lnTo>
                  <a:lnTo>
                    <a:pt x="6717" y="3077"/>
                  </a:lnTo>
                  <a:lnTo>
                    <a:pt x="6613" y="3077"/>
                  </a:lnTo>
                  <a:lnTo>
                    <a:pt x="6508" y="2993"/>
                  </a:lnTo>
                  <a:lnTo>
                    <a:pt x="6383" y="2972"/>
                  </a:lnTo>
                  <a:lnTo>
                    <a:pt x="6362" y="2826"/>
                  </a:lnTo>
                  <a:lnTo>
                    <a:pt x="6487" y="2616"/>
                  </a:lnTo>
                  <a:lnTo>
                    <a:pt x="6487" y="2449"/>
                  </a:lnTo>
                  <a:lnTo>
                    <a:pt x="6571" y="2135"/>
                  </a:lnTo>
                  <a:lnTo>
                    <a:pt x="6571" y="1926"/>
                  </a:lnTo>
                  <a:lnTo>
                    <a:pt x="6529" y="1947"/>
                  </a:lnTo>
                  <a:lnTo>
                    <a:pt x="6508" y="1842"/>
                  </a:lnTo>
                  <a:lnTo>
                    <a:pt x="6404" y="1842"/>
                  </a:lnTo>
                  <a:lnTo>
                    <a:pt x="6320" y="1675"/>
                  </a:lnTo>
                  <a:lnTo>
                    <a:pt x="6257" y="1654"/>
                  </a:lnTo>
                  <a:lnTo>
                    <a:pt x="6152" y="1549"/>
                  </a:lnTo>
                  <a:lnTo>
                    <a:pt x="6006" y="1528"/>
                  </a:lnTo>
                  <a:lnTo>
                    <a:pt x="5964" y="1445"/>
                  </a:lnTo>
                  <a:lnTo>
                    <a:pt x="5839" y="1445"/>
                  </a:lnTo>
                  <a:lnTo>
                    <a:pt x="5755" y="1549"/>
                  </a:lnTo>
                  <a:lnTo>
                    <a:pt x="5629" y="1507"/>
                  </a:lnTo>
                  <a:lnTo>
                    <a:pt x="5587" y="1361"/>
                  </a:lnTo>
                  <a:lnTo>
                    <a:pt x="5546" y="1361"/>
                  </a:lnTo>
                  <a:lnTo>
                    <a:pt x="5546" y="1256"/>
                  </a:lnTo>
                  <a:lnTo>
                    <a:pt x="5462" y="1152"/>
                  </a:lnTo>
                  <a:lnTo>
                    <a:pt x="5399" y="1131"/>
                  </a:lnTo>
                  <a:lnTo>
                    <a:pt x="5441" y="1047"/>
                  </a:lnTo>
                  <a:lnTo>
                    <a:pt x="5378" y="943"/>
                  </a:lnTo>
                  <a:lnTo>
                    <a:pt x="5399" y="712"/>
                  </a:lnTo>
                  <a:lnTo>
                    <a:pt x="5253" y="629"/>
                  </a:lnTo>
                  <a:lnTo>
                    <a:pt x="5232" y="566"/>
                  </a:lnTo>
                  <a:lnTo>
                    <a:pt x="5211" y="482"/>
                  </a:lnTo>
                  <a:lnTo>
                    <a:pt x="4960" y="357"/>
                  </a:lnTo>
                  <a:lnTo>
                    <a:pt x="4813" y="357"/>
                  </a:lnTo>
                  <a:lnTo>
                    <a:pt x="4751" y="189"/>
                  </a:lnTo>
                  <a:lnTo>
                    <a:pt x="4604" y="106"/>
                  </a:lnTo>
                  <a:lnTo>
                    <a:pt x="4437" y="210"/>
                  </a:lnTo>
                  <a:lnTo>
                    <a:pt x="412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38"/>
            <p:cNvSpPr/>
            <p:nvPr/>
          </p:nvSpPr>
          <p:spPr>
            <a:xfrm>
              <a:off x="4286244" y="2933329"/>
              <a:ext cx="56823" cy="29034"/>
            </a:xfrm>
            <a:custGeom>
              <a:rect b="b" l="l" r="r" t="t"/>
              <a:pathLst>
                <a:path extrusionOk="0" h="2553" w="4772">
                  <a:moveTo>
                    <a:pt x="231" y="0"/>
                  </a:moveTo>
                  <a:lnTo>
                    <a:pt x="210" y="42"/>
                  </a:lnTo>
                  <a:lnTo>
                    <a:pt x="210" y="251"/>
                  </a:lnTo>
                  <a:lnTo>
                    <a:pt x="126" y="565"/>
                  </a:lnTo>
                  <a:lnTo>
                    <a:pt x="126" y="732"/>
                  </a:lnTo>
                  <a:lnTo>
                    <a:pt x="1" y="942"/>
                  </a:lnTo>
                  <a:lnTo>
                    <a:pt x="22" y="1088"/>
                  </a:lnTo>
                  <a:lnTo>
                    <a:pt x="147" y="1109"/>
                  </a:lnTo>
                  <a:lnTo>
                    <a:pt x="252" y="1193"/>
                  </a:lnTo>
                  <a:lnTo>
                    <a:pt x="356" y="1193"/>
                  </a:lnTo>
                  <a:lnTo>
                    <a:pt x="440" y="1255"/>
                  </a:lnTo>
                  <a:lnTo>
                    <a:pt x="649" y="1318"/>
                  </a:lnTo>
                  <a:lnTo>
                    <a:pt x="900" y="1507"/>
                  </a:lnTo>
                  <a:lnTo>
                    <a:pt x="1089" y="1716"/>
                  </a:lnTo>
                  <a:lnTo>
                    <a:pt x="1319" y="1758"/>
                  </a:lnTo>
                  <a:lnTo>
                    <a:pt x="1423" y="1841"/>
                  </a:lnTo>
                  <a:lnTo>
                    <a:pt x="1591" y="1841"/>
                  </a:lnTo>
                  <a:lnTo>
                    <a:pt x="1779" y="1946"/>
                  </a:lnTo>
                  <a:lnTo>
                    <a:pt x="2051" y="1946"/>
                  </a:lnTo>
                  <a:lnTo>
                    <a:pt x="2156" y="2030"/>
                  </a:lnTo>
                  <a:lnTo>
                    <a:pt x="2449" y="1946"/>
                  </a:lnTo>
                  <a:lnTo>
                    <a:pt x="2742" y="1988"/>
                  </a:lnTo>
                  <a:lnTo>
                    <a:pt x="2763" y="2155"/>
                  </a:lnTo>
                  <a:lnTo>
                    <a:pt x="2930" y="2281"/>
                  </a:lnTo>
                  <a:lnTo>
                    <a:pt x="3223" y="2364"/>
                  </a:lnTo>
                  <a:lnTo>
                    <a:pt x="3348" y="2302"/>
                  </a:lnTo>
                  <a:lnTo>
                    <a:pt x="3558" y="2302"/>
                  </a:lnTo>
                  <a:lnTo>
                    <a:pt x="4039" y="2490"/>
                  </a:lnTo>
                  <a:lnTo>
                    <a:pt x="4144" y="2406"/>
                  </a:lnTo>
                  <a:lnTo>
                    <a:pt x="4395" y="2553"/>
                  </a:lnTo>
                  <a:lnTo>
                    <a:pt x="4729" y="2469"/>
                  </a:lnTo>
                  <a:lnTo>
                    <a:pt x="4771" y="2197"/>
                  </a:lnTo>
                  <a:lnTo>
                    <a:pt x="4667" y="1967"/>
                  </a:lnTo>
                  <a:lnTo>
                    <a:pt x="4729" y="1716"/>
                  </a:lnTo>
                  <a:lnTo>
                    <a:pt x="4667" y="1569"/>
                  </a:lnTo>
                  <a:lnTo>
                    <a:pt x="4562" y="1569"/>
                  </a:lnTo>
                  <a:lnTo>
                    <a:pt x="4416" y="1632"/>
                  </a:lnTo>
                  <a:lnTo>
                    <a:pt x="4353" y="1611"/>
                  </a:lnTo>
                  <a:lnTo>
                    <a:pt x="4206" y="1653"/>
                  </a:lnTo>
                  <a:lnTo>
                    <a:pt x="4123" y="1632"/>
                  </a:lnTo>
                  <a:lnTo>
                    <a:pt x="3997" y="1465"/>
                  </a:lnTo>
                  <a:lnTo>
                    <a:pt x="3830" y="1402"/>
                  </a:lnTo>
                  <a:lnTo>
                    <a:pt x="3788" y="1255"/>
                  </a:lnTo>
                  <a:lnTo>
                    <a:pt x="3662" y="1193"/>
                  </a:lnTo>
                  <a:lnTo>
                    <a:pt x="3453" y="1193"/>
                  </a:lnTo>
                  <a:lnTo>
                    <a:pt x="3348" y="1297"/>
                  </a:lnTo>
                  <a:lnTo>
                    <a:pt x="3202" y="1318"/>
                  </a:lnTo>
                  <a:lnTo>
                    <a:pt x="3139" y="1402"/>
                  </a:lnTo>
                  <a:lnTo>
                    <a:pt x="2972" y="1318"/>
                  </a:lnTo>
                  <a:lnTo>
                    <a:pt x="2867" y="1339"/>
                  </a:lnTo>
                  <a:lnTo>
                    <a:pt x="2825" y="1193"/>
                  </a:lnTo>
                  <a:lnTo>
                    <a:pt x="2846" y="942"/>
                  </a:lnTo>
                  <a:lnTo>
                    <a:pt x="2700" y="942"/>
                  </a:lnTo>
                  <a:lnTo>
                    <a:pt x="2532" y="1004"/>
                  </a:lnTo>
                  <a:lnTo>
                    <a:pt x="2365" y="879"/>
                  </a:lnTo>
                  <a:lnTo>
                    <a:pt x="2365" y="711"/>
                  </a:lnTo>
                  <a:lnTo>
                    <a:pt x="2239" y="628"/>
                  </a:lnTo>
                  <a:lnTo>
                    <a:pt x="2114" y="628"/>
                  </a:lnTo>
                  <a:lnTo>
                    <a:pt x="2093" y="586"/>
                  </a:lnTo>
                  <a:lnTo>
                    <a:pt x="2009" y="628"/>
                  </a:lnTo>
                  <a:lnTo>
                    <a:pt x="2009" y="816"/>
                  </a:lnTo>
                  <a:lnTo>
                    <a:pt x="1947" y="837"/>
                  </a:lnTo>
                  <a:lnTo>
                    <a:pt x="1905" y="711"/>
                  </a:lnTo>
                  <a:lnTo>
                    <a:pt x="1800" y="586"/>
                  </a:lnTo>
                  <a:lnTo>
                    <a:pt x="1737" y="523"/>
                  </a:lnTo>
                  <a:lnTo>
                    <a:pt x="1612" y="460"/>
                  </a:lnTo>
                  <a:lnTo>
                    <a:pt x="1486" y="460"/>
                  </a:lnTo>
                  <a:lnTo>
                    <a:pt x="1319" y="272"/>
                  </a:lnTo>
                  <a:lnTo>
                    <a:pt x="1214" y="209"/>
                  </a:lnTo>
                  <a:lnTo>
                    <a:pt x="1089" y="209"/>
                  </a:lnTo>
                  <a:lnTo>
                    <a:pt x="1047" y="147"/>
                  </a:lnTo>
                  <a:lnTo>
                    <a:pt x="838" y="63"/>
                  </a:lnTo>
                  <a:lnTo>
                    <a:pt x="670" y="84"/>
                  </a:lnTo>
                  <a:lnTo>
                    <a:pt x="607" y="188"/>
                  </a:lnTo>
                  <a:lnTo>
                    <a:pt x="545" y="167"/>
                  </a:lnTo>
                  <a:lnTo>
                    <a:pt x="440" y="167"/>
                  </a:lnTo>
                  <a:lnTo>
                    <a:pt x="377" y="84"/>
                  </a:lnTo>
                  <a:lnTo>
                    <a:pt x="23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38"/>
            <p:cNvSpPr/>
            <p:nvPr/>
          </p:nvSpPr>
          <p:spPr>
            <a:xfrm>
              <a:off x="4155440" y="2884541"/>
              <a:ext cx="95439" cy="100431"/>
            </a:xfrm>
            <a:custGeom>
              <a:rect b="b" l="l" r="r" t="t"/>
              <a:pathLst>
                <a:path extrusionOk="0" h="8831" w="8015">
                  <a:moveTo>
                    <a:pt x="5901" y="1"/>
                  </a:moveTo>
                  <a:lnTo>
                    <a:pt x="5713" y="105"/>
                  </a:lnTo>
                  <a:lnTo>
                    <a:pt x="5587" y="252"/>
                  </a:lnTo>
                  <a:lnTo>
                    <a:pt x="5441" y="252"/>
                  </a:lnTo>
                  <a:lnTo>
                    <a:pt x="5315" y="377"/>
                  </a:lnTo>
                  <a:lnTo>
                    <a:pt x="5232" y="482"/>
                  </a:lnTo>
                  <a:lnTo>
                    <a:pt x="5462" y="838"/>
                  </a:lnTo>
                  <a:lnTo>
                    <a:pt x="5483" y="1110"/>
                  </a:lnTo>
                  <a:lnTo>
                    <a:pt x="5232" y="1444"/>
                  </a:lnTo>
                  <a:lnTo>
                    <a:pt x="5357" y="1570"/>
                  </a:lnTo>
                  <a:lnTo>
                    <a:pt x="5357" y="1737"/>
                  </a:lnTo>
                  <a:lnTo>
                    <a:pt x="5190" y="1968"/>
                  </a:lnTo>
                  <a:lnTo>
                    <a:pt x="4981" y="1968"/>
                  </a:lnTo>
                  <a:lnTo>
                    <a:pt x="4771" y="1884"/>
                  </a:lnTo>
                  <a:lnTo>
                    <a:pt x="4646" y="1968"/>
                  </a:lnTo>
                  <a:lnTo>
                    <a:pt x="4709" y="2135"/>
                  </a:lnTo>
                  <a:lnTo>
                    <a:pt x="4834" y="2198"/>
                  </a:lnTo>
                  <a:lnTo>
                    <a:pt x="4876" y="2365"/>
                  </a:lnTo>
                  <a:lnTo>
                    <a:pt x="4855" y="2449"/>
                  </a:lnTo>
                  <a:lnTo>
                    <a:pt x="4730" y="2512"/>
                  </a:lnTo>
                  <a:lnTo>
                    <a:pt x="4604" y="2553"/>
                  </a:lnTo>
                  <a:lnTo>
                    <a:pt x="4562" y="2616"/>
                  </a:lnTo>
                  <a:lnTo>
                    <a:pt x="4541" y="2825"/>
                  </a:lnTo>
                  <a:lnTo>
                    <a:pt x="4499" y="2972"/>
                  </a:lnTo>
                  <a:lnTo>
                    <a:pt x="4499" y="3035"/>
                  </a:lnTo>
                  <a:lnTo>
                    <a:pt x="4457" y="3097"/>
                  </a:lnTo>
                  <a:lnTo>
                    <a:pt x="4499" y="3328"/>
                  </a:lnTo>
                  <a:lnTo>
                    <a:pt x="4395" y="3537"/>
                  </a:lnTo>
                  <a:lnTo>
                    <a:pt x="4248" y="3390"/>
                  </a:lnTo>
                  <a:lnTo>
                    <a:pt x="4206" y="3390"/>
                  </a:lnTo>
                  <a:lnTo>
                    <a:pt x="4185" y="3453"/>
                  </a:lnTo>
                  <a:lnTo>
                    <a:pt x="4039" y="3453"/>
                  </a:lnTo>
                  <a:lnTo>
                    <a:pt x="3997" y="3411"/>
                  </a:lnTo>
                  <a:lnTo>
                    <a:pt x="3830" y="3432"/>
                  </a:lnTo>
                  <a:lnTo>
                    <a:pt x="3809" y="3495"/>
                  </a:lnTo>
                  <a:lnTo>
                    <a:pt x="3600" y="3662"/>
                  </a:lnTo>
                  <a:lnTo>
                    <a:pt x="3683" y="3704"/>
                  </a:lnTo>
                  <a:lnTo>
                    <a:pt x="3621" y="3767"/>
                  </a:lnTo>
                  <a:lnTo>
                    <a:pt x="3411" y="3872"/>
                  </a:lnTo>
                  <a:lnTo>
                    <a:pt x="3349" y="3830"/>
                  </a:lnTo>
                  <a:lnTo>
                    <a:pt x="3202" y="3851"/>
                  </a:lnTo>
                  <a:lnTo>
                    <a:pt x="3160" y="3934"/>
                  </a:lnTo>
                  <a:lnTo>
                    <a:pt x="3139" y="4039"/>
                  </a:lnTo>
                  <a:lnTo>
                    <a:pt x="3035" y="4060"/>
                  </a:lnTo>
                  <a:lnTo>
                    <a:pt x="2951" y="4165"/>
                  </a:lnTo>
                  <a:lnTo>
                    <a:pt x="2951" y="4332"/>
                  </a:lnTo>
                  <a:lnTo>
                    <a:pt x="2993" y="4499"/>
                  </a:lnTo>
                  <a:lnTo>
                    <a:pt x="2993" y="4646"/>
                  </a:lnTo>
                  <a:lnTo>
                    <a:pt x="3035" y="4750"/>
                  </a:lnTo>
                  <a:lnTo>
                    <a:pt x="3035" y="4855"/>
                  </a:lnTo>
                  <a:lnTo>
                    <a:pt x="2784" y="4960"/>
                  </a:lnTo>
                  <a:lnTo>
                    <a:pt x="2574" y="4960"/>
                  </a:lnTo>
                  <a:lnTo>
                    <a:pt x="2407" y="4981"/>
                  </a:lnTo>
                  <a:lnTo>
                    <a:pt x="2093" y="4981"/>
                  </a:lnTo>
                  <a:lnTo>
                    <a:pt x="1905" y="5022"/>
                  </a:lnTo>
                  <a:lnTo>
                    <a:pt x="1821" y="5106"/>
                  </a:lnTo>
                  <a:lnTo>
                    <a:pt x="1633" y="5085"/>
                  </a:lnTo>
                  <a:lnTo>
                    <a:pt x="1465" y="5127"/>
                  </a:lnTo>
                  <a:lnTo>
                    <a:pt x="775" y="5169"/>
                  </a:lnTo>
                  <a:lnTo>
                    <a:pt x="1" y="4918"/>
                  </a:lnTo>
                  <a:lnTo>
                    <a:pt x="273" y="5336"/>
                  </a:lnTo>
                  <a:lnTo>
                    <a:pt x="356" y="5483"/>
                  </a:lnTo>
                  <a:lnTo>
                    <a:pt x="524" y="5629"/>
                  </a:lnTo>
                  <a:lnTo>
                    <a:pt x="649" y="5713"/>
                  </a:lnTo>
                  <a:lnTo>
                    <a:pt x="691" y="5755"/>
                  </a:lnTo>
                  <a:lnTo>
                    <a:pt x="880" y="5797"/>
                  </a:lnTo>
                  <a:lnTo>
                    <a:pt x="984" y="5818"/>
                  </a:lnTo>
                  <a:lnTo>
                    <a:pt x="1005" y="5901"/>
                  </a:lnTo>
                  <a:lnTo>
                    <a:pt x="1172" y="5901"/>
                  </a:lnTo>
                  <a:lnTo>
                    <a:pt x="1172" y="6110"/>
                  </a:lnTo>
                  <a:lnTo>
                    <a:pt x="1214" y="6236"/>
                  </a:lnTo>
                  <a:lnTo>
                    <a:pt x="1214" y="6382"/>
                  </a:lnTo>
                  <a:lnTo>
                    <a:pt x="1256" y="6487"/>
                  </a:lnTo>
                  <a:lnTo>
                    <a:pt x="1403" y="6466"/>
                  </a:lnTo>
                  <a:lnTo>
                    <a:pt x="1528" y="6571"/>
                  </a:lnTo>
                  <a:lnTo>
                    <a:pt x="1570" y="6801"/>
                  </a:lnTo>
                  <a:lnTo>
                    <a:pt x="1486" y="6885"/>
                  </a:lnTo>
                  <a:lnTo>
                    <a:pt x="1319" y="6843"/>
                  </a:lnTo>
                  <a:lnTo>
                    <a:pt x="1068" y="6906"/>
                  </a:lnTo>
                  <a:lnTo>
                    <a:pt x="984" y="6968"/>
                  </a:lnTo>
                  <a:lnTo>
                    <a:pt x="838" y="7052"/>
                  </a:lnTo>
                  <a:lnTo>
                    <a:pt x="754" y="7157"/>
                  </a:lnTo>
                  <a:lnTo>
                    <a:pt x="796" y="7261"/>
                  </a:lnTo>
                  <a:lnTo>
                    <a:pt x="691" y="7387"/>
                  </a:lnTo>
                  <a:lnTo>
                    <a:pt x="754" y="7512"/>
                  </a:lnTo>
                  <a:lnTo>
                    <a:pt x="733" y="7722"/>
                  </a:lnTo>
                  <a:lnTo>
                    <a:pt x="733" y="7805"/>
                  </a:lnTo>
                  <a:lnTo>
                    <a:pt x="796" y="7805"/>
                  </a:lnTo>
                  <a:lnTo>
                    <a:pt x="796" y="7889"/>
                  </a:lnTo>
                  <a:lnTo>
                    <a:pt x="859" y="7910"/>
                  </a:lnTo>
                  <a:lnTo>
                    <a:pt x="1005" y="7805"/>
                  </a:lnTo>
                  <a:lnTo>
                    <a:pt x="1131" y="7805"/>
                  </a:lnTo>
                  <a:lnTo>
                    <a:pt x="1172" y="7847"/>
                  </a:lnTo>
                  <a:lnTo>
                    <a:pt x="1193" y="7826"/>
                  </a:lnTo>
                  <a:lnTo>
                    <a:pt x="1298" y="7784"/>
                  </a:lnTo>
                  <a:lnTo>
                    <a:pt x="1403" y="7784"/>
                  </a:lnTo>
                  <a:lnTo>
                    <a:pt x="1465" y="7805"/>
                  </a:lnTo>
                  <a:lnTo>
                    <a:pt x="1570" y="7784"/>
                  </a:lnTo>
                  <a:lnTo>
                    <a:pt x="1696" y="7784"/>
                  </a:lnTo>
                  <a:lnTo>
                    <a:pt x="1717" y="7722"/>
                  </a:lnTo>
                  <a:lnTo>
                    <a:pt x="1779" y="7638"/>
                  </a:lnTo>
                  <a:lnTo>
                    <a:pt x="1884" y="7722"/>
                  </a:lnTo>
                  <a:lnTo>
                    <a:pt x="1947" y="7722"/>
                  </a:lnTo>
                  <a:lnTo>
                    <a:pt x="1989" y="7701"/>
                  </a:lnTo>
                  <a:lnTo>
                    <a:pt x="2030" y="7701"/>
                  </a:lnTo>
                  <a:lnTo>
                    <a:pt x="2051" y="7784"/>
                  </a:lnTo>
                  <a:lnTo>
                    <a:pt x="2156" y="7784"/>
                  </a:lnTo>
                  <a:lnTo>
                    <a:pt x="2240" y="7826"/>
                  </a:lnTo>
                  <a:lnTo>
                    <a:pt x="2323" y="7826"/>
                  </a:lnTo>
                  <a:lnTo>
                    <a:pt x="2449" y="7701"/>
                  </a:lnTo>
                  <a:lnTo>
                    <a:pt x="2616" y="7701"/>
                  </a:lnTo>
                  <a:lnTo>
                    <a:pt x="2700" y="7722"/>
                  </a:lnTo>
                  <a:lnTo>
                    <a:pt x="2784" y="7680"/>
                  </a:lnTo>
                  <a:lnTo>
                    <a:pt x="2867" y="7680"/>
                  </a:lnTo>
                  <a:lnTo>
                    <a:pt x="2888" y="7617"/>
                  </a:lnTo>
                  <a:lnTo>
                    <a:pt x="2951" y="7638"/>
                  </a:lnTo>
                  <a:lnTo>
                    <a:pt x="3097" y="7680"/>
                  </a:lnTo>
                  <a:lnTo>
                    <a:pt x="3223" y="7617"/>
                  </a:lnTo>
                  <a:lnTo>
                    <a:pt x="3411" y="7617"/>
                  </a:lnTo>
                  <a:lnTo>
                    <a:pt x="3558" y="7722"/>
                  </a:lnTo>
                  <a:lnTo>
                    <a:pt x="3579" y="7847"/>
                  </a:lnTo>
                  <a:lnTo>
                    <a:pt x="3579" y="7931"/>
                  </a:lnTo>
                  <a:lnTo>
                    <a:pt x="3579" y="7952"/>
                  </a:lnTo>
                  <a:lnTo>
                    <a:pt x="3558" y="7952"/>
                  </a:lnTo>
                  <a:lnTo>
                    <a:pt x="3558" y="8014"/>
                  </a:lnTo>
                  <a:lnTo>
                    <a:pt x="3662" y="8014"/>
                  </a:lnTo>
                  <a:lnTo>
                    <a:pt x="3809" y="7931"/>
                  </a:lnTo>
                  <a:lnTo>
                    <a:pt x="3809" y="8056"/>
                  </a:lnTo>
                  <a:lnTo>
                    <a:pt x="3934" y="8203"/>
                  </a:lnTo>
                  <a:lnTo>
                    <a:pt x="3997" y="8412"/>
                  </a:lnTo>
                  <a:lnTo>
                    <a:pt x="3997" y="8433"/>
                  </a:lnTo>
                  <a:lnTo>
                    <a:pt x="3997" y="8517"/>
                  </a:lnTo>
                  <a:lnTo>
                    <a:pt x="3934" y="8538"/>
                  </a:lnTo>
                  <a:lnTo>
                    <a:pt x="4039" y="8538"/>
                  </a:lnTo>
                  <a:lnTo>
                    <a:pt x="4081" y="8663"/>
                  </a:lnTo>
                  <a:lnTo>
                    <a:pt x="4353" y="8663"/>
                  </a:lnTo>
                  <a:lnTo>
                    <a:pt x="4541" y="8747"/>
                  </a:lnTo>
                  <a:lnTo>
                    <a:pt x="4541" y="8831"/>
                  </a:lnTo>
                  <a:lnTo>
                    <a:pt x="4625" y="8768"/>
                  </a:lnTo>
                  <a:lnTo>
                    <a:pt x="4646" y="8621"/>
                  </a:lnTo>
                  <a:lnTo>
                    <a:pt x="4750" y="8538"/>
                  </a:lnTo>
                  <a:lnTo>
                    <a:pt x="4834" y="8517"/>
                  </a:lnTo>
                  <a:lnTo>
                    <a:pt x="4876" y="8370"/>
                  </a:lnTo>
                  <a:lnTo>
                    <a:pt x="4960" y="8412"/>
                  </a:lnTo>
                  <a:lnTo>
                    <a:pt x="5064" y="8349"/>
                  </a:lnTo>
                  <a:lnTo>
                    <a:pt x="5462" y="8370"/>
                  </a:lnTo>
                  <a:lnTo>
                    <a:pt x="5692" y="8266"/>
                  </a:lnTo>
                  <a:lnTo>
                    <a:pt x="5755" y="8224"/>
                  </a:lnTo>
                  <a:lnTo>
                    <a:pt x="5880" y="8203"/>
                  </a:lnTo>
                  <a:lnTo>
                    <a:pt x="5880" y="8203"/>
                  </a:lnTo>
                  <a:lnTo>
                    <a:pt x="5818" y="8266"/>
                  </a:lnTo>
                  <a:lnTo>
                    <a:pt x="5880" y="8349"/>
                  </a:lnTo>
                  <a:lnTo>
                    <a:pt x="6006" y="8266"/>
                  </a:lnTo>
                  <a:lnTo>
                    <a:pt x="6110" y="8224"/>
                  </a:lnTo>
                  <a:lnTo>
                    <a:pt x="6069" y="8161"/>
                  </a:lnTo>
                  <a:lnTo>
                    <a:pt x="6090" y="8098"/>
                  </a:lnTo>
                  <a:lnTo>
                    <a:pt x="5964" y="7722"/>
                  </a:lnTo>
                  <a:lnTo>
                    <a:pt x="5838" y="7575"/>
                  </a:lnTo>
                  <a:lnTo>
                    <a:pt x="5880" y="7491"/>
                  </a:lnTo>
                  <a:lnTo>
                    <a:pt x="5797" y="7429"/>
                  </a:lnTo>
                  <a:lnTo>
                    <a:pt x="5692" y="7429"/>
                  </a:lnTo>
                  <a:lnTo>
                    <a:pt x="5483" y="7303"/>
                  </a:lnTo>
                  <a:lnTo>
                    <a:pt x="5462" y="7094"/>
                  </a:lnTo>
                  <a:lnTo>
                    <a:pt x="5483" y="6968"/>
                  </a:lnTo>
                  <a:lnTo>
                    <a:pt x="5399" y="6780"/>
                  </a:lnTo>
                  <a:lnTo>
                    <a:pt x="5294" y="6780"/>
                  </a:lnTo>
                  <a:lnTo>
                    <a:pt x="5232" y="6801"/>
                  </a:lnTo>
                  <a:lnTo>
                    <a:pt x="5085" y="6759"/>
                  </a:lnTo>
                  <a:lnTo>
                    <a:pt x="4981" y="6780"/>
                  </a:lnTo>
                  <a:lnTo>
                    <a:pt x="4981" y="6634"/>
                  </a:lnTo>
                  <a:lnTo>
                    <a:pt x="5085" y="6382"/>
                  </a:lnTo>
                  <a:lnTo>
                    <a:pt x="5169" y="6362"/>
                  </a:lnTo>
                  <a:lnTo>
                    <a:pt x="5315" y="6152"/>
                  </a:lnTo>
                  <a:lnTo>
                    <a:pt x="5357" y="6048"/>
                  </a:lnTo>
                  <a:lnTo>
                    <a:pt x="5462" y="6006"/>
                  </a:lnTo>
                  <a:lnTo>
                    <a:pt x="5546" y="5943"/>
                  </a:lnTo>
                  <a:lnTo>
                    <a:pt x="5671" y="6006"/>
                  </a:lnTo>
                  <a:lnTo>
                    <a:pt x="5692" y="6110"/>
                  </a:lnTo>
                  <a:lnTo>
                    <a:pt x="5776" y="6131"/>
                  </a:lnTo>
                  <a:lnTo>
                    <a:pt x="5985" y="6006"/>
                  </a:lnTo>
                  <a:lnTo>
                    <a:pt x="6299" y="6006"/>
                  </a:lnTo>
                  <a:lnTo>
                    <a:pt x="6487" y="5797"/>
                  </a:lnTo>
                  <a:lnTo>
                    <a:pt x="6592" y="5441"/>
                  </a:lnTo>
                  <a:lnTo>
                    <a:pt x="6843" y="5273"/>
                  </a:lnTo>
                  <a:lnTo>
                    <a:pt x="6926" y="5127"/>
                  </a:lnTo>
                  <a:lnTo>
                    <a:pt x="6947" y="4960"/>
                  </a:lnTo>
                  <a:lnTo>
                    <a:pt x="7052" y="4771"/>
                  </a:lnTo>
                  <a:lnTo>
                    <a:pt x="7261" y="4667"/>
                  </a:lnTo>
                  <a:lnTo>
                    <a:pt x="7324" y="4541"/>
                  </a:lnTo>
                  <a:lnTo>
                    <a:pt x="7324" y="4437"/>
                  </a:lnTo>
                  <a:lnTo>
                    <a:pt x="7240" y="4374"/>
                  </a:lnTo>
                  <a:lnTo>
                    <a:pt x="7387" y="4185"/>
                  </a:lnTo>
                  <a:lnTo>
                    <a:pt x="7491" y="4123"/>
                  </a:lnTo>
                  <a:lnTo>
                    <a:pt x="7491" y="3976"/>
                  </a:lnTo>
                  <a:lnTo>
                    <a:pt x="7554" y="3704"/>
                  </a:lnTo>
                  <a:lnTo>
                    <a:pt x="7470" y="3495"/>
                  </a:lnTo>
                  <a:lnTo>
                    <a:pt x="7450" y="3432"/>
                  </a:lnTo>
                  <a:lnTo>
                    <a:pt x="7638" y="3244"/>
                  </a:lnTo>
                  <a:lnTo>
                    <a:pt x="7743" y="3223"/>
                  </a:lnTo>
                  <a:lnTo>
                    <a:pt x="7847" y="3139"/>
                  </a:lnTo>
                  <a:lnTo>
                    <a:pt x="7910" y="3139"/>
                  </a:lnTo>
                  <a:lnTo>
                    <a:pt x="8015" y="3035"/>
                  </a:lnTo>
                  <a:lnTo>
                    <a:pt x="8015" y="2909"/>
                  </a:lnTo>
                  <a:lnTo>
                    <a:pt x="7868" y="2867"/>
                  </a:lnTo>
                  <a:lnTo>
                    <a:pt x="7743" y="2909"/>
                  </a:lnTo>
                  <a:lnTo>
                    <a:pt x="7554" y="2888"/>
                  </a:lnTo>
                  <a:lnTo>
                    <a:pt x="7491" y="2721"/>
                  </a:lnTo>
                  <a:lnTo>
                    <a:pt x="7282" y="2658"/>
                  </a:lnTo>
                  <a:lnTo>
                    <a:pt x="7073" y="2595"/>
                  </a:lnTo>
                  <a:lnTo>
                    <a:pt x="6864" y="2407"/>
                  </a:lnTo>
                  <a:lnTo>
                    <a:pt x="6843" y="2240"/>
                  </a:lnTo>
                  <a:lnTo>
                    <a:pt x="6738" y="1863"/>
                  </a:lnTo>
                  <a:lnTo>
                    <a:pt x="6634" y="1675"/>
                  </a:lnTo>
                  <a:lnTo>
                    <a:pt x="6634" y="1507"/>
                  </a:lnTo>
                  <a:lnTo>
                    <a:pt x="6738" y="1465"/>
                  </a:lnTo>
                  <a:lnTo>
                    <a:pt x="6738" y="1340"/>
                  </a:lnTo>
                  <a:lnTo>
                    <a:pt x="6885" y="1235"/>
                  </a:lnTo>
                  <a:lnTo>
                    <a:pt x="6885" y="1110"/>
                  </a:lnTo>
                  <a:lnTo>
                    <a:pt x="6738" y="1047"/>
                  </a:lnTo>
                  <a:lnTo>
                    <a:pt x="6717" y="921"/>
                  </a:lnTo>
                  <a:lnTo>
                    <a:pt x="6550" y="838"/>
                  </a:lnTo>
                  <a:lnTo>
                    <a:pt x="6403" y="712"/>
                  </a:lnTo>
                  <a:lnTo>
                    <a:pt x="6278" y="566"/>
                  </a:lnTo>
                  <a:lnTo>
                    <a:pt x="6173" y="608"/>
                  </a:lnTo>
                  <a:lnTo>
                    <a:pt x="6090" y="628"/>
                  </a:lnTo>
                  <a:lnTo>
                    <a:pt x="6006" y="566"/>
                  </a:lnTo>
                  <a:lnTo>
                    <a:pt x="5985" y="315"/>
                  </a:lnTo>
                  <a:lnTo>
                    <a:pt x="6236" y="147"/>
                  </a:lnTo>
                  <a:lnTo>
                    <a:pt x="6215" y="64"/>
                  </a:lnTo>
                  <a:lnTo>
                    <a:pt x="6027" y="84"/>
                  </a:lnTo>
                  <a:lnTo>
                    <a:pt x="590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38"/>
            <p:cNvSpPr/>
            <p:nvPr/>
          </p:nvSpPr>
          <p:spPr>
            <a:xfrm>
              <a:off x="4148462" y="2870746"/>
              <a:ext cx="91200" cy="72579"/>
            </a:xfrm>
            <a:custGeom>
              <a:rect b="b" l="l" r="r" t="t"/>
              <a:pathLst>
                <a:path extrusionOk="0" h="6382" w="7659">
                  <a:moveTo>
                    <a:pt x="5295" y="0"/>
                  </a:moveTo>
                  <a:lnTo>
                    <a:pt x="5232" y="105"/>
                  </a:lnTo>
                  <a:lnTo>
                    <a:pt x="5211" y="272"/>
                  </a:lnTo>
                  <a:lnTo>
                    <a:pt x="5127" y="335"/>
                  </a:lnTo>
                  <a:lnTo>
                    <a:pt x="5106" y="419"/>
                  </a:lnTo>
                  <a:lnTo>
                    <a:pt x="5127" y="565"/>
                  </a:lnTo>
                  <a:lnTo>
                    <a:pt x="5043" y="691"/>
                  </a:lnTo>
                  <a:lnTo>
                    <a:pt x="4918" y="691"/>
                  </a:lnTo>
                  <a:lnTo>
                    <a:pt x="4897" y="649"/>
                  </a:lnTo>
                  <a:lnTo>
                    <a:pt x="4834" y="649"/>
                  </a:lnTo>
                  <a:lnTo>
                    <a:pt x="4792" y="691"/>
                  </a:lnTo>
                  <a:lnTo>
                    <a:pt x="4667" y="732"/>
                  </a:lnTo>
                  <a:lnTo>
                    <a:pt x="4667" y="837"/>
                  </a:lnTo>
                  <a:lnTo>
                    <a:pt x="4709" y="879"/>
                  </a:lnTo>
                  <a:lnTo>
                    <a:pt x="4709" y="963"/>
                  </a:lnTo>
                  <a:lnTo>
                    <a:pt x="4520" y="942"/>
                  </a:lnTo>
                  <a:lnTo>
                    <a:pt x="4458" y="858"/>
                  </a:lnTo>
                  <a:lnTo>
                    <a:pt x="4395" y="837"/>
                  </a:lnTo>
                  <a:lnTo>
                    <a:pt x="4332" y="879"/>
                  </a:lnTo>
                  <a:lnTo>
                    <a:pt x="4269" y="900"/>
                  </a:lnTo>
                  <a:lnTo>
                    <a:pt x="4207" y="984"/>
                  </a:lnTo>
                  <a:lnTo>
                    <a:pt x="4081" y="1067"/>
                  </a:lnTo>
                  <a:lnTo>
                    <a:pt x="3893" y="1088"/>
                  </a:lnTo>
                  <a:lnTo>
                    <a:pt x="3788" y="1067"/>
                  </a:lnTo>
                  <a:lnTo>
                    <a:pt x="3683" y="900"/>
                  </a:lnTo>
                  <a:lnTo>
                    <a:pt x="3579" y="879"/>
                  </a:lnTo>
                  <a:lnTo>
                    <a:pt x="3474" y="984"/>
                  </a:lnTo>
                  <a:lnTo>
                    <a:pt x="3411" y="984"/>
                  </a:lnTo>
                  <a:lnTo>
                    <a:pt x="3328" y="879"/>
                  </a:lnTo>
                  <a:lnTo>
                    <a:pt x="3223" y="795"/>
                  </a:lnTo>
                  <a:lnTo>
                    <a:pt x="3014" y="858"/>
                  </a:lnTo>
                  <a:lnTo>
                    <a:pt x="2993" y="837"/>
                  </a:lnTo>
                  <a:lnTo>
                    <a:pt x="2847" y="858"/>
                  </a:lnTo>
                  <a:lnTo>
                    <a:pt x="2742" y="774"/>
                  </a:lnTo>
                  <a:lnTo>
                    <a:pt x="2595" y="837"/>
                  </a:lnTo>
                  <a:lnTo>
                    <a:pt x="2428" y="942"/>
                  </a:lnTo>
                  <a:lnTo>
                    <a:pt x="2386" y="942"/>
                  </a:lnTo>
                  <a:lnTo>
                    <a:pt x="2219" y="984"/>
                  </a:lnTo>
                  <a:lnTo>
                    <a:pt x="2177" y="1046"/>
                  </a:lnTo>
                  <a:lnTo>
                    <a:pt x="2114" y="1067"/>
                  </a:lnTo>
                  <a:lnTo>
                    <a:pt x="2093" y="1109"/>
                  </a:lnTo>
                  <a:lnTo>
                    <a:pt x="2156" y="1172"/>
                  </a:lnTo>
                  <a:lnTo>
                    <a:pt x="2156" y="1297"/>
                  </a:lnTo>
                  <a:lnTo>
                    <a:pt x="2010" y="1423"/>
                  </a:lnTo>
                  <a:lnTo>
                    <a:pt x="2010" y="1590"/>
                  </a:lnTo>
                  <a:lnTo>
                    <a:pt x="1989" y="1716"/>
                  </a:lnTo>
                  <a:lnTo>
                    <a:pt x="1884" y="1737"/>
                  </a:lnTo>
                  <a:lnTo>
                    <a:pt x="1800" y="1821"/>
                  </a:lnTo>
                  <a:lnTo>
                    <a:pt x="1779" y="1883"/>
                  </a:lnTo>
                  <a:lnTo>
                    <a:pt x="1570" y="1925"/>
                  </a:lnTo>
                  <a:lnTo>
                    <a:pt x="1382" y="2030"/>
                  </a:lnTo>
                  <a:lnTo>
                    <a:pt x="1424" y="2113"/>
                  </a:lnTo>
                  <a:lnTo>
                    <a:pt x="1340" y="2155"/>
                  </a:lnTo>
                  <a:lnTo>
                    <a:pt x="1319" y="2239"/>
                  </a:lnTo>
                  <a:lnTo>
                    <a:pt x="1235" y="2344"/>
                  </a:lnTo>
                  <a:lnTo>
                    <a:pt x="1068" y="2365"/>
                  </a:lnTo>
                  <a:lnTo>
                    <a:pt x="1026" y="2427"/>
                  </a:lnTo>
                  <a:lnTo>
                    <a:pt x="963" y="2365"/>
                  </a:lnTo>
                  <a:lnTo>
                    <a:pt x="922" y="2302"/>
                  </a:lnTo>
                  <a:lnTo>
                    <a:pt x="796" y="2197"/>
                  </a:lnTo>
                  <a:lnTo>
                    <a:pt x="712" y="2197"/>
                  </a:lnTo>
                  <a:lnTo>
                    <a:pt x="629" y="2260"/>
                  </a:lnTo>
                  <a:lnTo>
                    <a:pt x="524" y="2260"/>
                  </a:lnTo>
                  <a:lnTo>
                    <a:pt x="440" y="2197"/>
                  </a:lnTo>
                  <a:lnTo>
                    <a:pt x="315" y="2155"/>
                  </a:lnTo>
                  <a:lnTo>
                    <a:pt x="273" y="2197"/>
                  </a:lnTo>
                  <a:lnTo>
                    <a:pt x="273" y="2365"/>
                  </a:lnTo>
                  <a:lnTo>
                    <a:pt x="273" y="2448"/>
                  </a:lnTo>
                  <a:lnTo>
                    <a:pt x="210" y="2532"/>
                  </a:lnTo>
                  <a:lnTo>
                    <a:pt x="294" y="2637"/>
                  </a:lnTo>
                  <a:lnTo>
                    <a:pt x="273" y="2657"/>
                  </a:lnTo>
                  <a:lnTo>
                    <a:pt x="273" y="2741"/>
                  </a:lnTo>
                  <a:lnTo>
                    <a:pt x="126" y="2846"/>
                  </a:lnTo>
                  <a:lnTo>
                    <a:pt x="1" y="2867"/>
                  </a:lnTo>
                  <a:lnTo>
                    <a:pt x="64" y="2950"/>
                  </a:lnTo>
                  <a:lnTo>
                    <a:pt x="168" y="3034"/>
                  </a:lnTo>
                  <a:lnTo>
                    <a:pt x="22" y="3181"/>
                  </a:lnTo>
                  <a:lnTo>
                    <a:pt x="85" y="3181"/>
                  </a:lnTo>
                  <a:lnTo>
                    <a:pt x="106" y="3390"/>
                  </a:lnTo>
                  <a:lnTo>
                    <a:pt x="106" y="3515"/>
                  </a:lnTo>
                  <a:lnTo>
                    <a:pt x="294" y="3557"/>
                  </a:lnTo>
                  <a:lnTo>
                    <a:pt x="336" y="3557"/>
                  </a:lnTo>
                  <a:lnTo>
                    <a:pt x="189" y="3787"/>
                  </a:lnTo>
                  <a:lnTo>
                    <a:pt x="126" y="3934"/>
                  </a:lnTo>
                  <a:lnTo>
                    <a:pt x="294" y="4227"/>
                  </a:lnTo>
                  <a:lnTo>
                    <a:pt x="378" y="4499"/>
                  </a:lnTo>
                  <a:lnTo>
                    <a:pt x="336" y="4562"/>
                  </a:lnTo>
                  <a:lnTo>
                    <a:pt x="398" y="4666"/>
                  </a:lnTo>
                  <a:lnTo>
                    <a:pt x="419" y="4875"/>
                  </a:lnTo>
                  <a:lnTo>
                    <a:pt x="922" y="4917"/>
                  </a:lnTo>
                  <a:lnTo>
                    <a:pt x="1005" y="5085"/>
                  </a:lnTo>
                  <a:lnTo>
                    <a:pt x="1005" y="5252"/>
                  </a:lnTo>
                  <a:lnTo>
                    <a:pt x="1047" y="5482"/>
                  </a:lnTo>
                  <a:lnTo>
                    <a:pt x="1005" y="5566"/>
                  </a:lnTo>
                  <a:lnTo>
                    <a:pt x="587" y="6131"/>
                  </a:lnTo>
                  <a:lnTo>
                    <a:pt x="1361" y="6382"/>
                  </a:lnTo>
                  <a:lnTo>
                    <a:pt x="2051" y="6340"/>
                  </a:lnTo>
                  <a:lnTo>
                    <a:pt x="2219" y="6298"/>
                  </a:lnTo>
                  <a:lnTo>
                    <a:pt x="2407" y="6319"/>
                  </a:lnTo>
                  <a:lnTo>
                    <a:pt x="2491" y="6235"/>
                  </a:lnTo>
                  <a:lnTo>
                    <a:pt x="2679" y="6194"/>
                  </a:lnTo>
                  <a:lnTo>
                    <a:pt x="2993" y="6194"/>
                  </a:lnTo>
                  <a:lnTo>
                    <a:pt x="3160" y="6173"/>
                  </a:lnTo>
                  <a:lnTo>
                    <a:pt x="3370" y="6173"/>
                  </a:lnTo>
                  <a:lnTo>
                    <a:pt x="3621" y="6068"/>
                  </a:lnTo>
                  <a:lnTo>
                    <a:pt x="3621" y="5963"/>
                  </a:lnTo>
                  <a:lnTo>
                    <a:pt x="3579" y="5859"/>
                  </a:lnTo>
                  <a:lnTo>
                    <a:pt x="3579" y="5712"/>
                  </a:lnTo>
                  <a:lnTo>
                    <a:pt x="3537" y="5545"/>
                  </a:lnTo>
                  <a:lnTo>
                    <a:pt x="3537" y="5378"/>
                  </a:lnTo>
                  <a:lnTo>
                    <a:pt x="3621" y="5273"/>
                  </a:lnTo>
                  <a:lnTo>
                    <a:pt x="3725" y="5252"/>
                  </a:lnTo>
                  <a:lnTo>
                    <a:pt x="3746" y="5147"/>
                  </a:lnTo>
                  <a:lnTo>
                    <a:pt x="3788" y="5064"/>
                  </a:lnTo>
                  <a:lnTo>
                    <a:pt x="3935" y="5043"/>
                  </a:lnTo>
                  <a:lnTo>
                    <a:pt x="3997" y="5085"/>
                  </a:lnTo>
                  <a:lnTo>
                    <a:pt x="4207" y="4980"/>
                  </a:lnTo>
                  <a:lnTo>
                    <a:pt x="4269" y="4917"/>
                  </a:lnTo>
                  <a:lnTo>
                    <a:pt x="4186" y="4875"/>
                  </a:lnTo>
                  <a:lnTo>
                    <a:pt x="4395" y="4708"/>
                  </a:lnTo>
                  <a:lnTo>
                    <a:pt x="4416" y="4645"/>
                  </a:lnTo>
                  <a:lnTo>
                    <a:pt x="4583" y="4624"/>
                  </a:lnTo>
                  <a:lnTo>
                    <a:pt x="4625" y="4666"/>
                  </a:lnTo>
                  <a:lnTo>
                    <a:pt x="4771" y="4666"/>
                  </a:lnTo>
                  <a:lnTo>
                    <a:pt x="4792" y="4603"/>
                  </a:lnTo>
                  <a:lnTo>
                    <a:pt x="4834" y="4603"/>
                  </a:lnTo>
                  <a:lnTo>
                    <a:pt x="4981" y="4750"/>
                  </a:lnTo>
                  <a:lnTo>
                    <a:pt x="5085" y="4541"/>
                  </a:lnTo>
                  <a:lnTo>
                    <a:pt x="5043" y="4310"/>
                  </a:lnTo>
                  <a:lnTo>
                    <a:pt x="5085" y="4248"/>
                  </a:lnTo>
                  <a:lnTo>
                    <a:pt x="5085" y="4185"/>
                  </a:lnTo>
                  <a:lnTo>
                    <a:pt x="5127" y="4038"/>
                  </a:lnTo>
                  <a:lnTo>
                    <a:pt x="5148" y="3829"/>
                  </a:lnTo>
                  <a:lnTo>
                    <a:pt x="5190" y="3766"/>
                  </a:lnTo>
                  <a:lnTo>
                    <a:pt x="5316" y="3725"/>
                  </a:lnTo>
                  <a:lnTo>
                    <a:pt x="5441" y="3662"/>
                  </a:lnTo>
                  <a:lnTo>
                    <a:pt x="5462" y="3578"/>
                  </a:lnTo>
                  <a:lnTo>
                    <a:pt x="5420" y="3411"/>
                  </a:lnTo>
                  <a:lnTo>
                    <a:pt x="5295" y="3348"/>
                  </a:lnTo>
                  <a:lnTo>
                    <a:pt x="5232" y="3181"/>
                  </a:lnTo>
                  <a:lnTo>
                    <a:pt x="5357" y="3097"/>
                  </a:lnTo>
                  <a:lnTo>
                    <a:pt x="5567" y="3181"/>
                  </a:lnTo>
                  <a:lnTo>
                    <a:pt x="5776" y="3181"/>
                  </a:lnTo>
                  <a:lnTo>
                    <a:pt x="5943" y="2950"/>
                  </a:lnTo>
                  <a:lnTo>
                    <a:pt x="5943" y="2783"/>
                  </a:lnTo>
                  <a:lnTo>
                    <a:pt x="5818" y="2657"/>
                  </a:lnTo>
                  <a:lnTo>
                    <a:pt x="6069" y="2323"/>
                  </a:lnTo>
                  <a:lnTo>
                    <a:pt x="6048" y="2051"/>
                  </a:lnTo>
                  <a:lnTo>
                    <a:pt x="5818" y="1695"/>
                  </a:lnTo>
                  <a:lnTo>
                    <a:pt x="5901" y="1590"/>
                  </a:lnTo>
                  <a:lnTo>
                    <a:pt x="6027" y="1465"/>
                  </a:lnTo>
                  <a:lnTo>
                    <a:pt x="6173" y="1465"/>
                  </a:lnTo>
                  <a:lnTo>
                    <a:pt x="6299" y="1318"/>
                  </a:lnTo>
                  <a:lnTo>
                    <a:pt x="6487" y="1214"/>
                  </a:lnTo>
                  <a:lnTo>
                    <a:pt x="6613" y="1297"/>
                  </a:lnTo>
                  <a:lnTo>
                    <a:pt x="6801" y="1277"/>
                  </a:lnTo>
                  <a:lnTo>
                    <a:pt x="7199" y="1172"/>
                  </a:lnTo>
                  <a:lnTo>
                    <a:pt x="7450" y="1067"/>
                  </a:lnTo>
                  <a:lnTo>
                    <a:pt x="7596" y="879"/>
                  </a:lnTo>
                  <a:lnTo>
                    <a:pt x="7471" y="858"/>
                  </a:lnTo>
                  <a:lnTo>
                    <a:pt x="7659" y="691"/>
                  </a:lnTo>
                  <a:lnTo>
                    <a:pt x="7638" y="586"/>
                  </a:lnTo>
                  <a:lnTo>
                    <a:pt x="7387" y="586"/>
                  </a:lnTo>
                  <a:lnTo>
                    <a:pt x="7324" y="691"/>
                  </a:lnTo>
                  <a:lnTo>
                    <a:pt x="7094" y="732"/>
                  </a:lnTo>
                  <a:lnTo>
                    <a:pt x="7073" y="586"/>
                  </a:lnTo>
                  <a:lnTo>
                    <a:pt x="6906" y="649"/>
                  </a:lnTo>
                  <a:lnTo>
                    <a:pt x="6655" y="795"/>
                  </a:lnTo>
                  <a:lnTo>
                    <a:pt x="6571" y="858"/>
                  </a:lnTo>
                  <a:lnTo>
                    <a:pt x="6550" y="984"/>
                  </a:lnTo>
                  <a:lnTo>
                    <a:pt x="6424" y="1067"/>
                  </a:lnTo>
                  <a:lnTo>
                    <a:pt x="6257" y="1151"/>
                  </a:lnTo>
                  <a:lnTo>
                    <a:pt x="6236" y="1193"/>
                  </a:lnTo>
                  <a:lnTo>
                    <a:pt x="6132" y="1277"/>
                  </a:lnTo>
                  <a:lnTo>
                    <a:pt x="5985" y="1277"/>
                  </a:lnTo>
                  <a:lnTo>
                    <a:pt x="5880" y="1256"/>
                  </a:lnTo>
                  <a:lnTo>
                    <a:pt x="5880" y="1172"/>
                  </a:lnTo>
                  <a:lnTo>
                    <a:pt x="5776" y="1046"/>
                  </a:lnTo>
                  <a:lnTo>
                    <a:pt x="5776" y="837"/>
                  </a:lnTo>
                  <a:lnTo>
                    <a:pt x="5755" y="691"/>
                  </a:lnTo>
                  <a:lnTo>
                    <a:pt x="5776" y="565"/>
                  </a:lnTo>
                  <a:lnTo>
                    <a:pt x="5734" y="460"/>
                  </a:lnTo>
                  <a:lnTo>
                    <a:pt x="5629" y="460"/>
                  </a:lnTo>
                  <a:lnTo>
                    <a:pt x="5608" y="356"/>
                  </a:lnTo>
                  <a:lnTo>
                    <a:pt x="5629" y="209"/>
                  </a:lnTo>
                  <a:lnTo>
                    <a:pt x="5629" y="126"/>
                  </a:lnTo>
                  <a:lnTo>
                    <a:pt x="5525" y="63"/>
                  </a:lnTo>
                  <a:lnTo>
                    <a:pt x="542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38"/>
            <p:cNvSpPr/>
            <p:nvPr/>
          </p:nvSpPr>
          <p:spPr>
            <a:xfrm>
              <a:off x="3884115" y="2761763"/>
              <a:ext cx="113133" cy="67348"/>
            </a:xfrm>
            <a:custGeom>
              <a:rect b="b" l="l" r="r" t="t"/>
              <a:pathLst>
                <a:path extrusionOk="0" h="5922" w="9501">
                  <a:moveTo>
                    <a:pt x="5064" y="0"/>
                  </a:moveTo>
                  <a:lnTo>
                    <a:pt x="4960" y="84"/>
                  </a:lnTo>
                  <a:lnTo>
                    <a:pt x="5002" y="209"/>
                  </a:lnTo>
                  <a:lnTo>
                    <a:pt x="4855" y="230"/>
                  </a:lnTo>
                  <a:lnTo>
                    <a:pt x="4751" y="209"/>
                  </a:lnTo>
                  <a:lnTo>
                    <a:pt x="4730" y="209"/>
                  </a:lnTo>
                  <a:lnTo>
                    <a:pt x="4500" y="272"/>
                  </a:lnTo>
                  <a:lnTo>
                    <a:pt x="4332" y="293"/>
                  </a:lnTo>
                  <a:lnTo>
                    <a:pt x="4228" y="502"/>
                  </a:lnTo>
                  <a:lnTo>
                    <a:pt x="4228" y="712"/>
                  </a:lnTo>
                  <a:lnTo>
                    <a:pt x="4102" y="712"/>
                  </a:lnTo>
                  <a:lnTo>
                    <a:pt x="3997" y="628"/>
                  </a:lnTo>
                  <a:lnTo>
                    <a:pt x="3851" y="691"/>
                  </a:lnTo>
                  <a:lnTo>
                    <a:pt x="3746" y="607"/>
                  </a:lnTo>
                  <a:lnTo>
                    <a:pt x="3642" y="628"/>
                  </a:lnTo>
                  <a:lnTo>
                    <a:pt x="3537" y="753"/>
                  </a:lnTo>
                  <a:lnTo>
                    <a:pt x="3432" y="732"/>
                  </a:lnTo>
                  <a:lnTo>
                    <a:pt x="3391" y="607"/>
                  </a:lnTo>
                  <a:lnTo>
                    <a:pt x="3244" y="607"/>
                  </a:lnTo>
                  <a:lnTo>
                    <a:pt x="3056" y="712"/>
                  </a:lnTo>
                  <a:lnTo>
                    <a:pt x="2972" y="649"/>
                  </a:lnTo>
                  <a:lnTo>
                    <a:pt x="2805" y="628"/>
                  </a:lnTo>
                  <a:lnTo>
                    <a:pt x="2763" y="691"/>
                  </a:lnTo>
                  <a:lnTo>
                    <a:pt x="2700" y="691"/>
                  </a:lnTo>
                  <a:lnTo>
                    <a:pt x="2595" y="607"/>
                  </a:lnTo>
                  <a:lnTo>
                    <a:pt x="2386" y="691"/>
                  </a:lnTo>
                  <a:lnTo>
                    <a:pt x="2344" y="628"/>
                  </a:lnTo>
                  <a:lnTo>
                    <a:pt x="2219" y="544"/>
                  </a:lnTo>
                  <a:lnTo>
                    <a:pt x="1884" y="502"/>
                  </a:lnTo>
                  <a:lnTo>
                    <a:pt x="1759" y="419"/>
                  </a:lnTo>
                  <a:lnTo>
                    <a:pt x="1675" y="419"/>
                  </a:lnTo>
                  <a:lnTo>
                    <a:pt x="1570" y="523"/>
                  </a:lnTo>
                  <a:lnTo>
                    <a:pt x="1382" y="523"/>
                  </a:lnTo>
                  <a:lnTo>
                    <a:pt x="963" y="586"/>
                  </a:lnTo>
                  <a:lnTo>
                    <a:pt x="859" y="628"/>
                  </a:lnTo>
                  <a:lnTo>
                    <a:pt x="671" y="544"/>
                  </a:lnTo>
                  <a:lnTo>
                    <a:pt x="608" y="544"/>
                  </a:lnTo>
                  <a:lnTo>
                    <a:pt x="566" y="649"/>
                  </a:lnTo>
                  <a:lnTo>
                    <a:pt x="608" y="921"/>
                  </a:lnTo>
                  <a:lnTo>
                    <a:pt x="650" y="1004"/>
                  </a:lnTo>
                  <a:lnTo>
                    <a:pt x="733" y="1151"/>
                  </a:lnTo>
                  <a:lnTo>
                    <a:pt x="859" y="1235"/>
                  </a:lnTo>
                  <a:lnTo>
                    <a:pt x="817" y="1318"/>
                  </a:lnTo>
                  <a:lnTo>
                    <a:pt x="838" y="1381"/>
                  </a:lnTo>
                  <a:lnTo>
                    <a:pt x="880" y="1465"/>
                  </a:lnTo>
                  <a:lnTo>
                    <a:pt x="838" y="1653"/>
                  </a:lnTo>
                  <a:lnTo>
                    <a:pt x="754" y="1653"/>
                  </a:lnTo>
                  <a:lnTo>
                    <a:pt x="650" y="1737"/>
                  </a:lnTo>
                  <a:lnTo>
                    <a:pt x="629" y="1904"/>
                  </a:lnTo>
                  <a:lnTo>
                    <a:pt x="252" y="2302"/>
                  </a:lnTo>
                  <a:lnTo>
                    <a:pt x="294" y="2469"/>
                  </a:lnTo>
                  <a:lnTo>
                    <a:pt x="294" y="2637"/>
                  </a:lnTo>
                  <a:lnTo>
                    <a:pt x="147" y="2616"/>
                  </a:lnTo>
                  <a:lnTo>
                    <a:pt x="43" y="2888"/>
                  </a:lnTo>
                  <a:lnTo>
                    <a:pt x="22" y="3097"/>
                  </a:lnTo>
                  <a:lnTo>
                    <a:pt x="1" y="3097"/>
                  </a:lnTo>
                  <a:lnTo>
                    <a:pt x="126" y="3222"/>
                  </a:lnTo>
                  <a:lnTo>
                    <a:pt x="294" y="3327"/>
                  </a:lnTo>
                  <a:lnTo>
                    <a:pt x="315" y="3432"/>
                  </a:lnTo>
                  <a:lnTo>
                    <a:pt x="440" y="3432"/>
                  </a:lnTo>
                  <a:lnTo>
                    <a:pt x="524" y="3348"/>
                  </a:lnTo>
                  <a:lnTo>
                    <a:pt x="629" y="3348"/>
                  </a:lnTo>
                  <a:lnTo>
                    <a:pt x="838" y="3453"/>
                  </a:lnTo>
                  <a:lnTo>
                    <a:pt x="984" y="3473"/>
                  </a:lnTo>
                  <a:lnTo>
                    <a:pt x="1152" y="3536"/>
                  </a:lnTo>
                  <a:lnTo>
                    <a:pt x="1194" y="3641"/>
                  </a:lnTo>
                  <a:lnTo>
                    <a:pt x="1340" y="3683"/>
                  </a:lnTo>
                  <a:lnTo>
                    <a:pt x="1487" y="3641"/>
                  </a:lnTo>
                  <a:lnTo>
                    <a:pt x="1612" y="3641"/>
                  </a:lnTo>
                  <a:lnTo>
                    <a:pt x="1717" y="3515"/>
                  </a:lnTo>
                  <a:lnTo>
                    <a:pt x="2114" y="3453"/>
                  </a:lnTo>
                  <a:lnTo>
                    <a:pt x="2240" y="3369"/>
                  </a:lnTo>
                  <a:lnTo>
                    <a:pt x="2386" y="3348"/>
                  </a:lnTo>
                  <a:lnTo>
                    <a:pt x="2344" y="3201"/>
                  </a:lnTo>
                  <a:lnTo>
                    <a:pt x="2386" y="3139"/>
                  </a:lnTo>
                  <a:lnTo>
                    <a:pt x="2344" y="2992"/>
                  </a:lnTo>
                  <a:lnTo>
                    <a:pt x="2428" y="3013"/>
                  </a:lnTo>
                  <a:lnTo>
                    <a:pt x="2449" y="2992"/>
                  </a:lnTo>
                  <a:lnTo>
                    <a:pt x="2554" y="3034"/>
                  </a:lnTo>
                  <a:lnTo>
                    <a:pt x="2616" y="2992"/>
                  </a:lnTo>
                  <a:lnTo>
                    <a:pt x="2742" y="2992"/>
                  </a:lnTo>
                  <a:lnTo>
                    <a:pt x="2763" y="2929"/>
                  </a:lnTo>
                  <a:lnTo>
                    <a:pt x="2867" y="3055"/>
                  </a:lnTo>
                  <a:lnTo>
                    <a:pt x="3014" y="3055"/>
                  </a:lnTo>
                  <a:lnTo>
                    <a:pt x="3181" y="3243"/>
                  </a:lnTo>
                  <a:lnTo>
                    <a:pt x="3370" y="3243"/>
                  </a:lnTo>
                  <a:lnTo>
                    <a:pt x="3391" y="3201"/>
                  </a:lnTo>
                  <a:lnTo>
                    <a:pt x="3453" y="3201"/>
                  </a:lnTo>
                  <a:lnTo>
                    <a:pt x="3642" y="3369"/>
                  </a:lnTo>
                  <a:lnTo>
                    <a:pt x="3788" y="3453"/>
                  </a:lnTo>
                  <a:lnTo>
                    <a:pt x="3809" y="3641"/>
                  </a:lnTo>
                  <a:lnTo>
                    <a:pt x="3809" y="3787"/>
                  </a:lnTo>
                  <a:lnTo>
                    <a:pt x="3956" y="3850"/>
                  </a:lnTo>
                  <a:lnTo>
                    <a:pt x="3956" y="3892"/>
                  </a:lnTo>
                  <a:lnTo>
                    <a:pt x="4102" y="4038"/>
                  </a:lnTo>
                  <a:lnTo>
                    <a:pt x="4269" y="4143"/>
                  </a:lnTo>
                  <a:lnTo>
                    <a:pt x="4290" y="4248"/>
                  </a:lnTo>
                  <a:lnTo>
                    <a:pt x="4269" y="4352"/>
                  </a:lnTo>
                  <a:lnTo>
                    <a:pt x="4332" y="4457"/>
                  </a:lnTo>
                  <a:lnTo>
                    <a:pt x="4311" y="4499"/>
                  </a:lnTo>
                  <a:lnTo>
                    <a:pt x="4123" y="4499"/>
                  </a:lnTo>
                  <a:lnTo>
                    <a:pt x="4060" y="4415"/>
                  </a:lnTo>
                  <a:lnTo>
                    <a:pt x="3893" y="4478"/>
                  </a:lnTo>
                  <a:lnTo>
                    <a:pt x="3788" y="4478"/>
                  </a:lnTo>
                  <a:lnTo>
                    <a:pt x="3767" y="4687"/>
                  </a:lnTo>
                  <a:lnTo>
                    <a:pt x="3767" y="4834"/>
                  </a:lnTo>
                  <a:lnTo>
                    <a:pt x="3704" y="4813"/>
                  </a:lnTo>
                  <a:lnTo>
                    <a:pt x="3600" y="5022"/>
                  </a:lnTo>
                  <a:lnTo>
                    <a:pt x="3600" y="5126"/>
                  </a:lnTo>
                  <a:lnTo>
                    <a:pt x="3495" y="5106"/>
                  </a:lnTo>
                  <a:lnTo>
                    <a:pt x="3432" y="5147"/>
                  </a:lnTo>
                  <a:lnTo>
                    <a:pt x="3537" y="5315"/>
                  </a:lnTo>
                  <a:lnTo>
                    <a:pt x="3684" y="5357"/>
                  </a:lnTo>
                  <a:lnTo>
                    <a:pt x="3893" y="5357"/>
                  </a:lnTo>
                  <a:lnTo>
                    <a:pt x="3976" y="5294"/>
                  </a:lnTo>
                  <a:lnTo>
                    <a:pt x="4165" y="5294"/>
                  </a:lnTo>
                  <a:lnTo>
                    <a:pt x="4269" y="5357"/>
                  </a:lnTo>
                  <a:lnTo>
                    <a:pt x="4290" y="5252"/>
                  </a:lnTo>
                  <a:lnTo>
                    <a:pt x="4228" y="5189"/>
                  </a:lnTo>
                  <a:lnTo>
                    <a:pt x="4228" y="5106"/>
                  </a:lnTo>
                  <a:lnTo>
                    <a:pt x="4228" y="5022"/>
                  </a:lnTo>
                  <a:lnTo>
                    <a:pt x="4290" y="5106"/>
                  </a:lnTo>
                  <a:lnTo>
                    <a:pt x="4374" y="5106"/>
                  </a:lnTo>
                  <a:lnTo>
                    <a:pt x="4583" y="4834"/>
                  </a:lnTo>
                  <a:lnTo>
                    <a:pt x="4541" y="4771"/>
                  </a:lnTo>
                  <a:lnTo>
                    <a:pt x="4604" y="4771"/>
                  </a:lnTo>
                  <a:lnTo>
                    <a:pt x="4730" y="4603"/>
                  </a:lnTo>
                  <a:lnTo>
                    <a:pt x="4730" y="4478"/>
                  </a:lnTo>
                  <a:lnTo>
                    <a:pt x="4813" y="4394"/>
                  </a:lnTo>
                  <a:lnTo>
                    <a:pt x="4939" y="4394"/>
                  </a:lnTo>
                  <a:lnTo>
                    <a:pt x="5064" y="4269"/>
                  </a:lnTo>
                  <a:lnTo>
                    <a:pt x="5127" y="4310"/>
                  </a:lnTo>
                  <a:lnTo>
                    <a:pt x="5127" y="4352"/>
                  </a:lnTo>
                  <a:lnTo>
                    <a:pt x="5232" y="4352"/>
                  </a:lnTo>
                  <a:lnTo>
                    <a:pt x="5274" y="4289"/>
                  </a:lnTo>
                  <a:lnTo>
                    <a:pt x="5336" y="4206"/>
                  </a:lnTo>
                  <a:lnTo>
                    <a:pt x="5357" y="4269"/>
                  </a:lnTo>
                  <a:lnTo>
                    <a:pt x="5441" y="4310"/>
                  </a:lnTo>
                  <a:lnTo>
                    <a:pt x="5525" y="4352"/>
                  </a:lnTo>
                  <a:lnTo>
                    <a:pt x="5692" y="4310"/>
                  </a:lnTo>
                  <a:lnTo>
                    <a:pt x="5567" y="4373"/>
                  </a:lnTo>
                  <a:lnTo>
                    <a:pt x="5483" y="4415"/>
                  </a:lnTo>
                  <a:lnTo>
                    <a:pt x="5378" y="4394"/>
                  </a:lnTo>
                  <a:lnTo>
                    <a:pt x="5211" y="4415"/>
                  </a:lnTo>
                  <a:lnTo>
                    <a:pt x="5064" y="4415"/>
                  </a:lnTo>
                  <a:lnTo>
                    <a:pt x="5127" y="4478"/>
                  </a:lnTo>
                  <a:lnTo>
                    <a:pt x="5336" y="4478"/>
                  </a:lnTo>
                  <a:lnTo>
                    <a:pt x="5483" y="4561"/>
                  </a:lnTo>
                  <a:lnTo>
                    <a:pt x="5462" y="4582"/>
                  </a:lnTo>
                  <a:lnTo>
                    <a:pt x="5420" y="4624"/>
                  </a:lnTo>
                  <a:lnTo>
                    <a:pt x="5483" y="4708"/>
                  </a:lnTo>
                  <a:lnTo>
                    <a:pt x="5567" y="4708"/>
                  </a:lnTo>
                  <a:lnTo>
                    <a:pt x="5671" y="4771"/>
                  </a:lnTo>
                  <a:lnTo>
                    <a:pt x="5797" y="4708"/>
                  </a:lnTo>
                  <a:lnTo>
                    <a:pt x="5943" y="4687"/>
                  </a:lnTo>
                  <a:lnTo>
                    <a:pt x="6069" y="4729"/>
                  </a:lnTo>
                  <a:lnTo>
                    <a:pt x="6173" y="4792"/>
                  </a:lnTo>
                  <a:lnTo>
                    <a:pt x="6194" y="4708"/>
                  </a:lnTo>
                  <a:lnTo>
                    <a:pt x="6257" y="4729"/>
                  </a:lnTo>
                  <a:lnTo>
                    <a:pt x="6278" y="4875"/>
                  </a:lnTo>
                  <a:lnTo>
                    <a:pt x="6362" y="4938"/>
                  </a:lnTo>
                  <a:lnTo>
                    <a:pt x="6299" y="4980"/>
                  </a:lnTo>
                  <a:lnTo>
                    <a:pt x="6111" y="5022"/>
                  </a:lnTo>
                  <a:lnTo>
                    <a:pt x="5943" y="5126"/>
                  </a:lnTo>
                  <a:lnTo>
                    <a:pt x="5797" y="5315"/>
                  </a:lnTo>
                  <a:lnTo>
                    <a:pt x="5901" y="5357"/>
                  </a:lnTo>
                  <a:lnTo>
                    <a:pt x="5985" y="5294"/>
                  </a:lnTo>
                  <a:lnTo>
                    <a:pt x="6111" y="5357"/>
                  </a:lnTo>
                  <a:lnTo>
                    <a:pt x="6173" y="5336"/>
                  </a:lnTo>
                  <a:lnTo>
                    <a:pt x="6362" y="5503"/>
                  </a:lnTo>
                  <a:lnTo>
                    <a:pt x="6383" y="5566"/>
                  </a:lnTo>
                  <a:lnTo>
                    <a:pt x="6299" y="5775"/>
                  </a:lnTo>
                  <a:lnTo>
                    <a:pt x="6278" y="5838"/>
                  </a:lnTo>
                  <a:lnTo>
                    <a:pt x="6383" y="5922"/>
                  </a:lnTo>
                  <a:lnTo>
                    <a:pt x="6592" y="5922"/>
                  </a:lnTo>
                  <a:lnTo>
                    <a:pt x="6780" y="5817"/>
                  </a:lnTo>
                  <a:lnTo>
                    <a:pt x="7031" y="5629"/>
                  </a:lnTo>
                  <a:lnTo>
                    <a:pt x="7220" y="5629"/>
                  </a:lnTo>
                  <a:lnTo>
                    <a:pt x="7324" y="5503"/>
                  </a:lnTo>
                  <a:lnTo>
                    <a:pt x="7450" y="5419"/>
                  </a:lnTo>
                  <a:lnTo>
                    <a:pt x="7680" y="5440"/>
                  </a:lnTo>
                  <a:lnTo>
                    <a:pt x="7889" y="5440"/>
                  </a:lnTo>
                  <a:lnTo>
                    <a:pt x="7952" y="5336"/>
                  </a:lnTo>
                  <a:lnTo>
                    <a:pt x="7889" y="5231"/>
                  </a:lnTo>
                  <a:lnTo>
                    <a:pt x="7952" y="5210"/>
                  </a:lnTo>
                  <a:lnTo>
                    <a:pt x="7994" y="5126"/>
                  </a:lnTo>
                  <a:lnTo>
                    <a:pt x="7847" y="5106"/>
                  </a:lnTo>
                  <a:lnTo>
                    <a:pt x="7659" y="5126"/>
                  </a:lnTo>
                  <a:lnTo>
                    <a:pt x="7638" y="5252"/>
                  </a:lnTo>
                  <a:lnTo>
                    <a:pt x="7513" y="5189"/>
                  </a:lnTo>
                  <a:lnTo>
                    <a:pt x="7450" y="5189"/>
                  </a:lnTo>
                  <a:lnTo>
                    <a:pt x="7345" y="5294"/>
                  </a:lnTo>
                  <a:lnTo>
                    <a:pt x="7303" y="5252"/>
                  </a:lnTo>
                  <a:lnTo>
                    <a:pt x="7010" y="4938"/>
                  </a:lnTo>
                  <a:lnTo>
                    <a:pt x="6948" y="4813"/>
                  </a:lnTo>
                  <a:lnTo>
                    <a:pt x="6885" y="4687"/>
                  </a:lnTo>
                  <a:lnTo>
                    <a:pt x="6822" y="4708"/>
                  </a:lnTo>
                  <a:lnTo>
                    <a:pt x="6885" y="4875"/>
                  </a:lnTo>
                  <a:lnTo>
                    <a:pt x="7094" y="5106"/>
                  </a:lnTo>
                  <a:lnTo>
                    <a:pt x="7261" y="5294"/>
                  </a:lnTo>
                  <a:lnTo>
                    <a:pt x="7220" y="5315"/>
                  </a:lnTo>
                  <a:lnTo>
                    <a:pt x="7094" y="5294"/>
                  </a:lnTo>
                  <a:lnTo>
                    <a:pt x="7031" y="5210"/>
                  </a:lnTo>
                  <a:lnTo>
                    <a:pt x="7010" y="5085"/>
                  </a:lnTo>
                  <a:lnTo>
                    <a:pt x="6927" y="5043"/>
                  </a:lnTo>
                  <a:lnTo>
                    <a:pt x="6885" y="5106"/>
                  </a:lnTo>
                  <a:lnTo>
                    <a:pt x="6885" y="5022"/>
                  </a:lnTo>
                  <a:lnTo>
                    <a:pt x="6822" y="5022"/>
                  </a:lnTo>
                  <a:lnTo>
                    <a:pt x="6780" y="5043"/>
                  </a:lnTo>
                  <a:lnTo>
                    <a:pt x="6780" y="5001"/>
                  </a:lnTo>
                  <a:lnTo>
                    <a:pt x="6822" y="4917"/>
                  </a:lnTo>
                  <a:lnTo>
                    <a:pt x="6801" y="4875"/>
                  </a:lnTo>
                  <a:lnTo>
                    <a:pt x="6717" y="4896"/>
                  </a:lnTo>
                  <a:lnTo>
                    <a:pt x="6676" y="4834"/>
                  </a:lnTo>
                  <a:lnTo>
                    <a:pt x="6592" y="4771"/>
                  </a:lnTo>
                  <a:lnTo>
                    <a:pt x="6404" y="4792"/>
                  </a:lnTo>
                  <a:lnTo>
                    <a:pt x="6320" y="4729"/>
                  </a:lnTo>
                  <a:lnTo>
                    <a:pt x="6362" y="4687"/>
                  </a:lnTo>
                  <a:lnTo>
                    <a:pt x="6487" y="4708"/>
                  </a:lnTo>
                  <a:lnTo>
                    <a:pt x="6529" y="4624"/>
                  </a:lnTo>
                  <a:lnTo>
                    <a:pt x="6634" y="4708"/>
                  </a:lnTo>
                  <a:lnTo>
                    <a:pt x="6738" y="4708"/>
                  </a:lnTo>
                  <a:lnTo>
                    <a:pt x="6780" y="4624"/>
                  </a:lnTo>
                  <a:lnTo>
                    <a:pt x="6885" y="4603"/>
                  </a:lnTo>
                  <a:lnTo>
                    <a:pt x="7052" y="4415"/>
                  </a:lnTo>
                  <a:lnTo>
                    <a:pt x="7052" y="4373"/>
                  </a:lnTo>
                  <a:lnTo>
                    <a:pt x="7136" y="4394"/>
                  </a:lnTo>
                  <a:lnTo>
                    <a:pt x="7136" y="4457"/>
                  </a:lnTo>
                  <a:lnTo>
                    <a:pt x="7031" y="4582"/>
                  </a:lnTo>
                  <a:lnTo>
                    <a:pt x="6989" y="4603"/>
                  </a:lnTo>
                  <a:lnTo>
                    <a:pt x="7010" y="4666"/>
                  </a:lnTo>
                  <a:lnTo>
                    <a:pt x="7094" y="4624"/>
                  </a:lnTo>
                  <a:lnTo>
                    <a:pt x="7220" y="4457"/>
                  </a:lnTo>
                  <a:lnTo>
                    <a:pt x="7241" y="4373"/>
                  </a:lnTo>
                  <a:lnTo>
                    <a:pt x="7157" y="4289"/>
                  </a:lnTo>
                  <a:lnTo>
                    <a:pt x="7136" y="4248"/>
                  </a:lnTo>
                  <a:lnTo>
                    <a:pt x="7199" y="4206"/>
                  </a:lnTo>
                  <a:lnTo>
                    <a:pt x="7261" y="4352"/>
                  </a:lnTo>
                  <a:lnTo>
                    <a:pt x="7345" y="4373"/>
                  </a:lnTo>
                  <a:lnTo>
                    <a:pt x="7450" y="4289"/>
                  </a:lnTo>
                  <a:lnTo>
                    <a:pt x="7617" y="4310"/>
                  </a:lnTo>
                  <a:lnTo>
                    <a:pt x="7722" y="4248"/>
                  </a:lnTo>
                  <a:lnTo>
                    <a:pt x="7868" y="4248"/>
                  </a:lnTo>
                  <a:lnTo>
                    <a:pt x="7973" y="4101"/>
                  </a:lnTo>
                  <a:lnTo>
                    <a:pt x="8057" y="4038"/>
                  </a:lnTo>
                  <a:lnTo>
                    <a:pt x="8182" y="4038"/>
                  </a:lnTo>
                  <a:lnTo>
                    <a:pt x="8203" y="3934"/>
                  </a:lnTo>
                  <a:lnTo>
                    <a:pt x="8287" y="3871"/>
                  </a:lnTo>
                  <a:lnTo>
                    <a:pt x="8454" y="3871"/>
                  </a:lnTo>
                  <a:lnTo>
                    <a:pt x="8580" y="3829"/>
                  </a:lnTo>
                  <a:lnTo>
                    <a:pt x="8663" y="3829"/>
                  </a:lnTo>
                  <a:lnTo>
                    <a:pt x="8663" y="3892"/>
                  </a:lnTo>
                  <a:lnTo>
                    <a:pt x="8768" y="3850"/>
                  </a:lnTo>
                  <a:lnTo>
                    <a:pt x="8789" y="3578"/>
                  </a:lnTo>
                  <a:lnTo>
                    <a:pt x="8873" y="3557"/>
                  </a:lnTo>
                  <a:lnTo>
                    <a:pt x="8998" y="3348"/>
                  </a:lnTo>
                  <a:lnTo>
                    <a:pt x="9291" y="3327"/>
                  </a:lnTo>
                  <a:lnTo>
                    <a:pt x="9396" y="3243"/>
                  </a:lnTo>
                  <a:lnTo>
                    <a:pt x="9354" y="3118"/>
                  </a:lnTo>
                  <a:lnTo>
                    <a:pt x="9438" y="2909"/>
                  </a:lnTo>
                  <a:lnTo>
                    <a:pt x="9417" y="2720"/>
                  </a:lnTo>
                  <a:lnTo>
                    <a:pt x="9228" y="2616"/>
                  </a:lnTo>
                  <a:lnTo>
                    <a:pt x="9291" y="2365"/>
                  </a:lnTo>
                  <a:lnTo>
                    <a:pt x="9396" y="2323"/>
                  </a:lnTo>
                  <a:lnTo>
                    <a:pt x="9500" y="2197"/>
                  </a:lnTo>
                  <a:lnTo>
                    <a:pt x="9500" y="2072"/>
                  </a:lnTo>
                  <a:lnTo>
                    <a:pt x="9417" y="2009"/>
                  </a:lnTo>
                  <a:lnTo>
                    <a:pt x="9354" y="1883"/>
                  </a:lnTo>
                  <a:lnTo>
                    <a:pt x="9291" y="1967"/>
                  </a:lnTo>
                  <a:lnTo>
                    <a:pt x="9103" y="1946"/>
                  </a:lnTo>
                  <a:lnTo>
                    <a:pt x="8935" y="1841"/>
                  </a:lnTo>
                  <a:lnTo>
                    <a:pt x="8810" y="1862"/>
                  </a:lnTo>
                  <a:lnTo>
                    <a:pt x="8705" y="1800"/>
                  </a:lnTo>
                  <a:lnTo>
                    <a:pt x="8559" y="1779"/>
                  </a:lnTo>
                  <a:lnTo>
                    <a:pt x="8349" y="1758"/>
                  </a:lnTo>
                  <a:lnTo>
                    <a:pt x="8266" y="1841"/>
                  </a:lnTo>
                  <a:lnTo>
                    <a:pt x="8203" y="1695"/>
                  </a:lnTo>
                  <a:lnTo>
                    <a:pt x="8057" y="1590"/>
                  </a:lnTo>
                  <a:lnTo>
                    <a:pt x="7931" y="1318"/>
                  </a:lnTo>
                  <a:lnTo>
                    <a:pt x="7826" y="1339"/>
                  </a:lnTo>
                  <a:lnTo>
                    <a:pt x="7638" y="1465"/>
                  </a:lnTo>
                  <a:lnTo>
                    <a:pt x="7513" y="1444"/>
                  </a:lnTo>
                  <a:lnTo>
                    <a:pt x="7366" y="1486"/>
                  </a:lnTo>
                  <a:lnTo>
                    <a:pt x="7220" y="1423"/>
                  </a:lnTo>
                  <a:lnTo>
                    <a:pt x="7115" y="1528"/>
                  </a:lnTo>
                  <a:lnTo>
                    <a:pt x="6843" y="1256"/>
                  </a:lnTo>
                  <a:lnTo>
                    <a:pt x="6780" y="1067"/>
                  </a:lnTo>
                  <a:lnTo>
                    <a:pt x="6780" y="921"/>
                  </a:lnTo>
                  <a:lnTo>
                    <a:pt x="6676" y="921"/>
                  </a:lnTo>
                  <a:lnTo>
                    <a:pt x="6676" y="795"/>
                  </a:lnTo>
                  <a:lnTo>
                    <a:pt x="6529" y="691"/>
                  </a:lnTo>
                  <a:lnTo>
                    <a:pt x="6215" y="732"/>
                  </a:lnTo>
                  <a:lnTo>
                    <a:pt x="6069" y="523"/>
                  </a:lnTo>
                  <a:lnTo>
                    <a:pt x="6111" y="398"/>
                  </a:lnTo>
                  <a:lnTo>
                    <a:pt x="6006" y="293"/>
                  </a:lnTo>
                  <a:lnTo>
                    <a:pt x="5901" y="21"/>
                  </a:lnTo>
                  <a:lnTo>
                    <a:pt x="5776" y="21"/>
                  </a:lnTo>
                  <a:lnTo>
                    <a:pt x="5650" y="105"/>
                  </a:lnTo>
                  <a:lnTo>
                    <a:pt x="5357" y="105"/>
                  </a:lnTo>
                  <a:lnTo>
                    <a:pt x="506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38"/>
            <p:cNvSpPr/>
            <p:nvPr/>
          </p:nvSpPr>
          <p:spPr>
            <a:xfrm>
              <a:off x="3912027" y="2795073"/>
              <a:ext cx="23684" cy="25236"/>
            </a:xfrm>
            <a:custGeom>
              <a:rect b="b" l="l" r="r" t="t"/>
              <a:pathLst>
                <a:path extrusionOk="0" h="2219" w="1989">
                  <a:moveTo>
                    <a:pt x="419" y="0"/>
                  </a:moveTo>
                  <a:lnTo>
                    <a:pt x="398" y="63"/>
                  </a:lnTo>
                  <a:lnTo>
                    <a:pt x="272" y="63"/>
                  </a:lnTo>
                  <a:lnTo>
                    <a:pt x="210" y="105"/>
                  </a:lnTo>
                  <a:lnTo>
                    <a:pt x="105" y="63"/>
                  </a:lnTo>
                  <a:lnTo>
                    <a:pt x="84" y="84"/>
                  </a:lnTo>
                  <a:lnTo>
                    <a:pt x="0" y="63"/>
                  </a:lnTo>
                  <a:lnTo>
                    <a:pt x="42" y="210"/>
                  </a:lnTo>
                  <a:lnTo>
                    <a:pt x="0" y="272"/>
                  </a:lnTo>
                  <a:lnTo>
                    <a:pt x="42" y="419"/>
                  </a:lnTo>
                  <a:lnTo>
                    <a:pt x="251" y="377"/>
                  </a:lnTo>
                  <a:lnTo>
                    <a:pt x="314" y="628"/>
                  </a:lnTo>
                  <a:lnTo>
                    <a:pt x="565" y="837"/>
                  </a:lnTo>
                  <a:lnTo>
                    <a:pt x="586" y="942"/>
                  </a:lnTo>
                  <a:lnTo>
                    <a:pt x="900" y="1214"/>
                  </a:lnTo>
                  <a:lnTo>
                    <a:pt x="921" y="1360"/>
                  </a:lnTo>
                  <a:lnTo>
                    <a:pt x="1026" y="1528"/>
                  </a:lnTo>
                  <a:lnTo>
                    <a:pt x="1005" y="2072"/>
                  </a:lnTo>
                  <a:lnTo>
                    <a:pt x="1088" y="2218"/>
                  </a:lnTo>
                  <a:lnTo>
                    <a:pt x="1151" y="2177"/>
                  </a:lnTo>
                  <a:lnTo>
                    <a:pt x="1256" y="2197"/>
                  </a:lnTo>
                  <a:lnTo>
                    <a:pt x="1256" y="2093"/>
                  </a:lnTo>
                  <a:lnTo>
                    <a:pt x="1360" y="1884"/>
                  </a:lnTo>
                  <a:lnTo>
                    <a:pt x="1423" y="1905"/>
                  </a:lnTo>
                  <a:lnTo>
                    <a:pt x="1423" y="1758"/>
                  </a:lnTo>
                  <a:lnTo>
                    <a:pt x="1444" y="1549"/>
                  </a:lnTo>
                  <a:lnTo>
                    <a:pt x="1549" y="1549"/>
                  </a:lnTo>
                  <a:lnTo>
                    <a:pt x="1716" y="1486"/>
                  </a:lnTo>
                  <a:lnTo>
                    <a:pt x="1779" y="1570"/>
                  </a:lnTo>
                  <a:lnTo>
                    <a:pt x="1967" y="1570"/>
                  </a:lnTo>
                  <a:lnTo>
                    <a:pt x="1988" y="1528"/>
                  </a:lnTo>
                  <a:lnTo>
                    <a:pt x="1925" y="1423"/>
                  </a:lnTo>
                  <a:lnTo>
                    <a:pt x="1946" y="1319"/>
                  </a:lnTo>
                  <a:lnTo>
                    <a:pt x="1925" y="1214"/>
                  </a:lnTo>
                  <a:lnTo>
                    <a:pt x="1758" y="1109"/>
                  </a:lnTo>
                  <a:lnTo>
                    <a:pt x="1612" y="963"/>
                  </a:lnTo>
                  <a:lnTo>
                    <a:pt x="1612" y="921"/>
                  </a:lnTo>
                  <a:lnTo>
                    <a:pt x="1465" y="858"/>
                  </a:lnTo>
                  <a:lnTo>
                    <a:pt x="1465" y="712"/>
                  </a:lnTo>
                  <a:lnTo>
                    <a:pt x="1444" y="524"/>
                  </a:lnTo>
                  <a:lnTo>
                    <a:pt x="1298" y="440"/>
                  </a:lnTo>
                  <a:lnTo>
                    <a:pt x="1109" y="272"/>
                  </a:lnTo>
                  <a:lnTo>
                    <a:pt x="1047" y="272"/>
                  </a:lnTo>
                  <a:lnTo>
                    <a:pt x="1026" y="314"/>
                  </a:lnTo>
                  <a:lnTo>
                    <a:pt x="837" y="314"/>
                  </a:lnTo>
                  <a:lnTo>
                    <a:pt x="670" y="126"/>
                  </a:lnTo>
                  <a:lnTo>
                    <a:pt x="523" y="126"/>
                  </a:lnTo>
                  <a:lnTo>
                    <a:pt x="41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38"/>
            <p:cNvSpPr/>
            <p:nvPr/>
          </p:nvSpPr>
          <p:spPr>
            <a:xfrm>
              <a:off x="3874161" y="2799361"/>
              <a:ext cx="60800" cy="37131"/>
            </a:xfrm>
            <a:custGeom>
              <a:rect b="b" l="l" r="r" t="t"/>
              <a:pathLst>
                <a:path extrusionOk="0" h="3265" w="5106">
                  <a:moveTo>
                    <a:pt x="3431" y="0"/>
                  </a:moveTo>
                  <a:lnTo>
                    <a:pt x="3076" y="63"/>
                  </a:lnTo>
                  <a:lnTo>
                    <a:pt x="2950" y="147"/>
                  </a:lnTo>
                  <a:lnTo>
                    <a:pt x="2553" y="209"/>
                  </a:lnTo>
                  <a:lnTo>
                    <a:pt x="2448" y="335"/>
                  </a:lnTo>
                  <a:lnTo>
                    <a:pt x="2323" y="335"/>
                  </a:lnTo>
                  <a:lnTo>
                    <a:pt x="2176" y="377"/>
                  </a:lnTo>
                  <a:lnTo>
                    <a:pt x="2030" y="335"/>
                  </a:lnTo>
                  <a:lnTo>
                    <a:pt x="1988" y="230"/>
                  </a:lnTo>
                  <a:lnTo>
                    <a:pt x="1820" y="167"/>
                  </a:lnTo>
                  <a:lnTo>
                    <a:pt x="1674" y="147"/>
                  </a:lnTo>
                  <a:lnTo>
                    <a:pt x="1465" y="42"/>
                  </a:lnTo>
                  <a:lnTo>
                    <a:pt x="1360" y="42"/>
                  </a:lnTo>
                  <a:lnTo>
                    <a:pt x="1276" y="126"/>
                  </a:lnTo>
                  <a:lnTo>
                    <a:pt x="1151" y="126"/>
                  </a:lnTo>
                  <a:lnTo>
                    <a:pt x="1172" y="147"/>
                  </a:lnTo>
                  <a:lnTo>
                    <a:pt x="1130" y="272"/>
                  </a:lnTo>
                  <a:lnTo>
                    <a:pt x="962" y="314"/>
                  </a:lnTo>
                  <a:lnTo>
                    <a:pt x="858" y="544"/>
                  </a:lnTo>
                  <a:lnTo>
                    <a:pt x="732" y="879"/>
                  </a:lnTo>
                  <a:lnTo>
                    <a:pt x="523" y="1193"/>
                  </a:lnTo>
                  <a:lnTo>
                    <a:pt x="544" y="1297"/>
                  </a:lnTo>
                  <a:lnTo>
                    <a:pt x="439" y="1402"/>
                  </a:lnTo>
                  <a:lnTo>
                    <a:pt x="293" y="1381"/>
                  </a:lnTo>
                  <a:lnTo>
                    <a:pt x="230" y="1486"/>
                  </a:lnTo>
                  <a:lnTo>
                    <a:pt x="126" y="1507"/>
                  </a:lnTo>
                  <a:lnTo>
                    <a:pt x="0" y="1632"/>
                  </a:lnTo>
                  <a:lnTo>
                    <a:pt x="126" y="1674"/>
                  </a:lnTo>
                  <a:lnTo>
                    <a:pt x="146" y="1737"/>
                  </a:lnTo>
                  <a:lnTo>
                    <a:pt x="335" y="1946"/>
                  </a:lnTo>
                  <a:lnTo>
                    <a:pt x="356" y="2051"/>
                  </a:lnTo>
                  <a:lnTo>
                    <a:pt x="523" y="2134"/>
                  </a:lnTo>
                  <a:lnTo>
                    <a:pt x="670" y="2260"/>
                  </a:lnTo>
                  <a:lnTo>
                    <a:pt x="607" y="2406"/>
                  </a:lnTo>
                  <a:lnTo>
                    <a:pt x="628" y="2448"/>
                  </a:lnTo>
                  <a:lnTo>
                    <a:pt x="837" y="2532"/>
                  </a:lnTo>
                  <a:lnTo>
                    <a:pt x="879" y="2616"/>
                  </a:lnTo>
                  <a:lnTo>
                    <a:pt x="983" y="2574"/>
                  </a:lnTo>
                  <a:lnTo>
                    <a:pt x="1088" y="2657"/>
                  </a:lnTo>
                  <a:lnTo>
                    <a:pt x="1172" y="2532"/>
                  </a:lnTo>
                  <a:lnTo>
                    <a:pt x="1381" y="2553"/>
                  </a:lnTo>
                  <a:lnTo>
                    <a:pt x="1276" y="2678"/>
                  </a:lnTo>
                  <a:lnTo>
                    <a:pt x="1297" y="2762"/>
                  </a:lnTo>
                  <a:lnTo>
                    <a:pt x="1339" y="2888"/>
                  </a:lnTo>
                  <a:lnTo>
                    <a:pt x="1486" y="2888"/>
                  </a:lnTo>
                  <a:lnTo>
                    <a:pt x="1569" y="2971"/>
                  </a:lnTo>
                  <a:lnTo>
                    <a:pt x="1569" y="3055"/>
                  </a:lnTo>
                  <a:lnTo>
                    <a:pt x="1507" y="3097"/>
                  </a:lnTo>
                  <a:lnTo>
                    <a:pt x="1590" y="3201"/>
                  </a:lnTo>
                  <a:lnTo>
                    <a:pt x="1716" y="3139"/>
                  </a:lnTo>
                  <a:lnTo>
                    <a:pt x="1883" y="3139"/>
                  </a:lnTo>
                  <a:lnTo>
                    <a:pt x="1925" y="3201"/>
                  </a:lnTo>
                  <a:lnTo>
                    <a:pt x="1988" y="3180"/>
                  </a:lnTo>
                  <a:lnTo>
                    <a:pt x="2197" y="3264"/>
                  </a:lnTo>
                  <a:lnTo>
                    <a:pt x="2343" y="3180"/>
                  </a:lnTo>
                  <a:lnTo>
                    <a:pt x="2490" y="3201"/>
                  </a:lnTo>
                  <a:lnTo>
                    <a:pt x="2553" y="3160"/>
                  </a:lnTo>
                  <a:lnTo>
                    <a:pt x="2699" y="3201"/>
                  </a:lnTo>
                  <a:lnTo>
                    <a:pt x="2804" y="3201"/>
                  </a:lnTo>
                  <a:lnTo>
                    <a:pt x="3013" y="3243"/>
                  </a:lnTo>
                  <a:lnTo>
                    <a:pt x="3076" y="3180"/>
                  </a:lnTo>
                  <a:lnTo>
                    <a:pt x="3222" y="3139"/>
                  </a:lnTo>
                  <a:lnTo>
                    <a:pt x="3264" y="3055"/>
                  </a:lnTo>
                  <a:lnTo>
                    <a:pt x="3599" y="2888"/>
                  </a:lnTo>
                  <a:lnTo>
                    <a:pt x="3766" y="2867"/>
                  </a:lnTo>
                  <a:lnTo>
                    <a:pt x="3955" y="2888"/>
                  </a:lnTo>
                  <a:lnTo>
                    <a:pt x="4122" y="2971"/>
                  </a:lnTo>
                  <a:lnTo>
                    <a:pt x="4185" y="3034"/>
                  </a:lnTo>
                  <a:lnTo>
                    <a:pt x="4289" y="2992"/>
                  </a:lnTo>
                  <a:lnTo>
                    <a:pt x="4436" y="3055"/>
                  </a:lnTo>
                  <a:lnTo>
                    <a:pt x="4478" y="3139"/>
                  </a:lnTo>
                  <a:lnTo>
                    <a:pt x="4603" y="3139"/>
                  </a:lnTo>
                  <a:lnTo>
                    <a:pt x="4582" y="2992"/>
                  </a:lnTo>
                  <a:lnTo>
                    <a:pt x="4624" y="2888"/>
                  </a:lnTo>
                  <a:lnTo>
                    <a:pt x="4624" y="2720"/>
                  </a:lnTo>
                  <a:lnTo>
                    <a:pt x="4603" y="2636"/>
                  </a:lnTo>
                  <a:lnTo>
                    <a:pt x="4645" y="2553"/>
                  </a:lnTo>
                  <a:lnTo>
                    <a:pt x="4708" y="2427"/>
                  </a:lnTo>
                  <a:lnTo>
                    <a:pt x="4896" y="2427"/>
                  </a:lnTo>
                  <a:lnTo>
                    <a:pt x="5022" y="2406"/>
                  </a:lnTo>
                  <a:lnTo>
                    <a:pt x="5105" y="2239"/>
                  </a:lnTo>
                  <a:lnTo>
                    <a:pt x="5105" y="2155"/>
                  </a:lnTo>
                  <a:lnTo>
                    <a:pt x="5043" y="2113"/>
                  </a:lnTo>
                  <a:lnTo>
                    <a:pt x="5105" y="2051"/>
                  </a:lnTo>
                  <a:lnTo>
                    <a:pt x="5001" y="1988"/>
                  </a:lnTo>
                  <a:lnTo>
                    <a:pt x="4812" y="1988"/>
                  </a:lnTo>
                  <a:lnTo>
                    <a:pt x="4729" y="2051"/>
                  </a:lnTo>
                  <a:lnTo>
                    <a:pt x="4520" y="2051"/>
                  </a:lnTo>
                  <a:lnTo>
                    <a:pt x="4373" y="2009"/>
                  </a:lnTo>
                  <a:lnTo>
                    <a:pt x="4268" y="1841"/>
                  </a:lnTo>
                  <a:lnTo>
                    <a:pt x="4185" y="1695"/>
                  </a:lnTo>
                  <a:lnTo>
                    <a:pt x="4206" y="1151"/>
                  </a:lnTo>
                  <a:lnTo>
                    <a:pt x="4101" y="983"/>
                  </a:lnTo>
                  <a:lnTo>
                    <a:pt x="4080" y="837"/>
                  </a:lnTo>
                  <a:lnTo>
                    <a:pt x="3766" y="565"/>
                  </a:lnTo>
                  <a:lnTo>
                    <a:pt x="3745" y="460"/>
                  </a:lnTo>
                  <a:lnTo>
                    <a:pt x="3494" y="251"/>
                  </a:lnTo>
                  <a:lnTo>
                    <a:pt x="343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38"/>
            <p:cNvSpPr/>
            <p:nvPr/>
          </p:nvSpPr>
          <p:spPr>
            <a:xfrm>
              <a:off x="3889355" y="2831954"/>
              <a:ext cx="39878" cy="24041"/>
            </a:xfrm>
            <a:custGeom>
              <a:rect b="b" l="l" r="r" t="t"/>
              <a:pathLst>
                <a:path extrusionOk="0" h="2114" w="3349">
                  <a:moveTo>
                    <a:pt x="2490" y="1"/>
                  </a:moveTo>
                  <a:lnTo>
                    <a:pt x="2323" y="22"/>
                  </a:lnTo>
                  <a:lnTo>
                    <a:pt x="1988" y="189"/>
                  </a:lnTo>
                  <a:lnTo>
                    <a:pt x="1946" y="273"/>
                  </a:lnTo>
                  <a:lnTo>
                    <a:pt x="1800" y="314"/>
                  </a:lnTo>
                  <a:lnTo>
                    <a:pt x="1737" y="377"/>
                  </a:lnTo>
                  <a:lnTo>
                    <a:pt x="1528" y="335"/>
                  </a:lnTo>
                  <a:lnTo>
                    <a:pt x="1423" y="335"/>
                  </a:lnTo>
                  <a:lnTo>
                    <a:pt x="1277" y="294"/>
                  </a:lnTo>
                  <a:lnTo>
                    <a:pt x="1214" y="335"/>
                  </a:lnTo>
                  <a:lnTo>
                    <a:pt x="1067" y="314"/>
                  </a:lnTo>
                  <a:lnTo>
                    <a:pt x="921" y="398"/>
                  </a:lnTo>
                  <a:lnTo>
                    <a:pt x="712" y="314"/>
                  </a:lnTo>
                  <a:lnTo>
                    <a:pt x="649" y="335"/>
                  </a:lnTo>
                  <a:lnTo>
                    <a:pt x="607" y="273"/>
                  </a:lnTo>
                  <a:lnTo>
                    <a:pt x="440" y="273"/>
                  </a:lnTo>
                  <a:lnTo>
                    <a:pt x="314" y="335"/>
                  </a:lnTo>
                  <a:lnTo>
                    <a:pt x="231" y="231"/>
                  </a:lnTo>
                  <a:lnTo>
                    <a:pt x="293" y="189"/>
                  </a:lnTo>
                  <a:lnTo>
                    <a:pt x="293" y="105"/>
                  </a:lnTo>
                  <a:lnTo>
                    <a:pt x="210" y="22"/>
                  </a:lnTo>
                  <a:lnTo>
                    <a:pt x="63" y="22"/>
                  </a:lnTo>
                  <a:lnTo>
                    <a:pt x="84" y="126"/>
                  </a:lnTo>
                  <a:lnTo>
                    <a:pt x="0" y="210"/>
                  </a:lnTo>
                  <a:lnTo>
                    <a:pt x="63" y="440"/>
                  </a:lnTo>
                  <a:lnTo>
                    <a:pt x="231" y="628"/>
                  </a:lnTo>
                  <a:lnTo>
                    <a:pt x="314" y="754"/>
                  </a:lnTo>
                  <a:lnTo>
                    <a:pt x="272" y="900"/>
                  </a:lnTo>
                  <a:lnTo>
                    <a:pt x="63" y="1068"/>
                  </a:lnTo>
                  <a:lnTo>
                    <a:pt x="84" y="1172"/>
                  </a:lnTo>
                  <a:lnTo>
                    <a:pt x="168" y="1277"/>
                  </a:lnTo>
                  <a:lnTo>
                    <a:pt x="105" y="1382"/>
                  </a:lnTo>
                  <a:lnTo>
                    <a:pt x="335" y="1570"/>
                  </a:lnTo>
                  <a:lnTo>
                    <a:pt x="503" y="1842"/>
                  </a:lnTo>
                  <a:lnTo>
                    <a:pt x="523" y="1988"/>
                  </a:lnTo>
                  <a:lnTo>
                    <a:pt x="523" y="2093"/>
                  </a:lnTo>
                  <a:lnTo>
                    <a:pt x="607" y="2114"/>
                  </a:lnTo>
                  <a:lnTo>
                    <a:pt x="795" y="2114"/>
                  </a:lnTo>
                  <a:lnTo>
                    <a:pt x="942" y="2093"/>
                  </a:lnTo>
                  <a:lnTo>
                    <a:pt x="1026" y="1988"/>
                  </a:lnTo>
                  <a:lnTo>
                    <a:pt x="1172" y="2009"/>
                  </a:lnTo>
                  <a:lnTo>
                    <a:pt x="1319" y="2009"/>
                  </a:lnTo>
                  <a:lnTo>
                    <a:pt x="1339" y="2114"/>
                  </a:lnTo>
                  <a:lnTo>
                    <a:pt x="1444" y="2114"/>
                  </a:lnTo>
                  <a:lnTo>
                    <a:pt x="1528" y="2051"/>
                  </a:lnTo>
                  <a:lnTo>
                    <a:pt x="1653" y="2051"/>
                  </a:lnTo>
                  <a:lnTo>
                    <a:pt x="1737" y="2114"/>
                  </a:lnTo>
                  <a:lnTo>
                    <a:pt x="1863" y="2072"/>
                  </a:lnTo>
                  <a:lnTo>
                    <a:pt x="2093" y="2072"/>
                  </a:lnTo>
                  <a:lnTo>
                    <a:pt x="2176" y="2009"/>
                  </a:lnTo>
                  <a:lnTo>
                    <a:pt x="2114" y="1905"/>
                  </a:lnTo>
                  <a:lnTo>
                    <a:pt x="2114" y="1779"/>
                  </a:lnTo>
                  <a:lnTo>
                    <a:pt x="2281" y="1675"/>
                  </a:lnTo>
                  <a:lnTo>
                    <a:pt x="2323" y="1675"/>
                  </a:lnTo>
                  <a:lnTo>
                    <a:pt x="2427" y="1570"/>
                  </a:lnTo>
                  <a:lnTo>
                    <a:pt x="2511" y="1570"/>
                  </a:lnTo>
                  <a:lnTo>
                    <a:pt x="2595" y="1486"/>
                  </a:lnTo>
                  <a:lnTo>
                    <a:pt x="2741" y="1486"/>
                  </a:lnTo>
                  <a:lnTo>
                    <a:pt x="2909" y="1633"/>
                  </a:lnTo>
                  <a:lnTo>
                    <a:pt x="3013" y="1549"/>
                  </a:lnTo>
                  <a:lnTo>
                    <a:pt x="3118" y="1570"/>
                  </a:lnTo>
                  <a:lnTo>
                    <a:pt x="3034" y="1444"/>
                  </a:lnTo>
                  <a:lnTo>
                    <a:pt x="2930" y="1256"/>
                  </a:lnTo>
                  <a:lnTo>
                    <a:pt x="2825" y="1256"/>
                  </a:lnTo>
                  <a:lnTo>
                    <a:pt x="2804" y="1172"/>
                  </a:lnTo>
                  <a:lnTo>
                    <a:pt x="2951" y="1068"/>
                  </a:lnTo>
                  <a:lnTo>
                    <a:pt x="3013" y="942"/>
                  </a:lnTo>
                  <a:lnTo>
                    <a:pt x="2992" y="712"/>
                  </a:lnTo>
                  <a:lnTo>
                    <a:pt x="3139" y="545"/>
                  </a:lnTo>
                  <a:lnTo>
                    <a:pt x="3244" y="586"/>
                  </a:lnTo>
                  <a:lnTo>
                    <a:pt x="3327" y="503"/>
                  </a:lnTo>
                  <a:lnTo>
                    <a:pt x="3348" y="294"/>
                  </a:lnTo>
                  <a:lnTo>
                    <a:pt x="3327" y="273"/>
                  </a:lnTo>
                  <a:lnTo>
                    <a:pt x="3202" y="273"/>
                  </a:lnTo>
                  <a:lnTo>
                    <a:pt x="3160" y="189"/>
                  </a:lnTo>
                  <a:lnTo>
                    <a:pt x="3013" y="126"/>
                  </a:lnTo>
                  <a:lnTo>
                    <a:pt x="2909" y="168"/>
                  </a:lnTo>
                  <a:lnTo>
                    <a:pt x="2846" y="105"/>
                  </a:lnTo>
                  <a:lnTo>
                    <a:pt x="2679" y="22"/>
                  </a:lnTo>
                  <a:lnTo>
                    <a:pt x="249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41" name="Google Shape;641;p38"/>
            <p:cNvGrpSpPr/>
            <p:nvPr/>
          </p:nvGrpSpPr>
          <p:grpSpPr>
            <a:xfrm>
              <a:off x="3831056" y="2816010"/>
              <a:ext cx="37378" cy="27612"/>
              <a:chOff x="3866750" y="2520350"/>
              <a:chExt cx="78475" cy="60700"/>
            </a:xfrm>
          </p:grpSpPr>
          <p:sp>
            <p:nvSpPr>
              <p:cNvPr id="642" name="Google Shape;642;p38"/>
              <p:cNvSpPr/>
              <p:nvPr/>
            </p:nvSpPr>
            <p:spPr>
              <a:xfrm>
                <a:off x="3877200" y="2546500"/>
                <a:ext cx="4725" cy="6300"/>
              </a:xfrm>
              <a:custGeom>
                <a:rect b="b" l="l" r="r" t="t"/>
                <a:pathLst>
                  <a:path extrusionOk="0" h="252" w="189">
                    <a:moveTo>
                      <a:pt x="1" y="1"/>
                    </a:moveTo>
                    <a:lnTo>
                      <a:pt x="84" y="126"/>
                    </a:lnTo>
                    <a:lnTo>
                      <a:pt x="63" y="147"/>
                    </a:lnTo>
                    <a:lnTo>
                      <a:pt x="168" y="252"/>
                    </a:lnTo>
                    <a:lnTo>
                      <a:pt x="189" y="252"/>
                    </a:lnTo>
                    <a:lnTo>
                      <a:pt x="168" y="106"/>
                    </a:lnTo>
                    <a:lnTo>
                      <a:pt x="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38"/>
              <p:cNvSpPr/>
              <p:nvPr/>
            </p:nvSpPr>
            <p:spPr>
              <a:xfrm>
                <a:off x="3882425" y="2554350"/>
                <a:ext cx="2650" cy="3175"/>
              </a:xfrm>
              <a:custGeom>
                <a:rect b="b" l="l" r="r" t="t"/>
                <a:pathLst>
                  <a:path extrusionOk="0" h="127" w="106">
                    <a:moveTo>
                      <a:pt x="1" y="1"/>
                    </a:moveTo>
                    <a:lnTo>
                      <a:pt x="106" y="126"/>
                    </a:lnTo>
                    <a:lnTo>
                      <a:pt x="85" y="43"/>
                    </a:lnTo>
                    <a:lnTo>
                      <a:pt x="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38"/>
              <p:cNvSpPr/>
              <p:nvPr/>
            </p:nvSpPr>
            <p:spPr>
              <a:xfrm>
                <a:off x="3866750" y="2520350"/>
                <a:ext cx="78475" cy="60700"/>
              </a:xfrm>
              <a:custGeom>
                <a:rect b="b" l="l" r="r" t="t"/>
                <a:pathLst>
                  <a:path extrusionOk="0" h="2428" w="3139">
                    <a:moveTo>
                      <a:pt x="1653" y="1"/>
                    </a:moveTo>
                    <a:lnTo>
                      <a:pt x="1653" y="22"/>
                    </a:lnTo>
                    <a:lnTo>
                      <a:pt x="1402" y="22"/>
                    </a:lnTo>
                    <a:lnTo>
                      <a:pt x="1046" y="210"/>
                    </a:lnTo>
                    <a:lnTo>
                      <a:pt x="1025" y="356"/>
                    </a:lnTo>
                    <a:lnTo>
                      <a:pt x="837" y="440"/>
                    </a:lnTo>
                    <a:lnTo>
                      <a:pt x="816" y="649"/>
                    </a:lnTo>
                    <a:lnTo>
                      <a:pt x="691" y="649"/>
                    </a:lnTo>
                    <a:lnTo>
                      <a:pt x="481" y="545"/>
                    </a:lnTo>
                    <a:lnTo>
                      <a:pt x="356" y="587"/>
                    </a:lnTo>
                    <a:lnTo>
                      <a:pt x="209" y="691"/>
                    </a:lnTo>
                    <a:lnTo>
                      <a:pt x="0" y="691"/>
                    </a:lnTo>
                    <a:lnTo>
                      <a:pt x="0" y="733"/>
                    </a:lnTo>
                    <a:lnTo>
                      <a:pt x="42" y="942"/>
                    </a:lnTo>
                    <a:lnTo>
                      <a:pt x="168" y="1068"/>
                    </a:lnTo>
                    <a:lnTo>
                      <a:pt x="168" y="1110"/>
                    </a:lnTo>
                    <a:lnTo>
                      <a:pt x="209" y="1152"/>
                    </a:lnTo>
                    <a:lnTo>
                      <a:pt x="356" y="942"/>
                    </a:lnTo>
                    <a:lnTo>
                      <a:pt x="377" y="796"/>
                    </a:lnTo>
                    <a:lnTo>
                      <a:pt x="461" y="691"/>
                    </a:lnTo>
                    <a:lnTo>
                      <a:pt x="607" y="691"/>
                    </a:lnTo>
                    <a:lnTo>
                      <a:pt x="628" y="796"/>
                    </a:lnTo>
                    <a:lnTo>
                      <a:pt x="733" y="900"/>
                    </a:lnTo>
                    <a:lnTo>
                      <a:pt x="774" y="1068"/>
                    </a:lnTo>
                    <a:lnTo>
                      <a:pt x="879" y="1256"/>
                    </a:lnTo>
                    <a:lnTo>
                      <a:pt x="1025" y="1403"/>
                    </a:lnTo>
                    <a:lnTo>
                      <a:pt x="1088" y="1403"/>
                    </a:lnTo>
                    <a:lnTo>
                      <a:pt x="1193" y="1507"/>
                    </a:lnTo>
                    <a:lnTo>
                      <a:pt x="1088" y="1486"/>
                    </a:lnTo>
                    <a:lnTo>
                      <a:pt x="1005" y="1507"/>
                    </a:lnTo>
                    <a:lnTo>
                      <a:pt x="942" y="1591"/>
                    </a:lnTo>
                    <a:lnTo>
                      <a:pt x="1005" y="1696"/>
                    </a:lnTo>
                    <a:lnTo>
                      <a:pt x="1130" y="1696"/>
                    </a:lnTo>
                    <a:lnTo>
                      <a:pt x="1256" y="1821"/>
                    </a:lnTo>
                    <a:lnTo>
                      <a:pt x="1360" y="1842"/>
                    </a:lnTo>
                    <a:lnTo>
                      <a:pt x="1423" y="1947"/>
                    </a:lnTo>
                    <a:lnTo>
                      <a:pt x="1465" y="2030"/>
                    </a:lnTo>
                    <a:lnTo>
                      <a:pt x="1611" y="2009"/>
                    </a:lnTo>
                    <a:lnTo>
                      <a:pt x="1862" y="2030"/>
                    </a:lnTo>
                    <a:lnTo>
                      <a:pt x="1988" y="2093"/>
                    </a:lnTo>
                    <a:lnTo>
                      <a:pt x="2281" y="2365"/>
                    </a:lnTo>
                    <a:lnTo>
                      <a:pt x="2197" y="2407"/>
                    </a:lnTo>
                    <a:lnTo>
                      <a:pt x="2072" y="2323"/>
                    </a:lnTo>
                    <a:lnTo>
                      <a:pt x="2155" y="2407"/>
                    </a:lnTo>
                    <a:lnTo>
                      <a:pt x="2260" y="2428"/>
                    </a:lnTo>
                    <a:lnTo>
                      <a:pt x="2302" y="2344"/>
                    </a:lnTo>
                    <a:lnTo>
                      <a:pt x="1925" y="1884"/>
                    </a:lnTo>
                    <a:lnTo>
                      <a:pt x="1444" y="1486"/>
                    </a:lnTo>
                    <a:lnTo>
                      <a:pt x="1423" y="1403"/>
                    </a:lnTo>
                    <a:lnTo>
                      <a:pt x="1465" y="1382"/>
                    </a:lnTo>
                    <a:lnTo>
                      <a:pt x="1402" y="1277"/>
                    </a:lnTo>
                    <a:lnTo>
                      <a:pt x="1360" y="1172"/>
                    </a:lnTo>
                    <a:lnTo>
                      <a:pt x="1235" y="1047"/>
                    </a:lnTo>
                    <a:lnTo>
                      <a:pt x="1193" y="1047"/>
                    </a:lnTo>
                    <a:lnTo>
                      <a:pt x="1151" y="963"/>
                    </a:lnTo>
                    <a:lnTo>
                      <a:pt x="1214" y="900"/>
                    </a:lnTo>
                    <a:lnTo>
                      <a:pt x="1214" y="775"/>
                    </a:lnTo>
                    <a:lnTo>
                      <a:pt x="1256" y="733"/>
                    </a:lnTo>
                    <a:lnTo>
                      <a:pt x="1402" y="838"/>
                    </a:lnTo>
                    <a:lnTo>
                      <a:pt x="1444" y="900"/>
                    </a:lnTo>
                    <a:lnTo>
                      <a:pt x="1528" y="880"/>
                    </a:lnTo>
                    <a:lnTo>
                      <a:pt x="1528" y="796"/>
                    </a:lnTo>
                    <a:lnTo>
                      <a:pt x="1632" y="775"/>
                    </a:lnTo>
                    <a:lnTo>
                      <a:pt x="1716" y="796"/>
                    </a:lnTo>
                    <a:lnTo>
                      <a:pt x="1758" y="733"/>
                    </a:lnTo>
                    <a:lnTo>
                      <a:pt x="1841" y="775"/>
                    </a:lnTo>
                    <a:lnTo>
                      <a:pt x="1883" y="733"/>
                    </a:lnTo>
                    <a:lnTo>
                      <a:pt x="1988" y="754"/>
                    </a:lnTo>
                    <a:lnTo>
                      <a:pt x="2051" y="859"/>
                    </a:lnTo>
                    <a:lnTo>
                      <a:pt x="2093" y="796"/>
                    </a:lnTo>
                    <a:lnTo>
                      <a:pt x="2239" y="859"/>
                    </a:lnTo>
                    <a:lnTo>
                      <a:pt x="2344" y="796"/>
                    </a:lnTo>
                    <a:lnTo>
                      <a:pt x="2365" y="859"/>
                    </a:lnTo>
                    <a:lnTo>
                      <a:pt x="2490" y="838"/>
                    </a:lnTo>
                    <a:lnTo>
                      <a:pt x="2616" y="880"/>
                    </a:lnTo>
                    <a:lnTo>
                      <a:pt x="2699" y="859"/>
                    </a:lnTo>
                    <a:lnTo>
                      <a:pt x="2804" y="963"/>
                    </a:lnTo>
                    <a:lnTo>
                      <a:pt x="2971" y="963"/>
                    </a:lnTo>
                    <a:lnTo>
                      <a:pt x="2992" y="984"/>
                    </a:lnTo>
                    <a:lnTo>
                      <a:pt x="2971" y="880"/>
                    </a:lnTo>
                    <a:lnTo>
                      <a:pt x="3097" y="859"/>
                    </a:lnTo>
                    <a:lnTo>
                      <a:pt x="3139" y="859"/>
                    </a:lnTo>
                    <a:lnTo>
                      <a:pt x="3139" y="796"/>
                    </a:lnTo>
                    <a:lnTo>
                      <a:pt x="3034" y="775"/>
                    </a:lnTo>
                    <a:lnTo>
                      <a:pt x="2971" y="733"/>
                    </a:lnTo>
                    <a:lnTo>
                      <a:pt x="2930" y="566"/>
                    </a:lnTo>
                    <a:lnTo>
                      <a:pt x="2888" y="419"/>
                    </a:lnTo>
                    <a:lnTo>
                      <a:pt x="2804" y="356"/>
                    </a:lnTo>
                    <a:lnTo>
                      <a:pt x="2699" y="482"/>
                    </a:lnTo>
                    <a:lnTo>
                      <a:pt x="2490" y="419"/>
                    </a:lnTo>
                    <a:lnTo>
                      <a:pt x="2197" y="356"/>
                    </a:lnTo>
                    <a:lnTo>
                      <a:pt x="2093" y="273"/>
                    </a:lnTo>
                    <a:lnTo>
                      <a:pt x="1988" y="231"/>
                    </a:lnTo>
                    <a:lnTo>
                      <a:pt x="1737" y="22"/>
                    </a:lnTo>
                    <a:lnTo>
                      <a:pt x="165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38"/>
              <p:cNvSpPr/>
              <p:nvPr/>
            </p:nvSpPr>
            <p:spPr>
              <a:xfrm>
                <a:off x="3886100" y="2558550"/>
                <a:ext cx="3675" cy="5250"/>
              </a:xfrm>
              <a:custGeom>
                <a:rect b="b" l="l" r="r" t="t"/>
                <a:pathLst>
                  <a:path extrusionOk="0" h="210" w="147">
                    <a:moveTo>
                      <a:pt x="0" y="0"/>
                    </a:moveTo>
                    <a:lnTo>
                      <a:pt x="147" y="209"/>
                    </a:lnTo>
                    <a:lnTo>
                      <a:pt x="126" y="105"/>
                    </a:lnTo>
                    <a:lnTo>
                      <a:pt x="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46" name="Google Shape;646;p38"/>
            <p:cNvSpPr/>
            <p:nvPr/>
          </p:nvSpPr>
          <p:spPr>
            <a:xfrm>
              <a:off x="3799155" y="2842190"/>
              <a:ext cx="6990" cy="13340"/>
            </a:xfrm>
            <a:custGeom>
              <a:rect b="b" l="l" r="r" t="t"/>
              <a:pathLst>
                <a:path extrusionOk="0" h="1173" w="587">
                  <a:moveTo>
                    <a:pt x="461" y="0"/>
                  </a:moveTo>
                  <a:lnTo>
                    <a:pt x="440" y="105"/>
                  </a:lnTo>
                  <a:lnTo>
                    <a:pt x="482" y="147"/>
                  </a:lnTo>
                  <a:lnTo>
                    <a:pt x="461" y="251"/>
                  </a:lnTo>
                  <a:lnTo>
                    <a:pt x="419" y="251"/>
                  </a:lnTo>
                  <a:lnTo>
                    <a:pt x="357" y="210"/>
                  </a:lnTo>
                  <a:lnTo>
                    <a:pt x="273" y="251"/>
                  </a:lnTo>
                  <a:lnTo>
                    <a:pt x="106" y="335"/>
                  </a:lnTo>
                  <a:lnTo>
                    <a:pt x="22" y="461"/>
                  </a:lnTo>
                  <a:lnTo>
                    <a:pt x="106" y="523"/>
                  </a:lnTo>
                  <a:lnTo>
                    <a:pt x="64" y="565"/>
                  </a:lnTo>
                  <a:lnTo>
                    <a:pt x="1" y="565"/>
                  </a:lnTo>
                  <a:lnTo>
                    <a:pt x="22" y="649"/>
                  </a:lnTo>
                  <a:lnTo>
                    <a:pt x="106" y="691"/>
                  </a:lnTo>
                  <a:lnTo>
                    <a:pt x="106" y="754"/>
                  </a:lnTo>
                  <a:lnTo>
                    <a:pt x="64" y="775"/>
                  </a:lnTo>
                  <a:lnTo>
                    <a:pt x="106" y="837"/>
                  </a:lnTo>
                  <a:lnTo>
                    <a:pt x="168" y="879"/>
                  </a:lnTo>
                  <a:lnTo>
                    <a:pt x="168" y="963"/>
                  </a:lnTo>
                  <a:lnTo>
                    <a:pt x="210" y="963"/>
                  </a:lnTo>
                  <a:lnTo>
                    <a:pt x="252" y="1005"/>
                  </a:lnTo>
                  <a:lnTo>
                    <a:pt x="210" y="984"/>
                  </a:lnTo>
                  <a:lnTo>
                    <a:pt x="147" y="1067"/>
                  </a:lnTo>
                  <a:lnTo>
                    <a:pt x="210" y="1109"/>
                  </a:lnTo>
                  <a:lnTo>
                    <a:pt x="357" y="1172"/>
                  </a:lnTo>
                  <a:lnTo>
                    <a:pt x="461" y="1109"/>
                  </a:lnTo>
                  <a:lnTo>
                    <a:pt x="545" y="942"/>
                  </a:lnTo>
                  <a:lnTo>
                    <a:pt x="545" y="795"/>
                  </a:lnTo>
                  <a:lnTo>
                    <a:pt x="587" y="544"/>
                  </a:lnTo>
                  <a:lnTo>
                    <a:pt x="545" y="314"/>
                  </a:lnTo>
                  <a:lnTo>
                    <a:pt x="545" y="147"/>
                  </a:lnTo>
                  <a:lnTo>
                    <a:pt x="52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38"/>
            <p:cNvSpPr/>
            <p:nvPr/>
          </p:nvSpPr>
          <p:spPr>
            <a:xfrm>
              <a:off x="3688535" y="2836242"/>
              <a:ext cx="76506" cy="61161"/>
            </a:xfrm>
            <a:custGeom>
              <a:rect b="b" l="l" r="r" t="t"/>
              <a:pathLst>
                <a:path extrusionOk="0" h="5378" w="6425">
                  <a:moveTo>
                    <a:pt x="817" y="0"/>
                  </a:moveTo>
                  <a:lnTo>
                    <a:pt x="733" y="42"/>
                  </a:lnTo>
                  <a:lnTo>
                    <a:pt x="712" y="21"/>
                  </a:lnTo>
                  <a:lnTo>
                    <a:pt x="503" y="126"/>
                  </a:lnTo>
                  <a:lnTo>
                    <a:pt x="524" y="209"/>
                  </a:lnTo>
                  <a:lnTo>
                    <a:pt x="608" y="251"/>
                  </a:lnTo>
                  <a:lnTo>
                    <a:pt x="524" y="335"/>
                  </a:lnTo>
                  <a:lnTo>
                    <a:pt x="336" y="356"/>
                  </a:lnTo>
                  <a:lnTo>
                    <a:pt x="252" y="335"/>
                  </a:lnTo>
                  <a:lnTo>
                    <a:pt x="43" y="419"/>
                  </a:lnTo>
                  <a:lnTo>
                    <a:pt x="1" y="544"/>
                  </a:lnTo>
                  <a:lnTo>
                    <a:pt x="43" y="670"/>
                  </a:lnTo>
                  <a:lnTo>
                    <a:pt x="126" y="649"/>
                  </a:lnTo>
                  <a:lnTo>
                    <a:pt x="126" y="691"/>
                  </a:lnTo>
                  <a:lnTo>
                    <a:pt x="189" y="733"/>
                  </a:lnTo>
                  <a:lnTo>
                    <a:pt x="147" y="879"/>
                  </a:lnTo>
                  <a:lnTo>
                    <a:pt x="210" y="900"/>
                  </a:lnTo>
                  <a:lnTo>
                    <a:pt x="294" y="837"/>
                  </a:lnTo>
                  <a:lnTo>
                    <a:pt x="252" y="963"/>
                  </a:lnTo>
                  <a:lnTo>
                    <a:pt x="315" y="1005"/>
                  </a:lnTo>
                  <a:lnTo>
                    <a:pt x="252" y="1088"/>
                  </a:lnTo>
                  <a:lnTo>
                    <a:pt x="357" y="1109"/>
                  </a:lnTo>
                  <a:lnTo>
                    <a:pt x="231" y="1256"/>
                  </a:lnTo>
                  <a:lnTo>
                    <a:pt x="231" y="1277"/>
                  </a:lnTo>
                  <a:lnTo>
                    <a:pt x="482" y="1214"/>
                  </a:lnTo>
                  <a:lnTo>
                    <a:pt x="587" y="1256"/>
                  </a:lnTo>
                  <a:lnTo>
                    <a:pt x="566" y="1381"/>
                  </a:lnTo>
                  <a:lnTo>
                    <a:pt x="629" y="1465"/>
                  </a:lnTo>
                  <a:lnTo>
                    <a:pt x="796" y="1360"/>
                  </a:lnTo>
                  <a:lnTo>
                    <a:pt x="1110" y="1423"/>
                  </a:lnTo>
                  <a:lnTo>
                    <a:pt x="1214" y="1318"/>
                  </a:lnTo>
                  <a:lnTo>
                    <a:pt x="1486" y="1360"/>
                  </a:lnTo>
                  <a:lnTo>
                    <a:pt x="1507" y="1486"/>
                  </a:lnTo>
                  <a:lnTo>
                    <a:pt x="1612" y="1632"/>
                  </a:lnTo>
                  <a:lnTo>
                    <a:pt x="1591" y="1737"/>
                  </a:lnTo>
                  <a:lnTo>
                    <a:pt x="1445" y="1737"/>
                  </a:lnTo>
                  <a:lnTo>
                    <a:pt x="1235" y="1946"/>
                  </a:lnTo>
                  <a:lnTo>
                    <a:pt x="1256" y="2114"/>
                  </a:lnTo>
                  <a:lnTo>
                    <a:pt x="1235" y="2469"/>
                  </a:lnTo>
                  <a:lnTo>
                    <a:pt x="1089" y="2616"/>
                  </a:lnTo>
                  <a:lnTo>
                    <a:pt x="1194" y="2720"/>
                  </a:lnTo>
                  <a:lnTo>
                    <a:pt x="1047" y="2930"/>
                  </a:lnTo>
                  <a:lnTo>
                    <a:pt x="942" y="2888"/>
                  </a:lnTo>
                  <a:lnTo>
                    <a:pt x="817" y="2930"/>
                  </a:lnTo>
                  <a:lnTo>
                    <a:pt x="963" y="3202"/>
                  </a:lnTo>
                  <a:lnTo>
                    <a:pt x="1089" y="3285"/>
                  </a:lnTo>
                  <a:lnTo>
                    <a:pt x="1089" y="3515"/>
                  </a:lnTo>
                  <a:lnTo>
                    <a:pt x="922" y="3704"/>
                  </a:lnTo>
                  <a:lnTo>
                    <a:pt x="984" y="3871"/>
                  </a:lnTo>
                  <a:lnTo>
                    <a:pt x="1131" y="3871"/>
                  </a:lnTo>
                  <a:lnTo>
                    <a:pt x="1089" y="3976"/>
                  </a:lnTo>
                  <a:lnTo>
                    <a:pt x="963" y="4080"/>
                  </a:lnTo>
                  <a:lnTo>
                    <a:pt x="838" y="4331"/>
                  </a:lnTo>
                  <a:lnTo>
                    <a:pt x="922" y="4457"/>
                  </a:lnTo>
                  <a:lnTo>
                    <a:pt x="922" y="4603"/>
                  </a:lnTo>
                  <a:lnTo>
                    <a:pt x="1026" y="4624"/>
                  </a:lnTo>
                  <a:lnTo>
                    <a:pt x="1173" y="4645"/>
                  </a:lnTo>
                  <a:lnTo>
                    <a:pt x="1403" y="4875"/>
                  </a:lnTo>
                  <a:lnTo>
                    <a:pt x="1382" y="4917"/>
                  </a:lnTo>
                  <a:lnTo>
                    <a:pt x="1486" y="5168"/>
                  </a:lnTo>
                  <a:lnTo>
                    <a:pt x="1675" y="5357"/>
                  </a:lnTo>
                  <a:lnTo>
                    <a:pt x="1842" y="5378"/>
                  </a:lnTo>
                  <a:lnTo>
                    <a:pt x="2010" y="5273"/>
                  </a:lnTo>
                  <a:lnTo>
                    <a:pt x="2010" y="5168"/>
                  </a:lnTo>
                  <a:lnTo>
                    <a:pt x="2093" y="5085"/>
                  </a:lnTo>
                  <a:lnTo>
                    <a:pt x="2303" y="5064"/>
                  </a:lnTo>
                  <a:lnTo>
                    <a:pt x="2470" y="4875"/>
                  </a:lnTo>
                  <a:lnTo>
                    <a:pt x="2679" y="4855"/>
                  </a:lnTo>
                  <a:lnTo>
                    <a:pt x="2784" y="4813"/>
                  </a:lnTo>
                  <a:lnTo>
                    <a:pt x="3035" y="4875"/>
                  </a:lnTo>
                  <a:lnTo>
                    <a:pt x="3181" y="4917"/>
                  </a:lnTo>
                  <a:lnTo>
                    <a:pt x="3202" y="4855"/>
                  </a:lnTo>
                  <a:lnTo>
                    <a:pt x="3307" y="4855"/>
                  </a:lnTo>
                  <a:lnTo>
                    <a:pt x="3411" y="4938"/>
                  </a:lnTo>
                  <a:lnTo>
                    <a:pt x="3495" y="4855"/>
                  </a:lnTo>
                  <a:lnTo>
                    <a:pt x="3558" y="4750"/>
                  </a:lnTo>
                  <a:lnTo>
                    <a:pt x="3663" y="4855"/>
                  </a:lnTo>
                  <a:lnTo>
                    <a:pt x="3788" y="4917"/>
                  </a:lnTo>
                  <a:lnTo>
                    <a:pt x="3914" y="4708"/>
                  </a:lnTo>
                  <a:lnTo>
                    <a:pt x="3914" y="4603"/>
                  </a:lnTo>
                  <a:lnTo>
                    <a:pt x="4248" y="4436"/>
                  </a:lnTo>
                  <a:lnTo>
                    <a:pt x="4458" y="4436"/>
                  </a:lnTo>
                  <a:lnTo>
                    <a:pt x="4520" y="4352"/>
                  </a:lnTo>
                  <a:lnTo>
                    <a:pt x="4458" y="4311"/>
                  </a:lnTo>
                  <a:lnTo>
                    <a:pt x="4499" y="4143"/>
                  </a:lnTo>
                  <a:lnTo>
                    <a:pt x="4667" y="3892"/>
                  </a:lnTo>
                  <a:lnTo>
                    <a:pt x="4667" y="3766"/>
                  </a:lnTo>
                  <a:lnTo>
                    <a:pt x="4855" y="3704"/>
                  </a:lnTo>
                  <a:lnTo>
                    <a:pt x="4981" y="3578"/>
                  </a:lnTo>
                  <a:lnTo>
                    <a:pt x="4855" y="3390"/>
                  </a:lnTo>
                  <a:lnTo>
                    <a:pt x="4771" y="3348"/>
                  </a:lnTo>
                  <a:lnTo>
                    <a:pt x="4751" y="3243"/>
                  </a:lnTo>
                  <a:lnTo>
                    <a:pt x="4646" y="3076"/>
                  </a:lnTo>
                  <a:lnTo>
                    <a:pt x="4730" y="2992"/>
                  </a:lnTo>
                  <a:lnTo>
                    <a:pt x="4960" y="2637"/>
                  </a:lnTo>
                  <a:lnTo>
                    <a:pt x="5064" y="2574"/>
                  </a:lnTo>
                  <a:lnTo>
                    <a:pt x="5232" y="2302"/>
                  </a:lnTo>
                  <a:lnTo>
                    <a:pt x="5274" y="2323"/>
                  </a:lnTo>
                  <a:lnTo>
                    <a:pt x="5253" y="2344"/>
                  </a:lnTo>
                  <a:lnTo>
                    <a:pt x="5253" y="2365"/>
                  </a:lnTo>
                  <a:lnTo>
                    <a:pt x="5336" y="2323"/>
                  </a:lnTo>
                  <a:lnTo>
                    <a:pt x="5357" y="2197"/>
                  </a:lnTo>
                  <a:lnTo>
                    <a:pt x="5295" y="2134"/>
                  </a:lnTo>
                  <a:lnTo>
                    <a:pt x="5441" y="2051"/>
                  </a:lnTo>
                  <a:lnTo>
                    <a:pt x="5567" y="1946"/>
                  </a:lnTo>
                  <a:lnTo>
                    <a:pt x="5776" y="1946"/>
                  </a:lnTo>
                  <a:lnTo>
                    <a:pt x="5964" y="1883"/>
                  </a:lnTo>
                  <a:lnTo>
                    <a:pt x="6069" y="1737"/>
                  </a:lnTo>
                  <a:lnTo>
                    <a:pt x="6278" y="1611"/>
                  </a:lnTo>
                  <a:lnTo>
                    <a:pt x="6320" y="1507"/>
                  </a:lnTo>
                  <a:lnTo>
                    <a:pt x="6341" y="1381"/>
                  </a:lnTo>
                  <a:lnTo>
                    <a:pt x="6320" y="1193"/>
                  </a:lnTo>
                  <a:lnTo>
                    <a:pt x="6424" y="1151"/>
                  </a:lnTo>
                  <a:lnTo>
                    <a:pt x="6424" y="1088"/>
                  </a:lnTo>
                  <a:lnTo>
                    <a:pt x="6341" y="1067"/>
                  </a:lnTo>
                  <a:lnTo>
                    <a:pt x="6215" y="879"/>
                  </a:lnTo>
                  <a:lnTo>
                    <a:pt x="5964" y="900"/>
                  </a:lnTo>
                  <a:lnTo>
                    <a:pt x="5797" y="837"/>
                  </a:lnTo>
                  <a:lnTo>
                    <a:pt x="5629" y="837"/>
                  </a:lnTo>
                  <a:lnTo>
                    <a:pt x="5525" y="774"/>
                  </a:lnTo>
                  <a:lnTo>
                    <a:pt x="5253" y="774"/>
                  </a:lnTo>
                  <a:lnTo>
                    <a:pt x="5148" y="879"/>
                  </a:lnTo>
                  <a:lnTo>
                    <a:pt x="5064" y="837"/>
                  </a:lnTo>
                  <a:lnTo>
                    <a:pt x="4918" y="837"/>
                  </a:lnTo>
                  <a:lnTo>
                    <a:pt x="4792" y="691"/>
                  </a:lnTo>
                  <a:lnTo>
                    <a:pt x="4688" y="753"/>
                  </a:lnTo>
                  <a:lnTo>
                    <a:pt x="4583" y="649"/>
                  </a:lnTo>
                  <a:lnTo>
                    <a:pt x="4332" y="565"/>
                  </a:lnTo>
                  <a:lnTo>
                    <a:pt x="4186" y="586"/>
                  </a:lnTo>
                  <a:lnTo>
                    <a:pt x="4207" y="523"/>
                  </a:lnTo>
                  <a:lnTo>
                    <a:pt x="4186" y="377"/>
                  </a:lnTo>
                  <a:lnTo>
                    <a:pt x="4102" y="377"/>
                  </a:lnTo>
                  <a:lnTo>
                    <a:pt x="4102" y="356"/>
                  </a:lnTo>
                  <a:lnTo>
                    <a:pt x="3997" y="314"/>
                  </a:lnTo>
                  <a:lnTo>
                    <a:pt x="3955" y="335"/>
                  </a:lnTo>
                  <a:lnTo>
                    <a:pt x="3872" y="335"/>
                  </a:lnTo>
                  <a:lnTo>
                    <a:pt x="3809" y="419"/>
                  </a:lnTo>
                  <a:lnTo>
                    <a:pt x="3495" y="230"/>
                  </a:lnTo>
                  <a:lnTo>
                    <a:pt x="3391" y="230"/>
                  </a:lnTo>
                  <a:lnTo>
                    <a:pt x="3286" y="335"/>
                  </a:lnTo>
                  <a:lnTo>
                    <a:pt x="3077" y="272"/>
                  </a:lnTo>
                  <a:lnTo>
                    <a:pt x="3035" y="168"/>
                  </a:lnTo>
                  <a:lnTo>
                    <a:pt x="2826" y="147"/>
                  </a:lnTo>
                  <a:lnTo>
                    <a:pt x="2533" y="272"/>
                  </a:lnTo>
                  <a:lnTo>
                    <a:pt x="2344" y="230"/>
                  </a:lnTo>
                  <a:lnTo>
                    <a:pt x="1926" y="168"/>
                  </a:lnTo>
                  <a:lnTo>
                    <a:pt x="1779" y="105"/>
                  </a:lnTo>
                  <a:lnTo>
                    <a:pt x="1758" y="42"/>
                  </a:lnTo>
                  <a:lnTo>
                    <a:pt x="1570" y="105"/>
                  </a:lnTo>
                  <a:lnTo>
                    <a:pt x="1403" y="147"/>
                  </a:lnTo>
                  <a:lnTo>
                    <a:pt x="1277" y="105"/>
                  </a:lnTo>
                  <a:lnTo>
                    <a:pt x="1173" y="105"/>
                  </a:lnTo>
                  <a:lnTo>
                    <a:pt x="1068" y="168"/>
                  </a:lnTo>
                  <a:lnTo>
                    <a:pt x="942" y="21"/>
                  </a:lnTo>
                  <a:lnTo>
                    <a:pt x="81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38"/>
            <p:cNvSpPr/>
            <p:nvPr/>
          </p:nvSpPr>
          <p:spPr>
            <a:xfrm>
              <a:off x="4036603" y="2865264"/>
              <a:ext cx="11967" cy="9064"/>
            </a:xfrm>
            <a:custGeom>
              <a:rect b="b" l="l" r="r" t="t"/>
              <a:pathLst>
                <a:path extrusionOk="0" h="797" w="1005">
                  <a:moveTo>
                    <a:pt x="189" y="1"/>
                  </a:moveTo>
                  <a:lnTo>
                    <a:pt x="84" y="64"/>
                  </a:lnTo>
                  <a:lnTo>
                    <a:pt x="0" y="64"/>
                  </a:lnTo>
                  <a:lnTo>
                    <a:pt x="0" y="106"/>
                  </a:lnTo>
                  <a:lnTo>
                    <a:pt x="42" y="106"/>
                  </a:lnTo>
                  <a:lnTo>
                    <a:pt x="105" y="189"/>
                  </a:lnTo>
                  <a:lnTo>
                    <a:pt x="189" y="189"/>
                  </a:lnTo>
                  <a:lnTo>
                    <a:pt x="251" y="294"/>
                  </a:lnTo>
                  <a:lnTo>
                    <a:pt x="209" y="378"/>
                  </a:lnTo>
                  <a:lnTo>
                    <a:pt x="481" y="503"/>
                  </a:lnTo>
                  <a:lnTo>
                    <a:pt x="502" y="629"/>
                  </a:lnTo>
                  <a:lnTo>
                    <a:pt x="670" y="712"/>
                  </a:lnTo>
                  <a:lnTo>
                    <a:pt x="795" y="712"/>
                  </a:lnTo>
                  <a:lnTo>
                    <a:pt x="984" y="796"/>
                  </a:lnTo>
                  <a:lnTo>
                    <a:pt x="1005" y="712"/>
                  </a:lnTo>
                  <a:lnTo>
                    <a:pt x="733" y="315"/>
                  </a:lnTo>
                  <a:lnTo>
                    <a:pt x="586" y="273"/>
                  </a:lnTo>
                  <a:lnTo>
                    <a:pt x="502" y="85"/>
                  </a:lnTo>
                  <a:lnTo>
                    <a:pt x="398" y="85"/>
                  </a:lnTo>
                  <a:lnTo>
                    <a:pt x="356" y="126"/>
                  </a:lnTo>
                  <a:lnTo>
                    <a:pt x="18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38"/>
            <p:cNvSpPr/>
            <p:nvPr/>
          </p:nvSpPr>
          <p:spPr>
            <a:xfrm>
              <a:off x="4033614" y="2866458"/>
              <a:ext cx="140532" cy="108039"/>
            </a:xfrm>
            <a:custGeom>
              <a:rect b="b" l="l" r="r" t="t"/>
              <a:pathLst>
                <a:path extrusionOk="0" h="9500" w="11802">
                  <a:moveTo>
                    <a:pt x="502" y="1863"/>
                  </a:moveTo>
                  <a:lnTo>
                    <a:pt x="502" y="1884"/>
                  </a:lnTo>
                  <a:lnTo>
                    <a:pt x="506" y="1864"/>
                  </a:lnTo>
                  <a:lnTo>
                    <a:pt x="506" y="1864"/>
                  </a:lnTo>
                  <a:lnTo>
                    <a:pt x="502" y="1863"/>
                  </a:lnTo>
                  <a:close/>
                  <a:moveTo>
                    <a:pt x="251" y="1"/>
                  </a:moveTo>
                  <a:lnTo>
                    <a:pt x="209" y="63"/>
                  </a:lnTo>
                  <a:lnTo>
                    <a:pt x="147" y="210"/>
                  </a:lnTo>
                  <a:lnTo>
                    <a:pt x="0" y="210"/>
                  </a:lnTo>
                  <a:lnTo>
                    <a:pt x="0" y="273"/>
                  </a:lnTo>
                  <a:lnTo>
                    <a:pt x="42" y="398"/>
                  </a:lnTo>
                  <a:lnTo>
                    <a:pt x="105" y="607"/>
                  </a:lnTo>
                  <a:lnTo>
                    <a:pt x="105" y="712"/>
                  </a:lnTo>
                  <a:lnTo>
                    <a:pt x="105" y="858"/>
                  </a:lnTo>
                  <a:lnTo>
                    <a:pt x="230" y="900"/>
                  </a:lnTo>
                  <a:lnTo>
                    <a:pt x="251" y="942"/>
                  </a:lnTo>
                  <a:lnTo>
                    <a:pt x="188" y="1130"/>
                  </a:lnTo>
                  <a:lnTo>
                    <a:pt x="209" y="1277"/>
                  </a:lnTo>
                  <a:lnTo>
                    <a:pt x="188" y="1361"/>
                  </a:lnTo>
                  <a:lnTo>
                    <a:pt x="335" y="1423"/>
                  </a:lnTo>
                  <a:lnTo>
                    <a:pt x="460" y="1654"/>
                  </a:lnTo>
                  <a:lnTo>
                    <a:pt x="523" y="1779"/>
                  </a:lnTo>
                  <a:lnTo>
                    <a:pt x="506" y="1864"/>
                  </a:lnTo>
                  <a:lnTo>
                    <a:pt x="506" y="1864"/>
                  </a:lnTo>
                  <a:lnTo>
                    <a:pt x="607" y="1884"/>
                  </a:lnTo>
                  <a:lnTo>
                    <a:pt x="670" y="2009"/>
                  </a:lnTo>
                  <a:lnTo>
                    <a:pt x="649" y="2114"/>
                  </a:lnTo>
                  <a:lnTo>
                    <a:pt x="712" y="2260"/>
                  </a:lnTo>
                  <a:lnTo>
                    <a:pt x="816" y="2260"/>
                  </a:lnTo>
                  <a:lnTo>
                    <a:pt x="858" y="2365"/>
                  </a:lnTo>
                  <a:lnTo>
                    <a:pt x="921" y="2490"/>
                  </a:lnTo>
                  <a:lnTo>
                    <a:pt x="1025" y="2532"/>
                  </a:lnTo>
                  <a:lnTo>
                    <a:pt x="1088" y="2574"/>
                  </a:lnTo>
                  <a:lnTo>
                    <a:pt x="1297" y="2679"/>
                  </a:lnTo>
                  <a:lnTo>
                    <a:pt x="1381" y="2700"/>
                  </a:lnTo>
                  <a:lnTo>
                    <a:pt x="1507" y="2679"/>
                  </a:lnTo>
                  <a:lnTo>
                    <a:pt x="1590" y="2721"/>
                  </a:lnTo>
                  <a:lnTo>
                    <a:pt x="1653" y="2742"/>
                  </a:lnTo>
                  <a:lnTo>
                    <a:pt x="1590" y="2783"/>
                  </a:lnTo>
                  <a:lnTo>
                    <a:pt x="1486" y="2825"/>
                  </a:lnTo>
                  <a:lnTo>
                    <a:pt x="1402" y="2825"/>
                  </a:lnTo>
                  <a:lnTo>
                    <a:pt x="1444" y="2993"/>
                  </a:lnTo>
                  <a:lnTo>
                    <a:pt x="1486" y="3014"/>
                  </a:lnTo>
                  <a:lnTo>
                    <a:pt x="1486" y="3223"/>
                  </a:lnTo>
                  <a:lnTo>
                    <a:pt x="1402" y="3244"/>
                  </a:lnTo>
                  <a:lnTo>
                    <a:pt x="1339" y="3244"/>
                  </a:lnTo>
                  <a:lnTo>
                    <a:pt x="1297" y="3432"/>
                  </a:lnTo>
                  <a:lnTo>
                    <a:pt x="1256" y="3474"/>
                  </a:lnTo>
                  <a:lnTo>
                    <a:pt x="1256" y="3683"/>
                  </a:lnTo>
                  <a:lnTo>
                    <a:pt x="1235" y="3767"/>
                  </a:lnTo>
                  <a:lnTo>
                    <a:pt x="1256" y="3830"/>
                  </a:lnTo>
                  <a:lnTo>
                    <a:pt x="1193" y="3871"/>
                  </a:lnTo>
                  <a:lnTo>
                    <a:pt x="1193" y="3955"/>
                  </a:lnTo>
                  <a:lnTo>
                    <a:pt x="1276" y="3976"/>
                  </a:lnTo>
                  <a:lnTo>
                    <a:pt x="1360" y="4060"/>
                  </a:lnTo>
                  <a:lnTo>
                    <a:pt x="1465" y="4081"/>
                  </a:lnTo>
                  <a:lnTo>
                    <a:pt x="1486" y="4164"/>
                  </a:lnTo>
                  <a:lnTo>
                    <a:pt x="1611" y="4269"/>
                  </a:lnTo>
                  <a:lnTo>
                    <a:pt x="1569" y="4394"/>
                  </a:lnTo>
                  <a:lnTo>
                    <a:pt x="1590" y="4415"/>
                  </a:lnTo>
                  <a:lnTo>
                    <a:pt x="1590" y="4499"/>
                  </a:lnTo>
                  <a:lnTo>
                    <a:pt x="1695" y="4583"/>
                  </a:lnTo>
                  <a:lnTo>
                    <a:pt x="1758" y="4562"/>
                  </a:lnTo>
                  <a:lnTo>
                    <a:pt x="1862" y="4520"/>
                  </a:lnTo>
                  <a:lnTo>
                    <a:pt x="2302" y="4813"/>
                  </a:lnTo>
                  <a:lnTo>
                    <a:pt x="2344" y="4792"/>
                  </a:lnTo>
                  <a:lnTo>
                    <a:pt x="2427" y="4834"/>
                  </a:lnTo>
                  <a:lnTo>
                    <a:pt x="2532" y="5043"/>
                  </a:lnTo>
                  <a:lnTo>
                    <a:pt x="2636" y="5106"/>
                  </a:lnTo>
                  <a:lnTo>
                    <a:pt x="2762" y="5357"/>
                  </a:lnTo>
                  <a:lnTo>
                    <a:pt x="2636" y="5462"/>
                  </a:lnTo>
                  <a:lnTo>
                    <a:pt x="2636" y="5650"/>
                  </a:lnTo>
                  <a:lnTo>
                    <a:pt x="2657" y="5817"/>
                  </a:lnTo>
                  <a:lnTo>
                    <a:pt x="2846" y="5817"/>
                  </a:lnTo>
                  <a:lnTo>
                    <a:pt x="2909" y="6152"/>
                  </a:lnTo>
                  <a:lnTo>
                    <a:pt x="3013" y="6236"/>
                  </a:lnTo>
                  <a:lnTo>
                    <a:pt x="3118" y="6278"/>
                  </a:lnTo>
                  <a:lnTo>
                    <a:pt x="3160" y="6299"/>
                  </a:lnTo>
                  <a:lnTo>
                    <a:pt x="3222" y="6278"/>
                  </a:lnTo>
                  <a:lnTo>
                    <a:pt x="3222" y="6340"/>
                  </a:lnTo>
                  <a:lnTo>
                    <a:pt x="3285" y="6445"/>
                  </a:lnTo>
                  <a:lnTo>
                    <a:pt x="3369" y="6445"/>
                  </a:lnTo>
                  <a:lnTo>
                    <a:pt x="3432" y="6382"/>
                  </a:lnTo>
                  <a:lnTo>
                    <a:pt x="3453" y="6257"/>
                  </a:lnTo>
                  <a:lnTo>
                    <a:pt x="3348" y="6194"/>
                  </a:lnTo>
                  <a:lnTo>
                    <a:pt x="3494" y="6194"/>
                  </a:lnTo>
                  <a:lnTo>
                    <a:pt x="3536" y="6173"/>
                  </a:lnTo>
                  <a:lnTo>
                    <a:pt x="3494" y="6236"/>
                  </a:lnTo>
                  <a:lnTo>
                    <a:pt x="3494" y="6299"/>
                  </a:lnTo>
                  <a:lnTo>
                    <a:pt x="3641" y="6361"/>
                  </a:lnTo>
                  <a:lnTo>
                    <a:pt x="3683" y="6340"/>
                  </a:lnTo>
                  <a:lnTo>
                    <a:pt x="3745" y="6445"/>
                  </a:lnTo>
                  <a:lnTo>
                    <a:pt x="3787" y="6445"/>
                  </a:lnTo>
                  <a:lnTo>
                    <a:pt x="3976" y="6299"/>
                  </a:lnTo>
                  <a:lnTo>
                    <a:pt x="4017" y="6340"/>
                  </a:lnTo>
                  <a:lnTo>
                    <a:pt x="4164" y="6487"/>
                  </a:lnTo>
                  <a:lnTo>
                    <a:pt x="4164" y="6591"/>
                  </a:lnTo>
                  <a:lnTo>
                    <a:pt x="4373" y="6863"/>
                  </a:lnTo>
                  <a:lnTo>
                    <a:pt x="4394" y="7031"/>
                  </a:lnTo>
                  <a:lnTo>
                    <a:pt x="4436" y="7073"/>
                  </a:lnTo>
                  <a:lnTo>
                    <a:pt x="4541" y="7073"/>
                  </a:lnTo>
                  <a:lnTo>
                    <a:pt x="4603" y="7177"/>
                  </a:lnTo>
                  <a:lnTo>
                    <a:pt x="4541" y="7177"/>
                  </a:lnTo>
                  <a:lnTo>
                    <a:pt x="4520" y="7135"/>
                  </a:lnTo>
                  <a:lnTo>
                    <a:pt x="4499" y="7177"/>
                  </a:lnTo>
                  <a:lnTo>
                    <a:pt x="4603" y="7240"/>
                  </a:lnTo>
                  <a:lnTo>
                    <a:pt x="4645" y="7219"/>
                  </a:lnTo>
                  <a:lnTo>
                    <a:pt x="4687" y="7324"/>
                  </a:lnTo>
                  <a:lnTo>
                    <a:pt x="4833" y="7721"/>
                  </a:lnTo>
                  <a:lnTo>
                    <a:pt x="4959" y="7763"/>
                  </a:lnTo>
                  <a:lnTo>
                    <a:pt x="5168" y="7763"/>
                  </a:lnTo>
                  <a:lnTo>
                    <a:pt x="5315" y="7805"/>
                  </a:lnTo>
                  <a:lnTo>
                    <a:pt x="5377" y="7868"/>
                  </a:lnTo>
                  <a:lnTo>
                    <a:pt x="5566" y="7868"/>
                  </a:lnTo>
                  <a:lnTo>
                    <a:pt x="5587" y="7931"/>
                  </a:lnTo>
                  <a:lnTo>
                    <a:pt x="5691" y="7931"/>
                  </a:lnTo>
                  <a:lnTo>
                    <a:pt x="5733" y="7972"/>
                  </a:lnTo>
                  <a:lnTo>
                    <a:pt x="5649" y="8035"/>
                  </a:lnTo>
                  <a:lnTo>
                    <a:pt x="5796" y="8224"/>
                  </a:lnTo>
                  <a:lnTo>
                    <a:pt x="5963" y="8244"/>
                  </a:lnTo>
                  <a:lnTo>
                    <a:pt x="6047" y="8328"/>
                  </a:lnTo>
                  <a:lnTo>
                    <a:pt x="6152" y="8328"/>
                  </a:lnTo>
                  <a:lnTo>
                    <a:pt x="6319" y="8496"/>
                  </a:lnTo>
                  <a:lnTo>
                    <a:pt x="6403" y="8475"/>
                  </a:lnTo>
                  <a:lnTo>
                    <a:pt x="6528" y="8454"/>
                  </a:lnTo>
                  <a:lnTo>
                    <a:pt x="6717" y="8496"/>
                  </a:lnTo>
                  <a:lnTo>
                    <a:pt x="6947" y="8663"/>
                  </a:lnTo>
                  <a:lnTo>
                    <a:pt x="7135" y="8475"/>
                  </a:lnTo>
                  <a:lnTo>
                    <a:pt x="7407" y="8349"/>
                  </a:lnTo>
                  <a:lnTo>
                    <a:pt x="7407" y="8328"/>
                  </a:lnTo>
                  <a:lnTo>
                    <a:pt x="7533" y="8328"/>
                  </a:lnTo>
                  <a:lnTo>
                    <a:pt x="7679" y="8224"/>
                  </a:lnTo>
                  <a:lnTo>
                    <a:pt x="7784" y="8161"/>
                  </a:lnTo>
                  <a:lnTo>
                    <a:pt x="7993" y="8182"/>
                  </a:lnTo>
                  <a:lnTo>
                    <a:pt x="7993" y="8244"/>
                  </a:lnTo>
                  <a:lnTo>
                    <a:pt x="8056" y="8244"/>
                  </a:lnTo>
                  <a:lnTo>
                    <a:pt x="8056" y="8286"/>
                  </a:lnTo>
                  <a:lnTo>
                    <a:pt x="8160" y="8454"/>
                  </a:lnTo>
                  <a:lnTo>
                    <a:pt x="8244" y="8663"/>
                  </a:lnTo>
                  <a:lnTo>
                    <a:pt x="8349" y="8872"/>
                  </a:lnTo>
                  <a:lnTo>
                    <a:pt x="8349" y="9019"/>
                  </a:lnTo>
                  <a:lnTo>
                    <a:pt x="8411" y="9081"/>
                  </a:lnTo>
                  <a:lnTo>
                    <a:pt x="8453" y="9123"/>
                  </a:lnTo>
                  <a:lnTo>
                    <a:pt x="8872" y="9123"/>
                  </a:lnTo>
                  <a:lnTo>
                    <a:pt x="8976" y="9207"/>
                  </a:lnTo>
                  <a:lnTo>
                    <a:pt x="9102" y="9081"/>
                  </a:lnTo>
                  <a:lnTo>
                    <a:pt x="9144" y="9102"/>
                  </a:lnTo>
                  <a:lnTo>
                    <a:pt x="9311" y="9228"/>
                  </a:lnTo>
                  <a:lnTo>
                    <a:pt x="9625" y="9207"/>
                  </a:lnTo>
                  <a:lnTo>
                    <a:pt x="9813" y="9291"/>
                  </a:lnTo>
                  <a:lnTo>
                    <a:pt x="10064" y="9312"/>
                  </a:lnTo>
                  <a:lnTo>
                    <a:pt x="10169" y="9332"/>
                  </a:lnTo>
                  <a:lnTo>
                    <a:pt x="10232" y="9312"/>
                  </a:lnTo>
                  <a:lnTo>
                    <a:pt x="10295" y="9395"/>
                  </a:lnTo>
                  <a:lnTo>
                    <a:pt x="10315" y="9395"/>
                  </a:lnTo>
                  <a:lnTo>
                    <a:pt x="10357" y="9291"/>
                  </a:lnTo>
                  <a:lnTo>
                    <a:pt x="10441" y="9291"/>
                  </a:lnTo>
                  <a:lnTo>
                    <a:pt x="10483" y="9374"/>
                  </a:lnTo>
                  <a:lnTo>
                    <a:pt x="10608" y="9416"/>
                  </a:lnTo>
                  <a:lnTo>
                    <a:pt x="10818" y="9500"/>
                  </a:lnTo>
                  <a:lnTo>
                    <a:pt x="10901" y="9437"/>
                  </a:lnTo>
                  <a:lnTo>
                    <a:pt x="10922" y="9395"/>
                  </a:lnTo>
                  <a:lnTo>
                    <a:pt x="10964" y="9395"/>
                  </a:lnTo>
                  <a:lnTo>
                    <a:pt x="10964" y="9312"/>
                  </a:lnTo>
                  <a:lnTo>
                    <a:pt x="10985" y="9102"/>
                  </a:lnTo>
                  <a:lnTo>
                    <a:pt x="10922" y="8977"/>
                  </a:lnTo>
                  <a:lnTo>
                    <a:pt x="11027" y="8851"/>
                  </a:lnTo>
                  <a:lnTo>
                    <a:pt x="10985" y="8747"/>
                  </a:lnTo>
                  <a:lnTo>
                    <a:pt x="11069" y="8642"/>
                  </a:lnTo>
                  <a:lnTo>
                    <a:pt x="11215" y="8558"/>
                  </a:lnTo>
                  <a:lnTo>
                    <a:pt x="11299" y="8496"/>
                  </a:lnTo>
                  <a:lnTo>
                    <a:pt x="11550" y="8433"/>
                  </a:lnTo>
                  <a:lnTo>
                    <a:pt x="11717" y="8475"/>
                  </a:lnTo>
                  <a:lnTo>
                    <a:pt x="11801" y="8391"/>
                  </a:lnTo>
                  <a:lnTo>
                    <a:pt x="11759" y="8161"/>
                  </a:lnTo>
                  <a:lnTo>
                    <a:pt x="11634" y="8056"/>
                  </a:lnTo>
                  <a:lnTo>
                    <a:pt x="11487" y="8077"/>
                  </a:lnTo>
                  <a:lnTo>
                    <a:pt x="11445" y="7972"/>
                  </a:lnTo>
                  <a:lnTo>
                    <a:pt x="11445" y="7826"/>
                  </a:lnTo>
                  <a:lnTo>
                    <a:pt x="11403" y="7700"/>
                  </a:lnTo>
                  <a:lnTo>
                    <a:pt x="11403" y="7491"/>
                  </a:lnTo>
                  <a:lnTo>
                    <a:pt x="11236" y="7491"/>
                  </a:lnTo>
                  <a:lnTo>
                    <a:pt x="11215" y="7408"/>
                  </a:lnTo>
                  <a:lnTo>
                    <a:pt x="11111" y="7387"/>
                  </a:lnTo>
                  <a:lnTo>
                    <a:pt x="10922" y="7345"/>
                  </a:lnTo>
                  <a:lnTo>
                    <a:pt x="10880" y="7303"/>
                  </a:lnTo>
                  <a:lnTo>
                    <a:pt x="10755" y="7219"/>
                  </a:lnTo>
                  <a:lnTo>
                    <a:pt x="10587" y="7073"/>
                  </a:lnTo>
                  <a:lnTo>
                    <a:pt x="10504" y="6926"/>
                  </a:lnTo>
                  <a:lnTo>
                    <a:pt x="10232" y="6508"/>
                  </a:lnTo>
                  <a:lnTo>
                    <a:pt x="10650" y="5943"/>
                  </a:lnTo>
                  <a:lnTo>
                    <a:pt x="10692" y="5859"/>
                  </a:lnTo>
                  <a:lnTo>
                    <a:pt x="10650" y="5629"/>
                  </a:lnTo>
                  <a:lnTo>
                    <a:pt x="10650" y="5462"/>
                  </a:lnTo>
                  <a:lnTo>
                    <a:pt x="10567" y="5294"/>
                  </a:lnTo>
                  <a:lnTo>
                    <a:pt x="10064" y="5252"/>
                  </a:lnTo>
                  <a:lnTo>
                    <a:pt x="10043" y="5043"/>
                  </a:lnTo>
                  <a:lnTo>
                    <a:pt x="9981" y="4939"/>
                  </a:lnTo>
                  <a:lnTo>
                    <a:pt x="10023" y="4876"/>
                  </a:lnTo>
                  <a:lnTo>
                    <a:pt x="9939" y="4604"/>
                  </a:lnTo>
                  <a:lnTo>
                    <a:pt x="9771" y="4311"/>
                  </a:lnTo>
                  <a:lnTo>
                    <a:pt x="9834" y="4164"/>
                  </a:lnTo>
                  <a:lnTo>
                    <a:pt x="9981" y="3934"/>
                  </a:lnTo>
                  <a:lnTo>
                    <a:pt x="9939" y="3934"/>
                  </a:lnTo>
                  <a:lnTo>
                    <a:pt x="9751" y="3892"/>
                  </a:lnTo>
                  <a:lnTo>
                    <a:pt x="9751" y="3767"/>
                  </a:lnTo>
                  <a:lnTo>
                    <a:pt x="9730" y="3558"/>
                  </a:lnTo>
                  <a:lnTo>
                    <a:pt x="9667" y="3558"/>
                  </a:lnTo>
                  <a:lnTo>
                    <a:pt x="9813" y="3411"/>
                  </a:lnTo>
                  <a:lnTo>
                    <a:pt x="9709" y="3327"/>
                  </a:lnTo>
                  <a:lnTo>
                    <a:pt x="9646" y="3244"/>
                  </a:lnTo>
                  <a:lnTo>
                    <a:pt x="9771" y="3223"/>
                  </a:lnTo>
                  <a:lnTo>
                    <a:pt x="9918" y="3118"/>
                  </a:lnTo>
                  <a:lnTo>
                    <a:pt x="9918" y="3034"/>
                  </a:lnTo>
                  <a:lnTo>
                    <a:pt x="9939" y="3014"/>
                  </a:lnTo>
                  <a:lnTo>
                    <a:pt x="9855" y="2909"/>
                  </a:lnTo>
                  <a:lnTo>
                    <a:pt x="9918" y="2825"/>
                  </a:lnTo>
                  <a:lnTo>
                    <a:pt x="9918" y="2742"/>
                  </a:lnTo>
                  <a:lnTo>
                    <a:pt x="9918" y="2574"/>
                  </a:lnTo>
                  <a:lnTo>
                    <a:pt x="9855" y="2470"/>
                  </a:lnTo>
                  <a:lnTo>
                    <a:pt x="9855" y="2386"/>
                  </a:lnTo>
                  <a:lnTo>
                    <a:pt x="9813" y="2260"/>
                  </a:lnTo>
                  <a:lnTo>
                    <a:pt x="9855" y="2156"/>
                  </a:lnTo>
                  <a:lnTo>
                    <a:pt x="9751" y="1988"/>
                  </a:lnTo>
                  <a:lnTo>
                    <a:pt x="9625" y="1946"/>
                  </a:lnTo>
                  <a:lnTo>
                    <a:pt x="9353" y="1905"/>
                  </a:lnTo>
                  <a:lnTo>
                    <a:pt x="9123" y="1591"/>
                  </a:lnTo>
                  <a:lnTo>
                    <a:pt x="8914" y="1549"/>
                  </a:lnTo>
                  <a:lnTo>
                    <a:pt x="8788" y="1570"/>
                  </a:lnTo>
                  <a:lnTo>
                    <a:pt x="8725" y="1528"/>
                  </a:lnTo>
                  <a:lnTo>
                    <a:pt x="8704" y="1361"/>
                  </a:lnTo>
                  <a:lnTo>
                    <a:pt x="8579" y="1340"/>
                  </a:lnTo>
                  <a:lnTo>
                    <a:pt x="8349" y="1235"/>
                  </a:lnTo>
                  <a:lnTo>
                    <a:pt x="8265" y="1319"/>
                  </a:lnTo>
                  <a:lnTo>
                    <a:pt x="8160" y="1319"/>
                  </a:lnTo>
                  <a:lnTo>
                    <a:pt x="7826" y="1109"/>
                  </a:lnTo>
                  <a:lnTo>
                    <a:pt x="7658" y="1047"/>
                  </a:lnTo>
                  <a:lnTo>
                    <a:pt x="7449" y="858"/>
                  </a:lnTo>
                  <a:lnTo>
                    <a:pt x="7323" y="900"/>
                  </a:lnTo>
                  <a:lnTo>
                    <a:pt x="7198" y="837"/>
                  </a:lnTo>
                  <a:lnTo>
                    <a:pt x="7093" y="858"/>
                  </a:lnTo>
                  <a:lnTo>
                    <a:pt x="7030" y="1005"/>
                  </a:lnTo>
                  <a:lnTo>
                    <a:pt x="6821" y="942"/>
                  </a:lnTo>
                  <a:lnTo>
                    <a:pt x="6591" y="1005"/>
                  </a:lnTo>
                  <a:lnTo>
                    <a:pt x="6361" y="1214"/>
                  </a:lnTo>
                  <a:lnTo>
                    <a:pt x="6256" y="1214"/>
                  </a:lnTo>
                  <a:lnTo>
                    <a:pt x="6173" y="1319"/>
                  </a:lnTo>
                  <a:lnTo>
                    <a:pt x="6110" y="1465"/>
                  </a:lnTo>
                  <a:lnTo>
                    <a:pt x="5838" y="1465"/>
                  </a:lnTo>
                  <a:lnTo>
                    <a:pt x="5733" y="1549"/>
                  </a:lnTo>
                  <a:lnTo>
                    <a:pt x="5775" y="1695"/>
                  </a:lnTo>
                  <a:lnTo>
                    <a:pt x="5859" y="1842"/>
                  </a:lnTo>
                  <a:lnTo>
                    <a:pt x="5838" y="1967"/>
                  </a:lnTo>
                  <a:lnTo>
                    <a:pt x="5691" y="1967"/>
                  </a:lnTo>
                  <a:lnTo>
                    <a:pt x="5357" y="1905"/>
                  </a:lnTo>
                  <a:lnTo>
                    <a:pt x="5064" y="1967"/>
                  </a:lnTo>
                  <a:lnTo>
                    <a:pt x="4708" y="2072"/>
                  </a:lnTo>
                  <a:lnTo>
                    <a:pt x="4520" y="2072"/>
                  </a:lnTo>
                  <a:lnTo>
                    <a:pt x="4185" y="1967"/>
                  </a:lnTo>
                  <a:lnTo>
                    <a:pt x="4059" y="1967"/>
                  </a:lnTo>
                  <a:lnTo>
                    <a:pt x="3766" y="1842"/>
                  </a:lnTo>
                  <a:lnTo>
                    <a:pt x="3662" y="1737"/>
                  </a:lnTo>
                  <a:lnTo>
                    <a:pt x="3641" y="1591"/>
                  </a:lnTo>
                  <a:lnTo>
                    <a:pt x="3557" y="1591"/>
                  </a:lnTo>
                  <a:lnTo>
                    <a:pt x="3432" y="1528"/>
                  </a:lnTo>
                  <a:lnTo>
                    <a:pt x="3264" y="1570"/>
                  </a:lnTo>
                  <a:lnTo>
                    <a:pt x="3181" y="1528"/>
                  </a:lnTo>
                  <a:lnTo>
                    <a:pt x="3055" y="1528"/>
                  </a:lnTo>
                  <a:lnTo>
                    <a:pt x="2929" y="1423"/>
                  </a:lnTo>
                  <a:lnTo>
                    <a:pt x="2846" y="1381"/>
                  </a:lnTo>
                  <a:lnTo>
                    <a:pt x="2804" y="1340"/>
                  </a:lnTo>
                  <a:lnTo>
                    <a:pt x="2825" y="1214"/>
                  </a:lnTo>
                  <a:lnTo>
                    <a:pt x="2825" y="1068"/>
                  </a:lnTo>
                  <a:lnTo>
                    <a:pt x="2741" y="942"/>
                  </a:lnTo>
                  <a:lnTo>
                    <a:pt x="2741" y="921"/>
                  </a:lnTo>
                  <a:lnTo>
                    <a:pt x="2699" y="942"/>
                  </a:lnTo>
                  <a:lnTo>
                    <a:pt x="2595" y="921"/>
                  </a:lnTo>
                  <a:lnTo>
                    <a:pt x="2553" y="858"/>
                  </a:lnTo>
                  <a:lnTo>
                    <a:pt x="2448" y="817"/>
                  </a:lnTo>
                  <a:lnTo>
                    <a:pt x="2281" y="607"/>
                  </a:lnTo>
                  <a:lnTo>
                    <a:pt x="2448" y="482"/>
                  </a:lnTo>
                  <a:lnTo>
                    <a:pt x="2323" y="398"/>
                  </a:lnTo>
                  <a:lnTo>
                    <a:pt x="2302" y="335"/>
                  </a:lnTo>
                  <a:lnTo>
                    <a:pt x="2344" y="293"/>
                  </a:lnTo>
                  <a:lnTo>
                    <a:pt x="2281" y="210"/>
                  </a:lnTo>
                  <a:lnTo>
                    <a:pt x="2218" y="105"/>
                  </a:lnTo>
                  <a:lnTo>
                    <a:pt x="2176" y="105"/>
                  </a:lnTo>
                  <a:lnTo>
                    <a:pt x="2176" y="84"/>
                  </a:lnTo>
                  <a:lnTo>
                    <a:pt x="2113" y="84"/>
                  </a:lnTo>
                  <a:lnTo>
                    <a:pt x="1988" y="168"/>
                  </a:lnTo>
                  <a:lnTo>
                    <a:pt x="1904" y="168"/>
                  </a:lnTo>
                  <a:lnTo>
                    <a:pt x="1862" y="273"/>
                  </a:lnTo>
                  <a:lnTo>
                    <a:pt x="1779" y="293"/>
                  </a:lnTo>
                  <a:lnTo>
                    <a:pt x="1674" y="419"/>
                  </a:lnTo>
                  <a:lnTo>
                    <a:pt x="1611" y="440"/>
                  </a:lnTo>
                  <a:lnTo>
                    <a:pt x="1569" y="503"/>
                  </a:lnTo>
                  <a:lnTo>
                    <a:pt x="1569" y="545"/>
                  </a:lnTo>
                  <a:lnTo>
                    <a:pt x="1465" y="607"/>
                  </a:lnTo>
                  <a:lnTo>
                    <a:pt x="1381" y="586"/>
                  </a:lnTo>
                  <a:lnTo>
                    <a:pt x="1256" y="607"/>
                  </a:lnTo>
                  <a:lnTo>
                    <a:pt x="1235" y="691"/>
                  </a:lnTo>
                  <a:lnTo>
                    <a:pt x="1046" y="607"/>
                  </a:lnTo>
                  <a:lnTo>
                    <a:pt x="921" y="607"/>
                  </a:lnTo>
                  <a:lnTo>
                    <a:pt x="753" y="524"/>
                  </a:lnTo>
                  <a:lnTo>
                    <a:pt x="732" y="398"/>
                  </a:lnTo>
                  <a:lnTo>
                    <a:pt x="460" y="273"/>
                  </a:lnTo>
                  <a:lnTo>
                    <a:pt x="502" y="189"/>
                  </a:lnTo>
                  <a:lnTo>
                    <a:pt x="440" y="84"/>
                  </a:lnTo>
                  <a:lnTo>
                    <a:pt x="356" y="84"/>
                  </a:lnTo>
                  <a:lnTo>
                    <a:pt x="29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38"/>
            <p:cNvSpPr/>
            <p:nvPr/>
          </p:nvSpPr>
          <p:spPr>
            <a:xfrm>
              <a:off x="4026636" y="2853369"/>
              <a:ext cx="24672" cy="20004"/>
            </a:xfrm>
            <a:custGeom>
              <a:rect b="b" l="l" r="r" t="t"/>
              <a:pathLst>
                <a:path extrusionOk="0" h="1759" w="2072">
                  <a:moveTo>
                    <a:pt x="419" y="1"/>
                  </a:moveTo>
                  <a:lnTo>
                    <a:pt x="168" y="64"/>
                  </a:lnTo>
                  <a:lnTo>
                    <a:pt x="0" y="105"/>
                  </a:lnTo>
                  <a:lnTo>
                    <a:pt x="84" y="210"/>
                  </a:lnTo>
                  <a:lnTo>
                    <a:pt x="84" y="294"/>
                  </a:lnTo>
                  <a:lnTo>
                    <a:pt x="189" y="315"/>
                  </a:lnTo>
                  <a:lnTo>
                    <a:pt x="272" y="419"/>
                  </a:lnTo>
                  <a:lnTo>
                    <a:pt x="209" y="608"/>
                  </a:lnTo>
                  <a:lnTo>
                    <a:pt x="251" y="838"/>
                  </a:lnTo>
                  <a:lnTo>
                    <a:pt x="398" y="942"/>
                  </a:lnTo>
                  <a:lnTo>
                    <a:pt x="691" y="942"/>
                  </a:lnTo>
                  <a:lnTo>
                    <a:pt x="795" y="1026"/>
                  </a:lnTo>
                  <a:lnTo>
                    <a:pt x="837" y="1110"/>
                  </a:lnTo>
                  <a:lnTo>
                    <a:pt x="921" y="1110"/>
                  </a:lnTo>
                  <a:lnTo>
                    <a:pt x="1026" y="1047"/>
                  </a:lnTo>
                  <a:lnTo>
                    <a:pt x="1193" y="1172"/>
                  </a:lnTo>
                  <a:lnTo>
                    <a:pt x="1235" y="1131"/>
                  </a:lnTo>
                  <a:lnTo>
                    <a:pt x="1339" y="1131"/>
                  </a:lnTo>
                  <a:lnTo>
                    <a:pt x="1423" y="1319"/>
                  </a:lnTo>
                  <a:lnTo>
                    <a:pt x="1570" y="1361"/>
                  </a:lnTo>
                  <a:lnTo>
                    <a:pt x="1842" y="1758"/>
                  </a:lnTo>
                  <a:lnTo>
                    <a:pt x="1967" y="1737"/>
                  </a:lnTo>
                  <a:lnTo>
                    <a:pt x="1967" y="1591"/>
                  </a:lnTo>
                  <a:lnTo>
                    <a:pt x="1988" y="1549"/>
                  </a:lnTo>
                  <a:lnTo>
                    <a:pt x="1925" y="1382"/>
                  </a:lnTo>
                  <a:lnTo>
                    <a:pt x="2072" y="1361"/>
                  </a:lnTo>
                  <a:lnTo>
                    <a:pt x="1946" y="1235"/>
                  </a:lnTo>
                  <a:lnTo>
                    <a:pt x="1758" y="1235"/>
                  </a:lnTo>
                  <a:lnTo>
                    <a:pt x="1507" y="1110"/>
                  </a:lnTo>
                  <a:lnTo>
                    <a:pt x="1423" y="921"/>
                  </a:lnTo>
                  <a:lnTo>
                    <a:pt x="1507" y="838"/>
                  </a:lnTo>
                  <a:lnTo>
                    <a:pt x="1507" y="712"/>
                  </a:lnTo>
                  <a:lnTo>
                    <a:pt x="1256" y="524"/>
                  </a:lnTo>
                  <a:lnTo>
                    <a:pt x="1256" y="419"/>
                  </a:lnTo>
                  <a:lnTo>
                    <a:pt x="1298" y="294"/>
                  </a:lnTo>
                  <a:lnTo>
                    <a:pt x="1193" y="168"/>
                  </a:lnTo>
                  <a:lnTo>
                    <a:pt x="984" y="126"/>
                  </a:lnTo>
                  <a:lnTo>
                    <a:pt x="83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38"/>
            <p:cNvSpPr/>
            <p:nvPr/>
          </p:nvSpPr>
          <p:spPr>
            <a:xfrm>
              <a:off x="3915766" y="2848615"/>
              <a:ext cx="124088" cy="48788"/>
            </a:xfrm>
            <a:custGeom>
              <a:rect b="b" l="l" r="r" t="t"/>
              <a:pathLst>
                <a:path extrusionOk="0" h="4290" w="10421">
                  <a:moveTo>
                    <a:pt x="4708" y="0"/>
                  </a:moveTo>
                  <a:lnTo>
                    <a:pt x="4562" y="63"/>
                  </a:lnTo>
                  <a:lnTo>
                    <a:pt x="4373" y="63"/>
                  </a:lnTo>
                  <a:lnTo>
                    <a:pt x="4290" y="21"/>
                  </a:lnTo>
                  <a:lnTo>
                    <a:pt x="4185" y="63"/>
                  </a:lnTo>
                  <a:lnTo>
                    <a:pt x="3913" y="63"/>
                  </a:lnTo>
                  <a:lnTo>
                    <a:pt x="3766" y="84"/>
                  </a:lnTo>
                  <a:lnTo>
                    <a:pt x="3494" y="189"/>
                  </a:lnTo>
                  <a:lnTo>
                    <a:pt x="3390" y="210"/>
                  </a:lnTo>
                  <a:lnTo>
                    <a:pt x="3181" y="230"/>
                  </a:lnTo>
                  <a:lnTo>
                    <a:pt x="3097" y="335"/>
                  </a:lnTo>
                  <a:lnTo>
                    <a:pt x="2992" y="377"/>
                  </a:lnTo>
                  <a:lnTo>
                    <a:pt x="2909" y="440"/>
                  </a:lnTo>
                  <a:lnTo>
                    <a:pt x="2867" y="502"/>
                  </a:lnTo>
                  <a:lnTo>
                    <a:pt x="2804" y="628"/>
                  </a:lnTo>
                  <a:lnTo>
                    <a:pt x="2762" y="649"/>
                  </a:lnTo>
                  <a:lnTo>
                    <a:pt x="2762" y="733"/>
                  </a:lnTo>
                  <a:lnTo>
                    <a:pt x="2553" y="733"/>
                  </a:lnTo>
                  <a:lnTo>
                    <a:pt x="2239" y="628"/>
                  </a:lnTo>
                  <a:lnTo>
                    <a:pt x="2155" y="628"/>
                  </a:lnTo>
                  <a:lnTo>
                    <a:pt x="2072" y="691"/>
                  </a:lnTo>
                  <a:lnTo>
                    <a:pt x="1946" y="649"/>
                  </a:lnTo>
                  <a:lnTo>
                    <a:pt x="1779" y="691"/>
                  </a:lnTo>
                  <a:lnTo>
                    <a:pt x="1674" y="649"/>
                  </a:lnTo>
                  <a:lnTo>
                    <a:pt x="1549" y="712"/>
                  </a:lnTo>
                  <a:lnTo>
                    <a:pt x="1528" y="795"/>
                  </a:lnTo>
                  <a:lnTo>
                    <a:pt x="1632" y="942"/>
                  </a:lnTo>
                  <a:lnTo>
                    <a:pt x="1779" y="963"/>
                  </a:lnTo>
                  <a:lnTo>
                    <a:pt x="1925" y="963"/>
                  </a:lnTo>
                  <a:lnTo>
                    <a:pt x="1883" y="1046"/>
                  </a:lnTo>
                  <a:lnTo>
                    <a:pt x="1653" y="1046"/>
                  </a:lnTo>
                  <a:lnTo>
                    <a:pt x="1444" y="1109"/>
                  </a:lnTo>
                  <a:lnTo>
                    <a:pt x="1402" y="1214"/>
                  </a:lnTo>
                  <a:lnTo>
                    <a:pt x="1423" y="1256"/>
                  </a:lnTo>
                  <a:lnTo>
                    <a:pt x="1528" y="1235"/>
                  </a:lnTo>
                  <a:lnTo>
                    <a:pt x="1570" y="1277"/>
                  </a:lnTo>
                  <a:lnTo>
                    <a:pt x="1507" y="1318"/>
                  </a:lnTo>
                  <a:lnTo>
                    <a:pt x="1214" y="1339"/>
                  </a:lnTo>
                  <a:lnTo>
                    <a:pt x="1109" y="1256"/>
                  </a:lnTo>
                  <a:lnTo>
                    <a:pt x="984" y="1339"/>
                  </a:lnTo>
                  <a:lnTo>
                    <a:pt x="900" y="1235"/>
                  </a:lnTo>
                  <a:lnTo>
                    <a:pt x="837" y="1235"/>
                  </a:lnTo>
                  <a:lnTo>
                    <a:pt x="733" y="1339"/>
                  </a:lnTo>
                  <a:lnTo>
                    <a:pt x="628" y="1339"/>
                  </a:lnTo>
                  <a:lnTo>
                    <a:pt x="502" y="1235"/>
                  </a:lnTo>
                  <a:lnTo>
                    <a:pt x="377" y="1235"/>
                  </a:lnTo>
                  <a:lnTo>
                    <a:pt x="105" y="1444"/>
                  </a:lnTo>
                  <a:lnTo>
                    <a:pt x="63" y="1549"/>
                  </a:lnTo>
                  <a:lnTo>
                    <a:pt x="0" y="1653"/>
                  </a:lnTo>
                  <a:lnTo>
                    <a:pt x="63" y="1695"/>
                  </a:lnTo>
                  <a:lnTo>
                    <a:pt x="63" y="1842"/>
                  </a:lnTo>
                  <a:lnTo>
                    <a:pt x="0" y="1883"/>
                  </a:lnTo>
                  <a:lnTo>
                    <a:pt x="63" y="1946"/>
                  </a:lnTo>
                  <a:lnTo>
                    <a:pt x="209" y="1883"/>
                  </a:lnTo>
                  <a:lnTo>
                    <a:pt x="251" y="1904"/>
                  </a:lnTo>
                  <a:lnTo>
                    <a:pt x="377" y="1883"/>
                  </a:lnTo>
                  <a:lnTo>
                    <a:pt x="502" y="1883"/>
                  </a:lnTo>
                  <a:lnTo>
                    <a:pt x="377" y="2009"/>
                  </a:lnTo>
                  <a:lnTo>
                    <a:pt x="398" y="2093"/>
                  </a:lnTo>
                  <a:lnTo>
                    <a:pt x="461" y="2197"/>
                  </a:lnTo>
                  <a:lnTo>
                    <a:pt x="461" y="2281"/>
                  </a:lnTo>
                  <a:lnTo>
                    <a:pt x="419" y="2302"/>
                  </a:lnTo>
                  <a:lnTo>
                    <a:pt x="481" y="2323"/>
                  </a:lnTo>
                  <a:lnTo>
                    <a:pt x="586" y="2281"/>
                  </a:lnTo>
                  <a:lnTo>
                    <a:pt x="586" y="2323"/>
                  </a:lnTo>
                  <a:lnTo>
                    <a:pt x="502" y="2406"/>
                  </a:lnTo>
                  <a:lnTo>
                    <a:pt x="377" y="2490"/>
                  </a:lnTo>
                  <a:lnTo>
                    <a:pt x="419" y="2532"/>
                  </a:lnTo>
                  <a:lnTo>
                    <a:pt x="502" y="2532"/>
                  </a:lnTo>
                  <a:lnTo>
                    <a:pt x="419" y="2595"/>
                  </a:lnTo>
                  <a:lnTo>
                    <a:pt x="377" y="2699"/>
                  </a:lnTo>
                  <a:lnTo>
                    <a:pt x="293" y="2699"/>
                  </a:lnTo>
                  <a:lnTo>
                    <a:pt x="251" y="2532"/>
                  </a:lnTo>
                  <a:lnTo>
                    <a:pt x="189" y="2511"/>
                  </a:lnTo>
                  <a:lnTo>
                    <a:pt x="189" y="2616"/>
                  </a:lnTo>
                  <a:lnTo>
                    <a:pt x="209" y="2720"/>
                  </a:lnTo>
                  <a:lnTo>
                    <a:pt x="168" y="2783"/>
                  </a:lnTo>
                  <a:lnTo>
                    <a:pt x="189" y="2846"/>
                  </a:lnTo>
                  <a:lnTo>
                    <a:pt x="293" y="2930"/>
                  </a:lnTo>
                  <a:lnTo>
                    <a:pt x="293" y="2888"/>
                  </a:lnTo>
                  <a:lnTo>
                    <a:pt x="419" y="2950"/>
                  </a:lnTo>
                  <a:lnTo>
                    <a:pt x="502" y="2950"/>
                  </a:lnTo>
                  <a:lnTo>
                    <a:pt x="628" y="3034"/>
                  </a:lnTo>
                  <a:lnTo>
                    <a:pt x="670" y="3160"/>
                  </a:lnTo>
                  <a:lnTo>
                    <a:pt x="586" y="3243"/>
                  </a:lnTo>
                  <a:lnTo>
                    <a:pt x="670" y="3327"/>
                  </a:lnTo>
                  <a:lnTo>
                    <a:pt x="670" y="3411"/>
                  </a:lnTo>
                  <a:lnTo>
                    <a:pt x="733" y="3411"/>
                  </a:lnTo>
                  <a:lnTo>
                    <a:pt x="879" y="3536"/>
                  </a:lnTo>
                  <a:lnTo>
                    <a:pt x="816" y="3641"/>
                  </a:lnTo>
                  <a:lnTo>
                    <a:pt x="733" y="3620"/>
                  </a:lnTo>
                  <a:lnTo>
                    <a:pt x="712" y="3662"/>
                  </a:lnTo>
                  <a:lnTo>
                    <a:pt x="795" y="3683"/>
                  </a:lnTo>
                  <a:lnTo>
                    <a:pt x="942" y="3662"/>
                  </a:lnTo>
                  <a:lnTo>
                    <a:pt x="1214" y="3662"/>
                  </a:lnTo>
                  <a:lnTo>
                    <a:pt x="1193" y="3725"/>
                  </a:lnTo>
                  <a:lnTo>
                    <a:pt x="1130" y="3767"/>
                  </a:lnTo>
                  <a:lnTo>
                    <a:pt x="1005" y="3829"/>
                  </a:lnTo>
                  <a:lnTo>
                    <a:pt x="816" y="3829"/>
                  </a:lnTo>
                  <a:lnTo>
                    <a:pt x="774" y="3871"/>
                  </a:lnTo>
                  <a:lnTo>
                    <a:pt x="837" y="3892"/>
                  </a:lnTo>
                  <a:lnTo>
                    <a:pt x="942" y="3871"/>
                  </a:lnTo>
                  <a:lnTo>
                    <a:pt x="1088" y="3871"/>
                  </a:lnTo>
                  <a:lnTo>
                    <a:pt x="1130" y="3829"/>
                  </a:lnTo>
                  <a:lnTo>
                    <a:pt x="1130" y="3934"/>
                  </a:lnTo>
                  <a:lnTo>
                    <a:pt x="1151" y="3955"/>
                  </a:lnTo>
                  <a:lnTo>
                    <a:pt x="1235" y="3871"/>
                  </a:lnTo>
                  <a:lnTo>
                    <a:pt x="1318" y="3767"/>
                  </a:lnTo>
                  <a:lnTo>
                    <a:pt x="1402" y="3767"/>
                  </a:lnTo>
                  <a:lnTo>
                    <a:pt x="1444" y="3829"/>
                  </a:lnTo>
                  <a:lnTo>
                    <a:pt x="1528" y="3829"/>
                  </a:lnTo>
                  <a:lnTo>
                    <a:pt x="1632" y="3892"/>
                  </a:lnTo>
                  <a:lnTo>
                    <a:pt x="1674" y="3829"/>
                  </a:lnTo>
                  <a:lnTo>
                    <a:pt x="1758" y="3850"/>
                  </a:lnTo>
                  <a:lnTo>
                    <a:pt x="1758" y="3892"/>
                  </a:lnTo>
                  <a:lnTo>
                    <a:pt x="1716" y="3934"/>
                  </a:lnTo>
                  <a:lnTo>
                    <a:pt x="1758" y="3997"/>
                  </a:lnTo>
                  <a:lnTo>
                    <a:pt x="1779" y="4080"/>
                  </a:lnTo>
                  <a:lnTo>
                    <a:pt x="1883" y="4185"/>
                  </a:lnTo>
                  <a:lnTo>
                    <a:pt x="1946" y="4164"/>
                  </a:lnTo>
                  <a:lnTo>
                    <a:pt x="2072" y="4206"/>
                  </a:lnTo>
                  <a:lnTo>
                    <a:pt x="2197" y="4185"/>
                  </a:lnTo>
                  <a:lnTo>
                    <a:pt x="2281" y="4143"/>
                  </a:lnTo>
                  <a:lnTo>
                    <a:pt x="2386" y="4143"/>
                  </a:lnTo>
                  <a:lnTo>
                    <a:pt x="2469" y="4080"/>
                  </a:lnTo>
                  <a:lnTo>
                    <a:pt x="2574" y="4143"/>
                  </a:lnTo>
                  <a:lnTo>
                    <a:pt x="2616" y="4080"/>
                  </a:lnTo>
                  <a:lnTo>
                    <a:pt x="2616" y="3955"/>
                  </a:lnTo>
                  <a:lnTo>
                    <a:pt x="2658" y="3871"/>
                  </a:lnTo>
                  <a:lnTo>
                    <a:pt x="2616" y="3767"/>
                  </a:lnTo>
                  <a:lnTo>
                    <a:pt x="2867" y="3746"/>
                  </a:lnTo>
                  <a:lnTo>
                    <a:pt x="3076" y="3746"/>
                  </a:lnTo>
                  <a:lnTo>
                    <a:pt x="3348" y="3892"/>
                  </a:lnTo>
                  <a:lnTo>
                    <a:pt x="3453" y="3892"/>
                  </a:lnTo>
                  <a:lnTo>
                    <a:pt x="3641" y="4143"/>
                  </a:lnTo>
                  <a:lnTo>
                    <a:pt x="3808" y="4248"/>
                  </a:lnTo>
                  <a:lnTo>
                    <a:pt x="4331" y="4185"/>
                  </a:lnTo>
                  <a:lnTo>
                    <a:pt x="4478" y="4101"/>
                  </a:lnTo>
                  <a:lnTo>
                    <a:pt x="4541" y="4101"/>
                  </a:lnTo>
                  <a:lnTo>
                    <a:pt x="4562" y="4143"/>
                  </a:lnTo>
                  <a:lnTo>
                    <a:pt x="4603" y="4080"/>
                  </a:lnTo>
                  <a:lnTo>
                    <a:pt x="4645" y="3976"/>
                  </a:lnTo>
                  <a:lnTo>
                    <a:pt x="4896" y="3725"/>
                  </a:lnTo>
                  <a:lnTo>
                    <a:pt x="4959" y="3683"/>
                  </a:lnTo>
                  <a:lnTo>
                    <a:pt x="5189" y="3767"/>
                  </a:lnTo>
                  <a:lnTo>
                    <a:pt x="5336" y="3850"/>
                  </a:lnTo>
                  <a:lnTo>
                    <a:pt x="5524" y="3787"/>
                  </a:lnTo>
                  <a:lnTo>
                    <a:pt x="5524" y="3746"/>
                  </a:lnTo>
                  <a:lnTo>
                    <a:pt x="5650" y="3662"/>
                  </a:lnTo>
                  <a:lnTo>
                    <a:pt x="5754" y="3683"/>
                  </a:lnTo>
                  <a:lnTo>
                    <a:pt x="5754" y="3767"/>
                  </a:lnTo>
                  <a:lnTo>
                    <a:pt x="5691" y="3934"/>
                  </a:lnTo>
                  <a:lnTo>
                    <a:pt x="5545" y="3997"/>
                  </a:lnTo>
                  <a:lnTo>
                    <a:pt x="5587" y="4059"/>
                  </a:lnTo>
                  <a:lnTo>
                    <a:pt x="5691" y="4185"/>
                  </a:lnTo>
                  <a:lnTo>
                    <a:pt x="5650" y="4269"/>
                  </a:lnTo>
                  <a:lnTo>
                    <a:pt x="5754" y="4290"/>
                  </a:lnTo>
                  <a:lnTo>
                    <a:pt x="5901" y="4269"/>
                  </a:lnTo>
                  <a:lnTo>
                    <a:pt x="6005" y="4206"/>
                  </a:lnTo>
                  <a:lnTo>
                    <a:pt x="5963" y="4080"/>
                  </a:lnTo>
                  <a:lnTo>
                    <a:pt x="6047" y="4059"/>
                  </a:lnTo>
                  <a:lnTo>
                    <a:pt x="6047" y="3829"/>
                  </a:lnTo>
                  <a:lnTo>
                    <a:pt x="6110" y="3746"/>
                  </a:lnTo>
                  <a:lnTo>
                    <a:pt x="6256" y="3787"/>
                  </a:lnTo>
                  <a:lnTo>
                    <a:pt x="6361" y="3829"/>
                  </a:lnTo>
                  <a:lnTo>
                    <a:pt x="6654" y="3683"/>
                  </a:lnTo>
                  <a:lnTo>
                    <a:pt x="6696" y="3683"/>
                  </a:lnTo>
                  <a:lnTo>
                    <a:pt x="6780" y="3641"/>
                  </a:lnTo>
                  <a:lnTo>
                    <a:pt x="7093" y="3620"/>
                  </a:lnTo>
                  <a:lnTo>
                    <a:pt x="7198" y="3641"/>
                  </a:lnTo>
                  <a:lnTo>
                    <a:pt x="7261" y="3683"/>
                  </a:lnTo>
                  <a:lnTo>
                    <a:pt x="7428" y="3746"/>
                  </a:lnTo>
                  <a:lnTo>
                    <a:pt x="7700" y="3746"/>
                  </a:lnTo>
                  <a:lnTo>
                    <a:pt x="7721" y="3683"/>
                  </a:lnTo>
                  <a:lnTo>
                    <a:pt x="7888" y="3641"/>
                  </a:lnTo>
                  <a:lnTo>
                    <a:pt x="7951" y="3557"/>
                  </a:lnTo>
                  <a:lnTo>
                    <a:pt x="8160" y="3474"/>
                  </a:lnTo>
                  <a:lnTo>
                    <a:pt x="8307" y="3474"/>
                  </a:lnTo>
                  <a:lnTo>
                    <a:pt x="8432" y="3453"/>
                  </a:lnTo>
                  <a:lnTo>
                    <a:pt x="8725" y="3474"/>
                  </a:lnTo>
                  <a:lnTo>
                    <a:pt x="8956" y="3411"/>
                  </a:lnTo>
                  <a:lnTo>
                    <a:pt x="9102" y="3411"/>
                  </a:lnTo>
                  <a:lnTo>
                    <a:pt x="9165" y="3432"/>
                  </a:lnTo>
                  <a:lnTo>
                    <a:pt x="9311" y="3306"/>
                  </a:lnTo>
                  <a:lnTo>
                    <a:pt x="9458" y="3306"/>
                  </a:lnTo>
                  <a:lnTo>
                    <a:pt x="9500" y="3264"/>
                  </a:lnTo>
                  <a:lnTo>
                    <a:pt x="9730" y="3264"/>
                  </a:lnTo>
                  <a:lnTo>
                    <a:pt x="9939" y="3327"/>
                  </a:lnTo>
                  <a:lnTo>
                    <a:pt x="10085" y="3264"/>
                  </a:lnTo>
                  <a:lnTo>
                    <a:pt x="10148" y="3327"/>
                  </a:lnTo>
                  <a:lnTo>
                    <a:pt x="10148" y="3432"/>
                  </a:lnTo>
                  <a:lnTo>
                    <a:pt x="10253" y="3474"/>
                  </a:lnTo>
                  <a:lnTo>
                    <a:pt x="10399" y="3453"/>
                  </a:lnTo>
                  <a:lnTo>
                    <a:pt x="10420" y="3348"/>
                  </a:lnTo>
                  <a:lnTo>
                    <a:pt x="10357" y="3223"/>
                  </a:lnTo>
                  <a:lnTo>
                    <a:pt x="10232" y="2992"/>
                  </a:lnTo>
                  <a:lnTo>
                    <a:pt x="10085" y="2930"/>
                  </a:lnTo>
                  <a:lnTo>
                    <a:pt x="10106" y="2846"/>
                  </a:lnTo>
                  <a:lnTo>
                    <a:pt x="10085" y="2699"/>
                  </a:lnTo>
                  <a:lnTo>
                    <a:pt x="10148" y="2511"/>
                  </a:lnTo>
                  <a:lnTo>
                    <a:pt x="10127" y="2469"/>
                  </a:lnTo>
                  <a:lnTo>
                    <a:pt x="10002" y="2427"/>
                  </a:lnTo>
                  <a:lnTo>
                    <a:pt x="10002" y="2281"/>
                  </a:lnTo>
                  <a:lnTo>
                    <a:pt x="10002" y="2176"/>
                  </a:lnTo>
                  <a:lnTo>
                    <a:pt x="9939" y="1967"/>
                  </a:lnTo>
                  <a:lnTo>
                    <a:pt x="9897" y="1842"/>
                  </a:lnTo>
                  <a:lnTo>
                    <a:pt x="9897" y="1779"/>
                  </a:lnTo>
                  <a:lnTo>
                    <a:pt x="10044" y="1779"/>
                  </a:lnTo>
                  <a:lnTo>
                    <a:pt x="10106" y="1632"/>
                  </a:lnTo>
                  <a:lnTo>
                    <a:pt x="10148" y="1570"/>
                  </a:lnTo>
                  <a:lnTo>
                    <a:pt x="10148" y="1528"/>
                  </a:lnTo>
                  <a:lnTo>
                    <a:pt x="10106" y="1444"/>
                  </a:lnTo>
                  <a:lnTo>
                    <a:pt x="10002" y="1360"/>
                  </a:lnTo>
                  <a:lnTo>
                    <a:pt x="9709" y="1360"/>
                  </a:lnTo>
                  <a:lnTo>
                    <a:pt x="9562" y="1256"/>
                  </a:lnTo>
                  <a:lnTo>
                    <a:pt x="9520" y="1026"/>
                  </a:lnTo>
                  <a:lnTo>
                    <a:pt x="9583" y="837"/>
                  </a:lnTo>
                  <a:lnTo>
                    <a:pt x="9500" y="733"/>
                  </a:lnTo>
                  <a:lnTo>
                    <a:pt x="9395" y="712"/>
                  </a:lnTo>
                  <a:lnTo>
                    <a:pt x="9395" y="628"/>
                  </a:lnTo>
                  <a:lnTo>
                    <a:pt x="9290" y="523"/>
                  </a:lnTo>
                  <a:lnTo>
                    <a:pt x="9186" y="502"/>
                  </a:lnTo>
                  <a:lnTo>
                    <a:pt x="8956" y="293"/>
                  </a:lnTo>
                  <a:lnTo>
                    <a:pt x="8851" y="272"/>
                  </a:lnTo>
                  <a:lnTo>
                    <a:pt x="8767" y="335"/>
                  </a:lnTo>
                  <a:lnTo>
                    <a:pt x="8725" y="335"/>
                  </a:lnTo>
                  <a:lnTo>
                    <a:pt x="8558" y="293"/>
                  </a:lnTo>
                  <a:lnTo>
                    <a:pt x="8516" y="377"/>
                  </a:lnTo>
                  <a:lnTo>
                    <a:pt x="8432" y="335"/>
                  </a:lnTo>
                  <a:lnTo>
                    <a:pt x="8412" y="230"/>
                  </a:lnTo>
                  <a:lnTo>
                    <a:pt x="8349" y="230"/>
                  </a:lnTo>
                  <a:lnTo>
                    <a:pt x="8328" y="272"/>
                  </a:lnTo>
                  <a:lnTo>
                    <a:pt x="8244" y="419"/>
                  </a:lnTo>
                  <a:lnTo>
                    <a:pt x="8098" y="502"/>
                  </a:lnTo>
                  <a:lnTo>
                    <a:pt x="7909" y="607"/>
                  </a:lnTo>
                  <a:lnTo>
                    <a:pt x="7888" y="691"/>
                  </a:lnTo>
                  <a:lnTo>
                    <a:pt x="7700" y="712"/>
                  </a:lnTo>
                  <a:lnTo>
                    <a:pt x="7616" y="754"/>
                  </a:lnTo>
                  <a:lnTo>
                    <a:pt x="7386" y="712"/>
                  </a:lnTo>
                  <a:lnTo>
                    <a:pt x="7324" y="649"/>
                  </a:lnTo>
                  <a:lnTo>
                    <a:pt x="7219" y="649"/>
                  </a:lnTo>
                  <a:lnTo>
                    <a:pt x="7198" y="628"/>
                  </a:lnTo>
                  <a:lnTo>
                    <a:pt x="7093" y="691"/>
                  </a:lnTo>
                  <a:lnTo>
                    <a:pt x="6884" y="691"/>
                  </a:lnTo>
                  <a:lnTo>
                    <a:pt x="6633" y="795"/>
                  </a:lnTo>
                  <a:lnTo>
                    <a:pt x="6445" y="754"/>
                  </a:lnTo>
                  <a:lnTo>
                    <a:pt x="6319" y="649"/>
                  </a:lnTo>
                  <a:lnTo>
                    <a:pt x="6235" y="712"/>
                  </a:lnTo>
                  <a:lnTo>
                    <a:pt x="6026" y="607"/>
                  </a:lnTo>
                  <a:lnTo>
                    <a:pt x="5901" y="586"/>
                  </a:lnTo>
                  <a:lnTo>
                    <a:pt x="5712" y="440"/>
                  </a:lnTo>
                  <a:lnTo>
                    <a:pt x="5629" y="440"/>
                  </a:lnTo>
                  <a:lnTo>
                    <a:pt x="5587" y="523"/>
                  </a:lnTo>
                  <a:lnTo>
                    <a:pt x="5503" y="502"/>
                  </a:lnTo>
                  <a:lnTo>
                    <a:pt x="5399" y="377"/>
                  </a:lnTo>
                  <a:lnTo>
                    <a:pt x="5378" y="210"/>
                  </a:lnTo>
                  <a:lnTo>
                    <a:pt x="5273" y="126"/>
                  </a:lnTo>
                  <a:lnTo>
                    <a:pt x="5210" y="168"/>
                  </a:lnTo>
                  <a:lnTo>
                    <a:pt x="5085" y="293"/>
                  </a:lnTo>
                  <a:lnTo>
                    <a:pt x="5022" y="272"/>
                  </a:lnTo>
                  <a:lnTo>
                    <a:pt x="4980" y="314"/>
                  </a:lnTo>
                  <a:lnTo>
                    <a:pt x="4771" y="105"/>
                  </a:lnTo>
                  <a:lnTo>
                    <a:pt x="475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38"/>
            <p:cNvSpPr/>
            <p:nvPr/>
          </p:nvSpPr>
          <p:spPr>
            <a:xfrm>
              <a:off x="3914265" y="2848854"/>
              <a:ext cx="18945" cy="15956"/>
            </a:xfrm>
            <a:custGeom>
              <a:rect b="b" l="l" r="r" t="t"/>
              <a:pathLst>
                <a:path extrusionOk="0" h="1403" w="1591">
                  <a:moveTo>
                    <a:pt x="503" y="0"/>
                  </a:moveTo>
                  <a:lnTo>
                    <a:pt x="419" y="84"/>
                  </a:lnTo>
                  <a:lnTo>
                    <a:pt x="335" y="84"/>
                  </a:lnTo>
                  <a:lnTo>
                    <a:pt x="231" y="189"/>
                  </a:lnTo>
                  <a:lnTo>
                    <a:pt x="210" y="356"/>
                  </a:lnTo>
                  <a:lnTo>
                    <a:pt x="335" y="398"/>
                  </a:lnTo>
                  <a:lnTo>
                    <a:pt x="335" y="523"/>
                  </a:lnTo>
                  <a:lnTo>
                    <a:pt x="189" y="628"/>
                  </a:lnTo>
                  <a:lnTo>
                    <a:pt x="210" y="733"/>
                  </a:lnTo>
                  <a:lnTo>
                    <a:pt x="126" y="879"/>
                  </a:lnTo>
                  <a:lnTo>
                    <a:pt x="1" y="921"/>
                  </a:lnTo>
                  <a:lnTo>
                    <a:pt x="22" y="921"/>
                  </a:lnTo>
                  <a:lnTo>
                    <a:pt x="84" y="1025"/>
                  </a:lnTo>
                  <a:lnTo>
                    <a:pt x="168" y="1088"/>
                  </a:lnTo>
                  <a:lnTo>
                    <a:pt x="231" y="1046"/>
                  </a:lnTo>
                  <a:lnTo>
                    <a:pt x="294" y="1088"/>
                  </a:lnTo>
                  <a:lnTo>
                    <a:pt x="398" y="1046"/>
                  </a:lnTo>
                  <a:lnTo>
                    <a:pt x="294" y="1130"/>
                  </a:lnTo>
                  <a:lnTo>
                    <a:pt x="231" y="1130"/>
                  </a:lnTo>
                  <a:lnTo>
                    <a:pt x="168" y="1318"/>
                  </a:lnTo>
                  <a:lnTo>
                    <a:pt x="189" y="1402"/>
                  </a:lnTo>
                  <a:lnTo>
                    <a:pt x="419" y="1193"/>
                  </a:lnTo>
                  <a:lnTo>
                    <a:pt x="712" y="1025"/>
                  </a:lnTo>
                  <a:lnTo>
                    <a:pt x="796" y="879"/>
                  </a:lnTo>
                  <a:lnTo>
                    <a:pt x="900" y="816"/>
                  </a:lnTo>
                  <a:lnTo>
                    <a:pt x="1110" y="837"/>
                  </a:lnTo>
                  <a:lnTo>
                    <a:pt x="1152" y="795"/>
                  </a:lnTo>
                  <a:lnTo>
                    <a:pt x="1277" y="795"/>
                  </a:lnTo>
                  <a:lnTo>
                    <a:pt x="1361" y="816"/>
                  </a:lnTo>
                  <a:lnTo>
                    <a:pt x="1486" y="837"/>
                  </a:lnTo>
                  <a:lnTo>
                    <a:pt x="1591" y="733"/>
                  </a:lnTo>
                  <a:lnTo>
                    <a:pt x="1591" y="670"/>
                  </a:lnTo>
                  <a:lnTo>
                    <a:pt x="1486" y="607"/>
                  </a:lnTo>
                  <a:lnTo>
                    <a:pt x="1361" y="481"/>
                  </a:lnTo>
                  <a:lnTo>
                    <a:pt x="1235" y="461"/>
                  </a:lnTo>
                  <a:lnTo>
                    <a:pt x="1047" y="293"/>
                  </a:lnTo>
                  <a:lnTo>
                    <a:pt x="1026" y="84"/>
                  </a:lnTo>
                  <a:lnTo>
                    <a:pt x="921" y="63"/>
                  </a:lnTo>
                  <a:lnTo>
                    <a:pt x="817" y="147"/>
                  </a:lnTo>
                  <a:lnTo>
                    <a:pt x="64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38"/>
            <p:cNvSpPr/>
            <p:nvPr/>
          </p:nvSpPr>
          <p:spPr>
            <a:xfrm>
              <a:off x="4004703" y="2885735"/>
              <a:ext cx="66539" cy="61161"/>
            </a:xfrm>
            <a:custGeom>
              <a:rect b="b" l="l" r="r" t="t"/>
              <a:pathLst>
                <a:path extrusionOk="0" h="5378" w="5588">
                  <a:moveTo>
                    <a:pt x="2031" y="0"/>
                  </a:moveTo>
                  <a:lnTo>
                    <a:pt x="1989" y="42"/>
                  </a:lnTo>
                  <a:lnTo>
                    <a:pt x="1842" y="42"/>
                  </a:lnTo>
                  <a:lnTo>
                    <a:pt x="1696" y="168"/>
                  </a:lnTo>
                  <a:lnTo>
                    <a:pt x="1717" y="189"/>
                  </a:lnTo>
                  <a:lnTo>
                    <a:pt x="1633" y="314"/>
                  </a:lnTo>
                  <a:lnTo>
                    <a:pt x="1591" y="314"/>
                  </a:lnTo>
                  <a:lnTo>
                    <a:pt x="1466" y="419"/>
                  </a:lnTo>
                  <a:lnTo>
                    <a:pt x="1215" y="482"/>
                  </a:lnTo>
                  <a:lnTo>
                    <a:pt x="1110" y="670"/>
                  </a:lnTo>
                  <a:lnTo>
                    <a:pt x="1110" y="837"/>
                  </a:lnTo>
                  <a:lnTo>
                    <a:pt x="1215" y="1047"/>
                  </a:lnTo>
                  <a:lnTo>
                    <a:pt x="1215" y="1235"/>
                  </a:lnTo>
                  <a:lnTo>
                    <a:pt x="1110" y="1444"/>
                  </a:lnTo>
                  <a:lnTo>
                    <a:pt x="1173" y="1549"/>
                  </a:lnTo>
                  <a:lnTo>
                    <a:pt x="1152" y="1716"/>
                  </a:lnTo>
                  <a:lnTo>
                    <a:pt x="1068" y="1842"/>
                  </a:lnTo>
                  <a:lnTo>
                    <a:pt x="1005" y="1925"/>
                  </a:lnTo>
                  <a:lnTo>
                    <a:pt x="1" y="2658"/>
                  </a:lnTo>
                  <a:lnTo>
                    <a:pt x="273" y="3411"/>
                  </a:lnTo>
                  <a:lnTo>
                    <a:pt x="775" y="3453"/>
                  </a:lnTo>
                  <a:lnTo>
                    <a:pt x="3474" y="5336"/>
                  </a:lnTo>
                  <a:lnTo>
                    <a:pt x="4562" y="5378"/>
                  </a:lnTo>
                  <a:lnTo>
                    <a:pt x="4709" y="5106"/>
                  </a:lnTo>
                  <a:lnTo>
                    <a:pt x="4834" y="4855"/>
                  </a:lnTo>
                  <a:lnTo>
                    <a:pt x="5085" y="4708"/>
                  </a:lnTo>
                  <a:lnTo>
                    <a:pt x="5274" y="4792"/>
                  </a:lnTo>
                  <a:lnTo>
                    <a:pt x="5399" y="4750"/>
                  </a:lnTo>
                  <a:lnTo>
                    <a:pt x="5462" y="4771"/>
                  </a:lnTo>
                  <a:lnTo>
                    <a:pt x="5546" y="4645"/>
                  </a:lnTo>
                  <a:lnTo>
                    <a:pt x="5588" y="4604"/>
                  </a:lnTo>
                  <a:lnTo>
                    <a:pt x="5546" y="4583"/>
                  </a:lnTo>
                  <a:lnTo>
                    <a:pt x="5441" y="4541"/>
                  </a:lnTo>
                  <a:lnTo>
                    <a:pt x="5337" y="4457"/>
                  </a:lnTo>
                  <a:lnTo>
                    <a:pt x="5274" y="4122"/>
                  </a:lnTo>
                  <a:lnTo>
                    <a:pt x="5085" y="4122"/>
                  </a:lnTo>
                  <a:lnTo>
                    <a:pt x="5064" y="3955"/>
                  </a:lnTo>
                  <a:lnTo>
                    <a:pt x="5064" y="3767"/>
                  </a:lnTo>
                  <a:lnTo>
                    <a:pt x="5190" y="3662"/>
                  </a:lnTo>
                  <a:lnTo>
                    <a:pt x="5064" y="3411"/>
                  </a:lnTo>
                  <a:lnTo>
                    <a:pt x="4960" y="3348"/>
                  </a:lnTo>
                  <a:lnTo>
                    <a:pt x="4855" y="3139"/>
                  </a:lnTo>
                  <a:lnTo>
                    <a:pt x="4772" y="3097"/>
                  </a:lnTo>
                  <a:lnTo>
                    <a:pt x="4730" y="3118"/>
                  </a:lnTo>
                  <a:lnTo>
                    <a:pt x="4290" y="2825"/>
                  </a:lnTo>
                  <a:lnTo>
                    <a:pt x="4186" y="2867"/>
                  </a:lnTo>
                  <a:lnTo>
                    <a:pt x="4123" y="2888"/>
                  </a:lnTo>
                  <a:lnTo>
                    <a:pt x="4018" y="2804"/>
                  </a:lnTo>
                  <a:lnTo>
                    <a:pt x="4018" y="2720"/>
                  </a:lnTo>
                  <a:lnTo>
                    <a:pt x="3997" y="2699"/>
                  </a:lnTo>
                  <a:lnTo>
                    <a:pt x="4039" y="2574"/>
                  </a:lnTo>
                  <a:lnTo>
                    <a:pt x="3914" y="2469"/>
                  </a:lnTo>
                  <a:lnTo>
                    <a:pt x="3893" y="2386"/>
                  </a:lnTo>
                  <a:lnTo>
                    <a:pt x="3788" y="2365"/>
                  </a:lnTo>
                  <a:lnTo>
                    <a:pt x="3704" y="2281"/>
                  </a:lnTo>
                  <a:lnTo>
                    <a:pt x="3621" y="2260"/>
                  </a:lnTo>
                  <a:lnTo>
                    <a:pt x="3621" y="2176"/>
                  </a:lnTo>
                  <a:lnTo>
                    <a:pt x="3684" y="2135"/>
                  </a:lnTo>
                  <a:lnTo>
                    <a:pt x="3663" y="2072"/>
                  </a:lnTo>
                  <a:lnTo>
                    <a:pt x="3684" y="1988"/>
                  </a:lnTo>
                  <a:lnTo>
                    <a:pt x="3684" y="1779"/>
                  </a:lnTo>
                  <a:lnTo>
                    <a:pt x="3725" y="1737"/>
                  </a:lnTo>
                  <a:lnTo>
                    <a:pt x="3767" y="1549"/>
                  </a:lnTo>
                  <a:lnTo>
                    <a:pt x="3830" y="1549"/>
                  </a:lnTo>
                  <a:lnTo>
                    <a:pt x="3914" y="1528"/>
                  </a:lnTo>
                  <a:lnTo>
                    <a:pt x="3914" y="1319"/>
                  </a:lnTo>
                  <a:lnTo>
                    <a:pt x="3872" y="1298"/>
                  </a:lnTo>
                  <a:lnTo>
                    <a:pt x="3830" y="1130"/>
                  </a:lnTo>
                  <a:lnTo>
                    <a:pt x="3914" y="1130"/>
                  </a:lnTo>
                  <a:lnTo>
                    <a:pt x="4018" y="1088"/>
                  </a:lnTo>
                  <a:lnTo>
                    <a:pt x="4081" y="1047"/>
                  </a:lnTo>
                  <a:lnTo>
                    <a:pt x="4018" y="1026"/>
                  </a:lnTo>
                  <a:lnTo>
                    <a:pt x="3935" y="984"/>
                  </a:lnTo>
                  <a:lnTo>
                    <a:pt x="3809" y="1005"/>
                  </a:lnTo>
                  <a:lnTo>
                    <a:pt x="3725" y="984"/>
                  </a:lnTo>
                  <a:lnTo>
                    <a:pt x="3516" y="879"/>
                  </a:lnTo>
                  <a:lnTo>
                    <a:pt x="3453" y="837"/>
                  </a:lnTo>
                  <a:lnTo>
                    <a:pt x="3349" y="795"/>
                  </a:lnTo>
                  <a:lnTo>
                    <a:pt x="3286" y="670"/>
                  </a:lnTo>
                  <a:lnTo>
                    <a:pt x="3244" y="565"/>
                  </a:lnTo>
                  <a:lnTo>
                    <a:pt x="3140" y="565"/>
                  </a:lnTo>
                  <a:lnTo>
                    <a:pt x="3077" y="419"/>
                  </a:lnTo>
                  <a:lnTo>
                    <a:pt x="3098" y="314"/>
                  </a:lnTo>
                  <a:lnTo>
                    <a:pt x="3035" y="189"/>
                  </a:lnTo>
                  <a:lnTo>
                    <a:pt x="2930" y="168"/>
                  </a:lnTo>
                  <a:lnTo>
                    <a:pt x="2784" y="210"/>
                  </a:lnTo>
                  <a:lnTo>
                    <a:pt x="2679" y="168"/>
                  </a:lnTo>
                  <a:lnTo>
                    <a:pt x="2679" y="63"/>
                  </a:lnTo>
                  <a:lnTo>
                    <a:pt x="2616" y="0"/>
                  </a:lnTo>
                  <a:lnTo>
                    <a:pt x="2470" y="63"/>
                  </a:lnTo>
                  <a:lnTo>
                    <a:pt x="226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38"/>
            <p:cNvSpPr/>
            <p:nvPr/>
          </p:nvSpPr>
          <p:spPr>
            <a:xfrm>
              <a:off x="4059025" y="2939277"/>
              <a:ext cx="11967" cy="11668"/>
            </a:xfrm>
            <a:custGeom>
              <a:rect b="b" l="l" r="r" t="t"/>
              <a:pathLst>
                <a:path extrusionOk="0" h="1026" w="1005">
                  <a:moveTo>
                    <a:pt x="523" y="0"/>
                  </a:moveTo>
                  <a:lnTo>
                    <a:pt x="272" y="147"/>
                  </a:lnTo>
                  <a:lnTo>
                    <a:pt x="147" y="398"/>
                  </a:lnTo>
                  <a:lnTo>
                    <a:pt x="0" y="670"/>
                  </a:lnTo>
                  <a:lnTo>
                    <a:pt x="84" y="670"/>
                  </a:lnTo>
                  <a:lnTo>
                    <a:pt x="607" y="816"/>
                  </a:lnTo>
                  <a:lnTo>
                    <a:pt x="628" y="1025"/>
                  </a:lnTo>
                  <a:lnTo>
                    <a:pt x="1005" y="879"/>
                  </a:lnTo>
                  <a:lnTo>
                    <a:pt x="942" y="795"/>
                  </a:lnTo>
                  <a:lnTo>
                    <a:pt x="942" y="774"/>
                  </a:lnTo>
                  <a:lnTo>
                    <a:pt x="984" y="774"/>
                  </a:lnTo>
                  <a:lnTo>
                    <a:pt x="921" y="691"/>
                  </a:lnTo>
                  <a:lnTo>
                    <a:pt x="921" y="607"/>
                  </a:lnTo>
                  <a:lnTo>
                    <a:pt x="879" y="502"/>
                  </a:lnTo>
                  <a:lnTo>
                    <a:pt x="837" y="565"/>
                  </a:lnTo>
                  <a:lnTo>
                    <a:pt x="607" y="419"/>
                  </a:lnTo>
                  <a:lnTo>
                    <a:pt x="942" y="356"/>
                  </a:lnTo>
                  <a:lnTo>
                    <a:pt x="900" y="84"/>
                  </a:lnTo>
                  <a:lnTo>
                    <a:pt x="900" y="63"/>
                  </a:lnTo>
                  <a:lnTo>
                    <a:pt x="837" y="42"/>
                  </a:lnTo>
                  <a:lnTo>
                    <a:pt x="712" y="84"/>
                  </a:lnTo>
                  <a:lnTo>
                    <a:pt x="52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38"/>
            <p:cNvSpPr/>
            <p:nvPr/>
          </p:nvSpPr>
          <p:spPr>
            <a:xfrm>
              <a:off x="3959359" y="2899768"/>
              <a:ext cx="15468" cy="8347"/>
            </a:xfrm>
            <a:custGeom>
              <a:rect b="b" l="l" r="r" t="t"/>
              <a:pathLst>
                <a:path extrusionOk="0" h="734" w="1299">
                  <a:moveTo>
                    <a:pt x="1194" y="1"/>
                  </a:moveTo>
                  <a:lnTo>
                    <a:pt x="1005" y="105"/>
                  </a:lnTo>
                  <a:lnTo>
                    <a:pt x="775" y="210"/>
                  </a:lnTo>
                  <a:lnTo>
                    <a:pt x="608" y="210"/>
                  </a:lnTo>
                  <a:lnTo>
                    <a:pt x="482" y="168"/>
                  </a:lnTo>
                  <a:lnTo>
                    <a:pt x="378" y="168"/>
                  </a:lnTo>
                  <a:lnTo>
                    <a:pt x="378" y="231"/>
                  </a:lnTo>
                  <a:lnTo>
                    <a:pt x="357" y="315"/>
                  </a:lnTo>
                  <a:lnTo>
                    <a:pt x="273" y="336"/>
                  </a:lnTo>
                  <a:lnTo>
                    <a:pt x="147" y="294"/>
                  </a:lnTo>
                  <a:lnTo>
                    <a:pt x="85" y="377"/>
                  </a:lnTo>
                  <a:lnTo>
                    <a:pt x="1" y="398"/>
                  </a:lnTo>
                  <a:lnTo>
                    <a:pt x="1" y="524"/>
                  </a:lnTo>
                  <a:lnTo>
                    <a:pt x="85" y="629"/>
                  </a:lnTo>
                  <a:lnTo>
                    <a:pt x="210" y="712"/>
                  </a:lnTo>
                  <a:lnTo>
                    <a:pt x="378" y="691"/>
                  </a:lnTo>
                  <a:lnTo>
                    <a:pt x="461" y="733"/>
                  </a:lnTo>
                  <a:lnTo>
                    <a:pt x="503" y="691"/>
                  </a:lnTo>
                  <a:lnTo>
                    <a:pt x="629" y="649"/>
                  </a:lnTo>
                  <a:lnTo>
                    <a:pt x="775" y="545"/>
                  </a:lnTo>
                  <a:lnTo>
                    <a:pt x="838" y="503"/>
                  </a:lnTo>
                  <a:lnTo>
                    <a:pt x="1005" y="524"/>
                  </a:lnTo>
                  <a:lnTo>
                    <a:pt x="1005" y="419"/>
                  </a:lnTo>
                  <a:lnTo>
                    <a:pt x="984" y="315"/>
                  </a:lnTo>
                  <a:lnTo>
                    <a:pt x="1110" y="168"/>
                  </a:lnTo>
                  <a:lnTo>
                    <a:pt x="1235" y="85"/>
                  </a:lnTo>
                  <a:lnTo>
                    <a:pt x="1298" y="22"/>
                  </a:lnTo>
                  <a:lnTo>
                    <a:pt x="125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38"/>
            <p:cNvSpPr/>
            <p:nvPr/>
          </p:nvSpPr>
          <p:spPr>
            <a:xfrm>
              <a:off x="3982281" y="2887395"/>
              <a:ext cx="42867" cy="36426"/>
            </a:xfrm>
            <a:custGeom>
              <a:rect b="b" l="l" r="r" t="t"/>
              <a:pathLst>
                <a:path extrusionOk="0" h="3203" w="3600">
                  <a:moveTo>
                    <a:pt x="3370" y="1"/>
                  </a:moveTo>
                  <a:lnTo>
                    <a:pt x="3139" y="64"/>
                  </a:lnTo>
                  <a:lnTo>
                    <a:pt x="2846" y="43"/>
                  </a:lnTo>
                  <a:lnTo>
                    <a:pt x="2721" y="64"/>
                  </a:lnTo>
                  <a:lnTo>
                    <a:pt x="2574" y="64"/>
                  </a:lnTo>
                  <a:lnTo>
                    <a:pt x="2365" y="147"/>
                  </a:lnTo>
                  <a:lnTo>
                    <a:pt x="2302" y="231"/>
                  </a:lnTo>
                  <a:lnTo>
                    <a:pt x="2135" y="273"/>
                  </a:lnTo>
                  <a:lnTo>
                    <a:pt x="2114" y="336"/>
                  </a:lnTo>
                  <a:lnTo>
                    <a:pt x="1842" y="336"/>
                  </a:lnTo>
                  <a:lnTo>
                    <a:pt x="1675" y="273"/>
                  </a:lnTo>
                  <a:lnTo>
                    <a:pt x="1612" y="231"/>
                  </a:lnTo>
                  <a:lnTo>
                    <a:pt x="1507" y="210"/>
                  </a:lnTo>
                  <a:lnTo>
                    <a:pt x="1194" y="231"/>
                  </a:lnTo>
                  <a:lnTo>
                    <a:pt x="1110" y="273"/>
                  </a:lnTo>
                  <a:lnTo>
                    <a:pt x="1068" y="273"/>
                  </a:lnTo>
                  <a:lnTo>
                    <a:pt x="775" y="419"/>
                  </a:lnTo>
                  <a:lnTo>
                    <a:pt x="670" y="377"/>
                  </a:lnTo>
                  <a:lnTo>
                    <a:pt x="524" y="336"/>
                  </a:lnTo>
                  <a:lnTo>
                    <a:pt x="461" y="419"/>
                  </a:lnTo>
                  <a:lnTo>
                    <a:pt x="461" y="649"/>
                  </a:lnTo>
                  <a:lnTo>
                    <a:pt x="377" y="670"/>
                  </a:lnTo>
                  <a:lnTo>
                    <a:pt x="419" y="796"/>
                  </a:lnTo>
                  <a:lnTo>
                    <a:pt x="315" y="859"/>
                  </a:lnTo>
                  <a:lnTo>
                    <a:pt x="168" y="880"/>
                  </a:lnTo>
                  <a:lnTo>
                    <a:pt x="64" y="859"/>
                  </a:lnTo>
                  <a:lnTo>
                    <a:pt x="1" y="901"/>
                  </a:lnTo>
                  <a:lnTo>
                    <a:pt x="22" y="1068"/>
                  </a:lnTo>
                  <a:lnTo>
                    <a:pt x="105" y="1277"/>
                  </a:lnTo>
                  <a:lnTo>
                    <a:pt x="147" y="1403"/>
                  </a:lnTo>
                  <a:lnTo>
                    <a:pt x="126" y="1528"/>
                  </a:lnTo>
                  <a:lnTo>
                    <a:pt x="105" y="1779"/>
                  </a:lnTo>
                  <a:lnTo>
                    <a:pt x="336" y="1779"/>
                  </a:lnTo>
                  <a:lnTo>
                    <a:pt x="377" y="1905"/>
                  </a:lnTo>
                  <a:lnTo>
                    <a:pt x="482" y="1947"/>
                  </a:lnTo>
                  <a:lnTo>
                    <a:pt x="482" y="2114"/>
                  </a:lnTo>
                  <a:lnTo>
                    <a:pt x="545" y="2198"/>
                  </a:lnTo>
                  <a:lnTo>
                    <a:pt x="461" y="2219"/>
                  </a:lnTo>
                  <a:lnTo>
                    <a:pt x="419" y="2219"/>
                  </a:lnTo>
                  <a:lnTo>
                    <a:pt x="315" y="2302"/>
                  </a:lnTo>
                  <a:lnTo>
                    <a:pt x="252" y="2449"/>
                  </a:lnTo>
                  <a:lnTo>
                    <a:pt x="168" y="2574"/>
                  </a:lnTo>
                  <a:lnTo>
                    <a:pt x="147" y="2574"/>
                  </a:lnTo>
                  <a:lnTo>
                    <a:pt x="168" y="2616"/>
                  </a:lnTo>
                  <a:lnTo>
                    <a:pt x="252" y="2679"/>
                  </a:lnTo>
                  <a:lnTo>
                    <a:pt x="273" y="2888"/>
                  </a:lnTo>
                  <a:lnTo>
                    <a:pt x="252" y="2993"/>
                  </a:lnTo>
                  <a:lnTo>
                    <a:pt x="315" y="2993"/>
                  </a:lnTo>
                  <a:lnTo>
                    <a:pt x="482" y="3077"/>
                  </a:lnTo>
                  <a:lnTo>
                    <a:pt x="629" y="3181"/>
                  </a:lnTo>
                  <a:lnTo>
                    <a:pt x="649" y="3181"/>
                  </a:lnTo>
                  <a:lnTo>
                    <a:pt x="733" y="3202"/>
                  </a:lnTo>
                  <a:lnTo>
                    <a:pt x="1884" y="2512"/>
                  </a:lnTo>
                  <a:lnTo>
                    <a:pt x="2888" y="1779"/>
                  </a:lnTo>
                  <a:lnTo>
                    <a:pt x="2951" y="1696"/>
                  </a:lnTo>
                  <a:lnTo>
                    <a:pt x="3035" y="1570"/>
                  </a:lnTo>
                  <a:lnTo>
                    <a:pt x="3056" y="1403"/>
                  </a:lnTo>
                  <a:lnTo>
                    <a:pt x="2993" y="1298"/>
                  </a:lnTo>
                  <a:lnTo>
                    <a:pt x="3098" y="1089"/>
                  </a:lnTo>
                  <a:lnTo>
                    <a:pt x="3098" y="901"/>
                  </a:lnTo>
                  <a:lnTo>
                    <a:pt x="2993" y="691"/>
                  </a:lnTo>
                  <a:lnTo>
                    <a:pt x="2993" y="524"/>
                  </a:lnTo>
                  <a:lnTo>
                    <a:pt x="3098" y="336"/>
                  </a:lnTo>
                  <a:lnTo>
                    <a:pt x="3349" y="273"/>
                  </a:lnTo>
                  <a:lnTo>
                    <a:pt x="3474" y="168"/>
                  </a:lnTo>
                  <a:lnTo>
                    <a:pt x="3516" y="168"/>
                  </a:lnTo>
                  <a:lnTo>
                    <a:pt x="3600" y="43"/>
                  </a:lnTo>
                  <a:lnTo>
                    <a:pt x="3579" y="22"/>
                  </a:lnTo>
                  <a:lnTo>
                    <a:pt x="351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38"/>
            <p:cNvSpPr/>
            <p:nvPr/>
          </p:nvSpPr>
          <p:spPr>
            <a:xfrm>
              <a:off x="3973565" y="2916668"/>
              <a:ext cx="10479" cy="29045"/>
            </a:xfrm>
            <a:custGeom>
              <a:rect b="b" l="l" r="r" t="t"/>
              <a:pathLst>
                <a:path extrusionOk="0" h="2554" w="880">
                  <a:moveTo>
                    <a:pt x="837" y="0"/>
                  </a:moveTo>
                  <a:lnTo>
                    <a:pt x="754" y="105"/>
                  </a:lnTo>
                  <a:lnTo>
                    <a:pt x="565" y="147"/>
                  </a:lnTo>
                  <a:lnTo>
                    <a:pt x="524" y="105"/>
                  </a:lnTo>
                  <a:lnTo>
                    <a:pt x="377" y="252"/>
                  </a:lnTo>
                  <a:lnTo>
                    <a:pt x="335" y="670"/>
                  </a:lnTo>
                  <a:lnTo>
                    <a:pt x="168" y="1005"/>
                  </a:lnTo>
                  <a:lnTo>
                    <a:pt x="1" y="1235"/>
                  </a:lnTo>
                  <a:lnTo>
                    <a:pt x="63" y="1256"/>
                  </a:lnTo>
                  <a:lnTo>
                    <a:pt x="168" y="1444"/>
                  </a:lnTo>
                  <a:lnTo>
                    <a:pt x="231" y="1653"/>
                  </a:lnTo>
                  <a:lnTo>
                    <a:pt x="377" y="1884"/>
                  </a:lnTo>
                  <a:lnTo>
                    <a:pt x="524" y="2197"/>
                  </a:lnTo>
                  <a:lnTo>
                    <a:pt x="461" y="2344"/>
                  </a:lnTo>
                  <a:lnTo>
                    <a:pt x="545" y="2553"/>
                  </a:lnTo>
                  <a:lnTo>
                    <a:pt x="628" y="2448"/>
                  </a:lnTo>
                  <a:lnTo>
                    <a:pt x="628" y="2407"/>
                  </a:lnTo>
                  <a:lnTo>
                    <a:pt x="628" y="2344"/>
                  </a:lnTo>
                  <a:lnTo>
                    <a:pt x="670" y="2281"/>
                  </a:lnTo>
                  <a:lnTo>
                    <a:pt x="670" y="2156"/>
                  </a:lnTo>
                  <a:lnTo>
                    <a:pt x="733" y="1988"/>
                  </a:lnTo>
                  <a:lnTo>
                    <a:pt x="691" y="1842"/>
                  </a:lnTo>
                  <a:lnTo>
                    <a:pt x="754" y="1821"/>
                  </a:lnTo>
                  <a:lnTo>
                    <a:pt x="754" y="1674"/>
                  </a:lnTo>
                  <a:lnTo>
                    <a:pt x="775" y="1549"/>
                  </a:lnTo>
                  <a:lnTo>
                    <a:pt x="775" y="1465"/>
                  </a:lnTo>
                  <a:lnTo>
                    <a:pt x="775" y="1214"/>
                  </a:lnTo>
                  <a:lnTo>
                    <a:pt x="754" y="1235"/>
                  </a:lnTo>
                  <a:lnTo>
                    <a:pt x="670" y="1235"/>
                  </a:lnTo>
                  <a:lnTo>
                    <a:pt x="565" y="1298"/>
                  </a:lnTo>
                  <a:lnTo>
                    <a:pt x="524" y="1235"/>
                  </a:lnTo>
                  <a:lnTo>
                    <a:pt x="545" y="1047"/>
                  </a:lnTo>
                  <a:lnTo>
                    <a:pt x="545" y="796"/>
                  </a:lnTo>
                  <a:lnTo>
                    <a:pt x="524" y="712"/>
                  </a:lnTo>
                  <a:lnTo>
                    <a:pt x="545" y="565"/>
                  </a:lnTo>
                  <a:lnTo>
                    <a:pt x="670" y="565"/>
                  </a:lnTo>
                  <a:lnTo>
                    <a:pt x="691" y="670"/>
                  </a:lnTo>
                  <a:lnTo>
                    <a:pt x="754" y="670"/>
                  </a:lnTo>
                  <a:lnTo>
                    <a:pt x="837" y="607"/>
                  </a:lnTo>
                  <a:lnTo>
                    <a:pt x="837" y="524"/>
                  </a:lnTo>
                  <a:lnTo>
                    <a:pt x="796" y="482"/>
                  </a:lnTo>
                  <a:lnTo>
                    <a:pt x="775" y="377"/>
                  </a:lnTo>
                  <a:lnTo>
                    <a:pt x="837" y="210"/>
                  </a:lnTo>
                  <a:lnTo>
                    <a:pt x="858" y="63"/>
                  </a:lnTo>
                  <a:lnTo>
                    <a:pt x="87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38"/>
            <p:cNvSpPr/>
            <p:nvPr/>
          </p:nvSpPr>
          <p:spPr>
            <a:xfrm>
              <a:off x="3982781" y="2916668"/>
              <a:ext cx="2751" cy="5959"/>
            </a:xfrm>
            <a:custGeom>
              <a:rect b="b" l="l" r="r" t="t"/>
              <a:pathLst>
                <a:path extrusionOk="0" h="524" w="231">
                  <a:moveTo>
                    <a:pt x="105" y="0"/>
                  </a:moveTo>
                  <a:lnTo>
                    <a:pt x="84" y="63"/>
                  </a:lnTo>
                  <a:lnTo>
                    <a:pt x="63" y="210"/>
                  </a:lnTo>
                  <a:lnTo>
                    <a:pt x="1" y="377"/>
                  </a:lnTo>
                  <a:lnTo>
                    <a:pt x="22" y="482"/>
                  </a:lnTo>
                  <a:lnTo>
                    <a:pt x="63" y="524"/>
                  </a:lnTo>
                  <a:lnTo>
                    <a:pt x="84" y="524"/>
                  </a:lnTo>
                  <a:lnTo>
                    <a:pt x="126" y="482"/>
                  </a:lnTo>
                  <a:lnTo>
                    <a:pt x="210" y="419"/>
                  </a:lnTo>
                  <a:lnTo>
                    <a:pt x="231" y="314"/>
                  </a:lnTo>
                  <a:lnTo>
                    <a:pt x="210" y="105"/>
                  </a:lnTo>
                  <a:lnTo>
                    <a:pt x="126" y="42"/>
                  </a:lnTo>
                  <a:lnTo>
                    <a:pt x="10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38"/>
            <p:cNvSpPr/>
            <p:nvPr/>
          </p:nvSpPr>
          <p:spPr>
            <a:xfrm>
              <a:off x="3979792" y="2923093"/>
              <a:ext cx="3751" cy="8336"/>
            </a:xfrm>
            <a:custGeom>
              <a:rect b="b" l="l" r="r" t="t"/>
              <a:pathLst>
                <a:path extrusionOk="0" h="733" w="315">
                  <a:moveTo>
                    <a:pt x="22" y="0"/>
                  </a:moveTo>
                  <a:lnTo>
                    <a:pt x="1" y="147"/>
                  </a:lnTo>
                  <a:lnTo>
                    <a:pt x="22" y="231"/>
                  </a:lnTo>
                  <a:lnTo>
                    <a:pt x="22" y="482"/>
                  </a:lnTo>
                  <a:lnTo>
                    <a:pt x="1" y="670"/>
                  </a:lnTo>
                  <a:lnTo>
                    <a:pt x="42" y="733"/>
                  </a:lnTo>
                  <a:lnTo>
                    <a:pt x="147" y="670"/>
                  </a:lnTo>
                  <a:lnTo>
                    <a:pt x="231" y="670"/>
                  </a:lnTo>
                  <a:lnTo>
                    <a:pt x="252" y="649"/>
                  </a:lnTo>
                  <a:lnTo>
                    <a:pt x="273" y="440"/>
                  </a:lnTo>
                  <a:lnTo>
                    <a:pt x="273" y="356"/>
                  </a:lnTo>
                  <a:lnTo>
                    <a:pt x="314" y="210"/>
                  </a:lnTo>
                  <a:lnTo>
                    <a:pt x="314" y="147"/>
                  </a:lnTo>
                  <a:lnTo>
                    <a:pt x="314" y="63"/>
                  </a:lnTo>
                  <a:lnTo>
                    <a:pt x="314" y="42"/>
                  </a:lnTo>
                  <a:lnTo>
                    <a:pt x="231" y="105"/>
                  </a:lnTo>
                  <a:lnTo>
                    <a:pt x="168" y="105"/>
                  </a:lnTo>
                  <a:lnTo>
                    <a:pt x="14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38"/>
            <p:cNvSpPr/>
            <p:nvPr/>
          </p:nvSpPr>
          <p:spPr>
            <a:xfrm>
              <a:off x="3979792" y="2907627"/>
              <a:ext cx="8978" cy="10713"/>
            </a:xfrm>
            <a:custGeom>
              <a:rect b="b" l="l" r="r" t="t"/>
              <a:pathLst>
                <a:path extrusionOk="0" h="942" w="754">
                  <a:moveTo>
                    <a:pt x="314" y="0"/>
                  </a:moveTo>
                  <a:lnTo>
                    <a:pt x="314" y="21"/>
                  </a:lnTo>
                  <a:lnTo>
                    <a:pt x="231" y="21"/>
                  </a:lnTo>
                  <a:lnTo>
                    <a:pt x="210" y="440"/>
                  </a:lnTo>
                  <a:lnTo>
                    <a:pt x="105" y="586"/>
                  </a:lnTo>
                  <a:lnTo>
                    <a:pt x="1" y="733"/>
                  </a:lnTo>
                  <a:lnTo>
                    <a:pt x="1" y="879"/>
                  </a:lnTo>
                  <a:lnTo>
                    <a:pt x="1" y="900"/>
                  </a:lnTo>
                  <a:lnTo>
                    <a:pt x="42" y="942"/>
                  </a:lnTo>
                  <a:lnTo>
                    <a:pt x="231" y="900"/>
                  </a:lnTo>
                  <a:lnTo>
                    <a:pt x="314" y="795"/>
                  </a:lnTo>
                  <a:lnTo>
                    <a:pt x="377" y="795"/>
                  </a:lnTo>
                  <a:lnTo>
                    <a:pt x="461" y="670"/>
                  </a:lnTo>
                  <a:lnTo>
                    <a:pt x="524" y="523"/>
                  </a:lnTo>
                  <a:lnTo>
                    <a:pt x="628" y="440"/>
                  </a:lnTo>
                  <a:lnTo>
                    <a:pt x="670" y="440"/>
                  </a:lnTo>
                  <a:lnTo>
                    <a:pt x="754" y="419"/>
                  </a:lnTo>
                  <a:lnTo>
                    <a:pt x="691" y="335"/>
                  </a:lnTo>
                  <a:lnTo>
                    <a:pt x="691" y="168"/>
                  </a:lnTo>
                  <a:lnTo>
                    <a:pt x="586" y="126"/>
                  </a:lnTo>
                  <a:lnTo>
                    <a:pt x="54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38"/>
            <p:cNvSpPr/>
            <p:nvPr/>
          </p:nvSpPr>
          <p:spPr>
            <a:xfrm>
              <a:off x="3980292" y="2915952"/>
              <a:ext cx="27661" cy="32616"/>
            </a:xfrm>
            <a:custGeom>
              <a:rect b="b" l="l" r="r" t="t"/>
              <a:pathLst>
                <a:path extrusionOk="0" h="2868" w="2323">
                  <a:moveTo>
                    <a:pt x="2051" y="1"/>
                  </a:moveTo>
                  <a:lnTo>
                    <a:pt x="900" y="691"/>
                  </a:lnTo>
                  <a:lnTo>
                    <a:pt x="816" y="670"/>
                  </a:lnTo>
                  <a:lnTo>
                    <a:pt x="796" y="670"/>
                  </a:lnTo>
                  <a:lnTo>
                    <a:pt x="649" y="566"/>
                  </a:lnTo>
                  <a:lnTo>
                    <a:pt x="482" y="482"/>
                  </a:lnTo>
                  <a:lnTo>
                    <a:pt x="419" y="482"/>
                  </a:lnTo>
                  <a:lnTo>
                    <a:pt x="335" y="545"/>
                  </a:lnTo>
                  <a:lnTo>
                    <a:pt x="293" y="587"/>
                  </a:lnTo>
                  <a:lnTo>
                    <a:pt x="272" y="587"/>
                  </a:lnTo>
                  <a:lnTo>
                    <a:pt x="272" y="670"/>
                  </a:lnTo>
                  <a:lnTo>
                    <a:pt x="272" y="691"/>
                  </a:lnTo>
                  <a:lnTo>
                    <a:pt x="272" y="775"/>
                  </a:lnTo>
                  <a:lnTo>
                    <a:pt x="272" y="838"/>
                  </a:lnTo>
                  <a:lnTo>
                    <a:pt x="231" y="984"/>
                  </a:lnTo>
                  <a:lnTo>
                    <a:pt x="231" y="1068"/>
                  </a:lnTo>
                  <a:lnTo>
                    <a:pt x="210" y="1528"/>
                  </a:lnTo>
                  <a:lnTo>
                    <a:pt x="210" y="1612"/>
                  </a:lnTo>
                  <a:lnTo>
                    <a:pt x="189" y="1737"/>
                  </a:lnTo>
                  <a:lnTo>
                    <a:pt x="189" y="1884"/>
                  </a:lnTo>
                  <a:lnTo>
                    <a:pt x="126" y="1905"/>
                  </a:lnTo>
                  <a:lnTo>
                    <a:pt x="168" y="2051"/>
                  </a:lnTo>
                  <a:lnTo>
                    <a:pt x="105" y="2219"/>
                  </a:lnTo>
                  <a:lnTo>
                    <a:pt x="105" y="2344"/>
                  </a:lnTo>
                  <a:lnTo>
                    <a:pt x="63" y="2407"/>
                  </a:lnTo>
                  <a:lnTo>
                    <a:pt x="63" y="2470"/>
                  </a:lnTo>
                  <a:lnTo>
                    <a:pt x="63" y="2553"/>
                  </a:lnTo>
                  <a:lnTo>
                    <a:pt x="0" y="2679"/>
                  </a:lnTo>
                  <a:lnTo>
                    <a:pt x="0" y="2721"/>
                  </a:lnTo>
                  <a:lnTo>
                    <a:pt x="189" y="2721"/>
                  </a:lnTo>
                  <a:lnTo>
                    <a:pt x="754" y="2867"/>
                  </a:lnTo>
                  <a:lnTo>
                    <a:pt x="1172" y="2449"/>
                  </a:lnTo>
                  <a:lnTo>
                    <a:pt x="1633" y="2407"/>
                  </a:lnTo>
                  <a:lnTo>
                    <a:pt x="1653" y="2219"/>
                  </a:lnTo>
                  <a:lnTo>
                    <a:pt x="1884" y="1926"/>
                  </a:lnTo>
                  <a:lnTo>
                    <a:pt x="1235" y="1214"/>
                  </a:lnTo>
                  <a:lnTo>
                    <a:pt x="2093" y="963"/>
                  </a:lnTo>
                  <a:lnTo>
                    <a:pt x="2302" y="754"/>
                  </a:lnTo>
                  <a:lnTo>
                    <a:pt x="2323" y="754"/>
                  </a:lnTo>
                  <a:lnTo>
                    <a:pt x="205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38"/>
            <p:cNvSpPr/>
            <p:nvPr/>
          </p:nvSpPr>
          <p:spPr>
            <a:xfrm>
              <a:off x="3979792" y="2924515"/>
              <a:ext cx="142521" cy="114714"/>
            </a:xfrm>
            <a:custGeom>
              <a:rect b="b" l="l" r="r" t="t"/>
              <a:pathLst>
                <a:path extrusionOk="0" h="10087" w="11969">
                  <a:moveTo>
                    <a:pt x="2344" y="1"/>
                  </a:moveTo>
                  <a:lnTo>
                    <a:pt x="2135" y="210"/>
                  </a:lnTo>
                  <a:lnTo>
                    <a:pt x="1277" y="461"/>
                  </a:lnTo>
                  <a:lnTo>
                    <a:pt x="1926" y="1173"/>
                  </a:lnTo>
                  <a:lnTo>
                    <a:pt x="1695" y="1466"/>
                  </a:lnTo>
                  <a:lnTo>
                    <a:pt x="1675" y="1654"/>
                  </a:lnTo>
                  <a:lnTo>
                    <a:pt x="1214" y="1696"/>
                  </a:lnTo>
                  <a:lnTo>
                    <a:pt x="796" y="2114"/>
                  </a:lnTo>
                  <a:lnTo>
                    <a:pt x="231" y="1968"/>
                  </a:lnTo>
                  <a:lnTo>
                    <a:pt x="42" y="1968"/>
                  </a:lnTo>
                  <a:lnTo>
                    <a:pt x="42" y="2177"/>
                  </a:lnTo>
                  <a:lnTo>
                    <a:pt x="42" y="2407"/>
                  </a:lnTo>
                  <a:lnTo>
                    <a:pt x="1" y="2595"/>
                  </a:lnTo>
                  <a:lnTo>
                    <a:pt x="1" y="2637"/>
                  </a:lnTo>
                  <a:lnTo>
                    <a:pt x="63" y="2616"/>
                  </a:lnTo>
                  <a:lnTo>
                    <a:pt x="105" y="2637"/>
                  </a:lnTo>
                  <a:lnTo>
                    <a:pt x="168" y="2595"/>
                  </a:lnTo>
                  <a:lnTo>
                    <a:pt x="314" y="2658"/>
                  </a:lnTo>
                  <a:lnTo>
                    <a:pt x="273" y="2700"/>
                  </a:lnTo>
                  <a:lnTo>
                    <a:pt x="524" y="2972"/>
                  </a:lnTo>
                  <a:lnTo>
                    <a:pt x="545" y="3119"/>
                  </a:lnTo>
                  <a:lnTo>
                    <a:pt x="628" y="3139"/>
                  </a:lnTo>
                  <a:lnTo>
                    <a:pt x="628" y="3244"/>
                  </a:lnTo>
                  <a:lnTo>
                    <a:pt x="754" y="3349"/>
                  </a:lnTo>
                  <a:lnTo>
                    <a:pt x="838" y="3370"/>
                  </a:lnTo>
                  <a:lnTo>
                    <a:pt x="984" y="3663"/>
                  </a:lnTo>
                  <a:lnTo>
                    <a:pt x="984" y="3746"/>
                  </a:lnTo>
                  <a:lnTo>
                    <a:pt x="1047" y="3851"/>
                  </a:lnTo>
                  <a:lnTo>
                    <a:pt x="1110" y="3851"/>
                  </a:lnTo>
                  <a:lnTo>
                    <a:pt x="1151" y="3997"/>
                  </a:lnTo>
                  <a:lnTo>
                    <a:pt x="1193" y="4081"/>
                  </a:lnTo>
                  <a:lnTo>
                    <a:pt x="1319" y="4123"/>
                  </a:lnTo>
                  <a:lnTo>
                    <a:pt x="1423" y="4416"/>
                  </a:lnTo>
                  <a:lnTo>
                    <a:pt x="1528" y="4479"/>
                  </a:lnTo>
                  <a:lnTo>
                    <a:pt x="1570" y="4625"/>
                  </a:lnTo>
                  <a:lnTo>
                    <a:pt x="1528" y="4709"/>
                  </a:lnTo>
                  <a:lnTo>
                    <a:pt x="1528" y="4792"/>
                  </a:lnTo>
                  <a:lnTo>
                    <a:pt x="1633" y="4897"/>
                  </a:lnTo>
                  <a:lnTo>
                    <a:pt x="1633" y="4960"/>
                  </a:lnTo>
                  <a:lnTo>
                    <a:pt x="1716" y="5023"/>
                  </a:lnTo>
                  <a:lnTo>
                    <a:pt x="1821" y="4939"/>
                  </a:lnTo>
                  <a:lnTo>
                    <a:pt x="1926" y="5043"/>
                  </a:lnTo>
                  <a:lnTo>
                    <a:pt x="2114" y="5127"/>
                  </a:lnTo>
                  <a:lnTo>
                    <a:pt x="2260" y="5274"/>
                  </a:lnTo>
                  <a:lnTo>
                    <a:pt x="2323" y="5378"/>
                  </a:lnTo>
                  <a:lnTo>
                    <a:pt x="2344" y="5420"/>
                  </a:lnTo>
                  <a:lnTo>
                    <a:pt x="2365" y="5546"/>
                  </a:lnTo>
                  <a:lnTo>
                    <a:pt x="2428" y="5588"/>
                  </a:lnTo>
                  <a:lnTo>
                    <a:pt x="2470" y="5797"/>
                  </a:lnTo>
                  <a:lnTo>
                    <a:pt x="2574" y="5880"/>
                  </a:lnTo>
                  <a:lnTo>
                    <a:pt x="2637" y="6090"/>
                  </a:lnTo>
                  <a:lnTo>
                    <a:pt x="2658" y="6173"/>
                  </a:lnTo>
                  <a:lnTo>
                    <a:pt x="2616" y="6362"/>
                  </a:lnTo>
                  <a:lnTo>
                    <a:pt x="2574" y="6383"/>
                  </a:lnTo>
                  <a:lnTo>
                    <a:pt x="2616" y="6487"/>
                  </a:lnTo>
                  <a:lnTo>
                    <a:pt x="2658" y="6696"/>
                  </a:lnTo>
                  <a:lnTo>
                    <a:pt x="2679" y="6906"/>
                  </a:lnTo>
                  <a:lnTo>
                    <a:pt x="2783" y="7010"/>
                  </a:lnTo>
                  <a:lnTo>
                    <a:pt x="2825" y="7094"/>
                  </a:lnTo>
                  <a:lnTo>
                    <a:pt x="3097" y="7408"/>
                  </a:lnTo>
                  <a:lnTo>
                    <a:pt x="3202" y="7429"/>
                  </a:lnTo>
                  <a:lnTo>
                    <a:pt x="3307" y="7450"/>
                  </a:lnTo>
                  <a:lnTo>
                    <a:pt x="3390" y="7554"/>
                  </a:lnTo>
                  <a:lnTo>
                    <a:pt x="3474" y="7554"/>
                  </a:lnTo>
                  <a:lnTo>
                    <a:pt x="3620" y="7680"/>
                  </a:lnTo>
                  <a:lnTo>
                    <a:pt x="3620" y="7784"/>
                  </a:lnTo>
                  <a:lnTo>
                    <a:pt x="3788" y="7826"/>
                  </a:lnTo>
                  <a:lnTo>
                    <a:pt x="3767" y="7889"/>
                  </a:lnTo>
                  <a:lnTo>
                    <a:pt x="3830" y="7931"/>
                  </a:lnTo>
                  <a:lnTo>
                    <a:pt x="3976" y="8412"/>
                  </a:lnTo>
                  <a:lnTo>
                    <a:pt x="4102" y="8496"/>
                  </a:lnTo>
                  <a:lnTo>
                    <a:pt x="4102" y="8663"/>
                  </a:lnTo>
                  <a:lnTo>
                    <a:pt x="4541" y="9082"/>
                  </a:lnTo>
                  <a:lnTo>
                    <a:pt x="4604" y="9082"/>
                  </a:lnTo>
                  <a:lnTo>
                    <a:pt x="4646" y="9333"/>
                  </a:lnTo>
                  <a:lnTo>
                    <a:pt x="4834" y="9396"/>
                  </a:lnTo>
                  <a:lnTo>
                    <a:pt x="4939" y="9668"/>
                  </a:lnTo>
                  <a:lnTo>
                    <a:pt x="5043" y="9709"/>
                  </a:lnTo>
                  <a:lnTo>
                    <a:pt x="5127" y="9730"/>
                  </a:lnTo>
                  <a:lnTo>
                    <a:pt x="5169" y="9626"/>
                  </a:lnTo>
                  <a:lnTo>
                    <a:pt x="5336" y="9521"/>
                  </a:lnTo>
                  <a:lnTo>
                    <a:pt x="5232" y="9312"/>
                  </a:lnTo>
                  <a:lnTo>
                    <a:pt x="5294" y="9040"/>
                  </a:lnTo>
                  <a:lnTo>
                    <a:pt x="5462" y="8977"/>
                  </a:lnTo>
                  <a:lnTo>
                    <a:pt x="5650" y="9124"/>
                  </a:lnTo>
                  <a:lnTo>
                    <a:pt x="5985" y="9124"/>
                  </a:lnTo>
                  <a:lnTo>
                    <a:pt x="6487" y="9333"/>
                  </a:lnTo>
                  <a:lnTo>
                    <a:pt x="7010" y="9563"/>
                  </a:lnTo>
                  <a:lnTo>
                    <a:pt x="7031" y="10086"/>
                  </a:lnTo>
                  <a:lnTo>
                    <a:pt x="8077" y="8684"/>
                  </a:lnTo>
                  <a:lnTo>
                    <a:pt x="10253" y="8036"/>
                  </a:lnTo>
                  <a:lnTo>
                    <a:pt x="11885" y="7554"/>
                  </a:lnTo>
                  <a:lnTo>
                    <a:pt x="11969" y="6299"/>
                  </a:lnTo>
                  <a:lnTo>
                    <a:pt x="11843" y="5839"/>
                  </a:lnTo>
                  <a:lnTo>
                    <a:pt x="11655" y="5985"/>
                  </a:lnTo>
                  <a:lnTo>
                    <a:pt x="9960" y="5755"/>
                  </a:lnTo>
                  <a:lnTo>
                    <a:pt x="9835" y="5274"/>
                  </a:lnTo>
                  <a:lnTo>
                    <a:pt x="9688" y="5127"/>
                  </a:lnTo>
                  <a:lnTo>
                    <a:pt x="9688" y="4939"/>
                  </a:lnTo>
                  <a:lnTo>
                    <a:pt x="9688" y="4918"/>
                  </a:lnTo>
                  <a:lnTo>
                    <a:pt x="9667" y="4939"/>
                  </a:lnTo>
                  <a:lnTo>
                    <a:pt x="9625" y="4855"/>
                  </a:lnTo>
                  <a:lnTo>
                    <a:pt x="9625" y="4792"/>
                  </a:lnTo>
                  <a:lnTo>
                    <a:pt x="9667" y="4730"/>
                  </a:lnTo>
                  <a:lnTo>
                    <a:pt x="9563" y="4730"/>
                  </a:lnTo>
                  <a:lnTo>
                    <a:pt x="9563" y="4709"/>
                  </a:lnTo>
                  <a:lnTo>
                    <a:pt x="9458" y="4709"/>
                  </a:lnTo>
                  <a:lnTo>
                    <a:pt x="9270" y="4604"/>
                  </a:lnTo>
                  <a:lnTo>
                    <a:pt x="9249" y="4541"/>
                  </a:lnTo>
                  <a:lnTo>
                    <a:pt x="9228" y="4583"/>
                  </a:lnTo>
                  <a:lnTo>
                    <a:pt x="9123" y="4437"/>
                  </a:lnTo>
                  <a:lnTo>
                    <a:pt x="9102" y="4290"/>
                  </a:lnTo>
                  <a:lnTo>
                    <a:pt x="8809" y="3914"/>
                  </a:lnTo>
                  <a:lnTo>
                    <a:pt x="8726" y="3788"/>
                  </a:lnTo>
                  <a:lnTo>
                    <a:pt x="8809" y="3788"/>
                  </a:lnTo>
                  <a:lnTo>
                    <a:pt x="8809" y="3746"/>
                  </a:lnTo>
                  <a:lnTo>
                    <a:pt x="8705" y="3453"/>
                  </a:lnTo>
                  <a:lnTo>
                    <a:pt x="8705" y="3391"/>
                  </a:lnTo>
                  <a:lnTo>
                    <a:pt x="8621" y="3265"/>
                  </a:lnTo>
                  <a:lnTo>
                    <a:pt x="8579" y="3265"/>
                  </a:lnTo>
                  <a:lnTo>
                    <a:pt x="8391" y="3014"/>
                  </a:lnTo>
                  <a:lnTo>
                    <a:pt x="8307" y="3014"/>
                  </a:lnTo>
                  <a:lnTo>
                    <a:pt x="8224" y="2909"/>
                  </a:lnTo>
                  <a:lnTo>
                    <a:pt x="8224" y="2867"/>
                  </a:lnTo>
                  <a:lnTo>
                    <a:pt x="8286" y="2867"/>
                  </a:lnTo>
                  <a:lnTo>
                    <a:pt x="8307" y="2909"/>
                  </a:lnTo>
                  <a:lnTo>
                    <a:pt x="8286" y="2826"/>
                  </a:lnTo>
                  <a:lnTo>
                    <a:pt x="8182" y="2805"/>
                  </a:lnTo>
                  <a:lnTo>
                    <a:pt x="7973" y="2763"/>
                  </a:lnTo>
                  <a:lnTo>
                    <a:pt x="7868" y="2449"/>
                  </a:lnTo>
                  <a:lnTo>
                    <a:pt x="7805" y="2323"/>
                  </a:lnTo>
                  <a:lnTo>
                    <a:pt x="7742" y="2303"/>
                  </a:lnTo>
                  <a:lnTo>
                    <a:pt x="7742" y="2198"/>
                  </a:lnTo>
                  <a:lnTo>
                    <a:pt x="7701" y="2219"/>
                  </a:lnTo>
                  <a:lnTo>
                    <a:pt x="7659" y="2177"/>
                  </a:lnTo>
                  <a:lnTo>
                    <a:pt x="7282" y="2323"/>
                  </a:lnTo>
                  <a:lnTo>
                    <a:pt x="7261" y="2114"/>
                  </a:lnTo>
                  <a:lnTo>
                    <a:pt x="6738" y="1968"/>
                  </a:lnTo>
                  <a:lnTo>
                    <a:pt x="6654" y="1968"/>
                  </a:lnTo>
                  <a:lnTo>
                    <a:pt x="5566" y="1926"/>
                  </a:lnTo>
                  <a:lnTo>
                    <a:pt x="2867" y="43"/>
                  </a:lnTo>
                  <a:lnTo>
                    <a:pt x="234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6B65"/>
                </a:solidFill>
              </a:endParaRPr>
            </a:p>
          </p:txBody>
        </p:sp>
        <p:sp>
          <p:nvSpPr>
            <p:cNvPr id="663" name="Google Shape;663;p38"/>
            <p:cNvSpPr/>
            <p:nvPr/>
          </p:nvSpPr>
          <p:spPr>
            <a:xfrm>
              <a:off x="4089663" y="2967116"/>
              <a:ext cx="5251" cy="10952"/>
            </a:xfrm>
            <a:custGeom>
              <a:rect b="b" l="l" r="r" t="t"/>
              <a:pathLst>
                <a:path extrusionOk="0" h="963" w="441">
                  <a:moveTo>
                    <a:pt x="147" y="0"/>
                  </a:moveTo>
                  <a:lnTo>
                    <a:pt x="147" y="42"/>
                  </a:lnTo>
                  <a:lnTo>
                    <a:pt x="106" y="42"/>
                  </a:lnTo>
                  <a:lnTo>
                    <a:pt x="106" y="105"/>
                  </a:lnTo>
                  <a:lnTo>
                    <a:pt x="43" y="126"/>
                  </a:lnTo>
                  <a:lnTo>
                    <a:pt x="85" y="209"/>
                  </a:lnTo>
                  <a:lnTo>
                    <a:pt x="43" y="209"/>
                  </a:lnTo>
                  <a:lnTo>
                    <a:pt x="85" y="377"/>
                  </a:lnTo>
                  <a:lnTo>
                    <a:pt x="43" y="356"/>
                  </a:lnTo>
                  <a:lnTo>
                    <a:pt x="1" y="356"/>
                  </a:lnTo>
                  <a:lnTo>
                    <a:pt x="1" y="544"/>
                  </a:lnTo>
                  <a:lnTo>
                    <a:pt x="22" y="628"/>
                  </a:lnTo>
                  <a:lnTo>
                    <a:pt x="43" y="670"/>
                  </a:lnTo>
                  <a:lnTo>
                    <a:pt x="43" y="795"/>
                  </a:lnTo>
                  <a:lnTo>
                    <a:pt x="22" y="795"/>
                  </a:lnTo>
                  <a:lnTo>
                    <a:pt x="43" y="858"/>
                  </a:lnTo>
                  <a:lnTo>
                    <a:pt x="231" y="963"/>
                  </a:lnTo>
                  <a:lnTo>
                    <a:pt x="336" y="963"/>
                  </a:lnTo>
                  <a:lnTo>
                    <a:pt x="398" y="942"/>
                  </a:lnTo>
                  <a:lnTo>
                    <a:pt x="440" y="670"/>
                  </a:lnTo>
                  <a:lnTo>
                    <a:pt x="398" y="544"/>
                  </a:lnTo>
                  <a:lnTo>
                    <a:pt x="336" y="544"/>
                  </a:lnTo>
                  <a:lnTo>
                    <a:pt x="315" y="356"/>
                  </a:lnTo>
                  <a:lnTo>
                    <a:pt x="336" y="356"/>
                  </a:lnTo>
                  <a:lnTo>
                    <a:pt x="398" y="168"/>
                  </a:lnTo>
                  <a:lnTo>
                    <a:pt x="357" y="126"/>
                  </a:lnTo>
                  <a:lnTo>
                    <a:pt x="315" y="126"/>
                  </a:lnTo>
                  <a:lnTo>
                    <a:pt x="315" y="63"/>
                  </a:lnTo>
                  <a:lnTo>
                    <a:pt x="21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38"/>
            <p:cNvSpPr/>
            <p:nvPr/>
          </p:nvSpPr>
          <p:spPr>
            <a:xfrm>
              <a:off x="4095152" y="2967833"/>
              <a:ext cx="32900" cy="24758"/>
            </a:xfrm>
            <a:custGeom>
              <a:rect b="b" l="l" r="r" t="t"/>
              <a:pathLst>
                <a:path extrusionOk="0" h="2177" w="2763">
                  <a:moveTo>
                    <a:pt x="2490" y="0"/>
                  </a:moveTo>
                  <a:lnTo>
                    <a:pt x="2490" y="84"/>
                  </a:lnTo>
                  <a:lnTo>
                    <a:pt x="2469" y="146"/>
                  </a:lnTo>
                  <a:lnTo>
                    <a:pt x="2093" y="356"/>
                  </a:lnTo>
                  <a:lnTo>
                    <a:pt x="2093" y="502"/>
                  </a:lnTo>
                  <a:lnTo>
                    <a:pt x="1779" y="795"/>
                  </a:lnTo>
                  <a:lnTo>
                    <a:pt x="1737" y="879"/>
                  </a:lnTo>
                  <a:lnTo>
                    <a:pt x="1779" y="900"/>
                  </a:lnTo>
                  <a:lnTo>
                    <a:pt x="1821" y="983"/>
                  </a:lnTo>
                  <a:lnTo>
                    <a:pt x="1653" y="1130"/>
                  </a:lnTo>
                  <a:lnTo>
                    <a:pt x="1611" y="1046"/>
                  </a:lnTo>
                  <a:lnTo>
                    <a:pt x="1549" y="1088"/>
                  </a:lnTo>
                  <a:lnTo>
                    <a:pt x="1465" y="1088"/>
                  </a:lnTo>
                  <a:lnTo>
                    <a:pt x="1507" y="1193"/>
                  </a:lnTo>
                  <a:lnTo>
                    <a:pt x="1444" y="1193"/>
                  </a:lnTo>
                  <a:lnTo>
                    <a:pt x="1423" y="1234"/>
                  </a:lnTo>
                  <a:lnTo>
                    <a:pt x="1256" y="1255"/>
                  </a:lnTo>
                  <a:lnTo>
                    <a:pt x="1130" y="1297"/>
                  </a:lnTo>
                  <a:lnTo>
                    <a:pt x="1088" y="1214"/>
                  </a:lnTo>
                  <a:lnTo>
                    <a:pt x="837" y="1214"/>
                  </a:lnTo>
                  <a:lnTo>
                    <a:pt x="628" y="1151"/>
                  </a:lnTo>
                  <a:lnTo>
                    <a:pt x="398" y="1339"/>
                  </a:lnTo>
                  <a:lnTo>
                    <a:pt x="314" y="1318"/>
                  </a:lnTo>
                  <a:lnTo>
                    <a:pt x="251" y="1318"/>
                  </a:lnTo>
                  <a:lnTo>
                    <a:pt x="147" y="1360"/>
                  </a:lnTo>
                  <a:lnTo>
                    <a:pt x="105" y="1109"/>
                  </a:lnTo>
                  <a:lnTo>
                    <a:pt x="63" y="1151"/>
                  </a:lnTo>
                  <a:lnTo>
                    <a:pt x="0" y="1130"/>
                  </a:lnTo>
                  <a:lnTo>
                    <a:pt x="0" y="1318"/>
                  </a:lnTo>
                  <a:lnTo>
                    <a:pt x="147" y="1465"/>
                  </a:lnTo>
                  <a:lnTo>
                    <a:pt x="272" y="1946"/>
                  </a:lnTo>
                  <a:lnTo>
                    <a:pt x="1967" y="2176"/>
                  </a:lnTo>
                  <a:lnTo>
                    <a:pt x="2155" y="2030"/>
                  </a:lnTo>
                  <a:lnTo>
                    <a:pt x="2658" y="502"/>
                  </a:lnTo>
                  <a:lnTo>
                    <a:pt x="2762" y="481"/>
                  </a:lnTo>
                  <a:lnTo>
                    <a:pt x="2762" y="314"/>
                  </a:lnTo>
                  <a:lnTo>
                    <a:pt x="2720" y="251"/>
                  </a:lnTo>
                  <a:lnTo>
                    <a:pt x="2678" y="272"/>
                  </a:lnTo>
                  <a:lnTo>
                    <a:pt x="2658" y="251"/>
                  </a:lnTo>
                  <a:lnTo>
                    <a:pt x="2595" y="209"/>
                  </a:lnTo>
                  <a:lnTo>
                    <a:pt x="2574" y="42"/>
                  </a:lnTo>
                  <a:lnTo>
                    <a:pt x="249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38"/>
            <p:cNvSpPr/>
            <p:nvPr/>
          </p:nvSpPr>
          <p:spPr>
            <a:xfrm>
              <a:off x="4101380" y="2973303"/>
              <a:ext cx="51583" cy="60684"/>
            </a:xfrm>
            <a:custGeom>
              <a:rect b="b" l="l" r="r" t="t"/>
              <a:pathLst>
                <a:path extrusionOk="0" h="5336" w="4332">
                  <a:moveTo>
                    <a:pt x="2239" y="0"/>
                  </a:moveTo>
                  <a:lnTo>
                    <a:pt x="2135" y="21"/>
                  </a:lnTo>
                  <a:lnTo>
                    <a:pt x="1632" y="1549"/>
                  </a:lnTo>
                  <a:lnTo>
                    <a:pt x="1758" y="2009"/>
                  </a:lnTo>
                  <a:lnTo>
                    <a:pt x="1674" y="3264"/>
                  </a:lnTo>
                  <a:lnTo>
                    <a:pt x="42" y="3746"/>
                  </a:lnTo>
                  <a:lnTo>
                    <a:pt x="0" y="4018"/>
                  </a:lnTo>
                  <a:lnTo>
                    <a:pt x="523" y="4708"/>
                  </a:lnTo>
                  <a:lnTo>
                    <a:pt x="461" y="4938"/>
                  </a:lnTo>
                  <a:lnTo>
                    <a:pt x="795" y="5336"/>
                  </a:lnTo>
                  <a:lnTo>
                    <a:pt x="879" y="5315"/>
                  </a:lnTo>
                  <a:lnTo>
                    <a:pt x="900" y="5336"/>
                  </a:lnTo>
                  <a:lnTo>
                    <a:pt x="1005" y="5336"/>
                  </a:lnTo>
                  <a:lnTo>
                    <a:pt x="1088" y="5231"/>
                  </a:lnTo>
                  <a:lnTo>
                    <a:pt x="1214" y="5231"/>
                  </a:lnTo>
                  <a:lnTo>
                    <a:pt x="1423" y="5127"/>
                  </a:lnTo>
                  <a:lnTo>
                    <a:pt x="1528" y="5127"/>
                  </a:lnTo>
                  <a:lnTo>
                    <a:pt x="1632" y="5106"/>
                  </a:lnTo>
                  <a:lnTo>
                    <a:pt x="1716" y="5147"/>
                  </a:lnTo>
                  <a:lnTo>
                    <a:pt x="1779" y="5147"/>
                  </a:lnTo>
                  <a:lnTo>
                    <a:pt x="1925" y="4938"/>
                  </a:lnTo>
                  <a:lnTo>
                    <a:pt x="1925" y="4917"/>
                  </a:lnTo>
                  <a:lnTo>
                    <a:pt x="1946" y="4917"/>
                  </a:lnTo>
                  <a:lnTo>
                    <a:pt x="1946" y="4834"/>
                  </a:lnTo>
                  <a:lnTo>
                    <a:pt x="1883" y="4813"/>
                  </a:lnTo>
                  <a:lnTo>
                    <a:pt x="1925" y="4750"/>
                  </a:lnTo>
                  <a:lnTo>
                    <a:pt x="1883" y="4687"/>
                  </a:lnTo>
                  <a:lnTo>
                    <a:pt x="1967" y="4603"/>
                  </a:lnTo>
                  <a:lnTo>
                    <a:pt x="2030" y="4541"/>
                  </a:lnTo>
                  <a:lnTo>
                    <a:pt x="2239" y="4541"/>
                  </a:lnTo>
                  <a:lnTo>
                    <a:pt x="2365" y="4520"/>
                  </a:lnTo>
                  <a:lnTo>
                    <a:pt x="2448" y="4583"/>
                  </a:lnTo>
                  <a:lnTo>
                    <a:pt x="2553" y="4436"/>
                  </a:lnTo>
                  <a:lnTo>
                    <a:pt x="2595" y="4415"/>
                  </a:lnTo>
                  <a:lnTo>
                    <a:pt x="2595" y="4227"/>
                  </a:lnTo>
                  <a:lnTo>
                    <a:pt x="2804" y="3976"/>
                  </a:lnTo>
                  <a:lnTo>
                    <a:pt x="2930" y="3955"/>
                  </a:lnTo>
                  <a:lnTo>
                    <a:pt x="3013" y="3976"/>
                  </a:lnTo>
                  <a:lnTo>
                    <a:pt x="3076" y="3913"/>
                  </a:lnTo>
                  <a:lnTo>
                    <a:pt x="3348" y="3913"/>
                  </a:lnTo>
                  <a:lnTo>
                    <a:pt x="3390" y="3850"/>
                  </a:lnTo>
                  <a:lnTo>
                    <a:pt x="3327" y="3808"/>
                  </a:lnTo>
                  <a:lnTo>
                    <a:pt x="3285" y="3599"/>
                  </a:lnTo>
                  <a:lnTo>
                    <a:pt x="3306" y="3599"/>
                  </a:lnTo>
                  <a:lnTo>
                    <a:pt x="3244" y="3494"/>
                  </a:lnTo>
                  <a:lnTo>
                    <a:pt x="3223" y="3474"/>
                  </a:lnTo>
                  <a:lnTo>
                    <a:pt x="3244" y="3390"/>
                  </a:lnTo>
                  <a:lnTo>
                    <a:pt x="3244" y="3285"/>
                  </a:lnTo>
                  <a:lnTo>
                    <a:pt x="3348" y="3118"/>
                  </a:lnTo>
                  <a:lnTo>
                    <a:pt x="3432" y="3076"/>
                  </a:lnTo>
                  <a:lnTo>
                    <a:pt x="3390" y="3013"/>
                  </a:lnTo>
                  <a:lnTo>
                    <a:pt x="3411" y="3013"/>
                  </a:lnTo>
                  <a:lnTo>
                    <a:pt x="3495" y="2867"/>
                  </a:lnTo>
                  <a:lnTo>
                    <a:pt x="3536" y="2846"/>
                  </a:lnTo>
                  <a:lnTo>
                    <a:pt x="3599" y="2846"/>
                  </a:lnTo>
                  <a:lnTo>
                    <a:pt x="3557" y="2909"/>
                  </a:lnTo>
                  <a:lnTo>
                    <a:pt x="3536" y="2971"/>
                  </a:lnTo>
                  <a:lnTo>
                    <a:pt x="3620" y="3013"/>
                  </a:lnTo>
                  <a:lnTo>
                    <a:pt x="3662" y="3013"/>
                  </a:lnTo>
                  <a:lnTo>
                    <a:pt x="3746" y="2804"/>
                  </a:lnTo>
                  <a:lnTo>
                    <a:pt x="3808" y="2741"/>
                  </a:lnTo>
                  <a:lnTo>
                    <a:pt x="3871" y="2616"/>
                  </a:lnTo>
                  <a:lnTo>
                    <a:pt x="4018" y="2490"/>
                  </a:lnTo>
                  <a:lnTo>
                    <a:pt x="4227" y="2134"/>
                  </a:lnTo>
                  <a:lnTo>
                    <a:pt x="4248" y="2072"/>
                  </a:lnTo>
                  <a:lnTo>
                    <a:pt x="4248" y="1988"/>
                  </a:lnTo>
                  <a:lnTo>
                    <a:pt x="4290" y="1862"/>
                  </a:lnTo>
                  <a:lnTo>
                    <a:pt x="4332" y="1758"/>
                  </a:lnTo>
                  <a:lnTo>
                    <a:pt x="4269" y="1695"/>
                  </a:lnTo>
                  <a:lnTo>
                    <a:pt x="4164" y="1674"/>
                  </a:lnTo>
                  <a:lnTo>
                    <a:pt x="3955" y="1507"/>
                  </a:lnTo>
                  <a:lnTo>
                    <a:pt x="3913" y="1402"/>
                  </a:lnTo>
                  <a:lnTo>
                    <a:pt x="3808" y="1298"/>
                  </a:lnTo>
                  <a:lnTo>
                    <a:pt x="3767" y="1151"/>
                  </a:lnTo>
                  <a:lnTo>
                    <a:pt x="3599" y="942"/>
                  </a:lnTo>
                  <a:lnTo>
                    <a:pt x="3516" y="942"/>
                  </a:lnTo>
                  <a:lnTo>
                    <a:pt x="3390" y="963"/>
                  </a:lnTo>
                  <a:lnTo>
                    <a:pt x="3118" y="921"/>
                  </a:lnTo>
                  <a:lnTo>
                    <a:pt x="3013" y="942"/>
                  </a:lnTo>
                  <a:lnTo>
                    <a:pt x="2930" y="963"/>
                  </a:lnTo>
                  <a:lnTo>
                    <a:pt x="2804" y="921"/>
                  </a:lnTo>
                  <a:lnTo>
                    <a:pt x="2469" y="649"/>
                  </a:lnTo>
                  <a:lnTo>
                    <a:pt x="2469" y="565"/>
                  </a:lnTo>
                  <a:lnTo>
                    <a:pt x="2260" y="335"/>
                  </a:lnTo>
                  <a:lnTo>
                    <a:pt x="223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38"/>
            <p:cNvSpPr/>
            <p:nvPr/>
          </p:nvSpPr>
          <p:spPr>
            <a:xfrm>
              <a:off x="4124802" y="2964728"/>
              <a:ext cx="2751" cy="5971"/>
            </a:xfrm>
            <a:custGeom>
              <a:rect b="b" l="l" r="r" t="t"/>
              <a:pathLst>
                <a:path extrusionOk="0" h="525" w="231">
                  <a:moveTo>
                    <a:pt x="209" y="1"/>
                  </a:moveTo>
                  <a:lnTo>
                    <a:pt x="168" y="22"/>
                  </a:lnTo>
                  <a:lnTo>
                    <a:pt x="105" y="22"/>
                  </a:lnTo>
                  <a:lnTo>
                    <a:pt x="84" y="168"/>
                  </a:lnTo>
                  <a:lnTo>
                    <a:pt x="63" y="210"/>
                  </a:lnTo>
                  <a:lnTo>
                    <a:pt x="21" y="168"/>
                  </a:lnTo>
                  <a:lnTo>
                    <a:pt x="0" y="231"/>
                  </a:lnTo>
                  <a:lnTo>
                    <a:pt x="0" y="273"/>
                  </a:lnTo>
                  <a:lnTo>
                    <a:pt x="84" y="315"/>
                  </a:lnTo>
                  <a:lnTo>
                    <a:pt x="105" y="482"/>
                  </a:lnTo>
                  <a:lnTo>
                    <a:pt x="168" y="524"/>
                  </a:lnTo>
                  <a:lnTo>
                    <a:pt x="168" y="440"/>
                  </a:lnTo>
                  <a:lnTo>
                    <a:pt x="209" y="336"/>
                  </a:lnTo>
                  <a:lnTo>
                    <a:pt x="209" y="168"/>
                  </a:lnTo>
                  <a:lnTo>
                    <a:pt x="188" y="168"/>
                  </a:lnTo>
                  <a:lnTo>
                    <a:pt x="209" y="106"/>
                  </a:lnTo>
                  <a:lnTo>
                    <a:pt x="188" y="64"/>
                  </a:lnTo>
                  <a:lnTo>
                    <a:pt x="209" y="43"/>
                  </a:lnTo>
                  <a:lnTo>
                    <a:pt x="230" y="43"/>
                  </a:lnTo>
                  <a:lnTo>
                    <a:pt x="20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38"/>
            <p:cNvSpPr/>
            <p:nvPr/>
          </p:nvSpPr>
          <p:spPr>
            <a:xfrm>
              <a:off x="4037591" y="3015893"/>
              <a:ext cx="73267" cy="45456"/>
            </a:xfrm>
            <a:custGeom>
              <a:rect b="b" l="l" r="r" t="t"/>
              <a:pathLst>
                <a:path extrusionOk="0" h="3997" w="6153">
                  <a:moveTo>
                    <a:pt x="5399" y="1"/>
                  </a:moveTo>
                  <a:lnTo>
                    <a:pt x="3223" y="649"/>
                  </a:lnTo>
                  <a:lnTo>
                    <a:pt x="2177" y="2051"/>
                  </a:lnTo>
                  <a:lnTo>
                    <a:pt x="2156" y="1528"/>
                  </a:lnTo>
                  <a:lnTo>
                    <a:pt x="1633" y="1298"/>
                  </a:lnTo>
                  <a:lnTo>
                    <a:pt x="1131" y="1089"/>
                  </a:lnTo>
                  <a:lnTo>
                    <a:pt x="796" y="1089"/>
                  </a:lnTo>
                  <a:lnTo>
                    <a:pt x="608" y="942"/>
                  </a:lnTo>
                  <a:lnTo>
                    <a:pt x="440" y="1005"/>
                  </a:lnTo>
                  <a:lnTo>
                    <a:pt x="378" y="1277"/>
                  </a:lnTo>
                  <a:lnTo>
                    <a:pt x="482" y="1486"/>
                  </a:lnTo>
                  <a:lnTo>
                    <a:pt x="315" y="1591"/>
                  </a:lnTo>
                  <a:lnTo>
                    <a:pt x="273" y="1695"/>
                  </a:lnTo>
                  <a:lnTo>
                    <a:pt x="189" y="1674"/>
                  </a:lnTo>
                  <a:lnTo>
                    <a:pt x="85" y="1633"/>
                  </a:lnTo>
                  <a:lnTo>
                    <a:pt x="106" y="1737"/>
                  </a:lnTo>
                  <a:lnTo>
                    <a:pt x="168" y="2030"/>
                  </a:lnTo>
                  <a:lnTo>
                    <a:pt x="168" y="2218"/>
                  </a:lnTo>
                  <a:lnTo>
                    <a:pt x="85" y="2218"/>
                  </a:lnTo>
                  <a:lnTo>
                    <a:pt x="85" y="2260"/>
                  </a:lnTo>
                  <a:lnTo>
                    <a:pt x="1" y="2239"/>
                  </a:lnTo>
                  <a:lnTo>
                    <a:pt x="1" y="2239"/>
                  </a:lnTo>
                  <a:lnTo>
                    <a:pt x="22" y="2344"/>
                  </a:lnTo>
                  <a:lnTo>
                    <a:pt x="106" y="2344"/>
                  </a:lnTo>
                  <a:lnTo>
                    <a:pt x="106" y="2428"/>
                  </a:lnTo>
                  <a:lnTo>
                    <a:pt x="231" y="2616"/>
                  </a:lnTo>
                  <a:lnTo>
                    <a:pt x="315" y="3139"/>
                  </a:lnTo>
                  <a:lnTo>
                    <a:pt x="482" y="3265"/>
                  </a:lnTo>
                  <a:lnTo>
                    <a:pt x="482" y="3453"/>
                  </a:lnTo>
                  <a:lnTo>
                    <a:pt x="419" y="3474"/>
                  </a:lnTo>
                  <a:lnTo>
                    <a:pt x="482" y="3620"/>
                  </a:lnTo>
                  <a:lnTo>
                    <a:pt x="608" y="3767"/>
                  </a:lnTo>
                  <a:lnTo>
                    <a:pt x="608" y="3913"/>
                  </a:lnTo>
                  <a:lnTo>
                    <a:pt x="650" y="3997"/>
                  </a:lnTo>
                  <a:lnTo>
                    <a:pt x="796" y="3997"/>
                  </a:lnTo>
                  <a:lnTo>
                    <a:pt x="817" y="3934"/>
                  </a:lnTo>
                  <a:lnTo>
                    <a:pt x="963" y="3997"/>
                  </a:lnTo>
                  <a:lnTo>
                    <a:pt x="1068" y="3976"/>
                  </a:lnTo>
                  <a:lnTo>
                    <a:pt x="1173" y="3871"/>
                  </a:lnTo>
                  <a:lnTo>
                    <a:pt x="1319" y="3871"/>
                  </a:lnTo>
                  <a:lnTo>
                    <a:pt x="1361" y="3934"/>
                  </a:lnTo>
                  <a:lnTo>
                    <a:pt x="1466" y="3892"/>
                  </a:lnTo>
                  <a:lnTo>
                    <a:pt x="1570" y="3725"/>
                  </a:lnTo>
                  <a:lnTo>
                    <a:pt x="1633" y="3725"/>
                  </a:lnTo>
                  <a:lnTo>
                    <a:pt x="1696" y="3579"/>
                  </a:lnTo>
                  <a:lnTo>
                    <a:pt x="1842" y="3495"/>
                  </a:lnTo>
                  <a:lnTo>
                    <a:pt x="1905" y="3474"/>
                  </a:lnTo>
                  <a:lnTo>
                    <a:pt x="2010" y="3474"/>
                  </a:lnTo>
                  <a:lnTo>
                    <a:pt x="2051" y="3495"/>
                  </a:lnTo>
                  <a:lnTo>
                    <a:pt x="2198" y="3495"/>
                  </a:lnTo>
                  <a:lnTo>
                    <a:pt x="2219" y="3558"/>
                  </a:lnTo>
                  <a:lnTo>
                    <a:pt x="2365" y="3579"/>
                  </a:lnTo>
                  <a:lnTo>
                    <a:pt x="2616" y="3474"/>
                  </a:lnTo>
                  <a:lnTo>
                    <a:pt x="2826" y="3453"/>
                  </a:lnTo>
                  <a:lnTo>
                    <a:pt x="2909" y="3369"/>
                  </a:lnTo>
                  <a:lnTo>
                    <a:pt x="2930" y="3307"/>
                  </a:lnTo>
                  <a:lnTo>
                    <a:pt x="3119" y="3160"/>
                  </a:lnTo>
                  <a:lnTo>
                    <a:pt x="3223" y="3160"/>
                  </a:lnTo>
                  <a:lnTo>
                    <a:pt x="3307" y="3202"/>
                  </a:lnTo>
                  <a:lnTo>
                    <a:pt x="3370" y="3181"/>
                  </a:lnTo>
                  <a:lnTo>
                    <a:pt x="3432" y="3139"/>
                  </a:lnTo>
                  <a:lnTo>
                    <a:pt x="3453" y="3181"/>
                  </a:lnTo>
                  <a:lnTo>
                    <a:pt x="3537" y="3181"/>
                  </a:lnTo>
                  <a:lnTo>
                    <a:pt x="3725" y="3034"/>
                  </a:lnTo>
                  <a:lnTo>
                    <a:pt x="3830" y="2846"/>
                  </a:lnTo>
                  <a:lnTo>
                    <a:pt x="3935" y="2783"/>
                  </a:lnTo>
                  <a:lnTo>
                    <a:pt x="3997" y="2783"/>
                  </a:lnTo>
                  <a:lnTo>
                    <a:pt x="4625" y="2616"/>
                  </a:lnTo>
                  <a:lnTo>
                    <a:pt x="4688" y="2532"/>
                  </a:lnTo>
                  <a:lnTo>
                    <a:pt x="5043" y="2470"/>
                  </a:lnTo>
                  <a:lnTo>
                    <a:pt x="5253" y="2365"/>
                  </a:lnTo>
                  <a:lnTo>
                    <a:pt x="5399" y="2260"/>
                  </a:lnTo>
                  <a:lnTo>
                    <a:pt x="5629" y="2218"/>
                  </a:lnTo>
                  <a:lnTo>
                    <a:pt x="5608" y="2135"/>
                  </a:lnTo>
                  <a:lnTo>
                    <a:pt x="5629" y="2114"/>
                  </a:lnTo>
                  <a:lnTo>
                    <a:pt x="5567" y="2051"/>
                  </a:lnTo>
                  <a:lnTo>
                    <a:pt x="5608" y="1905"/>
                  </a:lnTo>
                  <a:lnTo>
                    <a:pt x="5776" y="1674"/>
                  </a:lnTo>
                  <a:lnTo>
                    <a:pt x="6027" y="1612"/>
                  </a:lnTo>
                  <a:lnTo>
                    <a:pt x="6152" y="1591"/>
                  </a:lnTo>
                  <a:lnTo>
                    <a:pt x="5818" y="1193"/>
                  </a:lnTo>
                  <a:lnTo>
                    <a:pt x="5880" y="963"/>
                  </a:lnTo>
                  <a:lnTo>
                    <a:pt x="5357" y="273"/>
                  </a:lnTo>
                  <a:lnTo>
                    <a:pt x="539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38"/>
            <p:cNvSpPr/>
            <p:nvPr/>
          </p:nvSpPr>
          <p:spPr>
            <a:xfrm>
              <a:off x="3911526" y="2929280"/>
              <a:ext cx="85972" cy="69020"/>
            </a:xfrm>
            <a:custGeom>
              <a:rect b="b" l="l" r="r" t="t"/>
              <a:pathLst>
                <a:path extrusionOk="0" h="6069" w="7220">
                  <a:moveTo>
                    <a:pt x="503" y="0"/>
                  </a:moveTo>
                  <a:lnTo>
                    <a:pt x="210" y="21"/>
                  </a:lnTo>
                  <a:lnTo>
                    <a:pt x="147" y="21"/>
                  </a:lnTo>
                  <a:lnTo>
                    <a:pt x="126" y="126"/>
                  </a:lnTo>
                  <a:lnTo>
                    <a:pt x="84" y="356"/>
                  </a:lnTo>
                  <a:lnTo>
                    <a:pt x="126" y="523"/>
                  </a:lnTo>
                  <a:lnTo>
                    <a:pt x="126" y="649"/>
                  </a:lnTo>
                  <a:lnTo>
                    <a:pt x="42" y="858"/>
                  </a:lnTo>
                  <a:lnTo>
                    <a:pt x="1" y="1047"/>
                  </a:lnTo>
                  <a:lnTo>
                    <a:pt x="42" y="1193"/>
                  </a:lnTo>
                  <a:lnTo>
                    <a:pt x="126" y="1486"/>
                  </a:lnTo>
                  <a:lnTo>
                    <a:pt x="314" y="6068"/>
                  </a:lnTo>
                  <a:lnTo>
                    <a:pt x="7219" y="6005"/>
                  </a:lnTo>
                  <a:lnTo>
                    <a:pt x="7219" y="5985"/>
                  </a:lnTo>
                  <a:lnTo>
                    <a:pt x="7115" y="5964"/>
                  </a:lnTo>
                  <a:lnTo>
                    <a:pt x="6989" y="5796"/>
                  </a:lnTo>
                  <a:lnTo>
                    <a:pt x="6947" y="5754"/>
                  </a:lnTo>
                  <a:lnTo>
                    <a:pt x="6822" y="5692"/>
                  </a:lnTo>
                  <a:lnTo>
                    <a:pt x="6738" y="5566"/>
                  </a:lnTo>
                  <a:lnTo>
                    <a:pt x="6675" y="5587"/>
                  </a:lnTo>
                  <a:lnTo>
                    <a:pt x="6571" y="5587"/>
                  </a:lnTo>
                  <a:lnTo>
                    <a:pt x="6403" y="5461"/>
                  </a:lnTo>
                  <a:lnTo>
                    <a:pt x="6299" y="5169"/>
                  </a:lnTo>
                  <a:lnTo>
                    <a:pt x="6319" y="5106"/>
                  </a:lnTo>
                  <a:lnTo>
                    <a:pt x="6319" y="4938"/>
                  </a:lnTo>
                  <a:lnTo>
                    <a:pt x="6278" y="4855"/>
                  </a:lnTo>
                  <a:lnTo>
                    <a:pt x="6299" y="4813"/>
                  </a:lnTo>
                  <a:lnTo>
                    <a:pt x="6319" y="4855"/>
                  </a:lnTo>
                  <a:lnTo>
                    <a:pt x="6508" y="4855"/>
                  </a:lnTo>
                  <a:lnTo>
                    <a:pt x="6424" y="4792"/>
                  </a:lnTo>
                  <a:lnTo>
                    <a:pt x="6382" y="4792"/>
                  </a:lnTo>
                  <a:lnTo>
                    <a:pt x="6299" y="4624"/>
                  </a:lnTo>
                  <a:lnTo>
                    <a:pt x="6257" y="4604"/>
                  </a:lnTo>
                  <a:lnTo>
                    <a:pt x="6257" y="4645"/>
                  </a:lnTo>
                  <a:lnTo>
                    <a:pt x="6173" y="4583"/>
                  </a:lnTo>
                  <a:lnTo>
                    <a:pt x="6110" y="4415"/>
                  </a:lnTo>
                  <a:lnTo>
                    <a:pt x="5901" y="4080"/>
                  </a:lnTo>
                  <a:lnTo>
                    <a:pt x="5796" y="4018"/>
                  </a:lnTo>
                  <a:lnTo>
                    <a:pt x="5775" y="3871"/>
                  </a:lnTo>
                  <a:lnTo>
                    <a:pt x="5420" y="3327"/>
                  </a:lnTo>
                  <a:lnTo>
                    <a:pt x="5420" y="3223"/>
                  </a:lnTo>
                  <a:lnTo>
                    <a:pt x="5357" y="3118"/>
                  </a:lnTo>
                  <a:lnTo>
                    <a:pt x="5336" y="2867"/>
                  </a:lnTo>
                  <a:lnTo>
                    <a:pt x="5273" y="2825"/>
                  </a:lnTo>
                  <a:lnTo>
                    <a:pt x="5273" y="2741"/>
                  </a:lnTo>
                  <a:lnTo>
                    <a:pt x="5064" y="2532"/>
                  </a:lnTo>
                  <a:lnTo>
                    <a:pt x="5064" y="2448"/>
                  </a:lnTo>
                  <a:lnTo>
                    <a:pt x="5106" y="2344"/>
                  </a:lnTo>
                  <a:lnTo>
                    <a:pt x="5043" y="2281"/>
                  </a:lnTo>
                  <a:lnTo>
                    <a:pt x="4708" y="1988"/>
                  </a:lnTo>
                  <a:lnTo>
                    <a:pt x="4687" y="1884"/>
                  </a:lnTo>
                  <a:lnTo>
                    <a:pt x="4478" y="1653"/>
                  </a:lnTo>
                  <a:lnTo>
                    <a:pt x="4478" y="1507"/>
                  </a:lnTo>
                  <a:lnTo>
                    <a:pt x="4332" y="1360"/>
                  </a:lnTo>
                  <a:lnTo>
                    <a:pt x="4374" y="1277"/>
                  </a:lnTo>
                  <a:lnTo>
                    <a:pt x="4374" y="1193"/>
                  </a:lnTo>
                  <a:lnTo>
                    <a:pt x="4395" y="1151"/>
                  </a:lnTo>
                  <a:lnTo>
                    <a:pt x="4395" y="1193"/>
                  </a:lnTo>
                  <a:lnTo>
                    <a:pt x="4478" y="1193"/>
                  </a:lnTo>
                  <a:lnTo>
                    <a:pt x="4499" y="1339"/>
                  </a:lnTo>
                  <a:lnTo>
                    <a:pt x="4541" y="1402"/>
                  </a:lnTo>
                  <a:lnTo>
                    <a:pt x="4583" y="1465"/>
                  </a:lnTo>
                  <a:lnTo>
                    <a:pt x="4792" y="1674"/>
                  </a:lnTo>
                  <a:lnTo>
                    <a:pt x="4792" y="1779"/>
                  </a:lnTo>
                  <a:lnTo>
                    <a:pt x="4834" y="1884"/>
                  </a:lnTo>
                  <a:lnTo>
                    <a:pt x="5001" y="1967"/>
                  </a:lnTo>
                  <a:lnTo>
                    <a:pt x="5022" y="2072"/>
                  </a:lnTo>
                  <a:lnTo>
                    <a:pt x="5315" y="2344"/>
                  </a:lnTo>
                  <a:lnTo>
                    <a:pt x="5462" y="2428"/>
                  </a:lnTo>
                  <a:lnTo>
                    <a:pt x="5462" y="2490"/>
                  </a:lnTo>
                  <a:lnTo>
                    <a:pt x="5483" y="2407"/>
                  </a:lnTo>
                  <a:lnTo>
                    <a:pt x="5566" y="2323"/>
                  </a:lnTo>
                  <a:lnTo>
                    <a:pt x="5629" y="2114"/>
                  </a:lnTo>
                  <a:lnTo>
                    <a:pt x="5566" y="2072"/>
                  </a:lnTo>
                  <a:lnTo>
                    <a:pt x="5650" y="1904"/>
                  </a:lnTo>
                  <a:lnTo>
                    <a:pt x="5650" y="1779"/>
                  </a:lnTo>
                  <a:lnTo>
                    <a:pt x="5734" y="1465"/>
                  </a:lnTo>
                  <a:lnTo>
                    <a:pt x="5755" y="1444"/>
                  </a:lnTo>
                  <a:lnTo>
                    <a:pt x="5671" y="1235"/>
                  </a:lnTo>
                  <a:lnTo>
                    <a:pt x="5734" y="1088"/>
                  </a:lnTo>
                  <a:lnTo>
                    <a:pt x="5587" y="775"/>
                  </a:lnTo>
                  <a:lnTo>
                    <a:pt x="5441" y="544"/>
                  </a:lnTo>
                  <a:lnTo>
                    <a:pt x="5378" y="335"/>
                  </a:lnTo>
                  <a:lnTo>
                    <a:pt x="5273" y="147"/>
                  </a:lnTo>
                  <a:lnTo>
                    <a:pt x="5211" y="126"/>
                  </a:lnTo>
                  <a:lnTo>
                    <a:pt x="5127" y="231"/>
                  </a:lnTo>
                  <a:lnTo>
                    <a:pt x="4959" y="293"/>
                  </a:lnTo>
                  <a:lnTo>
                    <a:pt x="4604" y="231"/>
                  </a:lnTo>
                  <a:lnTo>
                    <a:pt x="4311" y="314"/>
                  </a:lnTo>
                  <a:lnTo>
                    <a:pt x="4102" y="147"/>
                  </a:lnTo>
                  <a:lnTo>
                    <a:pt x="4081" y="251"/>
                  </a:lnTo>
                  <a:lnTo>
                    <a:pt x="4164" y="398"/>
                  </a:lnTo>
                  <a:lnTo>
                    <a:pt x="4164" y="461"/>
                  </a:lnTo>
                  <a:lnTo>
                    <a:pt x="4081" y="335"/>
                  </a:lnTo>
                  <a:lnTo>
                    <a:pt x="3976" y="293"/>
                  </a:lnTo>
                  <a:lnTo>
                    <a:pt x="3955" y="189"/>
                  </a:lnTo>
                  <a:lnTo>
                    <a:pt x="3997" y="147"/>
                  </a:lnTo>
                  <a:lnTo>
                    <a:pt x="3955" y="105"/>
                  </a:lnTo>
                  <a:lnTo>
                    <a:pt x="3850" y="105"/>
                  </a:lnTo>
                  <a:lnTo>
                    <a:pt x="3746" y="84"/>
                  </a:lnTo>
                  <a:lnTo>
                    <a:pt x="3537" y="21"/>
                  </a:lnTo>
                  <a:lnTo>
                    <a:pt x="3495" y="42"/>
                  </a:lnTo>
                  <a:lnTo>
                    <a:pt x="3578" y="84"/>
                  </a:lnTo>
                  <a:lnTo>
                    <a:pt x="3599" y="105"/>
                  </a:lnTo>
                  <a:lnTo>
                    <a:pt x="3495" y="126"/>
                  </a:lnTo>
                  <a:lnTo>
                    <a:pt x="3390" y="105"/>
                  </a:lnTo>
                  <a:lnTo>
                    <a:pt x="3265" y="147"/>
                  </a:lnTo>
                  <a:lnTo>
                    <a:pt x="3223" y="126"/>
                  </a:lnTo>
                  <a:lnTo>
                    <a:pt x="3223" y="105"/>
                  </a:lnTo>
                  <a:lnTo>
                    <a:pt x="3348" y="84"/>
                  </a:lnTo>
                  <a:lnTo>
                    <a:pt x="3432" y="42"/>
                  </a:lnTo>
                  <a:lnTo>
                    <a:pt x="3327" y="42"/>
                  </a:lnTo>
                  <a:lnTo>
                    <a:pt x="3139" y="84"/>
                  </a:lnTo>
                  <a:lnTo>
                    <a:pt x="3076" y="126"/>
                  </a:lnTo>
                  <a:lnTo>
                    <a:pt x="2930" y="210"/>
                  </a:lnTo>
                  <a:lnTo>
                    <a:pt x="2846" y="231"/>
                  </a:lnTo>
                  <a:lnTo>
                    <a:pt x="2700" y="293"/>
                  </a:lnTo>
                  <a:lnTo>
                    <a:pt x="2595" y="419"/>
                  </a:lnTo>
                  <a:lnTo>
                    <a:pt x="2553" y="461"/>
                  </a:lnTo>
                  <a:lnTo>
                    <a:pt x="2386" y="461"/>
                  </a:lnTo>
                  <a:lnTo>
                    <a:pt x="2177" y="335"/>
                  </a:lnTo>
                  <a:lnTo>
                    <a:pt x="2009" y="314"/>
                  </a:lnTo>
                  <a:lnTo>
                    <a:pt x="1821" y="335"/>
                  </a:lnTo>
                  <a:lnTo>
                    <a:pt x="1674" y="231"/>
                  </a:lnTo>
                  <a:lnTo>
                    <a:pt x="1591" y="231"/>
                  </a:lnTo>
                  <a:lnTo>
                    <a:pt x="1507" y="251"/>
                  </a:lnTo>
                  <a:lnTo>
                    <a:pt x="1361" y="147"/>
                  </a:lnTo>
                  <a:lnTo>
                    <a:pt x="1172" y="105"/>
                  </a:lnTo>
                  <a:lnTo>
                    <a:pt x="733" y="84"/>
                  </a:lnTo>
                  <a:lnTo>
                    <a:pt x="50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38"/>
            <p:cNvSpPr/>
            <p:nvPr/>
          </p:nvSpPr>
          <p:spPr>
            <a:xfrm>
              <a:off x="3896332" y="2997572"/>
              <a:ext cx="113621" cy="124461"/>
            </a:xfrm>
            <a:custGeom>
              <a:rect b="b" l="l" r="r" t="t"/>
              <a:pathLst>
                <a:path extrusionOk="0" h="10944" w="9542">
                  <a:moveTo>
                    <a:pt x="8495" y="0"/>
                  </a:moveTo>
                  <a:lnTo>
                    <a:pt x="1590" y="63"/>
                  </a:lnTo>
                  <a:lnTo>
                    <a:pt x="1632" y="1193"/>
                  </a:lnTo>
                  <a:lnTo>
                    <a:pt x="1088" y="1235"/>
                  </a:lnTo>
                  <a:lnTo>
                    <a:pt x="1088" y="1444"/>
                  </a:lnTo>
                  <a:lnTo>
                    <a:pt x="1151" y="3725"/>
                  </a:lnTo>
                  <a:lnTo>
                    <a:pt x="1046" y="3746"/>
                  </a:lnTo>
                  <a:lnTo>
                    <a:pt x="942" y="3829"/>
                  </a:lnTo>
                  <a:lnTo>
                    <a:pt x="837" y="3767"/>
                  </a:lnTo>
                  <a:lnTo>
                    <a:pt x="691" y="3767"/>
                  </a:lnTo>
                  <a:lnTo>
                    <a:pt x="586" y="3850"/>
                  </a:lnTo>
                  <a:lnTo>
                    <a:pt x="586" y="3976"/>
                  </a:lnTo>
                  <a:lnTo>
                    <a:pt x="649" y="4060"/>
                  </a:lnTo>
                  <a:lnTo>
                    <a:pt x="586" y="4185"/>
                  </a:lnTo>
                  <a:lnTo>
                    <a:pt x="377" y="4457"/>
                  </a:lnTo>
                  <a:lnTo>
                    <a:pt x="335" y="4457"/>
                  </a:lnTo>
                  <a:lnTo>
                    <a:pt x="230" y="4541"/>
                  </a:lnTo>
                  <a:lnTo>
                    <a:pt x="251" y="4645"/>
                  </a:lnTo>
                  <a:lnTo>
                    <a:pt x="314" y="4687"/>
                  </a:lnTo>
                  <a:lnTo>
                    <a:pt x="251" y="4813"/>
                  </a:lnTo>
                  <a:lnTo>
                    <a:pt x="126" y="4897"/>
                  </a:lnTo>
                  <a:lnTo>
                    <a:pt x="105" y="4980"/>
                  </a:lnTo>
                  <a:lnTo>
                    <a:pt x="209" y="5022"/>
                  </a:lnTo>
                  <a:lnTo>
                    <a:pt x="230" y="5127"/>
                  </a:lnTo>
                  <a:lnTo>
                    <a:pt x="168" y="5231"/>
                  </a:lnTo>
                  <a:lnTo>
                    <a:pt x="0" y="5420"/>
                  </a:lnTo>
                  <a:lnTo>
                    <a:pt x="0" y="5545"/>
                  </a:lnTo>
                  <a:lnTo>
                    <a:pt x="63" y="5629"/>
                  </a:lnTo>
                  <a:lnTo>
                    <a:pt x="209" y="5524"/>
                  </a:lnTo>
                  <a:lnTo>
                    <a:pt x="251" y="5545"/>
                  </a:lnTo>
                  <a:lnTo>
                    <a:pt x="251" y="5629"/>
                  </a:lnTo>
                  <a:lnTo>
                    <a:pt x="209" y="5692"/>
                  </a:lnTo>
                  <a:lnTo>
                    <a:pt x="272" y="5734"/>
                  </a:lnTo>
                  <a:lnTo>
                    <a:pt x="230" y="5817"/>
                  </a:lnTo>
                  <a:lnTo>
                    <a:pt x="272" y="5922"/>
                  </a:lnTo>
                  <a:lnTo>
                    <a:pt x="272" y="6047"/>
                  </a:lnTo>
                  <a:lnTo>
                    <a:pt x="314" y="6152"/>
                  </a:lnTo>
                  <a:lnTo>
                    <a:pt x="544" y="6236"/>
                  </a:lnTo>
                  <a:lnTo>
                    <a:pt x="586" y="6319"/>
                  </a:lnTo>
                  <a:lnTo>
                    <a:pt x="544" y="6382"/>
                  </a:lnTo>
                  <a:lnTo>
                    <a:pt x="544" y="6466"/>
                  </a:lnTo>
                  <a:lnTo>
                    <a:pt x="523" y="6487"/>
                  </a:lnTo>
                  <a:lnTo>
                    <a:pt x="586" y="6570"/>
                  </a:lnTo>
                  <a:lnTo>
                    <a:pt x="586" y="6654"/>
                  </a:lnTo>
                  <a:lnTo>
                    <a:pt x="544" y="6675"/>
                  </a:lnTo>
                  <a:lnTo>
                    <a:pt x="670" y="6780"/>
                  </a:lnTo>
                  <a:lnTo>
                    <a:pt x="691" y="6863"/>
                  </a:lnTo>
                  <a:lnTo>
                    <a:pt x="858" y="7052"/>
                  </a:lnTo>
                  <a:lnTo>
                    <a:pt x="963" y="7282"/>
                  </a:lnTo>
                  <a:lnTo>
                    <a:pt x="984" y="7366"/>
                  </a:lnTo>
                  <a:lnTo>
                    <a:pt x="963" y="7491"/>
                  </a:lnTo>
                  <a:lnTo>
                    <a:pt x="942" y="7533"/>
                  </a:lnTo>
                  <a:lnTo>
                    <a:pt x="879" y="7638"/>
                  </a:lnTo>
                  <a:lnTo>
                    <a:pt x="879" y="7826"/>
                  </a:lnTo>
                  <a:lnTo>
                    <a:pt x="984" y="7910"/>
                  </a:lnTo>
                  <a:lnTo>
                    <a:pt x="1109" y="7910"/>
                  </a:lnTo>
                  <a:lnTo>
                    <a:pt x="1172" y="7847"/>
                  </a:lnTo>
                  <a:lnTo>
                    <a:pt x="1318" y="7847"/>
                  </a:lnTo>
                  <a:lnTo>
                    <a:pt x="1402" y="7889"/>
                  </a:lnTo>
                  <a:lnTo>
                    <a:pt x="1360" y="7951"/>
                  </a:lnTo>
                  <a:lnTo>
                    <a:pt x="1381" y="8098"/>
                  </a:lnTo>
                  <a:lnTo>
                    <a:pt x="1465" y="8140"/>
                  </a:lnTo>
                  <a:lnTo>
                    <a:pt x="1590" y="8223"/>
                  </a:lnTo>
                  <a:lnTo>
                    <a:pt x="1695" y="8223"/>
                  </a:lnTo>
                  <a:lnTo>
                    <a:pt x="1779" y="8265"/>
                  </a:lnTo>
                  <a:lnTo>
                    <a:pt x="1821" y="8349"/>
                  </a:lnTo>
                  <a:lnTo>
                    <a:pt x="1925" y="8412"/>
                  </a:lnTo>
                  <a:lnTo>
                    <a:pt x="2030" y="8412"/>
                  </a:lnTo>
                  <a:lnTo>
                    <a:pt x="2093" y="8475"/>
                  </a:lnTo>
                  <a:lnTo>
                    <a:pt x="2051" y="8558"/>
                  </a:lnTo>
                  <a:lnTo>
                    <a:pt x="1988" y="8621"/>
                  </a:lnTo>
                  <a:lnTo>
                    <a:pt x="1946" y="8663"/>
                  </a:lnTo>
                  <a:lnTo>
                    <a:pt x="1904" y="8726"/>
                  </a:lnTo>
                  <a:lnTo>
                    <a:pt x="2030" y="8830"/>
                  </a:lnTo>
                  <a:lnTo>
                    <a:pt x="2134" y="8851"/>
                  </a:lnTo>
                  <a:lnTo>
                    <a:pt x="2155" y="8830"/>
                  </a:lnTo>
                  <a:lnTo>
                    <a:pt x="2260" y="8872"/>
                  </a:lnTo>
                  <a:lnTo>
                    <a:pt x="2323" y="8851"/>
                  </a:lnTo>
                  <a:lnTo>
                    <a:pt x="2511" y="8977"/>
                  </a:lnTo>
                  <a:lnTo>
                    <a:pt x="2532" y="9039"/>
                  </a:lnTo>
                  <a:lnTo>
                    <a:pt x="2553" y="9207"/>
                  </a:lnTo>
                  <a:lnTo>
                    <a:pt x="2616" y="9270"/>
                  </a:lnTo>
                  <a:lnTo>
                    <a:pt x="2720" y="9291"/>
                  </a:lnTo>
                  <a:lnTo>
                    <a:pt x="2762" y="9353"/>
                  </a:lnTo>
                  <a:lnTo>
                    <a:pt x="2741" y="9458"/>
                  </a:lnTo>
                  <a:lnTo>
                    <a:pt x="2783" y="9521"/>
                  </a:lnTo>
                  <a:lnTo>
                    <a:pt x="2992" y="9563"/>
                  </a:lnTo>
                  <a:lnTo>
                    <a:pt x="3076" y="9625"/>
                  </a:lnTo>
                  <a:lnTo>
                    <a:pt x="3076" y="9688"/>
                  </a:lnTo>
                  <a:lnTo>
                    <a:pt x="3076" y="9876"/>
                  </a:lnTo>
                  <a:lnTo>
                    <a:pt x="3160" y="9918"/>
                  </a:lnTo>
                  <a:lnTo>
                    <a:pt x="3264" y="9981"/>
                  </a:lnTo>
                  <a:lnTo>
                    <a:pt x="3306" y="10044"/>
                  </a:lnTo>
                  <a:lnTo>
                    <a:pt x="3306" y="10086"/>
                  </a:lnTo>
                  <a:lnTo>
                    <a:pt x="3348" y="10190"/>
                  </a:lnTo>
                  <a:lnTo>
                    <a:pt x="3390" y="10232"/>
                  </a:lnTo>
                  <a:lnTo>
                    <a:pt x="3474" y="10253"/>
                  </a:lnTo>
                  <a:lnTo>
                    <a:pt x="3515" y="10337"/>
                  </a:lnTo>
                  <a:lnTo>
                    <a:pt x="3662" y="10420"/>
                  </a:lnTo>
                  <a:lnTo>
                    <a:pt x="3766" y="10462"/>
                  </a:lnTo>
                  <a:lnTo>
                    <a:pt x="3829" y="10441"/>
                  </a:lnTo>
                  <a:lnTo>
                    <a:pt x="3871" y="10399"/>
                  </a:lnTo>
                  <a:lnTo>
                    <a:pt x="3934" y="10337"/>
                  </a:lnTo>
                  <a:lnTo>
                    <a:pt x="4143" y="10337"/>
                  </a:lnTo>
                  <a:lnTo>
                    <a:pt x="4185" y="10399"/>
                  </a:lnTo>
                  <a:lnTo>
                    <a:pt x="4227" y="10399"/>
                  </a:lnTo>
                  <a:lnTo>
                    <a:pt x="4331" y="10337"/>
                  </a:lnTo>
                  <a:lnTo>
                    <a:pt x="4394" y="10295"/>
                  </a:lnTo>
                  <a:lnTo>
                    <a:pt x="4436" y="10211"/>
                  </a:lnTo>
                  <a:lnTo>
                    <a:pt x="4562" y="10211"/>
                  </a:lnTo>
                  <a:lnTo>
                    <a:pt x="4624" y="10232"/>
                  </a:lnTo>
                  <a:lnTo>
                    <a:pt x="4708" y="10399"/>
                  </a:lnTo>
                  <a:lnTo>
                    <a:pt x="4750" y="10462"/>
                  </a:lnTo>
                  <a:lnTo>
                    <a:pt x="4813" y="10525"/>
                  </a:lnTo>
                  <a:lnTo>
                    <a:pt x="4938" y="10567"/>
                  </a:lnTo>
                  <a:lnTo>
                    <a:pt x="5022" y="10630"/>
                  </a:lnTo>
                  <a:lnTo>
                    <a:pt x="5043" y="10734"/>
                  </a:lnTo>
                  <a:lnTo>
                    <a:pt x="5085" y="10755"/>
                  </a:lnTo>
                  <a:lnTo>
                    <a:pt x="5126" y="10839"/>
                  </a:lnTo>
                  <a:lnTo>
                    <a:pt x="5126" y="10923"/>
                  </a:lnTo>
                  <a:lnTo>
                    <a:pt x="5294" y="10923"/>
                  </a:lnTo>
                  <a:lnTo>
                    <a:pt x="5336" y="10944"/>
                  </a:lnTo>
                  <a:lnTo>
                    <a:pt x="5357" y="10923"/>
                  </a:lnTo>
                  <a:lnTo>
                    <a:pt x="5336" y="10860"/>
                  </a:lnTo>
                  <a:lnTo>
                    <a:pt x="5336" y="10776"/>
                  </a:lnTo>
                  <a:lnTo>
                    <a:pt x="5398" y="10713"/>
                  </a:lnTo>
                  <a:lnTo>
                    <a:pt x="5503" y="10755"/>
                  </a:lnTo>
                  <a:lnTo>
                    <a:pt x="5671" y="10818"/>
                  </a:lnTo>
                  <a:lnTo>
                    <a:pt x="5754" y="10776"/>
                  </a:lnTo>
                  <a:lnTo>
                    <a:pt x="5859" y="10818"/>
                  </a:lnTo>
                  <a:lnTo>
                    <a:pt x="5859" y="10923"/>
                  </a:lnTo>
                  <a:lnTo>
                    <a:pt x="6005" y="10944"/>
                  </a:lnTo>
                  <a:lnTo>
                    <a:pt x="6068" y="10944"/>
                  </a:lnTo>
                  <a:lnTo>
                    <a:pt x="6068" y="10860"/>
                  </a:lnTo>
                  <a:lnTo>
                    <a:pt x="6131" y="10776"/>
                  </a:lnTo>
                  <a:lnTo>
                    <a:pt x="6215" y="10818"/>
                  </a:lnTo>
                  <a:lnTo>
                    <a:pt x="6235" y="10776"/>
                  </a:lnTo>
                  <a:lnTo>
                    <a:pt x="6340" y="10776"/>
                  </a:lnTo>
                  <a:lnTo>
                    <a:pt x="6487" y="10734"/>
                  </a:lnTo>
                  <a:lnTo>
                    <a:pt x="6696" y="10713"/>
                  </a:lnTo>
                  <a:lnTo>
                    <a:pt x="6821" y="10755"/>
                  </a:lnTo>
                  <a:lnTo>
                    <a:pt x="6947" y="10713"/>
                  </a:lnTo>
                  <a:lnTo>
                    <a:pt x="7010" y="10609"/>
                  </a:lnTo>
                  <a:lnTo>
                    <a:pt x="7135" y="10525"/>
                  </a:lnTo>
                  <a:lnTo>
                    <a:pt x="7219" y="10420"/>
                  </a:lnTo>
                  <a:lnTo>
                    <a:pt x="7261" y="10399"/>
                  </a:lnTo>
                  <a:lnTo>
                    <a:pt x="7323" y="10337"/>
                  </a:lnTo>
                  <a:lnTo>
                    <a:pt x="7428" y="10232"/>
                  </a:lnTo>
                  <a:lnTo>
                    <a:pt x="7470" y="10232"/>
                  </a:lnTo>
                  <a:lnTo>
                    <a:pt x="7595" y="10023"/>
                  </a:lnTo>
                  <a:lnTo>
                    <a:pt x="7805" y="9814"/>
                  </a:lnTo>
                  <a:lnTo>
                    <a:pt x="7763" y="9604"/>
                  </a:lnTo>
                  <a:lnTo>
                    <a:pt x="7700" y="9563"/>
                  </a:lnTo>
                  <a:lnTo>
                    <a:pt x="7679" y="9353"/>
                  </a:lnTo>
                  <a:lnTo>
                    <a:pt x="7595" y="9249"/>
                  </a:lnTo>
                  <a:lnTo>
                    <a:pt x="7554" y="9144"/>
                  </a:lnTo>
                  <a:lnTo>
                    <a:pt x="7470" y="9060"/>
                  </a:lnTo>
                  <a:lnTo>
                    <a:pt x="7365" y="9060"/>
                  </a:lnTo>
                  <a:lnTo>
                    <a:pt x="7323" y="8998"/>
                  </a:lnTo>
                  <a:lnTo>
                    <a:pt x="7323" y="8956"/>
                  </a:lnTo>
                  <a:lnTo>
                    <a:pt x="7219" y="8893"/>
                  </a:lnTo>
                  <a:lnTo>
                    <a:pt x="7114" y="8726"/>
                  </a:lnTo>
                  <a:lnTo>
                    <a:pt x="7072" y="8684"/>
                  </a:lnTo>
                  <a:lnTo>
                    <a:pt x="7051" y="8621"/>
                  </a:lnTo>
                  <a:lnTo>
                    <a:pt x="6947" y="8516"/>
                  </a:lnTo>
                  <a:lnTo>
                    <a:pt x="6905" y="8433"/>
                  </a:lnTo>
                  <a:lnTo>
                    <a:pt x="6633" y="8433"/>
                  </a:lnTo>
                  <a:lnTo>
                    <a:pt x="6549" y="8412"/>
                  </a:lnTo>
                  <a:lnTo>
                    <a:pt x="6507" y="8328"/>
                  </a:lnTo>
                  <a:lnTo>
                    <a:pt x="6591" y="8203"/>
                  </a:lnTo>
                  <a:lnTo>
                    <a:pt x="6654" y="8161"/>
                  </a:lnTo>
                  <a:lnTo>
                    <a:pt x="6654" y="8035"/>
                  </a:lnTo>
                  <a:lnTo>
                    <a:pt x="6800" y="8056"/>
                  </a:lnTo>
                  <a:lnTo>
                    <a:pt x="6905" y="8035"/>
                  </a:lnTo>
                  <a:lnTo>
                    <a:pt x="6947" y="8098"/>
                  </a:lnTo>
                  <a:lnTo>
                    <a:pt x="7031" y="8098"/>
                  </a:lnTo>
                  <a:lnTo>
                    <a:pt x="7051" y="8035"/>
                  </a:lnTo>
                  <a:lnTo>
                    <a:pt x="7135" y="7951"/>
                  </a:lnTo>
                  <a:lnTo>
                    <a:pt x="7156" y="7700"/>
                  </a:lnTo>
                  <a:lnTo>
                    <a:pt x="7135" y="7470"/>
                  </a:lnTo>
                  <a:lnTo>
                    <a:pt x="7177" y="7303"/>
                  </a:lnTo>
                  <a:lnTo>
                    <a:pt x="7282" y="7177"/>
                  </a:lnTo>
                  <a:lnTo>
                    <a:pt x="7282" y="7052"/>
                  </a:lnTo>
                  <a:lnTo>
                    <a:pt x="7240" y="6968"/>
                  </a:lnTo>
                  <a:lnTo>
                    <a:pt x="7282" y="6863"/>
                  </a:lnTo>
                  <a:lnTo>
                    <a:pt x="7386" y="6696"/>
                  </a:lnTo>
                  <a:lnTo>
                    <a:pt x="7428" y="6633"/>
                  </a:lnTo>
                  <a:lnTo>
                    <a:pt x="7470" y="6633"/>
                  </a:lnTo>
                  <a:lnTo>
                    <a:pt x="7533" y="6654"/>
                  </a:lnTo>
                  <a:lnTo>
                    <a:pt x="7658" y="6215"/>
                  </a:lnTo>
                  <a:lnTo>
                    <a:pt x="7700" y="6026"/>
                  </a:lnTo>
                  <a:lnTo>
                    <a:pt x="7888" y="5922"/>
                  </a:lnTo>
                  <a:lnTo>
                    <a:pt x="7888" y="5817"/>
                  </a:lnTo>
                  <a:lnTo>
                    <a:pt x="8014" y="5608"/>
                  </a:lnTo>
                  <a:lnTo>
                    <a:pt x="8056" y="5503"/>
                  </a:lnTo>
                  <a:lnTo>
                    <a:pt x="8160" y="5482"/>
                  </a:lnTo>
                  <a:lnTo>
                    <a:pt x="8202" y="5482"/>
                  </a:lnTo>
                  <a:lnTo>
                    <a:pt x="8265" y="5294"/>
                  </a:lnTo>
                  <a:lnTo>
                    <a:pt x="8412" y="5022"/>
                  </a:lnTo>
                  <a:lnTo>
                    <a:pt x="8412" y="4813"/>
                  </a:lnTo>
                  <a:lnTo>
                    <a:pt x="8495" y="4666"/>
                  </a:lnTo>
                  <a:lnTo>
                    <a:pt x="8516" y="4604"/>
                  </a:lnTo>
                  <a:lnTo>
                    <a:pt x="8495" y="4604"/>
                  </a:lnTo>
                  <a:lnTo>
                    <a:pt x="8474" y="4478"/>
                  </a:lnTo>
                  <a:lnTo>
                    <a:pt x="8391" y="4248"/>
                  </a:lnTo>
                  <a:lnTo>
                    <a:pt x="8412" y="4122"/>
                  </a:lnTo>
                  <a:lnTo>
                    <a:pt x="8474" y="4039"/>
                  </a:lnTo>
                  <a:lnTo>
                    <a:pt x="8474" y="3934"/>
                  </a:lnTo>
                  <a:lnTo>
                    <a:pt x="8579" y="3809"/>
                  </a:lnTo>
                  <a:lnTo>
                    <a:pt x="8621" y="3516"/>
                  </a:lnTo>
                  <a:lnTo>
                    <a:pt x="8684" y="3327"/>
                  </a:lnTo>
                  <a:lnTo>
                    <a:pt x="8725" y="3285"/>
                  </a:lnTo>
                  <a:lnTo>
                    <a:pt x="8684" y="3223"/>
                  </a:lnTo>
                  <a:lnTo>
                    <a:pt x="8621" y="3202"/>
                  </a:lnTo>
                  <a:lnTo>
                    <a:pt x="8704" y="3076"/>
                  </a:lnTo>
                  <a:lnTo>
                    <a:pt x="8704" y="2930"/>
                  </a:lnTo>
                  <a:lnTo>
                    <a:pt x="8746" y="2909"/>
                  </a:lnTo>
                  <a:lnTo>
                    <a:pt x="8914" y="2909"/>
                  </a:lnTo>
                  <a:lnTo>
                    <a:pt x="8914" y="2825"/>
                  </a:lnTo>
                  <a:lnTo>
                    <a:pt x="8914" y="2783"/>
                  </a:lnTo>
                  <a:lnTo>
                    <a:pt x="8914" y="2721"/>
                  </a:lnTo>
                  <a:lnTo>
                    <a:pt x="9018" y="2700"/>
                  </a:lnTo>
                  <a:lnTo>
                    <a:pt x="9102" y="2658"/>
                  </a:lnTo>
                  <a:lnTo>
                    <a:pt x="9228" y="2658"/>
                  </a:lnTo>
                  <a:lnTo>
                    <a:pt x="9248" y="2574"/>
                  </a:lnTo>
                  <a:lnTo>
                    <a:pt x="9353" y="2553"/>
                  </a:lnTo>
                  <a:lnTo>
                    <a:pt x="9458" y="2490"/>
                  </a:lnTo>
                  <a:lnTo>
                    <a:pt x="9541" y="2386"/>
                  </a:lnTo>
                  <a:lnTo>
                    <a:pt x="9479" y="2386"/>
                  </a:lnTo>
                  <a:lnTo>
                    <a:pt x="9479" y="2302"/>
                  </a:lnTo>
                  <a:lnTo>
                    <a:pt x="9353" y="2239"/>
                  </a:lnTo>
                  <a:lnTo>
                    <a:pt x="9248" y="2239"/>
                  </a:lnTo>
                  <a:lnTo>
                    <a:pt x="9248" y="2135"/>
                  </a:lnTo>
                  <a:lnTo>
                    <a:pt x="8997" y="1946"/>
                  </a:lnTo>
                  <a:lnTo>
                    <a:pt x="8914" y="1946"/>
                  </a:lnTo>
                  <a:lnTo>
                    <a:pt x="8809" y="1737"/>
                  </a:lnTo>
                  <a:lnTo>
                    <a:pt x="8725" y="1507"/>
                  </a:lnTo>
                  <a:lnTo>
                    <a:pt x="8746" y="1256"/>
                  </a:lnTo>
                  <a:lnTo>
                    <a:pt x="8725" y="1047"/>
                  </a:lnTo>
                  <a:lnTo>
                    <a:pt x="8579" y="628"/>
                  </a:lnTo>
                  <a:lnTo>
                    <a:pt x="8579" y="524"/>
                  </a:lnTo>
                  <a:lnTo>
                    <a:pt x="8600" y="503"/>
                  </a:lnTo>
                  <a:lnTo>
                    <a:pt x="8621" y="565"/>
                  </a:lnTo>
                  <a:lnTo>
                    <a:pt x="8642" y="607"/>
                  </a:lnTo>
                  <a:lnTo>
                    <a:pt x="8684" y="607"/>
                  </a:lnTo>
                  <a:lnTo>
                    <a:pt x="8684" y="565"/>
                  </a:lnTo>
                  <a:lnTo>
                    <a:pt x="8579" y="419"/>
                  </a:lnTo>
                  <a:lnTo>
                    <a:pt x="8516" y="252"/>
                  </a:lnTo>
                  <a:lnTo>
                    <a:pt x="8495" y="210"/>
                  </a:lnTo>
                  <a:lnTo>
                    <a:pt x="8495" y="189"/>
                  </a:lnTo>
                  <a:lnTo>
                    <a:pt x="8495" y="168"/>
                  </a:lnTo>
                  <a:lnTo>
                    <a:pt x="8495" y="147"/>
                  </a:lnTo>
                  <a:lnTo>
                    <a:pt x="8474" y="84"/>
                  </a:lnTo>
                  <a:lnTo>
                    <a:pt x="8495" y="42"/>
                  </a:lnTo>
                  <a:lnTo>
                    <a:pt x="849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38"/>
            <p:cNvSpPr/>
            <p:nvPr/>
          </p:nvSpPr>
          <p:spPr>
            <a:xfrm>
              <a:off x="3973815" y="3045871"/>
              <a:ext cx="104655" cy="75923"/>
            </a:xfrm>
            <a:custGeom>
              <a:rect b="b" l="l" r="r" t="t"/>
              <a:pathLst>
                <a:path extrusionOk="0" h="6676" w="8789">
                  <a:moveTo>
                    <a:pt x="2511" y="1"/>
                  </a:moveTo>
                  <a:lnTo>
                    <a:pt x="2344" y="336"/>
                  </a:lnTo>
                  <a:lnTo>
                    <a:pt x="2239" y="336"/>
                  </a:lnTo>
                  <a:lnTo>
                    <a:pt x="2218" y="419"/>
                  </a:lnTo>
                  <a:lnTo>
                    <a:pt x="2093" y="398"/>
                  </a:lnTo>
                  <a:lnTo>
                    <a:pt x="2009" y="357"/>
                  </a:lnTo>
                  <a:lnTo>
                    <a:pt x="1988" y="419"/>
                  </a:lnTo>
                  <a:lnTo>
                    <a:pt x="1905" y="566"/>
                  </a:lnTo>
                  <a:lnTo>
                    <a:pt x="1905" y="775"/>
                  </a:lnTo>
                  <a:lnTo>
                    <a:pt x="1758" y="1047"/>
                  </a:lnTo>
                  <a:lnTo>
                    <a:pt x="1695" y="1235"/>
                  </a:lnTo>
                  <a:lnTo>
                    <a:pt x="1653" y="1235"/>
                  </a:lnTo>
                  <a:lnTo>
                    <a:pt x="1549" y="1256"/>
                  </a:lnTo>
                  <a:lnTo>
                    <a:pt x="1507" y="1361"/>
                  </a:lnTo>
                  <a:lnTo>
                    <a:pt x="1381" y="1570"/>
                  </a:lnTo>
                  <a:lnTo>
                    <a:pt x="1381" y="1675"/>
                  </a:lnTo>
                  <a:lnTo>
                    <a:pt x="1193" y="1779"/>
                  </a:lnTo>
                  <a:lnTo>
                    <a:pt x="1151" y="1968"/>
                  </a:lnTo>
                  <a:lnTo>
                    <a:pt x="1026" y="2407"/>
                  </a:lnTo>
                  <a:lnTo>
                    <a:pt x="963" y="2386"/>
                  </a:lnTo>
                  <a:lnTo>
                    <a:pt x="921" y="2386"/>
                  </a:lnTo>
                  <a:lnTo>
                    <a:pt x="879" y="2449"/>
                  </a:lnTo>
                  <a:lnTo>
                    <a:pt x="775" y="2616"/>
                  </a:lnTo>
                  <a:lnTo>
                    <a:pt x="733" y="2721"/>
                  </a:lnTo>
                  <a:lnTo>
                    <a:pt x="775" y="2805"/>
                  </a:lnTo>
                  <a:lnTo>
                    <a:pt x="775" y="2930"/>
                  </a:lnTo>
                  <a:lnTo>
                    <a:pt x="670" y="3056"/>
                  </a:lnTo>
                  <a:lnTo>
                    <a:pt x="628" y="3223"/>
                  </a:lnTo>
                  <a:lnTo>
                    <a:pt x="649" y="3453"/>
                  </a:lnTo>
                  <a:lnTo>
                    <a:pt x="628" y="3704"/>
                  </a:lnTo>
                  <a:lnTo>
                    <a:pt x="544" y="3788"/>
                  </a:lnTo>
                  <a:lnTo>
                    <a:pt x="524" y="3851"/>
                  </a:lnTo>
                  <a:lnTo>
                    <a:pt x="440" y="3851"/>
                  </a:lnTo>
                  <a:lnTo>
                    <a:pt x="398" y="3788"/>
                  </a:lnTo>
                  <a:lnTo>
                    <a:pt x="293" y="3809"/>
                  </a:lnTo>
                  <a:lnTo>
                    <a:pt x="147" y="3788"/>
                  </a:lnTo>
                  <a:lnTo>
                    <a:pt x="147" y="3914"/>
                  </a:lnTo>
                  <a:lnTo>
                    <a:pt x="84" y="3956"/>
                  </a:lnTo>
                  <a:lnTo>
                    <a:pt x="0" y="4081"/>
                  </a:lnTo>
                  <a:lnTo>
                    <a:pt x="42" y="4165"/>
                  </a:lnTo>
                  <a:lnTo>
                    <a:pt x="126" y="4186"/>
                  </a:lnTo>
                  <a:lnTo>
                    <a:pt x="398" y="4186"/>
                  </a:lnTo>
                  <a:lnTo>
                    <a:pt x="440" y="4269"/>
                  </a:lnTo>
                  <a:lnTo>
                    <a:pt x="544" y="4374"/>
                  </a:lnTo>
                  <a:lnTo>
                    <a:pt x="565" y="4437"/>
                  </a:lnTo>
                  <a:lnTo>
                    <a:pt x="607" y="4479"/>
                  </a:lnTo>
                  <a:lnTo>
                    <a:pt x="712" y="4646"/>
                  </a:lnTo>
                  <a:lnTo>
                    <a:pt x="816" y="4709"/>
                  </a:lnTo>
                  <a:lnTo>
                    <a:pt x="816" y="4751"/>
                  </a:lnTo>
                  <a:lnTo>
                    <a:pt x="858" y="4813"/>
                  </a:lnTo>
                  <a:lnTo>
                    <a:pt x="963" y="4813"/>
                  </a:lnTo>
                  <a:lnTo>
                    <a:pt x="1047" y="4897"/>
                  </a:lnTo>
                  <a:lnTo>
                    <a:pt x="1088" y="5002"/>
                  </a:lnTo>
                  <a:lnTo>
                    <a:pt x="1172" y="5106"/>
                  </a:lnTo>
                  <a:lnTo>
                    <a:pt x="1193" y="5316"/>
                  </a:lnTo>
                  <a:lnTo>
                    <a:pt x="1256" y="5357"/>
                  </a:lnTo>
                  <a:lnTo>
                    <a:pt x="1298" y="5567"/>
                  </a:lnTo>
                  <a:lnTo>
                    <a:pt x="1340" y="5525"/>
                  </a:lnTo>
                  <a:lnTo>
                    <a:pt x="1402" y="5629"/>
                  </a:lnTo>
                  <a:lnTo>
                    <a:pt x="1507" y="5588"/>
                  </a:lnTo>
                  <a:lnTo>
                    <a:pt x="1612" y="5629"/>
                  </a:lnTo>
                  <a:lnTo>
                    <a:pt x="1612" y="5964"/>
                  </a:lnTo>
                  <a:lnTo>
                    <a:pt x="1695" y="6069"/>
                  </a:lnTo>
                  <a:lnTo>
                    <a:pt x="1821" y="6090"/>
                  </a:lnTo>
                  <a:lnTo>
                    <a:pt x="1967" y="6048"/>
                  </a:lnTo>
                  <a:lnTo>
                    <a:pt x="2093" y="6090"/>
                  </a:lnTo>
                  <a:lnTo>
                    <a:pt x="2386" y="6069"/>
                  </a:lnTo>
                  <a:lnTo>
                    <a:pt x="2490" y="6152"/>
                  </a:lnTo>
                  <a:lnTo>
                    <a:pt x="2721" y="6383"/>
                  </a:lnTo>
                  <a:lnTo>
                    <a:pt x="2867" y="6466"/>
                  </a:lnTo>
                  <a:lnTo>
                    <a:pt x="2951" y="6571"/>
                  </a:lnTo>
                  <a:lnTo>
                    <a:pt x="3055" y="6613"/>
                  </a:lnTo>
                  <a:lnTo>
                    <a:pt x="3244" y="6613"/>
                  </a:lnTo>
                  <a:lnTo>
                    <a:pt x="3369" y="6676"/>
                  </a:lnTo>
                  <a:lnTo>
                    <a:pt x="3537" y="6634"/>
                  </a:lnTo>
                  <a:lnTo>
                    <a:pt x="3641" y="6676"/>
                  </a:lnTo>
                  <a:lnTo>
                    <a:pt x="3850" y="6676"/>
                  </a:lnTo>
                  <a:lnTo>
                    <a:pt x="3997" y="6424"/>
                  </a:lnTo>
                  <a:lnTo>
                    <a:pt x="4060" y="6362"/>
                  </a:lnTo>
                  <a:lnTo>
                    <a:pt x="4164" y="6299"/>
                  </a:lnTo>
                  <a:lnTo>
                    <a:pt x="4269" y="6299"/>
                  </a:lnTo>
                  <a:lnTo>
                    <a:pt x="4311" y="6278"/>
                  </a:lnTo>
                  <a:lnTo>
                    <a:pt x="4583" y="6257"/>
                  </a:lnTo>
                  <a:lnTo>
                    <a:pt x="4645" y="6278"/>
                  </a:lnTo>
                  <a:lnTo>
                    <a:pt x="4729" y="6404"/>
                  </a:lnTo>
                  <a:lnTo>
                    <a:pt x="4834" y="6466"/>
                  </a:lnTo>
                  <a:lnTo>
                    <a:pt x="5043" y="6424"/>
                  </a:lnTo>
                  <a:lnTo>
                    <a:pt x="5210" y="6424"/>
                  </a:lnTo>
                  <a:lnTo>
                    <a:pt x="5252" y="6320"/>
                  </a:lnTo>
                  <a:lnTo>
                    <a:pt x="5441" y="6257"/>
                  </a:lnTo>
                  <a:lnTo>
                    <a:pt x="5629" y="6215"/>
                  </a:lnTo>
                  <a:lnTo>
                    <a:pt x="5775" y="6152"/>
                  </a:lnTo>
                  <a:lnTo>
                    <a:pt x="5880" y="6069"/>
                  </a:lnTo>
                  <a:lnTo>
                    <a:pt x="5943" y="5964"/>
                  </a:lnTo>
                  <a:lnTo>
                    <a:pt x="6068" y="5880"/>
                  </a:lnTo>
                  <a:lnTo>
                    <a:pt x="6173" y="5880"/>
                  </a:lnTo>
                  <a:lnTo>
                    <a:pt x="6278" y="5797"/>
                  </a:lnTo>
                  <a:lnTo>
                    <a:pt x="7010" y="5797"/>
                  </a:lnTo>
                  <a:lnTo>
                    <a:pt x="8788" y="4018"/>
                  </a:lnTo>
                  <a:lnTo>
                    <a:pt x="8056" y="4018"/>
                  </a:lnTo>
                  <a:lnTo>
                    <a:pt x="6361" y="3495"/>
                  </a:lnTo>
                  <a:lnTo>
                    <a:pt x="6215" y="3370"/>
                  </a:lnTo>
                  <a:lnTo>
                    <a:pt x="6006" y="3349"/>
                  </a:lnTo>
                  <a:lnTo>
                    <a:pt x="5943" y="3160"/>
                  </a:lnTo>
                  <a:lnTo>
                    <a:pt x="5964" y="3014"/>
                  </a:lnTo>
                  <a:lnTo>
                    <a:pt x="5796" y="2930"/>
                  </a:lnTo>
                  <a:lnTo>
                    <a:pt x="5692" y="2616"/>
                  </a:lnTo>
                  <a:lnTo>
                    <a:pt x="5650" y="2386"/>
                  </a:lnTo>
                  <a:lnTo>
                    <a:pt x="5692" y="2323"/>
                  </a:lnTo>
                  <a:lnTo>
                    <a:pt x="5587" y="2282"/>
                  </a:lnTo>
                  <a:lnTo>
                    <a:pt x="5441" y="2303"/>
                  </a:lnTo>
                  <a:lnTo>
                    <a:pt x="5315" y="2386"/>
                  </a:lnTo>
                  <a:lnTo>
                    <a:pt x="5106" y="2386"/>
                  </a:lnTo>
                  <a:lnTo>
                    <a:pt x="5022" y="2323"/>
                  </a:lnTo>
                  <a:lnTo>
                    <a:pt x="5127" y="2198"/>
                  </a:lnTo>
                  <a:lnTo>
                    <a:pt x="5127" y="2093"/>
                  </a:lnTo>
                  <a:lnTo>
                    <a:pt x="5169" y="1989"/>
                  </a:lnTo>
                  <a:lnTo>
                    <a:pt x="5169" y="1821"/>
                  </a:lnTo>
                  <a:lnTo>
                    <a:pt x="5210" y="1717"/>
                  </a:lnTo>
                  <a:lnTo>
                    <a:pt x="5252" y="1591"/>
                  </a:lnTo>
                  <a:lnTo>
                    <a:pt x="5357" y="1570"/>
                  </a:lnTo>
                  <a:lnTo>
                    <a:pt x="5210" y="1361"/>
                  </a:lnTo>
                  <a:lnTo>
                    <a:pt x="5127" y="1361"/>
                  </a:lnTo>
                  <a:lnTo>
                    <a:pt x="5106" y="1277"/>
                  </a:lnTo>
                  <a:lnTo>
                    <a:pt x="5064" y="1173"/>
                  </a:lnTo>
                  <a:lnTo>
                    <a:pt x="4959" y="1026"/>
                  </a:lnTo>
                  <a:lnTo>
                    <a:pt x="4855" y="984"/>
                  </a:lnTo>
                  <a:lnTo>
                    <a:pt x="4687" y="838"/>
                  </a:lnTo>
                  <a:lnTo>
                    <a:pt x="4541" y="733"/>
                  </a:lnTo>
                  <a:lnTo>
                    <a:pt x="4520" y="671"/>
                  </a:lnTo>
                  <a:lnTo>
                    <a:pt x="4415" y="671"/>
                  </a:lnTo>
                  <a:lnTo>
                    <a:pt x="4394" y="629"/>
                  </a:lnTo>
                  <a:lnTo>
                    <a:pt x="4227" y="629"/>
                  </a:lnTo>
                  <a:lnTo>
                    <a:pt x="4185" y="524"/>
                  </a:lnTo>
                  <a:lnTo>
                    <a:pt x="3976" y="336"/>
                  </a:lnTo>
                  <a:lnTo>
                    <a:pt x="3871" y="315"/>
                  </a:lnTo>
                  <a:lnTo>
                    <a:pt x="3788" y="231"/>
                  </a:lnTo>
                  <a:lnTo>
                    <a:pt x="3662" y="210"/>
                  </a:lnTo>
                  <a:lnTo>
                    <a:pt x="3578" y="231"/>
                  </a:lnTo>
                  <a:lnTo>
                    <a:pt x="3557" y="252"/>
                  </a:lnTo>
                  <a:lnTo>
                    <a:pt x="3369" y="106"/>
                  </a:lnTo>
                  <a:lnTo>
                    <a:pt x="3265" y="106"/>
                  </a:lnTo>
                  <a:lnTo>
                    <a:pt x="3223" y="147"/>
                  </a:lnTo>
                  <a:lnTo>
                    <a:pt x="3139" y="85"/>
                  </a:lnTo>
                  <a:lnTo>
                    <a:pt x="3034" y="106"/>
                  </a:lnTo>
                  <a:lnTo>
                    <a:pt x="2930" y="189"/>
                  </a:lnTo>
                  <a:lnTo>
                    <a:pt x="2825" y="189"/>
                  </a:lnTo>
                  <a:lnTo>
                    <a:pt x="2595" y="106"/>
                  </a:lnTo>
                  <a:lnTo>
                    <a:pt x="2553" y="43"/>
                  </a:lnTo>
                  <a:lnTo>
                    <a:pt x="251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38"/>
            <p:cNvSpPr/>
            <p:nvPr/>
          </p:nvSpPr>
          <p:spPr>
            <a:xfrm>
              <a:off x="3996236" y="3024695"/>
              <a:ext cx="46106" cy="39042"/>
            </a:xfrm>
            <a:custGeom>
              <a:rect b="b" l="l" r="r" t="t"/>
              <a:pathLst>
                <a:path extrusionOk="0" h="3433" w="3872">
                  <a:moveTo>
                    <a:pt x="1151" y="1"/>
                  </a:moveTo>
                  <a:lnTo>
                    <a:pt x="1068" y="105"/>
                  </a:lnTo>
                  <a:lnTo>
                    <a:pt x="963" y="168"/>
                  </a:lnTo>
                  <a:lnTo>
                    <a:pt x="858" y="189"/>
                  </a:lnTo>
                  <a:lnTo>
                    <a:pt x="838" y="273"/>
                  </a:lnTo>
                  <a:lnTo>
                    <a:pt x="712" y="273"/>
                  </a:lnTo>
                  <a:lnTo>
                    <a:pt x="628" y="315"/>
                  </a:lnTo>
                  <a:lnTo>
                    <a:pt x="524" y="336"/>
                  </a:lnTo>
                  <a:lnTo>
                    <a:pt x="524" y="398"/>
                  </a:lnTo>
                  <a:lnTo>
                    <a:pt x="524" y="440"/>
                  </a:lnTo>
                  <a:lnTo>
                    <a:pt x="524" y="524"/>
                  </a:lnTo>
                  <a:lnTo>
                    <a:pt x="356" y="524"/>
                  </a:lnTo>
                  <a:lnTo>
                    <a:pt x="314" y="545"/>
                  </a:lnTo>
                  <a:lnTo>
                    <a:pt x="314" y="691"/>
                  </a:lnTo>
                  <a:lnTo>
                    <a:pt x="231" y="817"/>
                  </a:lnTo>
                  <a:lnTo>
                    <a:pt x="294" y="838"/>
                  </a:lnTo>
                  <a:lnTo>
                    <a:pt x="335" y="900"/>
                  </a:lnTo>
                  <a:lnTo>
                    <a:pt x="294" y="942"/>
                  </a:lnTo>
                  <a:lnTo>
                    <a:pt x="231" y="1131"/>
                  </a:lnTo>
                  <a:lnTo>
                    <a:pt x="189" y="1424"/>
                  </a:lnTo>
                  <a:lnTo>
                    <a:pt x="84" y="1549"/>
                  </a:lnTo>
                  <a:lnTo>
                    <a:pt x="84" y="1654"/>
                  </a:lnTo>
                  <a:lnTo>
                    <a:pt x="22" y="1737"/>
                  </a:lnTo>
                  <a:lnTo>
                    <a:pt x="1" y="1863"/>
                  </a:lnTo>
                  <a:lnTo>
                    <a:pt x="84" y="2093"/>
                  </a:lnTo>
                  <a:lnTo>
                    <a:pt x="105" y="2219"/>
                  </a:lnTo>
                  <a:lnTo>
                    <a:pt x="126" y="2219"/>
                  </a:lnTo>
                  <a:lnTo>
                    <a:pt x="210" y="2260"/>
                  </a:lnTo>
                  <a:lnTo>
                    <a:pt x="335" y="2281"/>
                  </a:lnTo>
                  <a:lnTo>
                    <a:pt x="356" y="2198"/>
                  </a:lnTo>
                  <a:lnTo>
                    <a:pt x="461" y="2198"/>
                  </a:lnTo>
                  <a:lnTo>
                    <a:pt x="628" y="1863"/>
                  </a:lnTo>
                  <a:lnTo>
                    <a:pt x="670" y="1905"/>
                  </a:lnTo>
                  <a:lnTo>
                    <a:pt x="712" y="1968"/>
                  </a:lnTo>
                  <a:lnTo>
                    <a:pt x="942" y="2051"/>
                  </a:lnTo>
                  <a:lnTo>
                    <a:pt x="1047" y="2051"/>
                  </a:lnTo>
                  <a:lnTo>
                    <a:pt x="1151" y="1968"/>
                  </a:lnTo>
                  <a:lnTo>
                    <a:pt x="1256" y="1947"/>
                  </a:lnTo>
                  <a:lnTo>
                    <a:pt x="1340" y="2009"/>
                  </a:lnTo>
                  <a:lnTo>
                    <a:pt x="1382" y="1968"/>
                  </a:lnTo>
                  <a:lnTo>
                    <a:pt x="1486" y="1968"/>
                  </a:lnTo>
                  <a:lnTo>
                    <a:pt x="1674" y="2114"/>
                  </a:lnTo>
                  <a:lnTo>
                    <a:pt x="1695" y="2093"/>
                  </a:lnTo>
                  <a:lnTo>
                    <a:pt x="1779" y="2072"/>
                  </a:lnTo>
                  <a:lnTo>
                    <a:pt x="1905" y="2093"/>
                  </a:lnTo>
                  <a:lnTo>
                    <a:pt x="1988" y="2177"/>
                  </a:lnTo>
                  <a:lnTo>
                    <a:pt x="2093" y="2198"/>
                  </a:lnTo>
                  <a:lnTo>
                    <a:pt x="2302" y="2386"/>
                  </a:lnTo>
                  <a:lnTo>
                    <a:pt x="2344" y="2491"/>
                  </a:lnTo>
                  <a:lnTo>
                    <a:pt x="2511" y="2491"/>
                  </a:lnTo>
                  <a:lnTo>
                    <a:pt x="2532" y="2533"/>
                  </a:lnTo>
                  <a:lnTo>
                    <a:pt x="2637" y="2533"/>
                  </a:lnTo>
                  <a:lnTo>
                    <a:pt x="2658" y="2595"/>
                  </a:lnTo>
                  <a:lnTo>
                    <a:pt x="2804" y="2700"/>
                  </a:lnTo>
                  <a:lnTo>
                    <a:pt x="2972" y="2846"/>
                  </a:lnTo>
                  <a:lnTo>
                    <a:pt x="3076" y="2888"/>
                  </a:lnTo>
                  <a:lnTo>
                    <a:pt x="3181" y="3035"/>
                  </a:lnTo>
                  <a:lnTo>
                    <a:pt x="3223" y="3139"/>
                  </a:lnTo>
                  <a:lnTo>
                    <a:pt x="3244" y="3223"/>
                  </a:lnTo>
                  <a:lnTo>
                    <a:pt x="3327" y="3223"/>
                  </a:lnTo>
                  <a:lnTo>
                    <a:pt x="3474" y="3432"/>
                  </a:lnTo>
                  <a:lnTo>
                    <a:pt x="3599" y="3369"/>
                  </a:lnTo>
                  <a:lnTo>
                    <a:pt x="3662" y="3328"/>
                  </a:lnTo>
                  <a:lnTo>
                    <a:pt x="3746" y="3307"/>
                  </a:lnTo>
                  <a:lnTo>
                    <a:pt x="3871" y="3202"/>
                  </a:lnTo>
                  <a:lnTo>
                    <a:pt x="3809" y="3160"/>
                  </a:lnTo>
                  <a:lnTo>
                    <a:pt x="3809" y="3139"/>
                  </a:lnTo>
                  <a:lnTo>
                    <a:pt x="3767" y="3202"/>
                  </a:lnTo>
                  <a:lnTo>
                    <a:pt x="3683" y="3139"/>
                  </a:lnTo>
                  <a:lnTo>
                    <a:pt x="3641" y="3139"/>
                  </a:lnTo>
                  <a:lnTo>
                    <a:pt x="3579" y="3035"/>
                  </a:lnTo>
                  <a:lnTo>
                    <a:pt x="3599" y="3014"/>
                  </a:lnTo>
                  <a:lnTo>
                    <a:pt x="3537" y="2909"/>
                  </a:lnTo>
                  <a:lnTo>
                    <a:pt x="3453" y="2888"/>
                  </a:lnTo>
                  <a:lnTo>
                    <a:pt x="3348" y="2637"/>
                  </a:lnTo>
                  <a:lnTo>
                    <a:pt x="3327" y="2595"/>
                  </a:lnTo>
                  <a:lnTo>
                    <a:pt x="3327" y="2616"/>
                  </a:lnTo>
                  <a:lnTo>
                    <a:pt x="3265" y="2616"/>
                  </a:lnTo>
                  <a:lnTo>
                    <a:pt x="3181" y="2512"/>
                  </a:lnTo>
                  <a:lnTo>
                    <a:pt x="3055" y="2470"/>
                  </a:lnTo>
                  <a:lnTo>
                    <a:pt x="2972" y="2323"/>
                  </a:lnTo>
                  <a:lnTo>
                    <a:pt x="2804" y="2093"/>
                  </a:lnTo>
                  <a:lnTo>
                    <a:pt x="2742" y="2051"/>
                  </a:lnTo>
                  <a:lnTo>
                    <a:pt x="2595" y="2009"/>
                  </a:lnTo>
                  <a:lnTo>
                    <a:pt x="2532" y="1947"/>
                  </a:lnTo>
                  <a:lnTo>
                    <a:pt x="2428" y="1800"/>
                  </a:lnTo>
                  <a:lnTo>
                    <a:pt x="2344" y="1842"/>
                  </a:lnTo>
                  <a:lnTo>
                    <a:pt x="2218" y="1842"/>
                  </a:lnTo>
                  <a:lnTo>
                    <a:pt x="2177" y="1863"/>
                  </a:lnTo>
                  <a:lnTo>
                    <a:pt x="2114" y="1800"/>
                  </a:lnTo>
                  <a:lnTo>
                    <a:pt x="2009" y="1654"/>
                  </a:lnTo>
                  <a:lnTo>
                    <a:pt x="2072" y="1633"/>
                  </a:lnTo>
                  <a:lnTo>
                    <a:pt x="1967" y="1465"/>
                  </a:lnTo>
                  <a:lnTo>
                    <a:pt x="1905" y="1486"/>
                  </a:lnTo>
                  <a:lnTo>
                    <a:pt x="1905" y="1591"/>
                  </a:lnTo>
                  <a:lnTo>
                    <a:pt x="1926" y="1591"/>
                  </a:lnTo>
                  <a:lnTo>
                    <a:pt x="1926" y="1758"/>
                  </a:lnTo>
                  <a:lnTo>
                    <a:pt x="1821" y="1737"/>
                  </a:lnTo>
                  <a:lnTo>
                    <a:pt x="1800" y="1549"/>
                  </a:lnTo>
                  <a:lnTo>
                    <a:pt x="1758" y="1444"/>
                  </a:lnTo>
                  <a:lnTo>
                    <a:pt x="1674" y="1424"/>
                  </a:lnTo>
                  <a:lnTo>
                    <a:pt x="1674" y="1361"/>
                  </a:lnTo>
                  <a:lnTo>
                    <a:pt x="1654" y="1214"/>
                  </a:lnTo>
                  <a:lnTo>
                    <a:pt x="1591" y="1172"/>
                  </a:lnTo>
                  <a:lnTo>
                    <a:pt x="1507" y="754"/>
                  </a:lnTo>
                  <a:lnTo>
                    <a:pt x="1277" y="126"/>
                  </a:lnTo>
                  <a:lnTo>
                    <a:pt x="115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38"/>
            <p:cNvSpPr/>
            <p:nvPr/>
          </p:nvSpPr>
          <p:spPr>
            <a:xfrm>
              <a:off x="4033614" y="3061110"/>
              <a:ext cx="10467" cy="11907"/>
            </a:xfrm>
            <a:custGeom>
              <a:rect b="b" l="l" r="r" t="t"/>
              <a:pathLst>
                <a:path extrusionOk="0" h="1047" w="879">
                  <a:moveTo>
                    <a:pt x="732" y="0"/>
                  </a:moveTo>
                  <a:lnTo>
                    <a:pt x="607" y="105"/>
                  </a:lnTo>
                  <a:lnTo>
                    <a:pt x="523" y="126"/>
                  </a:lnTo>
                  <a:lnTo>
                    <a:pt x="460" y="167"/>
                  </a:lnTo>
                  <a:lnTo>
                    <a:pt x="230" y="251"/>
                  </a:lnTo>
                  <a:lnTo>
                    <a:pt x="188" y="377"/>
                  </a:lnTo>
                  <a:lnTo>
                    <a:pt x="147" y="481"/>
                  </a:lnTo>
                  <a:lnTo>
                    <a:pt x="147" y="649"/>
                  </a:lnTo>
                  <a:lnTo>
                    <a:pt x="105" y="753"/>
                  </a:lnTo>
                  <a:lnTo>
                    <a:pt x="105" y="858"/>
                  </a:lnTo>
                  <a:lnTo>
                    <a:pt x="0" y="983"/>
                  </a:lnTo>
                  <a:lnTo>
                    <a:pt x="84" y="1046"/>
                  </a:lnTo>
                  <a:lnTo>
                    <a:pt x="293" y="1046"/>
                  </a:lnTo>
                  <a:lnTo>
                    <a:pt x="419" y="963"/>
                  </a:lnTo>
                  <a:lnTo>
                    <a:pt x="565" y="942"/>
                  </a:lnTo>
                  <a:lnTo>
                    <a:pt x="670" y="983"/>
                  </a:lnTo>
                  <a:lnTo>
                    <a:pt x="670" y="963"/>
                  </a:lnTo>
                  <a:lnTo>
                    <a:pt x="837" y="732"/>
                  </a:lnTo>
                  <a:lnTo>
                    <a:pt x="816" y="670"/>
                  </a:lnTo>
                  <a:lnTo>
                    <a:pt x="649" y="670"/>
                  </a:lnTo>
                  <a:lnTo>
                    <a:pt x="565" y="732"/>
                  </a:lnTo>
                  <a:lnTo>
                    <a:pt x="523" y="691"/>
                  </a:lnTo>
                  <a:lnTo>
                    <a:pt x="460" y="628"/>
                  </a:lnTo>
                  <a:lnTo>
                    <a:pt x="565" y="628"/>
                  </a:lnTo>
                  <a:lnTo>
                    <a:pt x="649" y="544"/>
                  </a:lnTo>
                  <a:lnTo>
                    <a:pt x="732" y="544"/>
                  </a:lnTo>
                  <a:lnTo>
                    <a:pt x="837" y="419"/>
                  </a:lnTo>
                  <a:lnTo>
                    <a:pt x="879" y="377"/>
                  </a:lnTo>
                  <a:lnTo>
                    <a:pt x="858" y="230"/>
                  </a:lnTo>
                  <a:lnTo>
                    <a:pt x="879" y="147"/>
                  </a:lnTo>
                  <a:lnTo>
                    <a:pt x="858" y="147"/>
                  </a:lnTo>
                  <a:lnTo>
                    <a:pt x="732" y="21"/>
                  </a:lnTo>
                  <a:lnTo>
                    <a:pt x="73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38"/>
            <p:cNvSpPr/>
            <p:nvPr/>
          </p:nvSpPr>
          <p:spPr>
            <a:xfrm>
              <a:off x="4029125" y="3065864"/>
              <a:ext cx="70516" cy="89240"/>
            </a:xfrm>
            <a:custGeom>
              <a:rect b="b" l="l" r="r" t="t"/>
              <a:pathLst>
                <a:path extrusionOk="0" h="7847" w="5922">
                  <a:moveTo>
                    <a:pt x="5587" y="1"/>
                  </a:moveTo>
                  <a:lnTo>
                    <a:pt x="5587" y="21"/>
                  </a:lnTo>
                  <a:lnTo>
                    <a:pt x="5545" y="21"/>
                  </a:lnTo>
                  <a:lnTo>
                    <a:pt x="5482" y="105"/>
                  </a:lnTo>
                  <a:lnTo>
                    <a:pt x="5441" y="210"/>
                  </a:lnTo>
                  <a:lnTo>
                    <a:pt x="5420" y="168"/>
                  </a:lnTo>
                  <a:lnTo>
                    <a:pt x="5315" y="273"/>
                  </a:lnTo>
                  <a:lnTo>
                    <a:pt x="5127" y="314"/>
                  </a:lnTo>
                  <a:lnTo>
                    <a:pt x="5127" y="335"/>
                  </a:lnTo>
                  <a:lnTo>
                    <a:pt x="5085" y="314"/>
                  </a:lnTo>
                  <a:lnTo>
                    <a:pt x="4897" y="335"/>
                  </a:lnTo>
                  <a:lnTo>
                    <a:pt x="4792" y="419"/>
                  </a:lnTo>
                  <a:lnTo>
                    <a:pt x="4499" y="461"/>
                  </a:lnTo>
                  <a:lnTo>
                    <a:pt x="4457" y="461"/>
                  </a:lnTo>
                  <a:lnTo>
                    <a:pt x="4394" y="440"/>
                  </a:lnTo>
                  <a:lnTo>
                    <a:pt x="4227" y="440"/>
                  </a:lnTo>
                  <a:lnTo>
                    <a:pt x="4060" y="524"/>
                  </a:lnTo>
                  <a:lnTo>
                    <a:pt x="3913" y="524"/>
                  </a:lnTo>
                  <a:lnTo>
                    <a:pt x="3830" y="545"/>
                  </a:lnTo>
                  <a:lnTo>
                    <a:pt x="3704" y="482"/>
                  </a:lnTo>
                  <a:lnTo>
                    <a:pt x="3599" y="524"/>
                  </a:lnTo>
                  <a:lnTo>
                    <a:pt x="3244" y="733"/>
                  </a:lnTo>
                  <a:lnTo>
                    <a:pt x="3076" y="754"/>
                  </a:lnTo>
                  <a:lnTo>
                    <a:pt x="2972" y="691"/>
                  </a:lnTo>
                  <a:lnTo>
                    <a:pt x="2909" y="733"/>
                  </a:lnTo>
                  <a:lnTo>
                    <a:pt x="2762" y="733"/>
                  </a:lnTo>
                  <a:lnTo>
                    <a:pt x="2700" y="691"/>
                  </a:lnTo>
                  <a:lnTo>
                    <a:pt x="2658" y="691"/>
                  </a:lnTo>
                  <a:lnTo>
                    <a:pt x="2469" y="858"/>
                  </a:lnTo>
                  <a:lnTo>
                    <a:pt x="2365" y="858"/>
                  </a:lnTo>
                  <a:lnTo>
                    <a:pt x="2239" y="942"/>
                  </a:lnTo>
                  <a:lnTo>
                    <a:pt x="2177" y="1005"/>
                  </a:lnTo>
                  <a:lnTo>
                    <a:pt x="1988" y="1047"/>
                  </a:lnTo>
                  <a:lnTo>
                    <a:pt x="1863" y="984"/>
                  </a:lnTo>
                  <a:lnTo>
                    <a:pt x="1716" y="858"/>
                  </a:lnTo>
                  <a:lnTo>
                    <a:pt x="1653" y="858"/>
                  </a:lnTo>
                  <a:lnTo>
                    <a:pt x="1633" y="754"/>
                  </a:lnTo>
                  <a:lnTo>
                    <a:pt x="1256" y="377"/>
                  </a:lnTo>
                  <a:lnTo>
                    <a:pt x="1235" y="356"/>
                  </a:lnTo>
                  <a:lnTo>
                    <a:pt x="1214" y="314"/>
                  </a:lnTo>
                  <a:lnTo>
                    <a:pt x="1047" y="545"/>
                  </a:lnTo>
                  <a:lnTo>
                    <a:pt x="1005" y="628"/>
                  </a:lnTo>
                  <a:lnTo>
                    <a:pt x="1047" y="858"/>
                  </a:lnTo>
                  <a:lnTo>
                    <a:pt x="1151" y="1172"/>
                  </a:lnTo>
                  <a:lnTo>
                    <a:pt x="1319" y="1256"/>
                  </a:lnTo>
                  <a:lnTo>
                    <a:pt x="1298" y="1402"/>
                  </a:lnTo>
                  <a:lnTo>
                    <a:pt x="1361" y="1591"/>
                  </a:lnTo>
                  <a:lnTo>
                    <a:pt x="1570" y="1612"/>
                  </a:lnTo>
                  <a:lnTo>
                    <a:pt x="1716" y="1737"/>
                  </a:lnTo>
                  <a:lnTo>
                    <a:pt x="3411" y="2260"/>
                  </a:lnTo>
                  <a:lnTo>
                    <a:pt x="4143" y="2260"/>
                  </a:lnTo>
                  <a:lnTo>
                    <a:pt x="2365" y="4039"/>
                  </a:lnTo>
                  <a:lnTo>
                    <a:pt x="1633" y="4039"/>
                  </a:lnTo>
                  <a:lnTo>
                    <a:pt x="1528" y="4122"/>
                  </a:lnTo>
                  <a:lnTo>
                    <a:pt x="1423" y="4122"/>
                  </a:lnTo>
                  <a:lnTo>
                    <a:pt x="1298" y="4206"/>
                  </a:lnTo>
                  <a:lnTo>
                    <a:pt x="1235" y="4311"/>
                  </a:lnTo>
                  <a:lnTo>
                    <a:pt x="1130" y="4394"/>
                  </a:lnTo>
                  <a:lnTo>
                    <a:pt x="984" y="4457"/>
                  </a:lnTo>
                  <a:lnTo>
                    <a:pt x="796" y="4499"/>
                  </a:lnTo>
                  <a:lnTo>
                    <a:pt x="607" y="4562"/>
                  </a:lnTo>
                  <a:lnTo>
                    <a:pt x="565" y="4666"/>
                  </a:lnTo>
                  <a:lnTo>
                    <a:pt x="0" y="5169"/>
                  </a:lnTo>
                  <a:lnTo>
                    <a:pt x="0" y="7449"/>
                  </a:lnTo>
                  <a:lnTo>
                    <a:pt x="419" y="7847"/>
                  </a:lnTo>
                  <a:lnTo>
                    <a:pt x="419" y="7805"/>
                  </a:lnTo>
                  <a:lnTo>
                    <a:pt x="900" y="7261"/>
                  </a:lnTo>
                  <a:lnTo>
                    <a:pt x="942" y="7156"/>
                  </a:lnTo>
                  <a:lnTo>
                    <a:pt x="1089" y="7031"/>
                  </a:lnTo>
                  <a:lnTo>
                    <a:pt x="1193" y="7010"/>
                  </a:lnTo>
                  <a:lnTo>
                    <a:pt x="1235" y="6926"/>
                  </a:lnTo>
                  <a:lnTo>
                    <a:pt x="1298" y="6905"/>
                  </a:lnTo>
                  <a:lnTo>
                    <a:pt x="1633" y="6529"/>
                  </a:lnTo>
                  <a:lnTo>
                    <a:pt x="1716" y="6508"/>
                  </a:lnTo>
                  <a:lnTo>
                    <a:pt x="2093" y="6089"/>
                  </a:lnTo>
                  <a:lnTo>
                    <a:pt x="2302" y="5922"/>
                  </a:lnTo>
                  <a:lnTo>
                    <a:pt x="2469" y="5817"/>
                  </a:lnTo>
                  <a:lnTo>
                    <a:pt x="2658" y="5796"/>
                  </a:lnTo>
                  <a:lnTo>
                    <a:pt x="2930" y="5566"/>
                  </a:lnTo>
                  <a:lnTo>
                    <a:pt x="3558" y="4980"/>
                  </a:lnTo>
                  <a:lnTo>
                    <a:pt x="3871" y="4625"/>
                  </a:lnTo>
                  <a:lnTo>
                    <a:pt x="4060" y="4436"/>
                  </a:lnTo>
                  <a:lnTo>
                    <a:pt x="4081" y="4311"/>
                  </a:lnTo>
                  <a:lnTo>
                    <a:pt x="4478" y="3788"/>
                  </a:lnTo>
                  <a:lnTo>
                    <a:pt x="4478" y="3683"/>
                  </a:lnTo>
                  <a:lnTo>
                    <a:pt x="4687" y="3390"/>
                  </a:lnTo>
                  <a:lnTo>
                    <a:pt x="4708" y="3202"/>
                  </a:lnTo>
                  <a:lnTo>
                    <a:pt x="5022" y="2574"/>
                  </a:lnTo>
                  <a:lnTo>
                    <a:pt x="5106" y="2532"/>
                  </a:lnTo>
                  <a:lnTo>
                    <a:pt x="5064" y="2449"/>
                  </a:lnTo>
                  <a:lnTo>
                    <a:pt x="5064" y="2365"/>
                  </a:lnTo>
                  <a:lnTo>
                    <a:pt x="5190" y="2239"/>
                  </a:lnTo>
                  <a:lnTo>
                    <a:pt x="5231" y="2239"/>
                  </a:lnTo>
                  <a:lnTo>
                    <a:pt x="5315" y="2135"/>
                  </a:lnTo>
                  <a:lnTo>
                    <a:pt x="5441" y="1842"/>
                  </a:lnTo>
                  <a:lnTo>
                    <a:pt x="5650" y="1591"/>
                  </a:lnTo>
                  <a:lnTo>
                    <a:pt x="5650" y="1423"/>
                  </a:lnTo>
                  <a:lnTo>
                    <a:pt x="5692" y="1381"/>
                  </a:lnTo>
                  <a:lnTo>
                    <a:pt x="5713" y="1214"/>
                  </a:lnTo>
                  <a:lnTo>
                    <a:pt x="5650" y="1151"/>
                  </a:lnTo>
                  <a:lnTo>
                    <a:pt x="5734" y="1005"/>
                  </a:lnTo>
                  <a:lnTo>
                    <a:pt x="5796" y="984"/>
                  </a:lnTo>
                  <a:lnTo>
                    <a:pt x="5859" y="984"/>
                  </a:lnTo>
                  <a:lnTo>
                    <a:pt x="5901" y="1005"/>
                  </a:lnTo>
                  <a:lnTo>
                    <a:pt x="5922" y="1005"/>
                  </a:lnTo>
                  <a:lnTo>
                    <a:pt x="5901" y="942"/>
                  </a:lnTo>
                  <a:lnTo>
                    <a:pt x="5838" y="942"/>
                  </a:lnTo>
                  <a:lnTo>
                    <a:pt x="5859" y="963"/>
                  </a:lnTo>
                  <a:lnTo>
                    <a:pt x="5796" y="963"/>
                  </a:lnTo>
                  <a:lnTo>
                    <a:pt x="5817" y="879"/>
                  </a:lnTo>
                  <a:lnTo>
                    <a:pt x="5817" y="775"/>
                  </a:lnTo>
                  <a:lnTo>
                    <a:pt x="5754" y="691"/>
                  </a:lnTo>
                  <a:lnTo>
                    <a:pt x="5817" y="586"/>
                  </a:lnTo>
                  <a:lnTo>
                    <a:pt x="5859" y="545"/>
                  </a:lnTo>
                  <a:lnTo>
                    <a:pt x="5859" y="482"/>
                  </a:lnTo>
                  <a:lnTo>
                    <a:pt x="5796" y="482"/>
                  </a:lnTo>
                  <a:lnTo>
                    <a:pt x="5754" y="440"/>
                  </a:lnTo>
                  <a:lnTo>
                    <a:pt x="5796" y="377"/>
                  </a:lnTo>
                  <a:lnTo>
                    <a:pt x="5796" y="314"/>
                  </a:lnTo>
                  <a:lnTo>
                    <a:pt x="5838" y="210"/>
                  </a:lnTo>
                  <a:lnTo>
                    <a:pt x="5901" y="126"/>
                  </a:lnTo>
                  <a:lnTo>
                    <a:pt x="5859" y="105"/>
                  </a:lnTo>
                  <a:lnTo>
                    <a:pt x="5796" y="105"/>
                  </a:lnTo>
                  <a:lnTo>
                    <a:pt x="5650" y="42"/>
                  </a:lnTo>
                  <a:lnTo>
                    <a:pt x="558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38"/>
            <p:cNvSpPr/>
            <p:nvPr/>
          </p:nvSpPr>
          <p:spPr>
            <a:xfrm>
              <a:off x="3978054" y="3108693"/>
              <a:ext cx="57811" cy="66882"/>
            </a:xfrm>
            <a:custGeom>
              <a:rect b="b" l="l" r="r" t="t"/>
              <a:pathLst>
                <a:path extrusionOk="0" h="5881" w="4855">
                  <a:moveTo>
                    <a:pt x="984" y="1"/>
                  </a:moveTo>
                  <a:lnTo>
                    <a:pt x="942" y="43"/>
                  </a:lnTo>
                  <a:lnTo>
                    <a:pt x="732" y="252"/>
                  </a:lnTo>
                  <a:lnTo>
                    <a:pt x="607" y="461"/>
                  </a:lnTo>
                  <a:lnTo>
                    <a:pt x="565" y="461"/>
                  </a:lnTo>
                  <a:lnTo>
                    <a:pt x="460" y="566"/>
                  </a:lnTo>
                  <a:lnTo>
                    <a:pt x="398" y="628"/>
                  </a:lnTo>
                  <a:lnTo>
                    <a:pt x="356" y="649"/>
                  </a:lnTo>
                  <a:lnTo>
                    <a:pt x="272" y="754"/>
                  </a:lnTo>
                  <a:lnTo>
                    <a:pt x="293" y="733"/>
                  </a:lnTo>
                  <a:lnTo>
                    <a:pt x="356" y="796"/>
                  </a:lnTo>
                  <a:lnTo>
                    <a:pt x="377" y="963"/>
                  </a:lnTo>
                  <a:lnTo>
                    <a:pt x="419" y="984"/>
                  </a:lnTo>
                  <a:lnTo>
                    <a:pt x="419" y="1089"/>
                  </a:lnTo>
                  <a:lnTo>
                    <a:pt x="502" y="1089"/>
                  </a:lnTo>
                  <a:lnTo>
                    <a:pt x="523" y="1214"/>
                  </a:lnTo>
                  <a:lnTo>
                    <a:pt x="523" y="1361"/>
                  </a:lnTo>
                  <a:lnTo>
                    <a:pt x="670" y="1486"/>
                  </a:lnTo>
                  <a:lnTo>
                    <a:pt x="732" y="1633"/>
                  </a:lnTo>
                  <a:lnTo>
                    <a:pt x="816" y="1696"/>
                  </a:lnTo>
                  <a:lnTo>
                    <a:pt x="900" y="1737"/>
                  </a:lnTo>
                  <a:lnTo>
                    <a:pt x="837" y="1800"/>
                  </a:lnTo>
                  <a:lnTo>
                    <a:pt x="921" y="1884"/>
                  </a:lnTo>
                  <a:lnTo>
                    <a:pt x="942" y="2009"/>
                  </a:lnTo>
                  <a:lnTo>
                    <a:pt x="942" y="2114"/>
                  </a:lnTo>
                  <a:lnTo>
                    <a:pt x="816" y="2261"/>
                  </a:lnTo>
                  <a:lnTo>
                    <a:pt x="816" y="2365"/>
                  </a:lnTo>
                  <a:lnTo>
                    <a:pt x="774" y="2512"/>
                  </a:lnTo>
                  <a:lnTo>
                    <a:pt x="565" y="2512"/>
                  </a:lnTo>
                  <a:lnTo>
                    <a:pt x="565" y="2553"/>
                  </a:lnTo>
                  <a:lnTo>
                    <a:pt x="502" y="2616"/>
                  </a:lnTo>
                  <a:lnTo>
                    <a:pt x="460" y="2721"/>
                  </a:lnTo>
                  <a:lnTo>
                    <a:pt x="377" y="2784"/>
                  </a:lnTo>
                  <a:lnTo>
                    <a:pt x="293" y="2930"/>
                  </a:lnTo>
                  <a:lnTo>
                    <a:pt x="188" y="3056"/>
                  </a:lnTo>
                  <a:lnTo>
                    <a:pt x="168" y="3202"/>
                  </a:lnTo>
                  <a:lnTo>
                    <a:pt x="0" y="3767"/>
                  </a:lnTo>
                  <a:lnTo>
                    <a:pt x="188" y="3767"/>
                  </a:lnTo>
                  <a:lnTo>
                    <a:pt x="2281" y="4981"/>
                  </a:lnTo>
                  <a:lnTo>
                    <a:pt x="2406" y="5169"/>
                  </a:lnTo>
                  <a:lnTo>
                    <a:pt x="2385" y="5253"/>
                  </a:lnTo>
                  <a:lnTo>
                    <a:pt x="2406" y="5294"/>
                  </a:lnTo>
                  <a:lnTo>
                    <a:pt x="2469" y="5378"/>
                  </a:lnTo>
                  <a:lnTo>
                    <a:pt x="3181" y="5880"/>
                  </a:lnTo>
                  <a:lnTo>
                    <a:pt x="3222" y="5880"/>
                  </a:lnTo>
                  <a:lnTo>
                    <a:pt x="3327" y="5818"/>
                  </a:lnTo>
                  <a:lnTo>
                    <a:pt x="3536" y="5546"/>
                  </a:lnTo>
                  <a:lnTo>
                    <a:pt x="3641" y="5357"/>
                  </a:lnTo>
                  <a:lnTo>
                    <a:pt x="3641" y="5232"/>
                  </a:lnTo>
                  <a:lnTo>
                    <a:pt x="3725" y="5085"/>
                  </a:lnTo>
                  <a:lnTo>
                    <a:pt x="3829" y="4939"/>
                  </a:lnTo>
                  <a:lnTo>
                    <a:pt x="3808" y="4918"/>
                  </a:lnTo>
                  <a:lnTo>
                    <a:pt x="3808" y="4855"/>
                  </a:lnTo>
                  <a:lnTo>
                    <a:pt x="3871" y="4750"/>
                  </a:lnTo>
                  <a:lnTo>
                    <a:pt x="3871" y="4730"/>
                  </a:lnTo>
                  <a:lnTo>
                    <a:pt x="3955" y="4709"/>
                  </a:lnTo>
                  <a:lnTo>
                    <a:pt x="4122" y="4709"/>
                  </a:lnTo>
                  <a:lnTo>
                    <a:pt x="4227" y="4541"/>
                  </a:lnTo>
                  <a:lnTo>
                    <a:pt x="4436" y="4458"/>
                  </a:lnTo>
                  <a:lnTo>
                    <a:pt x="4394" y="4416"/>
                  </a:lnTo>
                  <a:lnTo>
                    <a:pt x="4457" y="4332"/>
                  </a:lnTo>
                  <a:lnTo>
                    <a:pt x="4499" y="4332"/>
                  </a:lnTo>
                  <a:lnTo>
                    <a:pt x="4687" y="4102"/>
                  </a:lnTo>
                  <a:lnTo>
                    <a:pt x="4708" y="4081"/>
                  </a:lnTo>
                  <a:lnTo>
                    <a:pt x="4289" y="3683"/>
                  </a:lnTo>
                  <a:lnTo>
                    <a:pt x="4289" y="1403"/>
                  </a:lnTo>
                  <a:lnTo>
                    <a:pt x="4854" y="900"/>
                  </a:lnTo>
                  <a:lnTo>
                    <a:pt x="4687" y="900"/>
                  </a:lnTo>
                  <a:lnTo>
                    <a:pt x="4478" y="942"/>
                  </a:lnTo>
                  <a:lnTo>
                    <a:pt x="4373" y="880"/>
                  </a:lnTo>
                  <a:lnTo>
                    <a:pt x="4289" y="754"/>
                  </a:lnTo>
                  <a:lnTo>
                    <a:pt x="4227" y="733"/>
                  </a:lnTo>
                  <a:lnTo>
                    <a:pt x="3955" y="754"/>
                  </a:lnTo>
                  <a:lnTo>
                    <a:pt x="3913" y="775"/>
                  </a:lnTo>
                  <a:lnTo>
                    <a:pt x="3808" y="775"/>
                  </a:lnTo>
                  <a:lnTo>
                    <a:pt x="3704" y="838"/>
                  </a:lnTo>
                  <a:lnTo>
                    <a:pt x="3641" y="900"/>
                  </a:lnTo>
                  <a:lnTo>
                    <a:pt x="3494" y="1152"/>
                  </a:lnTo>
                  <a:lnTo>
                    <a:pt x="3285" y="1152"/>
                  </a:lnTo>
                  <a:lnTo>
                    <a:pt x="3181" y="1110"/>
                  </a:lnTo>
                  <a:lnTo>
                    <a:pt x="3013" y="1152"/>
                  </a:lnTo>
                  <a:lnTo>
                    <a:pt x="2888" y="1089"/>
                  </a:lnTo>
                  <a:lnTo>
                    <a:pt x="2699" y="1089"/>
                  </a:lnTo>
                  <a:lnTo>
                    <a:pt x="2595" y="1047"/>
                  </a:lnTo>
                  <a:lnTo>
                    <a:pt x="2511" y="942"/>
                  </a:lnTo>
                  <a:lnTo>
                    <a:pt x="2365" y="859"/>
                  </a:lnTo>
                  <a:lnTo>
                    <a:pt x="2134" y="628"/>
                  </a:lnTo>
                  <a:lnTo>
                    <a:pt x="2030" y="545"/>
                  </a:lnTo>
                  <a:lnTo>
                    <a:pt x="1737" y="566"/>
                  </a:lnTo>
                  <a:lnTo>
                    <a:pt x="1611" y="524"/>
                  </a:lnTo>
                  <a:lnTo>
                    <a:pt x="1465" y="566"/>
                  </a:lnTo>
                  <a:lnTo>
                    <a:pt x="1339" y="545"/>
                  </a:lnTo>
                  <a:lnTo>
                    <a:pt x="1256" y="440"/>
                  </a:lnTo>
                  <a:lnTo>
                    <a:pt x="1256" y="105"/>
                  </a:lnTo>
                  <a:lnTo>
                    <a:pt x="1151" y="64"/>
                  </a:lnTo>
                  <a:lnTo>
                    <a:pt x="1046" y="105"/>
                  </a:lnTo>
                  <a:lnTo>
                    <a:pt x="98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6B65"/>
                </a:solidFill>
              </a:endParaRPr>
            </a:p>
          </p:txBody>
        </p:sp>
        <p:sp>
          <p:nvSpPr>
            <p:cNvPr id="675" name="Google Shape;675;p38"/>
            <p:cNvSpPr/>
            <p:nvPr/>
          </p:nvSpPr>
          <p:spPr>
            <a:xfrm>
              <a:off x="3963598" y="3151999"/>
              <a:ext cx="5239" cy="11"/>
            </a:xfrm>
            <a:custGeom>
              <a:rect b="b" l="l" r="r" t="t"/>
              <a:pathLst>
                <a:path extrusionOk="0" h="1" w="440">
                  <a:moveTo>
                    <a:pt x="1" y="1"/>
                  </a:moveTo>
                  <a:lnTo>
                    <a:pt x="210" y="1"/>
                  </a:lnTo>
                  <a:lnTo>
                    <a:pt x="440" y="1"/>
                  </a:lnTo>
                  <a:lnTo>
                    <a:pt x="2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38"/>
            <p:cNvSpPr/>
            <p:nvPr/>
          </p:nvSpPr>
          <p:spPr>
            <a:xfrm>
              <a:off x="3949392" y="3117029"/>
              <a:ext cx="39878" cy="37609"/>
            </a:xfrm>
            <a:custGeom>
              <a:rect b="b" l="l" r="r" t="t"/>
              <a:pathLst>
                <a:path extrusionOk="0" h="3307" w="3349">
                  <a:moveTo>
                    <a:pt x="2700" y="0"/>
                  </a:moveTo>
                  <a:lnTo>
                    <a:pt x="2679" y="21"/>
                  </a:lnTo>
                  <a:lnTo>
                    <a:pt x="2554" y="105"/>
                  </a:lnTo>
                  <a:lnTo>
                    <a:pt x="2491" y="209"/>
                  </a:lnTo>
                  <a:lnTo>
                    <a:pt x="2365" y="251"/>
                  </a:lnTo>
                  <a:lnTo>
                    <a:pt x="2240" y="209"/>
                  </a:lnTo>
                  <a:lnTo>
                    <a:pt x="2031" y="230"/>
                  </a:lnTo>
                  <a:lnTo>
                    <a:pt x="1884" y="272"/>
                  </a:lnTo>
                  <a:lnTo>
                    <a:pt x="1779" y="272"/>
                  </a:lnTo>
                  <a:lnTo>
                    <a:pt x="1759" y="314"/>
                  </a:lnTo>
                  <a:lnTo>
                    <a:pt x="1675" y="272"/>
                  </a:lnTo>
                  <a:lnTo>
                    <a:pt x="1612" y="356"/>
                  </a:lnTo>
                  <a:lnTo>
                    <a:pt x="1612" y="440"/>
                  </a:lnTo>
                  <a:lnTo>
                    <a:pt x="1549" y="440"/>
                  </a:lnTo>
                  <a:lnTo>
                    <a:pt x="1403" y="419"/>
                  </a:lnTo>
                  <a:lnTo>
                    <a:pt x="1403" y="314"/>
                  </a:lnTo>
                  <a:lnTo>
                    <a:pt x="1298" y="272"/>
                  </a:lnTo>
                  <a:lnTo>
                    <a:pt x="1215" y="314"/>
                  </a:lnTo>
                  <a:lnTo>
                    <a:pt x="1047" y="251"/>
                  </a:lnTo>
                  <a:lnTo>
                    <a:pt x="942" y="209"/>
                  </a:lnTo>
                  <a:lnTo>
                    <a:pt x="880" y="272"/>
                  </a:lnTo>
                  <a:lnTo>
                    <a:pt x="880" y="356"/>
                  </a:lnTo>
                  <a:lnTo>
                    <a:pt x="901" y="419"/>
                  </a:lnTo>
                  <a:lnTo>
                    <a:pt x="880" y="440"/>
                  </a:lnTo>
                  <a:lnTo>
                    <a:pt x="838" y="544"/>
                  </a:lnTo>
                  <a:lnTo>
                    <a:pt x="796" y="628"/>
                  </a:lnTo>
                  <a:lnTo>
                    <a:pt x="796" y="774"/>
                  </a:lnTo>
                  <a:lnTo>
                    <a:pt x="775" y="984"/>
                  </a:lnTo>
                  <a:lnTo>
                    <a:pt x="733" y="1109"/>
                  </a:lnTo>
                  <a:lnTo>
                    <a:pt x="817" y="1172"/>
                  </a:lnTo>
                  <a:lnTo>
                    <a:pt x="880" y="1256"/>
                  </a:lnTo>
                  <a:lnTo>
                    <a:pt x="922" y="1318"/>
                  </a:lnTo>
                  <a:lnTo>
                    <a:pt x="901" y="1402"/>
                  </a:lnTo>
                  <a:lnTo>
                    <a:pt x="608" y="1800"/>
                  </a:lnTo>
                  <a:lnTo>
                    <a:pt x="419" y="2009"/>
                  </a:lnTo>
                  <a:lnTo>
                    <a:pt x="378" y="2092"/>
                  </a:lnTo>
                  <a:lnTo>
                    <a:pt x="147" y="2511"/>
                  </a:lnTo>
                  <a:lnTo>
                    <a:pt x="106" y="2553"/>
                  </a:lnTo>
                  <a:lnTo>
                    <a:pt x="106" y="2720"/>
                  </a:lnTo>
                  <a:lnTo>
                    <a:pt x="85" y="2929"/>
                  </a:lnTo>
                  <a:lnTo>
                    <a:pt x="1" y="3139"/>
                  </a:lnTo>
                  <a:lnTo>
                    <a:pt x="43" y="3264"/>
                  </a:lnTo>
                  <a:lnTo>
                    <a:pt x="1" y="3285"/>
                  </a:lnTo>
                  <a:lnTo>
                    <a:pt x="43" y="3306"/>
                  </a:lnTo>
                  <a:lnTo>
                    <a:pt x="106" y="3285"/>
                  </a:lnTo>
                  <a:lnTo>
                    <a:pt x="210" y="3201"/>
                  </a:lnTo>
                  <a:lnTo>
                    <a:pt x="273" y="3243"/>
                  </a:lnTo>
                  <a:lnTo>
                    <a:pt x="315" y="3285"/>
                  </a:lnTo>
                  <a:lnTo>
                    <a:pt x="398" y="3285"/>
                  </a:lnTo>
                  <a:lnTo>
                    <a:pt x="461" y="3243"/>
                  </a:lnTo>
                  <a:lnTo>
                    <a:pt x="461" y="3160"/>
                  </a:lnTo>
                  <a:lnTo>
                    <a:pt x="566" y="3160"/>
                  </a:lnTo>
                  <a:lnTo>
                    <a:pt x="566" y="3180"/>
                  </a:lnTo>
                  <a:lnTo>
                    <a:pt x="608" y="3139"/>
                  </a:lnTo>
                  <a:lnTo>
                    <a:pt x="670" y="3139"/>
                  </a:lnTo>
                  <a:lnTo>
                    <a:pt x="712" y="3076"/>
                  </a:lnTo>
                  <a:lnTo>
                    <a:pt x="1633" y="3076"/>
                  </a:lnTo>
                  <a:lnTo>
                    <a:pt x="2407" y="3034"/>
                  </a:lnTo>
                  <a:lnTo>
                    <a:pt x="2575" y="2469"/>
                  </a:lnTo>
                  <a:lnTo>
                    <a:pt x="2595" y="2323"/>
                  </a:lnTo>
                  <a:lnTo>
                    <a:pt x="2700" y="2197"/>
                  </a:lnTo>
                  <a:lnTo>
                    <a:pt x="2784" y="2051"/>
                  </a:lnTo>
                  <a:lnTo>
                    <a:pt x="2867" y="1988"/>
                  </a:lnTo>
                  <a:lnTo>
                    <a:pt x="2909" y="1883"/>
                  </a:lnTo>
                  <a:lnTo>
                    <a:pt x="2972" y="1820"/>
                  </a:lnTo>
                  <a:lnTo>
                    <a:pt x="2972" y="1779"/>
                  </a:lnTo>
                  <a:lnTo>
                    <a:pt x="3181" y="1779"/>
                  </a:lnTo>
                  <a:lnTo>
                    <a:pt x="3223" y="1632"/>
                  </a:lnTo>
                  <a:lnTo>
                    <a:pt x="3223" y="1528"/>
                  </a:lnTo>
                  <a:lnTo>
                    <a:pt x="3349" y="1381"/>
                  </a:lnTo>
                  <a:lnTo>
                    <a:pt x="3349" y="1276"/>
                  </a:lnTo>
                  <a:lnTo>
                    <a:pt x="3328" y="1151"/>
                  </a:lnTo>
                  <a:lnTo>
                    <a:pt x="3244" y="1067"/>
                  </a:lnTo>
                  <a:lnTo>
                    <a:pt x="3307" y="1004"/>
                  </a:lnTo>
                  <a:lnTo>
                    <a:pt x="3223" y="963"/>
                  </a:lnTo>
                  <a:lnTo>
                    <a:pt x="3139" y="900"/>
                  </a:lnTo>
                  <a:lnTo>
                    <a:pt x="3077" y="753"/>
                  </a:lnTo>
                  <a:lnTo>
                    <a:pt x="2930" y="628"/>
                  </a:lnTo>
                  <a:lnTo>
                    <a:pt x="2930" y="481"/>
                  </a:lnTo>
                  <a:lnTo>
                    <a:pt x="2909" y="356"/>
                  </a:lnTo>
                  <a:lnTo>
                    <a:pt x="2826" y="356"/>
                  </a:lnTo>
                  <a:lnTo>
                    <a:pt x="2826" y="251"/>
                  </a:lnTo>
                  <a:lnTo>
                    <a:pt x="2784" y="230"/>
                  </a:lnTo>
                  <a:lnTo>
                    <a:pt x="2763" y="63"/>
                  </a:lnTo>
                  <a:lnTo>
                    <a:pt x="270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38"/>
            <p:cNvSpPr/>
            <p:nvPr/>
          </p:nvSpPr>
          <p:spPr>
            <a:xfrm>
              <a:off x="3845999" y="3071334"/>
              <a:ext cx="89711" cy="57841"/>
            </a:xfrm>
            <a:custGeom>
              <a:rect b="b" l="l" r="r" t="t"/>
              <a:pathLst>
                <a:path extrusionOk="0" h="5086" w="7534">
                  <a:moveTo>
                    <a:pt x="4750" y="1"/>
                  </a:moveTo>
                  <a:lnTo>
                    <a:pt x="4708" y="64"/>
                  </a:lnTo>
                  <a:lnTo>
                    <a:pt x="4583" y="147"/>
                  </a:lnTo>
                  <a:lnTo>
                    <a:pt x="4499" y="84"/>
                  </a:lnTo>
                  <a:lnTo>
                    <a:pt x="4374" y="84"/>
                  </a:lnTo>
                  <a:lnTo>
                    <a:pt x="4269" y="168"/>
                  </a:lnTo>
                  <a:lnTo>
                    <a:pt x="4123" y="252"/>
                  </a:lnTo>
                  <a:lnTo>
                    <a:pt x="4081" y="315"/>
                  </a:lnTo>
                  <a:lnTo>
                    <a:pt x="4123" y="398"/>
                  </a:lnTo>
                  <a:lnTo>
                    <a:pt x="4039" y="419"/>
                  </a:lnTo>
                  <a:lnTo>
                    <a:pt x="3934" y="587"/>
                  </a:lnTo>
                  <a:lnTo>
                    <a:pt x="3872" y="587"/>
                  </a:lnTo>
                  <a:lnTo>
                    <a:pt x="3830" y="566"/>
                  </a:lnTo>
                  <a:lnTo>
                    <a:pt x="3746" y="670"/>
                  </a:lnTo>
                  <a:lnTo>
                    <a:pt x="3746" y="733"/>
                  </a:lnTo>
                  <a:lnTo>
                    <a:pt x="3662" y="796"/>
                  </a:lnTo>
                  <a:lnTo>
                    <a:pt x="3641" y="900"/>
                  </a:lnTo>
                  <a:lnTo>
                    <a:pt x="3662" y="984"/>
                  </a:lnTo>
                  <a:lnTo>
                    <a:pt x="3641" y="1089"/>
                  </a:lnTo>
                  <a:lnTo>
                    <a:pt x="3537" y="1131"/>
                  </a:lnTo>
                  <a:lnTo>
                    <a:pt x="3432" y="1214"/>
                  </a:lnTo>
                  <a:lnTo>
                    <a:pt x="3202" y="1235"/>
                  </a:lnTo>
                  <a:lnTo>
                    <a:pt x="3035" y="1256"/>
                  </a:lnTo>
                  <a:lnTo>
                    <a:pt x="2909" y="1235"/>
                  </a:lnTo>
                  <a:lnTo>
                    <a:pt x="2804" y="1193"/>
                  </a:lnTo>
                  <a:lnTo>
                    <a:pt x="2679" y="1214"/>
                  </a:lnTo>
                  <a:lnTo>
                    <a:pt x="2595" y="1193"/>
                  </a:lnTo>
                  <a:lnTo>
                    <a:pt x="2511" y="1235"/>
                  </a:lnTo>
                  <a:lnTo>
                    <a:pt x="2491" y="1340"/>
                  </a:lnTo>
                  <a:lnTo>
                    <a:pt x="2595" y="1445"/>
                  </a:lnTo>
                  <a:lnTo>
                    <a:pt x="2658" y="1445"/>
                  </a:lnTo>
                  <a:lnTo>
                    <a:pt x="2679" y="1528"/>
                  </a:lnTo>
                  <a:lnTo>
                    <a:pt x="2511" y="1633"/>
                  </a:lnTo>
                  <a:lnTo>
                    <a:pt x="2449" y="1737"/>
                  </a:lnTo>
                  <a:lnTo>
                    <a:pt x="2281" y="1737"/>
                  </a:lnTo>
                  <a:lnTo>
                    <a:pt x="1947" y="1821"/>
                  </a:lnTo>
                  <a:lnTo>
                    <a:pt x="1821" y="1926"/>
                  </a:lnTo>
                  <a:lnTo>
                    <a:pt x="1633" y="1968"/>
                  </a:lnTo>
                  <a:lnTo>
                    <a:pt x="1507" y="2072"/>
                  </a:lnTo>
                  <a:lnTo>
                    <a:pt x="1403" y="2093"/>
                  </a:lnTo>
                  <a:lnTo>
                    <a:pt x="1340" y="2051"/>
                  </a:lnTo>
                  <a:lnTo>
                    <a:pt x="1298" y="1926"/>
                  </a:lnTo>
                  <a:lnTo>
                    <a:pt x="1235" y="1863"/>
                  </a:lnTo>
                  <a:lnTo>
                    <a:pt x="1151" y="1926"/>
                  </a:lnTo>
                  <a:lnTo>
                    <a:pt x="1151" y="2051"/>
                  </a:lnTo>
                  <a:lnTo>
                    <a:pt x="1110" y="2177"/>
                  </a:lnTo>
                  <a:lnTo>
                    <a:pt x="942" y="2177"/>
                  </a:lnTo>
                  <a:lnTo>
                    <a:pt x="838" y="2198"/>
                  </a:lnTo>
                  <a:lnTo>
                    <a:pt x="733" y="2198"/>
                  </a:lnTo>
                  <a:lnTo>
                    <a:pt x="712" y="2072"/>
                  </a:lnTo>
                  <a:lnTo>
                    <a:pt x="670" y="2030"/>
                  </a:lnTo>
                  <a:lnTo>
                    <a:pt x="670" y="2051"/>
                  </a:lnTo>
                  <a:lnTo>
                    <a:pt x="566" y="2198"/>
                  </a:lnTo>
                  <a:lnTo>
                    <a:pt x="461" y="2240"/>
                  </a:lnTo>
                  <a:lnTo>
                    <a:pt x="398" y="2365"/>
                  </a:lnTo>
                  <a:lnTo>
                    <a:pt x="294" y="2553"/>
                  </a:lnTo>
                  <a:lnTo>
                    <a:pt x="252" y="2679"/>
                  </a:lnTo>
                  <a:lnTo>
                    <a:pt x="147" y="2867"/>
                  </a:lnTo>
                  <a:lnTo>
                    <a:pt x="63" y="2867"/>
                  </a:lnTo>
                  <a:lnTo>
                    <a:pt x="1" y="2930"/>
                  </a:lnTo>
                  <a:lnTo>
                    <a:pt x="42" y="3077"/>
                  </a:lnTo>
                  <a:lnTo>
                    <a:pt x="84" y="3223"/>
                  </a:lnTo>
                  <a:lnTo>
                    <a:pt x="63" y="3349"/>
                  </a:lnTo>
                  <a:lnTo>
                    <a:pt x="84" y="3516"/>
                  </a:lnTo>
                  <a:lnTo>
                    <a:pt x="105" y="3641"/>
                  </a:lnTo>
                  <a:lnTo>
                    <a:pt x="105" y="3872"/>
                  </a:lnTo>
                  <a:lnTo>
                    <a:pt x="168" y="3934"/>
                  </a:lnTo>
                  <a:lnTo>
                    <a:pt x="314" y="4018"/>
                  </a:lnTo>
                  <a:lnTo>
                    <a:pt x="419" y="4123"/>
                  </a:lnTo>
                  <a:lnTo>
                    <a:pt x="461" y="4248"/>
                  </a:lnTo>
                  <a:lnTo>
                    <a:pt x="607" y="4458"/>
                  </a:lnTo>
                  <a:lnTo>
                    <a:pt x="691" y="4604"/>
                  </a:lnTo>
                  <a:lnTo>
                    <a:pt x="775" y="4688"/>
                  </a:lnTo>
                  <a:lnTo>
                    <a:pt x="942" y="4813"/>
                  </a:lnTo>
                  <a:lnTo>
                    <a:pt x="942" y="4960"/>
                  </a:lnTo>
                  <a:lnTo>
                    <a:pt x="942" y="5022"/>
                  </a:lnTo>
                  <a:lnTo>
                    <a:pt x="984" y="5085"/>
                  </a:lnTo>
                  <a:lnTo>
                    <a:pt x="1005" y="5085"/>
                  </a:lnTo>
                  <a:lnTo>
                    <a:pt x="1256" y="4667"/>
                  </a:lnTo>
                  <a:lnTo>
                    <a:pt x="1403" y="4499"/>
                  </a:lnTo>
                  <a:lnTo>
                    <a:pt x="1507" y="4478"/>
                  </a:lnTo>
                  <a:lnTo>
                    <a:pt x="1549" y="4437"/>
                  </a:lnTo>
                  <a:lnTo>
                    <a:pt x="1779" y="4332"/>
                  </a:lnTo>
                  <a:lnTo>
                    <a:pt x="1884" y="4353"/>
                  </a:lnTo>
                  <a:lnTo>
                    <a:pt x="1947" y="4290"/>
                  </a:lnTo>
                  <a:lnTo>
                    <a:pt x="2135" y="4290"/>
                  </a:lnTo>
                  <a:lnTo>
                    <a:pt x="2156" y="4353"/>
                  </a:lnTo>
                  <a:lnTo>
                    <a:pt x="2260" y="4395"/>
                  </a:lnTo>
                  <a:lnTo>
                    <a:pt x="2302" y="4374"/>
                  </a:lnTo>
                  <a:lnTo>
                    <a:pt x="2386" y="4353"/>
                  </a:lnTo>
                  <a:lnTo>
                    <a:pt x="2386" y="4269"/>
                  </a:lnTo>
                  <a:lnTo>
                    <a:pt x="2407" y="4185"/>
                  </a:lnTo>
                  <a:lnTo>
                    <a:pt x="2470" y="4144"/>
                  </a:lnTo>
                  <a:lnTo>
                    <a:pt x="2365" y="4018"/>
                  </a:lnTo>
                  <a:lnTo>
                    <a:pt x="2365" y="3955"/>
                  </a:lnTo>
                  <a:lnTo>
                    <a:pt x="2449" y="3955"/>
                  </a:lnTo>
                  <a:lnTo>
                    <a:pt x="2491" y="3913"/>
                  </a:lnTo>
                  <a:lnTo>
                    <a:pt x="2491" y="3851"/>
                  </a:lnTo>
                  <a:lnTo>
                    <a:pt x="2553" y="3767"/>
                  </a:lnTo>
                  <a:lnTo>
                    <a:pt x="2553" y="3704"/>
                  </a:lnTo>
                  <a:lnTo>
                    <a:pt x="2595" y="3662"/>
                  </a:lnTo>
                  <a:lnTo>
                    <a:pt x="2679" y="3662"/>
                  </a:lnTo>
                  <a:lnTo>
                    <a:pt x="2763" y="3558"/>
                  </a:lnTo>
                  <a:lnTo>
                    <a:pt x="2867" y="3600"/>
                  </a:lnTo>
                  <a:lnTo>
                    <a:pt x="2867" y="3537"/>
                  </a:lnTo>
                  <a:lnTo>
                    <a:pt x="2930" y="3537"/>
                  </a:lnTo>
                  <a:lnTo>
                    <a:pt x="3014" y="3600"/>
                  </a:lnTo>
                  <a:lnTo>
                    <a:pt x="3076" y="3621"/>
                  </a:lnTo>
                  <a:lnTo>
                    <a:pt x="3244" y="3746"/>
                  </a:lnTo>
                  <a:lnTo>
                    <a:pt x="3327" y="3767"/>
                  </a:lnTo>
                  <a:lnTo>
                    <a:pt x="3495" y="3913"/>
                  </a:lnTo>
                  <a:lnTo>
                    <a:pt x="3516" y="3955"/>
                  </a:lnTo>
                  <a:lnTo>
                    <a:pt x="3641" y="3934"/>
                  </a:lnTo>
                  <a:lnTo>
                    <a:pt x="3767" y="4018"/>
                  </a:lnTo>
                  <a:lnTo>
                    <a:pt x="3913" y="4018"/>
                  </a:lnTo>
                  <a:lnTo>
                    <a:pt x="3976" y="4039"/>
                  </a:lnTo>
                  <a:lnTo>
                    <a:pt x="4060" y="3976"/>
                  </a:lnTo>
                  <a:lnTo>
                    <a:pt x="4144" y="3976"/>
                  </a:lnTo>
                  <a:lnTo>
                    <a:pt x="4248" y="4039"/>
                  </a:lnTo>
                  <a:lnTo>
                    <a:pt x="4374" y="4060"/>
                  </a:lnTo>
                  <a:lnTo>
                    <a:pt x="4436" y="4081"/>
                  </a:lnTo>
                  <a:lnTo>
                    <a:pt x="4562" y="4060"/>
                  </a:lnTo>
                  <a:lnTo>
                    <a:pt x="4583" y="4018"/>
                  </a:lnTo>
                  <a:lnTo>
                    <a:pt x="4541" y="3955"/>
                  </a:lnTo>
                  <a:lnTo>
                    <a:pt x="4499" y="3913"/>
                  </a:lnTo>
                  <a:lnTo>
                    <a:pt x="4604" y="3809"/>
                  </a:lnTo>
                  <a:lnTo>
                    <a:pt x="4688" y="3704"/>
                  </a:lnTo>
                  <a:lnTo>
                    <a:pt x="4792" y="3704"/>
                  </a:lnTo>
                  <a:lnTo>
                    <a:pt x="4897" y="3725"/>
                  </a:lnTo>
                  <a:lnTo>
                    <a:pt x="4980" y="3809"/>
                  </a:lnTo>
                  <a:lnTo>
                    <a:pt x="5064" y="3767"/>
                  </a:lnTo>
                  <a:lnTo>
                    <a:pt x="5294" y="3746"/>
                  </a:lnTo>
                  <a:lnTo>
                    <a:pt x="5336" y="3704"/>
                  </a:lnTo>
                  <a:lnTo>
                    <a:pt x="5420" y="3641"/>
                  </a:lnTo>
                  <a:lnTo>
                    <a:pt x="5650" y="3537"/>
                  </a:lnTo>
                  <a:lnTo>
                    <a:pt x="5734" y="3558"/>
                  </a:lnTo>
                  <a:lnTo>
                    <a:pt x="5755" y="3600"/>
                  </a:lnTo>
                  <a:lnTo>
                    <a:pt x="5796" y="3600"/>
                  </a:lnTo>
                  <a:lnTo>
                    <a:pt x="5817" y="3662"/>
                  </a:lnTo>
                  <a:lnTo>
                    <a:pt x="5859" y="3662"/>
                  </a:lnTo>
                  <a:lnTo>
                    <a:pt x="5943" y="3621"/>
                  </a:lnTo>
                  <a:lnTo>
                    <a:pt x="6068" y="3621"/>
                  </a:lnTo>
                  <a:lnTo>
                    <a:pt x="6152" y="3600"/>
                  </a:lnTo>
                  <a:lnTo>
                    <a:pt x="6236" y="3600"/>
                  </a:lnTo>
                  <a:lnTo>
                    <a:pt x="6320" y="3495"/>
                  </a:lnTo>
                  <a:lnTo>
                    <a:pt x="6278" y="3453"/>
                  </a:lnTo>
                  <a:lnTo>
                    <a:pt x="6278" y="3411"/>
                  </a:lnTo>
                  <a:lnTo>
                    <a:pt x="6361" y="3411"/>
                  </a:lnTo>
                  <a:lnTo>
                    <a:pt x="6445" y="3453"/>
                  </a:lnTo>
                  <a:lnTo>
                    <a:pt x="6633" y="3453"/>
                  </a:lnTo>
                  <a:lnTo>
                    <a:pt x="6675" y="3495"/>
                  </a:lnTo>
                  <a:lnTo>
                    <a:pt x="6759" y="3516"/>
                  </a:lnTo>
                  <a:lnTo>
                    <a:pt x="6843" y="3558"/>
                  </a:lnTo>
                  <a:lnTo>
                    <a:pt x="7073" y="3558"/>
                  </a:lnTo>
                  <a:lnTo>
                    <a:pt x="7094" y="3600"/>
                  </a:lnTo>
                  <a:lnTo>
                    <a:pt x="7282" y="3516"/>
                  </a:lnTo>
                  <a:lnTo>
                    <a:pt x="7408" y="3516"/>
                  </a:lnTo>
                  <a:lnTo>
                    <a:pt x="7512" y="3558"/>
                  </a:lnTo>
                  <a:lnTo>
                    <a:pt x="7533" y="3600"/>
                  </a:lnTo>
                  <a:lnTo>
                    <a:pt x="7533" y="3558"/>
                  </a:lnTo>
                  <a:lnTo>
                    <a:pt x="7491" y="3495"/>
                  </a:lnTo>
                  <a:lnTo>
                    <a:pt x="7387" y="3432"/>
                  </a:lnTo>
                  <a:lnTo>
                    <a:pt x="7303" y="3390"/>
                  </a:lnTo>
                  <a:lnTo>
                    <a:pt x="7303" y="3202"/>
                  </a:lnTo>
                  <a:lnTo>
                    <a:pt x="7303" y="3139"/>
                  </a:lnTo>
                  <a:lnTo>
                    <a:pt x="7219" y="3077"/>
                  </a:lnTo>
                  <a:lnTo>
                    <a:pt x="7010" y="3035"/>
                  </a:lnTo>
                  <a:lnTo>
                    <a:pt x="6968" y="2972"/>
                  </a:lnTo>
                  <a:lnTo>
                    <a:pt x="6989" y="2867"/>
                  </a:lnTo>
                  <a:lnTo>
                    <a:pt x="6947" y="2805"/>
                  </a:lnTo>
                  <a:lnTo>
                    <a:pt x="6843" y="2784"/>
                  </a:lnTo>
                  <a:lnTo>
                    <a:pt x="6780" y="2721"/>
                  </a:lnTo>
                  <a:lnTo>
                    <a:pt x="6759" y="2553"/>
                  </a:lnTo>
                  <a:lnTo>
                    <a:pt x="6738" y="2491"/>
                  </a:lnTo>
                  <a:lnTo>
                    <a:pt x="6550" y="2365"/>
                  </a:lnTo>
                  <a:lnTo>
                    <a:pt x="6487" y="2386"/>
                  </a:lnTo>
                  <a:lnTo>
                    <a:pt x="6382" y="2344"/>
                  </a:lnTo>
                  <a:lnTo>
                    <a:pt x="6361" y="2365"/>
                  </a:lnTo>
                  <a:lnTo>
                    <a:pt x="6257" y="2344"/>
                  </a:lnTo>
                  <a:lnTo>
                    <a:pt x="6131" y="2240"/>
                  </a:lnTo>
                  <a:lnTo>
                    <a:pt x="6173" y="2177"/>
                  </a:lnTo>
                  <a:lnTo>
                    <a:pt x="6215" y="2135"/>
                  </a:lnTo>
                  <a:lnTo>
                    <a:pt x="6278" y="2072"/>
                  </a:lnTo>
                  <a:lnTo>
                    <a:pt x="6320" y="1989"/>
                  </a:lnTo>
                  <a:lnTo>
                    <a:pt x="6257" y="1926"/>
                  </a:lnTo>
                  <a:lnTo>
                    <a:pt x="6152" y="1926"/>
                  </a:lnTo>
                  <a:lnTo>
                    <a:pt x="6048" y="1863"/>
                  </a:lnTo>
                  <a:lnTo>
                    <a:pt x="6006" y="1779"/>
                  </a:lnTo>
                  <a:lnTo>
                    <a:pt x="5922" y="1737"/>
                  </a:lnTo>
                  <a:lnTo>
                    <a:pt x="5817" y="1737"/>
                  </a:lnTo>
                  <a:lnTo>
                    <a:pt x="5692" y="1654"/>
                  </a:lnTo>
                  <a:lnTo>
                    <a:pt x="5608" y="1612"/>
                  </a:lnTo>
                  <a:lnTo>
                    <a:pt x="5587" y="1465"/>
                  </a:lnTo>
                  <a:lnTo>
                    <a:pt x="5629" y="1403"/>
                  </a:lnTo>
                  <a:lnTo>
                    <a:pt x="5545" y="1361"/>
                  </a:lnTo>
                  <a:lnTo>
                    <a:pt x="5399" y="1361"/>
                  </a:lnTo>
                  <a:lnTo>
                    <a:pt x="5336" y="1424"/>
                  </a:lnTo>
                  <a:lnTo>
                    <a:pt x="5211" y="1424"/>
                  </a:lnTo>
                  <a:lnTo>
                    <a:pt x="5106" y="1340"/>
                  </a:lnTo>
                  <a:lnTo>
                    <a:pt x="5106" y="1152"/>
                  </a:lnTo>
                  <a:lnTo>
                    <a:pt x="5169" y="1047"/>
                  </a:lnTo>
                  <a:lnTo>
                    <a:pt x="5190" y="1005"/>
                  </a:lnTo>
                  <a:lnTo>
                    <a:pt x="5211" y="880"/>
                  </a:lnTo>
                  <a:lnTo>
                    <a:pt x="5190" y="796"/>
                  </a:lnTo>
                  <a:lnTo>
                    <a:pt x="5085" y="566"/>
                  </a:lnTo>
                  <a:lnTo>
                    <a:pt x="4918" y="377"/>
                  </a:lnTo>
                  <a:lnTo>
                    <a:pt x="4897" y="294"/>
                  </a:lnTo>
                  <a:lnTo>
                    <a:pt x="4771" y="189"/>
                  </a:lnTo>
                  <a:lnTo>
                    <a:pt x="4813" y="168"/>
                  </a:lnTo>
                  <a:lnTo>
                    <a:pt x="4813" y="84"/>
                  </a:lnTo>
                  <a:lnTo>
                    <a:pt x="475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38"/>
            <p:cNvSpPr/>
            <p:nvPr/>
          </p:nvSpPr>
          <p:spPr>
            <a:xfrm>
              <a:off x="3809372" y="2919523"/>
              <a:ext cx="106405" cy="94483"/>
            </a:xfrm>
            <a:custGeom>
              <a:rect b="b" l="l" r="r" t="t"/>
              <a:pathLst>
                <a:path extrusionOk="0" h="8308" w="8936">
                  <a:moveTo>
                    <a:pt x="1068" y="1"/>
                  </a:moveTo>
                  <a:lnTo>
                    <a:pt x="1047" y="42"/>
                  </a:lnTo>
                  <a:lnTo>
                    <a:pt x="1089" y="252"/>
                  </a:lnTo>
                  <a:lnTo>
                    <a:pt x="1152" y="314"/>
                  </a:lnTo>
                  <a:lnTo>
                    <a:pt x="1026" y="482"/>
                  </a:lnTo>
                  <a:lnTo>
                    <a:pt x="670" y="691"/>
                  </a:lnTo>
                  <a:lnTo>
                    <a:pt x="670" y="775"/>
                  </a:lnTo>
                  <a:lnTo>
                    <a:pt x="566" y="900"/>
                  </a:lnTo>
                  <a:lnTo>
                    <a:pt x="440" y="900"/>
                  </a:lnTo>
                  <a:lnTo>
                    <a:pt x="357" y="963"/>
                  </a:lnTo>
                  <a:lnTo>
                    <a:pt x="357" y="1047"/>
                  </a:lnTo>
                  <a:lnTo>
                    <a:pt x="336" y="1109"/>
                  </a:lnTo>
                  <a:lnTo>
                    <a:pt x="398" y="1298"/>
                  </a:lnTo>
                  <a:lnTo>
                    <a:pt x="398" y="1423"/>
                  </a:lnTo>
                  <a:lnTo>
                    <a:pt x="357" y="1465"/>
                  </a:lnTo>
                  <a:lnTo>
                    <a:pt x="357" y="1507"/>
                  </a:lnTo>
                  <a:lnTo>
                    <a:pt x="336" y="1570"/>
                  </a:lnTo>
                  <a:lnTo>
                    <a:pt x="294" y="1674"/>
                  </a:lnTo>
                  <a:lnTo>
                    <a:pt x="189" y="1716"/>
                  </a:lnTo>
                  <a:lnTo>
                    <a:pt x="147" y="1737"/>
                  </a:lnTo>
                  <a:lnTo>
                    <a:pt x="85" y="1737"/>
                  </a:lnTo>
                  <a:lnTo>
                    <a:pt x="22" y="1800"/>
                  </a:lnTo>
                  <a:lnTo>
                    <a:pt x="22" y="2009"/>
                  </a:lnTo>
                  <a:lnTo>
                    <a:pt x="85" y="2030"/>
                  </a:lnTo>
                  <a:lnTo>
                    <a:pt x="147" y="2156"/>
                  </a:lnTo>
                  <a:lnTo>
                    <a:pt x="147" y="2553"/>
                  </a:lnTo>
                  <a:lnTo>
                    <a:pt x="189" y="2762"/>
                  </a:lnTo>
                  <a:lnTo>
                    <a:pt x="189" y="2825"/>
                  </a:lnTo>
                  <a:lnTo>
                    <a:pt x="189" y="3139"/>
                  </a:lnTo>
                  <a:lnTo>
                    <a:pt x="252" y="3286"/>
                  </a:lnTo>
                  <a:lnTo>
                    <a:pt x="210" y="3599"/>
                  </a:lnTo>
                  <a:lnTo>
                    <a:pt x="189" y="3662"/>
                  </a:lnTo>
                  <a:lnTo>
                    <a:pt x="231" y="3788"/>
                  </a:lnTo>
                  <a:lnTo>
                    <a:pt x="252" y="3997"/>
                  </a:lnTo>
                  <a:lnTo>
                    <a:pt x="210" y="4081"/>
                  </a:lnTo>
                  <a:lnTo>
                    <a:pt x="85" y="4185"/>
                  </a:lnTo>
                  <a:lnTo>
                    <a:pt x="43" y="4227"/>
                  </a:lnTo>
                  <a:lnTo>
                    <a:pt x="1" y="4290"/>
                  </a:lnTo>
                  <a:lnTo>
                    <a:pt x="85" y="4353"/>
                  </a:lnTo>
                  <a:lnTo>
                    <a:pt x="210" y="4541"/>
                  </a:lnTo>
                  <a:lnTo>
                    <a:pt x="315" y="4771"/>
                  </a:lnTo>
                  <a:lnTo>
                    <a:pt x="357" y="4813"/>
                  </a:lnTo>
                  <a:lnTo>
                    <a:pt x="398" y="4938"/>
                  </a:lnTo>
                  <a:lnTo>
                    <a:pt x="357" y="5022"/>
                  </a:lnTo>
                  <a:lnTo>
                    <a:pt x="398" y="5169"/>
                  </a:lnTo>
                  <a:lnTo>
                    <a:pt x="440" y="5252"/>
                  </a:lnTo>
                  <a:lnTo>
                    <a:pt x="461" y="5357"/>
                  </a:lnTo>
                  <a:lnTo>
                    <a:pt x="545" y="5441"/>
                  </a:lnTo>
                  <a:lnTo>
                    <a:pt x="984" y="5441"/>
                  </a:lnTo>
                  <a:lnTo>
                    <a:pt x="1089" y="5503"/>
                  </a:lnTo>
                  <a:lnTo>
                    <a:pt x="1173" y="5650"/>
                  </a:lnTo>
                  <a:lnTo>
                    <a:pt x="1277" y="5880"/>
                  </a:lnTo>
                  <a:lnTo>
                    <a:pt x="1340" y="5922"/>
                  </a:lnTo>
                  <a:lnTo>
                    <a:pt x="1403" y="6006"/>
                  </a:lnTo>
                  <a:lnTo>
                    <a:pt x="1486" y="6089"/>
                  </a:lnTo>
                  <a:lnTo>
                    <a:pt x="2491" y="6319"/>
                  </a:lnTo>
                  <a:lnTo>
                    <a:pt x="2595" y="6424"/>
                  </a:lnTo>
                  <a:lnTo>
                    <a:pt x="3118" y="6215"/>
                  </a:lnTo>
                  <a:lnTo>
                    <a:pt x="3746" y="5964"/>
                  </a:lnTo>
                  <a:lnTo>
                    <a:pt x="8391" y="8307"/>
                  </a:lnTo>
                  <a:lnTo>
                    <a:pt x="8391" y="8098"/>
                  </a:lnTo>
                  <a:lnTo>
                    <a:pt x="8935" y="8056"/>
                  </a:lnTo>
                  <a:lnTo>
                    <a:pt x="8705" y="2344"/>
                  </a:lnTo>
                  <a:lnTo>
                    <a:pt x="8621" y="2051"/>
                  </a:lnTo>
                  <a:lnTo>
                    <a:pt x="8580" y="1905"/>
                  </a:lnTo>
                  <a:lnTo>
                    <a:pt x="8621" y="1716"/>
                  </a:lnTo>
                  <a:lnTo>
                    <a:pt x="8705" y="1507"/>
                  </a:lnTo>
                  <a:lnTo>
                    <a:pt x="8705" y="1381"/>
                  </a:lnTo>
                  <a:lnTo>
                    <a:pt x="8663" y="1214"/>
                  </a:lnTo>
                  <a:lnTo>
                    <a:pt x="8705" y="984"/>
                  </a:lnTo>
                  <a:lnTo>
                    <a:pt x="8726" y="879"/>
                  </a:lnTo>
                  <a:lnTo>
                    <a:pt x="8684" y="733"/>
                  </a:lnTo>
                  <a:lnTo>
                    <a:pt x="8600" y="649"/>
                  </a:lnTo>
                  <a:lnTo>
                    <a:pt x="8496" y="628"/>
                  </a:lnTo>
                  <a:lnTo>
                    <a:pt x="8391" y="649"/>
                  </a:lnTo>
                  <a:lnTo>
                    <a:pt x="7994" y="586"/>
                  </a:lnTo>
                  <a:lnTo>
                    <a:pt x="7931" y="524"/>
                  </a:lnTo>
                  <a:lnTo>
                    <a:pt x="7764" y="524"/>
                  </a:lnTo>
                  <a:lnTo>
                    <a:pt x="7575" y="461"/>
                  </a:lnTo>
                  <a:lnTo>
                    <a:pt x="7533" y="377"/>
                  </a:lnTo>
                  <a:lnTo>
                    <a:pt x="7575" y="356"/>
                  </a:lnTo>
                  <a:lnTo>
                    <a:pt x="7554" y="314"/>
                  </a:lnTo>
                  <a:lnTo>
                    <a:pt x="7324" y="168"/>
                  </a:lnTo>
                  <a:lnTo>
                    <a:pt x="7199" y="168"/>
                  </a:lnTo>
                  <a:lnTo>
                    <a:pt x="7010" y="126"/>
                  </a:lnTo>
                  <a:lnTo>
                    <a:pt x="6948" y="105"/>
                  </a:lnTo>
                  <a:lnTo>
                    <a:pt x="6885" y="147"/>
                  </a:lnTo>
                  <a:lnTo>
                    <a:pt x="6780" y="63"/>
                  </a:lnTo>
                  <a:lnTo>
                    <a:pt x="6717" y="63"/>
                  </a:lnTo>
                  <a:lnTo>
                    <a:pt x="6529" y="168"/>
                  </a:lnTo>
                  <a:lnTo>
                    <a:pt x="6257" y="210"/>
                  </a:lnTo>
                  <a:lnTo>
                    <a:pt x="6006" y="314"/>
                  </a:lnTo>
                  <a:lnTo>
                    <a:pt x="5880" y="440"/>
                  </a:lnTo>
                  <a:lnTo>
                    <a:pt x="5839" y="586"/>
                  </a:lnTo>
                  <a:lnTo>
                    <a:pt x="5776" y="670"/>
                  </a:lnTo>
                  <a:lnTo>
                    <a:pt x="5755" y="963"/>
                  </a:lnTo>
                  <a:lnTo>
                    <a:pt x="5859" y="1109"/>
                  </a:lnTo>
                  <a:lnTo>
                    <a:pt x="5943" y="1361"/>
                  </a:lnTo>
                  <a:lnTo>
                    <a:pt x="5880" y="1486"/>
                  </a:lnTo>
                  <a:lnTo>
                    <a:pt x="5734" y="1633"/>
                  </a:lnTo>
                  <a:lnTo>
                    <a:pt x="5692" y="1695"/>
                  </a:lnTo>
                  <a:lnTo>
                    <a:pt x="5525" y="1842"/>
                  </a:lnTo>
                  <a:lnTo>
                    <a:pt x="5378" y="1905"/>
                  </a:lnTo>
                  <a:lnTo>
                    <a:pt x="5148" y="1800"/>
                  </a:lnTo>
                  <a:lnTo>
                    <a:pt x="4918" y="1612"/>
                  </a:lnTo>
                  <a:lnTo>
                    <a:pt x="4730" y="1486"/>
                  </a:lnTo>
                  <a:lnTo>
                    <a:pt x="4479" y="1319"/>
                  </a:lnTo>
                  <a:lnTo>
                    <a:pt x="4060" y="1172"/>
                  </a:lnTo>
                  <a:lnTo>
                    <a:pt x="3872" y="1151"/>
                  </a:lnTo>
                  <a:lnTo>
                    <a:pt x="3788" y="1172"/>
                  </a:lnTo>
                  <a:lnTo>
                    <a:pt x="3579" y="1172"/>
                  </a:lnTo>
                  <a:lnTo>
                    <a:pt x="3390" y="1068"/>
                  </a:lnTo>
                  <a:lnTo>
                    <a:pt x="3223" y="733"/>
                  </a:lnTo>
                  <a:lnTo>
                    <a:pt x="3223" y="545"/>
                  </a:lnTo>
                  <a:lnTo>
                    <a:pt x="3056" y="356"/>
                  </a:lnTo>
                  <a:lnTo>
                    <a:pt x="2700" y="314"/>
                  </a:lnTo>
                  <a:lnTo>
                    <a:pt x="2512" y="168"/>
                  </a:lnTo>
                  <a:lnTo>
                    <a:pt x="2198" y="168"/>
                  </a:lnTo>
                  <a:lnTo>
                    <a:pt x="2010" y="105"/>
                  </a:lnTo>
                  <a:lnTo>
                    <a:pt x="1591" y="168"/>
                  </a:lnTo>
                  <a:lnTo>
                    <a:pt x="1298" y="126"/>
                  </a:lnTo>
                  <a:lnTo>
                    <a:pt x="1194" y="21"/>
                  </a:lnTo>
                  <a:lnTo>
                    <a:pt x="106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38"/>
            <p:cNvSpPr/>
            <p:nvPr/>
          </p:nvSpPr>
          <p:spPr>
            <a:xfrm>
              <a:off x="3795917" y="2888589"/>
              <a:ext cx="27173" cy="50699"/>
            </a:xfrm>
            <a:custGeom>
              <a:rect b="b" l="l" r="r" t="t"/>
              <a:pathLst>
                <a:path extrusionOk="0" h="4458" w="2282">
                  <a:moveTo>
                    <a:pt x="1235" y="0"/>
                  </a:moveTo>
                  <a:lnTo>
                    <a:pt x="1110" y="21"/>
                  </a:lnTo>
                  <a:lnTo>
                    <a:pt x="1110" y="105"/>
                  </a:lnTo>
                  <a:lnTo>
                    <a:pt x="1026" y="21"/>
                  </a:lnTo>
                  <a:lnTo>
                    <a:pt x="859" y="42"/>
                  </a:lnTo>
                  <a:lnTo>
                    <a:pt x="650" y="147"/>
                  </a:lnTo>
                  <a:lnTo>
                    <a:pt x="524" y="272"/>
                  </a:lnTo>
                  <a:lnTo>
                    <a:pt x="503" y="356"/>
                  </a:lnTo>
                  <a:lnTo>
                    <a:pt x="524" y="440"/>
                  </a:lnTo>
                  <a:lnTo>
                    <a:pt x="503" y="586"/>
                  </a:lnTo>
                  <a:lnTo>
                    <a:pt x="503" y="775"/>
                  </a:lnTo>
                  <a:lnTo>
                    <a:pt x="399" y="1047"/>
                  </a:lnTo>
                  <a:lnTo>
                    <a:pt x="440" y="1193"/>
                  </a:lnTo>
                  <a:lnTo>
                    <a:pt x="503" y="1298"/>
                  </a:lnTo>
                  <a:lnTo>
                    <a:pt x="524" y="1319"/>
                  </a:lnTo>
                  <a:lnTo>
                    <a:pt x="482" y="1381"/>
                  </a:lnTo>
                  <a:lnTo>
                    <a:pt x="419" y="1465"/>
                  </a:lnTo>
                  <a:lnTo>
                    <a:pt x="503" y="1528"/>
                  </a:lnTo>
                  <a:lnTo>
                    <a:pt x="440" y="1591"/>
                  </a:lnTo>
                  <a:lnTo>
                    <a:pt x="419" y="1800"/>
                  </a:lnTo>
                  <a:lnTo>
                    <a:pt x="336" y="1842"/>
                  </a:lnTo>
                  <a:lnTo>
                    <a:pt x="294" y="1925"/>
                  </a:lnTo>
                  <a:lnTo>
                    <a:pt x="210" y="1946"/>
                  </a:lnTo>
                  <a:lnTo>
                    <a:pt x="85" y="2114"/>
                  </a:lnTo>
                  <a:lnTo>
                    <a:pt x="1" y="2365"/>
                  </a:lnTo>
                  <a:lnTo>
                    <a:pt x="64" y="2407"/>
                  </a:lnTo>
                  <a:lnTo>
                    <a:pt x="106" y="2553"/>
                  </a:lnTo>
                  <a:lnTo>
                    <a:pt x="85" y="2616"/>
                  </a:lnTo>
                  <a:lnTo>
                    <a:pt x="168" y="2741"/>
                  </a:lnTo>
                  <a:lnTo>
                    <a:pt x="210" y="2741"/>
                  </a:lnTo>
                  <a:lnTo>
                    <a:pt x="399" y="2888"/>
                  </a:lnTo>
                  <a:lnTo>
                    <a:pt x="419" y="3034"/>
                  </a:lnTo>
                  <a:lnTo>
                    <a:pt x="545" y="3076"/>
                  </a:lnTo>
                  <a:lnTo>
                    <a:pt x="608" y="3139"/>
                  </a:lnTo>
                  <a:lnTo>
                    <a:pt x="712" y="3160"/>
                  </a:lnTo>
                  <a:lnTo>
                    <a:pt x="838" y="3306"/>
                  </a:lnTo>
                  <a:lnTo>
                    <a:pt x="1215" y="4457"/>
                  </a:lnTo>
                  <a:lnTo>
                    <a:pt x="1277" y="4457"/>
                  </a:lnTo>
                  <a:lnTo>
                    <a:pt x="1319" y="4436"/>
                  </a:lnTo>
                  <a:lnTo>
                    <a:pt x="1424" y="4394"/>
                  </a:lnTo>
                  <a:lnTo>
                    <a:pt x="1466" y="4290"/>
                  </a:lnTo>
                  <a:lnTo>
                    <a:pt x="1487" y="4227"/>
                  </a:lnTo>
                  <a:lnTo>
                    <a:pt x="1487" y="4185"/>
                  </a:lnTo>
                  <a:lnTo>
                    <a:pt x="1528" y="4143"/>
                  </a:lnTo>
                  <a:lnTo>
                    <a:pt x="1528" y="4018"/>
                  </a:lnTo>
                  <a:lnTo>
                    <a:pt x="1466" y="3829"/>
                  </a:lnTo>
                  <a:lnTo>
                    <a:pt x="1487" y="3767"/>
                  </a:lnTo>
                  <a:lnTo>
                    <a:pt x="1487" y="3683"/>
                  </a:lnTo>
                  <a:lnTo>
                    <a:pt x="1570" y="3620"/>
                  </a:lnTo>
                  <a:lnTo>
                    <a:pt x="1696" y="3620"/>
                  </a:lnTo>
                  <a:lnTo>
                    <a:pt x="1800" y="3495"/>
                  </a:lnTo>
                  <a:lnTo>
                    <a:pt x="1800" y="3411"/>
                  </a:lnTo>
                  <a:lnTo>
                    <a:pt x="2156" y="3202"/>
                  </a:lnTo>
                  <a:lnTo>
                    <a:pt x="2282" y="3034"/>
                  </a:lnTo>
                  <a:lnTo>
                    <a:pt x="2219" y="2972"/>
                  </a:lnTo>
                  <a:lnTo>
                    <a:pt x="2177" y="2762"/>
                  </a:lnTo>
                  <a:lnTo>
                    <a:pt x="2198" y="2721"/>
                  </a:lnTo>
                  <a:lnTo>
                    <a:pt x="2156" y="2679"/>
                  </a:lnTo>
                  <a:lnTo>
                    <a:pt x="1968" y="2574"/>
                  </a:lnTo>
                  <a:lnTo>
                    <a:pt x="1947" y="2532"/>
                  </a:lnTo>
                  <a:lnTo>
                    <a:pt x="1947" y="2448"/>
                  </a:lnTo>
                  <a:lnTo>
                    <a:pt x="1863" y="2407"/>
                  </a:lnTo>
                  <a:lnTo>
                    <a:pt x="1842" y="2428"/>
                  </a:lnTo>
                  <a:lnTo>
                    <a:pt x="1842" y="2469"/>
                  </a:lnTo>
                  <a:lnTo>
                    <a:pt x="1779" y="2511"/>
                  </a:lnTo>
                  <a:lnTo>
                    <a:pt x="1696" y="2469"/>
                  </a:lnTo>
                  <a:lnTo>
                    <a:pt x="1675" y="2365"/>
                  </a:lnTo>
                  <a:lnTo>
                    <a:pt x="1591" y="2407"/>
                  </a:lnTo>
                  <a:lnTo>
                    <a:pt x="1424" y="2260"/>
                  </a:lnTo>
                  <a:lnTo>
                    <a:pt x="1340" y="2114"/>
                  </a:lnTo>
                  <a:lnTo>
                    <a:pt x="1382" y="1925"/>
                  </a:lnTo>
                  <a:lnTo>
                    <a:pt x="1675" y="1737"/>
                  </a:lnTo>
                  <a:lnTo>
                    <a:pt x="1842" y="1570"/>
                  </a:lnTo>
                  <a:lnTo>
                    <a:pt x="1884" y="1507"/>
                  </a:lnTo>
                  <a:lnTo>
                    <a:pt x="1842" y="1465"/>
                  </a:lnTo>
                  <a:lnTo>
                    <a:pt x="1884" y="1381"/>
                  </a:lnTo>
                  <a:lnTo>
                    <a:pt x="1863" y="1298"/>
                  </a:lnTo>
                  <a:lnTo>
                    <a:pt x="1842" y="1277"/>
                  </a:lnTo>
                  <a:lnTo>
                    <a:pt x="1842" y="1088"/>
                  </a:lnTo>
                  <a:lnTo>
                    <a:pt x="1654" y="1005"/>
                  </a:lnTo>
                  <a:lnTo>
                    <a:pt x="1528" y="837"/>
                  </a:lnTo>
                  <a:lnTo>
                    <a:pt x="1549" y="670"/>
                  </a:lnTo>
                  <a:lnTo>
                    <a:pt x="1675" y="586"/>
                  </a:lnTo>
                  <a:lnTo>
                    <a:pt x="1696" y="482"/>
                  </a:lnTo>
                  <a:lnTo>
                    <a:pt x="1800" y="314"/>
                  </a:lnTo>
                  <a:lnTo>
                    <a:pt x="1800" y="210"/>
                  </a:lnTo>
                  <a:lnTo>
                    <a:pt x="1759" y="147"/>
                  </a:lnTo>
                  <a:lnTo>
                    <a:pt x="1549" y="335"/>
                  </a:lnTo>
                  <a:lnTo>
                    <a:pt x="1487" y="419"/>
                  </a:lnTo>
                  <a:lnTo>
                    <a:pt x="1424" y="377"/>
                  </a:lnTo>
                  <a:lnTo>
                    <a:pt x="1340" y="168"/>
                  </a:lnTo>
                  <a:lnTo>
                    <a:pt x="1277" y="168"/>
                  </a:lnTo>
                  <a:lnTo>
                    <a:pt x="1277" y="63"/>
                  </a:lnTo>
                  <a:lnTo>
                    <a:pt x="123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38"/>
            <p:cNvSpPr/>
            <p:nvPr/>
          </p:nvSpPr>
          <p:spPr>
            <a:xfrm>
              <a:off x="3689035" y="2890250"/>
              <a:ext cx="138044" cy="127554"/>
            </a:xfrm>
            <a:custGeom>
              <a:rect b="b" l="l" r="r" t="t"/>
              <a:pathLst>
                <a:path extrusionOk="0" h="11216" w="11593">
                  <a:moveTo>
                    <a:pt x="8307" y="1"/>
                  </a:moveTo>
                  <a:lnTo>
                    <a:pt x="8161" y="22"/>
                  </a:lnTo>
                  <a:lnTo>
                    <a:pt x="8140" y="106"/>
                  </a:lnTo>
                  <a:lnTo>
                    <a:pt x="8035" y="126"/>
                  </a:lnTo>
                  <a:lnTo>
                    <a:pt x="7994" y="210"/>
                  </a:lnTo>
                  <a:lnTo>
                    <a:pt x="7910" y="189"/>
                  </a:lnTo>
                  <a:lnTo>
                    <a:pt x="7805" y="189"/>
                  </a:lnTo>
                  <a:lnTo>
                    <a:pt x="7701" y="294"/>
                  </a:lnTo>
                  <a:lnTo>
                    <a:pt x="7575" y="294"/>
                  </a:lnTo>
                  <a:lnTo>
                    <a:pt x="7491" y="168"/>
                  </a:lnTo>
                  <a:lnTo>
                    <a:pt x="7324" y="168"/>
                  </a:lnTo>
                  <a:lnTo>
                    <a:pt x="7261" y="126"/>
                  </a:lnTo>
                  <a:lnTo>
                    <a:pt x="7115" y="168"/>
                  </a:lnTo>
                  <a:lnTo>
                    <a:pt x="6989" y="126"/>
                  </a:lnTo>
                  <a:lnTo>
                    <a:pt x="6947" y="168"/>
                  </a:lnTo>
                  <a:lnTo>
                    <a:pt x="6843" y="106"/>
                  </a:lnTo>
                  <a:lnTo>
                    <a:pt x="6759" y="126"/>
                  </a:lnTo>
                  <a:lnTo>
                    <a:pt x="6696" y="273"/>
                  </a:lnTo>
                  <a:lnTo>
                    <a:pt x="6571" y="273"/>
                  </a:lnTo>
                  <a:lnTo>
                    <a:pt x="6466" y="210"/>
                  </a:lnTo>
                  <a:lnTo>
                    <a:pt x="6320" y="336"/>
                  </a:lnTo>
                  <a:lnTo>
                    <a:pt x="6236" y="336"/>
                  </a:lnTo>
                  <a:lnTo>
                    <a:pt x="6110" y="273"/>
                  </a:lnTo>
                  <a:lnTo>
                    <a:pt x="5964" y="315"/>
                  </a:lnTo>
                  <a:lnTo>
                    <a:pt x="5629" y="315"/>
                  </a:lnTo>
                  <a:lnTo>
                    <a:pt x="5336" y="524"/>
                  </a:lnTo>
                  <a:lnTo>
                    <a:pt x="5190" y="545"/>
                  </a:lnTo>
                  <a:lnTo>
                    <a:pt x="5106" y="545"/>
                  </a:lnTo>
                  <a:lnTo>
                    <a:pt x="4981" y="629"/>
                  </a:lnTo>
                  <a:lnTo>
                    <a:pt x="4960" y="712"/>
                  </a:lnTo>
                  <a:lnTo>
                    <a:pt x="4897" y="817"/>
                  </a:lnTo>
                  <a:lnTo>
                    <a:pt x="4813" y="817"/>
                  </a:lnTo>
                  <a:lnTo>
                    <a:pt x="4792" y="796"/>
                  </a:lnTo>
                  <a:lnTo>
                    <a:pt x="4709" y="796"/>
                  </a:lnTo>
                  <a:lnTo>
                    <a:pt x="4646" y="817"/>
                  </a:lnTo>
                  <a:lnTo>
                    <a:pt x="4604" y="859"/>
                  </a:lnTo>
                  <a:lnTo>
                    <a:pt x="4457" y="901"/>
                  </a:lnTo>
                  <a:lnTo>
                    <a:pt x="4332" y="942"/>
                  </a:lnTo>
                  <a:lnTo>
                    <a:pt x="4248" y="1026"/>
                  </a:lnTo>
                  <a:lnTo>
                    <a:pt x="4227" y="1068"/>
                  </a:lnTo>
                  <a:lnTo>
                    <a:pt x="4123" y="1214"/>
                  </a:lnTo>
                  <a:lnTo>
                    <a:pt x="3934" y="1256"/>
                  </a:lnTo>
                  <a:lnTo>
                    <a:pt x="3767" y="1256"/>
                  </a:lnTo>
                  <a:lnTo>
                    <a:pt x="3830" y="1340"/>
                  </a:lnTo>
                  <a:lnTo>
                    <a:pt x="3851" y="1382"/>
                  </a:lnTo>
                  <a:lnTo>
                    <a:pt x="3913" y="1486"/>
                  </a:lnTo>
                  <a:lnTo>
                    <a:pt x="3934" y="1591"/>
                  </a:lnTo>
                  <a:lnTo>
                    <a:pt x="3955" y="1633"/>
                  </a:lnTo>
                  <a:lnTo>
                    <a:pt x="3955" y="1800"/>
                  </a:lnTo>
                  <a:lnTo>
                    <a:pt x="3955" y="2051"/>
                  </a:lnTo>
                  <a:lnTo>
                    <a:pt x="3976" y="2114"/>
                  </a:lnTo>
                  <a:lnTo>
                    <a:pt x="4039" y="2575"/>
                  </a:lnTo>
                  <a:lnTo>
                    <a:pt x="4123" y="2721"/>
                  </a:lnTo>
                  <a:lnTo>
                    <a:pt x="4144" y="2847"/>
                  </a:lnTo>
                  <a:lnTo>
                    <a:pt x="4227" y="2847"/>
                  </a:lnTo>
                  <a:lnTo>
                    <a:pt x="4269" y="2909"/>
                  </a:lnTo>
                  <a:lnTo>
                    <a:pt x="4353" y="2930"/>
                  </a:lnTo>
                  <a:lnTo>
                    <a:pt x="4395" y="2951"/>
                  </a:lnTo>
                  <a:lnTo>
                    <a:pt x="4332" y="3119"/>
                  </a:lnTo>
                  <a:lnTo>
                    <a:pt x="4353" y="3160"/>
                  </a:lnTo>
                  <a:lnTo>
                    <a:pt x="4269" y="3265"/>
                  </a:lnTo>
                  <a:lnTo>
                    <a:pt x="3600" y="3265"/>
                  </a:lnTo>
                  <a:lnTo>
                    <a:pt x="3453" y="3307"/>
                  </a:lnTo>
                  <a:lnTo>
                    <a:pt x="3307" y="3516"/>
                  </a:lnTo>
                  <a:lnTo>
                    <a:pt x="3202" y="3621"/>
                  </a:lnTo>
                  <a:lnTo>
                    <a:pt x="3118" y="3746"/>
                  </a:lnTo>
                  <a:lnTo>
                    <a:pt x="3139" y="3935"/>
                  </a:lnTo>
                  <a:lnTo>
                    <a:pt x="3097" y="4060"/>
                  </a:lnTo>
                  <a:lnTo>
                    <a:pt x="2700" y="4311"/>
                  </a:lnTo>
                  <a:lnTo>
                    <a:pt x="2072" y="4688"/>
                  </a:lnTo>
                  <a:lnTo>
                    <a:pt x="1612" y="4939"/>
                  </a:lnTo>
                  <a:lnTo>
                    <a:pt x="1361" y="5002"/>
                  </a:lnTo>
                  <a:lnTo>
                    <a:pt x="1152" y="5002"/>
                  </a:lnTo>
                  <a:lnTo>
                    <a:pt x="1047" y="5043"/>
                  </a:lnTo>
                  <a:lnTo>
                    <a:pt x="880" y="5043"/>
                  </a:lnTo>
                  <a:lnTo>
                    <a:pt x="587" y="5106"/>
                  </a:lnTo>
                  <a:lnTo>
                    <a:pt x="398" y="5211"/>
                  </a:lnTo>
                  <a:lnTo>
                    <a:pt x="294" y="5357"/>
                  </a:lnTo>
                  <a:lnTo>
                    <a:pt x="43" y="5546"/>
                  </a:lnTo>
                  <a:lnTo>
                    <a:pt x="43" y="6048"/>
                  </a:lnTo>
                  <a:lnTo>
                    <a:pt x="1" y="6194"/>
                  </a:lnTo>
                  <a:lnTo>
                    <a:pt x="2093" y="7617"/>
                  </a:lnTo>
                  <a:lnTo>
                    <a:pt x="5901" y="10128"/>
                  </a:lnTo>
                  <a:lnTo>
                    <a:pt x="5943" y="10379"/>
                  </a:lnTo>
                  <a:lnTo>
                    <a:pt x="6069" y="10484"/>
                  </a:lnTo>
                  <a:lnTo>
                    <a:pt x="6278" y="10484"/>
                  </a:lnTo>
                  <a:lnTo>
                    <a:pt x="6445" y="10546"/>
                  </a:lnTo>
                  <a:lnTo>
                    <a:pt x="6550" y="10672"/>
                  </a:lnTo>
                  <a:lnTo>
                    <a:pt x="6696" y="10735"/>
                  </a:lnTo>
                  <a:lnTo>
                    <a:pt x="6801" y="10797"/>
                  </a:lnTo>
                  <a:lnTo>
                    <a:pt x="6801" y="10902"/>
                  </a:lnTo>
                  <a:lnTo>
                    <a:pt x="6738" y="11090"/>
                  </a:lnTo>
                  <a:lnTo>
                    <a:pt x="6780" y="11174"/>
                  </a:lnTo>
                  <a:lnTo>
                    <a:pt x="6906" y="11216"/>
                  </a:lnTo>
                  <a:lnTo>
                    <a:pt x="7178" y="11195"/>
                  </a:lnTo>
                  <a:lnTo>
                    <a:pt x="7408" y="11111"/>
                  </a:lnTo>
                  <a:lnTo>
                    <a:pt x="8266" y="10902"/>
                  </a:lnTo>
                  <a:lnTo>
                    <a:pt x="8998" y="10253"/>
                  </a:lnTo>
                  <a:lnTo>
                    <a:pt x="11592" y="8663"/>
                  </a:lnTo>
                  <a:lnTo>
                    <a:pt x="11509" y="8580"/>
                  </a:lnTo>
                  <a:lnTo>
                    <a:pt x="11446" y="8496"/>
                  </a:lnTo>
                  <a:lnTo>
                    <a:pt x="11383" y="8454"/>
                  </a:lnTo>
                  <a:lnTo>
                    <a:pt x="11279" y="8224"/>
                  </a:lnTo>
                  <a:lnTo>
                    <a:pt x="11195" y="8077"/>
                  </a:lnTo>
                  <a:lnTo>
                    <a:pt x="11090" y="8015"/>
                  </a:lnTo>
                  <a:lnTo>
                    <a:pt x="10651" y="8015"/>
                  </a:lnTo>
                  <a:lnTo>
                    <a:pt x="10567" y="7931"/>
                  </a:lnTo>
                  <a:lnTo>
                    <a:pt x="10546" y="7826"/>
                  </a:lnTo>
                  <a:lnTo>
                    <a:pt x="10504" y="7743"/>
                  </a:lnTo>
                  <a:lnTo>
                    <a:pt x="10463" y="7596"/>
                  </a:lnTo>
                  <a:lnTo>
                    <a:pt x="10504" y="7512"/>
                  </a:lnTo>
                  <a:lnTo>
                    <a:pt x="10463" y="7387"/>
                  </a:lnTo>
                  <a:lnTo>
                    <a:pt x="10421" y="7345"/>
                  </a:lnTo>
                  <a:lnTo>
                    <a:pt x="10316" y="7115"/>
                  </a:lnTo>
                  <a:lnTo>
                    <a:pt x="10191" y="6927"/>
                  </a:lnTo>
                  <a:lnTo>
                    <a:pt x="10107" y="6864"/>
                  </a:lnTo>
                  <a:lnTo>
                    <a:pt x="10149" y="6801"/>
                  </a:lnTo>
                  <a:lnTo>
                    <a:pt x="10191" y="6759"/>
                  </a:lnTo>
                  <a:lnTo>
                    <a:pt x="10316" y="6655"/>
                  </a:lnTo>
                  <a:lnTo>
                    <a:pt x="10358" y="6571"/>
                  </a:lnTo>
                  <a:lnTo>
                    <a:pt x="10337" y="6362"/>
                  </a:lnTo>
                  <a:lnTo>
                    <a:pt x="10295" y="6236"/>
                  </a:lnTo>
                  <a:lnTo>
                    <a:pt x="10316" y="6173"/>
                  </a:lnTo>
                  <a:lnTo>
                    <a:pt x="10358" y="5860"/>
                  </a:lnTo>
                  <a:lnTo>
                    <a:pt x="10295" y="5713"/>
                  </a:lnTo>
                  <a:lnTo>
                    <a:pt x="10295" y="5399"/>
                  </a:lnTo>
                  <a:lnTo>
                    <a:pt x="10295" y="5336"/>
                  </a:lnTo>
                  <a:lnTo>
                    <a:pt x="10253" y="5127"/>
                  </a:lnTo>
                  <a:lnTo>
                    <a:pt x="10253" y="4730"/>
                  </a:lnTo>
                  <a:lnTo>
                    <a:pt x="10191" y="4604"/>
                  </a:lnTo>
                  <a:lnTo>
                    <a:pt x="10128" y="4583"/>
                  </a:lnTo>
                  <a:lnTo>
                    <a:pt x="10128" y="4374"/>
                  </a:lnTo>
                  <a:lnTo>
                    <a:pt x="10191" y="4311"/>
                  </a:lnTo>
                  <a:lnTo>
                    <a:pt x="9814" y="3160"/>
                  </a:lnTo>
                  <a:lnTo>
                    <a:pt x="9688" y="3014"/>
                  </a:lnTo>
                  <a:lnTo>
                    <a:pt x="9584" y="2993"/>
                  </a:lnTo>
                  <a:lnTo>
                    <a:pt x="9521" y="2930"/>
                  </a:lnTo>
                  <a:lnTo>
                    <a:pt x="9395" y="2888"/>
                  </a:lnTo>
                  <a:lnTo>
                    <a:pt x="9375" y="2742"/>
                  </a:lnTo>
                  <a:lnTo>
                    <a:pt x="9186" y="2595"/>
                  </a:lnTo>
                  <a:lnTo>
                    <a:pt x="9144" y="2595"/>
                  </a:lnTo>
                  <a:lnTo>
                    <a:pt x="9061" y="2470"/>
                  </a:lnTo>
                  <a:lnTo>
                    <a:pt x="9082" y="2407"/>
                  </a:lnTo>
                  <a:lnTo>
                    <a:pt x="9040" y="2261"/>
                  </a:lnTo>
                  <a:lnTo>
                    <a:pt x="8977" y="2219"/>
                  </a:lnTo>
                  <a:lnTo>
                    <a:pt x="9061" y="1968"/>
                  </a:lnTo>
                  <a:lnTo>
                    <a:pt x="9186" y="1800"/>
                  </a:lnTo>
                  <a:lnTo>
                    <a:pt x="9270" y="1779"/>
                  </a:lnTo>
                  <a:lnTo>
                    <a:pt x="9312" y="1696"/>
                  </a:lnTo>
                  <a:lnTo>
                    <a:pt x="9395" y="1654"/>
                  </a:lnTo>
                  <a:lnTo>
                    <a:pt x="9416" y="1445"/>
                  </a:lnTo>
                  <a:lnTo>
                    <a:pt x="9479" y="1382"/>
                  </a:lnTo>
                  <a:lnTo>
                    <a:pt x="9395" y="1319"/>
                  </a:lnTo>
                  <a:lnTo>
                    <a:pt x="9458" y="1235"/>
                  </a:lnTo>
                  <a:lnTo>
                    <a:pt x="9500" y="1173"/>
                  </a:lnTo>
                  <a:lnTo>
                    <a:pt x="9479" y="1152"/>
                  </a:lnTo>
                  <a:lnTo>
                    <a:pt x="9416" y="1047"/>
                  </a:lnTo>
                  <a:lnTo>
                    <a:pt x="9375" y="901"/>
                  </a:lnTo>
                  <a:lnTo>
                    <a:pt x="9479" y="629"/>
                  </a:lnTo>
                  <a:lnTo>
                    <a:pt x="9479" y="440"/>
                  </a:lnTo>
                  <a:lnTo>
                    <a:pt x="9500" y="294"/>
                  </a:lnTo>
                  <a:lnTo>
                    <a:pt x="9479" y="210"/>
                  </a:lnTo>
                  <a:lnTo>
                    <a:pt x="9500" y="126"/>
                  </a:lnTo>
                  <a:lnTo>
                    <a:pt x="9479" y="106"/>
                  </a:lnTo>
                  <a:lnTo>
                    <a:pt x="9291" y="126"/>
                  </a:lnTo>
                  <a:lnTo>
                    <a:pt x="9207" y="106"/>
                  </a:lnTo>
                  <a:lnTo>
                    <a:pt x="8977" y="189"/>
                  </a:lnTo>
                  <a:lnTo>
                    <a:pt x="8851" y="85"/>
                  </a:lnTo>
                  <a:lnTo>
                    <a:pt x="8684" y="22"/>
                  </a:lnTo>
                  <a:lnTo>
                    <a:pt x="8684" y="85"/>
                  </a:lnTo>
                  <a:lnTo>
                    <a:pt x="8579" y="189"/>
                  </a:lnTo>
                  <a:lnTo>
                    <a:pt x="8370" y="168"/>
                  </a:lnTo>
                  <a:lnTo>
                    <a:pt x="8370" y="64"/>
                  </a:lnTo>
                  <a:lnTo>
                    <a:pt x="830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38"/>
            <p:cNvSpPr/>
            <p:nvPr/>
          </p:nvSpPr>
          <p:spPr>
            <a:xfrm>
              <a:off x="3661636" y="2898825"/>
              <a:ext cx="79733" cy="60206"/>
            </a:xfrm>
            <a:custGeom>
              <a:rect b="b" l="l" r="r" t="t"/>
              <a:pathLst>
                <a:path extrusionOk="0" h="5294" w="6696">
                  <a:moveTo>
                    <a:pt x="4269" y="0"/>
                  </a:moveTo>
                  <a:lnTo>
                    <a:pt x="4164" y="42"/>
                  </a:lnTo>
                  <a:lnTo>
                    <a:pt x="4122" y="84"/>
                  </a:lnTo>
                  <a:lnTo>
                    <a:pt x="4038" y="84"/>
                  </a:lnTo>
                  <a:lnTo>
                    <a:pt x="3913" y="188"/>
                  </a:lnTo>
                  <a:lnTo>
                    <a:pt x="3871" y="502"/>
                  </a:lnTo>
                  <a:lnTo>
                    <a:pt x="3766" y="691"/>
                  </a:lnTo>
                  <a:lnTo>
                    <a:pt x="3745" y="921"/>
                  </a:lnTo>
                  <a:lnTo>
                    <a:pt x="3662" y="1046"/>
                  </a:lnTo>
                  <a:lnTo>
                    <a:pt x="3411" y="1318"/>
                  </a:lnTo>
                  <a:lnTo>
                    <a:pt x="3327" y="1318"/>
                  </a:lnTo>
                  <a:lnTo>
                    <a:pt x="3222" y="1402"/>
                  </a:lnTo>
                  <a:lnTo>
                    <a:pt x="2992" y="1465"/>
                  </a:lnTo>
                  <a:lnTo>
                    <a:pt x="2825" y="1632"/>
                  </a:lnTo>
                  <a:lnTo>
                    <a:pt x="2783" y="1632"/>
                  </a:lnTo>
                  <a:lnTo>
                    <a:pt x="2553" y="1779"/>
                  </a:lnTo>
                  <a:lnTo>
                    <a:pt x="2406" y="1841"/>
                  </a:lnTo>
                  <a:lnTo>
                    <a:pt x="2344" y="1967"/>
                  </a:lnTo>
                  <a:lnTo>
                    <a:pt x="2072" y="2155"/>
                  </a:lnTo>
                  <a:lnTo>
                    <a:pt x="2155" y="2365"/>
                  </a:lnTo>
                  <a:lnTo>
                    <a:pt x="2155" y="2490"/>
                  </a:lnTo>
                  <a:lnTo>
                    <a:pt x="1925" y="2699"/>
                  </a:lnTo>
                  <a:lnTo>
                    <a:pt x="1758" y="3013"/>
                  </a:lnTo>
                  <a:lnTo>
                    <a:pt x="1758" y="3118"/>
                  </a:lnTo>
                  <a:lnTo>
                    <a:pt x="1862" y="3327"/>
                  </a:lnTo>
                  <a:lnTo>
                    <a:pt x="1779" y="3536"/>
                  </a:lnTo>
                  <a:lnTo>
                    <a:pt x="1841" y="3599"/>
                  </a:lnTo>
                  <a:lnTo>
                    <a:pt x="1883" y="3662"/>
                  </a:lnTo>
                  <a:lnTo>
                    <a:pt x="1862" y="3829"/>
                  </a:lnTo>
                  <a:lnTo>
                    <a:pt x="1507" y="4248"/>
                  </a:lnTo>
                  <a:lnTo>
                    <a:pt x="1444" y="4394"/>
                  </a:lnTo>
                  <a:lnTo>
                    <a:pt x="1297" y="4582"/>
                  </a:lnTo>
                  <a:lnTo>
                    <a:pt x="1109" y="4603"/>
                  </a:lnTo>
                  <a:lnTo>
                    <a:pt x="712" y="4959"/>
                  </a:lnTo>
                  <a:lnTo>
                    <a:pt x="147" y="5064"/>
                  </a:lnTo>
                  <a:lnTo>
                    <a:pt x="0" y="5273"/>
                  </a:lnTo>
                  <a:lnTo>
                    <a:pt x="2344" y="5294"/>
                  </a:lnTo>
                  <a:lnTo>
                    <a:pt x="2344" y="4792"/>
                  </a:lnTo>
                  <a:lnTo>
                    <a:pt x="2595" y="4603"/>
                  </a:lnTo>
                  <a:lnTo>
                    <a:pt x="2699" y="4457"/>
                  </a:lnTo>
                  <a:lnTo>
                    <a:pt x="2888" y="4352"/>
                  </a:lnTo>
                  <a:lnTo>
                    <a:pt x="3181" y="4289"/>
                  </a:lnTo>
                  <a:lnTo>
                    <a:pt x="3348" y="4289"/>
                  </a:lnTo>
                  <a:lnTo>
                    <a:pt x="3453" y="4248"/>
                  </a:lnTo>
                  <a:lnTo>
                    <a:pt x="3662" y="4248"/>
                  </a:lnTo>
                  <a:lnTo>
                    <a:pt x="3913" y="4185"/>
                  </a:lnTo>
                  <a:lnTo>
                    <a:pt x="4373" y="3934"/>
                  </a:lnTo>
                  <a:lnTo>
                    <a:pt x="5001" y="3557"/>
                  </a:lnTo>
                  <a:lnTo>
                    <a:pt x="5398" y="3306"/>
                  </a:lnTo>
                  <a:lnTo>
                    <a:pt x="5440" y="3181"/>
                  </a:lnTo>
                  <a:lnTo>
                    <a:pt x="5419" y="2992"/>
                  </a:lnTo>
                  <a:lnTo>
                    <a:pt x="5503" y="2867"/>
                  </a:lnTo>
                  <a:lnTo>
                    <a:pt x="5608" y="2762"/>
                  </a:lnTo>
                  <a:lnTo>
                    <a:pt x="5754" y="2553"/>
                  </a:lnTo>
                  <a:lnTo>
                    <a:pt x="5901" y="2511"/>
                  </a:lnTo>
                  <a:lnTo>
                    <a:pt x="6570" y="2511"/>
                  </a:lnTo>
                  <a:lnTo>
                    <a:pt x="6654" y="2406"/>
                  </a:lnTo>
                  <a:lnTo>
                    <a:pt x="6633" y="2365"/>
                  </a:lnTo>
                  <a:lnTo>
                    <a:pt x="6696" y="2197"/>
                  </a:lnTo>
                  <a:lnTo>
                    <a:pt x="6654" y="2176"/>
                  </a:lnTo>
                  <a:lnTo>
                    <a:pt x="6570" y="2155"/>
                  </a:lnTo>
                  <a:lnTo>
                    <a:pt x="6528" y="2093"/>
                  </a:lnTo>
                  <a:lnTo>
                    <a:pt x="6445" y="2093"/>
                  </a:lnTo>
                  <a:lnTo>
                    <a:pt x="6424" y="1967"/>
                  </a:lnTo>
                  <a:lnTo>
                    <a:pt x="6340" y="1821"/>
                  </a:lnTo>
                  <a:lnTo>
                    <a:pt x="6277" y="1360"/>
                  </a:lnTo>
                  <a:lnTo>
                    <a:pt x="6256" y="1297"/>
                  </a:lnTo>
                  <a:lnTo>
                    <a:pt x="6256" y="1046"/>
                  </a:lnTo>
                  <a:lnTo>
                    <a:pt x="6256" y="879"/>
                  </a:lnTo>
                  <a:lnTo>
                    <a:pt x="6235" y="837"/>
                  </a:lnTo>
                  <a:lnTo>
                    <a:pt x="6214" y="732"/>
                  </a:lnTo>
                  <a:lnTo>
                    <a:pt x="6152" y="628"/>
                  </a:lnTo>
                  <a:lnTo>
                    <a:pt x="6131" y="586"/>
                  </a:lnTo>
                  <a:lnTo>
                    <a:pt x="6068" y="502"/>
                  </a:lnTo>
                  <a:lnTo>
                    <a:pt x="6005" y="523"/>
                  </a:lnTo>
                  <a:lnTo>
                    <a:pt x="5691" y="502"/>
                  </a:lnTo>
                  <a:lnTo>
                    <a:pt x="5608" y="419"/>
                  </a:lnTo>
                  <a:lnTo>
                    <a:pt x="5587" y="314"/>
                  </a:lnTo>
                  <a:lnTo>
                    <a:pt x="5524" y="293"/>
                  </a:lnTo>
                  <a:lnTo>
                    <a:pt x="5419" y="398"/>
                  </a:lnTo>
                  <a:lnTo>
                    <a:pt x="5231" y="460"/>
                  </a:lnTo>
                  <a:lnTo>
                    <a:pt x="5064" y="398"/>
                  </a:lnTo>
                  <a:lnTo>
                    <a:pt x="4959" y="398"/>
                  </a:lnTo>
                  <a:lnTo>
                    <a:pt x="4854" y="460"/>
                  </a:lnTo>
                  <a:lnTo>
                    <a:pt x="4666" y="481"/>
                  </a:lnTo>
                  <a:lnTo>
                    <a:pt x="4541" y="460"/>
                  </a:lnTo>
                  <a:lnTo>
                    <a:pt x="4373" y="293"/>
                  </a:lnTo>
                  <a:lnTo>
                    <a:pt x="4331" y="251"/>
                  </a:lnTo>
                  <a:lnTo>
                    <a:pt x="4290" y="147"/>
                  </a:lnTo>
                  <a:lnTo>
                    <a:pt x="4290" y="84"/>
                  </a:lnTo>
                  <a:lnTo>
                    <a:pt x="4290" y="42"/>
                  </a:lnTo>
                  <a:lnTo>
                    <a:pt x="426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38"/>
            <p:cNvSpPr/>
            <p:nvPr/>
          </p:nvSpPr>
          <p:spPr>
            <a:xfrm>
              <a:off x="3632974" y="2958780"/>
              <a:ext cx="56573" cy="43318"/>
            </a:xfrm>
            <a:custGeom>
              <a:rect b="b" l="l" r="r" t="t"/>
              <a:pathLst>
                <a:path extrusionOk="0" h="3809" w="4751">
                  <a:moveTo>
                    <a:pt x="2407" y="1"/>
                  </a:moveTo>
                  <a:lnTo>
                    <a:pt x="2177" y="315"/>
                  </a:lnTo>
                  <a:lnTo>
                    <a:pt x="2177" y="524"/>
                  </a:lnTo>
                  <a:lnTo>
                    <a:pt x="2072" y="545"/>
                  </a:lnTo>
                  <a:lnTo>
                    <a:pt x="1675" y="754"/>
                  </a:lnTo>
                  <a:lnTo>
                    <a:pt x="1633" y="859"/>
                  </a:lnTo>
                  <a:lnTo>
                    <a:pt x="1466" y="942"/>
                  </a:lnTo>
                  <a:lnTo>
                    <a:pt x="1528" y="1089"/>
                  </a:lnTo>
                  <a:lnTo>
                    <a:pt x="1194" y="1612"/>
                  </a:lnTo>
                  <a:lnTo>
                    <a:pt x="1152" y="1779"/>
                  </a:lnTo>
                  <a:lnTo>
                    <a:pt x="901" y="2030"/>
                  </a:lnTo>
                  <a:lnTo>
                    <a:pt x="796" y="2093"/>
                  </a:lnTo>
                  <a:lnTo>
                    <a:pt x="671" y="2365"/>
                  </a:lnTo>
                  <a:lnTo>
                    <a:pt x="671" y="2470"/>
                  </a:lnTo>
                  <a:lnTo>
                    <a:pt x="461" y="2763"/>
                  </a:lnTo>
                  <a:lnTo>
                    <a:pt x="419" y="2847"/>
                  </a:lnTo>
                  <a:lnTo>
                    <a:pt x="503" y="2888"/>
                  </a:lnTo>
                  <a:lnTo>
                    <a:pt x="398" y="2930"/>
                  </a:lnTo>
                  <a:lnTo>
                    <a:pt x="210" y="3265"/>
                  </a:lnTo>
                  <a:lnTo>
                    <a:pt x="147" y="3286"/>
                  </a:lnTo>
                  <a:lnTo>
                    <a:pt x="64" y="3370"/>
                  </a:lnTo>
                  <a:lnTo>
                    <a:pt x="85" y="3495"/>
                  </a:lnTo>
                  <a:lnTo>
                    <a:pt x="1" y="3621"/>
                  </a:lnTo>
                  <a:lnTo>
                    <a:pt x="43" y="3809"/>
                  </a:lnTo>
                  <a:lnTo>
                    <a:pt x="2344" y="3809"/>
                  </a:lnTo>
                  <a:lnTo>
                    <a:pt x="2303" y="2742"/>
                  </a:lnTo>
                  <a:lnTo>
                    <a:pt x="2386" y="2575"/>
                  </a:lnTo>
                  <a:lnTo>
                    <a:pt x="2512" y="2512"/>
                  </a:lnTo>
                  <a:lnTo>
                    <a:pt x="2658" y="2470"/>
                  </a:lnTo>
                  <a:lnTo>
                    <a:pt x="2867" y="2470"/>
                  </a:lnTo>
                  <a:lnTo>
                    <a:pt x="2888" y="963"/>
                  </a:lnTo>
                  <a:lnTo>
                    <a:pt x="4709" y="984"/>
                  </a:lnTo>
                  <a:lnTo>
                    <a:pt x="4709" y="168"/>
                  </a:lnTo>
                  <a:lnTo>
                    <a:pt x="4751" y="22"/>
                  </a:lnTo>
                  <a:lnTo>
                    <a:pt x="240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38"/>
            <p:cNvSpPr/>
            <p:nvPr/>
          </p:nvSpPr>
          <p:spPr>
            <a:xfrm>
              <a:off x="3632736" y="2960691"/>
              <a:ext cx="81233" cy="85430"/>
            </a:xfrm>
            <a:custGeom>
              <a:rect b="b" l="l" r="r" t="t"/>
              <a:pathLst>
                <a:path extrusionOk="0" h="7512" w="6822">
                  <a:moveTo>
                    <a:pt x="4729" y="0"/>
                  </a:moveTo>
                  <a:lnTo>
                    <a:pt x="4729" y="816"/>
                  </a:lnTo>
                  <a:lnTo>
                    <a:pt x="2908" y="795"/>
                  </a:lnTo>
                  <a:lnTo>
                    <a:pt x="2887" y="2302"/>
                  </a:lnTo>
                  <a:lnTo>
                    <a:pt x="2678" y="2302"/>
                  </a:lnTo>
                  <a:lnTo>
                    <a:pt x="2532" y="2344"/>
                  </a:lnTo>
                  <a:lnTo>
                    <a:pt x="2406" y="2407"/>
                  </a:lnTo>
                  <a:lnTo>
                    <a:pt x="2323" y="2574"/>
                  </a:lnTo>
                  <a:lnTo>
                    <a:pt x="2364" y="3641"/>
                  </a:lnTo>
                  <a:lnTo>
                    <a:pt x="63" y="3641"/>
                  </a:lnTo>
                  <a:lnTo>
                    <a:pt x="63" y="3662"/>
                  </a:lnTo>
                  <a:lnTo>
                    <a:pt x="0" y="3808"/>
                  </a:lnTo>
                  <a:lnTo>
                    <a:pt x="0" y="4039"/>
                  </a:lnTo>
                  <a:lnTo>
                    <a:pt x="126" y="3871"/>
                  </a:lnTo>
                  <a:lnTo>
                    <a:pt x="188" y="4018"/>
                  </a:lnTo>
                  <a:lnTo>
                    <a:pt x="209" y="4039"/>
                  </a:lnTo>
                  <a:lnTo>
                    <a:pt x="293" y="3976"/>
                  </a:lnTo>
                  <a:lnTo>
                    <a:pt x="439" y="4248"/>
                  </a:lnTo>
                  <a:lnTo>
                    <a:pt x="398" y="4331"/>
                  </a:lnTo>
                  <a:lnTo>
                    <a:pt x="418" y="4436"/>
                  </a:lnTo>
                  <a:lnTo>
                    <a:pt x="398" y="4645"/>
                  </a:lnTo>
                  <a:lnTo>
                    <a:pt x="314" y="4645"/>
                  </a:lnTo>
                  <a:lnTo>
                    <a:pt x="230" y="4687"/>
                  </a:lnTo>
                  <a:lnTo>
                    <a:pt x="418" y="4917"/>
                  </a:lnTo>
                  <a:lnTo>
                    <a:pt x="523" y="5524"/>
                  </a:lnTo>
                  <a:lnTo>
                    <a:pt x="481" y="5943"/>
                  </a:lnTo>
                  <a:lnTo>
                    <a:pt x="335" y="6131"/>
                  </a:lnTo>
                  <a:lnTo>
                    <a:pt x="272" y="6487"/>
                  </a:lnTo>
                  <a:lnTo>
                    <a:pt x="209" y="6738"/>
                  </a:lnTo>
                  <a:lnTo>
                    <a:pt x="314" y="6654"/>
                  </a:lnTo>
                  <a:lnTo>
                    <a:pt x="398" y="6654"/>
                  </a:lnTo>
                  <a:lnTo>
                    <a:pt x="523" y="6549"/>
                  </a:lnTo>
                  <a:lnTo>
                    <a:pt x="837" y="6487"/>
                  </a:lnTo>
                  <a:lnTo>
                    <a:pt x="1130" y="6382"/>
                  </a:lnTo>
                  <a:lnTo>
                    <a:pt x="1235" y="6382"/>
                  </a:lnTo>
                  <a:lnTo>
                    <a:pt x="1486" y="6466"/>
                  </a:lnTo>
                  <a:lnTo>
                    <a:pt x="1653" y="6487"/>
                  </a:lnTo>
                  <a:lnTo>
                    <a:pt x="1779" y="6654"/>
                  </a:lnTo>
                  <a:lnTo>
                    <a:pt x="1779" y="6738"/>
                  </a:lnTo>
                  <a:lnTo>
                    <a:pt x="1862" y="6759"/>
                  </a:lnTo>
                  <a:lnTo>
                    <a:pt x="1946" y="6696"/>
                  </a:lnTo>
                  <a:lnTo>
                    <a:pt x="1988" y="6738"/>
                  </a:lnTo>
                  <a:lnTo>
                    <a:pt x="2071" y="6738"/>
                  </a:lnTo>
                  <a:lnTo>
                    <a:pt x="2113" y="6780"/>
                  </a:lnTo>
                  <a:lnTo>
                    <a:pt x="2155" y="6905"/>
                  </a:lnTo>
                  <a:lnTo>
                    <a:pt x="2281" y="7010"/>
                  </a:lnTo>
                  <a:lnTo>
                    <a:pt x="2281" y="7156"/>
                  </a:lnTo>
                  <a:lnTo>
                    <a:pt x="2406" y="7177"/>
                  </a:lnTo>
                  <a:lnTo>
                    <a:pt x="2427" y="7303"/>
                  </a:lnTo>
                  <a:lnTo>
                    <a:pt x="2532" y="7324"/>
                  </a:lnTo>
                  <a:lnTo>
                    <a:pt x="2699" y="7428"/>
                  </a:lnTo>
                  <a:lnTo>
                    <a:pt x="2720" y="7512"/>
                  </a:lnTo>
                  <a:lnTo>
                    <a:pt x="2846" y="7407"/>
                  </a:lnTo>
                  <a:lnTo>
                    <a:pt x="3034" y="7407"/>
                  </a:lnTo>
                  <a:lnTo>
                    <a:pt x="3097" y="7261"/>
                  </a:lnTo>
                  <a:lnTo>
                    <a:pt x="3097" y="7177"/>
                  </a:lnTo>
                  <a:lnTo>
                    <a:pt x="3097" y="6947"/>
                  </a:lnTo>
                  <a:lnTo>
                    <a:pt x="3264" y="6884"/>
                  </a:lnTo>
                  <a:lnTo>
                    <a:pt x="3411" y="6884"/>
                  </a:lnTo>
                  <a:lnTo>
                    <a:pt x="3431" y="7052"/>
                  </a:lnTo>
                  <a:lnTo>
                    <a:pt x="3515" y="7219"/>
                  </a:lnTo>
                  <a:lnTo>
                    <a:pt x="3578" y="7282"/>
                  </a:lnTo>
                  <a:lnTo>
                    <a:pt x="3724" y="6989"/>
                  </a:lnTo>
                  <a:lnTo>
                    <a:pt x="3996" y="6863"/>
                  </a:lnTo>
                  <a:lnTo>
                    <a:pt x="4143" y="6905"/>
                  </a:lnTo>
                  <a:lnTo>
                    <a:pt x="4164" y="7093"/>
                  </a:lnTo>
                  <a:lnTo>
                    <a:pt x="4206" y="7156"/>
                  </a:lnTo>
                  <a:lnTo>
                    <a:pt x="4310" y="7052"/>
                  </a:lnTo>
                  <a:lnTo>
                    <a:pt x="4394" y="7052"/>
                  </a:lnTo>
                  <a:lnTo>
                    <a:pt x="4457" y="7114"/>
                  </a:lnTo>
                  <a:lnTo>
                    <a:pt x="4520" y="7156"/>
                  </a:lnTo>
                  <a:lnTo>
                    <a:pt x="6570" y="7156"/>
                  </a:lnTo>
                  <a:lnTo>
                    <a:pt x="6758" y="6633"/>
                  </a:lnTo>
                  <a:lnTo>
                    <a:pt x="6570" y="6528"/>
                  </a:lnTo>
                  <a:lnTo>
                    <a:pt x="6131" y="1423"/>
                  </a:lnTo>
                  <a:lnTo>
                    <a:pt x="6821" y="1423"/>
                  </a:lnTo>
                  <a:lnTo>
                    <a:pt x="472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38"/>
            <p:cNvSpPr/>
            <p:nvPr/>
          </p:nvSpPr>
          <p:spPr>
            <a:xfrm>
              <a:off x="3665125" y="2976874"/>
              <a:ext cx="112121" cy="99236"/>
            </a:xfrm>
            <a:custGeom>
              <a:rect b="b" l="l" r="r" t="t"/>
              <a:pathLst>
                <a:path extrusionOk="0" h="8726" w="9416">
                  <a:moveTo>
                    <a:pt x="3411" y="0"/>
                  </a:moveTo>
                  <a:lnTo>
                    <a:pt x="3850" y="5105"/>
                  </a:lnTo>
                  <a:lnTo>
                    <a:pt x="4038" y="5210"/>
                  </a:lnTo>
                  <a:lnTo>
                    <a:pt x="3850" y="5733"/>
                  </a:lnTo>
                  <a:lnTo>
                    <a:pt x="1800" y="5733"/>
                  </a:lnTo>
                  <a:lnTo>
                    <a:pt x="1737" y="5691"/>
                  </a:lnTo>
                  <a:lnTo>
                    <a:pt x="1674" y="5629"/>
                  </a:lnTo>
                  <a:lnTo>
                    <a:pt x="1590" y="5629"/>
                  </a:lnTo>
                  <a:lnTo>
                    <a:pt x="1486" y="5733"/>
                  </a:lnTo>
                  <a:lnTo>
                    <a:pt x="1444" y="5670"/>
                  </a:lnTo>
                  <a:lnTo>
                    <a:pt x="1423" y="5482"/>
                  </a:lnTo>
                  <a:lnTo>
                    <a:pt x="1276" y="5440"/>
                  </a:lnTo>
                  <a:lnTo>
                    <a:pt x="1004" y="5566"/>
                  </a:lnTo>
                  <a:lnTo>
                    <a:pt x="858" y="5859"/>
                  </a:lnTo>
                  <a:lnTo>
                    <a:pt x="795" y="5796"/>
                  </a:lnTo>
                  <a:lnTo>
                    <a:pt x="711" y="5629"/>
                  </a:lnTo>
                  <a:lnTo>
                    <a:pt x="691" y="5461"/>
                  </a:lnTo>
                  <a:lnTo>
                    <a:pt x="544" y="5461"/>
                  </a:lnTo>
                  <a:lnTo>
                    <a:pt x="377" y="5524"/>
                  </a:lnTo>
                  <a:lnTo>
                    <a:pt x="377" y="5754"/>
                  </a:lnTo>
                  <a:lnTo>
                    <a:pt x="377" y="5838"/>
                  </a:lnTo>
                  <a:lnTo>
                    <a:pt x="314" y="5984"/>
                  </a:lnTo>
                  <a:lnTo>
                    <a:pt x="126" y="5984"/>
                  </a:lnTo>
                  <a:lnTo>
                    <a:pt x="0" y="6089"/>
                  </a:lnTo>
                  <a:lnTo>
                    <a:pt x="84" y="6173"/>
                  </a:lnTo>
                  <a:lnTo>
                    <a:pt x="84" y="6277"/>
                  </a:lnTo>
                  <a:lnTo>
                    <a:pt x="105" y="6361"/>
                  </a:lnTo>
                  <a:lnTo>
                    <a:pt x="63" y="6591"/>
                  </a:lnTo>
                  <a:lnTo>
                    <a:pt x="84" y="6675"/>
                  </a:lnTo>
                  <a:lnTo>
                    <a:pt x="209" y="6800"/>
                  </a:lnTo>
                  <a:lnTo>
                    <a:pt x="272" y="6926"/>
                  </a:lnTo>
                  <a:lnTo>
                    <a:pt x="335" y="7010"/>
                  </a:lnTo>
                  <a:lnTo>
                    <a:pt x="398" y="6989"/>
                  </a:lnTo>
                  <a:lnTo>
                    <a:pt x="481" y="7030"/>
                  </a:lnTo>
                  <a:lnTo>
                    <a:pt x="502" y="7114"/>
                  </a:lnTo>
                  <a:lnTo>
                    <a:pt x="586" y="7219"/>
                  </a:lnTo>
                  <a:lnTo>
                    <a:pt x="586" y="7261"/>
                  </a:lnTo>
                  <a:lnTo>
                    <a:pt x="523" y="7344"/>
                  </a:lnTo>
                  <a:lnTo>
                    <a:pt x="544" y="7428"/>
                  </a:lnTo>
                  <a:lnTo>
                    <a:pt x="691" y="7512"/>
                  </a:lnTo>
                  <a:lnTo>
                    <a:pt x="691" y="7616"/>
                  </a:lnTo>
                  <a:lnTo>
                    <a:pt x="649" y="7679"/>
                  </a:lnTo>
                  <a:lnTo>
                    <a:pt x="732" y="7721"/>
                  </a:lnTo>
                  <a:lnTo>
                    <a:pt x="837" y="7658"/>
                  </a:lnTo>
                  <a:lnTo>
                    <a:pt x="921" y="7679"/>
                  </a:lnTo>
                  <a:lnTo>
                    <a:pt x="1046" y="7784"/>
                  </a:lnTo>
                  <a:lnTo>
                    <a:pt x="1214" y="7784"/>
                  </a:lnTo>
                  <a:lnTo>
                    <a:pt x="1318" y="7721"/>
                  </a:lnTo>
                  <a:lnTo>
                    <a:pt x="1381" y="7679"/>
                  </a:lnTo>
                  <a:lnTo>
                    <a:pt x="1486" y="7533"/>
                  </a:lnTo>
                  <a:lnTo>
                    <a:pt x="1632" y="7533"/>
                  </a:lnTo>
                  <a:lnTo>
                    <a:pt x="1779" y="7616"/>
                  </a:lnTo>
                  <a:lnTo>
                    <a:pt x="1800" y="7554"/>
                  </a:lnTo>
                  <a:lnTo>
                    <a:pt x="1904" y="7533"/>
                  </a:lnTo>
                  <a:lnTo>
                    <a:pt x="1946" y="7574"/>
                  </a:lnTo>
                  <a:lnTo>
                    <a:pt x="2072" y="7679"/>
                  </a:lnTo>
                  <a:lnTo>
                    <a:pt x="2113" y="7826"/>
                  </a:lnTo>
                  <a:lnTo>
                    <a:pt x="2092" y="7972"/>
                  </a:lnTo>
                  <a:lnTo>
                    <a:pt x="2155" y="8035"/>
                  </a:lnTo>
                  <a:lnTo>
                    <a:pt x="2281" y="8056"/>
                  </a:lnTo>
                  <a:lnTo>
                    <a:pt x="2281" y="8098"/>
                  </a:lnTo>
                  <a:lnTo>
                    <a:pt x="2176" y="8265"/>
                  </a:lnTo>
                  <a:lnTo>
                    <a:pt x="2113" y="8411"/>
                  </a:lnTo>
                  <a:lnTo>
                    <a:pt x="2113" y="8411"/>
                  </a:lnTo>
                  <a:lnTo>
                    <a:pt x="2218" y="8390"/>
                  </a:lnTo>
                  <a:lnTo>
                    <a:pt x="2281" y="8307"/>
                  </a:lnTo>
                  <a:lnTo>
                    <a:pt x="2364" y="8307"/>
                  </a:lnTo>
                  <a:lnTo>
                    <a:pt x="2364" y="8411"/>
                  </a:lnTo>
                  <a:lnTo>
                    <a:pt x="2385" y="8495"/>
                  </a:lnTo>
                  <a:lnTo>
                    <a:pt x="2385" y="8558"/>
                  </a:lnTo>
                  <a:lnTo>
                    <a:pt x="2532" y="8579"/>
                  </a:lnTo>
                  <a:lnTo>
                    <a:pt x="2595" y="8621"/>
                  </a:lnTo>
                  <a:lnTo>
                    <a:pt x="2595" y="8704"/>
                  </a:lnTo>
                  <a:lnTo>
                    <a:pt x="2783" y="8600"/>
                  </a:lnTo>
                  <a:lnTo>
                    <a:pt x="2846" y="8600"/>
                  </a:lnTo>
                  <a:lnTo>
                    <a:pt x="2992" y="8683"/>
                  </a:lnTo>
                  <a:lnTo>
                    <a:pt x="3222" y="8683"/>
                  </a:lnTo>
                  <a:lnTo>
                    <a:pt x="3264" y="8662"/>
                  </a:lnTo>
                  <a:lnTo>
                    <a:pt x="3264" y="8600"/>
                  </a:lnTo>
                  <a:lnTo>
                    <a:pt x="3452" y="8558"/>
                  </a:lnTo>
                  <a:lnTo>
                    <a:pt x="3620" y="8579"/>
                  </a:lnTo>
                  <a:lnTo>
                    <a:pt x="3578" y="8621"/>
                  </a:lnTo>
                  <a:lnTo>
                    <a:pt x="3620" y="8683"/>
                  </a:lnTo>
                  <a:lnTo>
                    <a:pt x="3787" y="8725"/>
                  </a:lnTo>
                  <a:lnTo>
                    <a:pt x="3892" y="8579"/>
                  </a:lnTo>
                  <a:lnTo>
                    <a:pt x="3976" y="8516"/>
                  </a:lnTo>
                  <a:lnTo>
                    <a:pt x="3997" y="8390"/>
                  </a:lnTo>
                  <a:lnTo>
                    <a:pt x="3976" y="8307"/>
                  </a:lnTo>
                  <a:lnTo>
                    <a:pt x="3976" y="8181"/>
                  </a:lnTo>
                  <a:lnTo>
                    <a:pt x="4080" y="8160"/>
                  </a:lnTo>
                  <a:lnTo>
                    <a:pt x="4059" y="7993"/>
                  </a:lnTo>
                  <a:lnTo>
                    <a:pt x="4038" y="7888"/>
                  </a:lnTo>
                  <a:lnTo>
                    <a:pt x="4143" y="7826"/>
                  </a:lnTo>
                  <a:lnTo>
                    <a:pt x="4269" y="7679"/>
                  </a:lnTo>
                  <a:lnTo>
                    <a:pt x="4457" y="7407"/>
                  </a:lnTo>
                  <a:lnTo>
                    <a:pt x="4561" y="7219"/>
                  </a:lnTo>
                  <a:lnTo>
                    <a:pt x="4582" y="7135"/>
                  </a:lnTo>
                  <a:lnTo>
                    <a:pt x="4708" y="6926"/>
                  </a:lnTo>
                  <a:lnTo>
                    <a:pt x="4792" y="6905"/>
                  </a:lnTo>
                  <a:lnTo>
                    <a:pt x="4813" y="6821"/>
                  </a:lnTo>
                  <a:lnTo>
                    <a:pt x="4980" y="6800"/>
                  </a:lnTo>
                  <a:lnTo>
                    <a:pt x="5043" y="6821"/>
                  </a:lnTo>
                  <a:lnTo>
                    <a:pt x="5336" y="6738"/>
                  </a:lnTo>
                  <a:lnTo>
                    <a:pt x="5398" y="6612"/>
                  </a:lnTo>
                  <a:lnTo>
                    <a:pt x="5712" y="6403"/>
                  </a:lnTo>
                  <a:lnTo>
                    <a:pt x="6152" y="6173"/>
                  </a:lnTo>
                  <a:lnTo>
                    <a:pt x="6277" y="6047"/>
                  </a:lnTo>
                  <a:lnTo>
                    <a:pt x="6465" y="5942"/>
                  </a:lnTo>
                  <a:lnTo>
                    <a:pt x="6758" y="5901"/>
                  </a:lnTo>
                  <a:lnTo>
                    <a:pt x="6884" y="5880"/>
                  </a:lnTo>
                  <a:lnTo>
                    <a:pt x="7072" y="5942"/>
                  </a:lnTo>
                  <a:lnTo>
                    <a:pt x="7177" y="5942"/>
                  </a:lnTo>
                  <a:lnTo>
                    <a:pt x="7198" y="5984"/>
                  </a:lnTo>
                  <a:lnTo>
                    <a:pt x="7219" y="5963"/>
                  </a:lnTo>
                  <a:lnTo>
                    <a:pt x="7344" y="5984"/>
                  </a:lnTo>
                  <a:lnTo>
                    <a:pt x="7742" y="5963"/>
                  </a:lnTo>
                  <a:lnTo>
                    <a:pt x="7867" y="5963"/>
                  </a:lnTo>
                  <a:lnTo>
                    <a:pt x="8035" y="5880"/>
                  </a:lnTo>
                  <a:lnTo>
                    <a:pt x="8390" y="5880"/>
                  </a:lnTo>
                  <a:lnTo>
                    <a:pt x="8558" y="5775"/>
                  </a:lnTo>
                  <a:lnTo>
                    <a:pt x="8746" y="5775"/>
                  </a:lnTo>
                  <a:lnTo>
                    <a:pt x="8893" y="5670"/>
                  </a:lnTo>
                  <a:lnTo>
                    <a:pt x="9186" y="5524"/>
                  </a:lnTo>
                  <a:lnTo>
                    <a:pt x="9227" y="5377"/>
                  </a:lnTo>
                  <a:lnTo>
                    <a:pt x="9269" y="5210"/>
                  </a:lnTo>
                  <a:lnTo>
                    <a:pt x="9332" y="5126"/>
                  </a:lnTo>
                  <a:lnTo>
                    <a:pt x="9395" y="4624"/>
                  </a:lnTo>
                  <a:lnTo>
                    <a:pt x="9416" y="3494"/>
                  </a:lnTo>
                  <a:lnTo>
                    <a:pt x="9186" y="3578"/>
                  </a:lnTo>
                  <a:lnTo>
                    <a:pt x="8914" y="3599"/>
                  </a:lnTo>
                  <a:lnTo>
                    <a:pt x="8788" y="3557"/>
                  </a:lnTo>
                  <a:lnTo>
                    <a:pt x="8746" y="3473"/>
                  </a:lnTo>
                  <a:lnTo>
                    <a:pt x="8809" y="3285"/>
                  </a:lnTo>
                  <a:lnTo>
                    <a:pt x="8809" y="3180"/>
                  </a:lnTo>
                  <a:lnTo>
                    <a:pt x="8704" y="3118"/>
                  </a:lnTo>
                  <a:lnTo>
                    <a:pt x="8558" y="3055"/>
                  </a:lnTo>
                  <a:lnTo>
                    <a:pt x="8453" y="2929"/>
                  </a:lnTo>
                  <a:lnTo>
                    <a:pt x="8286" y="2867"/>
                  </a:lnTo>
                  <a:lnTo>
                    <a:pt x="8077" y="2867"/>
                  </a:lnTo>
                  <a:lnTo>
                    <a:pt x="7951" y="2762"/>
                  </a:lnTo>
                  <a:lnTo>
                    <a:pt x="7909" y="2511"/>
                  </a:lnTo>
                  <a:lnTo>
                    <a:pt x="410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38"/>
            <p:cNvSpPr/>
            <p:nvPr/>
          </p:nvSpPr>
          <p:spPr>
            <a:xfrm>
              <a:off x="3712457" y="3043733"/>
              <a:ext cx="51833" cy="35948"/>
            </a:xfrm>
            <a:custGeom>
              <a:rect b="b" l="l" r="r" t="t"/>
              <a:pathLst>
                <a:path extrusionOk="0" h="3161" w="4353">
                  <a:moveTo>
                    <a:pt x="2909" y="1"/>
                  </a:moveTo>
                  <a:lnTo>
                    <a:pt x="2783" y="22"/>
                  </a:lnTo>
                  <a:lnTo>
                    <a:pt x="2490" y="63"/>
                  </a:lnTo>
                  <a:lnTo>
                    <a:pt x="2302" y="168"/>
                  </a:lnTo>
                  <a:lnTo>
                    <a:pt x="2177" y="294"/>
                  </a:lnTo>
                  <a:lnTo>
                    <a:pt x="1737" y="524"/>
                  </a:lnTo>
                  <a:lnTo>
                    <a:pt x="1423" y="733"/>
                  </a:lnTo>
                  <a:lnTo>
                    <a:pt x="1361" y="859"/>
                  </a:lnTo>
                  <a:lnTo>
                    <a:pt x="1068" y="942"/>
                  </a:lnTo>
                  <a:lnTo>
                    <a:pt x="1005" y="921"/>
                  </a:lnTo>
                  <a:lnTo>
                    <a:pt x="838" y="942"/>
                  </a:lnTo>
                  <a:lnTo>
                    <a:pt x="817" y="1026"/>
                  </a:lnTo>
                  <a:lnTo>
                    <a:pt x="733" y="1047"/>
                  </a:lnTo>
                  <a:lnTo>
                    <a:pt x="607" y="1256"/>
                  </a:lnTo>
                  <a:lnTo>
                    <a:pt x="586" y="1340"/>
                  </a:lnTo>
                  <a:lnTo>
                    <a:pt x="482" y="1528"/>
                  </a:lnTo>
                  <a:lnTo>
                    <a:pt x="294" y="1800"/>
                  </a:lnTo>
                  <a:lnTo>
                    <a:pt x="168" y="1947"/>
                  </a:lnTo>
                  <a:lnTo>
                    <a:pt x="63" y="2009"/>
                  </a:lnTo>
                  <a:lnTo>
                    <a:pt x="84" y="2114"/>
                  </a:lnTo>
                  <a:lnTo>
                    <a:pt x="105" y="2281"/>
                  </a:lnTo>
                  <a:lnTo>
                    <a:pt x="1" y="2302"/>
                  </a:lnTo>
                  <a:lnTo>
                    <a:pt x="1" y="2428"/>
                  </a:lnTo>
                  <a:lnTo>
                    <a:pt x="22" y="2511"/>
                  </a:lnTo>
                  <a:lnTo>
                    <a:pt x="1" y="2637"/>
                  </a:lnTo>
                  <a:lnTo>
                    <a:pt x="22" y="2637"/>
                  </a:lnTo>
                  <a:lnTo>
                    <a:pt x="189" y="2783"/>
                  </a:lnTo>
                  <a:lnTo>
                    <a:pt x="398" y="2888"/>
                  </a:lnTo>
                  <a:lnTo>
                    <a:pt x="503" y="2888"/>
                  </a:lnTo>
                  <a:lnTo>
                    <a:pt x="545" y="2930"/>
                  </a:lnTo>
                  <a:lnTo>
                    <a:pt x="649" y="2930"/>
                  </a:lnTo>
                  <a:lnTo>
                    <a:pt x="754" y="2993"/>
                  </a:lnTo>
                  <a:lnTo>
                    <a:pt x="838" y="3097"/>
                  </a:lnTo>
                  <a:lnTo>
                    <a:pt x="1026" y="3160"/>
                  </a:lnTo>
                  <a:lnTo>
                    <a:pt x="1151" y="3139"/>
                  </a:lnTo>
                  <a:lnTo>
                    <a:pt x="1256" y="3055"/>
                  </a:lnTo>
                  <a:lnTo>
                    <a:pt x="1340" y="3055"/>
                  </a:lnTo>
                  <a:lnTo>
                    <a:pt x="1423" y="3139"/>
                  </a:lnTo>
                  <a:lnTo>
                    <a:pt x="1549" y="3139"/>
                  </a:lnTo>
                  <a:lnTo>
                    <a:pt x="1549" y="2993"/>
                  </a:lnTo>
                  <a:lnTo>
                    <a:pt x="1465" y="2825"/>
                  </a:lnTo>
                  <a:lnTo>
                    <a:pt x="1423" y="2783"/>
                  </a:lnTo>
                  <a:lnTo>
                    <a:pt x="1361" y="2595"/>
                  </a:lnTo>
                  <a:lnTo>
                    <a:pt x="1382" y="2470"/>
                  </a:lnTo>
                  <a:lnTo>
                    <a:pt x="1591" y="2428"/>
                  </a:lnTo>
                  <a:lnTo>
                    <a:pt x="2365" y="2428"/>
                  </a:lnTo>
                  <a:lnTo>
                    <a:pt x="2574" y="2386"/>
                  </a:lnTo>
                  <a:lnTo>
                    <a:pt x="2721" y="2386"/>
                  </a:lnTo>
                  <a:lnTo>
                    <a:pt x="2846" y="2323"/>
                  </a:lnTo>
                  <a:lnTo>
                    <a:pt x="2930" y="2323"/>
                  </a:lnTo>
                  <a:lnTo>
                    <a:pt x="3537" y="2491"/>
                  </a:lnTo>
                  <a:lnTo>
                    <a:pt x="3558" y="2428"/>
                  </a:lnTo>
                  <a:lnTo>
                    <a:pt x="3683" y="2386"/>
                  </a:lnTo>
                  <a:lnTo>
                    <a:pt x="3683" y="2281"/>
                  </a:lnTo>
                  <a:lnTo>
                    <a:pt x="3767" y="2198"/>
                  </a:lnTo>
                  <a:lnTo>
                    <a:pt x="3767" y="2093"/>
                  </a:lnTo>
                  <a:lnTo>
                    <a:pt x="3871" y="2051"/>
                  </a:lnTo>
                  <a:lnTo>
                    <a:pt x="3955" y="2072"/>
                  </a:lnTo>
                  <a:lnTo>
                    <a:pt x="4143" y="1967"/>
                  </a:lnTo>
                  <a:lnTo>
                    <a:pt x="4206" y="1967"/>
                  </a:lnTo>
                  <a:lnTo>
                    <a:pt x="4353" y="1800"/>
                  </a:lnTo>
                  <a:lnTo>
                    <a:pt x="4353" y="1737"/>
                  </a:lnTo>
                  <a:lnTo>
                    <a:pt x="4311" y="1737"/>
                  </a:lnTo>
                  <a:lnTo>
                    <a:pt x="4185" y="1570"/>
                  </a:lnTo>
                  <a:lnTo>
                    <a:pt x="4248" y="1465"/>
                  </a:lnTo>
                  <a:lnTo>
                    <a:pt x="4248" y="1361"/>
                  </a:lnTo>
                  <a:lnTo>
                    <a:pt x="4185" y="1319"/>
                  </a:lnTo>
                  <a:lnTo>
                    <a:pt x="4185" y="1256"/>
                  </a:lnTo>
                  <a:lnTo>
                    <a:pt x="4102" y="1214"/>
                  </a:lnTo>
                  <a:lnTo>
                    <a:pt x="3871" y="1340"/>
                  </a:lnTo>
                  <a:lnTo>
                    <a:pt x="3662" y="1214"/>
                  </a:lnTo>
                  <a:lnTo>
                    <a:pt x="3662" y="963"/>
                  </a:lnTo>
                  <a:lnTo>
                    <a:pt x="3118" y="607"/>
                  </a:lnTo>
                  <a:lnTo>
                    <a:pt x="3118" y="419"/>
                  </a:lnTo>
                  <a:lnTo>
                    <a:pt x="3202" y="314"/>
                  </a:lnTo>
                  <a:lnTo>
                    <a:pt x="3202" y="168"/>
                  </a:lnTo>
                  <a:lnTo>
                    <a:pt x="3223" y="105"/>
                  </a:lnTo>
                  <a:lnTo>
                    <a:pt x="3202" y="63"/>
                  </a:lnTo>
                  <a:lnTo>
                    <a:pt x="3097" y="63"/>
                  </a:lnTo>
                  <a:lnTo>
                    <a:pt x="290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38"/>
            <p:cNvSpPr/>
            <p:nvPr/>
          </p:nvSpPr>
          <p:spPr>
            <a:xfrm>
              <a:off x="3628997" y="3033259"/>
              <a:ext cx="44355" cy="30956"/>
            </a:xfrm>
            <a:custGeom>
              <a:rect b="b" l="l" r="r" t="t"/>
              <a:pathLst>
                <a:path extrusionOk="0" h="2722" w="3725">
                  <a:moveTo>
                    <a:pt x="1444" y="1"/>
                  </a:moveTo>
                  <a:lnTo>
                    <a:pt x="1151" y="106"/>
                  </a:lnTo>
                  <a:lnTo>
                    <a:pt x="837" y="168"/>
                  </a:lnTo>
                  <a:lnTo>
                    <a:pt x="712" y="273"/>
                  </a:lnTo>
                  <a:lnTo>
                    <a:pt x="628" y="273"/>
                  </a:lnTo>
                  <a:lnTo>
                    <a:pt x="523" y="357"/>
                  </a:lnTo>
                  <a:lnTo>
                    <a:pt x="502" y="524"/>
                  </a:lnTo>
                  <a:lnTo>
                    <a:pt x="377" y="817"/>
                  </a:lnTo>
                  <a:lnTo>
                    <a:pt x="0" y="1131"/>
                  </a:lnTo>
                  <a:lnTo>
                    <a:pt x="188" y="1298"/>
                  </a:lnTo>
                  <a:lnTo>
                    <a:pt x="314" y="1528"/>
                  </a:lnTo>
                  <a:lnTo>
                    <a:pt x="419" y="1528"/>
                  </a:lnTo>
                  <a:lnTo>
                    <a:pt x="419" y="1654"/>
                  </a:lnTo>
                  <a:lnTo>
                    <a:pt x="398" y="1654"/>
                  </a:lnTo>
                  <a:lnTo>
                    <a:pt x="523" y="1759"/>
                  </a:lnTo>
                  <a:lnTo>
                    <a:pt x="440" y="1821"/>
                  </a:lnTo>
                  <a:lnTo>
                    <a:pt x="481" y="1863"/>
                  </a:lnTo>
                  <a:lnTo>
                    <a:pt x="732" y="1863"/>
                  </a:lnTo>
                  <a:lnTo>
                    <a:pt x="795" y="1842"/>
                  </a:lnTo>
                  <a:lnTo>
                    <a:pt x="900" y="1842"/>
                  </a:lnTo>
                  <a:lnTo>
                    <a:pt x="1109" y="1675"/>
                  </a:lnTo>
                  <a:lnTo>
                    <a:pt x="1256" y="1612"/>
                  </a:lnTo>
                  <a:lnTo>
                    <a:pt x="1360" y="1633"/>
                  </a:lnTo>
                  <a:lnTo>
                    <a:pt x="1486" y="1633"/>
                  </a:lnTo>
                  <a:lnTo>
                    <a:pt x="1674" y="1759"/>
                  </a:lnTo>
                  <a:lnTo>
                    <a:pt x="1779" y="1759"/>
                  </a:lnTo>
                  <a:lnTo>
                    <a:pt x="2051" y="1926"/>
                  </a:lnTo>
                  <a:lnTo>
                    <a:pt x="2093" y="1884"/>
                  </a:lnTo>
                  <a:lnTo>
                    <a:pt x="2155" y="1968"/>
                  </a:lnTo>
                  <a:lnTo>
                    <a:pt x="2093" y="2052"/>
                  </a:lnTo>
                  <a:lnTo>
                    <a:pt x="1967" y="2052"/>
                  </a:lnTo>
                  <a:lnTo>
                    <a:pt x="1779" y="1968"/>
                  </a:lnTo>
                  <a:lnTo>
                    <a:pt x="1632" y="1926"/>
                  </a:lnTo>
                  <a:lnTo>
                    <a:pt x="1528" y="1926"/>
                  </a:lnTo>
                  <a:lnTo>
                    <a:pt x="1381" y="1821"/>
                  </a:lnTo>
                  <a:lnTo>
                    <a:pt x="1318" y="1842"/>
                  </a:lnTo>
                  <a:lnTo>
                    <a:pt x="1235" y="1926"/>
                  </a:lnTo>
                  <a:lnTo>
                    <a:pt x="1214" y="1884"/>
                  </a:lnTo>
                  <a:lnTo>
                    <a:pt x="1130" y="1863"/>
                  </a:lnTo>
                  <a:lnTo>
                    <a:pt x="1005" y="1947"/>
                  </a:lnTo>
                  <a:lnTo>
                    <a:pt x="900" y="1968"/>
                  </a:lnTo>
                  <a:lnTo>
                    <a:pt x="795" y="2093"/>
                  </a:lnTo>
                  <a:lnTo>
                    <a:pt x="419" y="2093"/>
                  </a:lnTo>
                  <a:lnTo>
                    <a:pt x="377" y="2156"/>
                  </a:lnTo>
                  <a:lnTo>
                    <a:pt x="377" y="2282"/>
                  </a:lnTo>
                  <a:lnTo>
                    <a:pt x="314" y="2344"/>
                  </a:lnTo>
                  <a:lnTo>
                    <a:pt x="335" y="2386"/>
                  </a:lnTo>
                  <a:lnTo>
                    <a:pt x="481" y="2303"/>
                  </a:lnTo>
                  <a:lnTo>
                    <a:pt x="691" y="2386"/>
                  </a:lnTo>
                  <a:lnTo>
                    <a:pt x="544" y="2470"/>
                  </a:lnTo>
                  <a:lnTo>
                    <a:pt x="502" y="2449"/>
                  </a:lnTo>
                  <a:lnTo>
                    <a:pt x="398" y="2407"/>
                  </a:lnTo>
                  <a:lnTo>
                    <a:pt x="398" y="2407"/>
                  </a:lnTo>
                  <a:lnTo>
                    <a:pt x="440" y="2470"/>
                  </a:lnTo>
                  <a:lnTo>
                    <a:pt x="419" y="2575"/>
                  </a:lnTo>
                  <a:lnTo>
                    <a:pt x="586" y="2616"/>
                  </a:lnTo>
                  <a:lnTo>
                    <a:pt x="753" y="2512"/>
                  </a:lnTo>
                  <a:lnTo>
                    <a:pt x="1151" y="2554"/>
                  </a:lnTo>
                  <a:lnTo>
                    <a:pt x="1256" y="2407"/>
                  </a:lnTo>
                  <a:lnTo>
                    <a:pt x="1465" y="2344"/>
                  </a:lnTo>
                  <a:lnTo>
                    <a:pt x="1988" y="2344"/>
                  </a:lnTo>
                  <a:lnTo>
                    <a:pt x="2113" y="2386"/>
                  </a:lnTo>
                  <a:lnTo>
                    <a:pt x="2113" y="2365"/>
                  </a:lnTo>
                  <a:lnTo>
                    <a:pt x="2260" y="2344"/>
                  </a:lnTo>
                  <a:lnTo>
                    <a:pt x="2595" y="2365"/>
                  </a:lnTo>
                  <a:lnTo>
                    <a:pt x="2825" y="2470"/>
                  </a:lnTo>
                  <a:lnTo>
                    <a:pt x="2929" y="2554"/>
                  </a:lnTo>
                  <a:lnTo>
                    <a:pt x="3118" y="2554"/>
                  </a:lnTo>
                  <a:lnTo>
                    <a:pt x="3306" y="2616"/>
                  </a:lnTo>
                  <a:lnTo>
                    <a:pt x="3411" y="2554"/>
                  </a:lnTo>
                  <a:lnTo>
                    <a:pt x="3515" y="2575"/>
                  </a:lnTo>
                  <a:lnTo>
                    <a:pt x="3557" y="2616"/>
                  </a:lnTo>
                  <a:lnTo>
                    <a:pt x="3683" y="2616"/>
                  </a:lnTo>
                  <a:lnTo>
                    <a:pt x="3683" y="2721"/>
                  </a:lnTo>
                  <a:lnTo>
                    <a:pt x="3725" y="2658"/>
                  </a:lnTo>
                  <a:lnTo>
                    <a:pt x="3725" y="2554"/>
                  </a:lnTo>
                  <a:lnTo>
                    <a:pt x="3578" y="2470"/>
                  </a:lnTo>
                  <a:lnTo>
                    <a:pt x="3557" y="2386"/>
                  </a:lnTo>
                  <a:lnTo>
                    <a:pt x="3620" y="2303"/>
                  </a:lnTo>
                  <a:lnTo>
                    <a:pt x="3620" y="2261"/>
                  </a:lnTo>
                  <a:lnTo>
                    <a:pt x="3536" y="2156"/>
                  </a:lnTo>
                  <a:lnTo>
                    <a:pt x="3515" y="2072"/>
                  </a:lnTo>
                  <a:lnTo>
                    <a:pt x="3432" y="2031"/>
                  </a:lnTo>
                  <a:lnTo>
                    <a:pt x="3369" y="2052"/>
                  </a:lnTo>
                  <a:lnTo>
                    <a:pt x="3306" y="1968"/>
                  </a:lnTo>
                  <a:lnTo>
                    <a:pt x="3243" y="1842"/>
                  </a:lnTo>
                  <a:lnTo>
                    <a:pt x="3118" y="1717"/>
                  </a:lnTo>
                  <a:lnTo>
                    <a:pt x="3097" y="1633"/>
                  </a:lnTo>
                  <a:lnTo>
                    <a:pt x="3139" y="1403"/>
                  </a:lnTo>
                  <a:lnTo>
                    <a:pt x="3118" y="1319"/>
                  </a:lnTo>
                  <a:lnTo>
                    <a:pt x="3118" y="1215"/>
                  </a:lnTo>
                  <a:lnTo>
                    <a:pt x="3034" y="1131"/>
                  </a:lnTo>
                  <a:lnTo>
                    <a:pt x="3013" y="1047"/>
                  </a:lnTo>
                  <a:lnTo>
                    <a:pt x="2846" y="943"/>
                  </a:lnTo>
                  <a:lnTo>
                    <a:pt x="2741" y="922"/>
                  </a:lnTo>
                  <a:lnTo>
                    <a:pt x="2720" y="796"/>
                  </a:lnTo>
                  <a:lnTo>
                    <a:pt x="2595" y="775"/>
                  </a:lnTo>
                  <a:lnTo>
                    <a:pt x="2595" y="629"/>
                  </a:lnTo>
                  <a:lnTo>
                    <a:pt x="2469" y="524"/>
                  </a:lnTo>
                  <a:lnTo>
                    <a:pt x="2427" y="399"/>
                  </a:lnTo>
                  <a:lnTo>
                    <a:pt x="2385" y="357"/>
                  </a:lnTo>
                  <a:lnTo>
                    <a:pt x="2302" y="357"/>
                  </a:lnTo>
                  <a:lnTo>
                    <a:pt x="2260" y="315"/>
                  </a:lnTo>
                  <a:lnTo>
                    <a:pt x="2176" y="378"/>
                  </a:lnTo>
                  <a:lnTo>
                    <a:pt x="2093" y="357"/>
                  </a:lnTo>
                  <a:lnTo>
                    <a:pt x="2093" y="273"/>
                  </a:lnTo>
                  <a:lnTo>
                    <a:pt x="1967" y="106"/>
                  </a:lnTo>
                  <a:lnTo>
                    <a:pt x="1800" y="85"/>
                  </a:lnTo>
                  <a:lnTo>
                    <a:pt x="154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38"/>
            <p:cNvSpPr/>
            <p:nvPr/>
          </p:nvSpPr>
          <p:spPr>
            <a:xfrm>
              <a:off x="3633975" y="3059916"/>
              <a:ext cx="21195" cy="12146"/>
            </a:xfrm>
            <a:custGeom>
              <a:rect b="b" l="l" r="r" t="t"/>
              <a:pathLst>
                <a:path extrusionOk="0" h="1068" w="1780">
                  <a:moveTo>
                    <a:pt x="1047" y="0"/>
                  </a:moveTo>
                  <a:lnTo>
                    <a:pt x="838" y="63"/>
                  </a:lnTo>
                  <a:lnTo>
                    <a:pt x="733" y="210"/>
                  </a:lnTo>
                  <a:lnTo>
                    <a:pt x="335" y="168"/>
                  </a:lnTo>
                  <a:lnTo>
                    <a:pt x="168" y="272"/>
                  </a:lnTo>
                  <a:lnTo>
                    <a:pt x="1" y="231"/>
                  </a:lnTo>
                  <a:lnTo>
                    <a:pt x="1" y="231"/>
                  </a:lnTo>
                  <a:lnTo>
                    <a:pt x="63" y="314"/>
                  </a:lnTo>
                  <a:lnTo>
                    <a:pt x="273" y="335"/>
                  </a:lnTo>
                  <a:lnTo>
                    <a:pt x="335" y="335"/>
                  </a:lnTo>
                  <a:lnTo>
                    <a:pt x="231" y="419"/>
                  </a:lnTo>
                  <a:lnTo>
                    <a:pt x="335" y="524"/>
                  </a:lnTo>
                  <a:lnTo>
                    <a:pt x="440" y="524"/>
                  </a:lnTo>
                  <a:lnTo>
                    <a:pt x="482" y="586"/>
                  </a:lnTo>
                  <a:lnTo>
                    <a:pt x="545" y="586"/>
                  </a:lnTo>
                  <a:lnTo>
                    <a:pt x="691" y="544"/>
                  </a:lnTo>
                  <a:lnTo>
                    <a:pt x="838" y="524"/>
                  </a:lnTo>
                  <a:lnTo>
                    <a:pt x="1005" y="586"/>
                  </a:lnTo>
                  <a:lnTo>
                    <a:pt x="942" y="649"/>
                  </a:lnTo>
                  <a:lnTo>
                    <a:pt x="649" y="649"/>
                  </a:lnTo>
                  <a:lnTo>
                    <a:pt x="691" y="691"/>
                  </a:lnTo>
                  <a:lnTo>
                    <a:pt x="796" y="691"/>
                  </a:lnTo>
                  <a:lnTo>
                    <a:pt x="838" y="754"/>
                  </a:lnTo>
                  <a:lnTo>
                    <a:pt x="817" y="796"/>
                  </a:lnTo>
                  <a:lnTo>
                    <a:pt x="859" y="796"/>
                  </a:lnTo>
                  <a:lnTo>
                    <a:pt x="733" y="963"/>
                  </a:lnTo>
                  <a:lnTo>
                    <a:pt x="963" y="942"/>
                  </a:lnTo>
                  <a:lnTo>
                    <a:pt x="963" y="1047"/>
                  </a:lnTo>
                  <a:lnTo>
                    <a:pt x="1005" y="1068"/>
                  </a:lnTo>
                  <a:lnTo>
                    <a:pt x="1131" y="1047"/>
                  </a:lnTo>
                  <a:lnTo>
                    <a:pt x="1214" y="879"/>
                  </a:lnTo>
                  <a:lnTo>
                    <a:pt x="1319" y="858"/>
                  </a:lnTo>
                  <a:lnTo>
                    <a:pt x="1465" y="775"/>
                  </a:lnTo>
                  <a:lnTo>
                    <a:pt x="1675" y="733"/>
                  </a:lnTo>
                  <a:lnTo>
                    <a:pt x="1758" y="670"/>
                  </a:lnTo>
                  <a:lnTo>
                    <a:pt x="1779" y="565"/>
                  </a:lnTo>
                  <a:lnTo>
                    <a:pt x="1695" y="482"/>
                  </a:lnTo>
                  <a:lnTo>
                    <a:pt x="1695" y="314"/>
                  </a:lnTo>
                  <a:lnTo>
                    <a:pt x="1737" y="210"/>
                  </a:lnTo>
                  <a:lnTo>
                    <a:pt x="1695" y="42"/>
                  </a:lnTo>
                  <a:lnTo>
                    <a:pt x="157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88" name="Google Shape;688;p38"/>
            <p:cNvGrpSpPr/>
            <p:nvPr/>
          </p:nvGrpSpPr>
          <p:grpSpPr>
            <a:xfrm>
              <a:off x="3632736" y="3051591"/>
              <a:ext cx="63288" cy="45217"/>
              <a:chOff x="3450375" y="3038225"/>
              <a:chExt cx="132875" cy="99400"/>
            </a:xfrm>
          </p:grpSpPr>
          <p:sp>
            <p:nvSpPr>
              <p:cNvPr id="689" name="Google Shape;689;p38"/>
              <p:cNvSpPr/>
              <p:nvPr/>
            </p:nvSpPr>
            <p:spPr>
              <a:xfrm>
                <a:off x="3450375" y="3038225"/>
                <a:ext cx="46050" cy="13625"/>
              </a:xfrm>
              <a:custGeom>
                <a:rect b="b" l="l" r="r" t="t"/>
                <a:pathLst>
                  <a:path extrusionOk="0" h="545" w="1842">
                    <a:moveTo>
                      <a:pt x="942" y="0"/>
                    </a:moveTo>
                    <a:lnTo>
                      <a:pt x="795" y="63"/>
                    </a:lnTo>
                    <a:lnTo>
                      <a:pt x="586" y="230"/>
                    </a:lnTo>
                    <a:lnTo>
                      <a:pt x="481" y="230"/>
                    </a:lnTo>
                    <a:lnTo>
                      <a:pt x="418" y="251"/>
                    </a:lnTo>
                    <a:lnTo>
                      <a:pt x="167" y="251"/>
                    </a:lnTo>
                    <a:lnTo>
                      <a:pt x="188" y="335"/>
                    </a:lnTo>
                    <a:lnTo>
                      <a:pt x="314" y="419"/>
                    </a:lnTo>
                    <a:lnTo>
                      <a:pt x="439" y="377"/>
                    </a:lnTo>
                    <a:lnTo>
                      <a:pt x="439" y="377"/>
                    </a:lnTo>
                    <a:lnTo>
                      <a:pt x="377" y="460"/>
                    </a:lnTo>
                    <a:lnTo>
                      <a:pt x="209" y="460"/>
                    </a:lnTo>
                    <a:lnTo>
                      <a:pt x="105" y="314"/>
                    </a:lnTo>
                    <a:lnTo>
                      <a:pt x="0" y="419"/>
                    </a:lnTo>
                    <a:lnTo>
                      <a:pt x="63" y="481"/>
                    </a:lnTo>
                    <a:lnTo>
                      <a:pt x="63" y="544"/>
                    </a:lnTo>
                    <a:lnTo>
                      <a:pt x="105" y="481"/>
                    </a:lnTo>
                    <a:lnTo>
                      <a:pt x="481" y="481"/>
                    </a:lnTo>
                    <a:lnTo>
                      <a:pt x="586" y="356"/>
                    </a:lnTo>
                    <a:lnTo>
                      <a:pt x="691" y="335"/>
                    </a:lnTo>
                    <a:lnTo>
                      <a:pt x="816" y="251"/>
                    </a:lnTo>
                    <a:lnTo>
                      <a:pt x="900" y="272"/>
                    </a:lnTo>
                    <a:lnTo>
                      <a:pt x="921" y="314"/>
                    </a:lnTo>
                    <a:lnTo>
                      <a:pt x="1004" y="230"/>
                    </a:lnTo>
                    <a:lnTo>
                      <a:pt x="1067" y="209"/>
                    </a:lnTo>
                    <a:lnTo>
                      <a:pt x="1214" y="314"/>
                    </a:lnTo>
                    <a:lnTo>
                      <a:pt x="1318" y="314"/>
                    </a:lnTo>
                    <a:lnTo>
                      <a:pt x="1465" y="356"/>
                    </a:lnTo>
                    <a:lnTo>
                      <a:pt x="1653" y="440"/>
                    </a:lnTo>
                    <a:lnTo>
                      <a:pt x="1779" y="440"/>
                    </a:lnTo>
                    <a:lnTo>
                      <a:pt x="1841" y="356"/>
                    </a:lnTo>
                    <a:lnTo>
                      <a:pt x="1779" y="272"/>
                    </a:lnTo>
                    <a:lnTo>
                      <a:pt x="1737" y="314"/>
                    </a:lnTo>
                    <a:lnTo>
                      <a:pt x="1465" y="147"/>
                    </a:lnTo>
                    <a:lnTo>
                      <a:pt x="1360" y="147"/>
                    </a:lnTo>
                    <a:lnTo>
                      <a:pt x="1172" y="21"/>
                    </a:lnTo>
                    <a:lnTo>
                      <a:pt x="1046" y="21"/>
                    </a:lnTo>
                    <a:lnTo>
                      <a:pt x="94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38"/>
              <p:cNvSpPr/>
              <p:nvPr/>
            </p:nvSpPr>
            <p:spPr>
              <a:xfrm>
                <a:off x="3481225" y="3056525"/>
                <a:ext cx="102025" cy="81100"/>
              </a:xfrm>
              <a:custGeom>
                <a:rect b="b" l="l" r="r" t="t"/>
                <a:pathLst>
                  <a:path extrusionOk="0" h="3244" w="4081">
                    <a:moveTo>
                      <a:pt x="712" y="0"/>
                    </a:moveTo>
                    <a:lnTo>
                      <a:pt x="565" y="21"/>
                    </a:lnTo>
                    <a:lnTo>
                      <a:pt x="565" y="42"/>
                    </a:lnTo>
                    <a:lnTo>
                      <a:pt x="607" y="210"/>
                    </a:lnTo>
                    <a:lnTo>
                      <a:pt x="565" y="314"/>
                    </a:lnTo>
                    <a:lnTo>
                      <a:pt x="565" y="482"/>
                    </a:lnTo>
                    <a:lnTo>
                      <a:pt x="649" y="565"/>
                    </a:lnTo>
                    <a:lnTo>
                      <a:pt x="628" y="670"/>
                    </a:lnTo>
                    <a:lnTo>
                      <a:pt x="545" y="733"/>
                    </a:lnTo>
                    <a:lnTo>
                      <a:pt x="335" y="775"/>
                    </a:lnTo>
                    <a:lnTo>
                      <a:pt x="189" y="858"/>
                    </a:lnTo>
                    <a:lnTo>
                      <a:pt x="84" y="879"/>
                    </a:lnTo>
                    <a:lnTo>
                      <a:pt x="1" y="1046"/>
                    </a:lnTo>
                    <a:lnTo>
                      <a:pt x="21" y="1005"/>
                    </a:lnTo>
                    <a:lnTo>
                      <a:pt x="105" y="1109"/>
                    </a:lnTo>
                    <a:lnTo>
                      <a:pt x="42" y="1319"/>
                    </a:lnTo>
                    <a:lnTo>
                      <a:pt x="189" y="1507"/>
                    </a:lnTo>
                    <a:lnTo>
                      <a:pt x="314" y="1528"/>
                    </a:lnTo>
                    <a:lnTo>
                      <a:pt x="398" y="1570"/>
                    </a:lnTo>
                    <a:lnTo>
                      <a:pt x="440" y="1486"/>
                    </a:lnTo>
                    <a:lnTo>
                      <a:pt x="545" y="1528"/>
                    </a:lnTo>
                    <a:lnTo>
                      <a:pt x="503" y="1570"/>
                    </a:lnTo>
                    <a:lnTo>
                      <a:pt x="503" y="1674"/>
                    </a:lnTo>
                    <a:lnTo>
                      <a:pt x="545" y="1716"/>
                    </a:lnTo>
                    <a:lnTo>
                      <a:pt x="670" y="1716"/>
                    </a:lnTo>
                    <a:lnTo>
                      <a:pt x="733" y="1904"/>
                    </a:lnTo>
                    <a:lnTo>
                      <a:pt x="879" y="1988"/>
                    </a:lnTo>
                    <a:lnTo>
                      <a:pt x="963" y="2051"/>
                    </a:lnTo>
                    <a:lnTo>
                      <a:pt x="1047" y="2030"/>
                    </a:lnTo>
                    <a:lnTo>
                      <a:pt x="1235" y="1946"/>
                    </a:lnTo>
                    <a:lnTo>
                      <a:pt x="1235" y="1884"/>
                    </a:lnTo>
                    <a:lnTo>
                      <a:pt x="1381" y="1716"/>
                    </a:lnTo>
                    <a:lnTo>
                      <a:pt x="1486" y="1632"/>
                    </a:lnTo>
                    <a:lnTo>
                      <a:pt x="1612" y="1570"/>
                    </a:lnTo>
                    <a:lnTo>
                      <a:pt x="2114" y="1570"/>
                    </a:lnTo>
                    <a:lnTo>
                      <a:pt x="2197" y="1716"/>
                    </a:lnTo>
                    <a:lnTo>
                      <a:pt x="2239" y="1821"/>
                    </a:lnTo>
                    <a:lnTo>
                      <a:pt x="2407" y="2093"/>
                    </a:lnTo>
                    <a:lnTo>
                      <a:pt x="2386" y="2156"/>
                    </a:lnTo>
                    <a:lnTo>
                      <a:pt x="2490" y="2260"/>
                    </a:lnTo>
                    <a:lnTo>
                      <a:pt x="2490" y="2365"/>
                    </a:lnTo>
                    <a:lnTo>
                      <a:pt x="2407" y="2407"/>
                    </a:lnTo>
                    <a:lnTo>
                      <a:pt x="2407" y="2511"/>
                    </a:lnTo>
                    <a:lnTo>
                      <a:pt x="2449" y="2532"/>
                    </a:lnTo>
                    <a:lnTo>
                      <a:pt x="2449" y="2574"/>
                    </a:lnTo>
                    <a:lnTo>
                      <a:pt x="2595" y="2532"/>
                    </a:lnTo>
                    <a:lnTo>
                      <a:pt x="2637" y="2532"/>
                    </a:lnTo>
                    <a:lnTo>
                      <a:pt x="2867" y="2449"/>
                    </a:lnTo>
                    <a:lnTo>
                      <a:pt x="3014" y="2511"/>
                    </a:lnTo>
                    <a:lnTo>
                      <a:pt x="3055" y="2637"/>
                    </a:lnTo>
                    <a:lnTo>
                      <a:pt x="3181" y="2721"/>
                    </a:lnTo>
                    <a:lnTo>
                      <a:pt x="3160" y="2930"/>
                    </a:lnTo>
                    <a:lnTo>
                      <a:pt x="3139" y="3055"/>
                    </a:lnTo>
                    <a:lnTo>
                      <a:pt x="3286" y="3202"/>
                    </a:lnTo>
                    <a:lnTo>
                      <a:pt x="3369" y="3202"/>
                    </a:lnTo>
                    <a:lnTo>
                      <a:pt x="3537" y="3076"/>
                    </a:lnTo>
                    <a:lnTo>
                      <a:pt x="3578" y="3076"/>
                    </a:lnTo>
                    <a:lnTo>
                      <a:pt x="3683" y="3181"/>
                    </a:lnTo>
                    <a:lnTo>
                      <a:pt x="3704" y="3244"/>
                    </a:lnTo>
                    <a:lnTo>
                      <a:pt x="3704" y="3202"/>
                    </a:lnTo>
                    <a:lnTo>
                      <a:pt x="3809" y="3181"/>
                    </a:lnTo>
                    <a:lnTo>
                      <a:pt x="3976" y="2846"/>
                    </a:lnTo>
                    <a:lnTo>
                      <a:pt x="3976" y="2721"/>
                    </a:lnTo>
                    <a:lnTo>
                      <a:pt x="3955" y="2658"/>
                    </a:lnTo>
                    <a:lnTo>
                      <a:pt x="3850" y="2553"/>
                    </a:lnTo>
                    <a:lnTo>
                      <a:pt x="3850" y="2469"/>
                    </a:lnTo>
                    <a:lnTo>
                      <a:pt x="3913" y="2428"/>
                    </a:lnTo>
                    <a:lnTo>
                      <a:pt x="3997" y="2449"/>
                    </a:lnTo>
                    <a:lnTo>
                      <a:pt x="4018" y="2365"/>
                    </a:lnTo>
                    <a:lnTo>
                      <a:pt x="3955" y="2239"/>
                    </a:lnTo>
                    <a:lnTo>
                      <a:pt x="3871" y="2218"/>
                    </a:lnTo>
                    <a:lnTo>
                      <a:pt x="3871" y="2009"/>
                    </a:lnTo>
                    <a:lnTo>
                      <a:pt x="3892" y="1925"/>
                    </a:lnTo>
                    <a:lnTo>
                      <a:pt x="3871" y="1674"/>
                    </a:lnTo>
                    <a:lnTo>
                      <a:pt x="3809" y="1612"/>
                    </a:lnTo>
                    <a:lnTo>
                      <a:pt x="3809" y="1507"/>
                    </a:lnTo>
                    <a:lnTo>
                      <a:pt x="4060" y="1423"/>
                    </a:lnTo>
                    <a:lnTo>
                      <a:pt x="4081" y="1402"/>
                    </a:lnTo>
                    <a:lnTo>
                      <a:pt x="4081" y="1319"/>
                    </a:lnTo>
                    <a:lnTo>
                      <a:pt x="4018" y="1277"/>
                    </a:lnTo>
                    <a:lnTo>
                      <a:pt x="3871" y="1256"/>
                    </a:lnTo>
                    <a:lnTo>
                      <a:pt x="3871" y="1193"/>
                    </a:lnTo>
                    <a:lnTo>
                      <a:pt x="3850" y="1109"/>
                    </a:lnTo>
                    <a:lnTo>
                      <a:pt x="3850" y="1005"/>
                    </a:lnTo>
                    <a:lnTo>
                      <a:pt x="3767" y="1005"/>
                    </a:lnTo>
                    <a:lnTo>
                      <a:pt x="3704" y="1088"/>
                    </a:lnTo>
                    <a:lnTo>
                      <a:pt x="3599" y="1109"/>
                    </a:lnTo>
                    <a:lnTo>
                      <a:pt x="3599" y="1109"/>
                    </a:lnTo>
                    <a:lnTo>
                      <a:pt x="3662" y="963"/>
                    </a:lnTo>
                    <a:lnTo>
                      <a:pt x="3767" y="796"/>
                    </a:lnTo>
                    <a:lnTo>
                      <a:pt x="3767" y="754"/>
                    </a:lnTo>
                    <a:lnTo>
                      <a:pt x="3641" y="733"/>
                    </a:lnTo>
                    <a:lnTo>
                      <a:pt x="3578" y="670"/>
                    </a:lnTo>
                    <a:lnTo>
                      <a:pt x="3599" y="524"/>
                    </a:lnTo>
                    <a:lnTo>
                      <a:pt x="3558" y="377"/>
                    </a:lnTo>
                    <a:lnTo>
                      <a:pt x="3432" y="272"/>
                    </a:lnTo>
                    <a:lnTo>
                      <a:pt x="3390" y="231"/>
                    </a:lnTo>
                    <a:lnTo>
                      <a:pt x="3286" y="252"/>
                    </a:lnTo>
                    <a:lnTo>
                      <a:pt x="3265" y="314"/>
                    </a:lnTo>
                    <a:lnTo>
                      <a:pt x="3118" y="231"/>
                    </a:lnTo>
                    <a:lnTo>
                      <a:pt x="2972" y="231"/>
                    </a:lnTo>
                    <a:lnTo>
                      <a:pt x="2867" y="377"/>
                    </a:lnTo>
                    <a:lnTo>
                      <a:pt x="2804" y="419"/>
                    </a:lnTo>
                    <a:lnTo>
                      <a:pt x="2700" y="482"/>
                    </a:lnTo>
                    <a:lnTo>
                      <a:pt x="2532" y="482"/>
                    </a:lnTo>
                    <a:lnTo>
                      <a:pt x="2407" y="377"/>
                    </a:lnTo>
                    <a:lnTo>
                      <a:pt x="2323" y="356"/>
                    </a:lnTo>
                    <a:lnTo>
                      <a:pt x="2218" y="419"/>
                    </a:lnTo>
                    <a:lnTo>
                      <a:pt x="2135" y="377"/>
                    </a:lnTo>
                    <a:lnTo>
                      <a:pt x="2135" y="272"/>
                    </a:lnTo>
                    <a:lnTo>
                      <a:pt x="2009" y="272"/>
                    </a:lnTo>
                    <a:lnTo>
                      <a:pt x="1967" y="231"/>
                    </a:lnTo>
                    <a:lnTo>
                      <a:pt x="1863" y="210"/>
                    </a:lnTo>
                    <a:lnTo>
                      <a:pt x="1758" y="272"/>
                    </a:lnTo>
                    <a:lnTo>
                      <a:pt x="1570" y="210"/>
                    </a:lnTo>
                    <a:lnTo>
                      <a:pt x="1381" y="210"/>
                    </a:lnTo>
                    <a:lnTo>
                      <a:pt x="1277" y="126"/>
                    </a:lnTo>
                    <a:lnTo>
                      <a:pt x="1047" y="21"/>
                    </a:lnTo>
                    <a:lnTo>
                      <a:pt x="71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91" name="Google Shape;691;p38"/>
            <p:cNvSpPr/>
            <p:nvPr/>
          </p:nvSpPr>
          <p:spPr>
            <a:xfrm>
              <a:off x="3657897" y="3077759"/>
              <a:ext cx="19195" cy="21903"/>
            </a:xfrm>
            <a:custGeom>
              <a:rect b="b" l="l" r="r" t="t"/>
              <a:pathLst>
                <a:path extrusionOk="0" h="1926" w="1612">
                  <a:moveTo>
                    <a:pt x="733" y="1"/>
                  </a:moveTo>
                  <a:lnTo>
                    <a:pt x="607" y="63"/>
                  </a:lnTo>
                  <a:lnTo>
                    <a:pt x="502" y="147"/>
                  </a:lnTo>
                  <a:lnTo>
                    <a:pt x="356" y="315"/>
                  </a:lnTo>
                  <a:lnTo>
                    <a:pt x="356" y="377"/>
                  </a:lnTo>
                  <a:lnTo>
                    <a:pt x="168" y="461"/>
                  </a:lnTo>
                  <a:lnTo>
                    <a:pt x="84" y="482"/>
                  </a:lnTo>
                  <a:lnTo>
                    <a:pt x="42" y="587"/>
                  </a:lnTo>
                  <a:lnTo>
                    <a:pt x="0" y="670"/>
                  </a:lnTo>
                  <a:lnTo>
                    <a:pt x="105" y="733"/>
                  </a:lnTo>
                  <a:lnTo>
                    <a:pt x="42" y="880"/>
                  </a:lnTo>
                  <a:lnTo>
                    <a:pt x="63" y="963"/>
                  </a:lnTo>
                  <a:lnTo>
                    <a:pt x="168" y="984"/>
                  </a:lnTo>
                  <a:lnTo>
                    <a:pt x="251" y="1172"/>
                  </a:lnTo>
                  <a:lnTo>
                    <a:pt x="251" y="1298"/>
                  </a:lnTo>
                  <a:lnTo>
                    <a:pt x="377" y="1424"/>
                  </a:lnTo>
                  <a:lnTo>
                    <a:pt x="482" y="1382"/>
                  </a:lnTo>
                  <a:lnTo>
                    <a:pt x="482" y="1403"/>
                  </a:lnTo>
                  <a:lnTo>
                    <a:pt x="419" y="1507"/>
                  </a:lnTo>
                  <a:lnTo>
                    <a:pt x="502" y="1591"/>
                  </a:lnTo>
                  <a:lnTo>
                    <a:pt x="586" y="1675"/>
                  </a:lnTo>
                  <a:lnTo>
                    <a:pt x="565" y="1737"/>
                  </a:lnTo>
                  <a:lnTo>
                    <a:pt x="691" y="1779"/>
                  </a:lnTo>
                  <a:lnTo>
                    <a:pt x="1005" y="1926"/>
                  </a:lnTo>
                  <a:lnTo>
                    <a:pt x="1046" y="1926"/>
                  </a:lnTo>
                  <a:lnTo>
                    <a:pt x="1088" y="1842"/>
                  </a:lnTo>
                  <a:lnTo>
                    <a:pt x="1151" y="1696"/>
                  </a:lnTo>
                  <a:lnTo>
                    <a:pt x="1298" y="1633"/>
                  </a:lnTo>
                  <a:lnTo>
                    <a:pt x="1402" y="1507"/>
                  </a:lnTo>
                  <a:lnTo>
                    <a:pt x="1402" y="1403"/>
                  </a:lnTo>
                  <a:lnTo>
                    <a:pt x="1444" y="1256"/>
                  </a:lnTo>
                  <a:lnTo>
                    <a:pt x="1528" y="1214"/>
                  </a:lnTo>
                  <a:lnTo>
                    <a:pt x="1528" y="1152"/>
                  </a:lnTo>
                  <a:lnTo>
                    <a:pt x="1549" y="1005"/>
                  </a:lnTo>
                  <a:lnTo>
                    <a:pt x="1570" y="1005"/>
                  </a:lnTo>
                  <a:lnTo>
                    <a:pt x="1570" y="963"/>
                  </a:lnTo>
                  <a:lnTo>
                    <a:pt x="1528" y="942"/>
                  </a:lnTo>
                  <a:lnTo>
                    <a:pt x="1528" y="838"/>
                  </a:lnTo>
                  <a:lnTo>
                    <a:pt x="1611" y="796"/>
                  </a:lnTo>
                  <a:lnTo>
                    <a:pt x="1611" y="691"/>
                  </a:lnTo>
                  <a:lnTo>
                    <a:pt x="1507" y="587"/>
                  </a:lnTo>
                  <a:lnTo>
                    <a:pt x="1528" y="524"/>
                  </a:lnTo>
                  <a:lnTo>
                    <a:pt x="1360" y="252"/>
                  </a:lnTo>
                  <a:lnTo>
                    <a:pt x="1318" y="147"/>
                  </a:lnTo>
                  <a:lnTo>
                    <a:pt x="123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38"/>
            <p:cNvSpPr/>
            <p:nvPr/>
          </p:nvSpPr>
          <p:spPr>
            <a:xfrm>
              <a:off x="3670352" y="3087756"/>
              <a:ext cx="27911" cy="28568"/>
            </a:xfrm>
            <a:custGeom>
              <a:rect b="b" l="l" r="r" t="t"/>
              <a:pathLst>
                <a:path extrusionOk="0" h="2512" w="2344">
                  <a:moveTo>
                    <a:pt x="942" y="1"/>
                  </a:moveTo>
                  <a:lnTo>
                    <a:pt x="712" y="84"/>
                  </a:lnTo>
                  <a:lnTo>
                    <a:pt x="670" y="84"/>
                  </a:lnTo>
                  <a:lnTo>
                    <a:pt x="524" y="126"/>
                  </a:lnTo>
                  <a:lnTo>
                    <a:pt x="503" y="126"/>
                  </a:lnTo>
                  <a:lnTo>
                    <a:pt x="482" y="273"/>
                  </a:lnTo>
                  <a:lnTo>
                    <a:pt x="482" y="335"/>
                  </a:lnTo>
                  <a:lnTo>
                    <a:pt x="398" y="377"/>
                  </a:lnTo>
                  <a:lnTo>
                    <a:pt x="356" y="524"/>
                  </a:lnTo>
                  <a:lnTo>
                    <a:pt x="356" y="628"/>
                  </a:lnTo>
                  <a:lnTo>
                    <a:pt x="252" y="754"/>
                  </a:lnTo>
                  <a:lnTo>
                    <a:pt x="105" y="817"/>
                  </a:lnTo>
                  <a:lnTo>
                    <a:pt x="42" y="963"/>
                  </a:lnTo>
                  <a:lnTo>
                    <a:pt x="0" y="1047"/>
                  </a:lnTo>
                  <a:lnTo>
                    <a:pt x="168" y="1047"/>
                  </a:lnTo>
                  <a:lnTo>
                    <a:pt x="252" y="1109"/>
                  </a:lnTo>
                  <a:lnTo>
                    <a:pt x="210" y="1172"/>
                  </a:lnTo>
                  <a:lnTo>
                    <a:pt x="293" y="1235"/>
                  </a:lnTo>
                  <a:lnTo>
                    <a:pt x="461" y="1444"/>
                  </a:lnTo>
                  <a:lnTo>
                    <a:pt x="524" y="1444"/>
                  </a:lnTo>
                  <a:lnTo>
                    <a:pt x="775" y="1591"/>
                  </a:lnTo>
                  <a:lnTo>
                    <a:pt x="796" y="1591"/>
                  </a:lnTo>
                  <a:lnTo>
                    <a:pt x="1130" y="1967"/>
                  </a:lnTo>
                  <a:lnTo>
                    <a:pt x="1256" y="1988"/>
                  </a:lnTo>
                  <a:lnTo>
                    <a:pt x="1716" y="2302"/>
                  </a:lnTo>
                  <a:lnTo>
                    <a:pt x="2260" y="2511"/>
                  </a:lnTo>
                  <a:lnTo>
                    <a:pt x="2260" y="2386"/>
                  </a:lnTo>
                  <a:lnTo>
                    <a:pt x="2197" y="2281"/>
                  </a:lnTo>
                  <a:lnTo>
                    <a:pt x="2260" y="2156"/>
                  </a:lnTo>
                  <a:lnTo>
                    <a:pt x="2239" y="2072"/>
                  </a:lnTo>
                  <a:lnTo>
                    <a:pt x="2260" y="1967"/>
                  </a:lnTo>
                  <a:lnTo>
                    <a:pt x="2302" y="1884"/>
                  </a:lnTo>
                  <a:lnTo>
                    <a:pt x="2260" y="1800"/>
                  </a:lnTo>
                  <a:lnTo>
                    <a:pt x="2344" y="1758"/>
                  </a:lnTo>
                  <a:lnTo>
                    <a:pt x="2302" y="1653"/>
                  </a:lnTo>
                  <a:lnTo>
                    <a:pt x="2239" y="1633"/>
                  </a:lnTo>
                  <a:lnTo>
                    <a:pt x="2156" y="1570"/>
                  </a:lnTo>
                  <a:lnTo>
                    <a:pt x="2093" y="1465"/>
                  </a:lnTo>
                  <a:lnTo>
                    <a:pt x="2030" y="1444"/>
                  </a:lnTo>
                  <a:lnTo>
                    <a:pt x="1967" y="1444"/>
                  </a:lnTo>
                  <a:lnTo>
                    <a:pt x="1884" y="1361"/>
                  </a:lnTo>
                  <a:lnTo>
                    <a:pt x="1779" y="1361"/>
                  </a:lnTo>
                  <a:lnTo>
                    <a:pt x="1758" y="1381"/>
                  </a:lnTo>
                  <a:lnTo>
                    <a:pt x="1653" y="1361"/>
                  </a:lnTo>
                  <a:lnTo>
                    <a:pt x="1633" y="1256"/>
                  </a:lnTo>
                  <a:lnTo>
                    <a:pt x="1716" y="1151"/>
                  </a:lnTo>
                  <a:lnTo>
                    <a:pt x="1821" y="942"/>
                  </a:lnTo>
                  <a:lnTo>
                    <a:pt x="1758" y="837"/>
                  </a:lnTo>
                  <a:lnTo>
                    <a:pt x="1779" y="796"/>
                  </a:lnTo>
                  <a:lnTo>
                    <a:pt x="1758" y="733"/>
                  </a:lnTo>
                  <a:lnTo>
                    <a:pt x="1653" y="628"/>
                  </a:lnTo>
                  <a:lnTo>
                    <a:pt x="1612" y="628"/>
                  </a:lnTo>
                  <a:lnTo>
                    <a:pt x="1444" y="754"/>
                  </a:lnTo>
                  <a:lnTo>
                    <a:pt x="1361" y="754"/>
                  </a:lnTo>
                  <a:lnTo>
                    <a:pt x="1214" y="607"/>
                  </a:lnTo>
                  <a:lnTo>
                    <a:pt x="1235" y="482"/>
                  </a:lnTo>
                  <a:lnTo>
                    <a:pt x="1256" y="273"/>
                  </a:lnTo>
                  <a:lnTo>
                    <a:pt x="1130" y="189"/>
                  </a:lnTo>
                  <a:lnTo>
                    <a:pt x="1089" y="63"/>
                  </a:lnTo>
                  <a:lnTo>
                    <a:pt x="94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38"/>
            <p:cNvSpPr/>
            <p:nvPr/>
          </p:nvSpPr>
          <p:spPr>
            <a:xfrm>
              <a:off x="3689785" y="3073722"/>
              <a:ext cx="42617" cy="42840"/>
            </a:xfrm>
            <a:custGeom>
              <a:rect b="b" l="l" r="r" t="t"/>
              <a:pathLst>
                <a:path extrusionOk="0" h="3767" w="3579">
                  <a:moveTo>
                    <a:pt x="1905" y="0"/>
                  </a:moveTo>
                  <a:lnTo>
                    <a:pt x="1821" y="63"/>
                  </a:lnTo>
                  <a:lnTo>
                    <a:pt x="1716" y="209"/>
                  </a:lnTo>
                  <a:lnTo>
                    <a:pt x="1549" y="167"/>
                  </a:lnTo>
                  <a:lnTo>
                    <a:pt x="1507" y="105"/>
                  </a:lnTo>
                  <a:lnTo>
                    <a:pt x="1549" y="63"/>
                  </a:lnTo>
                  <a:lnTo>
                    <a:pt x="1381" y="42"/>
                  </a:lnTo>
                  <a:lnTo>
                    <a:pt x="1193" y="84"/>
                  </a:lnTo>
                  <a:lnTo>
                    <a:pt x="1193" y="146"/>
                  </a:lnTo>
                  <a:lnTo>
                    <a:pt x="1151" y="167"/>
                  </a:lnTo>
                  <a:lnTo>
                    <a:pt x="921" y="167"/>
                  </a:lnTo>
                  <a:lnTo>
                    <a:pt x="775" y="84"/>
                  </a:lnTo>
                  <a:lnTo>
                    <a:pt x="712" y="84"/>
                  </a:lnTo>
                  <a:lnTo>
                    <a:pt x="503" y="209"/>
                  </a:lnTo>
                  <a:lnTo>
                    <a:pt x="252" y="293"/>
                  </a:lnTo>
                  <a:lnTo>
                    <a:pt x="252" y="398"/>
                  </a:lnTo>
                  <a:lnTo>
                    <a:pt x="314" y="460"/>
                  </a:lnTo>
                  <a:lnTo>
                    <a:pt x="335" y="711"/>
                  </a:lnTo>
                  <a:lnTo>
                    <a:pt x="314" y="795"/>
                  </a:lnTo>
                  <a:lnTo>
                    <a:pt x="314" y="1004"/>
                  </a:lnTo>
                  <a:lnTo>
                    <a:pt x="398" y="1025"/>
                  </a:lnTo>
                  <a:lnTo>
                    <a:pt x="461" y="1151"/>
                  </a:lnTo>
                  <a:lnTo>
                    <a:pt x="440" y="1235"/>
                  </a:lnTo>
                  <a:lnTo>
                    <a:pt x="356" y="1214"/>
                  </a:lnTo>
                  <a:lnTo>
                    <a:pt x="293" y="1255"/>
                  </a:lnTo>
                  <a:lnTo>
                    <a:pt x="293" y="1339"/>
                  </a:lnTo>
                  <a:lnTo>
                    <a:pt x="398" y="1444"/>
                  </a:lnTo>
                  <a:lnTo>
                    <a:pt x="419" y="1507"/>
                  </a:lnTo>
                  <a:lnTo>
                    <a:pt x="419" y="1632"/>
                  </a:lnTo>
                  <a:lnTo>
                    <a:pt x="252" y="1967"/>
                  </a:lnTo>
                  <a:lnTo>
                    <a:pt x="147" y="1988"/>
                  </a:lnTo>
                  <a:lnTo>
                    <a:pt x="147" y="2030"/>
                  </a:lnTo>
                  <a:lnTo>
                    <a:pt x="126" y="2071"/>
                  </a:lnTo>
                  <a:lnTo>
                    <a:pt x="189" y="2176"/>
                  </a:lnTo>
                  <a:lnTo>
                    <a:pt x="84" y="2385"/>
                  </a:lnTo>
                  <a:lnTo>
                    <a:pt x="1" y="2490"/>
                  </a:lnTo>
                  <a:lnTo>
                    <a:pt x="21" y="2595"/>
                  </a:lnTo>
                  <a:lnTo>
                    <a:pt x="126" y="2615"/>
                  </a:lnTo>
                  <a:lnTo>
                    <a:pt x="147" y="2595"/>
                  </a:lnTo>
                  <a:lnTo>
                    <a:pt x="252" y="2595"/>
                  </a:lnTo>
                  <a:lnTo>
                    <a:pt x="335" y="2678"/>
                  </a:lnTo>
                  <a:lnTo>
                    <a:pt x="398" y="2678"/>
                  </a:lnTo>
                  <a:lnTo>
                    <a:pt x="461" y="2699"/>
                  </a:lnTo>
                  <a:lnTo>
                    <a:pt x="524" y="2804"/>
                  </a:lnTo>
                  <a:lnTo>
                    <a:pt x="607" y="2867"/>
                  </a:lnTo>
                  <a:lnTo>
                    <a:pt x="670" y="2887"/>
                  </a:lnTo>
                  <a:lnTo>
                    <a:pt x="712" y="2992"/>
                  </a:lnTo>
                  <a:lnTo>
                    <a:pt x="628" y="3034"/>
                  </a:lnTo>
                  <a:lnTo>
                    <a:pt x="670" y="3118"/>
                  </a:lnTo>
                  <a:lnTo>
                    <a:pt x="628" y="3201"/>
                  </a:lnTo>
                  <a:lnTo>
                    <a:pt x="607" y="3306"/>
                  </a:lnTo>
                  <a:lnTo>
                    <a:pt x="628" y="3390"/>
                  </a:lnTo>
                  <a:lnTo>
                    <a:pt x="565" y="3515"/>
                  </a:lnTo>
                  <a:lnTo>
                    <a:pt x="628" y="3620"/>
                  </a:lnTo>
                  <a:lnTo>
                    <a:pt x="628" y="3745"/>
                  </a:lnTo>
                  <a:lnTo>
                    <a:pt x="712" y="3766"/>
                  </a:lnTo>
                  <a:lnTo>
                    <a:pt x="879" y="3599"/>
                  </a:lnTo>
                  <a:lnTo>
                    <a:pt x="1026" y="3599"/>
                  </a:lnTo>
                  <a:lnTo>
                    <a:pt x="1068" y="3536"/>
                  </a:lnTo>
                  <a:lnTo>
                    <a:pt x="1465" y="3390"/>
                  </a:lnTo>
                  <a:lnTo>
                    <a:pt x="1465" y="3327"/>
                  </a:lnTo>
                  <a:lnTo>
                    <a:pt x="1674" y="3306"/>
                  </a:lnTo>
                  <a:lnTo>
                    <a:pt x="2449" y="3306"/>
                  </a:lnTo>
                  <a:lnTo>
                    <a:pt x="2742" y="3201"/>
                  </a:lnTo>
                  <a:lnTo>
                    <a:pt x="3014" y="3327"/>
                  </a:lnTo>
                  <a:lnTo>
                    <a:pt x="3034" y="3201"/>
                  </a:lnTo>
                  <a:lnTo>
                    <a:pt x="3139" y="3180"/>
                  </a:lnTo>
                  <a:lnTo>
                    <a:pt x="3223" y="3306"/>
                  </a:lnTo>
                  <a:lnTo>
                    <a:pt x="3244" y="3285"/>
                  </a:lnTo>
                  <a:lnTo>
                    <a:pt x="3348" y="3285"/>
                  </a:lnTo>
                  <a:lnTo>
                    <a:pt x="3453" y="3243"/>
                  </a:lnTo>
                  <a:lnTo>
                    <a:pt x="3453" y="3097"/>
                  </a:lnTo>
                  <a:lnTo>
                    <a:pt x="3390" y="2992"/>
                  </a:lnTo>
                  <a:lnTo>
                    <a:pt x="3265" y="2971"/>
                  </a:lnTo>
                  <a:lnTo>
                    <a:pt x="3244" y="2804"/>
                  </a:lnTo>
                  <a:lnTo>
                    <a:pt x="3160" y="2595"/>
                  </a:lnTo>
                  <a:lnTo>
                    <a:pt x="3076" y="2511"/>
                  </a:lnTo>
                  <a:lnTo>
                    <a:pt x="3118" y="2469"/>
                  </a:lnTo>
                  <a:lnTo>
                    <a:pt x="3139" y="2448"/>
                  </a:lnTo>
                  <a:lnTo>
                    <a:pt x="3139" y="2176"/>
                  </a:lnTo>
                  <a:lnTo>
                    <a:pt x="3181" y="2092"/>
                  </a:lnTo>
                  <a:lnTo>
                    <a:pt x="3223" y="1967"/>
                  </a:lnTo>
                  <a:lnTo>
                    <a:pt x="3244" y="1883"/>
                  </a:lnTo>
                  <a:lnTo>
                    <a:pt x="3244" y="1758"/>
                  </a:lnTo>
                  <a:lnTo>
                    <a:pt x="3432" y="1507"/>
                  </a:lnTo>
                  <a:lnTo>
                    <a:pt x="3537" y="1423"/>
                  </a:lnTo>
                  <a:lnTo>
                    <a:pt x="3537" y="1318"/>
                  </a:lnTo>
                  <a:lnTo>
                    <a:pt x="3578" y="1193"/>
                  </a:lnTo>
                  <a:lnTo>
                    <a:pt x="3537" y="1025"/>
                  </a:lnTo>
                  <a:lnTo>
                    <a:pt x="3453" y="942"/>
                  </a:lnTo>
                  <a:lnTo>
                    <a:pt x="3453" y="879"/>
                  </a:lnTo>
                  <a:lnTo>
                    <a:pt x="3390" y="732"/>
                  </a:lnTo>
                  <a:lnTo>
                    <a:pt x="3453" y="565"/>
                  </a:lnTo>
                  <a:lnTo>
                    <a:pt x="3453" y="502"/>
                  </a:lnTo>
                  <a:lnTo>
                    <a:pt x="3327" y="502"/>
                  </a:lnTo>
                  <a:lnTo>
                    <a:pt x="3244" y="418"/>
                  </a:lnTo>
                  <a:lnTo>
                    <a:pt x="3160" y="418"/>
                  </a:lnTo>
                  <a:lnTo>
                    <a:pt x="3055" y="502"/>
                  </a:lnTo>
                  <a:lnTo>
                    <a:pt x="2930" y="523"/>
                  </a:lnTo>
                  <a:lnTo>
                    <a:pt x="2742" y="460"/>
                  </a:lnTo>
                  <a:lnTo>
                    <a:pt x="2658" y="356"/>
                  </a:lnTo>
                  <a:lnTo>
                    <a:pt x="2553" y="293"/>
                  </a:lnTo>
                  <a:lnTo>
                    <a:pt x="2449" y="293"/>
                  </a:lnTo>
                  <a:lnTo>
                    <a:pt x="2407" y="251"/>
                  </a:lnTo>
                  <a:lnTo>
                    <a:pt x="2302" y="251"/>
                  </a:lnTo>
                  <a:lnTo>
                    <a:pt x="2093" y="146"/>
                  </a:lnTo>
                  <a:lnTo>
                    <a:pt x="192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38"/>
            <p:cNvSpPr/>
            <p:nvPr/>
          </p:nvSpPr>
          <p:spPr>
            <a:xfrm>
              <a:off x="3726412" y="3070151"/>
              <a:ext cx="29161" cy="43557"/>
            </a:xfrm>
            <a:custGeom>
              <a:rect b="b" l="l" r="r" t="t"/>
              <a:pathLst>
                <a:path extrusionOk="0" h="3830" w="2449">
                  <a:moveTo>
                    <a:pt x="1674" y="0"/>
                  </a:moveTo>
                  <a:lnTo>
                    <a:pt x="1549" y="63"/>
                  </a:lnTo>
                  <a:lnTo>
                    <a:pt x="1402" y="63"/>
                  </a:lnTo>
                  <a:lnTo>
                    <a:pt x="1193" y="105"/>
                  </a:lnTo>
                  <a:lnTo>
                    <a:pt x="419" y="105"/>
                  </a:lnTo>
                  <a:lnTo>
                    <a:pt x="210" y="147"/>
                  </a:lnTo>
                  <a:lnTo>
                    <a:pt x="189" y="272"/>
                  </a:lnTo>
                  <a:lnTo>
                    <a:pt x="251" y="460"/>
                  </a:lnTo>
                  <a:lnTo>
                    <a:pt x="293" y="502"/>
                  </a:lnTo>
                  <a:lnTo>
                    <a:pt x="377" y="670"/>
                  </a:lnTo>
                  <a:lnTo>
                    <a:pt x="377" y="816"/>
                  </a:lnTo>
                  <a:lnTo>
                    <a:pt x="377" y="879"/>
                  </a:lnTo>
                  <a:lnTo>
                    <a:pt x="314" y="1046"/>
                  </a:lnTo>
                  <a:lnTo>
                    <a:pt x="377" y="1193"/>
                  </a:lnTo>
                  <a:lnTo>
                    <a:pt x="377" y="1256"/>
                  </a:lnTo>
                  <a:lnTo>
                    <a:pt x="461" y="1339"/>
                  </a:lnTo>
                  <a:lnTo>
                    <a:pt x="502" y="1507"/>
                  </a:lnTo>
                  <a:lnTo>
                    <a:pt x="461" y="1632"/>
                  </a:lnTo>
                  <a:lnTo>
                    <a:pt x="461" y="1737"/>
                  </a:lnTo>
                  <a:lnTo>
                    <a:pt x="356" y="1821"/>
                  </a:lnTo>
                  <a:lnTo>
                    <a:pt x="168" y="2072"/>
                  </a:lnTo>
                  <a:lnTo>
                    <a:pt x="168" y="2197"/>
                  </a:lnTo>
                  <a:lnTo>
                    <a:pt x="147" y="2281"/>
                  </a:lnTo>
                  <a:lnTo>
                    <a:pt x="105" y="2406"/>
                  </a:lnTo>
                  <a:lnTo>
                    <a:pt x="63" y="2490"/>
                  </a:lnTo>
                  <a:lnTo>
                    <a:pt x="63" y="2762"/>
                  </a:lnTo>
                  <a:lnTo>
                    <a:pt x="42" y="2783"/>
                  </a:lnTo>
                  <a:lnTo>
                    <a:pt x="0" y="2825"/>
                  </a:lnTo>
                  <a:lnTo>
                    <a:pt x="84" y="2909"/>
                  </a:lnTo>
                  <a:lnTo>
                    <a:pt x="168" y="3118"/>
                  </a:lnTo>
                  <a:lnTo>
                    <a:pt x="189" y="3285"/>
                  </a:lnTo>
                  <a:lnTo>
                    <a:pt x="314" y="3306"/>
                  </a:lnTo>
                  <a:lnTo>
                    <a:pt x="377" y="3411"/>
                  </a:lnTo>
                  <a:lnTo>
                    <a:pt x="377" y="3557"/>
                  </a:lnTo>
                  <a:lnTo>
                    <a:pt x="272" y="3599"/>
                  </a:lnTo>
                  <a:lnTo>
                    <a:pt x="168" y="3599"/>
                  </a:lnTo>
                  <a:lnTo>
                    <a:pt x="147" y="3620"/>
                  </a:lnTo>
                  <a:lnTo>
                    <a:pt x="168" y="3662"/>
                  </a:lnTo>
                  <a:lnTo>
                    <a:pt x="482" y="3725"/>
                  </a:lnTo>
                  <a:lnTo>
                    <a:pt x="712" y="3829"/>
                  </a:lnTo>
                  <a:lnTo>
                    <a:pt x="1214" y="3599"/>
                  </a:lnTo>
                  <a:lnTo>
                    <a:pt x="1549" y="3557"/>
                  </a:lnTo>
                  <a:lnTo>
                    <a:pt x="1863" y="3306"/>
                  </a:lnTo>
                  <a:lnTo>
                    <a:pt x="2135" y="3181"/>
                  </a:lnTo>
                  <a:lnTo>
                    <a:pt x="2448" y="3118"/>
                  </a:lnTo>
                  <a:lnTo>
                    <a:pt x="2386" y="3034"/>
                  </a:lnTo>
                  <a:lnTo>
                    <a:pt x="2302" y="2971"/>
                  </a:lnTo>
                  <a:lnTo>
                    <a:pt x="2260" y="2929"/>
                  </a:lnTo>
                  <a:lnTo>
                    <a:pt x="2197" y="2804"/>
                  </a:lnTo>
                  <a:lnTo>
                    <a:pt x="2176" y="2657"/>
                  </a:lnTo>
                  <a:lnTo>
                    <a:pt x="2197" y="2490"/>
                  </a:lnTo>
                  <a:lnTo>
                    <a:pt x="2197" y="2448"/>
                  </a:lnTo>
                  <a:lnTo>
                    <a:pt x="2260" y="2302"/>
                  </a:lnTo>
                  <a:lnTo>
                    <a:pt x="2260" y="1967"/>
                  </a:lnTo>
                  <a:lnTo>
                    <a:pt x="2197" y="1883"/>
                  </a:lnTo>
                  <a:lnTo>
                    <a:pt x="2239" y="1674"/>
                  </a:lnTo>
                  <a:lnTo>
                    <a:pt x="2176" y="1611"/>
                  </a:lnTo>
                  <a:lnTo>
                    <a:pt x="2239" y="1528"/>
                  </a:lnTo>
                  <a:lnTo>
                    <a:pt x="2197" y="1423"/>
                  </a:lnTo>
                  <a:lnTo>
                    <a:pt x="2155" y="1360"/>
                  </a:lnTo>
                  <a:lnTo>
                    <a:pt x="2176" y="1297"/>
                  </a:lnTo>
                  <a:lnTo>
                    <a:pt x="2197" y="1214"/>
                  </a:lnTo>
                  <a:lnTo>
                    <a:pt x="2197" y="1004"/>
                  </a:lnTo>
                  <a:lnTo>
                    <a:pt x="2155" y="1004"/>
                  </a:lnTo>
                  <a:lnTo>
                    <a:pt x="2093" y="942"/>
                  </a:lnTo>
                  <a:lnTo>
                    <a:pt x="2093" y="732"/>
                  </a:lnTo>
                  <a:lnTo>
                    <a:pt x="2135" y="586"/>
                  </a:lnTo>
                  <a:lnTo>
                    <a:pt x="1988" y="502"/>
                  </a:lnTo>
                  <a:lnTo>
                    <a:pt x="1946" y="419"/>
                  </a:lnTo>
                  <a:lnTo>
                    <a:pt x="1821" y="293"/>
                  </a:lnTo>
                  <a:lnTo>
                    <a:pt x="1821" y="209"/>
                  </a:lnTo>
                  <a:lnTo>
                    <a:pt x="1758" y="168"/>
                  </a:lnTo>
                  <a:lnTo>
                    <a:pt x="171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38"/>
            <p:cNvSpPr/>
            <p:nvPr/>
          </p:nvSpPr>
          <p:spPr>
            <a:xfrm>
              <a:off x="3746846" y="3070151"/>
              <a:ext cx="13956" cy="35459"/>
            </a:xfrm>
            <a:custGeom>
              <a:rect b="b" l="l" r="r" t="t"/>
              <a:pathLst>
                <a:path extrusionOk="0" h="3118" w="1172">
                  <a:moveTo>
                    <a:pt x="0" y="0"/>
                  </a:moveTo>
                  <a:lnTo>
                    <a:pt x="42" y="168"/>
                  </a:lnTo>
                  <a:lnTo>
                    <a:pt x="105" y="209"/>
                  </a:lnTo>
                  <a:lnTo>
                    <a:pt x="105" y="293"/>
                  </a:lnTo>
                  <a:lnTo>
                    <a:pt x="230" y="419"/>
                  </a:lnTo>
                  <a:lnTo>
                    <a:pt x="272" y="502"/>
                  </a:lnTo>
                  <a:lnTo>
                    <a:pt x="419" y="586"/>
                  </a:lnTo>
                  <a:lnTo>
                    <a:pt x="377" y="732"/>
                  </a:lnTo>
                  <a:lnTo>
                    <a:pt x="377" y="942"/>
                  </a:lnTo>
                  <a:lnTo>
                    <a:pt x="439" y="1004"/>
                  </a:lnTo>
                  <a:lnTo>
                    <a:pt x="481" y="1004"/>
                  </a:lnTo>
                  <a:lnTo>
                    <a:pt x="481" y="1214"/>
                  </a:lnTo>
                  <a:lnTo>
                    <a:pt x="460" y="1297"/>
                  </a:lnTo>
                  <a:lnTo>
                    <a:pt x="439" y="1360"/>
                  </a:lnTo>
                  <a:lnTo>
                    <a:pt x="481" y="1423"/>
                  </a:lnTo>
                  <a:lnTo>
                    <a:pt x="523" y="1528"/>
                  </a:lnTo>
                  <a:lnTo>
                    <a:pt x="460" y="1611"/>
                  </a:lnTo>
                  <a:lnTo>
                    <a:pt x="523" y="1674"/>
                  </a:lnTo>
                  <a:lnTo>
                    <a:pt x="481" y="1883"/>
                  </a:lnTo>
                  <a:lnTo>
                    <a:pt x="544" y="1967"/>
                  </a:lnTo>
                  <a:lnTo>
                    <a:pt x="544" y="2302"/>
                  </a:lnTo>
                  <a:lnTo>
                    <a:pt x="481" y="2448"/>
                  </a:lnTo>
                  <a:lnTo>
                    <a:pt x="481" y="2490"/>
                  </a:lnTo>
                  <a:lnTo>
                    <a:pt x="460" y="2657"/>
                  </a:lnTo>
                  <a:lnTo>
                    <a:pt x="481" y="2804"/>
                  </a:lnTo>
                  <a:lnTo>
                    <a:pt x="544" y="2929"/>
                  </a:lnTo>
                  <a:lnTo>
                    <a:pt x="586" y="2971"/>
                  </a:lnTo>
                  <a:lnTo>
                    <a:pt x="670" y="3034"/>
                  </a:lnTo>
                  <a:lnTo>
                    <a:pt x="732" y="3118"/>
                  </a:lnTo>
                  <a:lnTo>
                    <a:pt x="774" y="3118"/>
                  </a:lnTo>
                  <a:lnTo>
                    <a:pt x="1088" y="2929"/>
                  </a:lnTo>
                  <a:lnTo>
                    <a:pt x="1151" y="2929"/>
                  </a:lnTo>
                  <a:lnTo>
                    <a:pt x="1172" y="2825"/>
                  </a:lnTo>
                  <a:lnTo>
                    <a:pt x="1088" y="2699"/>
                  </a:lnTo>
                  <a:lnTo>
                    <a:pt x="1088" y="2553"/>
                  </a:lnTo>
                  <a:lnTo>
                    <a:pt x="1046" y="2385"/>
                  </a:lnTo>
                  <a:lnTo>
                    <a:pt x="1067" y="1716"/>
                  </a:lnTo>
                  <a:lnTo>
                    <a:pt x="1067" y="1611"/>
                  </a:lnTo>
                  <a:lnTo>
                    <a:pt x="1109" y="1528"/>
                  </a:lnTo>
                  <a:lnTo>
                    <a:pt x="1109" y="1402"/>
                  </a:lnTo>
                  <a:lnTo>
                    <a:pt x="1088" y="1297"/>
                  </a:lnTo>
                  <a:lnTo>
                    <a:pt x="1088" y="1130"/>
                  </a:lnTo>
                  <a:lnTo>
                    <a:pt x="1046" y="900"/>
                  </a:lnTo>
                  <a:lnTo>
                    <a:pt x="900" y="586"/>
                  </a:lnTo>
                  <a:lnTo>
                    <a:pt x="858" y="565"/>
                  </a:lnTo>
                  <a:lnTo>
                    <a:pt x="774" y="481"/>
                  </a:lnTo>
                  <a:lnTo>
                    <a:pt x="649" y="398"/>
                  </a:lnTo>
                  <a:lnTo>
                    <a:pt x="628" y="209"/>
                  </a:lnTo>
                  <a:lnTo>
                    <a:pt x="649" y="168"/>
                  </a:lnTo>
                  <a:lnTo>
                    <a:pt x="4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38"/>
            <p:cNvSpPr/>
            <p:nvPr/>
          </p:nvSpPr>
          <p:spPr>
            <a:xfrm>
              <a:off x="3754312" y="3061110"/>
              <a:ext cx="21445" cy="42840"/>
            </a:xfrm>
            <a:custGeom>
              <a:rect b="b" l="l" r="r" t="t"/>
              <a:pathLst>
                <a:path extrusionOk="0" h="3767" w="1801">
                  <a:moveTo>
                    <a:pt x="1047" y="0"/>
                  </a:moveTo>
                  <a:lnTo>
                    <a:pt x="984" y="105"/>
                  </a:lnTo>
                  <a:lnTo>
                    <a:pt x="1005" y="147"/>
                  </a:lnTo>
                  <a:lnTo>
                    <a:pt x="900" y="209"/>
                  </a:lnTo>
                  <a:lnTo>
                    <a:pt x="838" y="209"/>
                  </a:lnTo>
                  <a:lnTo>
                    <a:pt x="838" y="272"/>
                  </a:lnTo>
                  <a:lnTo>
                    <a:pt x="691" y="439"/>
                  </a:lnTo>
                  <a:lnTo>
                    <a:pt x="628" y="439"/>
                  </a:lnTo>
                  <a:lnTo>
                    <a:pt x="440" y="544"/>
                  </a:lnTo>
                  <a:lnTo>
                    <a:pt x="356" y="523"/>
                  </a:lnTo>
                  <a:lnTo>
                    <a:pt x="252" y="565"/>
                  </a:lnTo>
                  <a:lnTo>
                    <a:pt x="252" y="670"/>
                  </a:lnTo>
                  <a:lnTo>
                    <a:pt x="168" y="753"/>
                  </a:lnTo>
                  <a:lnTo>
                    <a:pt x="168" y="858"/>
                  </a:lnTo>
                  <a:lnTo>
                    <a:pt x="43" y="900"/>
                  </a:lnTo>
                  <a:lnTo>
                    <a:pt x="22" y="963"/>
                  </a:lnTo>
                  <a:lnTo>
                    <a:pt x="1" y="1004"/>
                  </a:lnTo>
                  <a:lnTo>
                    <a:pt x="22" y="1193"/>
                  </a:lnTo>
                  <a:lnTo>
                    <a:pt x="147" y="1276"/>
                  </a:lnTo>
                  <a:lnTo>
                    <a:pt x="231" y="1360"/>
                  </a:lnTo>
                  <a:lnTo>
                    <a:pt x="273" y="1381"/>
                  </a:lnTo>
                  <a:lnTo>
                    <a:pt x="419" y="1695"/>
                  </a:lnTo>
                  <a:lnTo>
                    <a:pt x="461" y="1925"/>
                  </a:lnTo>
                  <a:lnTo>
                    <a:pt x="461" y="2092"/>
                  </a:lnTo>
                  <a:lnTo>
                    <a:pt x="482" y="2197"/>
                  </a:lnTo>
                  <a:lnTo>
                    <a:pt x="482" y="2323"/>
                  </a:lnTo>
                  <a:lnTo>
                    <a:pt x="440" y="2406"/>
                  </a:lnTo>
                  <a:lnTo>
                    <a:pt x="440" y="2511"/>
                  </a:lnTo>
                  <a:lnTo>
                    <a:pt x="419" y="3180"/>
                  </a:lnTo>
                  <a:lnTo>
                    <a:pt x="461" y="3348"/>
                  </a:lnTo>
                  <a:lnTo>
                    <a:pt x="461" y="3494"/>
                  </a:lnTo>
                  <a:lnTo>
                    <a:pt x="545" y="3620"/>
                  </a:lnTo>
                  <a:lnTo>
                    <a:pt x="524" y="3724"/>
                  </a:lnTo>
                  <a:lnTo>
                    <a:pt x="733" y="3766"/>
                  </a:lnTo>
                  <a:lnTo>
                    <a:pt x="1110" y="3620"/>
                  </a:lnTo>
                  <a:lnTo>
                    <a:pt x="1152" y="3620"/>
                  </a:lnTo>
                  <a:lnTo>
                    <a:pt x="1110" y="3515"/>
                  </a:lnTo>
                  <a:lnTo>
                    <a:pt x="1152" y="3243"/>
                  </a:lnTo>
                  <a:lnTo>
                    <a:pt x="1110" y="3139"/>
                  </a:lnTo>
                  <a:lnTo>
                    <a:pt x="1152" y="3055"/>
                  </a:lnTo>
                  <a:lnTo>
                    <a:pt x="1110" y="2825"/>
                  </a:lnTo>
                  <a:lnTo>
                    <a:pt x="1110" y="2720"/>
                  </a:lnTo>
                  <a:lnTo>
                    <a:pt x="1110" y="2657"/>
                  </a:lnTo>
                  <a:lnTo>
                    <a:pt x="1089" y="2616"/>
                  </a:lnTo>
                  <a:lnTo>
                    <a:pt x="1110" y="2553"/>
                  </a:lnTo>
                  <a:lnTo>
                    <a:pt x="1089" y="2469"/>
                  </a:lnTo>
                  <a:lnTo>
                    <a:pt x="1089" y="2427"/>
                  </a:lnTo>
                  <a:lnTo>
                    <a:pt x="1089" y="2302"/>
                  </a:lnTo>
                  <a:lnTo>
                    <a:pt x="1110" y="2218"/>
                  </a:lnTo>
                  <a:lnTo>
                    <a:pt x="1110" y="2113"/>
                  </a:lnTo>
                  <a:lnTo>
                    <a:pt x="1152" y="2051"/>
                  </a:lnTo>
                  <a:lnTo>
                    <a:pt x="1256" y="2009"/>
                  </a:lnTo>
                  <a:lnTo>
                    <a:pt x="1298" y="2009"/>
                  </a:lnTo>
                  <a:lnTo>
                    <a:pt x="1361" y="1946"/>
                  </a:lnTo>
                  <a:lnTo>
                    <a:pt x="1403" y="1841"/>
                  </a:lnTo>
                  <a:lnTo>
                    <a:pt x="1486" y="1716"/>
                  </a:lnTo>
                  <a:lnTo>
                    <a:pt x="1528" y="1611"/>
                  </a:lnTo>
                  <a:lnTo>
                    <a:pt x="1612" y="1569"/>
                  </a:lnTo>
                  <a:lnTo>
                    <a:pt x="1696" y="1569"/>
                  </a:lnTo>
                  <a:lnTo>
                    <a:pt x="1716" y="1507"/>
                  </a:lnTo>
                  <a:lnTo>
                    <a:pt x="1591" y="1381"/>
                  </a:lnTo>
                  <a:lnTo>
                    <a:pt x="1591" y="1318"/>
                  </a:lnTo>
                  <a:lnTo>
                    <a:pt x="1633" y="1255"/>
                  </a:lnTo>
                  <a:lnTo>
                    <a:pt x="1779" y="1255"/>
                  </a:lnTo>
                  <a:lnTo>
                    <a:pt x="1800" y="1172"/>
                  </a:lnTo>
                  <a:lnTo>
                    <a:pt x="1737" y="963"/>
                  </a:lnTo>
                  <a:lnTo>
                    <a:pt x="1716" y="837"/>
                  </a:lnTo>
                  <a:lnTo>
                    <a:pt x="1570" y="691"/>
                  </a:lnTo>
                  <a:lnTo>
                    <a:pt x="1528" y="628"/>
                  </a:lnTo>
                  <a:lnTo>
                    <a:pt x="1570" y="481"/>
                  </a:lnTo>
                  <a:lnTo>
                    <a:pt x="1591" y="481"/>
                  </a:lnTo>
                  <a:lnTo>
                    <a:pt x="1465" y="314"/>
                  </a:lnTo>
                  <a:lnTo>
                    <a:pt x="1319" y="272"/>
                  </a:lnTo>
                  <a:lnTo>
                    <a:pt x="1214" y="147"/>
                  </a:lnTo>
                  <a:lnTo>
                    <a:pt x="104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38"/>
            <p:cNvSpPr/>
            <p:nvPr/>
          </p:nvSpPr>
          <p:spPr>
            <a:xfrm>
              <a:off x="3838283" y="2987337"/>
              <a:ext cx="71755" cy="108994"/>
            </a:xfrm>
            <a:custGeom>
              <a:rect b="b" l="l" r="r" t="t"/>
              <a:pathLst>
                <a:path extrusionOk="0" h="9584" w="6026">
                  <a:moveTo>
                    <a:pt x="1318" y="1"/>
                  </a:moveTo>
                  <a:lnTo>
                    <a:pt x="690" y="252"/>
                  </a:lnTo>
                  <a:lnTo>
                    <a:pt x="732" y="336"/>
                  </a:lnTo>
                  <a:lnTo>
                    <a:pt x="1025" y="1110"/>
                  </a:lnTo>
                  <a:lnTo>
                    <a:pt x="1004" y="1277"/>
                  </a:lnTo>
                  <a:lnTo>
                    <a:pt x="962" y="1361"/>
                  </a:lnTo>
                  <a:lnTo>
                    <a:pt x="1360" y="1821"/>
                  </a:lnTo>
                  <a:lnTo>
                    <a:pt x="1339" y="2030"/>
                  </a:lnTo>
                  <a:lnTo>
                    <a:pt x="1255" y="2114"/>
                  </a:lnTo>
                  <a:lnTo>
                    <a:pt x="1109" y="3202"/>
                  </a:lnTo>
                  <a:lnTo>
                    <a:pt x="1130" y="4039"/>
                  </a:lnTo>
                  <a:lnTo>
                    <a:pt x="167" y="5022"/>
                  </a:lnTo>
                  <a:lnTo>
                    <a:pt x="126" y="5085"/>
                  </a:lnTo>
                  <a:lnTo>
                    <a:pt x="0" y="5085"/>
                  </a:lnTo>
                  <a:lnTo>
                    <a:pt x="0" y="5169"/>
                  </a:lnTo>
                  <a:lnTo>
                    <a:pt x="21" y="5901"/>
                  </a:lnTo>
                  <a:lnTo>
                    <a:pt x="105" y="5922"/>
                  </a:lnTo>
                  <a:lnTo>
                    <a:pt x="272" y="6131"/>
                  </a:lnTo>
                  <a:lnTo>
                    <a:pt x="335" y="6278"/>
                  </a:lnTo>
                  <a:lnTo>
                    <a:pt x="628" y="6424"/>
                  </a:lnTo>
                  <a:lnTo>
                    <a:pt x="753" y="6529"/>
                  </a:lnTo>
                  <a:lnTo>
                    <a:pt x="795" y="6717"/>
                  </a:lnTo>
                  <a:lnTo>
                    <a:pt x="837" y="6759"/>
                  </a:lnTo>
                  <a:lnTo>
                    <a:pt x="858" y="6864"/>
                  </a:lnTo>
                  <a:lnTo>
                    <a:pt x="942" y="7031"/>
                  </a:lnTo>
                  <a:lnTo>
                    <a:pt x="942" y="7115"/>
                  </a:lnTo>
                  <a:lnTo>
                    <a:pt x="921" y="7157"/>
                  </a:lnTo>
                  <a:lnTo>
                    <a:pt x="900" y="7219"/>
                  </a:lnTo>
                  <a:lnTo>
                    <a:pt x="962" y="7282"/>
                  </a:lnTo>
                  <a:lnTo>
                    <a:pt x="921" y="7429"/>
                  </a:lnTo>
                  <a:lnTo>
                    <a:pt x="837" y="7491"/>
                  </a:lnTo>
                  <a:lnTo>
                    <a:pt x="858" y="7596"/>
                  </a:lnTo>
                  <a:lnTo>
                    <a:pt x="962" y="7763"/>
                  </a:lnTo>
                  <a:lnTo>
                    <a:pt x="1046" y="7805"/>
                  </a:lnTo>
                  <a:lnTo>
                    <a:pt x="1067" y="7910"/>
                  </a:lnTo>
                  <a:lnTo>
                    <a:pt x="1234" y="8056"/>
                  </a:lnTo>
                  <a:lnTo>
                    <a:pt x="1276" y="8077"/>
                  </a:lnTo>
                  <a:lnTo>
                    <a:pt x="1234" y="8119"/>
                  </a:lnTo>
                  <a:lnTo>
                    <a:pt x="1151" y="8098"/>
                  </a:lnTo>
                  <a:lnTo>
                    <a:pt x="1067" y="8077"/>
                  </a:lnTo>
                  <a:lnTo>
                    <a:pt x="942" y="8056"/>
                  </a:lnTo>
                  <a:lnTo>
                    <a:pt x="900" y="8077"/>
                  </a:lnTo>
                  <a:lnTo>
                    <a:pt x="795" y="8056"/>
                  </a:lnTo>
                  <a:lnTo>
                    <a:pt x="690" y="8077"/>
                  </a:lnTo>
                  <a:lnTo>
                    <a:pt x="628" y="8056"/>
                  </a:lnTo>
                  <a:lnTo>
                    <a:pt x="439" y="8056"/>
                  </a:lnTo>
                  <a:lnTo>
                    <a:pt x="439" y="8161"/>
                  </a:lnTo>
                  <a:lnTo>
                    <a:pt x="418" y="8203"/>
                  </a:lnTo>
                  <a:lnTo>
                    <a:pt x="418" y="8307"/>
                  </a:lnTo>
                  <a:lnTo>
                    <a:pt x="418" y="8370"/>
                  </a:lnTo>
                  <a:lnTo>
                    <a:pt x="502" y="8412"/>
                  </a:lnTo>
                  <a:lnTo>
                    <a:pt x="502" y="8496"/>
                  </a:lnTo>
                  <a:lnTo>
                    <a:pt x="607" y="8517"/>
                  </a:lnTo>
                  <a:lnTo>
                    <a:pt x="816" y="8705"/>
                  </a:lnTo>
                  <a:lnTo>
                    <a:pt x="1025" y="8914"/>
                  </a:lnTo>
                  <a:lnTo>
                    <a:pt x="1109" y="8998"/>
                  </a:lnTo>
                  <a:lnTo>
                    <a:pt x="1214" y="9144"/>
                  </a:lnTo>
                  <a:lnTo>
                    <a:pt x="1276" y="9312"/>
                  </a:lnTo>
                  <a:lnTo>
                    <a:pt x="1318" y="9416"/>
                  </a:lnTo>
                  <a:lnTo>
                    <a:pt x="1360" y="9458"/>
                  </a:lnTo>
                  <a:lnTo>
                    <a:pt x="1381" y="9584"/>
                  </a:lnTo>
                  <a:lnTo>
                    <a:pt x="1486" y="9584"/>
                  </a:lnTo>
                  <a:lnTo>
                    <a:pt x="1590" y="9563"/>
                  </a:lnTo>
                  <a:lnTo>
                    <a:pt x="1758" y="9563"/>
                  </a:lnTo>
                  <a:lnTo>
                    <a:pt x="1799" y="9437"/>
                  </a:lnTo>
                  <a:lnTo>
                    <a:pt x="1799" y="9312"/>
                  </a:lnTo>
                  <a:lnTo>
                    <a:pt x="1883" y="9249"/>
                  </a:lnTo>
                  <a:lnTo>
                    <a:pt x="1946" y="9312"/>
                  </a:lnTo>
                  <a:lnTo>
                    <a:pt x="1988" y="9437"/>
                  </a:lnTo>
                  <a:lnTo>
                    <a:pt x="2051" y="9479"/>
                  </a:lnTo>
                  <a:lnTo>
                    <a:pt x="2155" y="9458"/>
                  </a:lnTo>
                  <a:lnTo>
                    <a:pt x="2281" y="9354"/>
                  </a:lnTo>
                  <a:lnTo>
                    <a:pt x="2469" y="9312"/>
                  </a:lnTo>
                  <a:lnTo>
                    <a:pt x="2595" y="9207"/>
                  </a:lnTo>
                  <a:lnTo>
                    <a:pt x="2929" y="9123"/>
                  </a:lnTo>
                  <a:lnTo>
                    <a:pt x="3097" y="9123"/>
                  </a:lnTo>
                  <a:lnTo>
                    <a:pt x="3159" y="9019"/>
                  </a:lnTo>
                  <a:lnTo>
                    <a:pt x="3327" y="8914"/>
                  </a:lnTo>
                  <a:lnTo>
                    <a:pt x="3306" y="8831"/>
                  </a:lnTo>
                  <a:lnTo>
                    <a:pt x="3243" y="8831"/>
                  </a:lnTo>
                  <a:lnTo>
                    <a:pt x="3139" y="8726"/>
                  </a:lnTo>
                  <a:lnTo>
                    <a:pt x="3159" y="8621"/>
                  </a:lnTo>
                  <a:lnTo>
                    <a:pt x="3243" y="8579"/>
                  </a:lnTo>
                  <a:lnTo>
                    <a:pt x="3327" y="8600"/>
                  </a:lnTo>
                  <a:lnTo>
                    <a:pt x="3452" y="8579"/>
                  </a:lnTo>
                  <a:lnTo>
                    <a:pt x="3557" y="8621"/>
                  </a:lnTo>
                  <a:lnTo>
                    <a:pt x="3683" y="8642"/>
                  </a:lnTo>
                  <a:lnTo>
                    <a:pt x="3850" y="8621"/>
                  </a:lnTo>
                  <a:lnTo>
                    <a:pt x="4080" y="8600"/>
                  </a:lnTo>
                  <a:lnTo>
                    <a:pt x="4185" y="8517"/>
                  </a:lnTo>
                  <a:lnTo>
                    <a:pt x="4289" y="8475"/>
                  </a:lnTo>
                  <a:lnTo>
                    <a:pt x="4310" y="8370"/>
                  </a:lnTo>
                  <a:lnTo>
                    <a:pt x="4289" y="8286"/>
                  </a:lnTo>
                  <a:lnTo>
                    <a:pt x="4310" y="8182"/>
                  </a:lnTo>
                  <a:lnTo>
                    <a:pt x="4394" y="8119"/>
                  </a:lnTo>
                  <a:lnTo>
                    <a:pt x="4394" y="8056"/>
                  </a:lnTo>
                  <a:lnTo>
                    <a:pt x="4478" y="7952"/>
                  </a:lnTo>
                  <a:lnTo>
                    <a:pt x="4520" y="7973"/>
                  </a:lnTo>
                  <a:lnTo>
                    <a:pt x="4582" y="7973"/>
                  </a:lnTo>
                  <a:lnTo>
                    <a:pt x="4687" y="7805"/>
                  </a:lnTo>
                  <a:lnTo>
                    <a:pt x="4771" y="7784"/>
                  </a:lnTo>
                  <a:lnTo>
                    <a:pt x="4729" y="7701"/>
                  </a:lnTo>
                  <a:lnTo>
                    <a:pt x="4771" y="7638"/>
                  </a:lnTo>
                  <a:lnTo>
                    <a:pt x="4917" y="7554"/>
                  </a:lnTo>
                  <a:lnTo>
                    <a:pt x="5022" y="7470"/>
                  </a:lnTo>
                  <a:lnTo>
                    <a:pt x="5147" y="7470"/>
                  </a:lnTo>
                  <a:lnTo>
                    <a:pt x="5231" y="7533"/>
                  </a:lnTo>
                  <a:lnTo>
                    <a:pt x="5356" y="7450"/>
                  </a:lnTo>
                  <a:lnTo>
                    <a:pt x="5398" y="7387"/>
                  </a:lnTo>
                  <a:lnTo>
                    <a:pt x="5419" y="7366"/>
                  </a:lnTo>
                  <a:lnTo>
                    <a:pt x="5419" y="7282"/>
                  </a:lnTo>
                  <a:lnTo>
                    <a:pt x="5461" y="7219"/>
                  </a:lnTo>
                  <a:lnTo>
                    <a:pt x="5419" y="7136"/>
                  </a:lnTo>
                  <a:lnTo>
                    <a:pt x="5189" y="7052"/>
                  </a:lnTo>
                  <a:lnTo>
                    <a:pt x="5147" y="6947"/>
                  </a:lnTo>
                  <a:lnTo>
                    <a:pt x="5147" y="6822"/>
                  </a:lnTo>
                  <a:lnTo>
                    <a:pt x="5105" y="6717"/>
                  </a:lnTo>
                  <a:lnTo>
                    <a:pt x="5147" y="6634"/>
                  </a:lnTo>
                  <a:lnTo>
                    <a:pt x="5084" y="6592"/>
                  </a:lnTo>
                  <a:lnTo>
                    <a:pt x="5126" y="6529"/>
                  </a:lnTo>
                  <a:lnTo>
                    <a:pt x="5126" y="6445"/>
                  </a:lnTo>
                  <a:lnTo>
                    <a:pt x="5084" y="6424"/>
                  </a:lnTo>
                  <a:lnTo>
                    <a:pt x="4938" y="6529"/>
                  </a:lnTo>
                  <a:lnTo>
                    <a:pt x="4875" y="6445"/>
                  </a:lnTo>
                  <a:lnTo>
                    <a:pt x="4875" y="6320"/>
                  </a:lnTo>
                  <a:lnTo>
                    <a:pt x="5043" y="6131"/>
                  </a:lnTo>
                  <a:lnTo>
                    <a:pt x="5105" y="6027"/>
                  </a:lnTo>
                  <a:lnTo>
                    <a:pt x="5084" y="5922"/>
                  </a:lnTo>
                  <a:lnTo>
                    <a:pt x="4980" y="5880"/>
                  </a:lnTo>
                  <a:lnTo>
                    <a:pt x="5001" y="5797"/>
                  </a:lnTo>
                  <a:lnTo>
                    <a:pt x="5126" y="5713"/>
                  </a:lnTo>
                  <a:lnTo>
                    <a:pt x="5189" y="5587"/>
                  </a:lnTo>
                  <a:lnTo>
                    <a:pt x="5126" y="5545"/>
                  </a:lnTo>
                  <a:lnTo>
                    <a:pt x="5105" y="5441"/>
                  </a:lnTo>
                  <a:lnTo>
                    <a:pt x="5210" y="5357"/>
                  </a:lnTo>
                  <a:lnTo>
                    <a:pt x="5252" y="5357"/>
                  </a:lnTo>
                  <a:lnTo>
                    <a:pt x="5461" y="5085"/>
                  </a:lnTo>
                  <a:lnTo>
                    <a:pt x="5524" y="4960"/>
                  </a:lnTo>
                  <a:lnTo>
                    <a:pt x="5461" y="4876"/>
                  </a:lnTo>
                  <a:lnTo>
                    <a:pt x="5461" y="4750"/>
                  </a:lnTo>
                  <a:lnTo>
                    <a:pt x="5566" y="4667"/>
                  </a:lnTo>
                  <a:lnTo>
                    <a:pt x="5712" y="4667"/>
                  </a:lnTo>
                  <a:lnTo>
                    <a:pt x="5817" y="4729"/>
                  </a:lnTo>
                  <a:lnTo>
                    <a:pt x="5921" y="4646"/>
                  </a:lnTo>
                  <a:lnTo>
                    <a:pt x="6026" y="4625"/>
                  </a:lnTo>
                  <a:lnTo>
                    <a:pt x="5963" y="2344"/>
                  </a:lnTo>
                  <a:lnTo>
                    <a:pt x="13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38"/>
            <p:cNvSpPr/>
            <p:nvPr/>
          </p:nvSpPr>
          <p:spPr>
            <a:xfrm>
              <a:off x="3829555" y="3057778"/>
              <a:ext cx="2251" cy="1194"/>
            </a:xfrm>
            <a:custGeom>
              <a:rect b="b" l="l" r="r" t="t"/>
              <a:pathLst>
                <a:path extrusionOk="0" h="105" w="189">
                  <a:moveTo>
                    <a:pt x="189" y="0"/>
                  </a:moveTo>
                  <a:lnTo>
                    <a:pt x="1" y="42"/>
                  </a:lnTo>
                  <a:lnTo>
                    <a:pt x="63" y="105"/>
                  </a:lnTo>
                  <a:lnTo>
                    <a:pt x="168" y="84"/>
                  </a:lnTo>
                  <a:lnTo>
                    <a:pt x="18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38"/>
            <p:cNvSpPr/>
            <p:nvPr/>
          </p:nvSpPr>
          <p:spPr>
            <a:xfrm>
              <a:off x="3749584" y="2988770"/>
              <a:ext cx="104905" cy="77822"/>
            </a:xfrm>
            <a:custGeom>
              <a:rect b="b" l="l" r="r" t="t"/>
              <a:pathLst>
                <a:path extrusionOk="0" h="6843" w="8810">
                  <a:moveTo>
                    <a:pt x="6507" y="0"/>
                  </a:moveTo>
                  <a:lnTo>
                    <a:pt x="3913" y="1590"/>
                  </a:lnTo>
                  <a:lnTo>
                    <a:pt x="3181" y="2239"/>
                  </a:lnTo>
                  <a:lnTo>
                    <a:pt x="2323" y="2448"/>
                  </a:lnTo>
                  <a:lnTo>
                    <a:pt x="2302" y="3578"/>
                  </a:lnTo>
                  <a:lnTo>
                    <a:pt x="2239" y="4080"/>
                  </a:lnTo>
                  <a:lnTo>
                    <a:pt x="2176" y="4164"/>
                  </a:lnTo>
                  <a:lnTo>
                    <a:pt x="2134" y="4331"/>
                  </a:lnTo>
                  <a:lnTo>
                    <a:pt x="2093" y="4478"/>
                  </a:lnTo>
                  <a:lnTo>
                    <a:pt x="1800" y="4624"/>
                  </a:lnTo>
                  <a:lnTo>
                    <a:pt x="1653" y="4729"/>
                  </a:lnTo>
                  <a:lnTo>
                    <a:pt x="1465" y="4729"/>
                  </a:lnTo>
                  <a:lnTo>
                    <a:pt x="1297" y="4834"/>
                  </a:lnTo>
                  <a:lnTo>
                    <a:pt x="942" y="4834"/>
                  </a:lnTo>
                  <a:lnTo>
                    <a:pt x="774" y="4917"/>
                  </a:lnTo>
                  <a:lnTo>
                    <a:pt x="649" y="4917"/>
                  </a:lnTo>
                  <a:lnTo>
                    <a:pt x="251" y="4938"/>
                  </a:lnTo>
                  <a:lnTo>
                    <a:pt x="126" y="4917"/>
                  </a:lnTo>
                  <a:lnTo>
                    <a:pt x="84" y="5001"/>
                  </a:lnTo>
                  <a:lnTo>
                    <a:pt x="84" y="5147"/>
                  </a:lnTo>
                  <a:lnTo>
                    <a:pt x="0" y="5252"/>
                  </a:lnTo>
                  <a:lnTo>
                    <a:pt x="0" y="5440"/>
                  </a:lnTo>
                  <a:lnTo>
                    <a:pt x="544" y="5796"/>
                  </a:lnTo>
                  <a:lnTo>
                    <a:pt x="544" y="6047"/>
                  </a:lnTo>
                  <a:lnTo>
                    <a:pt x="753" y="6173"/>
                  </a:lnTo>
                  <a:lnTo>
                    <a:pt x="984" y="6047"/>
                  </a:lnTo>
                  <a:lnTo>
                    <a:pt x="1067" y="6089"/>
                  </a:lnTo>
                  <a:lnTo>
                    <a:pt x="1067" y="6152"/>
                  </a:lnTo>
                  <a:lnTo>
                    <a:pt x="1130" y="6194"/>
                  </a:lnTo>
                  <a:lnTo>
                    <a:pt x="1130" y="6298"/>
                  </a:lnTo>
                  <a:lnTo>
                    <a:pt x="1067" y="6403"/>
                  </a:lnTo>
                  <a:lnTo>
                    <a:pt x="1193" y="6570"/>
                  </a:lnTo>
                  <a:lnTo>
                    <a:pt x="1297" y="6570"/>
                  </a:lnTo>
                  <a:lnTo>
                    <a:pt x="1402" y="6508"/>
                  </a:lnTo>
                  <a:lnTo>
                    <a:pt x="1381" y="6466"/>
                  </a:lnTo>
                  <a:lnTo>
                    <a:pt x="1444" y="6361"/>
                  </a:lnTo>
                  <a:lnTo>
                    <a:pt x="1611" y="6508"/>
                  </a:lnTo>
                  <a:lnTo>
                    <a:pt x="1716" y="6633"/>
                  </a:lnTo>
                  <a:lnTo>
                    <a:pt x="1862" y="6675"/>
                  </a:lnTo>
                  <a:lnTo>
                    <a:pt x="1988" y="6842"/>
                  </a:lnTo>
                  <a:lnTo>
                    <a:pt x="2072" y="6780"/>
                  </a:lnTo>
                  <a:lnTo>
                    <a:pt x="2072" y="6717"/>
                  </a:lnTo>
                  <a:lnTo>
                    <a:pt x="2009" y="6696"/>
                  </a:lnTo>
                  <a:lnTo>
                    <a:pt x="1925" y="6528"/>
                  </a:lnTo>
                  <a:lnTo>
                    <a:pt x="1967" y="6487"/>
                  </a:lnTo>
                  <a:lnTo>
                    <a:pt x="1967" y="6403"/>
                  </a:lnTo>
                  <a:lnTo>
                    <a:pt x="2072" y="6298"/>
                  </a:lnTo>
                  <a:lnTo>
                    <a:pt x="2176" y="6298"/>
                  </a:lnTo>
                  <a:lnTo>
                    <a:pt x="2176" y="6215"/>
                  </a:lnTo>
                  <a:lnTo>
                    <a:pt x="2113" y="6173"/>
                  </a:lnTo>
                  <a:lnTo>
                    <a:pt x="2093" y="6068"/>
                  </a:lnTo>
                  <a:lnTo>
                    <a:pt x="2113" y="6005"/>
                  </a:lnTo>
                  <a:lnTo>
                    <a:pt x="2134" y="5984"/>
                  </a:lnTo>
                  <a:lnTo>
                    <a:pt x="2113" y="5943"/>
                  </a:lnTo>
                  <a:lnTo>
                    <a:pt x="2113" y="5880"/>
                  </a:lnTo>
                  <a:lnTo>
                    <a:pt x="2239" y="5775"/>
                  </a:lnTo>
                  <a:lnTo>
                    <a:pt x="2323" y="5754"/>
                  </a:lnTo>
                  <a:lnTo>
                    <a:pt x="2385" y="5733"/>
                  </a:lnTo>
                  <a:lnTo>
                    <a:pt x="2490" y="5692"/>
                  </a:lnTo>
                  <a:lnTo>
                    <a:pt x="2804" y="5692"/>
                  </a:lnTo>
                  <a:lnTo>
                    <a:pt x="2846" y="5650"/>
                  </a:lnTo>
                  <a:lnTo>
                    <a:pt x="2930" y="5650"/>
                  </a:lnTo>
                  <a:lnTo>
                    <a:pt x="3013" y="5671"/>
                  </a:lnTo>
                  <a:lnTo>
                    <a:pt x="3160" y="5692"/>
                  </a:lnTo>
                  <a:lnTo>
                    <a:pt x="3243" y="5733"/>
                  </a:lnTo>
                  <a:lnTo>
                    <a:pt x="3327" y="5754"/>
                  </a:lnTo>
                  <a:lnTo>
                    <a:pt x="3494" y="5796"/>
                  </a:lnTo>
                  <a:lnTo>
                    <a:pt x="3557" y="5880"/>
                  </a:lnTo>
                  <a:lnTo>
                    <a:pt x="3683" y="6068"/>
                  </a:lnTo>
                  <a:lnTo>
                    <a:pt x="3787" y="6152"/>
                  </a:lnTo>
                  <a:lnTo>
                    <a:pt x="3850" y="6110"/>
                  </a:lnTo>
                  <a:lnTo>
                    <a:pt x="3913" y="6047"/>
                  </a:lnTo>
                  <a:lnTo>
                    <a:pt x="3997" y="6005"/>
                  </a:lnTo>
                  <a:lnTo>
                    <a:pt x="4080" y="5984"/>
                  </a:lnTo>
                  <a:lnTo>
                    <a:pt x="4227" y="5964"/>
                  </a:lnTo>
                  <a:lnTo>
                    <a:pt x="4269" y="5943"/>
                  </a:lnTo>
                  <a:lnTo>
                    <a:pt x="4373" y="5943"/>
                  </a:lnTo>
                  <a:lnTo>
                    <a:pt x="4478" y="6005"/>
                  </a:lnTo>
                  <a:lnTo>
                    <a:pt x="4478" y="6068"/>
                  </a:lnTo>
                  <a:lnTo>
                    <a:pt x="4582" y="6089"/>
                  </a:lnTo>
                  <a:lnTo>
                    <a:pt x="4750" y="6194"/>
                  </a:lnTo>
                  <a:lnTo>
                    <a:pt x="4896" y="6215"/>
                  </a:lnTo>
                  <a:lnTo>
                    <a:pt x="5126" y="6298"/>
                  </a:lnTo>
                  <a:lnTo>
                    <a:pt x="5231" y="6319"/>
                  </a:lnTo>
                  <a:lnTo>
                    <a:pt x="5357" y="6256"/>
                  </a:lnTo>
                  <a:lnTo>
                    <a:pt x="5524" y="6047"/>
                  </a:lnTo>
                  <a:lnTo>
                    <a:pt x="5629" y="5984"/>
                  </a:lnTo>
                  <a:lnTo>
                    <a:pt x="5943" y="6005"/>
                  </a:lnTo>
                  <a:lnTo>
                    <a:pt x="6068" y="5964"/>
                  </a:lnTo>
                  <a:lnTo>
                    <a:pt x="6319" y="5984"/>
                  </a:lnTo>
                  <a:lnTo>
                    <a:pt x="6507" y="6068"/>
                  </a:lnTo>
                  <a:lnTo>
                    <a:pt x="6675" y="6089"/>
                  </a:lnTo>
                  <a:lnTo>
                    <a:pt x="6717" y="6110"/>
                  </a:lnTo>
                  <a:lnTo>
                    <a:pt x="6905" y="6068"/>
                  </a:lnTo>
                  <a:lnTo>
                    <a:pt x="6926" y="6047"/>
                  </a:lnTo>
                  <a:lnTo>
                    <a:pt x="7031" y="5984"/>
                  </a:lnTo>
                  <a:lnTo>
                    <a:pt x="7093" y="5943"/>
                  </a:lnTo>
                  <a:lnTo>
                    <a:pt x="7156" y="5901"/>
                  </a:lnTo>
                  <a:lnTo>
                    <a:pt x="7240" y="5943"/>
                  </a:lnTo>
                  <a:lnTo>
                    <a:pt x="7303" y="5901"/>
                  </a:lnTo>
                  <a:lnTo>
                    <a:pt x="7323" y="5838"/>
                  </a:lnTo>
                  <a:lnTo>
                    <a:pt x="7365" y="5733"/>
                  </a:lnTo>
                  <a:lnTo>
                    <a:pt x="7470" y="5775"/>
                  </a:lnTo>
                  <a:lnTo>
                    <a:pt x="7470" y="5775"/>
                  </a:lnTo>
                  <a:lnTo>
                    <a:pt x="7449" y="5043"/>
                  </a:lnTo>
                  <a:lnTo>
                    <a:pt x="7449" y="4959"/>
                  </a:lnTo>
                  <a:lnTo>
                    <a:pt x="7575" y="4959"/>
                  </a:lnTo>
                  <a:lnTo>
                    <a:pt x="7616" y="4896"/>
                  </a:lnTo>
                  <a:lnTo>
                    <a:pt x="8579" y="3913"/>
                  </a:lnTo>
                  <a:lnTo>
                    <a:pt x="8558" y="3076"/>
                  </a:lnTo>
                  <a:lnTo>
                    <a:pt x="8704" y="1988"/>
                  </a:lnTo>
                  <a:lnTo>
                    <a:pt x="8788" y="1904"/>
                  </a:lnTo>
                  <a:lnTo>
                    <a:pt x="8809" y="1695"/>
                  </a:lnTo>
                  <a:lnTo>
                    <a:pt x="8411" y="1235"/>
                  </a:lnTo>
                  <a:lnTo>
                    <a:pt x="8453" y="1151"/>
                  </a:lnTo>
                  <a:lnTo>
                    <a:pt x="8474" y="984"/>
                  </a:lnTo>
                  <a:lnTo>
                    <a:pt x="8181" y="210"/>
                  </a:lnTo>
                  <a:lnTo>
                    <a:pt x="8139" y="126"/>
                  </a:lnTo>
                  <a:lnTo>
                    <a:pt x="7616" y="335"/>
                  </a:lnTo>
                  <a:lnTo>
                    <a:pt x="7512" y="230"/>
                  </a:lnTo>
                  <a:lnTo>
                    <a:pt x="650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A6CBC2"/>
                </a:solidFill>
              </a:endParaRPr>
            </a:p>
          </p:txBody>
        </p:sp>
        <p:sp>
          <p:nvSpPr>
            <p:cNvPr id="700" name="Google Shape;700;p38"/>
            <p:cNvSpPr/>
            <p:nvPr/>
          </p:nvSpPr>
          <p:spPr>
            <a:xfrm>
              <a:off x="3767267" y="3053013"/>
              <a:ext cx="78744" cy="64493"/>
            </a:xfrm>
            <a:custGeom>
              <a:rect b="b" l="l" r="r" t="t"/>
              <a:pathLst>
                <a:path extrusionOk="0" h="5671" w="6613">
                  <a:moveTo>
                    <a:pt x="1361" y="1"/>
                  </a:moveTo>
                  <a:lnTo>
                    <a:pt x="1319" y="43"/>
                  </a:lnTo>
                  <a:lnTo>
                    <a:pt x="1005" y="43"/>
                  </a:lnTo>
                  <a:lnTo>
                    <a:pt x="900" y="84"/>
                  </a:lnTo>
                  <a:lnTo>
                    <a:pt x="838" y="105"/>
                  </a:lnTo>
                  <a:lnTo>
                    <a:pt x="754" y="126"/>
                  </a:lnTo>
                  <a:lnTo>
                    <a:pt x="628" y="231"/>
                  </a:lnTo>
                  <a:lnTo>
                    <a:pt x="628" y="294"/>
                  </a:lnTo>
                  <a:lnTo>
                    <a:pt x="649" y="335"/>
                  </a:lnTo>
                  <a:lnTo>
                    <a:pt x="628" y="356"/>
                  </a:lnTo>
                  <a:lnTo>
                    <a:pt x="608" y="419"/>
                  </a:lnTo>
                  <a:lnTo>
                    <a:pt x="628" y="524"/>
                  </a:lnTo>
                  <a:lnTo>
                    <a:pt x="691" y="566"/>
                  </a:lnTo>
                  <a:lnTo>
                    <a:pt x="691" y="649"/>
                  </a:lnTo>
                  <a:lnTo>
                    <a:pt x="587" y="649"/>
                  </a:lnTo>
                  <a:lnTo>
                    <a:pt x="482" y="754"/>
                  </a:lnTo>
                  <a:lnTo>
                    <a:pt x="482" y="838"/>
                  </a:lnTo>
                  <a:lnTo>
                    <a:pt x="440" y="879"/>
                  </a:lnTo>
                  <a:lnTo>
                    <a:pt x="524" y="1047"/>
                  </a:lnTo>
                  <a:lnTo>
                    <a:pt x="587" y="1068"/>
                  </a:lnTo>
                  <a:lnTo>
                    <a:pt x="587" y="1131"/>
                  </a:lnTo>
                  <a:lnTo>
                    <a:pt x="503" y="1193"/>
                  </a:lnTo>
                  <a:lnTo>
                    <a:pt x="482" y="1193"/>
                  </a:lnTo>
                  <a:lnTo>
                    <a:pt x="440" y="1340"/>
                  </a:lnTo>
                  <a:lnTo>
                    <a:pt x="482" y="1403"/>
                  </a:lnTo>
                  <a:lnTo>
                    <a:pt x="628" y="1549"/>
                  </a:lnTo>
                  <a:lnTo>
                    <a:pt x="649" y="1675"/>
                  </a:lnTo>
                  <a:lnTo>
                    <a:pt x="712" y="1884"/>
                  </a:lnTo>
                  <a:lnTo>
                    <a:pt x="691" y="1967"/>
                  </a:lnTo>
                  <a:lnTo>
                    <a:pt x="545" y="1967"/>
                  </a:lnTo>
                  <a:lnTo>
                    <a:pt x="503" y="2030"/>
                  </a:lnTo>
                  <a:lnTo>
                    <a:pt x="503" y="2093"/>
                  </a:lnTo>
                  <a:lnTo>
                    <a:pt x="628" y="2219"/>
                  </a:lnTo>
                  <a:lnTo>
                    <a:pt x="608" y="2281"/>
                  </a:lnTo>
                  <a:lnTo>
                    <a:pt x="524" y="2281"/>
                  </a:lnTo>
                  <a:lnTo>
                    <a:pt x="440" y="2323"/>
                  </a:lnTo>
                  <a:lnTo>
                    <a:pt x="398" y="2428"/>
                  </a:lnTo>
                  <a:lnTo>
                    <a:pt x="315" y="2553"/>
                  </a:lnTo>
                  <a:lnTo>
                    <a:pt x="273" y="2658"/>
                  </a:lnTo>
                  <a:lnTo>
                    <a:pt x="210" y="2721"/>
                  </a:lnTo>
                  <a:lnTo>
                    <a:pt x="168" y="2721"/>
                  </a:lnTo>
                  <a:lnTo>
                    <a:pt x="64" y="2763"/>
                  </a:lnTo>
                  <a:lnTo>
                    <a:pt x="22" y="2825"/>
                  </a:lnTo>
                  <a:lnTo>
                    <a:pt x="22" y="2930"/>
                  </a:lnTo>
                  <a:lnTo>
                    <a:pt x="1" y="3014"/>
                  </a:lnTo>
                  <a:lnTo>
                    <a:pt x="1" y="3139"/>
                  </a:lnTo>
                  <a:lnTo>
                    <a:pt x="1" y="3181"/>
                  </a:lnTo>
                  <a:lnTo>
                    <a:pt x="22" y="3265"/>
                  </a:lnTo>
                  <a:lnTo>
                    <a:pt x="1" y="3328"/>
                  </a:lnTo>
                  <a:lnTo>
                    <a:pt x="22" y="3369"/>
                  </a:lnTo>
                  <a:lnTo>
                    <a:pt x="22" y="3432"/>
                  </a:lnTo>
                  <a:lnTo>
                    <a:pt x="22" y="3537"/>
                  </a:lnTo>
                  <a:lnTo>
                    <a:pt x="64" y="3767"/>
                  </a:lnTo>
                  <a:lnTo>
                    <a:pt x="22" y="3851"/>
                  </a:lnTo>
                  <a:lnTo>
                    <a:pt x="64" y="3955"/>
                  </a:lnTo>
                  <a:lnTo>
                    <a:pt x="22" y="4227"/>
                  </a:lnTo>
                  <a:lnTo>
                    <a:pt x="64" y="4332"/>
                  </a:lnTo>
                  <a:lnTo>
                    <a:pt x="294" y="4395"/>
                  </a:lnTo>
                  <a:lnTo>
                    <a:pt x="482" y="4311"/>
                  </a:lnTo>
                  <a:lnTo>
                    <a:pt x="900" y="4541"/>
                  </a:lnTo>
                  <a:lnTo>
                    <a:pt x="1131" y="4750"/>
                  </a:lnTo>
                  <a:lnTo>
                    <a:pt x="1256" y="5043"/>
                  </a:lnTo>
                  <a:lnTo>
                    <a:pt x="1256" y="5232"/>
                  </a:lnTo>
                  <a:lnTo>
                    <a:pt x="1340" y="5273"/>
                  </a:lnTo>
                  <a:lnTo>
                    <a:pt x="1424" y="5462"/>
                  </a:lnTo>
                  <a:lnTo>
                    <a:pt x="1549" y="5587"/>
                  </a:lnTo>
                  <a:lnTo>
                    <a:pt x="1758" y="5671"/>
                  </a:lnTo>
                  <a:lnTo>
                    <a:pt x="2323" y="5629"/>
                  </a:lnTo>
                  <a:lnTo>
                    <a:pt x="2428" y="5566"/>
                  </a:lnTo>
                  <a:lnTo>
                    <a:pt x="2512" y="5587"/>
                  </a:lnTo>
                  <a:lnTo>
                    <a:pt x="2784" y="5483"/>
                  </a:lnTo>
                  <a:lnTo>
                    <a:pt x="2888" y="5545"/>
                  </a:lnTo>
                  <a:lnTo>
                    <a:pt x="3014" y="5524"/>
                  </a:lnTo>
                  <a:lnTo>
                    <a:pt x="3056" y="5357"/>
                  </a:lnTo>
                  <a:lnTo>
                    <a:pt x="3160" y="5462"/>
                  </a:lnTo>
                  <a:lnTo>
                    <a:pt x="3223" y="5441"/>
                  </a:lnTo>
                  <a:lnTo>
                    <a:pt x="3223" y="5357"/>
                  </a:lnTo>
                  <a:lnTo>
                    <a:pt x="3369" y="5211"/>
                  </a:lnTo>
                  <a:lnTo>
                    <a:pt x="3432" y="5043"/>
                  </a:lnTo>
                  <a:lnTo>
                    <a:pt x="3432" y="4918"/>
                  </a:lnTo>
                  <a:lnTo>
                    <a:pt x="3411" y="4792"/>
                  </a:lnTo>
                  <a:lnTo>
                    <a:pt x="3474" y="4729"/>
                  </a:lnTo>
                  <a:lnTo>
                    <a:pt x="3474" y="4646"/>
                  </a:lnTo>
                  <a:lnTo>
                    <a:pt x="3558" y="4583"/>
                  </a:lnTo>
                  <a:lnTo>
                    <a:pt x="3662" y="4499"/>
                  </a:lnTo>
                  <a:lnTo>
                    <a:pt x="3725" y="4436"/>
                  </a:lnTo>
                  <a:lnTo>
                    <a:pt x="3893" y="4311"/>
                  </a:lnTo>
                  <a:lnTo>
                    <a:pt x="3872" y="4206"/>
                  </a:lnTo>
                  <a:lnTo>
                    <a:pt x="3893" y="4123"/>
                  </a:lnTo>
                  <a:lnTo>
                    <a:pt x="4039" y="4123"/>
                  </a:lnTo>
                  <a:lnTo>
                    <a:pt x="4081" y="4060"/>
                  </a:lnTo>
                  <a:lnTo>
                    <a:pt x="4102" y="4081"/>
                  </a:lnTo>
                  <a:lnTo>
                    <a:pt x="4269" y="4123"/>
                  </a:lnTo>
                  <a:lnTo>
                    <a:pt x="4353" y="4123"/>
                  </a:lnTo>
                  <a:lnTo>
                    <a:pt x="4458" y="4185"/>
                  </a:lnTo>
                  <a:lnTo>
                    <a:pt x="4499" y="4311"/>
                  </a:lnTo>
                  <a:lnTo>
                    <a:pt x="4604" y="4374"/>
                  </a:lnTo>
                  <a:lnTo>
                    <a:pt x="4688" y="4395"/>
                  </a:lnTo>
                  <a:lnTo>
                    <a:pt x="4792" y="4332"/>
                  </a:lnTo>
                  <a:lnTo>
                    <a:pt x="4876" y="4206"/>
                  </a:lnTo>
                  <a:lnTo>
                    <a:pt x="4876" y="4164"/>
                  </a:lnTo>
                  <a:lnTo>
                    <a:pt x="4918" y="4081"/>
                  </a:lnTo>
                  <a:lnTo>
                    <a:pt x="5002" y="4060"/>
                  </a:lnTo>
                  <a:lnTo>
                    <a:pt x="5085" y="3955"/>
                  </a:lnTo>
                  <a:lnTo>
                    <a:pt x="5085" y="3872"/>
                  </a:lnTo>
                  <a:lnTo>
                    <a:pt x="5106" y="3746"/>
                  </a:lnTo>
                  <a:lnTo>
                    <a:pt x="5294" y="3558"/>
                  </a:lnTo>
                  <a:lnTo>
                    <a:pt x="5315" y="3453"/>
                  </a:lnTo>
                  <a:lnTo>
                    <a:pt x="5294" y="3369"/>
                  </a:lnTo>
                  <a:lnTo>
                    <a:pt x="5336" y="3286"/>
                  </a:lnTo>
                  <a:lnTo>
                    <a:pt x="5504" y="3139"/>
                  </a:lnTo>
                  <a:lnTo>
                    <a:pt x="5608" y="3056"/>
                  </a:lnTo>
                  <a:lnTo>
                    <a:pt x="5629" y="2930"/>
                  </a:lnTo>
                  <a:lnTo>
                    <a:pt x="5650" y="2846"/>
                  </a:lnTo>
                  <a:lnTo>
                    <a:pt x="5629" y="2658"/>
                  </a:lnTo>
                  <a:lnTo>
                    <a:pt x="5734" y="2595"/>
                  </a:lnTo>
                  <a:lnTo>
                    <a:pt x="5880" y="2553"/>
                  </a:lnTo>
                  <a:lnTo>
                    <a:pt x="5964" y="2428"/>
                  </a:lnTo>
                  <a:lnTo>
                    <a:pt x="5985" y="2302"/>
                  </a:lnTo>
                  <a:lnTo>
                    <a:pt x="5985" y="2135"/>
                  </a:lnTo>
                  <a:lnTo>
                    <a:pt x="5985" y="2030"/>
                  </a:lnTo>
                  <a:lnTo>
                    <a:pt x="6048" y="1926"/>
                  </a:lnTo>
                  <a:lnTo>
                    <a:pt x="6152" y="1758"/>
                  </a:lnTo>
                  <a:lnTo>
                    <a:pt x="6194" y="1695"/>
                  </a:lnTo>
                  <a:lnTo>
                    <a:pt x="6236" y="1654"/>
                  </a:lnTo>
                  <a:lnTo>
                    <a:pt x="6341" y="1570"/>
                  </a:lnTo>
                  <a:lnTo>
                    <a:pt x="6382" y="1570"/>
                  </a:lnTo>
                  <a:lnTo>
                    <a:pt x="6466" y="1465"/>
                  </a:lnTo>
                  <a:lnTo>
                    <a:pt x="6592" y="1403"/>
                  </a:lnTo>
                  <a:lnTo>
                    <a:pt x="6613" y="1340"/>
                  </a:lnTo>
                  <a:lnTo>
                    <a:pt x="6571" y="1193"/>
                  </a:lnTo>
                  <a:lnTo>
                    <a:pt x="6571" y="1131"/>
                  </a:lnTo>
                  <a:lnTo>
                    <a:pt x="6550" y="1047"/>
                  </a:lnTo>
                  <a:lnTo>
                    <a:pt x="6445" y="984"/>
                  </a:lnTo>
                  <a:lnTo>
                    <a:pt x="6382" y="921"/>
                  </a:lnTo>
                  <a:lnTo>
                    <a:pt x="6382" y="733"/>
                  </a:lnTo>
                  <a:lnTo>
                    <a:pt x="6362" y="628"/>
                  </a:lnTo>
                  <a:lnTo>
                    <a:pt x="6299" y="503"/>
                  </a:lnTo>
                  <a:lnTo>
                    <a:pt x="6236" y="356"/>
                  </a:lnTo>
                  <a:lnTo>
                    <a:pt x="6069" y="147"/>
                  </a:lnTo>
                  <a:lnTo>
                    <a:pt x="5985" y="126"/>
                  </a:lnTo>
                  <a:lnTo>
                    <a:pt x="5880" y="84"/>
                  </a:lnTo>
                  <a:lnTo>
                    <a:pt x="5838" y="189"/>
                  </a:lnTo>
                  <a:lnTo>
                    <a:pt x="5818" y="252"/>
                  </a:lnTo>
                  <a:lnTo>
                    <a:pt x="5755" y="294"/>
                  </a:lnTo>
                  <a:lnTo>
                    <a:pt x="5671" y="252"/>
                  </a:lnTo>
                  <a:lnTo>
                    <a:pt x="5608" y="294"/>
                  </a:lnTo>
                  <a:lnTo>
                    <a:pt x="5546" y="335"/>
                  </a:lnTo>
                  <a:lnTo>
                    <a:pt x="5441" y="398"/>
                  </a:lnTo>
                  <a:lnTo>
                    <a:pt x="5399" y="503"/>
                  </a:lnTo>
                  <a:lnTo>
                    <a:pt x="5294" y="524"/>
                  </a:lnTo>
                  <a:lnTo>
                    <a:pt x="5232" y="461"/>
                  </a:lnTo>
                  <a:lnTo>
                    <a:pt x="5190" y="440"/>
                  </a:lnTo>
                  <a:lnTo>
                    <a:pt x="5022" y="419"/>
                  </a:lnTo>
                  <a:lnTo>
                    <a:pt x="4834" y="335"/>
                  </a:lnTo>
                  <a:lnTo>
                    <a:pt x="4583" y="315"/>
                  </a:lnTo>
                  <a:lnTo>
                    <a:pt x="4458" y="356"/>
                  </a:lnTo>
                  <a:lnTo>
                    <a:pt x="4144" y="335"/>
                  </a:lnTo>
                  <a:lnTo>
                    <a:pt x="4039" y="398"/>
                  </a:lnTo>
                  <a:lnTo>
                    <a:pt x="3872" y="607"/>
                  </a:lnTo>
                  <a:lnTo>
                    <a:pt x="3746" y="670"/>
                  </a:lnTo>
                  <a:lnTo>
                    <a:pt x="3641" y="649"/>
                  </a:lnTo>
                  <a:lnTo>
                    <a:pt x="3411" y="566"/>
                  </a:lnTo>
                  <a:lnTo>
                    <a:pt x="3265" y="545"/>
                  </a:lnTo>
                  <a:lnTo>
                    <a:pt x="3097" y="440"/>
                  </a:lnTo>
                  <a:lnTo>
                    <a:pt x="2993" y="419"/>
                  </a:lnTo>
                  <a:lnTo>
                    <a:pt x="2993" y="356"/>
                  </a:lnTo>
                  <a:lnTo>
                    <a:pt x="2888" y="294"/>
                  </a:lnTo>
                  <a:lnTo>
                    <a:pt x="2784" y="294"/>
                  </a:lnTo>
                  <a:lnTo>
                    <a:pt x="2742" y="315"/>
                  </a:lnTo>
                  <a:lnTo>
                    <a:pt x="2595" y="335"/>
                  </a:lnTo>
                  <a:lnTo>
                    <a:pt x="2512" y="356"/>
                  </a:lnTo>
                  <a:lnTo>
                    <a:pt x="2428" y="398"/>
                  </a:lnTo>
                  <a:lnTo>
                    <a:pt x="2365" y="461"/>
                  </a:lnTo>
                  <a:lnTo>
                    <a:pt x="2302" y="503"/>
                  </a:lnTo>
                  <a:lnTo>
                    <a:pt x="2198" y="419"/>
                  </a:lnTo>
                  <a:lnTo>
                    <a:pt x="2072" y="231"/>
                  </a:lnTo>
                  <a:lnTo>
                    <a:pt x="2009" y="147"/>
                  </a:lnTo>
                  <a:lnTo>
                    <a:pt x="1842" y="105"/>
                  </a:lnTo>
                  <a:lnTo>
                    <a:pt x="1758" y="84"/>
                  </a:lnTo>
                  <a:lnTo>
                    <a:pt x="1675" y="43"/>
                  </a:lnTo>
                  <a:lnTo>
                    <a:pt x="1528" y="22"/>
                  </a:lnTo>
                  <a:lnTo>
                    <a:pt x="144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38"/>
            <p:cNvSpPr/>
            <p:nvPr/>
          </p:nvSpPr>
          <p:spPr>
            <a:xfrm>
              <a:off x="3805645" y="3058722"/>
              <a:ext cx="52322" cy="74968"/>
            </a:xfrm>
            <a:custGeom>
              <a:rect b="b" l="l" r="r" t="t"/>
              <a:pathLst>
                <a:path extrusionOk="0" h="6592" w="4394">
                  <a:moveTo>
                    <a:pt x="3076" y="1"/>
                  </a:moveTo>
                  <a:lnTo>
                    <a:pt x="3139" y="126"/>
                  </a:lnTo>
                  <a:lnTo>
                    <a:pt x="3159" y="231"/>
                  </a:lnTo>
                  <a:lnTo>
                    <a:pt x="3159" y="419"/>
                  </a:lnTo>
                  <a:lnTo>
                    <a:pt x="3222" y="482"/>
                  </a:lnTo>
                  <a:lnTo>
                    <a:pt x="3327" y="545"/>
                  </a:lnTo>
                  <a:lnTo>
                    <a:pt x="3348" y="629"/>
                  </a:lnTo>
                  <a:lnTo>
                    <a:pt x="3348" y="691"/>
                  </a:lnTo>
                  <a:lnTo>
                    <a:pt x="3390" y="838"/>
                  </a:lnTo>
                  <a:lnTo>
                    <a:pt x="3369" y="901"/>
                  </a:lnTo>
                  <a:lnTo>
                    <a:pt x="3243" y="963"/>
                  </a:lnTo>
                  <a:lnTo>
                    <a:pt x="3159" y="1068"/>
                  </a:lnTo>
                  <a:lnTo>
                    <a:pt x="3118" y="1068"/>
                  </a:lnTo>
                  <a:lnTo>
                    <a:pt x="3013" y="1152"/>
                  </a:lnTo>
                  <a:lnTo>
                    <a:pt x="2971" y="1193"/>
                  </a:lnTo>
                  <a:lnTo>
                    <a:pt x="2929" y="1256"/>
                  </a:lnTo>
                  <a:lnTo>
                    <a:pt x="2825" y="1424"/>
                  </a:lnTo>
                  <a:lnTo>
                    <a:pt x="2762" y="1528"/>
                  </a:lnTo>
                  <a:lnTo>
                    <a:pt x="2762" y="1633"/>
                  </a:lnTo>
                  <a:lnTo>
                    <a:pt x="2762" y="1800"/>
                  </a:lnTo>
                  <a:lnTo>
                    <a:pt x="2741" y="1926"/>
                  </a:lnTo>
                  <a:lnTo>
                    <a:pt x="2657" y="2051"/>
                  </a:lnTo>
                  <a:lnTo>
                    <a:pt x="2511" y="2093"/>
                  </a:lnTo>
                  <a:lnTo>
                    <a:pt x="2406" y="2156"/>
                  </a:lnTo>
                  <a:lnTo>
                    <a:pt x="2427" y="2344"/>
                  </a:lnTo>
                  <a:lnTo>
                    <a:pt x="2406" y="2428"/>
                  </a:lnTo>
                  <a:lnTo>
                    <a:pt x="2385" y="2554"/>
                  </a:lnTo>
                  <a:lnTo>
                    <a:pt x="2281" y="2637"/>
                  </a:lnTo>
                  <a:lnTo>
                    <a:pt x="2113" y="2784"/>
                  </a:lnTo>
                  <a:lnTo>
                    <a:pt x="2071" y="2867"/>
                  </a:lnTo>
                  <a:lnTo>
                    <a:pt x="2092" y="2951"/>
                  </a:lnTo>
                  <a:lnTo>
                    <a:pt x="2071" y="3056"/>
                  </a:lnTo>
                  <a:lnTo>
                    <a:pt x="1883" y="3244"/>
                  </a:lnTo>
                  <a:lnTo>
                    <a:pt x="1862" y="3370"/>
                  </a:lnTo>
                  <a:lnTo>
                    <a:pt x="1862" y="3453"/>
                  </a:lnTo>
                  <a:lnTo>
                    <a:pt x="1779" y="3558"/>
                  </a:lnTo>
                  <a:lnTo>
                    <a:pt x="1695" y="3579"/>
                  </a:lnTo>
                  <a:lnTo>
                    <a:pt x="1653" y="3662"/>
                  </a:lnTo>
                  <a:lnTo>
                    <a:pt x="1653" y="3704"/>
                  </a:lnTo>
                  <a:lnTo>
                    <a:pt x="1569" y="3830"/>
                  </a:lnTo>
                  <a:lnTo>
                    <a:pt x="1465" y="3893"/>
                  </a:lnTo>
                  <a:lnTo>
                    <a:pt x="1381" y="3872"/>
                  </a:lnTo>
                  <a:lnTo>
                    <a:pt x="1276" y="3809"/>
                  </a:lnTo>
                  <a:lnTo>
                    <a:pt x="1235" y="3683"/>
                  </a:lnTo>
                  <a:lnTo>
                    <a:pt x="1130" y="3621"/>
                  </a:lnTo>
                  <a:lnTo>
                    <a:pt x="1046" y="3621"/>
                  </a:lnTo>
                  <a:lnTo>
                    <a:pt x="879" y="3579"/>
                  </a:lnTo>
                  <a:lnTo>
                    <a:pt x="858" y="3558"/>
                  </a:lnTo>
                  <a:lnTo>
                    <a:pt x="816" y="3621"/>
                  </a:lnTo>
                  <a:lnTo>
                    <a:pt x="670" y="3621"/>
                  </a:lnTo>
                  <a:lnTo>
                    <a:pt x="649" y="3704"/>
                  </a:lnTo>
                  <a:lnTo>
                    <a:pt x="670" y="3809"/>
                  </a:lnTo>
                  <a:lnTo>
                    <a:pt x="502" y="3934"/>
                  </a:lnTo>
                  <a:lnTo>
                    <a:pt x="439" y="3997"/>
                  </a:lnTo>
                  <a:lnTo>
                    <a:pt x="335" y="4081"/>
                  </a:lnTo>
                  <a:lnTo>
                    <a:pt x="251" y="4144"/>
                  </a:lnTo>
                  <a:lnTo>
                    <a:pt x="251" y="4227"/>
                  </a:lnTo>
                  <a:lnTo>
                    <a:pt x="188" y="4290"/>
                  </a:lnTo>
                  <a:lnTo>
                    <a:pt x="209" y="4416"/>
                  </a:lnTo>
                  <a:lnTo>
                    <a:pt x="209" y="4541"/>
                  </a:lnTo>
                  <a:lnTo>
                    <a:pt x="146" y="4709"/>
                  </a:lnTo>
                  <a:lnTo>
                    <a:pt x="0" y="4855"/>
                  </a:lnTo>
                  <a:lnTo>
                    <a:pt x="0" y="4939"/>
                  </a:lnTo>
                  <a:lnTo>
                    <a:pt x="84" y="4960"/>
                  </a:lnTo>
                  <a:lnTo>
                    <a:pt x="188" y="4918"/>
                  </a:lnTo>
                  <a:lnTo>
                    <a:pt x="230" y="5274"/>
                  </a:lnTo>
                  <a:lnTo>
                    <a:pt x="335" y="5274"/>
                  </a:lnTo>
                  <a:lnTo>
                    <a:pt x="398" y="5357"/>
                  </a:lnTo>
                  <a:lnTo>
                    <a:pt x="565" y="5274"/>
                  </a:lnTo>
                  <a:lnTo>
                    <a:pt x="649" y="5399"/>
                  </a:lnTo>
                  <a:lnTo>
                    <a:pt x="628" y="5483"/>
                  </a:lnTo>
                  <a:lnTo>
                    <a:pt x="628" y="5650"/>
                  </a:lnTo>
                  <a:lnTo>
                    <a:pt x="732" y="5797"/>
                  </a:lnTo>
                  <a:lnTo>
                    <a:pt x="732" y="6006"/>
                  </a:lnTo>
                  <a:lnTo>
                    <a:pt x="649" y="6215"/>
                  </a:lnTo>
                  <a:lnTo>
                    <a:pt x="753" y="6299"/>
                  </a:lnTo>
                  <a:lnTo>
                    <a:pt x="649" y="6403"/>
                  </a:lnTo>
                  <a:lnTo>
                    <a:pt x="649" y="6403"/>
                  </a:lnTo>
                  <a:lnTo>
                    <a:pt x="732" y="6383"/>
                  </a:lnTo>
                  <a:lnTo>
                    <a:pt x="816" y="6383"/>
                  </a:lnTo>
                  <a:lnTo>
                    <a:pt x="837" y="6403"/>
                  </a:lnTo>
                  <a:lnTo>
                    <a:pt x="1507" y="6403"/>
                  </a:lnTo>
                  <a:lnTo>
                    <a:pt x="1548" y="6383"/>
                  </a:lnTo>
                  <a:lnTo>
                    <a:pt x="1590" y="6341"/>
                  </a:lnTo>
                  <a:lnTo>
                    <a:pt x="1653" y="6383"/>
                  </a:lnTo>
                  <a:lnTo>
                    <a:pt x="1695" y="6320"/>
                  </a:lnTo>
                  <a:lnTo>
                    <a:pt x="1862" y="6341"/>
                  </a:lnTo>
                  <a:lnTo>
                    <a:pt x="1904" y="6320"/>
                  </a:lnTo>
                  <a:lnTo>
                    <a:pt x="2092" y="6320"/>
                  </a:lnTo>
                  <a:lnTo>
                    <a:pt x="2134" y="6341"/>
                  </a:lnTo>
                  <a:lnTo>
                    <a:pt x="2239" y="6320"/>
                  </a:lnTo>
                  <a:lnTo>
                    <a:pt x="2323" y="6320"/>
                  </a:lnTo>
                  <a:lnTo>
                    <a:pt x="2323" y="6341"/>
                  </a:lnTo>
                  <a:lnTo>
                    <a:pt x="2490" y="6383"/>
                  </a:lnTo>
                  <a:lnTo>
                    <a:pt x="2511" y="6341"/>
                  </a:lnTo>
                  <a:lnTo>
                    <a:pt x="2553" y="6341"/>
                  </a:lnTo>
                  <a:lnTo>
                    <a:pt x="2595" y="6403"/>
                  </a:lnTo>
                  <a:lnTo>
                    <a:pt x="3327" y="6403"/>
                  </a:lnTo>
                  <a:lnTo>
                    <a:pt x="3390" y="6424"/>
                  </a:lnTo>
                  <a:lnTo>
                    <a:pt x="3431" y="6403"/>
                  </a:lnTo>
                  <a:lnTo>
                    <a:pt x="3452" y="6403"/>
                  </a:lnTo>
                  <a:lnTo>
                    <a:pt x="3536" y="6487"/>
                  </a:lnTo>
                  <a:lnTo>
                    <a:pt x="3578" y="6445"/>
                  </a:lnTo>
                  <a:lnTo>
                    <a:pt x="3662" y="6487"/>
                  </a:lnTo>
                  <a:lnTo>
                    <a:pt x="3683" y="6529"/>
                  </a:lnTo>
                  <a:lnTo>
                    <a:pt x="3745" y="6508"/>
                  </a:lnTo>
                  <a:lnTo>
                    <a:pt x="3766" y="6487"/>
                  </a:lnTo>
                  <a:lnTo>
                    <a:pt x="3808" y="6487"/>
                  </a:lnTo>
                  <a:lnTo>
                    <a:pt x="3892" y="6550"/>
                  </a:lnTo>
                  <a:lnTo>
                    <a:pt x="3955" y="6529"/>
                  </a:lnTo>
                  <a:lnTo>
                    <a:pt x="4059" y="6529"/>
                  </a:lnTo>
                  <a:lnTo>
                    <a:pt x="4101" y="6550"/>
                  </a:lnTo>
                  <a:lnTo>
                    <a:pt x="4206" y="6550"/>
                  </a:lnTo>
                  <a:lnTo>
                    <a:pt x="4206" y="6592"/>
                  </a:lnTo>
                  <a:lnTo>
                    <a:pt x="4289" y="6592"/>
                  </a:lnTo>
                  <a:lnTo>
                    <a:pt x="4310" y="6529"/>
                  </a:lnTo>
                  <a:lnTo>
                    <a:pt x="4268" y="6424"/>
                  </a:lnTo>
                  <a:lnTo>
                    <a:pt x="4268" y="6403"/>
                  </a:lnTo>
                  <a:lnTo>
                    <a:pt x="4331" y="6299"/>
                  </a:lnTo>
                  <a:lnTo>
                    <a:pt x="4373" y="6215"/>
                  </a:lnTo>
                  <a:lnTo>
                    <a:pt x="4394" y="6194"/>
                  </a:lnTo>
                  <a:lnTo>
                    <a:pt x="4373" y="6194"/>
                  </a:lnTo>
                  <a:lnTo>
                    <a:pt x="4331" y="6131"/>
                  </a:lnTo>
                  <a:lnTo>
                    <a:pt x="4331" y="6069"/>
                  </a:lnTo>
                  <a:lnTo>
                    <a:pt x="4331" y="5922"/>
                  </a:lnTo>
                  <a:lnTo>
                    <a:pt x="4164" y="5797"/>
                  </a:lnTo>
                  <a:lnTo>
                    <a:pt x="4080" y="5713"/>
                  </a:lnTo>
                  <a:lnTo>
                    <a:pt x="3996" y="5567"/>
                  </a:lnTo>
                  <a:lnTo>
                    <a:pt x="3850" y="5357"/>
                  </a:lnTo>
                  <a:lnTo>
                    <a:pt x="3808" y="5232"/>
                  </a:lnTo>
                  <a:lnTo>
                    <a:pt x="3703" y="5127"/>
                  </a:lnTo>
                  <a:lnTo>
                    <a:pt x="3557" y="5043"/>
                  </a:lnTo>
                  <a:lnTo>
                    <a:pt x="3494" y="4981"/>
                  </a:lnTo>
                  <a:lnTo>
                    <a:pt x="3494" y="4750"/>
                  </a:lnTo>
                  <a:lnTo>
                    <a:pt x="3473" y="4625"/>
                  </a:lnTo>
                  <a:lnTo>
                    <a:pt x="3452" y="4458"/>
                  </a:lnTo>
                  <a:lnTo>
                    <a:pt x="3473" y="4332"/>
                  </a:lnTo>
                  <a:lnTo>
                    <a:pt x="3431" y="4186"/>
                  </a:lnTo>
                  <a:lnTo>
                    <a:pt x="3390" y="4039"/>
                  </a:lnTo>
                  <a:lnTo>
                    <a:pt x="3452" y="3976"/>
                  </a:lnTo>
                  <a:lnTo>
                    <a:pt x="3536" y="3976"/>
                  </a:lnTo>
                  <a:lnTo>
                    <a:pt x="3641" y="3788"/>
                  </a:lnTo>
                  <a:lnTo>
                    <a:pt x="3683" y="3662"/>
                  </a:lnTo>
                  <a:lnTo>
                    <a:pt x="3787" y="3474"/>
                  </a:lnTo>
                  <a:lnTo>
                    <a:pt x="3850" y="3349"/>
                  </a:lnTo>
                  <a:lnTo>
                    <a:pt x="3955" y="3307"/>
                  </a:lnTo>
                  <a:lnTo>
                    <a:pt x="4059" y="3160"/>
                  </a:lnTo>
                  <a:lnTo>
                    <a:pt x="4059" y="3139"/>
                  </a:lnTo>
                  <a:lnTo>
                    <a:pt x="4017" y="3035"/>
                  </a:lnTo>
                  <a:lnTo>
                    <a:pt x="3955" y="2867"/>
                  </a:lnTo>
                  <a:lnTo>
                    <a:pt x="3850" y="2721"/>
                  </a:lnTo>
                  <a:lnTo>
                    <a:pt x="3766" y="2637"/>
                  </a:lnTo>
                  <a:lnTo>
                    <a:pt x="3557" y="2428"/>
                  </a:lnTo>
                  <a:lnTo>
                    <a:pt x="3348" y="2240"/>
                  </a:lnTo>
                  <a:lnTo>
                    <a:pt x="3243" y="2219"/>
                  </a:lnTo>
                  <a:lnTo>
                    <a:pt x="3243" y="2135"/>
                  </a:lnTo>
                  <a:lnTo>
                    <a:pt x="3159" y="2093"/>
                  </a:lnTo>
                  <a:lnTo>
                    <a:pt x="3159" y="2030"/>
                  </a:lnTo>
                  <a:lnTo>
                    <a:pt x="3159" y="1926"/>
                  </a:lnTo>
                  <a:lnTo>
                    <a:pt x="3180" y="1884"/>
                  </a:lnTo>
                  <a:lnTo>
                    <a:pt x="3180" y="1779"/>
                  </a:lnTo>
                  <a:lnTo>
                    <a:pt x="3369" y="1779"/>
                  </a:lnTo>
                  <a:lnTo>
                    <a:pt x="3431" y="1800"/>
                  </a:lnTo>
                  <a:lnTo>
                    <a:pt x="3536" y="1779"/>
                  </a:lnTo>
                  <a:lnTo>
                    <a:pt x="3641" y="1800"/>
                  </a:lnTo>
                  <a:lnTo>
                    <a:pt x="3683" y="1779"/>
                  </a:lnTo>
                  <a:lnTo>
                    <a:pt x="3808" y="1800"/>
                  </a:lnTo>
                  <a:lnTo>
                    <a:pt x="3892" y="1821"/>
                  </a:lnTo>
                  <a:lnTo>
                    <a:pt x="3975" y="1842"/>
                  </a:lnTo>
                  <a:lnTo>
                    <a:pt x="4017" y="1800"/>
                  </a:lnTo>
                  <a:lnTo>
                    <a:pt x="3975" y="1779"/>
                  </a:lnTo>
                  <a:lnTo>
                    <a:pt x="3808" y="1633"/>
                  </a:lnTo>
                  <a:lnTo>
                    <a:pt x="3787" y="1528"/>
                  </a:lnTo>
                  <a:lnTo>
                    <a:pt x="3703" y="1486"/>
                  </a:lnTo>
                  <a:lnTo>
                    <a:pt x="3599" y="1319"/>
                  </a:lnTo>
                  <a:lnTo>
                    <a:pt x="3578" y="1214"/>
                  </a:lnTo>
                  <a:lnTo>
                    <a:pt x="3662" y="1152"/>
                  </a:lnTo>
                  <a:lnTo>
                    <a:pt x="3703" y="1005"/>
                  </a:lnTo>
                  <a:lnTo>
                    <a:pt x="3641" y="942"/>
                  </a:lnTo>
                  <a:lnTo>
                    <a:pt x="3662" y="880"/>
                  </a:lnTo>
                  <a:lnTo>
                    <a:pt x="3683" y="838"/>
                  </a:lnTo>
                  <a:lnTo>
                    <a:pt x="3683" y="754"/>
                  </a:lnTo>
                  <a:lnTo>
                    <a:pt x="3599" y="587"/>
                  </a:lnTo>
                  <a:lnTo>
                    <a:pt x="3578" y="482"/>
                  </a:lnTo>
                  <a:lnTo>
                    <a:pt x="3536" y="440"/>
                  </a:lnTo>
                  <a:lnTo>
                    <a:pt x="3494" y="252"/>
                  </a:lnTo>
                  <a:lnTo>
                    <a:pt x="3369" y="147"/>
                  </a:lnTo>
                  <a:lnTo>
                    <a:pt x="307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38"/>
            <p:cNvSpPr/>
            <p:nvPr/>
          </p:nvSpPr>
          <p:spPr>
            <a:xfrm>
              <a:off x="3805883" y="3130585"/>
              <a:ext cx="39378" cy="40702"/>
            </a:xfrm>
            <a:custGeom>
              <a:rect b="b" l="l" r="r" t="t"/>
              <a:pathLst>
                <a:path extrusionOk="0" h="3579" w="3307">
                  <a:moveTo>
                    <a:pt x="1675" y="1"/>
                  </a:moveTo>
                  <a:lnTo>
                    <a:pt x="1633" y="64"/>
                  </a:lnTo>
                  <a:lnTo>
                    <a:pt x="1570" y="22"/>
                  </a:lnTo>
                  <a:lnTo>
                    <a:pt x="1528" y="64"/>
                  </a:lnTo>
                  <a:lnTo>
                    <a:pt x="1487" y="84"/>
                  </a:lnTo>
                  <a:lnTo>
                    <a:pt x="1487" y="754"/>
                  </a:lnTo>
                  <a:lnTo>
                    <a:pt x="712" y="754"/>
                  </a:lnTo>
                  <a:lnTo>
                    <a:pt x="691" y="733"/>
                  </a:lnTo>
                  <a:lnTo>
                    <a:pt x="608" y="754"/>
                  </a:lnTo>
                  <a:lnTo>
                    <a:pt x="524" y="817"/>
                  </a:lnTo>
                  <a:lnTo>
                    <a:pt x="482" y="796"/>
                  </a:lnTo>
                  <a:lnTo>
                    <a:pt x="482" y="921"/>
                  </a:lnTo>
                  <a:lnTo>
                    <a:pt x="336" y="942"/>
                  </a:lnTo>
                  <a:lnTo>
                    <a:pt x="440" y="1131"/>
                  </a:lnTo>
                  <a:lnTo>
                    <a:pt x="629" y="1172"/>
                  </a:lnTo>
                  <a:lnTo>
                    <a:pt x="378" y="1235"/>
                  </a:lnTo>
                  <a:lnTo>
                    <a:pt x="315" y="1152"/>
                  </a:lnTo>
                  <a:lnTo>
                    <a:pt x="294" y="1340"/>
                  </a:lnTo>
                  <a:lnTo>
                    <a:pt x="273" y="1654"/>
                  </a:lnTo>
                  <a:lnTo>
                    <a:pt x="168" y="1737"/>
                  </a:lnTo>
                  <a:lnTo>
                    <a:pt x="22" y="1675"/>
                  </a:lnTo>
                  <a:lnTo>
                    <a:pt x="1" y="1758"/>
                  </a:lnTo>
                  <a:lnTo>
                    <a:pt x="126" y="1988"/>
                  </a:lnTo>
                  <a:lnTo>
                    <a:pt x="210" y="2051"/>
                  </a:lnTo>
                  <a:lnTo>
                    <a:pt x="210" y="2156"/>
                  </a:lnTo>
                  <a:lnTo>
                    <a:pt x="315" y="2281"/>
                  </a:lnTo>
                  <a:lnTo>
                    <a:pt x="315" y="2470"/>
                  </a:lnTo>
                  <a:lnTo>
                    <a:pt x="398" y="2533"/>
                  </a:lnTo>
                  <a:lnTo>
                    <a:pt x="440" y="2679"/>
                  </a:lnTo>
                  <a:lnTo>
                    <a:pt x="608" y="2805"/>
                  </a:lnTo>
                  <a:lnTo>
                    <a:pt x="545" y="2825"/>
                  </a:lnTo>
                  <a:lnTo>
                    <a:pt x="712" y="2993"/>
                  </a:lnTo>
                  <a:lnTo>
                    <a:pt x="963" y="3202"/>
                  </a:lnTo>
                  <a:lnTo>
                    <a:pt x="1026" y="3328"/>
                  </a:lnTo>
                  <a:lnTo>
                    <a:pt x="1235" y="3432"/>
                  </a:lnTo>
                  <a:lnTo>
                    <a:pt x="1256" y="3537"/>
                  </a:lnTo>
                  <a:lnTo>
                    <a:pt x="1361" y="3558"/>
                  </a:lnTo>
                  <a:lnTo>
                    <a:pt x="1382" y="3579"/>
                  </a:lnTo>
                  <a:lnTo>
                    <a:pt x="1466" y="3474"/>
                  </a:lnTo>
                  <a:lnTo>
                    <a:pt x="1466" y="3411"/>
                  </a:lnTo>
                  <a:lnTo>
                    <a:pt x="1528" y="3369"/>
                  </a:lnTo>
                  <a:lnTo>
                    <a:pt x="1633" y="3369"/>
                  </a:lnTo>
                  <a:lnTo>
                    <a:pt x="1675" y="3307"/>
                  </a:lnTo>
                  <a:lnTo>
                    <a:pt x="1696" y="3307"/>
                  </a:lnTo>
                  <a:lnTo>
                    <a:pt x="1884" y="3432"/>
                  </a:lnTo>
                  <a:lnTo>
                    <a:pt x="1884" y="3328"/>
                  </a:lnTo>
                  <a:lnTo>
                    <a:pt x="1863" y="3035"/>
                  </a:lnTo>
                  <a:lnTo>
                    <a:pt x="1779" y="2951"/>
                  </a:lnTo>
                  <a:lnTo>
                    <a:pt x="1696" y="2930"/>
                  </a:lnTo>
                  <a:lnTo>
                    <a:pt x="1633" y="2951"/>
                  </a:lnTo>
                  <a:lnTo>
                    <a:pt x="1549" y="2993"/>
                  </a:lnTo>
                  <a:lnTo>
                    <a:pt x="1549" y="2846"/>
                  </a:lnTo>
                  <a:lnTo>
                    <a:pt x="1528" y="2784"/>
                  </a:lnTo>
                  <a:lnTo>
                    <a:pt x="1570" y="2721"/>
                  </a:lnTo>
                  <a:lnTo>
                    <a:pt x="1675" y="2721"/>
                  </a:lnTo>
                  <a:lnTo>
                    <a:pt x="1800" y="2784"/>
                  </a:lnTo>
                  <a:lnTo>
                    <a:pt x="1863" y="2721"/>
                  </a:lnTo>
                  <a:lnTo>
                    <a:pt x="1884" y="2679"/>
                  </a:lnTo>
                  <a:lnTo>
                    <a:pt x="1968" y="2679"/>
                  </a:lnTo>
                  <a:lnTo>
                    <a:pt x="2177" y="2637"/>
                  </a:lnTo>
                  <a:lnTo>
                    <a:pt x="2198" y="2574"/>
                  </a:lnTo>
                  <a:lnTo>
                    <a:pt x="2177" y="2407"/>
                  </a:lnTo>
                  <a:lnTo>
                    <a:pt x="2219" y="2365"/>
                  </a:lnTo>
                  <a:lnTo>
                    <a:pt x="2365" y="2365"/>
                  </a:lnTo>
                  <a:lnTo>
                    <a:pt x="2428" y="2595"/>
                  </a:lnTo>
                  <a:lnTo>
                    <a:pt x="2512" y="2700"/>
                  </a:lnTo>
                  <a:lnTo>
                    <a:pt x="2637" y="2637"/>
                  </a:lnTo>
                  <a:lnTo>
                    <a:pt x="2721" y="2679"/>
                  </a:lnTo>
                  <a:lnTo>
                    <a:pt x="2805" y="2616"/>
                  </a:lnTo>
                  <a:lnTo>
                    <a:pt x="2909" y="2616"/>
                  </a:lnTo>
                  <a:lnTo>
                    <a:pt x="3035" y="2679"/>
                  </a:lnTo>
                  <a:lnTo>
                    <a:pt x="3056" y="2742"/>
                  </a:lnTo>
                  <a:lnTo>
                    <a:pt x="3119" y="2742"/>
                  </a:lnTo>
                  <a:lnTo>
                    <a:pt x="3119" y="2637"/>
                  </a:lnTo>
                  <a:lnTo>
                    <a:pt x="3098" y="2533"/>
                  </a:lnTo>
                  <a:lnTo>
                    <a:pt x="3244" y="2114"/>
                  </a:lnTo>
                  <a:lnTo>
                    <a:pt x="3307" y="1884"/>
                  </a:lnTo>
                  <a:lnTo>
                    <a:pt x="3307" y="1779"/>
                  </a:lnTo>
                  <a:lnTo>
                    <a:pt x="3244" y="1696"/>
                  </a:lnTo>
                  <a:lnTo>
                    <a:pt x="3223" y="1654"/>
                  </a:lnTo>
                  <a:lnTo>
                    <a:pt x="3139" y="1570"/>
                  </a:lnTo>
                  <a:lnTo>
                    <a:pt x="3119" y="1528"/>
                  </a:lnTo>
                  <a:lnTo>
                    <a:pt x="3035" y="1486"/>
                  </a:lnTo>
                  <a:lnTo>
                    <a:pt x="3014" y="1444"/>
                  </a:lnTo>
                  <a:lnTo>
                    <a:pt x="2993" y="1382"/>
                  </a:lnTo>
                  <a:lnTo>
                    <a:pt x="2993" y="1340"/>
                  </a:lnTo>
                  <a:lnTo>
                    <a:pt x="3035" y="1319"/>
                  </a:lnTo>
                  <a:lnTo>
                    <a:pt x="3056" y="1277"/>
                  </a:lnTo>
                  <a:lnTo>
                    <a:pt x="3119" y="1277"/>
                  </a:lnTo>
                  <a:lnTo>
                    <a:pt x="3098" y="1214"/>
                  </a:lnTo>
                  <a:lnTo>
                    <a:pt x="3056" y="1172"/>
                  </a:lnTo>
                  <a:lnTo>
                    <a:pt x="3056" y="1110"/>
                  </a:lnTo>
                  <a:lnTo>
                    <a:pt x="3202" y="1026"/>
                  </a:lnTo>
                  <a:lnTo>
                    <a:pt x="3307" y="1005"/>
                  </a:lnTo>
                  <a:lnTo>
                    <a:pt x="3307" y="900"/>
                  </a:lnTo>
                  <a:lnTo>
                    <a:pt x="3265" y="838"/>
                  </a:lnTo>
                  <a:lnTo>
                    <a:pt x="3307" y="754"/>
                  </a:lnTo>
                  <a:lnTo>
                    <a:pt x="3307" y="587"/>
                  </a:lnTo>
                  <a:lnTo>
                    <a:pt x="3244" y="545"/>
                  </a:lnTo>
                  <a:lnTo>
                    <a:pt x="3056" y="524"/>
                  </a:lnTo>
                  <a:lnTo>
                    <a:pt x="2930" y="587"/>
                  </a:lnTo>
                  <a:lnTo>
                    <a:pt x="2805" y="628"/>
                  </a:lnTo>
                  <a:lnTo>
                    <a:pt x="2721" y="608"/>
                  </a:lnTo>
                  <a:lnTo>
                    <a:pt x="2616" y="649"/>
                  </a:lnTo>
                  <a:lnTo>
                    <a:pt x="2575" y="608"/>
                  </a:lnTo>
                  <a:lnTo>
                    <a:pt x="2595" y="545"/>
                  </a:lnTo>
                  <a:lnTo>
                    <a:pt x="2575" y="440"/>
                  </a:lnTo>
                  <a:lnTo>
                    <a:pt x="2575" y="315"/>
                  </a:lnTo>
                  <a:lnTo>
                    <a:pt x="2533" y="189"/>
                  </a:lnTo>
                  <a:lnTo>
                    <a:pt x="2575" y="84"/>
                  </a:lnTo>
                  <a:lnTo>
                    <a:pt x="2533" y="22"/>
                  </a:lnTo>
                  <a:lnTo>
                    <a:pt x="2491" y="22"/>
                  </a:lnTo>
                  <a:lnTo>
                    <a:pt x="2470" y="64"/>
                  </a:lnTo>
                  <a:lnTo>
                    <a:pt x="2303" y="22"/>
                  </a:lnTo>
                  <a:lnTo>
                    <a:pt x="2303" y="1"/>
                  </a:lnTo>
                  <a:lnTo>
                    <a:pt x="2219" y="1"/>
                  </a:lnTo>
                  <a:lnTo>
                    <a:pt x="2114" y="22"/>
                  </a:lnTo>
                  <a:lnTo>
                    <a:pt x="2072" y="1"/>
                  </a:lnTo>
                  <a:lnTo>
                    <a:pt x="1884" y="1"/>
                  </a:lnTo>
                  <a:lnTo>
                    <a:pt x="1842" y="22"/>
                  </a:lnTo>
                  <a:lnTo>
                    <a:pt x="167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38"/>
            <p:cNvSpPr/>
            <p:nvPr/>
          </p:nvSpPr>
          <p:spPr>
            <a:xfrm>
              <a:off x="3809622" y="3131301"/>
              <a:ext cx="13967" cy="8575"/>
            </a:xfrm>
            <a:custGeom>
              <a:rect b="b" l="l" r="r" t="t"/>
              <a:pathLst>
                <a:path extrusionOk="0" h="754" w="1173">
                  <a:moveTo>
                    <a:pt x="398" y="1"/>
                  </a:moveTo>
                  <a:lnTo>
                    <a:pt x="315" y="21"/>
                  </a:lnTo>
                  <a:lnTo>
                    <a:pt x="294" y="42"/>
                  </a:lnTo>
                  <a:lnTo>
                    <a:pt x="336" y="147"/>
                  </a:lnTo>
                  <a:lnTo>
                    <a:pt x="168" y="335"/>
                  </a:lnTo>
                  <a:lnTo>
                    <a:pt x="1" y="628"/>
                  </a:lnTo>
                  <a:lnTo>
                    <a:pt x="168" y="691"/>
                  </a:lnTo>
                  <a:lnTo>
                    <a:pt x="168" y="733"/>
                  </a:lnTo>
                  <a:lnTo>
                    <a:pt x="210" y="754"/>
                  </a:lnTo>
                  <a:lnTo>
                    <a:pt x="294" y="691"/>
                  </a:lnTo>
                  <a:lnTo>
                    <a:pt x="377" y="670"/>
                  </a:lnTo>
                  <a:lnTo>
                    <a:pt x="398" y="691"/>
                  </a:lnTo>
                  <a:lnTo>
                    <a:pt x="1173" y="691"/>
                  </a:lnTo>
                  <a:lnTo>
                    <a:pt x="1173" y="21"/>
                  </a:lnTo>
                  <a:lnTo>
                    <a:pt x="503" y="21"/>
                  </a:lnTo>
                  <a:lnTo>
                    <a:pt x="48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38"/>
            <p:cNvSpPr/>
            <p:nvPr/>
          </p:nvSpPr>
          <p:spPr>
            <a:xfrm>
              <a:off x="3822327" y="3120122"/>
              <a:ext cx="52834" cy="59023"/>
            </a:xfrm>
            <a:custGeom>
              <a:rect b="b" l="l" r="r" t="t"/>
              <a:pathLst>
                <a:path extrusionOk="0" h="5190" w="4437">
                  <a:moveTo>
                    <a:pt x="3935" y="0"/>
                  </a:moveTo>
                  <a:lnTo>
                    <a:pt x="3872" y="63"/>
                  </a:lnTo>
                  <a:lnTo>
                    <a:pt x="3767" y="42"/>
                  </a:lnTo>
                  <a:lnTo>
                    <a:pt x="3537" y="147"/>
                  </a:lnTo>
                  <a:lnTo>
                    <a:pt x="3495" y="188"/>
                  </a:lnTo>
                  <a:lnTo>
                    <a:pt x="3391" y="209"/>
                  </a:lnTo>
                  <a:lnTo>
                    <a:pt x="3244" y="377"/>
                  </a:lnTo>
                  <a:lnTo>
                    <a:pt x="2972" y="816"/>
                  </a:lnTo>
                  <a:lnTo>
                    <a:pt x="2930" y="900"/>
                  </a:lnTo>
                  <a:lnTo>
                    <a:pt x="2867" y="1004"/>
                  </a:lnTo>
                  <a:lnTo>
                    <a:pt x="2867" y="1025"/>
                  </a:lnTo>
                  <a:lnTo>
                    <a:pt x="2909" y="1130"/>
                  </a:lnTo>
                  <a:lnTo>
                    <a:pt x="2888" y="1193"/>
                  </a:lnTo>
                  <a:lnTo>
                    <a:pt x="2805" y="1193"/>
                  </a:lnTo>
                  <a:lnTo>
                    <a:pt x="2805" y="1151"/>
                  </a:lnTo>
                  <a:lnTo>
                    <a:pt x="2700" y="1151"/>
                  </a:lnTo>
                  <a:lnTo>
                    <a:pt x="2658" y="1130"/>
                  </a:lnTo>
                  <a:lnTo>
                    <a:pt x="2554" y="1130"/>
                  </a:lnTo>
                  <a:lnTo>
                    <a:pt x="2491" y="1151"/>
                  </a:lnTo>
                  <a:lnTo>
                    <a:pt x="2407" y="1088"/>
                  </a:lnTo>
                  <a:lnTo>
                    <a:pt x="2365" y="1088"/>
                  </a:lnTo>
                  <a:lnTo>
                    <a:pt x="2344" y="1109"/>
                  </a:lnTo>
                  <a:lnTo>
                    <a:pt x="2282" y="1130"/>
                  </a:lnTo>
                  <a:lnTo>
                    <a:pt x="2261" y="1088"/>
                  </a:lnTo>
                  <a:lnTo>
                    <a:pt x="2177" y="1046"/>
                  </a:lnTo>
                  <a:lnTo>
                    <a:pt x="2135" y="1088"/>
                  </a:lnTo>
                  <a:lnTo>
                    <a:pt x="2051" y="1004"/>
                  </a:lnTo>
                  <a:lnTo>
                    <a:pt x="2030" y="1004"/>
                  </a:lnTo>
                  <a:lnTo>
                    <a:pt x="1989" y="1025"/>
                  </a:lnTo>
                  <a:lnTo>
                    <a:pt x="1926" y="1004"/>
                  </a:lnTo>
                  <a:lnTo>
                    <a:pt x="1194" y="1004"/>
                  </a:lnTo>
                  <a:lnTo>
                    <a:pt x="1152" y="1109"/>
                  </a:lnTo>
                  <a:lnTo>
                    <a:pt x="1194" y="1235"/>
                  </a:lnTo>
                  <a:lnTo>
                    <a:pt x="1194" y="1360"/>
                  </a:lnTo>
                  <a:lnTo>
                    <a:pt x="1214" y="1465"/>
                  </a:lnTo>
                  <a:lnTo>
                    <a:pt x="1194" y="1528"/>
                  </a:lnTo>
                  <a:lnTo>
                    <a:pt x="1235" y="1569"/>
                  </a:lnTo>
                  <a:lnTo>
                    <a:pt x="1340" y="1528"/>
                  </a:lnTo>
                  <a:lnTo>
                    <a:pt x="1424" y="1548"/>
                  </a:lnTo>
                  <a:lnTo>
                    <a:pt x="1549" y="1507"/>
                  </a:lnTo>
                  <a:lnTo>
                    <a:pt x="1675" y="1444"/>
                  </a:lnTo>
                  <a:lnTo>
                    <a:pt x="1863" y="1465"/>
                  </a:lnTo>
                  <a:lnTo>
                    <a:pt x="1926" y="1507"/>
                  </a:lnTo>
                  <a:lnTo>
                    <a:pt x="1926" y="1674"/>
                  </a:lnTo>
                  <a:lnTo>
                    <a:pt x="1884" y="1758"/>
                  </a:lnTo>
                  <a:lnTo>
                    <a:pt x="1926" y="1820"/>
                  </a:lnTo>
                  <a:lnTo>
                    <a:pt x="1926" y="1925"/>
                  </a:lnTo>
                  <a:lnTo>
                    <a:pt x="1821" y="1946"/>
                  </a:lnTo>
                  <a:lnTo>
                    <a:pt x="1675" y="2030"/>
                  </a:lnTo>
                  <a:lnTo>
                    <a:pt x="1675" y="2092"/>
                  </a:lnTo>
                  <a:lnTo>
                    <a:pt x="1717" y="2134"/>
                  </a:lnTo>
                  <a:lnTo>
                    <a:pt x="1738" y="2197"/>
                  </a:lnTo>
                  <a:lnTo>
                    <a:pt x="1675" y="2197"/>
                  </a:lnTo>
                  <a:lnTo>
                    <a:pt x="1654" y="2239"/>
                  </a:lnTo>
                  <a:lnTo>
                    <a:pt x="1612" y="2260"/>
                  </a:lnTo>
                  <a:lnTo>
                    <a:pt x="1612" y="2302"/>
                  </a:lnTo>
                  <a:lnTo>
                    <a:pt x="1633" y="2364"/>
                  </a:lnTo>
                  <a:lnTo>
                    <a:pt x="1654" y="2406"/>
                  </a:lnTo>
                  <a:lnTo>
                    <a:pt x="1738" y="2448"/>
                  </a:lnTo>
                  <a:lnTo>
                    <a:pt x="1758" y="2490"/>
                  </a:lnTo>
                  <a:lnTo>
                    <a:pt x="1842" y="2574"/>
                  </a:lnTo>
                  <a:lnTo>
                    <a:pt x="1863" y="2616"/>
                  </a:lnTo>
                  <a:lnTo>
                    <a:pt x="1926" y="2699"/>
                  </a:lnTo>
                  <a:lnTo>
                    <a:pt x="1926" y="2804"/>
                  </a:lnTo>
                  <a:lnTo>
                    <a:pt x="1863" y="3034"/>
                  </a:lnTo>
                  <a:lnTo>
                    <a:pt x="1717" y="3453"/>
                  </a:lnTo>
                  <a:lnTo>
                    <a:pt x="1738" y="3557"/>
                  </a:lnTo>
                  <a:lnTo>
                    <a:pt x="1738" y="3662"/>
                  </a:lnTo>
                  <a:lnTo>
                    <a:pt x="1675" y="3662"/>
                  </a:lnTo>
                  <a:lnTo>
                    <a:pt x="1654" y="3599"/>
                  </a:lnTo>
                  <a:lnTo>
                    <a:pt x="1528" y="3536"/>
                  </a:lnTo>
                  <a:lnTo>
                    <a:pt x="1424" y="3536"/>
                  </a:lnTo>
                  <a:lnTo>
                    <a:pt x="1340" y="3599"/>
                  </a:lnTo>
                  <a:lnTo>
                    <a:pt x="1256" y="3557"/>
                  </a:lnTo>
                  <a:lnTo>
                    <a:pt x="1131" y="3620"/>
                  </a:lnTo>
                  <a:lnTo>
                    <a:pt x="1047" y="3515"/>
                  </a:lnTo>
                  <a:lnTo>
                    <a:pt x="984" y="3285"/>
                  </a:lnTo>
                  <a:lnTo>
                    <a:pt x="838" y="3285"/>
                  </a:lnTo>
                  <a:lnTo>
                    <a:pt x="796" y="3327"/>
                  </a:lnTo>
                  <a:lnTo>
                    <a:pt x="817" y="3494"/>
                  </a:lnTo>
                  <a:lnTo>
                    <a:pt x="796" y="3557"/>
                  </a:lnTo>
                  <a:lnTo>
                    <a:pt x="587" y="3599"/>
                  </a:lnTo>
                  <a:lnTo>
                    <a:pt x="503" y="3599"/>
                  </a:lnTo>
                  <a:lnTo>
                    <a:pt x="482" y="3641"/>
                  </a:lnTo>
                  <a:lnTo>
                    <a:pt x="419" y="3704"/>
                  </a:lnTo>
                  <a:lnTo>
                    <a:pt x="294" y="3641"/>
                  </a:lnTo>
                  <a:lnTo>
                    <a:pt x="189" y="3641"/>
                  </a:lnTo>
                  <a:lnTo>
                    <a:pt x="147" y="3704"/>
                  </a:lnTo>
                  <a:lnTo>
                    <a:pt x="168" y="3766"/>
                  </a:lnTo>
                  <a:lnTo>
                    <a:pt x="168" y="3913"/>
                  </a:lnTo>
                  <a:lnTo>
                    <a:pt x="252" y="3871"/>
                  </a:lnTo>
                  <a:lnTo>
                    <a:pt x="315" y="3850"/>
                  </a:lnTo>
                  <a:lnTo>
                    <a:pt x="398" y="3871"/>
                  </a:lnTo>
                  <a:lnTo>
                    <a:pt x="482" y="3955"/>
                  </a:lnTo>
                  <a:lnTo>
                    <a:pt x="503" y="4248"/>
                  </a:lnTo>
                  <a:lnTo>
                    <a:pt x="503" y="4352"/>
                  </a:lnTo>
                  <a:lnTo>
                    <a:pt x="315" y="4227"/>
                  </a:lnTo>
                  <a:lnTo>
                    <a:pt x="294" y="4227"/>
                  </a:lnTo>
                  <a:lnTo>
                    <a:pt x="252" y="4289"/>
                  </a:lnTo>
                  <a:lnTo>
                    <a:pt x="147" y="4289"/>
                  </a:lnTo>
                  <a:lnTo>
                    <a:pt x="85" y="4331"/>
                  </a:lnTo>
                  <a:lnTo>
                    <a:pt x="85" y="4394"/>
                  </a:lnTo>
                  <a:lnTo>
                    <a:pt x="1" y="4499"/>
                  </a:lnTo>
                  <a:lnTo>
                    <a:pt x="106" y="4603"/>
                  </a:lnTo>
                  <a:lnTo>
                    <a:pt x="168" y="4687"/>
                  </a:lnTo>
                  <a:lnTo>
                    <a:pt x="315" y="4792"/>
                  </a:lnTo>
                  <a:lnTo>
                    <a:pt x="315" y="4896"/>
                  </a:lnTo>
                  <a:lnTo>
                    <a:pt x="419" y="5001"/>
                  </a:lnTo>
                  <a:lnTo>
                    <a:pt x="419" y="5126"/>
                  </a:lnTo>
                  <a:lnTo>
                    <a:pt x="482" y="5189"/>
                  </a:lnTo>
                  <a:lnTo>
                    <a:pt x="524" y="5168"/>
                  </a:lnTo>
                  <a:lnTo>
                    <a:pt x="608" y="5022"/>
                  </a:lnTo>
                  <a:lnTo>
                    <a:pt x="629" y="5022"/>
                  </a:lnTo>
                  <a:lnTo>
                    <a:pt x="712" y="4980"/>
                  </a:lnTo>
                  <a:lnTo>
                    <a:pt x="775" y="4875"/>
                  </a:lnTo>
                  <a:lnTo>
                    <a:pt x="838" y="4854"/>
                  </a:lnTo>
                  <a:lnTo>
                    <a:pt x="942" y="4771"/>
                  </a:lnTo>
                  <a:lnTo>
                    <a:pt x="1005" y="4771"/>
                  </a:lnTo>
                  <a:lnTo>
                    <a:pt x="1047" y="4813"/>
                  </a:lnTo>
                  <a:lnTo>
                    <a:pt x="1110" y="4896"/>
                  </a:lnTo>
                  <a:lnTo>
                    <a:pt x="1110" y="5001"/>
                  </a:lnTo>
                  <a:lnTo>
                    <a:pt x="1131" y="4980"/>
                  </a:lnTo>
                  <a:lnTo>
                    <a:pt x="1194" y="5001"/>
                  </a:lnTo>
                  <a:lnTo>
                    <a:pt x="1298" y="4959"/>
                  </a:lnTo>
                  <a:lnTo>
                    <a:pt x="1319" y="5001"/>
                  </a:lnTo>
                  <a:lnTo>
                    <a:pt x="1319" y="5064"/>
                  </a:lnTo>
                  <a:lnTo>
                    <a:pt x="1424" y="5064"/>
                  </a:lnTo>
                  <a:lnTo>
                    <a:pt x="1507" y="4980"/>
                  </a:lnTo>
                  <a:lnTo>
                    <a:pt x="1507" y="4875"/>
                  </a:lnTo>
                  <a:lnTo>
                    <a:pt x="1570" y="4854"/>
                  </a:lnTo>
                  <a:lnTo>
                    <a:pt x="1654" y="4875"/>
                  </a:lnTo>
                  <a:lnTo>
                    <a:pt x="1758" y="4771"/>
                  </a:lnTo>
                  <a:lnTo>
                    <a:pt x="1947" y="4708"/>
                  </a:lnTo>
                  <a:lnTo>
                    <a:pt x="1947" y="4771"/>
                  </a:lnTo>
                  <a:lnTo>
                    <a:pt x="1863" y="4896"/>
                  </a:lnTo>
                  <a:lnTo>
                    <a:pt x="1884" y="4917"/>
                  </a:lnTo>
                  <a:lnTo>
                    <a:pt x="1947" y="5022"/>
                  </a:lnTo>
                  <a:lnTo>
                    <a:pt x="2072" y="5105"/>
                  </a:lnTo>
                  <a:lnTo>
                    <a:pt x="2198" y="5022"/>
                  </a:lnTo>
                  <a:lnTo>
                    <a:pt x="2282" y="4917"/>
                  </a:lnTo>
                  <a:lnTo>
                    <a:pt x="2512" y="4687"/>
                  </a:lnTo>
                  <a:lnTo>
                    <a:pt x="2574" y="4603"/>
                  </a:lnTo>
                  <a:lnTo>
                    <a:pt x="2658" y="4541"/>
                  </a:lnTo>
                  <a:lnTo>
                    <a:pt x="2763" y="4499"/>
                  </a:lnTo>
                  <a:lnTo>
                    <a:pt x="2867" y="4352"/>
                  </a:lnTo>
                  <a:lnTo>
                    <a:pt x="2867" y="4248"/>
                  </a:lnTo>
                  <a:lnTo>
                    <a:pt x="2888" y="4080"/>
                  </a:lnTo>
                  <a:lnTo>
                    <a:pt x="2909" y="3766"/>
                  </a:lnTo>
                  <a:lnTo>
                    <a:pt x="2888" y="3745"/>
                  </a:lnTo>
                  <a:lnTo>
                    <a:pt x="2867" y="3557"/>
                  </a:lnTo>
                  <a:lnTo>
                    <a:pt x="2909" y="3453"/>
                  </a:lnTo>
                  <a:lnTo>
                    <a:pt x="3098" y="3285"/>
                  </a:lnTo>
                  <a:lnTo>
                    <a:pt x="3098" y="3139"/>
                  </a:lnTo>
                  <a:lnTo>
                    <a:pt x="3202" y="3013"/>
                  </a:lnTo>
                  <a:lnTo>
                    <a:pt x="3328" y="2908"/>
                  </a:lnTo>
                  <a:lnTo>
                    <a:pt x="3411" y="2929"/>
                  </a:lnTo>
                  <a:lnTo>
                    <a:pt x="3516" y="2867"/>
                  </a:lnTo>
                  <a:lnTo>
                    <a:pt x="3621" y="2825"/>
                  </a:lnTo>
                  <a:lnTo>
                    <a:pt x="3809" y="2511"/>
                  </a:lnTo>
                  <a:lnTo>
                    <a:pt x="3809" y="2344"/>
                  </a:lnTo>
                  <a:lnTo>
                    <a:pt x="3851" y="2155"/>
                  </a:lnTo>
                  <a:lnTo>
                    <a:pt x="3935" y="2092"/>
                  </a:lnTo>
                  <a:lnTo>
                    <a:pt x="3955" y="1946"/>
                  </a:lnTo>
                  <a:lnTo>
                    <a:pt x="3935" y="1925"/>
                  </a:lnTo>
                  <a:lnTo>
                    <a:pt x="3955" y="1737"/>
                  </a:lnTo>
                  <a:lnTo>
                    <a:pt x="3955" y="1653"/>
                  </a:lnTo>
                  <a:lnTo>
                    <a:pt x="3955" y="1507"/>
                  </a:lnTo>
                  <a:lnTo>
                    <a:pt x="4060" y="1402"/>
                  </a:lnTo>
                  <a:lnTo>
                    <a:pt x="4060" y="1256"/>
                  </a:lnTo>
                  <a:lnTo>
                    <a:pt x="4081" y="1130"/>
                  </a:lnTo>
                  <a:lnTo>
                    <a:pt x="4039" y="921"/>
                  </a:lnTo>
                  <a:lnTo>
                    <a:pt x="4290" y="607"/>
                  </a:lnTo>
                  <a:lnTo>
                    <a:pt x="4332" y="502"/>
                  </a:lnTo>
                  <a:lnTo>
                    <a:pt x="4437" y="460"/>
                  </a:lnTo>
                  <a:lnTo>
                    <a:pt x="4437" y="209"/>
                  </a:lnTo>
                  <a:lnTo>
                    <a:pt x="4374" y="105"/>
                  </a:lnTo>
                  <a:lnTo>
                    <a:pt x="4374" y="63"/>
                  </a:lnTo>
                  <a:lnTo>
                    <a:pt x="4290" y="84"/>
                  </a:lnTo>
                  <a:lnTo>
                    <a:pt x="4248" y="105"/>
                  </a:lnTo>
                  <a:lnTo>
                    <a:pt x="4144" y="63"/>
                  </a:lnTo>
                  <a:lnTo>
                    <a:pt x="412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38"/>
            <p:cNvSpPr/>
            <p:nvPr/>
          </p:nvSpPr>
          <p:spPr>
            <a:xfrm>
              <a:off x="3828067" y="3174369"/>
              <a:ext cx="7478" cy="9769"/>
            </a:xfrm>
            <a:custGeom>
              <a:rect b="b" l="l" r="r" t="t"/>
              <a:pathLst>
                <a:path extrusionOk="0" h="859" w="628">
                  <a:moveTo>
                    <a:pt x="460" y="1"/>
                  </a:moveTo>
                  <a:lnTo>
                    <a:pt x="356" y="84"/>
                  </a:lnTo>
                  <a:lnTo>
                    <a:pt x="293" y="105"/>
                  </a:lnTo>
                  <a:lnTo>
                    <a:pt x="230" y="210"/>
                  </a:lnTo>
                  <a:lnTo>
                    <a:pt x="147" y="252"/>
                  </a:lnTo>
                  <a:lnTo>
                    <a:pt x="126" y="252"/>
                  </a:lnTo>
                  <a:lnTo>
                    <a:pt x="42" y="398"/>
                  </a:lnTo>
                  <a:lnTo>
                    <a:pt x="0" y="419"/>
                  </a:lnTo>
                  <a:lnTo>
                    <a:pt x="84" y="503"/>
                  </a:lnTo>
                  <a:lnTo>
                    <a:pt x="105" y="670"/>
                  </a:lnTo>
                  <a:lnTo>
                    <a:pt x="42" y="775"/>
                  </a:lnTo>
                  <a:lnTo>
                    <a:pt x="84" y="859"/>
                  </a:lnTo>
                  <a:lnTo>
                    <a:pt x="188" y="775"/>
                  </a:lnTo>
                  <a:lnTo>
                    <a:pt x="293" y="775"/>
                  </a:lnTo>
                  <a:lnTo>
                    <a:pt x="356" y="712"/>
                  </a:lnTo>
                  <a:lnTo>
                    <a:pt x="335" y="503"/>
                  </a:lnTo>
                  <a:lnTo>
                    <a:pt x="398" y="440"/>
                  </a:lnTo>
                  <a:lnTo>
                    <a:pt x="523" y="335"/>
                  </a:lnTo>
                  <a:lnTo>
                    <a:pt x="628" y="231"/>
                  </a:lnTo>
                  <a:lnTo>
                    <a:pt x="628" y="126"/>
                  </a:lnTo>
                  <a:lnTo>
                    <a:pt x="565" y="43"/>
                  </a:lnTo>
                  <a:lnTo>
                    <a:pt x="52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38"/>
            <p:cNvSpPr/>
            <p:nvPr/>
          </p:nvSpPr>
          <p:spPr>
            <a:xfrm>
              <a:off x="3947654" y="3151533"/>
              <a:ext cx="76994" cy="74956"/>
            </a:xfrm>
            <a:custGeom>
              <a:rect b="b" l="l" r="r" t="t"/>
              <a:pathLst>
                <a:path extrusionOk="0" h="6591" w="6466">
                  <a:moveTo>
                    <a:pt x="2553" y="0"/>
                  </a:moveTo>
                  <a:lnTo>
                    <a:pt x="1779" y="42"/>
                  </a:lnTo>
                  <a:lnTo>
                    <a:pt x="858" y="42"/>
                  </a:lnTo>
                  <a:lnTo>
                    <a:pt x="816" y="105"/>
                  </a:lnTo>
                  <a:lnTo>
                    <a:pt x="754" y="105"/>
                  </a:lnTo>
                  <a:lnTo>
                    <a:pt x="712" y="146"/>
                  </a:lnTo>
                  <a:lnTo>
                    <a:pt x="775" y="230"/>
                  </a:lnTo>
                  <a:lnTo>
                    <a:pt x="858" y="314"/>
                  </a:lnTo>
                  <a:lnTo>
                    <a:pt x="858" y="356"/>
                  </a:lnTo>
                  <a:lnTo>
                    <a:pt x="921" y="439"/>
                  </a:lnTo>
                  <a:lnTo>
                    <a:pt x="963" y="628"/>
                  </a:lnTo>
                  <a:lnTo>
                    <a:pt x="984" y="732"/>
                  </a:lnTo>
                  <a:lnTo>
                    <a:pt x="942" y="795"/>
                  </a:lnTo>
                  <a:lnTo>
                    <a:pt x="942" y="879"/>
                  </a:lnTo>
                  <a:lnTo>
                    <a:pt x="879" y="942"/>
                  </a:lnTo>
                  <a:lnTo>
                    <a:pt x="816" y="963"/>
                  </a:lnTo>
                  <a:lnTo>
                    <a:pt x="754" y="963"/>
                  </a:lnTo>
                  <a:lnTo>
                    <a:pt x="733" y="942"/>
                  </a:lnTo>
                  <a:lnTo>
                    <a:pt x="733" y="983"/>
                  </a:lnTo>
                  <a:lnTo>
                    <a:pt x="754" y="1046"/>
                  </a:lnTo>
                  <a:lnTo>
                    <a:pt x="754" y="1109"/>
                  </a:lnTo>
                  <a:lnTo>
                    <a:pt x="858" y="1151"/>
                  </a:lnTo>
                  <a:lnTo>
                    <a:pt x="858" y="1214"/>
                  </a:lnTo>
                  <a:lnTo>
                    <a:pt x="942" y="1214"/>
                  </a:lnTo>
                  <a:lnTo>
                    <a:pt x="963" y="1402"/>
                  </a:lnTo>
                  <a:lnTo>
                    <a:pt x="963" y="1486"/>
                  </a:lnTo>
                  <a:lnTo>
                    <a:pt x="858" y="1590"/>
                  </a:lnTo>
                  <a:lnTo>
                    <a:pt x="775" y="1674"/>
                  </a:lnTo>
                  <a:lnTo>
                    <a:pt x="733" y="1716"/>
                  </a:lnTo>
                  <a:lnTo>
                    <a:pt x="565" y="1883"/>
                  </a:lnTo>
                  <a:lnTo>
                    <a:pt x="461" y="2030"/>
                  </a:lnTo>
                  <a:lnTo>
                    <a:pt x="293" y="2092"/>
                  </a:lnTo>
                  <a:lnTo>
                    <a:pt x="0" y="2092"/>
                  </a:lnTo>
                  <a:lnTo>
                    <a:pt x="84" y="2553"/>
                  </a:lnTo>
                  <a:lnTo>
                    <a:pt x="210" y="3243"/>
                  </a:lnTo>
                  <a:lnTo>
                    <a:pt x="628" y="3808"/>
                  </a:lnTo>
                  <a:lnTo>
                    <a:pt x="754" y="4248"/>
                  </a:lnTo>
                  <a:lnTo>
                    <a:pt x="942" y="4352"/>
                  </a:lnTo>
                  <a:lnTo>
                    <a:pt x="1026" y="4352"/>
                  </a:lnTo>
                  <a:lnTo>
                    <a:pt x="1130" y="4394"/>
                  </a:lnTo>
                  <a:lnTo>
                    <a:pt x="1172" y="4394"/>
                  </a:lnTo>
                  <a:lnTo>
                    <a:pt x="1256" y="4436"/>
                  </a:lnTo>
                  <a:lnTo>
                    <a:pt x="1256" y="4499"/>
                  </a:lnTo>
                  <a:lnTo>
                    <a:pt x="1340" y="4561"/>
                  </a:lnTo>
                  <a:lnTo>
                    <a:pt x="1444" y="4561"/>
                  </a:lnTo>
                  <a:lnTo>
                    <a:pt x="1695" y="4645"/>
                  </a:lnTo>
                  <a:lnTo>
                    <a:pt x="1779" y="4645"/>
                  </a:lnTo>
                  <a:lnTo>
                    <a:pt x="1821" y="4708"/>
                  </a:lnTo>
                  <a:lnTo>
                    <a:pt x="1884" y="4729"/>
                  </a:lnTo>
                  <a:lnTo>
                    <a:pt x="1925" y="4812"/>
                  </a:lnTo>
                  <a:lnTo>
                    <a:pt x="2030" y="4917"/>
                  </a:lnTo>
                  <a:lnTo>
                    <a:pt x="2093" y="4917"/>
                  </a:lnTo>
                  <a:lnTo>
                    <a:pt x="2093" y="4938"/>
                  </a:lnTo>
                  <a:lnTo>
                    <a:pt x="2114" y="4917"/>
                  </a:lnTo>
                  <a:lnTo>
                    <a:pt x="2177" y="4917"/>
                  </a:lnTo>
                  <a:lnTo>
                    <a:pt x="2197" y="4980"/>
                  </a:lnTo>
                  <a:lnTo>
                    <a:pt x="2281" y="4980"/>
                  </a:lnTo>
                  <a:lnTo>
                    <a:pt x="2302" y="5022"/>
                  </a:lnTo>
                  <a:lnTo>
                    <a:pt x="2323" y="4980"/>
                  </a:lnTo>
                  <a:lnTo>
                    <a:pt x="2407" y="5022"/>
                  </a:lnTo>
                  <a:lnTo>
                    <a:pt x="2428" y="5043"/>
                  </a:lnTo>
                  <a:lnTo>
                    <a:pt x="2490" y="5043"/>
                  </a:lnTo>
                  <a:lnTo>
                    <a:pt x="2511" y="5084"/>
                  </a:lnTo>
                  <a:lnTo>
                    <a:pt x="2553" y="5126"/>
                  </a:lnTo>
                  <a:lnTo>
                    <a:pt x="2637" y="5189"/>
                  </a:lnTo>
                  <a:lnTo>
                    <a:pt x="2825" y="5398"/>
                  </a:lnTo>
                  <a:lnTo>
                    <a:pt x="2846" y="5608"/>
                  </a:lnTo>
                  <a:lnTo>
                    <a:pt x="2846" y="6591"/>
                  </a:lnTo>
                  <a:lnTo>
                    <a:pt x="2951" y="6193"/>
                  </a:lnTo>
                  <a:lnTo>
                    <a:pt x="3495" y="6173"/>
                  </a:lnTo>
                  <a:lnTo>
                    <a:pt x="3599" y="6131"/>
                  </a:lnTo>
                  <a:lnTo>
                    <a:pt x="3641" y="6110"/>
                  </a:lnTo>
                  <a:lnTo>
                    <a:pt x="3704" y="6089"/>
                  </a:lnTo>
                  <a:lnTo>
                    <a:pt x="3704" y="6131"/>
                  </a:lnTo>
                  <a:lnTo>
                    <a:pt x="3788" y="6173"/>
                  </a:lnTo>
                  <a:lnTo>
                    <a:pt x="3871" y="6214"/>
                  </a:lnTo>
                  <a:lnTo>
                    <a:pt x="3955" y="6214"/>
                  </a:lnTo>
                  <a:lnTo>
                    <a:pt x="3997" y="6298"/>
                  </a:lnTo>
                  <a:lnTo>
                    <a:pt x="3976" y="6319"/>
                  </a:lnTo>
                  <a:lnTo>
                    <a:pt x="4164" y="6298"/>
                  </a:lnTo>
                  <a:lnTo>
                    <a:pt x="4269" y="6193"/>
                  </a:lnTo>
                  <a:lnTo>
                    <a:pt x="4332" y="6193"/>
                  </a:lnTo>
                  <a:lnTo>
                    <a:pt x="4394" y="6131"/>
                  </a:lnTo>
                  <a:lnTo>
                    <a:pt x="4436" y="6173"/>
                  </a:lnTo>
                  <a:lnTo>
                    <a:pt x="4436" y="6214"/>
                  </a:lnTo>
                  <a:lnTo>
                    <a:pt x="4520" y="6214"/>
                  </a:lnTo>
                  <a:lnTo>
                    <a:pt x="4604" y="6277"/>
                  </a:lnTo>
                  <a:lnTo>
                    <a:pt x="4729" y="6214"/>
                  </a:lnTo>
                  <a:lnTo>
                    <a:pt x="4897" y="6193"/>
                  </a:lnTo>
                  <a:lnTo>
                    <a:pt x="4918" y="6110"/>
                  </a:lnTo>
                  <a:lnTo>
                    <a:pt x="4897" y="6068"/>
                  </a:lnTo>
                  <a:lnTo>
                    <a:pt x="4938" y="6005"/>
                  </a:lnTo>
                  <a:lnTo>
                    <a:pt x="5043" y="6026"/>
                  </a:lnTo>
                  <a:lnTo>
                    <a:pt x="5127" y="6026"/>
                  </a:lnTo>
                  <a:lnTo>
                    <a:pt x="5210" y="6089"/>
                  </a:lnTo>
                  <a:lnTo>
                    <a:pt x="5315" y="6068"/>
                  </a:lnTo>
                  <a:lnTo>
                    <a:pt x="5357" y="6026"/>
                  </a:lnTo>
                  <a:lnTo>
                    <a:pt x="5566" y="5963"/>
                  </a:lnTo>
                  <a:lnTo>
                    <a:pt x="5650" y="5984"/>
                  </a:lnTo>
                  <a:lnTo>
                    <a:pt x="5754" y="5963"/>
                  </a:lnTo>
                  <a:lnTo>
                    <a:pt x="5775" y="5900"/>
                  </a:lnTo>
                  <a:lnTo>
                    <a:pt x="5901" y="5900"/>
                  </a:lnTo>
                  <a:lnTo>
                    <a:pt x="5985" y="5817"/>
                  </a:lnTo>
                  <a:lnTo>
                    <a:pt x="6110" y="5796"/>
                  </a:lnTo>
                  <a:lnTo>
                    <a:pt x="6194" y="5712"/>
                  </a:lnTo>
                  <a:lnTo>
                    <a:pt x="6278" y="5649"/>
                  </a:lnTo>
                  <a:lnTo>
                    <a:pt x="6382" y="5670"/>
                  </a:lnTo>
                  <a:lnTo>
                    <a:pt x="6424" y="5608"/>
                  </a:lnTo>
                  <a:lnTo>
                    <a:pt x="6466" y="5587"/>
                  </a:lnTo>
                  <a:lnTo>
                    <a:pt x="6424" y="5587"/>
                  </a:lnTo>
                  <a:lnTo>
                    <a:pt x="6424" y="5545"/>
                  </a:lnTo>
                  <a:lnTo>
                    <a:pt x="6298" y="5440"/>
                  </a:lnTo>
                  <a:lnTo>
                    <a:pt x="6173" y="5398"/>
                  </a:lnTo>
                  <a:lnTo>
                    <a:pt x="5964" y="5189"/>
                  </a:lnTo>
                  <a:lnTo>
                    <a:pt x="5985" y="5126"/>
                  </a:lnTo>
                  <a:lnTo>
                    <a:pt x="5901" y="4938"/>
                  </a:lnTo>
                  <a:lnTo>
                    <a:pt x="5859" y="4875"/>
                  </a:lnTo>
                  <a:lnTo>
                    <a:pt x="5901" y="4771"/>
                  </a:lnTo>
                  <a:lnTo>
                    <a:pt x="5859" y="4729"/>
                  </a:lnTo>
                  <a:lnTo>
                    <a:pt x="5838" y="4624"/>
                  </a:lnTo>
                  <a:lnTo>
                    <a:pt x="5796" y="4540"/>
                  </a:lnTo>
                  <a:lnTo>
                    <a:pt x="5838" y="4540"/>
                  </a:lnTo>
                  <a:lnTo>
                    <a:pt x="5775" y="4394"/>
                  </a:lnTo>
                  <a:lnTo>
                    <a:pt x="5754" y="4248"/>
                  </a:lnTo>
                  <a:lnTo>
                    <a:pt x="5838" y="4206"/>
                  </a:lnTo>
                  <a:lnTo>
                    <a:pt x="5838" y="4038"/>
                  </a:lnTo>
                  <a:lnTo>
                    <a:pt x="5754" y="3976"/>
                  </a:lnTo>
                  <a:lnTo>
                    <a:pt x="5754" y="3766"/>
                  </a:lnTo>
                  <a:lnTo>
                    <a:pt x="5775" y="3620"/>
                  </a:lnTo>
                  <a:lnTo>
                    <a:pt x="5859" y="3578"/>
                  </a:lnTo>
                  <a:lnTo>
                    <a:pt x="5880" y="3599"/>
                  </a:lnTo>
                  <a:lnTo>
                    <a:pt x="5943" y="3515"/>
                  </a:lnTo>
                  <a:lnTo>
                    <a:pt x="5859" y="3306"/>
                  </a:lnTo>
                  <a:lnTo>
                    <a:pt x="5775" y="3306"/>
                  </a:lnTo>
                  <a:lnTo>
                    <a:pt x="5650" y="3180"/>
                  </a:lnTo>
                  <a:lnTo>
                    <a:pt x="5482" y="3055"/>
                  </a:lnTo>
                  <a:lnTo>
                    <a:pt x="5482" y="2929"/>
                  </a:lnTo>
                  <a:lnTo>
                    <a:pt x="5566" y="2657"/>
                  </a:lnTo>
                  <a:lnTo>
                    <a:pt x="5692" y="2302"/>
                  </a:lnTo>
                  <a:lnTo>
                    <a:pt x="5754" y="2239"/>
                  </a:lnTo>
                  <a:lnTo>
                    <a:pt x="5734" y="2134"/>
                  </a:lnTo>
                  <a:lnTo>
                    <a:pt x="5692" y="2113"/>
                  </a:lnTo>
                  <a:lnTo>
                    <a:pt x="5734" y="2113"/>
                  </a:lnTo>
                  <a:lnTo>
                    <a:pt x="5022" y="1611"/>
                  </a:lnTo>
                  <a:lnTo>
                    <a:pt x="4959" y="1527"/>
                  </a:lnTo>
                  <a:lnTo>
                    <a:pt x="4938" y="1486"/>
                  </a:lnTo>
                  <a:lnTo>
                    <a:pt x="4959" y="1402"/>
                  </a:lnTo>
                  <a:lnTo>
                    <a:pt x="4834" y="1214"/>
                  </a:lnTo>
                  <a:lnTo>
                    <a:pt x="274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38"/>
            <p:cNvSpPr/>
            <p:nvPr/>
          </p:nvSpPr>
          <p:spPr>
            <a:xfrm>
              <a:off x="3945415" y="3152954"/>
              <a:ext cx="13956" cy="10963"/>
            </a:xfrm>
            <a:custGeom>
              <a:rect b="b" l="l" r="r" t="t"/>
              <a:pathLst>
                <a:path extrusionOk="0" h="964" w="1172">
                  <a:moveTo>
                    <a:pt x="795" y="1"/>
                  </a:moveTo>
                  <a:lnTo>
                    <a:pt x="795" y="84"/>
                  </a:lnTo>
                  <a:lnTo>
                    <a:pt x="732" y="126"/>
                  </a:lnTo>
                  <a:lnTo>
                    <a:pt x="649" y="126"/>
                  </a:lnTo>
                  <a:lnTo>
                    <a:pt x="607" y="84"/>
                  </a:lnTo>
                  <a:lnTo>
                    <a:pt x="544" y="42"/>
                  </a:lnTo>
                  <a:lnTo>
                    <a:pt x="440" y="126"/>
                  </a:lnTo>
                  <a:lnTo>
                    <a:pt x="377" y="147"/>
                  </a:lnTo>
                  <a:lnTo>
                    <a:pt x="335" y="126"/>
                  </a:lnTo>
                  <a:lnTo>
                    <a:pt x="209" y="231"/>
                  </a:lnTo>
                  <a:lnTo>
                    <a:pt x="105" y="356"/>
                  </a:lnTo>
                  <a:lnTo>
                    <a:pt x="0" y="733"/>
                  </a:lnTo>
                  <a:lnTo>
                    <a:pt x="0" y="817"/>
                  </a:lnTo>
                  <a:lnTo>
                    <a:pt x="209" y="817"/>
                  </a:lnTo>
                  <a:lnTo>
                    <a:pt x="272" y="921"/>
                  </a:lnTo>
                  <a:lnTo>
                    <a:pt x="335" y="963"/>
                  </a:lnTo>
                  <a:lnTo>
                    <a:pt x="398" y="921"/>
                  </a:lnTo>
                  <a:lnTo>
                    <a:pt x="419" y="921"/>
                  </a:lnTo>
                  <a:lnTo>
                    <a:pt x="481" y="963"/>
                  </a:lnTo>
                  <a:lnTo>
                    <a:pt x="607" y="921"/>
                  </a:lnTo>
                  <a:lnTo>
                    <a:pt x="607" y="858"/>
                  </a:lnTo>
                  <a:lnTo>
                    <a:pt x="691" y="670"/>
                  </a:lnTo>
                  <a:lnTo>
                    <a:pt x="649" y="566"/>
                  </a:lnTo>
                  <a:lnTo>
                    <a:pt x="712" y="566"/>
                  </a:lnTo>
                  <a:lnTo>
                    <a:pt x="753" y="628"/>
                  </a:lnTo>
                  <a:lnTo>
                    <a:pt x="816" y="628"/>
                  </a:lnTo>
                  <a:lnTo>
                    <a:pt x="858" y="733"/>
                  </a:lnTo>
                  <a:lnTo>
                    <a:pt x="921" y="754"/>
                  </a:lnTo>
                  <a:lnTo>
                    <a:pt x="921" y="817"/>
                  </a:lnTo>
                  <a:lnTo>
                    <a:pt x="942" y="838"/>
                  </a:lnTo>
                  <a:lnTo>
                    <a:pt x="1004" y="838"/>
                  </a:lnTo>
                  <a:lnTo>
                    <a:pt x="1067" y="817"/>
                  </a:lnTo>
                  <a:lnTo>
                    <a:pt x="1130" y="754"/>
                  </a:lnTo>
                  <a:lnTo>
                    <a:pt x="1130" y="670"/>
                  </a:lnTo>
                  <a:lnTo>
                    <a:pt x="1172" y="607"/>
                  </a:lnTo>
                  <a:lnTo>
                    <a:pt x="1151" y="503"/>
                  </a:lnTo>
                  <a:lnTo>
                    <a:pt x="1109" y="314"/>
                  </a:lnTo>
                  <a:lnTo>
                    <a:pt x="1046" y="231"/>
                  </a:lnTo>
                  <a:lnTo>
                    <a:pt x="1046" y="189"/>
                  </a:lnTo>
                  <a:lnTo>
                    <a:pt x="963" y="105"/>
                  </a:lnTo>
                  <a:lnTo>
                    <a:pt x="900" y="21"/>
                  </a:lnTo>
                  <a:lnTo>
                    <a:pt x="90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38"/>
            <p:cNvSpPr/>
            <p:nvPr/>
          </p:nvSpPr>
          <p:spPr>
            <a:xfrm>
              <a:off x="3945415" y="3159380"/>
              <a:ext cx="13706" cy="15956"/>
            </a:xfrm>
            <a:custGeom>
              <a:rect b="b" l="l" r="r" t="t"/>
              <a:pathLst>
                <a:path extrusionOk="0" h="1403" w="1151">
                  <a:moveTo>
                    <a:pt x="649" y="1"/>
                  </a:moveTo>
                  <a:lnTo>
                    <a:pt x="691" y="105"/>
                  </a:lnTo>
                  <a:lnTo>
                    <a:pt x="607" y="293"/>
                  </a:lnTo>
                  <a:lnTo>
                    <a:pt x="607" y="356"/>
                  </a:lnTo>
                  <a:lnTo>
                    <a:pt x="481" y="398"/>
                  </a:lnTo>
                  <a:lnTo>
                    <a:pt x="419" y="356"/>
                  </a:lnTo>
                  <a:lnTo>
                    <a:pt x="398" y="356"/>
                  </a:lnTo>
                  <a:lnTo>
                    <a:pt x="335" y="398"/>
                  </a:lnTo>
                  <a:lnTo>
                    <a:pt x="272" y="356"/>
                  </a:lnTo>
                  <a:lnTo>
                    <a:pt x="209" y="252"/>
                  </a:lnTo>
                  <a:lnTo>
                    <a:pt x="0" y="252"/>
                  </a:lnTo>
                  <a:lnTo>
                    <a:pt x="0" y="314"/>
                  </a:lnTo>
                  <a:lnTo>
                    <a:pt x="63" y="419"/>
                  </a:lnTo>
                  <a:lnTo>
                    <a:pt x="84" y="565"/>
                  </a:lnTo>
                  <a:lnTo>
                    <a:pt x="84" y="712"/>
                  </a:lnTo>
                  <a:lnTo>
                    <a:pt x="188" y="1402"/>
                  </a:lnTo>
                  <a:lnTo>
                    <a:pt x="481" y="1402"/>
                  </a:lnTo>
                  <a:lnTo>
                    <a:pt x="649" y="1340"/>
                  </a:lnTo>
                  <a:lnTo>
                    <a:pt x="753" y="1193"/>
                  </a:lnTo>
                  <a:lnTo>
                    <a:pt x="921" y="1026"/>
                  </a:lnTo>
                  <a:lnTo>
                    <a:pt x="963" y="984"/>
                  </a:lnTo>
                  <a:lnTo>
                    <a:pt x="1046" y="900"/>
                  </a:lnTo>
                  <a:lnTo>
                    <a:pt x="1151" y="796"/>
                  </a:lnTo>
                  <a:lnTo>
                    <a:pt x="1151" y="712"/>
                  </a:lnTo>
                  <a:lnTo>
                    <a:pt x="1130" y="524"/>
                  </a:lnTo>
                  <a:lnTo>
                    <a:pt x="1046" y="524"/>
                  </a:lnTo>
                  <a:lnTo>
                    <a:pt x="1046" y="461"/>
                  </a:lnTo>
                  <a:lnTo>
                    <a:pt x="942" y="419"/>
                  </a:lnTo>
                  <a:lnTo>
                    <a:pt x="942" y="356"/>
                  </a:lnTo>
                  <a:lnTo>
                    <a:pt x="921" y="293"/>
                  </a:lnTo>
                  <a:lnTo>
                    <a:pt x="921" y="252"/>
                  </a:lnTo>
                  <a:lnTo>
                    <a:pt x="921" y="189"/>
                  </a:lnTo>
                  <a:lnTo>
                    <a:pt x="858" y="168"/>
                  </a:lnTo>
                  <a:lnTo>
                    <a:pt x="816" y="63"/>
                  </a:lnTo>
                  <a:lnTo>
                    <a:pt x="753" y="63"/>
                  </a:lnTo>
                  <a:lnTo>
                    <a:pt x="71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38"/>
            <p:cNvSpPr/>
            <p:nvPr/>
          </p:nvSpPr>
          <p:spPr>
            <a:xfrm>
              <a:off x="3829055" y="3110126"/>
              <a:ext cx="131316" cy="124222"/>
            </a:xfrm>
            <a:custGeom>
              <a:rect b="b" l="l" r="r" t="t"/>
              <a:pathLst>
                <a:path extrusionOk="0" h="10923" w="11028">
                  <a:moveTo>
                    <a:pt x="7701" y="0"/>
                  </a:moveTo>
                  <a:lnTo>
                    <a:pt x="7701" y="42"/>
                  </a:lnTo>
                  <a:lnTo>
                    <a:pt x="7743" y="84"/>
                  </a:lnTo>
                  <a:lnTo>
                    <a:pt x="7659" y="189"/>
                  </a:lnTo>
                  <a:lnTo>
                    <a:pt x="7575" y="189"/>
                  </a:lnTo>
                  <a:lnTo>
                    <a:pt x="7491" y="210"/>
                  </a:lnTo>
                  <a:lnTo>
                    <a:pt x="7366" y="210"/>
                  </a:lnTo>
                  <a:lnTo>
                    <a:pt x="7282" y="251"/>
                  </a:lnTo>
                  <a:lnTo>
                    <a:pt x="7240" y="251"/>
                  </a:lnTo>
                  <a:lnTo>
                    <a:pt x="7219" y="189"/>
                  </a:lnTo>
                  <a:lnTo>
                    <a:pt x="7178" y="189"/>
                  </a:lnTo>
                  <a:lnTo>
                    <a:pt x="7157" y="147"/>
                  </a:lnTo>
                  <a:lnTo>
                    <a:pt x="7073" y="126"/>
                  </a:lnTo>
                  <a:lnTo>
                    <a:pt x="6843" y="230"/>
                  </a:lnTo>
                  <a:lnTo>
                    <a:pt x="6759" y="293"/>
                  </a:lnTo>
                  <a:lnTo>
                    <a:pt x="6717" y="335"/>
                  </a:lnTo>
                  <a:lnTo>
                    <a:pt x="6487" y="356"/>
                  </a:lnTo>
                  <a:lnTo>
                    <a:pt x="6403" y="398"/>
                  </a:lnTo>
                  <a:lnTo>
                    <a:pt x="6320" y="314"/>
                  </a:lnTo>
                  <a:lnTo>
                    <a:pt x="6215" y="293"/>
                  </a:lnTo>
                  <a:lnTo>
                    <a:pt x="6111" y="293"/>
                  </a:lnTo>
                  <a:lnTo>
                    <a:pt x="6027" y="398"/>
                  </a:lnTo>
                  <a:lnTo>
                    <a:pt x="5922" y="502"/>
                  </a:lnTo>
                  <a:lnTo>
                    <a:pt x="5964" y="544"/>
                  </a:lnTo>
                  <a:lnTo>
                    <a:pt x="6006" y="607"/>
                  </a:lnTo>
                  <a:lnTo>
                    <a:pt x="5985" y="649"/>
                  </a:lnTo>
                  <a:lnTo>
                    <a:pt x="5859" y="670"/>
                  </a:lnTo>
                  <a:lnTo>
                    <a:pt x="5797" y="649"/>
                  </a:lnTo>
                  <a:lnTo>
                    <a:pt x="5671" y="628"/>
                  </a:lnTo>
                  <a:lnTo>
                    <a:pt x="5567" y="565"/>
                  </a:lnTo>
                  <a:lnTo>
                    <a:pt x="5483" y="565"/>
                  </a:lnTo>
                  <a:lnTo>
                    <a:pt x="5399" y="628"/>
                  </a:lnTo>
                  <a:lnTo>
                    <a:pt x="5336" y="607"/>
                  </a:lnTo>
                  <a:lnTo>
                    <a:pt x="5190" y="607"/>
                  </a:lnTo>
                  <a:lnTo>
                    <a:pt x="5064" y="523"/>
                  </a:lnTo>
                  <a:lnTo>
                    <a:pt x="4939" y="544"/>
                  </a:lnTo>
                  <a:lnTo>
                    <a:pt x="4918" y="502"/>
                  </a:lnTo>
                  <a:lnTo>
                    <a:pt x="4750" y="356"/>
                  </a:lnTo>
                  <a:lnTo>
                    <a:pt x="4667" y="335"/>
                  </a:lnTo>
                  <a:lnTo>
                    <a:pt x="4499" y="210"/>
                  </a:lnTo>
                  <a:lnTo>
                    <a:pt x="4437" y="189"/>
                  </a:lnTo>
                  <a:lnTo>
                    <a:pt x="4353" y="126"/>
                  </a:lnTo>
                  <a:lnTo>
                    <a:pt x="4290" y="126"/>
                  </a:lnTo>
                  <a:lnTo>
                    <a:pt x="4290" y="189"/>
                  </a:lnTo>
                  <a:lnTo>
                    <a:pt x="4186" y="147"/>
                  </a:lnTo>
                  <a:lnTo>
                    <a:pt x="4102" y="251"/>
                  </a:lnTo>
                  <a:lnTo>
                    <a:pt x="4018" y="251"/>
                  </a:lnTo>
                  <a:lnTo>
                    <a:pt x="3976" y="293"/>
                  </a:lnTo>
                  <a:lnTo>
                    <a:pt x="3976" y="356"/>
                  </a:lnTo>
                  <a:lnTo>
                    <a:pt x="3914" y="440"/>
                  </a:lnTo>
                  <a:lnTo>
                    <a:pt x="3914" y="502"/>
                  </a:lnTo>
                  <a:lnTo>
                    <a:pt x="3872" y="544"/>
                  </a:lnTo>
                  <a:lnTo>
                    <a:pt x="3788" y="544"/>
                  </a:lnTo>
                  <a:lnTo>
                    <a:pt x="3788" y="607"/>
                  </a:lnTo>
                  <a:lnTo>
                    <a:pt x="3893" y="733"/>
                  </a:lnTo>
                  <a:lnTo>
                    <a:pt x="3830" y="774"/>
                  </a:lnTo>
                  <a:lnTo>
                    <a:pt x="3809" y="858"/>
                  </a:lnTo>
                  <a:lnTo>
                    <a:pt x="3809" y="984"/>
                  </a:lnTo>
                  <a:lnTo>
                    <a:pt x="3872" y="1088"/>
                  </a:lnTo>
                  <a:lnTo>
                    <a:pt x="3872" y="1339"/>
                  </a:lnTo>
                  <a:lnTo>
                    <a:pt x="3767" y="1381"/>
                  </a:lnTo>
                  <a:lnTo>
                    <a:pt x="3725" y="1486"/>
                  </a:lnTo>
                  <a:lnTo>
                    <a:pt x="3474" y="1800"/>
                  </a:lnTo>
                  <a:lnTo>
                    <a:pt x="3516" y="2009"/>
                  </a:lnTo>
                  <a:lnTo>
                    <a:pt x="3495" y="2135"/>
                  </a:lnTo>
                  <a:lnTo>
                    <a:pt x="3495" y="2281"/>
                  </a:lnTo>
                  <a:lnTo>
                    <a:pt x="3390" y="2386"/>
                  </a:lnTo>
                  <a:lnTo>
                    <a:pt x="3390" y="2532"/>
                  </a:lnTo>
                  <a:lnTo>
                    <a:pt x="3390" y="2616"/>
                  </a:lnTo>
                  <a:lnTo>
                    <a:pt x="3370" y="2804"/>
                  </a:lnTo>
                  <a:lnTo>
                    <a:pt x="3390" y="2825"/>
                  </a:lnTo>
                  <a:lnTo>
                    <a:pt x="3370" y="2971"/>
                  </a:lnTo>
                  <a:lnTo>
                    <a:pt x="3286" y="3034"/>
                  </a:lnTo>
                  <a:lnTo>
                    <a:pt x="3244" y="3223"/>
                  </a:lnTo>
                  <a:lnTo>
                    <a:pt x="3244" y="3390"/>
                  </a:lnTo>
                  <a:lnTo>
                    <a:pt x="3056" y="3704"/>
                  </a:lnTo>
                  <a:lnTo>
                    <a:pt x="2951" y="3746"/>
                  </a:lnTo>
                  <a:lnTo>
                    <a:pt x="2846" y="3808"/>
                  </a:lnTo>
                  <a:lnTo>
                    <a:pt x="2763" y="3787"/>
                  </a:lnTo>
                  <a:lnTo>
                    <a:pt x="2637" y="3892"/>
                  </a:lnTo>
                  <a:lnTo>
                    <a:pt x="2533" y="4018"/>
                  </a:lnTo>
                  <a:lnTo>
                    <a:pt x="2533" y="4164"/>
                  </a:lnTo>
                  <a:lnTo>
                    <a:pt x="2344" y="4332"/>
                  </a:lnTo>
                  <a:lnTo>
                    <a:pt x="2302" y="4436"/>
                  </a:lnTo>
                  <a:lnTo>
                    <a:pt x="2323" y="4624"/>
                  </a:lnTo>
                  <a:lnTo>
                    <a:pt x="2344" y="4645"/>
                  </a:lnTo>
                  <a:lnTo>
                    <a:pt x="2323" y="4959"/>
                  </a:lnTo>
                  <a:lnTo>
                    <a:pt x="2302" y="5127"/>
                  </a:lnTo>
                  <a:lnTo>
                    <a:pt x="2302" y="5231"/>
                  </a:lnTo>
                  <a:lnTo>
                    <a:pt x="2198" y="5378"/>
                  </a:lnTo>
                  <a:lnTo>
                    <a:pt x="2093" y="5420"/>
                  </a:lnTo>
                  <a:lnTo>
                    <a:pt x="2009" y="5482"/>
                  </a:lnTo>
                  <a:lnTo>
                    <a:pt x="1947" y="5566"/>
                  </a:lnTo>
                  <a:lnTo>
                    <a:pt x="1717" y="5796"/>
                  </a:lnTo>
                  <a:lnTo>
                    <a:pt x="1633" y="5901"/>
                  </a:lnTo>
                  <a:lnTo>
                    <a:pt x="1507" y="5984"/>
                  </a:lnTo>
                  <a:lnTo>
                    <a:pt x="1382" y="5901"/>
                  </a:lnTo>
                  <a:lnTo>
                    <a:pt x="1319" y="5796"/>
                  </a:lnTo>
                  <a:lnTo>
                    <a:pt x="1298" y="5775"/>
                  </a:lnTo>
                  <a:lnTo>
                    <a:pt x="1382" y="5650"/>
                  </a:lnTo>
                  <a:lnTo>
                    <a:pt x="1382" y="5587"/>
                  </a:lnTo>
                  <a:lnTo>
                    <a:pt x="1193" y="5650"/>
                  </a:lnTo>
                  <a:lnTo>
                    <a:pt x="1089" y="5754"/>
                  </a:lnTo>
                  <a:lnTo>
                    <a:pt x="1005" y="5733"/>
                  </a:lnTo>
                  <a:lnTo>
                    <a:pt x="942" y="5754"/>
                  </a:lnTo>
                  <a:lnTo>
                    <a:pt x="942" y="5859"/>
                  </a:lnTo>
                  <a:lnTo>
                    <a:pt x="859" y="5943"/>
                  </a:lnTo>
                  <a:lnTo>
                    <a:pt x="754" y="5943"/>
                  </a:lnTo>
                  <a:lnTo>
                    <a:pt x="754" y="5880"/>
                  </a:lnTo>
                  <a:lnTo>
                    <a:pt x="733" y="5838"/>
                  </a:lnTo>
                  <a:lnTo>
                    <a:pt x="629" y="5880"/>
                  </a:lnTo>
                  <a:lnTo>
                    <a:pt x="566" y="5859"/>
                  </a:lnTo>
                  <a:lnTo>
                    <a:pt x="440" y="5984"/>
                  </a:lnTo>
                  <a:lnTo>
                    <a:pt x="315" y="6089"/>
                  </a:lnTo>
                  <a:lnTo>
                    <a:pt x="252" y="6152"/>
                  </a:lnTo>
                  <a:lnTo>
                    <a:pt x="273" y="6361"/>
                  </a:lnTo>
                  <a:lnTo>
                    <a:pt x="210" y="6424"/>
                  </a:lnTo>
                  <a:lnTo>
                    <a:pt x="105" y="6424"/>
                  </a:lnTo>
                  <a:lnTo>
                    <a:pt x="1" y="6508"/>
                  </a:lnTo>
                  <a:lnTo>
                    <a:pt x="22" y="6570"/>
                  </a:lnTo>
                  <a:lnTo>
                    <a:pt x="210" y="6591"/>
                  </a:lnTo>
                  <a:lnTo>
                    <a:pt x="252" y="6633"/>
                  </a:lnTo>
                  <a:lnTo>
                    <a:pt x="273" y="6633"/>
                  </a:lnTo>
                  <a:lnTo>
                    <a:pt x="273" y="6612"/>
                  </a:lnTo>
                  <a:lnTo>
                    <a:pt x="315" y="6591"/>
                  </a:lnTo>
                  <a:lnTo>
                    <a:pt x="377" y="6591"/>
                  </a:lnTo>
                  <a:lnTo>
                    <a:pt x="482" y="6570"/>
                  </a:lnTo>
                  <a:lnTo>
                    <a:pt x="566" y="6528"/>
                  </a:lnTo>
                  <a:lnTo>
                    <a:pt x="1256" y="6528"/>
                  </a:lnTo>
                  <a:lnTo>
                    <a:pt x="1424" y="6570"/>
                  </a:lnTo>
                  <a:lnTo>
                    <a:pt x="1633" y="6528"/>
                  </a:lnTo>
                  <a:lnTo>
                    <a:pt x="2637" y="6528"/>
                  </a:lnTo>
                  <a:lnTo>
                    <a:pt x="2637" y="6612"/>
                  </a:lnTo>
                  <a:lnTo>
                    <a:pt x="2637" y="6633"/>
                  </a:lnTo>
                  <a:lnTo>
                    <a:pt x="2637" y="6717"/>
                  </a:lnTo>
                  <a:lnTo>
                    <a:pt x="2679" y="6780"/>
                  </a:lnTo>
                  <a:lnTo>
                    <a:pt x="2721" y="6842"/>
                  </a:lnTo>
                  <a:lnTo>
                    <a:pt x="2679" y="6905"/>
                  </a:lnTo>
                  <a:lnTo>
                    <a:pt x="2679" y="6989"/>
                  </a:lnTo>
                  <a:lnTo>
                    <a:pt x="2742" y="7093"/>
                  </a:lnTo>
                  <a:lnTo>
                    <a:pt x="2763" y="7219"/>
                  </a:lnTo>
                  <a:lnTo>
                    <a:pt x="2784" y="7261"/>
                  </a:lnTo>
                  <a:lnTo>
                    <a:pt x="2784" y="7345"/>
                  </a:lnTo>
                  <a:lnTo>
                    <a:pt x="2846" y="7365"/>
                  </a:lnTo>
                  <a:lnTo>
                    <a:pt x="2888" y="7449"/>
                  </a:lnTo>
                  <a:lnTo>
                    <a:pt x="2972" y="7554"/>
                  </a:lnTo>
                  <a:lnTo>
                    <a:pt x="2993" y="7763"/>
                  </a:lnTo>
                  <a:lnTo>
                    <a:pt x="3056" y="7784"/>
                  </a:lnTo>
                  <a:lnTo>
                    <a:pt x="3202" y="7784"/>
                  </a:lnTo>
                  <a:lnTo>
                    <a:pt x="3307" y="7763"/>
                  </a:lnTo>
                  <a:lnTo>
                    <a:pt x="3390" y="7784"/>
                  </a:lnTo>
                  <a:lnTo>
                    <a:pt x="3579" y="7826"/>
                  </a:lnTo>
                  <a:lnTo>
                    <a:pt x="3662" y="7763"/>
                  </a:lnTo>
                  <a:lnTo>
                    <a:pt x="4102" y="7742"/>
                  </a:lnTo>
                  <a:lnTo>
                    <a:pt x="4102" y="7575"/>
                  </a:lnTo>
                  <a:lnTo>
                    <a:pt x="4081" y="7470"/>
                  </a:lnTo>
                  <a:lnTo>
                    <a:pt x="4123" y="7449"/>
                  </a:lnTo>
                  <a:lnTo>
                    <a:pt x="4186" y="7345"/>
                  </a:lnTo>
                  <a:lnTo>
                    <a:pt x="4186" y="7198"/>
                  </a:lnTo>
                  <a:lnTo>
                    <a:pt x="4750" y="7156"/>
                  </a:lnTo>
                  <a:lnTo>
                    <a:pt x="4750" y="7114"/>
                  </a:lnTo>
                  <a:lnTo>
                    <a:pt x="4939" y="7135"/>
                  </a:lnTo>
                  <a:lnTo>
                    <a:pt x="4918" y="7219"/>
                  </a:lnTo>
                  <a:lnTo>
                    <a:pt x="4876" y="7261"/>
                  </a:lnTo>
                  <a:lnTo>
                    <a:pt x="4918" y="7324"/>
                  </a:lnTo>
                  <a:lnTo>
                    <a:pt x="5567" y="7365"/>
                  </a:lnTo>
                  <a:lnTo>
                    <a:pt x="5587" y="7449"/>
                  </a:lnTo>
                  <a:lnTo>
                    <a:pt x="5587" y="7533"/>
                  </a:lnTo>
                  <a:lnTo>
                    <a:pt x="5587" y="7617"/>
                  </a:lnTo>
                  <a:lnTo>
                    <a:pt x="5546" y="7721"/>
                  </a:lnTo>
                  <a:lnTo>
                    <a:pt x="5504" y="7826"/>
                  </a:lnTo>
                  <a:lnTo>
                    <a:pt x="5567" y="7889"/>
                  </a:lnTo>
                  <a:lnTo>
                    <a:pt x="5567" y="7972"/>
                  </a:lnTo>
                  <a:lnTo>
                    <a:pt x="5546" y="8035"/>
                  </a:lnTo>
                  <a:lnTo>
                    <a:pt x="5546" y="8056"/>
                  </a:lnTo>
                  <a:lnTo>
                    <a:pt x="5567" y="8140"/>
                  </a:lnTo>
                  <a:lnTo>
                    <a:pt x="5567" y="8349"/>
                  </a:lnTo>
                  <a:lnTo>
                    <a:pt x="5504" y="8453"/>
                  </a:lnTo>
                  <a:lnTo>
                    <a:pt x="5567" y="8495"/>
                  </a:lnTo>
                  <a:lnTo>
                    <a:pt x="5567" y="8579"/>
                  </a:lnTo>
                  <a:lnTo>
                    <a:pt x="5608" y="8621"/>
                  </a:lnTo>
                  <a:lnTo>
                    <a:pt x="5608" y="8705"/>
                  </a:lnTo>
                  <a:lnTo>
                    <a:pt x="5650" y="8725"/>
                  </a:lnTo>
                  <a:lnTo>
                    <a:pt x="5671" y="8788"/>
                  </a:lnTo>
                  <a:lnTo>
                    <a:pt x="5713" y="8809"/>
                  </a:lnTo>
                  <a:lnTo>
                    <a:pt x="5755" y="8872"/>
                  </a:lnTo>
                  <a:lnTo>
                    <a:pt x="5713" y="8935"/>
                  </a:lnTo>
                  <a:lnTo>
                    <a:pt x="5713" y="9018"/>
                  </a:lnTo>
                  <a:lnTo>
                    <a:pt x="5797" y="9081"/>
                  </a:lnTo>
                  <a:lnTo>
                    <a:pt x="5797" y="9144"/>
                  </a:lnTo>
                  <a:lnTo>
                    <a:pt x="5776" y="9186"/>
                  </a:lnTo>
                  <a:lnTo>
                    <a:pt x="5776" y="9311"/>
                  </a:lnTo>
                  <a:lnTo>
                    <a:pt x="5859" y="9353"/>
                  </a:lnTo>
                  <a:lnTo>
                    <a:pt x="5818" y="9437"/>
                  </a:lnTo>
                  <a:lnTo>
                    <a:pt x="5818" y="9458"/>
                  </a:lnTo>
                  <a:lnTo>
                    <a:pt x="5776" y="9500"/>
                  </a:lnTo>
                  <a:lnTo>
                    <a:pt x="5776" y="9625"/>
                  </a:lnTo>
                  <a:lnTo>
                    <a:pt x="5797" y="9646"/>
                  </a:lnTo>
                  <a:lnTo>
                    <a:pt x="5859" y="9646"/>
                  </a:lnTo>
                  <a:lnTo>
                    <a:pt x="5901" y="9625"/>
                  </a:lnTo>
                  <a:lnTo>
                    <a:pt x="5964" y="9604"/>
                  </a:lnTo>
                  <a:lnTo>
                    <a:pt x="5985" y="9562"/>
                  </a:lnTo>
                  <a:lnTo>
                    <a:pt x="6027" y="9562"/>
                  </a:lnTo>
                  <a:lnTo>
                    <a:pt x="6111" y="9625"/>
                  </a:lnTo>
                  <a:lnTo>
                    <a:pt x="6173" y="9646"/>
                  </a:lnTo>
                  <a:lnTo>
                    <a:pt x="6320" y="9646"/>
                  </a:lnTo>
                  <a:lnTo>
                    <a:pt x="6383" y="9667"/>
                  </a:lnTo>
                  <a:lnTo>
                    <a:pt x="6424" y="9646"/>
                  </a:lnTo>
                  <a:lnTo>
                    <a:pt x="6508" y="9625"/>
                  </a:lnTo>
                  <a:lnTo>
                    <a:pt x="6592" y="9562"/>
                  </a:lnTo>
                  <a:lnTo>
                    <a:pt x="6696" y="9541"/>
                  </a:lnTo>
                  <a:lnTo>
                    <a:pt x="6801" y="9541"/>
                  </a:lnTo>
                  <a:lnTo>
                    <a:pt x="6843" y="9604"/>
                  </a:lnTo>
                  <a:lnTo>
                    <a:pt x="6906" y="9562"/>
                  </a:lnTo>
                  <a:lnTo>
                    <a:pt x="7010" y="9625"/>
                  </a:lnTo>
                  <a:lnTo>
                    <a:pt x="7031" y="9646"/>
                  </a:lnTo>
                  <a:lnTo>
                    <a:pt x="7031" y="9751"/>
                  </a:lnTo>
                  <a:lnTo>
                    <a:pt x="7052" y="9772"/>
                  </a:lnTo>
                  <a:lnTo>
                    <a:pt x="7073" y="9814"/>
                  </a:lnTo>
                  <a:lnTo>
                    <a:pt x="7157" y="9751"/>
                  </a:lnTo>
                  <a:lnTo>
                    <a:pt x="7240" y="9709"/>
                  </a:lnTo>
                  <a:lnTo>
                    <a:pt x="7324" y="9709"/>
                  </a:lnTo>
                  <a:lnTo>
                    <a:pt x="7345" y="9667"/>
                  </a:lnTo>
                  <a:lnTo>
                    <a:pt x="7491" y="9625"/>
                  </a:lnTo>
                  <a:lnTo>
                    <a:pt x="7554" y="9625"/>
                  </a:lnTo>
                  <a:lnTo>
                    <a:pt x="7554" y="9751"/>
                  </a:lnTo>
                  <a:lnTo>
                    <a:pt x="7575" y="9814"/>
                  </a:lnTo>
                  <a:lnTo>
                    <a:pt x="7575" y="9876"/>
                  </a:lnTo>
                  <a:lnTo>
                    <a:pt x="7575" y="9939"/>
                  </a:lnTo>
                  <a:lnTo>
                    <a:pt x="7638" y="9939"/>
                  </a:lnTo>
                  <a:lnTo>
                    <a:pt x="7743" y="9981"/>
                  </a:lnTo>
                  <a:lnTo>
                    <a:pt x="7784" y="9981"/>
                  </a:lnTo>
                  <a:lnTo>
                    <a:pt x="7910" y="10065"/>
                  </a:lnTo>
                  <a:lnTo>
                    <a:pt x="8056" y="10086"/>
                  </a:lnTo>
                  <a:lnTo>
                    <a:pt x="8182" y="10127"/>
                  </a:lnTo>
                  <a:lnTo>
                    <a:pt x="8182" y="10148"/>
                  </a:lnTo>
                  <a:lnTo>
                    <a:pt x="8287" y="10148"/>
                  </a:lnTo>
                  <a:lnTo>
                    <a:pt x="8433" y="10086"/>
                  </a:lnTo>
                  <a:lnTo>
                    <a:pt x="8475" y="10044"/>
                  </a:lnTo>
                  <a:lnTo>
                    <a:pt x="8517" y="9876"/>
                  </a:lnTo>
                  <a:lnTo>
                    <a:pt x="8600" y="9876"/>
                  </a:lnTo>
                  <a:lnTo>
                    <a:pt x="8642" y="9855"/>
                  </a:lnTo>
                  <a:lnTo>
                    <a:pt x="8684" y="9855"/>
                  </a:lnTo>
                  <a:lnTo>
                    <a:pt x="8684" y="10023"/>
                  </a:lnTo>
                  <a:lnTo>
                    <a:pt x="8789" y="10127"/>
                  </a:lnTo>
                  <a:lnTo>
                    <a:pt x="8789" y="10190"/>
                  </a:lnTo>
                  <a:lnTo>
                    <a:pt x="8935" y="10274"/>
                  </a:lnTo>
                  <a:lnTo>
                    <a:pt x="9144" y="10337"/>
                  </a:lnTo>
                  <a:lnTo>
                    <a:pt x="9270" y="10441"/>
                  </a:lnTo>
                  <a:lnTo>
                    <a:pt x="9375" y="10588"/>
                  </a:lnTo>
                  <a:lnTo>
                    <a:pt x="9479" y="10671"/>
                  </a:lnTo>
                  <a:lnTo>
                    <a:pt x="9584" y="10797"/>
                  </a:lnTo>
                  <a:lnTo>
                    <a:pt x="9730" y="10922"/>
                  </a:lnTo>
                  <a:lnTo>
                    <a:pt x="9793" y="10922"/>
                  </a:lnTo>
                  <a:lnTo>
                    <a:pt x="9898" y="10902"/>
                  </a:lnTo>
                  <a:lnTo>
                    <a:pt x="9981" y="10860"/>
                  </a:lnTo>
                  <a:lnTo>
                    <a:pt x="10002" y="10881"/>
                  </a:lnTo>
                  <a:lnTo>
                    <a:pt x="10044" y="10902"/>
                  </a:lnTo>
                  <a:lnTo>
                    <a:pt x="10107" y="10922"/>
                  </a:lnTo>
                  <a:lnTo>
                    <a:pt x="10170" y="10881"/>
                  </a:lnTo>
                  <a:lnTo>
                    <a:pt x="10107" y="10253"/>
                  </a:lnTo>
                  <a:lnTo>
                    <a:pt x="10065" y="10232"/>
                  </a:lnTo>
                  <a:lnTo>
                    <a:pt x="9940" y="10253"/>
                  </a:lnTo>
                  <a:lnTo>
                    <a:pt x="9940" y="10337"/>
                  </a:lnTo>
                  <a:lnTo>
                    <a:pt x="9981" y="10378"/>
                  </a:lnTo>
                  <a:lnTo>
                    <a:pt x="9688" y="10378"/>
                  </a:lnTo>
                  <a:lnTo>
                    <a:pt x="9647" y="10295"/>
                  </a:lnTo>
                  <a:lnTo>
                    <a:pt x="9626" y="10232"/>
                  </a:lnTo>
                  <a:lnTo>
                    <a:pt x="9458" y="10065"/>
                  </a:lnTo>
                  <a:lnTo>
                    <a:pt x="9375" y="9981"/>
                  </a:lnTo>
                  <a:lnTo>
                    <a:pt x="9375" y="9855"/>
                  </a:lnTo>
                  <a:lnTo>
                    <a:pt x="9375" y="9521"/>
                  </a:lnTo>
                  <a:lnTo>
                    <a:pt x="9375" y="9437"/>
                  </a:lnTo>
                  <a:lnTo>
                    <a:pt x="9479" y="9332"/>
                  </a:lnTo>
                  <a:lnTo>
                    <a:pt x="9542" y="9290"/>
                  </a:lnTo>
                  <a:lnTo>
                    <a:pt x="9521" y="9249"/>
                  </a:lnTo>
                  <a:lnTo>
                    <a:pt x="9563" y="9228"/>
                  </a:lnTo>
                  <a:lnTo>
                    <a:pt x="9563" y="9102"/>
                  </a:lnTo>
                  <a:lnTo>
                    <a:pt x="9563" y="9018"/>
                  </a:lnTo>
                  <a:lnTo>
                    <a:pt x="9563" y="8935"/>
                  </a:lnTo>
                  <a:lnTo>
                    <a:pt x="9563" y="8872"/>
                  </a:lnTo>
                  <a:lnTo>
                    <a:pt x="9584" y="8809"/>
                  </a:lnTo>
                  <a:lnTo>
                    <a:pt x="9626" y="8767"/>
                  </a:lnTo>
                  <a:lnTo>
                    <a:pt x="9542" y="8725"/>
                  </a:lnTo>
                  <a:lnTo>
                    <a:pt x="9479" y="8663"/>
                  </a:lnTo>
                  <a:lnTo>
                    <a:pt x="9458" y="8558"/>
                  </a:lnTo>
                  <a:lnTo>
                    <a:pt x="9688" y="8077"/>
                  </a:lnTo>
                  <a:lnTo>
                    <a:pt x="10630" y="7868"/>
                  </a:lnTo>
                  <a:lnTo>
                    <a:pt x="10714" y="7889"/>
                  </a:lnTo>
                  <a:lnTo>
                    <a:pt x="10588" y="7449"/>
                  </a:lnTo>
                  <a:lnTo>
                    <a:pt x="10170" y="6884"/>
                  </a:lnTo>
                  <a:lnTo>
                    <a:pt x="10044" y="6194"/>
                  </a:lnTo>
                  <a:lnTo>
                    <a:pt x="9960" y="5733"/>
                  </a:lnTo>
                  <a:lnTo>
                    <a:pt x="9856" y="5043"/>
                  </a:lnTo>
                  <a:lnTo>
                    <a:pt x="9856" y="4896"/>
                  </a:lnTo>
                  <a:lnTo>
                    <a:pt x="9835" y="4750"/>
                  </a:lnTo>
                  <a:lnTo>
                    <a:pt x="9772" y="4645"/>
                  </a:lnTo>
                  <a:lnTo>
                    <a:pt x="9772" y="4583"/>
                  </a:lnTo>
                  <a:lnTo>
                    <a:pt x="9772" y="4499"/>
                  </a:lnTo>
                  <a:lnTo>
                    <a:pt x="9877" y="4122"/>
                  </a:lnTo>
                  <a:lnTo>
                    <a:pt x="9981" y="3997"/>
                  </a:lnTo>
                  <a:lnTo>
                    <a:pt x="10107" y="3892"/>
                  </a:lnTo>
                  <a:lnTo>
                    <a:pt x="10149" y="3871"/>
                  </a:lnTo>
                  <a:lnTo>
                    <a:pt x="10107" y="3746"/>
                  </a:lnTo>
                  <a:lnTo>
                    <a:pt x="10191" y="3536"/>
                  </a:lnTo>
                  <a:lnTo>
                    <a:pt x="10212" y="3327"/>
                  </a:lnTo>
                  <a:lnTo>
                    <a:pt x="10212" y="3160"/>
                  </a:lnTo>
                  <a:lnTo>
                    <a:pt x="10253" y="3118"/>
                  </a:lnTo>
                  <a:lnTo>
                    <a:pt x="10484" y="2699"/>
                  </a:lnTo>
                  <a:lnTo>
                    <a:pt x="10525" y="2616"/>
                  </a:lnTo>
                  <a:lnTo>
                    <a:pt x="10714" y="2407"/>
                  </a:lnTo>
                  <a:lnTo>
                    <a:pt x="11007" y="2009"/>
                  </a:lnTo>
                  <a:lnTo>
                    <a:pt x="11028" y="1925"/>
                  </a:lnTo>
                  <a:lnTo>
                    <a:pt x="10986" y="1863"/>
                  </a:lnTo>
                  <a:lnTo>
                    <a:pt x="10923" y="1779"/>
                  </a:lnTo>
                  <a:lnTo>
                    <a:pt x="10839" y="1716"/>
                  </a:lnTo>
                  <a:lnTo>
                    <a:pt x="10881" y="1591"/>
                  </a:lnTo>
                  <a:lnTo>
                    <a:pt x="10902" y="1381"/>
                  </a:lnTo>
                  <a:lnTo>
                    <a:pt x="10902" y="1235"/>
                  </a:lnTo>
                  <a:lnTo>
                    <a:pt x="10944" y="1151"/>
                  </a:lnTo>
                  <a:lnTo>
                    <a:pt x="10986" y="1047"/>
                  </a:lnTo>
                  <a:lnTo>
                    <a:pt x="10944" y="1026"/>
                  </a:lnTo>
                  <a:lnTo>
                    <a:pt x="10776" y="1026"/>
                  </a:lnTo>
                  <a:lnTo>
                    <a:pt x="10776" y="942"/>
                  </a:lnTo>
                  <a:lnTo>
                    <a:pt x="10735" y="858"/>
                  </a:lnTo>
                  <a:lnTo>
                    <a:pt x="10693" y="837"/>
                  </a:lnTo>
                  <a:lnTo>
                    <a:pt x="10672" y="733"/>
                  </a:lnTo>
                  <a:lnTo>
                    <a:pt x="10588" y="670"/>
                  </a:lnTo>
                  <a:lnTo>
                    <a:pt x="10463" y="628"/>
                  </a:lnTo>
                  <a:lnTo>
                    <a:pt x="10400" y="565"/>
                  </a:lnTo>
                  <a:lnTo>
                    <a:pt x="10358" y="502"/>
                  </a:lnTo>
                  <a:lnTo>
                    <a:pt x="10274" y="335"/>
                  </a:lnTo>
                  <a:lnTo>
                    <a:pt x="10212" y="314"/>
                  </a:lnTo>
                  <a:lnTo>
                    <a:pt x="10086" y="314"/>
                  </a:lnTo>
                  <a:lnTo>
                    <a:pt x="10044" y="398"/>
                  </a:lnTo>
                  <a:lnTo>
                    <a:pt x="9981" y="440"/>
                  </a:lnTo>
                  <a:lnTo>
                    <a:pt x="9877" y="502"/>
                  </a:lnTo>
                  <a:lnTo>
                    <a:pt x="9835" y="502"/>
                  </a:lnTo>
                  <a:lnTo>
                    <a:pt x="9793" y="440"/>
                  </a:lnTo>
                  <a:lnTo>
                    <a:pt x="9584" y="440"/>
                  </a:lnTo>
                  <a:lnTo>
                    <a:pt x="9521" y="502"/>
                  </a:lnTo>
                  <a:lnTo>
                    <a:pt x="9479" y="544"/>
                  </a:lnTo>
                  <a:lnTo>
                    <a:pt x="9416" y="565"/>
                  </a:lnTo>
                  <a:lnTo>
                    <a:pt x="9312" y="523"/>
                  </a:lnTo>
                  <a:lnTo>
                    <a:pt x="9165" y="440"/>
                  </a:lnTo>
                  <a:lnTo>
                    <a:pt x="9124" y="356"/>
                  </a:lnTo>
                  <a:lnTo>
                    <a:pt x="9040" y="335"/>
                  </a:lnTo>
                  <a:lnTo>
                    <a:pt x="8998" y="293"/>
                  </a:lnTo>
                  <a:lnTo>
                    <a:pt x="8956" y="189"/>
                  </a:lnTo>
                  <a:lnTo>
                    <a:pt x="8935" y="147"/>
                  </a:lnTo>
                  <a:lnTo>
                    <a:pt x="8831" y="105"/>
                  </a:lnTo>
                  <a:lnTo>
                    <a:pt x="8705" y="105"/>
                  </a:lnTo>
                  <a:lnTo>
                    <a:pt x="8517" y="189"/>
                  </a:lnTo>
                  <a:lnTo>
                    <a:pt x="8496" y="147"/>
                  </a:lnTo>
                  <a:lnTo>
                    <a:pt x="8266" y="147"/>
                  </a:lnTo>
                  <a:lnTo>
                    <a:pt x="8182" y="105"/>
                  </a:lnTo>
                  <a:lnTo>
                    <a:pt x="8098" y="84"/>
                  </a:lnTo>
                  <a:lnTo>
                    <a:pt x="8056" y="42"/>
                  </a:lnTo>
                  <a:lnTo>
                    <a:pt x="7868" y="42"/>
                  </a:lnTo>
                  <a:lnTo>
                    <a:pt x="778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A6CBC2"/>
                </a:solidFill>
              </a:endParaRPr>
            </a:p>
          </p:txBody>
        </p:sp>
        <p:sp>
          <p:nvSpPr>
            <p:cNvPr id="710" name="Google Shape;710;p38"/>
            <p:cNvSpPr/>
            <p:nvPr/>
          </p:nvSpPr>
          <p:spPr>
            <a:xfrm>
              <a:off x="3970326" y="3207451"/>
              <a:ext cx="21934" cy="52837"/>
            </a:xfrm>
            <a:custGeom>
              <a:rect b="b" l="l" r="r" t="t"/>
              <a:pathLst>
                <a:path extrusionOk="0" h="4646" w="1842">
                  <a:moveTo>
                    <a:pt x="210" y="0"/>
                  </a:moveTo>
                  <a:lnTo>
                    <a:pt x="189" y="21"/>
                  </a:lnTo>
                  <a:lnTo>
                    <a:pt x="210" y="105"/>
                  </a:lnTo>
                  <a:lnTo>
                    <a:pt x="231" y="126"/>
                  </a:lnTo>
                  <a:lnTo>
                    <a:pt x="273" y="209"/>
                  </a:lnTo>
                  <a:lnTo>
                    <a:pt x="377" y="251"/>
                  </a:lnTo>
                  <a:lnTo>
                    <a:pt x="419" y="272"/>
                  </a:lnTo>
                  <a:lnTo>
                    <a:pt x="419" y="314"/>
                  </a:lnTo>
                  <a:lnTo>
                    <a:pt x="377" y="460"/>
                  </a:lnTo>
                  <a:lnTo>
                    <a:pt x="377" y="523"/>
                  </a:lnTo>
                  <a:lnTo>
                    <a:pt x="482" y="586"/>
                  </a:lnTo>
                  <a:lnTo>
                    <a:pt x="503" y="670"/>
                  </a:lnTo>
                  <a:lnTo>
                    <a:pt x="503" y="795"/>
                  </a:lnTo>
                  <a:lnTo>
                    <a:pt x="482" y="837"/>
                  </a:lnTo>
                  <a:lnTo>
                    <a:pt x="482" y="879"/>
                  </a:lnTo>
                  <a:lnTo>
                    <a:pt x="335" y="1004"/>
                  </a:lnTo>
                  <a:lnTo>
                    <a:pt x="335" y="1088"/>
                  </a:lnTo>
                  <a:lnTo>
                    <a:pt x="377" y="1193"/>
                  </a:lnTo>
                  <a:lnTo>
                    <a:pt x="377" y="1276"/>
                  </a:lnTo>
                  <a:lnTo>
                    <a:pt x="398" y="1360"/>
                  </a:lnTo>
                  <a:lnTo>
                    <a:pt x="335" y="1423"/>
                  </a:lnTo>
                  <a:lnTo>
                    <a:pt x="398" y="1507"/>
                  </a:lnTo>
                  <a:lnTo>
                    <a:pt x="398" y="1590"/>
                  </a:lnTo>
                  <a:lnTo>
                    <a:pt x="335" y="1611"/>
                  </a:lnTo>
                  <a:lnTo>
                    <a:pt x="377" y="1695"/>
                  </a:lnTo>
                  <a:lnTo>
                    <a:pt x="398" y="1737"/>
                  </a:lnTo>
                  <a:lnTo>
                    <a:pt x="440" y="1779"/>
                  </a:lnTo>
                  <a:lnTo>
                    <a:pt x="440" y="1820"/>
                  </a:lnTo>
                  <a:lnTo>
                    <a:pt x="398" y="1820"/>
                  </a:lnTo>
                  <a:lnTo>
                    <a:pt x="377" y="1904"/>
                  </a:lnTo>
                  <a:lnTo>
                    <a:pt x="293" y="1925"/>
                  </a:lnTo>
                  <a:lnTo>
                    <a:pt x="168" y="2030"/>
                  </a:lnTo>
                  <a:lnTo>
                    <a:pt x="126" y="2051"/>
                  </a:lnTo>
                  <a:lnTo>
                    <a:pt x="126" y="2134"/>
                  </a:lnTo>
                  <a:lnTo>
                    <a:pt x="168" y="2197"/>
                  </a:lnTo>
                  <a:lnTo>
                    <a:pt x="126" y="2260"/>
                  </a:lnTo>
                  <a:lnTo>
                    <a:pt x="126" y="2344"/>
                  </a:lnTo>
                  <a:lnTo>
                    <a:pt x="63" y="2448"/>
                  </a:lnTo>
                  <a:lnTo>
                    <a:pt x="1" y="2469"/>
                  </a:lnTo>
                  <a:lnTo>
                    <a:pt x="1" y="2532"/>
                  </a:lnTo>
                  <a:lnTo>
                    <a:pt x="84" y="2636"/>
                  </a:lnTo>
                  <a:lnTo>
                    <a:pt x="126" y="2741"/>
                  </a:lnTo>
                  <a:lnTo>
                    <a:pt x="168" y="2783"/>
                  </a:lnTo>
                  <a:lnTo>
                    <a:pt x="314" y="2762"/>
                  </a:lnTo>
                  <a:lnTo>
                    <a:pt x="335" y="2825"/>
                  </a:lnTo>
                  <a:lnTo>
                    <a:pt x="377" y="2867"/>
                  </a:lnTo>
                  <a:lnTo>
                    <a:pt x="419" y="2929"/>
                  </a:lnTo>
                  <a:lnTo>
                    <a:pt x="419" y="2992"/>
                  </a:lnTo>
                  <a:lnTo>
                    <a:pt x="524" y="3055"/>
                  </a:lnTo>
                  <a:lnTo>
                    <a:pt x="586" y="3034"/>
                  </a:lnTo>
                  <a:lnTo>
                    <a:pt x="628" y="3034"/>
                  </a:lnTo>
                  <a:lnTo>
                    <a:pt x="691" y="2971"/>
                  </a:lnTo>
                  <a:lnTo>
                    <a:pt x="817" y="2971"/>
                  </a:lnTo>
                  <a:lnTo>
                    <a:pt x="963" y="2992"/>
                  </a:lnTo>
                  <a:lnTo>
                    <a:pt x="1026" y="3097"/>
                  </a:lnTo>
                  <a:lnTo>
                    <a:pt x="1026" y="3264"/>
                  </a:lnTo>
                  <a:lnTo>
                    <a:pt x="1005" y="3390"/>
                  </a:lnTo>
                  <a:lnTo>
                    <a:pt x="900" y="3515"/>
                  </a:lnTo>
                  <a:lnTo>
                    <a:pt x="837" y="3662"/>
                  </a:lnTo>
                  <a:lnTo>
                    <a:pt x="796" y="3766"/>
                  </a:lnTo>
                  <a:lnTo>
                    <a:pt x="796" y="3871"/>
                  </a:lnTo>
                  <a:lnTo>
                    <a:pt x="837" y="3996"/>
                  </a:lnTo>
                  <a:lnTo>
                    <a:pt x="837" y="4080"/>
                  </a:lnTo>
                  <a:lnTo>
                    <a:pt x="942" y="4206"/>
                  </a:lnTo>
                  <a:lnTo>
                    <a:pt x="1047" y="4289"/>
                  </a:lnTo>
                  <a:lnTo>
                    <a:pt x="1130" y="4331"/>
                  </a:lnTo>
                  <a:lnTo>
                    <a:pt x="1172" y="4394"/>
                  </a:lnTo>
                  <a:lnTo>
                    <a:pt x="1256" y="4499"/>
                  </a:lnTo>
                  <a:lnTo>
                    <a:pt x="1235" y="4541"/>
                  </a:lnTo>
                  <a:lnTo>
                    <a:pt x="1256" y="4645"/>
                  </a:lnTo>
                  <a:lnTo>
                    <a:pt x="1361" y="4624"/>
                  </a:lnTo>
                  <a:lnTo>
                    <a:pt x="1381" y="4499"/>
                  </a:lnTo>
                  <a:lnTo>
                    <a:pt x="1361" y="4352"/>
                  </a:lnTo>
                  <a:lnTo>
                    <a:pt x="1423" y="4248"/>
                  </a:lnTo>
                  <a:lnTo>
                    <a:pt x="1423" y="4143"/>
                  </a:lnTo>
                  <a:lnTo>
                    <a:pt x="1486" y="3996"/>
                  </a:lnTo>
                  <a:lnTo>
                    <a:pt x="1591" y="3976"/>
                  </a:lnTo>
                  <a:lnTo>
                    <a:pt x="1674" y="3913"/>
                  </a:lnTo>
                  <a:lnTo>
                    <a:pt x="1695" y="3808"/>
                  </a:lnTo>
                  <a:lnTo>
                    <a:pt x="1737" y="3599"/>
                  </a:lnTo>
                  <a:lnTo>
                    <a:pt x="1653" y="3515"/>
                  </a:lnTo>
                  <a:lnTo>
                    <a:pt x="1674" y="3473"/>
                  </a:lnTo>
                  <a:lnTo>
                    <a:pt x="1653" y="3452"/>
                  </a:lnTo>
                  <a:lnTo>
                    <a:pt x="1674" y="3390"/>
                  </a:lnTo>
                  <a:lnTo>
                    <a:pt x="1737" y="3390"/>
                  </a:lnTo>
                  <a:lnTo>
                    <a:pt x="1758" y="3306"/>
                  </a:lnTo>
                  <a:lnTo>
                    <a:pt x="1842" y="3306"/>
                  </a:lnTo>
                  <a:lnTo>
                    <a:pt x="1842" y="3243"/>
                  </a:lnTo>
                  <a:lnTo>
                    <a:pt x="1779" y="3160"/>
                  </a:lnTo>
                  <a:lnTo>
                    <a:pt x="1737" y="3034"/>
                  </a:lnTo>
                  <a:lnTo>
                    <a:pt x="1591" y="2846"/>
                  </a:lnTo>
                  <a:lnTo>
                    <a:pt x="1570" y="2741"/>
                  </a:lnTo>
                  <a:lnTo>
                    <a:pt x="1361" y="2553"/>
                  </a:lnTo>
                  <a:lnTo>
                    <a:pt x="1319" y="2532"/>
                  </a:lnTo>
                  <a:lnTo>
                    <a:pt x="1277" y="2469"/>
                  </a:lnTo>
                  <a:lnTo>
                    <a:pt x="1172" y="2406"/>
                  </a:lnTo>
                  <a:lnTo>
                    <a:pt x="1005" y="2323"/>
                  </a:lnTo>
                  <a:lnTo>
                    <a:pt x="921" y="1779"/>
                  </a:lnTo>
                  <a:lnTo>
                    <a:pt x="942" y="1674"/>
                  </a:lnTo>
                  <a:lnTo>
                    <a:pt x="942" y="691"/>
                  </a:lnTo>
                  <a:lnTo>
                    <a:pt x="921" y="481"/>
                  </a:lnTo>
                  <a:lnTo>
                    <a:pt x="733" y="272"/>
                  </a:lnTo>
                  <a:lnTo>
                    <a:pt x="649" y="209"/>
                  </a:lnTo>
                  <a:lnTo>
                    <a:pt x="607" y="167"/>
                  </a:lnTo>
                  <a:lnTo>
                    <a:pt x="586" y="126"/>
                  </a:lnTo>
                  <a:lnTo>
                    <a:pt x="524" y="126"/>
                  </a:lnTo>
                  <a:lnTo>
                    <a:pt x="503" y="105"/>
                  </a:lnTo>
                  <a:lnTo>
                    <a:pt x="419" y="63"/>
                  </a:lnTo>
                  <a:lnTo>
                    <a:pt x="398" y="105"/>
                  </a:lnTo>
                  <a:lnTo>
                    <a:pt x="377" y="63"/>
                  </a:lnTo>
                  <a:lnTo>
                    <a:pt x="293" y="63"/>
                  </a:lnTo>
                  <a:lnTo>
                    <a:pt x="2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38"/>
            <p:cNvSpPr/>
            <p:nvPr/>
          </p:nvSpPr>
          <p:spPr>
            <a:xfrm>
              <a:off x="3895082" y="3199593"/>
              <a:ext cx="81233" cy="66165"/>
            </a:xfrm>
            <a:custGeom>
              <a:rect b="b" l="l" r="r" t="t"/>
              <a:pathLst>
                <a:path extrusionOk="0" h="5818" w="6822">
                  <a:moveTo>
                    <a:pt x="5085" y="1"/>
                  </a:moveTo>
                  <a:lnTo>
                    <a:pt x="4143" y="210"/>
                  </a:lnTo>
                  <a:lnTo>
                    <a:pt x="3913" y="691"/>
                  </a:lnTo>
                  <a:lnTo>
                    <a:pt x="3934" y="796"/>
                  </a:lnTo>
                  <a:lnTo>
                    <a:pt x="3997" y="858"/>
                  </a:lnTo>
                  <a:lnTo>
                    <a:pt x="4081" y="900"/>
                  </a:lnTo>
                  <a:lnTo>
                    <a:pt x="4039" y="942"/>
                  </a:lnTo>
                  <a:lnTo>
                    <a:pt x="4018" y="1005"/>
                  </a:lnTo>
                  <a:lnTo>
                    <a:pt x="4018" y="1068"/>
                  </a:lnTo>
                  <a:lnTo>
                    <a:pt x="4018" y="1151"/>
                  </a:lnTo>
                  <a:lnTo>
                    <a:pt x="4018" y="1235"/>
                  </a:lnTo>
                  <a:lnTo>
                    <a:pt x="4018" y="1361"/>
                  </a:lnTo>
                  <a:lnTo>
                    <a:pt x="3976" y="1382"/>
                  </a:lnTo>
                  <a:lnTo>
                    <a:pt x="3997" y="1423"/>
                  </a:lnTo>
                  <a:lnTo>
                    <a:pt x="3934" y="1465"/>
                  </a:lnTo>
                  <a:lnTo>
                    <a:pt x="3830" y="1570"/>
                  </a:lnTo>
                  <a:lnTo>
                    <a:pt x="3830" y="1654"/>
                  </a:lnTo>
                  <a:lnTo>
                    <a:pt x="3830" y="1988"/>
                  </a:lnTo>
                  <a:lnTo>
                    <a:pt x="3830" y="2114"/>
                  </a:lnTo>
                  <a:lnTo>
                    <a:pt x="3913" y="2198"/>
                  </a:lnTo>
                  <a:lnTo>
                    <a:pt x="4081" y="2365"/>
                  </a:lnTo>
                  <a:lnTo>
                    <a:pt x="4102" y="2428"/>
                  </a:lnTo>
                  <a:lnTo>
                    <a:pt x="4143" y="2511"/>
                  </a:lnTo>
                  <a:lnTo>
                    <a:pt x="4436" y="2511"/>
                  </a:lnTo>
                  <a:lnTo>
                    <a:pt x="4395" y="2470"/>
                  </a:lnTo>
                  <a:lnTo>
                    <a:pt x="4395" y="2386"/>
                  </a:lnTo>
                  <a:lnTo>
                    <a:pt x="4520" y="2365"/>
                  </a:lnTo>
                  <a:lnTo>
                    <a:pt x="4562" y="2386"/>
                  </a:lnTo>
                  <a:lnTo>
                    <a:pt x="4625" y="3014"/>
                  </a:lnTo>
                  <a:lnTo>
                    <a:pt x="4562" y="3055"/>
                  </a:lnTo>
                  <a:lnTo>
                    <a:pt x="4499" y="3035"/>
                  </a:lnTo>
                  <a:lnTo>
                    <a:pt x="4457" y="3014"/>
                  </a:lnTo>
                  <a:lnTo>
                    <a:pt x="4436" y="2993"/>
                  </a:lnTo>
                  <a:lnTo>
                    <a:pt x="4353" y="3035"/>
                  </a:lnTo>
                  <a:lnTo>
                    <a:pt x="4248" y="3055"/>
                  </a:lnTo>
                  <a:lnTo>
                    <a:pt x="4185" y="3055"/>
                  </a:lnTo>
                  <a:lnTo>
                    <a:pt x="4039" y="2930"/>
                  </a:lnTo>
                  <a:lnTo>
                    <a:pt x="3934" y="2804"/>
                  </a:lnTo>
                  <a:lnTo>
                    <a:pt x="3830" y="2721"/>
                  </a:lnTo>
                  <a:lnTo>
                    <a:pt x="3725" y="2574"/>
                  </a:lnTo>
                  <a:lnTo>
                    <a:pt x="3599" y="2470"/>
                  </a:lnTo>
                  <a:lnTo>
                    <a:pt x="3390" y="2407"/>
                  </a:lnTo>
                  <a:lnTo>
                    <a:pt x="3244" y="2323"/>
                  </a:lnTo>
                  <a:lnTo>
                    <a:pt x="3244" y="2260"/>
                  </a:lnTo>
                  <a:lnTo>
                    <a:pt x="3139" y="2156"/>
                  </a:lnTo>
                  <a:lnTo>
                    <a:pt x="3139" y="1988"/>
                  </a:lnTo>
                  <a:lnTo>
                    <a:pt x="3097" y="1988"/>
                  </a:lnTo>
                  <a:lnTo>
                    <a:pt x="3055" y="2009"/>
                  </a:lnTo>
                  <a:lnTo>
                    <a:pt x="2972" y="2009"/>
                  </a:lnTo>
                  <a:lnTo>
                    <a:pt x="2930" y="2177"/>
                  </a:lnTo>
                  <a:lnTo>
                    <a:pt x="2888" y="2219"/>
                  </a:lnTo>
                  <a:lnTo>
                    <a:pt x="2742" y="2281"/>
                  </a:lnTo>
                  <a:lnTo>
                    <a:pt x="2637" y="2281"/>
                  </a:lnTo>
                  <a:lnTo>
                    <a:pt x="2637" y="2260"/>
                  </a:lnTo>
                  <a:lnTo>
                    <a:pt x="2511" y="2219"/>
                  </a:lnTo>
                  <a:lnTo>
                    <a:pt x="2365" y="2198"/>
                  </a:lnTo>
                  <a:lnTo>
                    <a:pt x="2239" y="2114"/>
                  </a:lnTo>
                  <a:lnTo>
                    <a:pt x="2198" y="2114"/>
                  </a:lnTo>
                  <a:lnTo>
                    <a:pt x="2093" y="2072"/>
                  </a:lnTo>
                  <a:lnTo>
                    <a:pt x="2030" y="2072"/>
                  </a:lnTo>
                  <a:lnTo>
                    <a:pt x="2030" y="2009"/>
                  </a:lnTo>
                  <a:lnTo>
                    <a:pt x="2030" y="1947"/>
                  </a:lnTo>
                  <a:lnTo>
                    <a:pt x="2009" y="1884"/>
                  </a:lnTo>
                  <a:lnTo>
                    <a:pt x="2009" y="1758"/>
                  </a:lnTo>
                  <a:lnTo>
                    <a:pt x="1946" y="1758"/>
                  </a:lnTo>
                  <a:lnTo>
                    <a:pt x="1800" y="1800"/>
                  </a:lnTo>
                  <a:lnTo>
                    <a:pt x="1779" y="1842"/>
                  </a:lnTo>
                  <a:lnTo>
                    <a:pt x="1695" y="1842"/>
                  </a:lnTo>
                  <a:lnTo>
                    <a:pt x="1612" y="1884"/>
                  </a:lnTo>
                  <a:lnTo>
                    <a:pt x="1528" y="1947"/>
                  </a:lnTo>
                  <a:lnTo>
                    <a:pt x="1507" y="1905"/>
                  </a:lnTo>
                  <a:lnTo>
                    <a:pt x="1486" y="1884"/>
                  </a:lnTo>
                  <a:lnTo>
                    <a:pt x="1486" y="1779"/>
                  </a:lnTo>
                  <a:lnTo>
                    <a:pt x="1465" y="1758"/>
                  </a:lnTo>
                  <a:lnTo>
                    <a:pt x="1361" y="1695"/>
                  </a:lnTo>
                  <a:lnTo>
                    <a:pt x="1298" y="1737"/>
                  </a:lnTo>
                  <a:lnTo>
                    <a:pt x="1256" y="1674"/>
                  </a:lnTo>
                  <a:lnTo>
                    <a:pt x="1256" y="1695"/>
                  </a:lnTo>
                  <a:lnTo>
                    <a:pt x="1256" y="1758"/>
                  </a:lnTo>
                  <a:lnTo>
                    <a:pt x="1214" y="1779"/>
                  </a:lnTo>
                  <a:lnTo>
                    <a:pt x="1256" y="2009"/>
                  </a:lnTo>
                  <a:lnTo>
                    <a:pt x="1256" y="2219"/>
                  </a:lnTo>
                  <a:lnTo>
                    <a:pt x="1256" y="2365"/>
                  </a:lnTo>
                  <a:lnTo>
                    <a:pt x="1298" y="2470"/>
                  </a:lnTo>
                  <a:lnTo>
                    <a:pt x="1298" y="2574"/>
                  </a:lnTo>
                  <a:lnTo>
                    <a:pt x="1277" y="2616"/>
                  </a:lnTo>
                  <a:lnTo>
                    <a:pt x="1256" y="2783"/>
                  </a:lnTo>
                  <a:lnTo>
                    <a:pt x="1277" y="2825"/>
                  </a:lnTo>
                  <a:lnTo>
                    <a:pt x="42" y="2825"/>
                  </a:lnTo>
                  <a:lnTo>
                    <a:pt x="1" y="4771"/>
                  </a:lnTo>
                  <a:lnTo>
                    <a:pt x="22" y="4813"/>
                  </a:lnTo>
                  <a:lnTo>
                    <a:pt x="105" y="4918"/>
                  </a:lnTo>
                  <a:lnTo>
                    <a:pt x="168" y="4980"/>
                  </a:lnTo>
                  <a:lnTo>
                    <a:pt x="231" y="5043"/>
                  </a:lnTo>
                  <a:lnTo>
                    <a:pt x="314" y="5085"/>
                  </a:lnTo>
                  <a:lnTo>
                    <a:pt x="419" y="5232"/>
                  </a:lnTo>
                  <a:lnTo>
                    <a:pt x="482" y="5294"/>
                  </a:lnTo>
                  <a:lnTo>
                    <a:pt x="566" y="5336"/>
                  </a:lnTo>
                  <a:lnTo>
                    <a:pt x="628" y="5399"/>
                  </a:lnTo>
                  <a:lnTo>
                    <a:pt x="670" y="5462"/>
                  </a:lnTo>
                  <a:lnTo>
                    <a:pt x="754" y="5504"/>
                  </a:lnTo>
                  <a:lnTo>
                    <a:pt x="775" y="5608"/>
                  </a:lnTo>
                  <a:lnTo>
                    <a:pt x="1319" y="5462"/>
                  </a:lnTo>
                  <a:lnTo>
                    <a:pt x="1402" y="5504"/>
                  </a:lnTo>
                  <a:lnTo>
                    <a:pt x="1528" y="5441"/>
                  </a:lnTo>
                  <a:lnTo>
                    <a:pt x="1570" y="5462"/>
                  </a:lnTo>
                  <a:lnTo>
                    <a:pt x="1591" y="5462"/>
                  </a:lnTo>
                  <a:lnTo>
                    <a:pt x="1612" y="5504"/>
                  </a:lnTo>
                  <a:lnTo>
                    <a:pt x="1695" y="5504"/>
                  </a:lnTo>
                  <a:lnTo>
                    <a:pt x="1716" y="5524"/>
                  </a:lnTo>
                  <a:lnTo>
                    <a:pt x="1737" y="5524"/>
                  </a:lnTo>
                  <a:lnTo>
                    <a:pt x="1821" y="5629"/>
                  </a:lnTo>
                  <a:lnTo>
                    <a:pt x="1884" y="5629"/>
                  </a:lnTo>
                  <a:lnTo>
                    <a:pt x="2030" y="5650"/>
                  </a:lnTo>
                  <a:lnTo>
                    <a:pt x="2135" y="5713"/>
                  </a:lnTo>
                  <a:lnTo>
                    <a:pt x="2198" y="5755"/>
                  </a:lnTo>
                  <a:lnTo>
                    <a:pt x="2239" y="5755"/>
                  </a:lnTo>
                  <a:lnTo>
                    <a:pt x="2344" y="5671"/>
                  </a:lnTo>
                  <a:lnTo>
                    <a:pt x="2470" y="5650"/>
                  </a:lnTo>
                  <a:lnTo>
                    <a:pt x="2532" y="5713"/>
                  </a:lnTo>
                  <a:lnTo>
                    <a:pt x="2553" y="5671"/>
                  </a:lnTo>
                  <a:lnTo>
                    <a:pt x="2574" y="5713"/>
                  </a:lnTo>
                  <a:lnTo>
                    <a:pt x="2616" y="5713"/>
                  </a:lnTo>
                  <a:lnTo>
                    <a:pt x="2679" y="5776"/>
                  </a:lnTo>
                  <a:lnTo>
                    <a:pt x="2783" y="5817"/>
                  </a:lnTo>
                  <a:lnTo>
                    <a:pt x="2951" y="5755"/>
                  </a:lnTo>
                  <a:lnTo>
                    <a:pt x="3139" y="5504"/>
                  </a:lnTo>
                  <a:lnTo>
                    <a:pt x="3390" y="5190"/>
                  </a:lnTo>
                  <a:lnTo>
                    <a:pt x="3725" y="4939"/>
                  </a:lnTo>
                  <a:lnTo>
                    <a:pt x="3934" y="4876"/>
                  </a:lnTo>
                  <a:lnTo>
                    <a:pt x="3976" y="4834"/>
                  </a:lnTo>
                  <a:lnTo>
                    <a:pt x="3997" y="4792"/>
                  </a:lnTo>
                  <a:lnTo>
                    <a:pt x="3976" y="4729"/>
                  </a:lnTo>
                  <a:lnTo>
                    <a:pt x="3997" y="4687"/>
                  </a:lnTo>
                  <a:lnTo>
                    <a:pt x="3997" y="4625"/>
                  </a:lnTo>
                  <a:lnTo>
                    <a:pt x="4039" y="4562"/>
                  </a:lnTo>
                  <a:lnTo>
                    <a:pt x="4206" y="4457"/>
                  </a:lnTo>
                  <a:lnTo>
                    <a:pt x="4290" y="4415"/>
                  </a:lnTo>
                  <a:lnTo>
                    <a:pt x="4353" y="4395"/>
                  </a:lnTo>
                  <a:lnTo>
                    <a:pt x="4499" y="4353"/>
                  </a:lnTo>
                  <a:lnTo>
                    <a:pt x="4646" y="4353"/>
                  </a:lnTo>
                  <a:lnTo>
                    <a:pt x="4667" y="4395"/>
                  </a:lnTo>
                  <a:lnTo>
                    <a:pt x="4729" y="4374"/>
                  </a:lnTo>
                  <a:lnTo>
                    <a:pt x="4855" y="4395"/>
                  </a:lnTo>
                  <a:lnTo>
                    <a:pt x="4918" y="4395"/>
                  </a:lnTo>
                  <a:lnTo>
                    <a:pt x="4918" y="4311"/>
                  </a:lnTo>
                  <a:lnTo>
                    <a:pt x="4876" y="4143"/>
                  </a:lnTo>
                  <a:lnTo>
                    <a:pt x="4918" y="4060"/>
                  </a:lnTo>
                  <a:lnTo>
                    <a:pt x="5148" y="3955"/>
                  </a:lnTo>
                  <a:lnTo>
                    <a:pt x="5273" y="3955"/>
                  </a:lnTo>
                  <a:lnTo>
                    <a:pt x="5859" y="3683"/>
                  </a:lnTo>
                  <a:lnTo>
                    <a:pt x="5964" y="3662"/>
                  </a:lnTo>
                  <a:lnTo>
                    <a:pt x="6299" y="3537"/>
                  </a:lnTo>
                  <a:lnTo>
                    <a:pt x="6487" y="3474"/>
                  </a:lnTo>
                  <a:lnTo>
                    <a:pt x="6445" y="3432"/>
                  </a:lnTo>
                  <a:lnTo>
                    <a:pt x="6403" y="3327"/>
                  </a:lnTo>
                  <a:lnTo>
                    <a:pt x="6320" y="3223"/>
                  </a:lnTo>
                  <a:lnTo>
                    <a:pt x="6320" y="3160"/>
                  </a:lnTo>
                  <a:lnTo>
                    <a:pt x="6382" y="3139"/>
                  </a:lnTo>
                  <a:lnTo>
                    <a:pt x="6445" y="3035"/>
                  </a:lnTo>
                  <a:lnTo>
                    <a:pt x="6445" y="2951"/>
                  </a:lnTo>
                  <a:lnTo>
                    <a:pt x="6487" y="2888"/>
                  </a:lnTo>
                  <a:lnTo>
                    <a:pt x="6445" y="2825"/>
                  </a:lnTo>
                  <a:lnTo>
                    <a:pt x="6445" y="2742"/>
                  </a:lnTo>
                  <a:lnTo>
                    <a:pt x="6487" y="2721"/>
                  </a:lnTo>
                  <a:lnTo>
                    <a:pt x="6612" y="2616"/>
                  </a:lnTo>
                  <a:lnTo>
                    <a:pt x="6696" y="2595"/>
                  </a:lnTo>
                  <a:lnTo>
                    <a:pt x="6717" y="2511"/>
                  </a:lnTo>
                  <a:lnTo>
                    <a:pt x="6759" y="2511"/>
                  </a:lnTo>
                  <a:lnTo>
                    <a:pt x="6759" y="2470"/>
                  </a:lnTo>
                  <a:lnTo>
                    <a:pt x="6717" y="2428"/>
                  </a:lnTo>
                  <a:lnTo>
                    <a:pt x="6696" y="2386"/>
                  </a:lnTo>
                  <a:lnTo>
                    <a:pt x="6654" y="2302"/>
                  </a:lnTo>
                  <a:lnTo>
                    <a:pt x="6717" y="2281"/>
                  </a:lnTo>
                  <a:lnTo>
                    <a:pt x="6717" y="2198"/>
                  </a:lnTo>
                  <a:lnTo>
                    <a:pt x="6654" y="2114"/>
                  </a:lnTo>
                  <a:lnTo>
                    <a:pt x="6717" y="2051"/>
                  </a:lnTo>
                  <a:lnTo>
                    <a:pt x="6696" y="1967"/>
                  </a:lnTo>
                  <a:lnTo>
                    <a:pt x="6696" y="1884"/>
                  </a:lnTo>
                  <a:lnTo>
                    <a:pt x="6654" y="1779"/>
                  </a:lnTo>
                  <a:lnTo>
                    <a:pt x="6654" y="1695"/>
                  </a:lnTo>
                  <a:lnTo>
                    <a:pt x="6801" y="1570"/>
                  </a:lnTo>
                  <a:lnTo>
                    <a:pt x="6801" y="1528"/>
                  </a:lnTo>
                  <a:lnTo>
                    <a:pt x="6822" y="1486"/>
                  </a:lnTo>
                  <a:lnTo>
                    <a:pt x="6822" y="1361"/>
                  </a:lnTo>
                  <a:lnTo>
                    <a:pt x="6801" y="1277"/>
                  </a:lnTo>
                  <a:lnTo>
                    <a:pt x="6696" y="1214"/>
                  </a:lnTo>
                  <a:lnTo>
                    <a:pt x="6696" y="1151"/>
                  </a:lnTo>
                  <a:lnTo>
                    <a:pt x="6738" y="1005"/>
                  </a:lnTo>
                  <a:lnTo>
                    <a:pt x="6738" y="963"/>
                  </a:lnTo>
                  <a:lnTo>
                    <a:pt x="6696" y="942"/>
                  </a:lnTo>
                  <a:lnTo>
                    <a:pt x="6592" y="900"/>
                  </a:lnTo>
                  <a:lnTo>
                    <a:pt x="6550" y="817"/>
                  </a:lnTo>
                  <a:lnTo>
                    <a:pt x="6529" y="796"/>
                  </a:lnTo>
                  <a:lnTo>
                    <a:pt x="6508" y="712"/>
                  </a:lnTo>
                  <a:lnTo>
                    <a:pt x="6508" y="691"/>
                  </a:lnTo>
                  <a:lnTo>
                    <a:pt x="6445" y="691"/>
                  </a:lnTo>
                  <a:lnTo>
                    <a:pt x="6340" y="586"/>
                  </a:lnTo>
                  <a:lnTo>
                    <a:pt x="6299" y="503"/>
                  </a:lnTo>
                  <a:lnTo>
                    <a:pt x="6236" y="482"/>
                  </a:lnTo>
                  <a:lnTo>
                    <a:pt x="6194" y="419"/>
                  </a:lnTo>
                  <a:lnTo>
                    <a:pt x="6110" y="419"/>
                  </a:lnTo>
                  <a:lnTo>
                    <a:pt x="5859" y="335"/>
                  </a:lnTo>
                  <a:lnTo>
                    <a:pt x="5755" y="335"/>
                  </a:lnTo>
                  <a:lnTo>
                    <a:pt x="5671" y="273"/>
                  </a:lnTo>
                  <a:lnTo>
                    <a:pt x="5671" y="210"/>
                  </a:lnTo>
                  <a:lnTo>
                    <a:pt x="5587" y="168"/>
                  </a:lnTo>
                  <a:lnTo>
                    <a:pt x="5545" y="168"/>
                  </a:lnTo>
                  <a:lnTo>
                    <a:pt x="5441" y="126"/>
                  </a:lnTo>
                  <a:lnTo>
                    <a:pt x="5357" y="126"/>
                  </a:lnTo>
                  <a:lnTo>
                    <a:pt x="5169" y="22"/>
                  </a:lnTo>
                  <a:lnTo>
                    <a:pt x="508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38"/>
            <p:cNvSpPr/>
            <p:nvPr/>
          </p:nvSpPr>
          <p:spPr>
            <a:xfrm>
              <a:off x="3824328" y="3184365"/>
              <a:ext cx="86210" cy="81393"/>
            </a:xfrm>
            <a:custGeom>
              <a:rect b="b" l="l" r="r" t="t"/>
              <a:pathLst>
                <a:path extrusionOk="0" h="7157" w="7240">
                  <a:moveTo>
                    <a:pt x="963" y="0"/>
                  </a:moveTo>
                  <a:lnTo>
                    <a:pt x="879" y="42"/>
                  </a:lnTo>
                  <a:lnTo>
                    <a:pt x="774" y="63"/>
                  </a:lnTo>
                  <a:lnTo>
                    <a:pt x="712" y="63"/>
                  </a:lnTo>
                  <a:lnTo>
                    <a:pt x="670" y="84"/>
                  </a:lnTo>
                  <a:lnTo>
                    <a:pt x="670" y="105"/>
                  </a:lnTo>
                  <a:lnTo>
                    <a:pt x="649" y="105"/>
                  </a:lnTo>
                  <a:lnTo>
                    <a:pt x="502" y="189"/>
                  </a:lnTo>
                  <a:lnTo>
                    <a:pt x="544" y="273"/>
                  </a:lnTo>
                  <a:lnTo>
                    <a:pt x="544" y="356"/>
                  </a:lnTo>
                  <a:lnTo>
                    <a:pt x="858" y="712"/>
                  </a:lnTo>
                  <a:lnTo>
                    <a:pt x="879" y="1151"/>
                  </a:lnTo>
                  <a:lnTo>
                    <a:pt x="1046" y="1402"/>
                  </a:lnTo>
                  <a:lnTo>
                    <a:pt x="1026" y="1633"/>
                  </a:lnTo>
                  <a:lnTo>
                    <a:pt x="837" y="1863"/>
                  </a:lnTo>
                  <a:lnTo>
                    <a:pt x="942" y="1925"/>
                  </a:lnTo>
                  <a:lnTo>
                    <a:pt x="942" y="2135"/>
                  </a:lnTo>
                  <a:lnTo>
                    <a:pt x="1046" y="2260"/>
                  </a:lnTo>
                  <a:lnTo>
                    <a:pt x="1046" y="2407"/>
                  </a:lnTo>
                  <a:lnTo>
                    <a:pt x="1256" y="2783"/>
                  </a:lnTo>
                  <a:lnTo>
                    <a:pt x="1256" y="2867"/>
                  </a:lnTo>
                  <a:lnTo>
                    <a:pt x="1339" y="2972"/>
                  </a:lnTo>
                  <a:lnTo>
                    <a:pt x="1339" y="3453"/>
                  </a:lnTo>
                  <a:lnTo>
                    <a:pt x="1088" y="3871"/>
                  </a:lnTo>
                  <a:lnTo>
                    <a:pt x="1026" y="3871"/>
                  </a:lnTo>
                  <a:lnTo>
                    <a:pt x="754" y="4081"/>
                  </a:lnTo>
                  <a:lnTo>
                    <a:pt x="754" y="4227"/>
                  </a:lnTo>
                  <a:lnTo>
                    <a:pt x="440" y="4499"/>
                  </a:lnTo>
                  <a:lnTo>
                    <a:pt x="440" y="4687"/>
                  </a:lnTo>
                  <a:lnTo>
                    <a:pt x="398" y="4750"/>
                  </a:lnTo>
                  <a:lnTo>
                    <a:pt x="398" y="5210"/>
                  </a:lnTo>
                  <a:lnTo>
                    <a:pt x="230" y="5399"/>
                  </a:lnTo>
                  <a:lnTo>
                    <a:pt x="210" y="5608"/>
                  </a:lnTo>
                  <a:lnTo>
                    <a:pt x="42" y="5796"/>
                  </a:lnTo>
                  <a:lnTo>
                    <a:pt x="42" y="6006"/>
                  </a:lnTo>
                  <a:lnTo>
                    <a:pt x="21" y="6173"/>
                  </a:lnTo>
                  <a:lnTo>
                    <a:pt x="21" y="6466"/>
                  </a:lnTo>
                  <a:lnTo>
                    <a:pt x="0" y="6654"/>
                  </a:lnTo>
                  <a:lnTo>
                    <a:pt x="21" y="6696"/>
                  </a:lnTo>
                  <a:lnTo>
                    <a:pt x="105" y="6738"/>
                  </a:lnTo>
                  <a:lnTo>
                    <a:pt x="126" y="6759"/>
                  </a:lnTo>
                  <a:lnTo>
                    <a:pt x="189" y="6738"/>
                  </a:lnTo>
                  <a:lnTo>
                    <a:pt x="210" y="6654"/>
                  </a:lnTo>
                  <a:lnTo>
                    <a:pt x="398" y="6654"/>
                  </a:lnTo>
                  <a:lnTo>
                    <a:pt x="461" y="6696"/>
                  </a:lnTo>
                  <a:lnTo>
                    <a:pt x="523" y="6675"/>
                  </a:lnTo>
                  <a:lnTo>
                    <a:pt x="523" y="6591"/>
                  </a:lnTo>
                  <a:lnTo>
                    <a:pt x="712" y="6466"/>
                  </a:lnTo>
                  <a:lnTo>
                    <a:pt x="754" y="6466"/>
                  </a:lnTo>
                  <a:lnTo>
                    <a:pt x="858" y="6529"/>
                  </a:lnTo>
                  <a:lnTo>
                    <a:pt x="879" y="6529"/>
                  </a:lnTo>
                  <a:lnTo>
                    <a:pt x="921" y="6487"/>
                  </a:lnTo>
                  <a:lnTo>
                    <a:pt x="963" y="6466"/>
                  </a:lnTo>
                  <a:lnTo>
                    <a:pt x="1046" y="6529"/>
                  </a:lnTo>
                  <a:lnTo>
                    <a:pt x="1046" y="6550"/>
                  </a:lnTo>
                  <a:lnTo>
                    <a:pt x="1130" y="6571"/>
                  </a:lnTo>
                  <a:lnTo>
                    <a:pt x="1088" y="6633"/>
                  </a:lnTo>
                  <a:lnTo>
                    <a:pt x="1151" y="6654"/>
                  </a:lnTo>
                  <a:lnTo>
                    <a:pt x="1256" y="6759"/>
                  </a:lnTo>
                  <a:lnTo>
                    <a:pt x="1381" y="6801"/>
                  </a:lnTo>
                  <a:lnTo>
                    <a:pt x="1486" y="6759"/>
                  </a:lnTo>
                  <a:lnTo>
                    <a:pt x="1507" y="6759"/>
                  </a:lnTo>
                  <a:lnTo>
                    <a:pt x="1590" y="6696"/>
                  </a:lnTo>
                  <a:lnTo>
                    <a:pt x="1653" y="6696"/>
                  </a:lnTo>
                  <a:lnTo>
                    <a:pt x="1674" y="6738"/>
                  </a:lnTo>
                  <a:lnTo>
                    <a:pt x="3850" y="6738"/>
                  </a:lnTo>
                  <a:lnTo>
                    <a:pt x="3871" y="6759"/>
                  </a:lnTo>
                  <a:lnTo>
                    <a:pt x="3913" y="6863"/>
                  </a:lnTo>
                  <a:lnTo>
                    <a:pt x="3976" y="6905"/>
                  </a:lnTo>
                  <a:lnTo>
                    <a:pt x="4101" y="6968"/>
                  </a:lnTo>
                  <a:lnTo>
                    <a:pt x="4206" y="6989"/>
                  </a:lnTo>
                  <a:lnTo>
                    <a:pt x="4311" y="6968"/>
                  </a:lnTo>
                  <a:lnTo>
                    <a:pt x="4373" y="6989"/>
                  </a:lnTo>
                  <a:lnTo>
                    <a:pt x="4394" y="7052"/>
                  </a:lnTo>
                  <a:lnTo>
                    <a:pt x="4478" y="7073"/>
                  </a:lnTo>
                  <a:lnTo>
                    <a:pt x="4541" y="7010"/>
                  </a:lnTo>
                  <a:lnTo>
                    <a:pt x="4645" y="6989"/>
                  </a:lnTo>
                  <a:lnTo>
                    <a:pt x="4792" y="7010"/>
                  </a:lnTo>
                  <a:lnTo>
                    <a:pt x="4855" y="7010"/>
                  </a:lnTo>
                  <a:lnTo>
                    <a:pt x="4896" y="6947"/>
                  </a:lnTo>
                  <a:lnTo>
                    <a:pt x="4917" y="6968"/>
                  </a:lnTo>
                  <a:lnTo>
                    <a:pt x="4959" y="6968"/>
                  </a:lnTo>
                  <a:lnTo>
                    <a:pt x="5106" y="7094"/>
                  </a:lnTo>
                  <a:lnTo>
                    <a:pt x="5210" y="7115"/>
                  </a:lnTo>
                  <a:lnTo>
                    <a:pt x="5357" y="7115"/>
                  </a:lnTo>
                  <a:lnTo>
                    <a:pt x="5357" y="7073"/>
                  </a:lnTo>
                  <a:lnTo>
                    <a:pt x="5440" y="7052"/>
                  </a:lnTo>
                  <a:lnTo>
                    <a:pt x="5482" y="7073"/>
                  </a:lnTo>
                  <a:lnTo>
                    <a:pt x="5545" y="7094"/>
                  </a:lnTo>
                  <a:lnTo>
                    <a:pt x="5587" y="7073"/>
                  </a:lnTo>
                  <a:lnTo>
                    <a:pt x="5629" y="7115"/>
                  </a:lnTo>
                  <a:lnTo>
                    <a:pt x="5671" y="7115"/>
                  </a:lnTo>
                  <a:lnTo>
                    <a:pt x="5692" y="7156"/>
                  </a:lnTo>
                  <a:lnTo>
                    <a:pt x="5838" y="7156"/>
                  </a:lnTo>
                  <a:lnTo>
                    <a:pt x="6717" y="6947"/>
                  </a:lnTo>
                  <a:lnTo>
                    <a:pt x="6696" y="6843"/>
                  </a:lnTo>
                  <a:lnTo>
                    <a:pt x="6612" y="6801"/>
                  </a:lnTo>
                  <a:lnTo>
                    <a:pt x="6570" y="6738"/>
                  </a:lnTo>
                  <a:lnTo>
                    <a:pt x="6508" y="6675"/>
                  </a:lnTo>
                  <a:lnTo>
                    <a:pt x="6424" y="6633"/>
                  </a:lnTo>
                  <a:lnTo>
                    <a:pt x="6361" y="6571"/>
                  </a:lnTo>
                  <a:lnTo>
                    <a:pt x="6256" y="6424"/>
                  </a:lnTo>
                  <a:lnTo>
                    <a:pt x="6173" y="6382"/>
                  </a:lnTo>
                  <a:lnTo>
                    <a:pt x="6110" y="6319"/>
                  </a:lnTo>
                  <a:lnTo>
                    <a:pt x="6047" y="6257"/>
                  </a:lnTo>
                  <a:lnTo>
                    <a:pt x="5964" y="6152"/>
                  </a:lnTo>
                  <a:lnTo>
                    <a:pt x="5943" y="6110"/>
                  </a:lnTo>
                  <a:lnTo>
                    <a:pt x="5984" y="4164"/>
                  </a:lnTo>
                  <a:lnTo>
                    <a:pt x="7219" y="4164"/>
                  </a:lnTo>
                  <a:lnTo>
                    <a:pt x="7198" y="4122"/>
                  </a:lnTo>
                  <a:lnTo>
                    <a:pt x="7219" y="3955"/>
                  </a:lnTo>
                  <a:lnTo>
                    <a:pt x="7240" y="3913"/>
                  </a:lnTo>
                  <a:lnTo>
                    <a:pt x="7240" y="3809"/>
                  </a:lnTo>
                  <a:lnTo>
                    <a:pt x="7198" y="3704"/>
                  </a:lnTo>
                  <a:lnTo>
                    <a:pt x="7198" y="3558"/>
                  </a:lnTo>
                  <a:lnTo>
                    <a:pt x="7198" y="3348"/>
                  </a:lnTo>
                  <a:lnTo>
                    <a:pt x="7156" y="3118"/>
                  </a:lnTo>
                  <a:lnTo>
                    <a:pt x="7198" y="3097"/>
                  </a:lnTo>
                  <a:lnTo>
                    <a:pt x="7198" y="3034"/>
                  </a:lnTo>
                  <a:lnTo>
                    <a:pt x="7198" y="3013"/>
                  </a:lnTo>
                  <a:lnTo>
                    <a:pt x="7093" y="3013"/>
                  </a:lnTo>
                  <a:lnTo>
                    <a:pt x="6989" y="3034"/>
                  </a:lnTo>
                  <a:lnTo>
                    <a:pt x="6905" y="3097"/>
                  </a:lnTo>
                  <a:lnTo>
                    <a:pt x="6821" y="3118"/>
                  </a:lnTo>
                  <a:lnTo>
                    <a:pt x="6780" y="3139"/>
                  </a:lnTo>
                  <a:lnTo>
                    <a:pt x="6717" y="3118"/>
                  </a:lnTo>
                  <a:lnTo>
                    <a:pt x="6570" y="3118"/>
                  </a:lnTo>
                  <a:lnTo>
                    <a:pt x="6508" y="3097"/>
                  </a:lnTo>
                  <a:lnTo>
                    <a:pt x="6424" y="3034"/>
                  </a:lnTo>
                  <a:lnTo>
                    <a:pt x="6382" y="3034"/>
                  </a:lnTo>
                  <a:lnTo>
                    <a:pt x="6361" y="3076"/>
                  </a:lnTo>
                  <a:lnTo>
                    <a:pt x="6298" y="3097"/>
                  </a:lnTo>
                  <a:lnTo>
                    <a:pt x="6256" y="3118"/>
                  </a:lnTo>
                  <a:lnTo>
                    <a:pt x="6194" y="3118"/>
                  </a:lnTo>
                  <a:lnTo>
                    <a:pt x="6173" y="3097"/>
                  </a:lnTo>
                  <a:lnTo>
                    <a:pt x="6173" y="2972"/>
                  </a:lnTo>
                  <a:lnTo>
                    <a:pt x="6215" y="2930"/>
                  </a:lnTo>
                  <a:lnTo>
                    <a:pt x="6215" y="2909"/>
                  </a:lnTo>
                  <a:lnTo>
                    <a:pt x="6256" y="2825"/>
                  </a:lnTo>
                  <a:lnTo>
                    <a:pt x="6173" y="2783"/>
                  </a:lnTo>
                  <a:lnTo>
                    <a:pt x="6173" y="2658"/>
                  </a:lnTo>
                  <a:lnTo>
                    <a:pt x="6194" y="2616"/>
                  </a:lnTo>
                  <a:lnTo>
                    <a:pt x="6194" y="2553"/>
                  </a:lnTo>
                  <a:lnTo>
                    <a:pt x="6110" y="2490"/>
                  </a:lnTo>
                  <a:lnTo>
                    <a:pt x="6110" y="2407"/>
                  </a:lnTo>
                  <a:lnTo>
                    <a:pt x="6152" y="2344"/>
                  </a:lnTo>
                  <a:lnTo>
                    <a:pt x="6110" y="2281"/>
                  </a:lnTo>
                  <a:lnTo>
                    <a:pt x="6068" y="2260"/>
                  </a:lnTo>
                  <a:lnTo>
                    <a:pt x="6047" y="2197"/>
                  </a:lnTo>
                  <a:lnTo>
                    <a:pt x="6005" y="2177"/>
                  </a:lnTo>
                  <a:lnTo>
                    <a:pt x="6005" y="2093"/>
                  </a:lnTo>
                  <a:lnTo>
                    <a:pt x="5964" y="2051"/>
                  </a:lnTo>
                  <a:lnTo>
                    <a:pt x="5964" y="1967"/>
                  </a:lnTo>
                  <a:lnTo>
                    <a:pt x="5901" y="1925"/>
                  </a:lnTo>
                  <a:lnTo>
                    <a:pt x="5964" y="1821"/>
                  </a:lnTo>
                  <a:lnTo>
                    <a:pt x="5964" y="1612"/>
                  </a:lnTo>
                  <a:lnTo>
                    <a:pt x="5943" y="1528"/>
                  </a:lnTo>
                  <a:lnTo>
                    <a:pt x="5943" y="1507"/>
                  </a:lnTo>
                  <a:lnTo>
                    <a:pt x="5964" y="1444"/>
                  </a:lnTo>
                  <a:lnTo>
                    <a:pt x="5964" y="1361"/>
                  </a:lnTo>
                  <a:lnTo>
                    <a:pt x="5901" y="1298"/>
                  </a:lnTo>
                  <a:lnTo>
                    <a:pt x="5943" y="1193"/>
                  </a:lnTo>
                  <a:lnTo>
                    <a:pt x="5984" y="1089"/>
                  </a:lnTo>
                  <a:lnTo>
                    <a:pt x="5984" y="1005"/>
                  </a:lnTo>
                  <a:lnTo>
                    <a:pt x="5984" y="921"/>
                  </a:lnTo>
                  <a:lnTo>
                    <a:pt x="5964" y="837"/>
                  </a:lnTo>
                  <a:lnTo>
                    <a:pt x="5315" y="796"/>
                  </a:lnTo>
                  <a:lnTo>
                    <a:pt x="5273" y="733"/>
                  </a:lnTo>
                  <a:lnTo>
                    <a:pt x="5315" y="691"/>
                  </a:lnTo>
                  <a:lnTo>
                    <a:pt x="5336" y="607"/>
                  </a:lnTo>
                  <a:lnTo>
                    <a:pt x="5147" y="586"/>
                  </a:lnTo>
                  <a:lnTo>
                    <a:pt x="5147" y="628"/>
                  </a:lnTo>
                  <a:lnTo>
                    <a:pt x="4583" y="670"/>
                  </a:lnTo>
                  <a:lnTo>
                    <a:pt x="4583" y="817"/>
                  </a:lnTo>
                  <a:lnTo>
                    <a:pt x="4520" y="921"/>
                  </a:lnTo>
                  <a:lnTo>
                    <a:pt x="4478" y="942"/>
                  </a:lnTo>
                  <a:lnTo>
                    <a:pt x="4499" y="1047"/>
                  </a:lnTo>
                  <a:lnTo>
                    <a:pt x="4499" y="1214"/>
                  </a:lnTo>
                  <a:lnTo>
                    <a:pt x="4059" y="1235"/>
                  </a:lnTo>
                  <a:lnTo>
                    <a:pt x="3976" y="1298"/>
                  </a:lnTo>
                  <a:lnTo>
                    <a:pt x="3787" y="1256"/>
                  </a:lnTo>
                  <a:lnTo>
                    <a:pt x="3704" y="1235"/>
                  </a:lnTo>
                  <a:lnTo>
                    <a:pt x="3599" y="1256"/>
                  </a:lnTo>
                  <a:lnTo>
                    <a:pt x="3453" y="1256"/>
                  </a:lnTo>
                  <a:lnTo>
                    <a:pt x="3390" y="1235"/>
                  </a:lnTo>
                  <a:lnTo>
                    <a:pt x="3369" y="1026"/>
                  </a:lnTo>
                  <a:lnTo>
                    <a:pt x="3285" y="921"/>
                  </a:lnTo>
                  <a:lnTo>
                    <a:pt x="3243" y="837"/>
                  </a:lnTo>
                  <a:lnTo>
                    <a:pt x="3181" y="817"/>
                  </a:lnTo>
                  <a:lnTo>
                    <a:pt x="3181" y="733"/>
                  </a:lnTo>
                  <a:lnTo>
                    <a:pt x="3160" y="691"/>
                  </a:lnTo>
                  <a:lnTo>
                    <a:pt x="3139" y="565"/>
                  </a:lnTo>
                  <a:lnTo>
                    <a:pt x="3076" y="461"/>
                  </a:lnTo>
                  <a:lnTo>
                    <a:pt x="3076" y="377"/>
                  </a:lnTo>
                  <a:lnTo>
                    <a:pt x="3118" y="314"/>
                  </a:lnTo>
                  <a:lnTo>
                    <a:pt x="3076" y="252"/>
                  </a:lnTo>
                  <a:lnTo>
                    <a:pt x="3034" y="189"/>
                  </a:lnTo>
                  <a:lnTo>
                    <a:pt x="3034" y="105"/>
                  </a:lnTo>
                  <a:lnTo>
                    <a:pt x="3034" y="84"/>
                  </a:lnTo>
                  <a:lnTo>
                    <a:pt x="3034" y="0"/>
                  </a:lnTo>
                  <a:lnTo>
                    <a:pt x="2030" y="0"/>
                  </a:lnTo>
                  <a:lnTo>
                    <a:pt x="1821" y="42"/>
                  </a:lnTo>
                  <a:lnTo>
                    <a:pt x="165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38"/>
            <p:cNvSpPr/>
            <p:nvPr/>
          </p:nvSpPr>
          <p:spPr>
            <a:xfrm>
              <a:off x="3916754" y="3249086"/>
              <a:ext cx="53834" cy="46889"/>
            </a:xfrm>
            <a:custGeom>
              <a:rect b="b" l="l" r="r" t="t"/>
              <a:pathLst>
                <a:path extrusionOk="0" h="4123" w="4521">
                  <a:moveTo>
                    <a:pt x="2679" y="1"/>
                  </a:moveTo>
                  <a:lnTo>
                    <a:pt x="2533" y="43"/>
                  </a:lnTo>
                  <a:lnTo>
                    <a:pt x="2470" y="63"/>
                  </a:lnTo>
                  <a:lnTo>
                    <a:pt x="2386" y="105"/>
                  </a:lnTo>
                  <a:lnTo>
                    <a:pt x="2219" y="210"/>
                  </a:lnTo>
                  <a:lnTo>
                    <a:pt x="2177" y="273"/>
                  </a:lnTo>
                  <a:lnTo>
                    <a:pt x="2177" y="335"/>
                  </a:lnTo>
                  <a:lnTo>
                    <a:pt x="2156" y="377"/>
                  </a:lnTo>
                  <a:lnTo>
                    <a:pt x="2177" y="440"/>
                  </a:lnTo>
                  <a:lnTo>
                    <a:pt x="2156" y="482"/>
                  </a:lnTo>
                  <a:lnTo>
                    <a:pt x="2114" y="524"/>
                  </a:lnTo>
                  <a:lnTo>
                    <a:pt x="1905" y="587"/>
                  </a:lnTo>
                  <a:lnTo>
                    <a:pt x="1570" y="838"/>
                  </a:lnTo>
                  <a:lnTo>
                    <a:pt x="1319" y="1152"/>
                  </a:lnTo>
                  <a:lnTo>
                    <a:pt x="1131" y="1403"/>
                  </a:lnTo>
                  <a:lnTo>
                    <a:pt x="963" y="1465"/>
                  </a:lnTo>
                  <a:lnTo>
                    <a:pt x="859" y="1424"/>
                  </a:lnTo>
                  <a:lnTo>
                    <a:pt x="796" y="1361"/>
                  </a:lnTo>
                  <a:lnTo>
                    <a:pt x="754" y="1361"/>
                  </a:lnTo>
                  <a:lnTo>
                    <a:pt x="733" y="1319"/>
                  </a:lnTo>
                  <a:lnTo>
                    <a:pt x="712" y="1361"/>
                  </a:lnTo>
                  <a:lnTo>
                    <a:pt x="650" y="1298"/>
                  </a:lnTo>
                  <a:lnTo>
                    <a:pt x="524" y="1319"/>
                  </a:lnTo>
                  <a:lnTo>
                    <a:pt x="419" y="1403"/>
                  </a:lnTo>
                  <a:lnTo>
                    <a:pt x="378" y="1403"/>
                  </a:lnTo>
                  <a:lnTo>
                    <a:pt x="315" y="1361"/>
                  </a:lnTo>
                  <a:lnTo>
                    <a:pt x="210" y="1298"/>
                  </a:lnTo>
                  <a:lnTo>
                    <a:pt x="64" y="1277"/>
                  </a:lnTo>
                  <a:lnTo>
                    <a:pt x="1" y="1277"/>
                  </a:lnTo>
                  <a:lnTo>
                    <a:pt x="22" y="1319"/>
                  </a:lnTo>
                  <a:lnTo>
                    <a:pt x="22" y="1382"/>
                  </a:lnTo>
                  <a:lnTo>
                    <a:pt x="22" y="1424"/>
                  </a:lnTo>
                  <a:lnTo>
                    <a:pt x="22" y="1486"/>
                  </a:lnTo>
                  <a:lnTo>
                    <a:pt x="106" y="1570"/>
                  </a:lnTo>
                  <a:lnTo>
                    <a:pt x="168" y="1591"/>
                  </a:lnTo>
                  <a:lnTo>
                    <a:pt x="231" y="1633"/>
                  </a:lnTo>
                  <a:lnTo>
                    <a:pt x="294" y="1716"/>
                  </a:lnTo>
                  <a:lnTo>
                    <a:pt x="294" y="1779"/>
                  </a:lnTo>
                  <a:lnTo>
                    <a:pt x="315" y="1800"/>
                  </a:lnTo>
                  <a:lnTo>
                    <a:pt x="378" y="1884"/>
                  </a:lnTo>
                  <a:lnTo>
                    <a:pt x="398" y="1988"/>
                  </a:lnTo>
                  <a:lnTo>
                    <a:pt x="440" y="2030"/>
                  </a:lnTo>
                  <a:lnTo>
                    <a:pt x="503" y="2114"/>
                  </a:lnTo>
                  <a:lnTo>
                    <a:pt x="545" y="2156"/>
                  </a:lnTo>
                  <a:lnTo>
                    <a:pt x="587" y="2156"/>
                  </a:lnTo>
                  <a:lnTo>
                    <a:pt x="629" y="2240"/>
                  </a:lnTo>
                  <a:lnTo>
                    <a:pt x="796" y="2512"/>
                  </a:lnTo>
                  <a:lnTo>
                    <a:pt x="901" y="2574"/>
                  </a:lnTo>
                  <a:lnTo>
                    <a:pt x="1005" y="2637"/>
                  </a:lnTo>
                  <a:lnTo>
                    <a:pt x="1047" y="2679"/>
                  </a:lnTo>
                  <a:lnTo>
                    <a:pt x="1131" y="2742"/>
                  </a:lnTo>
                  <a:lnTo>
                    <a:pt x="1131" y="2763"/>
                  </a:lnTo>
                  <a:lnTo>
                    <a:pt x="1131" y="2825"/>
                  </a:lnTo>
                  <a:lnTo>
                    <a:pt x="1152" y="2867"/>
                  </a:lnTo>
                  <a:lnTo>
                    <a:pt x="1256" y="2888"/>
                  </a:lnTo>
                  <a:lnTo>
                    <a:pt x="1340" y="2972"/>
                  </a:lnTo>
                  <a:lnTo>
                    <a:pt x="1319" y="3056"/>
                  </a:lnTo>
                  <a:lnTo>
                    <a:pt x="1340" y="3181"/>
                  </a:lnTo>
                  <a:lnTo>
                    <a:pt x="1340" y="3265"/>
                  </a:lnTo>
                  <a:lnTo>
                    <a:pt x="1382" y="3369"/>
                  </a:lnTo>
                  <a:lnTo>
                    <a:pt x="1487" y="3453"/>
                  </a:lnTo>
                  <a:lnTo>
                    <a:pt x="1549" y="3558"/>
                  </a:lnTo>
                  <a:lnTo>
                    <a:pt x="1675" y="3579"/>
                  </a:lnTo>
                  <a:lnTo>
                    <a:pt x="1759" y="3558"/>
                  </a:lnTo>
                  <a:lnTo>
                    <a:pt x="1884" y="3600"/>
                  </a:lnTo>
                  <a:lnTo>
                    <a:pt x="1968" y="3600"/>
                  </a:lnTo>
                  <a:lnTo>
                    <a:pt x="2093" y="3683"/>
                  </a:lnTo>
                  <a:lnTo>
                    <a:pt x="2156" y="3683"/>
                  </a:lnTo>
                  <a:lnTo>
                    <a:pt x="2198" y="3725"/>
                  </a:lnTo>
                  <a:lnTo>
                    <a:pt x="2198" y="3788"/>
                  </a:lnTo>
                  <a:lnTo>
                    <a:pt x="2261" y="3830"/>
                  </a:lnTo>
                  <a:lnTo>
                    <a:pt x="2303" y="3893"/>
                  </a:lnTo>
                  <a:lnTo>
                    <a:pt x="2491" y="3872"/>
                  </a:lnTo>
                  <a:lnTo>
                    <a:pt x="2616" y="3893"/>
                  </a:lnTo>
                  <a:lnTo>
                    <a:pt x="2679" y="3976"/>
                  </a:lnTo>
                  <a:lnTo>
                    <a:pt x="2742" y="3976"/>
                  </a:lnTo>
                  <a:lnTo>
                    <a:pt x="2888" y="4018"/>
                  </a:lnTo>
                  <a:lnTo>
                    <a:pt x="2909" y="4039"/>
                  </a:lnTo>
                  <a:lnTo>
                    <a:pt x="3014" y="4018"/>
                  </a:lnTo>
                  <a:lnTo>
                    <a:pt x="3160" y="3997"/>
                  </a:lnTo>
                  <a:lnTo>
                    <a:pt x="3349" y="4039"/>
                  </a:lnTo>
                  <a:lnTo>
                    <a:pt x="3453" y="4123"/>
                  </a:lnTo>
                  <a:lnTo>
                    <a:pt x="4081" y="3474"/>
                  </a:lnTo>
                  <a:lnTo>
                    <a:pt x="4081" y="3286"/>
                  </a:lnTo>
                  <a:lnTo>
                    <a:pt x="4102" y="3202"/>
                  </a:lnTo>
                  <a:lnTo>
                    <a:pt x="4144" y="3056"/>
                  </a:lnTo>
                  <a:lnTo>
                    <a:pt x="4165" y="2972"/>
                  </a:lnTo>
                  <a:lnTo>
                    <a:pt x="4144" y="2867"/>
                  </a:lnTo>
                  <a:lnTo>
                    <a:pt x="4165" y="2784"/>
                  </a:lnTo>
                  <a:lnTo>
                    <a:pt x="4248" y="2784"/>
                  </a:lnTo>
                  <a:lnTo>
                    <a:pt x="4269" y="2742"/>
                  </a:lnTo>
                  <a:lnTo>
                    <a:pt x="4374" y="2637"/>
                  </a:lnTo>
                  <a:lnTo>
                    <a:pt x="4458" y="2532"/>
                  </a:lnTo>
                  <a:lnTo>
                    <a:pt x="4416" y="2449"/>
                  </a:lnTo>
                  <a:lnTo>
                    <a:pt x="4374" y="2407"/>
                  </a:lnTo>
                  <a:lnTo>
                    <a:pt x="4374" y="2302"/>
                  </a:lnTo>
                  <a:lnTo>
                    <a:pt x="4416" y="2240"/>
                  </a:lnTo>
                  <a:lnTo>
                    <a:pt x="4395" y="2135"/>
                  </a:lnTo>
                  <a:lnTo>
                    <a:pt x="4290" y="2051"/>
                  </a:lnTo>
                  <a:lnTo>
                    <a:pt x="4290" y="2009"/>
                  </a:lnTo>
                  <a:lnTo>
                    <a:pt x="4374" y="1988"/>
                  </a:lnTo>
                  <a:lnTo>
                    <a:pt x="4374" y="1842"/>
                  </a:lnTo>
                  <a:lnTo>
                    <a:pt x="4374" y="1737"/>
                  </a:lnTo>
                  <a:lnTo>
                    <a:pt x="4479" y="1696"/>
                  </a:lnTo>
                  <a:lnTo>
                    <a:pt x="4500" y="1612"/>
                  </a:lnTo>
                  <a:lnTo>
                    <a:pt x="4416" y="1612"/>
                  </a:lnTo>
                  <a:lnTo>
                    <a:pt x="4374" y="1570"/>
                  </a:lnTo>
                  <a:lnTo>
                    <a:pt x="4416" y="1465"/>
                  </a:lnTo>
                  <a:lnTo>
                    <a:pt x="4458" y="1298"/>
                  </a:lnTo>
                  <a:lnTo>
                    <a:pt x="4500" y="1214"/>
                  </a:lnTo>
                  <a:lnTo>
                    <a:pt x="4500" y="1152"/>
                  </a:lnTo>
                  <a:lnTo>
                    <a:pt x="4479" y="1068"/>
                  </a:lnTo>
                  <a:lnTo>
                    <a:pt x="4500" y="984"/>
                  </a:lnTo>
                  <a:lnTo>
                    <a:pt x="4479" y="900"/>
                  </a:lnTo>
                  <a:lnTo>
                    <a:pt x="4520" y="796"/>
                  </a:lnTo>
                  <a:lnTo>
                    <a:pt x="4520" y="733"/>
                  </a:lnTo>
                  <a:lnTo>
                    <a:pt x="4395" y="691"/>
                  </a:lnTo>
                  <a:lnTo>
                    <a:pt x="4353" y="628"/>
                  </a:lnTo>
                  <a:lnTo>
                    <a:pt x="4248" y="545"/>
                  </a:lnTo>
                  <a:lnTo>
                    <a:pt x="4060" y="545"/>
                  </a:lnTo>
                  <a:lnTo>
                    <a:pt x="3956" y="524"/>
                  </a:lnTo>
                  <a:lnTo>
                    <a:pt x="3851" y="377"/>
                  </a:lnTo>
                  <a:lnTo>
                    <a:pt x="3683" y="273"/>
                  </a:lnTo>
                  <a:lnTo>
                    <a:pt x="3537" y="252"/>
                  </a:lnTo>
                  <a:lnTo>
                    <a:pt x="3474" y="315"/>
                  </a:lnTo>
                  <a:lnTo>
                    <a:pt x="3432" y="335"/>
                  </a:lnTo>
                  <a:lnTo>
                    <a:pt x="3411" y="252"/>
                  </a:lnTo>
                  <a:lnTo>
                    <a:pt x="3328" y="252"/>
                  </a:lnTo>
                  <a:lnTo>
                    <a:pt x="3119" y="231"/>
                  </a:lnTo>
                  <a:lnTo>
                    <a:pt x="3098" y="43"/>
                  </a:lnTo>
                  <a:lnTo>
                    <a:pt x="3035" y="43"/>
                  </a:lnTo>
                  <a:lnTo>
                    <a:pt x="2909" y="22"/>
                  </a:lnTo>
                  <a:lnTo>
                    <a:pt x="2847" y="43"/>
                  </a:lnTo>
                  <a:lnTo>
                    <a:pt x="282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38"/>
            <p:cNvSpPr/>
            <p:nvPr/>
          </p:nvSpPr>
          <p:spPr>
            <a:xfrm>
              <a:off x="3879638" y="3263609"/>
              <a:ext cx="64539" cy="61639"/>
            </a:xfrm>
            <a:custGeom>
              <a:rect b="b" l="l" r="r" t="t"/>
              <a:pathLst>
                <a:path extrusionOk="0" h="5420" w="5420">
                  <a:moveTo>
                    <a:pt x="3118" y="0"/>
                  </a:moveTo>
                  <a:lnTo>
                    <a:pt x="3013" y="21"/>
                  </a:lnTo>
                  <a:lnTo>
                    <a:pt x="2825" y="105"/>
                  </a:lnTo>
                  <a:lnTo>
                    <a:pt x="2762" y="147"/>
                  </a:lnTo>
                  <a:lnTo>
                    <a:pt x="2679" y="126"/>
                  </a:lnTo>
                  <a:lnTo>
                    <a:pt x="2658" y="105"/>
                  </a:lnTo>
                  <a:lnTo>
                    <a:pt x="2511" y="105"/>
                  </a:lnTo>
                  <a:lnTo>
                    <a:pt x="2407" y="230"/>
                  </a:lnTo>
                  <a:lnTo>
                    <a:pt x="2281" y="356"/>
                  </a:lnTo>
                  <a:lnTo>
                    <a:pt x="2093" y="502"/>
                  </a:lnTo>
                  <a:lnTo>
                    <a:pt x="2051" y="502"/>
                  </a:lnTo>
                  <a:lnTo>
                    <a:pt x="2072" y="419"/>
                  </a:lnTo>
                  <a:lnTo>
                    <a:pt x="2093" y="356"/>
                  </a:lnTo>
                  <a:lnTo>
                    <a:pt x="2051" y="335"/>
                  </a:lnTo>
                  <a:lnTo>
                    <a:pt x="2030" y="251"/>
                  </a:lnTo>
                  <a:lnTo>
                    <a:pt x="1988" y="230"/>
                  </a:lnTo>
                  <a:lnTo>
                    <a:pt x="1883" y="230"/>
                  </a:lnTo>
                  <a:lnTo>
                    <a:pt x="1716" y="293"/>
                  </a:lnTo>
                  <a:lnTo>
                    <a:pt x="1151" y="419"/>
                  </a:lnTo>
                  <a:lnTo>
                    <a:pt x="733" y="419"/>
                  </a:lnTo>
                  <a:lnTo>
                    <a:pt x="628" y="2490"/>
                  </a:lnTo>
                  <a:lnTo>
                    <a:pt x="105" y="2490"/>
                  </a:lnTo>
                  <a:lnTo>
                    <a:pt x="0" y="4310"/>
                  </a:lnTo>
                  <a:lnTo>
                    <a:pt x="210" y="4436"/>
                  </a:lnTo>
                  <a:lnTo>
                    <a:pt x="272" y="4624"/>
                  </a:lnTo>
                  <a:lnTo>
                    <a:pt x="419" y="4938"/>
                  </a:lnTo>
                  <a:lnTo>
                    <a:pt x="398" y="5105"/>
                  </a:lnTo>
                  <a:lnTo>
                    <a:pt x="314" y="5273"/>
                  </a:lnTo>
                  <a:lnTo>
                    <a:pt x="314" y="5377"/>
                  </a:lnTo>
                  <a:lnTo>
                    <a:pt x="482" y="5357"/>
                  </a:lnTo>
                  <a:lnTo>
                    <a:pt x="628" y="5419"/>
                  </a:lnTo>
                  <a:lnTo>
                    <a:pt x="712" y="5357"/>
                  </a:lnTo>
                  <a:lnTo>
                    <a:pt x="879" y="5377"/>
                  </a:lnTo>
                  <a:lnTo>
                    <a:pt x="942" y="5294"/>
                  </a:lnTo>
                  <a:lnTo>
                    <a:pt x="1088" y="5273"/>
                  </a:lnTo>
                  <a:lnTo>
                    <a:pt x="1193" y="5210"/>
                  </a:lnTo>
                  <a:lnTo>
                    <a:pt x="1235" y="5126"/>
                  </a:lnTo>
                  <a:lnTo>
                    <a:pt x="1423" y="5043"/>
                  </a:lnTo>
                  <a:lnTo>
                    <a:pt x="1528" y="4938"/>
                  </a:lnTo>
                  <a:lnTo>
                    <a:pt x="1611" y="4708"/>
                  </a:lnTo>
                  <a:lnTo>
                    <a:pt x="1758" y="4582"/>
                  </a:lnTo>
                  <a:lnTo>
                    <a:pt x="1925" y="4540"/>
                  </a:lnTo>
                  <a:lnTo>
                    <a:pt x="2093" y="4603"/>
                  </a:lnTo>
                  <a:lnTo>
                    <a:pt x="2155" y="4645"/>
                  </a:lnTo>
                  <a:lnTo>
                    <a:pt x="2239" y="4687"/>
                  </a:lnTo>
                  <a:lnTo>
                    <a:pt x="2448" y="4771"/>
                  </a:lnTo>
                  <a:lnTo>
                    <a:pt x="2511" y="4771"/>
                  </a:lnTo>
                  <a:lnTo>
                    <a:pt x="2616" y="4812"/>
                  </a:lnTo>
                  <a:lnTo>
                    <a:pt x="2762" y="4771"/>
                  </a:lnTo>
                  <a:lnTo>
                    <a:pt x="2888" y="4771"/>
                  </a:lnTo>
                  <a:lnTo>
                    <a:pt x="2992" y="4750"/>
                  </a:lnTo>
                  <a:lnTo>
                    <a:pt x="3013" y="4812"/>
                  </a:lnTo>
                  <a:lnTo>
                    <a:pt x="3097" y="4854"/>
                  </a:lnTo>
                  <a:lnTo>
                    <a:pt x="3223" y="4750"/>
                  </a:lnTo>
                  <a:lnTo>
                    <a:pt x="3202" y="4729"/>
                  </a:lnTo>
                  <a:lnTo>
                    <a:pt x="3223" y="4624"/>
                  </a:lnTo>
                  <a:lnTo>
                    <a:pt x="3223" y="4540"/>
                  </a:lnTo>
                  <a:lnTo>
                    <a:pt x="3285" y="4499"/>
                  </a:lnTo>
                  <a:lnTo>
                    <a:pt x="3285" y="4331"/>
                  </a:lnTo>
                  <a:lnTo>
                    <a:pt x="3327" y="4227"/>
                  </a:lnTo>
                  <a:lnTo>
                    <a:pt x="3432" y="4206"/>
                  </a:lnTo>
                  <a:lnTo>
                    <a:pt x="3515" y="4164"/>
                  </a:lnTo>
                  <a:lnTo>
                    <a:pt x="3599" y="4164"/>
                  </a:lnTo>
                  <a:lnTo>
                    <a:pt x="3641" y="4101"/>
                  </a:lnTo>
                  <a:lnTo>
                    <a:pt x="3662" y="4080"/>
                  </a:lnTo>
                  <a:lnTo>
                    <a:pt x="3704" y="3996"/>
                  </a:lnTo>
                  <a:lnTo>
                    <a:pt x="3767" y="3955"/>
                  </a:lnTo>
                  <a:lnTo>
                    <a:pt x="3850" y="3913"/>
                  </a:lnTo>
                  <a:lnTo>
                    <a:pt x="3871" y="3871"/>
                  </a:lnTo>
                  <a:lnTo>
                    <a:pt x="3955" y="3850"/>
                  </a:lnTo>
                  <a:lnTo>
                    <a:pt x="3955" y="3766"/>
                  </a:lnTo>
                  <a:lnTo>
                    <a:pt x="3934" y="3704"/>
                  </a:lnTo>
                  <a:lnTo>
                    <a:pt x="3955" y="3578"/>
                  </a:lnTo>
                  <a:lnTo>
                    <a:pt x="4080" y="3369"/>
                  </a:lnTo>
                  <a:lnTo>
                    <a:pt x="4185" y="3327"/>
                  </a:lnTo>
                  <a:lnTo>
                    <a:pt x="4248" y="3327"/>
                  </a:lnTo>
                  <a:lnTo>
                    <a:pt x="4290" y="3264"/>
                  </a:lnTo>
                  <a:lnTo>
                    <a:pt x="4373" y="3243"/>
                  </a:lnTo>
                  <a:lnTo>
                    <a:pt x="4394" y="3180"/>
                  </a:lnTo>
                  <a:lnTo>
                    <a:pt x="4457" y="3139"/>
                  </a:lnTo>
                  <a:lnTo>
                    <a:pt x="4541" y="3076"/>
                  </a:lnTo>
                  <a:lnTo>
                    <a:pt x="4645" y="2971"/>
                  </a:lnTo>
                  <a:lnTo>
                    <a:pt x="4771" y="2950"/>
                  </a:lnTo>
                  <a:lnTo>
                    <a:pt x="4792" y="2971"/>
                  </a:lnTo>
                  <a:lnTo>
                    <a:pt x="4855" y="2950"/>
                  </a:lnTo>
                  <a:lnTo>
                    <a:pt x="4959" y="2950"/>
                  </a:lnTo>
                  <a:lnTo>
                    <a:pt x="5022" y="2867"/>
                  </a:lnTo>
                  <a:lnTo>
                    <a:pt x="5106" y="2867"/>
                  </a:lnTo>
                  <a:lnTo>
                    <a:pt x="5127" y="2762"/>
                  </a:lnTo>
                  <a:lnTo>
                    <a:pt x="5127" y="2720"/>
                  </a:lnTo>
                  <a:lnTo>
                    <a:pt x="5189" y="2657"/>
                  </a:lnTo>
                  <a:lnTo>
                    <a:pt x="5294" y="2657"/>
                  </a:lnTo>
                  <a:lnTo>
                    <a:pt x="5336" y="2616"/>
                  </a:lnTo>
                  <a:lnTo>
                    <a:pt x="5420" y="2616"/>
                  </a:lnTo>
                  <a:lnTo>
                    <a:pt x="5378" y="2553"/>
                  </a:lnTo>
                  <a:lnTo>
                    <a:pt x="5315" y="2511"/>
                  </a:lnTo>
                  <a:lnTo>
                    <a:pt x="5315" y="2448"/>
                  </a:lnTo>
                  <a:lnTo>
                    <a:pt x="5273" y="2406"/>
                  </a:lnTo>
                  <a:lnTo>
                    <a:pt x="5210" y="2406"/>
                  </a:lnTo>
                  <a:lnTo>
                    <a:pt x="5085" y="2323"/>
                  </a:lnTo>
                  <a:lnTo>
                    <a:pt x="5001" y="2323"/>
                  </a:lnTo>
                  <a:lnTo>
                    <a:pt x="4876" y="2281"/>
                  </a:lnTo>
                  <a:lnTo>
                    <a:pt x="4792" y="2302"/>
                  </a:lnTo>
                  <a:lnTo>
                    <a:pt x="4666" y="2281"/>
                  </a:lnTo>
                  <a:lnTo>
                    <a:pt x="4604" y="2176"/>
                  </a:lnTo>
                  <a:lnTo>
                    <a:pt x="4499" y="2092"/>
                  </a:lnTo>
                  <a:lnTo>
                    <a:pt x="4457" y="1988"/>
                  </a:lnTo>
                  <a:lnTo>
                    <a:pt x="4457" y="1904"/>
                  </a:lnTo>
                  <a:lnTo>
                    <a:pt x="4436" y="1779"/>
                  </a:lnTo>
                  <a:lnTo>
                    <a:pt x="4457" y="1695"/>
                  </a:lnTo>
                  <a:lnTo>
                    <a:pt x="4373" y="1611"/>
                  </a:lnTo>
                  <a:lnTo>
                    <a:pt x="4269" y="1590"/>
                  </a:lnTo>
                  <a:lnTo>
                    <a:pt x="4248" y="1548"/>
                  </a:lnTo>
                  <a:lnTo>
                    <a:pt x="4248" y="1486"/>
                  </a:lnTo>
                  <a:lnTo>
                    <a:pt x="4248" y="1465"/>
                  </a:lnTo>
                  <a:lnTo>
                    <a:pt x="4164" y="1402"/>
                  </a:lnTo>
                  <a:lnTo>
                    <a:pt x="4122" y="1360"/>
                  </a:lnTo>
                  <a:lnTo>
                    <a:pt x="4018" y="1297"/>
                  </a:lnTo>
                  <a:lnTo>
                    <a:pt x="3913" y="1235"/>
                  </a:lnTo>
                  <a:lnTo>
                    <a:pt x="3746" y="963"/>
                  </a:lnTo>
                  <a:lnTo>
                    <a:pt x="3704" y="879"/>
                  </a:lnTo>
                  <a:lnTo>
                    <a:pt x="3662" y="879"/>
                  </a:lnTo>
                  <a:lnTo>
                    <a:pt x="3620" y="837"/>
                  </a:lnTo>
                  <a:lnTo>
                    <a:pt x="3557" y="753"/>
                  </a:lnTo>
                  <a:lnTo>
                    <a:pt x="3515" y="711"/>
                  </a:lnTo>
                  <a:lnTo>
                    <a:pt x="3495" y="607"/>
                  </a:lnTo>
                  <a:lnTo>
                    <a:pt x="3432" y="523"/>
                  </a:lnTo>
                  <a:lnTo>
                    <a:pt x="3411" y="502"/>
                  </a:lnTo>
                  <a:lnTo>
                    <a:pt x="3411" y="439"/>
                  </a:lnTo>
                  <a:lnTo>
                    <a:pt x="3348" y="356"/>
                  </a:lnTo>
                  <a:lnTo>
                    <a:pt x="3285" y="314"/>
                  </a:lnTo>
                  <a:lnTo>
                    <a:pt x="3223" y="293"/>
                  </a:lnTo>
                  <a:lnTo>
                    <a:pt x="3139" y="209"/>
                  </a:lnTo>
                  <a:lnTo>
                    <a:pt x="3139" y="147"/>
                  </a:lnTo>
                  <a:lnTo>
                    <a:pt x="3139" y="105"/>
                  </a:lnTo>
                  <a:lnTo>
                    <a:pt x="3139" y="42"/>
                  </a:lnTo>
                  <a:lnTo>
                    <a:pt x="311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38"/>
            <p:cNvSpPr/>
            <p:nvPr/>
          </p:nvSpPr>
          <p:spPr>
            <a:xfrm>
              <a:off x="3824578" y="3257889"/>
              <a:ext cx="92188" cy="82826"/>
            </a:xfrm>
            <a:custGeom>
              <a:rect b="b" l="l" r="r" t="t"/>
              <a:pathLst>
                <a:path extrusionOk="0" h="7283" w="7742">
                  <a:moveTo>
                    <a:pt x="691" y="1"/>
                  </a:moveTo>
                  <a:lnTo>
                    <a:pt x="502" y="126"/>
                  </a:lnTo>
                  <a:lnTo>
                    <a:pt x="502" y="210"/>
                  </a:lnTo>
                  <a:lnTo>
                    <a:pt x="440" y="231"/>
                  </a:lnTo>
                  <a:lnTo>
                    <a:pt x="377" y="189"/>
                  </a:lnTo>
                  <a:lnTo>
                    <a:pt x="189" y="189"/>
                  </a:lnTo>
                  <a:lnTo>
                    <a:pt x="168" y="273"/>
                  </a:lnTo>
                  <a:lnTo>
                    <a:pt x="105" y="294"/>
                  </a:lnTo>
                  <a:lnTo>
                    <a:pt x="84" y="273"/>
                  </a:lnTo>
                  <a:lnTo>
                    <a:pt x="0" y="231"/>
                  </a:lnTo>
                  <a:lnTo>
                    <a:pt x="21" y="733"/>
                  </a:lnTo>
                  <a:lnTo>
                    <a:pt x="377" y="1068"/>
                  </a:lnTo>
                  <a:lnTo>
                    <a:pt x="544" y="1382"/>
                  </a:lnTo>
                  <a:lnTo>
                    <a:pt x="837" y="2051"/>
                  </a:lnTo>
                  <a:lnTo>
                    <a:pt x="858" y="2302"/>
                  </a:lnTo>
                  <a:lnTo>
                    <a:pt x="1151" y="2700"/>
                  </a:lnTo>
                  <a:lnTo>
                    <a:pt x="1151" y="2847"/>
                  </a:lnTo>
                  <a:lnTo>
                    <a:pt x="1465" y="3307"/>
                  </a:lnTo>
                  <a:lnTo>
                    <a:pt x="1465" y="3537"/>
                  </a:lnTo>
                  <a:lnTo>
                    <a:pt x="1381" y="3579"/>
                  </a:lnTo>
                  <a:lnTo>
                    <a:pt x="1465" y="3872"/>
                  </a:lnTo>
                  <a:lnTo>
                    <a:pt x="1486" y="4311"/>
                  </a:lnTo>
                  <a:lnTo>
                    <a:pt x="1674" y="4751"/>
                  </a:lnTo>
                  <a:lnTo>
                    <a:pt x="1653" y="5023"/>
                  </a:lnTo>
                  <a:lnTo>
                    <a:pt x="1695" y="5190"/>
                  </a:lnTo>
                  <a:lnTo>
                    <a:pt x="1632" y="5232"/>
                  </a:lnTo>
                  <a:lnTo>
                    <a:pt x="1674" y="5315"/>
                  </a:lnTo>
                  <a:lnTo>
                    <a:pt x="1737" y="5629"/>
                  </a:lnTo>
                  <a:lnTo>
                    <a:pt x="1800" y="5650"/>
                  </a:lnTo>
                  <a:lnTo>
                    <a:pt x="1862" y="5755"/>
                  </a:lnTo>
                  <a:lnTo>
                    <a:pt x="1800" y="5797"/>
                  </a:lnTo>
                  <a:lnTo>
                    <a:pt x="1800" y="5943"/>
                  </a:lnTo>
                  <a:lnTo>
                    <a:pt x="1883" y="6027"/>
                  </a:lnTo>
                  <a:lnTo>
                    <a:pt x="1904" y="6257"/>
                  </a:lnTo>
                  <a:lnTo>
                    <a:pt x="2009" y="6383"/>
                  </a:lnTo>
                  <a:lnTo>
                    <a:pt x="2155" y="6676"/>
                  </a:lnTo>
                  <a:lnTo>
                    <a:pt x="2281" y="6801"/>
                  </a:lnTo>
                  <a:lnTo>
                    <a:pt x="2302" y="6885"/>
                  </a:lnTo>
                  <a:lnTo>
                    <a:pt x="2511" y="7031"/>
                  </a:lnTo>
                  <a:lnTo>
                    <a:pt x="2595" y="6989"/>
                  </a:lnTo>
                  <a:lnTo>
                    <a:pt x="2720" y="6968"/>
                  </a:lnTo>
                  <a:lnTo>
                    <a:pt x="2720" y="6885"/>
                  </a:lnTo>
                  <a:lnTo>
                    <a:pt x="2678" y="6843"/>
                  </a:lnTo>
                  <a:lnTo>
                    <a:pt x="2720" y="6759"/>
                  </a:lnTo>
                  <a:lnTo>
                    <a:pt x="2888" y="6696"/>
                  </a:lnTo>
                  <a:lnTo>
                    <a:pt x="2930" y="6801"/>
                  </a:lnTo>
                  <a:lnTo>
                    <a:pt x="3055" y="6822"/>
                  </a:lnTo>
                  <a:lnTo>
                    <a:pt x="3013" y="6927"/>
                  </a:lnTo>
                  <a:lnTo>
                    <a:pt x="3097" y="7115"/>
                  </a:lnTo>
                  <a:lnTo>
                    <a:pt x="3264" y="7136"/>
                  </a:lnTo>
                  <a:lnTo>
                    <a:pt x="3411" y="7220"/>
                  </a:lnTo>
                  <a:lnTo>
                    <a:pt x="3515" y="7199"/>
                  </a:lnTo>
                  <a:lnTo>
                    <a:pt x="3557" y="7220"/>
                  </a:lnTo>
                  <a:lnTo>
                    <a:pt x="3662" y="7240"/>
                  </a:lnTo>
                  <a:lnTo>
                    <a:pt x="3725" y="7199"/>
                  </a:lnTo>
                  <a:lnTo>
                    <a:pt x="3787" y="7199"/>
                  </a:lnTo>
                  <a:lnTo>
                    <a:pt x="3850" y="7282"/>
                  </a:lnTo>
                  <a:lnTo>
                    <a:pt x="3976" y="7282"/>
                  </a:lnTo>
                  <a:lnTo>
                    <a:pt x="3997" y="7178"/>
                  </a:lnTo>
                  <a:lnTo>
                    <a:pt x="4038" y="7115"/>
                  </a:lnTo>
                  <a:lnTo>
                    <a:pt x="4101" y="7094"/>
                  </a:lnTo>
                  <a:lnTo>
                    <a:pt x="4164" y="6968"/>
                  </a:lnTo>
                  <a:lnTo>
                    <a:pt x="4310" y="6885"/>
                  </a:lnTo>
                  <a:lnTo>
                    <a:pt x="4499" y="6906"/>
                  </a:lnTo>
                  <a:lnTo>
                    <a:pt x="4562" y="6906"/>
                  </a:lnTo>
                  <a:lnTo>
                    <a:pt x="4624" y="4813"/>
                  </a:lnTo>
                  <a:lnTo>
                    <a:pt x="4729" y="2993"/>
                  </a:lnTo>
                  <a:lnTo>
                    <a:pt x="5252" y="2993"/>
                  </a:lnTo>
                  <a:lnTo>
                    <a:pt x="5357" y="922"/>
                  </a:lnTo>
                  <a:lnTo>
                    <a:pt x="5775" y="922"/>
                  </a:lnTo>
                  <a:lnTo>
                    <a:pt x="6340" y="796"/>
                  </a:lnTo>
                  <a:lnTo>
                    <a:pt x="6507" y="733"/>
                  </a:lnTo>
                  <a:lnTo>
                    <a:pt x="6612" y="733"/>
                  </a:lnTo>
                  <a:lnTo>
                    <a:pt x="6654" y="754"/>
                  </a:lnTo>
                  <a:lnTo>
                    <a:pt x="6675" y="838"/>
                  </a:lnTo>
                  <a:lnTo>
                    <a:pt x="6717" y="859"/>
                  </a:lnTo>
                  <a:lnTo>
                    <a:pt x="6696" y="922"/>
                  </a:lnTo>
                  <a:lnTo>
                    <a:pt x="6675" y="1005"/>
                  </a:lnTo>
                  <a:lnTo>
                    <a:pt x="6717" y="1005"/>
                  </a:lnTo>
                  <a:lnTo>
                    <a:pt x="6905" y="859"/>
                  </a:lnTo>
                  <a:lnTo>
                    <a:pt x="7031" y="733"/>
                  </a:lnTo>
                  <a:lnTo>
                    <a:pt x="7135" y="608"/>
                  </a:lnTo>
                  <a:lnTo>
                    <a:pt x="7282" y="608"/>
                  </a:lnTo>
                  <a:lnTo>
                    <a:pt x="7303" y="629"/>
                  </a:lnTo>
                  <a:lnTo>
                    <a:pt x="7386" y="650"/>
                  </a:lnTo>
                  <a:lnTo>
                    <a:pt x="7449" y="608"/>
                  </a:lnTo>
                  <a:lnTo>
                    <a:pt x="7637" y="524"/>
                  </a:lnTo>
                  <a:lnTo>
                    <a:pt x="7742" y="503"/>
                  </a:lnTo>
                  <a:lnTo>
                    <a:pt x="7658" y="398"/>
                  </a:lnTo>
                  <a:lnTo>
                    <a:pt x="7637" y="398"/>
                  </a:lnTo>
                  <a:lnTo>
                    <a:pt x="7616" y="378"/>
                  </a:lnTo>
                  <a:lnTo>
                    <a:pt x="7533" y="378"/>
                  </a:lnTo>
                  <a:lnTo>
                    <a:pt x="7512" y="336"/>
                  </a:lnTo>
                  <a:lnTo>
                    <a:pt x="7491" y="336"/>
                  </a:lnTo>
                  <a:lnTo>
                    <a:pt x="7449" y="315"/>
                  </a:lnTo>
                  <a:lnTo>
                    <a:pt x="7323" y="378"/>
                  </a:lnTo>
                  <a:lnTo>
                    <a:pt x="7240" y="336"/>
                  </a:lnTo>
                  <a:lnTo>
                    <a:pt x="6696" y="482"/>
                  </a:lnTo>
                  <a:lnTo>
                    <a:pt x="5817" y="691"/>
                  </a:lnTo>
                  <a:lnTo>
                    <a:pt x="5671" y="691"/>
                  </a:lnTo>
                  <a:lnTo>
                    <a:pt x="5650" y="650"/>
                  </a:lnTo>
                  <a:lnTo>
                    <a:pt x="5608" y="650"/>
                  </a:lnTo>
                  <a:lnTo>
                    <a:pt x="5566" y="608"/>
                  </a:lnTo>
                  <a:lnTo>
                    <a:pt x="5524" y="629"/>
                  </a:lnTo>
                  <a:lnTo>
                    <a:pt x="5461" y="608"/>
                  </a:lnTo>
                  <a:lnTo>
                    <a:pt x="5419" y="587"/>
                  </a:lnTo>
                  <a:lnTo>
                    <a:pt x="5336" y="608"/>
                  </a:lnTo>
                  <a:lnTo>
                    <a:pt x="5336" y="650"/>
                  </a:lnTo>
                  <a:lnTo>
                    <a:pt x="5189" y="650"/>
                  </a:lnTo>
                  <a:lnTo>
                    <a:pt x="5085" y="629"/>
                  </a:lnTo>
                  <a:lnTo>
                    <a:pt x="4938" y="503"/>
                  </a:lnTo>
                  <a:lnTo>
                    <a:pt x="4896" y="503"/>
                  </a:lnTo>
                  <a:lnTo>
                    <a:pt x="4875" y="482"/>
                  </a:lnTo>
                  <a:lnTo>
                    <a:pt x="4834" y="545"/>
                  </a:lnTo>
                  <a:lnTo>
                    <a:pt x="4771" y="545"/>
                  </a:lnTo>
                  <a:lnTo>
                    <a:pt x="4624" y="524"/>
                  </a:lnTo>
                  <a:lnTo>
                    <a:pt x="4520" y="545"/>
                  </a:lnTo>
                  <a:lnTo>
                    <a:pt x="4457" y="608"/>
                  </a:lnTo>
                  <a:lnTo>
                    <a:pt x="4373" y="587"/>
                  </a:lnTo>
                  <a:lnTo>
                    <a:pt x="4352" y="524"/>
                  </a:lnTo>
                  <a:lnTo>
                    <a:pt x="4290" y="503"/>
                  </a:lnTo>
                  <a:lnTo>
                    <a:pt x="4185" y="524"/>
                  </a:lnTo>
                  <a:lnTo>
                    <a:pt x="4080" y="503"/>
                  </a:lnTo>
                  <a:lnTo>
                    <a:pt x="3955" y="440"/>
                  </a:lnTo>
                  <a:lnTo>
                    <a:pt x="3892" y="398"/>
                  </a:lnTo>
                  <a:lnTo>
                    <a:pt x="3850" y="294"/>
                  </a:lnTo>
                  <a:lnTo>
                    <a:pt x="3829" y="273"/>
                  </a:lnTo>
                  <a:lnTo>
                    <a:pt x="1653" y="273"/>
                  </a:lnTo>
                  <a:lnTo>
                    <a:pt x="1632" y="231"/>
                  </a:lnTo>
                  <a:lnTo>
                    <a:pt x="1569" y="231"/>
                  </a:lnTo>
                  <a:lnTo>
                    <a:pt x="1486" y="294"/>
                  </a:lnTo>
                  <a:lnTo>
                    <a:pt x="1465" y="294"/>
                  </a:lnTo>
                  <a:lnTo>
                    <a:pt x="1360" y="336"/>
                  </a:lnTo>
                  <a:lnTo>
                    <a:pt x="1235" y="294"/>
                  </a:lnTo>
                  <a:lnTo>
                    <a:pt x="1130" y="189"/>
                  </a:lnTo>
                  <a:lnTo>
                    <a:pt x="1067" y="168"/>
                  </a:lnTo>
                  <a:lnTo>
                    <a:pt x="1109" y="106"/>
                  </a:lnTo>
                  <a:lnTo>
                    <a:pt x="1025" y="85"/>
                  </a:lnTo>
                  <a:lnTo>
                    <a:pt x="1025" y="64"/>
                  </a:lnTo>
                  <a:lnTo>
                    <a:pt x="942" y="1"/>
                  </a:lnTo>
                  <a:lnTo>
                    <a:pt x="900" y="22"/>
                  </a:lnTo>
                  <a:lnTo>
                    <a:pt x="858" y="64"/>
                  </a:lnTo>
                  <a:lnTo>
                    <a:pt x="837" y="64"/>
                  </a:lnTo>
                  <a:lnTo>
                    <a:pt x="73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6B65"/>
                </a:solidFill>
              </a:endParaRPr>
            </a:p>
          </p:txBody>
        </p:sp>
        <p:sp>
          <p:nvSpPr>
            <p:cNvPr id="716" name="Google Shape;716;p38"/>
            <p:cNvSpPr/>
            <p:nvPr/>
          </p:nvSpPr>
          <p:spPr>
            <a:xfrm>
              <a:off x="3953131" y="3215060"/>
              <a:ext cx="71767" cy="110427"/>
            </a:xfrm>
            <a:custGeom>
              <a:rect b="b" l="l" r="r" t="t"/>
              <a:pathLst>
                <a:path extrusionOk="0" h="9710" w="6027">
                  <a:moveTo>
                    <a:pt x="6006" y="1"/>
                  </a:moveTo>
                  <a:lnTo>
                    <a:pt x="5964" y="22"/>
                  </a:lnTo>
                  <a:lnTo>
                    <a:pt x="5922" y="84"/>
                  </a:lnTo>
                  <a:lnTo>
                    <a:pt x="5818" y="63"/>
                  </a:lnTo>
                  <a:lnTo>
                    <a:pt x="5734" y="126"/>
                  </a:lnTo>
                  <a:lnTo>
                    <a:pt x="5650" y="210"/>
                  </a:lnTo>
                  <a:lnTo>
                    <a:pt x="5525" y="231"/>
                  </a:lnTo>
                  <a:lnTo>
                    <a:pt x="5441" y="314"/>
                  </a:lnTo>
                  <a:lnTo>
                    <a:pt x="5315" y="314"/>
                  </a:lnTo>
                  <a:lnTo>
                    <a:pt x="5294" y="377"/>
                  </a:lnTo>
                  <a:lnTo>
                    <a:pt x="5190" y="398"/>
                  </a:lnTo>
                  <a:lnTo>
                    <a:pt x="5106" y="377"/>
                  </a:lnTo>
                  <a:lnTo>
                    <a:pt x="4897" y="440"/>
                  </a:lnTo>
                  <a:lnTo>
                    <a:pt x="4855" y="482"/>
                  </a:lnTo>
                  <a:lnTo>
                    <a:pt x="4750" y="503"/>
                  </a:lnTo>
                  <a:lnTo>
                    <a:pt x="4667" y="440"/>
                  </a:lnTo>
                  <a:lnTo>
                    <a:pt x="4583" y="440"/>
                  </a:lnTo>
                  <a:lnTo>
                    <a:pt x="4478" y="419"/>
                  </a:lnTo>
                  <a:lnTo>
                    <a:pt x="4437" y="482"/>
                  </a:lnTo>
                  <a:lnTo>
                    <a:pt x="4458" y="524"/>
                  </a:lnTo>
                  <a:lnTo>
                    <a:pt x="4437" y="607"/>
                  </a:lnTo>
                  <a:lnTo>
                    <a:pt x="4269" y="628"/>
                  </a:lnTo>
                  <a:lnTo>
                    <a:pt x="4144" y="691"/>
                  </a:lnTo>
                  <a:lnTo>
                    <a:pt x="4060" y="628"/>
                  </a:lnTo>
                  <a:lnTo>
                    <a:pt x="3976" y="628"/>
                  </a:lnTo>
                  <a:lnTo>
                    <a:pt x="3976" y="587"/>
                  </a:lnTo>
                  <a:lnTo>
                    <a:pt x="3934" y="545"/>
                  </a:lnTo>
                  <a:lnTo>
                    <a:pt x="3872" y="607"/>
                  </a:lnTo>
                  <a:lnTo>
                    <a:pt x="3809" y="607"/>
                  </a:lnTo>
                  <a:lnTo>
                    <a:pt x="3704" y="712"/>
                  </a:lnTo>
                  <a:lnTo>
                    <a:pt x="3516" y="733"/>
                  </a:lnTo>
                  <a:lnTo>
                    <a:pt x="3537" y="712"/>
                  </a:lnTo>
                  <a:lnTo>
                    <a:pt x="3495" y="628"/>
                  </a:lnTo>
                  <a:lnTo>
                    <a:pt x="3411" y="628"/>
                  </a:lnTo>
                  <a:lnTo>
                    <a:pt x="3328" y="587"/>
                  </a:lnTo>
                  <a:lnTo>
                    <a:pt x="3244" y="545"/>
                  </a:lnTo>
                  <a:lnTo>
                    <a:pt x="3244" y="503"/>
                  </a:lnTo>
                  <a:lnTo>
                    <a:pt x="3181" y="524"/>
                  </a:lnTo>
                  <a:lnTo>
                    <a:pt x="3139" y="545"/>
                  </a:lnTo>
                  <a:lnTo>
                    <a:pt x="3035" y="587"/>
                  </a:lnTo>
                  <a:lnTo>
                    <a:pt x="2491" y="607"/>
                  </a:lnTo>
                  <a:lnTo>
                    <a:pt x="2365" y="1110"/>
                  </a:lnTo>
                  <a:lnTo>
                    <a:pt x="2449" y="1654"/>
                  </a:lnTo>
                  <a:lnTo>
                    <a:pt x="2616" y="1737"/>
                  </a:lnTo>
                  <a:lnTo>
                    <a:pt x="2721" y="1800"/>
                  </a:lnTo>
                  <a:lnTo>
                    <a:pt x="2763" y="1863"/>
                  </a:lnTo>
                  <a:lnTo>
                    <a:pt x="2805" y="1884"/>
                  </a:lnTo>
                  <a:lnTo>
                    <a:pt x="3014" y="2072"/>
                  </a:lnTo>
                  <a:lnTo>
                    <a:pt x="3035" y="2177"/>
                  </a:lnTo>
                  <a:lnTo>
                    <a:pt x="3181" y="2365"/>
                  </a:lnTo>
                  <a:lnTo>
                    <a:pt x="3223" y="2491"/>
                  </a:lnTo>
                  <a:lnTo>
                    <a:pt x="3286" y="2574"/>
                  </a:lnTo>
                  <a:lnTo>
                    <a:pt x="3286" y="2637"/>
                  </a:lnTo>
                  <a:lnTo>
                    <a:pt x="3202" y="2637"/>
                  </a:lnTo>
                  <a:lnTo>
                    <a:pt x="3181" y="2721"/>
                  </a:lnTo>
                  <a:lnTo>
                    <a:pt x="3118" y="2721"/>
                  </a:lnTo>
                  <a:lnTo>
                    <a:pt x="3097" y="2783"/>
                  </a:lnTo>
                  <a:lnTo>
                    <a:pt x="3118" y="2804"/>
                  </a:lnTo>
                  <a:lnTo>
                    <a:pt x="3097" y="2846"/>
                  </a:lnTo>
                  <a:lnTo>
                    <a:pt x="3181" y="2930"/>
                  </a:lnTo>
                  <a:lnTo>
                    <a:pt x="3139" y="3139"/>
                  </a:lnTo>
                  <a:lnTo>
                    <a:pt x="3118" y="3244"/>
                  </a:lnTo>
                  <a:lnTo>
                    <a:pt x="3035" y="3307"/>
                  </a:lnTo>
                  <a:lnTo>
                    <a:pt x="2930" y="3327"/>
                  </a:lnTo>
                  <a:lnTo>
                    <a:pt x="2867" y="3474"/>
                  </a:lnTo>
                  <a:lnTo>
                    <a:pt x="2867" y="3579"/>
                  </a:lnTo>
                  <a:lnTo>
                    <a:pt x="2805" y="3683"/>
                  </a:lnTo>
                  <a:lnTo>
                    <a:pt x="2825" y="3830"/>
                  </a:lnTo>
                  <a:lnTo>
                    <a:pt x="2805" y="3955"/>
                  </a:lnTo>
                  <a:lnTo>
                    <a:pt x="2700" y="3976"/>
                  </a:lnTo>
                  <a:lnTo>
                    <a:pt x="2679" y="3872"/>
                  </a:lnTo>
                  <a:lnTo>
                    <a:pt x="2700" y="3830"/>
                  </a:lnTo>
                  <a:lnTo>
                    <a:pt x="2616" y="3725"/>
                  </a:lnTo>
                  <a:lnTo>
                    <a:pt x="2574" y="3662"/>
                  </a:lnTo>
                  <a:lnTo>
                    <a:pt x="2491" y="3620"/>
                  </a:lnTo>
                  <a:lnTo>
                    <a:pt x="2386" y="3537"/>
                  </a:lnTo>
                  <a:lnTo>
                    <a:pt x="2281" y="3411"/>
                  </a:lnTo>
                  <a:lnTo>
                    <a:pt x="2281" y="3327"/>
                  </a:lnTo>
                  <a:lnTo>
                    <a:pt x="2240" y="3202"/>
                  </a:lnTo>
                  <a:lnTo>
                    <a:pt x="2240" y="3097"/>
                  </a:lnTo>
                  <a:lnTo>
                    <a:pt x="2281" y="2993"/>
                  </a:lnTo>
                  <a:lnTo>
                    <a:pt x="2344" y="2846"/>
                  </a:lnTo>
                  <a:lnTo>
                    <a:pt x="2449" y="2721"/>
                  </a:lnTo>
                  <a:lnTo>
                    <a:pt x="2470" y="2595"/>
                  </a:lnTo>
                  <a:lnTo>
                    <a:pt x="2470" y="2428"/>
                  </a:lnTo>
                  <a:lnTo>
                    <a:pt x="2407" y="2323"/>
                  </a:lnTo>
                  <a:lnTo>
                    <a:pt x="2261" y="2302"/>
                  </a:lnTo>
                  <a:lnTo>
                    <a:pt x="2135" y="2302"/>
                  </a:lnTo>
                  <a:lnTo>
                    <a:pt x="2072" y="2365"/>
                  </a:lnTo>
                  <a:lnTo>
                    <a:pt x="2030" y="2365"/>
                  </a:lnTo>
                  <a:lnTo>
                    <a:pt x="1968" y="2386"/>
                  </a:lnTo>
                  <a:lnTo>
                    <a:pt x="1863" y="2323"/>
                  </a:lnTo>
                  <a:lnTo>
                    <a:pt x="1863" y="2260"/>
                  </a:lnTo>
                  <a:lnTo>
                    <a:pt x="1821" y="2198"/>
                  </a:lnTo>
                  <a:lnTo>
                    <a:pt x="1779" y="2156"/>
                  </a:lnTo>
                  <a:lnTo>
                    <a:pt x="1758" y="2093"/>
                  </a:lnTo>
                  <a:lnTo>
                    <a:pt x="1612" y="2114"/>
                  </a:lnTo>
                  <a:lnTo>
                    <a:pt x="1424" y="2177"/>
                  </a:lnTo>
                  <a:lnTo>
                    <a:pt x="1089" y="2302"/>
                  </a:lnTo>
                  <a:lnTo>
                    <a:pt x="984" y="2323"/>
                  </a:lnTo>
                  <a:lnTo>
                    <a:pt x="398" y="2595"/>
                  </a:lnTo>
                  <a:lnTo>
                    <a:pt x="273" y="2595"/>
                  </a:lnTo>
                  <a:lnTo>
                    <a:pt x="43" y="2700"/>
                  </a:lnTo>
                  <a:lnTo>
                    <a:pt x="1" y="2783"/>
                  </a:lnTo>
                  <a:lnTo>
                    <a:pt x="43" y="2951"/>
                  </a:lnTo>
                  <a:lnTo>
                    <a:pt x="43" y="3035"/>
                  </a:lnTo>
                  <a:lnTo>
                    <a:pt x="64" y="3223"/>
                  </a:lnTo>
                  <a:lnTo>
                    <a:pt x="273" y="3244"/>
                  </a:lnTo>
                  <a:lnTo>
                    <a:pt x="356" y="3244"/>
                  </a:lnTo>
                  <a:lnTo>
                    <a:pt x="377" y="3327"/>
                  </a:lnTo>
                  <a:lnTo>
                    <a:pt x="419" y="3307"/>
                  </a:lnTo>
                  <a:lnTo>
                    <a:pt x="482" y="3244"/>
                  </a:lnTo>
                  <a:lnTo>
                    <a:pt x="628" y="3265"/>
                  </a:lnTo>
                  <a:lnTo>
                    <a:pt x="796" y="3369"/>
                  </a:lnTo>
                  <a:lnTo>
                    <a:pt x="901" y="3516"/>
                  </a:lnTo>
                  <a:lnTo>
                    <a:pt x="1005" y="3537"/>
                  </a:lnTo>
                  <a:lnTo>
                    <a:pt x="1193" y="3537"/>
                  </a:lnTo>
                  <a:lnTo>
                    <a:pt x="1298" y="3620"/>
                  </a:lnTo>
                  <a:lnTo>
                    <a:pt x="1340" y="3683"/>
                  </a:lnTo>
                  <a:lnTo>
                    <a:pt x="1465" y="3725"/>
                  </a:lnTo>
                  <a:lnTo>
                    <a:pt x="1465" y="3788"/>
                  </a:lnTo>
                  <a:lnTo>
                    <a:pt x="1424" y="3892"/>
                  </a:lnTo>
                  <a:lnTo>
                    <a:pt x="1445" y="3976"/>
                  </a:lnTo>
                  <a:lnTo>
                    <a:pt x="1424" y="4060"/>
                  </a:lnTo>
                  <a:lnTo>
                    <a:pt x="1445" y="4144"/>
                  </a:lnTo>
                  <a:lnTo>
                    <a:pt x="1445" y="4206"/>
                  </a:lnTo>
                  <a:lnTo>
                    <a:pt x="1403" y="4290"/>
                  </a:lnTo>
                  <a:lnTo>
                    <a:pt x="1361" y="4457"/>
                  </a:lnTo>
                  <a:lnTo>
                    <a:pt x="1319" y="4562"/>
                  </a:lnTo>
                  <a:lnTo>
                    <a:pt x="1361" y="4604"/>
                  </a:lnTo>
                  <a:lnTo>
                    <a:pt x="1445" y="4604"/>
                  </a:lnTo>
                  <a:lnTo>
                    <a:pt x="1424" y="4688"/>
                  </a:lnTo>
                  <a:lnTo>
                    <a:pt x="1319" y="4729"/>
                  </a:lnTo>
                  <a:lnTo>
                    <a:pt x="1319" y="4834"/>
                  </a:lnTo>
                  <a:lnTo>
                    <a:pt x="1319" y="4980"/>
                  </a:lnTo>
                  <a:lnTo>
                    <a:pt x="1235" y="5001"/>
                  </a:lnTo>
                  <a:lnTo>
                    <a:pt x="1235" y="5043"/>
                  </a:lnTo>
                  <a:lnTo>
                    <a:pt x="1340" y="5127"/>
                  </a:lnTo>
                  <a:lnTo>
                    <a:pt x="1361" y="5232"/>
                  </a:lnTo>
                  <a:lnTo>
                    <a:pt x="1319" y="5294"/>
                  </a:lnTo>
                  <a:lnTo>
                    <a:pt x="1319" y="5399"/>
                  </a:lnTo>
                  <a:lnTo>
                    <a:pt x="1361" y="5441"/>
                  </a:lnTo>
                  <a:lnTo>
                    <a:pt x="1403" y="5524"/>
                  </a:lnTo>
                  <a:lnTo>
                    <a:pt x="1319" y="5629"/>
                  </a:lnTo>
                  <a:lnTo>
                    <a:pt x="1214" y="5734"/>
                  </a:lnTo>
                  <a:lnTo>
                    <a:pt x="1193" y="5776"/>
                  </a:lnTo>
                  <a:lnTo>
                    <a:pt x="1110" y="5776"/>
                  </a:lnTo>
                  <a:lnTo>
                    <a:pt x="1089" y="5859"/>
                  </a:lnTo>
                  <a:lnTo>
                    <a:pt x="1110" y="5964"/>
                  </a:lnTo>
                  <a:lnTo>
                    <a:pt x="1089" y="6048"/>
                  </a:lnTo>
                  <a:lnTo>
                    <a:pt x="1047" y="6194"/>
                  </a:lnTo>
                  <a:lnTo>
                    <a:pt x="1026" y="6278"/>
                  </a:lnTo>
                  <a:lnTo>
                    <a:pt x="1026" y="6466"/>
                  </a:lnTo>
                  <a:lnTo>
                    <a:pt x="398" y="7115"/>
                  </a:lnTo>
                  <a:lnTo>
                    <a:pt x="461" y="7282"/>
                  </a:lnTo>
                  <a:lnTo>
                    <a:pt x="482" y="7429"/>
                  </a:lnTo>
                  <a:lnTo>
                    <a:pt x="566" y="7554"/>
                  </a:lnTo>
                  <a:lnTo>
                    <a:pt x="566" y="7847"/>
                  </a:lnTo>
                  <a:lnTo>
                    <a:pt x="524" y="7868"/>
                  </a:lnTo>
                  <a:lnTo>
                    <a:pt x="524" y="7973"/>
                  </a:lnTo>
                  <a:lnTo>
                    <a:pt x="587" y="8077"/>
                  </a:lnTo>
                  <a:lnTo>
                    <a:pt x="608" y="8224"/>
                  </a:lnTo>
                  <a:lnTo>
                    <a:pt x="608" y="8684"/>
                  </a:lnTo>
                  <a:lnTo>
                    <a:pt x="566" y="8851"/>
                  </a:lnTo>
                  <a:lnTo>
                    <a:pt x="566" y="9019"/>
                  </a:lnTo>
                  <a:lnTo>
                    <a:pt x="566" y="9207"/>
                  </a:lnTo>
                  <a:lnTo>
                    <a:pt x="566" y="9228"/>
                  </a:lnTo>
                  <a:lnTo>
                    <a:pt x="628" y="9270"/>
                  </a:lnTo>
                  <a:lnTo>
                    <a:pt x="691" y="9333"/>
                  </a:lnTo>
                  <a:lnTo>
                    <a:pt x="733" y="9395"/>
                  </a:lnTo>
                  <a:lnTo>
                    <a:pt x="712" y="9437"/>
                  </a:lnTo>
                  <a:lnTo>
                    <a:pt x="712" y="9521"/>
                  </a:lnTo>
                  <a:lnTo>
                    <a:pt x="691" y="9626"/>
                  </a:lnTo>
                  <a:lnTo>
                    <a:pt x="691" y="9646"/>
                  </a:lnTo>
                  <a:lnTo>
                    <a:pt x="733" y="9646"/>
                  </a:lnTo>
                  <a:lnTo>
                    <a:pt x="942" y="9709"/>
                  </a:lnTo>
                  <a:lnTo>
                    <a:pt x="1047" y="9709"/>
                  </a:lnTo>
                  <a:lnTo>
                    <a:pt x="1089" y="9605"/>
                  </a:lnTo>
                  <a:lnTo>
                    <a:pt x="1131" y="9500"/>
                  </a:lnTo>
                  <a:lnTo>
                    <a:pt x="1152" y="9333"/>
                  </a:lnTo>
                  <a:lnTo>
                    <a:pt x="1131" y="9291"/>
                  </a:lnTo>
                  <a:lnTo>
                    <a:pt x="1110" y="9291"/>
                  </a:lnTo>
                  <a:lnTo>
                    <a:pt x="1089" y="9395"/>
                  </a:lnTo>
                  <a:lnTo>
                    <a:pt x="1005" y="9374"/>
                  </a:lnTo>
                  <a:lnTo>
                    <a:pt x="942" y="9437"/>
                  </a:lnTo>
                  <a:lnTo>
                    <a:pt x="942" y="9333"/>
                  </a:lnTo>
                  <a:lnTo>
                    <a:pt x="901" y="9228"/>
                  </a:lnTo>
                  <a:lnTo>
                    <a:pt x="880" y="9207"/>
                  </a:lnTo>
                  <a:lnTo>
                    <a:pt x="921" y="9165"/>
                  </a:lnTo>
                  <a:lnTo>
                    <a:pt x="984" y="9165"/>
                  </a:lnTo>
                  <a:lnTo>
                    <a:pt x="1026" y="9019"/>
                  </a:lnTo>
                  <a:lnTo>
                    <a:pt x="1110" y="8977"/>
                  </a:lnTo>
                  <a:lnTo>
                    <a:pt x="1131" y="8893"/>
                  </a:lnTo>
                  <a:lnTo>
                    <a:pt x="1298" y="8872"/>
                  </a:lnTo>
                  <a:lnTo>
                    <a:pt x="1465" y="8663"/>
                  </a:lnTo>
                  <a:lnTo>
                    <a:pt x="1989" y="8579"/>
                  </a:lnTo>
                  <a:lnTo>
                    <a:pt x="2365" y="8391"/>
                  </a:lnTo>
                  <a:lnTo>
                    <a:pt x="2574" y="8182"/>
                  </a:lnTo>
                  <a:lnTo>
                    <a:pt x="2616" y="8035"/>
                  </a:lnTo>
                  <a:lnTo>
                    <a:pt x="2679" y="7931"/>
                  </a:lnTo>
                  <a:lnTo>
                    <a:pt x="2679" y="7847"/>
                  </a:lnTo>
                  <a:lnTo>
                    <a:pt x="2574" y="7910"/>
                  </a:lnTo>
                  <a:lnTo>
                    <a:pt x="2553" y="7805"/>
                  </a:lnTo>
                  <a:lnTo>
                    <a:pt x="2595" y="7805"/>
                  </a:lnTo>
                  <a:lnTo>
                    <a:pt x="2595" y="7701"/>
                  </a:lnTo>
                  <a:lnTo>
                    <a:pt x="2658" y="7617"/>
                  </a:lnTo>
                  <a:lnTo>
                    <a:pt x="2658" y="7533"/>
                  </a:lnTo>
                  <a:lnTo>
                    <a:pt x="2721" y="7345"/>
                  </a:lnTo>
                  <a:lnTo>
                    <a:pt x="2700" y="7324"/>
                  </a:lnTo>
                  <a:lnTo>
                    <a:pt x="2700" y="7177"/>
                  </a:lnTo>
                  <a:lnTo>
                    <a:pt x="2763" y="7115"/>
                  </a:lnTo>
                  <a:lnTo>
                    <a:pt x="2763" y="6968"/>
                  </a:lnTo>
                  <a:lnTo>
                    <a:pt x="2721" y="6968"/>
                  </a:lnTo>
                  <a:lnTo>
                    <a:pt x="2721" y="6822"/>
                  </a:lnTo>
                  <a:lnTo>
                    <a:pt x="2658" y="6968"/>
                  </a:lnTo>
                  <a:lnTo>
                    <a:pt x="2658" y="7073"/>
                  </a:lnTo>
                  <a:lnTo>
                    <a:pt x="2595" y="7094"/>
                  </a:lnTo>
                  <a:lnTo>
                    <a:pt x="2574" y="6968"/>
                  </a:lnTo>
                  <a:lnTo>
                    <a:pt x="2595" y="6592"/>
                  </a:lnTo>
                  <a:lnTo>
                    <a:pt x="2553" y="6466"/>
                  </a:lnTo>
                  <a:lnTo>
                    <a:pt x="2553" y="6340"/>
                  </a:lnTo>
                  <a:lnTo>
                    <a:pt x="2470" y="6236"/>
                  </a:lnTo>
                  <a:lnTo>
                    <a:pt x="2407" y="6194"/>
                  </a:lnTo>
                  <a:lnTo>
                    <a:pt x="2491" y="6152"/>
                  </a:lnTo>
                  <a:lnTo>
                    <a:pt x="2491" y="6068"/>
                  </a:lnTo>
                  <a:lnTo>
                    <a:pt x="2302" y="5838"/>
                  </a:lnTo>
                  <a:lnTo>
                    <a:pt x="2386" y="5755"/>
                  </a:lnTo>
                  <a:lnTo>
                    <a:pt x="2365" y="5650"/>
                  </a:lnTo>
                  <a:lnTo>
                    <a:pt x="2407" y="5608"/>
                  </a:lnTo>
                  <a:lnTo>
                    <a:pt x="2407" y="5524"/>
                  </a:lnTo>
                  <a:lnTo>
                    <a:pt x="2365" y="5441"/>
                  </a:lnTo>
                  <a:lnTo>
                    <a:pt x="2365" y="5399"/>
                  </a:lnTo>
                  <a:lnTo>
                    <a:pt x="2407" y="5399"/>
                  </a:lnTo>
                  <a:lnTo>
                    <a:pt x="2512" y="5462"/>
                  </a:lnTo>
                  <a:lnTo>
                    <a:pt x="2574" y="5399"/>
                  </a:lnTo>
                  <a:lnTo>
                    <a:pt x="2721" y="5399"/>
                  </a:lnTo>
                  <a:lnTo>
                    <a:pt x="2825" y="5315"/>
                  </a:lnTo>
                  <a:lnTo>
                    <a:pt x="2805" y="5190"/>
                  </a:lnTo>
                  <a:lnTo>
                    <a:pt x="3118" y="4980"/>
                  </a:lnTo>
                  <a:lnTo>
                    <a:pt x="3244" y="4980"/>
                  </a:lnTo>
                  <a:lnTo>
                    <a:pt x="3244" y="4897"/>
                  </a:lnTo>
                  <a:lnTo>
                    <a:pt x="3307" y="4876"/>
                  </a:lnTo>
                  <a:lnTo>
                    <a:pt x="3349" y="4813"/>
                  </a:lnTo>
                  <a:lnTo>
                    <a:pt x="3349" y="4771"/>
                  </a:lnTo>
                  <a:lnTo>
                    <a:pt x="3600" y="4625"/>
                  </a:lnTo>
                  <a:lnTo>
                    <a:pt x="3621" y="4562"/>
                  </a:lnTo>
                  <a:lnTo>
                    <a:pt x="3662" y="4520"/>
                  </a:lnTo>
                  <a:lnTo>
                    <a:pt x="3704" y="4374"/>
                  </a:lnTo>
                  <a:lnTo>
                    <a:pt x="3746" y="4478"/>
                  </a:lnTo>
                  <a:lnTo>
                    <a:pt x="3830" y="4416"/>
                  </a:lnTo>
                  <a:lnTo>
                    <a:pt x="3955" y="4269"/>
                  </a:lnTo>
                  <a:lnTo>
                    <a:pt x="3955" y="4185"/>
                  </a:lnTo>
                  <a:lnTo>
                    <a:pt x="4018" y="4248"/>
                  </a:lnTo>
                  <a:lnTo>
                    <a:pt x="4248" y="4081"/>
                  </a:lnTo>
                  <a:lnTo>
                    <a:pt x="4437" y="3997"/>
                  </a:lnTo>
                  <a:lnTo>
                    <a:pt x="4437" y="3976"/>
                  </a:lnTo>
                  <a:lnTo>
                    <a:pt x="4562" y="3976"/>
                  </a:lnTo>
                  <a:lnTo>
                    <a:pt x="4918" y="3788"/>
                  </a:lnTo>
                  <a:lnTo>
                    <a:pt x="4960" y="3725"/>
                  </a:lnTo>
                  <a:lnTo>
                    <a:pt x="5022" y="3683"/>
                  </a:lnTo>
                  <a:lnTo>
                    <a:pt x="5399" y="3474"/>
                  </a:lnTo>
                  <a:lnTo>
                    <a:pt x="5399" y="3369"/>
                  </a:lnTo>
                  <a:lnTo>
                    <a:pt x="5504" y="3369"/>
                  </a:lnTo>
                  <a:lnTo>
                    <a:pt x="5608" y="3223"/>
                  </a:lnTo>
                  <a:lnTo>
                    <a:pt x="5608" y="3139"/>
                  </a:lnTo>
                  <a:lnTo>
                    <a:pt x="5734" y="2993"/>
                  </a:lnTo>
                  <a:lnTo>
                    <a:pt x="5818" y="2951"/>
                  </a:lnTo>
                  <a:lnTo>
                    <a:pt x="5818" y="2846"/>
                  </a:lnTo>
                  <a:lnTo>
                    <a:pt x="5859" y="2783"/>
                  </a:lnTo>
                  <a:lnTo>
                    <a:pt x="5797" y="2783"/>
                  </a:lnTo>
                  <a:lnTo>
                    <a:pt x="5755" y="2804"/>
                  </a:lnTo>
                  <a:lnTo>
                    <a:pt x="5734" y="2742"/>
                  </a:lnTo>
                  <a:lnTo>
                    <a:pt x="5838" y="2679"/>
                  </a:lnTo>
                  <a:lnTo>
                    <a:pt x="5901" y="2679"/>
                  </a:lnTo>
                  <a:lnTo>
                    <a:pt x="5922" y="2616"/>
                  </a:lnTo>
                  <a:lnTo>
                    <a:pt x="5901" y="2574"/>
                  </a:lnTo>
                  <a:lnTo>
                    <a:pt x="5943" y="2532"/>
                  </a:lnTo>
                  <a:lnTo>
                    <a:pt x="6006" y="2470"/>
                  </a:lnTo>
                  <a:lnTo>
                    <a:pt x="5964" y="2219"/>
                  </a:lnTo>
                  <a:lnTo>
                    <a:pt x="5943" y="2198"/>
                  </a:lnTo>
                  <a:lnTo>
                    <a:pt x="5838" y="2198"/>
                  </a:lnTo>
                  <a:lnTo>
                    <a:pt x="5797" y="2177"/>
                  </a:lnTo>
                  <a:lnTo>
                    <a:pt x="5818" y="2114"/>
                  </a:lnTo>
                  <a:lnTo>
                    <a:pt x="5901" y="2114"/>
                  </a:lnTo>
                  <a:lnTo>
                    <a:pt x="5901" y="1863"/>
                  </a:lnTo>
                  <a:lnTo>
                    <a:pt x="5859" y="1800"/>
                  </a:lnTo>
                  <a:lnTo>
                    <a:pt x="5901" y="1800"/>
                  </a:lnTo>
                  <a:lnTo>
                    <a:pt x="5922" y="1528"/>
                  </a:lnTo>
                  <a:lnTo>
                    <a:pt x="5901" y="1361"/>
                  </a:lnTo>
                  <a:lnTo>
                    <a:pt x="5964" y="1319"/>
                  </a:lnTo>
                  <a:lnTo>
                    <a:pt x="5943" y="1151"/>
                  </a:lnTo>
                  <a:lnTo>
                    <a:pt x="5922" y="1131"/>
                  </a:lnTo>
                  <a:lnTo>
                    <a:pt x="5922" y="963"/>
                  </a:lnTo>
                  <a:lnTo>
                    <a:pt x="5964" y="942"/>
                  </a:lnTo>
                  <a:lnTo>
                    <a:pt x="5901" y="817"/>
                  </a:lnTo>
                  <a:lnTo>
                    <a:pt x="5859" y="628"/>
                  </a:lnTo>
                  <a:lnTo>
                    <a:pt x="5922" y="587"/>
                  </a:lnTo>
                  <a:lnTo>
                    <a:pt x="5901" y="545"/>
                  </a:lnTo>
                  <a:lnTo>
                    <a:pt x="5901" y="503"/>
                  </a:lnTo>
                  <a:lnTo>
                    <a:pt x="5901" y="440"/>
                  </a:lnTo>
                  <a:lnTo>
                    <a:pt x="6027" y="273"/>
                  </a:lnTo>
                  <a:lnTo>
                    <a:pt x="5964" y="231"/>
                  </a:lnTo>
                  <a:lnTo>
                    <a:pt x="6027" y="168"/>
                  </a:lnTo>
                  <a:lnTo>
                    <a:pt x="6027" y="22"/>
                  </a:lnTo>
                  <a:lnTo>
                    <a:pt x="600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38"/>
            <p:cNvSpPr/>
            <p:nvPr/>
          </p:nvSpPr>
          <p:spPr>
            <a:xfrm>
              <a:off x="3951893" y="3317378"/>
              <a:ext cx="9978" cy="10724"/>
            </a:xfrm>
            <a:custGeom>
              <a:rect b="b" l="l" r="r" t="t"/>
              <a:pathLst>
                <a:path extrusionOk="0" h="943" w="838">
                  <a:moveTo>
                    <a:pt x="314" y="1"/>
                  </a:moveTo>
                  <a:lnTo>
                    <a:pt x="209" y="43"/>
                  </a:lnTo>
                  <a:lnTo>
                    <a:pt x="188" y="189"/>
                  </a:lnTo>
                  <a:lnTo>
                    <a:pt x="63" y="440"/>
                  </a:lnTo>
                  <a:lnTo>
                    <a:pt x="0" y="566"/>
                  </a:lnTo>
                  <a:lnTo>
                    <a:pt x="42" y="649"/>
                  </a:lnTo>
                  <a:lnTo>
                    <a:pt x="105" y="712"/>
                  </a:lnTo>
                  <a:lnTo>
                    <a:pt x="168" y="817"/>
                  </a:lnTo>
                  <a:lnTo>
                    <a:pt x="377" y="921"/>
                  </a:lnTo>
                  <a:lnTo>
                    <a:pt x="586" y="942"/>
                  </a:lnTo>
                  <a:lnTo>
                    <a:pt x="670" y="921"/>
                  </a:lnTo>
                  <a:lnTo>
                    <a:pt x="712" y="817"/>
                  </a:lnTo>
                  <a:lnTo>
                    <a:pt x="691" y="712"/>
                  </a:lnTo>
                  <a:lnTo>
                    <a:pt x="774" y="691"/>
                  </a:lnTo>
                  <a:lnTo>
                    <a:pt x="795" y="649"/>
                  </a:lnTo>
                  <a:lnTo>
                    <a:pt x="795" y="629"/>
                  </a:lnTo>
                  <a:lnTo>
                    <a:pt x="816" y="524"/>
                  </a:lnTo>
                  <a:lnTo>
                    <a:pt x="816" y="440"/>
                  </a:lnTo>
                  <a:lnTo>
                    <a:pt x="837" y="398"/>
                  </a:lnTo>
                  <a:lnTo>
                    <a:pt x="795" y="336"/>
                  </a:lnTo>
                  <a:lnTo>
                    <a:pt x="732" y="273"/>
                  </a:lnTo>
                  <a:lnTo>
                    <a:pt x="670" y="231"/>
                  </a:lnTo>
                  <a:lnTo>
                    <a:pt x="670" y="210"/>
                  </a:lnTo>
                  <a:lnTo>
                    <a:pt x="565" y="189"/>
                  </a:lnTo>
                  <a:lnTo>
                    <a:pt x="481" y="105"/>
                  </a:lnTo>
                  <a:lnTo>
                    <a:pt x="31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38"/>
            <p:cNvSpPr/>
            <p:nvPr/>
          </p:nvSpPr>
          <p:spPr>
            <a:xfrm>
              <a:off x="3925232" y="3338554"/>
              <a:ext cx="15956" cy="14295"/>
            </a:xfrm>
            <a:custGeom>
              <a:rect b="b" l="l" r="r" t="t"/>
              <a:pathLst>
                <a:path extrusionOk="0" h="1257" w="1340">
                  <a:moveTo>
                    <a:pt x="775" y="1"/>
                  </a:moveTo>
                  <a:lnTo>
                    <a:pt x="754" y="43"/>
                  </a:lnTo>
                  <a:lnTo>
                    <a:pt x="670" y="106"/>
                  </a:lnTo>
                  <a:lnTo>
                    <a:pt x="628" y="147"/>
                  </a:lnTo>
                  <a:lnTo>
                    <a:pt x="419" y="189"/>
                  </a:lnTo>
                  <a:lnTo>
                    <a:pt x="293" y="315"/>
                  </a:lnTo>
                  <a:lnTo>
                    <a:pt x="231" y="440"/>
                  </a:lnTo>
                  <a:lnTo>
                    <a:pt x="84" y="566"/>
                  </a:lnTo>
                  <a:lnTo>
                    <a:pt x="0" y="629"/>
                  </a:lnTo>
                  <a:lnTo>
                    <a:pt x="42" y="733"/>
                  </a:lnTo>
                  <a:lnTo>
                    <a:pt x="126" y="796"/>
                  </a:lnTo>
                  <a:lnTo>
                    <a:pt x="126" y="859"/>
                  </a:lnTo>
                  <a:lnTo>
                    <a:pt x="210" y="943"/>
                  </a:lnTo>
                  <a:lnTo>
                    <a:pt x="210" y="1047"/>
                  </a:lnTo>
                  <a:lnTo>
                    <a:pt x="293" y="1131"/>
                  </a:lnTo>
                  <a:lnTo>
                    <a:pt x="356" y="1194"/>
                  </a:lnTo>
                  <a:lnTo>
                    <a:pt x="503" y="1256"/>
                  </a:lnTo>
                  <a:lnTo>
                    <a:pt x="607" y="1256"/>
                  </a:lnTo>
                  <a:lnTo>
                    <a:pt x="628" y="1194"/>
                  </a:lnTo>
                  <a:lnTo>
                    <a:pt x="670" y="1152"/>
                  </a:lnTo>
                  <a:lnTo>
                    <a:pt x="712" y="1026"/>
                  </a:lnTo>
                  <a:lnTo>
                    <a:pt x="816" y="984"/>
                  </a:lnTo>
                  <a:lnTo>
                    <a:pt x="879" y="943"/>
                  </a:lnTo>
                  <a:lnTo>
                    <a:pt x="984" y="922"/>
                  </a:lnTo>
                  <a:lnTo>
                    <a:pt x="1067" y="943"/>
                  </a:lnTo>
                  <a:lnTo>
                    <a:pt x="1172" y="859"/>
                  </a:lnTo>
                  <a:lnTo>
                    <a:pt x="1193" y="775"/>
                  </a:lnTo>
                  <a:lnTo>
                    <a:pt x="1151" y="733"/>
                  </a:lnTo>
                  <a:lnTo>
                    <a:pt x="1130" y="650"/>
                  </a:lnTo>
                  <a:lnTo>
                    <a:pt x="1235" y="608"/>
                  </a:lnTo>
                  <a:lnTo>
                    <a:pt x="1339" y="524"/>
                  </a:lnTo>
                  <a:lnTo>
                    <a:pt x="1339" y="399"/>
                  </a:lnTo>
                  <a:lnTo>
                    <a:pt x="1256" y="147"/>
                  </a:lnTo>
                  <a:lnTo>
                    <a:pt x="1130" y="43"/>
                  </a:lnTo>
                  <a:lnTo>
                    <a:pt x="1026" y="85"/>
                  </a:lnTo>
                  <a:lnTo>
                    <a:pt x="942" y="22"/>
                  </a:lnTo>
                  <a:lnTo>
                    <a:pt x="921" y="43"/>
                  </a:lnTo>
                  <a:lnTo>
                    <a:pt x="858" y="22"/>
                  </a:lnTo>
                  <a:lnTo>
                    <a:pt x="77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38"/>
            <p:cNvSpPr/>
            <p:nvPr/>
          </p:nvSpPr>
          <p:spPr>
            <a:xfrm>
              <a:off x="4226694" y="2879548"/>
              <a:ext cx="50095" cy="39508"/>
            </a:xfrm>
            <a:custGeom>
              <a:rect b="b" l="l" r="r" t="t"/>
              <a:pathLst>
                <a:path extrusionOk="0" h="3474" w="4207">
                  <a:moveTo>
                    <a:pt x="1507" y="0"/>
                  </a:moveTo>
                  <a:lnTo>
                    <a:pt x="1466" y="63"/>
                  </a:lnTo>
                  <a:lnTo>
                    <a:pt x="1403" y="105"/>
                  </a:lnTo>
                  <a:lnTo>
                    <a:pt x="1298" y="105"/>
                  </a:lnTo>
                  <a:lnTo>
                    <a:pt x="1256" y="126"/>
                  </a:lnTo>
                  <a:lnTo>
                    <a:pt x="1152" y="63"/>
                  </a:lnTo>
                  <a:lnTo>
                    <a:pt x="1068" y="63"/>
                  </a:lnTo>
                  <a:lnTo>
                    <a:pt x="1026" y="105"/>
                  </a:lnTo>
                  <a:lnTo>
                    <a:pt x="880" y="293"/>
                  </a:lnTo>
                  <a:lnTo>
                    <a:pt x="629" y="398"/>
                  </a:lnTo>
                  <a:lnTo>
                    <a:pt x="231" y="503"/>
                  </a:lnTo>
                  <a:lnTo>
                    <a:pt x="252" y="586"/>
                  </a:lnTo>
                  <a:lnTo>
                    <a:pt x="1" y="754"/>
                  </a:lnTo>
                  <a:lnTo>
                    <a:pt x="22" y="1005"/>
                  </a:lnTo>
                  <a:lnTo>
                    <a:pt x="106" y="1067"/>
                  </a:lnTo>
                  <a:lnTo>
                    <a:pt x="189" y="1047"/>
                  </a:lnTo>
                  <a:lnTo>
                    <a:pt x="294" y="1005"/>
                  </a:lnTo>
                  <a:lnTo>
                    <a:pt x="419" y="1151"/>
                  </a:lnTo>
                  <a:lnTo>
                    <a:pt x="566" y="1277"/>
                  </a:lnTo>
                  <a:lnTo>
                    <a:pt x="733" y="1360"/>
                  </a:lnTo>
                  <a:lnTo>
                    <a:pt x="754" y="1486"/>
                  </a:lnTo>
                  <a:lnTo>
                    <a:pt x="901" y="1549"/>
                  </a:lnTo>
                  <a:lnTo>
                    <a:pt x="901" y="1674"/>
                  </a:lnTo>
                  <a:lnTo>
                    <a:pt x="754" y="1779"/>
                  </a:lnTo>
                  <a:lnTo>
                    <a:pt x="754" y="1904"/>
                  </a:lnTo>
                  <a:lnTo>
                    <a:pt x="650" y="1946"/>
                  </a:lnTo>
                  <a:lnTo>
                    <a:pt x="650" y="2114"/>
                  </a:lnTo>
                  <a:lnTo>
                    <a:pt x="754" y="2302"/>
                  </a:lnTo>
                  <a:lnTo>
                    <a:pt x="859" y="2679"/>
                  </a:lnTo>
                  <a:lnTo>
                    <a:pt x="880" y="2846"/>
                  </a:lnTo>
                  <a:lnTo>
                    <a:pt x="1089" y="3034"/>
                  </a:lnTo>
                  <a:lnTo>
                    <a:pt x="1298" y="3097"/>
                  </a:lnTo>
                  <a:lnTo>
                    <a:pt x="1507" y="3160"/>
                  </a:lnTo>
                  <a:lnTo>
                    <a:pt x="1570" y="3327"/>
                  </a:lnTo>
                  <a:lnTo>
                    <a:pt x="1759" y="3348"/>
                  </a:lnTo>
                  <a:lnTo>
                    <a:pt x="1884" y="3306"/>
                  </a:lnTo>
                  <a:lnTo>
                    <a:pt x="2031" y="3348"/>
                  </a:lnTo>
                  <a:lnTo>
                    <a:pt x="2031" y="3474"/>
                  </a:lnTo>
                  <a:lnTo>
                    <a:pt x="2093" y="3432"/>
                  </a:lnTo>
                  <a:lnTo>
                    <a:pt x="2240" y="3139"/>
                  </a:lnTo>
                  <a:lnTo>
                    <a:pt x="2428" y="2992"/>
                  </a:lnTo>
                  <a:lnTo>
                    <a:pt x="2554" y="2992"/>
                  </a:lnTo>
                  <a:lnTo>
                    <a:pt x="2637" y="2846"/>
                  </a:lnTo>
                  <a:lnTo>
                    <a:pt x="2763" y="2846"/>
                  </a:lnTo>
                  <a:lnTo>
                    <a:pt x="3077" y="3055"/>
                  </a:lnTo>
                  <a:lnTo>
                    <a:pt x="3244" y="2951"/>
                  </a:lnTo>
                  <a:lnTo>
                    <a:pt x="3391" y="3034"/>
                  </a:lnTo>
                  <a:lnTo>
                    <a:pt x="3453" y="3202"/>
                  </a:lnTo>
                  <a:lnTo>
                    <a:pt x="3600" y="3202"/>
                  </a:lnTo>
                  <a:lnTo>
                    <a:pt x="3851" y="3327"/>
                  </a:lnTo>
                  <a:lnTo>
                    <a:pt x="3997" y="3139"/>
                  </a:lnTo>
                  <a:lnTo>
                    <a:pt x="4102" y="3202"/>
                  </a:lnTo>
                  <a:lnTo>
                    <a:pt x="4123" y="3264"/>
                  </a:lnTo>
                  <a:lnTo>
                    <a:pt x="4207" y="3139"/>
                  </a:lnTo>
                  <a:lnTo>
                    <a:pt x="4165" y="2930"/>
                  </a:lnTo>
                  <a:lnTo>
                    <a:pt x="4102" y="2679"/>
                  </a:lnTo>
                  <a:lnTo>
                    <a:pt x="3955" y="2637"/>
                  </a:lnTo>
                  <a:lnTo>
                    <a:pt x="3851" y="2386"/>
                  </a:lnTo>
                  <a:lnTo>
                    <a:pt x="3851" y="2114"/>
                  </a:lnTo>
                  <a:lnTo>
                    <a:pt x="3767" y="1967"/>
                  </a:lnTo>
                  <a:lnTo>
                    <a:pt x="3579" y="1863"/>
                  </a:lnTo>
                  <a:lnTo>
                    <a:pt x="3432" y="1695"/>
                  </a:lnTo>
                  <a:lnTo>
                    <a:pt x="3328" y="1423"/>
                  </a:lnTo>
                  <a:lnTo>
                    <a:pt x="3139" y="1319"/>
                  </a:lnTo>
                  <a:lnTo>
                    <a:pt x="2909" y="1235"/>
                  </a:lnTo>
                  <a:lnTo>
                    <a:pt x="2867" y="1109"/>
                  </a:lnTo>
                  <a:lnTo>
                    <a:pt x="2763" y="1067"/>
                  </a:lnTo>
                  <a:lnTo>
                    <a:pt x="2554" y="1067"/>
                  </a:lnTo>
                  <a:lnTo>
                    <a:pt x="2323" y="1047"/>
                  </a:lnTo>
                  <a:lnTo>
                    <a:pt x="2240" y="963"/>
                  </a:lnTo>
                  <a:lnTo>
                    <a:pt x="2177" y="900"/>
                  </a:lnTo>
                  <a:lnTo>
                    <a:pt x="2135" y="733"/>
                  </a:lnTo>
                  <a:lnTo>
                    <a:pt x="2010" y="649"/>
                  </a:lnTo>
                  <a:lnTo>
                    <a:pt x="1759" y="272"/>
                  </a:lnTo>
                  <a:lnTo>
                    <a:pt x="1675" y="84"/>
                  </a:lnTo>
                  <a:lnTo>
                    <a:pt x="159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38"/>
            <p:cNvSpPr/>
            <p:nvPr/>
          </p:nvSpPr>
          <p:spPr>
            <a:xfrm>
              <a:off x="4226694" y="2879548"/>
              <a:ext cx="50095" cy="39508"/>
            </a:xfrm>
            <a:custGeom>
              <a:rect b="b" l="l" r="r" t="t"/>
              <a:pathLst>
                <a:path extrusionOk="0" h="3474" w="4207">
                  <a:moveTo>
                    <a:pt x="1507" y="0"/>
                  </a:moveTo>
                  <a:lnTo>
                    <a:pt x="1466" y="63"/>
                  </a:lnTo>
                  <a:lnTo>
                    <a:pt x="1403" y="105"/>
                  </a:lnTo>
                  <a:lnTo>
                    <a:pt x="1298" y="105"/>
                  </a:lnTo>
                  <a:lnTo>
                    <a:pt x="1256" y="126"/>
                  </a:lnTo>
                  <a:lnTo>
                    <a:pt x="1152" y="63"/>
                  </a:lnTo>
                  <a:lnTo>
                    <a:pt x="1068" y="63"/>
                  </a:lnTo>
                  <a:lnTo>
                    <a:pt x="1026" y="105"/>
                  </a:lnTo>
                  <a:lnTo>
                    <a:pt x="880" y="293"/>
                  </a:lnTo>
                  <a:lnTo>
                    <a:pt x="629" y="398"/>
                  </a:lnTo>
                  <a:lnTo>
                    <a:pt x="231" y="503"/>
                  </a:lnTo>
                  <a:lnTo>
                    <a:pt x="252" y="586"/>
                  </a:lnTo>
                  <a:lnTo>
                    <a:pt x="1" y="754"/>
                  </a:lnTo>
                  <a:lnTo>
                    <a:pt x="22" y="1005"/>
                  </a:lnTo>
                  <a:lnTo>
                    <a:pt x="106" y="1067"/>
                  </a:lnTo>
                  <a:lnTo>
                    <a:pt x="189" y="1047"/>
                  </a:lnTo>
                  <a:lnTo>
                    <a:pt x="294" y="1005"/>
                  </a:lnTo>
                  <a:lnTo>
                    <a:pt x="419" y="1151"/>
                  </a:lnTo>
                  <a:lnTo>
                    <a:pt x="566" y="1277"/>
                  </a:lnTo>
                  <a:lnTo>
                    <a:pt x="733" y="1360"/>
                  </a:lnTo>
                  <a:lnTo>
                    <a:pt x="754" y="1486"/>
                  </a:lnTo>
                  <a:lnTo>
                    <a:pt x="901" y="1549"/>
                  </a:lnTo>
                  <a:lnTo>
                    <a:pt x="901" y="1674"/>
                  </a:lnTo>
                  <a:lnTo>
                    <a:pt x="754" y="1779"/>
                  </a:lnTo>
                  <a:lnTo>
                    <a:pt x="754" y="1904"/>
                  </a:lnTo>
                  <a:lnTo>
                    <a:pt x="650" y="1946"/>
                  </a:lnTo>
                  <a:lnTo>
                    <a:pt x="650" y="2114"/>
                  </a:lnTo>
                  <a:lnTo>
                    <a:pt x="754" y="2302"/>
                  </a:lnTo>
                  <a:lnTo>
                    <a:pt x="859" y="2679"/>
                  </a:lnTo>
                  <a:lnTo>
                    <a:pt x="880" y="2846"/>
                  </a:lnTo>
                  <a:lnTo>
                    <a:pt x="1089" y="3034"/>
                  </a:lnTo>
                  <a:lnTo>
                    <a:pt x="1298" y="3097"/>
                  </a:lnTo>
                  <a:lnTo>
                    <a:pt x="1507" y="3160"/>
                  </a:lnTo>
                  <a:lnTo>
                    <a:pt x="1570" y="3327"/>
                  </a:lnTo>
                  <a:lnTo>
                    <a:pt x="1759" y="3348"/>
                  </a:lnTo>
                  <a:lnTo>
                    <a:pt x="1884" y="3306"/>
                  </a:lnTo>
                  <a:lnTo>
                    <a:pt x="2031" y="3348"/>
                  </a:lnTo>
                  <a:lnTo>
                    <a:pt x="2031" y="3474"/>
                  </a:lnTo>
                  <a:lnTo>
                    <a:pt x="2093" y="3432"/>
                  </a:lnTo>
                  <a:lnTo>
                    <a:pt x="2240" y="3139"/>
                  </a:lnTo>
                  <a:lnTo>
                    <a:pt x="2428" y="2992"/>
                  </a:lnTo>
                  <a:lnTo>
                    <a:pt x="2554" y="2992"/>
                  </a:lnTo>
                  <a:lnTo>
                    <a:pt x="2637" y="2846"/>
                  </a:lnTo>
                  <a:lnTo>
                    <a:pt x="2763" y="2846"/>
                  </a:lnTo>
                  <a:lnTo>
                    <a:pt x="3077" y="3055"/>
                  </a:lnTo>
                  <a:lnTo>
                    <a:pt x="3244" y="2951"/>
                  </a:lnTo>
                  <a:lnTo>
                    <a:pt x="3391" y="3034"/>
                  </a:lnTo>
                  <a:lnTo>
                    <a:pt x="3453" y="3202"/>
                  </a:lnTo>
                  <a:lnTo>
                    <a:pt x="3600" y="3202"/>
                  </a:lnTo>
                  <a:lnTo>
                    <a:pt x="3851" y="3327"/>
                  </a:lnTo>
                  <a:lnTo>
                    <a:pt x="3997" y="3139"/>
                  </a:lnTo>
                  <a:lnTo>
                    <a:pt x="4102" y="3202"/>
                  </a:lnTo>
                  <a:lnTo>
                    <a:pt x="4123" y="3264"/>
                  </a:lnTo>
                  <a:lnTo>
                    <a:pt x="4207" y="3139"/>
                  </a:lnTo>
                  <a:lnTo>
                    <a:pt x="4165" y="2930"/>
                  </a:lnTo>
                  <a:lnTo>
                    <a:pt x="4102" y="2679"/>
                  </a:lnTo>
                  <a:lnTo>
                    <a:pt x="3955" y="2637"/>
                  </a:lnTo>
                  <a:lnTo>
                    <a:pt x="3851" y="2386"/>
                  </a:lnTo>
                  <a:lnTo>
                    <a:pt x="3851" y="2114"/>
                  </a:lnTo>
                  <a:lnTo>
                    <a:pt x="3767" y="1967"/>
                  </a:lnTo>
                  <a:lnTo>
                    <a:pt x="3579" y="1863"/>
                  </a:lnTo>
                  <a:lnTo>
                    <a:pt x="3432" y="1695"/>
                  </a:lnTo>
                  <a:lnTo>
                    <a:pt x="3328" y="1423"/>
                  </a:lnTo>
                  <a:lnTo>
                    <a:pt x="3139" y="1319"/>
                  </a:lnTo>
                  <a:lnTo>
                    <a:pt x="2909" y="1235"/>
                  </a:lnTo>
                  <a:lnTo>
                    <a:pt x="2867" y="1109"/>
                  </a:lnTo>
                  <a:lnTo>
                    <a:pt x="2763" y="1067"/>
                  </a:lnTo>
                  <a:lnTo>
                    <a:pt x="2554" y="1067"/>
                  </a:lnTo>
                  <a:lnTo>
                    <a:pt x="2323" y="1047"/>
                  </a:lnTo>
                  <a:lnTo>
                    <a:pt x="2240" y="963"/>
                  </a:lnTo>
                  <a:lnTo>
                    <a:pt x="2177" y="900"/>
                  </a:lnTo>
                  <a:lnTo>
                    <a:pt x="2135" y="733"/>
                  </a:lnTo>
                  <a:lnTo>
                    <a:pt x="2010" y="649"/>
                  </a:lnTo>
                  <a:lnTo>
                    <a:pt x="1759" y="272"/>
                  </a:lnTo>
                  <a:lnTo>
                    <a:pt x="1675" y="84"/>
                  </a:lnTo>
                  <a:lnTo>
                    <a:pt x="159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38"/>
            <p:cNvSpPr/>
            <p:nvPr/>
          </p:nvSpPr>
          <p:spPr>
            <a:xfrm>
              <a:off x="4014919" y="2846238"/>
              <a:ext cx="33651" cy="9053"/>
            </a:xfrm>
            <a:custGeom>
              <a:rect b="b" l="l" r="r" t="t"/>
              <a:pathLst>
                <a:path extrusionOk="0" h="796" w="2826">
                  <a:moveTo>
                    <a:pt x="2240" y="0"/>
                  </a:moveTo>
                  <a:cubicBezTo>
                    <a:pt x="2240" y="0"/>
                    <a:pt x="1717" y="230"/>
                    <a:pt x="1612" y="230"/>
                  </a:cubicBezTo>
                  <a:cubicBezTo>
                    <a:pt x="1507" y="230"/>
                    <a:pt x="1382" y="105"/>
                    <a:pt x="1382" y="105"/>
                  </a:cubicBezTo>
                  <a:lnTo>
                    <a:pt x="733" y="126"/>
                  </a:lnTo>
                  <a:lnTo>
                    <a:pt x="754" y="293"/>
                  </a:lnTo>
                  <a:cubicBezTo>
                    <a:pt x="775" y="419"/>
                    <a:pt x="231" y="419"/>
                    <a:pt x="22" y="419"/>
                  </a:cubicBezTo>
                  <a:lnTo>
                    <a:pt x="22" y="439"/>
                  </a:lnTo>
                  <a:lnTo>
                    <a:pt x="1" y="481"/>
                  </a:lnTo>
                  <a:lnTo>
                    <a:pt x="85" y="481"/>
                  </a:lnTo>
                  <a:lnTo>
                    <a:pt x="105" y="586"/>
                  </a:lnTo>
                  <a:lnTo>
                    <a:pt x="189" y="586"/>
                  </a:lnTo>
                  <a:lnTo>
                    <a:pt x="231" y="502"/>
                  </a:lnTo>
                  <a:lnTo>
                    <a:pt x="398" y="544"/>
                  </a:lnTo>
                  <a:lnTo>
                    <a:pt x="461" y="544"/>
                  </a:lnTo>
                  <a:lnTo>
                    <a:pt x="545" y="460"/>
                  </a:lnTo>
                  <a:lnTo>
                    <a:pt x="649" y="502"/>
                  </a:lnTo>
                  <a:lnTo>
                    <a:pt x="880" y="711"/>
                  </a:lnTo>
                  <a:lnTo>
                    <a:pt x="984" y="732"/>
                  </a:lnTo>
                  <a:lnTo>
                    <a:pt x="1173" y="691"/>
                  </a:lnTo>
                  <a:lnTo>
                    <a:pt x="1424" y="628"/>
                  </a:lnTo>
                  <a:lnTo>
                    <a:pt x="1507" y="649"/>
                  </a:lnTo>
                  <a:lnTo>
                    <a:pt x="1821" y="649"/>
                  </a:lnTo>
                  <a:lnTo>
                    <a:pt x="1863" y="691"/>
                  </a:lnTo>
                  <a:lnTo>
                    <a:pt x="1863" y="586"/>
                  </a:lnTo>
                  <a:lnTo>
                    <a:pt x="2072" y="502"/>
                  </a:lnTo>
                  <a:lnTo>
                    <a:pt x="2386" y="691"/>
                  </a:lnTo>
                  <a:lnTo>
                    <a:pt x="2595" y="691"/>
                  </a:lnTo>
                  <a:lnTo>
                    <a:pt x="2805" y="795"/>
                  </a:lnTo>
                  <a:lnTo>
                    <a:pt x="2826" y="586"/>
                  </a:lnTo>
                  <a:lnTo>
                    <a:pt x="2742" y="481"/>
                  </a:lnTo>
                  <a:lnTo>
                    <a:pt x="2595" y="377"/>
                  </a:lnTo>
                  <a:lnTo>
                    <a:pt x="2637" y="188"/>
                  </a:lnTo>
                  <a:cubicBezTo>
                    <a:pt x="2628" y="188"/>
                    <a:pt x="2594" y="197"/>
                    <a:pt x="2555" y="197"/>
                  </a:cubicBezTo>
                  <a:cubicBezTo>
                    <a:pt x="2507" y="197"/>
                    <a:pt x="2451" y="184"/>
                    <a:pt x="2428" y="126"/>
                  </a:cubicBezTo>
                  <a:cubicBezTo>
                    <a:pt x="2386" y="21"/>
                    <a:pt x="2240" y="0"/>
                    <a:pt x="22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38"/>
            <p:cNvSpPr/>
            <p:nvPr/>
          </p:nvSpPr>
          <p:spPr>
            <a:xfrm>
              <a:off x="4036853" y="2853608"/>
              <a:ext cx="1250" cy="1205"/>
            </a:xfrm>
            <a:custGeom>
              <a:rect b="b" l="l" r="r" t="t"/>
              <a:pathLst>
                <a:path extrusionOk="0" fill="none" h="106" w="105">
                  <a:moveTo>
                    <a:pt x="105" y="105"/>
                  </a:moveTo>
                  <a:lnTo>
                    <a:pt x="0" y="1"/>
                  </a:lnTo>
                </a:path>
              </a:pathLst>
            </a:custGeom>
            <a:solidFill>
              <a:schemeClr val="dk2"/>
            </a:solidFill>
            <a:ln cap="rnd" cmpd="sng" w="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38"/>
            <p:cNvSpPr/>
            <p:nvPr/>
          </p:nvSpPr>
          <p:spPr>
            <a:xfrm>
              <a:off x="4346543" y="2948318"/>
              <a:ext cx="21183" cy="11907"/>
            </a:xfrm>
            <a:custGeom>
              <a:rect b="b" l="l" r="r" t="t"/>
              <a:pathLst>
                <a:path extrusionOk="0" h="1047" w="1779">
                  <a:moveTo>
                    <a:pt x="753" y="0"/>
                  </a:moveTo>
                  <a:lnTo>
                    <a:pt x="586" y="21"/>
                  </a:lnTo>
                  <a:lnTo>
                    <a:pt x="314" y="189"/>
                  </a:lnTo>
                  <a:lnTo>
                    <a:pt x="188" y="440"/>
                  </a:lnTo>
                  <a:lnTo>
                    <a:pt x="63" y="502"/>
                  </a:lnTo>
                  <a:lnTo>
                    <a:pt x="63" y="628"/>
                  </a:lnTo>
                  <a:lnTo>
                    <a:pt x="0" y="733"/>
                  </a:lnTo>
                  <a:lnTo>
                    <a:pt x="105" y="921"/>
                  </a:lnTo>
                  <a:lnTo>
                    <a:pt x="314" y="942"/>
                  </a:lnTo>
                  <a:lnTo>
                    <a:pt x="398" y="879"/>
                  </a:lnTo>
                  <a:lnTo>
                    <a:pt x="691" y="1046"/>
                  </a:lnTo>
                  <a:lnTo>
                    <a:pt x="837" y="1046"/>
                  </a:lnTo>
                  <a:lnTo>
                    <a:pt x="942" y="921"/>
                  </a:lnTo>
                  <a:lnTo>
                    <a:pt x="1067" y="879"/>
                  </a:lnTo>
                  <a:lnTo>
                    <a:pt x="1172" y="942"/>
                  </a:lnTo>
                  <a:lnTo>
                    <a:pt x="1381" y="879"/>
                  </a:lnTo>
                  <a:lnTo>
                    <a:pt x="1549" y="921"/>
                  </a:lnTo>
                  <a:lnTo>
                    <a:pt x="1779" y="837"/>
                  </a:lnTo>
                  <a:lnTo>
                    <a:pt x="1779" y="733"/>
                  </a:lnTo>
                  <a:lnTo>
                    <a:pt x="1779" y="565"/>
                  </a:lnTo>
                  <a:lnTo>
                    <a:pt x="1590" y="502"/>
                  </a:lnTo>
                  <a:lnTo>
                    <a:pt x="1590" y="398"/>
                  </a:lnTo>
                  <a:lnTo>
                    <a:pt x="1632" y="230"/>
                  </a:lnTo>
                  <a:lnTo>
                    <a:pt x="1590" y="230"/>
                  </a:lnTo>
                  <a:lnTo>
                    <a:pt x="1528" y="126"/>
                  </a:lnTo>
                  <a:lnTo>
                    <a:pt x="1360" y="105"/>
                  </a:lnTo>
                  <a:lnTo>
                    <a:pt x="1214" y="189"/>
                  </a:lnTo>
                  <a:lnTo>
                    <a:pt x="1109" y="126"/>
                  </a:lnTo>
                  <a:lnTo>
                    <a:pt x="837" y="105"/>
                  </a:lnTo>
                  <a:lnTo>
                    <a:pt x="75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38"/>
            <p:cNvSpPr/>
            <p:nvPr/>
          </p:nvSpPr>
          <p:spPr>
            <a:xfrm>
              <a:off x="3878888" y="2847660"/>
              <a:ext cx="16706" cy="13579"/>
            </a:xfrm>
            <a:custGeom>
              <a:rect b="b" l="l" r="r" t="t"/>
              <a:pathLst>
                <a:path extrusionOk="0" h="1194" w="1403">
                  <a:moveTo>
                    <a:pt x="900" y="1"/>
                  </a:moveTo>
                  <a:lnTo>
                    <a:pt x="754" y="42"/>
                  </a:lnTo>
                  <a:lnTo>
                    <a:pt x="628" y="42"/>
                  </a:lnTo>
                  <a:lnTo>
                    <a:pt x="419" y="84"/>
                  </a:lnTo>
                  <a:lnTo>
                    <a:pt x="314" y="168"/>
                  </a:lnTo>
                  <a:lnTo>
                    <a:pt x="210" y="189"/>
                  </a:lnTo>
                  <a:lnTo>
                    <a:pt x="42" y="273"/>
                  </a:lnTo>
                  <a:lnTo>
                    <a:pt x="63" y="356"/>
                  </a:lnTo>
                  <a:lnTo>
                    <a:pt x="21" y="398"/>
                  </a:lnTo>
                  <a:lnTo>
                    <a:pt x="21" y="377"/>
                  </a:lnTo>
                  <a:lnTo>
                    <a:pt x="1" y="586"/>
                  </a:lnTo>
                  <a:lnTo>
                    <a:pt x="21" y="796"/>
                  </a:lnTo>
                  <a:lnTo>
                    <a:pt x="126" y="942"/>
                  </a:lnTo>
                  <a:lnTo>
                    <a:pt x="168" y="1089"/>
                  </a:lnTo>
                  <a:lnTo>
                    <a:pt x="314" y="1193"/>
                  </a:lnTo>
                  <a:lnTo>
                    <a:pt x="314" y="1151"/>
                  </a:lnTo>
                  <a:lnTo>
                    <a:pt x="524" y="1026"/>
                  </a:lnTo>
                  <a:lnTo>
                    <a:pt x="691" y="984"/>
                  </a:lnTo>
                  <a:lnTo>
                    <a:pt x="691" y="921"/>
                  </a:lnTo>
                  <a:lnTo>
                    <a:pt x="837" y="838"/>
                  </a:lnTo>
                  <a:lnTo>
                    <a:pt x="1110" y="879"/>
                  </a:lnTo>
                  <a:lnTo>
                    <a:pt x="1256" y="796"/>
                  </a:lnTo>
                  <a:lnTo>
                    <a:pt x="1361" y="775"/>
                  </a:lnTo>
                  <a:lnTo>
                    <a:pt x="1402" y="712"/>
                  </a:lnTo>
                  <a:lnTo>
                    <a:pt x="1402" y="607"/>
                  </a:lnTo>
                  <a:lnTo>
                    <a:pt x="1382" y="461"/>
                  </a:lnTo>
                  <a:lnTo>
                    <a:pt x="1214" y="189"/>
                  </a:lnTo>
                  <a:lnTo>
                    <a:pt x="98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38"/>
            <p:cNvSpPr/>
            <p:nvPr/>
          </p:nvSpPr>
          <p:spPr>
            <a:xfrm>
              <a:off x="3865182" y="2817204"/>
              <a:ext cx="27923" cy="34993"/>
            </a:xfrm>
            <a:custGeom>
              <a:rect b="b" l="l" r="r" t="t"/>
              <a:pathLst>
                <a:path extrusionOk="0" h="3077" w="2345">
                  <a:moveTo>
                    <a:pt x="461" y="0"/>
                  </a:moveTo>
                  <a:lnTo>
                    <a:pt x="336" y="105"/>
                  </a:lnTo>
                  <a:lnTo>
                    <a:pt x="315" y="147"/>
                  </a:lnTo>
                  <a:lnTo>
                    <a:pt x="210" y="147"/>
                  </a:lnTo>
                  <a:lnTo>
                    <a:pt x="64" y="210"/>
                  </a:lnTo>
                  <a:lnTo>
                    <a:pt x="1" y="272"/>
                  </a:lnTo>
                  <a:lnTo>
                    <a:pt x="22" y="314"/>
                  </a:lnTo>
                  <a:lnTo>
                    <a:pt x="64" y="461"/>
                  </a:lnTo>
                  <a:lnTo>
                    <a:pt x="105" y="628"/>
                  </a:lnTo>
                  <a:lnTo>
                    <a:pt x="168" y="670"/>
                  </a:lnTo>
                  <a:lnTo>
                    <a:pt x="273" y="691"/>
                  </a:lnTo>
                  <a:lnTo>
                    <a:pt x="273" y="754"/>
                  </a:lnTo>
                  <a:lnTo>
                    <a:pt x="231" y="754"/>
                  </a:lnTo>
                  <a:lnTo>
                    <a:pt x="105" y="775"/>
                  </a:lnTo>
                  <a:lnTo>
                    <a:pt x="126" y="879"/>
                  </a:lnTo>
                  <a:lnTo>
                    <a:pt x="147" y="900"/>
                  </a:lnTo>
                  <a:lnTo>
                    <a:pt x="210" y="879"/>
                  </a:lnTo>
                  <a:lnTo>
                    <a:pt x="273" y="879"/>
                  </a:lnTo>
                  <a:lnTo>
                    <a:pt x="252" y="1047"/>
                  </a:lnTo>
                  <a:lnTo>
                    <a:pt x="147" y="1193"/>
                  </a:lnTo>
                  <a:lnTo>
                    <a:pt x="147" y="1277"/>
                  </a:lnTo>
                  <a:lnTo>
                    <a:pt x="315" y="1402"/>
                  </a:lnTo>
                  <a:lnTo>
                    <a:pt x="419" y="1423"/>
                  </a:lnTo>
                  <a:lnTo>
                    <a:pt x="461" y="1486"/>
                  </a:lnTo>
                  <a:lnTo>
                    <a:pt x="440" y="1570"/>
                  </a:lnTo>
                  <a:lnTo>
                    <a:pt x="336" y="1507"/>
                  </a:lnTo>
                  <a:lnTo>
                    <a:pt x="273" y="1528"/>
                  </a:lnTo>
                  <a:lnTo>
                    <a:pt x="273" y="1674"/>
                  </a:lnTo>
                  <a:lnTo>
                    <a:pt x="419" y="1821"/>
                  </a:lnTo>
                  <a:lnTo>
                    <a:pt x="356" y="1842"/>
                  </a:lnTo>
                  <a:lnTo>
                    <a:pt x="482" y="1988"/>
                  </a:lnTo>
                  <a:lnTo>
                    <a:pt x="482" y="2051"/>
                  </a:lnTo>
                  <a:lnTo>
                    <a:pt x="545" y="2135"/>
                  </a:lnTo>
                  <a:lnTo>
                    <a:pt x="670" y="2135"/>
                  </a:lnTo>
                  <a:lnTo>
                    <a:pt x="754" y="2218"/>
                  </a:lnTo>
                  <a:lnTo>
                    <a:pt x="900" y="2239"/>
                  </a:lnTo>
                  <a:lnTo>
                    <a:pt x="900" y="2365"/>
                  </a:lnTo>
                  <a:lnTo>
                    <a:pt x="838" y="2448"/>
                  </a:lnTo>
                  <a:lnTo>
                    <a:pt x="796" y="2511"/>
                  </a:lnTo>
                  <a:lnTo>
                    <a:pt x="859" y="2532"/>
                  </a:lnTo>
                  <a:lnTo>
                    <a:pt x="942" y="2658"/>
                  </a:lnTo>
                  <a:lnTo>
                    <a:pt x="984" y="2658"/>
                  </a:lnTo>
                  <a:lnTo>
                    <a:pt x="1089" y="2741"/>
                  </a:lnTo>
                  <a:lnTo>
                    <a:pt x="1152" y="2846"/>
                  </a:lnTo>
                  <a:lnTo>
                    <a:pt x="1152" y="2992"/>
                  </a:lnTo>
                  <a:lnTo>
                    <a:pt x="1172" y="3076"/>
                  </a:lnTo>
                  <a:lnTo>
                    <a:pt x="1214" y="3034"/>
                  </a:lnTo>
                  <a:lnTo>
                    <a:pt x="1193" y="2951"/>
                  </a:lnTo>
                  <a:lnTo>
                    <a:pt x="1361" y="2867"/>
                  </a:lnTo>
                  <a:lnTo>
                    <a:pt x="1465" y="2846"/>
                  </a:lnTo>
                  <a:lnTo>
                    <a:pt x="1570" y="2762"/>
                  </a:lnTo>
                  <a:lnTo>
                    <a:pt x="1779" y="2720"/>
                  </a:lnTo>
                  <a:lnTo>
                    <a:pt x="1905" y="2720"/>
                  </a:lnTo>
                  <a:lnTo>
                    <a:pt x="2051" y="2679"/>
                  </a:lnTo>
                  <a:lnTo>
                    <a:pt x="2135" y="2679"/>
                  </a:lnTo>
                  <a:lnTo>
                    <a:pt x="2198" y="2574"/>
                  </a:lnTo>
                  <a:lnTo>
                    <a:pt x="2114" y="2469"/>
                  </a:lnTo>
                  <a:lnTo>
                    <a:pt x="2093" y="2365"/>
                  </a:lnTo>
                  <a:lnTo>
                    <a:pt x="2302" y="2197"/>
                  </a:lnTo>
                  <a:lnTo>
                    <a:pt x="2344" y="2051"/>
                  </a:lnTo>
                  <a:lnTo>
                    <a:pt x="2261" y="1925"/>
                  </a:lnTo>
                  <a:lnTo>
                    <a:pt x="2093" y="1737"/>
                  </a:lnTo>
                  <a:lnTo>
                    <a:pt x="2030" y="1507"/>
                  </a:lnTo>
                  <a:lnTo>
                    <a:pt x="2114" y="1423"/>
                  </a:lnTo>
                  <a:lnTo>
                    <a:pt x="2093" y="1319"/>
                  </a:lnTo>
                  <a:lnTo>
                    <a:pt x="2051" y="1193"/>
                  </a:lnTo>
                  <a:lnTo>
                    <a:pt x="2030" y="1109"/>
                  </a:lnTo>
                  <a:lnTo>
                    <a:pt x="2135" y="984"/>
                  </a:lnTo>
                  <a:lnTo>
                    <a:pt x="1926" y="963"/>
                  </a:lnTo>
                  <a:lnTo>
                    <a:pt x="1842" y="1088"/>
                  </a:lnTo>
                  <a:lnTo>
                    <a:pt x="1737" y="1005"/>
                  </a:lnTo>
                  <a:lnTo>
                    <a:pt x="1633" y="1047"/>
                  </a:lnTo>
                  <a:lnTo>
                    <a:pt x="1591" y="963"/>
                  </a:lnTo>
                  <a:lnTo>
                    <a:pt x="1382" y="879"/>
                  </a:lnTo>
                  <a:lnTo>
                    <a:pt x="1361" y="837"/>
                  </a:lnTo>
                  <a:lnTo>
                    <a:pt x="1424" y="691"/>
                  </a:lnTo>
                  <a:lnTo>
                    <a:pt x="1277" y="565"/>
                  </a:lnTo>
                  <a:lnTo>
                    <a:pt x="1110" y="482"/>
                  </a:lnTo>
                  <a:lnTo>
                    <a:pt x="1089" y="377"/>
                  </a:lnTo>
                  <a:lnTo>
                    <a:pt x="900" y="168"/>
                  </a:lnTo>
                  <a:lnTo>
                    <a:pt x="880" y="105"/>
                  </a:lnTo>
                  <a:lnTo>
                    <a:pt x="754" y="63"/>
                  </a:lnTo>
                  <a:lnTo>
                    <a:pt x="670" y="42"/>
                  </a:lnTo>
                  <a:lnTo>
                    <a:pt x="566" y="21"/>
                  </a:lnTo>
                  <a:lnTo>
                    <a:pt x="46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6" name="Google Shape;726;p38"/>
          <p:cNvGrpSpPr/>
          <p:nvPr/>
        </p:nvGrpSpPr>
        <p:grpSpPr>
          <a:xfrm>
            <a:off x="4725312" y="544080"/>
            <a:ext cx="3548666" cy="1964268"/>
            <a:chOff x="233350" y="949250"/>
            <a:chExt cx="7137300" cy="3802300"/>
          </a:xfrm>
        </p:grpSpPr>
        <p:sp>
          <p:nvSpPr>
            <p:cNvPr id="727" name="Google Shape;727;p38"/>
            <p:cNvSpPr/>
            <p:nvPr/>
          </p:nvSpPr>
          <p:spPr>
            <a:xfrm>
              <a:off x="4428450" y="2808675"/>
              <a:ext cx="1478900" cy="330100"/>
            </a:xfrm>
            <a:custGeom>
              <a:rect b="b" l="l" r="r" t="t"/>
              <a:pathLst>
                <a:path extrusionOk="0" h="13204" w="59156">
                  <a:moveTo>
                    <a:pt x="1" y="0"/>
                  </a:moveTo>
                  <a:lnTo>
                    <a:pt x="1" y="0"/>
                  </a:lnTo>
                  <a:close/>
                  <a:moveTo>
                    <a:pt x="59155" y="13203"/>
                  </a:move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38"/>
            <p:cNvSpPr/>
            <p:nvPr/>
          </p:nvSpPr>
          <p:spPr>
            <a:xfrm>
              <a:off x="2909400" y="1076125"/>
              <a:ext cx="4118650" cy="3109225"/>
            </a:xfrm>
            <a:custGeom>
              <a:rect b="b" l="l" r="r" t="t"/>
              <a:pathLst>
                <a:path extrusionOk="0" h="124369" w="164746">
                  <a:moveTo>
                    <a:pt x="49520" y="11070"/>
                  </a:moveTo>
                  <a:cubicBezTo>
                    <a:pt x="49737" y="11070"/>
                    <a:pt x="49861" y="11136"/>
                    <a:pt x="49875" y="11358"/>
                  </a:cubicBezTo>
                  <a:cubicBezTo>
                    <a:pt x="49875" y="11575"/>
                    <a:pt x="49818" y="11698"/>
                    <a:pt x="49684" y="11698"/>
                  </a:cubicBezTo>
                  <a:cubicBezTo>
                    <a:pt x="49636" y="11698"/>
                    <a:pt x="49580" y="11683"/>
                    <a:pt x="49512" y="11651"/>
                  </a:cubicBezTo>
                  <a:cubicBezTo>
                    <a:pt x="49305" y="11565"/>
                    <a:pt x="49115" y="11444"/>
                    <a:pt x="48925" y="11323"/>
                  </a:cubicBezTo>
                  <a:lnTo>
                    <a:pt x="49339" y="11081"/>
                  </a:lnTo>
                  <a:cubicBezTo>
                    <a:pt x="49405" y="11074"/>
                    <a:pt x="49465" y="11070"/>
                    <a:pt x="49520" y="11070"/>
                  </a:cubicBezTo>
                  <a:close/>
                  <a:moveTo>
                    <a:pt x="46983" y="11081"/>
                  </a:moveTo>
                  <a:cubicBezTo>
                    <a:pt x="47014" y="11081"/>
                    <a:pt x="47051" y="11087"/>
                    <a:pt x="47093" y="11098"/>
                  </a:cubicBezTo>
                  <a:cubicBezTo>
                    <a:pt x="47369" y="11185"/>
                    <a:pt x="47870" y="11168"/>
                    <a:pt x="47767" y="11686"/>
                  </a:cubicBezTo>
                  <a:cubicBezTo>
                    <a:pt x="47732" y="11893"/>
                    <a:pt x="47888" y="12274"/>
                    <a:pt x="47490" y="12343"/>
                  </a:cubicBezTo>
                  <a:cubicBezTo>
                    <a:pt x="47110" y="12222"/>
                    <a:pt x="46834" y="11893"/>
                    <a:pt x="46799" y="11496"/>
                  </a:cubicBezTo>
                  <a:cubicBezTo>
                    <a:pt x="46784" y="11302"/>
                    <a:pt x="46782" y="11081"/>
                    <a:pt x="46983" y="11081"/>
                  </a:cubicBezTo>
                  <a:close/>
                  <a:moveTo>
                    <a:pt x="38158" y="11530"/>
                  </a:moveTo>
                  <a:cubicBezTo>
                    <a:pt x="38279" y="11530"/>
                    <a:pt x="38417" y="11703"/>
                    <a:pt x="38642" y="11876"/>
                  </a:cubicBezTo>
                  <a:cubicBezTo>
                    <a:pt x="38366" y="12118"/>
                    <a:pt x="38089" y="12360"/>
                    <a:pt x="37778" y="12585"/>
                  </a:cubicBezTo>
                  <a:cubicBezTo>
                    <a:pt x="35549" y="13967"/>
                    <a:pt x="35514" y="15903"/>
                    <a:pt x="37692" y="17268"/>
                  </a:cubicBezTo>
                  <a:cubicBezTo>
                    <a:pt x="38003" y="17458"/>
                    <a:pt x="38227" y="17631"/>
                    <a:pt x="38158" y="18080"/>
                  </a:cubicBezTo>
                  <a:cubicBezTo>
                    <a:pt x="38106" y="18529"/>
                    <a:pt x="37951" y="18599"/>
                    <a:pt x="37553" y="18737"/>
                  </a:cubicBezTo>
                  <a:cubicBezTo>
                    <a:pt x="36568" y="19117"/>
                    <a:pt x="36309" y="19981"/>
                    <a:pt x="36378" y="20949"/>
                  </a:cubicBezTo>
                  <a:cubicBezTo>
                    <a:pt x="36427" y="21679"/>
                    <a:pt x="36279" y="22143"/>
                    <a:pt x="35819" y="22143"/>
                  </a:cubicBezTo>
                  <a:cubicBezTo>
                    <a:pt x="35625" y="22143"/>
                    <a:pt x="35377" y="22061"/>
                    <a:pt x="35065" y="21882"/>
                  </a:cubicBezTo>
                  <a:cubicBezTo>
                    <a:pt x="34913" y="21798"/>
                    <a:pt x="34745" y="21754"/>
                    <a:pt x="34578" y="21754"/>
                  </a:cubicBezTo>
                  <a:cubicBezTo>
                    <a:pt x="34403" y="21754"/>
                    <a:pt x="34230" y="21802"/>
                    <a:pt x="34080" y="21899"/>
                  </a:cubicBezTo>
                  <a:cubicBezTo>
                    <a:pt x="33134" y="22372"/>
                    <a:pt x="32094" y="22613"/>
                    <a:pt x="31041" y="22613"/>
                  </a:cubicBezTo>
                  <a:cubicBezTo>
                    <a:pt x="30747" y="22613"/>
                    <a:pt x="30451" y="22594"/>
                    <a:pt x="30157" y="22556"/>
                  </a:cubicBezTo>
                  <a:cubicBezTo>
                    <a:pt x="29915" y="22521"/>
                    <a:pt x="29759" y="22608"/>
                    <a:pt x="29829" y="22262"/>
                  </a:cubicBezTo>
                  <a:lnTo>
                    <a:pt x="29829" y="22262"/>
                  </a:lnTo>
                  <a:lnTo>
                    <a:pt x="29829" y="22279"/>
                  </a:lnTo>
                  <a:cubicBezTo>
                    <a:pt x="29898" y="21986"/>
                    <a:pt x="29984" y="21882"/>
                    <a:pt x="30364" y="21830"/>
                  </a:cubicBezTo>
                  <a:cubicBezTo>
                    <a:pt x="31505" y="21675"/>
                    <a:pt x="32836" y="21467"/>
                    <a:pt x="33354" y="20361"/>
                  </a:cubicBezTo>
                  <a:cubicBezTo>
                    <a:pt x="33821" y="19342"/>
                    <a:pt x="33872" y="18184"/>
                    <a:pt x="34927" y="17458"/>
                  </a:cubicBezTo>
                  <a:cubicBezTo>
                    <a:pt x="35238" y="17216"/>
                    <a:pt x="34978" y="16836"/>
                    <a:pt x="34667" y="16594"/>
                  </a:cubicBezTo>
                  <a:cubicBezTo>
                    <a:pt x="33216" y="15436"/>
                    <a:pt x="33907" y="14572"/>
                    <a:pt x="35099" y="13846"/>
                  </a:cubicBezTo>
                  <a:cubicBezTo>
                    <a:pt x="35860" y="13380"/>
                    <a:pt x="36724" y="13086"/>
                    <a:pt x="37018" y="12066"/>
                  </a:cubicBezTo>
                  <a:cubicBezTo>
                    <a:pt x="37156" y="11582"/>
                    <a:pt x="37709" y="11548"/>
                    <a:pt x="38158" y="11530"/>
                  </a:cubicBezTo>
                  <a:close/>
                  <a:moveTo>
                    <a:pt x="46802" y="32066"/>
                  </a:moveTo>
                  <a:cubicBezTo>
                    <a:pt x="47245" y="32066"/>
                    <a:pt x="47720" y="32469"/>
                    <a:pt x="47888" y="33080"/>
                  </a:cubicBezTo>
                  <a:cubicBezTo>
                    <a:pt x="48059" y="33754"/>
                    <a:pt x="48393" y="34225"/>
                    <a:pt x="48918" y="34225"/>
                  </a:cubicBezTo>
                  <a:cubicBezTo>
                    <a:pt x="49080" y="34225"/>
                    <a:pt x="49261" y="34181"/>
                    <a:pt x="49460" y="34083"/>
                  </a:cubicBezTo>
                  <a:cubicBezTo>
                    <a:pt x="50103" y="33764"/>
                    <a:pt x="50701" y="33627"/>
                    <a:pt x="51269" y="33627"/>
                  </a:cubicBezTo>
                  <a:cubicBezTo>
                    <a:pt x="52489" y="33627"/>
                    <a:pt x="53566" y="34260"/>
                    <a:pt x="54628" y="35085"/>
                  </a:cubicBezTo>
                  <a:cubicBezTo>
                    <a:pt x="54818" y="35223"/>
                    <a:pt x="55008" y="35396"/>
                    <a:pt x="55163" y="35586"/>
                  </a:cubicBezTo>
                  <a:cubicBezTo>
                    <a:pt x="55543" y="36053"/>
                    <a:pt x="56684" y="36070"/>
                    <a:pt x="56321" y="36917"/>
                  </a:cubicBezTo>
                  <a:lnTo>
                    <a:pt x="56321" y="36934"/>
                  </a:lnTo>
                  <a:cubicBezTo>
                    <a:pt x="56149" y="37350"/>
                    <a:pt x="55751" y="37415"/>
                    <a:pt x="55318" y="37415"/>
                  </a:cubicBezTo>
                  <a:cubicBezTo>
                    <a:pt x="55122" y="37415"/>
                    <a:pt x="54919" y="37401"/>
                    <a:pt x="54727" y="37401"/>
                  </a:cubicBezTo>
                  <a:cubicBezTo>
                    <a:pt x="54620" y="37401"/>
                    <a:pt x="54517" y="37405"/>
                    <a:pt x="54420" y="37418"/>
                  </a:cubicBezTo>
                  <a:cubicBezTo>
                    <a:pt x="54278" y="37432"/>
                    <a:pt x="54136" y="37440"/>
                    <a:pt x="53995" y="37440"/>
                  </a:cubicBezTo>
                  <a:cubicBezTo>
                    <a:pt x="53292" y="37440"/>
                    <a:pt x="52602" y="37262"/>
                    <a:pt x="51983" y="36917"/>
                  </a:cubicBezTo>
                  <a:cubicBezTo>
                    <a:pt x="51332" y="36539"/>
                    <a:pt x="50680" y="36418"/>
                    <a:pt x="50028" y="36418"/>
                  </a:cubicBezTo>
                  <a:cubicBezTo>
                    <a:pt x="48867" y="36418"/>
                    <a:pt x="47706" y="36802"/>
                    <a:pt x="46545" y="36802"/>
                  </a:cubicBezTo>
                  <a:cubicBezTo>
                    <a:pt x="46302" y="36802"/>
                    <a:pt x="46058" y="36785"/>
                    <a:pt x="45814" y="36744"/>
                  </a:cubicBezTo>
                  <a:cubicBezTo>
                    <a:pt x="44881" y="36588"/>
                    <a:pt x="44552" y="36105"/>
                    <a:pt x="44673" y="35241"/>
                  </a:cubicBezTo>
                  <a:cubicBezTo>
                    <a:pt x="44846" y="34083"/>
                    <a:pt x="45537" y="33115"/>
                    <a:pt x="46263" y="32320"/>
                  </a:cubicBezTo>
                  <a:cubicBezTo>
                    <a:pt x="46417" y="32145"/>
                    <a:pt x="46607" y="32066"/>
                    <a:pt x="46802" y="32066"/>
                  </a:cubicBezTo>
                  <a:close/>
                  <a:moveTo>
                    <a:pt x="64554" y="31370"/>
                  </a:moveTo>
                  <a:cubicBezTo>
                    <a:pt x="64860" y="31370"/>
                    <a:pt x="65185" y="31437"/>
                    <a:pt x="65532" y="31594"/>
                  </a:cubicBezTo>
                  <a:cubicBezTo>
                    <a:pt x="65878" y="31767"/>
                    <a:pt x="65930" y="32251"/>
                    <a:pt x="65636" y="32493"/>
                  </a:cubicBezTo>
                  <a:cubicBezTo>
                    <a:pt x="64063" y="34065"/>
                    <a:pt x="64184" y="35085"/>
                    <a:pt x="65895" y="36588"/>
                  </a:cubicBezTo>
                  <a:cubicBezTo>
                    <a:pt x="67243" y="37815"/>
                    <a:pt x="67762" y="39544"/>
                    <a:pt x="68211" y="41237"/>
                  </a:cubicBezTo>
                  <a:cubicBezTo>
                    <a:pt x="68364" y="41802"/>
                    <a:pt x="68057" y="41990"/>
                    <a:pt x="67435" y="41990"/>
                  </a:cubicBezTo>
                  <a:cubicBezTo>
                    <a:pt x="67353" y="41990"/>
                    <a:pt x="67266" y="41986"/>
                    <a:pt x="67174" y="41980"/>
                  </a:cubicBezTo>
                  <a:cubicBezTo>
                    <a:pt x="66517" y="41064"/>
                    <a:pt x="64271" y="41825"/>
                    <a:pt x="64547" y="39146"/>
                  </a:cubicBezTo>
                  <a:lnTo>
                    <a:pt x="64547" y="39146"/>
                  </a:lnTo>
                  <a:lnTo>
                    <a:pt x="64547" y="39181"/>
                  </a:lnTo>
                  <a:cubicBezTo>
                    <a:pt x="64685" y="37885"/>
                    <a:pt x="63113" y="36295"/>
                    <a:pt x="62076" y="35050"/>
                  </a:cubicBezTo>
                  <a:cubicBezTo>
                    <a:pt x="61281" y="34100"/>
                    <a:pt x="61385" y="33288"/>
                    <a:pt x="62076" y="32683"/>
                  </a:cubicBezTo>
                  <a:cubicBezTo>
                    <a:pt x="62786" y="32052"/>
                    <a:pt x="63577" y="31370"/>
                    <a:pt x="64554" y="31370"/>
                  </a:cubicBezTo>
                  <a:close/>
                  <a:moveTo>
                    <a:pt x="30705" y="33465"/>
                  </a:moveTo>
                  <a:cubicBezTo>
                    <a:pt x="30874" y="33465"/>
                    <a:pt x="31043" y="33637"/>
                    <a:pt x="31090" y="33720"/>
                  </a:cubicBezTo>
                  <a:cubicBezTo>
                    <a:pt x="31920" y="35120"/>
                    <a:pt x="33579" y="35258"/>
                    <a:pt x="34719" y="36226"/>
                  </a:cubicBezTo>
                  <a:cubicBezTo>
                    <a:pt x="36205" y="37487"/>
                    <a:pt x="36275" y="39354"/>
                    <a:pt x="37191" y="40822"/>
                  </a:cubicBezTo>
                  <a:cubicBezTo>
                    <a:pt x="37484" y="41289"/>
                    <a:pt x="37571" y="41980"/>
                    <a:pt x="37968" y="42274"/>
                  </a:cubicBezTo>
                  <a:cubicBezTo>
                    <a:pt x="38403" y="42594"/>
                    <a:pt x="39075" y="43217"/>
                    <a:pt x="39556" y="43217"/>
                  </a:cubicBezTo>
                  <a:cubicBezTo>
                    <a:pt x="39725" y="43217"/>
                    <a:pt x="39870" y="43141"/>
                    <a:pt x="39973" y="42948"/>
                  </a:cubicBezTo>
                  <a:cubicBezTo>
                    <a:pt x="40336" y="42274"/>
                    <a:pt x="41234" y="41289"/>
                    <a:pt x="40543" y="40183"/>
                  </a:cubicBezTo>
                  <a:cubicBezTo>
                    <a:pt x="40301" y="39803"/>
                    <a:pt x="39610" y="39215"/>
                    <a:pt x="40284" y="38904"/>
                  </a:cubicBezTo>
                  <a:cubicBezTo>
                    <a:pt x="40592" y="38765"/>
                    <a:pt x="41024" y="38302"/>
                    <a:pt x="41439" y="38302"/>
                  </a:cubicBezTo>
                  <a:cubicBezTo>
                    <a:pt x="41746" y="38302"/>
                    <a:pt x="42043" y="38557"/>
                    <a:pt x="42271" y="39388"/>
                  </a:cubicBezTo>
                  <a:cubicBezTo>
                    <a:pt x="42782" y="41200"/>
                    <a:pt x="43748" y="43327"/>
                    <a:pt x="46038" y="43327"/>
                  </a:cubicBezTo>
                  <a:cubicBezTo>
                    <a:pt x="46150" y="43327"/>
                    <a:pt x="46266" y="43321"/>
                    <a:pt x="46384" y="43311"/>
                  </a:cubicBezTo>
                  <a:cubicBezTo>
                    <a:pt x="46463" y="43304"/>
                    <a:pt x="46542" y="43300"/>
                    <a:pt x="46620" y="43300"/>
                  </a:cubicBezTo>
                  <a:cubicBezTo>
                    <a:pt x="47585" y="43300"/>
                    <a:pt x="48526" y="43802"/>
                    <a:pt x="49487" y="43802"/>
                  </a:cubicBezTo>
                  <a:cubicBezTo>
                    <a:pt x="49955" y="43802"/>
                    <a:pt x="50429" y="43683"/>
                    <a:pt x="50912" y="43328"/>
                  </a:cubicBezTo>
                  <a:cubicBezTo>
                    <a:pt x="51106" y="43191"/>
                    <a:pt x="51242" y="43135"/>
                    <a:pt x="51336" y="43135"/>
                  </a:cubicBezTo>
                  <a:cubicBezTo>
                    <a:pt x="51643" y="43135"/>
                    <a:pt x="51508" y="43736"/>
                    <a:pt x="51534" y="44054"/>
                  </a:cubicBezTo>
                  <a:cubicBezTo>
                    <a:pt x="51845" y="45488"/>
                    <a:pt x="50843" y="46629"/>
                    <a:pt x="50618" y="47942"/>
                  </a:cubicBezTo>
                  <a:cubicBezTo>
                    <a:pt x="50585" y="48144"/>
                    <a:pt x="50240" y="48444"/>
                    <a:pt x="50046" y="48444"/>
                  </a:cubicBezTo>
                  <a:cubicBezTo>
                    <a:pt x="50041" y="48444"/>
                    <a:pt x="50036" y="48444"/>
                    <a:pt x="50031" y="48444"/>
                  </a:cubicBezTo>
                  <a:cubicBezTo>
                    <a:pt x="49523" y="48389"/>
                    <a:pt x="49010" y="48372"/>
                    <a:pt x="48494" y="48372"/>
                  </a:cubicBezTo>
                  <a:cubicBezTo>
                    <a:pt x="47534" y="48372"/>
                    <a:pt x="46564" y="48433"/>
                    <a:pt x="45600" y="48433"/>
                  </a:cubicBezTo>
                  <a:cubicBezTo>
                    <a:pt x="43779" y="48433"/>
                    <a:pt x="41984" y="48215"/>
                    <a:pt x="40336" y="46957"/>
                  </a:cubicBezTo>
                  <a:cubicBezTo>
                    <a:pt x="40033" y="46726"/>
                    <a:pt x="39675" y="46623"/>
                    <a:pt x="39308" y="46623"/>
                  </a:cubicBezTo>
                  <a:cubicBezTo>
                    <a:pt x="38250" y="46623"/>
                    <a:pt x="37116" y="47478"/>
                    <a:pt x="37000" y="48582"/>
                  </a:cubicBezTo>
                  <a:cubicBezTo>
                    <a:pt x="36972" y="48947"/>
                    <a:pt x="36796" y="49426"/>
                    <a:pt x="36527" y="49426"/>
                  </a:cubicBezTo>
                  <a:cubicBezTo>
                    <a:pt x="36465" y="49426"/>
                    <a:pt x="36398" y="49400"/>
                    <a:pt x="36326" y="49342"/>
                  </a:cubicBezTo>
                  <a:cubicBezTo>
                    <a:pt x="35376" y="48582"/>
                    <a:pt x="34045" y="48772"/>
                    <a:pt x="33147" y="47752"/>
                  </a:cubicBezTo>
                  <a:cubicBezTo>
                    <a:pt x="32334" y="46819"/>
                    <a:pt x="30900" y="46785"/>
                    <a:pt x="29673" y="46525"/>
                  </a:cubicBezTo>
                  <a:cubicBezTo>
                    <a:pt x="28913" y="46370"/>
                    <a:pt x="27807" y="46422"/>
                    <a:pt x="28567" y="44953"/>
                  </a:cubicBezTo>
                  <a:cubicBezTo>
                    <a:pt x="28982" y="44158"/>
                    <a:pt x="29034" y="43000"/>
                    <a:pt x="28515" y="42257"/>
                  </a:cubicBezTo>
                  <a:cubicBezTo>
                    <a:pt x="28230" y="41853"/>
                    <a:pt x="27848" y="41722"/>
                    <a:pt x="27412" y="41722"/>
                  </a:cubicBezTo>
                  <a:cubicBezTo>
                    <a:pt x="27028" y="41722"/>
                    <a:pt x="26602" y="41823"/>
                    <a:pt x="26165" y="41928"/>
                  </a:cubicBezTo>
                  <a:cubicBezTo>
                    <a:pt x="25497" y="42091"/>
                    <a:pt x="24818" y="42128"/>
                    <a:pt x="24133" y="42128"/>
                  </a:cubicBezTo>
                  <a:cubicBezTo>
                    <a:pt x="23569" y="42128"/>
                    <a:pt x="23001" y="42103"/>
                    <a:pt x="22432" y="42103"/>
                  </a:cubicBezTo>
                  <a:cubicBezTo>
                    <a:pt x="21707" y="42103"/>
                    <a:pt x="20980" y="42143"/>
                    <a:pt x="20255" y="42326"/>
                  </a:cubicBezTo>
                  <a:cubicBezTo>
                    <a:pt x="19287" y="42585"/>
                    <a:pt x="18319" y="42862"/>
                    <a:pt x="17559" y="43380"/>
                  </a:cubicBezTo>
                  <a:cubicBezTo>
                    <a:pt x="17082" y="43705"/>
                    <a:pt x="16613" y="43798"/>
                    <a:pt x="16149" y="43798"/>
                  </a:cubicBezTo>
                  <a:cubicBezTo>
                    <a:pt x="15538" y="43798"/>
                    <a:pt x="14935" y="43638"/>
                    <a:pt x="14326" y="43638"/>
                  </a:cubicBezTo>
                  <a:cubicBezTo>
                    <a:pt x="14292" y="43638"/>
                    <a:pt x="14258" y="43638"/>
                    <a:pt x="14223" y="43639"/>
                  </a:cubicBezTo>
                  <a:cubicBezTo>
                    <a:pt x="14120" y="43622"/>
                    <a:pt x="14016" y="43570"/>
                    <a:pt x="13930" y="43466"/>
                  </a:cubicBezTo>
                  <a:cubicBezTo>
                    <a:pt x="14043" y="43169"/>
                    <a:pt x="14308" y="43115"/>
                    <a:pt x="14562" y="43115"/>
                  </a:cubicBezTo>
                  <a:cubicBezTo>
                    <a:pt x="14617" y="43115"/>
                    <a:pt x="14672" y="43118"/>
                    <a:pt x="14725" y="43121"/>
                  </a:cubicBezTo>
                  <a:cubicBezTo>
                    <a:pt x="14838" y="43129"/>
                    <a:pt x="14949" y="43134"/>
                    <a:pt x="15058" y="43134"/>
                  </a:cubicBezTo>
                  <a:cubicBezTo>
                    <a:pt x="16723" y="43134"/>
                    <a:pt x="17967" y="42165"/>
                    <a:pt x="18388" y="40771"/>
                  </a:cubicBezTo>
                  <a:cubicBezTo>
                    <a:pt x="18976" y="38921"/>
                    <a:pt x="20808" y="38282"/>
                    <a:pt x="21482" y="37090"/>
                  </a:cubicBezTo>
                  <a:cubicBezTo>
                    <a:pt x="22174" y="35865"/>
                    <a:pt x="22770" y="35535"/>
                    <a:pt x="23579" y="35535"/>
                  </a:cubicBezTo>
                  <a:cubicBezTo>
                    <a:pt x="23899" y="35535"/>
                    <a:pt x="24254" y="35587"/>
                    <a:pt x="24661" y="35655"/>
                  </a:cubicBezTo>
                  <a:cubicBezTo>
                    <a:pt x="24682" y="35658"/>
                    <a:pt x="24703" y="35660"/>
                    <a:pt x="24725" y="35660"/>
                  </a:cubicBezTo>
                  <a:cubicBezTo>
                    <a:pt x="25065" y="35660"/>
                    <a:pt x="25513" y="35293"/>
                    <a:pt x="25854" y="35033"/>
                  </a:cubicBezTo>
                  <a:cubicBezTo>
                    <a:pt x="26267" y="34730"/>
                    <a:pt x="26584" y="34570"/>
                    <a:pt x="26849" y="34570"/>
                  </a:cubicBezTo>
                  <a:cubicBezTo>
                    <a:pt x="27249" y="34570"/>
                    <a:pt x="27529" y="34935"/>
                    <a:pt x="27841" y="35724"/>
                  </a:cubicBezTo>
                  <a:cubicBezTo>
                    <a:pt x="28325" y="36969"/>
                    <a:pt x="29742" y="37574"/>
                    <a:pt x="30952" y="38161"/>
                  </a:cubicBezTo>
                  <a:cubicBezTo>
                    <a:pt x="31712" y="38524"/>
                    <a:pt x="32732" y="38852"/>
                    <a:pt x="32680" y="39716"/>
                  </a:cubicBezTo>
                  <a:cubicBezTo>
                    <a:pt x="32594" y="40753"/>
                    <a:pt x="31488" y="40546"/>
                    <a:pt x="30710" y="40615"/>
                  </a:cubicBezTo>
                  <a:cubicBezTo>
                    <a:pt x="30312" y="40650"/>
                    <a:pt x="29794" y="40598"/>
                    <a:pt x="29673" y="41134"/>
                  </a:cubicBezTo>
                  <a:cubicBezTo>
                    <a:pt x="29552" y="41669"/>
                    <a:pt x="30036" y="41825"/>
                    <a:pt x="30382" y="42032"/>
                  </a:cubicBezTo>
                  <a:cubicBezTo>
                    <a:pt x="30898" y="42336"/>
                    <a:pt x="31474" y="42934"/>
                    <a:pt x="32011" y="42934"/>
                  </a:cubicBezTo>
                  <a:cubicBezTo>
                    <a:pt x="32175" y="42934"/>
                    <a:pt x="32336" y="42878"/>
                    <a:pt x="32490" y="42741"/>
                  </a:cubicBezTo>
                  <a:cubicBezTo>
                    <a:pt x="33354" y="41963"/>
                    <a:pt x="33890" y="40788"/>
                    <a:pt x="34512" y="39751"/>
                  </a:cubicBezTo>
                  <a:cubicBezTo>
                    <a:pt x="34586" y="39617"/>
                    <a:pt x="34289" y="39329"/>
                    <a:pt x="34602" y="39329"/>
                  </a:cubicBezTo>
                  <a:cubicBezTo>
                    <a:pt x="34653" y="39329"/>
                    <a:pt x="34719" y="39337"/>
                    <a:pt x="34806" y="39354"/>
                  </a:cubicBezTo>
                  <a:cubicBezTo>
                    <a:pt x="34890" y="39373"/>
                    <a:pt x="34965" y="39381"/>
                    <a:pt x="35031" y="39381"/>
                  </a:cubicBezTo>
                  <a:cubicBezTo>
                    <a:pt x="35567" y="39381"/>
                    <a:pt x="35557" y="38814"/>
                    <a:pt x="35341" y="38507"/>
                  </a:cubicBezTo>
                  <a:cubicBezTo>
                    <a:pt x="34806" y="37781"/>
                    <a:pt x="34546" y="36658"/>
                    <a:pt x="33561" y="36468"/>
                  </a:cubicBezTo>
                  <a:cubicBezTo>
                    <a:pt x="32248" y="36208"/>
                    <a:pt x="31591" y="35206"/>
                    <a:pt x="30727" y="34411"/>
                  </a:cubicBezTo>
                  <a:cubicBezTo>
                    <a:pt x="30468" y="34169"/>
                    <a:pt x="30278" y="33910"/>
                    <a:pt x="30485" y="33599"/>
                  </a:cubicBezTo>
                  <a:cubicBezTo>
                    <a:pt x="30551" y="33501"/>
                    <a:pt x="30628" y="33465"/>
                    <a:pt x="30705" y="33465"/>
                  </a:cubicBezTo>
                  <a:close/>
                  <a:moveTo>
                    <a:pt x="65829" y="50622"/>
                  </a:moveTo>
                  <a:cubicBezTo>
                    <a:pt x="66138" y="50622"/>
                    <a:pt x="66376" y="50877"/>
                    <a:pt x="66569" y="51209"/>
                  </a:cubicBezTo>
                  <a:cubicBezTo>
                    <a:pt x="67601" y="52923"/>
                    <a:pt x="68767" y="54401"/>
                    <a:pt x="70703" y="54401"/>
                  </a:cubicBezTo>
                  <a:cubicBezTo>
                    <a:pt x="71167" y="54401"/>
                    <a:pt x="71676" y="54316"/>
                    <a:pt x="72237" y="54129"/>
                  </a:cubicBezTo>
                  <a:cubicBezTo>
                    <a:pt x="72263" y="54119"/>
                    <a:pt x="72291" y="54114"/>
                    <a:pt x="72320" y="54114"/>
                  </a:cubicBezTo>
                  <a:cubicBezTo>
                    <a:pt x="72487" y="54114"/>
                    <a:pt x="72701" y="54260"/>
                    <a:pt x="72877" y="54319"/>
                  </a:cubicBezTo>
                  <a:cubicBezTo>
                    <a:pt x="72687" y="54406"/>
                    <a:pt x="72514" y="54527"/>
                    <a:pt x="72358" y="54665"/>
                  </a:cubicBezTo>
                  <a:lnTo>
                    <a:pt x="72358" y="54682"/>
                  </a:lnTo>
                  <a:cubicBezTo>
                    <a:pt x="71675" y="55659"/>
                    <a:pt x="71022" y="56681"/>
                    <a:pt x="69648" y="56681"/>
                  </a:cubicBezTo>
                  <a:cubicBezTo>
                    <a:pt x="69564" y="56681"/>
                    <a:pt x="69476" y="56678"/>
                    <a:pt x="69386" y="56669"/>
                  </a:cubicBezTo>
                  <a:cubicBezTo>
                    <a:pt x="69196" y="56600"/>
                    <a:pt x="68850" y="56549"/>
                    <a:pt x="68850" y="56445"/>
                  </a:cubicBezTo>
                  <a:cubicBezTo>
                    <a:pt x="68660" y="54216"/>
                    <a:pt x="66258" y="53559"/>
                    <a:pt x="65532" y="51727"/>
                  </a:cubicBezTo>
                  <a:cubicBezTo>
                    <a:pt x="65394" y="51381"/>
                    <a:pt x="64945" y="50932"/>
                    <a:pt x="65584" y="50673"/>
                  </a:cubicBezTo>
                  <a:cubicBezTo>
                    <a:pt x="65670" y="50638"/>
                    <a:pt x="65752" y="50622"/>
                    <a:pt x="65829" y="50622"/>
                  </a:cubicBezTo>
                  <a:close/>
                  <a:moveTo>
                    <a:pt x="50497" y="52695"/>
                  </a:moveTo>
                  <a:lnTo>
                    <a:pt x="50497" y="52695"/>
                  </a:lnTo>
                  <a:cubicBezTo>
                    <a:pt x="51016" y="52885"/>
                    <a:pt x="51863" y="52937"/>
                    <a:pt x="52001" y="53265"/>
                  </a:cubicBezTo>
                  <a:cubicBezTo>
                    <a:pt x="53055" y="55840"/>
                    <a:pt x="55734" y="57464"/>
                    <a:pt x="56114" y="60420"/>
                  </a:cubicBezTo>
                  <a:cubicBezTo>
                    <a:pt x="56252" y="61439"/>
                    <a:pt x="57323" y="61802"/>
                    <a:pt x="57859" y="62580"/>
                  </a:cubicBezTo>
                  <a:cubicBezTo>
                    <a:pt x="59294" y="64654"/>
                    <a:pt x="60106" y="66952"/>
                    <a:pt x="60763" y="69337"/>
                  </a:cubicBezTo>
                  <a:cubicBezTo>
                    <a:pt x="58533" y="67643"/>
                    <a:pt x="56615" y="65656"/>
                    <a:pt x="55336" y="63133"/>
                  </a:cubicBezTo>
                  <a:cubicBezTo>
                    <a:pt x="55198" y="62874"/>
                    <a:pt x="55008" y="62614"/>
                    <a:pt x="55008" y="62355"/>
                  </a:cubicBezTo>
                  <a:cubicBezTo>
                    <a:pt x="54990" y="58916"/>
                    <a:pt x="52139" y="56739"/>
                    <a:pt x="51189" y="53697"/>
                  </a:cubicBezTo>
                  <a:cubicBezTo>
                    <a:pt x="51085" y="53334"/>
                    <a:pt x="50739" y="53040"/>
                    <a:pt x="50497" y="52695"/>
                  </a:cubicBezTo>
                  <a:close/>
                  <a:moveTo>
                    <a:pt x="87976" y="1"/>
                  </a:moveTo>
                  <a:cubicBezTo>
                    <a:pt x="87018" y="1"/>
                    <a:pt x="85745" y="1010"/>
                    <a:pt x="84455" y="1127"/>
                  </a:cubicBezTo>
                  <a:cubicBezTo>
                    <a:pt x="83776" y="1176"/>
                    <a:pt x="83111" y="1512"/>
                    <a:pt x="82448" y="1512"/>
                  </a:cubicBezTo>
                  <a:cubicBezTo>
                    <a:pt x="82403" y="1512"/>
                    <a:pt x="82358" y="1511"/>
                    <a:pt x="82313" y="1507"/>
                  </a:cubicBezTo>
                  <a:cubicBezTo>
                    <a:pt x="82281" y="1506"/>
                    <a:pt x="82250" y="1506"/>
                    <a:pt x="82218" y="1506"/>
                  </a:cubicBezTo>
                  <a:cubicBezTo>
                    <a:pt x="80376" y="1506"/>
                    <a:pt x="79245" y="3375"/>
                    <a:pt x="77443" y="3375"/>
                  </a:cubicBezTo>
                  <a:cubicBezTo>
                    <a:pt x="77340" y="3375"/>
                    <a:pt x="77235" y="3369"/>
                    <a:pt x="77128" y="3356"/>
                  </a:cubicBezTo>
                  <a:cubicBezTo>
                    <a:pt x="77026" y="3344"/>
                    <a:pt x="76928" y="3335"/>
                    <a:pt x="76837" y="3335"/>
                  </a:cubicBezTo>
                  <a:cubicBezTo>
                    <a:pt x="76434" y="3335"/>
                    <a:pt x="76136" y="3491"/>
                    <a:pt x="75953" y="4082"/>
                  </a:cubicBezTo>
                  <a:cubicBezTo>
                    <a:pt x="75843" y="4459"/>
                    <a:pt x="75132" y="4980"/>
                    <a:pt x="74758" y="4980"/>
                  </a:cubicBezTo>
                  <a:cubicBezTo>
                    <a:pt x="74720" y="4980"/>
                    <a:pt x="74687" y="4974"/>
                    <a:pt x="74657" y="4964"/>
                  </a:cubicBezTo>
                  <a:cubicBezTo>
                    <a:pt x="73910" y="4715"/>
                    <a:pt x="73366" y="4590"/>
                    <a:pt x="73013" y="4590"/>
                  </a:cubicBezTo>
                  <a:cubicBezTo>
                    <a:pt x="72190" y="4590"/>
                    <a:pt x="72409" y="5268"/>
                    <a:pt x="73534" y="6623"/>
                  </a:cubicBezTo>
                  <a:cubicBezTo>
                    <a:pt x="73585" y="6692"/>
                    <a:pt x="73499" y="6882"/>
                    <a:pt x="73482" y="7003"/>
                  </a:cubicBezTo>
                  <a:cubicBezTo>
                    <a:pt x="73413" y="6968"/>
                    <a:pt x="73292" y="6951"/>
                    <a:pt x="73240" y="6882"/>
                  </a:cubicBezTo>
                  <a:cubicBezTo>
                    <a:pt x="72877" y="6381"/>
                    <a:pt x="72324" y="5914"/>
                    <a:pt x="72220" y="5344"/>
                  </a:cubicBezTo>
                  <a:cubicBezTo>
                    <a:pt x="72065" y="4531"/>
                    <a:pt x="71961" y="3840"/>
                    <a:pt x="71010" y="3650"/>
                  </a:cubicBezTo>
                  <a:cubicBezTo>
                    <a:pt x="70839" y="3615"/>
                    <a:pt x="70680" y="3599"/>
                    <a:pt x="70533" y="3599"/>
                  </a:cubicBezTo>
                  <a:cubicBezTo>
                    <a:pt x="69359" y="3599"/>
                    <a:pt x="68898" y="4626"/>
                    <a:pt x="68315" y="5517"/>
                  </a:cubicBezTo>
                  <a:cubicBezTo>
                    <a:pt x="67865" y="6208"/>
                    <a:pt x="68349" y="6536"/>
                    <a:pt x="68729" y="6934"/>
                  </a:cubicBezTo>
                  <a:cubicBezTo>
                    <a:pt x="68798" y="7003"/>
                    <a:pt x="68850" y="7089"/>
                    <a:pt x="68902" y="7176"/>
                  </a:cubicBezTo>
                  <a:cubicBezTo>
                    <a:pt x="68817" y="7188"/>
                    <a:pt x="68731" y="7200"/>
                    <a:pt x="68645" y="7200"/>
                  </a:cubicBezTo>
                  <a:cubicBezTo>
                    <a:pt x="68610" y="7200"/>
                    <a:pt x="68575" y="7198"/>
                    <a:pt x="68539" y="7193"/>
                  </a:cubicBezTo>
                  <a:cubicBezTo>
                    <a:pt x="67376" y="7024"/>
                    <a:pt x="66212" y="6691"/>
                    <a:pt x="65033" y="6691"/>
                  </a:cubicBezTo>
                  <a:cubicBezTo>
                    <a:pt x="65003" y="6691"/>
                    <a:pt x="64974" y="6691"/>
                    <a:pt x="64945" y="6692"/>
                  </a:cubicBezTo>
                  <a:cubicBezTo>
                    <a:pt x="64584" y="6692"/>
                    <a:pt x="63909" y="6196"/>
                    <a:pt x="63437" y="6196"/>
                  </a:cubicBezTo>
                  <a:cubicBezTo>
                    <a:pt x="63072" y="6196"/>
                    <a:pt x="62827" y="6492"/>
                    <a:pt x="62940" y="7538"/>
                  </a:cubicBezTo>
                  <a:cubicBezTo>
                    <a:pt x="62940" y="7608"/>
                    <a:pt x="62525" y="7711"/>
                    <a:pt x="62283" y="7798"/>
                  </a:cubicBezTo>
                  <a:cubicBezTo>
                    <a:pt x="61879" y="7955"/>
                    <a:pt x="61464" y="8005"/>
                    <a:pt x="61043" y="8005"/>
                  </a:cubicBezTo>
                  <a:cubicBezTo>
                    <a:pt x="60325" y="8005"/>
                    <a:pt x="59591" y="7860"/>
                    <a:pt x="58870" y="7860"/>
                  </a:cubicBezTo>
                  <a:cubicBezTo>
                    <a:pt x="58295" y="7860"/>
                    <a:pt x="57729" y="7952"/>
                    <a:pt x="57185" y="8282"/>
                  </a:cubicBezTo>
                  <a:cubicBezTo>
                    <a:pt x="56736" y="8610"/>
                    <a:pt x="56304" y="8938"/>
                    <a:pt x="55837" y="9267"/>
                  </a:cubicBezTo>
                  <a:cubicBezTo>
                    <a:pt x="55671" y="9381"/>
                    <a:pt x="55417" y="9527"/>
                    <a:pt x="55226" y="9527"/>
                  </a:cubicBezTo>
                  <a:cubicBezTo>
                    <a:pt x="55100" y="9527"/>
                    <a:pt x="55001" y="9463"/>
                    <a:pt x="54973" y="9284"/>
                  </a:cubicBezTo>
                  <a:cubicBezTo>
                    <a:pt x="54819" y="8258"/>
                    <a:pt x="54209" y="8003"/>
                    <a:pt x="53545" y="8003"/>
                  </a:cubicBezTo>
                  <a:cubicBezTo>
                    <a:pt x="53313" y="8003"/>
                    <a:pt x="53075" y="8034"/>
                    <a:pt x="52848" y="8074"/>
                  </a:cubicBezTo>
                  <a:cubicBezTo>
                    <a:pt x="51897" y="8264"/>
                    <a:pt x="52416" y="9232"/>
                    <a:pt x="52295" y="9854"/>
                  </a:cubicBezTo>
                  <a:cubicBezTo>
                    <a:pt x="52156" y="10615"/>
                    <a:pt x="51344" y="10096"/>
                    <a:pt x="50998" y="10545"/>
                  </a:cubicBezTo>
                  <a:cubicBezTo>
                    <a:pt x="50949" y="10609"/>
                    <a:pt x="50910" y="10635"/>
                    <a:pt x="50880" y="10635"/>
                  </a:cubicBezTo>
                  <a:cubicBezTo>
                    <a:pt x="50805" y="10635"/>
                    <a:pt x="50789" y="10469"/>
                    <a:pt x="50826" y="10321"/>
                  </a:cubicBezTo>
                  <a:cubicBezTo>
                    <a:pt x="51033" y="8990"/>
                    <a:pt x="50221" y="8541"/>
                    <a:pt x="49115" y="8161"/>
                  </a:cubicBezTo>
                  <a:cubicBezTo>
                    <a:pt x="46903" y="7400"/>
                    <a:pt x="44535" y="7176"/>
                    <a:pt x="42392" y="6070"/>
                  </a:cubicBezTo>
                  <a:cubicBezTo>
                    <a:pt x="41667" y="5697"/>
                    <a:pt x="40852" y="5536"/>
                    <a:pt x="40032" y="5536"/>
                  </a:cubicBezTo>
                  <a:cubicBezTo>
                    <a:pt x="39367" y="5536"/>
                    <a:pt x="38699" y="5642"/>
                    <a:pt x="38072" y="5828"/>
                  </a:cubicBezTo>
                  <a:cubicBezTo>
                    <a:pt x="36033" y="6432"/>
                    <a:pt x="33838" y="6502"/>
                    <a:pt x="31989" y="7642"/>
                  </a:cubicBezTo>
                  <a:cubicBezTo>
                    <a:pt x="31263" y="8074"/>
                    <a:pt x="29206" y="7296"/>
                    <a:pt x="30226" y="9457"/>
                  </a:cubicBezTo>
                  <a:cubicBezTo>
                    <a:pt x="30278" y="9578"/>
                    <a:pt x="29984" y="9854"/>
                    <a:pt x="29863" y="10079"/>
                  </a:cubicBezTo>
                  <a:cubicBezTo>
                    <a:pt x="28653" y="12412"/>
                    <a:pt x="26234" y="13224"/>
                    <a:pt x="24229" y="14555"/>
                  </a:cubicBezTo>
                  <a:cubicBezTo>
                    <a:pt x="22536" y="15661"/>
                    <a:pt x="23486" y="17112"/>
                    <a:pt x="24022" y="18236"/>
                  </a:cubicBezTo>
                  <a:cubicBezTo>
                    <a:pt x="24328" y="18880"/>
                    <a:pt x="24972" y="19241"/>
                    <a:pt x="25627" y="19241"/>
                  </a:cubicBezTo>
                  <a:cubicBezTo>
                    <a:pt x="26008" y="19241"/>
                    <a:pt x="26393" y="19119"/>
                    <a:pt x="26718" y="18858"/>
                  </a:cubicBezTo>
                  <a:cubicBezTo>
                    <a:pt x="27228" y="18470"/>
                    <a:pt x="27609" y="18306"/>
                    <a:pt x="27903" y="18306"/>
                  </a:cubicBezTo>
                  <a:cubicBezTo>
                    <a:pt x="28524" y="18306"/>
                    <a:pt x="28748" y="19042"/>
                    <a:pt x="28947" y="19946"/>
                  </a:cubicBezTo>
                  <a:cubicBezTo>
                    <a:pt x="28982" y="20223"/>
                    <a:pt x="28999" y="20499"/>
                    <a:pt x="28982" y="20776"/>
                  </a:cubicBezTo>
                  <a:cubicBezTo>
                    <a:pt x="28774" y="20551"/>
                    <a:pt x="28446" y="20396"/>
                    <a:pt x="28342" y="20119"/>
                  </a:cubicBezTo>
                  <a:cubicBezTo>
                    <a:pt x="28124" y="19474"/>
                    <a:pt x="27849" y="19234"/>
                    <a:pt x="27528" y="19234"/>
                  </a:cubicBezTo>
                  <a:cubicBezTo>
                    <a:pt x="27212" y="19234"/>
                    <a:pt x="26853" y="19465"/>
                    <a:pt x="26459" y="19774"/>
                  </a:cubicBezTo>
                  <a:cubicBezTo>
                    <a:pt x="25646" y="20379"/>
                    <a:pt x="25958" y="21260"/>
                    <a:pt x="26130" y="21899"/>
                  </a:cubicBezTo>
                  <a:cubicBezTo>
                    <a:pt x="26459" y="23092"/>
                    <a:pt x="25802" y="23420"/>
                    <a:pt x="24938" y="23627"/>
                  </a:cubicBezTo>
                  <a:cubicBezTo>
                    <a:pt x="23901" y="23852"/>
                    <a:pt x="23072" y="24267"/>
                    <a:pt x="22553" y="25269"/>
                  </a:cubicBezTo>
                  <a:cubicBezTo>
                    <a:pt x="22273" y="25790"/>
                    <a:pt x="21682" y="26043"/>
                    <a:pt x="21157" y="26043"/>
                  </a:cubicBezTo>
                  <a:cubicBezTo>
                    <a:pt x="21003" y="26043"/>
                    <a:pt x="20855" y="26021"/>
                    <a:pt x="20721" y="25978"/>
                  </a:cubicBezTo>
                  <a:cubicBezTo>
                    <a:pt x="20116" y="25788"/>
                    <a:pt x="20963" y="25390"/>
                    <a:pt x="20946" y="24993"/>
                  </a:cubicBezTo>
                  <a:cubicBezTo>
                    <a:pt x="20929" y="24543"/>
                    <a:pt x="20738" y="24129"/>
                    <a:pt x="20410" y="23835"/>
                  </a:cubicBezTo>
                  <a:cubicBezTo>
                    <a:pt x="19477" y="22798"/>
                    <a:pt x="18354" y="21709"/>
                    <a:pt x="18215" y="20327"/>
                  </a:cubicBezTo>
                  <a:cubicBezTo>
                    <a:pt x="18098" y="19205"/>
                    <a:pt x="17332" y="17921"/>
                    <a:pt x="16200" y="17921"/>
                  </a:cubicBezTo>
                  <a:cubicBezTo>
                    <a:pt x="16163" y="17921"/>
                    <a:pt x="16127" y="17922"/>
                    <a:pt x="16090" y="17925"/>
                  </a:cubicBezTo>
                  <a:cubicBezTo>
                    <a:pt x="15105" y="17976"/>
                    <a:pt x="14068" y="18391"/>
                    <a:pt x="13930" y="19221"/>
                  </a:cubicBezTo>
                  <a:cubicBezTo>
                    <a:pt x="13670" y="20430"/>
                    <a:pt x="14137" y="21709"/>
                    <a:pt x="15122" y="22470"/>
                  </a:cubicBezTo>
                  <a:cubicBezTo>
                    <a:pt x="15952" y="23109"/>
                    <a:pt x="15952" y="23161"/>
                    <a:pt x="15589" y="23489"/>
                  </a:cubicBezTo>
                  <a:cubicBezTo>
                    <a:pt x="14448" y="24526"/>
                    <a:pt x="14915" y="26116"/>
                    <a:pt x="14292" y="27377"/>
                  </a:cubicBezTo>
                  <a:cubicBezTo>
                    <a:pt x="14143" y="27687"/>
                    <a:pt x="14420" y="27822"/>
                    <a:pt x="14760" y="27822"/>
                  </a:cubicBezTo>
                  <a:cubicBezTo>
                    <a:pt x="14932" y="27822"/>
                    <a:pt x="15121" y="27787"/>
                    <a:pt x="15278" y="27723"/>
                  </a:cubicBezTo>
                  <a:cubicBezTo>
                    <a:pt x="16510" y="27249"/>
                    <a:pt x="17772" y="26919"/>
                    <a:pt x="19089" y="26919"/>
                  </a:cubicBezTo>
                  <a:cubicBezTo>
                    <a:pt x="19212" y="26919"/>
                    <a:pt x="19336" y="26922"/>
                    <a:pt x="19460" y="26928"/>
                  </a:cubicBezTo>
                  <a:lnTo>
                    <a:pt x="19874" y="26928"/>
                  </a:lnTo>
                  <a:cubicBezTo>
                    <a:pt x="19840" y="26997"/>
                    <a:pt x="19823" y="27136"/>
                    <a:pt x="19753" y="27153"/>
                  </a:cubicBezTo>
                  <a:cubicBezTo>
                    <a:pt x="18630" y="27585"/>
                    <a:pt x="17507" y="28138"/>
                    <a:pt x="16349" y="28414"/>
                  </a:cubicBezTo>
                  <a:cubicBezTo>
                    <a:pt x="15692" y="28570"/>
                    <a:pt x="14915" y="28432"/>
                    <a:pt x="14707" y="29209"/>
                  </a:cubicBezTo>
                  <a:cubicBezTo>
                    <a:pt x="14500" y="30004"/>
                    <a:pt x="15260" y="30194"/>
                    <a:pt x="15813" y="30505"/>
                  </a:cubicBezTo>
                  <a:cubicBezTo>
                    <a:pt x="17161" y="31318"/>
                    <a:pt x="17369" y="32493"/>
                    <a:pt x="16867" y="33910"/>
                  </a:cubicBezTo>
                  <a:cubicBezTo>
                    <a:pt x="16664" y="34503"/>
                    <a:pt x="16349" y="34660"/>
                    <a:pt x="15995" y="34660"/>
                  </a:cubicBezTo>
                  <a:cubicBezTo>
                    <a:pt x="15626" y="34660"/>
                    <a:pt x="15216" y="34489"/>
                    <a:pt x="14846" y="34463"/>
                  </a:cubicBezTo>
                  <a:cubicBezTo>
                    <a:pt x="13916" y="34396"/>
                    <a:pt x="12987" y="34203"/>
                    <a:pt x="12042" y="34203"/>
                  </a:cubicBezTo>
                  <a:cubicBezTo>
                    <a:pt x="12003" y="34203"/>
                    <a:pt x="11964" y="34203"/>
                    <a:pt x="11925" y="34204"/>
                  </a:cubicBezTo>
                  <a:cubicBezTo>
                    <a:pt x="10957" y="34221"/>
                    <a:pt x="9834" y="34446"/>
                    <a:pt x="9989" y="35759"/>
                  </a:cubicBezTo>
                  <a:cubicBezTo>
                    <a:pt x="10128" y="37072"/>
                    <a:pt x="9834" y="38196"/>
                    <a:pt x="9592" y="39440"/>
                  </a:cubicBezTo>
                  <a:cubicBezTo>
                    <a:pt x="9385" y="40425"/>
                    <a:pt x="8693" y="42136"/>
                    <a:pt x="10542" y="42464"/>
                  </a:cubicBezTo>
                  <a:cubicBezTo>
                    <a:pt x="12305" y="42758"/>
                    <a:pt x="12668" y="43173"/>
                    <a:pt x="11735" y="44693"/>
                  </a:cubicBezTo>
                  <a:cubicBezTo>
                    <a:pt x="11389" y="45298"/>
                    <a:pt x="10888" y="45817"/>
                    <a:pt x="10300" y="46180"/>
                  </a:cubicBezTo>
                  <a:cubicBezTo>
                    <a:pt x="9108" y="46871"/>
                    <a:pt x="8175" y="47752"/>
                    <a:pt x="8313" y="49342"/>
                  </a:cubicBezTo>
                  <a:cubicBezTo>
                    <a:pt x="8365" y="49964"/>
                    <a:pt x="8140" y="50707"/>
                    <a:pt x="7535" y="50967"/>
                  </a:cubicBezTo>
                  <a:cubicBezTo>
                    <a:pt x="5168" y="52021"/>
                    <a:pt x="3768" y="53991"/>
                    <a:pt x="2662" y="56168"/>
                  </a:cubicBezTo>
                  <a:cubicBezTo>
                    <a:pt x="1781" y="57931"/>
                    <a:pt x="122" y="59469"/>
                    <a:pt x="1279" y="61888"/>
                  </a:cubicBezTo>
                  <a:cubicBezTo>
                    <a:pt x="1936" y="63236"/>
                    <a:pt x="1573" y="64792"/>
                    <a:pt x="830" y="66209"/>
                  </a:cubicBezTo>
                  <a:cubicBezTo>
                    <a:pt x="1" y="67781"/>
                    <a:pt x="744" y="70477"/>
                    <a:pt x="2126" y="71687"/>
                  </a:cubicBezTo>
                  <a:cubicBezTo>
                    <a:pt x="2420" y="71946"/>
                    <a:pt x="2662" y="72240"/>
                    <a:pt x="2818" y="72586"/>
                  </a:cubicBezTo>
                  <a:cubicBezTo>
                    <a:pt x="4027" y="75040"/>
                    <a:pt x="5462" y="77303"/>
                    <a:pt x="7881" y="78755"/>
                  </a:cubicBezTo>
                  <a:cubicBezTo>
                    <a:pt x="8455" y="79100"/>
                    <a:pt x="9053" y="79742"/>
                    <a:pt x="9645" y="79742"/>
                  </a:cubicBezTo>
                  <a:cubicBezTo>
                    <a:pt x="9766" y="79742"/>
                    <a:pt x="9887" y="79715"/>
                    <a:pt x="10007" y="79654"/>
                  </a:cubicBezTo>
                  <a:cubicBezTo>
                    <a:pt x="12824" y="78254"/>
                    <a:pt x="16142" y="79844"/>
                    <a:pt x="18889" y="77874"/>
                  </a:cubicBezTo>
                  <a:cubicBezTo>
                    <a:pt x="19326" y="77562"/>
                    <a:pt x="19938" y="77352"/>
                    <a:pt x="20558" y="77352"/>
                  </a:cubicBezTo>
                  <a:cubicBezTo>
                    <a:pt x="21313" y="77352"/>
                    <a:pt x="22079" y="77663"/>
                    <a:pt x="22553" y="78479"/>
                  </a:cubicBezTo>
                  <a:cubicBezTo>
                    <a:pt x="23034" y="79313"/>
                    <a:pt x="23538" y="79650"/>
                    <a:pt x="24283" y="79650"/>
                  </a:cubicBezTo>
                  <a:cubicBezTo>
                    <a:pt x="24448" y="79650"/>
                    <a:pt x="24626" y="79633"/>
                    <a:pt x="24817" y="79602"/>
                  </a:cubicBezTo>
                  <a:cubicBezTo>
                    <a:pt x="24994" y="79574"/>
                    <a:pt x="25161" y="79561"/>
                    <a:pt x="25317" y="79561"/>
                  </a:cubicBezTo>
                  <a:cubicBezTo>
                    <a:pt x="26715" y="79561"/>
                    <a:pt x="27271" y="80640"/>
                    <a:pt x="26960" y="82194"/>
                  </a:cubicBezTo>
                  <a:cubicBezTo>
                    <a:pt x="26683" y="83611"/>
                    <a:pt x="25750" y="85218"/>
                    <a:pt x="26545" y="86480"/>
                  </a:cubicBezTo>
                  <a:cubicBezTo>
                    <a:pt x="27461" y="87966"/>
                    <a:pt x="28515" y="89400"/>
                    <a:pt x="29206" y="90973"/>
                  </a:cubicBezTo>
                  <a:cubicBezTo>
                    <a:pt x="30416" y="93721"/>
                    <a:pt x="31298" y="96641"/>
                    <a:pt x="29777" y="99631"/>
                  </a:cubicBezTo>
                  <a:cubicBezTo>
                    <a:pt x="28809" y="101515"/>
                    <a:pt x="28619" y="103502"/>
                    <a:pt x="29535" y="105369"/>
                  </a:cubicBezTo>
                  <a:cubicBezTo>
                    <a:pt x="30503" y="107321"/>
                    <a:pt x="31228" y="109274"/>
                    <a:pt x="31488" y="111469"/>
                  </a:cubicBezTo>
                  <a:cubicBezTo>
                    <a:pt x="31712" y="113456"/>
                    <a:pt x="31695" y="115599"/>
                    <a:pt x="33371" y="117172"/>
                  </a:cubicBezTo>
                  <a:cubicBezTo>
                    <a:pt x="34322" y="118088"/>
                    <a:pt x="34581" y="119436"/>
                    <a:pt x="35013" y="120645"/>
                  </a:cubicBezTo>
                  <a:cubicBezTo>
                    <a:pt x="35393" y="121717"/>
                    <a:pt x="34546" y="123065"/>
                    <a:pt x="35843" y="123998"/>
                  </a:cubicBezTo>
                  <a:cubicBezTo>
                    <a:pt x="36206" y="124270"/>
                    <a:pt x="36549" y="124368"/>
                    <a:pt x="36881" y="124368"/>
                  </a:cubicBezTo>
                  <a:cubicBezTo>
                    <a:pt x="37735" y="124368"/>
                    <a:pt x="38515" y="123721"/>
                    <a:pt x="39372" y="123721"/>
                  </a:cubicBezTo>
                  <a:cubicBezTo>
                    <a:pt x="39388" y="123721"/>
                    <a:pt x="39404" y="123721"/>
                    <a:pt x="39420" y="123721"/>
                  </a:cubicBezTo>
                  <a:cubicBezTo>
                    <a:pt x="39526" y="123724"/>
                    <a:pt x="39630" y="123725"/>
                    <a:pt x="39734" y="123725"/>
                  </a:cubicBezTo>
                  <a:cubicBezTo>
                    <a:pt x="44937" y="123725"/>
                    <a:pt x="47636" y="120353"/>
                    <a:pt x="49754" y="116100"/>
                  </a:cubicBezTo>
                  <a:cubicBezTo>
                    <a:pt x="50186" y="115236"/>
                    <a:pt x="49720" y="113957"/>
                    <a:pt x="50826" y="113508"/>
                  </a:cubicBezTo>
                  <a:cubicBezTo>
                    <a:pt x="52761" y="112713"/>
                    <a:pt x="53193" y="111175"/>
                    <a:pt x="52692" y="109499"/>
                  </a:cubicBezTo>
                  <a:cubicBezTo>
                    <a:pt x="51949" y="107028"/>
                    <a:pt x="53297" y="106112"/>
                    <a:pt x="55181" y="105282"/>
                  </a:cubicBezTo>
                  <a:cubicBezTo>
                    <a:pt x="57773" y="104107"/>
                    <a:pt x="59449" y="98370"/>
                    <a:pt x="57963" y="96071"/>
                  </a:cubicBezTo>
                  <a:cubicBezTo>
                    <a:pt x="56770" y="94239"/>
                    <a:pt x="57099" y="92217"/>
                    <a:pt x="57444" y="90316"/>
                  </a:cubicBezTo>
                  <a:cubicBezTo>
                    <a:pt x="57911" y="87621"/>
                    <a:pt x="59933" y="85823"/>
                    <a:pt x="61851" y="84164"/>
                  </a:cubicBezTo>
                  <a:cubicBezTo>
                    <a:pt x="65601" y="80915"/>
                    <a:pt x="68055" y="76992"/>
                    <a:pt x="69109" y="72171"/>
                  </a:cubicBezTo>
                  <a:cubicBezTo>
                    <a:pt x="69271" y="71459"/>
                    <a:pt x="69266" y="70656"/>
                    <a:pt x="68371" y="70656"/>
                  </a:cubicBezTo>
                  <a:cubicBezTo>
                    <a:pt x="68311" y="70656"/>
                    <a:pt x="68246" y="70660"/>
                    <a:pt x="68176" y="70667"/>
                  </a:cubicBezTo>
                  <a:cubicBezTo>
                    <a:pt x="67157" y="70788"/>
                    <a:pt x="66154" y="71151"/>
                    <a:pt x="65152" y="71462"/>
                  </a:cubicBezTo>
                  <a:cubicBezTo>
                    <a:pt x="63960" y="71826"/>
                    <a:pt x="63201" y="72060"/>
                    <a:pt x="62664" y="72060"/>
                  </a:cubicBezTo>
                  <a:cubicBezTo>
                    <a:pt x="61727" y="72060"/>
                    <a:pt x="61469" y="71346"/>
                    <a:pt x="60772" y="69363"/>
                  </a:cubicBezTo>
                  <a:lnTo>
                    <a:pt x="60772" y="69363"/>
                  </a:lnTo>
                  <a:cubicBezTo>
                    <a:pt x="61180" y="69747"/>
                    <a:pt x="61467" y="70422"/>
                    <a:pt x="62074" y="70422"/>
                  </a:cubicBezTo>
                  <a:cubicBezTo>
                    <a:pt x="62180" y="70422"/>
                    <a:pt x="62295" y="70402"/>
                    <a:pt x="62422" y="70356"/>
                  </a:cubicBezTo>
                  <a:cubicBezTo>
                    <a:pt x="63925" y="69769"/>
                    <a:pt x="65359" y="68957"/>
                    <a:pt x="66897" y="68455"/>
                  </a:cubicBezTo>
                  <a:cubicBezTo>
                    <a:pt x="68660" y="67868"/>
                    <a:pt x="69732" y="66209"/>
                    <a:pt x="71391" y="65639"/>
                  </a:cubicBezTo>
                  <a:cubicBezTo>
                    <a:pt x="73706" y="64844"/>
                    <a:pt x="76713" y="61716"/>
                    <a:pt x="76852" y="59383"/>
                  </a:cubicBezTo>
                  <a:cubicBezTo>
                    <a:pt x="76834" y="59072"/>
                    <a:pt x="76713" y="58778"/>
                    <a:pt x="76506" y="58553"/>
                  </a:cubicBezTo>
                  <a:cubicBezTo>
                    <a:pt x="75918" y="57810"/>
                    <a:pt x="75279" y="57153"/>
                    <a:pt x="74294" y="56894"/>
                  </a:cubicBezTo>
                  <a:cubicBezTo>
                    <a:pt x="73724" y="56739"/>
                    <a:pt x="73378" y="56151"/>
                    <a:pt x="73516" y="55581"/>
                  </a:cubicBezTo>
                  <a:cubicBezTo>
                    <a:pt x="73547" y="55481"/>
                    <a:pt x="73596" y="55443"/>
                    <a:pt x="73658" y="55443"/>
                  </a:cubicBezTo>
                  <a:cubicBezTo>
                    <a:pt x="73842" y="55443"/>
                    <a:pt x="74139" y="55775"/>
                    <a:pt x="74398" y="55788"/>
                  </a:cubicBezTo>
                  <a:cubicBezTo>
                    <a:pt x="75366" y="55855"/>
                    <a:pt x="76333" y="56083"/>
                    <a:pt x="77301" y="56083"/>
                  </a:cubicBezTo>
                  <a:cubicBezTo>
                    <a:pt x="77336" y="56083"/>
                    <a:pt x="77370" y="56083"/>
                    <a:pt x="77405" y="56082"/>
                  </a:cubicBezTo>
                  <a:cubicBezTo>
                    <a:pt x="77727" y="56077"/>
                    <a:pt x="78047" y="56073"/>
                    <a:pt x="78365" y="56073"/>
                  </a:cubicBezTo>
                  <a:cubicBezTo>
                    <a:pt x="81373" y="56073"/>
                    <a:pt x="84145" y="56432"/>
                    <a:pt x="85786" y="59746"/>
                  </a:cubicBezTo>
                  <a:cubicBezTo>
                    <a:pt x="86136" y="60461"/>
                    <a:pt x="86996" y="61297"/>
                    <a:pt x="88011" y="61297"/>
                  </a:cubicBezTo>
                  <a:cubicBezTo>
                    <a:pt x="88148" y="61297"/>
                    <a:pt x="88288" y="61282"/>
                    <a:pt x="88430" y="61249"/>
                  </a:cubicBezTo>
                  <a:cubicBezTo>
                    <a:pt x="88585" y="61214"/>
                    <a:pt x="88707" y="61197"/>
                    <a:pt x="88805" y="61197"/>
                  </a:cubicBezTo>
                  <a:cubicBezTo>
                    <a:pt x="89186" y="61197"/>
                    <a:pt x="89184" y="61451"/>
                    <a:pt x="89225" y="61837"/>
                  </a:cubicBezTo>
                  <a:cubicBezTo>
                    <a:pt x="89830" y="66554"/>
                    <a:pt x="91990" y="70685"/>
                    <a:pt x="94133" y="74832"/>
                  </a:cubicBezTo>
                  <a:cubicBezTo>
                    <a:pt x="94475" y="75487"/>
                    <a:pt x="94875" y="75911"/>
                    <a:pt x="95290" y="75911"/>
                  </a:cubicBezTo>
                  <a:cubicBezTo>
                    <a:pt x="95652" y="75911"/>
                    <a:pt x="96025" y="75588"/>
                    <a:pt x="96380" y="74815"/>
                  </a:cubicBezTo>
                  <a:cubicBezTo>
                    <a:pt x="96622" y="74297"/>
                    <a:pt x="97036" y="73847"/>
                    <a:pt x="97382" y="73381"/>
                  </a:cubicBezTo>
                  <a:lnTo>
                    <a:pt x="97538" y="73225"/>
                  </a:lnTo>
                  <a:cubicBezTo>
                    <a:pt x="98212" y="71618"/>
                    <a:pt x="98056" y="69993"/>
                    <a:pt x="97831" y="68317"/>
                  </a:cubicBezTo>
                  <a:cubicBezTo>
                    <a:pt x="97762" y="67833"/>
                    <a:pt x="97589" y="67211"/>
                    <a:pt x="98194" y="67073"/>
                  </a:cubicBezTo>
                  <a:cubicBezTo>
                    <a:pt x="99784" y="66693"/>
                    <a:pt x="100268" y="65258"/>
                    <a:pt x="101149" y="64187"/>
                  </a:cubicBezTo>
                  <a:cubicBezTo>
                    <a:pt x="102117" y="63029"/>
                    <a:pt x="103137" y="61629"/>
                    <a:pt x="104243" y="60903"/>
                  </a:cubicBezTo>
                  <a:cubicBezTo>
                    <a:pt x="104825" y="60515"/>
                    <a:pt x="105739" y="59942"/>
                    <a:pt x="106690" y="59942"/>
                  </a:cubicBezTo>
                  <a:cubicBezTo>
                    <a:pt x="107432" y="59942"/>
                    <a:pt x="108196" y="60292"/>
                    <a:pt x="108840" y="61353"/>
                  </a:cubicBezTo>
                  <a:cubicBezTo>
                    <a:pt x="109600" y="62632"/>
                    <a:pt x="110965" y="63565"/>
                    <a:pt x="111017" y="65258"/>
                  </a:cubicBezTo>
                  <a:cubicBezTo>
                    <a:pt x="111034" y="65777"/>
                    <a:pt x="110793" y="66433"/>
                    <a:pt x="111536" y="66693"/>
                  </a:cubicBezTo>
                  <a:cubicBezTo>
                    <a:pt x="111822" y="66788"/>
                    <a:pt x="112112" y="66862"/>
                    <a:pt x="112391" y="66862"/>
                  </a:cubicBezTo>
                  <a:cubicBezTo>
                    <a:pt x="112769" y="66862"/>
                    <a:pt x="113129" y="66727"/>
                    <a:pt x="113437" y="66330"/>
                  </a:cubicBezTo>
                  <a:cubicBezTo>
                    <a:pt x="113540" y="66205"/>
                    <a:pt x="113700" y="66031"/>
                    <a:pt x="113856" y="66031"/>
                  </a:cubicBezTo>
                  <a:cubicBezTo>
                    <a:pt x="113960" y="66031"/>
                    <a:pt x="114062" y="66109"/>
                    <a:pt x="114145" y="66330"/>
                  </a:cubicBezTo>
                  <a:cubicBezTo>
                    <a:pt x="114543" y="67470"/>
                    <a:pt x="114802" y="68663"/>
                    <a:pt x="115286" y="69769"/>
                  </a:cubicBezTo>
                  <a:cubicBezTo>
                    <a:pt x="116271" y="72033"/>
                    <a:pt x="114940" y="74677"/>
                    <a:pt x="116858" y="76871"/>
                  </a:cubicBezTo>
                  <a:cubicBezTo>
                    <a:pt x="118241" y="78461"/>
                    <a:pt x="118362" y="80915"/>
                    <a:pt x="119900" y="82540"/>
                  </a:cubicBezTo>
                  <a:cubicBezTo>
                    <a:pt x="120401" y="82799"/>
                    <a:pt x="120885" y="83058"/>
                    <a:pt x="121386" y="83300"/>
                  </a:cubicBezTo>
                  <a:cubicBezTo>
                    <a:pt x="121538" y="83368"/>
                    <a:pt x="121699" y="83403"/>
                    <a:pt x="121846" y="83403"/>
                  </a:cubicBezTo>
                  <a:cubicBezTo>
                    <a:pt x="122184" y="83403"/>
                    <a:pt x="122445" y="83219"/>
                    <a:pt x="122337" y="82834"/>
                  </a:cubicBezTo>
                  <a:cubicBezTo>
                    <a:pt x="121818" y="80915"/>
                    <a:pt x="121991" y="78790"/>
                    <a:pt x="119969" y="77355"/>
                  </a:cubicBezTo>
                  <a:cubicBezTo>
                    <a:pt x="118414" y="76249"/>
                    <a:pt x="117239" y="74521"/>
                    <a:pt x="117463" y="72378"/>
                  </a:cubicBezTo>
                  <a:cubicBezTo>
                    <a:pt x="117528" y="71821"/>
                    <a:pt x="116912" y="70437"/>
                    <a:pt x="117695" y="70437"/>
                  </a:cubicBezTo>
                  <a:cubicBezTo>
                    <a:pt x="117955" y="70437"/>
                    <a:pt x="118371" y="70590"/>
                    <a:pt x="119019" y="70979"/>
                  </a:cubicBezTo>
                  <a:cubicBezTo>
                    <a:pt x="120194" y="71704"/>
                    <a:pt x="121386" y="72655"/>
                    <a:pt x="121749" y="73605"/>
                  </a:cubicBezTo>
                  <a:cubicBezTo>
                    <a:pt x="122096" y="74553"/>
                    <a:pt x="122434" y="74868"/>
                    <a:pt x="122776" y="74868"/>
                  </a:cubicBezTo>
                  <a:cubicBezTo>
                    <a:pt x="123251" y="74868"/>
                    <a:pt x="123732" y="74261"/>
                    <a:pt x="124255" y="73899"/>
                  </a:cubicBezTo>
                  <a:cubicBezTo>
                    <a:pt x="124531" y="73709"/>
                    <a:pt x="124721" y="73363"/>
                    <a:pt x="125015" y="73208"/>
                  </a:cubicBezTo>
                  <a:cubicBezTo>
                    <a:pt x="126743" y="72292"/>
                    <a:pt x="127210" y="70961"/>
                    <a:pt x="126743" y="69043"/>
                  </a:cubicBezTo>
                  <a:cubicBezTo>
                    <a:pt x="126294" y="67159"/>
                    <a:pt x="125292" y="65725"/>
                    <a:pt x="123892" y="64533"/>
                  </a:cubicBezTo>
                  <a:cubicBezTo>
                    <a:pt x="122596" y="63409"/>
                    <a:pt x="122285" y="62459"/>
                    <a:pt x="123546" y="61059"/>
                  </a:cubicBezTo>
                  <a:cubicBezTo>
                    <a:pt x="123952" y="60621"/>
                    <a:pt x="124332" y="60388"/>
                    <a:pt x="124705" y="60388"/>
                  </a:cubicBezTo>
                  <a:cubicBezTo>
                    <a:pt x="124936" y="60388"/>
                    <a:pt x="125164" y="60477"/>
                    <a:pt x="125395" y="60661"/>
                  </a:cubicBezTo>
                  <a:cubicBezTo>
                    <a:pt x="126000" y="61145"/>
                    <a:pt x="125810" y="61750"/>
                    <a:pt x="125119" y="62234"/>
                  </a:cubicBezTo>
                  <a:cubicBezTo>
                    <a:pt x="124618" y="62580"/>
                    <a:pt x="124445" y="63219"/>
                    <a:pt x="125050" y="63651"/>
                  </a:cubicBezTo>
                  <a:cubicBezTo>
                    <a:pt x="125442" y="63952"/>
                    <a:pt x="125858" y="64171"/>
                    <a:pt x="126268" y="64171"/>
                  </a:cubicBezTo>
                  <a:cubicBezTo>
                    <a:pt x="126635" y="64171"/>
                    <a:pt x="126996" y="63996"/>
                    <a:pt x="127331" y="63547"/>
                  </a:cubicBezTo>
                  <a:cubicBezTo>
                    <a:pt x="127694" y="63046"/>
                    <a:pt x="128247" y="62407"/>
                    <a:pt x="127469" y="61940"/>
                  </a:cubicBezTo>
                  <a:cubicBezTo>
                    <a:pt x="126398" y="61318"/>
                    <a:pt x="127037" y="61042"/>
                    <a:pt x="127590" y="60696"/>
                  </a:cubicBezTo>
                  <a:cubicBezTo>
                    <a:pt x="130061" y="59210"/>
                    <a:pt x="133449" y="59106"/>
                    <a:pt x="134693" y="55788"/>
                  </a:cubicBezTo>
                  <a:cubicBezTo>
                    <a:pt x="135298" y="54146"/>
                    <a:pt x="136093" y="52591"/>
                    <a:pt x="135851" y="50725"/>
                  </a:cubicBezTo>
                  <a:cubicBezTo>
                    <a:pt x="135522" y="48288"/>
                    <a:pt x="133932" y="46629"/>
                    <a:pt x="132498" y="44918"/>
                  </a:cubicBezTo>
                  <a:cubicBezTo>
                    <a:pt x="131772" y="44054"/>
                    <a:pt x="131859" y="43622"/>
                    <a:pt x="132775" y="43173"/>
                  </a:cubicBezTo>
                  <a:cubicBezTo>
                    <a:pt x="133120" y="43017"/>
                    <a:pt x="133397" y="42793"/>
                    <a:pt x="133362" y="42378"/>
                  </a:cubicBezTo>
                  <a:cubicBezTo>
                    <a:pt x="133345" y="41980"/>
                    <a:pt x="133051" y="41635"/>
                    <a:pt x="132671" y="41548"/>
                  </a:cubicBezTo>
                  <a:cubicBezTo>
                    <a:pt x="132227" y="41462"/>
                    <a:pt x="131713" y="41297"/>
                    <a:pt x="131292" y="41297"/>
                  </a:cubicBezTo>
                  <a:cubicBezTo>
                    <a:pt x="131122" y="41297"/>
                    <a:pt x="130968" y="41323"/>
                    <a:pt x="130839" y="41393"/>
                  </a:cubicBezTo>
                  <a:cubicBezTo>
                    <a:pt x="130667" y="41486"/>
                    <a:pt x="130517" y="41524"/>
                    <a:pt x="130385" y="41524"/>
                  </a:cubicBezTo>
                  <a:cubicBezTo>
                    <a:pt x="129751" y="41524"/>
                    <a:pt x="129496" y="40648"/>
                    <a:pt x="128935" y="40648"/>
                  </a:cubicBezTo>
                  <a:cubicBezTo>
                    <a:pt x="128871" y="40648"/>
                    <a:pt x="128804" y="40659"/>
                    <a:pt x="128731" y="40684"/>
                  </a:cubicBezTo>
                  <a:cubicBezTo>
                    <a:pt x="129025" y="40425"/>
                    <a:pt x="129336" y="40166"/>
                    <a:pt x="129612" y="39889"/>
                  </a:cubicBezTo>
                  <a:cubicBezTo>
                    <a:pt x="129699" y="39786"/>
                    <a:pt x="129768" y="39647"/>
                    <a:pt x="129802" y="39509"/>
                  </a:cubicBezTo>
                  <a:cubicBezTo>
                    <a:pt x="129896" y="39229"/>
                    <a:pt x="130059" y="38963"/>
                    <a:pt x="130355" y="38963"/>
                  </a:cubicBezTo>
                  <a:cubicBezTo>
                    <a:pt x="130388" y="38963"/>
                    <a:pt x="130423" y="38966"/>
                    <a:pt x="130459" y="38973"/>
                  </a:cubicBezTo>
                  <a:cubicBezTo>
                    <a:pt x="130822" y="39025"/>
                    <a:pt x="130718" y="39405"/>
                    <a:pt x="130753" y="39665"/>
                  </a:cubicBezTo>
                  <a:cubicBezTo>
                    <a:pt x="130885" y="40368"/>
                    <a:pt x="131150" y="40680"/>
                    <a:pt x="131522" y="40680"/>
                  </a:cubicBezTo>
                  <a:cubicBezTo>
                    <a:pt x="131781" y="40680"/>
                    <a:pt x="132092" y="40529"/>
                    <a:pt x="132446" y="40252"/>
                  </a:cubicBezTo>
                  <a:cubicBezTo>
                    <a:pt x="132816" y="39963"/>
                    <a:pt x="133198" y="39825"/>
                    <a:pt x="133552" y="39825"/>
                  </a:cubicBezTo>
                  <a:cubicBezTo>
                    <a:pt x="134190" y="39825"/>
                    <a:pt x="134735" y="40276"/>
                    <a:pt x="134935" y="41099"/>
                  </a:cubicBezTo>
                  <a:cubicBezTo>
                    <a:pt x="135004" y="41410"/>
                    <a:pt x="135246" y="41911"/>
                    <a:pt x="135436" y="41928"/>
                  </a:cubicBezTo>
                  <a:cubicBezTo>
                    <a:pt x="136836" y="42067"/>
                    <a:pt x="137130" y="43259"/>
                    <a:pt x="137441" y="44192"/>
                  </a:cubicBezTo>
                  <a:cubicBezTo>
                    <a:pt x="137757" y="45176"/>
                    <a:pt x="138205" y="45491"/>
                    <a:pt x="138710" y="45491"/>
                  </a:cubicBezTo>
                  <a:cubicBezTo>
                    <a:pt x="139226" y="45491"/>
                    <a:pt x="139803" y="45163"/>
                    <a:pt x="140361" y="44884"/>
                  </a:cubicBezTo>
                  <a:cubicBezTo>
                    <a:pt x="141813" y="44175"/>
                    <a:pt x="140586" y="43363"/>
                    <a:pt x="140327" y="42654"/>
                  </a:cubicBezTo>
                  <a:cubicBezTo>
                    <a:pt x="140188" y="42188"/>
                    <a:pt x="139739" y="41773"/>
                    <a:pt x="139324" y="41479"/>
                  </a:cubicBezTo>
                  <a:cubicBezTo>
                    <a:pt x="137717" y="40356"/>
                    <a:pt x="137648" y="38921"/>
                    <a:pt x="138305" y="37245"/>
                  </a:cubicBezTo>
                  <a:cubicBezTo>
                    <a:pt x="138533" y="36644"/>
                    <a:pt x="138753" y="36160"/>
                    <a:pt x="139216" y="36160"/>
                  </a:cubicBezTo>
                  <a:cubicBezTo>
                    <a:pt x="139418" y="36160"/>
                    <a:pt x="139666" y="36252"/>
                    <a:pt x="139981" y="36468"/>
                  </a:cubicBezTo>
                  <a:cubicBezTo>
                    <a:pt x="140121" y="36569"/>
                    <a:pt x="140268" y="36617"/>
                    <a:pt x="140413" y="36617"/>
                  </a:cubicBezTo>
                  <a:cubicBezTo>
                    <a:pt x="140661" y="36617"/>
                    <a:pt x="140902" y="36477"/>
                    <a:pt x="141087" y="36226"/>
                  </a:cubicBezTo>
                  <a:cubicBezTo>
                    <a:pt x="142573" y="34255"/>
                    <a:pt x="142850" y="29797"/>
                    <a:pt x="141640" y="27706"/>
                  </a:cubicBezTo>
                  <a:cubicBezTo>
                    <a:pt x="141485" y="27447"/>
                    <a:pt x="141104" y="27187"/>
                    <a:pt x="141398" y="26807"/>
                  </a:cubicBezTo>
                  <a:lnTo>
                    <a:pt x="141398" y="26807"/>
                  </a:lnTo>
                  <a:cubicBezTo>
                    <a:pt x="141623" y="26997"/>
                    <a:pt x="141917" y="27153"/>
                    <a:pt x="142072" y="27395"/>
                  </a:cubicBezTo>
                  <a:cubicBezTo>
                    <a:pt x="142988" y="28812"/>
                    <a:pt x="143869" y="30229"/>
                    <a:pt x="144733" y="31663"/>
                  </a:cubicBezTo>
                  <a:cubicBezTo>
                    <a:pt x="144984" y="32062"/>
                    <a:pt x="145261" y="32460"/>
                    <a:pt x="145713" y="32460"/>
                  </a:cubicBezTo>
                  <a:cubicBezTo>
                    <a:pt x="145790" y="32460"/>
                    <a:pt x="145872" y="32449"/>
                    <a:pt x="145960" y="32424"/>
                  </a:cubicBezTo>
                  <a:cubicBezTo>
                    <a:pt x="146323" y="32320"/>
                    <a:pt x="146825" y="32043"/>
                    <a:pt x="146928" y="31750"/>
                  </a:cubicBezTo>
                  <a:cubicBezTo>
                    <a:pt x="147118" y="31197"/>
                    <a:pt x="146496" y="30972"/>
                    <a:pt x="146151" y="30644"/>
                  </a:cubicBezTo>
                  <a:cubicBezTo>
                    <a:pt x="145805" y="30298"/>
                    <a:pt x="144889" y="29935"/>
                    <a:pt x="145511" y="29348"/>
                  </a:cubicBezTo>
                  <a:cubicBezTo>
                    <a:pt x="146220" y="28674"/>
                    <a:pt x="145701" y="28363"/>
                    <a:pt x="145373" y="27982"/>
                  </a:cubicBezTo>
                  <a:cubicBezTo>
                    <a:pt x="144924" y="27464"/>
                    <a:pt x="144353" y="27049"/>
                    <a:pt x="143904" y="26513"/>
                  </a:cubicBezTo>
                  <a:cubicBezTo>
                    <a:pt x="142452" y="24803"/>
                    <a:pt x="140309" y="24008"/>
                    <a:pt x="138927" y="23455"/>
                  </a:cubicBezTo>
                  <a:cubicBezTo>
                    <a:pt x="137233" y="22781"/>
                    <a:pt x="135350" y="23368"/>
                    <a:pt x="133794" y="22349"/>
                  </a:cubicBezTo>
                  <a:cubicBezTo>
                    <a:pt x="133621" y="22228"/>
                    <a:pt x="133120" y="22141"/>
                    <a:pt x="133379" y="21934"/>
                  </a:cubicBezTo>
                  <a:cubicBezTo>
                    <a:pt x="134416" y="21156"/>
                    <a:pt x="134192" y="19843"/>
                    <a:pt x="134814" y="18910"/>
                  </a:cubicBezTo>
                  <a:cubicBezTo>
                    <a:pt x="135183" y="18357"/>
                    <a:pt x="137525" y="17996"/>
                    <a:pt x="139389" y="17996"/>
                  </a:cubicBezTo>
                  <a:cubicBezTo>
                    <a:pt x="140321" y="17996"/>
                    <a:pt x="141133" y="18086"/>
                    <a:pt x="141519" y="18287"/>
                  </a:cubicBezTo>
                  <a:cubicBezTo>
                    <a:pt x="141913" y="18491"/>
                    <a:pt x="142318" y="18567"/>
                    <a:pt x="142722" y="18567"/>
                  </a:cubicBezTo>
                  <a:cubicBezTo>
                    <a:pt x="143310" y="18567"/>
                    <a:pt x="143896" y="18407"/>
                    <a:pt x="144440" y="18253"/>
                  </a:cubicBezTo>
                  <a:cubicBezTo>
                    <a:pt x="145183" y="18028"/>
                    <a:pt x="144301" y="17320"/>
                    <a:pt x="144440" y="16905"/>
                  </a:cubicBezTo>
                  <a:cubicBezTo>
                    <a:pt x="144595" y="16473"/>
                    <a:pt x="144232" y="15764"/>
                    <a:pt x="144803" y="15626"/>
                  </a:cubicBezTo>
                  <a:cubicBezTo>
                    <a:pt x="144894" y="15602"/>
                    <a:pt x="144986" y="15590"/>
                    <a:pt x="145078" y="15590"/>
                  </a:cubicBezTo>
                  <a:cubicBezTo>
                    <a:pt x="145503" y="15590"/>
                    <a:pt x="145922" y="15838"/>
                    <a:pt x="146306" y="16179"/>
                  </a:cubicBezTo>
                  <a:cubicBezTo>
                    <a:pt x="146709" y="16532"/>
                    <a:pt x="147171" y="16997"/>
                    <a:pt x="147617" y="16997"/>
                  </a:cubicBezTo>
                  <a:cubicBezTo>
                    <a:pt x="147935" y="16997"/>
                    <a:pt x="148244" y="16760"/>
                    <a:pt x="148518" y="16075"/>
                  </a:cubicBezTo>
                  <a:cubicBezTo>
                    <a:pt x="148584" y="15900"/>
                    <a:pt x="148692" y="15801"/>
                    <a:pt x="148828" y="15801"/>
                  </a:cubicBezTo>
                  <a:cubicBezTo>
                    <a:pt x="148906" y="15801"/>
                    <a:pt x="148994" y="15833"/>
                    <a:pt x="149088" y="15903"/>
                  </a:cubicBezTo>
                  <a:cubicBezTo>
                    <a:pt x="149348" y="16110"/>
                    <a:pt x="149348" y="16335"/>
                    <a:pt x="149192" y="16646"/>
                  </a:cubicBezTo>
                  <a:cubicBezTo>
                    <a:pt x="148743" y="17596"/>
                    <a:pt x="147965" y="18547"/>
                    <a:pt x="147965" y="19497"/>
                  </a:cubicBezTo>
                  <a:cubicBezTo>
                    <a:pt x="147931" y="21122"/>
                    <a:pt x="148708" y="22677"/>
                    <a:pt x="150022" y="23627"/>
                  </a:cubicBezTo>
                  <a:cubicBezTo>
                    <a:pt x="151231" y="24561"/>
                    <a:pt x="152631" y="25269"/>
                    <a:pt x="153582" y="26513"/>
                  </a:cubicBezTo>
                  <a:cubicBezTo>
                    <a:pt x="153835" y="26852"/>
                    <a:pt x="154112" y="27339"/>
                    <a:pt x="154580" y="27339"/>
                  </a:cubicBezTo>
                  <a:cubicBezTo>
                    <a:pt x="154686" y="27339"/>
                    <a:pt x="154802" y="27314"/>
                    <a:pt x="154930" y="27257"/>
                  </a:cubicBezTo>
                  <a:cubicBezTo>
                    <a:pt x="155621" y="26928"/>
                    <a:pt x="155673" y="26271"/>
                    <a:pt x="155604" y="25615"/>
                  </a:cubicBezTo>
                  <a:cubicBezTo>
                    <a:pt x="155448" y="24025"/>
                    <a:pt x="155863" y="22435"/>
                    <a:pt x="154739" y="20845"/>
                  </a:cubicBezTo>
                  <a:cubicBezTo>
                    <a:pt x="154065" y="19877"/>
                    <a:pt x="153772" y="18823"/>
                    <a:pt x="152406" y="18737"/>
                  </a:cubicBezTo>
                  <a:cubicBezTo>
                    <a:pt x="152044" y="18720"/>
                    <a:pt x="151940" y="18478"/>
                    <a:pt x="151888" y="18201"/>
                  </a:cubicBezTo>
                  <a:cubicBezTo>
                    <a:pt x="151820" y="17931"/>
                    <a:pt x="151918" y="17578"/>
                    <a:pt x="152229" y="17578"/>
                  </a:cubicBezTo>
                  <a:cubicBezTo>
                    <a:pt x="152236" y="17578"/>
                    <a:pt x="152243" y="17579"/>
                    <a:pt x="152251" y="17579"/>
                  </a:cubicBezTo>
                  <a:cubicBezTo>
                    <a:pt x="152284" y="17581"/>
                    <a:pt x="152317" y="17582"/>
                    <a:pt x="152350" y="17582"/>
                  </a:cubicBezTo>
                  <a:cubicBezTo>
                    <a:pt x="153000" y="17582"/>
                    <a:pt x="153628" y="17254"/>
                    <a:pt x="154277" y="17254"/>
                  </a:cubicBezTo>
                  <a:cubicBezTo>
                    <a:pt x="154558" y="17254"/>
                    <a:pt x="154844" y="17316"/>
                    <a:pt x="155137" y="17493"/>
                  </a:cubicBezTo>
                  <a:cubicBezTo>
                    <a:pt x="155393" y="17649"/>
                    <a:pt x="155627" y="17726"/>
                    <a:pt x="155836" y="17726"/>
                  </a:cubicBezTo>
                  <a:cubicBezTo>
                    <a:pt x="156249" y="17726"/>
                    <a:pt x="156566" y="17427"/>
                    <a:pt x="156761" y="16853"/>
                  </a:cubicBezTo>
                  <a:cubicBezTo>
                    <a:pt x="157072" y="15920"/>
                    <a:pt x="157954" y="15505"/>
                    <a:pt x="158662" y="15039"/>
                  </a:cubicBezTo>
                  <a:cubicBezTo>
                    <a:pt x="158771" y="14969"/>
                    <a:pt x="158912" y="14953"/>
                    <a:pt x="159064" y="14953"/>
                  </a:cubicBezTo>
                  <a:cubicBezTo>
                    <a:pt x="159192" y="14953"/>
                    <a:pt x="159327" y="14964"/>
                    <a:pt x="159458" y="14964"/>
                  </a:cubicBezTo>
                  <a:cubicBezTo>
                    <a:pt x="159792" y="14964"/>
                    <a:pt x="160100" y="14892"/>
                    <a:pt x="160183" y="14382"/>
                  </a:cubicBezTo>
                  <a:cubicBezTo>
                    <a:pt x="160304" y="13501"/>
                    <a:pt x="159475" y="13310"/>
                    <a:pt x="158887" y="12965"/>
                  </a:cubicBezTo>
                  <a:cubicBezTo>
                    <a:pt x="158662" y="12827"/>
                    <a:pt x="158334" y="12550"/>
                    <a:pt x="158351" y="12395"/>
                  </a:cubicBezTo>
                  <a:cubicBezTo>
                    <a:pt x="158404" y="12154"/>
                    <a:pt x="158582" y="12097"/>
                    <a:pt x="158776" y="12097"/>
                  </a:cubicBezTo>
                  <a:cubicBezTo>
                    <a:pt x="158903" y="12097"/>
                    <a:pt x="159037" y="12122"/>
                    <a:pt x="159146" y="12135"/>
                  </a:cubicBezTo>
                  <a:cubicBezTo>
                    <a:pt x="160460" y="12308"/>
                    <a:pt x="161652" y="12999"/>
                    <a:pt x="163017" y="12999"/>
                  </a:cubicBezTo>
                  <a:cubicBezTo>
                    <a:pt x="163570" y="12999"/>
                    <a:pt x="163795" y="12913"/>
                    <a:pt x="164002" y="12274"/>
                  </a:cubicBezTo>
                  <a:cubicBezTo>
                    <a:pt x="164745" y="10182"/>
                    <a:pt x="163311" y="10010"/>
                    <a:pt x="161998" y="9923"/>
                  </a:cubicBezTo>
                  <a:cubicBezTo>
                    <a:pt x="160218" y="9820"/>
                    <a:pt x="158438" y="9543"/>
                    <a:pt x="156710" y="9076"/>
                  </a:cubicBezTo>
                  <a:cubicBezTo>
                    <a:pt x="153313" y="8169"/>
                    <a:pt x="149984" y="6872"/>
                    <a:pt x="146431" y="6872"/>
                  </a:cubicBezTo>
                  <a:cubicBezTo>
                    <a:pt x="145249" y="6872"/>
                    <a:pt x="144041" y="7016"/>
                    <a:pt x="142798" y="7366"/>
                  </a:cubicBezTo>
                  <a:cubicBezTo>
                    <a:pt x="142441" y="7468"/>
                    <a:pt x="142044" y="7507"/>
                    <a:pt x="141624" y="7507"/>
                  </a:cubicBezTo>
                  <a:cubicBezTo>
                    <a:pt x="140475" y="7507"/>
                    <a:pt x="139148" y="7211"/>
                    <a:pt x="137959" y="7072"/>
                  </a:cubicBezTo>
                  <a:cubicBezTo>
                    <a:pt x="135760" y="6810"/>
                    <a:pt x="133765" y="5577"/>
                    <a:pt x="131513" y="5577"/>
                  </a:cubicBezTo>
                  <a:cubicBezTo>
                    <a:pt x="131235" y="5577"/>
                    <a:pt x="130953" y="5596"/>
                    <a:pt x="130666" y="5637"/>
                  </a:cubicBezTo>
                  <a:cubicBezTo>
                    <a:pt x="130197" y="5701"/>
                    <a:pt x="129713" y="5752"/>
                    <a:pt x="129231" y="5752"/>
                  </a:cubicBezTo>
                  <a:cubicBezTo>
                    <a:pt x="128525" y="5752"/>
                    <a:pt x="127823" y="5641"/>
                    <a:pt x="127175" y="5292"/>
                  </a:cubicBezTo>
                  <a:cubicBezTo>
                    <a:pt x="124583" y="3857"/>
                    <a:pt x="121352" y="4808"/>
                    <a:pt x="118811" y="3097"/>
                  </a:cubicBezTo>
                  <a:cubicBezTo>
                    <a:pt x="118623" y="2965"/>
                    <a:pt x="118385" y="2894"/>
                    <a:pt x="118144" y="2894"/>
                  </a:cubicBezTo>
                  <a:cubicBezTo>
                    <a:pt x="117786" y="2894"/>
                    <a:pt x="117421" y="3050"/>
                    <a:pt x="117204" y="3391"/>
                  </a:cubicBezTo>
                  <a:cubicBezTo>
                    <a:pt x="116737" y="4117"/>
                    <a:pt x="117601" y="4134"/>
                    <a:pt x="117930" y="4462"/>
                  </a:cubicBezTo>
                  <a:cubicBezTo>
                    <a:pt x="118103" y="4670"/>
                    <a:pt x="118154" y="4946"/>
                    <a:pt x="118068" y="5188"/>
                  </a:cubicBezTo>
                  <a:cubicBezTo>
                    <a:pt x="117958" y="5398"/>
                    <a:pt x="116241" y="5510"/>
                    <a:pt x="114740" y="5510"/>
                  </a:cubicBezTo>
                  <a:cubicBezTo>
                    <a:pt x="113645" y="5510"/>
                    <a:pt x="112664" y="5450"/>
                    <a:pt x="112503" y="5326"/>
                  </a:cubicBezTo>
                  <a:cubicBezTo>
                    <a:pt x="111242" y="4410"/>
                    <a:pt x="109825" y="3719"/>
                    <a:pt x="108321" y="3287"/>
                  </a:cubicBezTo>
                  <a:cubicBezTo>
                    <a:pt x="108108" y="3224"/>
                    <a:pt x="107902" y="3198"/>
                    <a:pt x="107703" y="3198"/>
                  </a:cubicBezTo>
                  <a:cubicBezTo>
                    <a:pt x="106742" y="3198"/>
                    <a:pt x="105934" y="3807"/>
                    <a:pt x="105084" y="3807"/>
                  </a:cubicBezTo>
                  <a:cubicBezTo>
                    <a:pt x="105000" y="3807"/>
                    <a:pt x="104915" y="3801"/>
                    <a:pt x="104830" y="3788"/>
                  </a:cubicBezTo>
                  <a:cubicBezTo>
                    <a:pt x="102083" y="3391"/>
                    <a:pt x="99266" y="3909"/>
                    <a:pt x="96760" y="1559"/>
                  </a:cubicBezTo>
                  <a:cubicBezTo>
                    <a:pt x="95295" y="185"/>
                    <a:pt x="93272" y="50"/>
                    <a:pt x="91223" y="50"/>
                  </a:cubicBezTo>
                  <a:cubicBezTo>
                    <a:pt x="90718" y="50"/>
                    <a:pt x="90212" y="58"/>
                    <a:pt x="89713" y="58"/>
                  </a:cubicBezTo>
                  <a:cubicBezTo>
                    <a:pt x="89152" y="58"/>
                    <a:pt x="88600" y="48"/>
                    <a:pt x="88067" y="4"/>
                  </a:cubicBezTo>
                  <a:cubicBezTo>
                    <a:pt x="88037" y="2"/>
                    <a:pt x="88007" y="1"/>
                    <a:pt x="8797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38"/>
            <p:cNvSpPr/>
            <p:nvPr/>
          </p:nvSpPr>
          <p:spPr>
            <a:xfrm>
              <a:off x="5913800" y="3523050"/>
              <a:ext cx="1109075" cy="813875"/>
            </a:xfrm>
            <a:custGeom>
              <a:rect b="b" l="l" r="r" t="t"/>
              <a:pathLst>
                <a:path extrusionOk="0" h="32555" w="44363">
                  <a:moveTo>
                    <a:pt x="28245" y="1"/>
                  </a:moveTo>
                  <a:cubicBezTo>
                    <a:pt x="27747" y="1"/>
                    <a:pt x="27602" y="373"/>
                    <a:pt x="27634" y="804"/>
                  </a:cubicBezTo>
                  <a:cubicBezTo>
                    <a:pt x="27737" y="2117"/>
                    <a:pt x="27979" y="3482"/>
                    <a:pt x="27996" y="4778"/>
                  </a:cubicBezTo>
                  <a:cubicBezTo>
                    <a:pt x="28014" y="5660"/>
                    <a:pt x="28567" y="7094"/>
                    <a:pt x="27634" y="7267"/>
                  </a:cubicBezTo>
                  <a:cubicBezTo>
                    <a:pt x="27521" y="7286"/>
                    <a:pt x="27406" y="7295"/>
                    <a:pt x="27290" y="7295"/>
                  </a:cubicBezTo>
                  <a:cubicBezTo>
                    <a:pt x="25431" y="7295"/>
                    <a:pt x="23230" y="4918"/>
                    <a:pt x="23555" y="3275"/>
                  </a:cubicBezTo>
                  <a:cubicBezTo>
                    <a:pt x="23754" y="2264"/>
                    <a:pt x="23333" y="1317"/>
                    <a:pt x="22034" y="1317"/>
                  </a:cubicBezTo>
                  <a:cubicBezTo>
                    <a:pt x="21978" y="1317"/>
                    <a:pt x="21920" y="1318"/>
                    <a:pt x="21862" y="1322"/>
                  </a:cubicBezTo>
                  <a:cubicBezTo>
                    <a:pt x="21814" y="1325"/>
                    <a:pt x="21765" y="1327"/>
                    <a:pt x="21716" y="1327"/>
                  </a:cubicBezTo>
                  <a:cubicBezTo>
                    <a:pt x="20777" y="1327"/>
                    <a:pt x="19668" y="752"/>
                    <a:pt x="18692" y="752"/>
                  </a:cubicBezTo>
                  <a:cubicBezTo>
                    <a:pt x="18107" y="752"/>
                    <a:pt x="17570" y="958"/>
                    <a:pt x="17144" y="1616"/>
                  </a:cubicBezTo>
                  <a:cubicBezTo>
                    <a:pt x="16642" y="2376"/>
                    <a:pt x="15295" y="2826"/>
                    <a:pt x="15191" y="4035"/>
                  </a:cubicBezTo>
                  <a:cubicBezTo>
                    <a:pt x="15162" y="4430"/>
                    <a:pt x="15144" y="4616"/>
                    <a:pt x="15002" y="4616"/>
                  </a:cubicBezTo>
                  <a:cubicBezTo>
                    <a:pt x="14889" y="4616"/>
                    <a:pt x="14698" y="4499"/>
                    <a:pt x="14361" y="4277"/>
                  </a:cubicBezTo>
                  <a:cubicBezTo>
                    <a:pt x="13724" y="3844"/>
                    <a:pt x="13113" y="3612"/>
                    <a:pt x="12606" y="3612"/>
                  </a:cubicBezTo>
                  <a:cubicBezTo>
                    <a:pt x="12042" y="3612"/>
                    <a:pt x="11607" y="3900"/>
                    <a:pt x="11406" y="4519"/>
                  </a:cubicBezTo>
                  <a:cubicBezTo>
                    <a:pt x="10784" y="6334"/>
                    <a:pt x="8710" y="7215"/>
                    <a:pt x="8624" y="9392"/>
                  </a:cubicBezTo>
                  <a:cubicBezTo>
                    <a:pt x="8607" y="10153"/>
                    <a:pt x="7933" y="10619"/>
                    <a:pt x="7086" y="10879"/>
                  </a:cubicBezTo>
                  <a:cubicBezTo>
                    <a:pt x="5669" y="11311"/>
                    <a:pt x="4355" y="11864"/>
                    <a:pt x="3007" y="12382"/>
                  </a:cubicBezTo>
                  <a:cubicBezTo>
                    <a:pt x="1003" y="13160"/>
                    <a:pt x="0" y="16910"/>
                    <a:pt x="1538" y="19018"/>
                  </a:cubicBezTo>
                  <a:cubicBezTo>
                    <a:pt x="2835" y="20798"/>
                    <a:pt x="3128" y="22595"/>
                    <a:pt x="3992" y="24375"/>
                  </a:cubicBezTo>
                  <a:cubicBezTo>
                    <a:pt x="4494" y="25360"/>
                    <a:pt x="4424" y="26276"/>
                    <a:pt x="3750" y="26950"/>
                  </a:cubicBezTo>
                  <a:cubicBezTo>
                    <a:pt x="3353" y="27348"/>
                    <a:pt x="3509" y="27797"/>
                    <a:pt x="4148" y="28298"/>
                  </a:cubicBezTo>
                  <a:cubicBezTo>
                    <a:pt x="5020" y="28962"/>
                    <a:pt x="5824" y="29302"/>
                    <a:pt x="6549" y="29302"/>
                  </a:cubicBezTo>
                  <a:cubicBezTo>
                    <a:pt x="7089" y="29302"/>
                    <a:pt x="7586" y="29114"/>
                    <a:pt x="8036" y="28730"/>
                  </a:cubicBezTo>
                  <a:cubicBezTo>
                    <a:pt x="8740" y="28095"/>
                    <a:pt x="9643" y="27747"/>
                    <a:pt x="10576" y="27747"/>
                  </a:cubicBezTo>
                  <a:cubicBezTo>
                    <a:pt x="10811" y="27747"/>
                    <a:pt x="11049" y="27769"/>
                    <a:pt x="11285" y="27814"/>
                  </a:cubicBezTo>
                  <a:cubicBezTo>
                    <a:pt x="11420" y="27836"/>
                    <a:pt x="11551" y="27846"/>
                    <a:pt x="11676" y="27846"/>
                  </a:cubicBezTo>
                  <a:cubicBezTo>
                    <a:pt x="12065" y="27846"/>
                    <a:pt x="12402" y="27743"/>
                    <a:pt x="12650" y="27521"/>
                  </a:cubicBezTo>
                  <a:cubicBezTo>
                    <a:pt x="14551" y="25793"/>
                    <a:pt x="17368" y="25343"/>
                    <a:pt x="20047" y="24790"/>
                  </a:cubicBezTo>
                  <a:cubicBezTo>
                    <a:pt x="20247" y="24746"/>
                    <a:pt x="20464" y="24721"/>
                    <a:pt x="20691" y="24721"/>
                  </a:cubicBezTo>
                  <a:cubicBezTo>
                    <a:pt x="21623" y="24721"/>
                    <a:pt x="22712" y="25150"/>
                    <a:pt x="23365" y="26484"/>
                  </a:cubicBezTo>
                  <a:cubicBezTo>
                    <a:pt x="23667" y="27105"/>
                    <a:pt x="23855" y="28198"/>
                    <a:pt x="25083" y="28198"/>
                  </a:cubicBezTo>
                  <a:cubicBezTo>
                    <a:pt x="25120" y="28198"/>
                    <a:pt x="25158" y="28197"/>
                    <a:pt x="25197" y="28195"/>
                  </a:cubicBezTo>
                  <a:cubicBezTo>
                    <a:pt x="25345" y="28183"/>
                    <a:pt x="25455" y="28022"/>
                    <a:pt x="25593" y="28022"/>
                  </a:cubicBezTo>
                  <a:cubicBezTo>
                    <a:pt x="25664" y="28022"/>
                    <a:pt x="25742" y="28065"/>
                    <a:pt x="25836" y="28195"/>
                  </a:cubicBezTo>
                  <a:cubicBezTo>
                    <a:pt x="25923" y="28298"/>
                    <a:pt x="25767" y="28592"/>
                    <a:pt x="25612" y="28713"/>
                  </a:cubicBezTo>
                  <a:cubicBezTo>
                    <a:pt x="25318" y="28938"/>
                    <a:pt x="24903" y="29128"/>
                    <a:pt x="25283" y="29646"/>
                  </a:cubicBezTo>
                  <a:cubicBezTo>
                    <a:pt x="25508" y="29871"/>
                    <a:pt x="25802" y="30026"/>
                    <a:pt x="26113" y="30078"/>
                  </a:cubicBezTo>
                  <a:cubicBezTo>
                    <a:pt x="26172" y="30086"/>
                    <a:pt x="26229" y="30090"/>
                    <a:pt x="26283" y="30090"/>
                  </a:cubicBezTo>
                  <a:cubicBezTo>
                    <a:pt x="26710" y="30090"/>
                    <a:pt x="27006" y="29856"/>
                    <a:pt x="27098" y="29473"/>
                  </a:cubicBezTo>
                  <a:cubicBezTo>
                    <a:pt x="27115" y="29335"/>
                    <a:pt x="27098" y="29197"/>
                    <a:pt x="27029" y="29076"/>
                  </a:cubicBezTo>
                  <a:cubicBezTo>
                    <a:pt x="26976" y="28903"/>
                    <a:pt x="26992" y="28848"/>
                    <a:pt x="27041" y="28848"/>
                  </a:cubicBezTo>
                  <a:cubicBezTo>
                    <a:pt x="27105" y="28848"/>
                    <a:pt x="27225" y="28941"/>
                    <a:pt x="27322" y="28990"/>
                  </a:cubicBezTo>
                  <a:cubicBezTo>
                    <a:pt x="27824" y="29266"/>
                    <a:pt x="28463" y="29473"/>
                    <a:pt x="28169" y="30113"/>
                  </a:cubicBezTo>
                  <a:cubicBezTo>
                    <a:pt x="27945" y="30597"/>
                    <a:pt x="28117" y="31029"/>
                    <a:pt x="28809" y="31461"/>
                  </a:cubicBezTo>
                  <a:cubicBezTo>
                    <a:pt x="30199" y="32318"/>
                    <a:pt x="31628" y="32554"/>
                    <a:pt x="32898" y="32554"/>
                  </a:cubicBezTo>
                  <a:cubicBezTo>
                    <a:pt x="33522" y="32554"/>
                    <a:pt x="34108" y="32497"/>
                    <a:pt x="34633" y="32429"/>
                  </a:cubicBezTo>
                  <a:cubicBezTo>
                    <a:pt x="36672" y="32135"/>
                    <a:pt x="39299" y="31824"/>
                    <a:pt x="39299" y="29145"/>
                  </a:cubicBezTo>
                  <a:cubicBezTo>
                    <a:pt x="39299" y="28938"/>
                    <a:pt x="39541" y="28799"/>
                    <a:pt x="39592" y="28575"/>
                  </a:cubicBezTo>
                  <a:cubicBezTo>
                    <a:pt x="40024" y="26968"/>
                    <a:pt x="41804" y="26363"/>
                    <a:pt x="42496" y="24998"/>
                  </a:cubicBezTo>
                  <a:cubicBezTo>
                    <a:pt x="44224" y="21559"/>
                    <a:pt x="44362" y="17722"/>
                    <a:pt x="40232" y="13661"/>
                  </a:cubicBezTo>
                  <a:cubicBezTo>
                    <a:pt x="38953" y="12399"/>
                    <a:pt x="38037" y="10671"/>
                    <a:pt x="36309" y="9859"/>
                  </a:cubicBezTo>
                  <a:cubicBezTo>
                    <a:pt x="34494" y="9012"/>
                    <a:pt x="34080" y="7716"/>
                    <a:pt x="33509" y="6472"/>
                  </a:cubicBezTo>
                  <a:cubicBezTo>
                    <a:pt x="33388" y="5608"/>
                    <a:pt x="33008" y="4761"/>
                    <a:pt x="32213" y="4346"/>
                  </a:cubicBezTo>
                  <a:cubicBezTo>
                    <a:pt x="30658" y="3465"/>
                    <a:pt x="30278" y="2100"/>
                    <a:pt x="29414" y="942"/>
                  </a:cubicBezTo>
                  <a:cubicBezTo>
                    <a:pt x="29120" y="544"/>
                    <a:pt x="28947" y="78"/>
                    <a:pt x="28377" y="9"/>
                  </a:cubicBezTo>
                  <a:cubicBezTo>
                    <a:pt x="28330" y="3"/>
                    <a:pt x="28287" y="1"/>
                    <a:pt x="2824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38"/>
            <p:cNvSpPr/>
            <p:nvPr/>
          </p:nvSpPr>
          <p:spPr>
            <a:xfrm>
              <a:off x="6442175" y="3238700"/>
              <a:ext cx="571625" cy="311800"/>
            </a:xfrm>
            <a:custGeom>
              <a:rect b="b" l="l" r="r" t="t"/>
              <a:pathLst>
                <a:path extrusionOk="0" h="12472" w="22865">
                  <a:moveTo>
                    <a:pt x="3070" y="1"/>
                  </a:moveTo>
                  <a:cubicBezTo>
                    <a:pt x="2939" y="1"/>
                    <a:pt x="2792" y="15"/>
                    <a:pt x="2627" y="46"/>
                  </a:cubicBezTo>
                  <a:cubicBezTo>
                    <a:pt x="1833" y="202"/>
                    <a:pt x="830" y="29"/>
                    <a:pt x="415" y="927"/>
                  </a:cubicBezTo>
                  <a:cubicBezTo>
                    <a:pt x="1" y="1826"/>
                    <a:pt x="934" y="1861"/>
                    <a:pt x="1400" y="2189"/>
                  </a:cubicBezTo>
                  <a:cubicBezTo>
                    <a:pt x="1504" y="2258"/>
                    <a:pt x="1366" y="2569"/>
                    <a:pt x="1435" y="2742"/>
                  </a:cubicBezTo>
                  <a:cubicBezTo>
                    <a:pt x="1757" y="3623"/>
                    <a:pt x="1963" y="4886"/>
                    <a:pt x="3062" y="4886"/>
                  </a:cubicBezTo>
                  <a:cubicBezTo>
                    <a:pt x="3084" y="4886"/>
                    <a:pt x="3106" y="4886"/>
                    <a:pt x="3129" y="4885"/>
                  </a:cubicBezTo>
                  <a:cubicBezTo>
                    <a:pt x="3207" y="4880"/>
                    <a:pt x="3284" y="4878"/>
                    <a:pt x="3360" y="4878"/>
                  </a:cubicBezTo>
                  <a:cubicBezTo>
                    <a:pt x="4698" y="4878"/>
                    <a:pt x="5731" y="5570"/>
                    <a:pt x="6810" y="6077"/>
                  </a:cubicBezTo>
                  <a:cubicBezTo>
                    <a:pt x="7328" y="6319"/>
                    <a:pt x="8019" y="7322"/>
                    <a:pt x="7207" y="8203"/>
                  </a:cubicBezTo>
                  <a:cubicBezTo>
                    <a:pt x="6913" y="8531"/>
                    <a:pt x="6948" y="8911"/>
                    <a:pt x="7121" y="9292"/>
                  </a:cubicBezTo>
                  <a:cubicBezTo>
                    <a:pt x="7274" y="9613"/>
                    <a:pt x="7597" y="9810"/>
                    <a:pt x="7934" y="9810"/>
                  </a:cubicBezTo>
                  <a:cubicBezTo>
                    <a:pt x="8014" y="9810"/>
                    <a:pt x="8095" y="9799"/>
                    <a:pt x="8175" y="9775"/>
                  </a:cubicBezTo>
                  <a:cubicBezTo>
                    <a:pt x="8275" y="9755"/>
                    <a:pt x="8368" y="9745"/>
                    <a:pt x="8457" y="9745"/>
                  </a:cubicBezTo>
                  <a:cubicBezTo>
                    <a:pt x="8811" y="9745"/>
                    <a:pt x="9087" y="9900"/>
                    <a:pt x="9419" y="10121"/>
                  </a:cubicBezTo>
                  <a:cubicBezTo>
                    <a:pt x="10079" y="10569"/>
                    <a:pt x="10930" y="10787"/>
                    <a:pt x="11688" y="10787"/>
                  </a:cubicBezTo>
                  <a:cubicBezTo>
                    <a:pt x="12538" y="10787"/>
                    <a:pt x="13270" y="10513"/>
                    <a:pt x="13480" y="9983"/>
                  </a:cubicBezTo>
                  <a:cubicBezTo>
                    <a:pt x="13648" y="9563"/>
                    <a:pt x="13555" y="9014"/>
                    <a:pt x="14230" y="9014"/>
                  </a:cubicBezTo>
                  <a:cubicBezTo>
                    <a:pt x="14250" y="9014"/>
                    <a:pt x="14271" y="9014"/>
                    <a:pt x="14293" y="9015"/>
                  </a:cubicBezTo>
                  <a:cubicBezTo>
                    <a:pt x="15036" y="9050"/>
                    <a:pt x="15381" y="9516"/>
                    <a:pt x="15450" y="10138"/>
                  </a:cubicBezTo>
                  <a:cubicBezTo>
                    <a:pt x="15640" y="11486"/>
                    <a:pt x="16522" y="11953"/>
                    <a:pt x="17697" y="11988"/>
                  </a:cubicBezTo>
                  <a:cubicBezTo>
                    <a:pt x="18224" y="11988"/>
                    <a:pt x="18870" y="12472"/>
                    <a:pt x="19366" y="12472"/>
                  </a:cubicBezTo>
                  <a:cubicBezTo>
                    <a:pt x="19602" y="12472"/>
                    <a:pt x="19804" y="12362"/>
                    <a:pt x="19944" y="12039"/>
                  </a:cubicBezTo>
                  <a:cubicBezTo>
                    <a:pt x="20289" y="11210"/>
                    <a:pt x="19287" y="10398"/>
                    <a:pt x="18596" y="9758"/>
                  </a:cubicBezTo>
                  <a:cubicBezTo>
                    <a:pt x="18164" y="9361"/>
                    <a:pt x="17420" y="8825"/>
                    <a:pt x="17749" y="8272"/>
                  </a:cubicBezTo>
                  <a:cubicBezTo>
                    <a:pt x="17984" y="7884"/>
                    <a:pt x="18253" y="7197"/>
                    <a:pt x="18937" y="7197"/>
                  </a:cubicBezTo>
                  <a:cubicBezTo>
                    <a:pt x="19107" y="7197"/>
                    <a:pt x="19302" y="7239"/>
                    <a:pt x="19529" y="7339"/>
                  </a:cubicBezTo>
                  <a:cubicBezTo>
                    <a:pt x="19732" y="7429"/>
                    <a:pt x="19935" y="7468"/>
                    <a:pt x="20135" y="7468"/>
                  </a:cubicBezTo>
                  <a:cubicBezTo>
                    <a:pt x="20854" y="7468"/>
                    <a:pt x="21544" y="6970"/>
                    <a:pt x="22138" y="6578"/>
                  </a:cubicBezTo>
                  <a:cubicBezTo>
                    <a:pt x="22795" y="6146"/>
                    <a:pt x="22864" y="5248"/>
                    <a:pt x="22311" y="4643"/>
                  </a:cubicBezTo>
                  <a:cubicBezTo>
                    <a:pt x="22115" y="4425"/>
                    <a:pt x="21948" y="4340"/>
                    <a:pt x="21799" y="4340"/>
                  </a:cubicBezTo>
                  <a:cubicBezTo>
                    <a:pt x="21465" y="4340"/>
                    <a:pt x="21227" y="4774"/>
                    <a:pt x="20963" y="5110"/>
                  </a:cubicBezTo>
                  <a:cubicBezTo>
                    <a:pt x="20756" y="5334"/>
                    <a:pt x="20479" y="5472"/>
                    <a:pt x="20168" y="5507"/>
                  </a:cubicBezTo>
                  <a:cubicBezTo>
                    <a:pt x="20112" y="5512"/>
                    <a:pt x="20051" y="5514"/>
                    <a:pt x="19986" y="5514"/>
                  </a:cubicBezTo>
                  <a:cubicBezTo>
                    <a:pt x="18639" y="5514"/>
                    <a:pt x="15548" y="4518"/>
                    <a:pt x="14344" y="3727"/>
                  </a:cubicBezTo>
                  <a:cubicBezTo>
                    <a:pt x="13999" y="3485"/>
                    <a:pt x="13636" y="3295"/>
                    <a:pt x="13238" y="3139"/>
                  </a:cubicBezTo>
                  <a:cubicBezTo>
                    <a:pt x="11925" y="2690"/>
                    <a:pt x="10473" y="2465"/>
                    <a:pt x="9298" y="1774"/>
                  </a:cubicBezTo>
                  <a:cubicBezTo>
                    <a:pt x="8770" y="1458"/>
                    <a:pt x="8301" y="1322"/>
                    <a:pt x="7877" y="1322"/>
                  </a:cubicBezTo>
                  <a:cubicBezTo>
                    <a:pt x="7093" y="1322"/>
                    <a:pt x="6459" y="1787"/>
                    <a:pt x="5876" y="2448"/>
                  </a:cubicBezTo>
                  <a:cubicBezTo>
                    <a:pt x="5497" y="2886"/>
                    <a:pt x="5240" y="3062"/>
                    <a:pt x="5050" y="3062"/>
                  </a:cubicBezTo>
                  <a:cubicBezTo>
                    <a:pt x="4739" y="3062"/>
                    <a:pt x="4614" y="2586"/>
                    <a:pt x="4442" y="2016"/>
                  </a:cubicBezTo>
                  <a:cubicBezTo>
                    <a:pt x="4193" y="1191"/>
                    <a:pt x="4266" y="1"/>
                    <a:pt x="307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38"/>
            <p:cNvSpPr/>
            <p:nvPr/>
          </p:nvSpPr>
          <p:spPr>
            <a:xfrm>
              <a:off x="5898675" y="3029225"/>
              <a:ext cx="282150" cy="318450"/>
            </a:xfrm>
            <a:custGeom>
              <a:rect b="b" l="l" r="r" t="t"/>
              <a:pathLst>
                <a:path extrusionOk="0" h="12738" w="11286">
                  <a:moveTo>
                    <a:pt x="8163" y="0"/>
                  </a:moveTo>
                  <a:cubicBezTo>
                    <a:pt x="7646" y="0"/>
                    <a:pt x="7307" y="634"/>
                    <a:pt x="7121" y="1115"/>
                  </a:cubicBezTo>
                  <a:cubicBezTo>
                    <a:pt x="6498" y="2618"/>
                    <a:pt x="5081" y="3362"/>
                    <a:pt x="4027" y="4450"/>
                  </a:cubicBezTo>
                  <a:cubicBezTo>
                    <a:pt x="3562" y="4916"/>
                    <a:pt x="2753" y="5709"/>
                    <a:pt x="2170" y="5709"/>
                  </a:cubicBezTo>
                  <a:cubicBezTo>
                    <a:pt x="2125" y="5709"/>
                    <a:pt x="2082" y="5704"/>
                    <a:pt x="2040" y="5695"/>
                  </a:cubicBezTo>
                  <a:cubicBezTo>
                    <a:pt x="1767" y="5631"/>
                    <a:pt x="1536" y="5602"/>
                    <a:pt x="1339" y="5602"/>
                  </a:cubicBezTo>
                  <a:cubicBezTo>
                    <a:pt x="150" y="5602"/>
                    <a:pt x="215" y="6659"/>
                    <a:pt x="52" y="7475"/>
                  </a:cubicBezTo>
                  <a:cubicBezTo>
                    <a:pt x="1" y="9410"/>
                    <a:pt x="1625" y="11518"/>
                    <a:pt x="3267" y="12123"/>
                  </a:cubicBezTo>
                  <a:cubicBezTo>
                    <a:pt x="3638" y="12262"/>
                    <a:pt x="4019" y="12277"/>
                    <a:pt x="4389" y="12277"/>
                  </a:cubicBezTo>
                  <a:cubicBezTo>
                    <a:pt x="4488" y="12277"/>
                    <a:pt x="4586" y="12276"/>
                    <a:pt x="4683" y="12276"/>
                  </a:cubicBezTo>
                  <a:cubicBezTo>
                    <a:pt x="5034" y="12276"/>
                    <a:pt x="5369" y="12290"/>
                    <a:pt x="5669" y="12417"/>
                  </a:cubicBezTo>
                  <a:cubicBezTo>
                    <a:pt x="6156" y="12630"/>
                    <a:pt x="6559" y="12738"/>
                    <a:pt x="6895" y="12738"/>
                  </a:cubicBezTo>
                  <a:cubicBezTo>
                    <a:pt x="7678" y="12738"/>
                    <a:pt x="8093" y="12148"/>
                    <a:pt x="8348" y="10914"/>
                  </a:cubicBezTo>
                  <a:cubicBezTo>
                    <a:pt x="8572" y="9773"/>
                    <a:pt x="9073" y="8235"/>
                    <a:pt x="9937" y="7786"/>
                  </a:cubicBezTo>
                  <a:cubicBezTo>
                    <a:pt x="11268" y="7094"/>
                    <a:pt x="10577" y="6697"/>
                    <a:pt x="10231" y="6023"/>
                  </a:cubicBezTo>
                  <a:cubicBezTo>
                    <a:pt x="9782" y="5124"/>
                    <a:pt x="8797" y="4278"/>
                    <a:pt x="10058" y="3189"/>
                  </a:cubicBezTo>
                  <a:cubicBezTo>
                    <a:pt x="10404" y="2895"/>
                    <a:pt x="11285" y="2618"/>
                    <a:pt x="10853" y="1945"/>
                  </a:cubicBezTo>
                  <a:cubicBezTo>
                    <a:pt x="10266" y="1063"/>
                    <a:pt x="9402" y="286"/>
                    <a:pt x="8348" y="26"/>
                  </a:cubicBezTo>
                  <a:cubicBezTo>
                    <a:pt x="8284" y="9"/>
                    <a:pt x="8222" y="0"/>
                    <a:pt x="81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38"/>
            <p:cNvSpPr/>
            <p:nvPr/>
          </p:nvSpPr>
          <p:spPr>
            <a:xfrm>
              <a:off x="5544400" y="3065225"/>
              <a:ext cx="541800" cy="430700"/>
            </a:xfrm>
            <a:custGeom>
              <a:rect b="b" l="l" r="r" t="t"/>
              <a:pathLst>
                <a:path extrusionOk="0" h="17228" w="21672">
                  <a:moveTo>
                    <a:pt x="7484" y="4583"/>
                  </a:moveTo>
                  <a:lnTo>
                    <a:pt x="7484" y="4583"/>
                  </a:lnTo>
                  <a:cubicBezTo>
                    <a:pt x="7486" y="4586"/>
                    <a:pt x="7488" y="4589"/>
                    <a:pt x="7491" y="4592"/>
                  </a:cubicBezTo>
                  <a:lnTo>
                    <a:pt x="7491" y="4592"/>
                  </a:lnTo>
                  <a:cubicBezTo>
                    <a:pt x="7494" y="4595"/>
                    <a:pt x="7498" y="4597"/>
                    <a:pt x="7501" y="4600"/>
                  </a:cubicBezTo>
                  <a:lnTo>
                    <a:pt x="7484" y="4583"/>
                  </a:lnTo>
                  <a:close/>
                  <a:moveTo>
                    <a:pt x="1210" y="0"/>
                  </a:moveTo>
                  <a:cubicBezTo>
                    <a:pt x="910" y="0"/>
                    <a:pt x="646" y="84"/>
                    <a:pt x="415" y="314"/>
                  </a:cubicBezTo>
                  <a:cubicBezTo>
                    <a:pt x="1" y="712"/>
                    <a:pt x="260" y="1127"/>
                    <a:pt x="571" y="1403"/>
                  </a:cubicBezTo>
                  <a:cubicBezTo>
                    <a:pt x="1833" y="2561"/>
                    <a:pt x="2939" y="3874"/>
                    <a:pt x="3872" y="5309"/>
                  </a:cubicBezTo>
                  <a:cubicBezTo>
                    <a:pt x="5894" y="8264"/>
                    <a:pt x="6948" y="12014"/>
                    <a:pt x="10663" y="13552"/>
                  </a:cubicBezTo>
                  <a:cubicBezTo>
                    <a:pt x="10715" y="13587"/>
                    <a:pt x="10733" y="13656"/>
                    <a:pt x="10733" y="13725"/>
                  </a:cubicBezTo>
                  <a:cubicBezTo>
                    <a:pt x="10007" y="15522"/>
                    <a:pt x="11579" y="15401"/>
                    <a:pt x="12478" y="15660"/>
                  </a:cubicBezTo>
                  <a:cubicBezTo>
                    <a:pt x="14932" y="16334"/>
                    <a:pt x="17420" y="16801"/>
                    <a:pt x="19961" y="17043"/>
                  </a:cubicBezTo>
                  <a:cubicBezTo>
                    <a:pt x="20276" y="17079"/>
                    <a:pt x="20618" y="17227"/>
                    <a:pt x="20904" y="17227"/>
                  </a:cubicBezTo>
                  <a:cubicBezTo>
                    <a:pt x="21167" y="17227"/>
                    <a:pt x="21382" y="17101"/>
                    <a:pt x="21482" y="16645"/>
                  </a:cubicBezTo>
                  <a:cubicBezTo>
                    <a:pt x="21672" y="15816"/>
                    <a:pt x="20842" y="15626"/>
                    <a:pt x="20306" y="15280"/>
                  </a:cubicBezTo>
                  <a:cubicBezTo>
                    <a:pt x="18129" y="13932"/>
                    <a:pt x="15502" y="14347"/>
                    <a:pt x="13204" y="13448"/>
                  </a:cubicBezTo>
                  <a:cubicBezTo>
                    <a:pt x="13103" y="13410"/>
                    <a:pt x="12986" y="13400"/>
                    <a:pt x="12863" y="13400"/>
                  </a:cubicBezTo>
                  <a:cubicBezTo>
                    <a:pt x="12726" y="13400"/>
                    <a:pt x="12582" y="13412"/>
                    <a:pt x="12448" y="13412"/>
                  </a:cubicBezTo>
                  <a:cubicBezTo>
                    <a:pt x="12162" y="13412"/>
                    <a:pt x="11919" y="13355"/>
                    <a:pt x="11873" y="12999"/>
                  </a:cubicBezTo>
                  <a:cubicBezTo>
                    <a:pt x="11769" y="12221"/>
                    <a:pt x="11614" y="11288"/>
                    <a:pt x="12409" y="10666"/>
                  </a:cubicBezTo>
                  <a:cubicBezTo>
                    <a:pt x="12979" y="10199"/>
                    <a:pt x="12806" y="9836"/>
                    <a:pt x="12478" y="9249"/>
                  </a:cubicBezTo>
                  <a:cubicBezTo>
                    <a:pt x="11908" y="8195"/>
                    <a:pt x="10352" y="8558"/>
                    <a:pt x="10076" y="7849"/>
                  </a:cubicBezTo>
                  <a:cubicBezTo>
                    <a:pt x="9542" y="6419"/>
                    <a:pt x="8354" y="5659"/>
                    <a:pt x="7491" y="4592"/>
                  </a:cubicBezTo>
                  <a:lnTo>
                    <a:pt x="7491" y="4592"/>
                  </a:lnTo>
                  <a:cubicBezTo>
                    <a:pt x="6993" y="4179"/>
                    <a:pt x="6512" y="3733"/>
                    <a:pt x="5980" y="3339"/>
                  </a:cubicBezTo>
                  <a:cubicBezTo>
                    <a:pt x="4563" y="2285"/>
                    <a:pt x="3682" y="522"/>
                    <a:pt x="1763" y="72"/>
                  </a:cubicBezTo>
                  <a:cubicBezTo>
                    <a:pt x="1567" y="28"/>
                    <a:pt x="1383" y="0"/>
                    <a:pt x="12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38"/>
            <p:cNvSpPr/>
            <p:nvPr/>
          </p:nvSpPr>
          <p:spPr>
            <a:xfrm>
              <a:off x="4388700" y="3530600"/>
              <a:ext cx="227275" cy="395425"/>
            </a:xfrm>
            <a:custGeom>
              <a:rect b="b" l="l" r="r" t="t"/>
              <a:pathLst>
                <a:path extrusionOk="0" h="15817" w="9091">
                  <a:moveTo>
                    <a:pt x="7622" y="0"/>
                  </a:moveTo>
                  <a:cubicBezTo>
                    <a:pt x="7155" y="0"/>
                    <a:pt x="6965" y="363"/>
                    <a:pt x="6740" y="761"/>
                  </a:cubicBezTo>
                  <a:cubicBezTo>
                    <a:pt x="5963" y="2212"/>
                    <a:pt x="5323" y="3802"/>
                    <a:pt x="3405" y="4200"/>
                  </a:cubicBezTo>
                  <a:cubicBezTo>
                    <a:pt x="2645" y="4338"/>
                    <a:pt x="2247" y="4891"/>
                    <a:pt x="2109" y="5738"/>
                  </a:cubicBezTo>
                  <a:cubicBezTo>
                    <a:pt x="1781" y="7587"/>
                    <a:pt x="1971" y="9471"/>
                    <a:pt x="917" y="11285"/>
                  </a:cubicBezTo>
                  <a:cubicBezTo>
                    <a:pt x="1" y="12910"/>
                    <a:pt x="1660" y="15813"/>
                    <a:pt x="3077" y="15813"/>
                  </a:cubicBezTo>
                  <a:cubicBezTo>
                    <a:pt x="3125" y="15815"/>
                    <a:pt x="3172" y="15816"/>
                    <a:pt x="3219" y="15816"/>
                  </a:cubicBezTo>
                  <a:cubicBezTo>
                    <a:pt x="4640" y="15816"/>
                    <a:pt x="5279" y="14808"/>
                    <a:pt x="5496" y="13670"/>
                  </a:cubicBezTo>
                  <a:cubicBezTo>
                    <a:pt x="6049" y="11095"/>
                    <a:pt x="7034" y="8676"/>
                    <a:pt x="8002" y="6256"/>
                  </a:cubicBezTo>
                  <a:cubicBezTo>
                    <a:pt x="8745" y="4373"/>
                    <a:pt x="9091" y="2645"/>
                    <a:pt x="8192" y="778"/>
                  </a:cubicBezTo>
                  <a:cubicBezTo>
                    <a:pt x="8054" y="467"/>
                    <a:pt x="8106" y="18"/>
                    <a:pt x="762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38"/>
            <p:cNvSpPr/>
            <p:nvPr/>
          </p:nvSpPr>
          <p:spPr>
            <a:xfrm>
              <a:off x="6438300" y="1893850"/>
              <a:ext cx="267450" cy="418275"/>
            </a:xfrm>
            <a:custGeom>
              <a:rect b="b" l="l" r="r" t="t"/>
              <a:pathLst>
                <a:path extrusionOk="0" h="16731" w="10698">
                  <a:moveTo>
                    <a:pt x="4909" y="1"/>
                  </a:moveTo>
                  <a:cubicBezTo>
                    <a:pt x="4667" y="1"/>
                    <a:pt x="4504" y="61"/>
                    <a:pt x="4562" y="216"/>
                  </a:cubicBezTo>
                  <a:cubicBezTo>
                    <a:pt x="5064" y="1633"/>
                    <a:pt x="3992" y="3465"/>
                    <a:pt x="5444" y="4502"/>
                  </a:cubicBezTo>
                  <a:cubicBezTo>
                    <a:pt x="6654" y="5366"/>
                    <a:pt x="6515" y="6627"/>
                    <a:pt x="6913" y="7647"/>
                  </a:cubicBezTo>
                  <a:cubicBezTo>
                    <a:pt x="6804" y="8207"/>
                    <a:pt x="6835" y="9062"/>
                    <a:pt x="6426" y="9062"/>
                  </a:cubicBezTo>
                  <a:cubicBezTo>
                    <a:pt x="6380" y="9062"/>
                    <a:pt x="6330" y="9052"/>
                    <a:pt x="6273" y="9029"/>
                  </a:cubicBezTo>
                  <a:cubicBezTo>
                    <a:pt x="6019" y="8928"/>
                    <a:pt x="5817" y="8884"/>
                    <a:pt x="5657" y="8884"/>
                  </a:cubicBezTo>
                  <a:cubicBezTo>
                    <a:pt x="5131" y="8884"/>
                    <a:pt x="5047" y="9360"/>
                    <a:pt x="4995" y="9876"/>
                  </a:cubicBezTo>
                  <a:cubicBezTo>
                    <a:pt x="4925" y="10533"/>
                    <a:pt x="4614" y="10757"/>
                    <a:pt x="4044" y="10896"/>
                  </a:cubicBezTo>
                  <a:cubicBezTo>
                    <a:pt x="726" y="11673"/>
                    <a:pt x="0" y="13229"/>
                    <a:pt x="1659" y="16028"/>
                  </a:cubicBezTo>
                  <a:cubicBezTo>
                    <a:pt x="1834" y="16314"/>
                    <a:pt x="1935" y="16730"/>
                    <a:pt x="2351" y="16730"/>
                  </a:cubicBezTo>
                  <a:cubicBezTo>
                    <a:pt x="2389" y="16730"/>
                    <a:pt x="2429" y="16727"/>
                    <a:pt x="2471" y="16720"/>
                  </a:cubicBezTo>
                  <a:cubicBezTo>
                    <a:pt x="3007" y="16633"/>
                    <a:pt x="3197" y="16236"/>
                    <a:pt x="3301" y="15752"/>
                  </a:cubicBezTo>
                  <a:cubicBezTo>
                    <a:pt x="3405" y="15251"/>
                    <a:pt x="3301" y="14784"/>
                    <a:pt x="4009" y="14542"/>
                  </a:cubicBezTo>
                  <a:cubicBezTo>
                    <a:pt x="5651" y="13955"/>
                    <a:pt x="7241" y="13194"/>
                    <a:pt x="8866" y="12555"/>
                  </a:cubicBezTo>
                  <a:cubicBezTo>
                    <a:pt x="9298" y="12399"/>
                    <a:pt x="9643" y="12261"/>
                    <a:pt x="9799" y="11829"/>
                  </a:cubicBezTo>
                  <a:cubicBezTo>
                    <a:pt x="10300" y="10308"/>
                    <a:pt x="8866" y="5746"/>
                    <a:pt x="7604" y="4709"/>
                  </a:cubicBezTo>
                  <a:cubicBezTo>
                    <a:pt x="7397" y="4536"/>
                    <a:pt x="6809" y="4571"/>
                    <a:pt x="7016" y="4139"/>
                  </a:cubicBezTo>
                  <a:cubicBezTo>
                    <a:pt x="7082" y="4008"/>
                    <a:pt x="7166" y="3963"/>
                    <a:pt x="7262" y="3963"/>
                  </a:cubicBezTo>
                  <a:cubicBezTo>
                    <a:pt x="7468" y="3963"/>
                    <a:pt x="7725" y="4173"/>
                    <a:pt x="7950" y="4173"/>
                  </a:cubicBezTo>
                  <a:cubicBezTo>
                    <a:pt x="7979" y="4174"/>
                    <a:pt x="8009" y="4175"/>
                    <a:pt x="8039" y="4175"/>
                  </a:cubicBezTo>
                  <a:cubicBezTo>
                    <a:pt x="9008" y="4175"/>
                    <a:pt x="9913" y="3634"/>
                    <a:pt x="10265" y="2946"/>
                  </a:cubicBezTo>
                  <a:cubicBezTo>
                    <a:pt x="10697" y="2117"/>
                    <a:pt x="9695" y="1667"/>
                    <a:pt x="8987" y="1581"/>
                  </a:cubicBezTo>
                  <a:cubicBezTo>
                    <a:pt x="7811" y="1443"/>
                    <a:pt x="6930" y="786"/>
                    <a:pt x="5962" y="250"/>
                  </a:cubicBezTo>
                  <a:cubicBezTo>
                    <a:pt x="5704" y="111"/>
                    <a:pt x="5235" y="1"/>
                    <a:pt x="49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38"/>
            <p:cNvSpPr/>
            <p:nvPr/>
          </p:nvSpPr>
          <p:spPr>
            <a:xfrm>
              <a:off x="6901875" y="4220725"/>
              <a:ext cx="468775" cy="354550"/>
            </a:xfrm>
            <a:custGeom>
              <a:rect b="b" l="l" r="r" t="t"/>
              <a:pathLst>
                <a:path extrusionOk="0" h="14182" w="18751">
                  <a:moveTo>
                    <a:pt x="15666" y="0"/>
                  </a:moveTo>
                  <a:cubicBezTo>
                    <a:pt x="15588" y="0"/>
                    <a:pt x="15504" y="9"/>
                    <a:pt x="15415" y="28"/>
                  </a:cubicBezTo>
                  <a:cubicBezTo>
                    <a:pt x="14690" y="184"/>
                    <a:pt x="14759" y="772"/>
                    <a:pt x="14897" y="1290"/>
                  </a:cubicBezTo>
                  <a:cubicBezTo>
                    <a:pt x="15294" y="2845"/>
                    <a:pt x="14880" y="4038"/>
                    <a:pt x="13463" y="4850"/>
                  </a:cubicBezTo>
                  <a:cubicBezTo>
                    <a:pt x="13013" y="5109"/>
                    <a:pt x="12823" y="5472"/>
                    <a:pt x="13065" y="5991"/>
                  </a:cubicBezTo>
                  <a:cubicBezTo>
                    <a:pt x="13324" y="6578"/>
                    <a:pt x="12823" y="6803"/>
                    <a:pt x="12512" y="7097"/>
                  </a:cubicBezTo>
                  <a:cubicBezTo>
                    <a:pt x="12410" y="7191"/>
                    <a:pt x="12303" y="7233"/>
                    <a:pt x="12200" y="7233"/>
                  </a:cubicBezTo>
                  <a:cubicBezTo>
                    <a:pt x="12041" y="7233"/>
                    <a:pt x="11891" y="7133"/>
                    <a:pt x="11786" y="6976"/>
                  </a:cubicBezTo>
                  <a:cubicBezTo>
                    <a:pt x="11531" y="6610"/>
                    <a:pt x="11284" y="6477"/>
                    <a:pt x="11039" y="6477"/>
                  </a:cubicBezTo>
                  <a:cubicBezTo>
                    <a:pt x="10705" y="6477"/>
                    <a:pt x="10373" y="6726"/>
                    <a:pt x="10024" y="6976"/>
                  </a:cubicBezTo>
                  <a:cubicBezTo>
                    <a:pt x="8797" y="7891"/>
                    <a:pt x="7811" y="9188"/>
                    <a:pt x="6308" y="9637"/>
                  </a:cubicBezTo>
                  <a:cubicBezTo>
                    <a:pt x="4303" y="10242"/>
                    <a:pt x="2696" y="11572"/>
                    <a:pt x="812" y="12385"/>
                  </a:cubicBezTo>
                  <a:cubicBezTo>
                    <a:pt x="242" y="12627"/>
                    <a:pt x="0" y="13214"/>
                    <a:pt x="692" y="13577"/>
                  </a:cubicBezTo>
                  <a:cubicBezTo>
                    <a:pt x="1262" y="13888"/>
                    <a:pt x="1936" y="13992"/>
                    <a:pt x="2610" y="14182"/>
                  </a:cubicBezTo>
                  <a:cubicBezTo>
                    <a:pt x="3819" y="13854"/>
                    <a:pt x="4943" y="13249"/>
                    <a:pt x="5893" y="12436"/>
                  </a:cubicBezTo>
                  <a:cubicBezTo>
                    <a:pt x="7829" y="10743"/>
                    <a:pt x="10144" y="9447"/>
                    <a:pt x="12357" y="8496"/>
                  </a:cubicBezTo>
                  <a:cubicBezTo>
                    <a:pt x="14396" y="7615"/>
                    <a:pt x="15847" y="6042"/>
                    <a:pt x="17817" y="5213"/>
                  </a:cubicBezTo>
                  <a:cubicBezTo>
                    <a:pt x="18301" y="4988"/>
                    <a:pt x="18751" y="4452"/>
                    <a:pt x="18612" y="3848"/>
                  </a:cubicBezTo>
                  <a:cubicBezTo>
                    <a:pt x="18539" y="3538"/>
                    <a:pt x="18402" y="3442"/>
                    <a:pt x="18239" y="3442"/>
                  </a:cubicBezTo>
                  <a:cubicBezTo>
                    <a:pt x="18019" y="3442"/>
                    <a:pt x="17752" y="3615"/>
                    <a:pt x="17524" y="3675"/>
                  </a:cubicBezTo>
                  <a:cubicBezTo>
                    <a:pt x="17487" y="3682"/>
                    <a:pt x="17451" y="3686"/>
                    <a:pt x="17417" y="3686"/>
                  </a:cubicBezTo>
                  <a:cubicBezTo>
                    <a:pt x="17207" y="3686"/>
                    <a:pt x="17050" y="3554"/>
                    <a:pt x="17109" y="3346"/>
                  </a:cubicBezTo>
                  <a:cubicBezTo>
                    <a:pt x="17385" y="2431"/>
                    <a:pt x="16625" y="1791"/>
                    <a:pt x="16556" y="962"/>
                  </a:cubicBezTo>
                  <a:cubicBezTo>
                    <a:pt x="16526" y="461"/>
                    <a:pt x="16229" y="0"/>
                    <a:pt x="156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38"/>
            <p:cNvSpPr/>
            <p:nvPr/>
          </p:nvSpPr>
          <p:spPr>
            <a:xfrm>
              <a:off x="6306100" y="2654825"/>
              <a:ext cx="232875" cy="385425"/>
            </a:xfrm>
            <a:custGeom>
              <a:rect b="b" l="l" r="r" t="t"/>
              <a:pathLst>
                <a:path extrusionOk="0" h="15417" w="9315">
                  <a:moveTo>
                    <a:pt x="6907" y="9941"/>
                  </a:moveTo>
                  <a:cubicBezTo>
                    <a:pt x="6738" y="10523"/>
                    <a:pt x="6645" y="11167"/>
                    <a:pt x="5910" y="11304"/>
                  </a:cubicBezTo>
                  <a:cubicBezTo>
                    <a:pt x="5905" y="11305"/>
                    <a:pt x="5899" y="11305"/>
                    <a:pt x="5892" y="11305"/>
                  </a:cubicBezTo>
                  <a:cubicBezTo>
                    <a:pt x="5767" y="11305"/>
                    <a:pt x="5547" y="11146"/>
                    <a:pt x="5547" y="11097"/>
                  </a:cubicBezTo>
                  <a:cubicBezTo>
                    <a:pt x="5616" y="10270"/>
                    <a:pt x="6304" y="10147"/>
                    <a:pt x="6907" y="9941"/>
                  </a:cubicBezTo>
                  <a:close/>
                  <a:moveTo>
                    <a:pt x="2345" y="1"/>
                  </a:moveTo>
                  <a:cubicBezTo>
                    <a:pt x="2049" y="1"/>
                    <a:pt x="1708" y="93"/>
                    <a:pt x="1419" y="93"/>
                  </a:cubicBezTo>
                  <a:cubicBezTo>
                    <a:pt x="1383" y="93"/>
                    <a:pt x="1348" y="92"/>
                    <a:pt x="1313" y="88"/>
                  </a:cubicBezTo>
                  <a:cubicBezTo>
                    <a:pt x="1306" y="88"/>
                    <a:pt x="1299" y="88"/>
                    <a:pt x="1292" y="88"/>
                  </a:cubicBezTo>
                  <a:cubicBezTo>
                    <a:pt x="885" y="88"/>
                    <a:pt x="504" y="561"/>
                    <a:pt x="639" y="883"/>
                  </a:cubicBezTo>
                  <a:cubicBezTo>
                    <a:pt x="1244" y="2283"/>
                    <a:pt x="0" y="3977"/>
                    <a:pt x="1348" y="5273"/>
                  </a:cubicBezTo>
                  <a:cubicBezTo>
                    <a:pt x="1538" y="5446"/>
                    <a:pt x="1383" y="5964"/>
                    <a:pt x="1538" y="6241"/>
                  </a:cubicBezTo>
                  <a:cubicBezTo>
                    <a:pt x="1851" y="6738"/>
                    <a:pt x="1941" y="7889"/>
                    <a:pt x="2501" y="7889"/>
                  </a:cubicBezTo>
                  <a:cubicBezTo>
                    <a:pt x="2623" y="7889"/>
                    <a:pt x="2766" y="7836"/>
                    <a:pt x="2938" y="7710"/>
                  </a:cubicBezTo>
                  <a:cubicBezTo>
                    <a:pt x="3345" y="7411"/>
                    <a:pt x="3664" y="7306"/>
                    <a:pt x="3951" y="7306"/>
                  </a:cubicBezTo>
                  <a:cubicBezTo>
                    <a:pt x="4345" y="7306"/>
                    <a:pt x="4678" y="7505"/>
                    <a:pt x="5098" y="7675"/>
                  </a:cubicBezTo>
                  <a:cubicBezTo>
                    <a:pt x="5375" y="7796"/>
                    <a:pt x="5651" y="7848"/>
                    <a:pt x="5668" y="8176"/>
                  </a:cubicBezTo>
                  <a:cubicBezTo>
                    <a:pt x="5668" y="8297"/>
                    <a:pt x="5547" y="8401"/>
                    <a:pt x="5478" y="8504"/>
                  </a:cubicBezTo>
                  <a:cubicBezTo>
                    <a:pt x="5288" y="8384"/>
                    <a:pt x="5098" y="8263"/>
                    <a:pt x="4908" y="8107"/>
                  </a:cubicBezTo>
                  <a:cubicBezTo>
                    <a:pt x="4670" y="7869"/>
                    <a:pt x="4349" y="7740"/>
                    <a:pt x="4020" y="7740"/>
                  </a:cubicBezTo>
                  <a:cubicBezTo>
                    <a:pt x="3895" y="7740"/>
                    <a:pt x="3770" y="7758"/>
                    <a:pt x="3646" y="7796"/>
                  </a:cubicBezTo>
                  <a:cubicBezTo>
                    <a:pt x="3059" y="7951"/>
                    <a:pt x="3284" y="8470"/>
                    <a:pt x="3249" y="8850"/>
                  </a:cubicBezTo>
                  <a:cubicBezTo>
                    <a:pt x="3180" y="10008"/>
                    <a:pt x="4701" y="11270"/>
                    <a:pt x="4580" y="11408"/>
                  </a:cubicBezTo>
                  <a:cubicBezTo>
                    <a:pt x="3042" y="13170"/>
                    <a:pt x="4251" y="13205"/>
                    <a:pt x="5599" y="13758"/>
                  </a:cubicBezTo>
                  <a:cubicBezTo>
                    <a:pt x="6014" y="13948"/>
                    <a:pt x="6429" y="15244"/>
                    <a:pt x="7379" y="15400"/>
                  </a:cubicBezTo>
                  <a:cubicBezTo>
                    <a:pt x="7454" y="15411"/>
                    <a:pt x="7523" y="15417"/>
                    <a:pt x="7586" y="15417"/>
                  </a:cubicBezTo>
                  <a:cubicBezTo>
                    <a:pt x="8462" y="15417"/>
                    <a:pt x="8316" y="14362"/>
                    <a:pt x="8606" y="13879"/>
                  </a:cubicBezTo>
                  <a:cubicBezTo>
                    <a:pt x="9315" y="12687"/>
                    <a:pt x="8554" y="11529"/>
                    <a:pt x="8105" y="10423"/>
                  </a:cubicBezTo>
                  <a:cubicBezTo>
                    <a:pt x="7967" y="10058"/>
                    <a:pt x="7709" y="9812"/>
                    <a:pt x="7353" y="9812"/>
                  </a:cubicBezTo>
                  <a:cubicBezTo>
                    <a:pt x="7222" y="9812"/>
                    <a:pt x="7078" y="9845"/>
                    <a:pt x="6922" y="9917"/>
                  </a:cubicBezTo>
                  <a:lnTo>
                    <a:pt x="6922" y="9917"/>
                  </a:lnTo>
                  <a:cubicBezTo>
                    <a:pt x="7290" y="9072"/>
                    <a:pt x="8114" y="7913"/>
                    <a:pt x="7103" y="7433"/>
                  </a:cubicBezTo>
                  <a:cubicBezTo>
                    <a:pt x="5789" y="6828"/>
                    <a:pt x="5530" y="5048"/>
                    <a:pt x="3854" y="4927"/>
                  </a:cubicBezTo>
                  <a:cubicBezTo>
                    <a:pt x="3335" y="4893"/>
                    <a:pt x="2886" y="4167"/>
                    <a:pt x="3318" y="3424"/>
                  </a:cubicBezTo>
                  <a:cubicBezTo>
                    <a:pt x="3975" y="2318"/>
                    <a:pt x="3353" y="1298"/>
                    <a:pt x="2955" y="348"/>
                  </a:cubicBezTo>
                  <a:cubicBezTo>
                    <a:pt x="2833" y="73"/>
                    <a:pt x="2607" y="1"/>
                    <a:pt x="234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38"/>
            <p:cNvSpPr/>
            <p:nvPr/>
          </p:nvSpPr>
          <p:spPr>
            <a:xfrm>
              <a:off x="6139750" y="3178550"/>
              <a:ext cx="185375" cy="227425"/>
            </a:xfrm>
            <a:custGeom>
              <a:rect b="b" l="l" r="r" t="t"/>
              <a:pathLst>
                <a:path extrusionOk="0" h="9097" w="7415">
                  <a:moveTo>
                    <a:pt x="6576" y="0"/>
                  </a:moveTo>
                  <a:cubicBezTo>
                    <a:pt x="6440" y="0"/>
                    <a:pt x="6314" y="46"/>
                    <a:pt x="6222" y="154"/>
                  </a:cubicBezTo>
                  <a:cubicBezTo>
                    <a:pt x="5928" y="483"/>
                    <a:pt x="5611" y="592"/>
                    <a:pt x="5290" y="592"/>
                  </a:cubicBezTo>
                  <a:cubicBezTo>
                    <a:pt x="4988" y="592"/>
                    <a:pt x="4683" y="496"/>
                    <a:pt x="4390" y="396"/>
                  </a:cubicBezTo>
                  <a:cubicBezTo>
                    <a:pt x="3964" y="242"/>
                    <a:pt x="3597" y="173"/>
                    <a:pt x="3279" y="173"/>
                  </a:cubicBezTo>
                  <a:cubicBezTo>
                    <a:pt x="1986" y="173"/>
                    <a:pt x="1492" y="1318"/>
                    <a:pt x="1020" y="2608"/>
                  </a:cubicBezTo>
                  <a:cubicBezTo>
                    <a:pt x="364" y="4353"/>
                    <a:pt x="1" y="6064"/>
                    <a:pt x="796" y="7360"/>
                  </a:cubicBezTo>
                  <a:cubicBezTo>
                    <a:pt x="847" y="8362"/>
                    <a:pt x="761" y="8984"/>
                    <a:pt x="1470" y="9088"/>
                  </a:cubicBezTo>
                  <a:cubicBezTo>
                    <a:pt x="1519" y="9094"/>
                    <a:pt x="1568" y="9097"/>
                    <a:pt x="1614" y="9097"/>
                  </a:cubicBezTo>
                  <a:cubicBezTo>
                    <a:pt x="2117" y="9097"/>
                    <a:pt x="2435" y="8762"/>
                    <a:pt x="2593" y="8224"/>
                  </a:cubicBezTo>
                  <a:cubicBezTo>
                    <a:pt x="2634" y="8075"/>
                    <a:pt x="2578" y="7743"/>
                    <a:pt x="2746" y="7743"/>
                  </a:cubicBezTo>
                  <a:cubicBezTo>
                    <a:pt x="2792" y="7743"/>
                    <a:pt x="2854" y="7768"/>
                    <a:pt x="2938" y="7827"/>
                  </a:cubicBezTo>
                  <a:cubicBezTo>
                    <a:pt x="3173" y="7995"/>
                    <a:pt x="3380" y="8062"/>
                    <a:pt x="3567" y="8062"/>
                  </a:cubicBezTo>
                  <a:cubicBezTo>
                    <a:pt x="4013" y="8062"/>
                    <a:pt x="4340" y="7677"/>
                    <a:pt x="4632" y="7360"/>
                  </a:cubicBezTo>
                  <a:cubicBezTo>
                    <a:pt x="5116" y="6842"/>
                    <a:pt x="4563" y="6358"/>
                    <a:pt x="4373" y="5839"/>
                  </a:cubicBezTo>
                  <a:cubicBezTo>
                    <a:pt x="4183" y="5321"/>
                    <a:pt x="3491" y="4750"/>
                    <a:pt x="4442" y="4249"/>
                  </a:cubicBezTo>
                  <a:cubicBezTo>
                    <a:pt x="4943" y="3990"/>
                    <a:pt x="5790" y="3852"/>
                    <a:pt x="5427" y="3057"/>
                  </a:cubicBezTo>
                  <a:cubicBezTo>
                    <a:pt x="5274" y="2713"/>
                    <a:pt x="5030" y="2616"/>
                    <a:pt x="4752" y="2616"/>
                  </a:cubicBezTo>
                  <a:cubicBezTo>
                    <a:pt x="4400" y="2616"/>
                    <a:pt x="3994" y="2771"/>
                    <a:pt x="3647" y="2780"/>
                  </a:cubicBezTo>
                  <a:cubicBezTo>
                    <a:pt x="3388" y="2815"/>
                    <a:pt x="3129" y="2850"/>
                    <a:pt x="2887" y="2919"/>
                  </a:cubicBezTo>
                  <a:cubicBezTo>
                    <a:pt x="2887" y="2746"/>
                    <a:pt x="2800" y="2487"/>
                    <a:pt x="2887" y="2435"/>
                  </a:cubicBezTo>
                  <a:cubicBezTo>
                    <a:pt x="3111" y="2262"/>
                    <a:pt x="3405" y="2037"/>
                    <a:pt x="3664" y="2037"/>
                  </a:cubicBezTo>
                  <a:cubicBezTo>
                    <a:pt x="4321" y="2055"/>
                    <a:pt x="4995" y="2262"/>
                    <a:pt x="5634" y="2262"/>
                  </a:cubicBezTo>
                  <a:cubicBezTo>
                    <a:pt x="6481" y="2262"/>
                    <a:pt x="6861" y="1553"/>
                    <a:pt x="7242" y="931"/>
                  </a:cubicBezTo>
                  <a:cubicBezTo>
                    <a:pt x="7414" y="689"/>
                    <a:pt x="7328" y="344"/>
                    <a:pt x="7086" y="188"/>
                  </a:cubicBezTo>
                  <a:cubicBezTo>
                    <a:pt x="6932" y="73"/>
                    <a:pt x="6746" y="0"/>
                    <a:pt x="65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38"/>
            <p:cNvSpPr/>
            <p:nvPr/>
          </p:nvSpPr>
          <p:spPr>
            <a:xfrm>
              <a:off x="4320000" y="1079225"/>
              <a:ext cx="260125" cy="163000"/>
            </a:xfrm>
            <a:custGeom>
              <a:rect b="b" l="l" r="r" t="t"/>
              <a:pathLst>
                <a:path extrusionOk="0" h="6520" w="10405">
                  <a:moveTo>
                    <a:pt x="8970" y="1"/>
                  </a:moveTo>
                  <a:cubicBezTo>
                    <a:pt x="6620" y="778"/>
                    <a:pt x="3786" y="294"/>
                    <a:pt x="1764" y="2576"/>
                  </a:cubicBezTo>
                  <a:cubicBezTo>
                    <a:pt x="502" y="3993"/>
                    <a:pt x="1" y="5410"/>
                    <a:pt x="1038" y="5876"/>
                  </a:cubicBezTo>
                  <a:cubicBezTo>
                    <a:pt x="2057" y="6274"/>
                    <a:pt x="3146" y="6499"/>
                    <a:pt x="4252" y="6516"/>
                  </a:cubicBezTo>
                  <a:cubicBezTo>
                    <a:pt x="4303" y="6518"/>
                    <a:pt x="4355" y="6520"/>
                    <a:pt x="4406" y="6520"/>
                  </a:cubicBezTo>
                  <a:cubicBezTo>
                    <a:pt x="4717" y="6520"/>
                    <a:pt x="5012" y="6455"/>
                    <a:pt x="5116" y="6084"/>
                  </a:cubicBezTo>
                  <a:cubicBezTo>
                    <a:pt x="5237" y="5652"/>
                    <a:pt x="4892" y="5479"/>
                    <a:pt x="4563" y="5323"/>
                  </a:cubicBezTo>
                  <a:cubicBezTo>
                    <a:pt x="3094" y="4598"/>
                    <a:pt x="3630" y="3924"/>
                    <a:pt x="4598" y="3198"/>
                  </a:cubicBezTo>
                  <a:cubicBezTo>
                    <a:pt x="5980" y="2144"/>
                    <a:pt x="7726" y="2126"/>
                    <a:pt x="9264" y="1487"/>
                  </a:cubicBezTo>
                  <a:cubicBezTo>
                    <a:pt x="9696" y="1331"/>
                    <a:pt x="10404" y="1556"/>
                    <a:pt x="10352" y="796"/>
                  </a:cubicBezTo>
                  <a:cubicBezTo>
                    <a:pt x="10301" y="35"/>
                    <a:pt x="9627" y="70"/>
                    <a:pt x="897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38"/>
            <p:cNvSpPr/>
            <p:nvPr/>
          </p:nvSpPr>
          <p:spPr>
            <a:xfrm>
              <a:off x="3605850" y="1017225"/>
              <a:ext cx="246275" cy="88775"/>
            </a:xfrm>
            <a:custGeom>
              <a:rect b="b" l="l" r="r" t="t"/>
              <a:pathLst>
                <a:path extrusionOk="0" h="3551" w="9851">
                  <a:moveTo>
                    <a:pt x="3896" y="1"/>
                  </a:moveTo>
                  <a:cubicBezTo>
                    <a:pt x="2951" y="1"/>
                    <a:pt x="1998" y="113"/>
                    <a:pt x="1055" y="130"/>
                  </a:cubicBezTo>
                  <a:cubicBezTo>
                    <a:pt x="674" y="130"/>
                    <a:pt x="260" y="217"/>
                    <a:pt x="121" y="649"/>
                  </a:cubicBezTo>
                  <a:cubicBezTo>
                    <a:pt x="0" y="1046"/>
                    <a:pt x="173" y="1461"/>
                    <a:pt x="536" y="1651"/>
                  </a:cubicBezTo>
                  <a:cubicBezTo>
                    <a:pt x="1487" y="2256"/>
                    <a:pt x="2489" y="2792"/>
                    <a:pt x="3474" y="3345"/>
                  </a:cubicBezTo>
                  <a:cubicBezTo>
                    <a:pt x="3715" y="3472"/>
                    <a:pt x="3939" y="3551"/>
                    <a:pt x="4149" y="3551"/>
                  </a:cubicBezTo>
                  <a:cubicBezTo>
                    <a:pt x="4450" y="3551"/>
                    <a:pt x="4723" y="3389"/>
                    <a:pt x="4978" y="2982"/>
                  </a:cubicBezTo>
                  <a:cubicBezTo>
                    <a:pt x="5203" y="2650"/>
                    <a:pt x="5511" y="2104"/>
                    <a:pt x="5931" y="2104"/>
                  </a:cubicBezTo>
                  <a:cubicBezTo>
                    <a:pt x="6058" y="2104"/>
                    <a:pt x="6195" y="2153"/>
                    <a:pt x="6343" y="2273"/>
                  </a:cubicBezTo>
                  <a:cubicBezTo>
                    <a:pt x="6982" y="2809"/>
                    <a:pt x="7673" y="2826"/>
                    <a:pt x="8365" y="2895"/>
                  </a:cubicBezTo>
                  <a:cubicBezTo>
                    <a:pt x="8588" y="2920"/>
                    <a:pt x="8869" y="3004"/>
                    <a:pt x="9118" y="3004"/>
                  </a:cubicBezTo>
                  <a:cubicBezTo>
                    <a:pt x="9390" y="3004"/>
                    <a:pt x="9623" y="2904"/>
                    <a:pt x="9695" y="2515"/>
                  </a:cubicBezTo>
                  <a:cubicBezTo>
                    <a:pt x="9851" y="1789"/>
                    <a:pt x="9142" y="1668"/>
                    <a:pt x="8641" y="1478"/>
                  </a:cubicBezTo>
                  <a:lnTo>
                    <a:pt x="6585" y="493"/>
                  </a:lnTo>
                  <a:cubicBezTo>
                    <a:pt x="5704" y="104"/>
                    <a:pt x="4803" y="1"/>
                    <a:pt x="389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38"/>
            <p:cNvSpPr/>
            <p:nvPr/>
          </p:nvSpPr>
          <p:spPr>
            <a:xfrm>
              <a:off x="3161275" y="1612775"/>
              <a:ext cx="115825" cy="115825"/>
            </a:xfrm>
            <a:custGeom>
              <a:rect b="b" l="l" r="r" t="t"/>
              <a:pathLst>
                <a:path extrusionOk="0" h="4633" w="4633">
                  <a:moveTo>
                    <a:pt x="2966" y="1"/>
                  </a:moveTo>
                  <a:cubicBezTo>
                    <a:pt x="2951" y="1"/>
                    <a:pt x="2936" y="1"/>
                    <a:pt x="2921" y="1"/>
                  </a:cubicBezTo>
                  <a:cubicBezTo>
                    <a:pt x="1729" y="36"/>
                    <a:pt x="1" y="2421"/>
                    <a:pt x="139" y="3803"/>
                  </a:cubicBezTo>
                  <a:cubicBezTo>
                    <a:pt x="139" y="4252"/>
                    <a:pt x="502" y="4615"/>
                    <a:pt x="951" y="4633"/>
                  </a:cubicBezTo>
                  <a:cubicBezTo>
                    <a:pt x="2956" y="4581"/>
                    <a:pt x="4632" y="3026"/>
                    <a:pt x="4529" y="1297"/>
                  </a:cubicBezTo>
                  <a:cubicBezTo>
                    <a:pt x="4478" y="482"/>
                    <a:pt x="3809" y="1"/>
                    <a:pt x="29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38"/>
            <p:cNvSpPr/>
            <p:nvPr/>
          </p:nvSpPr>
          <p:spPr>
            <a:xfrm>
              <a:off x="6082850" y="3458350"/>
              <a:ext cx="215350" cy="82375"/>
            </a:xfrm>
            <a:custGeom>
              <a:rect b="b" l="l" r="r" t="t"/>
              <a:pathLst>
                <a:path extrusionOk="0" h="3295" w="8614">
                  <a:moveTo>
                    <a:pt x="8412" y="834"/>
                  </a:moveTo>
                  <a:lnTo>
                    <a:pt x="8412" y="834"/>
                  </a:lnTo>
                  <a:cubicBezTo>
                    <a:pt x="8408" y="835"/>
                    <a:pt x="8404" y="836"/>
                    <a:pt x="8401" y="837"/>
                  </a:cubicBezTo>
                  <a:lnTo>
                    <a:pt x="8401" y="837"/>
                  </a:lnTo>
                  <a:cubicBezTo>
                    <a:pt x="8399" y="842"/>
                    <a:pt x="8396" y="846"/>
                    <a:pt x="8394" y="851"/>
                  </a:cubicBezTo>
                  <a:lnTo>
                    <a:pt x="8412" y="834"/>
                  </a:lnTo>
                  <a:close/>
                  <a:moveTo>
                    <a:pt x="6441" y="1"/>
                  </a:moveTo>
                  <a:cubicBezTo>
                    <a:pt x="5426" y="1"/>
                    <a:pt x="4424" y="103"/>
                    <a:pt x="3504" y="557"/>
                  </a:cubicBezTo>
                  <a:cubicBezTo>
                    <a:pt x="3268" y="683"/>
                    <a:pt x="3156" y="756"/>
                    <a:pt x="3064" y="756"/>
                  </a:cubicBezTo>
                  <a:cubicBezTo>
                    <a:pt x="2968" y="756"/>
                    <a:pt x="2895" y="675"/>
                    <a:pt x="2726" y="488"/>
                  </a:cubicBezTo>
                  <a:cubicBezTo>
                    <a:pt x="2440" y="160"/>
                    <a:pt x="2158" y="41"/>
                    <a:pt x="1882" y="41"/>
                  </a:cubicBezTo>
                  <a:cubicBezTo>
                    <a:pt x="1373" y="41"/>
                    <a:pt x="881" y="443"/>
                    <a:pt x="410" y="678"/>
                  </a:cubicBezTo>
                  <a:cubicBezTo>
                    <a:pt x="0" y="866"/>
                    <a:pt x="164" y="1612"/>
                    <a:pt x="452" y="1612"/>
                  </a:cubicBezTo>
                  <a:cubicBezTo>
                    <a:pt x="455" y="1612"/>
                    <a:pt x="459" y="1612"/>
                    <a:pt x="462" y="1612"/>
                  </a:cubicBezTo>
                  <a:cubicBezTo>
                    <a:pt x="518" y="1607"/>
                    <a:pt x="572" y="1605"/>
                    <a:pt x="625" y="1605"/>
                  </a:cubicBezTo>
                  <a:cubicBezTo>
                    <a:pt x="1895" y="1605"/>
                    <a:pt x="2508" y="2753"/>
                    <a:pt x="3504" y="3184"/>
                  </a:cubicBezTo>
                  <a:cubicBezTo>
                    <a:pt x="3665" y="3259"/>
                    <a:pt x="3818" y="3295"/>
                    <a:pt x="3955" y="3295"/>
                  </a:cubicBezTo>
                  <a:cubicBezTo>
                    <a:pt x="4389" y="3295"/>
                    <a:pt x="4667" y="2934"/>
                    <a:pt x="4575" y="2303"/>
                  </a:cubicBezTo>
                  <a:cubicBezTo>
                    <a:pt x="4523" y="1905"/>
                    <a:pt x="4541" y="1784"/>
                    <a:pt x="4973" y="1698"/>
                  </a:cubicBezTo>
                  <a:cubicBezTo>
                    <a:pt x="6127" y="1457"/>
                    <a:pt x="7264" y="1130"/>
                    <a:pt x="8401" y="837"/>
                  </a:cubicBezTo>
                  <a:lnTo>
                    <a:pt x="8401" y="837"/>
                  </a:lnTo>
                  <a:cubicBezTo>
                    <a:pt x="8535" y="525"/>
                    <a:pt x="8613" y="56"/>
                    <a:pt x="8256" y="56"/>
                  </a:cubicBezTo>
                  <a:cubicBezTo>
                    <a:pt x="7656" y="37"/>
                    <a:pt x="7046" y="1"/>
                    <a:pt x="64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38"/>
            <p:cNvSpPr/>
            <p:nvPr/>
          </p:nvSpPr>
          <p:spPr>
            <a:xfrm>
              <a:off x="5726825" y="1103850"/>
              <a:ext cx="262175" cy="54825"/>
            </a:xfrm>
            <a:custGeom>
              <a:rect b="b" l="l" r="r" t="t"/>
              <a:pathLst>
                <a:path extrusionOk="0" h="2193" w="10487">
                  <a:moveTo>
                    <a:pt x="2675" y="1"/>
                  </a:moveTo>
                  <a:cubicBezTo>
                    <a:pt x="2260" y="122"/>
                    <a:pt x="1984" y="208"/>
                    <a:pt x="1707" y="260"/>
                  </a:cubicBezTo>
                  <a:cubicBezTo>
                    <a:pt x="1625" y="276"/>
                    <a:pt x="1533" y="281"/>
                    <a:pt x="1436" y="281"/>
                  </a:cubicBezTo>
                  <a:cubicBezTo>
                    <a:pt x="1238" y="281"/>
                    <a:pt x="1018" y="259"/>
                    <a:pt x="814" y="259"/>
                  </a:cubicBezTo>
                  <a:cubicBezTo>
                    <a:pt x="370" y="259"/>
                    <a:pt x="1" y="367"/>
                    <a:pt x="83" y="1055"/>
                  </a:cubicBezTo>
                  <a:cubicBezTo>
                    <a:pt x="160" y="1671"/>
                    <a:pt x="629" y="1783"/>
                    <a:pt x="1147" y="1783"/>
                  </a:cubicBezTo>
                  <a:cubicBezTo>
                    <a:pt x="1443" y="1783"/>
                    <a:pt x="1754" y="1746"/>
                    <a:pt x="2018" y="1746"/>
                  </a:cubicBezTo>
                  <a:cubicBezTo>
                    <a:pt x="3176" y="1729"/>
                    <a:pt x="4334" y="1625"/>
                    <a:pt x="5488" y="1625"/>
                  </a:cubicBezTo>
                  <a:cubicBezTo>
                    <a:pt x="6641" y="1625"/>
                    <a:pt x="7790" y="1729"/>
                    <a:pt x="8931" y="2126"/>
                  </a:cubicBezTo>
                  <a:cubicBezTo>
                    <a:pt x="9064" y="2171"/>
                    <a:pt x="9201" y="2192"/>
                    <a:pt x="9336" y="2192"/>
                  </a:cubicBezTo>
                  <a:cubicBezTo>
                    <a:pt x="9780" y="2192"/>
                    <a:pt x="10194" y="1955"/>
                    <a:pt x="10314" y="1504"/>
                  </a:cubicBezTo>
                  <a:cubicBezTo>
                    <a:pt x="10486" y="813"/>
                    <a:pt x="9761" y="744"/>
                    <a:pt x="9294" y="606"/>
                  </a:cubicBezTo>
                  <a:cubicBezTo>
                    <a:pt x="8746" y="426"/>
                    <a:pt x="8189" y="370"/>
                    <a:pt x="7630" y="370"/>
                  </a:cubicBezTo>
                  <a:cubicBezTo>
                    <a:pt x="6715" y="370"/>
                    <a:pt x="5795" y="519"/>
                    <a:pt x="4900" y="519"/>
                  </a:cubicBezTo>
                  <a:cubicBezTo>
                    <a:pt x="4133" y="519"/>
                    <a:pt x="3384" y="409"/>
                    <a:pt x="26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38"/>
            <p:cNvSpPr/>
            <p:nvPr/>
          </p:nvSpPr>
          <p:spPr>
            <a:xfrm>
              <a:off x="6497925" y="4391525"/>
              <a:ext cx="125725" cy="97375"/>
            </a:xfrm>
            <a:custGeom>
              <a:rect b="b" l="l" r="r" t="t"/>
              <a:pathLst>
                <a:path extrusionOk="0" h="3895" w="5029">
                  <a:moveTo>
                    <a:pt x="4062" y="0"/>
                  </a:moveTo>
                  <a:cubicBezTo>
                    <a:pt x="3557" y="0"/>
                    <a:pt x="2937" y="491"/>
                    <a:pt x="2445" y="491"/>
                  </a:cubicBezTo>
                  <a:cubicBezTo>
                    <a:pt x="2234" y="491"/>
                    <a:pt x="2046" y="401"/>
                    <a:pt x="1901" y="144"/>
                  </a:cubicBezTo>
                  <a:cubicBezTo>
                    <a:pt x="0" y="403"/>
                    <a:pt x="570" y="1975"/>
                    <a:pt x="225" y="2960"/>
                  </a:cubicBezTo>
                  <a:cubicBezTo>
                    <a:pt x="38" y="3485"/>
                    <a:pt x="566" y="3894"/>
                    <a:pt x="1172" y="3894"/>
                  </a:cubicBezTo>
                  <a:cubicBezTo>
                    <a:pt x="1185" y="3894"/>
                    <a:pt x="1197" y="3894"/>
                    <a:pt x="1210" y="3894"/>
                  </a:cubicBezTo>
                  <a:cubicBezTo>
                    <a:pt x="2298" y="3876"/>
                    <a:pt x="5029" y="1630"/>
                    <a:pt x="4804" y="783"/>
                  </a:cubicBezTo>
                  <a:cubicBezTo>
                    <a:pt x="4638" y="185"/>
                    <a:pt x="4372" y="0"/>
                    <a:pt x="406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38"/>
            <p:cNvSpPr/>
            <p:nvPr/>
          </p:nvSpPr>
          <p:spPr>
            <a:xfrm>
              <a:off x="5334875" y="2906300"/>
              <a:ext cx="82100" cy="128050"/>
            </a:xfrm>
            <a:custGeom>
              <a:rect b="b" l="l" r="r" t="t"/>
              <a:pathLst>
                <a:path extrusionOk="0" h="5122" w="3284">
                  <a:moveTo>
                    <a:pt x="519" y="1"/>
                  </a:moveTo>
                  <a:lnTo>
                    <a:pt x="380" y="139"/>
                  </a:lnTo>
                  <a:cubicBezTo>
                    <a:pt x="104" y="1452"/>
                    <a:pt x="0" y="2766"/>
                    <a:pt x="380" y="4062"/>
                  </a:cubicBezTo>
                  <a:cubicBezTo>
                    <a:pt x="534" y="4660"/>
                    <a:pt x="796" y="5122"/>
                    <a:pt x="1420" y="5122"/>
                  </a:cubicBezTo>
                  <a:cubicBezTo>
                    <a:pt x="1500" y="5122"/>
                    <a:pt x="1585" y="5114"/>
                    <a:pt x="1676" y="5099"/>
                  </a:cubicBezTo>
                  <a:cubicBezTo>
                    <a:pt x="2471" y="4978"/>
                    <a:pt x="3284" y="4408"/>
                    <a:pt x="3111" y="3734"/>
                  </a:cubicBezTo>
                  <a:cubicBezTo>
                    <a:pt x="2748" y="2213"/>
                    <a:pt x="2108" y="744"/>
                    <a:pt x="5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38"/>
            <p:cNvSpPr/>
            <p:nvPr/>
          </p:nvSpPr>
          <p:spPr>
            <a:xfrm>
              <a:off x="4869125" y="997550"/>
              <a:ext cx="160750" cy="66150"/>
            </a:xfrm>
            <a:custGeom>
              <a:rect b="b" l="l" r="r" t="t"/>
              <a:pathLst>
                <a:path extrusionOk="0" h="2646" w="6430">
                  <a:moveTo>
                    <a:pt x="1040" y="1"/>
                  </a:moveTo>
                  <a:cubicBezTo>
                    <a:pt x="589" y="1"/>
                    <a:pt x="239" y="358"/>
                    <a:pt x="104" y="814"/>
                  </a:cubicBezTo>
                  <a:cubicBezTo>
                    <a:pt x="1" y="1108"/>
                    <a:pt x="191" y="1419"/>
                    <a:pt x="502" y="1470"/>
                  </a:cubicBezTo>
                  <a:cubicBezTo>
                    <a:pt x="1971" y="1885"/>
                    <a:pt x="3440" y="2283"/>
                    <a:pt x="4736" y="2646"/>
                  </a:cubicBezTo>
                  <a:cubicBezTo>
                    <a:pt x="5427" y="2611"/>
                    <a:pt x="5928" y="2611"/>
                    <a:pt x="6239" y="2127"/>
                  </a:cubicBezTo>
                  <a:cubicBezTo>
                    <a:pt x="6429" y="1851"/>
                    <a:pt x="6308" y="1470"/>
                    <a:pt x="6066" y="1419"/>
                  </a:cubicBezTo>
                  <a:cubicBezTo>
                    <a:pt x="4373" y="1021"/>
                    <a:pt x="2852" y="36"/>
                    <a:pt x="1072" y="2"/>
                  </a:cubicBezTo>
                  <a:cubicBezTo>
                    <a:pt x="1061" y="1"/>
                    <a:pt x="1051" y="1"/>
                    <a:pt x="10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38"/>
            <p:cNvSpPr/>
            <p:nvPr/>
          </p:nvSpPr>
          <p:spPr>
            <a:xfrm>
              <a:off x="3763550" y="998475"/>
              <a:ext cx="117975" cy="55725"/>
            </a:xfrm>
            <a:custGeom>
              <a:rect b="b" l="l" r="r" t="t"/>
              <a:pathLst>
                <a:path extrusionOk="0" h="2229" w="4719">
                  <a:moveTo>
                    <a:pt x="747" y="0"/>
                  </a:moveTo>
                  <a:cubicBezTo>
                    <a:pt x="407" y="0"/>
                    <a:pt x="65" y="161"/>
                    <a:pt x="18" y="690"/>
                  </a:cubicBezTo>
                  <a:cubicBezTo>
                    <a:pt x="0" y="863"/>
                    <a:pt x="190" y="1053"/>
                    <a:pt x="277" y="1243"/>
                  </a:cubicBezTo>
                  <a:lnTo>
                    <a:pt x="2333" y="2228"/>
                  </a:lnTo>
                  <a:cubicBezTo>
                    <a:pt x="2437" y="2220"/>
                    <a:pt x="2541" y="2220"/>
                    <a:pt x="2644" y="2220"/>
                  </a:cubicBezTo>
                  <a:cubicBezTo>
                    <a:pt x="2748" y="2220"/>
                    <a:pt x="2852" y="2220"/>
                    <a:pt x="2955" y="2211"/>
                  </a:cubicBezTo>
                  <a:cubicBezTo>
                    <a:pt x="3647" y="2142"/>
                    <a:pt x="4718" y="2090"/>
                    <a:pt x="4511" y="1261"/>
                  </a:cubicBezTo>
                  <a:cubicBezTo>
                    <a:pt x="4255" y="308"/>
                    <a:pt x="3582" y="187"/>
                    <a:pt x="2842" y="187"/>
                  </a:cubicBezTo>
                  <a:cubicBezTo>
                    <a:pt x="2589" y="187"/>
                    <a:pt x="2328" y="201"/>
                    <a:pt x="2074" y="201"/>
                  </a:cubicBezTo>
                  <a:cubicBezTo>
                    <a:pt x="1762" y="201"/>
                    <a:pt x="1460" y="180"/>
                    <a:pt x="1193" y="85"/>
                  </a:cubicBezTo>
                  <a:cubicBezTo>
                    <a:pt x="1066" y="36"/>
                    <a:pt x="907" y="0"/>
                    <a:pt x="7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38"/>
            <p:cNvSpPr/>
            <p:nvPr/>
          </p:nvSpPr>
          <p:spPr>
            <a:xfrm>
              <a:off x="6244750" y="3463175"/>
              <a:ext cx="127900" cy="76650"/>
            </a:xfrm>
            <a:custGeom>
              <a:rect b="b" l="l" r="r" t="t"/>
              <a:pathLst>
                <a:path extrusionOk="0" h="3066" w="5116">
                  <a:moveTo>
                    <a:pt x="4184" y="1"/>
                  </a:moveTo>
                  <a:cubicBezTo>
                    <a:pt x="4093" y="1"/>
                    <a:pt x="4000" y="13"/>
                    <a:pt x="3906" y="36"/>
                  </a:cubicBezTo>
                  <a:cubicBezTo>
                    <a:pt x="3232" y="209"/>
                    <a:pt x="2575" y="416"/>
                    <a:pt x="1918" y="641"/>
                  </a:cubicBezTo>
                  <a:lnTo>
                    <a:pt x="1936" y="641"/>
                  </a:lnTo>
                  <a:cubicBezTo>
                    <a:pt x="1659" y="848"/>
                    <a:pt x="1383" y="1038"/>
                    <a:pt x="1089" y="1194"/>
                  </a:cubicBezTo>
                  <a:cubicBezTo>
                    <a:pt x="432" y="1505"/>
                    <a:pt x="0" y="2093"/>
                    <a:pt x="311" y="2680"/>
                  </a:cubicBezTo>
                  <a:cubicBezTo>
                    <a:pt x="460" y="2964"/>
                    <a:pt x="650" y="3065"/>
                    <a:pt x="856" y="3065"/>
                  </a:cubicBezTo>
                  <a:cubicBezTo>
                    <a:pt x="1178" y="3065"/>
                    <a:pt x="1537" y="2818"/>
                    <a:pt x="1832" y="2628"/>
                  </a:cubicBezTo>
                  <a:cubicBezTo>
                    <a:pt x="2558" y="2093"/>
                    <a:pt x="3370" y="1695"/>
                    <a:pt x="4234" y="1436"/>
                  </a:cubicBezTo>
                  <a:cubicBezTo>
                    <a:pt x="4631" y="1332"/>
                    <a:pt x="5115" y="1108"/>
                    <a:pt x="4994" y="606"/>
                  </a:cubicBezTo>
                  <a:cubicBezTo>
                    <a:pt x="4883" y="203"/>
                    <a:pt x="4559" y="1"/>
                    <a:pt x="418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38"/>
            <p:cNvSpPr/>
            <p:nvPr/>
          </p:nvSpPr>
          <p:spPr>
            <a:xfrm>
              <a:off x="6286725" y="2464325"/>
              <a:ext cx="67775" cy="93850"/>
            </a:xfrm>
            <a:custGeom>
              <a:rect b="b" l="l" r="r" t="t"/>
              <a:pathLst>
                <a:path extrusionOk="0" h="3754" w="2711">
                  <a:moveTo>
                    <a:pt x="1532" y="0"/>
                  </a:moveTo>
                  <a:cubicBezTo>
                    <a:pt x="1516" y="0"/>
                    <a:pt x="1500" y="0"/>
                    <a:pt x="1484" y="1"/>
                  </a:cubicBezTo>
                  <a:cubicBezTo>
                    <a:pt x="187" y="53"/>
                    <a:pt x="239" y="1332"/>
                    <a:pt x="101" y="2265"/>
                  </a:cubicBezTo>
                  <a:cubicBezTo>
                    <a:pt x="1" y="3066"/>
                    <a:pt x="465" y="3754"/>
                    <a:pt x="1243" y="3754"/>
                  </a:cubicBezTo>
                  <a:cubicBezTo>
                    <a:pt x="1271" y="3754"/>
                    <a:pt x="1299" y="3753"/>
                    <a:pt x="1328" y="3751"/>
                  </a:cubicBezTo>
                  <a:cubicBezTo>
                    <a:pt x="2711" y="3682"/>
                    <a:pt x="1967" y="2403"/>
                    <a:pt x="2313" y="1815"/>
                  </a:cubicBezTo>
                  <a:cubicBezTo>
                    <a:pt x="2228" y="1050"/>
                    <a:pt x="2528" y="0"/>
                    <a:pt x="153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38"/>
            <p:cNvSpPr/>
            <p:nvPr/>
          </p:nvSpPr>
          <p:spPr>
            <a:xfrm>
              <a:off x="6279300" y="2861375"/>
              <a:ext cx="75625" cy="97275"/>
            </a:xfrm>
            <a:custGeom>
              <a:rect b="b" l="l" r="r" t="t"/>
              <a:pathLst>
                <a:path extrusionOk="0" h="3891" w="3025">
                  <a:moveTo>
                    <a:pt x="2403" y="1"/>
                  </a:moveTo>
                  <a:cubicBezTo>
                    <a:pt x="2178" y="1"/>
                    <a:pt x="1971" y="104"/>
                    <a:pt x="1850" y="277"/>
                  </a:cubicBezTo>
                  <a:cubicBezTo>
                    <a:pt x="1504" y="1193"/>
                    <a:pt x="882" y="1884"/>
                    <a:pt x="277" y="2610"/>
                  </a:cubicBezTo>
                  <a:cubicBezTo>
                    <a:pt x="35" y="2869"/>
                    <a:pt x="1" y="3284"/>
                    <a:pt x="208" y="3578"/>
                  </a:cubicBezTo>
                  <a:cubicBezTo>
                    <a:pt x="326" y="3766"/>
                    <a:pt x="507" y="3890"/>
                    <a:pt x="682" y="3890"/>
                  </a:cubicBezTo>
                  <a:cubicBezTo>
                    <a:pt x="764" y="3890"/>
                    <a:pt x="845" y="3863"/>
                    <a:pt x="916" y="3802"/>
                  </a:cubicBezTo>
                  <a:cubicBezTo>
                    <a:pt x="1815" y="3128"/>
                    <a:pt x="2731" y="2420"/>
                    <a:pt x="3025" y="1452"/>
                  </a:cubicBezTo>
                  <a:cubicBezTo>
                    <a:pt x="2973" y="744"/>
                    <a:pt x="2921" y="225"/>
                    <a:pt x="240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38"/>
            <p:cNvSpPr/>
            <p:nvPr/>
          </p:nvSpPr>
          <p:spPr>
            <a:xfrm>
              <a:off x="4145025" y="994975"/>
              <a:ext cx="111500" cy="47325"/>
            </a:xfrm>
            <a:custGeom>
              <a:rect b="b" l="l" r="r" t="t"/>
              <a:pathLst>
                <a:path extrusionOk="0" h="1893" w="4460">
                  <a:moveTo>
                    <a:pt x="1539" y="105"/>
                  </a:moveTo>
                  <a:cubicBezTo>
                    <a:pt x="969" y="243"/>
                    <a:pt x="139" y="1"/>
                    <a:pt x="70" y="744"/>
                  </a:cubicBezTo>
                  <a:cubicBezTo>
                    <a:pt x="1" y="1418"/>
                    <a:pt x="813" y="1418"/>
                    <a:pt x="1332" y="1556"/>
                  </a:cubicBezTo>
                  <a:cubicBezTo>
                    <a:pt x="1764" y="1677"/>
                    <a:pt x="2213" y="1764"/>
                    <a:pt x="2645" y="1815"/>
                  </a:cubicBezTo>
                  <a:cubicBezTo>
                    <a:pt x="2898" y="1847"/>
                    <a:pt x="3179" y="1893"/>
                    <a:pt x="3440" y="1893"/>
                  </a:cubicBezTo>
                  <a:cubicBezTo>
                    <a:pt x="3890" y="1893"/>
                    <a:pt x="4279" y="1756"/>
                    <a:pt x="4356" y="1176"/>
                  </a:cubicBezTo>
                  <a:cubicBezTo>
                    <a:pt x="4459" y="346"/>
                    <a:pt x="3561" y="416"/>
                    <a:pt x="2956" y="329"/>
                  </a:cubicBezTo>
                  <a:lnTo>
                    <a:pt x="1539" y="105"/>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38"/>
            <p:cNvSpPr/>
            <p:nvPr/>
          </p:nvSpPr>
          <p:spPr>
            <a:xfrm>
              <a:off x="7213625" y="3803350"/>
              <a:ext cx="74075" cy="80050"/>
            </a:xfrm>
            <a:custGeom>
              <a:rect b="b" l="l" r="r" t="t"/>
              <a:pathLst>
                <a:path extrusionOk="0" h="3202" w="2963">
                  <a:moveTo>
                    <a:pt x="573" y="1"/>
                  </a:moveTo>
                  <a:cubicBezTo>
                    <a:pt x="233" y="1"/>
                    <a:pt x="0" y="333"/>
                    <a:pt x="59" y="704"/>
                  </a:cubicBezTo>
                  <a:cubicBezTo>
                    <a:pt x="284" y="1965"/>
                    <a:pt x="1096" y="2777"/>
                    <a:pt x="2289" y="3175"/>
                  </a:cubicBezTo>
                  <a:cubicBezTo>
                    <a:pt x="2343" y="3193"/>
                    <a:pt x="2395" y="3202"/>
                    <a:pt x="2445" y="3202"/>
                  </a:cubicBezTo>
                  <a:cubicBezTo>
                    <a:pt x="2729" y="3202"/>
                    <a:pt x="2933" y="2914"/>
                    <a:pt x="2963" y="2414"/>
                  </a:cubicBezTo>
                  <a:cubicBezTo>
                    <a:pt x="2341" y="1619"/>
                    <a:pt x="1960" y="427"/>
                    <a:pt x="751" y="30"/>
                  </a:cubicBezTo>
                  <a:cubicBezTo>
                    <a:pt x="689" y="10"/>
                    <a:pt x="630" y="1"/>
                    <a:pt x="57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38"/>
            <p:cNvSpPr/>
            <p:nvPr/>
          </p:nvSpPr>
          <p:spPr>
            <a:xfrm>
              <a:off x="6542025" y="3118350"/>
              <a:ext cx="66075" cy="79800"/>
            </a:xfrm>
            <a:custGeom>
              <a:rect b="b" l="l" r="r" t="t"/>
              <a:pathLst>
                <a:path extrusionOk="0" h="3192" w="2643">
                  <a:moveTo>
                    <a:pt x="1295" y="1"/>
                  </a:moveTo>
                  <a:cubicBezTo>
                    <a:pt x="1273" y="1"/>
                    <a:pt x="1250" y="2"/>
                    <a:pt x="1226" y="4"/>
                  </a:cubicBezTo>
                  <a:cubicBezTo>
                    <a:pt x="275" y="108"/>
                    <a:pt x="51" y="954"/>
                    <a:pt x="33" y="1732"/>
                  </a:cubicBezTo>
                  <a:cubicBezTo>
                    <a:pt x="1" y="2354"/>
                    <a:pt x="200" y="3192"/>
                    <a:pt x="910" y="3192"/>
                  </a:cubicBezTo>
                  <a:cubicBezTo>
                    <a:pt x="950" y="3192"/>
                    <a:pt x="992" y="3189"/>
                    <a:pt x="1036" y="3184"/>
                  </a:cubicBezTo>
                  <a:cubicBezTo>
                    <a:pt x="2643" y="2959"/>
                    <a:pt x="1640" y="1767"/>
                    <a:pt x="1640" y="1110"/>
                  </a:cubicBezTo>
                  <a:cubicBezTo>
                    <a:pt x="1740" y="547"/>
                    <a:pt x="1792" y="1"/>
                    <a:pt x="129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38"/>
            <p:cNvSpPr/>
            <p:nvPr/>
          </p:nvSpPr>
          <p:spPr>
            <a:xfrm>
              <a:off x="4278100" y="987200"/>
              <a:ext cx="87225" cy="50150"/>
            </a:xfrm>
            <a:custGeom>
              <a:rect b="b" l="l" r="r" t="t"/>
              <a:pathLst>
                <a:path extrusionOk="0" h="2006" w="3489">
                  <a:moveTo>
                    <a:pt x="2519" y="46"/>
                  </a:moveTo>
                  <a:cubicBezTo>
                    <a:pt x="2407" y="46"/>
                    <a:pt x="2296" y="60"/>
                    <a:pt x="2195" y="87"/>
                  </a:cubicBezTo>
                  <a:cubicBezTo>
                    <a:pt x="1435" y="312"/>
                    <a:pt x="191" y="1"/>
                    <a:pt x="87" y="1107"/>
                  </a:cubicBezTo>
                  <a:cubicBezTo>
                    <a:pt x="1" y="1798"/>
                    <a:pt x="986" y="1746"/>
                    <a:pt x="1642" y="1781"/>
                  </a:cubicBezTo>
                  <a:cubicBezTo>
                    <a:pt x="2299" y="1556"/>
                    <a:pt x="3422" y="2005"/>
                    <a:pt x="3474" y="813"/>
                  </a:cubicBezTo>
                  <a:cubicBezTo>
                    <a:pt x="3488" y="284"/>
                    <a:pt x="2986" y="46"/>
                    <a:pt x="2519" y="46"/>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38"/>
            <p:cNvSpPr/>
            <p:nvPr/>
          </p:nvSpPr>
          <p:spPr>
            <a:xfrm>
              <a:off x="6595650" y="1204100"/>
              <a:ext cx="81075" cy="41800"/>
            </a:xfrm>
            <a:custGeom>
              <a:rect b="b" l="l" r="r" t="t"/>
              <a:pathLst>
                <a:path extrusionOk="0" h="1672" w="3243">
                  <a:moveTo>
                    <a:pt x="1466" y="121"/>
                  </a:moveTo>
                  <a:cubicBezTo>
                    <a:pt x="1366" y="163"/>
                    <a:pt x="1241" y="173"/>
                    <a:pt x="1106" y="173"/>
                  </a:cubicBezTo>
                  <a:cubicBezTo>
                    <a:pt x="987" y="173"/>
                    <a:pt x="861" y="165"/>
                    <a:pt x="738" y="165"/>
                  </a:cubicBezTo>
                  <a:cubicBezTo>
                    <a:pt x="371" y="165"/>
                    <a:pt x="34" y="234"/>
                    <a:pt x="14" y="778"/>
                  </a:cubicBezTo>
                  <a:cubicBezTo>
                    <a:pt x="0" y="1593"/>
                    <a:pt x="628" y="1660"/>
                    <a:pt x="1232" y="1660"/>
                  </a:cubicBezTo>
                  <a:cubicBezTo>
                    <a:pt x="1352" y="1660"/>
                    <a:pt x="1472" y="1658"/>
                    <a:pt x="1585" y="1658"/>
                  </a:cubicBezTo>
                  <a:cubicBezTo>
                    <a:pt x="1627" y="1658"/>
                    <a:pt x="1668" y="1658"/>
                    <a:pt x="1708" y="1659"/>
                  </a:cubicBezTo>
                  <a:cubicBezTo>
                    <a:pt x="1826" y="1666"/>
                    <a:pt x="1954" y="1672"/>
                    <a:pt x="2085" y="1672"/>
                  </a:cubicBezTo>
                  <a:cubicBezTo>
                    <a:pt x="2644" y="1672"/>
                    <a:pt x="3242" y="1563"/>
                    <a:pt x="3228" y="933"/>
                  </a:cubicBezTo>
                  <a:cubicBezTo>
                    <a:pt x="3194" y="0"/>
                    <a:pt x="2209" y="207"/>
                    <a:pt x="1466" y="12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38"/>
            <p:cNvSpPr/>
            <p:nvPr/>
          </p:nvSpPr>
          <p:spPr>
            <a:xfrm>
              <a:off x="5040350" y="1034625"/>
              <a:ext cx="81550" cy="46975"/>
            </a:xfrm>
            <a:custGeom>
              <a:rect b="b" l="l" r="r" t="t"/>
              <a:pathLst>
                <a:path extrusionOk="0" h="1879" w="3262">
                  <a:moveTo>
                    <a:pt x="1625" y="1"/>
                  </a:moveTo>
                  <a:cubicBezTo>
                    <a:pt x="803" y="1"/>
                    <a:pt x="279" y="461"/>
                    <a:pt x="99" y="1249"/>
                  </a:cubicBezTo>
                  <a:cubicBezTo>
                    <a:pt x="0" y="1616"/>
                    <a:pt x="339" y="1879"/>
                    <a:pt x="645" y="1879"/>
                  </a:cubicBezTo>
                  <a:cubicBezTo>
                    <a:pt x="714" y="1879"/>
                    <a:pt x="781" y="1865"/>
                    <a:pt x="842" y="1837"/>
                  </a:cubicBezTo>
                  <a:cubicBezTo>
                    <a:pt x="1620" y="1474"/>
                    <a:pt x="2829" y="1750"/>
                    <a:pt x="3106" y="800"/>
                  </a:cubicBezTo>
                  <a:cubicBezTo>
                    <a:pt x="3261" y="229"/>
                    <a:pt x="2363" y="22"/>
                    <a:pt x="1758" y="5"/>
                  </a:cubicBezTo>
                  <a:cubicBezTo>
                    <a:pt x="1713" y="2"/>
                    <a:pt x="1668" y="1"/>
                    <a:pt x="162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38"/>
            <p:cNvSpPr/>
            <p:nvPr/>
          </p:nvSpPr>
          <p:spPr>
            <a:xfrm>
              <a:off x="6380950" y="3302475"/>
              <a:ext cx="77800" cy="40225"/>
            </a:xfrm>
            <a:custGeom>
              <a:rect b="b" l="l" r="r" t="t"/>
              <a:pathLst>
                <a:path extrusionOk="0" h="1609" w="3112">
                  <a:moveTo>
                    <a:pt x="843" y="80"/>
                  </a:moveTo>
                  <a:cubicBezTo>
                    <a:pt x="352" y="80"/>
                    <a:pt x="1" y="466"/>
                    <a:pt x="65" y="882"/>
                  </a:cubicBezTo>
                  <a:cubicBezTo>
                    <a:pt x="161" y="1545"/>
                    <a:pt x="602" y="1578"/>
                    <a:pt x="1054" y="1578"/>
                  </a:cubicBezTo>
                  <a:cubicBezTo>
                    <a:pt x="1103" y="1578"/>
                    <a:pt x="1152" y="1577"/>
                    <a:pt x="1201" y="1577"/>
                  </a:cubicBezTo>
                  <a:cubicBezTo>
                    <a:pt x="1347" y="1577"/>
                    <a:pt x="1491" y="1581"/>
                    <a:pt x="1620" y="1608"/>
                  </a:cubicBezTo>
                  <a:cubicBezTo>
                    <a:pt x="1746" y="1549"/>
                    <a:pt x="1903" y="1535"/>
                    <a:pt x="2065" y="1535"/>
                  </a:cubicBezTo>
                  <a:cubicBezTo>
                    <a:pt x="2212" y="1535"/>
                    <a:pt x="2363" y="1547"/>
                    <a:pt x="2502" y="1547"/>
                  </a:cubicBezTo>
                  <a:cubicBezTo>
                    <a:pt x="2845" y="1547"/>
                    <a:pt x="3112" y="1478"/>
                    <a:pt x="3037" y="1003"/>
                  </a:cubicBezTo>
                  <a:cubicBezTo>
                    <a:pt x="2882" y="1"/>
                    <a:pt x="1741" y="191"/>
                    <a:pt x="963" y="87"/>
                  </a:cubicBezTo>
                  <a:cubicBezTo>
                    <a:pt x="923" y="82"/>
                    <a:pt x="882" y="80"/>
                    <a:pt x="843" y="8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38"/>
            <p:cNvSpPr/>
            <p:nvPr/>
          </p:nvSpPr>
          <p:spPr>
            <a:xfrm>
              <a:off x="4384825" y="996700"/>
              <a:ext cx="62025" cy="39775"/>
            </a:xfrm>
            <a:custGeom>
              <a:rect b="b" l="l" r="r" t="t"/>
              <a:pathLst>
                <a:path extrusionOk="0" h="1591" w="2481">
                  <a:moveTo>
                    <a:pt x="1811" y="155"/>
                  </a:moveTo>
                  <a:cubicBezTo>
                    <a:pt x="1713" y="155"/>
                    <a:pt x="1613" y="168"/>
                    <a:pt x="1521" y="191"/>
                  </a:cubicBezTo>
                  <a:cubicBezTo>
                    <a:pt x="985" y="312"/>
                    <a:pt x="121" y="1"/>
                    <a:pt x="52" y="917"/>
                  </a:cubicBezTo>
                  <a:cubicBezTo>
                    <a:pt x="0" y="1487"/>
                    <a:pt x="536" y="1574"/>
                    <a:pt x="1054" y="1591"/>
                  </a:cubicBezTo>
                  <a:cubicBezTo>
                    <a:pt x="1573" y="1418"/>
                    <a:pt x="2385" y="1556"/>
                    <a:pt x="2454" y="727"/>
                  </a:cubicBezTo>
                  <a:cubicBezTo>
                    <a:pt x="2481" y="311"/>
                    <a:pt x="2153" y="155"/>
                    <a:pt x="1811" y="155"/>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38"/>
            <p:cNvSpPr/>
            <p:nvPr/>
          </p:nvSpPr>
          <p:spPr>
            <a:xfrm>
              <a:off x="2100625" y="1004500"/>
              <a:ext cx="520200" cy="95050"/>
            </a:xfrm>
            <a:custGeom>
              <a:rect b="b" l="l" r="r" t="t"/>
              <a:pathLst>
                <a:path extrusionOk="0" h="3802" w="20808">
                  <a:moveTo>
                    <a:pt x="20756" y="0"/>
                  </a:moveTo>
                  <a:lnTo>
                    <a:pt x="20738" y="17"/>
                  </a:lnTo>
                  <a:lnTo>
                    <a:pt x="20773" y="17"/>
                  </a:lnTo>
                  <a:lnTo>
                    <a:pt x="20808" y="0"/>
                  </a:lnTo>
                  <a:close/>
                  <a:moveTo>
                    <a:pt x="1" y="3785"/>
                  </a:moveTo>
                  <a:lnTo>
                    <a:pt x="1" y="3802"/>
                  </a:lnTo>
                  <a:lnTo>
                    <a:pt x="18" y="3802"/>
                  </a:lnTo>
                  <a:lnTo>
                    <a:pt x="18" y="3785"/>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38"/>
            <p:cNvSpPr/>
            <p:nvPr/>
          </p:nvSpPr>
          <p:spPr>
            <a:xfrm>
              <a:off x="233350" y="949250"/>
              <a:ext cx="3232550" cy="3802300"/>
            </a:xfrm>
            <a:custGeom>
              <a:rect b="b" l="l" r="r" t="t"/>
              <a:pathLst>
                <a:path extrusionOk="0" h="152092" w="129302">
                  <a:moveTo>
                    <a:pt x="97270" y="1644"/>
                  </a:moveTo>
                  <a:cubicBezTo>
                    <a:pt x="97347" y="1644"/>
                    <a:pt x="97424" y="1648"/>
                    <a:pt x="97503" y="1657"/>
                  </a:cubicBezTo>
                  <a:cubicBezTo>
                    <a:pt x="97555" y="1674"/>
                    <a:pt x="97607" y="1692"/>
                    <a:pt x="97642" y="1709"/>
                  </a:cubicBezTo>
                  <a:lnTo>
                    <a:pt x="95601" y="2170"/>
                  </a:lnTo>
                  <a:lnTo>
                    <a:pt x="95601" y="2170"/>
                  </a:lnTo>
                  <a:cubicBezTo>
                    <a:pt x="96129" y="1917"/>
                    <a:pt x="96661" y="1644"/>
                    <a:pt x="97270" y="1644"/>
                  </a:cubicBezTo>
                  <a:close/>
                  <a:moveTo>
                    <a:pt x="95473" y="2210"/>
                  </a:moveTo>
                  <a:lnTo>
                    <a:pt x="95447" y="2227"/>
                  </a:lnTo>
                  <a:lnTo>
                    <a:pt x="95429" y="2227"/>
                  </a:lnTo>
                  <a:lnTo>
                    <a:pt x="95464" y="2210"/>
                  </a:lnTo>
                  <a:close/>
                  <a:moveTo>
                    <a:pt x="68358" y="8951"/>
                  </a:moveTo>
                  <a:cubicBezTo>
                    <a:pt x="68553" y="8951"/>
                    <a:pt x="68761" y="9049"/>
                    <a:pt x="68989" y="9313"/>
                  </a:cubicBezTo>
                  <a:cubicBezTo>
                    <a:pt x="69208" y="9280"/>
                    <a:pt x="69420" y="9268"/>
                    <a:pt x="69634" y="9268"/>
                  </a:cubicBezTo>
                  <a:cubicBezTo>
                    <a:pt x="69758" y="9268"/>
                    <a:pt x="69882" y="9272"/>
                    <a:pt x="70008" y="9278"/>
                  </a:cubicBezTo>
                  <a:cubicBezTo>
                    <a:pt x="70061" y="9286"/>
                    <a:pt x="70117" y="9289"/>
                    <a:pt x="70177" y="9289"/>
                  </a:cubicBezTo>
                  <a:cubicBezTo>
                    <a:pt x="70522" y="9289"/>
                    <a:pt x="70965" y="9176"/>
                    <a:pt x="71318" y="9176"/>
                  </a:cubicBezTo>
                  <a:cubicBezTo>
                    <a:pt x="71841" y="9176"/>
                    <a:pt x="72167" y="9425"/>
                    <a:pt x="71685" y="10661"/>
                  </a:cubicBezTo>
                  <a:cubicBezTo>
                    <a:pt x="71581" y="10937"/>
                    <a:pt x="71823" y="11265"/>
                    <a:pt x="72151" y="11386"/>
                  </a:cubicBezTo>
                  <a:cubicBezTo>
                    <a:pt x="72428" y="11438"/>
                    <a:pt x="72722" y="11490"/>
                    <a:pt x="72998" y="11507"/>
                  </a:cubicBezTo>
                  <a:cubicBezTo>
                    <a:pt x="72652" y="11922"/>
                    <a:pt x="72359" y="12406"/>
                    <a:pt x="71927" y="12717"/>
                  </a:cubicBezTo>
                  <a:cubicBezTo>
                    <a:pt x="71831" y="12786"/>
                    <a:pt x="71741" y="12813"/>
                    <a:pt x="71654" y="12813"/>
                  </a:cubicBezTo>
                  <a:cubicBezTo>
                    <a:pt x="71349" y="12813"/>
                    <a:pt x="71090" y="12473"/>
                    <a:pt x="70821" y="12406"/>
                  </a:cubicBezTo>
                  <a:cubicBezTo>
                    <a:pt x="69127" y="11939"/>
                    <a:pt x="69334" y="10488"/>
                    <a:pt x="68989" y="9313"/>
                  </a:cubicBezTo>
                  <a:lnTo>
                    <a:pt x="67330" y="9520"/>
                  </a:lnTo>
                  <a:cubicBezTo>
                    <a:pt x="67668" y="9295"/>
                    <a:pt x="67992" y="8951"/>
                    <a:pt x="68358" y="8951"/>
                  </a:cubicBezTo>
                  <a:close/>
                  <a:moveTo>
                    <a:pt x="51546" y="12467"/>
                  </a:moveTo>
                  <a:cubicBezTo>
                    <a:pt x="51593" y="12467"/>
                    <a:pt x="51647" y="12470"/>
                    <a:pt x="51707" y="12475"/>
                  </a:cubicBezTo>
                  <a:cubicBezTo>
                    <a:pt x="51897" y="12648"/>
                    <a:pt x="52157" y="12890"/>
                    <a:pt x="52433" y="13115"/>
                  </a:cubicBezTo>
                  <a:cubicBezTo>
                    <a:pt x="52260" y="13270"/>
                    <a:pt x="52053" y="13374"/>
                    <a:pt x="51845" y="13460"/>
                  </a:cubicBezTo>
                  <a:cubicBezTo>
                    <a:pt x="51802" y="13467"/>
                    <a:pt x="51764" y="13470"/>
                    <a:pt x="51729" y="13470"/>
                  </a:cubicBezTo>
                  <a:cubicBezTo>
                    <a:pt x="51300" y="13470"/>
                    <a:pt x="51439" y="13007"/>
                    <a:pt x="51327" y="12752"/>
                  </a:cubicBezTo>
                  <a:cubicBezTo>
                    <a:pt x="51225" y="12548"/>
                    <a:pt x="51295" y="12467"/>
                    <a:pt x="51546" y="12467"/>
                  </a:cubicBezTo>
                  <a:close/>
                  <a:moveTo>
                    <a:pt x="55481" y="12549"/>
                  </a:moveTo>
                  <a:cubicBezTo>
                    <a:pt x="55526" y="12549"/>
                    <a:pt x="55570" y="12553"/>
                    <a:pt x="55613" y="12562"/>
                  </a:cubicBezTo>
                  <a:lnTo>
                    <a:pt x="54576" y="13789"/>
                  </a:lnTo>
                  <a:lnTo>
                    <a:pt x="53954" y="13184"/>
                  </a:lnTo>
                  <a:cubicBezTo>
                    <a:pt x="54420" y="12976"/>
                    <a:pt x="54870" y="12752"/>
                    <a:pt x="55336" y="12562"/>
                  </a:cubicBezTo>
                  <a:cubicBezTo>
                    <a:pt x="55388" y="12553"/>
                    <a:pt x="55436" y="12549"/>
                    <a:pt x="55481" y="12549"/>
                  </a:cubicBezTo>
                  <a:close/>
                  <a:moveTo>
                    <a:pt x="116966" y="0"/>
                  </a:moveTo>
                  <a:cubicBezTo>
                    <a:pt x="112339" y="0"/>
                    <a:pt x="107712" y="747"/>
                    <a:pt x="103085" y="1035"/>
                  </a:cubicBezTo>
                  <a:cubicBezTo>
                    <a:pt x="101910" y="1104"/>
                    <a:pt x="100735" y="983"/>
                    <a:pt x="99542" y="1260"/>
                  </a:cubicBezTo>
                  <a:cubicBezTo>
                    <a:pt x="99533" y="1262"/>
                    <a:pt x="99523" y="1263"/>
                    <a:pt x="99512" y="1263"/>
                  </a:cubicBezTo>
                  <a:cubicBezTo>
                    <a:pt x="99194" y="1263"/>
                    <a:pt x="98389" y="307"/>
                    <a:pt x="97503" y="240"/>
                  </a:cubicBezTo>
                  <a:cubicBezTo>
                    <a:pt x="96554" y="172"/>
                    <a:pt x="95607" y="143"/>
                    <a:pt x="94661" y="143"/>
                  </a:cubicBezTo>
                  <a:cubicBezTo>
                    <a:pt x="91541" y="143"/>
                    <a:pt x="88432" y="459"/>
                    <a:pt x="85303" y="724"/>
                  </a:cubicBezTo>
                  <a:cubicBezTo>
                    <a:pt x="83379" y="875"/>
                    <a:pt x="81549" y="1637"/>
                    <a:pt x="79578" y="1637"/>
                  </a:cubicBezTo>
                  <a:cubicBezTo>
                    <a:pt x="79300" y="1637"/>
                    <a:pt x="79020" y="1622"/>
                    <a:pt x="78736" y="1588"/>
                  </a:cubicBezTo>
                  <a:cubicBezTo>
                    <a:pt x="78573" y="1568"/>
                    <a:pt x="78403" y="1557"/>
                    <a:pt x="78229" y="1557"/>
                  </a:cubicBezTo>
                  <a:cubicBezTo>
                    <a:pt x="77349" y="1557"/>
                    <a:pt x="76386" y="1840"/>
                    <a:pt x="75953" y="2677"/>
                  </a:cubicBezTo>
                  <a:cubicBezTo>
                    <a:pt x="75538" y="3489"/>
                    <a:pt x="76333" y="4163"/>
                    <a:pt x="76956" y="4750"/>
                  </a:cubicBezTo>
                  <a:cubicBezTo>
                    <a:pt x="77215" y="4992"/>
                    <a:pt x="77232" y="5511"/>
                    <a:pt x="77370" y="5891"/>
                  </a:cubicBezTo>
                  <a:cubicBezTo>
                    <a:pt x="77348" y="5890"/>
                    <a:pt x="77325" y="5889"/>
                    <a:pt x="77301" y="5889"/>
                  </a:cubicBezTo>
                  <a:cubicBezTo>
                    <a:pt x="77154" y="5889"/>
                    <a:pt x="76988" y="5912"/>
                    <a:pt x="76844" y="5912"/>
                  </a:cubicBezTo>
                  <a:cubicBezTo>
                    <a:pt x="76726" y="5912"/>
                    <a:pt x="76623" y="5896"/>
                    <a:pt x="76558" y="5839"/>
                  </a:cubicBezTo>
                  <a:cubicBezTo>
                    <a:pt x="76285" y="5586"/>
                    <a:pt x="76034" y="5489"/>
                    <a:pt x="75796" y="5489"/>
                  </a:cubicBezTo>
                  <a:cubicBezTo>
                    <a:pt x="75417" y="5489"/>
                    <a:pt x="75070" y="5733"/>
                    <a:pt x="74709" y="5977"/>
                  </a:cubicBezTo>
                  <a:lnTo>
                    <a:pt x="74709" y="5995"/>
                  </a:lnTo>
                  <a:lnTo>
                    <a:pt x="74692" y="5995"/>
                  </a:lnTo>
                  <a:cubicBezTo>
                    <a:pt x="74415" y="6358"/>
                    <a:pt x="73707" y="6479"/>
                    <a:pt x="73897" y="7066"/>
                  </a:cubicBezTo>
                  <a:cubicBezTo>
                    <a:pt x="74104" y="7654"/>
                    <a:pt x="74761" y="7671"/>
                    <a:pt x="75331" y="7723"/>
                  </a:cubicBezTo>
                  <a:lnTo>
                    <a:pt x="75625" y="7723"/>
                  </a:lnTo>
                  <a:lnTo>
                    <a:pt x="77146" y="7982"/>
                  </a:lnTo>
                  <a:cubicBezTo>
                    <a:pt x="76904" y="8068"/>
                    <a:pt x="76662" y="8120"/>
                    <a:pt x="76403" y="8120"/>
                  </a:cubicBezTo>
                  <a:cubicBezTo>
                    <a:pt x="76178" y="8103"/>
                    <a:pt x="75970" y="7930"/>
                    <a:pt x="75729" y="7861"/>
                  </a:cubicBezTo>
                  <a:cubicBezTo>
                    <a:pt x="75594" y="7823"/>
                    <a:pt x="75464" y="7807"/>
                    <a:pt x="75337" y="7807"/>
                  </a:cubicBezTo>
                  <a:cubicBezTo>
                    <a:pt x="74777" y="7807"/>
                    <a:pt x="74273" y="8116"/>
                    <a:pt x="73724" y="8172"/>
                  </a:cubicBezTo>
                  <a:cubicBezTo>
                    <a:pt x="73717" y="8173"/>
                    <a:pt x="73710" y="8174"/>
                    <a:pt x="73702" y="8174"/>
                  </a:cubicBezTo>
                  <a:cubicBezTo>
                    <a:pt x="73450" y="8174"/>
                    <a:pt x="72913" y="7613"/>
                    <a:pt x="72946" y="7394"/>
                  </a:cubicBezTo>
                  <a:cubicBezTo>
                    <a:pt x="73102" y="6479"/>
                    <a:pt x="73810" y="6098"/>
                    <a:pt x="74674" y="5995"/>
                  </a:cubicBezTo>
                  <a:lnTo>
                    <a:pt x="74674" y="5977"/>
                  </a:lnTo>
                  <a:cubicBezTo>
                    <a:pt x="74726" y="5545"/>
                    <a:pt x="74830" y="5113"/>
                    <a:pt x="74951" y="4681"/>
                  </a:cubicBezTo>
                  <a:cubicBezTo>
                    <a:pt x="75072" y="4370"/>
                    <a:pt x="75435" y="4076"/>
                    <a:pt x="75124" y="3748"/>
                  </a:cubicBezTo>
                  <a:cubicBezTo>
                    <a:pt x="74832" y="3467"/>
                    <a:pt x="74483" y="3396"/>
                    <a:pt x="74119" y="3396"/>
                  </a:cubicBezTo>
                  <a:cubicBezTo>
                    <a:pt x="73856" y="3396"/>
                    <a:pt x="73587" y="3433"/>
                    <a:pt x="73326" y="3454"/>
                  </a:cubicBezTo>
                  <a:cubicBezTo>
                    <a:pt x="72946" y="3506"/>
                    <a:pt x="72756" y="3748"/>
                    <a:pt x="72704" y="4180"/>
                  </a:cubicBezTo>
                  <a:cubicBezTo>
                    <a:pt x="72601" y="5252"/>
                    <a:pt x="72134" y="6098"/>
                    <a:pt x="70959" y="6340"/>
                  </a:cubicBezTo>
                  <a:cubicBezTo>
                    <a:pt x="70855" y="6427"/>
                    <a:pt x="70769" y="6513"/>
                    <a:pt x="70665" y="6617"/>
                  </a:cubicBezTo>
                  <a:cubicBezTo>
                    <a:pt x="70786" y="6859"/>
                    <a:pt x="70924" y="7083"/>
                    <a:pt x="71097" y="7291"/>
                  </a:cubicBezTo>
                  <a:cubicBezTo>
                    <a:pt x="71304" y="7412"/>
                    <a:pt x="71546" y="7515"/>
                    <a:pt x="71788" y="7567"/>
                  </a:cubicBezTo>
                  <a:cubicBezTo>
                    <a:pt x="71650" y="7550"/>
                    <a:pt x="71512" y="7541"/>
                    <a:pt x="71374" y="7541"/>
                  </a:cubicBezTo>
                  <a:cubicBezTo>
                    <a:pt x="71235" y="7541"/>
                    <a:pt x="71097" y="7550"/>
                    <a:pt x="70959" y="7567"/>
                  </a:cubicBezTo>
                  <a:cubicBezTo>
                    <a:pt x="70569" y="7671"/>
                    <a:pt x="70173" y="7708"/>
                    <a:pt x="69775" y="7708"/>
                  </a:cubicBezTo>
                  <a:cubicBezTo>
                    <a:pt x="68812" y="7708"/>
                    <a:pt x="67832" y="7494"/>
                    <a:pt x="66868" y="7494"/>
                  </a:cubicBezTo>
                  <a:cubicBezTo>
                    <a:pt x="66108" y="7494"/>
                    <a:pt x="65357" y="7627"/>
                    <a:pt x="64634" y="8103"/>
                  </a:cubicBezTo>
                  <a:cubicBezTo>
                    <a:pt x="64271" y="8345"/>
                    <a:pt x="63580" y="8379"/>
                    <a:pt x="63666" y="8863"/>
                  </a:cubicBezTo>
                  <a:cubicBezTo>
                    <a:pt x="63752" y="9382"/>
                    <a:pt x="64167" y="9900"/>
                    <a:pt x="64547" y="10315"/>
                  </a:cubicBezTo>
                  <a:cubicBezTo>
                    <a:pt x="64666" y="10447"/>
                    <a:pt x="64798" y="10498"/>
                    <a:pt x="64939" y="10498"/>
                  </a:cubicBezTo>
                  <a:cubicBezTo>
                    <a:pt x="65148" y="10498"/>
                    <a:pt x="65375" y="10387"/>
                    <a:pt x="65602" y="10263"/>
                  </a:cubicBezTo>
                  <a:cubicBezTo>
                    <a:pt x="66124" y="9977"/>
                    <a:pt x="66711" y="9789"/>
                    <a:pt x="67269" y="9556"/>
                  </a:cubicBezTo>
                  <a:lnTo>
                    <a:pt x="67269" y="9556"/>
                  </a:lnTo>
                  <a:cubicBezTo>
                    <a:pt x="66173" y="11022"/>
                    <a:pt x="64072" y="10911"/>
                    <a:pt x="62975" y="11974"/>
                  </a:cubicBezTo>
                  <a:cubicBezTo>
                    <a:pt x="62086" y="12850"/>
                    <a:pt x="61268" y="13162"/>
                    <a:pt x="60357" y="13162"/>
                  </a:cubicBezTo>
                  <a:cubicBezTo>
                    <a:pt x="59993" y="13162"/>
                    <a:pt x="59613" y="13112"/>
                    <a:pt x="59207" y="13028"/>
                  </a:cubicBezTo>
                  <a:cubicBezTo>
                    <a:pt x="58430" y="12873"/>
                    <a:pt x="57687" y="12510"/>
                    <a:pt x="56926" y="12233"/>
                  </a:cubicBezTo>
                  <a:cubicBezTo>
                    <a:pt x="57173" y="12050"/>
                    <a:pt x="57402" y="11981"/>
                    <a:pt x="57619" y="11981"/>
                  </a:cubicBezTo>
                  <a:cubicBezTo>
                    <a:pt x="58162" y="11981"/>
                    <a:pt x="58632" y="12416"/>
                    <a:pt x="59138" y="12613"/>
                  </a:cubicBezTo>
                  <a:cubicBezTo>
                    <a:pt x="59332" y="12687"/>
                    <a:pt x="59512" y="12718"/>
                    <a:pt x="59680" y="12718"/>
                  </a:cubicBezTo>
                  <a:cubicBezTo>
                    <a:pt x="60502" y="12718"/>
                    <a:pt x="61062" y="11967"/>
                    <a:pt x="61765" y="11680"/>
                  </a:cubicBezTo>
                  <a:cubicBezTo>
                    <a:pt x="62404" y="11421"/>
                    <a:pt x="61903" y="10851"/>
                    <a:pt x="61661" y="10384"/>
                  </a:cubicBezTo>
                  <a:cubicBezTo>
                    <a:pt x="61454" y="9987"/>
                    <a:pt x="61921" y="9745"/>
                    <a:pt x="62249" y="9537"/>
                  </a:cubicBezTo>
                  <a:cubicBezTo>
                    <a:pt x="62664" y="9295"/>
                    <a:pt x="63441" y="9226"/>
                    <a:pt x="63182" y="8518"/>
                  </a:cubicBezTo>
                  <a:cubicBezTo>
                    <a:pt x="63018" y="8098"/>
                    <a:pt x="62703" y="8030"/>
                    <a:pt x="62354" y="8030"/>
                  </a:cubicBezTo>
                  <a:cubicBezTo>
                    <a:pt x="62187" y="8030"/>
                    <a:pt x="62013" y="8045"/>
                    <a:pt x="61845" y="8045"/>
                  </a:cubicBezTo>
                  <a:cubicBezTo>
                    <a:pt x="61771" y="8045"/>
                    <a:pt x="61698" y="8042"/>
                    <a:pt x="61627" y="8034"/>
                  </a:cubicBezTo>
                  <a:cubicBezTo>
                    <a:pt x="61564" y="8027"/>
                    <a:pt x="61502" y="8024"/>
                    <a:pt x="61440" y="8024"/>
                  </a:cubicBezTo>
                  <a:cubicBezTo>
                    <a:pt x="60620" y="8024"/>
                    <a:pt x="59973" y="8583"/>
                    <a:pt x="59080" y="8583"/>
                  </a:cubicBezTo>
                  <a:cubicBezTo>
                    <a:pt x="59004" y="8583"/>
                    <a:pt x="58925" y="8579"/>
                    <a:pt x="58844" y="8570"/>
                  </a:cubicBezTo>
                  <a:cubicBezTo>
                    <a:pt x="57410" y="8414"/>
                    <a:pt x="56391" y="7671"/>
                    <a:pt x="55181" y="7187"/>
                  </a:cubicBezTo>
                  <a:cubicBezTo>
                    <a:pt x="54440" y="6892"/>
                    <a:pt x="53723" y="6767"/>
                    <a:pt x="53025" y="6767"/>
                  </a:cubicBezTo>
                  <a:cubicBezTo>
                    <a:pt x="51022" y="6767"/>
                    <a:pt x="49177" y="7799"/>
                    <a:pt x="47370" y="8812"/>
                  </a:cubicBezTo>
                  <a:cubicBezTo>
                    <a:pt x="46903" y="9071"/>
                    <a:pt x="46765" y="9434"/>
                    <a:pt x="46972" y="9969"/>
                  </a:cubicBezTo>
                  <a:cubicBezTo>
                    <a:pt x="47155" y="10426"/>
                    <a:pt x="47351" y="10748"/>
                    <a:pt x="47819" y="10748"/>
                  </a:cubicBezTo>
                  <a:cubicBezTo>
                    <a:pt x="47883" y="10748"/>
                    <a:pt x="47952" y="10742"/>
                    <a:pt x="48026" y="10730"/>
                  </a:cubicBezTo>
                  <a:lnTo>
                    <a:pt x="50498" y="10280"/>
                  </a:lnTo>
                  <a:cubicBezTo>
                    <a:pt x="50618" y="10263"/>
                    <a:pt x="50739" y="10229"/>
                    <a:pt x="50878" y="10194"/>
                  </a:cubicBezTo>
                  <a:lnTo>
                    <a:pt x="50878" y="10194"/>
                  </a:lnTo>
                  <a:cubicBezTo>
                    <a:pt x="50878" y="10298"/>
                    <a:pt x="50860" y="10401"/>
                    <a:pt x="50860" y="10505"/>
                  </a:cubicBezTo>
                  <a:cubicBezTo>
                    <a:pt x="50614" y="11663"/>
                    <a:pt x="50148" y="12321"/>
                    <a:pt x="49280" y="12321"/>
                  </a:cubicBezTo>
                  <a:cubicBezTo>
                    <a:pt x="48931" y="12321"/>
                    <a:pt x="48517" y="12214"/>
                    <a:pt x="48026" y="11991"/>
                  </a:cubicBezTo>
                  <a:cubicBezTo>
                    <a:pt x="46374" y="11254"/>
                    <a:pt x="44693" y="10979"/>
                    <a:pt x="42955" y="10979"/>
                  </a:cubicBezTo>
                  <a:cubicBezTo>
                    <a:pt x="42002" y="10979"/>
                    <a:pt x="41033" y="11062"/>
                    <a:pt x="40042" y="11196"/>
                  </a:cubicBezTo>
                  <a:cubicBezTo>
                    <a:pt x="38536" y="11404"/>
                    <a:pt x="37062" y="12285"/>
                    <a:pt x="35569" y="12285"/>
                  </a:cubicBezTo>
                  <a:cubicBezTo>
                    <a:pt x="35195" y="12285"/>
                    <a:pt x="34820" y="12230"/>
                    <a:pt x="34443" y="12095"/>
                  </a:cubicBezTo>
                  <a:cubicBezTo>
                    <a:pt x="32698" y="11490"/>
                    <a:pt x="30900" y="11110"/>
                    <a:pt x="29068" y="10920"/>
                  </a:cubicBezTo>
                  <a:cubicBezTo>
                    <a:pt x="27080" y="10698"/>
                    <a:pt x="25171" y="10202"/>
                    <a:pt x="23146" y="10202"/>
                  </a:cubicBezTo>
                  <a:cubicBezTo>
                    <a:pt x="22337" y="10202"/>
                    <a:pt x="21510" y="10281"/>
                    <a:pt x="20652" y="10488"/>
                  </a:cubicBezTo>
                  <a:cubicBezTo>
                    <a:pt x="18383" y="11055"/>
                    <a:pt x="16215" y="12269"/>
                    <a:pt x="13793" y="12269"/>
                  </a:cubicBezTo>
                  <a:cubicBezTo>
                    <a:pt x="13559" y="12269"/>
                    <a:pt x="13322" y="12258"/>
                    <a:pt x="13083" y="12233"/>
                  </a:cubicBezTo>
                  <a:cubicBezTo>
                    <a:pt x="13049" y="12230"/>
                    <a:pt x="13015" y="12229"/>
                    <a:pt x="12982" y="12229"/>
                  </a:cubicBezTo>
                  <a:cubicBezTo>
                    <a:pt x="12473" y="12229"/>
                    <a:pt x="12176" y="12605"/>
                    <a:pt x="12323" y="13287"/>
                  </a:cubicBezTo>
                  <a:cubicBezTo>
                    <a:pt x="12498" y="14071"/>
                    <a:pt x="12325" y="14707"/>
                    <a:pt x="11687" y="14707"/>
                  </a:cubicBezTo>
                  <a:cubicBezTo>
                    <a:pt x="11510" y="14707"/>
                    <a:pt x="11296" y="14658"/>
                    <a:pt x="11044" y="14549"/>
                  </a:cubicBezTo>
                  <a:cubicBezTo>
                    <a:pt x="10655" y="14378"/>
                    <a:pt x="10292" y="14308"/>
                    <a:pt x="9947" y="14308"/>
                  </a:cubicBezTo>
                  <a:cubicBezTo>
                    <a:pt x="9034" y="14308"/>
                    <a:pt x="8242" y="14801"/>
                    <a:pt x="7415" y="15240"/>
                  </a:cubicBezTo>
                  <a:cubicBezTo>
                    <a:pt x="6965" y="15482"/>
                    <a:pt x="6672" y="15914"/>
                    <a:pt x="6879" y="16467"/>
                  </a:cubicBezTo>
                  <a:cubicBezTo>
                    <a:pt x="7027" y="16886"/>
                    <a:pt x="7334" y="16988"/>
                    <a:pt x="7700" y="16988"/>
                  </a:cubicBezTo>
                  <a:cubicBezTo>
                    <a:pt x="7802" y="16988"/>
                    <a:pt x="7910" y="16980"/>
                    <a:pt x="8020" y="16968"/>
                  </a:cubicBezTo>
                  <a:cubicBezTo>
                    <a:pt x="8305" y="16929"/>
                    <a:pt x="8590" y="16910"/>
                    <a:pt x="8875" y="16910"/>
                  </a:cubicBezTo>
                  <a:cubicBezTo>
                    <a:pt x="8970" y="16910"/>
                    <a:pt x="9065" y="16912"/>
                    <a:pt x="9160" y="16917"/>
                  </a:cubicBezTo>
                  <a:cubicBezTo>
                    <a:pt x="9186" y="16919"/>
                    <a:pt x="9214" y="16920"/>
                    <a:pt x="9242" y="16920"/>
                  </a:cubicBezTo>
                  <a:cubicBezTo>
                    <a:pt x="9458" y="16920"/>
                    <a:pt x="9735" y="16862"/>
                    <a:pt x="9947" y="16862"/>
                  </a:cubicBezTo>
                  <a:cubicBezTo>
                    <a:pt x="10131" y="16862"/>
                    <a:pt x="10266" y="16906"/>
                    <a:pt x="10266" y="17072"/>
                  </a:cubicBezTo>
                  <a:cubicBezTo>
                    <a:pt x="10266" y="17498"/>
                    <a:pt x="9728" y="17637"/>
                    <a:pt x="9291" y="17637"/>
                  </a:cubicBezTo>
                  <a:cubicBezTo>
                    <a:pt x="9214" y="17637"/>
                    <a:pt x="9141" y="17633"/>
                    <a:pt x="9074" y="17625"/>
                  </a:cubicBezTo>
                  <a:cubicBezTo>
                    <a:pt x="8873" y="17604"/>
                    <a:pt x="8677" y="17594"/>
                    <a:pt x="8484" y="17594"/>
                  </a:cubicBezTo>
                  <a:cubicBezTo>
                    <a:pt x="6314" y="17594"/>
                    <a:pt x="4587" y="18859"/>
                    <a:pt x="2714" y="19716"/>
                  </a:cubicBezTo>
                  <a:cubicBezTo>
                    <a:pt x="1193" y="20407"/>
                    <a:pt x="2351" y="21548"/>
                    <a:pt x="2282" y="22429"/>
                  </a:cubicBezTo>
                  <a:cubicBezTo>
                    <a:pt x="2264" y="22814"/>
                    <a:pt x="2455" y="22907"/>
                    <a:pt x="2706" y="22907"/>
                  </a:cubicBezTo>
                  <a:cubicBezTo>
                    <a:pt x="2939" y="22907"/>
                    <a:pt x="3223" y="22827"/>
                    <a:pt x="3440" y="22827"/>
                  </a:cubicBezTo>
                  <a:cubicBezTo>
                    <a:pt x="3665" y="22827"/>
                    <a:pt x="3872" y="22982"/>
                    <a:pt x="4079" y="23069"/>
                  </a:cubicBezTo>
                  <a:cubicBezTo>
                    <a:pt x="3924" y="23242"/>
                    <a:pt x="3751" y="23380"/>
                    <a:pt x="3544" y="23501"/>
                  </a:cubicBezTo>
                  <a:cubicBezTo>
                    <a:pt x="2610" y="23881"/>
                    <a:pt x="1643" y="24192"/>
                    <a:pt x="709" y="24589"/>
                  </a:cubicBezTo>
                  <a:cubicBezTo>
                    <a:pt x="329" y="24745"/>
                    <a:pt x="1" y="25142"/>
                    <a:pt x="226" y="25609"/>
                  </a:cubicBezTo>
                  <a:cubicBezTo>
                    <a:pt x="325" y="25816"/>
                    <a:pt x="462" y="25880"/>
                    <a:pt x="615" y="25880"/>
                  </a:cubicBezTo>
                  <a:cubicBezTo>
                    <a:pt x="807" y="25880"/>
                    <a:pt x="1026" y="25778"/>
                    <a:pt x="1228" y="25730"/>
                  </a:cubicBezTo>
                  <a:cubicBezTo>
                    <a:pt x="2248" y="25454"/>
                    <a:pt x="3354" y="25350"/>
                    <a:pt x="4252" y="24866"/>
                  </a:cubicBezTo>
                  <a:cubicBezTo>
                    <a:pt x="4601" y="24679"/>
                    <a:pt x="4965" y="24620"/>
                    <a:pt x="5336" y="24620"/>
                  </a:cubicBezTo>
                  <a:cubicBezTo>
                    <a:pt x="5952" y="24620"/>
                    <a:pt x="6585" y="24782"/>
                    <a:pt x="7191" y="24782"/>
                  </a:cubicBezTo>
                  <a:cubicBezTo>
                    <a:pt x="7702" y="24782"/>
                    <a:pt x="8195" y="24667"/>
                    <a:pt x="8642" y="24244"/>
                  </a:cubicBezTo>
                  <a:cubicBezTo>
                    <a:pt x="9143" y="23760"/>
                    <a:pt x="9627" y="23276"/>
                    <a:pt x="10128" y="22809"/>
                  </a:cubicBezTo>
                  <a:cubicBezTo>
                    <a:pt x="10518" y="22438"/>
                    <a:pt x="10935" y="22335"/>
                    <a:pt x="11366" y="22335"/>
                  </a:cubicBezTo>
                  <a:cubicBezTo>
                    <a:pt x="11904" y="22335"/>
                    <a:pt x="12465" y="22495"/>
                    <a:pt x="13026" y="22495"/>
                  </a:cubicBezTo>
                  <a:cubicBezTo>
                    <a:pt x="13270" y="22495"/>
                    <a:pt x="13515" y="22465"/>
                    <a:pt x="13757" y="22377"/>
                  </a:cubicBezTo>
                  <a:cubicBezTo>
                    <a:pt x="14876" y="21972"/>
                    <a:pt x="15968" y="21278"/>
                    <a:pt x="17215" y="21278"/>
                  </a:cubicBezTo>
                  <a:cubicBezTo>
                    <a:pt x="17721" y="21278"/>
                    <a:pt x="18252" y="21392"/>
                    <a:pt x="18820" y="21686"/>
                  </a:cubicBezTo>
                  <a:cubicBezTo>
                    <a:pt x="20272" y="22429"/>
                    <a:pt x="22242" y="22343"/>
                    <a:pt x="21966" y="24780"/>
                  </a:cubicBezTo>
                  <a:cubicBezTo>
                    <a:pt x="21914" y="25212"/>
                    <a:pt x="22104" y="25868"/>
                    <a:pt x="22415" y="26127"/>
                  </a:cubicBezTo>
                  <a:cubicBezTo>
                    <a:pt x="23746" y="27251"/>
                    <a:pt x="23659" y="29411"/>
                    <a:pt x="23210" y="29981"/>
                  </a:cubicBezTo>
                  <a:cubicBezTo>
                    <a:pt x="22052" y="31485"/>
                    <a:pt x="22484" y="32573"/>
                    <a:pt x="22985" y="33973"/>
                  </a:cubicBezTo>
                  <a:cubicBezTo>
                    <a:pt x="23124" y="34405"/>
                    <a:pt x="22795" y="35045"/>
                    <a:pt x="22553" y="35529"/>
                  </a:cubicBezTo>
                  <a:cubicBezTo>
                    <a:pt x="21447" y="37844"/>
                    <a:pt x="19356" y="39469"/>
                    <a:pt x="18233" y="41802"/>
                  </a:cubicBezTo>
                  <a:cubicBezTo>
                    <a:pt x="17455" y="43409"/>
                    <a:pt x="17058" y="48783"/>
                    <a:pt x="18354" y="49734"/>
                  </a:cubicBezTo>
                  <a:cubicBezTo>
                    <a:pt x="20220" y="51116"/>
                    <a:pt x="19927" y="52862"/>
                    <a:pt x="20238" y="54659"/>
                  </a:cubicBezTo>
                  <a:cubicBezTo>
                    <a:pt x="20428" y="55748"/>
                    <a:pt x="20410" y="57528"/>
                    <a:pt x="20687" y="57752"/>
                  </a:cubicBezTo>
                  <a:cubicBezTo>
                    <a:pt x="22380" y="59083"/>
                    <a:pt x="22242" y="61364"/>
                    <a:pt x="23625" y="62764"/>
                  </a:cubicBezTo>
                  <a:cubicBezTo>
                    <a:pt x="23915" y="63066"/>
                    <a:pt x="24197" y="63258"/>
                    <a:pt x="24508" y="63258"/>
                  </a:cubicBezTo>
                  <a:cubicBezTo>
                    <a:pt x="24660" y="63258"/>
                    <a:pt x="24820" y="63212"/>
                    <a:pt x="24990" y="63110"/>
                  </a:cubicBezTo>
                  <a:cubicBezTo>
                    <a:pt x="25508" y="62816"/>
                    <a:pt x="25526" y="62246"/>
                    <a:pt x="25197" y="61831"/>
                  </a:cubicBezTo>
                  <a:cubicBezTo>
                    <a:pt x="23607" y="59671"/>
                    <a:pt x="23746" y="56888"/>
                    <a:pt x="22536" y="54590"/>
                  </a:cubicBezTo>
                  <a:cubicBezTo>
                    <a:pt x="22415" y="54348"/>
                    <a:pt x="22605" y="53933"/>
                    <a:pt x="22692" y="53605"/>
                  </a:cubicBezTo>
                  <a:cubicBezTo>
                    <a:pt x="22704" y="53568"/>
                    <a:pt x="22878" y="53539"/>
                    <a:pt x="22981" y="53539"/>
                  </a:cubicBezTo>
                  <a:cubicBezTo>
                    <a:pt x="23021" y="53539"/>
                    <a:pt x="23050" y="53543"/>
                    <a:pt x="23054" y="53553"/>
                  </a:cubicBezTo>
                  <a:cubicBezTo>
                    <a:pt x="23175" y="53812"/>
                    <a:pt x="23366" y="54106"/>
                    <a:pt x="23366" y="54400"/>
                  </a:cubicBezTo>
                  <a:cubicBezTo>
                    <a:pt x="23383" y="56819"/>
                    <a:pt x="24973" y="58617"/>
                    <a:pt x="26027" y="60569"/>
                  </a:cubicBezTo>
                  <a:cubicBezTo>
                    <a:pt x="26977" y="62297"/>
                    <a:pt x="28654" y="63663"/>
                    <a:pt x="27720" y="65978"/>
                  </a:cubicBezTo>
                  <a:cubicBezTo>
                    <a:pt x="27530" y="66445"/>
                    <a:pt x="27928" y="66791"/>
                    <a:pt x="28273" y="67136"/>
                  </a:cubicBezTo>
                  <a:cubicBezTo>
                    <a:pt x="29138" y="68000"/>
                    <a:pt x="30226" y="68536"/>
                    <a:pt x="31246" y="69193"/>
                  </a:cubicBezTo>
                  <a:cubicBezTo>
                    <a:pt x="32910" y="70222"/>
                    <a:pt x="34447" y="71516"/>
                    <a:pt x="36422" y="71516"/>
                  </a:cubicBezTo>
                  <a:cubicBezTo>
                    <a:pt x="36867" y="71516"/>
                    <a:pt x="37334" y="71451"/>
                    <a:pt x="37830" y="71301"/>
                  </a:cubicBezTo>
                  <a:cubicBezTo>
                    <a:pt x="37930" y="71272"/>
                    <a:pt x="38022" y="71258"/>
                    <a:pt x="38107" y="71258"/>
                  </a:cubicBezTo>
                  <a:cubicBezTo>
                    <a:pt x="38527" y="71258"/>
                    <a:pt x="38793" y="71582"/>
                    <a:pt x="39023" y="71941"/>
                  </a:cubicBezTo>
                  <a:cubicBezTo>
                    <a:pt x="39748" y="73098"/>
                    <a:pt x="40768" y="73721"/>
                    <a:pt x="42116" y="74032"/>
                  </a:cubicBezTo>
                  <a:cubicBezTo>
                    <a:pt x="43585" y="74360"/>
                    <a:pt x="45296" y="74775"/>
                    <a:pt x="45745" y="76399"/>
                  </a:cubicBezTo>
                  <a:cubicBezTo>
                    <a:pt x="46194" y="78110"/>
                    <a:pt x="47439" y="79112"/>
                    <a:pt x="48648" y="79907"/>
                  </a:cubicBezTo>
                  <a:cubicBezTo>
                    <a:pt x="49237" y="80296"/>
                    <a:pt x="50039" y="81326"/>
                    <a:pt x="50895" y="81326"/>
                  </a:cubicBezTo>
                  <a:cubicBezTo>
                    <a:pt x="51372" y="81326"/>
                    <a:pt x="51865" y="81007"/>
                    <a:pt x="52347" y="80080"/>
                  </a:cubicBezTo>
                  <a:cubicBezTo>
                    <a:pt x="52462" y="79850"/>
                    <a:pt x="52631" y="79714"/>
                    <a:pt x="52813" y="79714"/>
                  </a:cubicBezTo>
                  <a:cubicBezTo>
                    <a:pt x="53013" y="79714"/>
                    <a:pt x="53228" y="79880"/>
                    <a:pt x="53401" y="80270"/>
                  </a:cubicBezTo>
                  <a:cubicBezTo>
                    <a:pt x="54593" y="83156"/>
                    <a:pt x="53919" y="85697"/>
                    <a:pt x="51621" y="87943"/>
                  </a:cubicBezTo>
                  <a:cubicBezTo>
                    <a:pt x="50498" y="89049"/>
                    <a:pt x="49806" y="90604"/>
                    <a:pt x="50774" y="92194"/>
                  </a:cubicBezTo>
                  <a:cubicBezTo>
                    <a:pt x="51085" y="92730"/>
                    <a:pt x="51068" y="92886"/>
                    <a:pt x="50688" y="93283"/>
                  </a:cubicBezTo>
                  <a:cubicBezTo>
                    <a:pt x="49685" y="94337"/>
                    <a:pt x="49703" y="95875"/>
                    <a:pt x="50567" y="96636"/>
                  </a:cubicBezTo>
                  <a:cubicBezTo>
                    <a:pt x="52208" y="98087"/>
                    <a:pt x="52986" y="99971"/>
                    <a:pt x="53971" y="101803"/>
                  </a:cubicBezTo>
                  <a:cubicBezTo>
                    <a:pt x="55440" y="104516"/>
                    <a:pt x="56771" y="107281"/>
                    <a:pt x="59933" y="108629"/>
                  </a:cubicBezTo>
                  <a:cubicBezTo>
                    <a:pt x="61661" y="109372"/>
                    <a:pt x="62629" y="111014"/>
                    <a:pt x="62664" y="113122"/>
                  </a:cubicBezTo>
                  <a:cubicBezTo>
                    <a:pt x="62716" y="116319"/>
                    <a:pt x="62871" y="119516"/>
                    <a:pt x="63096" y="122713"/>
                  </a:cubicBezTo>
                  <a:cubicBezTo>
                    <a:pt x="63251" y="125115"/>
                    <a:pt x="64426" y="127431"/>
                    <a:pt x="63631" y="129920"/>
                  </a:cubicBezTo>
                  <a:cubicBezTo>
                    <a:pt x="63303" y="130922"/>
                    <a:pt x="63459" y="131907"/>
                    <a:pt x="63839" y="132875"/>
                  </a:cubicBezTo>
                  <a:cubicBezTo>
                    <a:pt x="64323" y="134067"/>
                    <a:pt x="64461" y="135363"/>
                    <a:pt x="64288" y="136642"/>
                  </a:cubicBezTo>
                  <a:cubicBezTo>
                    <a:pt x="64184" y="137593"/>
                    <a:pt x="64582" y="138664"/>
                    <a:pt x="65653" y="139148"/>
                  </a:cubicBezTo>
                  <a:cubicBezTo>
                    <a:pt x="65680" y="139159"/>
                    <a:pt x="65711" y="139163"/>
                    <a:pt x="65743" y="139163"/>
                  </a:cubicBezTo>
                  <a:cubicBezTo>
                    <a:pt x="65886" y="139163"/>
                    <a:pt x="66069" y="139076"/>
                    <a:pt x="66205" y="139076"/>
                  </a:cubicBezTo>
                  <a:cubicBezTo>
                    <a:pt x="66332" y="139076"/>
                    <a:pt x="66419" y="139151"/>
                    <a:pt x="66397" y="139442"/>
                  </a:cubicBezTo>
                  <a:cubicBezTo>
                    <a:pt x="66362" y="139995"/>
                    <a:pt x="67071" y="140565"/>
                    <a:pt x="66293" y="141135"/>
                  </a:cubicBezTo>
                  <a:cubicBezTo>
                    <a:pt x="65895" y="141412"/>
                    <a:pt x="65360" y="142259"/>
                    <a:pt x="65774" y="142414"/>
                  </a:cubicBezTo>
                  <a:cubicBezTo>
                    <a:pt x="66898" y="142846"/>
                    <a:pt x="66500" y="143797"/>
                    <a:pt x="66777" y="144488"/>
                  </a:cubicBezTo>
                  <a:cubicBezTo>
                    <a:pt x="67468" y="146164"/>
                    <a:pt x="68505" y="147668"/>
                    <a:pt x="69801" y="148929"/>
                  </a:cubicBezTo>
                  <a:cubicBezTo>
                    <a:pt x="71823" y="150906"/>
                    <a:pt x="74091" y="152091"/>
                    <a:pt x="76808" y="152091"/>
                  </a:cubicBezTo>
                  <a:cubicBezTo>
                    <a:pt x="77226" y="152091"/>
                    <a:pt x="77656" y="152063"/>
                    <a:pt x="78096" y="152005"/>
                  </a:cubicBezTo>
                  <a:cubicBezTo>
                    <a:pt x="78355" y="151953"/>
                    <a:pt x="78580" y="151781"/>
                    <a:pt x="78718" y="151556"/>
                  </a:cubicBezTo>
                  <a:cubicBezTo>
                    <a:pt x="78874" y="151262"/>
                    <a:pt x="78615" y="151038"/>
                    <a:pt x="78355" y="150882"/>
                  </a:cubicBezTo>
                  <a:cubicBezTo>
                    <a:pt x="77595" y="150415"/>
                    <a:pt x="76835" y="149914"/>
                    <a:pt x="76040" y="149482"/>
                  </a:cubicBezTo>
                  <a:cubicBezTo>
                    <a:pt x="73914" y="148342"/>
                    <a:pt x="73551" y="146648"/>
                    <a:pt x="74899" y="144695"/>
                  </a:cubicBezTo>
                  <a:cubicBezTo>
                    <a:pt x="75608" y="143658"/>
                    <a:pt x="75694" y="142570"/>
                    <a:pt x="74173" y="142017"/>
                  </a:cubicBezTo>
                  <a:cubicBezTo>
                    <a:pt x="73707" y="141861"/>
                    <a:pt x="72929" y="141550"/>
                    <a:pt x="73551" y="140997"/>
                  </a:cubicBezTo>
                  <a:cubicBezTo>
                    <a:pt x="74260" y="140340"/>
                    <a:pt x="74260" y="139597"/>
                    <a:pt x="74415" y="138837"/>
                  </a:cubicBezTo>
                  <a:cubicBezTo>
                    <a:pt x="74605" y="137783"/>
                    <a:pt x="73534" y="136193"/>
                    <a:pt x="75677" y="135985"/>
                  </a:cubicBezTo>
                  <a:cubicBezTo>
                    <a:pt x="75746" y="135985"/>
                    <a:pt x="75850" y="135588"/>
                    <a:pt x="75798" y="135432"/>
                  </a:cubicBezTo>
                  <a:cubicBezTo>
                    <a:pt x="75444" y="134260"/>
                    <a:pt x="75867" y="133923"/>
                    <a:pt x="76900" y="133923"/>
                  </a:cubicBezTo>
                  <a:cubicBezTo>
                    <a:pt x="76978" y="133923"/>
                    <a:pt x="77060" y="133925"/>
                    <a:pt x="77146" y="133929"/>
                  </a:cubicBezTo>
                  <a:cubicBezTo>
                    <a:pt x="77188" y="133931"/>
                    <a:pt x="77231" y="133932"/>
                    <a:pt x="77272" y="133932"/>
                  </a:cubicBezTo>
                  <a:cubicBezTo>
                    <a:pt x="78202" y="133932"/>
                    <a:pt x="78980" y="133388"/>
                    <a:pt x="79427" y="132512"/>
                  </a:cubicBezTo>
                  <a:cubicBezTo>
                    <a:pt x="79859" y="131648"/>
                    <a:pt x="79738" y="130836"/>
                    <a:pt x="79047" y="130110"/>
                  </a:cubicBezTo>
                  <a:cubicBezTo>
                    <a:pt x="78857" y="129902"/>
                    <a:pt x="78822" y="129557"/>
                    <a:pt x="78701" y="129280"/>
                  </a:cubicBezTo>
                  <a:lnTo>
                    <a:pt x="78701" y="129280"/>
                  </a:lnTo>
                  <a:cubicBezTo>
                    <a:pt x="78977" y="129298"/>
                    <a:pt x="79237" y="129332"/>
                    <a:pt x="79513" y="129384"/>
                  </a:cubicBezTo>
                  <a:cubicBezTo>
                    <a:pt x="79669" y="129427"/>
                    <a:pt x="79830" y="129448"/>
                    <a:pt x="79991" y="129448"/>
                  </a:cubicBezTo>
                  <a:cubicBezTo>
                    <a:pt x="80347" y="129448"/>
                    <a:pt x="80702" y="129344"/>
                    <a:pt x="80999" y="129142"/>
                  </a:cubicBezTo>
                  <a:cubicBezTo>
                    <a:pt x="82900" y="128001"/>
                    <a:pt x="83350" y="125841"/>
                    <a:pt x="84473" y="124148"/>
                  </a:cubicBezTo>
                  <a:cubicBezTo>
                    <a:pt x="85216" y="123024"/>
                    <a:pt x="86149" y="121815"/>
                    <a:pt x="85544" y="120225"/>
                  </a:cubicBezTo>
                  <a:cubicBezTo>
                    <a:pt x="85026" y="118808"/>
                    <a:pt x="85959" y="118186"/>
                    <a:pt x="86927" y="117356"/>
                  </a:cubicBezTo>
                  <a:cubicBezTo>
                    <a:pt x="88258" y="116233"/>
                    <a:pt x="90314" y="116371"/>
                    <a:pt x="91230" y="115213"/>
                  </a:cubicBezTo>
                  <a:cubicBezTo>
                    <a:pt x="93096" y="112846"/>
                    <a:pt x="93788" y="109908"/>
                    <a:pt x="93874" y="106866"/>
                  </a:cubicBezTo>
                  <a:cubicBezTo>
                    <a:pt x="93909" y="105743"/>
                    <a:pt x="93563" y="104637"/>
                    <a:pt x="94635" y="103635"/>
                  </a:cubicBezTo>
                  <a:cubicBezTo>
                    <a:pt x="95637" y="102650"/>
                    <a:pt x="96432" y="101492"/>
                    <a:pt x="97002" y="100213"/>
                  </a:cubicBezTo>
                  <a:cubicBezTo>
                    <a:pt x="98350" y="97189"/>
                    <a:pt x="97555" y="95668"/>
                    <a:pt x="93770" y="93404"/>
                  </a:cubicBezTo>
                  <a:cubicBezTo>
                    <a:pt x="92864" y="92866"/>
                    <a:pt x="92012" y="92178"/>
                    <a:pt x="90923" y="92178"/>
                  </a:cubicBezTo>
                  <a:cubicBezTo>
                    <a:pt x="90787" y="92178"/>
                    <a:pt x="90648" y="92189"/>
                    <a:pt x="90504" y="92212"/>
                  </a:cubicBezTo>
                  <a:cubicBezTo>
                    <a:pt x="90375" y="92232"/>
                    <a:pt x="90250" y="92241"/>
                    <a:pt x="90128" y="92241"/>
                  </a:cubicBezTo>
                  <a:cubicBezTo>
                    <a:pt x="89316" y="92241"/>
                    <a:pt x="88640" y="91827"/>
                    <a:pt x="87964" y="91451"/>
                  </a:cubicBezTo>
                  <a:cubicBezTo>
                    <a:pt x="86720" y="90760"/>
                    <a:pt x="85423" y="90190"/>
                    <a:pt x="84076" y="89740"/>
                  </a:cubicBezTo>
                  <a:cubicBezTo>
                    <a:pt x="83419" y="89533"/>
                    <a:pt x="82365" y="89412"/>
                    <a:pt x="82226" y="88306"/>
                  </a:cubicBezTo>
                  <a:cubicBezTo>
                    <a:pt x="81898" y="85511"/>
                    <a:pt x="80349" y="82231"/>
                    <a:pt x="77208" y="82231"/>
                  </a:cubicBezTo>
                  <a:cubicBezTo>
                    <a:pt x="77047" y="82231"/>
                    <a:pt x="76883" y="82240"/>
                    <a:pt x="76714" y="82258"/>
                  </a:cubicBezTo>
                  <a:cubicBezTo>
                    <a:pt x="76610" y="82274"/>
                    <a:pt x="76507" y="82282"/>
                    <a:pt x="76405" y="82282"/>
                  </a:cubicBezTo>
                  <a:cubicBezTo>
                    <a:pt x="75873" y="82282"/>
                    <a:pt x="75365" y="82061"/>
                    <a:pt x="75003" y="81670"/>
                  </a:cubicBezTo>
                  <a:cubicBezTo>
                    <a:pt x="73810" y="80478"/>
                    <a:pt x="72722" y="79147"/>
                    <a:pt x="71356" y="78179"/>
                  </a:cubicBezTo>
                  <a:cubicBezTo>
                    <a:pt x="70652" y="77672"/>
                    <a:pt x="69937" y="76844"/>
                    <a:pt x="68958" y="76844"/>
                  </a:cubicBezTo>
                  <a:cubicBezTo>
                    <a:pt x="68735" y="76844"/>
                    <a:pt x="68499" y="76887"/>
                    <a:pt x="68246" y="76987"/>
                  </a:cubicBezTo>
                  <a:cubicBezTo>
                    <a:pt x="68013" y="77081"/>
                    <a:pt x="67785" y="77113"/>
                    <a:pt x="67562" y="77113"/>
                  </a:cubicBezTo>
                  <a:cubicBezTo>
                    <a:pt x="67089" y="77113"/>
                    <a:pt x="66635" y="76969"/>
                    <a:pt x="66189" y="76969"/>
                  </a:cubicBezTo>
                  <a:cubicBezTo>
                    <a:pt x="64783" y="76969"/>
                    <a:pt x="63941" y="75706"/>
                    <a:pt x="62605" y="75706"/>
                  </a:cubicBezTo>
                  <a:cubicBezTo>
                    <a:pt x="62579" y="75706"/>
                    <a:pt x="62552" y="75707"/>
                    <a:pt x="62525" y="75708"/>
                  </a:cubicBezTo>
                  <a:cubicBezTo>
                    <a:pt x="62280" y="75708"/>
                    <a:pt x="61828" y="76012"/>
                    <a:pt x="61511" y="76012"/>
                  </a:cubicBezTo>
                  <a:cubicBezTo>
                    <a:pt x="61248" y="76012"/>
                    <a:pt x="61077" y="75802"/>
                    <a:pt x="61195" y="75034"/>
                  </a:cubicBezTo>
                  <a:cubicBezTo>
                    <a:pt x="61232" y="74788"/>
                    <a:pt x="60883" y="74612"/>
                    <a:pt x="60617" y="74612"/>
                  </a:cubicBezTo>
                  <a:cubicBezTo>
                    <a:pt x="60509" y="74612"/>
                    <a:pt x="60415" y="74641"/>
                    <a:pt x="60365" y="74706"/>
                  </a:cubicBezTo>
                  <a:cubicBezTo>
                    <a:pt x="59225" y="76088"/>
                    <a:pt x="57099" y="76071"/>
                    <a:pt x="56166" y="77747"/>
                  </a:cubicBezTo>
                  <a:cubicBezTo>
                    <a:pt x="55842" y="78325"/>
                    <a:pt x="55457" y="78771"/>
                    <a:pt x="54917" y="78771"/>
                  </a:cubicBezTo>
                  <a:cubicBezTo>
                    <a:pt x="54649" y="78771"/>
                    <a:pt x="54343" y="78661"/>
                    <a:pt x="53988" y="78404"/>
                  </a:cubicBezTo>
                  <a:cubicBezTo>
                    <a:pt x="53637" y="78125"/>
                    <a:pt x="53206" y="77982"/>
                    <a:pt x="52772" y="77982"/>
                  </a:cubicBezTo>
                  <a:cubicBezTo>
                    <a:pt x="52480" y="77982"/>
                    <a:pt x="52186" y="78047"/>
                    <a:pt x="51915" y="78179"/>
                  </a:cubicBezTo>
                  <a:cubicBezTo>
                    <a:pt x="51373" y="78410"/>
                    <a:pt x="50918" y="78527"/>
                    <a:pt x="50541" y="78527"/>
                  </a:cubicBezTo>
                  <a:cubicBezTo>
                    <a:pt x="49618" y="78527"/>
                    <a:pt x="49166" y="77825"/>
                    <a:pt x="49080" y="76365"/>
                  </a:cubicBezTo>
                  <a:cubicBezTo>
                    <a:pt x="49046" y="75397"/>
                    <a:pt x="49184" y="74446"/>
                    <a:pt x="49478" y="73530"/>
                  </a:cubicBezTo>
                  <a:cubicBezTo>
                    <a:pt x="50012" y="71861"/>
                    <a:pt x="49095" y="70692"/>
                    <a:pt x="47366" y="70692"/>
                  </a:cubicBezTo>
                  <a:cubicBezTo>
                    <a:pt x="47305" y="70692"/>
                    <a:pt x="47243" y="70693"/>
                    <a:pt x="47179" y="70696"/>
                  </a:cubicBezTo>
                  <a:cubicBezTo>
                    <a:pt x="46730" y="70714"/>
                    <a:pt x="46281" y="70765"/>
                    <a:pt x="45814" y="70783"/>
                  </a:cubicBezTo>
                  <a:cubicBezTo>
                    <a:pt x="45755" y="70784"/>
                    <a:pt x="45699" y="70786"/>
                    <a:pt x="45645" y="70786"/>
                  </a:cubicBezTo>
                  <a:cubicBezTo>
                    <a:pt x="45148" y="70786"/>
                    <a:pt x="44886" y="70683"/>
                    <a:pt x="45088" y="69919"/>
                  </a:cubicBezTo>
                  <a:cubicBezTo>
                    <a:pt x="45469" y="68484"/>
                    <a:pt x="46143" y="67240"/>
                    <a:pt x="46886" y="65996"/>
                  </a:cubicBezTo>
                  <a:cubicBezTo>
                    <a:pt x="47214" y="65443"/>
                    <a:pt x="47231" y="64993"/>
                    <a:pt x="46747" y="64613"/>
                  </a:cubicBezTo>
                  <a:cubicBezTo>
                    <a:pt x="46406" y="64334"/>
                    <a:pt x="45929" y="64209"/>
                    <a:pt x="45417" y="64209"/>
                  </a:cubicBezTo>
                  <a:cubicBezTo>
                    <a:pt x="44221" y="64209"/>
                    <a:pt x="42833" y="64889"/>
                    <a:pt x="42531" y="65857"/>
                  </a:cubicBezTo>
                  <a:cubicBezTo>
                    <a:pt x="42161" y="67044"/>
                    <a:pt x="40793" y="67929"/>
                    <a:pt x="39553" y="67929"/>
                  </a:cubicBezTo>
                  <a:cubicBezTo>
                    <a:pt x="39113" y="67929"/>
                    <a:pt x="38689" y="67817"/>
                    <a:pt x="38331" y="67568"/>
                  </a:cubicBezTo>
                  <a:cubicBezTo>
                    <a:pt x="36966" y="66601"/>
                    <a:pt x="35998" y="64872"/>
                    <a:pt x="36517" y="63455"/>
                  </a:cubicBezTo>
                  <a:cubicBezTo>
                    <a:pt x="37571" y="60569"/>
                    <a:pt x="37986" y="56802"/>
                    <a:pt x="41822" y="56093"/>
                  </a:cubicBezTo>
                  <a:cubicBezTo>
                    <a:pt x="44259" y="55627"/>
                    <a:pt x="46696" y="55299"/>
                    <a:pt x="49167" y="55126"/>
                  </a:cubicBezTo>
                  <a:cubicBezTo>
                    <a:pt x="49252" y="55120"/>
                    <a:pt x="49338" y="55117"/>
                    <a:pt x="49425" y="55117"/>
                  </a:cubicBezTo>
                  <a:cubicBezTo>
                    <a:pt x="50819" y="55117"/>
                    <a:pt x="52364" y="55920"/>
                    <a:pt x="51811" y="58133"/>
                  </a:cubicBezTo>
                  <a:cubicBezTo>
                    <a:pt x="51707" y="58582"/>
                    <a:pt x="52087" y="59204"/>
                    <a:pt x="52329" y="59688"/>
                  </a:cubicBezTo>
                  <a:cubicBezTo>
                    <a:pt x="52602" y="60250"/>
                    <a:pt x="52992" y="60846"/>
                    <a:pt x="53666" y="60846"/>
                  </a:cubicBezTo>
                  <a:cubicBezTo>
                    <a:pt x="53675" y="60846"/>
                    <a:pt x="53685" y="60846"/>
                    <a:pt x="53695" y="60846"/>
                  </a:cubicBezTo>
                  <a:cubicBezTo>
                    <a:pt x="54455" y="60811"/>
                    <a:pt x="54628" y="60085"/>
                    <a:pt x="54852" y="59498"/>
                  </a:cubicBezTo>
                  <a:cubicBezTo>
                    <a:pt x="55146" y="58703"/>
                    <a:pt x="55146" y="57822"/>
                    <a:pt x="54887" y="57027"/>
                  </a:cubicBezTo>
                  <a:cubicBezTo>
                    <a:pt x="54127" y="54642"/>
                    <a:pt x="54922" y="53017"/>
                    <a:pt x="57116" y="51894"/>
                  </a:cubicBezTo>
                  <a:cubicBezTo>
                    <a:pt x="58291" y="51307"/>
                    <a:pt x="59328" y="50442"/>
                    <a:pt x="60469" y="49786"/>
                  </a:cubicBezTo>
                  <a:cubicBezTo>
                    <a:pt x="62128" y="48818"/>
                    <a:pt x="61575" y="46641"/>
                    <a:pt x="63096" y="45448"/>
                  </a:cubicBezTo>
                  <a:cubicBezTo>
                    <a:pt x="64720" y="44169"/>
                    <a:pt x="65757" y="42113"/>
                    <a:pt x="68194" y="42061"/>
                  </a:cubicBezTo>
                  <a:cubicBezTo>
                    <a:pt x="68574" y="42044"/>
                    <a:pt x="69006" y="41888"/>
                    <a:pt x="69075" y="41456"/>
                  </a:cubicBezTo>
                  <a:cubicBezTo>
                    <a:pt x="69369" y="39711"/>
                    <a:pt x="70924" y="39417"/>
                    <a:pt x="72151" y="38760"/>
                  </a:cubicBezTo>
                  <a:cubicBezTo>
                    <a:pt x="72321" y="38667"/>
                    <a:pt x="72565" y="38512"/>
                    <a:pt x="72753" y="38512"/>
                  </a:cubicBezTo>
                  <a:cubicBezTo>
                    <a:pt x="72950" y="38512"/>
                    <a:pt x="73086" y="38680"/>
                    <a:pt x="73015" y="39261"/>
                  </a:cubicBezTo>
                  <a:cubicBezTo>
                    <a:pt x="72956" y="39796"/>
                    <a:pt x="73330" y="40078"/>
                    <a:pt x="73743" y="40078"/>
                  </a:cubicBezTo>
                  <a:cubicBezTo>
                    <a:pt x="73931" y="40078"/>
                    <a:pt x="74127" y="40020"/>
                    <a:pt x="74294" y="39901"/>
                  </a:cubicBezTo>
                  <a:cubicBezTo>
                    <a:pt x="75746" y="38898"/>
                    <a:pt x="77457" y="38501"/>
                    <a:pt x="78995" y="37723"/>
                  </a:cubicBezTo>
                  <a:cubicBezTo>
                    <a:pt x="79738" y="37326"/>
                    <a:pt x="80291" y="36773"/>
                    <a:pt x="79790" y="35995"/>
                  </a:cubicBezTo>
                  <a:cubicBezTo>
                    <a:pt x="79597" y="35708"/>
                    <a:pt x="79414" y="35603"/>
                    <a:pt x="79239" y="35603"/>
                  </a:cubicBezTo>
                  <a:cubicBezTo>
                    <a:pt x="78865" y="35603"/>
                    <a:pt x="78524" y="36083"/>
                    <a:pt x="78183" y="36306"/>
                  </a:cubicBezTo>
                  <a:cubicBezTo>
                    <a:pt x="77820" y="36545"/>
                    <a:pt x="77447" y="36741"/>
                    <a:pt x="77083" y="36741"/>
                  </a:cubicBezTo>
                  <a:cubicBezTo>
                    <a:pt x="76789" y="36741"/>
                    <a:pt x="76501" y="36612"/>
                    <a:pt x="76230" y="36272"/>
                  </a:cubicBezTo>
                  <a:cubicBezTo>
                    <a:pt x="75677" y="35563"/>
                    <a:pt x="76126" y="35148"/>
                    <a:pt x="76731" y="34751"/>
                  </a:cubicBezTo>
                  <a:cubicBezTo>
                    <a:pt x="77318" y="34371"/>
                    <a:pt x="77284" y="33818"/>
                    <a:pt x="77025" y="33196"/>
                  </a:cubicBezTo>
                  <a:cubicBezTo>
                    <a:pt x="76921" y="32919"/>
                    <a:pt x="76161" y="33023"/>
                    <a:pt x="76593" y="32643"/>
                  </a:cubicBezTo>
                  <a:cubicBezTo>
                    <a:pt x="76708" y="32536"/>
                    <a:pt x="76805" y="32492"/>
                    <a:pt x="76888" y="32492"/>
                  </a:cubicBezTo>
                  <a:cubicBezTo>
                    <a:pt x="77143" y="32492"/>
                    <a:pt x="77279" y="32892"/>
                    <a:pt x="77474" y="33126"/>
                  </a:cubicBezTo>
                  <a:cubicBezTo>
                    <a:pt x="77830" y="33563"/>
                    <a:pt x="78559" y="33892"/>
                    <a:pt x="79019" y="33892"/>
                  </a:cubicBezTo>
                  <a:cubicBezTo>
                    <a:pt x="79251" y="33892"/>
                    <a:pt x="79415" y="33808"/>
                    <a:pt x="79427" y="33610"/>
                  </a:cubicBezTo>
                  <a:cubicBezTo>
                    <a:pt x="79485" y="32639"/>
                    <a:pt x="79866" y="32465"/>
                    <a:pt x="80317" y="32465"/>
                  </a:cubicBezTo>
                  <a:cubicBezTo>
                    <a:pt x="80569" y="32465"/>
                    <a:pt x="80843" y="32519"/>
                    <a:pt x="81095" y="32519"/>
                  </a:cubicBezTo>
                  <a:cubicBezTo>
                    <a:pt x="81194" y="32519"/>
                    <a:pt x="81290" y="32511"/>
                    <a:pt x="81380" y="32487"/>
                  </a:cubicBezTo>
                  <a:cubicBezTo>
                    <a:pt x="81894" y="32340"/>
                    <a:pt x="82271" y="31830"/>
                    <a:pt x="82830" y="31830"/>
                  </a:cubicBezTo>
                  <a:cubicBezTo>
                    <a:pt x="82928" y="31830"/>
                    <a:pt x="83031" y="31846"/>
                    <a:pt x="83142" y="31882"/>
                  </a:cubicBezTo>
                  <a:cubicBezTo>
                    <a:pt x="82658" y="32470"/>
                    <a:pt x="82192" y="33075"/>
                    <a:pt x="81708" y="33679"/>
                  </a:cubicBezTo>
                  <a:cubicBezTo>
                    <a:pt x="81604" y="33766"/>
                    <a:pt x="81483" y="33835"/>
                    <a:pt x="81362" y="33904"/>
                  </a:cubicBezTo>
                  <a:cubicBezTo>
                    <a:pt x="81034" y="34129"/>
                    <a:pt x="80775" y="34423"/>
                    <a:pt x="80878" y="34872"/>
                  </a:cubicBezTo>
                  <a:cubicBezTo>
                    <a:pt x="80999" y="35304"/>
                    <a:pt x="81380" y="35252"/>
                    <a:pt x="81673" y="35425"/>
                  </a:cubicBezTo>
                  <a:cubicBezTo>
                    <a:pt x="81973" y="35596"/>
                    <a:pt x="82292" y="35648"/>
                    <a:pt x="82615" y="35648"/>
                  </a:cubicBezTo>
                  <a:cubicBezTo>
                    <a:pt x="83130" y="35648"/>
                    <a:pt x="83658" y="35514"/>
                    <a:pt x="84141" y="35514"/>
                  </a:cubicBezTo>
                  <a:cubicBezTo>
                    <a:pt x="84489" y="35514"/>
                    <a:pt x="84814" y="35584"/>
                    <a:pt x="85095" y="35822"/>
                  </a:cubicBezTo>
                  <a:cubicBezTo>
                    <a:pt x="85535" y="36187"/>
                    <a:pt x="85875" y="36332"/>
                    <a:pt x="86134" y="36332"/>
                  </a:cubicBezTo>
                  <a:cubicBezTo>
                    <a:pt x="86710" y="36332"/>
                    <a:pt x="86887" y="35618"/>
                    <a:pt x="86875" y="35010"/>
                  </a:cubicBezTo>
                  <a:cubicBezTo>
                    <a:pt x="86858" y="34215"/>
                    <a:pt x="87601" y="32729"/>
                    <a:pt x="85665" y="32625"/>
                  </a:cubicBezTo>
                  <a:cubicBezTo>
                    <a:pt x="84991" y="32591"/>
                    <a:pt x="85130" y="31986"/>
                    <a:pt x="85596" y="31485"/>
                  </a:cubicBezTo>
                  <a:cubicBezTo>
                    <a:pt x="87186" y="29791"/>
                    <a:pt x="86650" y="27527"/>
                    <a:pt x="84508" y="26767"/>
                  </a:cubicBezTo>
                  <a:cubicBezTo>
                    <a:pt x="84006" y="26594"/>
                    <a:pt x="83557" y="26214"/>
                    <a:pt x="83661" y="25834"/>
                  </a:cubicBezTo>
                  <a:cubicBezTo>
                    <a:pt x="83972" y="24503"/>
                    <a:pt x="83039" y="23432"/>
                    <a:pt x="83090" y="22170"/>
                  </a:cubicBezTo>
                  <a:cubicBezTo>
                    <a:pt x="83108" y="21773"/>
                    <a:pt x="83073" y="21375"/>
                    <a:pt x="82624" y="21220"/>
                  </a:cubicBezTo>
                  <a:cubicBezTo>
                    <a:pt x="82529" y="21188"/>
                    <a:pt x="82437" y="21174"/>
                    <a:pt x="82348" y="21174"/>
                  </a:cubicBezTo>
                  <a:cubicBezTo>
                    <a:pt x="82049" y="21174"/>
                    <a:pt x="81787" y="21339"/>
                    <a:pt x="81587" y="21565"/>
                  </a:cubicBezTo>
                  <a:cubicBezTo>
                    <a:pt x="81086" y="22135"/>
                    <a:pt x="80464" y="22602"/>
                    <a:pt x="79755" y="22913"/>
                  </a:cubicBezTo>
                  <a:cubicBezTo>
                    <a:pt x="79583" y="22995"/>
                    <a:pt x="79411" y="23071"/>
                    <a:pt x="79247" y="23071"/>
                  </a:cubicBezTo>
                  <a:cubicBezTo>
                    <a:pt x="79097" y="23071"/>
                    <a:pt x="78954" y="23008"/>
                    <a:pt x="78822" y="22827"/>
                  </a:cubicBezTo>
                  <a:cubicBezTo>
                    <a:pt x="78563" y="22498"/>
                    <a:pt x="78753" y="22274"/>
                    <a:pt x="78960" y="22015"/>
                  </a:cubicBezTo>
                  <a:cubicBezTo>
                    <a:pt x="79496" y="21254"/>
                    <a:pt x="79254" y="20736"/>
                    <a:pt x="78459" y="20338"/>
                  </a:cubicBezTo>
                  <a:cubicBezTo>
                    <a:pt x="78131" y="20165"/>
                    <a:pt x="77837" y="19941"/>
                    <a:pt x="77578" y="19664"/>
                  </a:cubicBezTo>
                  <a:cubicBezTo>
                    <a:pt x="77168" y="19146"/>
                    <a:pt x="76356" y="18913"/>
                    <a:pt x="75491" y="18913"/>
                  </a:cubicBezTo>
                  <a:cubicBezTo>
                    <a:pt x="74278" y="18913"/>
                    <a:pt x="72961" y="19371"/>
                    <a:pt x="72497" y="20148"/>
                  </a:cubicBezTo>
                  <a:cubicBezTo>
                    <a:pt x="72065" y="20874"/>
                    <a:pt x="71788" y="21824"/>
                    <a:pt x="70803" y="22170"/>
                  </a:cubicBezTo>
                  <a:cubicBezTo>
                    <a:pt x="70354" y="22326"/>
                    <a:pt x="70043" y="22792"/>
                    <a:pt x="70337" y="23276"/>
                  </a:cubicBezTo>
                  <a:cubicBezTo>
                    <a:pt x="71356" y="25004"/>
                    <a:pt x="70043" y="25488"/>
                    <a:pt x="68902" y="26024"/>
                  </a:cubicBezTo>
                  <a:cubicBezTo>
                    <a:pt x="67693" y="26577"/>
                    <a:pt x="66241" y="26801"/>
                    <a:pt x="66345" y="28685"/>
                  </a:cubicBezTo>
                  <a:cubicBezTo>
                    <a:pt x="66379" y="29117"/>
                    <a:pt x="65895" y="29601"/>
                    <a:pt x="65584" y="30016"/>
                  </a:cubicBezTo>
                  <a:cubicBezTo>
                    <a:pt x="65442" y="30197"/>
                    <a:pt x="65232" y="30465"/>
                    <a:pt x="64983" y="30465"/>
                  </a:cubicBezTo>
                  <a:cubicBezTo>
                    <a:pt x="64899" y="30465"/>
                    <a:pt x="64811" y="30435"/>
                    <a:pt x="64720" y="30361"/>
                  </a:cubicBezTo>
                  <a:cubicBezTo>
                    <a:pt x="64409" y="30120"/>
                    <a:pt x="64288" y="29705"/>
                    <a:pt x="64409" y="29342"/>
                  </a:cubicBezTo>
                  <a:cubicBezTo>
                    <a:pt x="64893" y="27596"/>
                    <a:pt x="65083" y="25989"/>
                    <a:pt x="62508" y="25903"/>
                  </a:cubicBezTo>
                  <a:cubicBezTo>
                    <a:pt x="62249" y="25903"/>
                    <a:pt x="61938" y="25644"/>
                    <a:pt x="61748" y="25436"/>
                  </a:cubicBezTo>
                  <a:cubicBezTo>
                    <a:pt x="61084" y="24759"/>
                    <a:pt x="60400" y="24243"/>
                    <a:pt x="59552" y="24243"/>
                  </a:cubicBezTo>
                  <a:cubicBezTo>
                    <a:pt x="59252" y="24243"/>
                    <a:pt x="58932" y="24307"/>
                    <a:pt x="58585" y="24451"/>
                  </a:cubicBezTo>
                  <a:cubicBezTo>
                    <a:pt x="58566" y="24457"/>
                    <a:pt x="58545" y="24459"/>
                    <a:pt x="58523" y="24459"/>
                  </a:cubicBezTo>
                  <a:cubicBezTo>
                    <a:pt x="58409" y="24459"/>
                    <a:pt x="58269" y="24394"/>
                    <a:pt x="58153" y="24365"/>
                  </a:cubicBezTo>
                  <a:cubicBezTo>
                    <a:pt x="58758" y="23501"/>
                    <a:pt x="57687" y="22429"/>
                    <a:pt x="58827" y="21462"/>
                  </a:cubicBezTo>
                  <a:cubicBezTo>
                    <a:pt x="61800" y="18990"/>
                    <a:pt x="65757" y="18558"/>
                    <a:pt x="68781" y="16294"/>
                  </a:cubicBezTo>
                  <a:lnTo>
                    <a:pt x="69455" y="15828"/>
                  </a:lnTo>
                  <a:cubicBezTo>
                    <a:pt x="70337" y="15586"/>
                    <a:pt x="71218" y="15206"/>
                    <a:pt x="72117" y="15119"/>
                  </a:cubicBezTo>
                  <a:cubicBezTo>
                    <a:pt x="74346" y="14912"/>
                    <a:pt x="75331" y="13910"/>
                    <a:pt x="75262" y="11767"/>
                  </a:cubicBezTo>
                  <a:cubicBezTo>
                    <a:pt x="75262" y="11596"/>
                    <a:pt x="75299" y="11543"/>
                    <a:pt x="75353" y="11543"/>
                  </a:cubicBezTo>
                  <a:cubicBezTo>
                    <a:pt x="75441" y="11543"/>
                    <a:pt x="75574" y="11687"/>
                    <a:pt x="75659" y="11698"/>
                  </a:cubicBezTo>
                  <a:cubicBezTo>
                    <a:pt x="76835" y="11749"/>
                    <a:pt x="77733" y="12683"/>
                    <a:pt x="78943" y="12752"/>
                  </a:cubicBezTo>
                  <a:cubicBezTo>
                    <a:pt x="79461" y="12769"/>
                    <a:pt x="79945" y="13391"/>
                    <a:pt x="80412" y="13789"/>
                  </a:cubicBezTo>
                  <a:cubicBezTo>
                    <a:pt x="80395" y="13944"/>
                    <a:pt x="80325" y="14082"/>
                    <a:pt x="80204" y="14203"/>
                  </a:cubicBezTo>
                  <a:cubicBezTo>
                    <a:pt x="79099" y="14649"/>
                    <a:pt x="78211" y="15599"/>
                    <a:pt x="76924" y="15599"/>
                  </a:cubicBezTo>
                  <a:cubicBezTo>
                    <a:pt x="76763" y="15599"/>
                    <a:pt x="76595" y="15584"/>
                    <a:pt x="76420" y="15551"/>
                  </a:cubicBezTo>
                  <a:cubicBezTo>
                    <a:pt x="76325" y="15534"/>
                    <a:pt x="76229" y="15525"/>
                    <a:pt x="76135" y="15525"/>
                  </a:cubicBezTo>
                  <a:cubicBezTo>
                    <a:pt x="75478" y="15525"/>
                    <a:pt x="74895" y="15947"/>
                    <a:pt x="74985" y="16778"/>
                  </a:cubicBezTo>
                  <a:cubicBezTo>
                    <a:pt x="75041" y="17437"/>
                    <a:pt x="75422" y="17620"/>
                    <a:pt x="75866" y="17620"/>
                  </a:cubicBezTo>
                  <a:cubicBezTo>
                    <a:pt x="76109" y="17620"/>
                    <a:pt x="76372" y="17565"/>
                    <a:pt x="76610" y="17504"/>
                  </a:cubicBezTo>
                  <a:cubicBezTo>
                    <a:pt x="76822" y="17451"/>
                    <a:pt x="77015" y="17425"/>
                    <a:pt x="77193" y="17425"/>
                  </a:cubicBezTo>
                  <a:cubicBezTo>
                    <a:pt x="77828" y="17425"/>
                    <a:pt x="78286" y="17750"/>
                    <a:pt x="78839" y="18316"/>
                  </a:cubicBezTo>
                  <a:cubicBezTo>
                    <a:pt x="79617" y="19094"/>
                    <a:pt x="80723" y="19612"/>
                    <a:pt x="81794" y="19993"/>
                  </a:cubicBezTo>
                  <a:cubicBezTo>
                    <a:pt x="81906" y="20034"/>
                    <a:pt x="82005" y="20053"/>
                    <a:pt x="82094" y="20053"/>
                  </a:cubicBezTo>
                  <a:cubicBezTo>
                    <a:pt x="82595" y="20053"/>
                    <a:pt x="82747" y="19445"/>
                    <a:pt x="82762" y="18887"/>
                  </a:cubicBezTo>
                  <a:cubicBezTo>
                    <a:pt x="82805" y="18878"/>
                    <a:pt x="82849" y="18874"/>
                    <a:pt x="82892" y="18874"/>
                  </a:cubicBezTo>
                  <a:cubicBezTo>
                    <a:pt x="82935" y="18874"/>
                    <a:pt x="82978" y="18878"/>
                    <a:pt x="83021" y="18887"/>
                  </a:cubicBezTo>
                  <a:cubicBezTo>
                    <a:pt x="83375" y="18985"/>
                    <a:pt x="83662" y="19030"/>
                    <a:pt x="83892" y="19030"/>
                  </a:cubicBezTo>
                  <a:cubicBezTo>
                    <a:pt x="85038" y="19030"/>
                    <a:pt x="84816" y="17932"/>
                    <a:pt x="84629" y="16882"/>
                  </a:cubicBezTo>
                  <a:cubicBezTo>
                    <a:pt x="84577" y="16588"/>
                    <a:pt x="84404" y="16122"/>
                    <a:pt x="84525" y="16018"/>
                  </a:cubicBezTo>
                  <a:cubicBezTo>
                    <a:pt x="84606" y="15948"/>
                    <a:pt x="84680" y="15920"/>
                    <a:pt x="84749" y="15920"/>
                  </a:cubicBezTo>
                  <a:cubicBezTo>
                    <a:pt x="84985" y="15920"/>
                    <a:pt x="85161" y="16252"/>
                    <a:pt x="85389" y="16346"/>
                  </a:cubicBezTo>
                  <a:cubicBezTo>
                    <a:pt x="85637" y="16436"/>
                    <a:pt x="85876" y="16474"/>
                    <a:pt x="86110" y="16474"/>
                  </a:cubicBezTo>
                  <a:cubicBezTo>
                    <a:pt x="86771" y="16474"/>
                    <a:pt x="87381" y="16174"/>
                    <a:pt x="87981" y="15931"/>
                  </a:cubicBezTo>
                  <a:cubicBezTo>
                    <a:pt x="88344" y="15793"/>
                    <a:pt x="88500" y="15275"/>
                    <a:pt x="88258" y="15033"/>
                  </a:cubicBezTo>
                  <a:cubicBezTo>
                    <a:pt x="87065" y="13754"/>
                    <a:pt x="85976" y="12406"/>
                    <a:pt x="84819" y="11110"/>
                  </a:cubicBezTo>
                  <a:cubicBezTo>
                    <a:pt x="84162" y="10350"/>
                    <a:pt x="83160" y="9779"/>
                    <a:pt x="82537" y="8915"/>
                  </a:cubicBezTo>
                  <a:cubicBezTo>
                    <a:pt x="82209" y="8379"/>
                    <a:pt x="81639" y="8034"/>
                    <a:pt x="81017" y="7999"/>
                  </a:cubicBezTo>
                  <a:cubicBezTo>
                    <a:pt x="80983" y="7995"/>
                    <a:pt x="80950" y="7994"/>
                    <a:pt x="80916" y="7994"/>
                  </a:cubicBezTo>
                  <a:cubicBezTo>
                    <a:pt x="80688" y="7994"/>
                    <a:pt x="80453" y="8074"/>
                    <a:pt x="80228" y="8074"/>
                  </a:cubicBezTo>
                  <a:cubicBezTo>
                    <a:pt x="80056" y="8074"/>
                    <a:pt x="79890" y="8027"/>
                    <a:pt x="79738" y="7861"/>
                  </a:cubicBezTo>
                  <a:cubicBezTo>
                    <a:pt x="80170" y="7757"/>
                    <a:pt x="80602" y="7654"/>
                    <a:pt x="81017" y="7585"/>
                  </a:cubicBezTo>
                  <a:cubicBezTo>
                    <a:pt x="81518" y="7481"/>
                    <a:pt x="82192" y="7567"/>
                    <a:pt x="82226" y="6859"/>
                  </a:cubicBezTo>
                  <a:cubicBezTo>
                    <a:pt x="82278" y="6202"/>
                    <a:pt x="81673" y="6167"/>
                    <a:pt x="81207" y="6046"/>
                  </a:cubicBezTo>
                  <a:cubicBezTo>
                    <a:pt x="81086" y="6012"/>
                    <a:pt x="80948" y="5960"/>
                    <a:pt x="80844" y="5891"/>
                  </a:cubicBezTo>
                  <a:cubicBezTo>
                    <a:pt x="80958" y="5878"/>
                    <a:pt x="81101" y="5837"/>
                    <a:pt x="81223" y="5837"/>
                  </a:cubicBezTo>
                  <a:cubicBezTo>
                    <a:pt x="81267" y="5837"/>
                    <a:pt x="81309" y="5843"/>
                    <a:pt x="81345" y="5856"/>
                  </a:cubicBezTo>
                  <a:cubicBezTo>
                    <a:pt x="81816" y="6065"/>
                    <a:pt x="82272" y="6151"/>
                    <a:pt x="82714" y="6151"/>
                  </a:cubicBezTo>
                  <a:cubicBezTo>
                    <a:pt x="83993" y="6151"/>
                    <a:pt x="85157" y="5437"/>
                    <a:pt x="86236" y="4923"/>
                  </a:cubicBezTo>
                  <a:cubicBezTo>
                    <a:pt x="89182" y="3528"/>
                    <a:pt x="92334" y="3094"/>
                    <a:pt x="95401" y="2235"/>
                  </a:cubicBezTo>
                  <a:lnTo>
                    <a:pt x="95401" y="2235"/>
                  </a:lnTo>
                  <a:cubicBezTo>
                    <a:pt x="93986" y="3267"/>
                    <a:pt x="92263" y="3834"/>
                    <a:pt x="90504" y="3834"/>
                  </a:cubicBezTo>
                  <a:cubicBezTo>
                    <a:pt x="90401" y="3834"/>
                    <a:pt x="90295" y="3831"/>
                    <a:pt x="90191" y="3831"/>
                  </a:cubicBezTo>
                  <a:cubicBezTo>
                    <a:pt x="89827" y="3831"/>
                    <a:pt x="89479" y="3873"/>
                    <a:pt x="89277" y="4249"/>
                  </a:cubicBezTo>
                  <a:cubicBezTo>
                    <a:pt x="89018" y="4802"/>
                    <a:pt x="89467" y="5113"/>
                    <a:pt x="89744" y="5528"/>
                  </a:cubicBezTo>
                  <a:cubicBezTo>
                    <a:pt x="90251" y="6307"/>
                    <a:pt x="90887" y="6586"/>
                    <a:pt x="91608" y="6586"/>
                  </a:cubicBezTo>
                  <a:cubicBezTo>
                    <a:pt x="91943" y="6586"/>
                    <a:pt x="92297" y="6525"/>
                    <a:pt x="92664" y="6427"/>
                  </a:cubicBezTo>
                  <a:cubicBezTo>
                    <a:pt x="93037" y="6322"/>
                    <a:pt x="93404" y="6272"/>
                    <a:pt x="93755" y="6272"/>
                  </a:cubicBezTo>
                  <a:cubicBezTo>
                    <a:pt x="95314" y="6272"/>
                    <a:pt x="96561" y="7243"/>
                    <a:pt x="96518" y="8639"/>
                  </a:cubicBezTo>
                  <a:cubicBezTo>
                    <a:pt x="96501" y="9123"/>
                    <a:pt x="96000" y="9710"/>
                    <a:pt x="96155" y="10073"/>
                  </a:cubicBezTo>
                  <a:cubicBezTo>
                    <a:pt x="96656" y="11300"/>
                    <a:pt x="95758" y="12302"/>
                    <a:pt x="95378" y="13045"/>
                  </a:cubicBezTo>
                  <a:cubicBezTo>
                    <a:pt x="94393" y="15016"/>
                    <a:pt x="93649" y="16709"/>
                    <a:pt x="95412" y="18541"/>
                  </a:cubicBezTo>
                  <a:cubicBezTo>
                    <a:pt x="95602" y="18714"/>
                    <a:pt x="95723" y="18938"/>
                    <a:pt x="95758" y="19180"/>
                  </a:cubicBezTo>
                  <a:cubicBezTo>
                    <a:pt x="95810" y="21358"/>
                    <a:pt x="97901" y="20788"/>
                    <a:pt x="99007" y="21479"/>
                  </a:cubicBezTo>
                  <a:cubicBezTo>
                    <a:pt x="99192" y="21597"/>
                    <a:pt x="99367" y="21648"/>
                    <a:pt x="99531" y="21648"/>
                  </a:cubicBezTo>
                  <a:cubicBezTo>
                    <a:pt x="100207" y="21648"/>
                    <a:pt x="100708" y="20784"/>
                    <a:pt x="101098" y="20200"/>
                  </a:cubicBezTo>
                  <a:cubicBezTo>
                    <a:pt x="102256" y="18472"/>
                    <a:pt x="104088" y="17055"/>
                    <a:pt x="105729" y="16536"/>
                  </a:cubicBezTo>
                  <a:cubicBezTo>
                    <a:pt x="109220" y="15396"/>
                    <a:pt x="112486" y="13547"/>
                    <a:pt x="116254" y="13115"/>
                  </a:cubicBezTo>
                  <a:cubicBezTo>
                    <a:pt x="117965" y="12907"/>
                    <a:pt x="119935" y="12320"/>
                    <a:pt x="120021" y="9883"/>
                  </a:cubicBezTo>
                  <a:cubicBezTo>
                    <a:pt x="120021" y="9693"/>
                    <a:pt x="120349" y="9485"/>
                    <a:pt x="120557" y="9330"/>
                  </a:cubicBezTo>
                  <a:cubicBezTo>
                    <a:pt x="121663" y="8552"/>
                    <a:pt x="123132" y="8034"/>
                    <a:pt x="122631" y="6202"/>
                  </a:cubicBezTo>
                  <a:cubicBezTo>
                    <a:pt x="122594" y="6055"/>
                    <a:pt x="122626" y="6020"/>
                    <a:pt x="122682" y="6020"/>
                  </a:cubicBezTo>
                  <a:cubicBezTo>
                    <a:pt x="122731" y="6020"/>
                    <a:pt x="122799" y="6046"/>
                    <a:pt x="122855" y="6046"/>
                  </a:cubicBezTo>
                  <a:cubicBezTo>
                    <a:pt x="122928" y="6051"/>
                    <a:pt x="122998" y="6053"/>
                    <a:pt x="123064" y="6053"/>
                  </a:cubicBezTo>
                  <a:cubicBezTo>
                    <a:pt x="124269" y="6053"/>
                    <a:pt x="124381" y="5321"/>
                    <a:pt x="123840" y="4387"/>
                  </a:cubicBezTo>
                  <a:cubicBezTo>
                    <a:pt x="123581" y="3921"/>
                    <a:pt x="123875" y="3955"/>
                    <a:pt x="124048" y="3817"/>
                  </a:cubicBezTo>
                  <a:cubicBezTo>
                    <a:pt x="125240" y="2867"/>
                    <a:pt x="126640" y="2728"/>
                    <a:pt x="128092" y="2659"/>
                  </a:cubicBezTo>
                  <a:cubicBezTo>
                    <a:pt x="128575" y="2625"/>
                    <a:pt x="129180" y="2521"/>
                    <a:pt x="129249" y="1934"/>
                  </a:cubicBezTo>
                  <a:cubicBezTo>
                    <a:pt x="129301" y="1363"/>
                    <a:pt x="128714" y="1242"/>
                    <a:pt x="128299" y="1190"/>
                  </a:cubicBezTo>
                  <a:cubicBezTo>
                    <a:pt x="125707" y="948"/>
                    <a:pt x="123132" y="430"/>
                    <a:pt x="120557" y="171"/>
                  </a:cubicBezTo>
                  <a:cubicBezTo>
                    <a:pt x="119360" y="50"/>
                    <a:pt x="118163" y="0"/>
                    <a:pt x="1169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38"/>
            <p:cNvSpPr/>
            <p:nvPr/>
          </p:nvSpPr>
          <p:spPr>
            <a:xfrm>
              <a:off x="1581325" y="1051125"/>
              <a:ext cx="283000" cy="91675"/>
            </a:xfrm>
            <a:custGeom>
              <a:rect b="b" l="l" r="r" t="t"/>
              <a:pathLst>
                <a:path extrusionOk="0" h="3667" w="11320">
                  <a:moveTo>
                    <a:pt x="6214" y="0"/>
                  </a:moveTo>
                  <a:cubicBezTo>
                    <a:pt x="5926" y="0"/>
                    <a:pt x="5584" y="48"/>
                    <a:pt x="5219" y="71"/>
                  </a:cubicBezTo>
                  <a:cubicBezTo>
                    <a:pt x="5082" y="56"/>
                    <a:pt x="4943" y="49"/>
                    <a:pt x="4804" y="49"/>
                  </a:cubicBezTo>
                  <a:cubicBezTo>
                    <a:pt x="3493" y="49"/>
                    <a:pt x="2115" y="667"/>
                    <a:pt x="709" y="1073"/>
                  </a:cubicBezTo>
                  <a:cubicBezTo>
                    <a:pt x="432" y="1177"/>
                    <a:pt x="208" y="1401"/>
                    <a:pt x="69" y="1678"/>
                  </a:cubicBezTo>
                  <a:cubicBezTo>
                    <a:pt x="0" y="1781"/>
                    <a:pt x="242" y="2213"/>
                    <a:pt x="363" y="2231"/>
                  </a:cubicBezTo>
                  <a:cubicBezTo>
                    <a:pt x="2163" y="2438"/>
                    <a:pt x="3786" y="3667"/>
                    <a:pt x="5640" y="3667"/>
                  </a:cubicBezTo>
                  <a:cubicBezTo>
                    <a:pt x="6100" y="3667"/>
                    <a:pt x="6574" y="3591"/>
                    <a:pt x="7068" y="3406"/>
                  </a:cubicBezTo>
                  <a:cubicBezTo>
                    <a:pt x="7396" y="3281"/>
                    <a:pt x="7767" y="3236"/>
                    <a:pt x="8142" y="3236"/>
                  </a:cubicBezTo>
                  <a:cubicBezTo>
                    <a:pt x="8439" y="3236"/>
                    <a:pt x="8738" y="3264"/>
                    <a:pt x="9021" y="3302"/>
                  </a:cubicBezTo>
                  <a:cubicBezTo>
                    <a:pt x="9277" y="3340"/>
                    <a:pt x="9523" y="3370"/>
                    <a:pt x="9759" y="3370"/>
                  </a:cubicBezTo>
                  <a:cubicBezTo>
                    <a:pt x="10271" y="3370"/>
                    <a:pt x="10728" y="3229"/>
                    <a:pt x="11095" y="2732"/>
                  </a:cubicBezTo>
                  <a:cubicBezTo>
                    <a:pt x="11320" y="2473"/>
                    <a:pt x="11268" y="2075"/>
                    <a:pt x="10991" y="1885"/>
                  </a:cubicBezTo>
                  <a:cubicBezTo>
                    <a:pt x="10479" y="1524"/>
                    <a:pt x="10006" y="1077"/>
                    <a:pt x="9430" y="1077"/>
                  </a:cubicBezTo>
                  <a:cubicBezTo>
                    <a:pt x="9151" y="1077"/>
                    <a:pt x="8847" y="1182"/>
                    <a:pt x="8503" y="1453"/>
                  </a:cubicBezTo>
                  <a:cubicBezTo>
                    <a:pt x="8280" y="1626"/>
                    <a:pt x="7919" y="1737"/>
                    <a:pt x="7612" y="1737"/>
                  </a:cubicBezTo>
                  <a:cubicBezTo>
                    <a:pt x="7277" y="1737"/>
                    <a:pt x="7006" y="1605"/>
                    <a:pt x="7051" y="1280"/>
                  </a:cubicBezTo>
                  <a:cubicBezTo>
                    <a:pt x="7179" y="207"/>
                    <a:pt x="6812" y="0"/>
                    <a:pt x="621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38"/>
            <p:cNvSpPr/>
            <p:nvPr/>
          </p:nvSpPr>
          <p:spPr>
            <a:xfrm>
              <a:off x="3144425" y="1319375"/>
              <a:ext cx="213450" cy="95575"/>
            </a:xfrm>
            <a:custGeom>
              <a:rect b="b" l="l" r="r" t="t"/>
              <a:pathLst>
                <a:path extrusionOk="0" h="3823" w="8538">
                  <a:moveTo>
                    <a:pt x="6155" y="1"/>
                  </a:moveTo>
                  <a:cubicBezTo>
                    <a:pt x="6054" y="1"/>
                    <a:pt x="5950" y="7"/>
                    <a:pt x="5842" y="20"/>
                  </a:cubicBezTo>
                  <a:cubicBezTo>
                    <a:pt x="4846" y="139"/>
                    <a:pt x="3874" y="469"/>
                    <a:pt x="2859" y="469"/>
                  </a:cubicBezTo>
                  <a:cubicBezTo>
                    <a:pt x="2396" y="469"/>
                    <a:pt x="1923" y="400"/>
                    <a:pt x="1435" y="211"/>
                  </a:cubicBezTo>
                  <a:cubicBezTo>
                    <a:pt x="1292" y="150"/>
                    <a:pt x="1133" y="113"/>
                    <a:pt x="974" y="113"/>
                  </a:cubicBezTo>
                  <a:cubicBezTo>
                    <a:pt x="501" y="113"/>
                    <a:pt x="35" y="441"/>
                    <a:pt x="35" y="1438"/>
                  </a:cubicBezTo>
                  <a:cubicBezTo>
                    <a:pt x="1" y="3771"/>
                    <a:pt x="1573" y="3580"/>
                    <a:pt x="3025" y="3822"/>
                  </a:cubicBezTo>
                  <a:cubicBezTo>
                    <a:pt x="4338" y="3753"/>
                    <a:pt x="5617" y="3408"/>
                    <a:pt x="6792" y="2837"/>
                  </a:cubicBezTo>
                  <a:cubicBezTo>
                    <a:pt x="7415" y="2526"/>
                    <a:pt x="8538" y="2474"/>
                    <a:pt x="8192" y="1541"/>
                  </a:cubicBezTo>
                  <a:cubicBezTo>
                    <a:pt x="7892" y="720"/>
                    <a:pt x="7218" y="1"/>
                    <a:pt x="615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38"/>
            <p:cNvSpPr/>
            <p:nvPr/>
          </p:nvSpPr>
          <p:spPr>
            <a:xfrm>
              <a:off x="1453000" y="2509000"/>
              <a:ext cx="263575" cy="113100"/>
            </a:xfrm>
            <a:custGeom>
              <a:rect b="b" l="l" r="r" t="t"/>
              <a:pathLst>
                <a:path extrusionOk="0" h="4524" w="10543">
                  <a:moveTo>
                    <a:pt x="3451" y="1"/>
                  </a:moveTo>
                  <a:cubicBezTo>
                    <a:pt x="2445" y="1"/>
                    <a:pt x="1486" y="228"/>
                    <a:pt x="761" y="702"/>
                  </a:cubicBezTo>
                  <a:cubicBezTo>
                    <a:pt x="398" y="927"/>
                    <a:pt x="1" y="1186"/>
                    <a:pt x="243" y="1687"/>
                  </a:cubicBezTo>
                  <a:cubicBezTo>
                    <a:pt x="390" y="1972"/>
                    <a:pt x="609" y="2083"/>
                    <a:pt x="855" y="2083"/>
                  </a:cubicBezTo>
                  <a:cubicBezTo>
                    <a:pt x="1012" y="2083"/>
                    <a:pt x="1180" y="2038"/>
                    <a:pt x="1349" y="1964"/>
                  </a:cubicBezTo>
                  <a:cubicBezTo>
                    <a:pt x="1677" y="1828"/>
                    <a:pt x="1990" y="1776"/>
                    <a:pt x="2298" y="1776"/>
                  </a:cubicBezTo>
                  <a:cubicBezTo>
                    <a:pt x="2932" y="1776"/>
                    <a:pt x="3543" y="1997"/>
                    <a:pt x="4217" y="2171"/>
                  </a:cubicBezTo>
                  <a:cubicBezTo>
                    <a:pt x="5708" y="2540"/>
                    <a:pt x="6405" y="4523"/>
                    <a:pt x="7868" y="4523"/>
                  </a:cubicBezTo>
                  <a:cubicBezTo>
                    <a:pt x="8118" y="4523"/>
                    <a:pt x="8391" y="4465"/>
                    <a:pt x="8693" y="4332"/>
                  </a:cubicBezTo>
                  <a:cubicBezTo>
                    <a:pt x="8824" y="4337"/>
                    <a:pt x="8947" y="4340"/>
                    <a:pt x="9062" y="4340"/>
                  </a:cubicBezTo>
                  <a:cubicBezTo>
                    <a:pt x="10032" y="4340"/>
                    <a:pt x="10475" y="4144"/>
                    <a:pt x="10491" y="3727"/>
                  </a:cubicBezTo>
                  <a:cubicBezTo>
                    <a:pt x="10542" y="2897"/>
                    <a:pt x="9817" y="2724"/>
                    <a:pt x="9264" y="2517"/>
                  </a:cubicBezTo>
                  <a:cubicBezTo>
                    <a:pt x="8711" y="2292"/>
                    <a:pt x="8209" y="1964"/>
                    <a:pt x="7777" y="1567"/>
                  </a:cubicBezTo>
                  <a:cubicBezTo>
                    <a:pt x="6685" y="547"/>
                    <a:pt x="5011" y="1"/>
                    <a:pt x="345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38"/>
            <p:cNvSpPr/>
            <p:nvPr/>
          </p:nvSpPr>
          <p:spPr>
            <a:xfrm>
              <a:off x="1880725" y="1020350"/>
              <a:ext cx="162025" cy="112025"/>
            </a:xfrm>
            <a:custGeom>
              <a:rect b="b" l="l" r="r" t="t"/>
              <a:pathLst>
                <a:path extrusionOk="0" h="4481" w="6481">
                  <a:moveTo>
                    <a:pt x="4294" y="0"/>
                  </a:moveTo>
                  <a:cubicBezTo>
                    <a:pt x="4062" y="0"/>
                    <a:pt x="3818" y="44"/>
                    <a:pt x="3560" y="144"/>
                  </a:cubicBezTo>
                  <a:cubicBezTo>
                    <a:pt x="3094" y="317"/>
                    <a:pt x="2593" y="541"/>
                    <a:pt x="2886" y="1198"/>
                  </a:cubicBezTo>
                  <a:cubicBezTo>
                    <a:pt x="3042" y="1509"/>
                    <a:pt x="3232" y="1820"/>
                    <a:pt x="3457" y="2114"/>
                  </a:cubicBezTo>
                  <a:cubicBezTo>
                    <a:pt x="3147" y="2260"/>
                    <a:pt x="2851" y="2348"/>
                    <a:pt x="2545" y="2348"/>
                  </a:cubicBezTo>
                  <a:cubicBezTo>
                    <a:pt x="2270" y="2348"/>
                    <a:pt x="1987" y="2277"/>
                    <a:pt x="1677" y="2114"/>
                  </a:cubicBezTo>
                  <a:cubicBezTo>
                    <a:pt x="1531" y="2037"/>
                    <a:pt x="1393" y="2002"/>
                    <a:pt x="1262" y="2002"/>
                  </a:cubicBezTo>
                  <a:cubicBezTo>
                    <a:pt x="867" y="2002"/>
                    <a:pt x="545" y="2320"/>
                    <a:pt x="311" y="2736"/>
                  </a:cubicBezTo>
                  <a:cubicBezTo>
                    <a:pt x="0" y="3289"/>
                    <a:pt x="467" y="3479"/>
                    <a:pt x="813" y="3807"/>
                  </a:cubicBezTo>
                  <a:cubicBezTo>
                    <a:pt x="1327" y="4309"/>
                    <a:pt x="1837" y="4480"/>
                    <a:pt x="2344" y="4480"/>
                  </a:cubicBezTo>
                  <a:cubicBezTo>
                    <a:pt x="3164" y="4480"/>
                    <a:pt x="3976" y="4032"/>
                    <a:pt x="4787" y="3807"/>
                  </a:cubicBezTo>
                  <a:lnTo>
                    <a:pt x="5081" y="3514"/>
                  </a:lnTo>
                  <a:cubicBezTo>
                    <a:pt x="5237" y="2788"/>
                    <a:pt x="5098" y="1924"/>
                    <a:pt x="6204" y="1734"/>
                  </a:cubicBezTo>
                  <a:cubicBezTo>
                    <a:pt x="6464" y="1699"/>
                    <a:pt x="6481" y="1129"/>
                    <a:pt x="6222" y="921"/>
                  </a:cubicBezTo>
                  <a:cubicBezTo>
                    <a:pt x="5644" y="436"/>
                    <a:pt x="5027" y="0"/>
                    <a:pt x="429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38"/>
            <p:cNvSpPr/>
            <p:nvPr/>
          </p:nvSpPr>
          <p:spPr>
            <a:xfrm>
              <a:off x="1688900" y="2603450"/>
              <a:ext cx="165050" cy="73950"/>
            </a:xfrm>
            <a:custGeom>
              <a:rect b="b" l="l" r="r" t="t"/>
              <a:pathLst>
                <a:path extrusionOk="0" h="2958" w="6602">
                  <a:moveTo>
                    <a:pt x="2842" y="0"/>
                  </a:moveTo>
                  <a:cubicBezTo>
                    <a:pt x="2588" y="0"/>
                    <a:pt x="2332" y="28"/>
                    <a:pt x="2074" y="87"/>
                  </a:cubicBezTo>
                  <a:cubicBezTo>
                    <a:pt x="1452" y="225"/>
                    <a:pt x="1055" y="1331"/>
                    <a:pt x="225" y="1694"/>
                  </a:cubicBezTo>
                  <a:cubicBezTo>
                    <a:pt x="0" y="1798"/>
                    <a:pt x="277" y="2247"/>
                    <a:pt x="536" y="2454"/>
                  </a:cubicBezTo>
                  <a:cubicBezTo>
                    <a:pt x="957" y="2789"/>
                    <a:pt x="2162" y="2958"/>
                    <a:pt x="3373" y="2958"/>
                  </a:cubicBezTo>
                  <a:cubicBezTo>
                    <a:pt x="4599" y="2958"/>
                    <a:pt x="5830" y="2785"/>
                    <a:pt x="6256" y="2437"/>
                  </a:cubicBezTo>
                  <a:cubicBezTo>
                    <a:pt x="6395" y="2282"/>
                    <a:pt x="6515" y="2109"/>
                    <a:pt x="6602" y="1919"/>
                  </a:cubicBezTo>
                  <a:cubicBezTo>
                    <a:pt x="6481" y="1711"/>
                    <a:pt x="6429" y="1469"/>
                    <a:pt x="6291" y="1366"/>
                  </a:cubicBezTo>
                  <a:cubicBezTo>
                    <a:pt x="5231" y="636"/>
                    <a:pt x="4065" y="0"/>
                    <a:pt x="28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38"/>
            <p:cNvSpPr/>
            <p:nvPr/>
          </p:nvSpPr>
          <p:spPr>
            <a:xfrm>
              <a:off x="1922200" y="1344925"/>
              <a:ext cx="129625" cy="64525"/>
            </a:xfrm>
            <a:custGeom>
              <a:rect b="b" l="l" r="r" t="t"/>
              <a:pathLst>
                <a:path extrusionOk="0" h="2581" w="5185">
                  <a:moveTo>
                    <a:pt x="1901" y="1"/>
                  </a:moveTo>
                  <a:lnTo>
                    <a:pt x="1227" y="467"/>
                  </a:lnTo>
                  <a:cubicBezTo>
                    <a:pt x="934" y="1020"/>
                    <a:pt x="0" y="1383"/>
                    <a:pt x="415" y="2144"/>
                  </a:cubicBezTo>
                  <a:cubicBezTo>
                    <a:pt x="602" y="2475"/>
                    <a:pt x="838" y="2581"/>
                    <a:pt x="1096" y="2581"/>
                  </a:cubicBezTo>
                  <a:cubicBezTo>
                    <a:pt x="1482" y="2581"/>
                    <a:pt x="1915" y="2344"/>
                    <a:pt x="2299" y="2282"/>
                  </a:cubicBezTo>
                  <a:cubicBezTo>
                    <a:pt x="2552" y="2236"/>
                    <a:pt x="2806" y="2213"/>
                    <a:pt x="3064" y="2213"/>
                  </a:cubicBezTo>
                  <a:cubicBezTo>
                    <a:pt x="3194" y="2213"/>
                    <a:pt x="3324" y="2219"/>
                    <a:pt x="3457" y="2230"/>
                  </a:cubicBezTo>
                  <a:cubicBezTo>
                    <a:pt x="3730" y="2245"/>
                    <a:pt x="4039" y="2324"/>
                    <a:pt x="4314" y="2324"/>
                  </a:cubicBezTo>
                  <a:cubicBezTo>
                    <a:pt x="4665" y="2324"/>
                    <a:pt x="4959" y="2195"/>
                    <a:pt x="5047" y="1643"/>
                  </a:cubicBezTo>
                  <a:cubicBezTo>
                    <a:pt x="5185" y="744"/>
                    <a:pt x="4563" y="277"/>
                    <a:pt x="3768" y="122"/>
                  </a:cubicBezTo>
                  <a:cubicBezTo>
                    <a:pt x="3146" y="35"/>
                    <a:pt x="2523" y="1"/>
                    <a:pt x="190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38"/>
            <p:cNvSpPr/>
            <p:nvPr/>
          </p:nvSpPr>
          <p:spPr>
            <a:xfrm>
              <a:off x="1787825" y="1030550"/>
              <a:ext cx="94250" cy="44825"/>
            </a:xfrm>
            <a:custGeom>
              <a:rect b="b" l="l" r="r" t="t"/>
              <a:pathLst>
                <a:path extrusionOk="0" h="1793" w="3770">
                  <a:moveTo>
                    <a:pt x="2929" y="0"/>
                  </a:moveTo>
                  <a:cubicBezTo>
                    <a:pt x="2800" y="0"/>
                    <a:pt x="2676" y="17"/>
                    <a:pt x="2576" y="47"/>
                  </a:cubicBezTo>
                  <a:cubicBezTo>
                    <a:pt x="2412" y="93"/>
                    <a:pt x="2229" y="105"/>
                    <a:pt x="2039" y="105"/>
                  </a:cubicBezTo>
                  <a:cubicBezTo>
                    <a:pt x="1817" y="105"/>
                    <a:pt x="1584" y="88"/>
                    <a:pt x="1360" y="88"/>
                  </a:cubicBezTo>
                  <a:cubicBezTo>
                    <a:pt x="763" y="88"/>
                    <a:pt x="227" y="208"/>
                    <a:pt x="105" y="1084"/>
                  </a:cubicBezTo>
                  <a:cubicBezTo>
                    <a:pt x="1" y="1792"/>
                    <a:pt x="865" y="1688"/>
                    <a:pt x="1504" y="1740"/>
                  </a:cubicBezTo>
                  <a:cubicBezTo>
                    <a:pt x="2265" y="1568"/>
                    <a:pt x="3405" y="1792"/>
                    <a:pt x="3665" y="652"/>
                  </a:cubicBezTo>
                  <a:cubicBezTo>
                    <a:pt x="3769" y="167"/>
                    <a:pt x="3329" y="0"/>
                    <a:pt x="292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38"/>
            <p:cNvSpPr/>
            <p:nvPr/>
          </p:nvSpPr>
          <p:spPr>
            <a:xfrm>
              <a:off x="1870350" y="2639275"/>
              <a:ext cx="59225" cy="44325"/>
            </a:xfrm>
            <a:custGeom>
              <a:rect b="b" l="l" r="r" t="t"/>
              <a:pathLst>
                <a:path extrusionOk="0" h="1773" w="2369">
                  <a:moveTo>
                    <a:pt x="922" y="1"/>
                  </a:moveTo>
                  <a:cubicBezTo>
                    <a:pt x="435" y="1"/>
                    <a:pt x="1" y="156"/>
                    <a:pt x="1" y="762"/>
                  </a:cubicBezTo>
                  <a:cubicBezTo>
                    <a:pt x="1" y="1414"/>
                    <a:pt x="337" y="1773"/>
                    <a:pt x="982" y="1773"/>
                  </a:cubicBezTo>
                  <a:cubicBezTo>
                    <a:pt x="1038" y="1773"/>
                    <a:pt x="1097" y="1770"/>
                    <a:pt x="1158" y="1765"/>
                  </a:cubicBezTo>
                  <a:cubicBezTo>
                    <a:pt x="1711" y="1730"/>
                    <a:pt x="2368" y="1678"/>
                    <a:pt x="2299" y="901"/>
                  </a:cubicBezTo>
                  <a:cubicBezTo>
                    <a:pt x="2264" y="175"/>
                    <a:pt x="1642" y="2"/>
                    <a:pt x="1003" y="2"/>
                  </a:cubicBezTo>
                  <a:cubicBezTo>
                    <a:pt x="976" y="1"/>
                    <a:pt x="949" y="1"/>
                    <a:pt x="92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38"/>
            <p:cNvSpPr/>
            <p:nvPr/>
          </p:nvSpPr>
          <p:spPr>
            <a:xfrm>
              <a:off x="2264800" y="4630125"/>
              <a:ext cx="62675" cy="39225"/>
            </a:xfrm>
            <a:custGeom>
              <a:rect b="b" l="l" r="r" t="t"/>
              <a:pathLst>
                <a:path extrusionOk="0" h="1569" w="2507">
                  <a:moveTo>
                    <a:pt x="1176" y="52"/>
                  </a:moveTo>
                  <a:cubicBezTo>
                    <a:pt x="675" y="87"/>
                    <a:pt x="1" y="1"/>
                    <a:pt x="1" y="813"/>
                  </a:cubicBezTo>
                  <a:cubicBezTo>
                    <a:pt x="1" y="1241"/>
                    <a:pt x="341" y="1568"/>
                    <a:pt x="742" y="1568"/>
                  </a:cubicBezTo>
                  <a:cubicBezTo>
                    <a:pt x="811" y="1568"/>
                    <a:pt x="881" y="1559"/>
                    <a:pt x="951" y="1539"/>
                  </a:cubicBezTo>
                  <a:cubicBezTo>
                    <a:pt x="1077" y="1515"/>
                    <a:pt x="1221" y="1513"/>
                    <a:pt x="1369" y="1513"/>
                  </a:cubicBezTo>
                  <a:cubicBezTo>
                    <a:pt x="1403" y="1513"/>
                    <a:pt x="1437" y="1513"/>
                    <a:pt x="1471" y="1513"/>
                  </a:cubicBezTo>
                  <a:cubicBezTo>
                    <a:pt x="1947" y="1513"/>
                    <a:pt x="2434" y="1491"/>
                    <a:pt x="2472" y="830"/>
                  </a:cubicBezTo>
                  <a:cubicBezTo>
                    <a:pt x="2506" y="52"/>
                    <a:pt x="1781" y="87"/>
                    <a:pt x="1176" y="52"/>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38"/>
            <p:cNvSpPr/>
            <p:nvPr/>
          </p:nvSpPr>
          <p:spPr>
            <a:xfrm>
              <a:off x="1604225" y="2645350"/>
              <a:ext cx="56175" cy="38275"/>
            </a:xfrm>
            <a:custGeom>
              <a:rect b="b" l="l" r="r" t="t"/>
              <a:pathLst>
                <a:path extrusionOk="0" h="1531" w="2247">
                  <a:moveTo>
                    <a:pt x="1003" y="1"/>
                  </a:moveTo>
                  <a:cubicBezTo>
                    <a:pt x="536" y="35"/>
                    <a:pt x="0" y="1"/>
                    <a:pt x="17" y="554"/>
                  </a:cubicBezTo>
                  <a:cubicBezTo>
                    <a:pt x="17" y="1297"/>
                    <a:pt x="640" y="1452"/>
                    <a:pt x="1262" y="1522"/>
                  </a:cubicBezTo>
                  <a:cubicBezTo>
                    <a:pt x="1319" y="1528"/>
                    <a:pt x="1377" y="1531"/>
                    <a:pt x="1434" y="1531"/>
                  </a:cubicBezTo>
                  <a:cubicBezTo>
                    <a:pt x="1857" y="1531"/>
                    <a:pt x="2247" y="1352"/>
                    <a:pt x="2247" y="865"/>
                  </a:cubicBezTo>
                  <a:cubicBezTo>
                    <a:pt x="2247" y="18"/>
                    <a:pt x="1504" y="139"/>
                    <a:pt x="100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38"/>
            <p:cNvSpPr/>
            <p:nvPr/>
          </p:nvSpPr>
          <p:spPr>
            <a:xfrm>
              <a:off x="7045475" y="3384250"/>
              <a:ext cx="47375" cy="53550"/>
            </a:xfrm>
            <a:custGeom>
              <a:rect b="b" l="l" r="r" t="t"/>
              <a:pathLst>
                <a:path extrusionOk="0" h="2142" w="1895">
                  <a:moveTo>
                    <a:pt x="416" y="1"/>
                  </a:moveTo>
                  <a:cubicBezTo>
                    <a:pt x="93" y="1"/>
                    <a:pt x="0" y="338"/>
                    <a:pt x="63" y="618"/>
                  </a:cubicBezTo>
                  <a:cubicBezTo>
                    <a:pt x="201" y="1292"/>
                    <a:pt x="339" y="2035"/>
                    <a:pt x="1203" y="2139"/>
                  </a:cubicBezTo>
                  <a:cubicBezTo>
                    <a:pt x="1224" y="2141"/>
                    <a:pt x="1245" y="2142"/>
                    <a:pt x="1265" y="2142"/>
                  </a:cubicBezTo>
                  <a:cubicBezTo>
                    <a:pt x="1645" y="2142"/>
                    <a:pt x="1895" y="1835"/>
                    <a:pt x="1895" y="1327"/>
                  </a:cubicBezTo>
                  <a:cubicBezTo>
                    <a:pt x="1670" y="705"/>
                    <a:pt x="1273" y="169"/>
                    <a:pt x="529" y="13"/>
                  </a:cubicBezTo>
                  <a:cubicBezTo>
                    <a:pt x="489" y="5"/>
                    <a:pt x="451" y="1"/>
                    <a:pt x="4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38"/>
            <p:cNvSpPr/>
            <p:nvPr/>
          </p:nvSpPr>
          <p:spPr>
            <a:xfrm>
              <a:off x="4291500" y="1250400"/>
              <a:ext cx="54900" cy="37900"/>
            </a:xfrm>
            <a:custGeom>
              <a:rect b="b" l="l" r="r" t="t"/>
              <a:pathLst>
                <a:path extrusionOk="0" h="1516" w="2196">
                  <a:moveTo>
                    <a:pt x="1013" y="0"/>
                  </a:moveTo>
                  <a:cubicBezTo>
                    <a:pt x="676" y="0"/>
                    <a:pt x="369" y="181"/>
                    <a:pt x="190" y="464"/>
                  </a:cubicBezTo>
                  <a:cubicBezTo>
                    <a:pt x="0" y="706"/>
                    <a:pt x="35" y="1034"/>
                    <a:pt x="259" y="1224"/>
                  </a:cubicBezTo>
                  <a:cubicBezTo>
                    <a:pt x="466" y="1444"/>
                    <a:pt x="678" y="1515"/>
                    <a:pt x="892" y="1515"/>
                  </a:cubicBezTo>
                  <a:cubicBezTo>
                    <a:pt x="1233" y="1515"/>
                    <a:pt x="1579" y="1336"/>
                    <a:pt x="1919" y="1293"/>
                  </a:cubicBezTo>
                  <a:cubicBezTo>
                    <a:pt x="2195" y="567"/>
                    <a:pt x="1901" y="153"/>
                    <a:pt x="1175" y="14"/>
                  </a:cubicBezTo>
                  <a:cubicBezTo>
                    <a:pt x="1121" y="5"/>
                    <a:pt x="1066" y="0"/>
                    <a:pt x="101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38"/>
            <p:cNvSpPr/>
            <p:nvPr/>
          </p:nvSpPr>
          <p:spPr>
            <a:xfrm>
              <a:off x="6323375" y="3314875"/>
              <a:ext cx="50125" cy="37325"/>
            </a:xfrm>
            <a:custGeom>
              <a:rect b="b" l="l" r="r" t="t"/>
              <a:pathLst>
                <a:path extrusionOk="0" h="1493" w="2005">
                  <a:moveTo>
                    <a:pt x="754" y="1"/>
                  </a:moveTo>
                  <a:cubicBezTo>
                    <a:pt x="409" y="1"/>
                    <a:pt x="93" y="129"/>
                    <a:pt x="52" y="542"/>
                  </a:cubicBezTo>
                  <a:cubicBezTo>
                    <a:pt x="0" y="1198"/>
                    <a:pt x="536" y="1371"/>
                    <a:pt x="1106" y="1492"/>
                  </a:cubicBezTo>
                  <a:cubicBezTo>
                    <a:pt x="1504" y="1475"/>
                    <a:pt x="1988" y="1440"/>
                    <a:pt x="1988" y="905"/>
                  </a:cubicBezTo>
                  <a:cubicBezTo>
                    <a:pt x="2005" y="317"/>
                    <a:pt x="1504" y="110"/>
                    <a:pt x="1020" y="23"/>
                  </a:cubicBezTo>
                  <a:cubicBezTo>
                    <a:pt x="932" y="9"/>
                    <a:pt x="842" y="1"/>
                    <a:pt x="75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38"/>
            <p:cNvSpPr/>
            <p:nvPr/>
          </p:nvSpPr>
          <p:spPr>
            <a:xfrm>
              <a:off x="6680225" y="1890750"/>
              <a:ext cx="46075" cy="42200"/>
            </a:xfrm>
            <a:custGeom>
              <a:rect b="b" l="l" r="r" t="t"/>
              <a:pathLst>
                <a:path extrusionOk="0" h="1688" w="1843">
                  <a:moveTo>
                    <a:pt x="1376" y="1"/>
                  </a:moveTo>
                  <a:cubicBezTo>
                    <a:pt x="1345" y="1"/>
                    <a:pt x="1312" y="4"/>
                    <a:pt x="1280" y="11"/>
                  </a:cubicBezTo>
                  <a:cubicBezTo>
                    <a:pt x="675" y="29"/>
                    <a:pt x="156" y="478"/>
                    <a:pt x="70" y="1083"/>
                  </a:cubicBezTo>
                  <a:cubicBezTo>
                    <a:pt x="1" y="1446"/>
                    <a:pt x="208" y="1670"/>
                    <a:pt x="675" y="1688"/>
                  </a:cubicBezTo>
                  <a:cubicBezTo>
                    <a:pt x="1193" y="1480"/>
                    <a:pt x="1643" y="1135"/>
                    <a:pt x="1781" y="513"/>
                  </a:cubicBezTo>
                  <a:cubicBezTo>
                    <a:pt x="1843" y="250"/>
                    <a:pt x="1642" y="1"/>
                    <a:pt x="137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38"/>
            <p:cNvSpPr/>
            <p:nvPr/>
          </p:nvSpPr>
          <p:spPr>
            <a:xfrm>
              <a:off x="3550975" y="1955400"/>
              <a:ext cx="53600" cy="126175"/>
            </a:xfrm>
            <a:custGeom>
              <a:rect b="b" l="l" r="r" t="t"/>
              <a:pathLst>
                <a:path extrusionOk="0" h="5047" w="2144">
                  <a:moveTo>
                    <a:pt x="1297" y="0"/>
                  </a:moveTo>
                  <a:cubicBezTo>
                    <a:pt x="778" y="0"/>
                    <a:pt x="260" y="363"/>
                    <a:pt x="364" y="795"/>
                  </a:cubicBezTo>
                  <a:cubicBezTo>
                    <a:pt x="640" y="1850"/>
                    <a:pt x="122" y="2731"/>
                    <a:pt x="1" y="3491"/>
                  </a:cubicBezTo>
                  <a:cubicBezTo>
                    <a:pt x="70" y="4338"/>
                    <a:pt x="1" y="5047"/>
                    <a:pt x="951" y="5047"/>
                  </a:cubicBezTo>
                  <a:cubicBezTo>
                    <a:pt x="1781" y="5047"/>
                    <a:pt x="1971" y="4476"/>
                    <a:pt x="2040" y="3785"/>
                  </a:cubicBezTo>
                  <a:cubicBezTo>
                    <a:pt x="2144" y="2748"/>
                    <a:pt x="1642" y="1746"/>
                    <a:pt x="1936" y="692"/>
                  </a:cubicBezTo>
                  <a:cubicBezTo>
                    <a:pt x="2023" y="381"/>
                    <a:pt x="1712" y="0"/>
                    <a:pt x="129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38"/>
            <p:cNvSpPr/>
            <p:nvPr/>
          </p:nvSpPr>
          <p:spPr>
            <a:xfrm>
              <a:off x="3910000" y="2161475"/>
              <a:ext cx="93775" cy="45400"/>
            </a:xfrm>
            <a:custGeom>
              <a:rect b="b" l="l" r="r" t="t"/>
              <a:pathLst>
                <a:path extrusionOk="0" h="1816" w="3751">
                  <a:moveTo>
                    <a:pt x="1383" y="1"/>
                  </a:moveTo>
                  <a:cubicBezTo>
                    <a:pt x="778" y="87"/>
                    <a:pt x="1" y="18"/>
                    <a:pt x="122" y="640"/>
                  </a:cubicBezTo>
                  <a:cubicBezTo>
                    <a:pt x="329" y="1625"/>
                    <a:pt x="1297" y="1815"/>
                    <a:pt x="2195" y="1815"/>
                  </a:cubicBezTo>
                  <a:cubicBezTo>
                    <a:pt x="2835" y="1815"/>
                    <a:pt x="3751" y="1712"/>
                    <a:pt x="3613" y="951"/>
                  </a:cubicBezTo>
                  <a:cubicBezTo>
                    <a:pt x="3466" y="240"/>
                    <a:pt x="2970" y="188"/>
                    <a:pt x="2455" y="188"/>
                  </a:cubicBezTo>
                  <a:cubicBezTo>
                    <a:pt x="2366" y="188"/>
                    <a:pt x="2276" y="189"/>
                    <a:pt x="2187" y="189"/>
                  </a:cubicBezTo>
                  <a:cubicBezTo>
                    <a:pt x="1880" y="189"/>
                    <a:pt x="1588" y="170"/>
                    <a:pt x="138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38"/>
            <p:cNvSpPr/>
            <p:nvPr/>
          </p:nvSpPr>
          <p:spPr>
            <a:xfrm>
              <a:off x="4125600" y="2173875"/>
              <a:ext cx="50575" cy="37600"/>
            </a:xfrm>
            <a:custGeom>
              <a:rect b="b" l="l" r="r" t="t"/>
              <a:pathLst>
                <a:path extrusionOk="0" h="1504" w="2023">
                  <a:moveTo>
                    <a:pt x="1294" y="1"/>
                  </a:moveTo>
                  <a:cubicBezTo>
                    <a:pt x="1249" y="1"/>
                    <a:pt x="1204" y="3"/>
                    <a:pt x="1158" y="6"/>
                  </a:cubicBezTo>
                  <a:cubicBezTo>
                    <a:pt x="691" y="144"/>
                    <a:pt x="0" y="109"/>
                    <a:pt x="17" y="904"/>
                  </a:cubicBezTo>
                  <a:cubicBezTo>
                    <a:pt x="17" y="1352"/>
                    <a:pt x="364" y="1503"/>
                    <a:pt x="748" y="1503"/>
                  </a:cubicBezTo>
                  <a:cubicBezTo>
                    <a:pt x="809" y="1503"/>
                    <a:pt x="872" y="1499"/>
                    <a:pt x="933" y="1492"/>
                  </a:cubicBezTo>
                  <a:cubicBezTo>
                    <a:pt x="1486" y="1440"/>
                    <a:pt x="2022" y="1233"/>
                    <a:pt x="2022" y="593"/>
                  </a:cubicBezTo>
                  <a:cubicBezTo>
                    <a:pt x="2022" y="156"/>
                    <a:pt x="1711" y="1"/>
                    <a:pt x="12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38"/>
            <p:cNvSpPr/>
            <p:nvPr/>
          </p:nvSpPr>
          <p:spPr>
            <a:xfrm>
              <a:off x="3415775" y="2038325"/>
              <a:ext cx="44925" cy="38175"/>
            </a:xfrm>
            <a:custGeom>
              <a:rect b="b" l="l" r="r" t="t"/>
              <a:pathLst>
                <a:path extrusionOk="0" h="1527" w="1797">
                  <a:moveTo>
                    <a:pt x="812" y="0"/>
                  </a:moveTo>
                  <a:cubicBezTo>
                    <a:pt x="383" y="0"/>
                    <a:pt x="1" y="211"/>
                    <a:pt x="34" y="710"/>
                  </a:cubicBezTo>
                  <a:cubicBezTo>
                    <a:pt x="34" y="1164"/>
                    <a:pt x="400" y="1527"/>
                    <a:pt x="845" y="1527"/>
                  </a:cubicBezTo>
                  <a:cubicBezTo>
                    <a:pt x="874" y="1527"/>
                    <a:pt x="903" y="1525"/>
                    <a:pt x="933" y="1522"/>
                  </a:cubicBezTo>
                  <a:cubicBezTo>
                    <a:pt x="1382" y="1522"/>
                    <a:pt x="1745" y="1315"/>
                    <a:pt x="1797" y="796"/>
                  </a:cubicBezTo>
                  <a:cubicBezTo>
                    <a:pt x="1745" y="226"/>
                    <a:pt x="1330" y="19"/>
                    <a:pt x="864" y="1"/>
                  </a:cubicBezTo>
                  <a:cubicBezTo>
                    <a:pt x="847" y="1"/>
                    <a:pt x="829" y="0"/>
                    <a:pt x="8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8" name="Google Shape;778;p38"/>
          <p:cNvGrpSpPr/>
          <p:nvPr/>
        </p:nvGrpSpPr>
        <p:grpSpPr>
          <a:xfrm>
            <a:off x="7726617" y="3097734"/>
            <a:ext cx="99863" cy="306916"/>
            <a:chOff x="7564426" y="3224343"/>
            <a:chExt cx="119985" cy="368801"/>
          </a:xfrm>
        </p:grpSpPr>
        <p:sp>
          <p:nvSpPr>
            <p:cNvPr id="779" name="Google Shape;779;p38"/>
            <p:cNvSpPr/>
            <p:nvPr/>
          </p:nvSpPr>
          <p:spPr>
            <a:xfrm>
              <a:off x="7564426" y="3224379"/>
              <a:ext cx="119985" cy="368765"/>
            </a:xfrm>
            <a:custGeom>
              <a:rect b="b" l="l" r="r" t="t"/>
              <a:pathLst>
                <a:path extrusionOk="0" h="40557" w="13196">
                  <a:moveTo>
                    <a:pt x="2529" y="1"/>
                  </a:moveTo>
                  <a:lnTo>
                    <a:pt x="2547" y="1348"/>
                  </a:lnTo>
                  <a:lnTo>
                    <a:pt x="10244" y="1459"/>
                  </a:lnTo>
                  <a:lnTo>
                    <a:pt x="10227" y="108"/>
                  </a:lnTo>
                  <a:lnTo>
                    <a:pt x="2529" y="1"/>
                  </a:lnTo>
                  <a:close/>
                  <a:moveTo>
                    <a:pt x="3107" y="1850"/>
                  </a:moveTo>
                  <a:lnTo>
                    <a:pt x="556" y="15262"/>
                  </a:lnTo>
                  <a:lnTo>
                    <a:pt x="12617" y="15439"/>
                  </a:lnTo>
                  <a:lnTo>
                    <a:pt x="9489" y="1872"/>
                  </a:lnTo>
                  <a:lnTo>
                    <a:pt x="3107" y="1850"/>
                  </a:lnTo>
                  <a:close/>
                  <a:moveTo>
                    <a:pt x="1" y="15688"/>
                  </a:moveTo>
                  <a:lnTo>
                    <a:pt x="23" y="17035"/>
                  </a:lnTo>
                  <a:lnTo>
                    <a:pt x="13195" y="17226"/>
                  </a:lnTo>
                  <a:lnTo>
                    <a:pt x="13177" y="15879"/>
                  </a:lnTo>
                  <a:lnTo>
                    <a:pt x="1" y="15688"/>
                  </a:lnTo>
                  <a:close/>
                  <a:moveTo>
                    <a:pt x="4658" y="17528"/>
                  </a:moveTo>
                  <a:lnTo>
                    <a:pt x="4658" y="17528"/>
                  </a:lnTo>
                  <a:cubicBezTo>
                    <a:pt x="4685" y="21359"/>
                    <a:pt x="6027" y="32838"/>
                    <a:pt x="6902" y="40557"/>
                  </a:cubicBezTo>
                  <a:cubicBezTo>
                    <a:pt x="6902" y="40557"/>
                    <a:pt x="8813" y="21274"/>
                    <a:pt x="8560" y="17586"/>
                  </a:cubicBezTo>
                  <a:lnTo>
                    <a:pt x="4658" y="17528"/>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38"/>
            <p:cNvSpPr/>
            <p:nvPr/>
          </p:nvSpPr>
          <p:spPr>
            <a:xfrm>
              <a:off x="7564426" y="3224343"/>
              <a:ext cx="119985" cy="368801"/>
            </a:xfrm>
            <a:custGeom>
              <a:rect b="b" l="l" r="r" t="t"/>
              <a:pathLst>
                <a:path extrusionOk="0" h="40561" w="13196">
                  <a:moveTo>
                    <a:pt x="2529" y="1"/>
                  </a:moveTo>
                  <a:lnTo>
                    <a:pt x="2529" y="5"/>
                  </a:lnTo>
                  <a:lnTo>
                    <a:pt x="2547" y="1352"/>
                  </a:lnTo>
                  <a:lnTo>
                    <a:pt x="10244" y="1463"/>
                  </a:lnTo>
                  <a:lnTo>
                    <a:pt x="10227" y="112"/>
                  </a:lnTo>
                  <a:lnTo>
                    <a:pt x="2529" y="1"/>
                  </a:lnTo>
                  <a:close/>
                  <a:moveTo>
                    <a:pt x="3107" y="1854"/>
                  </a:moveTo>
                  <a:lnTo>
                    <a:pt x="556" y="15266"/>
                  </a:lnTo>
                  <a:lnTo>
                    <a:pt x="12617" y="15443"/>
                  </a:lnTo>
                  <a:lnTo>
                    <a:pt x="9489" y="1876"/>
                  </a:lnTo>
                  <a:lnTo>
                    <a:pt x="3107" y="1854"/>
                  </a:lnTo>
                  <a:close/>
                  <a:moveTo>
                    <a:pt x="1" y="15692"/>
                  </a:moveTo>
                  <a:lnTo>
                    <a:pt x="23" y="17039"/>
                  </a:lnTo>
                  <a:lnTo>
                    <a:pt x="13195" y="17230"/>
                  </a:lnTo>
                  <a:lnTo>
                    <a:pt x="13177" y="15883"/>
                  </a:lnTo>
                  <a:lnTo>
                    <a:pt x="1" y="15692"/>
                  </a:lnTo>
                  <a:close/>
                  <a:moveTo>
                    <a:pt x="4658" y="17532"/>
                  </a:moveTo>
                  <a:lnTo>
                    <a:pt x="4658" y="17532"/>
                  </a:lnTo>
                  <a:cubicBezTo>
                    <a:pt x="4685" y="21363"/>
                    <a:pt x="6027" y="32842"/>
                    <a:pt x="6902" y="40561"/>
                  </a:cubicBezTo>
                  <a:cubicBezTo>
                    <a:pt x="6902" y="40561"/>
                    <a:pt x="8813" y="21278"/>
                    <a:pt x="8560" y="17590"/>
                  </a:cubicBezTo>
                  <a:lnTo>
                    <a:pt x="4658" y="17532"/>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81" name="Google Shape;781;p38"/>
          <p:cNvGrpSpPr/>
          <p:nvPr/>
        </p:nvGrpSpPr>
        <p:grpSpPr>
          <a:xfrm>
            <a:off x="7307879" y="3097560"/>
            <a:ext cx="170315" cy="307316"/>
            <a:chOff x="8370831" y="3202002"/>
            <a:chExt cx="218129" cy="382376"/>
          </a:xfrm>
        </p:grpSpPr>
        <p:sp>
          <p:nvSpPr>
            <p:cNvPr id="782" name="Google Shape;782;p38"/>
            <p:cNvSpPr/>
            <p:nvPr/>
          </p:nvSpPr>
          <p:spPr>
            <a:xfrm>
              <a:off x="8370831" y="3202002"/>
              <a:ext cx="218129" cy="382376"/>
            </a:xfrm>
            <a:custGeom>
              <a:rect b="b" l="l" r="r" t="t"/>
              <a:pathLst>
                <a:path extrusionOk="0" h="42054" w="23990">
                  <a:moveTo>
                    <a:pt x="11991" y="0"/>
                  </a:moveTo>
                  <a:cubicBezTo>
                    <a:pt x="11992" y="0"/>
                    <a:pt x="11992" y="0"/>
                    <a:pt x="11993" y="0"/>
                  </a:cubicBezTo>
                  <a:lnTo>
                    <a:pt x="11993" y="0"/>
                  </a:lnTo>
                  <a:cubicBezTo>
                    <a:pt x="11994" y="0"/>
                    <a:pt x="11995" y="0"/>
                    <a:pt x="11995" y="0"/>
                  </a:cubicBezTo>
                  <a:close/>
                  <a:moveTo>
                    <a:pt x="11993" y="0"/>
                  </a:moveTo>
                  <a:cubicBezTo>
                    <a:pt x="5373" y="1"/>
                    <a:pt x="1" y="4974"/>
                    <a:pt x="1" y="11110"/>
                  </a:cubicBezTo>
                  <a:cubicBezTo>
                    <a:pt x="1" y="14754"/>
                    <a:pt x="1894" y="17985"/>
                    <a:pt x="4823" y="20011"/>
                  </a:cubicBezTo>
                  <a:lnTo>
                    <a:pt x="12062" y="42054"/>
                  </a:lnTo>
                  <a:lnTo>
                    <a:pt x="18950" y="20154"/>
                  </a:lnTo>
                  <a:cubicBezTo>
                    <a:pt x="21999" y="18136"/>
                    <a:pt x="23990" y="14843"/>
                    <a:pt x="23990" y="11110"/>
                  </a:cubicBezTo>
                  <a:cubicBezTo>
                    <a:pt x="23990" y="4978"/>
                    <a:pt x="18618" y="1"/>
                    <a:pt x="1199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38"/>
            <p:cNvSpPr/>
            <p:nvPr/>
          </p:nvSpPr>
          <p:spPr>
            <a:xfrm>
              <a:off x="8397745" y="3226607"/>
              <a:ext cx="164347" cy="152181"/>
            </a:xfrm>
            <a:custGeom>
              <a:rect b="b" l="l" r="r" t="t"/>
              <a:pathLst>
                <a:path extrusionOk="0" h="16737" w="18075">
                  <a:moveTo>
                    <a:pt x="9035" y="0"/>
                  </a:moveTo>
                  <a:cubicBezTo>
                    <a:pt x="4045" y="0"/>
                    <a:pt x="1" y="3747"/>
                    <a:pt x="1" y="8368"/>
                  </a:cubicBezTo>
                  <a:cubicBezTo>
                    <a:pt x="1" y="12990"/>
                    <a:pt x="4045" y="16736"/>
                    <a:pt x="9035" y="16736"/>
                  </a:cubicBezTo>
                  <a:cubicBezTo>
                    <a:pt x="14026" y="16736"/>
                    <a:pt x="18075" y="12990"/>
                    <a:pt x="18075" y="8368"/>
                  </a:cubicBezTo>
                  <a:cubicBezTo>
                    <a:pt x="18075" y="3747"/>
                    <a:pt x="14030" y="0"/>
                    <a:pt x="903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84" name="Google Shape;784;p38"/>
          <p:cNvGrpSpPr/>
          <p:nvPr/>
        </p:nvGrpSpPr>
        <p:grpSpPr>
          <a:xfrm>
            <a:off x="7627205" y="4023858"/>
            <a:ext cx="298688" cy="257800"/>
            <a:chOff x="6742064" y="3750480"/>
            <a:chExt cx="399315" cy="344560"/>
          </a:xfrm>
        </p:grpSpPr>
        <p:sp>
          <p:nvSpPr>
            <p:cNvPr id="785" name="Google Shape;785;p38"/>
            <p:cNvSpPr/>
            <p:nvPr/>
          </p:nvSpPr>
          <p:spPr>
            <a:xfrm>
              <a:off x="6742064" y="3750480"/>
              <a:ext cx="399315" cy="344560"/>
            </a:xfrm>
            <a:custGeom>
              <a:rect b="b" l="l" r="r" t="t"/>
              <a:pathLst>
                <a:path extrusionOk="0" h="37895" w="43917">
                  <a:moveTo>
                    <a:pt x="37846" y="1"/>
                  </a:moveTo>
                  <a:lnTo>
                    <a:pt x="6071" y="1"/>
                  </a:lnTo>
                  <a:cubicBezTo>
                    <a:pt x="2729" y="1"/>
                    <a:pt x="0" y="2734"/>
                    <a:pt x="0" y="6071"/>
                  </a:cubicBezTo>
                  <a:lnTo>
                    <a:pt x="0" y="18212"/>
                  </a:lnTo>
                  <a:cubicBezTo>
                    <a:pt x="0" y="21550"/>
                    <a:pt x="2729" y="24278"/>
                    <a:pt x="6071" y="24278"/>
                  </a:cubicBezTo>
                  <a:lnTo>
                    <a:pt x="18927" y="24278"/>
                  </a:lnTo>
                  <a:cubicBezTo>
                    <a:pt x="19332" y="24278"/>
                    <a:pt x="19754" y="24705"/>
                    <a:pt x="19821" y="25105"/>
                  </a:cubicBezTo>
                  <a:lnTo>
                    <a:pt x="21958" y="37895"/>
                  </a:lnTo>
                  <a:lnTo>
                    <a:pt x="24096" y="25101"/>
                  </a:lnTo>
                  <a:cubicBezTo>
                    <a:pt x="24162" y="24687"/>
                    <a:pt x="24629" y="24278"/>
                    <a:pt x="25051" y="24278"/>
                  </a:cubicBezTo>
                  <a:lnTo>
                    <a:pt x="37846" y="24278"/>
                  </a:lnTo>
                  <a:cubicBezTo>
                    <a:pt x="41183" y="24278"/>
                    <a:pt x="43916" y="21550"/>
                    <a:pt x="43916" y="18212"/>
                  </a:cubicBezTo>
                  <a:lnTo>
                    <a:pt x="43916" y="6071"/>
                  </a:lnTo>
                  <a:cubicBezTo>
                    <a:pt x="43916" y="2734"/>
                    <a:pt x="41183" y="1"/>
                    <a:pt x="378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38"/>
            <p:cNvSpPr/>
            <p:nvPr/>
          </p:nvSpPr>
          <p:spPr>
            <a:xfrm>
              <a:off x="6764168" y="3772584"/>
              <a:ext cx="355108" cy="176549"/>
            </a:xfrm>
            <a:custGeom>
              <a:rect b="b" l="l" r="r" t="t"/>
              <a:pathLst>
                <a:path extrusionOk="0" h="19417" w="39055">
                  <a:moveTo>
                    <a:pt x="3755" y="1"/>
                  </a:moveTo>
                  <a:lnTo>
                    <a:pt x="35295" y="1"/>
                  </a:lnTo>
                  <a:cubicBezTo>
                    <a:pt x="37370" y="10"/>
                    <a:pt x="39045" y="1685"/>
                    <a:pt x="39054" y="3756"/>
                  </a:cubicBezTo>
                  <a:lnTo>
                    <a:pt x="39054" y="15666"/>
                  </a:lnTo>
                  <a:cubicBezTo>
                    <a:pt x="39045" y="17737"/>
                    <a:pt x="37370" y="19412"/>
                    <a:pt x="35295" y="19417"/>
                  </a:cubicBezTo>
                  <a:lnTo>
                    <a:pt x="3755" y="19417"/>
                  </a:lnTo>
                  <a:cubicBezTo>
                    <a:pt x="1680" y="19412"/>
                    <a:pt x="5" y="17737"/>
                    <a:pt x="0" y="15666"/>
                  </a:cubicBezTo>
                  <a:lnTo>
                    <a:pt x="0" y="3756"/>
                  </a:lnTo>
                  <a:cubicBezTo>
                    <a:pt x="5" y="1685"/>
                    <a:pt x="1680" y="10"/>
                    <a:pt x="375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87" name="Google Shape;787;p38"/>
          <p:cNvGrpSpPr/>
          <p:nvPr/>
        </p:nvGrpSpPr>
        <p:grpSpPr>
          <a:xfrm>
            <a:off x="8059131" y="3997448"/>
            <a:ext cx="198487" cy="309779"/>
            <a:chOff x="7248525" y="3739696"/>
            <a:chExt cx="230531" cy="359790"/>
          </a:xfrm>
        </p:grpSpPr>
        <p:sp>
          <p:nvSpPr>
            <p:cNvPr id="788" name="Google Shape;788;p38"/>
            <p:cNvSpPr/>
            <p:nvPr/>
          </p:nvSpPr>
          <p:spPr>
            <a:xfrm>
              <a:off x="7248525" y="3739696"/>
              <a:ext cx="230531" cy="359790"/>
            </a:xfrm>
            <a:custGeom>
              <a:rect b="b" l="l" r="r" t="t"/>
              <a:pathLst>
                <a:path extrusionOk="0" h="39570" w="25354">
                  <a:moveTo>
                    <a:pt x="19434" y="18"/>
                  </a:moveTo>
                  <a:lnTo>
                    <a:pt x="6338" y="5"/>
                  </a:lnTo>
                  <a:cubicBezTo>
                    <a:pt x="2854" y="0"/>
                    <a:pt x="1" y="2858"/>
                    <a:pt x="1" y="6342"/>
                  </a:cubicBezTo>
                  <a:lnTo>
                    <a:pt x="1" y="19016"/>
                  </a:lnTo>
                  <a:cubicBezTo>
                    <a:pt x="1" y="29006"/>
                    <a:pt x="6280" y="22820"/>
                    <a:pt x="12679" y="39570"/>
                  </a:cubicBezTo>
                  <a:cubicBezTo>
                    <a:pt x="19074" y="22820"/>
                    <a:pt x="25354" y="29006"/>
                    <a:pt x="25354" y="19016"/>
                  </a:cubicBezTo>
                  <a:lnTo>
                    <a:pt x="25354" y="6342"/>
                  </a:lnTo>
                  <a:cubicBezTo>
                    <a:pt x="25354" y="2858"/>
                    <a:pt x="22923" y="18"/>
                    <a:pt x="19434" y="18"/>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38"/>
            <p:cNvSpPr/>
            <p:nvPr/>
          </p:nvSpPr>
          <p:spPr>
            <a:xfrm>
              <a:off x="7271639" y="3762810"/>
              <a:ext cx="184350" cy="184387"/>
            </a:xfrm>
            <a:custGeom>
              <a:rect b="b" l="l" r="r" t="t"/>
              <a:pathLst>
                <a:path extrusionOk="0" h="20279" w="20275">
                  <a:moveTo>
                    <a:pt x="3738" y="0"/>
                  </a:moveTo>
                  <a:lnTo>
                    <a:pt x="16532" y="0"/>
                  </a:lnTo>
                  <a:cubicBezTo>
                    <a:pt x="18594" y="5"/>
                    <a:pt x="20270" y="1680"/>
                    <a:pt x="20274" y="3742"/>
                  </a:cubicBezTo>
                  <a:lnTo>
                    <a:pt x="20274" y="16536"/>
                  </a:lnTo>
                  <a:cubicBezTo>
                    <a:pt x="20270" y="18598"/>
                    <a:pt x="18594" y="20274"/>
                    <a:pt x="16532" y="20278"/>
                  </a:cubicBezTo>
                  <a:lnTo>
                    <a:pt x="3738" y="20278"/>
                  </a:lnTo>
                  <a:cubicBezTo>
                    <a:pt x="1676" y="20274"/>
                    <a:pt x="5" y="18598"/>
                    <a:pt x="1" y="16536"/>
                  </a:cubicBezTo>
                  <a:lnTo>
                    <a:pt x="1" y="3742"/>
                  </a:lnTo>
                  <a:cubicBezTo>
                    <a:pt x="5" y="1680"/>
                    <a:pt x="1676" y="5"/>
                    <a:pt x="373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0" name="Google Shape;790;p38"/>
          <p:cNvGrpSpPr/>
          <p:nvPr/>
        </p:nvGrpSpPr>
        <p:grpSpPr>
          <a:xfrm>
            <a:off x="6933534" y="3097701"/>
            <a:ext cx="179433" cy="306927"/>
            <a:chOff x="7601242" y="3729267"/>
            <a:chExt cx="222566" cy="380803"/>
          </a:xfrm>
        </p:grpSpPr>
        <p:sp>
          <p:nvSpPr>
            <p:cNvPr id="791" name="Google Shape;791;p38"/>
            <p:cNvSpPr/>
            <p:nvPr/>
          </p:nvSpPr>
          <p:spPr>
            <a:xfrm>
              <a:off x="7601242" y="3729267"/>
              <a:ext cx="222566" cy="380803"/>
            </a:xfrm>
            <a:custGeom>
              <a:rect b="b" l="l" r="r" t="t"/>
              <a:pathLst>
                <a:path extrusionOk="0" h="41881" w="24478">
                  <a:moveTo>
                    <a:pt x="12239" y="1"/>
                  </a:moveTo>
                  <a:cubicBezTo>
                    <a:pt x="5480" y="1"/>
                    <a:pt x="0" y="5320"/>
                    <a:pt x="0" y="11875"/>
                  </a:cubicBezTo>
                  <a:cubicBezTo>
                    <a:pt x="0" y="17537"/>
                    <a:pt x="4080" y="22270"/>
                    <a:pt x="9537" y="23461"/>
                  </a:cubicBezTo>
                  <a:cubicBezTo>
                    <a:pt x="10235" y="23616"/>
                    <a:pt x="10190" y="24114"/>
                    <a:pt x="10270" y="24825"/>
                  </a:cubicBezTo>
                  <a:lnTo>
                    <a:pt x="12239" y="41881"/>
                  </a:lnTo>
                  <a:lnTo>
                    <a:pt x="14181" y="25065"/>
                  </a:lnTo>
                  <a:cubicBezTo>
                    <a:pt x="14257" y="24385"/>
                    <a:pt x="14230" y="23612"/>
                    <a:pt x="14897" y="23469"/>
                  </a:cubicBezTo>
                  <a:cubicBezTo>
                    <a:pt x="20381" y="22296"/>
                    <a:pt x="24478" y="17550"/>
                    <a:pt x="24478" y="11875"/>
                  </a:cubicBezTo>
                  <a:cubicBezTo>
                    <a:pt x="24478" y="5320"/>
                    <a:pt x="18998" y="1"/>
                    <a:pt x="1223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38"/>
            <p:cNvSpPr/>
            <p:nvPr/>
          </p:nvSpPr>
          <p:spPr>
            <a:xfrm>
              <a:off x="7621200" y="3748625"/>
              <a:ext cx="182696" cy="177276"/>
            </a:xfrm>
            <a:custGeom>
              <a:rect b="b" l="l" r="r" t="t"/>
              <a:pathLst>
                <a:path extrusionOk="0" h="19497" w="20093">
                  <a:moveTo>
                    <a:pt x="10044" y="19496"/>
                  </a:moveTo>
                  <a:cubicBezTo>
                    <a:pt x="15577" y="19496"/>
                    <a:pt x="20092" y="15119"/>
                    <a:pt x="20092" y="9751"/>
                  </a:cubicBezTo>
                  <a:cubicBezTo>
                    <a:pt x="20092" y="4378"/>
                    <a:pt x="15577" y="0"/>
                    <a:pt x="10044" y="0"/>
                  </a:cubicBezTo>
                  <a:cubicBezTo>
                    <a:pt x="4511" y="0"/>
                    <a:pt x="1" y="4378"/>
                    <a:pt x="1" y="9751"/>
                  </a:cubicBezTo>
                  <a:cubicBezTo>
                    <a:pt x="1" y="15119"/>
                    <a:pt x="4511" y="19496"/>
                    <a:pt x="10044" y="1949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93" name="Google Shape;793;p38"/>
          <p:cNvSpPr/>
          <p:nvPr/>
        </p:nvSpPr>
        <p:spPr>
          <a:xfrm>
            <a:off x="8038933" y="3097656"/>
            <a:ext cx="238882" cy="306902"/>
          </a:xfrm>
          <a:custGeom>
            <a:rect b="b" l="l" r="r" t="t"/>
            <a:pathLst>
              <a:path extrusionOk="0" h="37553" w="29230">
                <a:moveTo>
                  <a:pt x="9655" y="0"/>
                </a:moveTo>
                <a:cubicBezTo>
                  <a:pt x="7693" y="0"/>
                  <a:pt x="5983" y="1692"/>
                  <a:pt x="5974" y="3671"/>
                </a:cubicBezTo>
                <a:cubicBezTo>
                  <a:pt x="5974" y="4182"/>
                  <a:pt x="6085" y="4693"/>
                  <a:pt x="6245" y="5036"/>
                </a:cubicBezTo>
                <a:cubicBezTo>
                  <a:pt x="7169" y="7653"/>
                  <a:pt x="7369" y="9675"/>
                  <a:pt x="6863" y="11515"/>
                </a:cubicBezTo>
                <a:lnTo>
                  <a:pt x="6716" y="11933"/>
                </a:lnTo>
                <a:cubicBezTo>
                  <a:pt x="6089" y="13821"/>
                  <a:pt x="5018" y="16181"/>
                  <a:pt x="1850" y="19345"/>
                </a:cubicBezTo>
                <a:cubicBezTo>
                  <a:pt x="1" y="21194"/>
                  <a:pt x="623" y="24331"/>
                  <a:pt x="3041" y="25340"/>
                </a:cubicBezTo>
                <a:cubicBezTo>
                  <a:pt x="3475" y="25523"/>
                  <a:pt x="3948" y="25620"/>
                  <a:pt x="4422" y="25620"/>
                </a:cubicBezTo>
                <a:cubicBezTo>
                  <a:pt x="4433" y="25620"/>
                  <a:pt x="4443" y="25620"/>
                  <a:pt x="4454" y="25620"/>
                </a:cubicBezTo>
                <a:lnTo>
                  <a:pt x="12866" y="25620"/>
                </a:lnTo>
                <a:lnTo>
                  <a:pt x="14862" y="37552"/>
                </a:lnTo>
                <a:lnTo>
                  <a:pt x="16848" y="25625"/>
                </a:lnTo>
                <a:lnTo>
                  <a:pt x="25243" y="25625"/>
                </a:lnTo>
                <a:cubicBezTo>
                  <a:pt x="25254" y="25625"/>
                  <a:pt x="25264" y="25625"/>
                  <a:pt x="25275" y="25625"/>
                </a:cubicBezTo>
                <a:cubicBezTo>
                  <a:pt x="25753" y="25625"/>
                  <a:pt x="26230" y="25527"/>
                  <a:pt x="26669" y="25345"/>
                </a:cubicBezTo>
                <a:cubicBezTo>
                  <a:pt x="27576" y="24976"/>
                  <a:pt x="28292" y="24256"/>
                  <a:pt x="28660" y="23354"/>
                </a:cubicBezTo>
                <a:cubicBezTo>
                  <a:pt x="29229" y="21980"/>
                  <a:pt x="28914" y="20398"/>
                  <a:pt x="27865" y="19345"/>
                </a:cubicBezTo>
                <a:cubicBezTo>
                  <a:pt x="24701" y="16177"/>
                  <a:pt x="23630" y="13821"/>
                  <a:pt x="22999" y="11933"/>
                </a:cubicBezTo>
                <a:cubicBezTo>
                  <a:pt x="22354" y="9999"/>
                  <a:pt x="22505" y="7880"/>
                  <a:pt x="23443" y="5213"/>
                </a:cubicBezTo>
                <a:cubicBezTo>
                  <a:pt x="23661" y="4733"/>
                  <a:pt x="23772" y="4218"/>
                  <a:pt x="23772" y="3693"/>
                </a:cubicBezTo>
                <a:cubicBezTo>
                  <a:pt x="23759" y="1670"/>
                  <a:pt x="22105" y="27"/>
                  <a:pt x="20100" y="27"/>
                </a:cubicBezTo>
                <a:cubicBezTo>
                  <a:pt x="20098" y="27"/>
                  <a:pt x="20095" y="27"/>
                  <a:pt x="20092" y="27"/>
                </a:cubicBezTo>
                <a:lnTo>
                  <a:pt x="9662" y="0"/>
                </a:lnTo>
                <a:cubicBezTo>
                  <a:pt x="9660" y="0"/>
                  <a:pt x="9657" y="0"/>
                  <a:pt x="965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endParaRPr/>
          </a:p>
        </p:txBody>
      </p:sp>
      <p:grpSp>
        <p:nvGrpSpPr>
          <p:cNvPr id="794" name="Google Shape;794;p38"/>
          <p:cNvGrpSpPr/>
          <p:nvPr/>
        </p:nvGrpSpPr>
        <p:grpSpPr>
          <a:xfrm>
            <a:off x="7668940" y="3547538"/>
            <a:ext cx="215217" cy="306930"/>
            <a:chOff x="8304647" y="3738687"/>
            <a:chExt cx="225076" cy="320956"/>
          </a:xfrm>
        </p:grpSpPr>
        <p:sp>
          <p:nvSpPr>
            <p:cNvPr id="795" name="Google Shape;795;p38"/>
            <p:cNvSpPr/>
            <p:nvPr/>
          </p:nvSpPr>
          <p:spPr>
            <a:xfrm>
              <a:off x="8335725" y="3738687"/>
              <a:ext cx="12248" cy="309245"/>
            </a:xfrm>
            <a:custGeom>
              <a:rect b="b" l="l" r="r" t="t"/>
              <a:pathLst>
                <a:path extrusionOk="0" h="34011" w="1347">
                  <a:moveTo>
                    <a:pt x="0" y="0"/>
                  </a:moveTo>
                  <a:lnTo>
                    <a:pt x="0" y="34010"/>
                  </a:lnTo>
                  <a:lnTo>
                    <a:pt x="1347" y="34010"/>
                  </a:lnTo>
                  <a:lnTo>
                    <a:pt x="134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38"/>
            <p:cNvSpPr/>
            <p:nvPr/>
          </p:nvSpPr>
          <p:spPr>
            <a:xfrm>
              <a:off x="8337943" y="3738687"/>
              <a:ext cx="191779" cy="86151"/>
            </a:xfrm>
            <a:custGeom>
              <a:rect b="b" l="l" r="r" t="t"/>
              <a:pathLst>
                <a:path extrusionOk="0" h="9475" w="21092">
                  <a:moveTo>
                    <a:pt x="1" y="0"/>
                  </a:moveTo>
                  <a:lnTo>
                    <a:pt x="432" y="9475"/>
                  </a:lnTo>
                  <a:lnTo>
                    <a:pt x="21092" y="9475"/>
                  </a:lnTo>
                  <a:lnTo>
                    <a:pt x="17648" y="4524"/>
                  </a:lnTo>
                  <a:lnTo>
                    <a:pt x="2109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38"/>
            <p:cNvSpPr/>
            <p:nvPr/>
          </p:nvSpPr>
          <p:spPr>
            <a:xfrm>
              <a:off x="8304647" y="4044004"/>
              <a:ext cx="76341" cy="15639"/>
            </a:xfrm>
            <a:custGeom>
              <a:rect b="b" l="l" r="r" t="t"/>
              <a:pathLst>
                <a:path extrusionOk="0" h="1720" w="8396">
                  <a:moveTo>
                    <a:pt x="4200" y="0"/>
                  </a:moveTo>
                  <a:cubicBezTo>
                    <a:pt x="1881" y="0"/>
                    <a:pt x="1" y="382"/>
                    <a:pt x="1" y="862"/>
                  </a:cubicBezTo>
                  <a:cubicBezTo>
                    <a:pt x="1" y="1338"/>
                    <a:pt x="1881" y="1720"/>
                    <a:pt x="4200" y="1720"/>
                  </a:cubicBezTo>
                  <a:cubicBezTo>
                    <a:pt x="6516" y="1720"/>
                    <a:pt x="8395" y="1338"/>
                    <a:pt x="8395" y="862"/>
                  </a:cubicBezTo>
                  <a:cubicBezTo>
                    <a:pt x="8395" y="382"/>
                    <a:pt x="6516" y="0"/>
                    <a:pt x="420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8" name="Google Shape;798;p38"/>
          <p:cNvGrpSpPr/>
          <p:nvPr/>
        </p:nvGrpSpPr>
        <p:grpSpPr>
          <a:xfrm>
            <a:off x="8059123" y="3547538"/>
            <a:ext cx="198502" cy="306930"/>
            <a:chOff x="8615101" y="3738687"/>
            <a:chExt cx="207573" cy="320956"/>
          </a:xfrm>
        </p:grpSpPr>
        <p:sp>
          <p:nvSpPr>
            <p:cNvPr id="799" name="Google Shape;799;p38"/>
            <p:cNvSpPr/>
            <p:nvPr/>
          </p:nvSpPr>
          <p:spPr>
            <a:xfrm>
              <a:off x="8646134" y="3738687"/>
              <a:ext cx="12248" cy="309245"/>
            </a:xfrm>
            <a:custGeom>
              <a:rect b="b" l="l" r="r" t="t"/>
              <a:pathLst>
                <a:path extrusionOk="0" h="34011" w="1347">
                  <a:moveTo>
                    <a:pt x="0" y="0"/>
                  </a:moveTo>
                  <a:lnTo>
                    <a:pt x="0" y="34010"/>
                  </a:lnTo>
                  <a:lnTo>
                    <a:pt x="1347" y="34010"/>
                  </a:lnTo>
                  <a:lnTo>
                    <a:pt x="1347"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38"/>
            <p:cNvSpPr/>
            <p:nvPr/>
          </p:nvSpPr>
          <p:spPr>
            <a:xfrm>
              <a:off x="8615101" y="4044004"/>
              <a:ext cx="76332" cy="15639"/>
            </a:xfrm>
            <a:custGeom>
              <a:rect b="b" l="l" r="r" t="t"/>
              <a:pathLst>
                <a:path extrusionOk="0" h="1720" w="8395">
                  <a:moveTo>
                    <a:pt x="4195" y="0"/>
                  </a:moveTo>
                  <a:cubicBezTo>
                    <a:pt x="1875" y="0"/>
                    <a:pt x="0" y="382"/>
                    <a:pt x="0" y="862"/>
                  </a:cubicBezTo>
                  <a:cubicBezTo>
                    <a:pt x="0" y="1338"/>
                    <a:pt x="1875" y="1720"/>
                    <a:pt x="4195" y="1720"/>
                  </a:cubicBezTo>
                  <a:cubicBezTo>
                    <a:pt x="6515" y="1720"/>
                    <a:pt x="8395" y="1338"/>
                    <a:pt x="8395" y="862"/>
                  </a:cubicBezTo>
                  <a:cubicBezTo>
                    <a:pt x="8395" y="382"/>
                    <a:pt x="6515" y="0"/>
                    <a:pt x="419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38"/>
            <p:cNvSpPr/>
            <p:nvPr/>
          </p:nvSpPr>
          <p:spPr>
            <a:xfrm>
              <a:off x="8651953" y="3738687"/>
              <a:ext cx="170721" cy="99808"/>
            </a:xfrm>
            <a:custGeom>
              <a:rect b="b" l="l" r="r" t="t"/>
              <a:pathLst>
                <a:path extrusionOk="0" h="10977" w="18776">
                  <a:moveTo>
                    <a:pt x="707" y="0"/>
                  </a:moveTo>
                  <a:lnTo>
                    <a:pt x="0" y="10977"/>
                  </a:lnTo>
                  <a:lnTo>
                    <a:pt x="18776" y="4360"/>
                  </a:lnTo>
                  <a:lnTo>
                    <a:pt x="707"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02" name="Google Shape;802;p38"/>
          <p:cNvSpPr/>
          <p:nvPr/>
        </p:nvSpPr>
        <p:spPr>
          <a:xfrm>
            <a:off x="6903801" y="3544361"/>
            <a:ext cx="238899" cy="310107"/>
          </a:xfrm>
          <a:custGeom>
            <a:rect b="b" l="l" r="r" t="t"/>
            <a:pathLst>
              <a:path extrusionOk="0" h="3648" w="2810">
                <a:moveTo>
                  <a:pt x="1365" y="241"/>
                </a:moveTo>
                <a:cubicBezTo>
                  <a:pt x="1630" y="241"/>
                  <a:pt x="1899" y="338"/>
                  <a:pt x="2120" y="555"/>
                </a:cubicBezTo>
                <a:cubicBezTo>
                  <a:pt x="2810" y="1245"/>
                  <a:pt x="2329" y="2416"/>
                  <a:pt x="1356" y="2416"/>
                </a:cubicBezTo>
                <a:cubicBezTo>
                  <a:pt x="764" y="2416"/>
                  <a:pt x="272" y="1935"/>
                  <a:pt x="272" y="1344"/>
                </a:cubicBezTo>
                <a:cubicBezTo>
                  <a:pt x="263" y="681"/>
                  <a:pt x="802" y="241"/>
                  <a:pt x="1365" y="241"/>
                </a:cubicBezTo>
                <a:close/>
                <a:moveTo>
                  <a:pt x="1356" y="1"/>
                </a:moveTo>
                <a:cubicBezTo>
                  <a:pt x="604" y="1"/>
                  <a:pt x="0" y="604"/>
                  <a:pt x="0" y="1356"/>
                </a:cubicBezTo>
                <a:cubicBezTo>
                  <a:pt x="0" y="2391"/>
                  <a:pt x="1183" y="3512"/>
                  <a:pt x="1331" y="3648"/>
                </a:cubicBezTo>
                <a:lnTo>
                  <a:pt x="1368" y="3648"/>
                </a:lnTo>
                <a:cubicBezTo>
                  <a:pt x="1528" y="3512"/>
                  <a:pt x="2711" y="2453"/>
                  <a:pt x="2711" y="1356"/>
                </a:cubicBezTo>
                <a:cubicBezTo>
                  <a:pt x="2711" y="604"/>
                  <a:pt x="2095" y="1"/>
                  <a:pt x="135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3" name="Google Shape;803;p38"/>
          <p:cNvGrpSpPr/>
          <p:nvPr/>
        </p:nvGrpSpPr>
        <p:grpSpPr>
          <a:xfrm>
            <a:off x="4746786" y="3701808"/>
            <a:ext cx="921718" cy="845049"/>
            <a:chOff x="6015419" y="3716859"/>
            <a:chExt cx="557671" cy="511283"/>
          </a:xfrm>
        </p:grpSpPr>
        <p:sp>
          <p:nvSpPr>
            <p:cNvPr id="804" name="Google Shape;804;p38"/>
            <p:cNvSpPr/>
            <p:nvPr/>
          </p:nvSpPr>
          <p:spPr>
            <a:xfrm>
              <a:off x="6015419" y="3716859"/>
              <a:ext cx="557671" cy="511283"/>
            </a:xfrm>
            <a:custGeom>
              <a:rect b="b" l="l" r="r" t="t"/>
              <a:pathLst>
                <a:path extrusionOk="0" h="88649" w="96650">
                  <a:moveTo>
                    <a:pt x="48692" y="0"/>
                  </a:moveTo>
                  <a:cubicBezTo>
                    <a:pt x="46526" y="0"/>
                    <a:pt x="44332" y="152"/>
                    <a:pt x="42124" y="465"/>
                  </a:cubicBezTo>
                  <a:cubicBezTo>
                    <a:pt x="17336" y="3960"/>
                    <a:pt x="1" y="26441"/>
                    <a:pt x="3443" y="50679"/>
                  </a:cubicBezTo>
                  <a:cubicBezTo>
                    <a:pt x="6564" y="72751"/>
                    <a:pt x="25836" y="88649"/>
                    <a:pt x="48004" y="88649"/>
                  </a:cubicBezTo>
                  <a:cubicBezTo>
                    <a:pt x="50160" y="88649"/>
                    <a:pt x="52345" y="88498"/>
                    <a:pt x="54544" y="88188"/>
                  </a:cubicBezTo>
                  <a:cubicBezTo>
                    <a:pt x="79332" y="84675"/>
                    <a:pt x="96649" y="62194"/>
                    <a:pt x="93225" y="37975"/>
                  </a:cubicBezTo>
                  <a:cubicBezTo>
                    <a:pt x="90105" y="15895"/>
                    <a:pt x="70848" y="0"/>
                    <a:pt x="4869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5" name="Google Shape;805;p38"/>
            <p:cNvGrpSpPr/>
            <p:nvPr/>
          </p:nvGrpSpPr>
          <p:grpSpPr>
            <a:xfrm>
              <a:off x="6036094" y="3716980"/>
              <a:ext cx="529860" cy="510468"/>
              <a:chOff x="6036094" y="3716980"/>
              <a:chExt cx="529860" cy="510468"/>
            </a:xfrm>
          </p:grpSpPr>
          <p:sp>
            <p:nvSpPr>
              <p:cNvPr id="806" name="Google Shape;806;p38"/>
              <p:cNvSpPr/>
              <p:nvPr/>
            </p:nvSpPr>
            <p:spPr>
              <a:xfrm>
                <a:off x="6220140" y="3716980"/>
                <a:ext cx="80065" cy="64273"/>
              </a:xfrm>
              <a:custGeom>
                <a:rect b="b" l="l" r="r" t="t"/>
                <a:pathLst>
                  <a:path extrusionOk="0" h="11144" w="13876">
                    <a:moveTo>
                      <a:pt x="11055" y="0"/>
                    </a:moveTo>
                    <a:cubicBezTo>
                      <a:pt x="9600" y="71"/>
                      <a:pt x="8127" y="213"/>
                      <a:pt x="6654" y="426"/>
                    </a:cubicBezTo>
                    <a:cubicBezTo>
                      <a:pt x="4401" y="746"/>
                      <a:pt x="2165" y="1225"/>
                      <a:pt x="1" y="1863"/>
                    </a:cubicBezTo>
                    <a:lnTo>
                      <a:pt x="54" y="2307"/>
                    </a:lnTo>
                    <a:lnTo>
                      <a:pt x="2165" y="2396"/>
                    </a:lnTo>
                    <a:lnTo>
                      <a:pt x="1739" y="4117"/>
                    </a:lnTo>
                    <a:lnTo>
                      <a:pt x="3194" y="4401"/>
                    </a:lnTo>
                    <a:lnTo>
                      <a:pt x="1828" y="5146"/>
                    </a:lnTo>
                    <a:cubicBezTo>
                      <a:pt x="2893" y="6015"/>
                      <a:pt x="1207" y="7417"/>
                      <a:pt x="2538" y="8393"/>
                    </a:cubicBezTo>
                    <a:cubicBezTo>
                      <a:pt x="3088" y="8783"/>
                      <a:pt x="3088" y="9937"/>
                      <a:pt x="3301" y="10611"/>
                    </a:cubicBezTo>
                    <a:lnTo>
                      <a:pt x="6335" y="11143"/>
                    </a:lnTo>
                    <a:cubicBezTo>
                      <a:pt x="6583" y="10611"/>
                      <a:pt x="6832" y="10061"/>
                      <a:pt x="7098" y="9493"/>
                    </a:cubicBezTo>
                    <a:cubicBezTo>
                      <a:pt x="7670" y="8245"/>
                      <a:pt x="7649" y="6456"/>
                      <a:pt x="9632" y="6456"/>
                    </a:cubicBezTo>
                    <a:cubicBezTo>
                      <a:pt x="9679" y="6456"/>
                      <a:pt x="9728" y="6457"/>
                      <a:pt x="9777" y="6459"/>
                    </a:cubicBezTo>
                    <a:cubicBezTo>
                      <a:pt x="10380" y="5217"/>
                      <a:pt x="11410" y="4791"/>
                      <a:pt x="12723" y="4685"/>
                    </a:cubicBezTo>
                    <a:cubicBezTo>
                      <a:pt x="13113" y="4649"/>
                      <a:pt x="13450" y="3939"/>
                      <a:pt x="13876" y="3443"/>
                    </a:cubicBezTo>
                    <a:cubicBezTo>
                      <a:pt x="13166" y="2378"/>
                      <a:pt x="12687" y="1012"/>
                      <a:pt x="11729" y="391"/>
                    </a:cubicBezTo>
                    <a:cubicBezTo>
                      <a:pt x="11516" y="249"/>
                      <a:pt x="11285" y="125"/>
                      <a:pt x="110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38"/>
              <p:cNvSpPr/>
              <p:nvPr/>
            </p:nvSpPr>
            <p:spPr>
              <a:xfrm>
                <a:off x="6368562" y="3771936"/>
                <a:ext cx="39115" cy="36745"/>
              </a:xfrm>
              <a:custGeom>
                <a:rect b="b" l="l" r="r" t="t"/>
                <a:pathLst>
                  <a:path extrusionOk="0" h="6371" w="6779">
                    <a:moveTo>
                      <a:pt x="870" y="1"/>
                    </a:moveTo>
                    <a:lnTo>
                      <a:pt x="1" y="1154"/>
                    </a:lnTo>
                    <a:lnTo>
                      <a:pt x="1509" y="2698"/>
                    </a:lnTo>
                    <a:lnTo>
                      <a:pt x="2272" y="3283"/>
                    </a:lnTo>
                    <a:cubicBezTo>
                      <a:pt x="3567" y="3922"/>
                      <a:pt x="3301" y="5625"/>
                      <a:pt x="4436" y="6370"/>
                    </a:cubicBezTo>
                    <a:cubicBezTo>
                      <a:pt x="4880" y="5341"/>
                      <a:pt x="5838" y="5554"/>
                      <a:pt x="6654" y="5377"/>
                    </a:cubicBezTo>
                    <a:cubicBezTo>
                      <a:pt x="6778" y="4117"/>
                      <a:pt x="5732" y="3549"/>
                      <a:pt x="4933" y="3265"/>
                    </a:cubicBezTo>
                    <a:cubicBezTo>
                      <a:pt x="3762" y="2875"/>
                      <a:pt x="2928" y="2360"/>
                      <a:pt x="2325" y="1278"/>
                    </a:cubicBezTo>
                    <a:cubicBezTo>
                      <a:pt x="2023" y="746"/>
                      <a:pt x="1367" y="426"/>
                      <a:pt x="87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38"/>
              <p:cNvSpPr/>
              <p:nvPr/>
            </p:nvSpPr>
            <p:spPr>
              <a:xfrm>
                <a:off x="6304793" y="3747169"/>
                <a:ext cx="25088" cy="13311"/>
              </a:xfrm>
              <a:custGeom>
                <a:rect b="b" l="l" r="r" t="t"/>
                <a:pathLst>
                  <a:path extrusionOk="0" h="2308" w="4348">
                    <a:moveTo>
                      <a:pt x="3957" y="1"/>
                    </a:moveTo>
                    <a:cubicBezTo>
                      <a:pt x="2680" y="355"/>
                      <a:pt x="1296" y="143"/>
                      <a:pt x="0" y="906"/>
                    </a:cubicBezTo>
                    <a:cubicBezTo>
                      <a:pt x="728" y="1651"/>
                      <a:pt x="728" y="1615"/>
                      <a:pt x="1544" y="1757"/>
                    </a:cubicBezTo>
                    <a:cubicBezTo>
                      <a:pt x="2147" y="1917"/>
                      <a:pt x="2733" y="2094"/>
                      <a:pt x="3318" y="2307"/>
                    </a:cubicBezTo>
                    <a:lnTo>
                      <a:pt x="4348" y="639"/>
                    </a:lnTo>
                    <a:lnTo>
                      <a:pt x="395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38"/>
              <p:cNvSpPr/>
              <p:nvPr/>
            </p:nvSpPr>
            <p:spPr>
              <a:xfrm>
                <a:off x="6365182" y="3787492"/>
                <a:ext cx="18025" cy="16582"/>
              </a:xfrm>
              <a:custGeom>
                <a:rect b="b" l="l" r="r" t="t"/>
                <a:pathLst>
                  <a:path extrusionOk="0" h="2875" w="3124">
                    <a:moveTo>
                      <a:pt x="2095" y="1"/>
                    </a:moveTo>
                    <a:lnTo>
                      <a:pt x="1" y="1030"/>
                    </a:lnTo>
                    <a:cubicBezTo>
                      <a:pt x="498" y="1455"/>
                      <a:pt x="782" y="1615"/>
                      <a:pt x="941" y="1864"/>
                    </a:cubicBezTo>
                    <a:cubicBezTo>
                      <a:pt x="1119" y="2112"/>
                      <a:pt x="1154" y="2449"/>
                      <a:pt x="1279" y="2875"/>
                    </a:cubicBezTo>
                    <a:lnTo>
                      <a:pt x="3124" y="2467"/>
                    </a:lnTo>
                    <a:lnTo>
                      <a:pt x="2858" y="586"/>
                    </a:lnTo>
                    <a:lnTo>
                      <a:pt x="209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38"/>
              <p:cNvSpPr/>
              <p:nvPr/>
            </p:nvSpPr>
            <p:spPr>
              <a:xfrm>
                <a:off x="6367131" y="3727108"/>
                <a:ext cx="198823" cy="438001"/>
              </a:xfrm>
              <a:custGeom>
                <a:rect b="b" l="l" r="r" t="t"/>
                <a:pathLst>
                  <a:path extrusionOk="0" h="75943" w="34458">
                    <a:moveTo>
                      <a:pt x="8836" y="6211"/>
                    </a:moveTo>
                    <a:cubicBezTo>
                      <a:pt x="10061" y="6371"/>
                      <a:pt x="10061" y="6371"/>
                      <a:pt x="12438" y="9352"/>
                    </a:cubicBezTo>
                    <a:lnTo>
                      <a:pt x="10930" y="10416"/>
                    </a:lnTo>
                    <a:cubicBezTo>
                      <a:pt x="10646" y="10044"/>
                      <a:pt x="9244" y="10079"/>
                      <a:pt x="10309" y="8997"/>
                    </a:cubicBezTo>
                    <a:lnTo>
                      <a:pt x="8836" y="6211"/>
                    </a:lnTo>
                    <a:close/>
                    <a:moveTo>
                      <a:pt x="13237" y="17585"/>
                    </a:moveTo>
                    <a:cubicBezTo>
                      <a:pt x="14213" y="18330"/>
                      <a:pt x="14976" y="19235"/>
                      <a:pt x="15951" y="19572"/>
                    </a:cubicBezTo>
                    <a:cubicBezTo>
                      <a:pt x="17034" y="19945"/>
                      <a:pt x="17548" y="20761"/>
                      <a:pt x="18294" y="21506"/>
                    </a:cubicBezTo>
                    <a:lnTo>
                      <a:pt x="16892" y="22216"/>
                    </a:lnTo>
                    <a:lnTo>
                      <a:pt x="19092" y="23440"/>
                    </a:lnTo>
                    <a:lnTo>
                      <a:pt x="18826" y="19359"/>
                    </a:lnTo>
                    <a:lnTo>
                      <a:pt x="18826" y="19359"/>
                    </a:lnTo>
                    <a:cubicBezTo>
                      <a:pt x="19500" y="20264"/>
                      <a:pt x="19890" y="20867"/>
                      <a:pt x="20352" y="21382"/>
                    </a:cubicBezTo>
                    <a:cubicBezTo>
                      <a:pt x="20813" y="21914"/>
                      <a:pt x="21328" y="22340"/>
                      <a:pt x="22091" y="23050"/>
                    </a:cubicBezTo>
                    <a:lnTo>
                      <a:pt x="22587" y="21346"/>
                    </a:lnTo>
                    <a:lnTo>
                      <a:pt x="25267" y="23742"/>
                    </a:lnTo>
                    <a:lnTo>
                      <a:pt x="26402" y="22713"/>
                    </a:lnTo>
                    <a:lnTo>
                      <a:pt x="27999" y="26261"/>
                    </a:lnTo>
                    <a:cubicBezTo>
                      <a:pt x="27384" y="26597"/>
                      <a:pt x="26823" y="26720"/>
                      <a:pt x="26292" y="26720"/>
                    </a:cubicBezTo>
                    <a:cubicBezTo>
                      <a:pt x="24969" y="26720"/>
                      <a:pt x="23833" y="25957"/>
                      <a:pt x="22516" y="25818"/>
                    </a:cubicBezTo>
                    <a:cubicBezTo>
                      <a:pt x="22516" y="26527"/>
                      <a:pt x="22499" y="27131"/>
                      <a:pt x="22499" y="27787"/>
                    </a:cubicBezTo>
                    <a:cubicBezTo>
                      <a:pt x="22392" y="27787"/>
                      <a:pt x="22270" y="27819"/>
                      <a:pt x="22169" y="27819"/>
                    </a:cubicBezTo>
                    <a:cubicBezTo>
                      <a:pt x="22118" y="27819"/>
                      <a:pt x="22073" y="27811"/>
                      <a:pt x="22037" y="27787"/>
                    </a:cubicBezTo>
                    <a:cubicBezTo>
                      <a:pt x="21133" y="27288"/>
                      <a:pt x="20502" y="26308"/>
                      <a:pt x="19338" y="26308"/>
                    </a:cubicBezTo>
                    <a:cubicBezTo>
                      <a:pt x="19178" y="26308"/>
                      <a:pt x="19008" y="26327"/>
                      <a:pt x="18826" y="26368"/>
                    </a:cubicBezTo>
                    <a:cubicBezTo>
                      <a:pt x="18808" y="26372"/>
                      <a:pt x="18788" y="26375"/>
                      <a:pt x="18768" y="26375"/>
                    </a:cubicBezTo>
                    <a:cubicBezTo>
                      <a:pt x="18417" y="26375"/>
                      <a:pt x="17797" y="25667"/>
                      <a:pt x="17495" y="25197"/>
                    </a:cubicBezTo>
                    <a:cubicBezTo>
                      <a:pt x="16998" y="24416"/>
                      <a:pt x="16661" y="23529"/>
                      <a:pt x="16360" y="22925"/>
                    </a:cubicBezTo>
                    <a:cubicBezTo>
                      <a:pt x="16129" y="22764"/>
                      <a:pt x="15928" y="22701"/>
                      <a:pt x="15748" y="22701"/>
                    </a:cubicBezTo>
                    <a:cubicBezTo>
                      <a:pt x="15114" y="22701"/>
                      <a:pt x="14724" y="23479"/>
                      <a:pt x="14110" y="23479"/>
                    </a:cubicBezTo>
                    <a:cubicBezTo>
                      <a:pt x="13959" y="23479"/>
                      <a:pt x="13794" y="23432"/>
                      <a:pt x="13609" y="23316"/>
                    </a:cubicBezTo>
                    <a:cubicBezTo>
                      <a:pt x="13398" y="23182"/>
                      <a:pt x="13213" y="23127"/>
                      <a:pt x="13048" y="23127"/>
                    </a:cubicBezTo>
                    <a:cubicBezTo>
                      <a:pt x="12310" y="23127"/>
                      <a:pt x="11952" y="24236"/>
                      <a:pt x="11285" y="24540"/>
                    </a:cubicBezTo>
                    <a:cubicBezTo>
                      <a:pt x="10309" y="24984"/>
                      <a:pt x="9475" y="24913"/>
                      <a:pt x="8357" y="25126"/>
                    </a:cubicBezTo>
                    <a:cubicBezTo>
                      <a:pt x="8712" y="23440"/>
                      <a:pt x="10007" y="23263"/>
                      <a:pt x="10877" y="22588"/>
                    </a:cubicBezTo>
                    <a:cubicBezTo>
                      <a:pt x="9333" y="21453"/>
                      <a:pt x="11161" y="20583"/>
                      <a:pt x="11107" y="19732"/>
                    </a:cubicBezTo>
                    <a:cubicBezTo>
                      <a:pt x="10966" y="17815"/>
                      <a:pt x="13183" y="19075"/>
                      <a:pt x="13237" y="17585"/>
                    </a:cubicBezTo>
                    <a:close/>
                    <a:moveTo>
                      <a:pt x="444" y="1"/>
                    </a:moveTo>
                    <a:lnTo>
                      <a:pt x="444" y="1"/>
                    </a:lnTo>
                    <a:cubicBezTo>
                      <a:pt x="373" y="746"/>
                      <a:pt x="0" y="1438"/>
                      <a:pt x="1278" y="1758"/>
                    </a:cubicBezTo>
                    <a:cubicBezTo>
                      <a:pt x="2147" y="1953"/>
                      <a:pt x="2662" y="2929"/>
                      <a:pt x="2857" y="3869"/>
                    </a:cubicBezTo>
                    <a:cubicBezTo>
                      <a:pt x="3034" y="4756"/>
                      <a:pt x="3123" y="5643"/>
                      <a:pt x="3247" y="6530"/>
                    </a:cubicBezTo>
                    <a:lnTo>
                      <a:pt x="3549" y="6140"/>
                    </a:lnTo>
                    <a:lnTo>
                      <a:pt x="5412" y="8145"/>
                    </a:lnTo>
                    <a:lnTo>
                      <a:pt x="6654" y="6903"/>
                    </a:lnTo>
                    <a:lnTo>
                      <a:pt x="8393" y="10505"/>
                    </a:lnTo>
                    <a:lnTo>
                      <a:pt x="6654" y="14426"/>
                    </a:lnTo>
                    <a:lnTo>
                      <a:pt x="5944" y="14036"/>
                    </a:lnTo>
                    <a:cubicBezTo>
                      <a:pt x="5678" y="14338"/>
                      <a:pt x="5447" y="14657"/>
                      <a:pt x="5252" y="14976"/>
                    </a:cubicBezTo>
                    <a:cubicBezTo>
                      <a:pt x="5163" y="15154"/>
                      <a:pt x="5217" y="15402"/>
                      <a:pt x="5199" y="15615"/>
                    </a:cubicBezTo>
                    <a:cubicBezTo>
                      <a:pt x="7346" y="16591"/>
                      <a:pt x="7701" y="17017"/>
                      <a:pt x="8162" y="19004"/>
                    </a:cubicBezTo>
                    <a:lnTo>
                      <a:pt x="4471" y="18827"/>
                    </a:lnTo>
                    <a:lnTo>
                      <a:pt x="4471" y="18827"/>
                    </a:lnTo>
                    <a:cubicBezTo>
                      <a:pt x="4755" y="21754"/>
                      <a:pt x="5057" y="22606"/>
                      <a:pt x="6193" y="24114"/>
                    </a:cubicBezTo>
                    <a:lnTo>
                      <a:pt x="7754" y="24061"/>
                    </a:lnTo>
                    <a:lnTo>
                      <a:pt x="7754" y="24061"/>
                    </a:lnTo>
                    <a:cubicBezTo>
                      <a:pt x="8073" y="25480"/>
                      <a:pt x="7914" y="26740"/>
                      <a:pt x="6920" y="27379"/>
                    </a:cubicBezTo>
                    <a:cubicBezTo>
                      <a:pt x="5518" y="28319"/>
                      <a:pt x="7026" y="29703"/>
                      <a:pt x="5962" y="30857"/>
                    </a:cubicBezTo>
                    <a:cubicBezTo>
                      <a:pt x="4241" y="32720"/>
                      <a:pt x="3850" y="35399"/>
                      <a:pt x="2644" y="37812"/>
                    </a:cubicBezTo>
                    <a:lnTo>
                      <a:pt x="4471" y="38380"/>
                    </a:lnTo>
                    <a:cubicBezTo>
                      <a:pt x="4400" y="39161"/>
                      <a:pt x="4436" y="40012"/>
                      <a:pt x="4259" y="40829"/>
                    </a:cubicBezTo>
                    <a:cubicBezTo>
                      <a:pt x="3939" y="42319"/>
                      <a:pt x="4329" y="43579"/>
                      <a:pt x="5252" y="44732"/>
                    </a:cubicBezTo>
                    <a:cubicBezTo>
                      <a:pt x="5838" y="45460"/>
                      <a:pt x="6370" y="46240"/>
                      <a:pt x="7026" y="46932"/>
                    </a:cubicBezTo>
                    <a:cubicBezTo>
                      <a:pt x="7789" y="47731"/>
                      <a:pt x="9209" y="47678"/>
                      <a:pt x="9670" y="48920"/>
                    </a:cubicBezTo>
                    <a:cubicBezTo>
                      <a:pt x="9723" y="49026"/>
                      <a:pt x="9812" y="49097"/>
                      <a:pt x="9919" y="49132"/>
                    </a:cubicBezTo>
                    <a:cubicBezTo>
                      <a:pt x="10191" y="49213"/>
                      <a:pt x="10478" y="49350"/>
                      <a:pt x="10740" y="49350"/>
                    </a:cubicBezTo>
                    <a:cubicBezTo>
                      <a:pt x="10768" y="49350"/>
                      <a:pt x="10796" y="49349"/>
                      <a:pt x="10824" y="49345"/>
                    </a:cubicBezTo>
                    <a:cubicBezTo>
                      <a:pt x="11569" y="49257"/>
                      <a:pt x="12279" y="49257"/>
                      <a:pt x="12917" y="48547"/>
                    </a:cubicBezTo>
                    <a:cubicBezTo>
                      <a:pt x="12958" y="48500"/>
                      <a:pt x="13033" y="48481"/>
                      <a:pt x="13131" y="48481"/>
                    </a:cubicBezTo>
                    <a:cubicBezTo>
                      <a:pt x="13526" y="48481"/>
                      <a:pt x="14291" y="48790"/>
                      <a:pt x="14670" y="48790"/>
                    </a:cubicBezTo>
                    <a:cubicBezTo>
                      <a:pt x="14764" y="48790"/>
                      <a:pt x="14834" y="48771"/>
                      <a:pt x="14869" y="48724"/>
                    </a:cubicBezTo>
                    <a:cubicBezTo>
                      <a:pt x="15721" y="47642"/>
                      <a:pt x="16892" y="47944"/>
                      <a:pt x="17921" y="47695"/>
                    </a:cubicBezTo>
                    <a:cubicBezTo>
                      <a:pt x="17948" y="47687"/>
                      <a:pt x="17976" y="47684"/>
                      <a:pt x="18005" y="47684"/>
                    </a:cubicBezTo>
                    <a:cubicBezTo>
                      <a:pt x="18165" y="47684"/>
                      <a:pt x="18357" y="47795"/>
                      <a:pt x="18613" y="47855"/>
                    </a:cubicBezTo>
                    <a:cubicBezTo>
                      <a:pt x="18550" y="48716"/>
                      <a:pt x="18847" y="48890"/>
                      <a:pt x="19260" y="48890"/>
                    </a:cubicBezTo>
                    <a:cubicBezTo>
                      <a:pt x="19540" y="48890"/>
                      <a:pt x="19874" y="48810"/>
                      <a:pt x="20185" y="48810"/>
                    </a:cubicBezTo>
                    <a:cubicBezTo>
                      <a:pt x="20457" y="48810"/>
                      <a:pt x="20713" y="48871"/>
                      <a:pt x="20902" y="49097"/>
                    </a:cubicBezTo>
                    <a:cubicBezTo>
                      <a:pt x="20831" y="49558"/>
                      <a:pt x="20902" y="50233"/>
                      <a:pt x="20636" y="50765"/>
                    </a:cubicBezTo>
                    <a:cubicBezTo>
                      <a:pt x="20228" y="51546"/>
                      <a:pt x="21150" y="52592"/>
                      <a:pt x="20068" y="53178"/>
                    </a:cubicBezTo>
                    <a:cubicBezTo>
                      <a:pt x="21771" y="55112"/>
                      <a:pt x="20955" y="57649"/>
                      <a:pt x="21594" y="59424"/>
                    </a:cubicBezTo>
                    <a:cubicBezTo>
                      <a:pt x="20742" y="61713"/>
                      <a:pt x="19589" y="63327"/>
                      <a:pt x="19624" y="65776"/>
                    </a:cubicBezTo>
                    <a:cubicBezTo>
                      <a:pt x="19678" y="68597"/>
                      <a:pt x="18453" y="71436"/>
                      <a:pt x="17406" y="74168"/>
                    </a:cubicBezTo>
                    <a:cubicBezTo>
                      <a:pt x="17247" y="74577"/>
                      <a:pt x="17158" y="75002"/>
                      <a:pt x="16910" y="75943"/>
                    </a:cubicBezTo>
                    <a:cubicBezTo>
                      <a:pt x="28177" y="66379"/>
                      <a:pt x="34458" y="51617"/>
                      <a:pt x="32258" y="36144"/>
                    </a:cubicBezTo>
                    <a:cubicBezTo>
                      <a:pt x="29756" y="18472"/>
                      <a:pt x="16874" y="4756"/>
                      <a:pt x="44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38"/>
              <p:cNvSpPr/>
              <p:nvPr/>
            </p:nvSpPr>
            <p:spPr>
              <a:xfrm>
                <a:off x="6036094" y="3734681"/>
                <a:ext cx="181628" cy="303024"/>
              </a:xfrm>
              <a:custGeom>
                <a:rect b="b" l="l" r="r" t="t"/>
                <a:pathLst>
                  <a:path extrusionOk="0" h="52540" w="31478">
                    <a:moveTo>
                      <a:pt x="28337" y="1"/>
                    </a:moveTo>
                    <a:cubicBezTo>
                      <a:pt x="13326" y="5785"/>
                      <a:pt x="2556" y="18986"/>
                      <a:pt x="1" y="34405"/>
                    </a:cubicBezTo>
                    <a:cubicBezTo>
                      <a:pt x="516" y="36961"/>
                      <a:pt x="764" y="39569"/>
                      <a:pt x="1154" y="42159"/>
                    </a:cubicBezTo>
                    <a:cubicBezTo>
                      <a:pt x="1172" y="42266"/>
                      <a:pt x="1438" y="42355"/>
                      <a:pt x="1687" y="42496"/>
                    </a:cubicBezTo>
                    <a:cubicBezTo>
                      <a:pt x="1687" y="41574"/>
                      <a:pt x="1704" y="40704"/>
                      <a:pt x="1704" y="39835"/>
                    </a:cubicBezTo>
                    <a:lnTo>
                      <a:pt x="2112" y="39817"/>
                    </a:lnTo>
                    <a:lnTo>
                      <a:pt x="3905" y="45513"/>
                    </a:lnTo>
                    <a:cubicBezTo>
                      <a:pt x="4490" y="45956"/>
                      <a:pt x="5289" y="46595"/>
                      <a:pt x="6122" y="47145"/>
                    </a:cubicBezTo>
                    <a:cubicBezTo>
                      <a:pt x="6548" y="47465"/>
                      <a:pt x="7045" y="47678"/>
                      <a:pt x="7560" y="47784"/>
                    </a:cubicBezTo>
                    <a:cubicBezTo>
                      <a:pt x="9813" y="48068"/>
                      <a:pt x="12492" y="48884"/>
                      <a:pt x="13557" y="50481"/>
                    </a:cubicBezTo>
                    <a:cubicBezTo>
                      <a:pt x="14515" y="51971"/>
                      <a:pt x="15810" y="52202"/>
                      <a:pt x="16751" y="52539"/>
                    </a:cubicBezTo>
                    <a:lnTo>
                      <a:pt x="18827" y="51652"/>
                    </a:lnTo>
                    <a:cubicBezTo>
                      <a:pt x="18720" y="51475"/>
                      <a:pt x="18632" y="51155"/>
                      <a:pt x="18525" y="51138"/>
                    </a:cubicBezTo>
                    <a:cubicBezTo>
                      <a:pt x="15367" y="50960"/>
                      <a:pt x="15367" y="50978"/>
                      <a:pt x="14905" y="48015"/>
                    </a:cubicBezTo>
                    <a:cubicBezTo>
                      <a:pt x="14870" y="47695"/>
                      <a:pt x="14799" y="47376"/>
                      <a:pt x="14675" y="46755"/>
                    </a:cubicBezTo>
                    <a:lnTo>
                      <a:pt x="11818" y="46152"/>
                    </a:lnTo>
                    <a:lnTo>
                      <a:pt x="12031" y="42461"/>
                    </a:lnTo>
                    <a:cubicBezTo>
                      <a:pt x="12009" y="42460"/>
                      <a:pt x="11988" y="42460"/>
                      <a:pt x="11967" y="42460"/>
                    </a:cubicBezTo>
                    <a:cubicBezTo>
                      <a:pt x="9761" y="42460"/>
                      <a:pt x="10756" y="45214"/>
                      <a:pt x="9157" y="45531"/>
                    </a:cubicBezTo>
                    <a:cubicBezTo>
                      <a:pt x="7577" y="44537"/>
                      <a:pt x="7577" y="44537"/>
                      <a:pt x="6832" y="39036"/>
                    </a:cubicBezTo>
                    <a:cubicBezTo>
                      <a:pt x="7471" y="36162"/>
                      <a:pt x="10807" y="37120"/>
                      <a:pt x="11570" y="34867"/>
                    </a:cubicBezTo>
                    <a:lnTo>
                      <a:pt x="13876" y="35683"/>
                    </a:lnTo>
                    <a:cubicBezTo>
                      <a:pt x="13930" y="37014"/>
                      <a:pt x="14213" y="38274"/>
                      <a:pt x="15651" y="39090"/>
                    </a:cubicBezTo>
                    <a:lnTo>
                      <a:pt x="14870" y="33554"/>
                    </a:lnTo>
                    <a:cubicBezTo>
                      <a:pt x="15012" y="33305"/>
                      <a:pt x="15189" y="33092"/>
                      <a:pt x="15367" y="32880"/>
                    </a:cubicBezTo>
                    <a:cubicBezTo>
                      <a:pt x="16733" y="31584"/>
                      <a:pt x="18720" y="30662"/>
                      <a:pt x="18277" y="28231"/>
                    </a:cubicBezTo>
                    <a:cubicBezTo>
                      <a:pt x="19217" y="27148"/>
                      <a:pt x="19501" y="25569"/>
                      <a:pt x="20903" y="24824"/>
                    </a:cubicBezTo>
                    <a:cubicBezTo>
                      <a:pt x="21169" y="24664"/>
                      <a:pt x="21701" y="24540"/>
                      <a:pt x="21701" y="24416"/>
                    </a:cubicBezTo>
                    <a:cubicBezTo>
                      <a:pt x="21701" y="22606"/>
                      <a:pt x="23298" y="22375"/>
                      <a:pt x="24345" y="21453"/>
                    </a:cubicBezTo>
                    <a:cubicBezTo>
                      <a:pt x="24698" y="21969"/>
                      <a:pt x="25002" y="22149"/>
                      <a:pt x="25280" y="22149"/>
                    </a:cubicBezTo>
                    <a:cubicBezTo>
                      <a:pt x="25925" y="22149"/>
                      <a:pt x="26432" y="21185"/>
                      <a:pt x="27082" y="21185"/>
                    </a:cubicBezTo>
                    <a:cubicBezTo>
                      <a:pt x="27098" y="21185"/>
                      <a:pt x="27114" y="21185"/>
                      <a:pt x="27131" y="21187"/>
                    </a:cubicBezTo>
                    <a:cubicBezTo>
                      <a:pt x="27184" y="21187"/>
                      <a:pt x="27237" y="20867"/>
                      <a:pt x="27255" y="20832"/>
                    </a:cubicBezTo>
                    <a:lnTo>
                      <a:pt x="25250" y="19909"/>
                    </a:lnTo>
                    <a:lnTo>
                      <a:pt x="25835" y="18348"/>
                    </a:lnTo>
                    <a:lnTo>
                      <a:pt x="24274" y="17851"/>
                    </a:lnTo>
                    <a:cubicBezTo>
                      <a:pt x="25161" y="17514"/>
                      <a:pt x="26048" y="17727"/>
                      <a:pt x="26829" y="17531"/>
                    </a:cubicBezTo>
                    <a:cubicBezTo>
                      <a:pt x="27610" y="17336"/>
                      <a:pt x="28266" y="16751"/>
                      <a:pt x="28976" y="16325"/>
                    </a:cubicBezTo>
                    <a:cubicBezTo>
                      <a:pt x="29774" y="15846"/>
                      <a:pt x="30573" y="15349"/>
                      <a:pt x="31478" y="14781"/>
                    </a:cubicBezTo>
                    <a:cubicBezTo>
                      <a:pt x="30466" y="12723"/>
                      <a:pt x="27769" y="12049"/>
                      <a:pt x="27698" y="9565"/>
                    </a:cubicBezTo>
                    <a:lnTo>
                      <a:pt x="25143" y="11836"/>
                    </a:lnTo>
                    <a:cubicBezTo>
                      <a:pt x="25764" y="8571"/>
                      <a:pt x="23600" y="8908"/>
                      <a:pt x="22269" y="8465"/>
                    </a:cubicBezTo>
                    <a:cubicBezTo>
                      <a:pt x="21932" y="8855"/>
                      <a:pt x="21559" y="9032"/>
                      <a:pt x="21027" y="9316"/>
                    </a:cubicBezTo>
                    <a:lnTo>
                      <a:pt x="21825" y="10132"/>
                    </a:lnTo>
                    <a:lnTo>
                      <a:pt x="20353" y="11197"/>
                    </a:lnTo>
                    <a:cubicBezTo>
                      <a:pt x="21772" y="12244"/>
                      <a:pt x="20956" y="13628"/>
                      <a:pt x="20690" y="13734"/>
                    </a:cubicBezTo>
                    <a:cubicBezTo>
                      <a:pt x="18756" y="14444"/>
                      <a:pt x="19217" y="16396"/>
                      <a:pt x="18401" y="17620"/>
                    </a:cubicBezTo>
                    <a:lnTo>
                      <a:pt x="17460" y="16910"/>
                    </a:lnTo>
                    <a:cubicBezTo>
                      <a:pt x="17052" y="16502"/>
                      <a:pt x="17886" y="16360"/>
                      <a:pt x="17851" y="16023"/>
                    </a:cubicBezTo>
                    <a:cubicBezTo>
                      <a:pt x="17833" y="15580"/>
                      <a:pt x="17744" y="15136"/>
                      <a:pt x="17673" y="14639"/>
                    </a:cubicBezTo>
                    <a:lnTo>
                      <a:pt x="14781" y="13805"/>
                    </a:lnTo>
                    <a:cubicBezTo>
                      <a:pt x="14391" y="10558"/>
                      <a:pt x="17727" y="10026"/>
                      <a:pt x="19075" y="8056"/>
                    </a:cubicBezTo>
                    <a:cubicBezTo>
                      <a:pt x="19476" y="8451"/>
                      <a:pt x="19895" y="8555"/>
                      <a:pt x="20323" y="8555"/>
                    </a:cubicBezTo>
                    <a:cubicBezTo>
                      <a:pt x="20808" y="8555"/>
                      <a:pt x="21305" y="8420"/>
                      <a:pt x="21802" y="8420"/>
                    </a:cubicBezTo>
                    <a:cubicBezTo>
                      <a:pt x="21952" y="8420"/>
                      <a:pt x="22102" y="8433"/>
                      <a:pt x="22251" y="8465"/>
                    </a:cubicBezTo>
                    <a:cubicBezTo>
                      <a:pt x="22127" y="7702"/>
                      <a:pt x="22056" y="7152"/>
                      <a:pt x="21967" y="6495"/>
                    </a:cubicBezTo>
                    <a:cubicBezTo>
                      <a:pt x="23198" y="6481"/>
                      <a:pt x="23566" y="4540"/>
                      <a:pt x="24952" y="4540"/>
                    </a:cubicBezTo>
                    <a:cubicBezTo>
                      <a:pt x="25264" y="4540"/>
                      <a:pt x="25629" y="4639"/>
                      <a:pt x="26066" y="4880"/>
                    </a:cubicBezTo>
                    <a:cubicBezTo>
                      <a:pt x="25374" y="5963"/>
                      <a:pt x="24274" y="6335"/>
                      <a:pt x="23458" y="7010"/>
                    </a:cubicBezTo>
                    <a:lnTo>
                      <a:pt x="26243" y="8376"/>
                    </a:lnTo>
                    <a:lnTo>
                      <a:pt x="28089" y="7205"/>
                    </a:lnTo>
                    <a:lnTo>
                      <a:pt x="28160" y="5324"/>
                    </a:lnTo>
                    <a:cubicBezTo>
                      <a:pt x="28332" y="5383"/>
                      <a:pt x="28506" y="5414"/>
                      <a:pt x="28690" y="5414"/>
                    </a:cubicBezTo>
                    <a:cubicBezTo>
                      <a:pt x="29226" y="5414"/>
                      <a:pt x="29853" y="5151"/>
                      <a:pt x="30804" y="4543"/>
                    </a:cubicBezTo>
                    <a:lnTo>
                      <a:pt x="29029" y="3621"/>
                    </a:lnTo>
                    <a:lnTo>
                      <a:pt x="29561" y="2733"/>
                    </a:lnTo>
                    <a:lnTo>
                      <a:pt x="28231" y="1722"/>
                    </a:lnTo>
                    <a:cubicBezTo>
                      <a:pt x="28355" y="1190"/>
                      <a:pt x="28692" y="586"/>
                      <a:pt x="28515" y="232"/>
                    </a:cubicBezTo>
                    <a:cubicBezTo>
                      <a:pt x="28479" y="161"/>
                      <a:pt x="28408" y="72"/>
                      <a:pt x="2833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38"/>
              <p:cNvSpPr/>
              <p:nvPr/>
            </p:nvSpPr>
            <p:spPr>
              <a:xfrm>
                <a:off x="6143575" y="4010833"/>
                <a:ext cx="186233" cy="216616"/>
              </a:xfrm>
              <a:custGeom>
                <a:rect b="b" l="l" r="r" t="t"/>
                <a:pathLst>
                  <a:path extrusionOk="0" h="37558" w="32276">
                    <a:moveTo>
                      <a:pt x="3376" y="1"/>
                    </a:moveTo>
                    <a:cubicBezTo>
                      <a:pt x="3358" y="1"/>
                      <a:pt x="3345" y="4"/>
                      <a:pt x="3336" y="12"/>
                    </a:cubicBezTo>
                    <a:cubicBezTo>
                      <a:pt x="905" y="2621"/>
                      <a:pt x="905" y="2621"/>
                      <a:pt x="1243" y="6400"/>
                    </a:cubicBezTo>
                    <a:cubicBezTo>
                      <a:pt x="1260" y="6595"/>
                      <a:pt x="1118" y="6790"/>
                      <a:pt x="1065" y="7003"/>
                    </a:cubicBezTo>
                    <a:cubicBezTo>
                      <a:pt x="693" y="8405"/>
                      <a:pt x="338" y="9807"/>
                      <a:pt x="1" y="11155"/>
                    </a:cubicBezTo>
                    <a:lnTo>
                      <a:pt x="1118" y="14012"/>
                    </a:lnTo>
                    <a:cubicBezTo>
                      <a:pt x="2147" y="15148"/>
                      <a:pt x="3106" y="16283"/>
                      <a:pt x="4188" y="17330"/>
                    </a:cubicBezTo>
                    <a:cubicBezTo>
                      <a:pt x="5271" y="18413"/>
                      <a:pt x="5677" y="20424"/>
                      <a:pt x="7592" y="20424"/>
                    </a:cubicBezTo>
                    <a:cubicBezTo>
                      <a:pt x="7779" y="20424"/>
                      <a:pt x="7980" y="20405"/>
                      <a:pt x="8198" y="20364"/>
                    </a:cubicBezTo>
                    <a:cubicBezTo>
                      <a:pt x="9263" y="21234"/>
                      <a:pt x="10735" y="21553"/>
                      <a:pt x="11179" y="23221"/>
                    </a:cubicBezTo>
                    <a:cubicBezTo>
                      <a:pt x="11587" y="24711"/>
                      <a:pt x="12669" y="26024"/>
                      <a:pt x="13024" y="27515"/>
                    </a:cubicBezTo>
                    <a:cubicBezTo>
                      <a:pt x="13361" y="28863"/>
                      <a:pt x="14461" y="29662"/>
                      <a:pt x="14834" y="30780"/>
                    </a:cubicBezTo>
                    <a:cubicBezTo>
                      <a:pt x="15278" y="32128"/>
                      <a:pt x="15970" y="33246"/>
                      <a:pt x="16573" y="34470"/>
                    </a:cubicBezTo>
                    <a:cubicBezTo>
                      <a:pt x="17070" y="35428"/>
                      <a:pt x="18223" y="35038"/>
                      <a:pt x="18525" y="36191"/>
                    </a:cubicBezTo>
                    <a:cubicBezTo>
                      <a:pt x="18631" y="36564"/>
                      <a:pt x="18844" y="36901"/>
                      <a:pt x="19146" y="37185"/>
                    </a:cubicBezTo>
                    <a:cubicBezTo>
                      <a:pt x="20299" y="37345"/>
                      <a:pt x="21470" y="37469"/>
                      <a:pt x="22659" y="37558"/>
                    </a:cubicBezTo>
                    <a:cubicBezTo>
                      <a:pt x="22559" y="37158"/>
                      <a:pt x="22490" y="36790"/>
                      <a:pt x="21808" y="36790"/>
                    </a:cubicBezTo>
                    <a:cubicBezTo>
                      <a:pt x="21763" y="36790"/>
                      <a:pt x="21716" y="36791"/>
                      <a:pt x="21665" y="36795"/>
                    </a:cubicBezTo>
                    <a:cubicBezTo>
                      <a:pt x="21645" y="36796"/>
                      <a:pt x="21626" y="36796"/>
                      <a:pt x="21608" y="36796"/>
                    </a:cubicBezTo>
                    <a:cubicBezTo>
                      <a:pt x="20725" y="36796"/>
                      <a:pt x="22437" y="35547"/>
                      <a:pt x="21115" y="35251"/>
                    </a:cubicBezTo>
                    <a:cubicBezTo>
                      <a:pt x="20388" y="35073"/>
                      <a:pt x="22109" y="33707"/>
                      <a:pt x="20725" y="33246"/>
                    </a:cubicBezTo>
                    <a:lnTo>
                      <a:pt x="20920" y="32980"/>
                    </a:lnTo>
                    <a:lnTo>
                      <a:pt x="22783" y="32394"/>
                    </a:lnTo>
                    <a:lnTo>
                      <a:pt x="21860" y="30017"/>
                    </a:lnTo>
                    <a:lnTo>
                      <a:pt x="23191" y="29839"/>
                    </a:lnTo>
                    <a:cubicBezTo>
                      <a:pt x="23599" y="29041"/>
                      <a:pt x="24007" y="28313"/>
                      <a:pt x="24380" y="27550"/>
                    </a:cubicBezTo>
                    <a:cubicBezTo>
                      <a:pt x="24646" y="26982"/>
                      <a:pt x="25178" y="26308"/>
                      <a:pt x="25036" y="25829"/>
                    </a:cubicBezTo>
                    <a:cubicBezTo>
                      <a:pt x="24451" y="23718"/>
                      <a:pt x="26083" y="22972"/>
                      <a:pt x="27343" y="22529"/>
                    </a:cubicBezTo>
                    <a:cubicBezTo>
                      <a:pt x="28603" y="22068"/>
                      <a:pt x="29082" y="21482"/>
                      <a:pt x="29242" y="20311"/>
                    </a:cubicBezTo>
                    <a:cubicBezTo>
                      <a:pt x="29419" y="19069"/>
                      <a:pt x="29809" y="17862"/>
                      <a:pt x="29898" y="16620"/>
                    </a:cubicBezTo>
                    <a:cubicBezTo>
                      <a:pt x="29987" y="15467"/>
                      <a:pt x="30005" y="14438"/>
                      <a:pt x="31087" y="13675"/>
                    </a:cubicBezTo>
                    <a:cubicBezTo>
                      <a:pt x="31442" y="13444"/>
                      <a:pt x="31531" y="12788"/>
                      <a:pt x="31655" y="12309"/>
                    </a:cubicBezTo>
                    <a:cubicBezTo>
                      <a:pt x="32276" y="10144"/>
                      <a:pt x="31868" y="9612"/>
                      <a:pt x="29490" y="9133"/>
                    </a:cubicBezTo>
                    <a:cubicBezTo>
                      <a:pt x="29100" y="9062"/>
                      <a:pt x="28816" y="8494"/>
                      <a:pt x="28266" y="7926"/>
                    </a:cubicBezTo>
                    <a:lnTo>
                      <a:pt x="24895" y="8778"/>
                    </a:lnTo>
                    <a:cubicBezTo>
                      <a:pt x="24522" y="7678"/>
                      <a:pt x="23315" y="7678"/>
                      <a:pt x="22215" y="7465"/>
                    </a:cubicBezTo>
                    <a:lnTo>
                      <a:pt x="21647" y="8157"/>
                    </a:lnTo>
                    <a:lnTo>
                      <a:pt x="18063" y="3597"/>
                    </a:lnTo>
                    <a:cubicBezTo>
                      <a:pt x="16840" y="3528"/>
                      <a:pt x="15905" y="3374"/>
                      <a:pt x="15067" y="3374"/>
                    </a:cubicBezTo>
                    <a:cubicBezTo>
                      <a:pt x="14823" y="3374"/>
                      <a:pt x="14587" y="3387"/>
                      <a:pt x="14355" y="3419"/>
                    </a:cubicBezTo>
                    <a:cubicBezTo>
                      <a:pt x="14295" y="3427"/>
                      <a:pt x="14238" y="3430"/>
                      <a:pt x="14183" y="3430"/>
                    </a:cubicBezTo>
                    <a:cubicBezTo>
                      <a:pt x="13092" y="3430"/>
                      <a:pt x="13035" y="1981"/>
                      <a:pt x="11835" y="1964"/>
                    </a:cubicBezTo>
                    <a:cubicBezTo>
                      <a:pt x="11108" y="1964"/>
                      <a:pt x="9901" y="1467"/>
                      <a:pt x="9582" y="438"/>
                    </a:cubicBezTo>
                    <a:cubicBezTo>
                      <a:pt x="8677" y="793"/>
                      <a:pt x="7914" y="1361"/>
                      <a:pt x="7133" y="1361"/>
                    </a:cubicBezTo>
                    <a:cubicBezTo>
                      <a:pt x="7119" y="1361"/>
                      <a:pt x="7105" y="1361"/>
                      <a:pt x="7091" y="1361"/>
                    </a:cubicBezTo>
                    <a:cubicBezTo>
                      <a:pt x="6288" y="1361"/>
                      <a:pt x="5470" y="877"/>
                      <a:pt x="4703" y="616"/>
                    </a:cubicBezTo>
                    <a:lnTo>
                      <a:pt x="4170" y="1184"/>
                    </a:lnTo>
                    <a:lnTo>
                      <a:pt x="3585" y="48"/>
                    </a:lnTo>
                    <a:cubicBezTo>
                      <a:pt x="3517" y="34"/>
                      <a:pt x="3429" y="1"/>
                      <a:pt x="337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38"/>
              <p:cNvSpPr/>
              <p:nvPr/>
            </p:nvSpPr>
            <p:spPr>
              <a:xfrm>
                <a:off x="6110513" y="3969114"/>
                <a:ext cx="33997" cy="13957"/>
              </a:xfrm>
              <a:custGeom>
                <a:rect b="b" l="l" r="r" t="t"/>
                <a:pathLst>
                  <a:path extrusionOk="0" h="2420" w="5892">
                    <a:moveTo>
                      <a:pt x="2076" y="1"/>
                    </a:moveTo>
                    <a:cubicBezTo>
                      <a:pt x="1454" y="1"/>
                      <a:pt x="791" y="230"/>
                      <a:pt x="0" y="592"/>
                    </a:cubicBezTo>
                    <a:cubicBezTo>
                      <a:pt x="564" y="957"/>
                      <a:pt x="1113" y="1415"/>
                      <a:pt x="1254" y="1415"/>
                    </a:cubicBezTo>
                    <a:cubicBezTo>
                      <a:pt x="1264" y="1415"/>
                      <a:pt x="1272" y="1412"/>
                      <a:pt x="1278" y="1408"/>
                    </a:cubicBezTo>
                    <a:cubicBezTo>
                      <a:pt x="1606" y="1108"/>
                      <a:pt x="1874" y="952"/>
                      <a:pt x="2167" y="952"/>
                    </a:cubicBezTo>
                    <a:cubicBezTo>
                      <a:pt x="2429" y="952"/>
                      <a:pt x="2710" y="1077"/>
                      <a:pt x="3070" y="1337"/>
                    </a:cubicBezTo>
                    <a:cubicBezTo>
                      <a:pt x="3815" y="1869"/>
                      <a:pt x="4773" y="2011"/>
                      <a:pt x="5838" y="2419"/>
                    </a:cubicBezTo>
                    <a:lnTo>
                      <a:pt x="5891" y="1071"/>
                    </a:lnTo>
                    <a:cubicBezTo>
                      <a:pt x="5040" y="893"/>
                      <a:pt x="4170" y="964"/>
                      <a:pt x="3656" y="574"/>
                    </a:cubicBezTo>
                    <a:cubicBezTo>
                      <a:pt x="3121" y="171"/>
                      <a:pt x="2614" y="1"/>
                      <a:pt x="207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38"/>
              <p:cNvSpPr/>
              <p:nvPr/>
            </p:nvSpPr>
            <p:spPr>
              <a:xfrm>
                <a:off x="6151865" y="3979381"/>
                <a:ext cx="35739" cy="11875"/>
              </a:xfrm>
              <a:custGeom>
                <a:rect b="b" l="l" r="r" t="t"/>
                <a:pathLst>
                  <a:path extrusionOk="0" h="2059" w="6194">
                    <a:moveTo>
                      <a:pt x="6193" y="0"/>
                    </a:moveTo>
                    <a:lnTo>
                      <a:pt x="6193" y="0"/>
                    </a:lnTo>
                    <a:cubicBezTo>
                      <a:pt x="4801" y="195"/>
                      <a:pt x="3970" y="433"/>
                      <a:pt x="3202" y="433"/>
                    </a:cubicBezTo>
                    <a:cubicBezTo>
                      <a:pt x="3128" y="433"/>
                      <a:pt x="3055" y="431"/>
                      <a:pt x="2982" y="426"/>
                    </a:cubicBezTo>
                    <a:cubicBezTo>
                      <a:pt x="2453" y="395"/>
                      <a:pt x="1944" y="74"/>
                      <a:pt x="1353" y="74"/>
                    </a:cubicBezTo>
                    <a:cubicBezTo>
                      <a:pt x="951" y="74"/>
                      <a:pt x="511" y="222"/>
                      <a:pt x="1" y="710"/>
                    </a:cubicBezTo>
                    <a:lnTo>
                      <a:pt x="1473" y="2059"/>
                    </a:lnTo>
                    <a:cubicBezTo>
                      <a:pt x="2432" y="409"/>
                      <a:pt x="4472" y="1526"/>
                      <a:pt x="619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38"/>
              <p:cNvSpPr/>
              <p:nvPr/>
            </p:nvSpPr>
            <p:spPr>
              <a:xfrm>
                <a:off x="6203762" y="3831292"/>
                <a:ext cx="19768" cy="12285"/>
              </a:xfrm>
              <a:custGeom>
                <a:rect b="b" l="l" r="r" t="t"/>
                <a:pathLst>
                  <a:path extrusionOk="0" h="2130" w="3426">
                    <a:moveTo>
                      <a:pt x="1473" y="1"/>
                    </a:moveTo>
                    <a:lnTo>
                      <a:pt x="1" y="1828"/>
                    </a:lnTo>
                    <a:lnTo>
                      <a:pt x="3372" y="2130"/>
                    </a:lnTo>
                    <a:cubicBezTo>
                      <a:pt x="3407" y="1917"/>
                      <a:pt x="3425" y="1704"/>
                      <a:pt x="3425" y="1509"/>
                    </a:cubicBezTo>
                    <a:cubicBezTo>
                      <a:pt x="3390" y="1172"/>
                      <a:pt x="3301" y="870"/>
                      <a:pt x="3248" y="586"/>
                    </a:cubicBezTo>
                    <a:lnTo>
                      <a:pt x="1473"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816" name="Google Shape;816;p38"/>
          <p:cNvGrpSpPr/>
          <p:nvPr/>
        </p:nvGrpSpPr>
        <p:grpSpPr>
          <a:xfrm>
            <a:off x="5786208" y="2709006"/>
            <a:ext cx="952512" cy="846021"/>
            <a:chOff x="6644304" y="3073628"/>
            <a:chExt cx="576302" cy="511871"/>
          </a:xfrm>
        </p:grpSpPr>
        <p:sp>
          <p:nvSpPr>
            <p:cNvPr id="817" name="Google Shape;817;p38"/>
            <p:cNvSpPr/>
            <p:nvPr/>
          </p:nvSpPr>
          <p:spPr>
            <a:xfrm>
              <a:off x="6644304" y="3073628"/>
              <a:ext cx="576302" cy="511871"/>
            </a:xfrm>
            <a:custGeom>
              <a:rect b="b" l="l" r="r" t="t"/>
              <a:pathLst>
                <a:path extrusionOk="0" h="88751" w="99879">
                  <a:moveTo>
                    <a:pt x="50483" y="1"/>
                  </a:moveTo>
                  <a:cubicBezTo>
                    <a:pt x="46751" y="1"/>
                    <a:pt x="42953" y="456"/>
                    <a:pt x="39160" y="1409"/>
                  </a:cubicBezTo>
                  <a:cubicBezTo>
                    <a:pt x="14870" y="7513"/>
                    <a:pt x="1" y="31697"/>
                    <a:pt x="5963" y="55420"/>
                  </a:cubicBezTo>
                  <a:cubicBezTo>
                    <a:pt x="10993" y="75452"/>
                    <a:pt x="29236" y="88750"/>
                    <a:pt x="49406" y="88750"/>
                  </a:cubicBezTo>
                  <a:cubicBezTo>
                    <a:pt x="53141" y="88750"/>
                    <a:pt x="56941" y="88294"/>
                    <a:pt x="60736" y="87341"/>
                  </a:cubicBezTo>
                  <a:cubicBezTo>
                    <a:pt x="85027" y="81237"/>
                    <a:pt x="99878" y="57053"/>
                    <a:pt x="93917" y="33330"/>
                  </a:cubicBezTo>
                  <a:cubicBezTo>
                    <a:pt x="88901" y="13311"/>
                    <a:pt x="70655" y="1"/>
                    <a:pt x="5048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18" name="Google Shape;818;p38"/>
            <p:cNvGrpSpPr/>
            <p:nvPr/>
          </p:nvGrpSpPr>
          <p:grpSpPr>
            <a:xfrm>
              <a:off x="6712169" y="3085440"/>
              <a:ext cx="481622" cy="494913"/>
              <a:chOff x="6712169" y="3085440"/>
              <a:chExt cx="481622" cy="494913"/>
            </a:xfrm>
          </p:grpSpPr>
          <p:sp>
            <p:nvSpPr>
              <p:cNvPr id="819" name="Google Shape;819;p38"/>
              <p:cNvSpPr/>
              <p:nvPr/>
            </p:nvSpPr>
            <p:spPr>
              <a:xfrm>
                <a:off x="6712169" y="3085440"/>
                <a:ext cx="238757" cy="315615"/>
              </a:xfrm>
              <a:custGeom>
                <a:rect b="b" l="l" r="r" t="t"/>
                <a:pathLst>
                  <a:path extrusionOk="0" h="54723" w="41379">
                    <a:moveTo>
                      <a:pt x="20938" y="3904"/>
                    </a:moveTo>
                    <a:lnTo>
                      <a:pt x="22677" y="6583"/>
                    </a:lnTo>
                    <a:lnTo>
                      <a:pt x="22091" y="7097"/>
                    </a:lnTo>
                    <a:lnTo>
                      <a:pt x="18951" y="4400"/>
                    </a:lnTo>
                    <a:lnTo>
                      <a:pt x="20938" y="3904"/>
                    </a:lnTo>
                    <a:close/>
                    <a:moveTo>
                      <a:pt x="25072" y="0"/>
                    </a:moveTo>
                    <a:lnTo>
                      <a:pt x="25072" y="0"/>
                    </a:lnTo>
                    <a:cubicBezTo>
                      <a:pt x="24433" y="195"/>
                      <a:pt x="23812" y="408"/>
                      <a:pt x="23191" y="621"/>
                    </a:cubicBezTo>
                    <a:lnTo>
                      <a:pt x="23493" y="1047"/>
                    </a:lnTo>
                    <a:lnTo>
                      <a:pt x="21861" y="1136"/>
                    </a:lnTo>
                    <a:cubicBezTo>
                      <a:pt x="20920" y="1491"/>
                      <a:pt x="19980" y="1899"/>
                      <a:pt x="19075" y="2307"/>
                    </a:cubicBezTo>
                    <a:lnTo>
                      <a:pt x="17709" y="4489"/>
                    </a:lnTo>
                    <a:lnTo>
                      <a:pt x="19341" y="6778"/>
                    </a:lnTo>
                    <a:lnTo>
                      <a:pt x="19341" y="6778"/>
                    </a:lnTo>
                    <a:lnTo>
                      <a:pt x="16697" y="6086"/>
                    </a:lnTo>
                    <a:lnTo>
                      <a:pt x="17017" y="4542"/>
                    </a:lnTo>
                    <a:lnTo>
                      <a:pt x="15473" y="4205"/>
                    </a:lnTo>
                    <a:cubicBezTo>
                      <a:pt x="14124" y="4968"/>
                      <a:pt x="12811" y="5820"/>
                      <a:pt x="11552" y="6725"/>
                    </a:cubicBezTo>
                    <a:lnTo>
                      <a:pt x="12581" y="6920"/>
                    </a:lnTo>
                    <a:lnTo>
                      <a:pt x="11836" y="8091"/>
                    </a:lnTo>
                    <a:cubicBezTo>
                      <a:pt x="11392" y="7967"/>
                      <a:pt x="10842" y="7772"/>
                      <a:pt x="10363" y="7612"/>
                    </a:cubicBezTo>
                    <a:cubicBezTo>
                      <a:pt x="6300" y="10753"/>
                      <a:pt x="2804" y="14567"/>
                      <a:pt x="1" y="18897"/>
                    </a:cubicBezTo>
                    <a:cubicBezTo>
                      <a:pt x="356" y="19536"/>
                      <a:pt x="498" y="20299"/>
                      <a:pt x="373" y="21026"/>
                    </a:cubicBezTo>
                    <a:cubicBezTo>
                      <a:pt x="285" y="21895"/>
                      <a:pt x="870" y="22800"/>
                      <a:pt x="977" y="23723"/>
                    </a:cubicBezTo>
                    <a:cubicBezTo>
                      <a:pt x="1101" y="24681"/>
                      <a:pt x="835" y="25710"/>
                      <a:pt x="1048" y="26633"/>
                    </a:cubicBezTo>
                    <a:cubicBezTo>
                      <a:pt x="1580" y="28922"/>
                      <a:pt x="1651" y="28904"/>
                      <a:pt x="1314" y="30696"/>
                    </a:cubicBezTo>
                    <a:cubicBezTo>
                      <a:pt x="1260" y="30998"/>
                      <a:pt x="1243" y="31335"/>
                      <a:pt x="1189" y="31654"/>
                    </a:cubicBezTo>
                    <a:cubicBezTo>
                      <a:pt x="906" y="33943"/>
                      <a:pt x="852" y="36090"/>
                      <a:pt x="2378" y="38184"/>
                    </a:cubicBezTo>
                    <a:cubicBezTo>
                      <a:pt x="3194" y="39302"/>
                      <a:pt x="4490" y="39461"/>
                      <a:pt x="5217" y="40473"/>
                    </a:cubicBezTo>
                    <a:cubicBezTo>
                      <a:pt x="5377" y="41147"/>
                      <a:pt x="5679" y="41821"/>
                      <a:pt x="5679" y="42496"/>
                    </a:cubicBezTo>
                    <a:cubicBezTo>
                      <a:pt x="5679" y="43170"/>
                      <a:pt x="7311" y="43347"/>
                      <a:pt x="6406" y="44146"/>
                    </a:cubicBezTo>
                    <a:lnTo>
                      <a:pt x="8429" y="45122"/>
                    </a:lnTo>
                    <a:lnTo>
                      <a:pt x="8429" y="45122"/>
                    </a:lnTo>
                    <a:lnTo>
                      <a:pt x="8269" y="43170"/>
                    </a:lnTo>
                    <a:lnTo>
                      <a:pt x="8269" y="43170"/>
                    </a:lnTo>
                    <a:cubicBezTo>
                      <a:pt x="8872" y="43613"/>
                      <a:pt x="9298" y="43826"/>
                      <a:pt x="9600" y="44146"/>
                    </a:cubicBezTo>
                    <a:cubicBezTo>
                      <a:pt x="10345" y="44909"/>
                      <a:pt x="10948" y="45849"/>
                      <a:pt x="11765" y="46523"/>
                    </a:cubicBezTo>
                    <a:cubicBezTo>
                      <a:pt x="12652" y="47251"/>
                      <a:pt x="13734" y="47730"/>
                      <a:pt x="13255" y="49167"/>
                    </a:cubicBezTo>
                    <a:cubicBezTo>
                      <a:pt x="15142" y="50239"/>
                      <a:pt x="17068" y="51273"/>
                      <a:pt x="19240" y="51273"/>
                    </a:cubicBezTo>
                    <a:cubicBezTo>
                      <a:pt x="19621" y="51273"/>
                      <a:pt x="20009" y="51241"/>
                      <a:pt x="20406" y="51172"/>
                    </a:cubicBezTo>
                    <a:cubicBezTo>
                      <a:pt x="21066" y="51051"/>
                      <a:pt x="21687" y="50867"/>
                      <a:pt x="22299" y="50867"/>
                    </a:cubicBezTo>
                    <a:cubicBezTo>
                      <a:pt x="22856" y="50867"/>
                      <a:pt x="23406" y="51019"/>
                      <a:pt x="23972" y="51509"/>
                    </a:cubicBezTo>
                    <a:cubicBezTo>
                      <a:pt x="24575" y="52042"/>
                      <a:pt x="25551" y="52219"/>
                      <a:pt x="26403" y="52414"/>
                    </a:cubicBezTo>
                    <a:cubicBezTo>
                      <a:pt x="26412" y="52417"/>
                      <a:pt x="26421" y="52418"/>
                      <a:pt x="26431" y="52418"/>
                    </a:cubicBezTo>
                    <a:cubicBezTo>
                      <a:pt x="26612" y="52418"/>
                      <a:pt x="26911" y="51958"/>
                      <a:pt x="27130" y="51722"/>
                    </a:cubicBezTo>
                    <a:cubicBezTo>
                      <a:pt x="29563" y="53875"/>
                      <a:pt x="30553" y="54722"/>
                      <a:pt x="31970" y="54722"/>
                    </a:cubicBezTo>
                    <a:cubicBezTo>
                      <a:pt x="32888" y="54722"/>
                      <a:pt x="33985" y="54367"/>
                      <a:pt x="35771" y="53780"/>
                    </a:cubicBezTo>
                    <a:cubicBezTo>
                      <a:pt x="35754" y="53674"/>
                      <a:pt x="35736" y="53568"/>
                      <a:pt x="35700" y="53461"/>
                    </a:cubicBezTo>
                    <a:cubicBezTo>
                      <a:pt x="35026" y="53479"/>
                      <a:pt x="34387" y="53550"/>
                      <a:pt x="33731" y="53568"/>
                    </a:cubicBezTo>
                    <a:cubicBezTo>
                      <a:pt x="33590" y="53572"/>
                      <a:pt x="33456" y="53574"/>
                      <a:pt x="33329" y="53574"/>
                    </a:cubicBezTo>
                    <a:cubicBezTo>
                      <a:pt x="31461" y="53574"/>
                      <a:pt x="31079" y="53047"/>
                      <a:pt x="30697" y="50871"/>
                    </a:cubicBezTo>
                    <a:cubicBezTo>
                      <a:pt x="30590" y="50179"/>
                      <a:pt x="30005" y="49575"/>
                      <a:pt x="29650" y="48972"/>
                    </a:cubicBezTo>
                    <a:lnTo>
                      <a:pt x="26030" y="49628"/>
                    </a:lnTo>
                    <a:lnTo>
                      <a:pt x="26030" y="49628"/>
                    </a:lnTo>
                    <a:lnTo>
                      <a:pt x="26385" y="45406"/>
                    </a:lnTo>
                    <a:lnTo>
                      <a:pt x="24167" y="45956"/>
                    </a:lnTo>
                    <a:cubicBezTo>
                      <a:pt x="23812" y="46931"/>
                      <a:pt x="24007" y="48085"/>
                      <a:pt x="22553" y="48564"/>
                    </a:cubicBezTo>
                    <a:cubicBezTo>
                      <a:pt x="22259" y="48659"/>
                      <a:pt x="21992" y="48700"/>
                      <a:pt x="21745" y="48700"/>
                    </a:cubicBezTo>
                    <a:cubicBezTo>
                      <a:pt x="20706" y="48700"/>
                      <a:pt x="20016" y="47976"/>
                      <a:pt x="19199" y="47517"/>
                    </a:cubicBezTo>
                    <a:lnTo>
                      <a:pt x="17851" y="42123"/>
                    </a:lnTo>
                    <a:cubicBezTo>
                      <a:pt x="19459" y="40109"/>
                      <a:pt x="19754" y="39740"/>
                      <a:pt x="21393" y="39740"/>
                    </a:cubicBezTo>
                    <a:cubicBezTo>
                      <a:pt x="21761" y="39740"/>
                      <a:pt x="22197" y="39758"/>
                      <a:pt x="22730" y="39781"/>
                    </a:cubicBezTo>
                    <a:lnTo>
                      <a:pt x="22890" y="38237"/>
                    </a:lnTo>
                    <a:lnTo>
                      <a:pt x="27042" y="38113"/>
                    </a:lnTo>
                    <a:lnTo>
                      <a:pt x="30324" y="41786"/>
                    </a:lnTo>
                    <a:cubicBezTo>
                      <a:pt x="30679" y="39550"/>
                      <a:pt x="29064" y="38290"/>
                      <a:pt x="28532" y="36374"/>
                    </a:cubicBezTo>
                    <a:cubicBezTo>
                      <a:pt x="29366" y="35363"/>
                      <a:pt x="30324" y="34280"/>
                      <a:pt x="31229" y="33163"/>
                    </a:cubicBezTo>
                    <a:cubicBezTo>
                      <a:pt x="32045" y="32133"/>
                      <a:pt x="31974" y="31885"/>
                      <a:pt x="30644" y="30359"/>
                    </a:cubicBezTo>
                    <a:cubicBezTo>
                      <a:pt x="31105" y="29916"/>
                      <a:pt x="31886" y="29490"/>
                      <a:pt x="31957" y="28993"/>
                    </a:cubicBezTo>
                    <a:cubicBezTo>
                      <a:pt x="32152" y="27378"/>
                      <a:pt x="33411" y="26757"/>
                      <a:pt x="34441" y="25906"/>
                    </a:cubicBezTo>
                    <a:lnTo>
                      <a:pt x="34245" y="24273"/>
                    </a:lnTo>
                    <a:lnTo>
                      <a:pt x="36588" y="22996"/>
                    </a:lnTo>
                    <a:lnTo>
                      <a:pt x="37120" y="24096"/>
                    </a:lnTo>
                    <a:lnTo>
                      <a:pt x="40438" y="20849"/>
                    </a:lnTo>
                    <a:lnTo>
                      <a:pt x="40048" y="20387"/>
                    </a:lnTo>
                    <a:lnTo>
                      <a:pt x="38184" y="21700"/>
                    </a:lnTo>
                    <a:lnTo>
                      <a:pt x="36410" y="20547"/>
                    </a:lnTo>
                    <a:cubicBezTo>
                      <a:pt x="37315" y="19429"/>
                      <a:pt x="38309" y="18631"/>
                      <a:pt x="38752" y="17584"/>
                    </a:cubicBezTo>
                    <a:cubicBezTo>
                      <a:pt x="39285" y="16377"/>
                      <a:pt x="40686" y="16271"/>
                      <a:pt x="41378" y="15295"/>
                    </a:cubicBezTo>
                    <a:cubicBezTo>
                      <a:pt x="40314" y="14177"/>
                      <a:pt x="39285" y="13663"/>
                      <a:pt x="37989" y="13521"/>
                    </a:cubicBezTo>
                    <a:cubicBezTo>
                      <a:pt x="37031" y="13467"/>
                      <a:pt x="36162" y="12971"/>
                      <a:pt x="35647" y="12154"/>
                    </a:cubicBezTo>
                    <a:cubicBezTo>
                      <a:pt x="35257" y="11622"/>
                      <a:pt x="34813" y="11161"/>
                      <a:pt x="34281" y="10770"/>
                    </a:cubicBezTo>
                    <a:cubicBezTo>
                      <a:pt x="34068" y="10593"/>
                      <a:pt x="33678" y="10628"/>
                      <a:pt x="33323" y="10557"/>
                    </a:cubicBezTo>
                    <a:lnTo>
                      <a:pt x="32773" y="12509"/>
                    </a:lnTo>
                    <a:cubicBezTo>
                      <a:pt x="31022" y="12013"/>
                      <a:pt x="29978" y="9739"/>
                      <a:pt x="28235" y="9739"/>
                    </a:cubicBezTo>
                    <a:cubicBezTo>
                      <a:pt x="27735" y="9739"/>
                      <a:pt x="27176" y="9927"/>
                      <a:pt x="26527" y="10398"/>
                    </a:cubicBezTo>
                    <a:cubicBezTo>
                      <a:pt x="26793" y="11711"/>
                      <a:pt x="25942" y="13290"/>
                      <a:pt x="27343" y="14479"/>
                    </a:cubicBezTo>
                    <a:cubicBezTo>
                      <a:pt x="27538" y="14638"/>
                      <a:pt x="27609" y="15295"/>
                      <a:pt x="27485" y="15419"/>
                    </a:cubicBezTo>
                    <a:cubicBezTo>
                      <a:pt x="26154" y="16590"/>
                      <a:pt x="27095" y="18169"/>
                      <a:pt x="26935" y="19447"/>
                    </a:cubicBezTo>
                    <a:cubicBezTo>
                      <a:pt x="26757" y="19471"/>
                      <a:pt x="26594" y="19483"/>
                      <a:pt x="26444" y="19483"/>
                    </a:cubicBezTo>
                    <a:cubicBezTo>
                      <a:pt x="24534" y="19483"/>
                      <a:pt x="24803" y="17604"/>
                      <a:pt x="24309" y="16732"/>
                    </a:cubicBezTo>
                    <a:cubicBezTo>
                      <a:pt x="23538" y="16756"/>
                      <a:pt x="22881" y="16829"/>
                      <a:pt x="22272" y="16829"/>
                    </a:cubicBezTo>
                    <a:cubicBezTo>
                      <a:pt x="21985" y="16829"/>
                      <a:pt x="21708" y="16813"/>
                      <a:pt x="21435" y="16768"/>
                    </a:cubicBezTo>
                    <a:cubicBezTo>
                      <a:pt x="20583" y="16626"/>
                      <a:pt x="19767" y="16235"/>
                      <a:pt x="18968" y="15880"/>
                    </a:cubicBezTo>
                    <a:cubicBezTo>
                      <a:pt x="18099" y="15508"/>
                      <a:pt x="17904" y="14745"/>
                      <a:pt x="18117" y="13929"/>
                    </a:cubicBezTo>
                    <a:cubicBezTo>
                      <a:pt x="18489" y="12562"/>
                      <a:pt x="19820" y="11799"/>
                      <a:pt x="20317" y="10433"/>
                    </a:cubicBezTo>
                    <a:cubicBezTo>
                      <a:pt x="20420" y="10159"/>
                      <a:pt x="20643" y="10069"/>
                      <a:pt x="20926" y="10069"/>
                    </a:cubicBezTo>
                    <a:cubicBezTo>
                      <a:pt x="21466" y="10069"/>
                      <a:pt x="22224" y="10398"/>
                      <a:pt x="22783" y="10398"/>
                    </a:cubicBezTo>
                    <a:cubicBezTo>
                      <a:pt x="23422" y="10398"/>
                      <a:pt x="24078" y="10114"/>
                      <a:pt x="25445" y="9777"/>
                    </a:cubicBezTo>
                    <a:lnTo>
                      <a:pt x="22925" y="8836"/>
                    </a:lnTo>
                    <a:cubicBezTo>
                      <a:pt x="23351" y="8002"/>
                      <a:pt x="23759" y="7435"/>
                      <a:pt x="23972" y="6796"/>
                    </a:cubicBezTo>
                    <a:cubicBezTo>
                      <a:pt x="24489" y="5333"/>
                      <a:pt x="24808" y="4715"/>
                      <a:pt x="25467" y="4715"/>
                    </a:cubicBezTo>
                    <a:cubicBezTo>
                      <a:pt x="25870" y="4715"/>
                      <a:pt x="26401" y="4947"/>
                      <a:pt x="27184" y="5359"/>
                    </a:cubicBezTo>
                    <a:cubicBezTo>
                      <a:pt x="27485" y="5518"/>
                      <a:pt x="27787" y="5713"/>
                      <a:pt x="28177" y="5944"/>
                    </a:cubicBezTo>
                    <a:lnTo>
                      <a:pt x="26012" y="8694"/>
                    </a:lnTo>
                    <a:cubicBezTo>
                      <a:pt x="26754" y="8600"/>
                      <a:pt x="27262" y="8535"/>
                      <a:pt x="27696" y="8535"/>
                    </a:cubicBezTo>
                    <a:cubicBezTo>
                      <a:pt x="28642" y="8535"/>
                      <a:pt x="29231" y="8844"/>
                      <a:pt x="31105" y="9830"/>
                    </a:cubicBezTo>
                    <a:lnTo>
                      <a:pt x="32844" y="8304"/>
                    </a:lnTo>
                    <a:lnTo>
                      <a:pt x="31886" y="7346"/>
                    </a:lnTo>
                    <a:lnTo>
                      <a:pt x="32861" y="5341"/>
                    </a:lnTo>
                    <a:lnTo>
                      <a:pt x="25232" y="2005"/>
                    </a:lnTo>
                    <a:lnTo>
                      <a:pt x="21577" y="2733"/>
                    </a:lnTo>
                    <a:lnTo>
                      <a:pt x="21452" y="2218"/>
                    </a:lnTo>
                    <a:lnTo>
                      <a:pt x="24540" y="1437"/>
                    </a:lnTo>
                    <a:lnTo>
                      <a:pt x="25072"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38"/>
              <p:cNvSpPr/>
              <p:nvPr/>
            </p:nvSpPr>
            <p:spPr>
              <a:xfrm>
                <a:off x="6913100" y="3367694"/>
                <a:ext cx="190537" cy="212659"/>
              </a:xfrm>
              <a:custGeom>
                <a:rect b="b" l="l" r="r" t="t"/>
                <a:pathLst>
                  <a:path extrusionOk="0" h="36872" w="33022">
                    <a:moveTo>
                      <a:pt x="11233" y="0"/>
                    </a:moveTo>
                    <a:cubicBezTo>
                      <a:pt x="10639" y="505"/>
                      <a:pt x="10418" y="1084"/>
                      <a:pt x="9687" y="1084"/>
                    </a:cubicBezTo>
                    <a:cubicBezTo>
                      <a:pt x="9544" y="1084"/>
                      <a:pt x="9381" y="1061"/>
                      <a:pt x="9192" y="1012"/>
                    </a:cubicBezTo>
                    <a:cubicBezTo>
                      <a:pt x="8542" y="845"/>
                      <a:pt x="7805" y="576"/>
                      <a:pt x="7089" y="576"/>
                    </a:cubicBezTo>
                    <a:cubicBezTo>
                      <a:pt x="6437" y="576"/>
                      <a:pt x="5804" y="799"/>
                      <a:pt x="5271" y="1526"/>
                    </a:cubicBezTo>
                    <a:lnTo>
                      <a:pt x="4632" y="231"/>
                    </a:lnTo>
                    <a:cubicBezTo>
                      <a:pt x="3940" y="1030"/>
                      <a:pt x="3780" y="2165"/>
                      <a:pt x="2591" y="2325"/>
                    </a:cubicBezTo>
                    <a:cubicBezTo>
                      <a:pt x="1208" y="2502"/>
                      <a:pt x="2538" y="4649"/>
                      <a:pt x="959" y="4844"/>
                    </a:cubicBezTo>
                    <a:lnTo>
                      <a:pt x="2006" y="8961"/>
                    </a:lnTo>
                    <a:lnTo>
                      <a:pt x="1" y="12190"/>
                    </a:lnTo>
                    <a:cubicBezTo>
                      <a:pt x="1190" y="12935"/>
                      <a:pt x="143" y="14302"/>
                      <a:pt x="640" y="15153"/>
                    </a:cubicBezTo>
                    <a:cubicBezTo>
                      <a:pt x="1882" y="15987"/>
                      <a:pt x="3071" y="16697"/>
                      <a:pt x="4135" y="17531"/>
                    </a:cubicBezTo>
                    <a:cubicBezTo>
                      <a:pt x="5058" y="18276"/>
                      <a:pt x="5732" y="19359"/>
                      <a:pt x="6726" y="19980"/>
                    </a:cubicBezTo>
                    <a:cubicBezTo>
                      <a:pt x="7808" y="20654"/>
                      <a:pt x="9121" y="20973"/>
                      <a:pt x="10044" y="21364"/>
                    </a:cubicBezTo>
                    <a:cubicBezTo>
                      <a:pt x="11250" y="25161"/>
                      <a:pt x="11587" y="28638"/>
                      <a:pt x="10878" y="32152"/>
                    </a:cubicBezTo>
                    <a:cubicBezTo>
                      <a:pt x="11091" y="32506"/>
                      <a:pt x="11623" y="32968"/>
                      <a:pt x="11605" y="33394"/>
                    </a:cubicBezTo>
                    <a:cubicBezTo>
                      <a:pt x="11552" y="34405"/>
                      <a:pt x="11605" y="35416"/>
                      <a:pt x="11783" y="36428"/>
                    </a:cubicBezTo>
                    <a:cubicBezTo>
                      <a:pt x="11800" y="36587"/>
                      <a:pt x="11836" y="36729"/>
                      <a:pt x="11871" y="36871"/>
                    </a:cubicBezTo>
                    <a:cubicBezTo>
                      <a:pt x="12634" y="36712"/>
                      <a:pt x="13379" y="36552"/>
                      <a:pt x="14125" y="36357"/>
                    </a:cubicBezTo>
                    <a:lnTo>
                      <a:pt x="14568" y="36233"/>
                    </a:lnTo>
                    <a:cubicBezTo>
                      <a:pt x="15172" y="34139"/>
                      <a:pt x="15828" y="32045"/>
                      <a:pt x="17798" y="30785"/>
                    </a:cubicBezTo>
                    <a:cubicBezTo>
                      <a:pt x="18543" y="30324"/>
                      <a:pt x="18951" y="29845"/>
                      <a:pt x="19235" y="29117"/>
                    </a:cubicBezTo>
                    <a:cubicBezTo>
                      <a:pt x="19377" y="28763"/>
                      <a:pt x="19465" y="28230"/>
                      <a:pt x="19732" y="28124"/>
                    </a:cubicBezTo>
                    <a:cubicBezTo>
                      <a:pt x="22233" y="27059"/>
                      <a:pt x="23334" y="24930"/>
                      <a:pt x="24008" y="22535"/>
                    </a:cubicBezTo>
                    <a:cubicBezTo>
                      <a:pt x="24345" y="21346"/>
                      <a:pt x="25232" y="20423"/>
                      <a:pt x="26403" y="20051"/>
                    </a:cubicBezTo>
                    <a:cubicBezTo>
                      <a:pt x="28550" y="19447"/>
                      <a:pt x="29065" y="17904"/>
                      <a:pt x="29615" y="16147"/>
                    </a:cubicBezTo>
                    <a:cubicBezTo>
                      <a:pt x="30449" y="13503"/>
                      <a:pt x="30999" y="10735"/>
                      <a:pt x="32844" y="8517"/>
                    </a:cubicBezTo>
                    <a:cubicBezTo>
                      <a:pt x="32933" y="8429"/>
                      <a:pt x="32986" y="8340"/>
                      <a:pt x="33021" y="8216"/>
                    </a:cubicBezTo>
                    <a:cubicBezTo>
                      <a:pt x="33021" y="7683"/>
                      <a:pt x="33021" y="7133"/>
                      <a:pt x="33021" y="6424"/>
                    </a:cubicBezTo>
                    <a:cubicBezTo>
                      <a:pt x="32898" y="6449"/>
                      <a:pt x="32778" y="6461"/>
                      <a:pt x="32662" y="6461"/>
                    </a:cubicBezTo>
                    <a:cubicBezTo>
                      <a:pt x="31610" y="6461"/>
                      <a:pt x="30838" y="5512"/>
                      <a:pt x="29835" y="5512"/>
                    </a:cubicBezTo>
                    <a:cubicBezTo>
                      <a:pt x="29647" y="5512"/>
                      <a:pt x="29450" y="5546"/>
                      <a:pt x="29242" y="5625"/>
                    </a:cubicBezTo>
                    <a:cubicBezTo>
                      <a:pt x="28763" y="5810"/>
                      <a:pt x="28295" y="5881"/>
                      <a:pt x="27833" y="5881"/>
                    </a:cubicBezTo>
                    <a:cubicBezTo>
                      <a:pt x="27010" y="5881"/>
                      <a:pt x="26203" y="5659"/>
                      <a:pt x="25374" y="5465"/>
                    </a:cubicBezTo>
                    <a:cubicBezTo>
                      <a:pt x="25322" y="5454"/>
                      <a:pt x="25270" y="5449"/>
                      <a:pt x="25215" y="5449"/>
                    </a:cubicBezTo>
                    <a:cubicBezTo>
                      <a:pt x="24767" y="5449"/>
                      <a:pt x="24231" y="5812"/>
                      <a:pt x="23582" y="6033"/>
                    </a:cubicBezTo>
                    <a:lnTo>
                      <a:pt x="20637" y="2112"/>
                    </a:lnTo>
                    <a:lnTo>
                      <a:pt x="16467" y="2201"/>
                    </a:lnTo>
                    <a:lnTo>
                      <a:pt x="1123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38"/>
              <p:cNvSpPr/>
              <p:nvPr/>
            </p:nvSpPr>
            <p:spPr>
              <a:xfrm>
                <a:off x="7135734" y="3186037"/>
                <a:ext cx="58058" cy="152383"/>
              </a:xfrm>
              <a:custGeom>
                <a:rect b="b" l="l" r="r" t="t"/>
                <a:pathLst>
                  <a:path extrusionOk="0" h="26421" w="10062">
                    <a:moveTo>
                      <a:pt x="2520" y="1"/>
                    </a:moveTo>
                    <a:lnTo>
                      <a:pt x="2254" y="19"/>
                    </a:lnTo>
                    <a:cubicBezTo>
                      <a:pt x="2077" y="515"/>
                      <a:pt x="2041" y="1474"/>
                      <a:pt x="1545" y="1864"/>
                    </a:cubicBezTo>
                    <a:cubicBezTo>
                      <a:pt x="107" y="3035"/>
                      <a:pt x="214" y="4401"/>
                      <a:pt x="586" y="5927"/>
                    </a:cubicBezTo>
                    <a:cubicBezTo>
                      <a:pt x="746" y="6566"/>
                      <a:pt x="1012" y="7311"/>
                      <a:pt x="835" y="7897"/>
                    </a:cubicBezTo>
                    <a:cubicBezTo>
                      <a:pt x="1" y="10523"/>
                      <a:pt x="799" y="13202"/>
                      <a:pt x="72" y="15917"/>
                    </a:cubicBezTo>
                    <a:lnTo>
                      <a:pt x="1686" y="15846"/>
                    </a:lnTo>
                    <a:cubicBezTo>
                      <a:pt x="1811" y="17177"/>
                      <a:pt x="2698" y="18241"/>
                      <a:pt x="1970" y="19590"/>
                    </a:cubicBezTo>
                    <a:cubicBezTo>
                      <a:pt x="1740" y="20051"/>
                      <a:pt x="2024" y="21293"/>
                      <a:pt x="2414" y="21506"/>
                    </a:cubicBezTo>
                    <a:cubicBezTo>
                      <a:pt x="4596" y="22642"/>
                      <a:pt x="4632" y="25587"/>
                      <a:pt x="6885" y="26421"/>
                    </a:cubicBezTo>
                    <a:lnTo>
                      <a:pt x="10061" y="24079"/>
                    </a:lnTo>
                    <a:cubicBezTo>
                      <a:pt x="9973" y="15491"/>
                      <a:pt x="7364" y="7098"/>
                      <a:pt x="25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38"/>
              <p:cNvSpPr/>
              <p:nvPr/>
            </p:nvSpPr>
            <p:spPr>
              <a:xfrm>
                <a:off x="6870416" y="3332822"/>
                <a:ext cx="47510" cy="11685"/>
              </a:xfrm>
              <a:custGeom>
                <a:rect b="b" l="l" r="r" t="t"/>
                <a:pathLst>
                  <a:path extrusionOk="0" h="2026" w="8234">
                    <a:moveTo>
                      <a:pt x="3405" y="1"/>
                    </a:moveTo>
                    <a:cubicBezTo>
                      <a:pt x="2255" y="1"/>
                      <a:pt x="1201" y="655"/>
                      <a:pt x="1" y="919"/>
                    </a:cubicBezTo>
                    <a:cubicBezTo>
                      <a:pt x="371" y="1711"/>
                      <a:pt x="675" y="1974"/>
                      <a:pt x="943" y="1974"/>
                    </a:cubicBezTo>
                    <a:cubicBezTo>
                      <a:pt x="1419" y="1974"/>
                      <a:pt x="1781" y="1142"/>
                      <a:pt x="2201" y="972"/>
                    </a:cubicBezTo>
                    <a:cubicBezTo>
                      <a:pt x="2266" y="967"/>
                      <a:pt x="2330" y="964"/>
                      <a:pt x="2394" y="964"/>
                    </a:cubicBezTo>
                    <a:cubicBezTo>
                      <a:pt x="3717" y="964"/>
                      <a:pt x="4976" y="2025"/>
                      <a:pt x="6356" y="2025"/>
                    </a:cubicBezTo>
                    <a:cubicBezTo>
                      <a:pt x="6954" y="2025"/>
                      <a:pt x="7575" y="1826"/>
                      <a:pt x="8234" y="1256"/>
                    </a:cubicBezTo>
                    <a:cubicBezTo>
                      <a:pt x="7932" y="936"/>
                      <a:pt x="7684" y="440"/>
                      <a:pt x="7400" y="422"/>
                    </a:cubicBezTo>
                    <a:cubicBezTo>
                      <a:pt x="7374" y="421"/>
                      <a:pt x="7348" y="420"/>
                      <a:pt x="7322" y="420"/>
                    </a:cubicBezTo>
                    <a:cubicBezTo>
                      <a:pt x="6763" y="420"/>
                      <a:pt x="6090" y="679"/>
                      <a:pt x="5591" y="679"/>
                    </a:cubicBezTo>
                    <a:cubicBezTo>
                      <a:pt x="5418" y="679"/>
                      <a:pt x="5266" y="648"/>
                      <a:pt x="5147" y="564"/>
                    </a:cubicBezTo>
                    <a:cubicBezTo>
                      <a:pt x="4527" y="150"/>
                      <a:pt x="3955" y="1"/>
                      <a:pt x="340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38"/>
              <p:cNvSpPr/>
              <p:nvPr/>
            </p:nvSpPr>
            <p:spPr>
              <a:xfrm>
                <a:off x="6925590" y="3336277"/>
                <a:ext cx="38094" cy="14228"/>
              </a:xfrm>
              <a:custGeom>
                <a:rect b="b" l="l" r="r" t="t"/>
                <a:pathLst>
                  <a:path extrusionOk="0" h="2467" w="6602">
                    <a:moveTo>
                      <a:pt x="6601" y="0"/>
                    </a:moveTo>
                    <a:cubicBezTo>
                      <a:pt x="4188" y="231"/>
                      <a:pt x="2254" y="391"/>
                      <a:pt x="338" y="604"/>
                    </a:cubicBezTo>
                    <a:cubicBezTo>
                      <a:pt x="231" y="621"/>
                      <a:pt x="160" y="976"/>
                      <a:pt x="1" y="1384"/>
                    </a:cubicBezTo>
                    <a:lnTo>
                      <a:pt x="1438" y="2467"/>
                    </a:lnTo>
                    <a:cubicBezTo>
                      <a:pt x="2573" y="621"/>
                      <a:pt x="4862" y="1491"/>
                      <a:pt x="660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24" name="Google Shape;824;p38"/>
            <p:cNvSpPr/>
            <p:nvPr/>
          </p:nvSpPr>
          <p:spPr>
            <a:xfrm>
              <a:off x="6867451" y="3073651"/>
              <a:ext cx="102383" cy="56919"/>
            </a:xfrm>
            <a:custGeom>
              <a:rect b="b" l="l" r="r" t="t"/>
              <a:pathLst>
                <a:path extrusionOk="0" h="9869" w="17744">
                  <a:moveTo>
                    <a:pt x="11775" y="1"/>
                  </a:moveTo>
                  <a:cubicBezTo>
                    <a:pt x="7969" y="1"/>
                    <a:pt x="4175" y="474"/>
                    <a:pt x="479" y="1405"/>
                  </a:cubicBezTo>
                  <a:lnTo>
                    <a:pt x="0" y="1530"/>
                  </a:lnTo>
                  <a:cubicBezTo>
                    <a:pt x="266" y="1749"/>
                    <a:pt x="570" y="1886"/>
                    <a:pt x="955" y="1886"/>
                  </a:cubicBezTo>
                  <a:cubicBezTo>
                    <a:pt x="1161" y="1886"/>
                    <a:pt x="1391" y="1847"/>
                    <a:pt x="1651" y="1760"/>
                  </a:cubicBezTo>
                  <a:cubicBezTo>
                    <a:pt x="2029" y="1630"/>
                    <a:pt x="2392" y="1564"/>
                    <a:pt x="2739" y="1564"/>
                  </a:cubicBezTo>
                  <a:cubicBezTo>
                    <a:pt x="3580" y="1564"/>
                    <a:pt x="4337" y="1950"/>
                    <a:pt x="5040" y="2754"/>
                  </a:cubicBezTo>
                  <a:cubicBezTo>
                    <a:pt x="5749" y="3588"/>
                    <a:pt x="7204" y="3428"/>
                    <a:pt x="7967" y="4422"/>
                  </a:cubicBezTo>
                  <a:cubicBezTo>
                    <a:pt x="8017" y="4486"/>
                    <a:pt x="8125" y="4504"/>
                    <a:pt x="8257" y="4504"/>
                  </a:cubicBezTo>
                  <a:cubicBezTo>
                    <a:pt x="8429" y="4504"/>
                    <a:pt x="8642" y="4473"/>
                    <a:pt x="8821" y="4473"/>
                  </a:cubicBezTo>
                  <a:cubicBezTo>
                    <a:pt x="8844" y="4473"/>
                    <a:pt x="8868" y="4474"/>
                    <a:pt x="8890" y="4475"/>
                  </a:cubicBezTo>
                  <a:lnTo>
                    <a:pt x="8233" y="6054"/>
                  </a:lnTo>
                  <a:cubicBezTo>
                    <a:pt x="9475" y="6533"/>
                    <a:pt x="11019" y="6640"/>
                    <a:pt x="11605" y="7420"/>
                  </a:cubicBezTo>
                  <a:cubicBezTo>
                    <a:pt x="13095" y="9479"/>
                    <a:pt x="15065" y="9745"/>
                    <a:pt x="17744" y="9869"/>
                  </a:cubicBezTo>
                  <a:cubicBezTo>
                    <a:pt x="17105" y="8982"/>
                    <a:pt x="16271" y="8325"/>
                    <a:pt x="16342" y="7828"/>
                  </a:cubicBezTo>
                  <a:cubicBezTo>
                    <a:pt x="16502" y="6888"/>
                    <a:pt x="16892" y="6125"/>
                    <a:pt x="15632" y="5717"/>
                  </a:cubicBezTo>
                  <a:lnTo>
                    <a:pt x="16857" y="4706"/>
                  </a:lnTo>
                  <a:lnTo>
                    <a:pt x="16484" y="3215"/>
                  </a:lnTo>
                  <a:cubicBezTo>
                    <a:pt x="16786" y="3073"/>
                    <a:pt x="17123" y="3002"/>
                    <a:pt x="17336" y="2772"/>
                  </a:cubicBezTo>
                  <a:cubicBezTo>
                    <a:pt x="17531" y="2559"/>
                    <a:pt x="17549" y="2222"/>
                    <a:pt x="17744" y="1689"/>
                  </a:cubicBezTo>
                  <a:cubicBezTo>
                    <a:pt x="16928" y="1441"/>
                    <a:pt x="16218" y="1281"/>
                    <a:pt x="15579" y="660"/>
                  </a:cubicBezTo>
                  <a:cubicBezTo>
                    <a:pt x="15384" y="465"/>
                    <a:pt x="15171" y="270"/>
                    <a:pt x="14940" y="110"/>
                  </a:cubicBezTo>
                  <a:cubicBezTo>
                    <a:pt x="13885" y="37"/>
                    <a:pt x="12830" y="1"/>
                    <a:pt x="1177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38"/>
            <p:cNvSpPr/>
            <p:nvPr/>
          </p:nvSpPr>
          <p:spPr>
            <a:xfrm>
              <a:off x="7069097" y="3119476"/>
              <a:ext cx="78535" cy="76898"/>
            </a:xfrm>
            <a:custGeom>
              <a:rect b="b" l="l" r="r" t="t"/>
              <a:pathLst>
                <a:path extrusionOk="0" h="13333" w="13611">
                  <a:moveTo>
                    <a:pt x="1947" y="1"/>
                  </a:moveTo>
                  <a:cubicBezTo>
                    <a:pt x="1321" y="1"/>
                    <a:pt x="678" y="263"/>
                    <a:pt x="1" y="842"/>
                  </a:cubicBezTo>
                  <a:lnTo>
                    <a:pt x="1420" y="2634"/>
                  </a:lnTo>
                  <a:lnTo>
                    <a:pt x="5856" y="2829"/>
                  </a:lnTo>
                  <a:lnTo>
                    <a:pt x="5342" y="5224"/>
                  </a:lnTo>
                  <a:lnTo>
                    <a:pt x="8802" y="7105"/>
                  </a:lnTo>
                  <a:lnTo>
                    <a:pt x="7453" y="8702"/>
                  </a:lnTo>
                  <a:lnTo>
                    <a:pt x="9884" y="12925"/>
                  </a:lnTo>
                  <a:lnTo>
                    <a:pt x="12386" y="13333"/>
                  </a:lnTo>
                  <a:cubicBezTo>
                    <a:pt x="11889" y="12109"/>
                    <a:pt x="13610" y="10813"/>
                    <a:pt x="11694" y="9891"/>
                  </a:cubicBezTo>
                  <a:cubicBezTo>
                    <a:pt x="11605" y="9181"/>
                    <a:pt x="11232" y="8436"/>
                    <a:pt x="11179" y="7726"/>
                  </a:cubicBezTo>
                  <a:cubicBezTo>
                    <a:pt x="8713" y="4852"/>
                    <a:pt x="5892" y="2297"/>
                    <a:pt x="2769" y="150"/>
                  </a:cubicBezTo>
                  <a:cubicBezTo>
                    <a:pt x="2497" y="52"/>
                    <a:pt x="2224" y="1"/>
                    <a:pt x="19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38"/>
            <p:cNvSpPr/>
            <p:nvPr/>
          </p:nvSpPr>
          <p:spPr>
            <a:xfrm>
              <a:off x="6946266" y="3181844"/>
              <a:ext cx="21095" cy="14742"/>
            </a:xfrm>
            <a:custGeom>
              <a:rect b="b" l="l" r="r" t="t"/>
              <a:pathLst>
                <a:path extrusionOk="0" h="2556" w="3656">
                  <a:moveTo>
                    <a:pt x="498" y="0"/>
                  </a:moveTo>
                  <a:cubicBezTo>
                    <a:pt x="444" y="426"/>
                    <a:pt x="373" y="852"/>
                    <a:pt x="302" y="1278"/>
                  </a:cubicBezTo>
                  <a:cubicBezTo>
                    <a:pt x="231" y="1686"/>
                    <a:pt x="107" y="2076"/>
                    <a:pt x="1" y="2555"/>
                  </a:cubicBezTo>
                  <a:lnTo>
                    <a:pt x="3656" y="2467"/>
                  </a:lnTo>
                  <a:lnTo>
                    <a:pt x="3319" y="1100"/>
                  </a:lnTo>
                  <a:lnTo>
                    <a:pt x="498"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7" name="Google Shape;827;p38"/>
          <p:cNvGrpSpPr/>
          <p:nvPr/>
        </p:nvGrpSpPr>
        <p:grpSpPr>
          <a:xfrm>
            <a:off x="5799155" y="3701417"/>
            <a:ext cx="926610" cy="845163"/>
            <a:chOff x="6652137" y="3716623"/>
            <a:chExt cx="560631" cy="511352"/>
          </a:xfrm>
        </p:grpSpPr>
        <p:sp>
          <p:nvSpPr>
            <p:cNvPr id="828" name="Google Shape;828;p38"/>
            <p:cNvSpPr/>
            <p:nvPr/>
          </p:nvSpPr>
          <p:spPr>
            <a:xfrm>
              <a:off x="6652137" y="3716623"/>
              <a:ext cx="560631" cy="511352"/>
            </a:xfrm>
            <a:custGeom>
              <a:rect b="b" l="l" r="r" t="t"/>
              <a:pathLst>
                <a:path extrusionOk="0" h="88661" w="97163">
                  <a:moveTo>
                    <a:pt x="48942" y="1"/>
                  </a:moveTo>
                  <a:cubicBezTo>
                    <a:pt x="46560" y="1"/>
                    <a:pt x="44145" y="185"/>
                    <a:pt x="41715" y="565"/>
                  </a:cubicBezTo>
                  <a:cubicBezTo>
                    <a:pt x="16981" y="4433"/>
                    <a:pt x="0" y="27180"/>
                    <a:pt x="3779" y="51346"/>
                  </a:cubicBezTo>
                  <a:cubicBezTo>
                    <a:pt x="7187" y="73133"/>
                    <a:pt x="26312" y="88661"/>
                    <a:pt x="48182" y="88661"/>
                  </a:cubicBezTo>
                  <a:cubicBezTo>
                    <a:pt x="50571" y="88661"/>
                    <a:pt x="52993" y="88476"/>
                    <a:pt x="55431" y="88093"/>
                  </a:cubicBezTo>
                  <a:cubicBezTo>
                    <a:pt x="80165" y="84225"/>
                    <a:pt x="97163" y="61496"/>
                    <a:pt x="93366" y="37311"/>
                  </a:cubicBezTo>
                  <a:cubicBezTo>
                    <a:pt x="89958" y="15517"/>
                    <a:pt x="70820" y="1"/>
                    <a:pt x="4894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29" name="Google Shape;829;p38"/>
            <p:cNvGrpSpPr/>
            <p:nvPr/>
          </p:nvGrpSpPr>
          <p:grpSpPr>
            <a:xfrm>
              <a:off x="6669657" y="3716715"/>
              <a:ext cx="466779" cy="464290"/>
              <a:chOff x="6669657" y="3716715"/>
              <a:chExt cx="466779" cy="464290"/>
            </a:xfrm>
          </p:grpSpPr>
          <p:sp>
            <p:nvSpPr>
              <p:cNvPr id="830" name="Google Shape;830;p38"/>
              <p:cNvSpPr/>
              <p:nvPr/>
            </p:nvSpPr>
            <p:spPr>
              <a:xfrm>
                <a:off x="6669657" y="3716715"/>
                <a:ext cx="386382" cy="464290"/>
              </a:xfrm>
              <a:custGeom>
                <a:rect b="b" l="l" r="r" t="t"/>
                <a:pathLst>
                  <a:path extrusionOk="0" h="80501" w="66964">
                    <a:moveTo>
                      <a:pt x="45863" y="0"/>
                    </a:moveTo>
                    <a:cubicBezTo>
                      <a:pt x="43461" y="0"/>
                      <a:pt x="41054" y="188"/>
                      <a:pt x="38663" y="566"/>
                    </a:cubicBezTo>
                    <a:cubicBezTo>
                      <a:pt x="20352" y="3441"/>
                      <a:pt x="6281" y="16660"/>
                      <a:pt x="1757" y="33161"/>
                    </a:cubicBezTo>
                    <a:lnTo>
                      <a:pt x="4081" y="32487"/>
                    </a:lnTo>
                    <a:lnTo>
                      <a:pt x="4081" y="32487"/>
                    </a:lnTo>
                    <a:cubicBezTo>
                      <a:pt x="4756" y="33871"/>
                      <a:pt x="3939" y="34971"/>
                      <a:pt x="3496" y="36213"/>
                    </a:cubicBezTo>
                    <a:cubicBezTo>
                      <a:pt x="3088" y="37384"/>
                      <a:pt x="2129" y="37207"/>
                      <a:pt x="1384" y="37295"/>
                    </a:cubicBezTo>
                    <a:cubicBezTo>
                      <a:pt x="1207" y="37313"/>
                      <a:pt x="1012" y="37348"/>
                      <a:pt x="816" y="37366"/>
                    </a:cubicBezTo>
                    <a:cubicBezTo>
                      <a:pt x="36" y="41997"/>
                      <a:pt x="0" y="46717"/>
                      <a:pt x="728" y="51348"/>
                    </a:cubicBezTo>
                    <a:cubicBezTo>
                      <a:pt x="2644" y="63591"/>
                      <a:pt x="9528" y="73847"/>
                      <a:pt x="19057" y="80501"/>
                    </a:cubicBezTo>
                    <a:cubicBezTo>
                      <a:pt x="18897" y="80217"/>
                      <a:pt x="18737" y="79950"/>
                      <a:pt x="18560" y="79684"/>
                    </a:cubicBezTo>
                    <a:cubicBezTo>
                      <a:pt x="18099" y="79010"/>
                      <a:pt x="17069" y="77928"/>
                      <a:pt x="17194" y="77768"/>
                    </a:cubicBezTo>
                    <a:cubicBezTo>
                      <a:pt x="18081" y="76703"/>
                      <a:pt x="16094" y="76632"/>
                      <a:pt x="16626" y="75834"/>
                    </a:cubicBezTo>
                    <a:cubicBezTo>
                      <a:pt x="15206" y="74876"/>
                      <a:pt x="14816" y="73652"/>
                      <a:pt x="15277" y="71948"/>
                    </a:cubicBezTo>
                    <a:cubicBezTo>
                      <a:pt x="15455" y="71292"/>
                      <a:pt x="15100" y="70529"/>
                      <a:pt x="14426" y="69854"/>
                    </a:cubicBezTo>
                    <a:cubicBezTo>
                      <a:pt x="13468" y="68896"/>
                      <a:pt x="12811" y="67601"/>
                      <a:pt x="12101" y="66394"/>
                    </a:cubicBezTo>
                    <a:cubicBezTo>
                      <a:pt x="11782" y="65862"/>
                      <a:pt x="11338" y="65152"/>
                      <a:pt x="11463" y="64620"/>
                    </a:cubicBezTo>
                    <a:cubicBezTo>
                      <a:pt x="11871" y="62739"/>
                      <a:pt x="12172" y="60734"/>
                      <a:pt x="13095" y="59102"/>
                    </a:cubicBezTo>
                    <a:cubicBezTo>
                      <a:pt x="14337" y="56919"/>
                      <a:pt x="14284" y="54914"/>
                      <a:pt x="13343" y="51969"/>
                    </a:cubicBezTo>
                    <a:lnTo>
                      <a:pt x="13343" y="51969"/>
                    </a:lnTo>
                    <a:cubicBezTo>
                      <a:pt x="12811" y="53619"/>
                      <a:pt x="11888" y="53229"/>
                      <a:pt x="11090" y="53353"/>
                    </a:cubicBezTo>
                    <a:cubicBezTo>
                      <a:pt x="10814" y="53401"/>
                      <a:pt x="10612" y="53439"/>
                      <a:pt x="10447" y="53439"/>
                    </a:cubicBezTo>
                    <a:cubicBezTo>
                      <a:pt x="9997" y="53439"/>
                      <a:pt x="9823" y="53151"/>
                      <a:pt x="9174" y="51969"/>
                    </a:cubicBezTo>
                    <a:cubicBezTo>
                      <a:pt x="7861" y="50763"/>
                      <a:pt x="6619" y="49485"/>
                      <a:pt x="5447" y="48136"/>
                    </a:cubicBezTo>
                    <a:cubicBezTo>
                      <a:pt x="5270" y="47853"/>
                      <a:pt x="5146" y="47551"/>
                      <a:pt x="5110" y="47214"/>
                    </a:cubicBezTo>
                    <a:cubicBezTo>
                      <a:pt x="4862" y="45759"/>
                      <a:pt x="4649" y="44304"/>
                      <a:pt x="4773" y="42796"/>
                    </a:cubicBezTo>
                    <a:lnTo>
                      <a:pt x="4773" y="42796"/>
                    </a:lnTo>
                    <a:lnTo>
                      <a:pt x="9653" y="51756"/>
                    </a:lnTo>
                    <a:cubicBezTo>
                      <a:pt x="11924" y="50745"/>
                      <a:pt x="13680" y="49201"/>
                      <a:pt x="15650" y="47995"/>
                    </a:cubicBezTo>
                    <a:cubicBezTo>
                      <a:pt x="17034" y="47161"/>
                      <a:pt x="17584" y="45954"/>
                      <a:pt x="18045" y="44606"/>
                    </a:cubicBezTo>
                    <a:cubicBezTo>
                      <a:pt x="18205" y="44109"/>
                      <a:pt x="18329" y="43594"/>
                      <a:pt x="18436" y="43080"/>
                    </a:cubicBezTo>
                    <a:lnTo>
                      <a:pt x="15597" y="40542"/>
                    </a:lnTo>
                    <a:lnTo>
                      <a:pt x="15224" y="41749"/>
                    </a:lnTo>
                    <a:cubicBezTo>
                      <a:pt x="14000" y="41092"/>
                      <a:pt x="12793" y="40507"/>
                      <a:pt x="11640" y="39833"/>
                    </a:cubicBezTo>
                    <a:cubicBezTo>
                      <a:pt x="10593" y="39212"/>
                      <a:pt x="10433" y="38395"/>
                      <a:pt x="11374" y="37082"/>
                    </a:cubicBezTo>
                    <a:lnTo>
                      <a:pt x="11374" y="37082"/>
                    </a:lnTo>
                    <a:cubicBezTo>
                      <a:pt x="12448" y="38789"/>
                      <a:pt x="13681" y="39825"/>
                      <a:pt x="15346" y="39825"/>
                    </a:cubicBezTo>
                    <a:cubicBezTo>
                      <a:pt x="15689" y="39825"/>
                      <a:pt x="16049" y="39781"/>
                      <a:pt x="16431" y="39691"/>
                    </a:cubicBezTo>
                    <a:cubicBezTo>
                      <a:pt x="16437" y="39689"/>
                      <a:pt x="16444" y="39688"/>
                      <a:pt x="16450" y="39688"/>
                    </a:cubicBezTo>
                    <a:cubicBezTo>
                      <a:pt x="16592" y="39688"/>
                      <a:pt x="16795" y="40029"/>
                      <a:pt x="16998" y="40063"/>
                    </a:cubicBezTo>
                    <a:cubicBezTo>
                      <a:pt x="17810" y="40257"/>
                      <a:pt x="18605" y="40492"/>
                      <a:pt x="19428" y="40492"/>
                    </a:cubicBezTo>
                    <a:cubicBezTo>
                      <a:pt x="19811" y="40492"/>
                      <a:pt x="20200" y="40441"/>
                      <a:pt x="20600" y="40312"/>
                    </a:cubicBezTo>
                    <a:cubicBezTo>
                      <a:pt x="21150" y="40152"/>
                      <a:pt x="21718" y="40045"/>
                      <a:pt x="22304" y="40010"/>
                    </a:cubicBezTo>
                    <a:cubicBezTo>
                      <a:pt x="24003" y="41489"/>
                      <a:pt x="25144" y="42940"/>
                      <a:pt x="27015" y="42940"/>
                    </a:cubicBezTo>
                    <a:cubicBezTo>
                      <a:pt x="27253" y="42940"/>
                      <a:pt x="27504" y="42917"/>
                      <a:pt x="27769" y="42867"/>
                    </a:cubicBezTo>
                    <a:cubicBezTo>
                      <a:pt x="27999" y="44251"/>
                      <a:pt x="27875" y="45564"/>
                      <a:pt x="28407" y="46486"/>
                    </a:cubicBezTo>
                    <a:cubicBezTo>
                      <a:pt x="29614" y="48616"/>
                      <a:pt x="31158" y="50532"/>
                      <a:pt x="32701" y="52732"/>
                    </a:cubicBezTo>
                    <a:lnTo>
                      <a:pt x="34600" y="50425"/>
                    </a:lnTo>
                    <a:lnTo>
                      <a:pt x="34103" y="47196"/>
                    </a:lnTo>
                    <a:cubicBezTo>
                      <a:pt x="34972" y="46096"/>
                      <a:pt x="36268" y="45173"/>
                      <a:pt x="36286" y="44251"/>
                    </a:cubicBezTo>
                    <a:cubicBezTo>
                      <a:pt x="36303" y="42707"/>
                      <a:pt x="38503" y="42955"/>
                      <a:pt x="38202" y="41394"/>
                    </a:cubicBezTo>
                    <a:cubicBezTo>
                      <a:pt x="38184" y="41305"/>
                      <a:pt x="39604" y="40986"/>
                      <a:pt x="40313" y="40702"/>
                    </a:cubicBezTo>
                    <a:cubicBezTo>
                      <a:pt x="40650" y="40560"/>
                      <a:pt x="40899" y="40223"/>
                      <a:pt x="41378" y="39797"/>
                    </a:cubicBezTo>
                    <a:lnTo>
                      <a:pt x="44785" y="44978"/>
                    </a:lnTo>
                    <a:lnTo>
                      <a:pt x="46630" y="43914"/>
                    </a:lnTo>
                    <a:cubicBezTo>
                      <a:pt x="47553" y="45102"/>
                      <a:pt x="46754" y="46699"/>
                      <a:pt x="48067" y="47480"/>
                    </a:cubicBezTo>
                    <a:cubicBezTo>
                      <a:pt x="47020" y="50124"/>
                      <a:pt x="48741" y="51508"/>
                      <a:pt x="50445" y="52980"/>
                    </a:cubicBezTo>
                    <a:cubicBezTo>
                      <a:pt x="50764" y="53247"/>
                      <a:pt x="50640" y="54010"/>
                      <a:pt x="50746" y="54684"/>
                    </a:cubicBezTo>
                    <a:cubicBezTo>
                      <a:pt x="49546" y="54279"/>
                      <a:pt x="48739" y="53108"/>
                      <a:pt x="47515" y="53108"/>
                    </a:cubicBezTo>
                    <a:cubicBezTo>
                      <a:pt x="47074" y="53108"/>
                      <a:pt x="46579" y="53260"/>
                      <a:pt x="45991" y="53655"/>
                    </a:cubicBezTo>
                    <a:cubicBezTo>
                      <a:pt x="46130" y="53637"/>
                      <a:pt x="46261" y="53629"/>
                      <a:pt x="46385" y="53629"/>
                    </a:cubicBezTo>
                    <a:cubicBezTo>
                      <a:pt x="47902" y="53629"/>
                      <a:pt x="48314" y="54868"/>
                      <a:pt x="48954" y="55606"/>
                    </a:cubicBezTo>
                    <a:cubicBezTo>
                      <a:pt x="49646" y="56387"/>
                      <a:pt x="51119" y="56937"/>
                      <a:pt x="50782" y="58712"/>
                    </a:cubicBezTo>
                    <a:cubicBezTo>
                      <a:pt x="50925" y="58653"/>
                      <a:pt x="51063" y="58628"/>
                      <a:pt x="51196" y="58628"/>
                    </a:cubicBezTo>
                    <a:cubicBezTo>
                      <a:pt x="52116" y="58628"/>
                      <a:pt x="52822" y="59846"/>
                      <a:pt x="53828" y="59846"/>
                    </a:cubicBezTo>
                    <a:cubicBezTo>
                      <a:pt x="54135" y="59846"/>
                      <a:pt x="54469" y="59733"/>
                      <a:pt x="54845" y="59439"/>
                    </a:cubicBezTo>
                    <a:lnTo>
                      <a:pt x="55431" y="57026"/>
                    </a:lnTo>
                    <a:cubicBezTo>
                      <a:pt x="55147" y="56955"/>
                      <a:pt x="54863" y="56902"/>
                      <a:pt x="54579" y="56849"/>
                    </a:cubicBezTo>
                    <a:cubicBezTo>
                      <a:pt x="53053" y="56760"/>
                      <a:pt x="51385" y="55819"/>
                      <a:pt x="51793" y="55269"/>
                    </a:cubicBezTo>
                    <a:lnTo>
                      <a:pt x="52787" y="54844"/>
                    </a:lnTo>
                    <a:lnTo>
                      <a:pt x="52414" y="52501"/>
                    </a:lnTo>
                    <a:cubicBezTo>
                      <a:pt x="48866" y="49893"/>
                      <a:pt x="48440" y="48917"/>
                      <a:pt x="49770" y="46291"/>
                    </a:cubicBezTo>
                    <a:lnTo>
                      <a:pt x="49770" y="46291"/>
                    </a:lnTo>
                    <a:cubicBezTo>
                      <a:pt x="50462" y="46859"/>
                      <a:pt x="51208" y="47338"/>
                      <a:pt x="51775" y="47977"/>
                    </a:cubicBezTo>
                    <a:cubicBezTo>
                      <a:pt x="52326" y="48562"/>
                      <a:pt x="52698" y="49325"/>
                      <a:pt x="53088" y="49929"/>
                    </a:cubicBezTo>
                    <a:lnTo>
                      <a:pt x="55821" y="46948"/>
                    </a:lnTo>
                    <a:lnTo>
                      <a:pt x="55200" y="42955"/>
                    </a:lnTo>
                    <a:lnTo>
                      <a:pt x="52805" y="41447"/>
                    </a:lnTo>
                    <a:lnTo>
                      <a:pt x="53585" y="38253"/>
                    </a:lnTo>
                    <a:lnTo>
                      <a:pt x="55111" y="39229"/>
                    </a:lnTo>
                    <a:cubicBezTo>
                      <a:pt x="55111" y="40045"/>
                      <a:pt x="55111" y="40542"/>
                      <a:pt x="55111" y="41039"/>
                    </a:cubicBezTo>
                    <a:lnTo>
                      <a:pt x="56300" y="41021"/>
                    </a:lnTo>
                    <a:lnTo>
                      <a:pt x="56034" y="38466"/>
                    </a:lnTo>
                    <a:cubicBezTo>
                      <a:pt x="59778" y="37011"/>
                      <a:pt x="60754" y="35876"/>
                      <a:pt x="62546" y="30925"/>
                    </a:cubicBezTo>
                    <a:lnTo>
                      <a:pt x="59370" y="25407"/>
                    </a:lnTo>
                    <a:lnTo>
                      <a:pt x="60754" y="24609"/>
                    </a:lnTo>
                    <a:cubicBezTo>
                      <a:pt x="60620" y="24079"/>
                      <a:pt x="60336" y="23926"/>
                      <a:pt x="59999" y="23926"/>
                    </a:cubicBezTo>
                    <a:cubicBezTo>
                      <a:pt x="59536" y="23926"/>
                      <a:pt x="58975" y="24215"/>
                      <a:pt x="58567" y="24215"/>
                    </a:cubicBezTo>
                    <a:cubicBezTo>
                      <a:pt x="58326" y="24215"/>
                      <a:pt x="58138" y="24114"/>
                      <a:pt x="58057" y="23792"/>
                    </a:cubicBezTo>
                    <a:lnTo>
                      <a:pt x="59316" y="21344"/>
                    </a:lnTo>
                    <a:lnTo>
                      <a:pt x="60062" y="22692"/>
                    </a:lnTo>
                    <a:lnTo>
                      <a:pt x="61286" y="21858"/>
                    </a:lnTo>
                    <a:lnTo>
                      <a:pt x="63504" y="23775"/>
                    </a:lnTo>
                    <a:lnTo>
                      <a:pt x="64178" y="27040"/>
                    </a:lnTo>
                    <a:cubicBezTo>
                      <a:pt x="64959" y="25993"/>
                      <a:pt x="65598" y="25478"/>
                      <a:pt x="65775" y="24822"/>
                    </a:cubicBezTo>
                    <a:cubicBezTo>
                      <a:pt x="66201" y="23367"/>
                      <a:pt x="64356" y="23225"/>
                      <a:pt x="64089" y="22515"/>
                    </a:cubicBezTo>
                    <a:lnTo>
                      <a:pt x="64444" y="18647"/>
                    </a:lnTo>
                    <a:cubicBezTo>
                      <a:pt x="66520" y="17955"/>
                      <a:pt x="66538" y="17902"/>
                      <a:pt x="66609" y="16305"/>
                    </a:cubicBezTo>
                    <a:cubicBezTo>
                      <a:pt x="66698" y="14229"/>
                      <a:pt x="66840" y="12171"/>
                      <a:pt x="66964" y="10059"/>
                    </a:cubicBezTo>
                    <a:cubicBezTo>
                      <a:pt x="65951" y="8994"/>
                      <a:pt x="64617" y="8884"/>
                      <a:pt x="63235" y="8884"/>
                    </a:cubicBezTo>
                    <a:cubicBezTo>
                      <a:pt x="62876" y="8884"/>
                      <a:pt x="62514" y="8891"/>
                      <a:pt x="62153" y="8891"/>
                    </a:cubicBezTo>
                    <a:cubicBezTo>
                      <a:pt x="62029" y="8891"/>
                      <a:pt x="61906" y="8890"/>
                      <a:pt x="61783" y="8888"/>
                    </a:cubicBezTo>
                    <a:cubicBezTo>
                      <a:pt x="61978" y="8001"/>
                      <a:pt x="62209" y="7362"/>
                      <a:pt x="62262" y="6741"/>
                    </a:cubicBezTo>
                    <a:cubicBezTo>
                      <a:pt x="62297" y="6102"/>
                      <a:pt x="62173" y="5464"/>
                      <a:pt x="62120" y="4701"/>
                    </a:cubicBezTo>
                    <a:lnTo>
                      <a:pt x="65119" y="4239"/>
                    </a:lnTo>
                    <a:cubicBezTo>
                      <a:pt x="59052" y="1427"/>
                      <a:pt x="52479" y="0"/>
                      <a:pt x="4586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38"/>
              <p:cNvSpPr/>
              <p:nvPr/>
            </p:nvSpPr>
            <p:spPr>
              <a:xfrm>
                <a:off x="7010819" y="4061082"/>
                <a:ext cx="117645" cy="102137"/>
              </a:xfrm>
              <a:custGeom>
                <a:rect b="b" l="l" r="r" t="t"/>
                <a:pathLst>
                  <a:path extrusionOk="0" h="17709" w="20389">
                    <a:moveTo>
                      <a:pt x="17567" y="0"/>
                    </a:moveTo>
                    <a:lnTo>
                      <a:pt x="17567" y="0"/>
                    </a:lnTo>
                    <a:cubicBezTo>
                      <a:pt x="17070" y="1331"/>
                      <a:pt x="16644" y="2697"/>
                      <a:pt x="16307" y="4081"/>
                    </a:cubicBezTo>
                    <a:cubicBezTo>
                      <a:pt x="16278" y="4199"/>
                      <a:pt x="16114" y="4268"/>
                      <a:pt x="16100" y="4268"/>
                    </a:cubicBezTo>
                    <a:cubicBezTo>
                      <a:pt x="16097" y="4268"/>
                      <a:pt x="16100" y="4265"/>
                      <a:pt x="16112" y="4259"/>
                    </a:cubicBezTo>
                    <a:lnTo>
                      <a:pt x="13912" y="3034"/>
                    </a:lnTo>
                    <a:lnTo>
                      <a:pt x="14391" y="1437"/>
                    </a:lnTo>
                    <a:lnTo>
                      <a:pt x="12617" y="337"/>
                    </a:lnTo>
                    <a:cubicBezTo>
                      <a:pt x="12563" y="2112"/>
                      <a:pt x="10416" y="1970"/>
                      <a:pt x="10523" y="3655"/>
                    </a:cubicBezTo>
                    <a:cubicBezTo>
                      <a:pt x="10523" y="3709"/>
                      <a:pt x="10239" y="3797"/>
                      <a:pt x="10079" y="3815"/>
                    </a:cubicBezTo>
                    <a:cubicBezTo>
                      <a:pt x="8287" y="4028"/>
                      <a:pt x="8553" y="4418"/>
                      <a:pt x="7276" y="5305"/>
                    </a:cubicBezTo>
                    <a:cubicBezTo>
                      <a:pt x="5785" y="6352"/>
                      <a:pt x="5466" y="8730"/>
                      <a:pt x="3017" y="8765"/>
                    </a:cubicBezTo>
                    <a:cubicBezTo>
                      <a:pt x="2166" y="8783"/>
                      <a:pt x="1154" y="9919"/>
                      <a:pt x="569" y="10770"/>
                    </a:cubicBezTo>
                    <a:cubicBezTo>
                      <a:pt x="178" y="11356"/>
                      <a:pt x="1" y="12705"/>
                      <a:pt x="374" y="13095"/>
                    </a:cubicBezTo>
                    <a:cubicBezTo>
                      <a:pt x="1687" y="14443"/>
                      <a:pt x="746" y="15810"/>
                      <a:pt x="569" y="17708"/>
                    </a:cubicBezTo>
                    <a:cubicBezTo>
                      <a:pt x="3337" y="16519"/>
                      <a:pt x="5839" y="15668"/>
                      <a:pt x="8074" y="14213"/>
                    </a:cubicBezTo>
                    <a:lnTo>
                      <a:pt x="10558" y="15934"/>
                    </a:lnTo>
                    <a:lnTo>
                      <a:pt x="9866" y="17336"/>
                    </a:lnTo>
                    <a:cubicBezTo>
                      <a:pt x="11960" y="17300"/>
                      <a:pt x="13592" y="16998"/>
                      <a:pt x="14710" y="15508"/>
                    </a:cubicBezTo>
                    <a:cubicBezTo>
                      <a:pt x="16094" y="13645"/>
                      <a:pt x="17585" y="11835"/>
                      <a:pt x="18773" y="9866"/>
                    </a:cubicBezTo>
                    <a:cubicBezTo>
                      <a:pt x="19590" y="8482"/>
                      <a:pt x="20388" y="6885"/>
                      <a:pt x="18862" y="5305"/>
                    </a:cubicBezTo>
                    <a:cubicBezTo>
                      <a:pt x="18596" y="5039"/>
                      <a:pt x="18330" y="4330"/>
                      <a:pt x="18472" y="4099"/>
                    </a:cubicBezTo>
                    <a:cubicBezTo>
                      <a:pt x="19732" y="2307"/>
                      <a:pt x="17372" y="1491"/>
                      <a:pt x="1756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38"/>
              <p:cNvSpPr/>
              <p:nvPr/>
            </p:nvSpPr>
            <p:spPr>
              <a:xfrm>
                <a:off x="6995058" y="4000087"/>
                <a:ext cx="41059" cy="51071"/>
              </a:xfrm>
              <a:custGeom>
                <a:rect b="b" l="l" r="r" t="t"/>
                <a:pathLst>
                  <a:path extrusionOk="0" h="8855" w="7116">
                    <a:moveTo>
                      <a:pt x="5359" y="0"/>
                    </a:moveTo>
                    <a:cubicBezTo>
                      <a:pt x="4649" y="976"/>
                      <a:pt x="3993" y="1774"/>
                      <a:pt x="3460" y="2644"/>
                    </a:cubicBezTo>
                    <a:cubicBezTo>
                      <a:pt x="2910" y="3513"/>
                      <a:pt x="1455" y="3638"/>
                      <a:pt x="1828" y="5181"/>
                    </a:cubicBezTo>
                    <a:cubicBezTo>
                      <a:pt x="1354" y="4803"/>
                      <a:pt x="1037" y="4660"/>
                      <a:pt x="815" y="4660"/>
                    </a:cubicBezTo>
                    <a:cubicBezTo>
                      <a:pt x="256" y="4660"/>
                      <a:pt x="305" y="5571"/>
                      <a:pt x="1" y="5926"/>
                    </a:cubicBezTo>
                    <a:cubicBezTo>
                      <a:pt x="1136" y="7417"/>
                      <a:pt x="1438" y="7577"/>
                      <a:pt x="5412" y="8854"/>
                    </a:cubicBezTo>
                    <a:cubicBezTo>
                      <a:pt x="5590" y="7896"/>
                      <a:pt x="5625" y="7239"/>
                      <a:pt x="5820" y="6636"/>
                    </a:cubicBezTo>
                    <a:cubicBezTo>
                      <a:pt x="6033" y="6015"/>
                      <a:pt x="6335" y="5430"/>
                      <a:pt x="6708" y="4880"/>
                    </a:cubicBezTo>
                    <a:cubicBezTo>
                      <a:pt x="7116" y="4294"/>
                      <a:pt x="5696" y="4170"/>
                      <a:pt x="6459" y="3354"/>
                    </a:cubicBezTo>
                    <a:cubicBezTo>
                      <a:pt x="6849" y="2928"/>
                      <a:pt x="6637" y="1686"/>
                      <a:pt x="6778" y="1384"/>
                    </a:cubicBezTo>
                    <a:cubicBezTo>
                      <a:pt x="6832" y="1224"/>
                      <a:pt x="6867" y="1047"/>
                      <a:pt x="6885" y="870"/>
                    </a:cubicBezTo>
                    <a:lnTo>
                      <a:pt x="535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38"/>
              <p:cNvSpPr/>
              <p:nvPr/>
            </p:nvSpPr>
            <p:spPr>
              <a:xfrm>
                <a:off x="7078892" y="4018504"/>
                <a:ext cx="57544" cy="36030"/>
              </a:xfrm>
              <a:custGeom>
                <a:rect b="b" l="l" r="r" t="t"/>
                <a:pathLst>
                  <a:path extrusionOk="0" h="6247" w="9973">
                    <a:moveTo>
                      <a:pt x="0" y="1"/>
                    </a:moveTo>
                    <a:lnTo>
                      <a:pt x="266" y="1722"/>
                    </a:lnTo>
                    <a:lnTo>
                      <a:pt x="1668" y="1970"/>
                    </a:lnTo>
                    <a:lnTo>
                      <a:pt x="870" y="3177"/>
                    </a:lnTo>
                    <a:cubicBezTo>
                      <a:pt x="1300" y="3058"/>
                      <a:pt x="1704" y="3001"/>
                      <a:pt x="2079" y="3001"/>
                    </a:cubicBezTo>
                    <a:cubicBezTo>
                      <a:pt x="3221" y="3001"/>
                      <a:pt x="4106" y="3533"/>
                      <a:pt x="4720" y="4508"/>
                    </a:cubicBezTo>
                    <a:cubicBezTo>
                      <a:pt x="5319" y="5452"/>
                      <a:pt x="5558" y="5867"/>
                      <a:pt x="5945" y="5867"/>
                    </a:cubicBezTo>
                    <a:cubicBezTo>
                      <a:pt x="6235" y="5867"/>
                      <a:pt x="6607" y="5635"/>
                      <a:pt x="7275" y="5218"/>
                    </a:cubicBezTo>
                    <a:cubicBezTo>
                      <a:pt x="7453" y="5111"/>
                      <a:pt x="7648" y="5058"/>
                      <a:pt x="7861" y="5022"/>
                    </a:cubicBezTo>
                    <a:lnTo>
                      <a:pt x="9564" y="6247"/>
                    </a:lnTo>
                    <a:lnTo>
                      <a:pt x="9972" y="5679"/>
                    </a:lnTo>
                    <a:cubicBezTo>
                      <a:pt x="9582" y="4809"/>
                      <a:pt x="9262" y="3887"/>
                      <a:pt x="8819" y="3035"/>
                    </a:cubicBezTo>
                    <a:cubicBezTo>
                      <a:pt x="8151" y="1821"/>
                      <a:pt x="7070" y="1194"/>
                      <a:pt x="5857" y="1194"/>
                    </a:cubicBezTo>
                    <a:cubicBezTo>
                      <a:pt x="5138" y="1194"/>
                      <a:pt x="4373" y="1415"/>
                      <a:pt x="3620" y="1864"/>
                    </a:cubicBezTo>
                    <a:cubicBezTo>
                      <a:pt x="3336" y="2024"/>
                      <a:pt x="3052" y="2166"/>
                      <a:pt x="2644" y="2396"/>
                    </a:cubicBezTo>
                    <a:lnTo>
                      <a:pt x="1970" y="462"/>
                    </a:lnTo>
                    <a:lnTo>
                      <a:pt x="0"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38"/>
              <p:cNvSpPr/>
              <p:nvPr/>
            </p:nvSpPr>
            <p:spPr>
              <a:xfrm>
                <a:off x="7051663" y="3806456"/>
                <a:ext cx="38503" cy="70819"/>
              </a:xfrm>
              <a:custGeom>
                <a:rect b="b" l="l" r="r" t="t"/>
                <a:pathLst>
                  <a:path extrusionOk="0" h="12279" w="6673">
                    <a:moveTo>
                      <a:pt x="6672" y="1"/>
                    </a:moveTo>
                    <a:lnTo>
                      <a:pt x="6672" y="1"/>
                    </a:lnTo>
                    <a:cubicBezTo>
                      <a:pt x="6223" y="198"/>
                      <a:pt x="5784" y="260"/>
                      <a:pt x="5357" y="260"/>
                    </a:cubicBezTo>
                    <a:cubicBezTo>
                      <a:pt x="4670" y="260"/>
                      <a:pt x="4013" y="100"/>
                      <a:pt x="3390" y="89"/>
                    </a:cubicBezTo>
                    <a:lnTo>
                      <a:pt x="3088" y="2786"/>
                    </a:lnTo>
                    <a:lnTo>
                      <a:pt x="4809" y="5164"/>
                    </a:lnTo>
                    <a:lnTo>
                      <a:pt x="1" y="10771"/>
                    </a:lnTo>
                    <a:lnTo>
                      <a:pt x="1083" y="12279"/>
                    </a:lnTo>
                    <a:lnTo>
                      <a:pt x="6388" y="7772"/>
                    </a:lnTo>
                    <a:cubicBezTo>
                      <a:pt x="4454" y="6495"/>
                      <a:pt x="6175" y="3709"/>
                      <a:pt x="4383" y="2502"/>
                    </a:cubicBezTo>
                    <a:lnTo>
                      <a:pt x="667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38"/>
              <p:cNvSpPr/>
              <p:nvPr/>
            </p:nvSpPr>
            <p:spPr>
              <a:xfrm>
                <a:off x="6984824" y="4061618"/>
                <a:ext cx="42081" cy="8893"/>
              </a:xfrm>
              <a:custGeom>
                <a:rect b="b" l="l" r="r" t="t"/>
                <a:pathLst>
                  <a:path extrusionOk="0" h="1542" w="7293">
                    <a:moveTo>
                      <a:pt x="4286" y="0"/>
                    </a:moveTo>
                    <a:cubicBezTo>
                      <a:pt x="2949" y="0"/>
                      <a:pt x="1596" y="367"/>
                      <a:pt x="0" y="510"/>
                    </a:cubicBezTo>
                    <a:cubicBezTo>
                      <a:pt x="787" y="973"/>
                      <a:pt x="1302" y="1542"/>
                      <a:pt x="1738" y="1542"/>
                    </a:cubicBezTo>
                    <a:cubicBezTo>
                      <a:pt x="1970" y="1542"/>
                      <a:pt x="2179" y="1380"/>
                      <a:pt x="2396" y="954"/>
                    </a:cubicBezTo>
                    <a:cubicBezTo>
                      <a:pt x="2708" y="1325"/>
                      <a:pt x="3056" y="1432"/>
                      <a:pt x="3417" y="1432"/>
                    </a:cubicBezTo>
                    <a:cubicBezTo>
                      <a:pt x="3816" y="1432"/>
                      <a:pt x="4231" y="1302"/>
                      <a:pt x="4631" y="1256"/>
                    </a:cubicBezTo>
                    <a:cubicBezTo>
                      <a:pt x="5394" y="1149"/>
                      <a:pt x="6157" y="1025"/>
                      <a:pt x="7293" y="830"/>
                    </a:cubicBezTo>
                    <a:cubicBezTo>
                      <a:pt x="6240" y="198"/>
                      <a:pt x="5268" y="0"/>
                      <a:pt x="42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38"/>
              <p:cNvSpPr/>
              <p:nvPr/>
            </p:nvSpPr>
            <p:spPr>
              <a:xfrm>
                <a:off x="7035181" y="4030478"/>
                <a:ext cx="15469" cy="21703"/>
              </a:xfrm>
              <a:custGeom>
                <a:rect b="b" l="l" r="r" t="t"/>
                <a:pathLst>
                  <a:path extrusionOk="0" h="3763" w="2681">
                    <a:moveTo>
                      <a:pt x="2662" y="1"/>
                    </a:moveTo>
                    <a:cubicBezTo>
                      <a:pt x="19" y="675"/>
                      <a:pt x="1" y="764"/>
                      <a:pt x="1012" y="3763"/>
                    </a:cubicBezTo>
                    <a:lnTo>
                      <a:pt x="1491" y="2148"/>
                    </a:lnTo>
                    <a:lnTo>
                      <a:pt x="2201" y="3408"/>
                    </a:lnTo>
                    <a:lnTo>
                      <a:pt x="2680" y="3372"/>
                    </a:lnTo>
                    <a:cubicBezTo>
                      <a:pt x="2574" y="2840"/>
                      <a:pt x="2485" y="2308"/>
                      <a:pt x="2450" y="1758"/>
                    </a:cubicBezTo>
                    <a:cubicBezTo>
                      <a:pt x="2485" y="1172"/>
                      <a:pt x="2556" y="586"/>
                      <a:pt x="26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38"/>
              <p:cNvSpPr/>
              <p:nvPr/>
            </p:nvSpPr>
            <p:spPr>
              <a:xfrm>
                <a:off x="7045011" y="3983609"/>
                <a:ext cx="19047" cy="18121"/>
              </a:xfrm>
              <a:custGeom>
                <a:rect b="b" l="l" r="r" t="t"/>
                <a:pathLst>
                  <a:path extrusionOk="0" h="3142" w="3301">
                    <a:moveTo>
                      <a:pt x="3301" y="0"/>
                    </a:moveTo>
                    <a:lnTo>
                      <a:pt x="0" y="1455"/>
                    </a:lnTo>
                    <a:lnTo>
                      <a:pt x="550" y="2520"/>
                    </a:lnTo>
                    <a:lnTo>
                      <a:pt x="1154" y="1793"/>
                    </a:lnTo>
                    <a:lnTo>
                      <a:pt x="2804" y="3141"/>
                    </a:lnTo>
                    <a:lnTo>
                      <a:pt x="330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38"/>
              <p:cNvSpPr/>
              <p:nvPr/>
            </p:nvSpPr>
            <p:spPr>
              <a:xfrm>
                <a:off x="7034362" y="3943182"/>
                <a:ext cx="9734" cy="24570"/>
              </a:xfrm>
              <a:custGeom>
                <a:rect b="b" l="l" r="r" t="t"/>
                <a:pathLst>
                  <a:path extrusionOk="0" h="4260" w="1687">
                    <a:moveTo>
                      <a:pt x="249" y="1"/>
                    </a:moveTo>
                    <a:cubicBezTo>
                      <a:pt x="1" y="2627"/>
                      <a:pt x="1" y="2627"/>
                      <a:pt x="977" y="4259"/>
                    </a:cubicBezTo>
                    <a:cubicBezTo>
                      <a:pt x="1687" y="1261"/>
                      <a:pt x="1687" y="1261"/>
                      <a:pt x="2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38"/>
              <p:cNvSpPr/>
              <p:nvPr/>
            </p:nvSpPr>
            <p:spPr>
              <a:xfrm>
                <a:off x="6724214" y="4015234"/>
                <a:ext cx="1131" cy="513"/>
              </a:xfrm>
              <a:custGeom>
                <a:rect b="b" l="l" r="r" t="t"/>
                <a:pathLst>
                  <a:path extrusionOk="0" h="89" w="196">
                    <a:moveTo>
                      <a:pt x="196" y="0"/>
                    </a:moveTo>
                    <a:lnTo>
                      <a:pt x="1" y="89"/>
                    </a:lnTo>
                    <a:lnTo>
                      <a:pt x="1" y="89"/>
                    </a:lnTo>
                    <a:lnTo>
                      <a:pt x="196" y="18"/>
                    </a:lnTo>
                    <a:lnTo>
                      <a:pt x="19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38"/>
              <p:cNvSpPr/>
              <p:nvPr/>
            </p:nvSpPr>
            <p:spPr>
              <a:xfrm>
                <a:off x="7071623" y="3755083"/>
                <a:ext cx="16589" cy="16380"/>
              </a:xfrm>
              <a:custGeom>
                <a:rect b="b" l="l" r="r" t="t"/>
                <a:pathLst>
                  <a:path extrusionOk="0" h="2840" w="2875">
                    <a:moveTo>
                      <a:pt x="1" y="0"/>
                    </a:moveTo>
                    <a:lnTo>
                      <a:pt x="1" y="0"/>
                    </a:lnTo>
                    <a:cubicBezTo>
                      <a:pt x="835" y="1029"/>
                      <a:pt x="1739" y="1970"/>
                      <a:pt x="2733" y="2839"/>
                    </a:cubicBezTo>
                    <a:cubicBezTo>
                      <a:pt x="2840" y="2520"/>
                      <a:pt x="2875" y="2201"/>
                      <a:pt x="2822" y="1881"/>
                    </a:cubicBezTo>
                    <a:cubicBezTo>
                      <a:pt x="1899" y="1225"/>
                      <a:pt x="959" y="604"/>
                      <a:pt x="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38"/>
              <p:cNvSpPr/>
              <p:nvPr/>
            </p:nvSpPr>
            <p:spPr>
              <a:xfrm>
                <a:off x="6722575" y="4015741"/>
                <a:ext cx="1541" cy="727"/>
              </a:xfrm>
              <a:custGeom>
                <a:rect b="b" l="l" r="r" t="t"/>
                <a:pathLst>
                  <a:path extrusionOk="0" h="126" w="267">
                    <a:moveTo>
                      <a:pt x="267" y="1"/>
                    </a:moveTo>
                    <a:cubicBezTo>
                      <a:pt x="178" y="36"/>
                      <a:pt x="89" y="72"/>
                      <a:pt x="1" y="125"/>
                    </a:cubicBezTo>
                    <a:cubicBezTo>
                      <a:pt x="107" y="90"/>
                      <a:pt x="178" y="36"/>
                      <a:pt x="26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38"/>
              <p:cNvSpPr/>
              <p:nvPr/>
            </p:nvSpPr>
            <p:spPr>
              <a:xfrm>
                <a:off x="6772321" y="4116142"/>
                <a:ext cx="30927" cy="46769"/>
              </a:xfrm>
              <a:custGeom>
                <a:rect b="b" l="l" r="r" t="t"/>
                <a:pathLst>
                  <a:path extrusionOk="0" h="8109" w="5360">
                    <a:moveTo>
                      <a:pt x="1828" y="0"/>
                    </a:moveTo>
                    <a:lnTo>
                      <a:pt x="1" y="2946"/>
                    </a:lnTo>
                    <a:cubicBezTo>
                      <a:pt x="444" y="3762"/>
                      <a:pt x="1030" y="4738"/>
                      <a:pt x="1527" y="5785"/>
                    </a:cubicBezTo>
                    <a:cubicBezTo>
                      <a:pt x="2308" y="7328"/>
                      <a:pt x="3479" y="8091"/>
                      <a:pt x="5359" y="8109"/>
                    </a:cubicBezTo>
                    <a:cubicBezTo>
                      <a:pt x="4667" y="6689"/>
                      <a:pt x="3993" y="5625"/>
                      <a:pt x="3798" y="4205"/>
                    </a:cubicBezTo>
                    <a:cubicBezTo>
                      <a:pt x="3621" y="2768"/>
                      <a:pt x="2574" y="1491"/>
                      <a:pt x="182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43" name="Google Shape;843;p38"/>
          <p:cNvSpPr/>
          <p:nvPr/>
        </p:nvSpPr>
        <p:spPr>
          <a:xfrm>
            <a:off x="6917186" y="4045315"/>
            <a:ext cx="212129" cy="214356"/>
          </a:xfrm>
          <a:custGeom>
            <a:rect b="b" l="l" r="r" t="t"/>
            <a:pathLst>
              <a:path extrusionOk="0" h="196207" w="194168">
                <a:moveTo>
                  <a:pt x="11576" y="0"/>
                </a:moveTo>
                <a:cubicBezTo>
                  <a:pt x="8883" y="0"/>
                  <a:pt x="6181" y="987"/>
                  <a:pt x="4103" y="3065"/>
                </a:cubicBezTo>
                <a:cubicBezTo>
                  <a:pt x="1026" y="5799"/>
                  <a:pt x="1" y="10243"/>
                  <a:pt x="1368" y="14004"/>
                </a:cubicBezTo>
                <a:lnTo>
                  <a:pt x="65293" y="189369"/>
                </a:lnTo>
                <a:cubicBezTo>
                  <a:pt x="67002" y="193471"/>
                  <a:pt x="70762" y="196206"/>
                  <a:pt x="74864" y="196206"/>
                </a:cubicBezTo>
                <a:cubicBezTo>
                  <a:pt x="79308" y="196206"/>
                  <a:pt x="83410" y="193813"/>
                  <a:pt x="85120" y="190053"/>
                </a:cubicBezTo>
                <a:lnTo>
                  <a:pt x="114176" y="124077"/>
                </a:lnTo>
                <a:cubicBezTo>
                  <a:pt x="115202" y="121342"/>
                  <a:pt x="117595" y="119291"/>
                  <a:pt x="119988" y="118266"/>
                </a:cubicBezTo>
                <a:lnTo>
                  <a:pt x="187331" y="92286"/>
                </a:lnTo>
                <a:cubicBezTo>
                  <a:pt x="191433" y="90577"/>
                  <a:pt x="193826" y="86816"/>
                  <a:pt x="193826" y="82714"/>
                </a:cubicBezTo>
                <a:cubicBezTo>
                  <a:pt x="194168" y="78270"/>
                  <a:pt x="191433" y="74510"/>
                  <a:pt x="187673" y="72801"/>
                </a:cubicBezTo>
                <a:lnTo>
                  <a:pt x="15384" y="672"/>
                </a:lnTo>
                <a:cubicBezTo>
                  <a:pt x="14163" y="228"/>
                  <a:pt x="12871" y="0"/>
                  <a:pt x="1157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38"/>
          <p:cNvSpPr/>
          <p:nvPr/>
        </p:nvSpPr>
        <p:spPr>
          <a:xfrm flipH="1">
            <a:off x="7287114" y="3547128"/>
            <a:ext cx="211845" cy="307340"/>
          </a:xfrm>
          <a:custGeom>
            <a:rect b="b" l="l" r="r" t="t"/>
            <a:pathLst>
              <a:path extrusionOk="0" h="195758" w="133027">
                <a:moveTo>
                  <a:pt x="65846" y="26249"/>
                </a:moveTo>
                <a:cubicBezTo>
                  <a:pt x="87201" y="26249"/>
                  <a:pt x="104108" y="43156"/>
                  <a:pt x="104108" y="64511"/>
                </a:cubicBezTo>
                <a:cubicBezTo>
                  <a:pt x="104108" y="85422"/>
                  <a:pt x="87201" y="102328"/>
                  <a:pt x="65846" y="102328"/>
                </a:cubicBezTo>
                <a:cubicBezTo>
                  <a:pt x="44936" y="102328"/>
                  <a:pt x="28029" y="85422"/>
                  <a:pt x="28029" y="64511"/>
                </a:cubicBezTo>
                <a:cubicBezTo>
                  <a:pt x="28029" y="43156"/>
                  <a:pt x="44936" y="26249"/>
                  <a:pt x="65846" y="26249"/>
                </a:cubicBezTo>
                <a:close/>
                <a:moveTo>
                  <a:pt x="66291" y="0"/>
                </a:moveTo>
                <a:cubicBezTo>
                  <a:pt x="29809" y="0"/>
                  <a:pt x="0" y="29809"/>
                  <a:pt x="0" y="66291"/>
                </a:cubicBezTo>
                <a:cubicBezTo>
                  <a:pt x="0" y="84977"/>
                  <a:pt x="18241" y="118345"/>
                  <a:pt x="18241" y="118345"/>
                </a:cubicBezTo>
                <a:lnTo>
                  <a:pt x="64066" y="195758"/>
                </a:lnTo>
                <a:lnTo>
                  <a:pt x="111671" y="119234"/>
                </a:lnTo>
                <a:cubicBezTo>
                  <a:pt x="111671" y="119234"/>
                  <a:pt x="133027" y="87201"/>
                  <a:pt x="133027" y="66291"/>
                </a:cubicBezTo>
                <a:cubicBezTo>
                  <a:pt x="133027" y="29809"/>
                  <a:pt x="103218" y="0"/>
                  <a:pt x="6629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45" name="Google Shape;845;p38"/>
          <p:cNvGrpSpPr/>
          <p:nvPr/>
        </p:nvGrpSpPr>
        <p:grpSpPr>
          <a:xfrm>
            <a:off x="4721468" y="2713339"/>
            <a:ext cx="971633" cy="846850"/>
            <a:chOff x="6000100" y="3076250"/>
            <a:chExt cx="587871" cy="512373"/>
          </a:xfrm>
        </p:grpSpPr>
        <p:sp>
          <p:nvSpPr>
            <p:cNvPr id="846" name="Google Shape;846;p38"/>
            <p:cNvSpPr/>
            <p:nvPr/>
          </p:nvSpPr>
          <p:spPr>
            <a:xfrm>
              <a:off x="6000100" y="3076250"/>
              <a:ext cx="587871" cy="512373"/>
            </a:xfrm>
            <a:custGeom>
              <a:rect b="b" l="l" r="r" t="t"/>
              <a:pathLst>
                <a:path extrusionOk="0" h="88838" w="101884">
                  <a:moveTo>
                    <a:pt x="50272" y="0"/>
                  </a:moveTo>
                  <a:cubicBezTo>
                    <a:pt x="31897" y="0"/>
                    <a:pt x="14791" y="11087"/>
                    <a:pt x="8322" y="29000"/>
                  </a:cubicBezTo>
                  <a:cubicBezTo>
                    <a:pt x="1" y="51995"/>
                    <a:pt x="12332" y="77546"/>
                    <a:pt x="35878" y="86063"/>
                  </a:cubicBezTo>
                  <a:cubicBezTo>
                    <a:pt x="41078" y="87945"/>
                    <a:pt x="46391" y="88838"/>
                    <a:pt x="51602" y="88838"/>
                  </a:cubicBezTo>
                  <a:cubicBezTo>
                    <a:pt x="69970" y="88838"/>
                    <a:pt x="87079" y="77751"/>
                    <a:pt x="93562" y="59838"/>
                  </a:cubicBezTo>
                  <a:cubicBezTo>
                    <a:pt x="101883" y="36843"/>
                    <a:pt x="89534" y="11292"/>
                    <a:pt x="66006" y="2775"/>
                  </a:cubicBezTo>
                  <a:cubicBezTo>
                    <a:pt x="60802" y="893"/>
                    <a:pt x="55486" y="0"/>
                    <a:pt x="5027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47" name="Google Shape;847;p38"/>
            <p:cNvGrpSpPr/>
            <p:nvPr/>
          </p:nvGrpSpPr>
          <p:grpSpPr>
            <a:xfrm>
              <a:off x="6031360" y="3076713"/>
              <a:ext cx="539107" cy="480965"/>
              <a:chOff x="6031360" y="3076713"/>
              <a:chExt cx="539107" cy="480965"/>
            </a:xfrm>
          </p:grpSpPr>
          <p:sp>
            <p:nvSpPr>
              <p:cNvPr id="848" name="Google Shape;848;p38"/>
              <p:cNvSpPr/>
              <p:nvPr/>
            </p:nvSpPr>
            <p:spPr>
              <a:xfrm>
                <a:off x="6160232" y="3107767"/>
                <a:ext cx="410235" cy="449911"/>
              </a:xfrm>
              <a:custGeom>
                <a:rect b="b" l="l" r="r" t="t"/>
                <a:pathLst>
                  <a:path extrusionOk="0" h="78008" w="71098">
                    <a:moveTo>
                      <a:pt x="36108" y="3531"/>
                    </a:moveTo>
                    <a:lnTo>
                      <a:pt x="36835" y="4631"/>
                    </a:lnTo>
                    <a:cubicBezTo>
                      <a:pt x="36551" y="4826"/>
                      <a:pt x="36268" y="5039"/>
                      <a:pt x="35948" y="5217"/>
                    </a:cubicBezTo>
                    <a:cubicBezTo>
                      <a:pt x="35043" y="5749"/>
                      <a:pt x="34635" y="6459"/>
                      <a:pt x="35132" y="7488"/>
                    </a:cubicBezTo>
                    <a:cubicBezTo>
                      <a:pt x="35486" y="8208"/>
                      <a:pt x="35984" y="8561"/>
                      <a:pt x="36635" y="8561"/>
                    </a:cubicBezTo>
                    <a:cubicBezTo>
                      <a:pt x="36866" y="8561"/>
                      <a:pt x="37116" y="8517"/>
                      <a:pt x="37385" y="8428"/>
                    </a:cubicBezTo>
                    <a:cubicBezTo>
                      <a:pt x="37776" y="8304"/>
                      <a:pt x="38184" y="8198"/>
                      <a:pt x="38752" y="8056"/>
                    </a:cubicBezTo>
                    <a:lnTo>
                      <a:pt x="38752" y="8056"/>
                    </a:lnTo>
                    <a:cubicBezTo>
                      <a:pt x="38412" y="9075"/>
                      <a:pt x="37909" y="9331"/>
                      <a:pt x="37373" y="9331"/>
                    </a:cubicBezTo>
                    <a:cubicBezTo>
                      <a:pt x="36833" y="9331"/>
                      <a:pt x="36258" y="9072"/>
                      <a:pt x="35779" y="9072"/>
                    </a:cubicBezTo>
                    <a:cubicBezTo>
                      <a:pt x="35690" y="9072"/>
                      <a:pt x="35604" y="9081"/>
                      <a:pt x="35522" y="9102"/>
                    </a:cubicBezTo>
                    <a:lnTo>
                      <a:pt x="33162" y="11977"/>
                    </a:lnTo>
                    <a:lnTo>
                      <a:pt x="28585" y="11037"/>
                    </a:lnTo>
                    <a:lnTo>
                      <a:pt x="31832" y="10238"/>
                    </a:lnTo>
                    <a:cubicBezTo>
                      <a:pt x="32825" y="8162"/>
                      <a:pt x="33127" y="7062"/>
                      <a:pt x="32914" y="6228"/>
                    </a:cubicBezTo>
                    <a:lnTo>
                      <a:pt x="36108" y="3531"/>
                    </a:lnTo>
                    <a:close/>
                    <a:moveTo>
                      <a:pt x="38947" y="36232"/>
                    </a:moveTo>
                    <a:lnTo>
                      <a:pt x="38947" y="36232"/>
                    </a:lnTo>
                    <a:cubicBezTo>
                      <a:pt x="40402" y="36374"/>
                      <a:pt x="40561" y="37705"/>
                      <a:pt x="41253" y="38486"/>
                    </a:cubicBezTo>
                    <a:cubicBezTo>
                      <a:pt x="40278" y="40029"/>
                      <a:pt x="42194" y="41076"/>
                      <a:pt x="41963" y="42673"/>
                    </a:cubicBezTo>
                    <a:cubicBezTo>
                      <a:pt x="41786" y="43862"/>
                      <a:pt x="42833" y="45264"/>
                      <a:pt x="43241" y="46648"/>
                    </a:cubicBezTo>
                    <a:cubicBezTo>
                      <a:pt x="43560" y="47641"/>
                      <a:pt x="43507" y="48741"/>
                      <a:pt x="43046" y="49699"/>
                    </a:cubicBezTo>
                    <a:lnTo>
                      <a:pt x="40473" y="45760"/>
                    </a:lnTo>
                    <a:cubicBezTo>
                      <a:pt x="41449" y="42726"/>
                      <a:pt x="39160" y="39728"/>
                      <a:pt x="38947" y="36232"/>
                    </a:cubicBezTo>
                    <a:close/>
                    <a:moveTo>
                      <a:pt x="36430" y="1"/>
                    </a:moveTo>
                    <a:cubicBezTo>
                      <a:pt x="35873" y="1"/>
                      <a:pt x="35316" y="87"/>
                      <a:pt x="34759" y="284"/>
                    </a:cubicBezTo>
                    <a:cubicBezTo>
                      <a:pt x="33659" y="657"/>
                      <a:pt x="32346" y="870"/>
                      <a:pt x="31885" y="2005"/>
                    </a:cubicBezTo>
                    <a:cubicBezTo>
                      <a:pt x="31264" y="3567"/>
                      <a:pt x="29809" y="3549"/>
                      <a:pt x="28656" y="3992"/>
                    </a:cubicBezTo>
                    <a:cubicBezTo>
                      <a:pt x="26331" y="4826"/>
                      <a:pt x="26012" y="5465"/>
                      <a:pt x="27006" y="7683"/>
                    </a:cubicBezTo>
                    <a:lnTo>
                      <a:pt x="29791" y="7736"/>
                    </a:lnTo>
                    <a:lnTo>
                      <a:pt x="29046" y="10327"/>
                    </a:lnTo>
                    <a:lnTo>
                      <a:pt x="28425" y="7736"/>
                    </a:lnTo>
                    <a:lnTo>
                      <a:pt x="26633" y="11143"/>
                    </a:lnTo>
                    <a:cubicBezTo>
                      <a:pt x="25746" y="11374"/>
                      <a:pt x="24734" y="11391"/>
                      <a:pt x="24113" y="11870"/>
                    </a:cubicBezTo>
                    <a:cubicBezTo>
                      <a:pt x="22960" y="12775"/>
                      <a:pt x="21328" y="12509"/>
                      <a:pt x="20352" y="13680"/>
                    </a:cubicBezTo>
                    <a:lnTo>
                      <a:pt x="19695" y="12900"/>
                    </a:lnTo>
                    <a:lnTo>
                      <a:pt x="18808" y="14106"/>
                    </a:lnTo>
                    <a:cubicBezTo>
                      <a:pt x="18523" y="13971"/>
                      <a:pt x="18518" y="13452"/>
                      <a:pt x="18160" y="13452"/>
                    </a:cubicBezTo>
                    <a:cubicBezTo>
                      <a:pt x="18049" y="13452"/>
                      <a:pt x="17905" y="13501"/>
                      <a:pt x="17708" y="13627"/>
                    </a:cubicBezTo>
                    <a:lnTo>
                      <a:pt x="18560" y="17193"/>
                    </a:lnTo>
                    <a:cubicBezTo>
                      <a:pt x="17972" y="17718"/>
                      <a:pt x="17385" y="18062"/>
                      <a:pt x="16823" y="18062"/>
                    </a:cubicBezTo>
                    <a:cubicBezTo>
                      <a:pt x="16435" y="18062"/>
                      <a:pt x="16059" y="17897"/>
                      <a:pt x="15703" y="17513"/>
                    </a:cubicBezTo>
                    <a:cubicBezTo>
                      <a:pt x="14869" y="16626"/>
                      <a:pt x="13929" y="16750"/>
                      <a:pt x="13112" y="16643"/>
                    </a:cubicBezTo>
                    <a:lnTo>
                      <a:pt x="11196" y="21381"/>
                    </a:lnTo>
                    <a:cubicBezTo>
                      <a:pt x="11922" y="22616"/>
                      <a:pt x="12753" y="22986"/>
                      <a:pt x="13632" y="22986"/>
                    </a:cubicBezTo>
                    <a:cubicBezTo>
                      <a:pt x="14835" y="22986"/>
                      <a:pt x="16130" y="22292"/>
                      <a:pt x="17371" y="22179"/>
                    </a:cubicBezTo>
                    <a:lnTo>
                      <a:pt x="17868" y="20618"/>
                    </a:lnTo>
                    <a:cubicBezTo>
                      <a:pt x="19961" y="20600"/>
                      <a:pt x="19961" y="20600"/>
                      <a:pt x="21594" y="18879"/>
                    </a:cubicBezTo>
                    <a:lnTo>
                      <a:pt x="22587" y="19784"/>
                    </a:lnTo>
                    <a:lnTo>
                      <a:pt x="24646" y="19181"/>
                    </a:lnTo>
                    <a:lnTo>
                      <a:pt x="28762" y="24788"/>
                    </a:lnTo>
                    <a:lnTo>
                      <a:pt x="24930" y="23971"/>
                    </a:lnTo>
                    <a:lnTo>
                      <a:pt x="24930" y="23971"/>
                    </a:lnTo>
                    <a:lnTo>
                      <a:pt x="26544" y="25746"/>
                    </a:lnTo>
                    <a:cubicBezTo>
                      <a:pt x="28177" y="25604"/>
                      <a:pt x="29507" y="24930"/>
                      <a:pt x="30182" y="23209"/>
                    </a:cubicBezTo>
                    <a:cubicBezTo>
                      <a:pt x="29738" y="22747"/>
                      <a:pt x="29365" y="22321"/>
                      <a:pt x="28957" y="21949"/>
                    </a:cubicBezTo>
                    <a:cubicBezTo>
                      <a:pt x="28017" y="21150"/>
                      <a:pt x="27165" y="20352"/>
                      <a:pt x="27502" y="18400"/>
                    </a:cubicBezTo>
                    <a:lnTo>
                      <a:pt x="27502" y="18400"/>
                    </a:lnTo>
                    <a:cubicBezTo>
                      <a:pt x="28336" y="19678"/>
                      <a:pt x="28709" y="20902"/>
                      <a:pt x="29472" y="21239"/>
                    </a:cubicBezTo>
                    <a:cubicBezTo>
                      <a:pt x="30678" y="21771"/>
                      <a:pt x="30785" y="22641"/>
                      <a:pt x="30927" y="23617"/>
                    </a:cubicBezTo>
                    <a:cubicBezTo>
                      <a:pt x="31016" y="24255"/>
                      <a:pt x="30874" y="24965"/>
                      <a:pt x="31087" y="25551"/>
                    </a:cubicBezTo>
                    <a:cubicBezTo>
                      <a:pt x="31282" y="26083"/>
                      <a:pt x="31832" y="26473"/>
                      <a:pt x="32187" y="26952"/>
                    </a:cubicBezTo>
                    <a:cubicBezTo>
                      <a:pt x="32275" y="27077"/>
                      <a:pt x="32329" y="27236"/>
                      <a:pt x="32329" y="27396"/>
                    </a:cubicBezTo>
                    <a:lnTo>
                      <a:pt x="34369" y="26225"/>
                    </a:lnTo>
                    <a:cubicBezTo>
                      <a:pt x="33860" y="25322"/>
                      <a:pt x="33670" y="24632"/>
                      <a:pt x="34867" y="24632"/>
                    </a:cubicBezTo>
                    <a:cubicBezTo>
                      <a:pt x="34964" y="24632"/>
                      <a:pt x="35070" y="24636"/>
                      <a:pt x="35185" y="24646"/>
                    </a:cubicBezTo>
                    <a:cubicBezTo>
                      <a:pt x="35416" y="25462"/>
                      <a:pt x="35718" y="26189"/>
                      <a:pt x="35753" y="26917"/>
                    </a:cubicBezTo>
                    <a:cubicBezTo>
                      <a:pt x="35859" y="28390"/>
                      <a:pt x="37013" y="29011"/>
                      <a:pt x="38024" y="29224"/>
                    </a:cubicBezTo>
                    <a:cubicBezTo>
                      <a:pt x="38126" y="29247"/>
                      <a:pt x="38227" y="29254"/>
                      <a:pt x="38330" y="29254"/>
                    </a:cubicBezTo>
                    <a:cubicBezTo>
                      <a:pt x="38476" y="29254"/>
                      <a:pt x="38623" y="29240"/>
                      <a:pt x="38773" y="29240"/>
                    </a:cubicBezTo>
                    <a:cubicBezTo>
                      <a:pt x="39073" y="29240"/>
                      <a:pt x="39384" y="29296"/>
                      <a:pt x="39710" y="29632"/>
                    </a:cubicBezTo>
                    <a:cubicBezTo>
                      <a:pt x="39812" y="29734"/>
                      <a:pt x="39986" y="29769"/>
                      <a:pt x="40202" y="29769"/>
                    </a:cubicBezTo>
                    <a:cubicBezTo>
                      <a:pt x="40620" y="29769"/>
                      <a:pt x="41193" y="29637"/>
                      <a:pt x="41697" y="29614"/>
                    </a:cubicBezTo>
                    <a:lnTo>
                      <a:pt x="41697" y="29614"/>
                    </a:lnTo>
                    <a:cubicBezTo>
                      <a:pt x="41182" y="31175"/>
                      <a:pt x="41608" y="32825"/>
                      <a:pt x="39657" y="33517"/>
                    </a:cubicBezTo>
                    <a:cubicBezTo>
                      <a:pt x="37368" y="32683"/>
                      <a:pt x="34369" y="33198"/>
                      <a:pt x="32488" y="30608"/>
                    </a:cubicBezTo>
                    <a:cubicBezTo>
                      <a:pt x="32240" y="30253"/>
                      <a:pt x="31388" y="30306"/>
                      <a:pt x="30820" y="30217"/>
                    </a:cubicBezTo>
                    <a:cubicBezTo>
                      <a:pt x="30607" y="30217"/>
                      <a:pt x="30395" y="30270"/>
                      <a:pt x="30182" y="30324"/>
                    </a:cubicBezTo>
                    <a:lnTo>
                      <a:pt x="29507" y="32151"/>
                    </a:lnTo>
                    <a:cubicBezTo>
                      <a:pt x="27875" y="31246"/>
                      <a:pt x="26686" y="29969"/>
                      <a:pt x="25373" y="29259"/>
                    </a:cubicBezTo>
                    <a:cubicBezTo>
                      <a:pt x="23918" y="28496"/>
                      <a:pt x="23794" y="27431"/>
                      <a:pt x="23794" y="26456"/>
                    </a:cubicBezTo>
                    <a:cubicBezTo>
                      <a:pt x="23808" y="24745"/>
                      <a:pt x="23906" y="24354"/>
                      <a:pt x="23055" y="24354"/>
                    </a:cubicBezTo>
                    <a:cubicBezTo>
                      <a:pt x="22802" y="24354"/>
                      <a:pt x="22466" y="24388"/>
                      <a:pt x="22020" y="24433"/>
                    </a:cubicBezTo>
                    <a:cubicBezTo>
                      <a:pt x="21712" y="24458"/>
                      <a:pt x="21377" y="24558"/>
                      <a:pt x="21074" y="24558"/>
                    </a:cubicBezTo>
                    <a:cubicBezTo>
                      <a:pt x="20958" y="24558"/>
                      <a:pt x="20846" y="24543"/>
                      <a:pt x="20742" y="24504"/>
                    </a:cubicBezTo>
                    <a:cubicBezTo>
                      <a:pt x="20157" y="24291"/>
                      <a:pt x="19678" y="23670"/>
                      <a:pt x="19092" y="23546"/>
                    </a:cubicBezTo>
                    <a:cubicBezTo>
                      <a:pt x="19019" y="23530"/>
                      <a:pt x="18944" y="23524"/>
                      <a:pt x="18868" y="23524"/>
                    </a:cubicBezTo>
                    <a:cubicBezTo>
                      <a:pt x="18388" y="23524"/>
                      <a:pt x="17849" y="23788"/>
                      <a:pt x="17363" y="23788"/>
                    </a:cubicBezTo>
                    <a:cubicBezTo>
                      <a:pt x="17305" y="23788"/>
                      <a:pt x="17249" y="23784"/>
                      <a:pt x="17193" y="23776"/>
                    </a:cubicBezTo>
                    <a:cubicBezTo>
                      <a:pt x="17025" y="23751"/>
                      <a:pt x="16855" y="23741"/>
                      <a:pt x="16686" y="23741"/>
                    </a:cubicBezTo>
                    <a:cubicBezTo>
                      <a:pt x="15885" y="23741"/>
                      <a:pt x="15077" y="23971"/>
                      <a:pt x="14280" y="23971"/>
                    </a:cubicBezTo>
                    <a:cubicBezTo>
                      <a:pt x="13809" y="23971"/>
                      <a:pt x="13342" y="23890"/>
                      <a:pt x="12882" y="23634"/>
                    </a:cubicBezTo>
                    <a:cubicBezTo>
                      <a:pt x="12688" y="23891"/>
                      <a:pt x="12389" y="23939"/>
                      <a:pt x="12067" y="23939"/>
                    </a:cubicBezTo>
                    <a:cubicBezTo>
                      <a:pt x="11878" y="23939"/>
                      <a:pt x="11682" y="23923"/>
                      <a:pt x="11494" y="23923"/>
                    </a:cubicBezTo>
                    <a:cubicBezTo>
                      <a:pt x="11005" y="23923"/>
                      <a:pt x="10573" y="24032"/>
                      <a:pt x="10486" y="24823"/>
                    </a:cubicBezTo>
                    <a:cubicBezTo>
                      <a:pt x="8943" y="25125"/>
                      <a:pt x="8925" y="26935"/>
                      <a:pt x="7594" y="27644"/>
                    </a:cubicBezTo>
                    <a:cubicBezTo>
                      <a:pt x="6636" y="28159"/>
                      <a:pt x="5270" y="28461"/>
                      <a:pt x="4720" y="29365"/>
                    </a:cubicBezTo>
                    <a:cubicBezTo>
                      <a:pt x="3992" y="30554"/>
                      <a:pt x="2733" y="30874"/>
                      <a:pt x="1899" y="31779"/>
                    </a:cubicBezTo>
                    <a:cubicBezTo>
                      <a:pt x="1420" y="32311"/>
                      <a:pt x="1100" y="33021"/>
                      <a:pt x="692" y="33695"/>
                    </a:cubicBezTo>
                    <a:lnTo>
                      <a:pt x="2058" y="34529"/>
                    </a:lnTo>
                    <a:lnTo>
                      <a:pt x="0" y="40331"/>
                    </a:lnTo>
                    <a:cubicBezTo>
                      <a:pt x="568" y="41839"/>
                      <a:pt x="1828" y="42460"/>
                      <a:pt x="1579" y="43844"/>
                    </a:cubicBezTo>
                    <a:cubicBezTo>
                      <a:pt x="1526" y="44093"/>
                      <a:pt x="4542" y="47659"/>
                      <a:pt x="4720" y="47677"/>
                    </a:cubicBezTo>
                    <a:cubicBezTo>
                      <a:pt x="6407" y="47823"/>
                      <a:pt x="7973" y="48589"/>
                      <a:pt x="9698" y="48589"/>
                    </a:cubicBezTo>
                    <a:cubicBezTo>
                      <a:pt x="10059" y="48589"/>
                      <a:pt x="10428" y="48555"/>
                      <a:pt x="10806" y="48475"/>
                    </a:cubicBezTo>
                    <a:cubicBezTo>
                      <a:pt x="10987" y="48438"/>
                      <a:pt x="11194" y="48420"/>
                      <a:pt x="11413" y="48420"/>
                    </a:cubicBezTo>
                    <a:cubicBezTo>
                      <a:pt x="12352" y="48420"/>
                      <a:pt x="13516" y="48748"/>
                      <a:pt x="13875" y="49309"/>
                    </a:cubicBezTo>
                    <a:cubicBezTo>
                      <a:pt x="14692" y="50587"/>
                      <a:pt x="15916" y="50622"/>
                      <a:pt x="17140" y="51048"/>
                    </a:cubicBezTo>
                    <a:lnTo>
                      <a:pt x="16076" y="56140"/>
                    </a:lnTo>
                    <a:cubicBezTo>
                      <a:pt x="17477" y="57542"/>
                      <a:pt x="16874" y="59405"/>
                      <a:pt x="17513" y="60896"/>
                    </a:cubicBezTo>
                    <a:cubicBezTo>
                      <a:pt x="17939" y="61907"/>
                      <a:pt x="17566" y="62439"/>
                      <a:pt x="17105" y="63291"/>
                    </a:cubicBezTo>
                    <a:cubicBezTo>
                      <a:pt x="16484" y="64409"/>
                      <a:pt x="14922" y="65544"/>
                      <a:pt x="15526" y="66751"/>
                    </a:cubicBezTo>
                    <a:cubicBezTo>
                      <a:pt x="16359" y="68454"/>
                      <a:pt x="16218" y="70264"/>
                      <a:pt x="16218" y="71879"/>
                    </a:cubicBezTo>
                    <a:cubicBezTo>
                      <a:pt x="16218" y="73795"/>
                      <a:pt x="17726" y="75427"/>
                      <a:pt x="16697" y="77361"/>
                    </a:cubicBezTo>
                    <a:cubicBezTo>
                      <a:pt x="17566" y="77539"/>
                      <a:pt x="18134" y="77610"/>
                      <a:pt x="18684" y="77787"/>
                    </a:cubicBezTo>
                    <a:cubicBezTo>
                      <a:pt x="19160" y="77941"/>
                      <a:pt x="19615" y="78007"/>
                      <a:pt x="20054" y="78007"/>
                    </a:cubicBezTo>
                    <a:cubicBezTo>
                      <a:pt x="21942" y="78007"/>
                      <a:pt x="23543" y="76798"/>
                      <a:pt x="25284" y="76208"/>
                    </a:cubicBezTo>
                    <a:cubicBezTo>
                      <a:pt x="25497" y="74416"/>
                      <a:pt x="27183" y="74310"/>
                      <a:pt x="28336" y="73671"/>
                    </a:cubicBezTo>
                    <a:cubicBezTo>
                      <a:pt x="29472" y="73032"/>
                      <a:pt x="29064" y="71826"/>
                      <a:pt x="29436" y="71240"/>
                    </a:cubicBezTo>
                    <a:cubicBezTo>
                      <a:pt x="30359" y="70814"/>
                      <a:pt x="31051" y="70495"/>
                      <a:pt x="31761" y="70175"/>
                    </a:cubicBezTo>
                    <a:cubicBezTo>
                      <a:pt x="32701" y="69750"/>
                      <a:pt x="34032" y="69998"/>
                      <a:pt x="34351" y="68472"/>
                    </a:cubicBezTo>
                    <a:cubicBezTo>
                      <a:pt x="34564" y="67407"/>
                      <a:pt x="35593" y="66680"/>
                      <a:pt x="35682" y="65456"/>
                    </a:cubicBezTo>
                    <a:cubicBezTo>
                      <a:pt x="35789" y="64196"/>
                      <a:pt x="36179" y="62972"/>
                      <a:pt x="36427" y="61783"/>
                    </a:cubicBezTo>
                    <a:cubicBezTo>
                      <a:pt x="38255" y="60576"/>
                      <a:pt x="39869" y="58979"/>
                      <a:pt x="41786" y="58376"/>
                    </a:cubicBezTo>
                    <a:cubicBezTo>
                      <a:pt x="44997" y="57365"/>
                      <a:pt x="46843" y="55306"/>
                      <a:pt x="48156" y="52432"/>
                    </a:cubicBezTo>
                    <a:cubicBezTo>
                      <a:pt x="47847" y="52304"/>
                      <a:pt x="47534" y="52259"/>
                      <a:pt x="47221" y="52259"/>
                    </a:cubicBezTo>
                    <a:cubicBezTo>
                      <a:pt x="46487" y="52259"/>
                      <a:pt x="45750" y="52505"/>
                      <a:pt x="45050" y="52505"/>
                    </a:cubicBezTo>
                    <a:cubicBezTo>
                      <a:pt x="44519" y="52505"/>
                      <a:pt x="44011" y="52363"/>
                      <a:pt x="43542" y="51864"/>
                    </a:cubicBezTo>
                    <a:cubicBezTo>
                      <a:pt x="44838" y="50108"/>
                      <a:pt x="44909" y="50037"/>
                      <a:pt x="46293" y="49859"/>
                    </a:cubicBezTo>
                    <a:cubicBezTo>
                      <a:pt x="49646" y="49451"/>
                      <a:pt x="52822" y="48599"/>
                      <a:pt x="55395" y="46222"/>
                    </a:cubicBezTo>
                    <a:cubicBezTo>
                      <a:pt x="55484" y="45760"/>
                      <a:pt x="55697" y="45281"/>
                      <a:pt x="55643" y="44838"/>
                    </a:cubicBezTo>
                    <a:cubicBezTo>
                      <a:pt x="55519" y="44022"/>
                      <a:pt x="55359" y="43205"/>
                      <a:pt x="55164" y="42389"/>
                    </a:cubicBezTo>
                    <a:lnTo>
                      <a:pt x="54224" y="42886"/>
                    </a:lnTo>
                    <a:lnTo>
                      <a:pt x="53887" y="41254"/>
                    </a:lnTo>
                    <a:lnTo>
                      <a:pt x="53017" y="42655"/>
                    </a:lnTo>
                    <a:cubicBezTo>
                      <a:pt x="51775" y="40810"/>
                      <a:pt x="49327" y="39763"/>
                      <a:pt x="49735" y="36906"/>
                    </a:cubicBezTo>
                    <a:lnTo>
                      <a:pt x="49735" y="36906"/>
                    </a:lnTo>
                    <a:cubicBezTo>
                      <a:pt x="51738" y="37643"/>
                      <a:pt x="51709" y="40841"/>
                      <a:pt x="54224" y="40841"/>
                    </a:cubicBezTo>
                    <a:cubicBezTo>
                      <a:pt x="54315" y="40841"/>
                      <a:pt x="54410" y="40836"/>
                      <a:pt x="54508" y="40828"/>
                    </a:cubicBezTo>
                    <a:cubicBezTo>
                      <a:pt x="55927" y="42620"/>
                      <a:pt x="57968" y="43134"/>
                      <a:pt x="59831" y="43365"/>
                    </a:cubicBezTo>
                    <a:lnTo>
                      <a:pt x="61091" y="47286"/>
                    </a:lnTo>
                    <a:lnTo>
                      <a:pt x="62244" y="46683"/>
                    </a:lnTo>
                    <a:lnTo>
                      <a:pt x="61215" y="57010"/>
                    </a:lnTo>
                    <a:cubicBezTo>
                      <a:pt x="61641" y="57382"/>
                      <a:pt x="62102" y="57613"/>
                      <a:pt x="62208" y="57950"/>
                    </a:cubicBezTo>
                    <a:cubicBezTo>
                      <a:pt x="62350" y="58411"/>
                      <a:pt x="62226" y="58944"/>
                      <a:pt x="62226" y="59547"/>
                    </a:cubicBezTo>
                    <a:cubicBezTo>
                      <a:pt x="64054" y="58323"/>
                      <a:pt x="61783" y="56531"/>
                      <a:pt x="63397" y="55164"/>
                    </a:cubicBezTo>
                    <a:cubicBezTo>
                      <a:pt x="64338" y="54348"/>
                      <a:pt x="63894" y="52503"/>
                      <a:pt x="65420" y="51421"/>
                    </a:cubicBezTo>
                    <a:cubicBezTo>
                      <a:pt x="66236" y="50835"/>
                      <a:pt x="66627" y="49575"/>
                      <a:pt x="67407" y="48670"/>
                    </a:cubicBezTo>
                    <a:cubicBezTo>
                      <a:pt x="71098" y="31370"/>
                      <a:pt x="63805" y="13556"/>
                      <a:pt x="49451" y="3265"/>
                    </a:cubicBezTo>
                    <a:lnTo>
                      <a:pt x="47836" y="4223"/>
                    </a:lnTo>
                    <a:lnTo>
                      <a:pt x="47286" y="3425"/>
                    </a:lnTo>
                    <a:lnTo>
                      <a:pt x="45068" y="5465"/>
                    </a:lnTo>
                    <a:lnTo>
                      <a:pt x="44802" y="2963"/>
                    </a:lnTo>
                    <a:cubicBezTo>
                      <a:pt x="44483" y="4383"/>
                      <a:pt x="44412" y="5554"/>
                      <a:pt x="43383" y="6193"/>
                    </a:cubicBezTo>
                    <a:lnTo>
                      <a:pt x="41094" y="4844"/>
                    </a:lnTo>
                    <a:lnTo>
                      <a:pt x="41253" y="4702"/>
                    </a:lnTo>
                    <a:lnTo>
                      <a:pt x="43436" y="4525"/>
                    </a:lnTo>
                    <a:cubicBezTo>
                      <a:pt x="43312" y="3975"/>
                      <a:pt x="43329" y="3673"/>
                      <a:pt x="43205" y="3567"/>
                    </a:cubicBezTo>
                    <a:cubicBezTo>
                      <a:pt x="41857" y="2502"/>
                      <a:pt x="40153" y="1934"/>
                      <a:pt x="38929" y="657"/>
                    </a:cubicBezTo>
                    <a:cubicBezTo>
                      <a:pt x="38787" y="497"/>
                      <a:pt x="38592" y="390"/>
                      <a:pt x="38379" y="319"/>
                    </a:cubicBezTo>
                    <a:cubicBezTo>
                      <a:pt x="37729" y="119"/>
                      <a:pt x="37080" y="1"/>
                      <a:pt x="3643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38"/>
              <p:cNvSpPr/>
              <p:nvPr/>
            </p:nvSpPr>
            <p:spPr>
              <a:xfrm>
                <a:off x="6031360" y="3319580"/>
                <a:ext cx="62149" cy="151155"/>
              </a:xfrm>
              <a:custGeom>
                <a:rect b="b" l="l" r="r" t="t"/>
                <a:pathLst>
                  <a:path extrusionOk="0" h="26208" w="10771">
                    <a:moveTo>
                      <a:pt x="266" y="1"/>
                    </a:moveTo>
                    <a:lnTo>
                      <a:pt x="266" y="1"/>
                    </a:lnTo>
                    <a:cubicBezTo>
                      <a:pt x="0" y="9316"/>
                      <a:pt x="2679" y="18489"/>
                      <a:pt x="7914" y="26208"/>
                    </a:cubicBezTo>
                    <a:lnTo>
                      <a:pt x="9014" y="25995"/>
                    </a:lnTo>
                    <a:cubicBezTo>
                      <a:pt x="9954" y="24078"/>
                      <a:pt x="9617" y="22073"/>
                      <a:pt x="9475" y="20068"/>
                    </a:cubicBezTo>
                    <a:cubicBezTo>
                      <a:pt x="9422" y="19412"/>
                      <a:pt x="9120" y="18347"/>
                      <a:pt x="9386" y="18188"/>
                    </a:cubicBezTo>
                    <a:cubicBezTo>
                      <a:pt x="10753" y="17336"/>
                      <a:pt x="10274" y="15881"/>
                      <a:pt x="10770" y="14834"/>
                    </a:cubicBezTo>
                    <a:cubicBezTo>
                      <a:pt x="9777" y="13415"/>
                      <a:pt x="8890" y="12137"/>
                      <a:pt x="7328" y="11161"/>
                    </a:cubicBezTo>
                    <a:cubicBezTo>
                      <a:pt x="5270" y="9901"/>
                      <a:pt x="3194" y="8216"/>
                      <a:pt x="3247" y="5235"/>
                    </a:cubicBezTo>
                    <a:cubicBezTo>
                      <a:pt x="3265" y="4649"/>
                      <a:pt x="2999" y="3709"/>
                      <a:pt x="2591" y="3514"/>
                    </a:cubicBezTo>
                    <a:cubicBezTo>
                      <a:pt x="1295" y="2893"/>
                      <a:pt x="479" y="1562"/>
                      <a:pt x="408" y="604"/>
                    </a:cubicBezTo>
                    <a:cubicBezTo>
                      <a:pt x="373" y="391"/>
                      <a:pt x="337" y="196"/>
                      <a:pt x="26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38"/>
              <p:cNvSpPr/>
              <p:nvPr/>
            </p:nvSpPr>
            <p:spPr>
              <a:xfrm>
                <a:off x="6189159" y="3076713"/>
                <a:ext cx="117131" cy="35868"/>
              </a:xfrm>
              <a:custGeom>
                <a:rect b="b" l="l" r="r" t="t"/>
                <a:pathLst>
                  <a:path extrusionOk="0" h="6219" w="20300">
                    <a:moveTo>
                      <a:pt x="17629" y="0"/>
                    </a:moveTo>
                    <a:cubicBezTo>
                      <a:pt x="12187" y="0"/>
                      <a:pt x="6775" y="976"/>
                      <a:pt x="1651" y="2882"/>
                    </a:cubicBezTo>
                    <a:cubicBezTo>
                      <a:pt x="1207" y="3344"/>
                      <a:pt x="764" y="3823"/>
                      <a:pt x="302" y="4266"/>
                    </a:cubicBezTo>
                    <a:cubicBezTo>
                      <a:pt x="1" y="4568"/>
                      <a:pt x="231" y="5402"/>
                      <a:pt x="214" y="6218"/>
                    </a:cubicBezTo>
                    <a:cubicBezTo>
                      <a:pt x="1402" y="5473"/>
                      <a:pt x="2201" y="4834"/>
                      <a:pt x="3141" y="4408"/>
                    </a:cubicBezTo>
                    <a:cubicBezTo>
                      <a:pt x="5525" y="3347"/>
                      <a:pt x="8003" y="2632"/>
                      <a:pt x="10607" y="2632"/>
                    </a:cubicBezTo>
                    <a:cubicBezTo>
                      <a:pt x="11182" y="2632"/>
                      <a:pt x="11763" y="2666"/>
                      <a:pt x="12350" y="2740"/>
                    </a:cubicBezTo>
                    <a:cubicBezTo>
                      <a:pt x="12586" y="2362"/>
                      <a:pt x="12876" y="2257"/>
                      <a:pt x="13186" y="2257"/>
                    </a:cubicBezTo>
                    <a:cubicBezTo>
                      <a:pt x="13571" y="2257"/>
                      <a:pt x="13986" y="2419"/>
                      <a:pt x="14364" y="2419"/>
                    </a:cubicBezTo>
                    <a:cubicBezTo>
                      <a:pt x="14550" y="2419"/>
                      <a:pt x="14727" y="2379"/>
                      <a:pt x="14887" y="2261"/>
                    </a:cubicBezTo>
                    <a:cubicBezTo>
                      <a:pt x="16502" y="1072"/>
                      <a:pt x="18472" y="718"/>
                      <a:pt x="20299" y="79"/>
                    </a:cubicBezTo>
                    <a:cubicBezTo>
                      <a:pt x="19409" y="26"/>
                      <a:pt x="18519" y="0"/>
                      <a:pt x="1762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38"/>
              <p:cNvSpPr/>
              <p:nvPr/>
            </p:nvSpPr>
            <p:spPr>
              <a:xfrm>
                <a:off x="6350006" y="3503923"/>
                <a:ext cx="45156" cy="42581"/>
              </a:xfrm>
              <a:custGeom>
                <a:rect b="b" l="l" r="r" t="t"/>
                <a:pathLst>
                  <a:path extrusionOk="0" h="7383" w="7826">
                    <a:moveTo>
                      <a:pt x="7648" y="1"/>
                    </a:moveTo>
                    <a:lnTo>
                      <a:pt x="7648" y="1"/>
                    </a:lnTo>
                    <a:cubicBezTo>
                      <a:pt x="6488" y="417"/>
                      <a:pt x="5728" y="1543"/>
                      <a:pt x="4541" y="1543"/>
                    </a:cubicBezTo>
                    <a:cubicBezTo>
                      <a:pt x="4311" y="1543"/>
                      <a:pt x="4065" y="1501"/>
                      <a:pt x="3797" y="1403"/>
                    </a:cubicBezTo>
                    <a:cubicBezTo>
                      <a:pt x="3766" y="1397"/>
                      <a:pt x="3735" y="1395"/>
                      <a:pt x="3704" y="1395"/>
                    </a:cubicBezTo>
                    <a:cubicBezTo>
                      <a:pt x="3523" y="1395"/>
                      <a:pt x="3348" y="1482"/>
                      <a:pt x="3212" y="1633"/>
                    </a:cubicBezTo>
                    <a:cubicBezTo>
                      <a:pt x="2520" y="3567"/>
                      <a:pt x="142" y="4490"/>
                      <a:pt x="0" y="7045"/>
                    </a:cubicBezTo>
                    <a:lnTo>
                      <a:pt x="1633" y="7382"/>
                    </a:lnTo>
                    <a:cubicBezTo>
                      <a:pt x="2662" y="6353"/>
                      <a:pt x="3655" y="5306"/>
                      <a:pt x="4844" y="4419"/>
                    </a:cubicBezTo>
                    <a:cubicBezTo>
                      <a:pt x="6211" y="3390"/>
                      <a:pt x="7825" y="2219"/>
                      <a:pt x="76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38"/>
              <p:cNvSpPr/>
              <p:nvPr/>
            </p:nvSpPr>
            <p:spPr>
              <a:xfrm>
                <a:off x="6262180" y="3141947"/>
                <a:ext cx="28469" cy="38688"/>
              </a:xfrm>
              <a:custGeom>
                <a:rect b="b" l="l" r="r" t="t"/>
                <a:pathLst>
                  <a:path extrusionOk="0" h="6708" w="4934">
                    <a:moveTo>
                      <a:pt x="2094" y="0"/>
                    </a:moveTo>
                    <a:lnTo>
                      <a:pt x="2094" y="0"/>
                    </a:lnTo>
                    <a:cubicBezTo>
                      <a:pt x="0" y="1420"/>
                      <a:pt x="3052" y="2467"/>
                      <a:pt x="1988" y="4454"/>
                    </a:cubicBezTo>
                    <a:lnTo>
                      <a:pt x="817" y="4756"/>
                    </a:lnTo>
                    <a:cubicBezTo>
                      <a:pt x="1243" y="6707"/>
                      <a:pt x="2822" y="6228"/>
                      <a:pt x="3851" y="6619"/>
                    </a:cubicBezTo>
                    <a:lnTo>
                      <a:pt x="4933" y="5430"/>
                    </a:lnTo>
                    <a:cubicBezTo>
                      <a:pt x="4685" y="3993"/>
                      <a:pt x="2768" y="2875"/>
                      <a:pt x="4206" y="1207"/>
                    </a:cubicBezTo>
                    <a:cubicBezTo>
                      <a:pt x="3883" y="979"/>
                      <a:pt x="3846" y="221"/>
                      <a:pt x="3400" y="221"/>
                    </a:cubicBezTo>
                    <a:cubicBezTo>
                      <a:pt x="3257" y="221"/>
                      <a:pt x="3072" y="299"/>
                      <a:pt x="2822" y="497"/>
                    </a:cubicBezTo>
                    <a:cubicBezTo>
                      <a:pt x="2815" y="502"/>
                      <a:pt x="2807" y="505"/>
                      <a:pt x="2796" y="505"/>
                    </a:cubicBezTo>
                    <a:cubicBezTo>
                      <a:pt x="2667" y="505"/>
                      <a:pt x="2259" y="115"/>
                      <a:pt x="209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38"/>
              <p:cNvSpPr/>
              <p:nvPr/>
            </p:nvSpPr>
            <p:spPr>
              <a:xfrm>
                <a:off x="6251907" y="3101042"/>
                <a:ext cx="26011" cy="13686"/>
              </a:xfrm>
              <a:custGeom>
                <a:rect b="b" l="l" r="r" t="t"/>
                <a:pathLst>
                  <a:path extrusionOk="0" h="2373" w="4508">
                    <a:moveTo>
                      <a:pt x="1606" y="0"/>
                    </a:moveTo>
                    <a:cubicBezTo>
                      <a:pt x="1091" y="0"/>
                      <a:pt x="558" y="171"/>
                      <a:pt x="0" y="723"/>
                    </a:cubicBezTo>
                    <a:cubicBezTo>
                      <a:pt x="430" y="1555"/>
                      <a:pt x="972" y="2195"/>
                      <a:pt x="1679" y="2195"/>
                    </a:cubicBezTo>
                    <a:cubicBezTo>
                      <a:pt x="1906" y="2195"/>
                      <a:pt x="2151" y="2129"/>
                      <a:pt x="2414" y="1982"/>
                    </a:cubicBezTo>
                    <a:cubicBezTo>
                      <a:pt x="2981" y="1663"/>
                      <a:pt x="4507" y="2373"/>
                      <a:pt x="4064" y="456"/>
                    </a:cubicBezTo>
                    <a:lnTo>
                      <a:pt x="4064" y="456"/>
                    </a:lnTo>
                    <a:cubicBezTo>
                      <a:pt x="4046" y="457"/>
                      <a:pt x="4028" y="457"/>
                      <a:pt x="4010" y="457"/>
                    </a:cubicBezTo>
                    <a:cubicBezTo>
                      <a:pt x="3239" y="457"/>
                      <a:pt x="2447" y="0"/>
                      <a:pt x="16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38"/>
              <p:cNvSpPr/>
              <p:nvPr/>
            </p:nvSpPr>
            <p:spPr>
              <a:xfrm>
                <a:off x="6250613" y="3155645"/>
                <a:ext cx="21609" cy="17008"/>
              </a:xfrm>
              <a:custGeom>
                <a:rect b="b" l="l" r="r" t="t"/>
                <a:pathLst>
                  <a:path extrusionOk="0" h="2949" w="3745">
                    <a:moveTo>
                      <a:pt x="1345" y="1"/>
                    </a:moveTo>
                    <a:cubicBezTo>
                      <a:pt x="985" y="1"/>
                      <a:pt x="770" y="142"/>
                      <a:pt x="568" y="429"/>
                    </a:cubicBezTo>
                    <a:cubicBezTo>
                      <a:pt x="213" y="943"/>
                      <a:pt x="249" y="1706"/>
                      <a:pt x="0" y="2948"/>
                    </a:cubicBezTo>
                    <a:lnTo>
                      <a:pt x="3744" y="695"/>
                    </a:lnTo>
                    <a:cubicBezTo>
                      <a:pt x="2515" y="235"/>
                      <a:pt x="1810" y="1"/>
                      <a:pt x="134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855" name="Google Shape;855;p38"/>
          <p:cNvGrpSpPr/>
          <p:nvPr/>
        </p:nvGrpSpPr>
        <p:grpSpPr>
          <a:xfrm>
            <a:off x="870086" y="2643886"/>
            <a:ext cx="3548850" cy="1964628"/>
            <a:chOff x="238125" y="732525"/>
            <a:chExt cx="7130500" cy="4241425"/>
          </a:xfrm>
        </p:grpSpPr>
        <p:sp>
          <p:nvSpPr>
            <p:cNvPr id="856" name="Google Shape;856;p38"/>
            <p:cNvSpPr/>
            <p:nvPr/>
          </p:nvSpPr>
          <p:spPr>
            <a:xfrm>
              <a:off x="3175800" y="1003350"/>
              <a:ext cx="3741725" cy="3331975"/>
            </a:xfrm>
            <a:custGeom>
              <a:rect b="b" l="l" r="r" t="t"/>
              <a:pathLst>
                <a:path extrusionOk="0" h="133279" w="149669">
                  <a:moveTo>
                    <a:pt x="81445" y="1"/>
                  </a:moveTo>
                  <a:lnTo>
                    <a:pt x="79450" y="1466"/>
                  </a:lnTo>
                  <a:lnTo>
                    <a:pt x="78288" y="3145"/>
                  </a:lnTo>
                  <a:lnTo>
                    <a:pt x="77341" y="834"/>
                  </a:lnTo>
                  <a:lnTo>
                    <a:pt x="75131" y="834"/>
                  </a:lnTo>
                  <a:lnTo>
                    <a:pt x="73868" y="2413"/>
                  </a:lnTo>
                  <a:lnTo>
                    <a:pt x="73161" y="4888"/>
                  </a:lnTo>
                  <a:lnTo>
                    <a:pt x="69891" y="7325"/>
                  </a:lnTo>
                  <a:lnTo>
                    <a:pt x="68313" y="10330"/>
                  </a:lnTo>
                  <a:lnTo>
                    <a:pt x="69474" y="11466"/>
                  </a:lnTo>
                  <a:lnTo>
                    <a:pt x="66318" y="13247"/>
                  </a:lnTo>
                  <a:lnTo>
                    <a:pt x="67782" y="14825"/>
                  </a:lnTo>
                  <a:lnTo>
                    <a:pt x="69790" y="15873"/>
                  </a:lnTo>
                  <a:lnTo>
                    <a:pt x="68729" y="16504"/>
                  </a:lnTo>
                  <a:lnTo>
                    <a:pt x="65888" y="14812"/>
                  </a:lnTo>
                  <a:lnTo>
                    <a:pt x="65257" y="16605"/>
                  </a:lnTo>
                  <a:lnTo>
                    <a:pt x="63994" y="17439"/>
                  </a:lnTo>
                  <a:lnTo>
                    <a:pt x="65358" y="21644"/>
                  </a:lnTo>
                  <a:lnTo>
                    <a:pt x="67050" y="21959"/>
                  </a:lnTo>
                  <a:lnTo>
                    <a:pt x="68199" y="22906"/>
                  </a:lnTo>
                  <a:cubicBezTo>
                    <a:pt x="67252" y="23336"/>
                    <a:pt x="65674" y="23651"/>
                    <a:pt x="65674" y="23651"/>
                  </a:cubicBezTo>
                  <a:lnTo>
                    <a:pt x="66419" y="25230"/>
                  </a:lnTo>
                  <a:lnTo>
                    <a:pt x="65358" y="26593"/>
                  </a:lnTo>
                  <a:lnTo>
                    <a:pt x="63577" y="25962"/>
                  </a:lnTo>
                  <a:lnTo>
                    <a:pt x="64625" y="23967"/>
                  </a:lnTo>
                  <a:lnTo>
                    <a:pt x="63262" y="20394"/>
                  </a:lnTo>
                  <a:lnTo>
                    <a:pt x="62214" y="17439"/>
                  </a:lnTo>
                  <a:lnTo>
                    <a:pt x="61368" y="15343"/>
                  </a:lnTo>
                  <a:lnTo>
                    <a:pt x="59688" y="14711"/>
                  </a:lnTo>
                  <a:lnTo>
                    <a:pt x="58842" y="18386"/>
                  </a:lnTo>
                  <a:lnTo>
                    <a:pt x="58792" y="21012"/>
                  </a:lnTo>
                  <a:lnTo>
                    <a:pt x="60951" y="22906"/>
                  </a:lnTo>
                  <a:lnTo>
                    <a:pt x="60951" y="24485"/>
                  </a:lnTo>
                  <a:lnTo>
                    <a:pt x="58009" y="23020"/>
                  </a:lnTo>
                  <a:lnTo>
                    <a:pt x="55319" y="22389"/>
                  </a:lnTo>
                  <a:lnTo>
                    <a:pt x="54978" y="23437"/>
                  </a:lnTo>
                  <a:lnTo>
                    <a:pt x="55547" y="24598"/>
                  </a:lnTo>
                  <a:lnTo>
                    <a:pt x="52516" y="25230"/>
                  </a:lnTo>
                  <a:lnTo>
                    <a:pt x="48526" y="27326"/>
                  </a:lnTo>
                  <a:lnTo>
                    <a:pt x="46632" y="29535"/>
                  </a:lnTo>
                  <a:lnTo>
                    <a:pt x="46114" y="26909"/>
                  </a:lnTo>
                  <a:lnTo>
                    <a:pt x="44852" y="26391"/>
                  </a:lnTo>
                  <a:lnTo>
                    <a:pt x="44536" y="29119"/>
                  </a:lnTo>
                  <a:lnTo>
                    <a:pt x="42326" y="30381"/>
                  </a:lnTo>
                  <a:lnTo>
                    <a:pt x="43488" y="32162"/>
                  </a:lnTo>
                  <a:lnTo>
                    <a:pt x="41379" y="32061"/>
                  </a:lnTo>
                  <a:lnTo>
                    <a:pt x="40647" y="33223"/>
                  </a:lnTo>
                  <a:lnTo>
                    <a:pt x="39169" y="30381"/>
                  </a:lnTo>
                  <a:lnTo>
                    <a:pt x="37490" y="29119"/>
                  </a:lnTo>
                  <a:lnTo>
                    <a:pt x="37490" y="29119"/>
                  </a:lnTo>
                  <a:lnTo>
                    <a:pt x="40748" y="29750"/>
                  </a:lnTo>
                  <a:lnTo>
                    <a:pt x="42225" y="28803"/>
                  </a:lnTo>
                  <a:lnTo>
                    <a:pt x="41379" y="26593"/>
                  </a:lnTo>
                  <a:lnTo>
                    <a:pt x="37806" y="24699"/>
                  </a:lnTo>
                  <a:lnTo>
                    <a:pt x="35078" y="23538"/>
                  </a:lnTo>
                  <a:lnTo>
                    <a:pt x="32654" y="22906"/>
                  </a:lnTo>
                  <a:lnTo>
                    <a:pt x="29181" y="24068"/>
                  </a:lnTo>
                  <a:lnTo>
                    <a:pt x="25292" y="28172"/>
                  </a:lnTo>
                  <a:lnTo>
                    <a:pt x="22767" y="31745"/>
                  </a:lnTo>
                  <a:lnTo>
                    <a:pt x="21403" y="34586"/>
                  </a:lnTo>
                  <a:lnTo>
                    <a:pt x="18878" y="37112"/>
                  </a:lnTo>
                  <a:lnTo>
                    <a:pt x="18082" y="38892"/>
                  </a:lnTo>
                  <a:lnTo>
                    <a:pt x="19130" y="42680"/>
                  </a:lnTo>
                  <a:lnTo>
                    <a:pt x="20923" y="42364"/>
                  </a:lnTo>
                  <a:lnTo>
                    <a:pt x="22186" y="40786"/>
                  </a:lnTo>
                  <a:lnTo>
                    <a:pt x="23651" y="43311"/>
                  </a:lnTo>
                  <a:lnTo>
                    <a:pt x="23449" y="44776"/>
                  </a:lnTo>
                  <a:lnTo>
                    <a:pt x="26441" y="45092"/>
                  </a:lnTo>
                  <a:cubicBezTo>
                    <a:pt x="26441" y="45092"/>
                    <a:pt x="28058" y="42882"/>
                    <a:pt x="28058" y="42566"/>
                  </a:cubicBezTo>
                  <a:cubicBezTo>
                    <a:pt x="28058" y="42251"/>
                    <a:pt x="28487" y="40256"/>
                    <a:pt x="28487" y="40256"/>
                  </a:cubicBezTo>
                  <a:lnTo>
                    <a:pt x="26909" y="37932"/>
                  </a:lnTo>
                  <a:lnTo>
                    <a:pt x="27111" y="35622"/>
                  </a:lnTo>
                  <a:lnTo>
                    <a:pt x="28904" y="34157"/>
                  </a:lnTo>
                  <a:lnTo>
                    <a:pt x="29535" y="32364"/>
                  </a:lnTo>
                  <a:lnTo>
                    <a:pt x="30899" y="31202"/>
                  </a:lnTo>
                  <a:lnTo>
                    <a:pt x="32376" y="32263"/>
                  </a:lnTo>
                  <a:lnTo>
                    <a:pt x="29535" y="35836"/>
                  </a:lnTo>
                  <a:lnTo>
                    <a:pt x="30684" y="39309"/>
                  </a:lnTo>
                  <a:lnTo>
                    <a:pt x="32477" y="39523"/>
                  </a:lnTo>
                  <a:lnTo>
                    <a:pt x="35002" y="38778"/>
                  </a:lnTo>
                  <a:lnTo>
                    <a:pt x="36467" y="39725"/>
                  </a:lnTo>
                  <a:lnTo>
                    <a:pt x="34257" y="41089"/>
                  </a:lnTo>
                  <a:lnTo>
                    <a:pt x="31416" y="41203"/>
                  </a:lnTo>
                  <a:lnTo>
                    <a:pt x="31101" y="42983"/>
                  </a:lnTo>
                  <a:lnTo>
                    <a:pt x="29952" y="44360"/>
                  </a:lnTo>
                  <a:lnTo>
                    <a:pt x="29219" y="46822"/>
                  </a:lnTo>
                  <a:lnTo>
                    <a:pt x="25532" y="47504"/>
                  </a:lnTo>
                  <a:lnTo>
                    <a:pt x="21555" y="47504"/>
                  </a:lnTo>
                  <a:lnTo>
                    <a:pt x="22287" y="45092"/>
                  </a:lnTo>
                  <a:lnTo>
                    <a:pt x="21239" y="43880"/>
                  </a:lnTo>
                  <a:lnTo>
                    <a:pt x="19976" y="45382"/>
                  </a:lnTo>
                  <a:lnTo>
                    <a:pt x="19762" y="48072"/>
                  </a:lnTo>
                  <a:lnTo>
                    <a:pt x="17022" y="49208"/>
                  </a:lnTo>
                  <a:lnTo>
                    <a:pt x="16075" y="52618"/>
                  </a:lnTo>
                  <a:lnTo>
                    <a:pt x="14294" y="54448"/>
                  </a:lnTo>
                  <a:lnTo>
                    <a:pt x="12716" y="54448"/>
                  </a:lnTo>
                  <a:lnTo>
                    <a:pt x="10822" y="54764"/>
                  </a:lnTo>
                  <a:lnTo>
                    <a:pt x="12501" y="55648"/>
                  </a:lnTo>
                  <a:lnTo>
                    <a:pt x="13448" y="57681"/>
                  </a:lnTo>
                  <a:lnTo>
                    <a:pt x="11971" y="59209"/>
                  </a:lnTo>
                  <a:lnTo>
                    <a:pt x="8460" y="58780"/>
                  </a:lnTo>
                  <a:lnTo>
                    <a:pt x="6087" y="60017"/>
                  </a:lnTo>
                  <a:lnTo>
                    <a:pt x="6087" y="65484"/>
                  </a:lnTo>
                  <a:lnTo>
                    <a:pt x="8612" y="66217"/>
                  </a:lnTo>
                  <a:lnTo>
                    <a:pt x="9723" y="67164"/>
                  </a:lnTo>
                  <a:lnTo>
                    <a:pt x="11150" y="66318"/>
                  </a:lnTo>
                  <a:lnTo>
                    <a:pt x="13233" y="66431"/>
                  </a:lnTo>
                  <a:lnTo>
                    <a:pt x="15115" y="63691"/>
                  </a:lnTo>
                  <a:lnTo>
                    <a:pt x="16176" y="61797"/>
                  </a:lnTo>
                  <a:lnTo>
                    <a:pt x="17123" y="61381"/>
                  </a:lnTo>
                  <a:lnTo>
                    <a:pt x="17438" y="59600"/>
                  </a:lnTo>
                  <a:lnTo>
                    <a:pt x="19850" y="60232"/>
                  </a:lnTo>
                  <a:lnTo>
                    <a:pt x="21226" y="59487"/>
                  </a:lnTo>
                  <a:lnTo>
                    <a:pt x="22805" y="59487"/>
                  </a:lnTo>
                  <a:lnTo>
                    <a:pt x="24699" y="61595"/>
                  </a:lnTo>
                  <a:lnTo>
                    <a:pt x="26113" y="62909"/>
                  </a:lnTo>
                  <a:lnTo>
                    <a:pt x="26896" y="64222"/>
                  </a:lnTo>
                  <a:lnTo>
                    <a:pt x="26896" y="65484"/>
                  </a:lnTo>
                  <a:lnTo>
                    <a:pt x="28159" y="64752"/>
                  </a:lnTo>
                  <a:lnTo>
                    <a:pt x="28159" y="62959"/>
                  </a:lnTo>
                  <a:lnTo>
                    <a:pt x="29421" y="63376"/>
                  </a:lnTo>
                  <a:lnTo>
                    <a:pt x="29787" y="62542"/>
                  </a:lnTo>
                  <a:lnTo>
                    <a:pt x="27035" y="60964"/>
                  </a:lnTo>
                  <a:lnTo>
                    <a:pt x="24661" y="58653"/>
                  </a:lnTo>
                  <a:lnTo>
                    <a:pt x="25103" y="57075"/>
                  </a:lnTo>
                  <a:lnTo>
                    <a:pt x="27527" y="58754"/>
                  </a:lnTo>
                  <a:lnTo>
                    <a:pt x="30368" y="61595"/>
                  </a:lnTo>
                  <a:lnTo>
                    <a:pt x="31846" y="65383"/>
                  </a:lnTo>
                  <a:lnTo>
                    <a:pt x="33525" y="66671"/>
                  </a:lnTo>
                  <a:lnTo>
                    <a:pt x="34889" y="65383"/>
                  </a:lnTo>
                  <a:lnTo>
                    <a:pt x="33740" y="64020"/>
                  </a:lnTo>
                  <a:lnTo>
                    <a:pt x="35002" y="62643"/>
                  </a:lnTo>
                  <a:lnTo>
                    <a:pt x="36366" y="62441"/>
                  </a:lnTo>
                  <a:lnTo>
                    <a:pt x="37945" y="62126"/>
                  </a:lnTo>
                  <a:lnTo>
                    <a:pt x="37831" y="59701"/>
                  </a:lnTo>
                  <a:lnTo>
                    <a:pt x="39409" y="56343"/>
                  </a:lnTo>
                  <a:lnTo>
                    <a:pt x="41101" y="55913"/>
                  </a:lnTo>
                  <a:lnTo>
                    <a:pt x="41733" y="58237"/>
                  </a:lnTo>
                  <a:lnTo>
                    <a:pt x="43627" y="58237"/>
                  </a:lnTo>
                  <a:lnTo>
                    <a:pt x="43513" y="56759"/>
                  </a:lnTo>
                  <a:lnTo>
                    <a:pt x="45407" y="55547"/>
                  </a:lnTo>
                  <a:lnTo>
                    <a:pt x="44776" y="57466"/>
                  </a:lnTo>
                  <a:lnTo>
                    <a:pt x="47402" y="60168"/>
                  </a:lnTo>
                  <a:lnTo>
                    <a:pt x="49195" y="61507"/>
                  </a:lnTo>
                  <a:lnTo>
                    <a:pt x="45306" y="62340"/>
                  </a:lnTo>
                  <a:lnTo>
                    <a:pt x="42149" y="61494"/>
                  </a:lnTo>
                  <a:lnTo>
                    <a:pt x="39624" y="62126"/>
                  </a:lnTo>
                  <a:lnTo>
                    <a:pt x="38147" y="62972"/>
                  </a:lnTo>
                  <a:lnTo>
                    <a:pt x="37099" y="65497"/>
                  </a:lnTo>
                  <a:lnTo>
                    <a:pt x="38892" y="66671"/>
                  </a:lnTo>
                  <a:lnTo>
                    <a:pt x="41619" y="67366"/>
                  </a:lnTo>
                  <a:lnTo>
                    <a:pt x="44031" y="66002"/>
                  </a:lnTo>
                  <a:lnTo>
                    <a:pt x="44978" y="67366"/>
                  </a:lnTo>
                  <a:lnTo>
                    <a:pt x="44144" y="70523"/>
                  </a:lnTo>
                  <a:lnTo>
                    <a:pt x="41404" y="71785"/>
                  </a:lnTo>
                  <a:lnTo>
                    <a:pt x="38046" y="72316"/>
                  </a:lnTo>
                  <a:lnTo>
                    <a:pt x="32578" y="70737"/>
                  </a:lnTo>
                  <a:lnTo>
                    <a:pt x="30684" y="71053"/>
                  </a:lnTo>
                  <a:lnTo>
                    <a:pt x="29005" y="72518"/>
                  </a:lnTo>
                  <a:lnTo>
                    <a:pt x="26441" y="70422"/>
                  </a:lnTo>
                  <a:lnTo>
                    <a:pt x="23966" y="69891"/>
                  </a:lnTo>
                  <a:lnTo>
                    <a:pt x="23600" y="67139"/>
                  </a:lnTo>
                  <a:lnTo>
                    <a:pt x="22186" y="66823"/>
                  </a:lnTo>
                  <a:lnTo>
                    <a:pt x="20077" y="67164"/>
                  </a:lnTo>
                  <a:lnTo>
                    <a:pt x="15948" y="67139"/>
                  </a:lnTo>
                  <a:lnTo>
                    <a:pt x="11554" y="68742"/>
                  </a:lnTo>
                  <a:lnTo>
                    <a:pt x="10291" y="68111"/>
                  </a:lnTo>
                  <a:lnTo>
                    <a:pt x="8511" y="69891"/>
                  </a:lnTo>
                  <a:lnTo>
                    <a:pt x="6718" y="71785"/>
                  </a:lnTo>
                  <a:lnTo>
                    <a:pt x="6087" y="73793"/>
                  </a:lnTo>
                  <a:lnTo>
                    <a:pt x="3460" y="75687"/>
                  </a:lnTo>
                  <a:lnTo>
                    <a:pt x="1048" y="79564"/>
                  </a:lnTo>
                  <a:lnTo>
                    <a:pt x="0" y="82089"/>
                  </a:lnTo>
                  <a:lnTo>
                    <a:pt x="518" y="84501"/>
                  </a:lnTo>
                  <a:lnTo>
                    <a:pt x="0" y="87342"/>
                  </a:lnTo>
                  <a:lnTo>
                    <a:pt x="834" y="90814"/>
                  </a:lnTo>
                  <a:lnTo>
                    <a:pt x="3258" y="93340"/>
                  </a:lnTo>
                  <a:lnTo>
                    <a:pt x="5038" y="95234"/>
                  </a:lnTo>
                  <a:lnTo>
                    <a:pt x="8094" y="97027"/>
                  </a:lnTo>
                  <a:lnTo>
                    <a:pt x="10822" y="96711"/>
                  </a:lnTo>
                  <a:lnTo>
                    <a:pt x="13347" y="96711"/>
                  </a:lnTo>
                  <a:lnTo>
                    <a:pt x="16075" y="95335"/>
                  </a:lnTo>
                  <a:lnTo>
                    <a:pt x="18398" y="95600"/>
                  </a:lnTo>
                  <a:lnTo>
                    <a:pt x="19345" y="97203"/>
                  </a:lnTo>
                  <a:lnTo>
                    <a:pt x="22186" y="97052"/>
                  </a:lnTo>
                  <a:lnTo>
                    <a:pt x="23335" y="98921"/>
                  </a:lnTo>
                  <a:lnTo>
                    <a:pt x="22918" y="103012"/>
                  </a:lnTo>
                  <a:lnTo>
                    <a:pt x="25040" y="106169"/>
                  </a:lnTo>
                  <a:lnTo>
                    <a:pt x="25646" y="109325"/>
                  </a:lnTo>
                  <a:lnTo>
                    <a:pt x="25646" y="112166"/>
                  </a:lnTo>
                  <a:lnTo>
                    <a:pt x="23752" y="114793"/>
                  </a:lnTo>
                  <a:lnTo>
                    <a:pt x="23752" y="117205"/>
                  </a:lnTo>
                  <a:lnTo>
                    <a:pt x="25646" y="119945"/>
                  </a:lnTo>
                  <a:lnTo>
                    <a:pt x="25646" y="123505"/>
                  </a:lnTo>
                  <a:lnTo>
                    <a:pt x="27641" y="126132"/>
                  </a:lnTo>
                  <a:lnTo>
                    <a:pt x="28752" y="128228"/>
                  </a:lnTo>
                  <a:lnTo>
                    <a:pt x="29143" y="130539"/>
                  </a:lnTo>
                  <a:lnTo>
                    <a:pt x="30899" y="133279"/>
                  </a:lnTo>
                  <a:lnTo>
                    <a:pt x="35419" y="133279"/>
                  </a:lnTo>
                  <a:lnTo>
                    <a:pt x="37945" y="131385"/>
                  </a:lnTo>
                  <a:lnTo>
                    <a:pt x="39624" y="129541"/>
                  </a:lnTo>
                  <a:lnTo>
                    <a:pt x="42149" y="126675"/>
                  </a:lnTo>
                  <a:lnTo>
                    <a:pt x="42781" y="123808"/>
                  </a:lnTo>
                  <a:lnTo>
                    <a:pt x="44258" y="123808"/>
                  </a:lnTo>
                  <a:lnTo>
                    <a:pt x="44574" y="119705"/>
                  </a:lnTo>
                  <a:lnTo>
                    <a:pt x="44574" y="118442"/>
                  </a:lnTo>
                  <a:lnTo>
                    <a:pt x="48678" y="115285"/>
                  </a:lnTo>
                  <a:lnTo>
                    <a:pt x="50256" y="112874"/>
                  </a:lnTo>
                  <a:lnTo>
                    <a:pt x="50256" y="110260"/>
                  </a:lnTo>
                  <a:lnTo>
                    <a:pt x="49410" y="108265"/>
                  </a:lnTo>
                  <a:lnTo>
                    <a:pt x="49460" y="105954"/>
                  </a:lnTo>
                  <a:lnTo>
                    <a:pt x="48905" y="104477"/>
                  </a:lnTo>
                  <a:lnTo>
                    <a:pt x="51683" y="101951"/>
                  </a:lnTo>
                  <a:lnTo>
                    <a:pt x="54334" y="99009"/>
                  </a:lnTo>
                  <a:lnTo>
                    <a:pt x="57592" y="97014"/>
                  </a:lnTo>
                  <a:cubicBezTo>
                    <a:pt x="57592" y="97014"/>
                    <a:pt x="59070" y="94388"/>
                    <a:pt x="59070" y="93958"/>
                  </a:cubicBezTo>
                  <a:cubicBezTo>
                    <a:pt x="59070" y="93542"/>
                    <a:pt x="59916" y="91433"/>
                    <a:pt x="59916" y="91433"/>
                  </a:cubicBezTo>
                  <a:lnTo>
                    <a:pt x="59398" y="89754"/>
                  </a:lnTo>
                  <a:lnTo>
                    <a:pt x="57921" y="90498"/>
                  </a:lnTo>
                  <a:lnTo>
                    <a:pt x="54132" y="91016"/>
                  </a:lnTo>
                  <a:lnTo>
                    <a:pt x="52870" y="91648"/>
                  </a:lnTo>
                  <a:lnTo>
                    <a:pt x="52238" y="89754"/>
                  </a:lnTo>
                  <a:lnTo>
                    <a:pt x="51721" y="88604"/>
                  </a:lnTo>
                  <a:lnTo>
                    <a:pt x="49612" y="86597"/>
                  </a:lnTo>
                  <a:lnTo>
                    <a:pt x="48248" y="85650"/>
                  </a:lnTo>
                  <a:lnTo>
                    <a:pt x="46139" y="80826"/>
                  </a:lnTo>
                  <a:lnTo>
                    <a:pt x="45306" y="79665"/>
                  </a:lnTo>
                  <a:lnTo>
                    <a:pt x="44258" y="76823"/>
                  </a:lnTo>
                  <a:lnTo>
                    <a:pt x="43513" y="75561"/>
                  </a:lnTo>
                  <a:lnTo>
                    <a:pt x="44675" y="75144"/>
                  </a:lnTo>
                  <a:lnTo>
                    <a:pt x="47200" y="78617"/>
                  </a:lnTo>
                  <a:lnTo>
                    <a:pt x="48665" y="80927"/>
                  </a:lnTo>
                  <a:lnTo>
                    <a:pt x="49511" y="83339"/>
                  </a:lnTo>
                  <a:lnTo>
                    <a:pt x="51506" y="84917"/>
                  </a:lnTo>
                  <a:lnTo>
                    <a:pt x="52769" y="87973"/>
                  </a:lnTo>
                  <a:lnTo>
                    <a:pt x="53299" y="89438"/>
                  </a:lnTo>
                  <a:lnTo>
                    <a:pt x="56771" y="87859"/>
                  </a:lnTo>
                  <a:lnTo>
                    <a:pt x="60560" y="87026"/>
                  </a:lnTo>
                  <a:lnTo>
                    <a:pt x="64449" y="85018"/>
                  </a:lnTo>
                  <a:lnTo>
                    <a:pt x="65585" y="82922"/>
                  </a:lnTo>
                  <a:lnTo>
                    <a:pt x="66431" y="80814"/>
                  </a:lnTo>
                  <a:lnTo>
                    <a:pt x="64853" y="79235"/>
                  </a:lnTo>
                  <a:lnTo>
                    <a:pt x="63476" y="77771"/>
                  </a:lnTo>
                  <a:lnTo>
                    <a:pt x="61065" y="78503"/>
                  </a:lnTo>
                  <a:lnTo>
                    <a:pt x="58956" y="78604"/>
                  </a:lnTo>
                  <a:lnTo>
                    <a:pt x="57693" y="76293"/>
                  </a:lnTo>
                  <a:lnTo>
                    <a:pt x="55799" y="74740"/>
                  </a:lnTo>
                  <a:lnTo>
                    <a:pt x="56746" y="73149"/>
                  </a:lnTo>
                  <a:lnTo>
                    <a:pt x="59587" y="75460"/>
                  </a:lnTo>
                  <a:lnTo>
                    <a:pt x="61696" y="76609"/>
                  </a:lnTo>
                  <a:lnTo>
                    <a:pt x="63476" y="76722"/>
                  </a:lnTo>
                  <a:lnTo>
                    <a:pt x="65269" y="77669"/>
                  </a:lnTo>
                  <a:lnTo>
                    <a:pt x="67997" y="78086"/>
                  </a:lnTo>
                  <a:lnTo>
                    <a:pt x="71368" y="77669"/>
                  </a:lnTo>
                  <a:lnTo>
                    <a:pt x="73995" y="79564"/>
                  </a:lnTo>
                  <a:lnTo>
                    <a:pt x="75358" y="81874"/>
                  </a:lnTo>
                  <a:lnTo>
                    <a:pt x="76621" y="82076"/>
                  </a:lnTo>
                  <a:lnTo>
                    <a:pt x="77884" y="80612"/>
                  </a:lnTo>
                  <a:lnTo>
                    <a:pt x="78515" y="83137"/>
                  </a:lnTo>
                  <a:lnTo>
                    <a:pt x="79147" y="85864"/>
                  </a:lnTo>
                  <a:lnTo>
                    <a:pt x="80510" y="88806"/>
                  </a:lnTo>
                  <a:lnTo>
                    <a:pt x="81988" y="92178"/>
                  </a:lnTo>
                  <a:lnTo>
                    <a:pt x="82505" y="94072"/>
                  </a:lnTo>
                  <a:lnTo>
                    <a:pt x="84298" y="91231"/>
                  </a:lnTo>
                  <a:lnTo>
                    <a:pt x="84298" y="88188"/>
                  </a:lnTo>
                  <a:lnTo>
                    <a:pt x="85245" y="86609"/>
                  </a:lnTo>
                  <a:lnTo>
                    <a:pt x="87291" y="84816"/>
                  </a:lnTo>
                  <a:lnTo>
                    <a:pt x="90322" y="82089"/>
                  </a:lnTo>
                  <a:lnTo>
                    <a:pt x="91622" y="80296"/>
                  </a:lnTo>
                  <a:lnTo>
                    <a:pt x="94375" y="79665"/>
                  </a:lnTo>
                  <a:lnTo>
                    <a:pt x="95120" y="82720"/>
                  </a:lnTo>
                  <a:lnTo>
                    <a:pt x="96913" y="83554"/>
                  </a:lnTo>
                  <a:lnTo>
                    <a:pt x="96913" y="86925"/>
                  </a:lnTo>
                  <a:lnTo>
                    <a:pt x="98857" y="85763"/>
                  </a:lnTo>
                  <a:lnTo>
                    <a:pt x="100701" y="89652"/>
                  </a:lnTo>
                  <a:lnTo>
                    <a:pt x="100701" y="93857"/>
                  </a:lnTo>
                  <a:lnTo>
                    <a:pt x="102696" y="94905"/>
                  </a:lnTo>
                  <a:lnTo>
                    <a:pt x="103694" y="97014"/>
                  </a:lnTo>
                  <a:lnTo>
                    <a:pt x="105133" y="98908"/>
                  </a:lnTo>
                  <a:lnTo>
                    <a:pt x="107179" y="99741"/>
                  </a:lnTo>
                  <a:lnTo>
                    <a:pt x="107179" y="99741"/>
                  </a:lnTo>
                  <a:lnTo>
                    <a:pt x="106560" y="97746"/>
                  </a:lnTo>
                  <a:lnTo>
                    <a:pt x="106257" y="96067"/>
                  </a:lnTo>
                  <a:lnTo>
                    <a:pt x="104577" y="94804"/>
                  </a:lnTo>
                  <a:lnTo>
                    <a:pt x="103428" y="93226"/>
                  </a:lnTo>
                  <a:lnTo>
                    <a:pt x="102797" y="91761"/>
                  </a:lnTo>
                  <a:lnTo>
                    <a:pt x="103113" y="89551"/>
                  </a:lnTo>
                  <a:lnTo>
                    <a:pt x="103845" y="88604"/>
                  </a:lnTo>
                  <a:lnTo>
                    <a:pt x="105537" y="90183"/>
                  </a:lnTo>
                  <a:lnTo>
                    <a:pt x="107217" y="91963"/>
                  </a:lnTo>
                  <a:lnTo>
                    <a:pt x="108050" y="92393"/>
                  </a:lnTo>
                  <a:cubicBezTo>
                    <a:pt x="108050" y="92393"/>
                    <a:pt x="110146" y="90814"/>
                    <a:pt x="110146" y="90498"/>
                  </a:cubicBezTo>
                  <a:lnTo>
                    <a:pt x="110146" y="86925"/>
                  </a:lnTo>
                  <a:lnTo>
                    <a:pt x="108252" y="85132"/>
                  </a:lnTo>
                  <a:lnTo>
                    <a:pt x="107469" y="83554"/>
                  </a:lnTo>
                  <a:cubicBezTo>
                    <a:pt x="107469" y="83554"/>
                    <a:pt x="107747" y="81975"/>
                    <a:pt x="108063" y="81773"/>
                  </a:cubicBezTo>
                  <a:cubicBezTo>
                    <a:pt x="108378" y="81559"/>
                    <a:pt x="110209" y="80927"/>
                    <a:pt x="110209" y="80927"/>
                  </a:cubicBezTo>
                  <a:lnTo>
                    <a:pt x="110752" y="82190"/>
                  </a:lnTo>
                  <a:lnTo>
                    <a:pt x="112646" y="80826"/>
                  </a:lnTo>
                  <a:lnTo>
                    <a:pt x="116434" y="78932"/>
                  </a:lnTo>
                  <a:lnTo>
                    <a:pt x="118177" y="75775"/>
                  </a:lnTo>
                  <a:lnTo>
                    <a:pt x="118960" y="73566"/>
                  </a:lnTo>
                  <a:lnTo>
                    <a:pt x="118960" y="69891"/>
                  </a:lnTo>
                  <a:lnTo>
                    <a:pt x="117520" y="66949"/>
                  </a:lnTo>
                  <a:lnTo>
                    <a:pt x="116093" y="65169"/>
                  </a:lnTo>
                  <a:lnTo>
                    <a:pt x="118278" y="63691"/>
                  </a:lnTo>
                  <a:lnTo>
                    <a:pt x="118947" y="63174"/>
                  </a:lnTo>
                  <a:lnTo>
                    <a:pt x="117280" y="62643"/>
                  </a:lnTo>
                  <a:lnTo>
                    <a:pt x="115816" y="63174"/>
                  </a:lnTo>
                  <a:lnTo>
                    <a:pt x="114868" y="62113"/>
                  </a:lnTo>
                  <a:lnTo>
                    <a:pt x="114237" y="61280"/>
                  </a:lnTo>
                  <a:lnTo>
                    <a:pt x="116030" y="60219"/>
                  </a:lnTo>
                  <a:lnTo>
                    <a:pt x="116876" y="58540"/>
                  </a:lnTo>
                  <a:lnTo>
                    <a:pt x="117924" y="59070"/>
                  </a:lnTo>
                  <a:lnTo>
                    <a:pt x="117394" y="60964"/>
                  </a:lnTo>
                  <a:lnTo>
                    <a:pt x="117394" y="60964"/>
                  </a:lnTo>
                  <a:lnTo>
                    <a:pt x="119086" y="60118"/>
                  </a:lnTo>
                  <a:lnTo>
                    <a:pt x="120235" y="61065"/>
                  </a:lnTo>
                  <a:lnTo>
                    <a:pt x="121182" y="62744"/>
                  </a:lnTo>
                  <a:lnTo>
                    <a:pt x="122129" y="63906"/>
                  </a:lnTo>
                  <a:lnTo>
                    <a:pt x="122129" y="65484"/>
                  </a:lnTo>
                  <a:lnTo>
                    <a:pt x="122975" y="66318"/>
                  </a:lnTo>
                  <a:lnTo>
                    <a:pt x="124806" y="64853"/>
                  </a:lnTo>
                  <a:lnTo>
                    <a:pt x="124263" y="62542"/>
                  </a:lnTo>
                  <a:lnTo>
                    <a:pt x="122621" y="60850"/>
                  </a:lnTo>
                  <a:lnTo>
                    <a:pt x="122116" y="59802"/>
                  </a:lnTo>
                  <a:lnTo>
                    <a:pt x="123594" y="58540"/>
                  </a:lnTo>
                  <a:lnTo>
                    <a:pt x="123707" y="55699"/>
                  </a:lnTo>
                  <a:lnTo>
                    <a:pt x="124970" y="54651"/>
                  </a:lnTo>
                  <a:lnTo>
                    <a:pt x="126233" y="55383"/>
                  </a:lnTo>
                  <a:lnTo>
                    <a:pt x="128127" y="52125"/>
                  </a:lnTo>
                  <a:lnTo>
                    <a:pt x="129705" y="47289"/>
                  </a:lnTo>
                  <a:lnTo>
                    <a:pt x="128544" y="44031"/>
                  </a:lnTo>
                  <a:lnTo>
                    <a:pt x="127811" y="41102"/>
                  </a:lnTo>
                  <a:lnTo>
                    <a:pt x="126132" y="39523"/>
                  </a:lnTo>
                  <a:lnTo>
                    <a:pt x="123922" y="38892"/>
                  </a:lnTo>
                  <a:lnTo>
                    <a:pt x="122558" y="38362"/>
                  </a:lnTo>
                  <a:lnTo>
                    <a:pt x="121498" y="37516"/>
                  </a:lnTo>
                  <a:lnTo>
                    <a:pt x="123606" y="33311"/>
                  </a:lnTo>
                  <a:lnTo>
                    <a:pt x="124440" y="30533"/>
                  </a:lnTo>
                  <a:lnTo>
                    <a:pt x="126650" y="29220"/>
                  </a:lnTo>
                  <a:lnTo>
                    <a:pt x="130021" y="29220"/>
                  </a:lnTo>
                  <a:lnTo>
                    <a:pt x="132332" y="28588"/>
                  </a:lnTo>
                  <a:lnTo>
                    <a:pt x="132231" y="28588"/>
                  </a:lnTo>
                  <a:lnTo>
                    <a:pt x="132231" y="23222"/>
                  </a:lnTo>
                  <a:lnTo>
                    <a:pt x="135072" y="21959"/>
                  </a:lnTo>
                  <a:lnTo>
                    <a:pt x="135804" y="23853"/>
                  </a:lnTo>
                  <a:lnTo>
                    <a:pt x="136650" y="21959"/>
                  </a:lnTo>
                  <a:lnTo>
                    <a:pt x="136650" y="20065"/>
                  </a:lnTo>
                  <a:lnTo>
                    <a:pt x="138115" y="20899"/>
                  </a:lnTo>
                  <a:lnTo>
                    <a:pt x="137433" y="24788"/>
                  </a:lnTo>
                  <a:lnTo>
                    <a:pt x="136006" y="30571"/>
                  </a:lnTo>
                  <a:lnTo>
                    <a:pt x="136006" y="33942"/>
                  </a:lnTo>
                  <a:lnTo>
                    <a:pt x="139428" y="38677"/>
                  </a:lnTo>
                  <a:lnTo>
                    <a:pt x="140426" y="42049"/>
                  </a:lnTo>
                  <a:lnTo>
                    <a:pt x="140426" y="43412"/>
                  </a:lnTo>
                  <a:lnTo>
                    <a:pt x="141688" y="42364"/>
                  </a:lnTo>
                  <a:lnTo>
                    <a:pt x="141688" y="38993"/>
                  </a:lnTo>
                  <a:lnTo>
                    <a:pt x="143166" y="35622"/>
                  </a:lnTo>
                  <a:lnTo>
                    <a:pt x="142370" y="32894"/>
                  </a:lnTo>
                  <a:lnTo>
                    <a:pt x="142244" y="31316"/>
                  </a:lnTo>
                  <a:lnTo>
                    <a:pt x="141966" y="29220"/>
                  </a:lnTo>
                  <a:lnTo>
                    <a:pt x="140085" y="27742"/>
                  </a:lnTo>
                  <a:lnTo>
                    <a:pt x="139782" y="24800"/>
                  </a:lnTo>
                  <a:lnTo>
                    <a:pt x="142522" y="23020"/>
                  </a:lnTo>
                  <a:lnTo>
                    <a:pt x="144832" y="23336"/>
                  </a:lnTo>
                  <a:lnTo>
                    <a:pt x="144832" y="20697"/>
                  </a:lnTo>
                  <a:lnTo>
                    <a:pt x="145881" y="18967"/>
                  </a:lnTo>
                  <a:lnTo>
                    <a:pt x="148090" y="17855"/>
                  </a:lnTo>
                  <a:lnTo>
                    <a:pt x="148936" y="17855"/>
                  </a:lnTo>
                  <a:lnTo>
                    <a:pt x="147573" y="14067"/>
                  </a:lnTo>
                  <a:lnTo>
                    <a:pt x="144315" y="12868"/>
                  </a:lnTo>
                  <a:lnTo>
                    <a:pt x="144832" y="10784"/>
                  </a:lnTo>
                  <a:lnTo>
                    <a:pt x="144517" y="8751"/>
                  </a:lnTo>
                  <a:lnTo>
                    <a:pt x="144315" y="7577"/>
                  </a:lnTo>
                  <a:lnTo>
                    <a:pt x="146310" y="8613"/>
                  </a:lnTo>
                  <a:lnTo>
                    <a:pt x="147674" y="7565"/>
                  </a:lnTo>
                  <a:lnTo>
                    <a:pt x="148936" y="8398"/>
                  </a:lnTo>
                  <a:lnTo>
                    <a:pt x="149669" y="6188"/>
                  </a:lnTo>
                  <a:lnTo>
                    <a:pt x="148406" y="4509"/>
                  </a:lnTo>
                  <a:lnTo>
                    <a:pt x="147775" y="2084"/>
                  </a:lnTo>
                  <a:lnTo>
                    <a:pt x="144201" y="1567"/>
                  </a:lnTo>
                  <a:lnTo>
                    <a:pt x="144201" y="3031"/>
                  </a:lnTo>
                  <a:lnTo>
                    <a:pt x="142623" y="2981"/>
                  </a:lnTo>
                  <a:lnTo>
                    <a:pt x="141890" y="2084"/>
                  </a:lnTo>
                  <a:lnTo>
                    <a:pt x="134440" y="2084"/>
                  </a:lnTo>
                  <a:lnTo>
                    <a:pt x="131069" y="2400"/>
                  </a:lnTo>
                  <a:lnTo>
                    <a:pt x="133493" y="4774"/>
                  </a:lnTo>
                  <a:lnTo>
                    <a:pt x="130867" y="4799"/>
                  </a:lnTo>
                  <a:lnTo>
                    <a:pt x="130337" y="3499"/>
                  </a:lnTo>
                  <a:lnTo>
                    <a:pt x="127294" y="4837"/>
                  </a:lnTo>
                  <a:lnTo>
                    <a:pt x="124654" y="6504"/>
                  </a:lnTo>
                  <a:lnTo>
                    <a:pt x="123076" y="6504"/>
                  </a:lnTo>
                  <a:lnTo>
                    <a:pt x="122028" y="4294"/>
                  </a:lnTo>
                  <a:lnTo>
                    <a:pt x="119503" y="3928"/>
                  </a:lnTo>
                  <a:lnTo>
                    <a:pt x="117407" y="5115"/>
                  </a:lnTo>
                  <a:lnTo>
                    <a:pt x="114149" y="4016"/>
                  </a:lnTo>
                  <a:lnTo>
                    <a:pt x="112040" y="3158"/>
                  </a:lnTo>
                  <a:lnTo>
                    <a:pt x="107835" y="3461"/>
                  </a:lnTo>
                  <a:lnTo>
                    <a:pt x="106055" y="4610"/>
                  </a:lnTo>
                  <a:lnTo>
                    <a:pt x="107204" y="7767"/>
                  </a:lnTo>
                  <a:lnTo>
                    <a:pt x="104792" y="7767"/>
                  </a:lnTo>
                  <a:lnTo>
                    <a:pt x="103529" y="7653"/>
                  </a:lnTo>
                  <a:lnTo>
                    <a:pt x="101951" y="8448"/>
                  </a:lnTo>
                  <a:lnTo>
                    <a:pt x="102898" y="10153"/>
                  </a:lnTo>
                  <a:lnTo>
                    <a:pt x="100587" y="9484"/>
                  </a:lnTo>
                  <a:lnTo>
                    <a:pt x="99741" y="6529"/>
                  </a:lnTo>
                  <a:lnTo>
                    <a:pt x="97115" y="4319"/>
                  </a:lnTo>
                  <a:lnTo>
                    <a:pt x="93327" y="4837"/>
                  </a:lnTo>
                  <a:lnTo>
                    <a:pt x="94173" y="7577"/>
                  </a:lnTo>
                  <a:lnTo>
                    <a:pt x="91016" y="7463"/>
                  </a:lnTo>
                  <a:lnTo>
                    <a:pt x="89968" y="6100"/>
                  </a:lnTo>
                  <a:lnTo>
                    <a:pt x="87758" y="7249"/>
                  </a:lnTo>
                  <a:lnTo>
                    <a:pt x="86066" y="7779"/>
                  </a:lnTo>
                  <a:lnTo>
                    <a:pt x="83541" y="10822"/>
                  </a:lnTo>
                  <a:lnTo>
                    <a:pt x="83023" y="8827"/>
                  </a:lnTo>
                  <a:lnTo>
                    <a:pt x="85233" y="5468"/>
                  </a:lnTo>
                  <a:lnTo>
                    <a:pt x="84601" y="2312"/>
                  </a:lnTo>
                  <a:lnTo>
                    <a:pt x="8144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38"/>
            <p:cNvSpPr/>
            <p:nvPr/>
          </p:nvSpPr>
          <p:spPr>
            <a:xfrm>
              <a:off x="3167575" y="993250"/>
              <a:ext cx="3759100" cy="3349975"/>
            </a:xfrm>
            <a:custGeom>
              <a:rect b="b" l="l" r="r" t="t"/>
              <a:pathLst>
                <a:path extrusionOk="0" h="133999" w="150364">
                  <a:moveTo>
                    <a:pt x="81786" y="784"/>
                  </a:moveTo>
                  <a:lnTo>
                    <a:pt x="84653" y="2892"/>
                  </a:lnTo>
                  <a:lnTo>
                    <a:pt x="85234" y="5797"/>
                  </a:lnTo>
                  <a:lnTo>
                    <a:pt x="83024" y="9168"/>
                  </a:lnTo>
                  <a:lnTo>
                    <a:pt x="83731" y="11895"/>
                  </a:lnTo>
                  <a:lnTo>
                    <a:pt x="86597" y="8448"/>
                  </a:lnTo>
                  <a:lnTo>
                    <a:pt x="88239" y="7931"/>
                  </a:lnTo>
                  <a:lnTo>
                    <a:pt x="90209" y="6895"/>
                  </a:lnTo>
                  <a:lnTo>
                    <a:pt x="91193" y="8171"/>
                  </a:lnTo>
                  <a:lnTo>
                    <a:pt x="94931" y="8297"/>
                  </a:lnTo>
                  <a:lnTo>
                    <a:pt x="94931" y="8297"/>
                  </a:lnTo>
                  <a:lnTo>
                    <a:pt x="94072" y="5494"/>
                  </a:lnTo>
                  <a:lnTo>
                    <a:pt x="97355" y="5039"/>
                  </a:lnTo>
                  <a:lnTo>
                    <a:pt x="99805" y="7110"/>
                  </a:lnTo>
                  <a:lnTo>
                    <a:pt x="100664" y="10140"/>
                  </a:lnTo>
                  <a:lnTo>
                    <a:pt x="103871" y="11075"/>
                  </a:lnTo>
                  <a:lnTo>
                    <a:pt x="102722" y="8991"/>
                  </a:lnTo>
                  <a:lnTo>
                    <a:pt x="103922" y="8385"/>
                  </a:lnTo>
                  <a:lnTo>
                    <a:pt x="105121" y="8486"/>
                  </a:lnTo>
                  <a:lnTo>
                    <a:pt x="107987" y="8486"/>
                  </a:lnTo>
                  <a:lnTo>
                    <a:pt x="106763" y="5153"/>
                  </a:lnTo>
                  <a:lnTo>
                    <a:pt x="108265" y="4180"/>
                  </a:lnTo>
                  <a:lnTo>
                    <a:pt x="112319" y="3890"/>
                  </a:lnTo>
                  <a:lnTo>
                    <a:pt x="114377" y="4723"/>
                  </a:lnTo>
                  <a:lnTo>
                    <a:pt x="117761" y="5860"/>
                  </a:lnTo>
                  <a:lnTo>
                    <a:pt x="119895" y="4673"/>
                  </a:lnTo>
                  <a:lnTo>
                    <a:pt x="122142" y="5001"/>
                  </a:lnTo>
                  <a:lnTo>
                    <a:pt x="123216" y="7236"/>
                  </a:lnTo>
                  <a:lnTo>
                    <a:pt x="125084" y="7236"/>
                  </a:lnTo>
                  <a:lnTo>
                    <a:pt x="127749" y="5544"/>
                  </a:lnTo>
                  <a:lnTo>
                    <a:pt x="130489" y="4332"/>
                  </a:lnTo>
                  <a:lnTo>
                    <a:pt x="130981" y="5532"/>
                  </a:lnTo>
                  <a:lnTo>
                    <a:pt x="134580" y="5494"/>
                  </a:lnTo>
                  <a:lnTo>
                    <a:pt x="132105" y="3069"/>
                  </a:lnTo>
                  <a:lnTo>
                    <a:pt x="134769" y="2817"/>
                  </a:lnTo>
                  <a:lnTo>
                    <a:pt x="142080" y="2817"/>
                  </a:lnTo>
                  <a:lnTo>
                    <a:pt x="142813" y="3713"/>
                  </a:lnTo>
                  <a:lnTo>
                    <a:pt x="144858" y="3776"/>
                  </a:lnTo>
                  <a:lnTo>
                    <a:pt x="144858" y="2337"/>
                  </a:lnTo>
                  <a:lnTo>
                    <a:pt x="147864" y="2779"/>
                  </a:lnTo>
                  <a:lnTo>
                    <a:pt x="148432" y="4989"/>
                  </a:lnTo>
                  <a:lnTo>
                    <a:pt x="149657" y="6643"/>
                  </a:lnTo>
                  <a:lnTo>
                    <a:pt x="149101" y="8309"/>
                  </a:lnTo>
                  <a:lnTo>
                    <a:pt x="147990" y="7564"/>
                  </a:lnTo>
                  <a:lnTo>
                    <a:pt x="146601" y="8638"/>
                  </a:lnTo>
                  <a:lnTo>
                    <a:pt x="144214" y="7400"/>
                  </a:lnTo>
                  <a:lnTo>
                    <a:pt x="144846" y="11163"/>
                  </a:lnTo>
                  <a:lnTo>
                    <a:pt x="144278" y="13461"/>
                  </a:lnTo>
                  <a:lnTo>
                    <a:pt x="147662" y="14724"/>
                  </a:lnTo>
                  <a:lnTo>
                    <a:pt x="148823" y="17944"/>
                  </a:lnTo>
                  <a:lnTo>
                    <a:pt x="148356" y="17944"/>
                  </a:lnTo>
                  <a:lnTo>
                    <a:pt x="145995" y="19118"/>
                  </a:lnTo>
                  <a:lnTo>
                    <a:pt x="144846" y="21012"/>
                  </a:lnTo>
                  <a:lnTo>
                    <a:pt x="144846" y="23373"/>
                  </a:lnTo>
                  <a:lnTo>
                    <a:pt x="142775" y="23096"/>
                  </a:lnTo>
                  <a:lnTo>
                    <a:pt x="139770" y="25040"/>
                  </a:lnTo>
                  <a:lnTo>
                    <a:pt x="140111" y="28311"/>
                  </a:lnTo>
                  <a:lnTo>
                    <a:pt x="141992" y="29788"/>
                  </a:lnTo>
                  <a:lnTo>
                    <a:pt x="142257" y="31745"/>
                  </a:lnTo>
                  <a:lnTo>
                    <a:pt x="142396" y="33387"/>
                  </a:lnTo>
                  <a:lnTo>
                    <a:pt x="143154" y="36000"/>
                  </a:lnTo>
                  <a:lnTo>
                    <a:pt x="141727" y="39271"/>
                  </a:lnTo>
                  <a:lnTo>
                    <a:pt x="141702" y="42604"/>
                  </a:lnTo>
                  <a:lnTo>
                    <a:pt x="141070" y="43135"/>
                  </a:lnTo>
                  <a:lnTo>
                    <a:pt x="141070" y="42440"/>
                  </a:lnTo>
                  <a:lnTo>
                    <a:pt x="140060" y="38993"/>
                  </a:lnTo>
                  <a:lnTo>
                    <a:pt x="136651" y="34245"/>
                  </a:lnTo>
                  <a:lnTo>
                    <a:pt x="136651" y="31025"/>
                  </a:lnTo>
                  <a:lnTo>
                    <a:pt x="138078" y="25255"/>
                  </a:lnTo>
                  <a:lnTo>
                    <a:pt x="138797" y="21151"/>
                  </a:lnTo>
                  <a:lnTo>
                    <a:pt x="136663" y="19939"/>
                  </a:lnTo>
                  <a:lnTo>
                    <a:pt x="136663" y="22300"/>
                  </a:lnTo>
                  <a:lnTo>
                    <a:pt x="136158" y="23437"/>
                  </a:lnTo>
                  <a:lnTo>
                    <a:pt x="135578" y="21947"/>
                  </a:lnTo>
                  <a:lnTo>
                    <a:pt x="132244" y="23424"/>
                  </a:lnTo>
                  <a:lnTo>
                    <a:pt x="132244" y="28765"/>
                  </a:lnTo>
                  <a:lnTo>
                    <a:pt x="130312" y="29295"/>
                  </a:lnTo>
                  <a:lnTo>
                    <a:pt x="126890" y="29295"/>
                  </a:lnTo>
                  <a:lnTo>
                    <a:pt x="124504" y="30722"/>
                  </a:lnTo>
                  <a:lnTo>
                    <a:pt x="123645" y="33576"/>
                  </a:lnTo>
                  <a:lnTo>
                    <a:pt x="121435" y="38008"/>
                  </a:lnTo>
                  <a:lnTo>
                    <a:pt x="122685" y="39006"/>
                  </a:lnTo>
                  <a:lnTo>
                    <a:pt x="124163" y="39586"/>
                  </a:lnTo>
                  <a:lnTo>
                    <a:pt x="126297" y="40193"/>
                  </a:lnTo>
                  <a:lnTo>
                    <a:pt x="127862" y="41657"/>
                  </a:lnTo>
                  <a:lnTo>
                    <a:pt x="128582" y="44549"/>
                  </a:lnTo>
                  <a:lnTo>
                    <a:pt x="129706" y="47706"/>
                  </a:lnTo>
                  <a:lnTo>
                    <a:pt x="128178" y="52403"/>
                  </a:lnTo>
                  <a:lnTo>
                    <a:pt x="126461" y="55358"/>
                  </a:lnTo>
                  <a:lnTo>
                    <a:pt x="125274" y="54676"/>
                  </a:lnTo>
                  <a:lnTo>
                    <a:pt x="123733" y="55951"/>
                  </a:lnTo>
                  <a:lnTo>
                    <a:pt x="123620" y="58792"/>
                  </a:lnTo>
                  <a:lnTo>
                    <a:pt x="122067" y="60118"/>
                  </a:lnTo>
                  <a:lnTo>
                    <a:pt x="122673" y="61393"/>
                  </a:lnTo>
                  <a:lnTo>
                    <a:pt x="124314" y="63098"/>
                  </a:lnTo>
                  <a:lnTo>
                    <a:pt x="124807" y="65131"/>
                  </a:lnTo>
                  <a:lnTo>
                    <a:pt x="123342" y="66305"/>
                  </a:lnTo>
                  <a:lnTo>
                    <a:pt x="122786" y="65750"/>
                  </a:lnTo>
                  <a:lnTo>
                    <a:pt x="122786" y="64196"/>
                  </a:lnTo>
                  <a:lnTo>
                    <a:pt x="121801" y="62997"/>
                  </a:lnTo>
                  <a:lnTo>
                    <a:pt x="120854" y="61317"/>
                  </a:lnTo>
                  <a:lnTo>
                    <a:pt x="119465" y="60143"/>
                  </a:lnTo>
                  <a:lnTo>
                    <a:pt x="118241" y="60762"/>
                  </a:lnTo>
                  <a:lnTo>
                    <a:pt x="118241" y="60762"/>
                  </a:lnTo>
                  <a:lnTo>
                    <a:pt x="118645" y="59297"/>
                  </a:lnTo>
                  <a:lnTo>
                    <a:pt x="117079" y="58514"/>
                  </a:lnTo>
                  <a:lnTo>
                    <a:pt x="116132" y="60396"/>
                  </a:lnTo>
                  <a:lnTo>
                    <a:pt x="114112" y="61583"/>
                  </a:lnTo>
                  <a:lnTo>
                    <a:pt x="114970" y="62719"/>
                  </a:lnTo>
                  <a:lnTo>
                    <a:pt x="116056" y="63931"/>
                  </a:lnTo>
                  <a:lnTo>
                    <a:pt x="117622" y="63376"/>
                  </a:lnTo>
                  <a:lnTo>
                    <a:pt x="118607" y="63691"/>
                  </a:lnTo>
                  <a:lnTo>
                    <a:pt x="115968" y="65497"/>
                  </a:lnTo>
                  <a:lnTo>
                    <a:pt x="117597" y="67530"/>
                  </a:lnTo>
                  <a:lnTo>
                    <a:pt x="119011" y="70371"/>
                  </a:lnTo>
                  <a:lnTo>
                    <a:pt x="119011" y="73919"/>
                  </a:lnTo>
                  <a:lnTo>
                    <a:pt x="118266" y="76028"/>
                  </a:lnTo>
                  <a:lnTo>
                    <a:pt x="116574" y="79096"/>
                  </a:lnTo>
                  <a:lnTo>
                    <a:pt x="112824" y="80978"/>
                  </a:lnTo>
                  <a:lnTo>
                    <a:pt x="111245" y="82114"/>
                  </a:lnTo>
                  <a:lnTo>
                    <a:pt x="110740" y="80940"/>
                  </a:lnTo>
                  <a:lnTo>
                    <a:pt x="110462" y="81041"/>
                  </a:lnTo>
                  <a:cubicBezTo>
                    <a:pt x="110159" y="81142"/>
                    <a:pt x="108594" y="81697"/>
                    <a:pt x="108253" y="81912"/>
                  </a:cubicBezTo>
                  <a:cubicBezTo>
                    <a:pt x="107886" y="82165"/>
                    <a:pt x="107634" y="83276"/>
                    <a:pt x="107520" y="83907"/>
                  </a:cubicBezTo>
                  <a:lnTo>
                    <a:pt x="107495" y="84008"/>
                  </a:lnTo>
                  <a:lnTo>
                    <a:pt x="108341" y="85688"/>
                  </a:lnTo>
                  <a:lnTo>
                    <a:pt x="110197" y="87468"/>
                  </a:lnTo>
                  <a:lnTo>
                    <a:pt x="110197" y="90852"/>
                  </a:lnTo>
                  <a:cubicBezTo>
                    <a:pt x="110046" y="91092"/>
                    <a:pt x="109174" y="91824"/>
                    <a:pt x="108379" y="92430"/>
                  </a:cubicBezTo>
                  <a:lnTo>
                    <a:pt x="107760" y="92115"/>
                  </a:lnTo>
                  <a:lnTo>
                    <a:pt x="106093" y="90360"/>
                  </a:lnTo>
                  <a:lnTo>
                    <a:pt x="104161" y="88541"/>
                  </a:lnTo>
                  <a:lnTo>
                    <a:pt x="103164" y="89829"/>
                  </a:lnTo>
                  <a:lnTo>
                    <a:pt x="102823" y="92203"/>
                  </a:lnTo>
                  <a:lnTo>
                    <a:pt x="103492" y="93756"/>
                  </a:lnTo>
                  <a:lnTo>
                    <a:pt x="104679" y="95398"/>
                  </a:lnTo>
                  <a:lnTo>
                    <a:pt x="106321" y="96648"/>
                  </a:lnTo>
                  <a:lnTo>
                    <a:pt x="106611" y="98239"/>
                  </a:lnTo>
                  <a:lnTo>
                    <a:pt x="107028" y="99602"/>
                  </a:lnTo>
                  <a:lnTo>
                    <a:pt x="105689" y="99047"/>
                  </a:lnTo>
                  <a:lnTo>
                    <a:pt x="104313" y="97254"/>
                  </a:lnTo>
                  <a:lnTo>
                    <a:pt x="103290" y="95082"/>
                  </a:lnTo>
                  <a:lnTo>
                    <a:pt x="101371" y="94072"/>
                  </a:lnTo>
                  <a:lnTo>
                    <a:pt x="101371" y="90056"/>
                  </a:lnTo>
                  <a:lnTo>
                    <a:pt x="99351" y="85725"/>
                  </a:lnTo>
                  <a:lnTo>
                    <a:pt x="97583" y="86773"/>
                  </a:lnTo>
                  <a:lnTo>
                    <a:pt x="97583" y="83756"/>
                  </a:lnTo>
                  <a:lnTo>
                    <a:pt x="95739" y="82897"/>
                  </a:lnTo>
                  <a:lnTo>
                    <a:pt x="94944" y="79690"/>
                  </a:lnTo>
                  <a:lnTo>
                    <a:pt x="91774" y="80422"/>
                  </a:lnTo>
                  <a:lnTo>
                    <a:pt x="90423" y="82278"/>
                  </a:lnTo>
                  <a:lnTo>
                    <a:pt x="87431" y="84980"/>
                  </a:lnTo>
                  <a:lnTo>
                    <a:pt x="85372" y="86773"/>
                  </a:lnTo>
                  <a:lnTo>
                    <a:pt x="84324" y="88503"/>
                  </a:lnTo>
                  <a:lnTo>
                    <a:pt x="84324" y="91546"/>
                  </a:lnTo>
                  <a:lnTo>
                    <a:pt x="82961" y="93706"/>
                  </a:lnTo>
                  <a:lnTo>
                    <a:pt x="82620" y="92456"/>
                  </a:lnTo>
                  <a:lnTo>
                    <a:pt x="81142" y="89084"/>
                  </a:lnTo>
                  <a:lnTo>
                    <a:pt x="79791" y="86180"/>
                  </a:lnTo>
                  <a:lnTo>
                    <a:pt x="79160" y="83465"/>
                  </a:lnTo>
                  <a:lnTo>
                    <a:pt x="78377" y="80359"/>
                  </a:lnTo>
                  <a:lnTo>
                    <a:pt x="76837" y="82152"/>
                  </a:lnTo>
                  <a:lnTo>
                    <a:pt x="75890" y="82000"/>
                  </a:lnTo>
                  <a:lnTo>
                    <a:pt x="74602" y="79803"/>
                  </a:lnTo>
                  <a:lnTo>
                    <a:pt x="71773" y="77745"/>
                  </a:lnTo>
                  <a:lnTo>
                    <a:pt x="68326" y="78175"/>
                  </a:lnTo>
                  <a:lnTo>
                    <a:pt x="65687" y="77770"/>
                  </a:lnTo>
                  <a:lnTo>
                    <a:pt x="63957" y="76849"/>
                  </a:lnTo>
                  <a:lnTo>
                    <a:pt x="62113" y="76710"/>
                  </a:lnTo>
                  <a:lnTo>
                    <a:pt x="60118" y="75624"/>
                  </a:lnTo>
                  <a:lnTo>
                    <a:pt x="56999" y="73086"/>
                  </a:lnTo>
                  <a:lnTo>
                    <a:pt x="55737" y="75232"/>
                  </a:lnTo>
                  <a:lnTo>
                    <a:pt x="57782" y="76912"/>
                  </a:lnTo>
                  <a:lnTo>
                    <a:pt x="59108" y="79349"/>
                  </a:lnTo>
                  <a:lnTo>
                    <a:pt x="61419" y="79235"/>
                  </a:lnTo>
                  <a:lnTo>
                    <a:pt x="63717" y="78541"/>
                  </a:lnTo>
                  <a:lnTo>
                    <a:pt x="64954" y="79879"/>
                  </a:lnTo>
                  <a:lnTo>
                    <a:pt x="66394" y="81306"/>
                  </a:lnTo>
                  <a:lnTo>
                    <a:pt x="65636" y="83187"/>
                  </a:lnTo>
                  <a:lnTo>
                    <a:pt x="64538" y="85208"/>
                  </a:lnTo>
                  <a:lnTo>
                    <a:pt x="60775" y="87140"/>
                  </a:lnTo>
                  <a:lnTo>
                    <a:pt x="57025" y="87973"/>
                  </a:lnTo>
                  <a:lnTo>
                    <a:pt x="53805" y="89425"/>
                  </a:lnTo>
                  <a:lnTo>
                    <a:pt x="53388" y="88263"/>
                  </a:lnTo>
                  <a:lnTo>
                    <a:pt x="52100" y="85132"/>
                  </a:lnTo>
                  <a:lnTo>
                    <a:pt x="50105" y="83554"/>
                  </a:lnTo>
                  <a:lnTo>
                    <a:pt x="49297" y="81230"/>
                  </a:lnTo>
                  <a:lnTo>
                    <a:pt x="47782" y="78831"/>
                  </a:lnTo>
                  <a:lnTo>
                    <a:pt x="45117" y="75169"/>
                  </a:lnTo>
                  <a:lnTo>
                    <a:pt x="43387" y="75801"/>
                  </a:lnTo>
                  <a:lnTo>
                    <a:pt x="44284" y="77341"/>
                  </a:lnTo>
                  <a:lnTo>
                    <a:pt x="45332" y="80182"/>
                  </a:lnTo>
                  <a:lnTo>
                    <a:pt x="46203" y="81382"/>
                  </a:lnTo>
                  <a:lnTo>
                    <a:pt x="48325" y="86281"/>
                  </a:lnTo>
                  <a:lnTo>
                    <a:pt x="49726" y="87241"/>
                  </a:lnTo>
                  <a:lnTo>
                    <a:pt x="51772" y="89198"/>
                  </a:lnTo>
                  <a:lnTo>
                    <a:pt x="52264" y="90271"/>
                  </a:lnTo>
                  <a:lnTo>
                    <a:pt x="53009" y="92506"/>
                  </a:lnTo>
                  <a:lnTo>
                    <a:pt x="54550" y="91736"/>
                  </a:lnTo>
                  <a:lnTo>
                    <a:pt x="58287" y="91218"/>
                  </a:lnTo>
                  <a:lnTo>
                    <a:pt x="59525" y="90612"/>
                  </a:lnTo>
                  <a:lnTo>
                    <a:pt x="59904" y="91837"/>
                  </a:lnTo>
                  <a:cubicBezTo>
                    <a:pt x="59664" y="92443"/>
                    <a:pt x="59070" y="93946"/>
                    <a:pt x="59070" y="94362"/>
                  </a:cubicBezTo>
                  <a:cubicBezTo>
                    <a:pt x="59045" y="94615"/>
                    <a:pt x="58338" y="96016"/>
                    <a:pt x="57681" y="97191"/>
                  </a:cubicBezTo>
                  <a:lnTo>
                    <a:pt x="54487" y="99148"/>
                  </a:lnTo>
                  <a:lnTo>
                    <a:pt x="51784" y="102128"/>
                  </a:lnTo>
                  <a:lnTo>
                    <a:pt x="48855" y="104792"/>
                  </a:lnTo>
                  <a:lnTo>
                    <a:pt x="49474" y="106408"/>
                  </a:lnTo>
                  <a:lnTo>
                    <a:pt x="49411" y="108719"/>
                  </a:lnTo>
                  <a:lnTo>
                    <a:pt x="50257" y="110727"/>
                  </a:lnTo>
                  <a:lnTo>
                    <a:pt x="50257" y="113189"/>
                  </a:lnTo>
                  <a:lnTo>
                    <a:pt x="48767" y="115487"/>
                  </a:lnTo>
                  <a:lnTo>
                    <a:pt x="44587" y="118694"/>
                  </a:lnTo>
                  <a:lnTo>
                    <a:pt x="44587" y="120096"/>
                  </a:lnTo>
                  <a:lnTo>
                    <a:pt x="44297" y="123897"/>
                  </a:lnTo>
                  <a:lnTo>
                    <a:pt x="42845" y="123897"/>
                  </a:lnTo>
                  <a:lnTo>
                    <a:pt x="42175" y="126927"/>
                  </a:lnTo>
                  <a:lnTo>
                    <a:pt x="39713" y="129730"/>
                  </a:lnTo>
                  <a:lnTo>
                    <a:pt x="38084" y="131536"/>
                  </a:lnTo>
                  <a:lnTo>
                    <a:pt x="35647" y="133367"/>
                  </a:lnTo>
                  <a:lnTo>
                    <a:pt x="31404" y="133367"/>
                  </a:lnTo>
                  <a:lnTo>
                    <a:pt x="29776" y="130842"/>
                  </a:lnTo>
                  <a:lnTo>
                    <a:pt x="29371" y="128581"/>
                  </a:lnTo>
                  <a:lnTo>
                    <a:pt x="28210" y="126334"/>
                  </a:lnTo>
                  <a:lnTo>
                    <a:pt x="26278" y="123796"/>
                  </a:lnTo>
                  <a:lnTo>
                    <a:pt x="26278" y="120222"/>
                  </a:lnTo>
                  <a:lnTo>
                    <a:pt x="24384" y="117495"/>
                  </a:lnTo>
                  <a:lnTo>
                    <a:pt x="24384" y="115285"/>
                  </a:lnTo>
                  <a:lnTo>
                    <a:pt x="26278" y="112659"/>
                  </a:lnTo>
                  <a:lnTo>
                    <a:pt x="26278" y="109654"/>
                  </a:lnTo>
                  <a:lnTo>
                    <a:pt x="25672" y="106509"/>
                  </a:lnTo>
                  <a:lnTo>
                    <a:pt x="23563" y="103340"/>
                  </a:lnTo>
                  <a:lnTo>
                    <a:pt x="23992" y="99262"/>
                  </a:lnTo>
                  <a:lnTo>
                    <a:pt x="22679" y="97140"/>
                  </a:lnTo>
                  <a:lnTo>
                    <a:pt x="19838" y="97279"/>
                  </a:lnTo>
                  <a:lnTo>
                    <a:pt x="18916" y="95701"/>
                  </a:lnTo>
                  <a:lnTo>
                    <a:pt x="16353" y="95410"/>
                  </a:lnTo>
                  <a:lnTo>
                    <a:pt x="13600" y="96787"/>
                  </a:lnTo>
                  <a:lnTo>
                    <a:pt x="11113" y="96787"/>
                  </a:lnTo>
                  <a:lnTo>
                    <a:pt x="8486" y="97090"/>
                  </a:lnTo>
                  <a:lnTo>
                    <a:pt x="5570" y="95385"/>
                  </a:lnTo>
                  <a:lnTo>
                    <a:pt x="1453" y="91067"/>
                  </a:lnTo>
                  <a:lnTo>
                    <a:pt x="645" y="87746"/>
                  </a:lnTo>
                  <a:lnTo>
                    <a:pt x="1175" y="84905"/>
                  </a:lnTo>
                  <a:lnTo>
                    <a:pt x="658" y="82518"/>
                  </a:lnTo>
                  <a:lnTo>
                    <a:pt x="1642" y="80132"/>
                  </a:lnTo>
                  <a:lnTo>
                    <a:pt x="4029" y="76306"/>
                  </a:lnTo>
                  <a:lnTo>
                    <a:pt x="6681" y="74386"/>
                  </a:lnTo>
                  <a:lnTo>
                    <a:pt x="7325" y="72353"/>
                  </a:lnTo>
                  <a:lnTo>
                    <a:pt x="9055" y="70523"/>
                  </a:lnTo>
                  <a:lnTo>
                    <a:pt x="10683" y="68894"/>
                  </a:lnTo>
                  <a:lnTo>
                    <a:pt x="11870" y="69487"/>
                  </a:lnTo>
                  <a:lnTo>
                    <a:pt x="16328" y="67858"/>
                  </a:lnTo>
                  <a:lnTo>
                    <a:pt x="20457" y="67871"/>
                  </a:lnTo>
                  <a:lnTo>
                    <a:pt x="22490" y="67543"/>
                  </a:lnTo>
                  <a:lnTo>
                    <a:pt x="23639" y="67795"/>
                  </a:lnTo>
                  <a:lnTo>
                    <a:pt x="24005" y="70560"/>
                  </a:lnTo>
                  <a:lnTo>
                    <a:pt x="26619" y="71116"/>
                  </a:lnTo>
                  <a:lnTo>
                    <a:pt x="29334" y="73338"/>
                  </a:lnTo>
                  <a:lnTo>
                    <a:pt x="31152" y="71747"/>
                  </a:lnTo>
                  <a:lnTo>
                    <a:pt x="32894" y="71457"/>
                  </a:lnTo>
                  <a:lnTo>
                    <a:pt x="38349" y="73035"/>
                  </a:lnTo>
                  <a:lnTo>
                    <a:pt x="41784" y="72505"/>
                  </a:lnTo>
                  <a:lnTo>
                    <a:pt x="44739" y="71154"/>
                  </a:lnTo>
                  <a:lnTo>
                    <a:pt x="45648" y="67719"/>
                  </a:lnTo>
                  <a:lnTo>
                    <a:pt x="44461" y="65989"/>
                  </a:lnTo>
                  <a:lnTo>
                    <a:pt x="41910" y="67442"/>
                  </a:lnTo>
                  <a:lnTo>
                    <a:pt x="39347" y="66785"/>
                  </a:lnTo>
                  <a:lnTo>
                    <a:pt x="37819" y="65762"/>
                  </a:lnTo>
                  <a:lnTo>
                    <a:pt x="38715" y="63590"/>
                  </a:lnTo>
                  <a:lnTo>
                    <a:pt x="40067" y="62820"/>
                  </a:lnTo>
                  <a:lnTo>
                    <a:pt x="42466" y="62227"/>
                  </a:lnTo>
                  <a:lnTo>
                    <a:pt x="45610" y="63073"/>
                  </a:lnTo>
                  <a:lnTo>
                    <a:pt x="50244" y="62075"/>
                  </a:lnTo>
                  <a:lnTo>
                    <a:pt x="47946" y="60345"/>
                  </a:lnTo>
                  <a:lnTo>
                    <a:pt x="45458" y="57782"/>
                  </a:lnTo>
                  <a:lnTo>
                    <a:pt x="46304" y="55206"/>
                  </a:lnTo>
                  <a:lnTo>
                    <a:pt x="43501" y="56999"/>
                  </a:lnTo>
                  <a:lnTo>
                    <a:pt x="43602" y="58312"/>
                  </a:lnTo>
                  <a:lnTo>
                    <a:pt x="42289" y="58312"/>
                  </a:lnTo>
                  <a:lnTo>
                    <a:pt x="41632" y="55938"/>
                  </a:lnTo>
                  <a:lnTo>
                    <a:pt x="39511" y="56469"/>
                  </a:lnTo>
                  <a:lnTo>
                    <a:pt x="37832" y="60042"/>
                  </a:lnTo>
                  <a:lnTo>
                    <a:pt x="37933" y="62265"/>
                  </a:lnTo>
                  <a:lnTo>
                    <a:pt x="36632" y="62530"/>
                  </a:lnTo>
                  <a:lnTo>
                    <a:pt x="35167" y="62757"/>
                  </a:lnTo>
                  <a:lnTo>
                    <a:pt x="33639" y="64398"/>
                  </a:lnTo>
                  <a:lnTo>
                    <a:pt x="34776" y="65750"/>
                  </a:lnTo>
                  <a:lnTo>
                    <a:pt x="33829" y="66659"/>
                  </a:lnTo>
                  <a:lnTo>
                    <a:pt x="32427" y="65585"/>
                  </a:lnTo>
                  <a:lnTo>
                    <a:pt x="30988" y="61886"/>
                  </a:lnTo>
                  <a:lnTo>
                    <a:pt x="28033" y="58893"/>
                  </a:lnTo>
                  <a:lnTo>
                    <a:pt x="25242" y="56974"/>
                  </a:lnTo>
                  <a:lnTo>
                    <a:pt x="24636" y="59146"/>
                  </a:lnTo>
                  <a:lnTo>
                    <a:pt x="27136" y="61595"/>
                  </a:lnTo>
                  <a:lnTo>
                    <a:pt x="29712" y="63085"/>
                  </a:lnTo>
                  <a:lnTo>
                    <a:pt x="29574" y="63401"/>
                  </a:lnTo>
                  <a:lnTo>
                    <a:pt x="28172" y="62921"/>
                  </a:lnTo>
                  <a:lnTo>
                    <a:pt x="28172" y="64967"/>
                  </a:lnTo>
                  <a:lnTo>
                    <a:pt x="27541" y="65333"/>
                  </a:lnTo>
                  <a:lnTo>
                    <a:pt x="27541" y="64537"/>
                  </a:lnTo>
                  <a:lnTo>
                    <a:pt x="26720" y="63148"/>
                  </a:lnTo>
                  <a:lnTo>
                    <a:pt x="25255" y="61785"/>
                  </a:lnTo>
                  <a:lnTo>
                    <a:pt x="23273" y="59575"/>
                  </a:lnTo>
                  <a:lnTo>
                    <a:pt x="21467" y="59575"/>
                  </a:lnTo>
                  <a:lnTo>
                    <a:pt x="20141" y="60295"/>
                  </a:lnTo>
                  <a:lnTo>
                    <a:pt x="17515" y="59600"/>
                  </a:lnTo>
                  <a:lnTo>
                    <a:pt x="17174" y="61557"/>
                  </a:lnTo>
                  <a:lnTo>
                    <a:pt x="16277" y="61949"/>
                  </a:lnTo>
                  <a:lnTo>
                    <a:pt x="15179" y="63919"/>
                  </a:lnTo>
                  <a:lnTo>
                    <a:pt x="13386" y="66507"/>
                  </a:lnTo>
                  <a:lnTo>
                    <a:pt x="11391" y="66406"/>
                  </a:lnTo>
                  <a:lnTo>
                    <a:pt x="10065" y="67176"/>
                  </a:lnTo>
                  <a:lnTo>
                    <a:pt x="9143" y="66381"/>
                  </a:lnTo>
                  <a:lnTo>
                    <a:pt x="6719" y="65649"/>
                  </a:lnTo>
                  <a:lnTo>
                    <a:pt x="6719" y="60610"/>
                  </a:lnTo>
                  <a:lnTo>
                    <a:pt x="8827" y="59499"/>
                  </a:lnTo>
                  <a:lnTo>
                    <a:pt x="12413" y="59954"/>
                  </a:lnTo>
                  <a:lnTo>
                    <a:pt x="14156" y="58148"/>
                  </a:lnTo>
                  <a:lnTo>
                    <a:pt x="13070" y="55825"/>
                  </a:lnTo>
                  <a:lnTo>
                    <a:pt x="12110" y="55320"/>
                  </a:lnTo>
                  <a:lnTo>
                    <a:pt x="13045" y="55168"/>
                  </a:lnTo>
                  <a:lnTo>
                    <a:pt x="14749" y="55168"/>
                  </a:lnTo>
                  <a:lnTo>
                    <a:pt x="16694" y="53186"/>
                  </a:lnTo>
                  <a:lnTo>
                    <a:pt x="17616" y="49840"/>
                  </a:lnTo>
                  <a:lnTo>
                    <a:pt x="20381" y="48691"/>
                  </a:lnTo>
                  <a:lnTo>
                    <a:pt x="20608" y="45913"/>
                  </a:lnTo>
                  <a:lnTo>
                    <a:pt x="21568" y="44764"/>
                  </a:lnTo>
                  <a:lnTo>
                    <a:pt x="22250" y="45559"/>
                  </a:lnTo>
                  <a:lnTo>
                    <a:pt x="21442" y="48211"/>
                  </a:lnTo>
                  <a:lnTo>
                    <a:pt x="25924" y="48211"/>
                  </a:lnTo>
                  <a:lnTo>
                    <a:pt x="29788" y="47504"/>
                  </a:lnTo>
                  <a:lnTo>
                    <a:pt x="30558" y="44915"/>
                  </a:lnTo>
                  <a:lnTo>
                    <a:pt x="31733" y="43539"/>
                  </a:lnTo>
                  <a:lnTo>
                    <a:pt x="32023" y="41910"/>
                  </a:lnTo>
                  <a:lnTo>
                    <a:pt x="34687" y="41821"/>
                  </a:lnTo>
                  <a:lnTo>
                    <a:pt x="37390" y="40129"/>
                  </a:lnTo>
                  <a:lnTo>
                    <a:pt x="35369" y="38841"/>
                  </a:lnTo>
                  <a:lnTo>
                    <a:pt x="32768" y="39599"/>
                  </a:lnTo>
                  <a:lnTo>
                    <a:pt x="31253" y="39422"/>
                  </a:lnTo>
                  <a:lnTo>
                    <a:pt x="30205" y="36303"/>
                  </a:lnTo>
                  <a:lnTo>
                    <a:pt x="33147" y="32604"/>
                  </a:lnTo>
                  <a:lnTo>
                    <a:pt x="31202" y="31215"/>
                  </a:lnTo>
                  <a:lnTo>
                    <a:pt x="29586" y="32591"/>
                  </a:lnTo>
                  <a:lnTo>
                    <a:pt x="28955" y="34372"/>
                  </a:lnTo>
                  <a:lnTo>
                    <a:pt x="27136" y="35874"/>
                  </a:lnTo>
                  <a:lnTo>
                    <a:pt x="26897" y="38425"/>
                  </a:lnTo>
                  <a:lnTo>
                    <a:pt x="28462" y="40723"/>
                  </a:lnTo>
                  <a:cubicBezTo>
                    <a:pt x="28361" y="41241"/>
                    <a:pt x="28071" y="42667"/>
                    <a:pt x="28071" y="42933"/>
                  </a:cubicBezTo>
                  <a:cubicBezTo>
                    <a:pt x="28008" y="43147"/>
                    <a:pt x="27288" y="44233"/>
                    <a:pt x="26619" y="45155"/>
                  </a:cubicBezTo>
                  <a:lnTo>
                    <a:pt x="24131" y="44902"/>
                  </a:lnTo>
                  <a:lnTo>
                    <a:pt x="24308" y="43640"/>
                  </a:lnTo>
                  <a:lnTo>
                    <a:pt x="22553" y="40622"/>
                  </a:lnTo>
                  <a:lnTo>
                    <a:pt x="21076" y="42465"/>
                  </a:lnTo>
                  <a:lnTo>
                    <a:pt x="19687" y="42718"/>
                  </a:lnTo>
                  <a:lnTo>
                    <a:pt x="18740" y="39321"/>
                  </a:lnTo>
                  <a:lnTo>
                    <a:pt x="19510" y="37680"/>
                  </a:lnTo>
                  <a:lnTo>
                    <a:pt x="21985" y="35205"/>
                  </a:lnTo>
                  <a:lnTo>
                    <a:pt x="23386" y="32326"/>
                  </a:lnTo>
                  <a:lnTo>
                    <a:pt x="25874" y="28790"/>
                  </a:lnTo>
                  <a:lnTo>
                    <a:pt x="29712" y="24750"/>
                  </a:lnTo>
                  <a:lnTo>
                    <a:pt x="33021" y="23639"/>
                  </a:lnTo>
                  <a:lnTo>
                    <a:pt x="35294" y="24232"/>
                  </a:lnTo>
                  <a:lnTo>
                    <a:pt x="38008" y="25381"/>
                  </a:lnTo>
                  <a:lnTo>
                    <a:pt x="41481" y="27212"/>
                  </a:lnTo>
                  <a:lnTo>
                    <a:pt x="42188" y="29068"/>
                  </a:lnTo>
                  <a:lnTo>
                    <a:pt x="41039" y="29813"/>
                  </a:lnTo>
                  <a:lnTo>
                    <a:pt x="36556" y="28942"/>
                  </a:lnTo>
                  <a:lnTo>
                    <a:pt x="39284" y="30975"/>
                  </a:lnTo>
                  <a:lnTo>
                    <a:pt x="40976" y="34245"/>
                  </a:lnTo>
                  <a:lnTo>
                    <a:pt x="41910" y="32781"/>
                  </a:lnTo>
                  <a:lnTo>
                    <a:pt x="44436" y="32907"/>
                  </a:lnTo>
                  <a:lnTo>
                    <a:pt x="43135" y="30886"/>
                  </a:lnTo>
                  <a:lnTo>
                    <a:pt x="45181" y="29712"/>
                  </a:lnTo>
                  <a:lnTo>
                    <a:pt x="45471" y="27237"/>
                  </a:lnTo>
                  <a:lnTo>
                    <a:pt x="46191" y="27528"/>
                  </a:lnTo>
                  <a:lnTo>
                    <a:pt x="46809" y="30634"/>
                  </a:lnTo>
                  <a:lnTo>
                    <a:pt x="49082" y="27982"/>
                  </a:lnTo>
                  <a:lnTo>
                    <a:pt x="52971" y="25924"/>
                  </a:lnTo>
                  <a:lnTo>
                    <a:pt x="56330" y="25217"/>
                  </a:lnTo>
                  <a:lnTo>
                    <a:pt x="55648" y="23815"/>
                  </a:lnTo>
                  <a:lnTo>
                    <a:pt x="55863" y="23159"/>
                  </a:lnTo>
                  <a:lnTo>
                    <a:pt x="58224" y="23714"/>
                  </a:lnTo>
                  <a:lnTo>
                    <a:pt x="61596" y="25406"/>
                  </a:lnTo>
                  <a:lnTo>
                    <a:pt x="61596" y="23171"/>
                  </a:lnTo>
                  <a:lnTo>
                    <a:pt x="59449" y="21277"/>
                  </a:lnTo>
                  <a:lnTo>
                    <a:pt x="59500" y="18828"/>
                  </a:lnTo>
                  <a:lnTo>
                    <a:pt x="60245" y="15532"/>
                  </a:lnTo>
                  <a:lnTo>
                    <a:pt x="61457" y="15987"/>
                  </a:lnTo>
                  <a:lnTo>
                    <a:pt x="62252" y="17944"/>
                  </a:lnTo>
                  <a:lnTo>
                    <a:pt x="63300" y="20899"/>
                  </a:lnTo>
                  <a:lnTo>
                    <a:pt x="64614" y="24333"/>
                  </a:lnTo>
                  <a:lnTo>
                    <a:pt x="63464" y="26530"/>
                  </a:lnTo>
                  <a:lnTo>
                    <a:pt x="65813" y="27364"/>
                  </a:lnTo>
                  <a:lnTo>
                    <a:pt x="67114" y="25659"/>
                  </a:lnTo>
                  <a:lnTo>
                    <a:pt x="66470" y="24270"/>
                  </a:lnTo>
                  <a:cubicBezTo>
                    <a:pt x="67215" y="24106"/>
                    <a:pt x="67947" y="23879"/>
                    <a:pt x="68667" y="23601"/>
                  </a:cubicBezTo>
                  <a:lnTo>
                    <a:pt x="69134" y="23386"/>
                  </a:lnTo>
                  <a:lnTo>
                    <a:pt x="67530" y="22060"/>
                  </a:lnTo>
                  <a:lnTo>
                    <a:pt x="65952" y="21770"/>
                  </a:lnTo>
                  <a:lnTo>
                    <a:pt x="64715" y="17982"/>
                  </a:lnTo>
                  <a:lnTo>
                    <a:pt x="65864" y="17211"/>
                  </a:lnTo>
                  <a:lnTo>
                    <a:pt x="66407" y="15696"/>
                  </a:lnTo>
                  <a:lnTo>
                    <a:pt x="69071" y="17275"/>
                  </a:lnTo>
                  <a:lnTo>
                    <a:pt x="70750" y="16252"/>
                  </a:lnTo>
                  <a:lnTo>
                    <a:pt x="68313" y="14964"/>
                  </a:lnTo>
                  <a:lnTo>
                    <a:pt x="67152" y="13726"/>
                  </a:lnTo>
                  <a:lnTo>
                    <a:pt x="70321" y="11946"/>
                  </a:lnTo>
                  <a:lnTo>
                    <a:pt x="69033" y="10683"/>
                  </a:lnTo>
                  <a:lnTo>
                    <a:pt x="70460" y="7943"/>
                  </a:lnTo>
                  <a:lnTo>
                    <a:pt x="73743" y="5481"/>
                  </a:lnTo>
                  <a:lnTo>
                    <a:pt x="74501" y="2968"/>
                  </a:lnTo>
                  <a:lnTo>
                    <a:pt x="75624" y="1554"/>
                  </a:lnTo>
                  <a:lnTo>
                    <a:pt x="77468" y="1554"/>
                  </a:lnTo>
                  <a:lnTo>
                    <a:pt x="78554" y="4206"/>
                  </a:lnTo>
                  <a:lnTo>
                    <a:pt x="80019" y="2097"/>
                  </a:lnTo>
                  <a:lnTo>
                    <a:pt x="81786" y="784"/>
                  </a:lnTo>
                  <a:close/>
                  <a:moveTo>
                    <a:pt x="81786" y="1"/>
                  </a:moveTo>
                  <a:lnTo>
                    <a:pt x="79614" y="1605"/>
                  </a:lnTo>
                  <a:lnTo>
                    <a:pt x="78705" y="2880"/>
                  </a:lnTo>
                  <a:lnTo>
                    <a:pt x="77910" y="910"/>
                  </a:lnTo>
                  <a:lnTo>
                    <a:pt x="75334" y="910"/>
                  </a:lnTo>
                  <a:lnTo>
                    <a:pt x="73983" y="2615"/>
                  </a:lnTo>
                  <a:lnTo>
                    <a:pt x="73213" y="5090"/>
                  </a:lnTo>
                  <a:lnTo>
                    <a:pt x="70043" y="7476"/>
                  </a:lnTo>
                  <a:lnTo>
                    <a:pt x="68263" y="10784"/>
                  </a:lnTo>
                  <a:lnTo>
                    <a:pt x="69286" y="11794"/>
                  </a:lnTo>
                  <a:lnTo>
                    <a:pt x="66154" y="13562"/>
                  </a:lnTo>
                  <a:lnTo>
                    <a:pt x="67897" y="15431"/>
                  </a:lnTo>
                  <a:lnTo>
                    <a:pt x="69475" y="16277"/>
                  </a:lnTo>
                  <a:lnTo>
                    <a:pt x="69071" y="16517"/>
                  </a:lnTo>
                  <a:lnTo>
                    <a:pt x="66066" y="14737"/>
                  </a:lnTo>
                  <a:lnTo>
                    <a:pt x="65346" y="16795"/>
                  </a:lnTo>
                  <a:lnTo>
                    <a:pt x="63970" y="17704"/>
                  </a:lnTo>
                  <a:lnTo>
                    <a:pt x="65472" y="22313"/>
                  </a:lnTo>
                  <a:lnTo>
                    <a:pt x="67253" y="22654"/>
                  </a:lnTo>
                  <a:lnTo>
                    <a:pt x="67934" y="23209"/>
                  </a:lnTo>
                  <a:cubicBezTo>
                    <a:pt x="67290" y="23411"/>
                    <a:pt x="66634" y="23588"/>
                    <a:pt x="65965" y="23727"/>
                  </a:cubicBezTo>
                  <a:lnTo>
                    <a:pt x="65573" y="23803"/>
                  </a:lnTo>
                  <a:lnTo>
                    <a:pt x="66394" y="25571"/>
                  </a:lnTo>
                  <a:lnTo>
                    <a:pt x="65611" y="26606"/>
                  </a:lnTo>
                  <a:lnTo>
                    <a:pt x="64386" y="26177"/>
                  </a:lnTo>
                  <a:lnTo>
                    <a:pt x="65333" y="24371"/>
                  </a:lnTo>
                  <a:lnTo>
                    <a:pt x="63906" y="20671"/>
                  </a:lnTo>
                  <a:lnTo>
                    <a:pt x="62858" y="17717"/>
                  </a:lnTo>
                  <a:lnTo>
                    <a:pt x="61962" y="15482"/>
                  </a:lnTo>
                  <a:lnTo>
                    <a:pt x="59815" y="14686"/>
                  </a:lnTo>
                  <a:lnTo>
                    <a:pt x="58894" y="18714"/>
                  </a:lnTo>
                  <a:lnTo>
                    <a:pt x="58830" y="21555"/>
                  </a:lnTo>
                  <a:lnTo>
                    <a:pt x="60990" y="23449"/>
                  </a:lnTo>
                  <a:lnTo>
                    <a:pt x="60990" y="24371"/>
                  </a:lnTo>
                  <a:lnTo>
                    <a:pt x="58502" y="23121"/>
                  </a:lnTo>
                  <a:lnTo>
                    <a:pt x="55459" y="22401"/>
                  </a:lnTo>
                  <a:lnTo>
                    <a:pt x="54992" y="23853"/>
                  </a:lnTo>
                  <a:lnTo>
                    <a:pt x="55434" y="24762"/>
                  </a:lnTo>
                  <a:lnTo>
                    <a:pt x="52807" y="25305"/>
                  </a:lnTo>
                  <a:lnTo>
                    <a:pt x="48729" y="27439"/>
                  </a:lnTo>
                  <a:lnTo>
                    <a:pt x="47176" y="29232"/>
                  </a:lnTo>
                  <a:lnTo>
                    <a:pt x="46746" y="27073"/>
                  </a:lnTo>
                  <a:lnTo>
                    <a:pt x="44941" y="26316"/>
                  </a:lnTo>
                  <a:lnTo>
                    <a:pt x="44600" y="29321"/>
                  </a:lnTo>
                  <a:lnTo>
                    <a:pt x="42238" y="30672"/>
                  </a:lnTo>
                  <a:lnTo>
                    <a:pt x="43249" y="32212"/>
                  </a:lnTo>
                  <a:lnTo>
                    <a:pt x="41582" y="32137"/>
                  </a:lnTo>
                  <a:lnTo>
                    <a:pt x="41039" y="32983"/>
                  </a:lnTo>
                  <a:lnTo>
                    <a:pt x="39814" y="30634"/>
                  </a:lnTo>
                  <a:lnTo>
                    <a:pt x="39145" y="30078"/>
                  </a:lnTo>
                  <a:lnTo>
                    <a:pt x="41178" y="30482"/>
                  </a:lnTo>
                  <a:lnTo>
                    <a:pt x="42971" y="29321"/>
                  </a:lnTo>
                  <a:lnTo>
                    <a:pt x="41999" y="26770"/>
                  </a:lnTo>
                  <a:lnTo>
                    <a:pt x="38299" y="24813"/>
                  </a:lnTo>
                  <a:lnTo>
                    <a:pt x="35496" y="23639"/>
                  </a:lnTo>
                  <a:lnTo>
                    <a:pt x="32983" y="22982"/>
                  </a:lnTo>
                  <a:lnTo>
                    <a:pt x="29359" y="24194"/>
                  </a:lnTo>
                  <a:lnTo>
                    <a:pt x="25381" y="28386"/>
                  </a:lnTo>
                  <a:lnTo>
                    <a:pt x="22831" y="32010"/>
                  </a:lnTo>
                  <a:lnTo>
                    <a:pt x="21492" y="34801"/>
                  </a:lnTo>
                  <a:lnTo>
                    <a:pt x="19005" y="37276"/>
                  </a:lnTo>
                  <a:lnTo>
                    <a:pt x="18058" y="39258"/>
                  </a:lnTo>
                  <a:lnTo>
                    <a:pt x="19219" y="43438"/>
                  </a:lnTo>
                  <a:lnTo>
                    <a:pt x="21404" y="43046"/>
                  </a:lnTo>
                  <a:lnTo>
                    <a:pt x="22452" y="41733"/>
                  </a:lnTo>
                  <a:lnTo>
                    <a:pt x="23639" y="43766"/>
                  </a:lnTo>
                  <a:lnTo>
                    <a:pt x="23399" y="45458"/>
                  </a:lnTo>
                  <a:lnTo>
                    <a:pt x="26909" y="45824"/>
                  </a:lnTo>
                  <a:lnTo>
                    <a:pt x="27010" y="45673"/>
                  </a:lnTo>
                  <a:cubicBezTo>
                    <a:pt x="28702" y="43387"/>
                    <a:pt x="28702" y="43072"/>
                    <a:pt x="28702" y="42970"/>
                  </a:cubicBezTo>
                  <a:cubicBezTo>
                    <a:pt x="28702" y="42794"/>
                    <a:pt x="28904" y="41683"/>
                    <a:pt x="29106" y="40723"/>
                  </a:cubicBezTo>
                  <a:lnTo>
                    <a:pt x="29144" y="40597"/>
                  </a:lnTo>
                  <a:lnTo>
                    <a:pt x="27566" y="38261"/>
                  </a:lnTo>
                  <a:lnTo>
                    <a:pt x="27743" y="36190"/>
                  </a:lnTo>
                  <a:lnTo>
                    <a:pt x="29498" y="34750"/>
                  </a:lnTo>
                  <a:lnTo>
                    <a:pt x="30129" y="32957"/>
                  </a:lnTo>
                  <a:lnTo>
                    <a:pt x="31240" y="32010"/>
                  </a:lnTo>
                  <a:lnTo>
                    <a:pt x="32238" y="32730"/>
                  </a:lnTo>
                  <a:lnTo>
                    <a:pt x="29510" y="36177"/>
                  </a:lnTo>
                  <a:lnTo>
                    <a:pt x="30773" y="39991"/>
                  </a:lnTo>
                  <a:lnTo>
                    <a:pt x="32831" y="40243"/>
                  </a:lnTo>
                  <a:lnTo>
                    <a:pt x="35281" y="39523"/>
                  </a:lnTo>
                  <a:lnTo>
                    <a:pt x="36203" y="40129"/>
                  </a:lnTo>
                  <a:lnTo>
                    <a:pt x="34498" y="41190"/>
                  </a:lnTo>
                  <a:lnTo>
                    <a:pt x="31493" y="41291"/>
                  </a:lnTo>
                  <a:lnTo>
                    <a:pt x="31139" y="43248"/>
                  </a:lnTo>
                  <a:lnTo>
                    <a:pt x="30041" y="44549"/>
                  </a:lnTo>
                  <a:lnTo>
                    <a:pt x="29296" y="46948"/>
                  </a:lnTo>
                  <a:lnTo>
                    <a:pt x="25861" y="47592"/>
                  </a:lnTo>
                  <a:lnTo>
                    <a:pt x="22288" y="47592"/>
                  </a:lnTo>
                  <a:lnTo>
                    <a:pt x="22957" y="45420"/>
                  </a:lnTo>
                  <a:lnTo>
                    <a:pt x="21543" y="43804"/>
                  </a:lnTo>
                  <a:lnTo>
                    <a:pt x="19990" y="45660"/>
                  </a:lnTo>
                  <a:lnTo>
                    <a:pt x="19775" y="48261"/>
                  </a:lnTo>
                  <a:lnTo>
                    <a:pt x="17085" y="49385"/>
                  </a:lnTo>
                  <a:lnTo>
                    <a:pt x="16113" y="52857"/>
                  </a:lnTo>
                  <a:lnTo>
                    <a:pt x="14484" y="54524"/>
                  </a:lnTo>
                  <a:lnTo>
                    <a:pt x="12982" y="54524"/>
                  </a:lnTo>
                  <a:lnTo>
                    <a:pt x="10178" y="55004"/>
                  </a:lnTo>
                  <a:lnTo>
                    <a:pt x="12590" y="56279"/>
                  </a:lnTo>
                  <a:lnTo>
                    <a:pt x="13398" y="58022"/>
                  </a:lnTo>
                  <a:lnTo>
                    <a:pt x="12186" y="59285"/>
                  </a:lnTo>
                  <a:lnTo>
                    <a:pt x="8714" y="58855"/>
                  </a:lnTo>
                  <a:lnTo>
                    <a:pt x="6100" y="60232"/>
                  </a:lnTo>
                  <a:lnTo>
                    <a:pt x="6100" y="66116"/>
                  </a:lnTo>
                  <a:lnTo>
                    <a:pt x="8777" y="66899"/>
                  </a:lnTo>
                  <a:lnTo>
                    <a:pt x="10002" y="67947"/>
                  </a:lnTo>
                  <a:lnTo>
                    <a:pt x="11555" y="67038"/>
                  </a:lnTo>
                  <a:lnTo>
                    <a:pt x="13714" y="67151"/>
                  </a:lnTo>
                  <a:lnTo>
                    <a:pt x="15709" y="64247"/>
                  </a:lnTo>
                  <a:lnTo>
                    <a:pt x="16719" y="62441"/>
                  </a:lnTo>
                  <a:lnTo>
                    <a:pt x="17729" y="61999"/>
                  </a:lnTo>
                  <a:lnTo>
                    <a:pt x="18020" y="60383"/>
                  </a:lnTo>
                  <a:lnTo>
                    <a:pt x="20229" y="60964"/>
                  </a:lnTo>
                  <a:lnTo>
                    <a:pt x="21631" y="60194"/>
                  </a:lnTo>
                  <a:lnTo>
                    <a:pt x="22982" y="60194"/>
                  </a:lnTo>
                  <a:lnTo>
                    <a:pt x="24800" y="62227"/>
                  </a:lnTo>
                  <a:lnTo>
                    <a:pt x="26202" y="63502"/>
                  </a:lnTo>
                  <a:lnTo>
                    <a:pt x="26909" y="64702"/>
                  </a:lnTo>
                  <a:lnTo>
                    <a:pt x="26909" y="66444"/>
                  </a:lnTo>
                  <a:lnTo>
                    <a:pt x="28803" y="65333"/>
                  </a:lnTo>
                  <a:lnTo>
                    <a:pt x="28803" y="63805"/>
                  </a:lnTo>
                  <a:lnTo>
                    <a:pt x="29927" y="64171"/>
                  </a:lnTo>
                  <a:lnTo>
                    <a:pt x="30521" y="62807"/>
                  </a:lnTo>
                  <a:lnTo>
                    <a:pt x="27553" y="61115"/>
                  </a:lnTo>
                  <a:lnTo>
                    <a:pt x="25343" y="58956"/>
                  </a:lnTo>
                  <a:lnTo>
                    <a:pt x="25609" y="57997"/>
                  </a:lnTo>
                  <a:lnTo>
                    <a:pt x="27629" y="59386"/>
                  </a:lnTo>
                  <a:lnTo>
                    <a:pt x="30432" y="62176"/>
                  </a:lnTo>
                  <a:lnTo>
                    <a:pt x="31910" y="65977"/>
                  </a:lnTo>
                  <a:lnTo>
                    <a:pt x="33879" y="67492"/>
                  </a:lnTo>
                  <a:lnTo>
                    <a:pt x="35660" y="65800"/>
                  </a:lnTo>
                  <a:lnTo>
                    <a:pt x="34498" y="64424"/>
                  </a:lnTo>
                  <a:lnTo>
                    <a:pt x="35496" y="63338"/>
                  </a:lnTo>
                  <a:lnTo>
                    <a:pt x="36758" y="63148"/>
                  </a:lnTo>
                  <a:lnTo>
                    <a:pt x="38602" y="62782"/>
                  </a:lnTo>
                  <a:lnTo>
                    <a:pt x="38488" y="60168"/>
                  </a:lnTo>
                  <a:lnTo>
                    <a:pt x="39966" y="57012"/>
                  </a:lnTo>
                  <a:lnTo>
                    <a:pt x="41203" y="56696"/>
                  </a:lnTo>
                  <a:lnTo>
                    <a:pt x="41809" y="58944"/>
                  </a:lnTo>
                  <a:lnTo>
                    <a:pt x="44284" y="58944"/>
                  </a:lnTo>
                  <a:lnTo>
                    <a:pt x="44158" y="57315"/>
                  </a:lnTo>
                  <a:lnTo>
                    <a:pt x="45155" y="56683"/>
                  </a:lnTo>
                  <a:lnTo>
                    <a:pt x="44739" y="57946"/>
                  </a:lnTo>
                  <a:lnTo>
                    <a:pt x="47529" y="60812"/>
                  </a:lnTo>
                  <a:lnTo>
                    <a:pt x="48767" y="61747"/>
                  </a:lnTo>
                  <a:lnTo>
                    <a:pt x="45635" y="62416"/>
                  </a:lnTo>
                  <a:lnTo>
                    <a:pt x="42478" y="61570"/>
                  </a:lnTo>
                  <a:lnTo>
                    <a:pt x="39877" y="62214"/>
                  </a:lnTo>
                  <a:lnTo>
                    <a:pt x="38223" y="63136"/>
                  </a:lnTo>
                  <a:lnTo>
                    <a:pt x="37036" y="66002"/>
                  </a:lnTo>
                  <a:lnTo>
                    <a:pt x="39044" y="67341"/>
                  </a:lnTo>
                  <a:lnTo>
                    <a:pt x="41999" y="68111"/>
                  </a:lnTo>
                  <a:lnTo>
                    <a:pt x="44284" y="66823"/>
                  </a:lnTo>
                  <a:lnTo>
                    <a:pt x="44979" y="67833"/>
                  </a:lnTo>
                  <a:lnTo>
                    <a:pt x="44208" y="70712"/>
                  </a:lnTo>
                  <a:lnTo>
                    <a:pt x="41658" y="71886"/>
                  </a:lnTo>
                  <a:lnTo>
                    <a:pt x="38400" y="72391"/>
                  </a:lnTo>
                  <a:lnTo>
                    <a:pt x="32932" y="70813"/>
                  </a:lnTo>
                  <a:lnTo>
                    <a:pt x="30887" y="71154"/>
                  </a:lnTo>
                  <a:lnTo>
                    <a:pt x="29334" y="72518"/>
                  </a:lnTo>
                  <a:lnTo>
                    <a:pt x="26922" y="70535"/>
                  </a:lnTo>
                  <a:lnTo>
                    <a:pt x="24586" y="70030"/>
                  </a:lnTo>
                  <a:lnTo>
                    <a:pt x="24207" y="67277"/>
                  </a:lnTo>
                  <a:lnTo>
                    <a:pt x="22515" y="66899"/>
                  </a:lnTo>
                  <a:lnTo>
                    <a:pt x="20406" y="67252"/>
                  </a:lnTo>
                  <a:lnTo>
                    <a:pt x="16227" y="67227"/>
                  </a:lnTo>
                  <a:lnTo>
                    <a:pt x="11908" y="68805"/>
                  </a:lnTo>
                  <a:lnTo>
                    <a:pt x="10570" y="68136"/>
                  </a:lnTo>
                  <a:lnTo>
                    <a:pt x="8613" y="70081"/>
                  </a:lnTo>
                  <a:lnTo>
                    <a:pt x="6782" y="72025"/>
                  </a:lnTo>
                  <a:lnTo>
                    <a:pt x="6163" y="73995"/>
                  </a:lnTo>
                  <a:lnTo>
                    <a:pt x="3612" y="75826"/>
                  </a:lnTo>
                  <a:lnTo>
                    <a:pt x="1087" y="79854"/>
                  </a:lnTo>
                  <a:lnTo>
                    <a:pt x="1" y="82468"/>
                  </a:lnTo>
                  <a:lnTo>
                    <a:pt x="531" y="84917"/>
                  </a:lnTo>
                  <a:lnTo>
                    <a:pt x="14" y="87758"/>
                  </a:lnTo>
                  <a:lnTo>
                    <a:pt x="885" y="91382"/>
                  </a:lnTo>
                  <a:lnTo>
                    <a:pt x="5140" y="95852"/>
                  </a:lnTo>
                  <a:lnTo>
                    <a:pt x="8347" y="97746"/>
                  </a:lnTo>
                  <a:lnTo>
                    <a:pt x="11151" y="97418"/>
                  </a:lnTo>
                  <a:lnTo>
                    <a:pt x="13752" y="97418"/>
                  </a:lnTo>
                  <a:lnTo>
                    <a:pt x="16467" y="96054"/>
                  </a:lnTo>
                  <a:lnTo>
                    <a:pt x="18525" y="96294"/>
                  </a:lnTo>
                  <a:lnTo>
                    <a:pt x="19497" y="97923"/>
                  </a:lnTo>
                  <a:lnTo>
                    <a:pt x="22338" y="97784"/>
                  </a:lnTo>
                  <a:lnTo>
                    <a:pt x="23336" y="99400"/>
                  </a:lnTo>
                  <a:lnTo>
                    <a:pt x="22906" y="103492"/>
                  </a:lnTo>
                  <a:lnTo>
                    <a:pt x="25066" y="106686"/>
                  </a:lnTo>
                  <a:lnTo>
                    <a:pt x="25659" y="109717"/>
                  </a:lnTo>
                  <a:lnTo>
                    <a:pt x="25659" y="112457"/>
                  </a:lnTo>
                  <a:lnTo>
                    <a:pt x="23765" y="115083"/>
                  </a:lnTo>
                  <a:lnTo>
                    <a:pt x="23765" y="117697"/>
                  </a:lnTo>
                  <a:lnTo>
                    <a:pt x="25659" y="120437"/>
                  </a:lnTo>
                  <a:lnTo>
                    <a:pt x="25659" y="124010"/>
                  </a:lnTo>
                  <a:lnTo>
                    <a:pt x="27692" y="126675"/>
                  </a:lnTo>
                  <a:lnTo>
                    <a:pt x="28778" y="128733"/>
                  </a:lnTo>
                  <a:lnTo>
                    <a:pt x="29157" y="130993"/>
                  </a:lnTo>
                  <a:lnTo>
                    <a:pt x="31051" y="133998"/>
                  </a:lnTo>
                  <a:lnTo>
                    <a:pt x="35849" y="133998"/>
                  </a:lnTo>
                  <a:lnTo>
                    <a:pt x="38501" y="132003"/>
                  </a:lnTo>
                  <a:lnTo>
                    <a:pt x="40193" y="130160"/>
                  </a:lnTo>
                  <a:lnTo>
                    <a:pt x="42769" y="127243"/>
                  </a:lnTo>
                  <a:lnTo>
                    <a:pt x="43362" y="124541"/>
                  </a:lnTo>
                  <a:lnTo>
                    <a:pt x="44865" y="124541"/>
                  </a:lnTo>
                  <a:lnTo>
                    <a:pt x="45206" y="120121"/>
                  </a:lnTo>
                  <a:lnTo>
                    <a:pt x="45206" y="119010"/>
                  </a:lnTo>
                  <a:lnTo>
                    <a:pt x="49183" y="115954"/>
                  </a:lnTo>
                  <a:lnTo>
                    <a:pt x="50888" y="113379"/>
                  </a:lnTo>
                  <a:lnTo>
                    <a:pt x="50888" y="110651"/>
                  </a:lnTo>
                  <a:lnTo>
                    <a:pt x="50042" y="108606"/>
                  </a:lnTo>
                  <a:lnTo>
                    <a:pt x="50092" y="106295"/>
                  </a:lnTo>
                  <a:lnTo>
                    <a:pt x="49600" y="104969"/>
                  </a:lnTo>
                  <a:lnTo>
                    <a:pt x="52239" y="102570"/>
                  </a:lnTo>
                  <a:lnTo>
                    <a:pt x="54853" y="99653"/>
                  </a:lnTo>
                  <a:lnTo>
                    <a:pt x="58149" y="97645"/>
                  </a:lnTo>
                  <a:lnTo>
                    <a:pt x="58186" y="97570"/>
                  </a:lnTo>
                  <a:cubicBezTo>
                    <a:pt x="58641" y="96761"/>
                    <a:pt x="59702" y="94817"/>
                    <a:pt x="59702" y="94362"/>
                  </a:cubicBezTo>
                  <a:cubicBezTo>
                    <a:pt x="59702" y="94148"/>
                    <a:pt x="60131" y="92948"/>
                    <a:pt x="60522" y="91963"/>
                  </a:cubicBezTo>
                  <a:lnTo>
                    <a:pt x="60573" y="91862"/>
                  </a:lnTo>
                  <a:lnTo>
                    <a:pt x="59904" y="89716"/>
                  </a:lnTo>
                  <a:lnTo>
                    <a:pt x="58149" y="90587"/>
                  </a:lnTo>
                  <a:lnTo>
                    <a:pt x="54411" y="91117"/>
                  </a:lnTo>
                  <a:lnTo>
                    <a:pt x="53375" y="91610"/>
                  </a:lnTo>
                  <a:lnTo>
                    <a:pt x="52858" y="90031"/>
                  </a:lnTo>
                  <a:lnTo>
                    <a:pt x="52327" y="88870"/>
                  </a:lnTo>
                  <a:lnTo>
                    <a:pt x="50118" y="86748"/>
                  </a:lnTo>
                  <a:lnTo>
                    <a:pt x="48830" y="85852"/>
                  </a:lnTo>
                  <a:lnTo>
                    <a:pt x="46772" y="81104"/>
                  </a:lnTo>
                  <a:lnTo>
                    <a:pt x="45913" y="79917"/>
                  </a:lnTo>
                  <a:lnTo>
                    <a:pt x="44852" y="77076"/>
                  </a:lnTo>
                  <a:lnTo>
                    <a:pt x="44309" y="76142"/>
                  </a:lnTo>
                  <a:lnTo>
                    <a:pt x="44890" y="75927"/>
                  </a:lnTo>
                  <a:lnTo>
                    <a:pt x="47264" y="79185"/>
                  </a:lnTo>
                  <a:lnTo>
                    <a:pt x="48716" y="81470"/>
                  </a:lnTo>
                  <a:lnTo>
                    <a:pt x="49562" y="83945"/>
                  </a:lnTo>
                  <a:lnTo>
                    <a:pt x="51570" y="85523"/>
                  </a:lnTo>
                  <a:lnTo>
                    <a:pt x="52795" y="88478"/>
                  </a:lnTo>
                  <a:lnTo>
                    <a:pt x="53439" y="90271"/>
                  </a:lnTo>
                  <a:lnTo>
                    <a:pt x="57189" y="88579"/>
                  </a:lnTo>
                  <a:lnTo>
                    <a:pt x="60939" y="87746"/>
                  </a:lnTo>
                  <a:lnTo>
                    <a:pt x="65005" y="85675"/>
                  </a:lnTo>
                  <a:lnTo>
                    <a:pt x="66230" y="83453"/>
                  </a:lnTo>
                  <a:lnTo>
                    <a:pt x="67139" y="81154"/>
                  </a:lnTo>
                  <a:lnTo>
                    <a:pt x="65422" y="79437"/>
                  </a:lnTo>
                  <a:lnTo>
                    <a:pt x="63932" y="77821"/>
                  </a:lnTo>
                  <a:lnTo>
                    <a:pt x="61356" y="78616"/>
                  </a:lnTo>
                  <a:lnTo>
                    <a:pt x="59487" y="78705"/>
                  </a:lnTo>
                  <a:lnTo>
                    <a:pt x="58325" y="76571"/>
                  </a:lnTo>
                  <a:lnTo>
                    <a:pt x="56570" y="75094"/>
                  </a:lnTo>
                  <a:lnTo>
                    <a:pt x="57189" y="74045"/>
                  </a:lnTo>
                  <a:lnTo>
                    <a:pt x="59790" y="76154"/>
                  </a:lnTo>
                  <a:lnTo>
                    <a:pt x="61886" y="77303"/>
                  </a:lnTo>
                  <a:lnTo>
                    <a:pt x="63742" y="77442"/>
                  </a:lnTo>
                  <a:lnTo>
                    <a:pt x="65472" y="78364"/>
                  </a:lnTo>
                  <a:lnTo>
                    <a:pt x="68351" y="78818"/>
                  </a:lnTo>
                  <a:lnTo>
                    <a:pt x="71634" y="78414"/>
                  </a:lnTo>
                  <a:lnTo>
                    <a:pt x="74109" y="80195"/>
                  </a:lnTo>
                  <a:lnTo>
                    <a:pt x="75511" y="82569"/>
                  </a:lnTo>
                  <a:lnTo>
                    <a:pt x="77089" y="82834"/>
                  </a:lnTo>
                  <a:lnTo>
                    <a:pt x="78074" y="81697"/>
                  </a:lnTo>
                  <a:lnTo>
                    <a:pt x="78541" y="83617"/>
                  </a:lnTo>
                  <a:lnTo>
                    <a:pt x="79173" y="86357"/>
                  </a:lnTo>
                  <a:lnTo>
                    <a:pt x="80562" y="89349"/>
                  </a:lnTo>
                  <a:lnTo>
                    <a:pt x="82014" y="92670"/>
                  </a:lnTo>
                  <a:lnTo>
                    <a:pt x="82721" y="95246"/>
                  </a:lnTo>
                  <a:lnTo>
                    <a:pt x="84930" y="91723"/>
                  </a:lnTo>
                  <a:lnTo>
                    <a:pt x="84930" y="88668"/>
                  </a:lnTo>
                  <a:lnTo>
                    <a:pt x="85802" y="87215"/>
                  </a:lnTo>
                  <a:lnTo>
                    <a:pt x="87822" y="85460"/>
                  </a:lnTo>
                  <a:lnTo>
                    <a:pt x="90840" y="82720"/>
                  </a:lnTo>
                  <a:lnTo>
                    <a:pt x="92115" y="80990"/>
                  </a:lnTo>
                  <a:lnTo>
                    <a:pt x="94451" y="80447"/>
                  </a:lnTo>
                  <a:lnTo>
                    <a:pt x="95158" y="83339"/>
                  </a:lnTo>
                  <a:lnTo>
                    <a:pt x="96914" y="84160"/>
                  </a:lnTo>
                  <a:lnTo>
                    <a:pt x="96914" y="87885"/>
                  </a:lnTo>
                  <a:lnTo>
                    <a:pt x="99035" y="86622"/>
                  </a:lnTo>
                  <a:lnTo>
                    <a:pt x="100702" y="90132"/>
                  </a:lnTo>
                  <a:lnTo>
                    <a:pt x="100702" y="94451"/>
                  </a:lnTo>
                  <a:lnTo>
                    <a:pt x="102772" y="95549"/>
                  </a:lnTo>
                  <a:lnTo>
                    <a:pt x="103720" y="97557"/>
                  </a:lnTo>
                  <a:lnTo>
                    <a:pt x="105247" y="99565"/>
                  </a:lnTo>
                  <a:lnTo>
                    <a:pt x="107975" y="100701"/>
                  </a:lnTo>
                  <a:lnTo>
                    <a:pt x="107192" y="98100"/>
                  </a:lnTo>
                  <a:lnTo>
                    <a:pt x="106864" y="96294"/>
                  </a:lnTo>
                  <a:lnTo>
                    <a:pt x="105121" y="94994"/>
                  </a:lnTo>
                  <a:lnTo>
                    <a:pt x="104023" y="93478"/>
                  </a:lnTo>
                  <a:lnTo>
                    <a:pt x="103442" y="92127"/>
                  </a:lnTo>
                  <a:lnTo>
                    <a:pt x="103732" y="90082"/>
                  </a:lnTo>
                  <a:lnTo>
                    <a:pt x="104212" y="89476"/>
                  </a:lnTo>
                  <a:lnTo>
                    <a:pt x="105626" y="90801"/>
                  </a:lnTo>
                  <a:lnTo>
                    <a:pt x="107306" y="92595"/>
                  </a:lnTo>
                  <a:lnTo>
                    <a:pt x="108417" y="93163"/>
                  </a:lnTo>
                  <a:lnTo>
                    <a:pt x="108568" y="93049"/>
                  </a:lnTo>
                  <a:cubicBezTo>
                    <a:pt x="110803" y="91382"/>
                    <a:pt x="110803" y="91041"/>
                    <a:pt x="110803" y="90902"/>
                  </a:cubicBezTo>
                  <a:lnTo>
                    <a:pt x="110803" y="87203"/>
                  </a:lnTo>
                  <a:lnTo>
                    <a:pt x="108846" y="85359"/>
                  </a:lnTo>
                  <a:lnTo>
                    <a:pt x="108139" y="83932"/>
                  </a:lnTo>
                  <a:cubicBezTo>
                    <a:pt x="108265" y="83238"/>
                    <a:pt x="108480" y="82556"/>
                    <a:pt x="108581" y="82455"/>
                  </a:cubicBezTo>
                  <a:cubicBezTo>
                    <a:pt x="108758" y="82341"/>
                    <a:pt x="109654" y="82000"/>
                    <a:pt x="110374" y="81748"/>
                  </a:cubicBezTo>
                  <a:lnTo>
                    <a:pt x="110967" y="83099"/>
                  </a:lnTo>
                  <a:lnTo>
                    <a:pt x="113139" y="81521"/>
                  </a:lnTo>
                  <a:lnTo>
                    <a:pt x="117016" y="79589"/>
                  </a:lnTo>
                  <a:lnTo>
                    <a:pt x="118821" y="76293"/>
                  </a:lnTo>
                  <a:lnTo>
                    <a:pt x="119604" y="74083"/>
                  </a:lnTo>
                  <a:lnTo>
                    <a:pt x="119630" y="70232"/>
                  </a:lnTo>
                  <a:lnTo>
                    <a:pt x="118140" y="67227"/>
                  </a:lnTo>
                  <a:lnTo>
                    <a:pt x="116890" y="65649"/>
                  </a:lnTo>
                  <a:lnTo>
                    <a:pt x="118809" y="64348"/>
                  </a:lnTo>
                  <a:lnTo>
                    <a:pt x="119958" y="63451"/>
                  </a:lnTo>
                  <a:lnTo>
                    <a:pt x="117622" y="62719"/>
                  </a:lnTo>
                  <a:lnTo>
                    <a:pt x="116258" y="63212"/>
                  </a:lnTo>
                  <a:lnTo>
                    <a:pt x="115475" y="62340"/>
                  </a:lnTo>
                  <a:lnTo>
                    <a:pt x="115059" y="61772"/>
                  </a:lnTo>
                  <a:lnTo>
                    <a:pt x="116624" y="60863"/>
                  </a:lnTo>
                  <a:lnTo>
                    <a:pt x="117369" y="59373"/>
                  </a:lnTo>
                  <a:lnTo>
                    <a:pt x="117900" y="59638"/>
                  </a:lnTo>
                  <a:lnTo>
                    <a:pt x="117256" y="61974"/>
                  </a:lnTo>
                  <a:lnTo>
                    <a:pt x="119390" y="60901"/>
                  </a:lnTo>
                  <a:lnTo>
                    <a:pt x="120337" y="61684"/>
                  </a:lnTo>
                  <a:lnTo>
                    <a:pt x="121284" y="63350"/>
                  </a:lnTo>
                  <a:lnTo>
                    <a:pt x="122168" y="64424"/>
                  </a:lnTo>
                  <a:lnTo>
                    <a:pt x="122168" y="66015"/>
                  </a:lnTo>
                  <a:lnTo>
                    <a:pt x="123291" y="67151"/>
                  </a:lnTo>
                  <a:lnTo>
                    <a:pt x="125501" y="65383"/>
                  </a:lnTo>
                  <a:lnTo>
                    <a:pt x="124882" y="62782"/>
                  </a:lnTo>
                  <a:lnTo>
                    <a:pt x="123216" y="61078"/>
                  </a:lnTo>
                  <a:lnTo>
                    <a:pt x="122837" y="60295"/>
                  </a:lnTo>
                  <a:lnTo>
                    <a:pt x="124238" y="59095"/>
                  </a:lnTo>
                  <a:lnTo>
                    <a:pt x="124352" y="56254"/>
                  </a:lnTo>
                  <a:lnTo>
                    <a:pt x="125337" y="55433"/>
                  </a:lnTo>
                  <a:lnTo>
                    <a:pt x="126688" y="56229"/>
                  </a:lnTo>
                  <a:lnTo>
                    <a:pt x="128734" y="52693"/>
                  </a:lnTo>
                  <a:lnTo>
                    <a:pt x="130363" y="47693"/>
                  </a:lnTo>
                  <a:lnTo>
                    <a:pt x="129176" y="44359"/>
                  </a:lnTo>
                  <a:lnTo>
                    <a:pt x="128418" y="41329"/>
                  </a:lnTo>
                  <a:lnTo>
                    <a:pt x="126625" y="39650"/>
                  </a:lnTo>
                  <a:lnTo>
                    <a:pt x="124365" y="39006"/>
                  </a:lnTo>
                  <a:lnTo>
                    <a:pt x="123039" y="38501"/>
                  </a:lnTo>
                  <a:lnTo>
                    <a:pt x="122231" y="37844"/>
                  </a:lnTo>
                  <a:lnTo>
                    <a:pt x="124238" y="33816"/>
                  </a:lnTo>
                  <a:lnTo>
                    <a:pt x="125047" y="31152"/>
                  </a:lnTo>
                  <a:lnTo>
                    <a:pt x="127067" y="29939"/>
                  </a:lnTo>
                  <a:lnTo>
                    <a:pt x="130350" y="29939"/>
                  </a:lnTo>
                  <a:lnTo>
                    <a:pt x="135009" y="28677"/>
                  </a:lnTo>
                  <a:lnTo>
                    <a:pt x="132875" y="28677"/>
                  </a:lnTo>
                  <a:lnTo>
                    <a:pt x="132875" y="23841"/>
                  </a:lnTo>
                  <a:lnTo>
                    <a:pt x="135224" y="22793"/>
                  </a:lnTo>
                  <a:lnTo>
                    <a:pt x="136108" y="25091"/>
                  </a:lnTo>
                  <a:lnTo>
                    <a:pt x="137257" y="22490"/>
                  </a:lnTo>
                  <a:lnTo>
                    <a:pt x="137282" y="21025"/>
                  </a:lnTo>
                  <a:lnTo>
                    <a:pt x="138090" y="21479"/>
                  </a:lnTo>
                  <a:lnTo>
                    <a:pt x="137446" y="25129"/>
                  </a:lnTo>
                  <a:lnTo>
                    <a:pt x="136032" y="30912"/>
                  </a:lnTo>
                  <a:lnTo>
                    <a:pt x="136019" y="34447"/>
                  </a:lnTo>
                  <a:lnTo>
                    <a:pt x="139467" y="39220"/>
                  </a:lnTo>
                  <a:lnTo>
                    <a:pt x="140452" y="42491"/>
                  </a:lnTo>
                  <a:lnTo>
                    <a:pt x="140452" y="44486"/>
                  </a:lnTo>
                  <a:lnTo>
                    <a:pt x="142346" y="42907"/>
                  </a:lnTo>
                  <a:lnTo>
                    <a:pt x="142346" y="39460"/>
                  </a:lnTo>
                  <a:lnTo>
                    <a:pt x="143836" y="36051"/>
                  </a:lnTo>
                  <a:lnTo>
                    <a:pt x="143028" y="33273"/>
                  </a:lnTo>
                  <a:lnTo>
                    <a:pt x="142901" y="31682"/>
                  </a:lnTo>
                  <a:lnTo>
                    <a:pt x="142598" y="29447"/>
                  </a:lnTo>
                  <a:lnTo>
                    <a:pt x="140742" y="27982"/>
                  </a:lnTo>
                  <a:lnTo>
                    <a:pt x="140464" y="25356"/>
                  </a:lnTo>
                  <a:lnTo>
                    <a:pt x="142939" y="23740"/>
                  </a:lnTo>
                  <a:lnTo>
                    <a:pt x="145502" y="24093"/>
                  </a:lnTo>
                  <a:lnTo>
                    <a:pt x="145502" y="21189"/>
                  </a:lnTo>
                  <a:lnTo>
                    <a:pt x="146462" y="19611"/>
                  </a:lnTo>
                  <a:lnTo>
                    <a:pt x="148508" y="18588"/>
                  </a:lnTo>
                  <a:lnTo>
                    <a:pt x="149732" y="18588"/>
                  </a:lnTo>
                  <a:lnTo>
                    <a:pt x="148141" y="14231"/>
                  </a:lnTo>
                  <a:lnTo>
                    <a:pt x="145010" y="13070"/>
                  </a:lnTo>
                  <a:lnTo>
                    <a:pt x="145490" y="11214"/>
                  </a:lnTo>
                  <a:lnTo>
                    <a:pt x="145161" y="9105"/>
                  </a:lnTo>
                  <a:lnTo>
                    <a:pt x="145060" y="8562"/>
                  </a:lnTo>
                  <a:lnTo>
                    <a:pt x="146664" y="9395"/>
                  </a:lnTo>
                  <a:lnTo>
                    <a:pt x="148015" y="8360"/>
                  </a:lnTo>
                  <a:lnTo>
                    <a:pt x="149442" y="9307"/>
                  </a:lnTo>
                  <a:lnTo>
                    <a:pt x="150364" y="6542"/>
                  </a:lnTo>
                  <a:lnTo>
                    <a:pt x="149038" y="4774"/>
                  </a:lnTo>
                  <a:lnTo>
                    <a:pt x="148369" y="2223"/>
                  </a:lnTo>
                  <a:lnTo>
                    <a:pt x="144227" y="1605"/>
                  </a:lnTo>
                  <a:lnTo>
                    <a:pt x="144227" y="3120"/>
                  </a:lnTo>
                  <a:lnTo>
                    <a:pt x="143116" y="3082"/>
                  </a:lnTo>
                  <a:lnTo>
                    <a:pt x="142384" y="2185"/>
                  </a:lnTo>
                  <a:lnTo>
                    <a:pt x="134744" y="2185"/>
                  </a:lnTo>
                  <a:lnTo>
                    <a:pt x="130704" y="2564"/>
                  </a:lnTo>
                  <a:lnTo>
                    <a:pt x="133065" y="4875"/>
                  </a:lnTo>
                  <a:lnTo>
                    <a:pt x="131411" y="4888"/>
                  </a:lnTo>
                  <a:lnTo>
                    <a:pt x="130842" y="3486"/>
                  </a:lnTo>
                  <a:lnTo>
                    <a:pt x="127458" y="4989"/>
                  </a:lnTo>
                  <a:lnTo>
                    <a:pt x="124908" y="6605"/>
                  </a:lnTo>
                  <a:lnTo>
                    <a:pt x="123620" y="6605"/>
                  </a:lnTo>
                  <a:lnTo>
                    <a:pt x="122584" y="4420"/>
                  </a:lnTo>
                  <a:lnTo>
                    <a:pt x="119781" y="4016"/>
                  </a:lnTo>
                  <a:lnTo>
                    <a:pt x="117710" y="5178"/>
                  </a:lnTo>
                  <a:lnTo>
                    <a:pt x="114604" y="4143"/>
                  </a:lnTo>
                  <a:lnTo>
                    <a:pt x="112432" y="3259"/>
                  </a:lnTo>
                  <a:lnTo>
                    <a:pt x="108076" y="3574"/>
                  </a:lnTo>
                  <a:lnTo>
                    <a:pt x="106005" y="4900"/>
                  </a:lnTo>
                  <a:lnTo>
                    <a:pt x="107091" y="7842"/>
                  </a:lnTo>
                  <a:lnTo>
                    <a:pt x="105146" y="7842"/>
                  </a:lnTo>
                  <a:lnTo>
                    <a:pt x="103795" y="7729"/>
                  </a:lnTo>
                  <a:lnTo>
                    <a:pt x="101851" y="8714"/>
                  </a:lnTo>
                  <a:lnTo>
                    <a:pt x="102583" y="10039"/>
                  </a:lnTo>
                  <a:lnTo>
                    <a:pt x="102583" y="10039"/>
                  </a:lnTo>
                  <a:lnTo>
                    <a:pt x="101169" y="9623"/>
                  </a:lnTo>
                  <a:lnTo>
                    <a:pt x="100348" y="6744"/>
                  </a:lnTo>
                  <a:lnTo>
                    <a:pt x="97545" y="4370"/>
                  </a:lnTo>
                  <a:lnTo>
                    <a:pt x="93252" y="4963"/>
                  </a:lnTo>
                  <a:lnTo>
                    <a:pt x="94072" y="7628"/>
                  </a:lnTo>
                  <a:lnTo>
                    <a:pt x="91509" y="7539"/>
                  </a:lnTo>
                  <a:lnTo>
                    <a:pt x="90385" y="6074"/>
                  </a:lnTo>
                  <a:lnTo>
                    <a:pt x="87999" y="7337"/>
                  </a:lnTo>
                  <a:lnTo>
                    <a:pt x="86231" y="7893"/>
                  </a:lnTo>
                  <a:lnTo>
                    <a:pt x="84034" y="10544"/>
                  </a:lnTo>
                  <a:lnTo>
                    <a:pt x="83706" y="9282"/>
                  </a:lnTo>
                  <a:lnTo>
                    <a:pt x="85915" y="5923"/>
                  </a:lnTo>
                  <a:lnTo>
                    <a:pt x="85234" y="2526"/>
                  </a:lnTo>
                  <a:lnTo>
                    <a:pt x="8178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38"/>
            <p:cNvSpPr/>
            <p:nvPr/>
          </p:nvSpPr>
          <p:spPr>
            <a:xfrm>
              <a:off x="4467225" y="3815075"/>
              <a:ext cx="177425" cy="289800"/>
            </a:xfrm>
            <a:custGeom>
              <a:rect b="b" l="l" r="r" t="t"/>
              <a:pathLst>
                <a:path extrusionOk="0" h="11592" w="7097">
                  <a:moveTo>
                    <a:pt x="5683" y="0"/>
                  </a:moveTo>
                  <a:lnTo>
                    <a:pt x="4572" y="1339"/>
                  </a:lnTo>
                  <a:lnTo>
                    <a:pt x="2602" y="2513"/>
                  </a:lnTo>
                  <a:lnTo>
                    <a:pt x="1023" y="3271"/>
                  </a:lnTo>
                  <a:lnTo>
                    <a:pt x="1415" y="5809"/>
                  </a:lnTo>
                  <a:lnTo>
                    <a:pt x="1023" y="7362"/>
                  </a:lnTo>
                  <a:lnTo>
                    <a:pt x="1" y="8524"/>
                  </a:lnTo>
                  <a:lnTo>
                    <a:pt x="556" y="10809"/>
                  </a:lnTo>
                  <a:lnTo>
                    <a:pt x="2134" y="11592"/>
                  </a:lnTo>
                  <a:lnTo>
                    <a:pt x="3864" y="9849"/>
                  </a:lnTo>
                  <a:lnTo>
                    <a:pt x="5203" y="6541"/>
                  </a:lnTo>
                  <a:lnTo>
                    <a:pt x="6226" y="3384"/>
                  </a:lnTo>
                  <a:lnTo>
                    <a:pt x="7097" y="1655"/>
                  </a:lnTo>
                  <a:lnTo>
                    <a:pt x="615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38"/>
            <p:cNvSpPr/>
            <p:nvPr/>
          </p:nvSpPr>
          <p:spPr>
            <a:xfrm>
              <a:off x="4458375" y="3806875"/>
              <a:ext cx="194800" cy="307475"/>
            </a:xfrm>
            <a:custGeom>
              <a:rect b="b" l="l" r="r" t="t"/>
              <a:pathLst>
                <a:path extrusionOk="0" h="12299" w="7792">
                  <a:moveTo>
                    <a:pt x="6327" y="644"/>
                  </a:moveTo>
                  <a:lnTo>
                    <a:pt x="7097" y="1995"/>
                  </a:lnTo>
                  <a:lnTo>
                    <a:pt x="6277" y="3611"/>
                  </a:lnTo>
                  <a:lnTo>
                    <a:pt x="5266" y="6756"/>
                  </a:lnTo>
                  <a:lnTo>
                    <a:pt x="3953" y="10001"/>
                  </a:lnTo>
                  <a:lnTo>
                    <a:pt x="2413" y="11529"/>
                  </a:lnTo>
                  <a:lnTo>
                    <a:pt x="1175" y="10910"/>
                  </a:lnTo>
                  <a:lnTo>
                    <a:pt x="695" y="8940"/>
                  </a:lnTo>
                  <a:lnTo>
                    <a:pt x="1668" y="7829"/>
                  </a:lnTo>
                  <a:lnTo>
                    <a:pt x="2097" y="6149"/>
                  </a:lnTo>
                  <a:lnTo>
                    <a:pt x="1731" y="3776"/>
                  </a:lnTo>
                  <a:lnTo>
                    <a:pt x="3120" y="3119"/>
                  </a:lnTo>
                  <a:lnTo>
                    <a:pt x="5090" y="1932"/>
                  </a:lnTo>
                  <a:lnTo>
                    <a:pt x="6176" y="644"/>
                  </a:lnTo>
                  <a:close/>
                  <a:moveTo>
                    <a:pt x="5873" y="0"/>
                  </a:moveTo>
                  <a:lnTo>
                    <a:pt x="4711" y="1427"/>
                  </a:lnTo>
                  <a:lnTo>
                    <a:pt x="2817" y="2563"/>
                  </a:lnTo>
                  <a:lnTo>
                    <a:pt x="1024" y="3409"/>
                  </a:lnTo>
                  <a:lnTo>
                    <a:pt x="1440" y="6124"/>
                  </a:lnTo>
                  <a:lnTo>
                    <a:pt x="1087" y="7538"/>
                  </a:lnTo>
                  <a:lnTo>
                    <a:pt x="1" y="8776"/>
                  </a:lnTo>
                  <a:lnTo>
                    <a:pt x="632" y="11352"/>
                  </a:lnTo>
                  <a:lnTo>
                    <a:pt x="2552" y="12299"/>
                  </a:lnTo>
                  <a:lnTo>
                    <a:pt x="4420" y="10405"/>
                  </a:lnTo>
                  <a:lnTo>
                    <a:pt x="5847" y="6958"/>
                  </a:lnTo>
                  <a:lnTo>
                    <a:pt x="6845" y="3851"/>
                  </a:lnTo>
                  <a:lnTo>
                    <a:pt x="7792" y="1970"/>
                  </a:lnTo>
                  <a:lnTo>
                    <a:pt x="668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38"/>
            <p:cNvSpPr/>
            <p:nvPr/>
          </p:nvSpPr>
          <p:spPr>
            <a:xfrm>
              <a:off x="5304725" y="3312525"/>
              <a:ext cx="45475" cy="78625"/>
            </a:xfrm>
            <a:custGeom>
              <a:rect b="b" l="l" r="r" t="t"/>
              <a:pathLst>
                <a:path extrusionOk="0" h="3145" w="1819">
                  <a:moveTo>
                    <a:pt x="480" y="0"/>
                  </a:moveTo>
                  <a:lnTo>
                    <a:pt x="0" y="1654"/>
                  </a:lnTo>
                  <a:lnTo>
                    <a:pt x="480" y="3144"/>
                  </a:lnTo>
                  <a:lnTo>
                    <a:pt x="1503" y="2753"/>
                  </a:lnTo>
                  <a:lnTo>
                    <a:pt x="1818" y="1566"/>
                  </a:lnTo>
                  <a:lnTo>
                    <a:pt x="48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38"/>
            <p:cNvSpPr/>
            <p:nvPr/>
          </p:nvSpPr>
          <p:spPr>
            <a:xfrm>
              <a:off x="5296500" y="3296100"/>
              <a:ext cx="62525" cy="105475"/>
            </a:xfrm>
            <a:custGeom>
              <a:rect b="b" l="l" r="r" t="t"/>
              <a:pathLst>
                <a:path extrusionOk="0" h="4219" w="2501">
                  <a:moveTo>
                    <a:pt x="948" y="1301"/>
                  </a:moveTo>
                  <a:lnTo>
                    <a:pt x="1806" y="2311"/>
                  </a:lnTo>
                  <a:lnTo>
                    <a:pt x="1567" y="3170"/>
                  </a:lnTo>
                  <a:lnTo>
                    <a:pt x="1011" y="3397"/>
                  </a:lnTo>
                  <a:lnTo>
                    <a:pt x="657" y="2299"/>
                  </a:lnTo>
                  <a:lnTo>
                    <a:pt x="948" y="1301"/>
                  </a:lnTo>
                  <a:close/>
                  <a:moveTo>
                    <a:pt x="670" y="1"/>
                  </a:moveTo>
                  <a:lnTo>
                    <a:pt x="1" y="2311"/>
                  </a:lnTo>
                  <a:lnTo>
                    <a:pt x="607" y="4218"/>
                  </a:lnTo>
                  <a:lnTo>
                    <a:pt x="2097" y="3650"/>
                  </a:lnTo>
                  <a:lnTo>
                    <a:pt x="2501" y="2147"/>
                  </a:lnTo>
                  <a:lnTo>
                    <a:pt x="67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38"/>
            <p:cNvSpPr/>
            <p:nvPr/>
          </p:nvSpPr>
          <p:spPr>
            <a:xfrm>
              <a:off x="5643750" y="3420800"/>
              <a:ext cx="232675" cy="252250"/>
            </a:xfrm>
            <a:custGeom>
              <a:rect b="b" l="l" r="r" t="t"/>
              <a:pathLst>
                <a:path extrusionOk="0" h="10090" w="9307">
                  <a:moveTo>
                    <a:pt x="1" y="0"/>
                  </a:moveTo>
                  <a:lnTo>
                    <a:pt x="948" y="1301"/>
                  </a:lnTo>
                  <a:lnTo>
                    <a:pt x="2337" y="1553"/>
                  </a:lnTo>
                  <a:cubicBezTo>
                    <a:pt x="2337" y="1553"/>
                    <a:pt x="3536" y="3852"/>
                    <a:pt x="3688" y="4091"/>
                  </a:cubicBezTo>
                  <a:cubicBezTo>
                    <a:pt x="3852" y="4331"/>
                    <a:pt x="5897" y="8233"/>
                    <a:pt x="5897" y="8233"/>
                  </a:cubicBezTo>
                  <a:lnTo>
                    <a:pt x="7804" y="10089"/>
                  </a:lnTo>
                  <a:lnTo>
                    <a:pt x="8587" y="10089"/>
                  </a:lnTo>
                  <a:lnTo>
                    <a:pt x="9307" y="8119"/>
                  </a:lnTo>
                  <a:lnTo>
                    <a:pt x="7880" y="5039"/>
                  </a:lnTo>
                  <a:lnTo>
                    <a:pt x="4647" y="1882"/>
                  </a:lnTo>
                  <a:lnTo>
                    <a:pt x="3473" y="1061"/>
                  </a:lnTo>
                  <a:lnTo>
                    <a:pt x="197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38"/>
            <p:cNvSpPr/>
            <p:nvPr/>
          </p:nvSpPr>
          <p:spPr>
            <a:xfrm>
              <a:off x="5628275" y="3412900"/>
              <a:ext cx="256350" cy="268025"/>
            </a:xfrm>
            <a:custGeom>
              <a:rect b="b" l="l" r="r" t="t"/>
              <a:pathLst>
                <a:path extrusionOk="0" h="10721" w="10254">
                  <a:moveTo>
                    <a:pt x="2488" y="632"/>
                  </a:moveTo>
                  <a:lnTo>
                    <a:pt x="5052" y="2438"/>
                  </a:lnTo>
                  <a:lnTo>
                    <a:pt x="8246" y="5544"/>
                  </a:lnTo>
                  <a:lnTo>
                    <a:pt x="9585" y="8448"/>
                  </a:lnTo>
                  <a:lnTo>
                    <a:pt x="9004" y="10090"/>
                  </a:lnTo>
                  <a:lnTo>
                    <a:pt x="8562" y="10090"/>
                  </a:lnTo>
                  <a:lnTo>
                    <a:pt x="6782" y="8360"/>
                  </a:lnTo>
                  <a:cubicBezTo>
                    <a:pt x="6478" y="7792"/>
                    <a:pt x="4723" y="4471"/>
                    <a:pt x="4572" y="4231"/>
                  </a:cubicBezTo>
                  <a:cubicBezTo>
                    <a:pt x="4458" y="4067"/>
                    <a:pt x="3688" y="2614"/>
                    <a:pt x="3233" y="1731"/>
                  </a:cubicBezTo>
                  <a:lnTo>
                    <a:pt x="3158" y="1592"/>
                  </a:lnTo>
                  <a:lnTo>
                    <a:pt x="1743" y="1327"/>
                  </a:lnTo>
                  <a:lnTo>
                    <a:pt x="1238" y="632"/>
                  </a:lnTo>
                  <a:close/>
                  <a:moveTo>
                    <a:pt x="1" y="1"/>
                  </a:moveTo>
                  <a:lnTo>
                    <a:pt x="1390" y="1907"/>
                  </a:lnTo>
                  <a:lnTo>
                    <a:pt x="2741" y="2160"/>
                  </a:lnTo>
                  <a:cubicBezTo>
                    <a:pt x="3019" y="2690"/>
                    <a:pt x="3903" y="4370"/>
                    <a:pt x="4041" y="4584"/>
                  </a:cubicBezTo>
                  <a:cubicBezTo>
                    <a:pt x="4155" y="4748"/>
                    <a:pt x="5430" y="7135"/>
                    <a:pt x="6251" y="8701"/>
                  </a:cubicBezTo>
                  <a:lnTo>
                    <a:pt x="8297" y="10721"/>
                  </a:lnTo>
                  <a:lnTo>
                    <a:pt x="9433" y="10721"/>
                  </a:lnTo>
                  <a:lnTo>
                    <a:pt x="10254" y="8423"/>
                  </a:lnTo>
                  <a:lnTo>
                    <a:pt x="8789" y="5228"/>
                  </a:lnTo>
                  <a:lnTo>
                    <a:pt x="5443" y="1945"/>
                  </a:lnTo>
                  <a:lnTo>
                    <a:pt x="269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38"/>
            <p:cNvSpPr/>
            <p:nvPr/>
          </p:nvSpPr>
          <p:spPr>
            <a:xfrm>
              <a:off x="5873550" y="3662925"/>
              <a:ext cx="284775" cy="73250"/>
            </a:xfrm>
            <a:custGeom>
              <a:rect b="b" l="l" r="r" t="t"/>
              <a:pathLst>
                <a:path extrusionOk="0" h="2930" w="11391">
                  <a:moveTo>
                    <a:pt x="1150" y="0"/>
                  </a:moveTo>
                  <a:lnTo>
                    <a:pt x="1" y="998"/>
                  </a:lnTo>
                  <a:lnTo>
                    <a:pt x="2324" y="2058"/>
                  </a:lnTo>
                  <a:lnTo>
                    <a:pt x="5696" y="2930"/>
                  </a:lnTo>
                  <a:lnTo>
                    <a:pt x="11391" y="2930"/>
                  </a:lnTo>
                  <a:lnTo>
                    <a:pt x="8082" y="1667"/>
                  </a:lnTo>
                  <a:lnTo>
                    <a:pt x="5708" y="1667"/>
                  </a:lnTo>
                  <a:lnTo>
                    <a:pt x="115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38"/>
            <p:cNvSpPr/>
            <p:nvPr/>
          </p:nvSpPr>
          <p:spPr>
            <a:xfrm>
              <a:off x="5859050" y="3654075"/>
              <a:ext cx="342200" cy="90000"/>
            </a:xfrm>
            <a:custGeom>
              <a:rect b="b" l="l" r="r" t="t"/>
              <a:pathLst>
                <a:path extrusionOk="0" h="3600" w="13688">
                  <a:moveTo>
                    <a:pt x="1806" y="720"/>
                  </a:moveTo>
                  <a:lnTo>
                    <a:pt x="6187" y="2311"/>
                  </a:lnTo>
                  <a:lnTo>
                    <a:pt x="8599" y="2337"/>
                  </a:lnTo>
                  <a:lnTo>
                    <a:pt x="10266" y="2968"/>
                  </a:lnTo>
                  <a:lnTo>
                    <a:pt x="6314" y="2968"/>
                  </a:lnTo>
                  <a:lnTo>
                    <a:pt x="3043" y="2122"/>
                  </a:lnTo>
                  <a:lnTo>
                    <a:pt x="1174" y="1263"/>
                  </a:lnTo>
                  <a:lnTo>
                    <a:pt x="1806" y="720"/>
                  </a:lnTo>
                  <a:close/>
                  <a:moveTo>
                    <a:pt x="1667" y="1"/>
                  </a:moveTo>
                  <a:lnTo>
                    <a:pt x="0" y="1428"/>
                  </a:lnTo>
                  <a:lnTo>
                    <a:pt x="2829" y="2715"/>
                  </a:lnTo>
                  <a:lnTo>
                    <a:pt x="6200" y="3587"/>
                  </a:lnTo>
                  <a:lnTo>
                    <a:pt x="13688" y="3599"/>
                  </a:lnTo>
                  <a:lnTo>
                    <a:pt x="8763" y="1731"/>
                  </a:lnTo>
                  <a:lnTo>
                    <a:pt x="6352" y="1705"/>
                  </a:lnTo>
                  <a:lnTo>
                    <a:pt x="166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38"/>
            <p:cNvSpPr/>
            <p:nvPr/>
          </p:nvSpPr>
          <p:spPr>
            <a:xfrm>
              <a:off x="6185775" y="3706475"/>
              <a:ext cx="137975" cy="31600"/>
            </a:xfrm>
            <a:custGeom>
              <a:rect b="b" l="l" r="r" t="t"/>
              <a:pathLst>
                <a:path extrusionOk="0" h="1264" w="5519">
                  <a:moveTo>
                    <a:pt x="3397" y="1"/>
                  </a:moveTo>
                  <a:lnTo>
                    <a:pt x="0" y="556"/>
                  </a:lnTo>
                  <a:lnTo>
                    <a:pt x="1818" y="1263"/>
                  </a:lnTo>
                  <a:lnTo>
                    <a:pt x="5518" y="556"/>
                  </a:lnTo>
                  <a:lnTo>
                    <a:pt x="339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38"/>
            <p:cNvSpPr/>
            <p:nvPr/>
          </p:nvSpPr>
          <p:spPr>
            <a:xfrm>
              <a:off x="6156100" y="3698600"/>
              <a:ext cx="203625" cy="47675"/>
            </a:xfrm>
            <a:custGeom>
              <a:rect b="b" l="l" r="r" t="t"/>
              <a:pathLst>
                <a:path extrusionOk="0" h="1907" w="8145">
                  <a:moveTo>
                    <a:pt x="4571" y="644"/>
                  </a:moveTo>
                  <a:lnTo>
                    <a:pt x="5278" y="821"/>
                  </a:lnTo>
                  <a:lnTo>
                    <a:pt x="3031" y="1250"/>
                  </a:lnTo>
                  <a:lnTo>
                    <a:pt x="2374" y="998"/>
                  </a:lnTo>
                  <a:lnTo>
                    <a:pt x="4571" y="644"/>
                  </a:lnTo>
                  <a:close/>
                  <a:moveTo>
                    <a:pt x="4596" y="0"/>
                  </a:moveTo>
                  <a:lnTo>
                    <a:pt x="0" y="745"/>
                  </a:lnTo>
                  <a:lnTo>
                    <a:pt x="2968" y="1907"/>
                  </a:lnTo>
                  <a:lnTo>
                    <a:pt x="8145" y="922"/>
                  </a:lnTo>
                  <a:lnTo>
                    <a:pt x="459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38"/>
            <p:cNvSpPr/>
            <p:nvPr/>
          </p:nvSpPr>
          <p:spPr>
            <a:xfrm>
              <a:off x="6158300" y="3493725"/>
              <a:ext cx="139875" cy="161950"/>
            </a:xfrm>
            <a:custGeom>
              <a:rect b="b" l="l" r="r" t="t"/>
              <a:pathLst>
                <a:path extrusionOk="0" h="6478" w="5595">
                  <a:moveTo>
                    <a:pt x="3864" y="0"/>
                  </a:moveTo>
                  <a:lnTo>
                    <a:pt x="632" y="1579"/>
                  </a:lnTo>
                  <a:lnTo>
                    <a:pt x="1" y="4925"/>
                  </a:lnTo>
                  <a:lnTo>
                    <a:pt x="1099" y="6478"/>
                  </a:lnTo>
                  <a:lnTo>
                    <a:pt x="1730" y="4420"/>
                  </a:lnTo>
                  <a:lnTo>
                    <a:pt x="3473" y="6225"/>
                  </a:lnTo>
                  <a:lnTo>
                    <a:pt x="3473" y="4331"/>
                  </a:lnTo>
                  <a:lnTo>
                    <a:pt x="2678" y="3510"/>
                  </a:lnTo>
                  <a:lnTo>
                    <a:pt x="4104" y="2765"/>
                  </a:lnTo>
                  <a:lnTo>
                    <a:pt x="1895" y="2765"/>
                  </a:lnTo>
                  <a:lnTo>
                    <a:pt x="5594" y="1023"/>
                  </a:lnTo>
                  <a:lnTo>
                    <a:pt x="386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38"/>
            <p:cNvSpPr/>
            <p:nvPr/>
          </p:nvSpPr>
          <p:spPr>
            <a:xfrm>
              <a:off x="6149775" y="3484875"/>
              <a:ext cx="165125" cy="188175"/>
            </a:xfrm>
            <a:custGeom>
              <a:rect b="b" l="l" r="r" t="t"/>
              <a:pathLst>
                <a:path extrusionOk="0" h="7527" w="6605">
                  <a:moveTo>
                    <a:pt x="4193" y="708"/>
                  </a:moveTo>
                  <a:lnTo>
                    <a:pt x="5266" y="1339"/>
                  </a:lnTo>
                  <a:lnTo>
                    <a:pt x="1023" y="3334"/>
                  </a:lnTo>
                  <a:lnTo>
                    <a:pt x="1023" y="3334"/>
                  </a:lnTo>
                  <a:lnTo>
                    <a:pt x="1251" y="2147"/>
                  </a:lnTo>
                  <a:lnTo>
                    <a:pt x="4193" y="708"/>
                  </a:lnTo>
                  <a:close/>
                  <a:moveTo>
                    <a:pt x="3157" y="3423"/>
                  </a:moveTo>
                  <a:lnTo>
                    <a:pt x="2501" y="3776"/>
                  </a:lnTo>
                  <a:lnTo>
                    <a:pt x="3486" y="4812"/>
                  </a:lnTo>
                  <a:lnTo>
                    <a:pt x="3486" y="5796"/>
                  </a:lnTo>
                  <a:lnTo>
                    <a:pt x="1933" y="4168"/>
                  </a:lnTo>
                  <a:lnTo>
                    <a:pt x="1326" y="6125"/>
                  </a:lnTo>
                  <a:lnTo>
                    <a:pt x="670" y="5203"/>
                  </a:lnTo>
                  <a:lnTo>
                    <a:pt x="1011" y="3423"/>
                  </a:lnTo>
                  <a:close/>
                  <a:moveTo>
                    <a:pt x="4218" y="1"/>
                  </a:moveTo>
                  <a:lnTo>
                    <a:pt x="683" y="1718"/>
                  </a:lnTo>
                  <a:lnTo>
                    <a:pt x="1" y="5354"/>
                  </a:lnTo>
                  <a:lnTo>
                    <a:pt x="1554" y="7526"/>
                  </a:lnTo>
                  <a:lnTo>
                    <a:pt x="2210" y="5392"/>
                  </a:lnTo>
                  <a:lnTo>
                    <a:pt x="4117" y="7375"/>
                  </a:lnTo>
                  <a:lnTo>
                    <a:pt x="4117" y="4572"/>
                  </a:lnTo>
                  <a:lnTo>
                    <a:pt x="3536" y="3953"/>
                  </a:lnTo>
                  <a:lnTo>
                    <a:pt x="5708" y="2804"/>
                  </a:lnTo>
                  <a:lnTo>
                    <a:pt x="3650" y="2804"/>
                  </a:lnTo>
                  <a:lnTo>
                    <a:pt x="6605" y="1415"/>
                  </a:lnTo>
                  <a:lnTo>
                    <a:pt x="4218"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38"/>
            <p:cNvSpPr/>
            <p:nvPr/>
          </p:nvSpPr>
          <p:spPr>
            <a:xfrm>
              <a:off x="5945525" y="3367450"/>
              <a:ext cx="213125" cy="254775"/>
            </a:xfrm>
            <a:custGeom>
              <a:rect b="b" l="l" r="r" t="t"/>
              <a:pathLst>
                <a:path extrusionOk="0" h="10191" w="8525">
                  <a:moveTo>
                    <a:pt x="6542" y="0"/>
                  </a:moveTo>
                  <a:lnTo>
                    <a:pt x="3941" y="3119"/>
                  </a:lnTo>
                  <a:lnTo>
                    <a:pt x="2817" y="5291"/>
                  </a:lnTo>
                  <a:lnTo>
                    <a:pt x="935" y="5291"/>
                  </a:lnTo>
                  <a:lnTo>
                    <a:pt x="1" y="6869"/>
                  </a:lnTo>
                  <a:lnTo>
                    <a:pt x="1491" y="9067"/>
                  </a:lnTo>
                  <a:lnTo>
                    <a:pt x="2817" y="9546"/>
                  </a:lnTo>
                  <a:lnTo>
                    <a:pt x="4686" y="9344"/>
                  </a:lnTo>
                  <a:lnTo>
                    <a:pt x="6049" y="10190"/>
                  </a:lnTo>
                  <a:lnTo>
                    <a:pt x="7363" y="6516"/>
                  </a:lnTo>
                  <a:lnTo>
                    <a:pt x="8524" y="4874"/>
                  </a:lnTo>
                  <a:lnTo>
                    <a:pt x="7653" y="3384"/>
                  </a:lnTo>
                  <a:lnTo>
                    <a:pt x="8512" y="2134"/>
                  </a:lnTo>
                  <a:lnTo>
                    <a:pt x="654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38"/>
            <p:cNvSpPr/>
            <p:nvPr/>
          </p:nvSpPr>
          <p:spPr>
            <a:xfrm>
              <a:off x="5936075" y="3355775"/>
              <a:ext cx="232350" cy="278450"/>
            </a:xfrm>
            <a:custGeom>
              <a:rect b="b" l="l" r="r" t="t"/>
              <a:pathLst>
                <a:path extrusionOk="0" h="11138" w="9294">
                  <a:moveTo>
                    <a:pt x="6932" y="947"/>
                  </a:moveTo>
                  <a:lnTo>
                    <a:pt x="8486" y="2627"/>
                  </a:lnTo>
                  <a:lnTo>
                    <a:pt x="7652" y="3839"/>
                  </a:lnTo>
                  <a:lnTo>
                    <a:pt x="8523" y="5329"/>
                  </a:lnTo>
                  <a:lnTo>
                    <a:pt x="7475" y="6806"/>
                  </a:lnTo>
                  <a:lnTo>
                    <a:pt x="6263" y="10190"/>
                  </a:lnTo>
                  <a:lnTo>
                    <a:pt x="5139" y="9496"/>
                  </a:lnTo>
                  <a:lnTo>
                    <a:pt x="3220" y="9685"/>
                  </a:lnTo>
                  <a:lnTo>
                    <a:pt x="2071" y="9281"/>
                  </a:lnTo>
                  <a:lnTo>
                    <a:pt x="745" y="7324"/>
                  </a:lnTo>
                  <a:lnTo>
                    <a:pt x="1490" y="6074"/>
                  </a:lnTo>
                  <a:lnTo>
                    <a:pt x="3384" y="6074"/>
                  </a:lnTo>
                  <a:lnTo>
                    <a:pt x="4584" y="3763"/>
                  </a:lnTo>
                  <a:lnTo>
                    <a:pt x="6932" y="947"/>
                  </a:lnTo>
                  <a:close/>
                  <a:moveTo>
                    <a:pt x="6907" y="0"/>
                  </a:moveTo>
                  <a:lnTo>
                    <a:pt x="4079" y="3397"/>
                  </a:lnTo>
                  <a:lnTo>
                    <a:pt x="3005" y="5442"/>
                  </a:lnTo>
                  <a:lnTo>
                    <a:pt x="1137" y="5442"/>
                  </a:lnTo>
                  <a:lnTo>
                    <a:pt x="0" y="7336"/>
                  </a:lnTo>
                  <a:lnTo>
                    <a:pt x="1667" y="9799"/>
                  </a:lnTo>
                  <a:lnTo>
                    <a:pt x="3157" y="10329"/>
                  </a:lnTo>
                  <a:lnTo>
                    <a:pt x="4988" y="10140"/>
                  </a:lnTo>
                  <a:lnTo>
                    <a:pt x="6591" y="11137"/>
                  </a:lnTo>
                  <a:lnTo>
                    <a:pt x="8018" y="7147"/>
                  </a:lnTo>
                  <a:lnTo>
                    <a:pt x="9281" y="5379"/>
                  </a:lnTo>
                  <a:lnTo>
                    <a:pt x="8397" y="3877"/>
                  </a:lnTo>
                  <a:lnTo>
                    <a:pt x="9294" y="2576"/>
                  </a:lnTo>
                  <a:lnTo>
                    <a:pt x="690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38"/>
            <p:cNvSpPr/>
            <p:nvPr/>
          </p:nvSpPr>
          <p:spPr>
            <a:xfrm>
              <a:off x="6429775" y="3529075"/>
              <a:ext cx="453650" cy="254450"/>
            </a:xfrm>
            <a:custGeom>
              <a:rect b="b" l="l" r="r" t="t"/>
              <a:pathLst>
                <a:path extrusionOk="0" h="10178" w="18146">
                  <a:moveTo>
                    <a:pt x="1794" y="0"/>
                  </a:moveTo>
                  <a:lnTo>
                    <a:pt x="1" y="745"/>
                  </a:lnTo>
                  <a:lnTo>
                    <a:pt x="1705" y="2576"/>
                  </a:lnTo>
                  <a:lnTo>
                    <a:pt x="2223" y="4496"/>
                  </a:lnTo>
                  <a:lnTo>
                    <a:pt x="4281" y="4496"/>
                  </a:lnTo>
                  <a:lnTo>
                    <a:pt x="5847" y="5039"/>
                  </a:lnTo>
                  <a:lnTo>
                    <a:pt x="5847" y="6705"/>
                  </a:lnTo>
                  <a:lnTo>
                    <a:pt x="8764" y="8915"/>
                  </a:lnTo>
                  <a:lnTo>
                    <a:pt x="11214" y="8915"/>
                  </a:lnTo>
                  <a:lnTo>
                    <a:pt x="12236" y="7412"/>
                  </a:lnTo>
                  <a:lnTo>
                    <a:pt x="14055" y="8120"/>
                  </a:lnTo>
                  <a:lnTo>
                    <a:pt x="15633" y="10178"/>
                  </a:lnTo>
                  <a:lnTo>
                    <a:pt x="18146" y="10178"/>
                  </a:lnTo>
                  <a:lnTo>
                    <a:pt x="14522" y="5443"/>
                  </a:lnTo>
                  <a:lnTo>
                    <a:pt x="10431" y="3157"/>
                  </a:lnTo>
                  <a:lnTo>
                    <a:pt x="5531" y="1819"/>
                  </a:lnTo>
                  <a:lnTo>
                    <a:pt x="3650" y="2652"/>
                  </a:lnTo>
                  <a:lnTo>
                    <a:pt x="3094" y="733"/>
                  </a:lnTo>
                  <a:lnTo>
                    <a:pt x="179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38"/>
            <p:cNvSpPr/>
            <p:nvPr/>
          </p:nvSpPr>
          <p:spPr>
            <a:xfrm>
              <a:off x="6416200" y="3519925"/>
              <a:ext cx="483325" cy="271500"/>
            </a:xfrm>
            <a:custGeom>
              <a:rect b="b" l="l" r="r" t="t"/>
              <a:pathLst>
                <a:path extrusionOk="0" h="10860" w="19333">
                  <a:moveTo>
                    <a:pt x="2312" y="707"/>
                  </a:moveTo>
                  <a:lnTo>
                    <a:pt x="3372" y="1313"/>
                  </a:lnTo>
                  <a:lnTo>
                    <a:pt x="3991" y="3447"/>
                  </a:lnTo>
                  <a:lnTo>
                    <a:pt x="6112" y="2513"/>
                  </a:lnTo>
                  <a:lnTo>
                    <a:pt x="10860" y="3814"/>
                  </a:lnTo>
                  <a:lnTo>
                    <a:pt x="14863" y="6061"/>
                  </a:lnTo>
                  <a:lnTo>
                    <a:pt x="18058" y="10228"/>
                  </a:lnTo>
                  <a:lnTo>
                    <a:pt x="16328" y="10228"/>
                  </a:lnTo>
                  <a:lnTo>
                    <a:pt x="14787" y="8233"/>
                  </a:lnTo>
                  <a:lnTo>
                    <a:pt x="12653" y="7400"/>
                  </a:lnTo>
                  <a:lnTo>
                    <a:pt x="11580" y="8965"/>
                  </a:lnTo>
                  <a:lnTo>
                    <a:pt x="9408" y="8965"/>
                  </a:lnTo>
                  <a:lnTo>
                    <a:pt x="6706" y="6920"/>
                  </a:lnTo>
                  <a:lnTo>
                    <a:pt x="6706" y="5177"/>
                  </a:lnTo>
                  <a:lnTo>
                    <a:pt x="4913" y="4571"/>
                  </a:lnTo>
                  <a:lnTo>
                    <a:pt x="3006" y="4546"/>
                  </a:lnTo>
                  <a:lnTo>
                    <a:pt x="2526" y="2778"/>
                  </a:lnTo>
                  <a:lnTo>
                    <a:pt x="1074" y="1225"/>
                  </a:lnTo>
                  <a:lnTo>
                    <a:pt x="2312" y="707"/>
                  </a:lnTo>
                  <a:close/>
                  <a:moveTo>
                    <a:pt x="2362" y="0"/>
                  </a:moveTo>
                  <a:lnTo>
                    <a:pt x="1" y="998"/>
                  </a:lnTo>
                  <a:lnTo>
                    <a:pt x="1958" y="3094"/>
                  </a:lnTo>
                  <a:lnTo>
                    <a:pt x="2526" y="5177"/>
                  </a:lnTo>
                  <a:lnTo>
                    <a:pt x="4761" y="5177"/>
                  </a:lnTo>
                  <a:lnTo>
                    <a:pt x="6074" y="5632"/>
                  </a:lnTo>
                  <a:lnTo>
                    <a:pt x="6074" y="7223"/>
                  </a:lnTo>
                  <a:lnTo>
                    <a:pt x="9206" y="9597"/>
                  </a:lnTo>
                  <a:lnTo>
                    <a:pt x="11921" y="9597"/>
                  </a:lnTo>
                  <a:lnTo>
                    <a:pt x="12906" y="8170"/>
                  </a:lnTo>
                  <a:lnTo>
                    <a:pt x="14396" y="8751"/>
                  </a:lnTo>
                  <a:lnTo>
                    <a:pt x="16025" y="10859"/>
                  </a:lnTo>
                  <a:lnTo>
                    <a:pt x="19333" y="10859"/>
                  </a:lnTo>
                  <a:lnTo>
                    <a:pt x="15317" y="5607"/>
                  </a:lnTo>
                  <a:lnTo>
                    <a:pt x="11125" y="3245"/>
                  </a:lnTo>
                  <a:lnTo>
                    <a:pt x="6049" y="1844"/>
                  </a:lnTo>
                  <a:lnTo>
                    <a:pt x="4395" y="2576"/>
                  </a:lnTo>
                  <a:lnTo>
                    <a:pt x="3903" y="884"/>
                  </a:lnTo>
                  <a:lnTo>
                    <a:pt x="236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38"/>
            <p:cNvSpPr/>
            <p:nvPr/>
          </p:nvSpPr>
          <p:spPr>
            <a:xfrm>
              <a:off x="5992575" y="3785400"/>
              <a:ext cx="867500" cy="764650"/>
            </a:xfrm>
            <a:custGeom>
              <a:rect b="b" l="l" r="r" t="t"/>
              <a:pathLst>
                <a:path extrusionOk="0" h="30586" w="34700">
                  <a:moveTo>
                    <a:pt x="18082" y="1"/>
                  </a:moveTo>
                  <a:lnTo>
                    <a:pt x="15494" y="2602"/>
                  </a:lnTo>
                  <a:lnTo>
                    <a:pt x="13953" y="3574"/>
                  </a:lnTo>
                  <a:lnTo>
                    <a:pt x="12577" y="3006"/>
                  </a:lnTo>
                  <a:lnTo>
                    <a:pt x="9976" y="5430"/>
                  </a:lnTo>
                  <a:lnTo>
                    <a:pt x="8195" y="7627"/>
                  </a:lnTo>
                  <a:lnTo>
                    <a:pt x="4950" y="9572"/>
                  </a:lnTo>
                  <a:lnTo>
                    <a:pt x="1617" y="10228"/>
                  </a:lnTo>
                  <a:lnTo>
                    <a:pt x="0" y="12779"/>
                  </a:lnTo>
                  <a:lnTo>
                    <a:pt x="0" y="15999"/>
                  </a:lnTo>
                  <a:lnTo>
                    <a:pt x="973" y="20835"/>
                  </a:lnTo>
                  <a:lnTo>
                    <a:pt x="480" y="22704"/>
                  </a:lnTo>
                  <a:lnTo>
                    <a:pt x="1857" y="24244"/>
                  </a:lnTo>
                  <a:lnTo>
                    <a:pt x="5481" y="23424"/>
                  </a:lnTo>
                  <a:lnTo>
                    <a:pt x="9408" y="22211"/>
                  </a:lnTo>
                  <a:lnTo>
                    <a:pt x="12223" y="20999"/>
                  </a:lnTo>
                  <a:lnTo>
                    <a:pt x="16214" y="21365"/>
                  </a:lnTo>
                  <a:lnTo>
                    <a:pt x="18070" y="24964"/>
                  </a:lnTo>
                  <a:lnTo>
                    <a:pt x="20103" y="23184"/>
                  </a:lnTo>
                  <a:lnTo>
                    <a:pt x="20911" y="26833"/>
                  </a:lnTo>
                  <a:cubicBezTo>
                    <a:pt x="20911" y="26833"/>
                    <a:pt x="21719" y="29421"/>
                    <a:pt x="22047" y="29421"/>
                  </a:cubicBezTo>
                  <a:cubicBezTo>
                    <a:pt x="22349" y="29421"/>
                    <a:pt x="23677" y="30586"/>
                    <a:pt x="24015" y="30586"/>
                  </a:cubicBezTo>
                  <a:cubicBezTo>
                    <a:pt x="24045" y="30586"/>
                    <a:pt x="24067" y="30577"/>
                    <a:pt x="24080" y="30558"/>
                  </a:cubicBezTo>
                  <a:cubicBezTo>
                    <a:pt x="24232" y="30318"/>
                    <a:pt x="25621" y="29990"/>
                    <a:pt x="25621" y="29990"/>
                  </a:cubicBezTo>
                  <a:lnTo>
                    <a:pt x="28133" y="30229"/>
                  </a:lnTo>
                  <a:cubicBezTo>
                    <a:pt x="28133" y="30229"/>
                    <a:pt x="30735" y="28045"/>
                    <a:pt x="30735" y="27729"/>
                  </a:cubicBezTo>
                  <a:cubicBezTo>
                    <a:pt x="30735" y="27401"/>
                    <a:pt x="32831" y="23348"/>
                    <a:pt x="32831" y="23348"/>
                  </a:cubicBezTo>
                  <a:lnTo>
                    <a:pt x="34371" y="19699"/>
                  </a:lnTo>
                  <a:lnTo>
                    <a:pt x="34700" y="14193"/>
                  </a:lnTo>
                  <a:lnTo>
                    <a:pt x="31303" y="8107"/>
                  </a:lnTo>
                  <a:lnTo>
                    <a:pt x="30078" y="5114"/>
                  </a:lnTo>
                  <a:lnTo>
                    <a:pt x="29434" y="3081"/>
                  </a:lnTo>
                  <a:lnTo>
                    <a:pt x="27654" y="1"/>
                  </a:lnTo>
                  <a:lnTo>
                    <a:pt x="26025" y="3410"/>
                  </a:lnTo>
                  <a:lnTo>
                    <a:pt x="26113" y="4950"/>
                  </a:lnTo>
                  <a:lnTo>
                    <a:pt x="24333" y="6251"/>
                  </a:lnTo>
                  <a:lnTo>
                    <a:pt x="21971" y="4054"/>
                  </a:lnTo>
                  <a:lnTo>
                    <a:pt x="22224" y="1301"/>
                  </a:lnTo>
                  <a:lnTo>
                    <a:pt x="1808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38"/>
            <p:cNvSpPr/>
            <p:nvPr/>
          </p:nvSpPr>
          <p:spPr>
            <a:xfrm>
              <a:off x="5985000" y="3768350"/>
              <a:ext cx="883600" cy="789850"/>
            </a:xfrm>
            <a:custGeom>
              <a:rect b="b" l="l" r="r" t="t"/>
              <a:pathLst>
                <a:path extrusionOk="0" h="31594" w="35344">
                  <a:moveTo>
                    <a:pt x="18474" y="1049"/>
                  </a:moveTo>
                  <a:lnTo>
                    <a:pt x="22186" y="2210"/>
                  </a:lnTo>
                  <a:lnTo>
                    <a:pt x="21946" y="4862"/>
                  </a:lnTo>
                  <a:lnTo>
                    <a:pt x="24598" y="7337"/>
                  </a:lnTo>
                  <a:lnTo>
                    <a:pt x="26732" y="5784"/>
                  </a:lnTo>
                  <a:lnTo>
                    <a:pt x="26643" y="4155"/>
                  </a:lnTo>
                  <a:lnTo>
                    <a:pt x="27969" y="1364"/>
                  </a:lnTo>
                  <a:lnTo>
                    <a:pt x="29447" y="3890"/>
                  </a:lnTo>
                  <a:lnTo>
                    <a:pt x="30091" y="5910"/>
                  </a:lnTo>
                  <a:lnTo>
                    <a:pt x="31315" y="8941"/>
                  </a:lnTo>
                  <a:lnTo>
                    <a:pt x="34674" y="14938"/>
                  </a:lnTo>
                  <a:lnTo>
                    <a:pt x="34359" y="20305"/>
                  </a:lnTo>
                  <a:lnTo>
                    <a:pt x="32856" y="23891"/>
                  </a:lnTo>
                  <a:cubicBezTo>
                    <a:pt x="31530" y="26442"/>
                    <a:pt x="30810" y="27932"/>
                    <a:pt x="30722" y="28336"/>
                  </a:cubicBezTo>
                  <a:cubicBezTo>
                    <a:pt x="30583" y="28601"/>
                    <a:pt x="29396" y="29687"/>
                    <a:pt x="28335" y="30596"/>
                  </a:cubicBezTo>
                  <a:lnTo>
                    <a:pt x="25898" y="30356"/>
                  </a:lnTo>
                  <a:lnTo>
                    <a:pt x="25848" y="30369"/>
                  </a:lnTo>
                  <a:cubicBezTo>
                    <a:pt x="25052" y="30558"/>
                    <a:pt x="24522" y="30747"/>
                    <a:pt x="24257" y="30937"/>
                  </a:cubicBezTo>
                  <a:cubicBezTo>
                    <a:pt x="23979" y="30773"/>
                    <a:pt x="23714" y="30596"/>
                    <a:pt x="23461" y="30406"/>
                  </a:cubicBezTo>
                  <a:cubicBezTo>
                    <a:pt x="22931" y="30028"/>
                    <a:pt x="22666" y="29851"/>
                    <a:pt x="22464" y="29800"/>
                  </a:cubicBezTo>
                  <a:cubicBezTo>
                    <a:pt x="22262" y="29560"/>
                    <a:pt x="21832" y="28411"/>
                    <a:pt x="21517" y="27439"/>
                  </a:cubicBezTo>
                  <a:lnTo>
                    <a:pt x="20595" y="23272"/>
                  </a:lnTo>
                  <a:lnTo>
                    <a:pt x="18474" y="25141"/>
                  </a:lnTo>
                  <a:lnTo>
                    <a:pt x="16706" y="21744"/>
                  </a:lnTo>
                  <a:lnTo>
                    <a:pt x="12463" y="21353"/>
                  </a:lnTo>
                  <a:lnTo>
                    <a:pt x="9610" y="22590"/>
                  </a:lnTo>
                  <a:lnTo>
                    <a:pt x="5708" y="23803"/>
                  </a:lnTo>
                  <a:lnTo>
                    <a:pt x="2261" y="24573"/>
                  </a:lnTo>
                  <a:lnTo>
                    <a:pt x="1124" y="23297"/>
                  </a:lnTo>
                  <a:lnTo>
                    <a:pt x="1591" y="21530"/>
                  </a:lnTo>
                  <a:lnTo>
                    <a:pt x="619" y="16681"/>
                  </a:lnTo>
                  <a:lnTo>
                    <a:pt x="619" y="13537"/>
                  </a:lnTo>
                  <a:lnTo>
                    <a:pt x="2109" y="11188"/>
                  </a:lnTo>
                  <a:lnTo>
                    <a:pt x="5316" y="10557"/>
                  </a:lnTo>
                  <a:lnTo>
                    <a:pt x="8662" y="8574"/>
                  </a:lnTo>
                  <a:lnTo>
                    <a:pt x="10493" y="6352"/>
                  </a:lnTo>
                  <a:lnTo>
                    <a:pt x="12943" y="4054"/>
                  </a:lnTo>
                  <a:lnTo>
                    <a:pt x="14282" y="4609"/>
                  </a:lnTo>
                  <a:lnTo>
                    <a:pt x="15961" y="3549"/>
                  </a:lnTo>
                  <a:lnTo>
                    <a:pt x="18474" y="1049"/>
                  </a:lnTo>
                  <a:close/>
                  <a:moveTo>
                    <a:pt x="27944" y="1"/>
                  </a:moveTo>
                  <a:lnTo>
                    <a:pt x="26025" y="4016"/>
                  </a:lnTo>
                  <a:lnTo>
                    <a:pt x="26100" y="5468"/>
                  </a:lnTo>
                  <a:lnTo>
                    <a:pt x="24674" y="6516"/>
                  </a:lnTo>
                  <a:lnTo>
                    <a:pt x="22615" y="4609"/>
                  </a:lnTo>
                  <a:lnTo>
                    <a:pt x="22868" y="1756"/>
                  </a:lnTo>
                  <a:lnTo>
                    <a:pt x="18310" y="316"/>
                  </a:lnTo>
                  <a:lnTo>
                    <a:pt x="15607" y="3018"/>
                  </a:lnTo>
                  <a:lnTo>
                    <a:pt x="14231" y="3890"/>
                  </a:lnTo>
                  <a:lnTo>
                    <a:pt x="12817" y="3309"/>
                  </a:lnTo>
                  <a:lnTo>
                    <a:pt x="10039" y="5910"/>
                  </a:lnTo>
                  <a:lnTo>
                    <a:pt x="8296" y="8057"/>
                  </a:lnTo>
                  <a:lnTo>
                    <a:pt x="5152" y="9951"/>
                  </a:lnTo>
                  <a:lnTo>
                    <a:pt x="1743" y="10633"/>
                  </a:lnTo>
                  <a:lnTo>
                    <a:pt x="0" y="13360"/>
                  </a:lnTo>
                  <a:lnTo>
                    <a:pt x="0" y="16744"/>
                  </a:lnTo>
                  <a:lnTo>
                    <a:pt x="947" y="21504"/>
                  </a:lnTo>
                  <a:lnTo>
                    <a:pt x="430" y="23462"/>
                  </a:lnTo>
                  <a:lnTo>
                    <a:pt x="2046" y="25267"/>
                  </a:lnTo>
                  <a:lnTo>
                    <a:pt x="5872" y="24409"/>
                  </a:lnTo>
                  <a:lnTo>
                    <a:pt x="9824" y="23184"/>
                  </a:lnTo>
                  <a:lnTo>
                    <a:pt x="12564" y="21997"/>
                  </a:lnTo>
                  <a:lnTo>
                    <a:pt x="16314" y="22338"/>
                  </a:lnTo>
                  <a:lnTo>
                    <a:pt x="18284" y="26151"/>
                  </a:lnTo>
                  <a:lnTo>
                    <a:pt x="20216" y="24459"/>
                  </a:lnTo>
                  <a:lnTo>
                    <a:pt x="20923" y="27616"/>
                  </a:lnTo>
                  <a:cubicBezTo>
                    <a:pt x="21795" y="30419"/>
                    <a:pt x="22136" y="30419"/>
                    <a:pt x="22325" y="30419"/>
                  </a:cubicBezTo>
                  <a:cubicBezTo>
                    <a:pt x="22590" y="30571"/>
                    <a:pt x="22855" y="30735"/>
                    <a:pt x="23095" y="30924"/>
                  </a:cubicBezTo>
                  <a:cubicBezTo>
                    <a:pt x="23752" y="31391"/>
                    <a:pt x="24067" y="31593"/>
                    <a:pt x="24320" y="31593"/>
                  </a:cubicBezTo>
                  <a:cubicBezTo>
                    <a:pt x="24345" y="31581"/>
                    <a:pt x="24383" y="31581"/>
                    <a:pt x="24421" y="31568"/>
                  </a:cubicBezTo>
                  <a:cubicBezTo>
                    <a:pt x="24509" y="31555"/>
                    <a:pt x="24598" y="31505"/>
                    <a:pt x="24648" y="31429"/>
                  </a:cubicBezTo>
                  <a:cubicBezTo>
                    <a:pt x="24749" y="31341"/>
                    <a:pt x="25355" y="31126"/>
                    <a:pt x="25962" y="30987"/>
                  </a:cubicBezTo>
                  <a:lnTo>
                    <a:pt x="28563" y="31240"/>
                  </a:lnTo>
                  <a:lnTo>
                    <a:pt x="28664" y="31151"/>
                  </a:lnTo>
                  <a:cubicBezTo>
                    <a:pt x="31366" y="28866"/>
                    <a:pt x="31366" y="28550"/>
                    <a:pt x="31366" y="28424"/>
                  </a:cubicBezTo>
                  <a:cubicBezTo>
                    <a:pt x="31416" y="28146"/>
                    <a:pt x="32464" y="26037"/>
                    <a:pt x="33449" y="24143"/>
                  </a:cubicBezTo>
                  <a:lnTo>
                    <a:pt x="34990" y="20494"/>
                  </a:lnTo>
                  <a:lnTo>
                    <a:pt x="35343" y="14787"/>
                  </a:lnTo>
                  <a:lnTo>
                    <a:pt x="31909" y="8663"/>
                  </a:lnTo>
                  <a:lnTo>
                    <a:pt x="30697" y="5683"/>
                  </a:lnTo>
                  <a:lnTo>
                    <a:pt x="30053" y="3662"/>
                  </a:lnTo>
                  <a:lnTo>
                    <a:pt x="2794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38"/>
            <p:cNvSpPr/>
            <p:nvPr/>
          </p:nvSpPr>
          <p:spPr>
            <a:xfrm>
              <a:off x="6575950" y="4616250"/>
              <a:ext cx="97550" cy="109575"/>
            </a:xfrm>
            <a:custGeom>
              <a:rect b="b" l="l" r="r" t="t"/>
              <a:pathLst>
                <a:path extrusionOk="0" h="4383" w="3902">
                  <a:moveTo>
                    <a:pt x="303" y="1"/>
                  </a:moveTo>
                  <a:lnTo>
                    <a:pt x="0" y="430"/>
                  </a:lnTo>
                  <a:lnTo>
                    <a:pt x="0" y="2955"/>
                  </a:lnTo>
                  <a:lnTo>
                    <a:pt x="1326" y="4382"/>
                  </a:lnTo>
                  <a:lnTo>
                    <a:pt x="3498" y="2753"/>
                  </a:lnTo>
                  <a:lnTo>
                    <a:pt x="3902" y="430"/>
                  </a:lnTo>
                  <a:lnTo>
                    <a:pt x="2273" y="1213"/>
                  </a:lnTo>
                  <a:lnTo>
                    <a:pt x="30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38"/>
            <p:cNvSpPr/>
            <p:nvPr/>
          </p:nvSpPr>
          <p:spPr>
            <a:xfrm>
              <a:off x="6568050" y="4609625"/>
              <a:ext cx="115875" cy="126600"/>
            </a:xfrm>
            <a:custGeom>
              <a:rect b="b" l="l" r="r" t="t"/>
              <a:pathLst>
                <a:path extrusionOk="0" h="5064" w="4635">
                  <a:moveTo>
                    <a:pt x="783" y="1"/>
                  </a:moveTo>
                  <a:lnTo>
                    <a:pt x="455" y="531"/>
                  </a:lnTo>
                  <a:lnTo>
                    <a:pt x="2564" y="1844"/>
                  </a:lnTo>
                  <a:lnTo>
                    <a:pt x="3814" y="1251"/>
                  </a:lnTo>
                  <a:lnTo>
                    <a:pt x="3536" y="2842"/>
                  </a:lnTo>
                  <a:lnTo>
                    <a:pt x="1680" y="4218"/>
                  </a:lnTo>
                  <a:lnTo>
                    <a:pt x="632" y="3094"/>
                  </a:lnTo>
                  <a:lnTo>
                    <a:pt x="632" y="695"/>
                  </a:lnTo>
                  <a:lnTo>
                    <a:pt x="0" y="695"/>
                  </a:lnTo>
                  <a:lnTo>
                    <a:pt x="0" y="3347"/>
                  </a:lnTo>
                  <a:lnTo>
                    <a:pt x="1592" y="5064"/>
                  </a:lnTo>
                  <a:lnTo>
                    <a:pt x="4104" y="3208"/>
                  </a:lnTo>
                  <a:lnTo>
                    <a:pt x="4635" y="139"/>
                  </a:lnTo>
                  <a:lnTo>
                    <a:pt x="2602" y="1124"/>
                  </a:lnTo>
                  <a:lnTo>
                    <a:pt x="783"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38"/>
            <p:cNvSpPr/>
            <p:nvPr/>
          </p:nvSpPr>
          <p:spPr>
            <a:xfrm>
              <a:off x="6995150" y="4713800"/>
              <a:ext cx="195750" cy="190700"/>
            </a:xfrm>
            <a:custGeom>
              <a:rect b="b" l="l" r="r" t="t"/>
              <a:pathLst>
                <a:path extrusionOk="0" h="7628" w="7830">
                  <a:moveTo>
                    <a:pt x="6883" y="0"/>
                  </a:moveTo>
                  <a:lnTo>
                    <a:pt x="4648" y="1932"/>
                  </a:lnTo>
                  <a:lnTo>
                    <a:pt x="2615" y="2905"/>
                  </a:lnTo>
                  <a:lnTo>
                    <a:pt x="468" y="4660"/>
                  </a:lnTo>
                  <a:lnTo>
                    <a:pt x="1" y="5859"/>
                  </a:lnTo>
                  <a:lnTo>
                    <a:pt x="1958" y="7627"/>
                  </a:lnTo>
                  <a:lnTo>
                    <a:pt x="4471" y="4622"/>
                  </a:lnTo>
                  <a:lnTo>
                    <a:pt x="6921" y="2425"/>
                  </a:lnTo>
                  <a:lnTo>
                    <a:pt x="7830" y="1124"/>
                  </a:lnTo>
                  <a:lnTo>
                    <a:pt x="783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38"/>
            <p:cNvSpPr/>
            <p:nvPr/>
          </p:nvSpPr>
          <p:spPr>
            <a:xfrm>
              <a:off x="6985700" y="4705900"/>
              <a:ext cx="213100" cy="209650"/>
            </a:xfrm>
            <a:custGeom>
              <a:rect b="b" l="l" r="r" t="t"/>
              <a:pathLst>
                <a:path extrusionOk="0" h="8386" w="8524">
                  <a:moveTo>
                    <a:pt x="7905" y="632"/>
                  </a:moveTo>
                  <a:lnTo>
                    <a:pt x="7905" y="1339"/>
                  </a:lnTo>
                  <a:lnTo>
                    <a:pt x="7071" y="2526"/>
                  </a:lnTo>
                  <a:lnTo>
                    <a:pt x="4609" y="4736"/>
                  </a:lnTo>
                  <a:lnTo>
                    <a:pt x="2311" y="7489"/>
                  </a:lnTo>
                  <a:lnTo>
                    <a:pt x="758" y="6074"/>
                  </a:lnTo>
                  <a:lnTo>
                    <a:pt x="1111" y="5165"/>
                  </a:lnTo>
                  <a:lnTo>
                    <a:pt x="3169" y="3486"/>
                  </a:lnTo>
                  <a:lnTo>
                    <a:pt x="5165" y="2526"/>
                  </a:lnTo>
                  <a:lnTo>
                    <a:pt x="7387" y="632"/>
                  </a:lnTo>
                  <a:close/>
                  <a:moveTo>
                    <a:pt x="7147" y="1"/>
                  </a:moveTo>
                  <a:lnTo>
                    <a:pt x="4836" y="1971"/>
                  </a:lnTo>
                  <a:lnTo>
                    <a:pt x="2854" y="2943"/>
                  </a:lnTo>
                  <a:lnTo>
                    <a:pt x="568" y="4786"/>
                  </a:lnTo>
                  <a:lnTo>
                    <a:pt x="0" y="6251"/>
                  </a:lnTo>
                  <a:lnTo>
                    <a:pt x="2374" y="8385"/>
                  </a:lnTo>
                  <a:lnTo>
                    <a:pt x="5064" y="5165"/>
                  </a:lnTo>
                  <a:lnTo>
                    <a:pt x="7513" y="2981"/>
                  </a:lnTo>
                  <a:lnTo>
                    <a:pt x="8523" y="1541"/>
                  </a:lnTo>
                  <a:lnTo>
                    <a:pt x="8523"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38"/>
            <p:cNvSpPr/>
            <p:nvPr/>
          </p:nvSpPr>
          <p:spPr>
            <a:xfrm>
              <a:off x="7223700" y="4478300"/>
              <a:ext cx="126625" cy="235850"/>
            </a:xfrm>
            <a:custGeom>
              <a:rect b="b" l="l" r="r" t="t"/>
              <a:pathLst>
                <a:path extrusionOk="0" h="9434" w="5065">
                  <a:moveTo>
                    <a:pt x="607" y="1"/>
                  </a:moveTo>
                  <a:lnTo>
                    <a:pt x="1099" y="3334"/>
                  </a:lnTo>
                  <a:lnTo>
                    <a:pt x="1175" y="5557"/>
                  </a:lnTo>
                  <a:lnTo>
                    <a:pt x="266" y="5948"/>
                  </a:lnTo>
                  <a:lnTo>
                    <a:pt x="1087" y="7792"/>
                  </a:lnTo>
                  <a:cubicBezTo>
                    <a:pt x="1087" y="7792"/>
                    <a:pt x="1" y="8612"/>
                    <a:pt x="317" y="8827"/>
                  </a:cubicBezTo>
                  <a:cubicBezTo>
                    <a:pt x="569" y="9004"/>
                    <a:pt x="809" y="9206"/>
                    <a:pt x="1036" y="9433"/>
                  </a:cubicBezTo>
                  <a:lnTo>
                    <a:pt x="2640" y="7716"/>
                  </a:lnTo>
                  <a:lnTo>
                    <a:pt x="3448" y="5531"/>
                  </a:lnTo>
                  <a:lnTo>
                    <a:pt x="5064" y="5026"/>
                  </a:lnTo>
                  <a:lnTo>
                    <a:pt x="4092" y="4370"/>
                  </a:lnTo>
                  <a:lnTo>
                    <a:pt x="2791" y="4370"/>
                  </a:lnTo>
                  <a:lnTo>
                    <a:pt x="2665" y="733"/>
                  </a:lnTo>
                  <a:lnTo>
                    <a:pt x="60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38"/>
            <p:cNvSpPr/>
            <p:nvPr/>
          </p:nvSpPr>
          <p:spPr>
            <a:xfrm>
              <a:off x="7219600" y="4466625"/>
              <a:ext cx="149025" cy="258875"/>
            </a:xfrm>
            <a:custGeom>
              <a:rect b="b" l="l" r="r" t="t"/>
              <a:pathLst>
                <a:path extrusionOk="0" h="10355" w="5961">
                  <a:moveTo>
                    <a:pt x="1162" y="948"/>
                  </a:moveTo>
                  <a:lnTo>
                    <a:pt x="2526" y="1427"/>
                  </a:lnTo>
                  <a:lnTo>
                    <a:pt x="2652" y="5152"/>
                  </a:lnTo>
                  <a:lnTo>
                    <a:pt x="4155" y="5152"/>
                  </a:lnTo>
                  <a:lnTo>
                    <a:pt x="4509" y="5392"/>
                  </a:lnTo>
                  <a:lnTo>
                    <a:pt x="3372" y="5733"/>
                  </a:lnTo>
                  <a:lnTo>
                    <a:pt x="2539" y="8019"/>
                  </a:lnTo>
                  <a:lnTo>
                    <a:pt x="1188" y="9458"/>
                  </a:lnTo>
                  <a:cubicBezTo>
                    <a:pt x="1074" y="9344"/>
                    <a:pt x="922" y="9231"/>
                    <a:pt x="784" y="9117"/>
                  </a:cubicBezTo>
                  <a:cubicBezTo>
                    <a:pt x="973" y="8903"/>
                    <a:pt x="1200" y="8701"/>
                    <a:pt x="1440" y="8524"/>
                  </a:cubicBezTo>
                  <a:lnTo>
                    <a:pt x="1642" y="8360"/>
                  </a:lnTo>
                  <a:lnTo>
                    <a:pt x="847" y="6579"/>
                  </a:lnTo>
                  <a:lnTo>
                    <a:pt x="1667" y="6238"/>
                  </a:lnTo>
                  <a:lnTo>
                    <a:pt x="1566" y="3751"/>
                  </a:lnTo>
                  <a:lnTo>
                    <a:pt x="1162" y="948"/>
                  </a:lnTo>
                  <a:close/>
                  <a:moveTo>
                    <a:pt x="380" y="1"/>
                  </a:moveTo>
                  <a:lnTo>
                    <a:pt x="948" y="3814"/>
                  </a:lnTo>
                  <a:lnTo>
                    <a:pt x="1011" y="5822"/>
                  </a:lnTo>
                  <a:lnTo>
                    <a:pt x="1" y="6251"/>
                  </a:lnTo>
                  <a:lnTo>
                    <a:pt x="859" y="8158"/>
                  </a:lnTo>
                  <a:cubicBezTo>
                    <a:pt x="481" y="8473"/>
                    <a:pt x="114" y="8865"/>
                    <a:pt x="114" y="9193"/>
                  </a:cubicBezTo>
                  <a:cubicBezTo>
                    <a:pt x="114" y="9332"/>
                    <a:pt x="190" y="9471"/>
                    <a:pt x="304" y="9559"/>
                  </a:cubicBezTo>
                  <a:cubicBezTo>
                    <a:pt x="544" y="9723"/>
                    <a:pt x="771" y="9913"/>
                    <a:pt x="973" y="10127"/>
                  </a:cubicBezTo>
                  <a:lnTo>
                    <a:pt x="1200" y="10355"/>
                  </a:lnTo>
                  <a:lnTo>
                    <a:pt x="3044" y="8397"/>
                  </a:lnTo>
                  <a:lnTo>
                    <a:pt x="3852" y="6251"/>
                  </a:lnTo>
                  <a:lnTo>
                    <a:pt x="5961" y="5607"/>
                  </a:lnTo>
                  <a:lnTo>
                    <a:pt x="4357" y="4521"/>
                  </a:lnTo>
                  <a:lnTo>
                    <a:pt x="3258" y="4521"/>
                  </a:lnTo>
                  <a:lnTo>
                    <a:pt x="3132" y="973"/>
                  </a:lnTo>
                  <a:lnTo>
                    <a:pt x="38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38"/>
            <p:cNvSpPr/>
            <p:nvPr/>
          </p:nvSpPr>
          <p:spPr>
            <a:xfrm>
              <a:off x="6134625" y="2921400"/>
              <a:ext cx="43275" cy="96300"/>
            </a:xfrm>
            <a:custGeom>
              <a:rect b="b" l="l" r="r" t="t"/>
              <a:pathLst>
                <a:path extrusionOk="0" h="3852" w="1731">
                  <a:moveTo>
                    <a:pt x="1415" y="0"/>
                  </a:moveTo>
                  <a:lnTo>
                    <a:pt x="1" y="682"/>
                  </a:lnTo>
                  <a:lnTo>
                    <a:pt x="1" y="2627"/>
                  </a:lnTo>
                  <a:lnTo>
                    <a:pt x="1415" y="3852"/>
                  </a:lnTo>
                  <a:lnTo>
                    <a:pt x="1730" y="1920"/>
                  </a:lnTo>
                  <a:lnTo>
                    <a:pt x="141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38"/>
            <p:cNvSpPr/>
            <p:nvPr/>
          </p:nvSpPr>
          <p:spPr>
            <a:xfrm>
              <a:off x="6126725" y="2909725"/>
              <a:ext cx="59375" cy="122825"/>
            </a:xfrm>
            <a:custGeom>
              <a:rect b="b" l="l" r="r" t="t"/>
              <a:pathLst>
                <a:path extrusionOk="0" h="4913" w="2375">
                  <a:moveTo>
                    <a:pt x="1491" y="935"/>
                  </a:moveTo>
                  <a:lnTo>
                    <a:pt x="1731" y="2387"/>
                  </a:lnTo>
                  <a:lnTo>
                    <a:pt x="1516" y="3713"/>
                  </a:lnTo>
                  <a:lnTo>
                    <a:pt x="632" y="2955"/>
                  </a:lnTo>
                  <a:lnTo>
                    <a:pt x="632" y="1351"/>
                  </a:lnTo>
                  <a:lnTo>
                    <a:pt x="1491" y="935"/>
                  </a:lnTo>
                  <a:close/>
                  <a:moveTo>
                    <a:pt x="1983" y="0"/>
                  </a:moveTo>
                  <a:lnTo>
                    <a:pt x="1" y="960"/>
                  </a:lnTo>
                  <a:lnTo>
                    <a:pt x="1" y="3245"/>
                  </a:lnTo>
                  <a:lnTo>
                    <a:pt x="1958" y="4912"/>
                  </a:lnTo>
                  <a:lnTo>
                    <a:pt x="2375" y="2387"/>
                  </a:lnTo>
                  <a:lnTo>
                    <a:pt x="198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38"/>
            <p:cNvSpPr/>
            <p:nvPr/>
          </p:nvSpPr>
          <p:spPr>
            <a:xfrm>
              <a:off x="5917450" y="3060600"/>
              <a:ext cx="65350" cy="60650"/>
            </a:xfrm>
            <a:custGeom>
              <a:rect b="b" l="l" r="r" t="t"/>
              <a:pathLst>
                <a:path extrusionOk="0" h="2426" w="2614">
                  <a:moveTo>
                    <a:pt x="1099" y="1"/>
                  </a:moveTo>
                  <a:lnTo>
                    <a:pt x="0" y="1175"/>
                  </a:lnTo>
                  <a:lnTo>
                    <a:pt x="568" y="2425"/>
                  </a:lnTo>
                  <a:lnTo>
                    <a:pt x="1440" y="2425"/>
                  </a:lnTo>
                  <a:lnTo>
                    <a:pt x="2614" y="708"/>
                  </a:lnTo>
                  <a:lnTo>
                    <a:pt x="109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38"/>
            <p:cNvSpPr/>
            <p:nvPr/>
          </p:nvSpPr>
          <p:spPr>
            <a:xfrm>
              <a:off x="5908275" y="3050825"/>
              <a:ext cx="86225" cy="78325"/>
            </a:xfrm>
            <a:custGeom>
              <a:rect b="b" l="l" r="r" t="t"/>
              <a:pathLst>
                <a:path extrusionOk="0" h="3133" w="3449">
                  <a:moveTo>
                    <a:pt x="1541" y="771"/>
                  </a:moveTo>
                  <a:lnTo>
                    <a:pt x="2514" y="1225"/>
                  </a:lnTo>
                  <a:lnTo>
                    <a:pt x="1630" y="2501"/>
                  </a:lnTo>
                  <a:lnTo>
                    <a:pt x="1137" y="2501"/>
                  </a:lnTo>
                  <a:lnTo>
                    <a:pt x="746" y="1617"/>
                  </a:lnTo>
                  <a:lnTo>
                    <a:pt x="1541" y="771"/>
                  </a:lnTo>
                  <a:close/>
                  <a:moveTo>
                    <a:pt x="1390" y="1"/>
                  </a:moveTo>
                  <a:lnTo>
                    <a:pt x="1" y="1503"/>
                  </a:lnTo>
                  <a:lnTo>
                    <a:pt x="733" y="3132"/>
                  </a:lnTo>
                  <a:lnTo>
                    <a:pt x="1971" y="3132"/>
                  </a:lnTo>
                  <a:lnTo>
                    <a:pt x="3448" y="960"/>
                  </a:lnTo>
                  <a:lnTo>
                    <a:pt x="139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38"/>
            <p:cNvSpPr/>
            <p:nvPr/>
          </p:nvSpPr>
          <p:spPr>
            <a:xfrm>
              <a:off x="6168100" y="3083025"/>
              <a:ext cx="108300" cy="173650"/>
            </a:xfrm>
            <a:custGeom>
              <a:rect b="b" l="l" r="r" t="t"/>
              <a:pathLst>
                <a:path extrusionOk="0" h="6946" w="4332">
                  <a:moveTo>
                    <a:pt x="1578" y="0"/>
                  </a:moveTo>
                  <a:lnTo>
                    <a:pt x="707" y="1440"/>
                  </a:lnTo>
                  <a:lnTo>
                    <a:pt x="0" y="3132"/>
                  </a:lnTo>
                  <a:lnTo>
                    <a:pt x="783" y="5897"/>
                  </a:lnTo>
                  <a:lnTo>
                    <a:pt x="2399" y="5405"/>
                  </a:lnTo>
                  <a:lnTo>
                    <a:pt x="3472" y="6945"/>
                  </a:lnTo>
                  <a:lnTo>
                    <a:pt x="4331" y="5241"/>
                  </a:lnTo>
                  <a:lnTo>
                    <a:pt x="3472" y="3789"/>
                  </a:lnTo>
                  <a:lnTo>
                    <a:pt x="1818" y="2564"/>
                  </a:lnTo>
                  <a:lnTo>
                    <a:pt x="2399" y="1352"/>
                  </a:lnTo>
                  <a:lnTo>
                    <a:pt x="157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38"/>
            <p:cNvSpPr/>
            <p:nvPr/>
          </p:nvSpPr>
          <p:spPr>
            <a:xfrm>
              <a:off x="6159575" y="3067875"/>
              <a:ext cx="125650" cy="204275"/>
            </a:xfrm>
            <a:custGeom>
              <a:rect b="b" l="l" r="r" t="t"/>
              <a:pathLst>
                <a:path extrusionOk="0" h="8171" w="5026">
                  <a:moveTo>
                    <a:pt x="1932" y="1213"/>
                  </a:moveTo>
                  <a:lnTo>
                    <a:pt x="2399" y="1970"/>
                  </a:lnTo>
                  <a:lnTo>
                    <a:pt x="1768" y="3271"/>
                  </a:lnTo>
                  <a:lnTo>
                    <a:pt x="3574" y="4609"/>
                  </a:lnTo>
                  <a:lnTo>
                    <a:pt x="4319" y="5872"/>
                  </a:lnTo>
                  <a:lnTo>
                    <a:pt x="3763" y="6933"/>
                  </a:lnTo>
                  <a:lnTo>
                    <a:pt x="2866" y="5645"/>
                  </a:lnTo>
                  <a:lnTo>
                    <a:pt x="1351" y="6099"/>
                  </a:lnTo>
                  <a:lnTo>
                    <a:pt x="682" y="3763"/>
                  </a:lnTo>
                  <a:lnTo>
                    <a:pt x="1326" y="2197"/>
                  </a:lnTo>
                  <a:lnTo>
                    <a:pt x="1932" y="1213"/>
                  </a:lnTo>
                  <a:close/>
                  <a:moveTo>
                    <a:pt x="1907" y="0"/>
                  </a:moveTo>
                  <a:lnTo>
                    <a:pt x="758" y="1920"/>
                  </a:lnTo>
                  <a:lnTo>
                    <a:pt x="0" y="3725"/>
                  </a:lnTo>
                  <a:lnTo>
                    <a:pt x="909" y="6895"/>
                  </a:lnTo>
                  <a:lnTo>
                    <a:pt x="2614" y="6377"/>
                  </a:lnTo>
                  <a:lnTo>
                    <a:pt x="3851" y="8170"/>
                  </a:lnTo>
                  <a:lnTo>
                    <a:pt x="5026" y="5834"/>
                  </a:lnTo>
                  <a:lnTo>
                    <a:pt x="4079" y="4230"/>
                  </a:lnTo>
                  <a:lnTo>
                    <a:pt x="2551" y="3081"/>
                  </a:lnTo>
                  <a:lnTo>
                    <a:pt x="3094" y="1945"/>
                  </a:lnTo>
                  <a:lnTo>
                    <a:pt x="190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38"/>
            <p:cNvSpPr/>
            <p:nvPr/>
          </p:nvSpPr>
          <p:spPr>
            <a:xfrm>
              <a:off x="6241950" y="3244650"/>
              <a:ext cx="111475" cy="160375"/>
            </a:xfrm>
            <a:custGeom>
              <a:rect b="b" l="l" r="r" t="t"/>
              <a:pathLst>
                <a:path extrusionOk="0" h="6415" w="4459">
                  <a:moveTo>
                    <a:pt x="2248" y="0"/>
                  </a:moveTo>
                  <a:lnTo>
                    <a:pt x="1781" y="1693"/>
                  </a:lnTo>
                  <a:lnTo>
                    <a:pt x="2021" y="3069"/>
                  </a:lnTo>
                  <a:lnTo>
                    <a:pt x="518" y="3965"/>
                  </a:lnTo>
                  <a:lnTo>
                    <a:pt x="1" y="4281"/>
                  </a:lnTo>
                  <a:lnTo>
                    <a:pt x="1377" y="4912"/>
                  </a:lnTo>
                  <a:lnTo>
                    <a:pt x="2842" y="6415"/>
                  </a:lnTo>
                  <a:lnTo>
                    <a:pt x="4458" y="4912"/>
                  </a:lnTo>
                  <a:lnTo>
                    <a:pt x="3271" y="3208"/>
                  </a:lnTo>
                  <a:lnTo>
                    <a:pt x="3650" y="1541"/>
                  </a:lnTo>
                  <a:lnTo>
                    <a:pt x="224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38"/>
            <p:cNvSpPr/>
            <p:nvPr/>
          </p:nvSpPr>
          <p:spPr>
            <a:xfrm>
              <a:off x="6225225" y="3228550"/>
              <a:ext cx="138600" cy="187525"/>
            </a:xfrm>
            <a:custGeom>
              <a:rect b="b" l="l" r="r" t="t"/>
              <a:pathLst>
                <a:path extrusionOk="0" h="7501" w="5544">
                  <a:moveTo>
                    <a:pt x="3082" y="1276"/>
                  </a:moveTo>
                  <a:lnTo>
                    <a:pt x="3978" y="2273"/>
                  </a:lnTo>
                  <a:lnTo>
                    <a:pt x="3612" y="3915"/>
                  </a:lnTo>
                  <a:lnTo>
                    <a:pt x="4723" y="5519"/>
                  </a:lnTo>
                  <a:lnTo>
                    <a:pt x="3523" y="6617"/>
                  </a:lnTo>
                  <a:lnTo>
                    <a:pt x="2286" y="5342"/>
                  </a:lnTo>
                  <a:lnTo>
                    <a:pt x="1339" y="4887"/>
                  </a:lnTo>
                  <a:lnTo>
                    <a:pt x="3044" y="3877"/>
                  </a:lnTo>
                  <a:lnTo>
                    <a:pt x="2791" y="2362"/>
                  </a:lnTo>
                  <a:lnTo>
                    <a:pt x="3082" y="1276"/>
                  </a:lnTo>
                  <a:close/>
                  <a:moveTo>
                    <a:pt x="2766" y="1"/>
                  </a:moveTo>
                  <a:lnTo>
                    <a:pt x="2134" y="2324"/>
                  </a:lnTo>
                  <a:lnTo>
                    <a:pt x="2337" y="3549"/>
                  </a:lnTo>
                  <a:lnTo>
                    <a:pt x="1023" y="4344"/>
                  </a:lnTo>
                  <a:lnTo>
                    <a:pt x="1" y="4976"/>
                  </a:lnTo>
                  <a:lnTo>
                    <a:pt x="1857" y="5822"/>
                  </a:lnTo>
                  <a:lnTo>
                    <a:pt x="3498" y="7501"/>
                  </a:lnTo>
                  <a:lnTo>
                    <a:pt x="5544" y="5607"/>
                  </a:lnTo>
                  <a:lnTo>
                    <a:pt x="4281" y="3776"/>
                  </a:lnTo>
                  <a:lnTo>
                    <a:pt x="4660" y="2084"/>
                  </a:lnTo>
                  <a:lnTo>
                    <a:pt x="276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38"/>
            <p:cNvSpPr/>
            <p:nvPr/>
          </p:nvSpPr>
          <p:spPr>
            <a:xfrm>
              <a:off x="6323400" y="2434950"/>
              <a:ext cx="220375" cy="347575"/>
            </a:xfrm>
            <a:custGeom>
              <a:rect b="b" l="l" r="r" t="t"/>
              <a:pathLst>
                <a:path extrusionOk="0" h="13903" w="8815">
                  <a:moveTo>
                    <a:pt x="7766" y="0"/>
                  </a:moveTo>
                  <a:lnTo>
                    <a:pt x="6718" y="392"/>
                  </a:lnTo>
                  <a:lnTo>
                    <a:pt x="6301" y="2235"/>
                  </a:lnTo>
                  <a:lnTo>
                    <a:pt x="6150" y="4836"/>
                  </a:lnTo>
                  <a:lnTo>
                    <a:pt x="4433" y="5960"/>
                  </a:lnTo>
                  <a:lnTo>
                    <a:pt x="3877" y="7337"/>
                  </a:lnTo>
                  <a:lnTo>
                    <a:pt x="2248" y="7425"/>
                  </a:lnTo>
                  <a:lnTo>
                    <a:pt x="847" y="9104"/>
                  </a:lnTo>
                  <a:lnTo>
                    <a:pt x="1" y="10367"/>
                  </a:lnTo>
                  <a:lnTo>
                    <a:pt x="1187" y="12640"/>
                  </a:lnTo>
                  <a:lnTo>
                    <a:pt x="1932" y="13903"/>
                  </a:lnTo>
                  <a:lnTo>
                    <a:pt x="2652" y="11478"/>
                  </a:lnTo>
                  <a:lnTo>
                    <a:pt x="2248" y="10304"/>
                  </a:lnTo>
                  <a:lnTo>
                    <a:pt x="4256" y="9799"/>
                  </a:lnTo>
                  <a:lnTo>
                    <a:pt x="6011" y="9799"/>
                  </a:lnTo>
                  <a:lnTo>
                    <a:pt x="8814" y="7576"/>
                  </a:lnTo>
                  <a:lnTo>
                    <a:pt x="8499" y="4660"/>
                  </a:lnTo>
                  <a:lnTo>
                    <a:pt x="8814" y="2639"/>
                  </a:lnTo>
                  <a:lnTo>
                    <a:pt x="776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38"/>
            <p:cNvSpPr/>
            <p:nvPr/>
          </p:nvSpPr>
          <p:spPr>
            <a:xfrm>
              <a:off x="6314250" y="2424850"/>
              <a:ext cx="238050" cy="377575"/>
            </a:xfrm>
            <a:custGeom>
              <a:rect b="b" l="l" r="r" t="t"/>
              <a:pathLst>
                <a:path extrusionOk="0" h="15103" w="9522">
                  <a:moveTo>
                    <a:pt x="7955" y="808"/>
                  </a:moveTo>
                  <a:lnTo>
                    <a:pt x="8852" y="3069"/>
                  </a:lnTo>
                  <a:lnTo>
                    <a:pt x="8536" y="5051"/>
                  </a:lnTo>
                  <a:lnTo>
                    <a:pt x="8852" y="7842"/>
                  </a:lnTo>
                  <a:lnTo>
                    <a:pt x="6263" y="9887"/>
                  </a:lnTo>
                  <a:lnTo>
                    <a:pt x="4622" y="9887"/>
                  </a:lnTo>
                  <a:lnTo>
                    <a:pt x="2210" y="10493"/>
                  </a:lnTo>
                  <a:lnTo>
                    <a:pt x="2690" y="11895"/>
                  </a:lnTo>
                  <a:lnTo>
                    <a:pt x="2197" y="13536"/>
                  </a:lnTo>
                  <a:lnTo>
                    <a:pt x="1844" y="12905"/>
                  </a:lnTo>
                  <a:lnTo>
                    <a:pt x="733" y="10784"/>
                  </a:lnTo>
                  <a:lnTo>
                    <a:pt x="1478" y="9710"/>
                  </a:lnTo>
                  <a:lnTo>
                    <a:pt x="2778" y="8132"/>
                  </a:lnTo>
                  <a:lnTo>
                    <a:pt x="4470" y="8044"/>
                  </a:lnTo>
                  <a:lnTo>
                    <a:pt x="5064" y="6579"/>
                  </a:lnTo>
                  <a:lnTo>
                    <a:pt x="6819" y="5417"/>
                  </a:lnTo>
                  <a:lnTo>
                    <a:pt x="6983" y="2715"/>
                  </a:lnTo>
                  <a:lnTo>
                    <a:pt x="7349" y="1036"/>
                  </a:lnTo>
                  <a:lnTo>
                    <a:pt x="7955" y="808"/>
                  </a:lnTo>
                  <a:close/>
                  <a:moveTo>
                    <a:pt x="8309" y="0"/>
                  </a:moveTo>
                  <a:lnTo>
                    <a:pt x="6806" y="556"/>
                  </a:lnTo>
                  <a:lnTo>
                    <a:pt x="6364" y="2627"/>
                  </a:lnTo>
                  <a:lnTo>
                    <a:pt x="6200" y="5064"/>
                  </a:lnTo>
                  <a:lnTo>
                    <a:pt x="4546" y="6162"/>
                  </a:lnTo>
                  <a:lnTo>
                    <a:pt x="4028" y="7450"/>
                  </a:lnTo>
                  <a:lnTo>
                    <a:pt x="2463" y="7526"/>
                  </a:lnTo>
                  <a:lnTo>
                    <a:pt x="973" y="9319"/>
                  </a:lnTo>
                  <a:lnTo>
                    <a:pt x="0" y="10758"/>
                  </a:lnTo>
                  <a:lnTo>
                    <a:pt x="1276" y="13208"/>
                  </a:lnTo>
                  <a:lnTo>
                    <a:pt x="2387" y="15102"/>
                  </a:lnTo>
                  <a:lnTo>
                    <a:pt x="3347" y="11870"/>
                  </a:lnTo>
                  <a:lnTo>
                    <a:pt x="3031" y="10923"/>
                  </a:lnTo>
                  <a:lnTo>
                    <a:pt x="4660" y="10506"/>
                  </a:lnTo>
                  <a:lnTo>
                    <a:pt x="6491" y="10506"/>
                  </a:lnTo>
                  <a:lnTo>
                    <a:pt x="9521" y="8119"/>
                  </a:lnTo>
                  <a:lnTo>
                    <a:pt x="9180" y="5076"/>
                  </a:lnTo>
                  <a:lnTo>
                    <a:pt x="9509" y="3005"/>
                  </a:lnTo>
                  <a:lnTo>
                    <a:pt x="8309"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38"/>
            <p:cNvSpPr/>
            <p:nvPr/>
          </p:nvSpPr>
          <p:spPr>
            <a:xfrm>
              <a:off x="6470500" y="2285950"/>
              <a:ext cx="89675" cy="141450"/>
            </a:xfrm>
            <a:custGeom>
              <a:rect b="b" l="l" r="r" t="t"/>
              <a:pathLst>
                <a:path extrusionOk="0" h="5658" w="3587">
                  <a:moveTo>
                    <a:pt x="266" y="0"/>
                  </a:moveTo>
                  <a:lnTo>
                    <a:pt x="1" y="897"/>
                  </a:lnTo>
                  <a:lnTo>
                    <a:pt x="380" y="2677"/>
                  </a:lnTo>
                  <a:lnTo>
                    <a:pt x="76" y="3940"/>
                  </a:lnTo>
                  <a:lnTo>
                    <a:pt x="342" y="5657"/>
                  </a:lnTo>
                  <a:lnTo>
                    <a:pt x="2021" y="5657"/>
                  </a:lnTo>
                  <a:lnTo>
                    <a:pt x="1554" y="3801"/>
                  </a:lnTo>
                  <a:lnTo>
                    <a:pt x="1554" y="3801"/>
                  </a:lnTo>
                  <a:lnTo>
                    <a:pt x="2943" y="4420"/>
                  </a:lnTo>
                  <a:lnTo>
                    <a:pt x="3587" y="2677"/>
                  </a:lnTo>
                  <a:lnTo>
                    <a:pt x="3587" y="1566"/>
                  </a:lnTo>
                  <a:lnTo>
                    <a:pt x="1832" y="821"/>
                  </a:lnTo>
                  <a:lnTo>
                    <a:pt x="26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38"/>
            <p:cNvSpPr/>
            <p:nvPr/>
          </p:nvSpPr>
          <p:spPr>
            <a:xfrm>
              <a:off x="6462300" y="2274900"/>
              <a:ext cx="105775" cy="160375"/>
            </a:xfrm>
            <a:custGeom>
              <a:rect b="b" l="l" r="r" t="t"/>
              <a:pathLst>
                <a:path extrusionOk="0" h="6415" w="4231">
                  <a:moveTo>
                    <a:pt x="783" y="897"/>
                  </a:moveTo>
                  <a:lnTo>
                    <a:pt x="2033" y="1541"/>
                  </a:lnTo>
                  <a:lnTo>
                    <a:pt x="3599" y="2210"/>
                  </a:lnTo>
                  <a:lnTo>
                    <a:pt x="3599" y="3069"/>
                  </a:lnTo>
                  <a:lnTo>
                    <a:pt x="3094" y="4432"/>
                  </a:lnTo>
                  <a:lnTo>
                    <a:pt x="1427" y="3700"/>
                  </a:lnTo>
                  <a:lnTo>
                    <a:pt x="1945" y="5784"/>
                  </a:lnTo>
                  <a:lnTo>
                    <a:pt x="935" y="5784"/>
                  </a:lnTo>
                  <a:lnTo>
                    <a:pt x="733" y="4395"/>
                  </a:lnTo>
                  <a:lnTo>
                    <a:pt x="1036" y="3119"/>
                  </a:lnTo>
                  <a:lnTo>
                    <a:pt x="657" y="1352"/>
                  </a:lnTo>
                  <a:lnTo>
                    <a:pt x="783" y="897"/>
                  </a:lnTo>
                  <a:close/>
                  <a:moveTo>
                    <a:pt x="392" y="0"/>
                  </a:moveTo>
                  <a:lnTo>
                    <a:pt x="0" y="1326"/>
                  </a:lnTo>
                  <a:lnTo>
                    <a:pt x="379" y="3119"/>
                  </a:lnTo>
                  <a:lnTo>
                    <a:pt x="89" y="4369"/>
                  </a:lnTo>
                  <a:lnTo>
                    <a:pt x="404" y="6415"/>
                  </a:lnTo>
                  <a:lnTo>
                    <a:pt x="2753" y="6415"/>
                  </a:lnTo>
                  <a:lnTo>
                    <a:pt x="2336" y="4799"/>
                  </a:lnTo>
                  <a:lnTo>
                    <a:pt x="2336" y="4799"/>
                  </a:lnTo>
                  <a:lnTo>
                    <a:pt x="3448" y="5291"/>
                  </a:lnTo>
                  <a:lnTo>
                    <a:pt x="4205" y="3233"/>
                  </a:lnTo>
                  <a:lnTo>
                    <a:pt x="4230" y="1793"/>
                  </a:lnTo>
                  <a:lnTo>
                    <a:pt x="2299" y="985"/>
                  </a:lnTo>
                  <a:lnTo>
                    <a:pt x="39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38"/>
            <p:cNvSpPr/>
            <p:nvPr/>
          </p:nvSpPr>
          <p:spPr>
            <a:xfrm>
              <a:off x="6378950" y="1950375"/>
              <a:ext cx="126300" cy="303725"/>
            </a:xfrm>
            <a:custGeom>
              <a:rect b="b" l="l" r="r" t="t"/>
              <a:pathLst>
                <a:path extrusionOk="0" h="12149" w="5052">
                  <a:moveTo>
                    <a:pt x="708" y="1"/>
                  </a:moveTo>
                  <a:lnTo>
                    <a:pt x="1" y="1365"/>
                  </a:lnTo>
                  <a:lnTo>
                    <a:pt x="1428" y="5456"/>
                  </a:lnTo>
                  <a:lnTo>
                    <a:pt x="2211" y="7021"/>
                  </a:lnTo>
                  <a:lnTo>
                    <a:pt x="2211" y="8676"/>
                  </a:lnTo>
                  <a:lnTo>
                    <a:pt x="3271" y="12148"/>
                  </a:lnTo>
                  <a:lnTo>
                    <a:pt x="5052" y="12148"/>
                  </a:lnTo>
                  <a:lnTo>
                    <a:pt x="4168" y="8878"/>
                  </a:lnTo>
                  <a:lnTo>
                    <a:pt x="5052" y="8398"/>
                  </a:lnTo>
                  <a:lnTo>
                    <a:pt x="3360" y="5317"/>
                  </a:lnTo>
                  <a:lnTo>
                    <a:pt x="2185" y="2198"/>
                  </a:lnTo>
                  <a:lnTo>
                    <a:pt x="70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38"/>
            <p:cNvSpPr/>
            <p:nvPr/>
          </p:nvSpPr>
          <p:spPr>
            <a:xfrm>
              <a:off x="6370425" y="1934925"/>
              <a:ext cx="145575" cy="327050"/>
            </a:xfrm>
            <a:custGeom>
              <a:rect b="b" l="l" r="r" t="t"/>
              <a:pathLst>
                <a:path extrusionOk="0" h="13082" w="5823">
                  <a:moveTo>
                    <a:pt x="1074" y="1238"/>
                  </a:moveTo>
                  <a:lnTo>
                    <a:pt x="2249" y="2968"/>
                  </a:lnTo>
                  <a:lnTo>
                    <a:pt x="3423" y="6086"/>
                  </a:lnTo>
                  <a:lnTo>
                    <a:pt x="4963" y="8890"/>
                  </a:lnTo>
                  <a:lnTo>
                    <a:pt x="4143" y="9344"/>
                  </a:lnTo>
                  <a:lnTo>
                    <a:pt x="4976" y="12450"/>
                  </a:lnTo>
                  <a:lnTo>
                    <a:pt x="3852" y="12450"/>
                  </a:lnTo>
                  <a:lnTo>
                    <a:pt x="2867" y="9243"/>
                  </a:lnTo>
                  <a:lnTo>
                    <a:pt x="2867" y="7564"/>
                  </a:lnTo>
                  <a:lnTo>
                    <a:pt x="2072" y="5960"/>
                  </a:lnTo>
                  <a:lnTo>
                    <a:pt x="683" y="2008"/>
                  </a:lnTo>
                  <a:lnTo>
                    <a:pt x="1074" y="1238"/>
                  </a:lnTo>
                  <a:close/>
                  <a:moveTo>
                    <a:pt x="998" y="0"/>
                  </a:moveTo>
                  <a:lnTo>
                    <a:pt x="1" y="1957"/>
                  </a:lnTo>
                  <a:lnTo>
                    <a:pt x="1491" y="6213"/>
                  </a:lnTo>
                  <a:lnTo>
                    <a:pt x="2236" y="7715"/>
                  </a:lnTo>
                  <a:lnTo>
                    <a:pt x="2236" y="9294"/>
                  </a:lnTo>
                  <a:lnTo>
                    <a:pt x="3385" y="13082"/>
                  </a:lnTo>
                  <a:lnTo>
                    <a:pt x="5797" y="13082"/>
                  </a:lnTo>
                  <a:lnTo>
                    <a:pt x="4875" y="9660"/>
                  </a:lnTo>
                  <a:lnTo>
                    <a:pt x="5822" y="9142"/>
                  </a:lnTo>
                  <a:lnTo>
                    <a:pt x="3991" y="5834"/>
                  </a:lnTo>
                  <a:lnTo>
                    <a:pt x="2829" y="2715"/>
                  </a:lnTo>
                  <a:lnTo>
                    <a:pt x="99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38"/>
            <p:cNvSpPr/>
            <p:nvPr/>
          </p:nvSpPr>
          <p:spPr>
            <a:xfrm>
              <a:off x="5626075" y="893825"/>
              <a:ext cx="145875" cy="113350"/>
            </a:xfrm>
            <a:custGeom>
              <a:rect b="b" l="l" r="r" t="t"/>
              <a:pathLst>
                <a:path extrusionOk="0" h="4534" w="5835">
                  <a:moveTo>
                    <a:pt x="4142" y="0"/>
                  </a:moveTo>
                  <a:lnTo>
                    <a:pt x="2362" y="796"/>
                  </a:lnTo>
                  <a:lnTo>
                    <a:pt x="480" y="796"/>
                  </a:lnTo>
                  <a:lnTo>
                    <a:pt x="0" y="2425"/>
                  </a:lnTo>
                  <a:lnTo>
                    <a:pt x="2362" y="4533"/>
                  </a:lnTo>
                  <a:lnTo>
                    <a:pt x="4458" y="3334"/>
                  </a:lnTo>
                  <a:lnTo>
                    <a:pt x="5834" y="2273"/>
                  </a:lnTo>
                  <a:lnTo>
                    <a:pt x="5834" y="480"/>
                  </a:lnTo>
                  <a:lnTo>
                    <a:pt x="414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38"/>
            <p:cNvSpPr/>
            <p:nvPr/>
          </p:nvSpPr>
          <p:spPr>
            <a:xfrm>
              <a:off x="5617225" y="885625"/>
              <a:ext cx="162600" cy="131025"/>
            </a:xfrm>
            <a:custGeom>
              <a:rect b="b" l="l" r="r" t="t"/>
              <a:pathLst>
                <a:path extrusionOk="0" h="5241" w="6504">
                  <a:moveTo>
                    <a:pt x="4521" y="657"/>
                  </a:moveTo>
                  <a:lnTo>
                    <a:pt x="5872" y="1048"/>
                  </a:lnTo>
                  <a:lnTo>
                    <a:pt x="5872" y="2437"/>
                  </a:lnTo>
                  <a:lnTo>
                    <a:pt x="4660" y="3371"/>
                  </a:lnTo>
                  <a:lnTo>
                    <a:pt x="2766" y="4470"/>
                  </a:lnTo>
                  <a:lnTo>
                    <a:pt x="708" y="2652"/>
                  </a:lnTo>
                  <a:lnTo>
                    <a:pt x="1074" y="1452"/>
                  </a:lnTo>
                  <a:lnTo>
                    <a:pt x="2728" y="1452"/>
                  </a:lnTo>
                  <a:lnTo>
                    <a:pt x="4521" y="657"/>
                  </a:lnTo>
                  <a:close/>
                  <a:moveTo>
                    <a:pt x="4471" y="0"/>
                  </a:moveTo>
                  <a:lnTo>
                    <a:pt x="2653" y="821"/>
                  </a:lnTo>
                  <a:lnTo>
                    <a:pt x="607" y="821"/>
                  </a:lnTo>
                  <a:lnTo>
                    <a:pt x="1" y="2854"/>
                  </a:lnTo>
                  <a:lnTo>
                    <a:pt x="2678" y="5240"/>
                  </a:lnTo>
                  <a:lnTo>
                    <a:pt x="5001" y="3902"/>
                  </a:lnTo>
                  <a:lnTo>
                    <a:pt x="6504" y="2753"/>
                  </a:lnTo>
                  <a:lnTo>
                    <a:pt x="6504" y="581"/>
                  </a:lnTo>
                  <a:lnTo>
                    <a:pt x="447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38"/>
            <p:cNvSpPr/>
            <p:nvPr/>
          </p:nvSpPr>
          <p:spPr>
            <a:xfrm>
              <a:off x="5828725" y="897925"/>
              <a:ext cx="80850" cy="36650"/>
            </a:xfrm>
            <a:custGeom>
              <a:rect b="b" l="l" r="r" t="t"/>
              <a:pathLst>
                <a:path extrusionOk="0" h="1466" w="3234">
                  <a:moveTo>
                    <a:pt x="1" y="1"/>
                  </a:moveTo>
                  <a:lnTo>
                    <a:pt x="885" y="1465"/>
                  </a:lnTo>
                  <a:lnTo>
                    <a:pt x="3233" y="733"/>
                  </a:lnTo>
                  <a:lnTo>
                    <a:pt x="235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38"/>
            <p:cNvSpPr/>
            <p:nvPr/>
          </p:nvSpPr>
          <p:spPr>
            <a:xfrm>
              <a:off x="5814525" y="890350"/>
              <a:ext cx="111475" cy="53700"/>
            </a:xfrm>
            <a:custGeom>
              <a:rect b="b" l="l" r="r" t="t"/>
              <a:pathLst>
                <a:path extrusionOk="0" h="2148" w="4459">
                  <a:moveTo>
                    <a:pt x="2804" y="632"/>
                  </a:moveTo>
                  <a:lnTo>
                    <a:pt x="3157" y="922"/>
                  </a:lnTo>
                  <a:lnTo>
                    <a:pt x="1604" y="1402"/>
                  </a:lnTo>
                  <a:lnTo>
                    <a:pt x="1125" y="632"/>
                  </a:lnTo>
                  <a:close/>
                  <a:moveTo>
                    <a:pt x="1" y="0"/>
                  </a:moveTo>
                  <a:lnTo>
                    <a:pt x="1314" y="2147"/>
                  </a:lnTo>
                  <a:lnTo>
                    <a:pt x="4458" y="1175"/>
                  </a:lnTo>
                  <a:lnTo>
                    <a:pt x="30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38"/>
            <p:cNvSpPr/>
            <p:nvPr/>
          </p:nvSpPr>
          <p:spPr>
            <a:xfrm>
              <a:off x="5765925" y="1013475"/>
              <a:ext cx="80825" cy="48625"/>
            </a:xfrm>
            <a:custGeom>
              <a:rect b="b" l="l" r="r" t="t"/>
              <a:pathLst>
                <a:path extrusionOk="0" h="1945" w="3233">
                  <a:moveTo>
                    <a:pt x="0" y="0"/>
                  </a:moveTo>
                  <a:lnTo>
                    <a:pt x="871" y="1945"/>
                  </a:lnTo>
                  <a:lnTo>
                    <a:pt x="3233" y="972"/>
                  </a:lnTo>
                  <a:lnTo>
                    <a:pt x="1616" y="164"/>
                  </a:lnTo>
                  <a:lnTo>
                    <a:pt x="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38"/>
            <p:cNvSpPr/>
            <p:nvPr/>
          </p:nvSpPr>
          <p:spPr>
            <a:xfrm>
              <a:off x="5752975" y="1004300"/>
              <a:ext cx="113025" cy="68225"/>
            </a:xfrm>
            <a:custGeom>
              <a:rect b="b" l="l" r="r" t="t"/>
              <a:pathLst>
                <a:path extrusionOk="0" h="2729" w="4521">
                  <a:moveTo>
                    <a:pt x="1023" y="733"/>
                  </a:moveTo>
                  <a:lnTo>
                    <a:pt x="2046" y="847"/>
                  </a:lnTo>
                  <a:lnTo>
                    <a:pt x="2993" y="1314"/>
                  </a:lnTo>
                  <a:lnTo>
                    <a:pt x="1554" y="1908"/>
                  </a:lnTo>
                  <a:lnTo>
                    <a:pt x="1023" y="733"/>
                  </a:lnTo>
                  <a:close/>
                  <a:moveTo>
                    <a:pt x="0" y="1"/>
                  </a:moveTo>
                  <a:lnTo>
                    <a:pt x="1225" y="2728"/>
                  </a:lnTo>
                  <a:lnTo>
                    <a:pt x="4521" y="1365"/>
                  </a:lnTo>
                  <a:lnTo>
                    <a:pt x="2273" y="253"/>
                  </a:lnTo>
                  <a:lnTo>
                    <a:pt x="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38"/>
            <p:cNvSpPr/>
            <p:nvPr/>
          </p:nvSpPr>
          <p:spPr>
            <a:xfrm>
              <a:off x="4952100" y="890350"/>
              <a:ext cx="78950" cy="112725"/>
            </a:xfrm>
            <a:custGeom>
              <a:rect b="b" l="l" r="r" t="t"/>
              <a:pathLst>
                <a:path extrusionOk="0" h="4509" w="3158">
                  <a:moveTo>
                    <a:pt x="1" y="0"/>
                  </a:moveTo>
                  <a:lnTo>
                    <a:pt x="1" y="1882"/>
                  </a:lnTo>
                  <a:lnTo>
                    <a:pt x="960" y="4508"/>
                  </a:lnTo>
                  <a:lnTo>
                    <a:pt x="3157" y="2576"/>
                  </a:lnTo>
                  <a:lnTo>
                    <a:pt x="3157" y="1251"/>
                  </a:lnTo>
                  <a:lnTo>
                    <a:pt x="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38"/>
            <p:cNvSpPr/>
            <p:nvPr/>
          </p:nvSpPr>
          <p:spPr>
            <a:xfrm>
              <a:off x="4944200" y="878675"/>
              <a:ext cx="94750" cy="137975"/>
            </a:xfrm>
            <a:custGeom>
              <a:rect b="b" l="l" r="r" t="t"/>
              <a:pathLst>
                <a:path extrusionOk="0" h="5519" w="3790">
                  <a:moveTo>
                    <a:pt x="620" y="922"/>
                  </a:moveTo>
                  <a:lnTo>
                    <a:pt x="3145" y="1932"/>
                  </a:lnTo>
                  <a:lnTo>
                    <a:pt x="3145" y="2892"/>
                  </a:lnTo>
                  <a:lnTo>
                    <a:pt x="1415" y="4432"/>
                  </a:lnTo>
                  <a:lnTo>
                    <a:pt x="632" y="2298"/>
                  </a:lnTo>
                  <a:lnTo>
                    <a:pt x="620" y="922"/>
                  </a:lnTo>
                  <a:close/>
                  <a:moveTo>
                    <a:pt x="1" y="0"/>
                  </a:moveTo>
                  <a:lnTo>
                    <a:pt x="1" y="2349"/>
                  </a:lnTo>
                  <a:lnTo>
                    <a:pt x="1137" y="5518"/>
                  </a:lnTo>
                  <a:lnTo>
                    <a:pt x="3789" y="3182"/>
                  </a:lnTo>
                  <a:lnTo>
                    <a:pt x="3789" y="1503"/>
                  </a:lnTo>
                  <a:lnTo>
                    <a:pt x="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38"/>
            <p:cNvSpPr/>
            <p:nvPr/>
          </p:nvSpPr>
          <p:spPr>
            <a:xfrm>
              <a:off x="4770275" y="799125"/>
              <a:ext cx="164800" cy="161950"/>
            </a:xfrm>
            <a:custGeom>
              <a:rect b="b" l="l" r="r" t="t"/>
              <a:pathLst>
                <a:path extrusionOk="0" h="6478" w="6592">
                  <a:moveTo>
                    <a:pt x="1049" y="0"/>
                  </a:moveTo>
                  <a:lnTo>
                    <a:pt x="0" y="1856"/>
                  </a:lnTo>
                  <a:lnTo>
                    <a:pt x="948" y="4546"/>
                  </a:lnTo>
                  <a:lnTo>
                    <a:pt x="2539" y="6478"/>
                  </a:lnTo>
                  <a:lnTo>
                    <a:pt x="5064" y="6478"/>
                  </a:lnTo>
                  <a:lnTo>
                    <a:pt x="6592" y="6213"/>
                  </a:lnTo>
                  <a:lnTo>
                    <a:pt x="5695" y="3801"/>
                  </a:lnTo>
                  <a:lnTo>
                    <a:pt x="3296" y="2500"/>
                  </a:lnTo>
                  <a:lnTo>
                    <a:pt x="104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38"/>
            <p:cNvSpPr/>
            <p:nvPr/>
          </p:nvSpPr>
          <p:spPr>
            <a:xfrm>
              <a:off x="4761750" y="785550"/>
              <a:ext cx="184075" cy="183425"/>
            </a:xfrm>
            <a:custGeom>
              <a:rect b="b" l="l" r="r" t="t"/>
              <a:pathLst>
                <a:path extrusionOk="0" h="7337" w="7363">
                  <a:moveTo>
                    <a:pt x="1453" y="1074"/>
                  </a:moveTo>
                  <a:lnTo>
                    <a:pt x="3410" y="3245"/>
                  </a:lnTo>
                  <a:lnTo>
                    <a:pt x="5784" y="4559"/>
                  </a:lnTo>
                  <a:lnTo>
                    <a:pt x="6503" y="6516"/>
                  </a:lnTo>
                  <a:lnTo>
                    <a:pt x="5405" y="6705"/>
                  </a:lnTo>
                  <a:lnTo>
                    <a:pt x="3031" y="6705"/>
                  </a:lnTo>
                  <a:lnTo>
                    <a:pt x="1566" y="4937"/>
                  </a:lnTo>
                  <a:lnTo>
                    <a:pt x="695" y="2425"/>
                  </a:lnTo>
                  <a:lnTo>
                    <a:pt x="1453" y="1074"/>
                  </a:lnTo>
                  <a:close/>
                  <a:moveTo>
                    <a:pt x="1326" y="0"/>
                  </a:moveTo>
                  <a:lnTo>
                    <a:pt x="1" y="2374"/>
                  </a:lnTo>
                  <a:lnTo>
                    <a:pt x="985" y="5203"/>
                  </a:lnTo>
                  <a:lnTo>
                    <a:pt x="2728" y="7337"/>
                  </a:lnTo>
                  <a:lnTo>
                    <a:pt x="5468" y="7337"/>
                  </a:lnTo>
                  <a:lnTo>
                    <a:pt x="7362" y="7008"/>
                  </a:lnTo>
                  <a:lnTo>
                    <a:pt x="6289" y="4129"/>
                  </a:lnTo>
                  <a:lnTo>
                    <a:pt x="3839" y="2791"/>
                  </a:lnTo>
                  <a:lnTo>
                    <a:pt x="132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38"/>
            <p:cNvSpPr/>
            <p:nvPr/>
          </p:nvSpPr>
          <p:spPr>
            <a:xfrm>
              <a:off x="4392100" y="1174150"/>
              <a:ext cx="165750" cy="386075"/>
            </a:xfrm>
            <a:custGeom>
              <a:rect b="b" l="l" r="r" t="t"/>
              <a:pathLst>
                <a:path extrusionOk="0" h="15443" w="6630">
                  <a:moveTo>
                    <a:pt x="6629" y="0"/>
                  </a:moveTo>
                  <a:lnTo>
                    <a:pt x="4521" y="1036"/>
                  </a:lnTo>
                  <a:lnTo>
                    <a:pt x="2261" y="3056"/>
                  </a:lnTo>
                  <a:lnTo>
                    <a:pt x="0" y="6301"/>
                  </a:lnTo>
                  <a:lnTo>
                    <a:pt x="354" y="10594"/>
                  </a:lnTo>
                  <a:lnTo>
                    <a:pt x="51" y="12652"/>
                  </a:lnTo>
                  <a:lnTo>
                    <a:pt x="1288" y="15443"/>
                  </a:lnTo>
                  <a:lnTo>
                    <a:pt x="4357" y="15443"/>
                  </a:lnTo>
                  <a:lnTo>
                    <a:pt x="2425" y="11731"/>
                  </a:lnTo>
                  <a:lnTo>
                    <a:pt x="2955" y="7033"/>
                  </a:lnTo>
                  <a:lnTo>
                    <a:pt x="4634" y="4154"/>
                  </a:lnTo>
                  <a:lnTo>
                    <a:pt x="6629" y="1844"/>
                  </a:lnTo>
                  <a:lnTo>
                    <a:pt x="662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38"/>
            <p:cNvSpPr/>
            <p:nvPr/>
          </p:nvSpPr>
          <p:spPr>
            <a:xfrm>
              <a:off x="4383875" y="1161200"/>
              <a:ext cx="181875" cy="406925"/>
            </a:xfrm>
            <a:custGeom>
              <a:rect b="b" l="l" r="r" t="t"/>
              <a:pathLst>
                <a:path extrusionOk="0" h="16277" w="7275">
                  <a:moveTo>
                    <a:pt x="6643" y="1023"/>
                  </a:moveTo>
                  <a:lnTo>
                    <a:pt x="6643" y="2248"/>
                  </a:lnTo>
                  <a:lnTo>
                    <a:pt x="4686" y="4508"/>
                  </a:lnTo>
                  <a:lnTo>
                    <a:pt x="3006" y="7387"/>
                  </a:lnTo>
                  <a:lnTo>
                    <a:pt x="2425" y="12299"/>
                  </a:lnTo>
                  <a:lnTo>
                    <a:pt x="4168" y="15645"/>
                  </a:lnTo>
                  <a:lnTo>
                    <a:pt x="1819" y="15645"/>
                  </a:lnTo>
                  <a:lnTo>
                    <a:pt x="708" y="13120"/>
                  </a:lnTo>
                  <a:lnTo>
                    <a:pt x="999" y="11125"/>
                  </a:lnTo>
                  <a:lnTo>
                    <a:pt x="645" y="6895"/>
                  </a:lnTo>
                  <a:lnTo>
                    <a:pt x="2829" y="3789"/>
                  </a:lnTo>
                  <a:lnTo>
                    <a:pt x="5039" y="1806"/>
                  </a:lnTo>
                  <a:lnTo>
                    <a:pt x="6643" y="1023"/>
                  </a:lnTo>
                  <a:close/>
                  <a:moveTo>
                    <a:pt x="7274" y="0"/>
                  </a:moveTo>
                  <a:lnTo>
                    <a:pt x="4723" y="1263"/>
                  </a:lnTo>
                  <a:lnTo>
                    <a:pt x="2387" y="3347"/>
                  </a:lnTo>
                  <a:lnTo>
                    <a:pt x="1" y="6731"/>
                  </a:lnTo>
                  <a:lnTo>
                    <a:pt x="380" y="11112"/>
                  </a:lnTo>
                  <a:lnTo>
                    <a:pt x="64" y="13221"/>
                  </a:lnTo>
                  <a:lnTo>
                    <a:pt x="1415" y="16277"/>
                  </a:lnTo>
                  <a:lnTo>
                    <a:pt x="5203" y="16277"/>
                  </a:lnTo>
                  <a:lnTo>
                    <a:pt x="3069" y="12185"/>
                  </a:lnTo>
                  <a:lnTo>
                    <a:pt x="3587" y="7652"/>
                  </a:lnTo>
                  <a:lnTo>
                    <a:pt x="5203" y="4874"/>
                  </a:lnTo>
                  <a:lnTo>
                    <a:pt x="7274" y="2475"/>
                  </a:lnTo>
                  <a:lnTo>
                    <a:pt x="727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38"/>
            <p:cNvSpPr/>
            <p:nvPr/>
          </p:nvSpPr>
          <p:spPr>
            <a:xfrm>
              <a:off x="3327950" y="2153675"/>
              <a:ext cx="78950" cy="116200"/>
            </a:xfrm>
            <a:custGeom>
              <a:rect b="b" l="l" r="r" t="t"/>
              <a:pathLst>
                <a:path extrusionOk="0" h="4648" w="3158">
                  <a:moveTo>
                    <a:pt x="1288" y="1"/>
                  </a:moveTo>
                  <a:lnTo>
                    <a:pt x="1" y="1655"/>
                  </a:lnTo>
                  <a:lnTo>
                    <a:pt x="1" y="3069"/>
                  </a:lnTo>
                  <a:lnTo>
                    <a:pt x="1" y="3700"/>
                  </a:lnTo>
                  <a:lnTo>
                    <a:pt x="884" y="4647"/>
                  </a:lnTo>
                  <a:lnTo>
                    <a:pt x="2677" y="3915"/>
                  </a:lnTo>
                  <a:lnTo>
                    <a:pt x="3157" y="1731"/>
                  </a:lnTo>
                  <a:lnTo>
                    <a:pt x="3157" y="544"/>
                  </a:lnTo>
                  <a:lnTo>
                    <a:pt x="128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38"/>
            <p:cNvSpPr/>
            <p:nvPr/>
          </p:nvSpPr>
          <p:spPr>
            <a:xfrm>
              <a:off x="3320050" y="2144525"/>
              <a:ext cx="94725" cy="134825"/>
            </a:xfrm>
            <a:custGeom>
              <a:rect b="b" l="l" r="r" t="t"/>
              <a:pathLst>
                <a:path extrusionOk="0" h="5393" w="3789">
                  <a:moveTo>
                    <a:pt x="1718" y="720"/>
                  </a:moveTo>
                  <a:lnTo>
                    <a:pt x="3158" y="1150"/>
                  </a:lnTo>
                  <a:lnTo>
                    <a:pt x="3158" y="2059"/>
                  </a:lnTo>
                  <a:lnTo>
                    <a:pt x="2728" y="4054"/>
                  </a:lnTo>
                  <a:lnTo>
                    <a:pt x="1289" y="4647"/>
                  </a:lnTo>
                  <a:lnTo>
                    <a:pt x="632" y="3953"/>
                  </a:lnTo>
                  <a:lnTo>
                    <a:pt x="632" y="2122"/>
                  </a:lnTo>
                  <a:lnTo>
                    <a:pt x="1718" y="720"/>
                  </a:lnTo>
                  <a:close/>
                  <a:moveTo>
                    <a:pt x="1491" y="0"/>
                  </a:moveTo>
                  <a:lnTo>
                    <a:pt x="1" y="1907"/>
                  </a:lnTo>
                  <a:lnTo>
                    <a:pt x="1" y="4193"/>
                  </a:lnTo>
                  <a:lnTo>
                    <a:pt x="1125" y="5392"/>
                  </a:lnTo>
                  <a:lnTo>
                    <a:pt x="3271" y="4508"/>
                  </a:lnTo>
                  <a:lnTo>
                    <a:pt x="3789" y="2160"/>
                  </a:lnTo>
                  <a:lnTo>
                    <a:pt x="3789" y="682"/>
                  </a:lnTo>
                  <a:lnTo>
                    <a:pt x="149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38"/>
            <p:cNvSpPr/>
            <p:nvPr/>
          </p:nvSpPr>
          <p:spPr>
            <a:xfrm>
              <a:off x="3404025" y="2057075"/>
              <a:ext cx="144925" cy="252250"/>
            </a:xfrm>
            <a:custGeom>
              <a:rect b="b" l="l" r="r" t="t"/>
              <a:pathLst>
                <a:path extrusionOk="0" h="10090" w="5797">
                  <a:moveTo>
                    <a:pt x="2602" y="1"/>
                  </a:moveTo>
                  <a:lnTo>
                    <a:pt x="834" y="443"/>
                  </a:lnTo>
                  <a:lnTo>
                    <a:pt x="1" y="1680"/>
                  </a:lnTo>
                  <a:lnTo>
                    <a:pt x="2097" y="4408"/>
                  </a:lnTo>
                  <a:lnTo>
                    <a:pt x="2311" y="6201"/>
                  </a:lnTo>
                  <a:lnTo>
                    <a:pt x="746" y="7703"/>
                  </a:lnTo>
                  <a:lnTo>
                    <a:pt x="746" y="10090"/>
                  </a:lnTo>
                  <a:lnTo>
                    <a:pt x="5796" y="9155"/>
                  </a:lnTo>
                  <a:lnTo>
                    <a:pt x="5796" y="7564"/>
                  </a:lnTo>
                  <a:lnTo>
                    <a:pt x="4837" y="5266"/>
                  </a:lnTo>
                  <a:lnTo>
                    <a:pt x="2728" y="2753"/>
                  </a:lnTo>
                  <a:lnTo>
                    <a:pt x="3700" y="1213"/>
                  </a:lnTo>
                  <a:lnTo>
                    <a:pt x="260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38"/>
            <p:cNvSpPr/>
            <p:nvPr/>
          </p:nvSpPr>
          <p:spPr>
            <a:xfrm>
              <a:off x="3394250" y="2048250"/>
              <a:ext cx="162600" cy="270550"/>
            </a:xfrm>
            <a:custGeom>
              <a:rect b="b" l="l" r="r" t="t"/>
              <a:pathLst>
                <a:path extrusionOk="0" h="10822" w="6504">
                  <a:moveTo>
                    <a:pt x="2879" y="707"/>
                  </a:moveTo>
                  <a:lnTo>
                    <a:pt x="3687" y="1604"/>
                  </a:lnTo>
                  <a:lnTo>
                    <a:pt x="2728" y="3132"/>
                  </a:lnTo>
                  <a:lnTo>
                    <a:pt x="4950" y="5783"/>
                  </a:lnTo>
                  <a:lnTo>
                    <a:pt x="5872" y="7980"/>
                  </a:lnTo>
                  <a:lnTo>
                    <a:pt x="5872" y="9243"/>
                  </a:lnTo>
                  <a:lnTo>
                    <a:pt x="1452" y="10064"/>
                  </a:lnTo>
                  <a:lnTo>
                    <a:pt x="1452" y="8195"/>
                  </a:lnTo>
                  <a:lnTo>
                    <a:pt x="3031" y="6667"/>
                  </a:lnTo>
                  <a:lnTo>
                    <a:pt x="2791" y="4634"/>
                  </a:lnTo>
                  <a:lnTo>
                    <a:pt x="783" y="2008"/>
                  </a:lnTo>
                  <a:lnTo>
                    <a:pt x="1414" y="1061"/>
                  </a:lnTo>
                  <a:lnTo>
                    <a:pt x="2879" y="707"/>
                  </a:lnTo>
                  <a:close/>
                  <a:moveTo>
                    <a:pt x="3094" y="0"/>
                  </a:moveTo>
                  <a:lnTo>
                    <a:pt x="1023" y="505"/>
                  </a:lnTo>
                  <a:lnTo>
                    <a:pt x="0" y="2046"/>
                  </a:lnTo>
                  <a:lnTo>
                    <a:pt x="2172" y="4887"/>
                  </a:lnTo>
                  <a:lnTo>
                    <a:pt x="2361" y="6440"/>
                  </a:lnTo>
                  <a:lnTo>
                    <a:pt x="821" y="7917"/>
                  </a:lnTo>
                  <a:lnTo>
                    <a:pt x="821" y="10822"/>
                  </a:lnTo>
                  <a:lnTo>
                    <a:pt x="6503" y="9774"/>
                  </a:lnTo>
                  <a:lnTo>
                    <a:pt x="6503" y="7917"/>
                  </a:lnTo>
                  <a:lnTo>
                    <a:pt x="5506" y="5493"/>
                  </a:lnTo>
                  <a:lnTo>
                    <a:pt x="3498" y="3094"/>
                  </a:lnTo>
                  <a:lnTo>
                    <a:pt x="4470" y="1541"/>
                  </a:lnTo>
                  <a:lnTo>
                    <a:pt x="309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38"/>
            <p:cNvSpPr/>
            <p:nvPr/>
          </p:nvSpPr>
          <p:spPr>
            <a:xfrm>
              <a:off x="3658775" y="1084500"/>
              <a:ext cx="236775" cy="215300"/>
            </a:xfrm>
            <a:custGeom>
              <a:rect b="b" l="l" r="r" t="t"/>
              <a:pathLst>
                <a:path extrusionOk="0" h="8612" w="9471">
                  <a:moveTo>
                    <a:pt x="3498" y="0"/>
                  </a:moveTo>
                  <a:lnTo>
                    <a:pt x="1907" y="972"/>
                  </a:lnTo>
                  <a:lnTo>
                    <a:pt x="1907" y="1692"/>
                  </a:lnTo>
                  <a:lnTo>
                    <a:pt x="1" y="2273"/>
                  </a:lnTo>
                  <a:lnTo>
                    <a:pt x="2173" y="5026"/>
                  </a:lnTo>
                  <a:lnTo>
                    <a:pt x="3801" y="6162"/>
                  </a:lnTo>
                  <a:lnTo>
                    <a:pt x="3271" y="6970"/>
                  </a:lnTo>
                  <a:lnTo>
                    <a:pt x="5254" y="8612"/>
                  </a:lnTo>
                  <a:lnTo>
                    <a:pt x="6327" y="4028"/>
                  </a:lnTo>
                  <a:lnTo>
                    <a:pt x="7488" y="5278"/>
                  </a:lnTo>
                  <a:lnTo>
                    <a:pt x="7122" y="7046"/>
                  </a:lnTo>
                  <a:lnTo>
                    <a:pt x="8537" y="7046"/>
                  </a:lnTo>
                  <a:lnTo>
                    <a:pt x="9471" y="5177"/>
                  </a:lnTo>
                  <a:lnTo>
                    <a:pt x="6150" y="2513"/>
                  </a:lnTo>
                  <a:lnTo>
                    <a:pt x="349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38"/>
            <p:cNvSpPr/>
            <p:nvPr/>
          </p:nvSpPr>
          <p:spPr>
            <a:xfrm>
              <a:off x="3645200" y="1074400"/>
              <a:ext cx="260450" cy="239600"/>
            </a:xfrm>
            <a:custGeom>
              <a:rect b="b" l="l" r="r" t="t"/>
              <a:pathLst>
                <a:path extrusionOk="0" h="9584" w="10418">
                  <a:moveTo>
                    <a:pt x="4003" y="796"/>
                  </a:moveTo>
                  <a:lnTo>
                    <a:pt x="6491" y="3157"/>
                  </a:lnTo>
                  <a:lnTo>
                    <a:pt x="9610" y="5670"/>
                  </a:lnTo>
                  <a:lnTo>
                    <a:pt x="8878" y="7134"/>
                  </a:lnTo>
                  <a:lnTo>
                    <a:pt x="8057" y="7134"/>
                  </a:lnTo>
                  <a:lnTo>
                    <a:pt x="8372" y="5581"/>
                  </a:lnTo>
                  <a:lnTo>
                    <a:pt x="6693" y="3788"/>
                  </a:lnTo>
                  <a:lnTo>
                    <a:pt x="5607" y="8460"/>
                  </a:lnTo>
                  <a:lnTo>
                    <a:pt x="4231" y="7324"/>
                  </a:lnTo>
                  <a:lnTo>
                    <a:pt x="4774" y="6478"/>
                  </a:lnTo>
                  <a:lnTo>
                    <a:pt x="2943" y="5202"/>
                  </a:lnTo>
                  <a:lnTo>
                    <a:pt x="1074" y="2841"/>
                  </a:lnTo>
                  <a:lnTo>
                    <a:pt x="2779" y="2323"/>
                  </a:lnTo>
                  <a:lnTo>
                    <a:pt x="2779" y="1553"/>
                  </a:lnTo>
                  <a:lnTo>
                    <a:pt x="4003" y="796"/>
                  </a:lnTo>
                  <a:close/>
                  <a:moveTo>
                    <a:pt x="4092" y="0"/>
                  </a:moveTo>
                  <a:lnTo>
                    <a:pt x="2147" y="1200"/>
                  </a:lnTo>
                  <a:lnTo>
                    <a:pt x="2147" y="1856"/>
                  </a:lnTo>
                  <a:lnTo>
                    <a:pt x="1" y="2513"/>
                  </a:lnTo>
                  <a:lnTo>
                    <a:pt x="2476" y="5632"/>
                  </a:lnTo>
                  <a:lnTo>
                    <a:pt x="3915" y="6654"/>
                  </a:lnTo>
                  <a:lnTo>
                    <a:pt x="3397" y="7437"/>
                  </a:lnTo>
                  <a:lnTo>
                    <a:pt x="5986" y="9584"/>
                  </a:lnTo>
                  <a:lnTo>
                    <a:pt x="7047" y="5076"/>
                  </a:lnTo>
                  <a:lnTo>
                    <a:pt x="7691" y="5771"/>
                  </a:lnTo>
                  <a:lnTo>
                    <a:pt x="7274" y="7778"/>
                  </a:lnTo>
                  <a:lnTo>
                    <a:pt x="9269" y="7778"/>
                  </a:lnTo>
                  <a:lnTo>
                    <a:pt x="10418" y="5505"/>
                  </a:lnTo>
                  <a:lnTo>
                    <a:pt x="6908" y="2690"/>
                  </a:lnTo>
                  <a:lnTo>
                    <a:pt x="409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38"/>
            <p:cNvSpPr/>
            <p:nvPr/>
          </p:nvSpPr>
          <p:spPr>
            <a:xfrm>
              <a:off x="3780950" y="1045975"/>
              <a:ext cx="134825" cy="91250"/>
            </a:xfrm>
            <a:custGeom>
              <a:rect b="b" l="l" r="r" t="t"/>
              <a:pathLst>
                <a:path extrusionOk="0" h="3650" w="5393">
                  <a:moveTo>
                    <a:pt x="1175" y="1"/>
                  </a:moveTo>
                  <a:lnTo>
                    <a:pt x="0" y="1137"/>
                  </a:lnTo>
                  <a:lnTo>
                    <a:pt x="2235" y="2842"/>
                  </a:lnTo>
                  <a:lnTo>
                    <a:pt x="3612" y="3650"/>
                  </a:lnTo>
                  <a:lnTo>
                    <a:pt x="5392" y="1819"/>
                  </a:lnTo>
                  <a:lnTo>
                    <a:pt x="4584" y="329"/>
                  </a:lnTo>
                  <a:lnTo>
                    <a:pt x="3208" y="1"/>
                  </a:lnTo>
                  <a:lnTo>
                    <a:pt x="2703" y="1137"/>
                  </a:lnTo>
                  <a:lnTo>
                    <a:pt x="117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38"/>
            <p:cNvSpPr/>
            <p:nvPr/>
          </p:nvSpPr>
          <p:spPr>
            <a:xfrm>
              <a:off x="3768950" y="1035550"/>
              <a:ext cx="156600" cy="111475"/>
            </a:xfrm>
            <a:custGeom>
              <a:rect b="b" l="l" r="r" t="t"/>
              <a:pathLst>
                <a:path extrusionOk="0" h="4459" w="6264">
                  <a:moveTo>
                    <a:pt x="3864" y="784"/>
                  </a:moveTo>
                  <a:lnTo>
                    <a:pt x="4849" y="1011"/>
                  </a:lnTo>
                  <a:lnTo>
                    <a:pt x="5481" y="2185"/>
                  </a:lnTo>
                  <a:lnTo>
                    <a:pt x="4041" y="3663"/>
                  </a:lnTo>
                  <a:lnTo>
                    <a:pt x="2905" y="3006"/>
                  </a:lnTo>
                  <a:lnTo>
                    <a:pt x="960" y="1529"/>
                  </a:lnTo>
                  <a:lnTo>
                    <a:pt x="1680" y="834"/>
                  </a:lnTo>
                  <a:lnTo>
                    <a:pt x="3309" y="2046"/>
                  </a:lnTo>
                  <a:lnTo>
                    <a:pt x="3864" y="784"/>
                  </a:lnTo>
                  <a:close/>
                  <a:moveTo>
                    <a:pt x="1629" y="1"/>
                  </a:moveTo>
                  <a:lnTo>
                    <a:pt x="0" y="1579"/>
                  </a:lnTo>
                  <a:lnTo>
                    <a:pt x="2564" y="3524"/>
                  </a:lnTo>
                  <a:lnTo>
                    <a:pt x="4142" y="4458"/>
                  </a:lnTo>
                  <a:lnTo>
                    <a:pt x="6264" y="2299"/>
                  </a:lnTo>
                  <a:lnTo>
                    <a:pt x="5279" y="468"/>
                  </a:lnTo>
                  <a:lnTo>
                    <a:pt x="3511" y="51"/>
                  </a:lnTo>
                  <a:lnTo>
                    <a:pt x="3056" y="1062"/>
                  </a:lnTo>
                  <a:lnTo>
                    <a:pt x="162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38"/>
            <p:cNvSpPr/>
            <p:nvPr/>
          </p:nvSpPr>
          <p:spPr>
            <a:xfrm>
              <a:off x="3098775" y="1751200"/>
              <a:ext cx="166375" cy="133550"/>
            </a:xfrm>
            <a:custGeom>
              <a:rect b="b" l="l" r="r" t="t"/>
              <a:pathLst>
                <a:path extrusionOk="0" h="5342" w="6655">
                  <a:moveTo>
                    <a:pt x="5619" y="0"/>
                  </a:moveTo>
                  <a:lnTo>
                    <a:pt x="4205" y="985"/>
                  </a:lnTo>
                  <a:lnTo>
                    <a:pt x="2475" y="1869"/>
                  </a:lnTo>
                  <a:lnTo>
                    <a:pt x="1288" y="404"/>
                  </a:lnTo>
                  <a:lnTo>
                    <a:pt x="0" y="1856"/>
                  </a:lnTo>
                  <a:lnTo>
                    <a:pt x="341" y="2829"/>
                  </a:lnTo>
                  <a:lnTo>
                    <a:pt x="341" y="4028"/>
                  </a:lnTo>
                  <a:lnTo>
                    <a:pt x="2766" y="5341"/>
                  </a:lnTo>
                  <a:lnTo>
                    <a:pt x="4963" y="4369"/>
                  </a:lnTo>
                  <a:lnTo>
                    <a:pt x="6655" y="2854"/>
                  </a:lnTo>
                  <a:lnTo>
                    <a:pt x="6655" y="1515"/>
                  </a:lnTo>
                  <a:lnTo>
                    <a:pt x="561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38"/>
            <p:cNvSpPr/>
            <p:nvPr/>
          </p:nvSpPr>
          <p:spPr>
            <a:xfrm>
              <a:off x="3089925" y="1740150"/>
              <a:ext cx="182800" cy="153450"/>
            </a:xfrm>
            <a:custGeom>
              <a:rect b="b" l="l" r="r" t="t"/>
              <a:pathLst>
                <a:path extrusionOk="0" h="6138" w="7312">
                  <a:moveTo>
                    <a:pt x="5885" y="884"/>
                  </a:moveTo>
                  <a:lnTo>
                    <a:pt x="6693" y="2046"/>
                  </a:lnTo>
                  <a:lnTo>
                    <a:pt x="6693" y="3157"/>
                  </a:lnTo>
                  <a:lnTo>
                    <a:pt x="5140" y="4546"/>
                  </a:lnTo>
                  <a:lnTo>
                    <a:pt x="3132" y="5443"/>
                  </a:lnTo>
                  <a:lnTo>
                    <a:pt x="1011" y="4281"/>
                  </a:lnTo>
                  <a:lnTo>
                    <a:pt x="1011" y="3271"/>
                  </a:lnTo>
                  <a:lnTo>
                    <a:pt x="708" y="2374"/>
                  </a:lnTo>
                  <a:lnTo>
                    <a:pt x="1630" y="1339"/>
                  </a:lnTo>
                  <a:lnTo>
                    <a:pt x="2741" y="2715"/>
                  </a:lnTo>
                  <a:lnTo>
                    <a:pt x="4698" y="1705"/>
                  </a:lnTo>
                  <a:lnTo>
                    <a:pt x="5885" y="884"/>
                  </a:lnTo>
                  <a:close/>
                  <a:moveTo>
                    <a:pt x="6049" y="0"/>
                  </a:moveTo>
                  <a:lnTo>
                    <a:pt x="4395" y="1162"/>
                  </a:lnTo>
                  <a:lnTo>
                    <a:pt x="2918" y="1920"/>
                  </a:lnTo>
                  <a:lnTo>
                    <a:pt x="1655" y="366"/>
                  </a:lnTo>
                  <a:lnTo>
                    <a:pt x="1" y="2235"/>
                  </a:lnTo>
                  <a:lnTo>
                    <a:pt x="380" y="3334"/>
                  </a:lnTo>
                  <a:lnTo>
                    <a:pt x="380" y="4660"/>
                  </a:lnTo>
                  <a:lnTo>
                    <a:pt x="3094" y="6137"/>
                  </a:lnTo>
                  <a:lnTo>
                    <a:pt x="5443" y="5102"/>
                  </a:lnTo>
                  <a:lnTo>
                    <a:pt x="7312" y="3435"/>
                  </a:lnTo>
                  <a:lnTo>
                    <a:pt x="7312" y="1856"/>
                  </a:lnTo>
                  <a:lnTo>
                    <a:pt x="6049"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38"/>
            <p:cNvSpPr/>
            <p:nvPr/>
          </p:nvSpPr>
          <p:spPr>
            <a:xfrm>
              <a:off x="3793250" y="2636350"/>
              <a:ext cx="57175" cy="35700"/>
            </a:xfrm>
            <a:custGeom>
              <a:rect b="b" l="l" r="r" t="t"/>
              <a:pathLst>
                <a:path extrusionOk="0" h="1428" w="2287">
                  <a:moveTo>
                    <a:pt x="1743" y="0"/>
                  </a:moveTo>
                  <a:lnTo>
                    <a:pt x="1" y="480"/>
                  </a:lnTo>
                  <a:lnTo>
                    <a:pt x="2286" y="1427"/>
                  </a:lnTo>
                  <a:lnTo>
                    <a:pt x="2286" y="1427"/>
                  </a:lnTo>
                  <a:lnTo>
                    <a:pt x="174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38"/>
            <p:cNvSpPr/>
            <p:nvPr/>
          </p:nvSpPr>
          <p:spPr>
            <a:xfrm>
              <a:off x="3768950" y="2626875"/>
              <a:ext cx="95675" cy="59375"/>
            </a:xfrm>
            <a:custGeom>
              <a:rect b="b" l="l" r="r" t="t"/>
              <a:pathLst>
                <a:path extrusionOk="0" h="2375" w="3827">
                  <a:moveTo>
                    <a:pt x="2526" y="758"/>
                  </a:moveTo>
                  <a:lnTo>
                    <a:pt x="2703" y="1238"/>
                  </a:lnTo>
                  <a:lnTo>
                    <a:pt x="1958" y="922"/>
                  </a:lnTo>
                  <a:lnTo>
                    <a:pt x="2526" y="758"/>
                  </a:lnTo>
                  <a:close/>
                  <a:moveTo>
                    <a:pt x="2905" y="0"/>
                  </a:moveTo>
                  <a:lnTo>
                    <a:pt x="0" y="796"/>
                  </a:lnTo>
                  <a:lnTo>
                    <a:pt x="3826" y="2374"/>
                  </a:lnTo>
                  <a:lnTo>
                    <a:pt x="290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38"/>
            <p:cNvSpPr/>
            <p:nvPr/>
          </p:nvSpPr>
          <p:spPr>
            <a:xfrm>
              <a:off x="3702975" y="2517025"/>
              <a:ext cx="43275" cy="68200"/>
            </a:xfrm>
            <a:custGeom>
              <a:rect b="b" l="l" r="r" t="t"/>
              <a:pathLst>
                <a:path extrusionOk="0" h="2728" w="1731">
                  <a:moveTo>
                    <a:pt x="733" y="0"/>
                  </a:moveTo>
                  <a:cubicBezTo>
                    <a:pt x="493" y="164"/>
                    <a:pt x="0" y="1288"/>
                    <a:pt x="0" y="1288"/>
                  </a:cubicBezTo>
                  <a:lnTo>
                    <a:pt x="695" y="2728"/>
                  </a:lnTo>
                  <a:lnTo>
                    <a:pt x="1730" y="2728"/>
                  </a:lnTo>
                  <a:lnTo>
                    <a:pt x="73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38"/>
            <p:cNvSpPr/>
            <p:nvPr/>
          </p:nvSpPr>
          <p:spPr>
            <a:xfrm>
              <a:off x="3694450" y="2505025"/>
              <a:ext cx="62850" cy="88100"/>
            </a:xfrm>
            <a:custGeom>
              <a:rect b="b" l="l" r="r" t="t"/>
              <a:pathLst>
                <a:path extrusionOk="0" h="3524" w="2514">
                  <a:moveTo>
                    <a:pt x="973" y="1162"/>
                  </a:moveTo>
                  <a:lnTo>
                    <a:pt x="1604" y="2892"/>
                  </a:lnTo>
                  <a:lnTo>
                    <a:pt x="1225" y="2892"/>
                  </a:lnTo>
                  <a:lnTo>
                    <a:pt x="682" y="1756"/>
                  </a:lnTo>
                  <a:cubicBezTo>
                    <a:pt x="771" y="1554"/>
                    <a:pt x="884" y="1352"/>
                    <a:pt x="973" y="1162"/>
                  </a:cubicBezTo>
                  <a:close/>
                  <a:moveTo>
                    <a:pt x="1238" y="0"/>
                  </a:moveTo>
                  <a:lnTo>
                    <a:pt x="897" y="215"/>
                  </a:lnTo>
                  <a:cubicBezTo>
                    <a:pt x="619" y="405"/>
                    <a:pt x="253" y="1187"/>
                    <a:pt x="51" y="1642"/>
                  </a:cubicBezTo>
                  <a:lnTo>
                    <a:pt x="1" y="1768"/>
                  </a:lnTo>
                  <a:lnTo>
                    <a:pt x="834" y="3523"/>
                  </a:lnTo>
                  <a:lnTo>
                    <a:pt x="2513" y="3523"/>
                  </a:lnTo>
                  <a:lnTo>
                    <a:pt x="1238"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38"/>
            <p:cNvSpPr/>
            <p:nvPr/>
          </p:nvSpPr>
          <p:spPr>
            <a:xfrm>
              <a:off x="3696975" y="2570375"/>
              <a:ext cx="25275" cy="78000"/>
            </a:xfrm>
            <a:custGeom>
              <a:rect b="b" l="l" r="r" t="t"/>
              <a:pathLst>
                <a:path extrusionOk="0" h="3120" w="1011">
                  <a:moveTo>
                    <a:pt x="455" y="0"/>
                  </a:moveTo>
                  <a:lnTo>
                    <a:pt x="1" y="1402"/>
                  </a:lnTo>
                  <a:lnTo>
                    <a:pt x="581" y="3119"/>
                  </a:lnTo>
                  <a:lnTo>
                    <a:pt x="1011" y="3119"/>
                  </a:lnTo>
                  <a:lnTo>
                    <a:pt x="1011" y="278"/>
                  </a:lnTo>
                  <a:lnTo>
                    <a:pt x="45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38"/>
            <p:cNvSpPr/>
            <p:nvPr/>
          </p:nvSpPr>
          <p:spPr>
            <a:xfrm>
              <a:off x="3688775" y="2563750"/>
              <a:ext cx="43275" cy="92500"/>
            </a:xfrm>
            <a:custGeom>
              <a:rect b="b" l="l" r="r" t="t"/>
              <a:pathLst>
                <a:path extrusionOk="0" h="3700" w="1731">
                  <a:moveTo>
                    <a:pt x="1023" y="846"/>
                  </a:moveTo>
                  <a:lnTo>
                    <a:pt x="1074" y="871"/>
                  </a:lnTo>
                  <a:lnTo>
                    <a:pt x="1074" y="2765"/>
                  </a:lnTo>
                  <a:lnTo>
                    <a:pt x="695" y="1755"/>
                  </a:lnTo>
                  <a:lnTo>
                    <a:pt x="1023" y="846"/>
                  </a:lnTo>
                  <a:close/>
                  <a:moveTo>
                    <a:pt x="632" y="0"/>
                  </a:moveTo>
                  <a:lnTo>
                    <a:pt x="0" y="1755"/>
                  </a:lnTo>
                  <a:lnTo>
                    <a:pt x="720" y="3700"/>
                  </a:lnTo>
                  <a:lnTo>
                    <a:pt x="1730" y="3700"/>
                  </a:lnTo>
                  <a:lnTo>
                    <a:pt x="1730" y="493"/>
                  </a:lnTo>
                  <a:lnTo>
                    <a:pt x="632"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38"/>
            <p:cNvSpPr/>
            <p:nvPr/>
          </p:nvSpPr>
          <p:spPr>
            <a:xfrm>
              <a:off x="4360850" y="1623350"/>
              <a:ext cx="47375" cy="27475"/>
            </a:xfrm>
            <a:custGeom>
              <a:rect b="b" l="l" r="r" t="t"/>
              <a:pathLst>
                <a:path extrusionOk="0" h="1099" w="1895">
                  <a:moveTo>
                    <a:pt x="0" y="0"/>
                  </a:moveTo>
                  <a:lnTo>
                    <a:pt x="556" y="1099"/>
                  </a:lnTo>
                  <a:lnTo>
                    <a:pt x="1326" y="947"/>
                  </a:lnTo>
                  <a:lnTo>
                    <a:pt x="189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38"/>
            <p:cNvSpPr/>
            <p:nvPr/>
          </p:nvSpPr>
          <p:spPr>
            <a:xfrm>
              <a:off x="4347900" y="1615450"/>
              <a:ext cx="74200" cy="44550"/>
            </a:xfrm>
            <a:custGeom>
              <a:rect b="b" l="l" r="r" t="t"/>
              <a:pathLst>
                <a:path extrusionOk="0" h="1782" w="2968">
                  <a:moveTo>
                    <a:pt x="1857" y="632"/>
                  </a:moveTo>
                  <a:lnTo>
                    <a:pt x="1642" y="973"/>
                  </a:lnTo>
                  <a:lnTo>
                    <a:pt x="1238" y="1061"/>
                  </a:lnTo>
                  <a:lnTo>
                    <a:pt x="1023" y="632"/>
                  </a:lnTo>
                  <a:close/>
                  <a:moveTo>
                    <a:pt x="0" y="1"/>
                  </a:moveTo>
                  <a:lnTo>
                    <a:pt x="897" y="1781"/>
                  </a:lnTo>
                  <a:lnTo>
                    <a:pt x="2046" y="1541"/>
                  </a:lnTo>
                  <a:lnTo>
                    <a:pt x="2968"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38"/>
            <p:cNvSpPr/>
            <p:nvPr/>
          </p:nvSpPr>
          <p:spPr>
            <a:xfrm>
              <a:off x="2445000" y="785850"/>
              <a:ext cx="922425" cy="1196450"/>
            </a:xfrm>
            <a:custGeom>
              <a:rect b="b" l="l" r="r" t="t"/>
              <a:pathLst>
                <a:path extrusionOk="0" h="47858" w="36897">
                  <a:moveTo>
                    <a:pt x="27288" y="1"/>
                  </a:moveTo>
                  <a:lnTo>
                    <a:pt x="21921" y="2324"/>
                  </a:lnTo>
                  <a:lnTo>
                    <a:pt x="20027" y="2375"/>
                  </a:lnTo>
                  <a:lnTo>
                    <a:pt x="19396" y="4067"/>
                  </a:lnTo>
                  <a:lnTo>
                    <a:pt x="20179" y="6378"/>
                  </a:lnTo>
                  <a:lnTo>
                    <a:pt x="18600" y="6378"/>
                  </a:lnTo>
                  <a:lnTo>
                    <a:pt x="18285" y="4016"/>
                  </a:lnTo>
                  <a:lnTo>
                    <a:pt x="17262" y="3625"/>
                  </a:lnTo>
                  <a:lnTo>
                    <a:pt x="16782" y="5203"/>
                  </a:lnTo>
                  <a:lnTo>
                    <a:pt x="15620" y="4850"/>
                  </a:lnTo>
                  <a:lnTo>
                    <a:pt x="15305" y="3006"/>
                  </a:lnTo>
                  <a:lnTo>
                    <a:pt x="13411" y="3322"/>
                  </a:lnTo>
                  <a:lnTo>
                    <a:pt x="11277" y="4105"/>
                  </a:lnTo>
                  <a:lnTo>
                    <a:pt x="9698" y="5683"/>
                  </a:lnTo>
                  <a:lnTo>
                    <a:pt x="7489" y="6163"/>
                  </a:lnTo>
                  <a:lnTo>
                    <a:pt x="6150" y="7893"/>
                  </a:lnTo>
                  <a:lnTo>
                    <a:pt x="6933" y="9080"/>
                  </a:lnTo>
                  <a:lnTo>
                    <a:pt x="5355" y="10418"/>
                  </a:lnTo>
                  <a:lnTo>
                    <a:pt x="2678" y="11529"/>
                  </a:lnTo>
                  <a:lnTo>
                    <a:pt x="784" y="11883"/>
                  </a:lnTo>
                  <a:lnTo>
                    <a:pt x="1251" y="13575"/>
                  </a:lnTo>
                  <a:lnTo>
                    <a:pt x="2678" y="13726"/>
                  </a:lnTo>
                  <a:lnTo>
                    <a:pt x="3069" y="14598"/>
                  </a:lnTo>
                  <a:lnTo>
                    <a:pt x="1" y="14838"/>
                  </a:lnTo>
                  <a:lnTo>
                    <a:pt x="1" y="16176"/>
                  </a:lnTo>
                  <a:lnTo>
                    <a:pt x="1731" y="17363"/>
                  </a:lnTo>
                  <a:cubicBezTo>
                    <a:pt x="1731" y="17363"/>
                    <a:pt x="1944" y="16942"/>
                    <a:pt x="2599" y="16942"/>
                  </a:cubicBezTo>
                  <a:cubicBezTo>
                    <a:pt x="2926" y="16942"/>
                    <a:pt x="3364" y="17047"/>
                    <a:pt x="3940" y="17363"/>
                  </a:cubicBezTo>
                  <a:cubicBezTo>
                    <a:pt x="5683" y="18310"/>
                    <a:pt x="5759" y="18310"/>
                    <a:pt x="5759" y="18310"/>
                  </a:cubicBezTo>
                  <a:lnTo>
                    <a:pt x="7337" y="21378"/>
                  </a:lnTo>
                  <a:lnTo>
                    <a:pt x="6946" y="25331"/>
                  </a:lnTo>
                  <a:lnTo>
                    <a:pt x="6946" y="29434"/>
                  </a:lnTo>
                  <a:lnTo>
                    <a:pt x="8436" y="29902"/>
                  </a:lnTo>
                  <a:lnTo>
                    <a:pt x="7615" y="31164"/>
                  </a:lnTo>
                  <a:lnTo>
                    <a:pt x="5683" y="30849"/>
                  </a:lnTo>
                  <a:lnTo>
                    <a:pt x="5683" y="33223"/>
                  </a:lnTo>
                  <a:lnTo>
                    <a:pt x="7173" y="34321"/>
                  </a:lnTo>
                  <a:lnTo>
                    <a:pt x="6074" y="36695"/>
                  </a:lnTo>
                  <a:lnTo>
                    <a:pt x="6541" y="40546"/>
                  </a:lnTo>
                  <a:lnTo>
                    <a:pt x="7135" y="43463"/>
                  </a:lnTo>
                  <a:lnTo>
                    <a:pt x="7627" y="46153"/>
                  </a:lnTo>
                  <a:lnTo>
                    <a:pt x="9218" y="45913"/>
                  </a:lnTo>
                  <a:lnTo>
                    <a:pt x="10885" y="47857"/>
                  </a:lnTo>
                  <a:lnTo>
                    <a:pt x="12186" y="45647"/>
                  </a:lnTo>
                  <a:lnTo>
                    <a:pt x="13310" y="42175"/>
                  </a:lnTo>
                  <a:lnTo>
                    <a:pt x="14812" y="39776"/>
                  </a:lnTo>
                  <a:lnTo>
                    <a:pt x="16946" y="39195"/>
                  </a:lnTo>
                  <a:lnTo>
                    <a:pt x="20103" y="37857"/>
                  </a:lnTo>
                  <a:lnTo>
                    <a:pt x="21770" y="35798"/>
                  </a:lnTo>
                  <a:lnTo>
                    <a:pt x="24762" y="35407"/>
                  </a:lnTo>
                  <a:lnTo>
                    <a:pt x="28462" y="33071"/>
                  </a:lnTo>
                  <a:lnTo>
                    <a:pt x="26480" y="32869"/>
                  </a:lnTo>
                  <a:lnTo>
                    <a:pt x="25545" y="32869"/>
                  </a:lnTo>
                  <a:lnTo>
                    <a:pt x="26480" y="30659"/>
                  </a:lnTo>
                  <a:lnTo>
                    <a:pt x="28462" y="32478"/>
                  </a:lnTo>
                  <a:lnTo>
                    <a:pt x="29232" y="30735"/>
                  </a:lnTo>
                  <a:lnTo>
                    <a:pt x="28538" y="28487"/>
                  </a:lnTo>
                  <a:lnTo>
                    <a:pt x="28538" y="28487"/>
                  </a:lnTo>
                  <a:cubicBezTo>
                    <a:pt x="28538" y="28487"/>
                    <a:pt x="28571" y="28497"/>
                    <a:pt x="28628" y="28497"/>
                  </a:cubicBezTo>
                  <a:cubicBezTo>
                    <a:pt x="28850" y="28497"/>
                    <a:pt x="29441" y="28361"/>
                    <a:pt x="29952" y="27048"/>
                  </a:cubicBezTo>
                  <a:cubicBezTo>
                    <a:pt x="30176" y="26473"/>
                    <a:pt x="30217" y="26354"/>
                    <a:pt x="30211" y="26354"/>
                  </a:cubicBezTo>
                  <a:lnTo>
                    <a:pt x="30211" y="26354"/>
                  </a:lnTo>
                  <a:cubicBezTo>
                    <a:pt x="30207" y="26354"/>
                    <a:pt x="30180" y="26414"/>
                    <a:pt x="30178" y="26414"/>
                  </a:cubicBezTo>
                  <a:cubicBezTo>
                    <a:pt x="30175" y="26414"/>
                    <a:pt x="30241" y="26250"/>
                    <a:pt x="30596" y="25381"/>
                  </a:cubicBezTo>
                  <a:cubicBezTo>
                    <a:pt x="31467" y="23260"/>
                    <a:pt x="31455" y="23247"/>
                    <a:pt x="31455" y="23247"/>
                  </a:cubicBezTo>
                  <a:cubicBezTo>
                    <a:pt x="31455" y="23247"/>
                    <a:pt x="32086" y="23007"/>
                    <a:pt x="31455" y="21593"/>
                  </a:cubicBezTo>
                  <a:cubicBezTo>
                    <a:pt x="30823" y="20179"/>
                    <a:pt x="29876" y="20722"/>
                    <a:pt x="30823" y="20166"/>
                  </a:cubicBezTo>
                  <a:lnTo>
                    <a:pt x="31770" y="19623"/>
                  </a:lnTo>
                  <a:lnTo>
                    <a:pt x="32642" y="19068"/>
                  </a:lnTo>
                  <a:lnTo>
                    <a:pt x="32250" y="16694"/>
                  </a:lnTo>
                  <a:lnTo>
                    <a:pt x="32642" y="14042"/>
                  </a:lnTo>
                  <a:lnTo>
                    <a:pt x="34611" y="11858"/>
                  </a:lnTo>
                  <a:lnTo>
                    <a:pt x="36354" y="9762"/>
                  </a:lnTo>
                  <a:lnTo>
                    <a:pt x="36897" y="8032"/>
                  </a:lnTo>
                  <a:lnTo>
                    <a:pt x="34851" y="7085"/>
                  </a:lnTo>
                  <a:lnTo>
                    <a:pt x="32566" y="7943"/>
                  </a:lnTo>
                  <a:lnTo>
                    <a:pt x="30280" y="10090"/>
                  </a:lnTo>
                  <a:lnTo>
                    <a:pt x="31770" y="7451"/>
                  </a:lnTo>
                  <a:lnTo>
                    <a:pt x="31859" y="7009"/>
                  </a:lnTo>
                  <a:lnTo>
                    <a:pt x="27439" y="7009"/>
                  </a:lnTo>
                  <a:lnTo>
                    <a:pt x="27351" y="5986"/>
                  </a:lnTo>
                  <a:lnTo>
                    <a:pt x="29232" y="5759"/>
                  </a:lnTo>
                  <a:lnTo>
                    <a:pt x="31859" y="5759"/>
                  </a:lnTo>
                  <a:lnTo>
                    <a:pt x="31543" y="3625"/>
                  </a:lnTo>
                  <a:lnTo>
                    <a:pt x="30672" y="1655"/>
                  </a:lnTo>
                  <a:lnTo>
                    <a:pt x="2728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38"/>
            <p:cNvSpPr/>
            <p:nvPr/>
          </p:nvSpPr>
          <p:spPr>
            <a:xfrm>
              <a:off x="2437100" y="777350"/>
              <a:ext cx="939800" cy="1218525"/>
            </a:xfrm>
            <a:custGeom>
              <a:rect b="b" l="l" r="r" t="t"/>
              <a:pathLst>
                <a:path extrusionOk="0" h="48741" w="37592">
                  <a:moveTo>
                    <a:pt x="26909" y="31530"/>
                  </a:moveTo>
                  <a:lnTo>
                    <a:pt x="28601" y="33070"/>
                  </a:lnTo>
                  <a:lnTo>
                    <a:pt x="26796" y="32893"/>
                  </a:lnTo>
                  <a:lnTo>
                    <a:pt x="26341" y="32893"/>
                  </a:lnTo>
                  <a:lnTo>
                    <a:pt x="26909" y="31530"/>
                  </a:lnTo>
                  <a:close/>
                  <a:moveTo>
                    <a:pt x="27591" y="682"/>
                  </a:moveTo>
                  <a:lnTo>
                    <a:pt x="30748" y="2222"/>
                  </a:lnTo>
                  <a:lnTo>
                    <a:pt x="31543" y="4053"/>
                  </a:lnTo>
                  <a:lnTo>
                    <a:pt x="31809" y="5783"/>
                  </a:lnTo>
                  <a:lnTo>
                    <a:pt x="29498" y="5783"/>
                  </a:lnTo>
                  <a:lnTo>
                    <a:pt x="27339" y="6048"/>
                  </a:lnTo>
                  <a:lnTo>
                    <a:pt x="27465" y="7665"/>
                  </a:lnTo>
                  <a:lnTo>
                    <a:pt x="31796" y="7665"/>
                  </a:lnTo>
                  <a:lnTo>
                    <a:pt x="29321" y="12059"/>
                  </a:lnTo>
                  <a:lnTo>
                    <a:pt x="33046" y="8574"/>
                  </a:lnTo>
                  <a:lnTo>
                    <a:pt x="35155" y="7778"/>
                  </a:lnTo>
                  <a:lnTo>
                    <a:pt x="36834" y="8548"/>
                  </a:lnTo>
                  <a:lnTo>
                    <a:pt x="36380" y="9963"/>
                  </a:lnTo>
                  <a:lnTo>
                    <a:pt x="34700" y="11996"/>
                  </a:lnTo>
                  <a:lnTo>
                    <a:pt x="32667" y="14256"/>
                  </a:lnTo>
                  <a:lnTo>
                    <a:pt x="32250" y="17059"/>
                  </a:lnTo>
                  <a:lnTo>
                    <a:pt x="32617" y="19269"/>
                  </a:lnTo>
                  <a:lnTo>
                    <a:pt x="31935" y="19698"/>
                  </a:lnTo>
                  <a:cubicBezTo>
                    <a:pt x="31922" y="19711"/>
                    <a:pt x="31834" y="19761"/>
                    <a:pt x="30988" y="20254"/>
                  </a:cubicBezTo>
                  <a:cubicBezTo>
                    <a:pt x="30584" y="20494"/>
                    <a:pt x="30432" y="20582"/>
                    <a:pt x="30432" y="20809"/>
                  </a:cubicBezTo>
                  <a:cubicBezTo>
                    <a:pt x="30445" y="20986"/>
                    <a:pt x="30558" y="21125"/>
                    <a:pt x="30710" y="21188"/>
                  </a:cubicBezTo>
                  <a:cubicBezTo>
                    <a:pt x="30887" y="21289"/>
                    <a:pt x="31215" y="21466"/>
                    <a:pt x="31480" y="22072"/>
                  </a:cubicBezTo>
                  <a:cubicBezTo>
                    <a:pt x="31872" y="22943"/>
                    <a:pt x="31733" y="23259"/>
                    <a:pt x="31657" y="23309"/>
                  </a:cubicBezTo>
                  <a:lnTo>
                    <a:pt x="31455" y="23385"/>
                  </a:lnTo>
                  <a:lnTo>
                    <a:pt x="31455" y="23537"/>
                  </a:lnTo>
                  <a:cubicBezTo>
                    <a:pt x="31404" y="23676"/>
                    <a:pt x="31228" y="24118"/>
                    <a:pt x="30609" y="25620"/>
                  </a:cubicBezTo>
                  <a:cubicBezTo>
                    <a:pt x="30432" y="26062"/>
                    <a:pt x="30319" y="26353"/>
                    <a:pt x="30243" y="26555"/>
                  </a:cubicBezTo>
                  <a:lnTo>
                    <a:pt x="30218" y="26618"/>
                  </a:lnTo>
                  <a:cubicBezTo>
                    <a:pt x="30218" y="26618"/>
                    <a:pt x="30218" y="26630"/>
                    <a:pt x="30218" y="26630"/>
                  </a:cubicBezTo>
                  <a:cubicBezTo>
                    <a:pt x="30205" y="26681"/>
                    <a:pt x="30154" y="26832"/>
                    <a:pt x="29978" y="27287"/>
                  </a:cubicBezTo>
                  <a:cubicBezTo>
                    <a:pt x="29498" y="28499"/>
                    <a:pt x="29018" y="28537"/>
                    <a:pt x="28955" y="28537"/>
                  </a:cubicBezTo>
                  <a:lnTo>
                    <a:pt x="28399" y="28373"/>
                  </a:lnTo>
                  <a:lnTo>
                    <a:pt x="28399" y="28373"/>
                  </a:lnTo>
                  <a:lnTo>
                    <a:pt x="29220" y="31062"/>
                  </a:lnTo>
                  <a:lnTo>
                    <a:pt x="28677" y="32287"/>
                  </a:lnTo>
                  <a:lnTo>
                    <a:pt x="26682" y="30469"/>
                  </a:lnTo>
                  <a:lnTo>
                    <a:pt x="25394" y="33525"/>
                  </a:lnTo>
                  <a:lnTo>
                    <a:pt x="26758" y="33525"/>
                  </a:lnTo>
                  <a:lnTo>
                    <a:pt x="27844" y="33626"/>
                  </a:lnTo>
                  <a:lnTo>
                    <a:pt x="24977" y="35431"/>
                  </a:lnTo>
                  <a:lnTo>
                    <a:pt x="21922" y="35835"/>
                  </a:lnTo>
                  <a:lnTo>
                    <a:pt x="20230" y="37931"/>
                  </a:lnTo>
                  <a:lnTo>
                    <a:pt x="17199" y="39232"/>
                  </a:lnTo>
                  <a:lnTo>
                    <a:pt x="14939" y="39838"/>
                  </a:lnTo>
                  <a:lnTo>
                    <a:pt x="13360" y="42351"/>
                  </a:lnTo>
                  <a:lnTo>
                    <a:pt x="12211" y="45861"/>
                  </a:lnTo>
                  <a:lnTo>
                    <a:pt x="11163" y="47654"/>
                  </a:lnTo>
                  <a:lnTo>
                    <a:pt x="9661" y="45874"/>
                  </a:lnTo>
                  <a:lnTo>
                    <a:pt x="8209" y="46101"/>
                  </a:lnTo>
                  <a:lnTo>
                    <a:pt x="7767" y="43715"/>
                  </a:lnTo>
                  <a:lnTo>
                    <a:pt x="7173" y="40823"/>
                  </a:lnTo>
                  <a:lnTo>
                    <a:pt x="6719" y="37048"/>
                  </a:lnTo>
                  <a:lnTo>
                    <a:pt x="7893" y="34535"/>
                  </a:lnTo>
                  <a:lnTo>
                    <a:pt x="6315" y="33373"/>
                  </a:lnTo>
                  <a:lnTo>
                    <a:pt x="6315" y="31542"/>
                  </a:lnTo>
                  <a:lnTo>
                    <a:pt x="8082" y="31833"/>
                  </a:lnTo>
                  <a:lnTo>
                    <a:pt x="9244" y="30040"/>
                  </a:lnTo>
                  <a:lnTo>
                    <a:pt x="7577" y="29509"/>
                  </a:lnTo>
                  <a:lnTo>
                    <a:pt x="7577" y="25671"/>
                  </a:lnTo>
                  <a:lnTo>
                    <a:pt x="7981" y="21643"/>
                  </a:lnTo>
                  <a:lnTo>
                    <a:pt x="6277" y="18309"/>
                  </a:lnTo>
                  <a:lnTo>
                    <a:pt x="6125" y="18309"/>
                  </a:lnTo>
                  <a:cubicBezTo>
                    <a:pt x="6024" y="18271"/>
                    <a:pt x="5645" y="18082"/>
                    <a:pt x="4408" y="17413"/>
                  </a:cubicBezTo>
                  <a:cubicBezTo>
                    <a:pt x="3845" y="17104"/>
                    <a:pt x="3347" y="16952"/>
                    <a:pt x="2915" y="16952"/>
                  </a:cubicBezTo>
                  <a:cubicBezTo>
                    <a:pt x="2746" y="16952"/>
                    <a:pt x="2587" y="16975"/>
                    <a:pt x="2438" y="17021"/>
                  </a:cubicBezTo>
                  <a:cubicBezTo>
                    <a:pt x="2274" y="17072"/>
                    <a:pt x="2122" y="17147"/>
                    <a:pt x="1983" y="17261"/>
                  </a:cubicBezTo>
                  <a:lnTo>
                    <a:pt x="620" y="16339"/>
                  </a:lnTo>
                  <a:lnTo>
                    <a:pt x="620" y="15455"/>
                  </a:lnTo>
                  <a:lnTo>
                    <a:pt x="3852" y="15203"/>
                  </a:lnTo>
                  <a:lnTo>
                    <a:pt x="3208" y="13763"/>
                  </a:lnTo>
                  <a:lnTo>
                    <a:pt x="1819" y="13612"/>
                  </a:lnTo>
                  <a:lnTo>
                    <a:pt x="1504" y="12450"/>
                  </a:lnTo>
                  <a:lnTo>
                    <a:pt x="3057" y="12160"/>
                  </a:lnTo>
                  <a:lnTo>
                    <a:pt x="5797" y="11036"/>
                  </a:lnTo>
                  <a:lnTo>
                    <a:pt x="7678" y="9470"/>
                  </a:lnTo>
                  <a:lnTo>
                    <a:pt x="6857" y="8233"/>
                  </a:lnTo>
                  <a:lnTo>
                    <a:pt x="7994" y="6781"/>
                  </a:lnTo>
                  <a:lnTo>
                    <a:pt x="10178" y="6301"/>
                  </a:lnTo>
                  <a:lnTo>
                    <a:pt x="11769" y="4710"/>
                  </a:lnTo>
                  <a:lnTo>
                    <a:pt x="13777" y="3965"/>
                  </a:lnTo>
                  <a:lnTo>
                    <a:pt x="15355" y="3712"/>
                  </a:lnTo>
                  <a:lnTo>
                    <a:pt x="15646" y="5430"/>
                  </a:lnTo>
                  <a:lnTo>
                    <a:pt x="17325" y="5935"/>
                  </a:lnTo>
                  <a:lnTo>
                    <a:pt x="17792" y="4382"/>
                  </a:lnTo>
                  <a:lnTo>
                    <a:pt x="18323" y="4584"/>
                  </a:lnTo>
                  <a:lnTo>
                    <a:pt x="18651" y="7033"/>
                  </a:lnTo>
                  <a:lnTo>
                    <a:pt x="20949" y="7033"/>
                  </a:lnTo>
                  <a:lnTo>
                    <a:pt x="20053" y="4407"/>
                  </a:lnTo>
                  <a:lnTo>
                    <a:pt x="20570" y="3031"/>
                  </a:lnTo>
                  <a:lnTo>
                    <a:pt x="22250" y="2980"/>
                  </a:lnTo>
                  <a:lnTo>
                    <a:pt x="27591" y="682"/>
                  </a:lnTo>
                  <a:close/>
                  <a:moveTo>
                    <a:pt x="27604" y="0"/>
                  </a:moveTo>
                  <a:lnTo>
                    <a:pt x="22161" y="2361"/>
                  </a:lnTo>
                  <a:lnTo>
                    <a:pt x="20116" y="2424"/>
                  </a:lnTo>
                  <a:lnTo>
                    <a:pt x="19371" y="4407"/>
                  </a:lnTo>
                  <a:lnTo>
                    <a:pt x="20053" y="6415"/>
                  </a:lnTo>
                  <a:lnTo>
                    <a:pt x="19194" y="6415"/>
                  </a:lnTo>
                  <a:lnTo>
                    <a:pt x="18891" y="4142"/>
                  </a:lnTo>
                  <a:lnTo>
                    <a:pt x="17376" y="3548"/>
                  </a:lnTo>
                  <a:lnTo>
                    <a:pt x="16896" y="5152"/>
                  </a:lnTo>
                  <a:lnTo>
                    <a:pt x="16214" y="4937"/>
                  </a:lnTo>
                  <a:lnTo>
                    <a:pt x="15861" y="2993"/>
                  </a:lnTo>
                  <a:lnTo>
                    <a:pt x="13600" y="3359"/>
                  </a:lnTo>
                  <a:lnTo>
                    <a:pt x="11479" y="4154"/>
                  </a:lnTo>
                  <a:lnTo>
                    <a:pt x="9850" y="5733"/>
                  </a:lnTo>
                  <a:lnTo>
                    <a:pt x="7628" y="6200"/>
                  </a:lnTo>
                  <a:lnTo>
                    <a:pt x="6075" y="8208"/>
                  </a:lnTo>
                  <a:lnTo>
                    <a:pt x="6832" y="9344"/>
                  </a:lnTo>
                  <a:lnTo>
                    <a:pt x="5506" y="10480"/>
                  </a:lnTo>
                  <a:lnTo>
                    <a:pt x="2905" y="11541"/>
                  </a:lnTo>
                  <a:lnTo>
                    <a:pt x="708" y="11958"/>
                  </a:lnTo>
                  <a:lnTo>
                    <a:pt x="1339" y="14193"/>
                  </a:lnTo>
                  <a:lnTo>
                    <a:pt x="2792" y="14344"/>
                  </a:lnTo>
                  <a:lnTo>
                    <a:pt x="2918" y="14635"/>
                  </a:lnTo>
                  <a:lnTo>
                    <a:pt x="1" y="14862"/>
                  </a:lnTo>
                  <a:lnTo>
                    <a:pt x="1" y="16655"/>
                  </a:lnTo>
                  <a:lnTo>
                    <a:pt x="2173" y="18132"/>
                  </a:lnTo>
                  <a:lnTo>
                    <a:pt x="2337" y="17817"/>
                  </a:lnTo>
                  <a:cubicBezTo>
                    <a:pt x="2400" y="17716"/>
                    <a:pt x="2514" y="17640"/>
                    <a:pt x="2627" y="17615"/>
                  </a:cubicBezTo>
                  <a:cubicBezTo>
                    <a:pt x="2703" y="17592"/>
                    <a:pt x="2796" y="17576"/>
                    <a:pt x="2911" y="17576"/>
                  </a:cubicBezTo>
                  <a:cubicBezTo>
                    <a:pt x="3180" y="17576"/>
                    <a:pt x="3565" y="17663"/>
                    <a:pt x="4105" y="17956"/>
                  </a:cubicBezTo>
                  <a:cubicBezTo>
                    <a:pt x="5153" y="18536"/>
                    <a:pt x="5620" y="18764"/>
                    <a:pt x="5847" y="18865"/>
                  </a:cubicBezTo>
                  <a:lnTo>
                    <a:pt x="7325" y="21756"/>
                  </a:lnTo>
                  <a:lnTo>
                    <a:pt x="6933" y="25645"/>
                  </a:lnTo>
                  <a:lnTo>
                    <a:pt x="6933" y="29976"/>
                  </a:lnTo>
                  <a:lnTo>
                    <a:pt x="8259" y="30393"/>
                  </a:lnTo>
                  <a:lnTo>
                    <a:pt x="7767" y="31138"/>
                  </a:lnTo>
                  <a:lnTo>
                    <a:pt x="5671" y="30785"/>
                  </a:lnTo>
                  <a:lnTo>
                    <a:pt x="5671" y="33689"/>
                  </a:lnTo>
                  <a:lnTo>
                    <a:pt x="7097" y="34737"/>
                  </a:lnTo>
                  <a:lnTo>
                    <a:pt x="6062" y="36947"/>
                  </a:lnTo>
                  <a:lnTo>
                    <a:pt x="6554" y="40924"/>
                  </a:lnTo>
                  <a:lnTo>
                    <a:pt x="7148" y="43828"/>
                  </a:lnTo>
                  <a:lnTo>
                    <a:pt x="7691" y="46808"/>
                  </a:lnTo>
                  <a:lnTo>
                    <a:pt x="9408" y="46556"/>
                  </a:lnTo>
                  <a:lnTo>
                    <a:pt x="11252" y="48740"/>
                  </a:lnTo>
                  <a:lnTo>
                    <a:pt x="12780" y="46152"/>
                  </a:lnTo>
                  <a:lnTo>
                    <a:pt x="13916" y="42654"/>
                  </a:lnTo>
                  <a:lnTo>
                    <a:pt x="15343" y="40381"/>
                  </a:lnTo>
                  <a:lnTo>
                    <a:pt x="17388" y="39826"/>
                  </a:lnTo>
                  <a:lnTo>
                    <a:pt x="20621" y="38449"/>
                  </a:lnTo>
                  <a:lnTo>
                    <a:pt x="22250" y="36429"/>
                  </a:lnTo>
                  <a:lnTo>
                    <a:pt x="25116" y="36050"/>
                  </a:lnTo>
                  <a:lnTo>
                    <a:pt x="29738" y="33184"/>
                  </a:lnTo>
                  <a:lnTo>
                    <a:pt x="29005" y="33108"/>
                  </a:lnTo>
                  <a:lnTo>
                    <a:pt x="29877" y="31100"/>
                  </a:lnTo>
                  <a:lnTo>
                    <a:pt x="29270" y="29105"/>
                  </a:lnTo>
                  <a:cubicBezTo>
                    <a:pt x="29637" y="28979"/>
                    <a:pt x="30142" y="28600"/>
                    <a:pt x="30558" y="27514"/>
                  </a:cubicBezTo>
                  <a:cubicBezTo>
                    <a:pt x="30659" y="27274"/>
                    <a:pt x="30748" y="27022"/>
                    <a:pt x="30824" y="26782"/>
                  </a:cubicBezTo>
                  <a:lnTo>
                    <a:pt x="31202" y="25847"/>
                  </a:lnTo>
                  <a:cubicBezTo>
                    <a:pt x="31720" y="24585"/>
                    <a:pt x="31935" y="24054"/>
                    <a:pt x="32036" y="23815"/>
                  </a:cubicBezTo>
                  <a:cubicBezTo>
                    <a:pt x="32149" y="23726"/>
                    <a:pt x="32238" y="23600"/>
                    <a:pt x="32288" y="23474"/>
                  </a:cubicBezTo>
                  <a:cubicBezTo>
                    <a:pt x="32452" y="23070"/>
                    <a:pt x="32389" y="22514"/>
                    <a:pt x="32074" y="21807"/>
                  </a:cubicBezTo>
                  <a:cubicBezTo>
                    <a:pt x="31910" y="21403"/>
                    <a:pt x="31644" y="21062"/>
                    <a:pt x="31303" y="20797"/>
                  </a:cubicBezTo>
                  <a:cubicBezTo>
                    <a:pt x="31834" y="20494"/>
                    <a:pt x="32112" y="20329"/>
                    <a:pt x="32250" y="20228"/>
                  </a:cubicBezTo>
                  <a:lnTo>
                    <a:pt x="32263" y="20241"/>
                  </a:lnTo>
                  <a:lnTo>
                    <a:pt x="33311" y="19572"/>
                  </a:lnTo>
                  <a:lnTo>
                    <a:pt x="32894" y="17046"/>
                  </a:lnTo>
                  <a:lnTo>
                    <a:pt x="33261" y="14534"/>
                  </a:lnTo>
                  <a:lnTo>
                    <a:pt x="35167" y="12412"/>
                  </a:lnTo>
                  <a:lnTo>
                    <a:pt x="36897" y="10329"/>
                  </a:lnTo>
                  <a:lnTo>
                    <a:pt x="37592" y="8220"/>
                  </a:lnTo>
                  <a:lnTo>
                    <a:pt x="35167" y="7096"/>
                  </a:lnTo>
                  <a:lnTo>
                    <a:pt x="32756" y="8018"/>
                  </a:lnTo>
                  <a:lnTo>
                    <a:pt x="31872" y="8801"/>
                  </a:lnTo>
                  <a:lnTo>
                    <a:pt x="32364" y="7942"/>
                  </a:lnTo>
                  <a:lnTo>
                    <a:pt x="32541" y="7046"/>
                  </a:lnTo>
                  <a:lnTo>
                    <a:pt x="28046" y="7046"/>
                  </a:lnTo>
                  <a:lnTo>
                    <a:pt x="28008" y="6604"/>
                  </a:lnTo>
                  <a:lnTo>
                    <a:pt x="29536" y="6415"/>
                  </a:lnTo>
                  <a:lnTo>
                    <a:pt x="32541" y="6415"/>
                  </a:lnTo>
                  <a:lnTo>
                    <a:pt x="32162" y="3927"/>
                  </a:lnTo>
                  <a:lnTo>
                    <a:pt x="31228" y="1768"/>
                  </a:lnTo>
                  <a:lnTo>
                    <a:pt x="2760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38"/>
            <p:cNvSpPr/>
            <p:nvPr/>
          </p:nvSpPr>
          <p:spPr>
            <a:xfrm>
              <a:off x="2067150" y="740400"/>
              <a:ext cx="667350" cy="530050"/>
            </a:xfrm>
            <a:custGeom>
              <a:rect b="b" l="l" r="r" t="t"/>
              <a:pathLst>
                <a:path extrusionOk="0" h="21202" w="26694">
                  <a:moveTo>
                    <a:pt x="19218" y="1"/>
                  </a:moveTo>
                  <a:lnTo>
                    <a:pt x="14635" y="556"/>
                  </a:lnTo>
                  <a:lnTo>
                    <a:pt x="11415" y="1895"/>
                  </a:lnTo>
                  <a:lnTo>
                    <a:pt x="10228" y="3157"/>
                  </a:lnTo>
                  <a:lnTo>
                    <a:pt x="12122" y="5165"/>
                  </a:lnTo>
                  <a:lnTo>
                    <a:pt x="14016" y="6100"/>
                  </a:lnTo>
                  <a:lnTo>
                    <a:pt x="11099" y="6163"/>
                  </a:lnTo>
                  <a:lnTo>
                    <a:pt x="9041" y="4660"/>
                  </a:lnTo>
                  <a:lnTo>
                    <a:pt x="8814" y="2766"/>
                  </a:lnTo>
                  <a:lnTo>
                    <a:pt x="7627" y="2286"/>
                  </a:lnTo>
                  <a:lnTo>
                    <a:pt x="5190" y="6706"/>
                  </a:lnTo>
                  <a:lnTo>
                    <a:pt x="4786" y="9711"/>
                  </a:lnTo>
                  <a:lnTo>
                    <a:pt x="5733" y="11756"/>
                  </a:lnTo>
                  <a:lnTo>
                    <a:pt x="7627" y="12236"/>
                  </a:lnTo>
                  <a:lnTo>
                    <a:pt x="8650" y="13688"/>
                  </a:lnTo>
                  <a:lnTo>
                    <a:pt x="6288" y="13082"/>
                  </a:lnTo>
                  <a:lnTo>
                    <a:pt x="5101" y="14509"/>
                  </a:lnTo>
                  <a:lnTo>
                    <a:pt x="2816" y="14509"/>
                  </a:lnTo>
                  <a:lnTo>
                    <a:pt x="1642" y="14004"/>
                  </a:lnTo>
                  <a:lnTo>
                    <a:pt x="417" y="12741"/>
                  </a:lnTo>
                  <a:cubicBezTo>
                    <a:pt x="177" y="12905"/>
                    <a:pt x="0" y="14332"/>
                    <a:pt x="0" y="14332"/>
                  </a:cubicBezTo>
                  <a:lnTo>
                    <a:pt x="1212" y="15822"/>
                  </a:lnTo>
                  <a:lnTo>
                    <a:pt x="631" y="18007"/>
                  </a:lnTo>
                  <a:lnTo>
                    <a:pt x="51" y="19459"/>
                  </a:lnTo>
                  <a:lnTo>
                    <a:pt x="3914" y="20494"/>
                  </a:lnTo>
                  <a:lnTo>
                    <a:pt x="6566" y="21201"/>
                  </a:lnTo>
                  <a:lnTo>
                    <a:pt x="7551" y="20810"/>
                  </a:lnTo>
                  <a:lnTo>
                    <a:pt x="7551" y="19232"/>
                  </a:lnTo>
                  <a:lnTo>
                    <a:pt x="5809" y="18689"/>
                  </a:lnTo>
                  <a:lnTo>
                    <a:pt x="3927" y="18032"/>
                  </a:lnTo>
                  <a:lnTo>
                    <a:pt x="3296" y="16403"/>
                  </a:lnTo>
                  <a:lnTo>
                    <a:pt x="4748" y="16138"/>
                  </a:lnTo>
                  <a:lnTo>
                    <a:pt x="7071" y="17653"/>
                  </a:lnTo>
                  <a:lnTo>
                    <a:pt x="9129" y="17653"/>
                  </a:lnTo>
                  <a:lnTo>
                    <a:pt x="11024" y="18348"/>
                  </a:lnTo>
                  <a:lnTo>
                    <a:pt x="11806" y="15140"/>
                  </a:lnTo>
                  <a:lnTo>
                    <a:pt x="13625" y="13398"/>
                  </a:lnTo>
                  <a:lnTo>
                    <a:pt x="15115" y="12224"/>
                  </a:lnTo>
                  <a:lnTo>
                    <a:pt x="15115" y="10405"/>
                  </a:lnTo>
                  <a:lnTo>
                    <a:pt x="18587" y="9231"/>
                  </a:lnTo>
                  <a:lnTo>
                    <a:pt x="21277" y="7728"/>
                  </a:lnTo>
                  <a:lnTo>
                    <a:pt x="23322" y="5986"/>
                  </a:lnTo>
                  <a:lnTo>
                    <a:pt x="25494" y="5216"/>
                  </a:lnTo>
                  <a:lnTo>
                    <a:pt x="26694" y="3322"/>
                  </a:lnTo>
                  <a:lnTo>
                    <a:pt x="25671" y="1390"/>
                  </a:lnTo>
                  <a:lnTo>
                    <a:pt x="2276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38"/>
            <p:cNvSpPr/>
            <p:nvPr/>
          </p:nvSpPr>
          <p:spPr>
            <a:xfrm>
              <a:off x="2057975" y="732525"/>
              <a:ext cx="685375" cy="546450"/>
            </a:xfrm>
            <a:custGeom>
              <a:rect b="b" l="l" r="r" t="t"/>
              <a:pathLst>
                <a:path extrusionOk="0" h="21858" w="27415">
                  <a:moveTo>
                    <a:pt x="23058" y="631"/>
                  </a:moveTo>
                  <a:lnTo>
                    <a:pt x="25811" y="1919"/>
                  </a:lnTo>
                  <a:lnTo>
                    <a:pt x="26682" y="3599"/>
                  </a:lnTo>
                  <a:lnTo>
                    <a:pt x="25646" y="5240"/>
                  </a:lnTo>
                  <a:lnTo>
                    <a:pt x="23576" y="5998"/>
                  </a:lnTo>
                  <a:lnTo>
                    <a:pt x="21480" y="7753"/>
                  </a:lnTo>
                  <a:lnTo>
                    <a:pt x="18853" y="9230"/>
                  </a:lnTo>
                  <a:lnTo>
                    <a:pt x="15166" y="10493"/>
                  </a:lnTo>
                  <a:lnTo>
                    <a:pt x="15166" y="12387"/>
                  </a:lnTo>
                  <a:lnTo>
                    <a:pt x="13764" y="13486"/>
                  </a:lnTo>
                  <a:lnTo>
                    <a:pt x="11883" y="15291"/>
                  </a:lnTo>
                  <a:lnTo>
                    <a:pt x="11163" y="18246"/>
                  </a:lnTo>
                  <a:lnTo>
                    <a:pt x="9597" y="17678"/>
                  </a:lnTo>
                  <a:lnTo>
                    <a:pt x="7539" y="17665"/>
                  </a:lnTo>
                  <a:lnTo>
                    <a:pt x="5191" y="16125"/>
                  </a:lnTo>
                  <a:lnTo>
                    <a:pt x="3233" y="16478"/>
                  </a:lnTo>
                  <a:lnTo>
                    <a:pt x="4067" y="18600"/>
                  </a:lnTo>
                  <a:lnTo>
                    <a:pt x="6087" y="19307"/>
                  </a:lnTo>
                  <a:lnTo>
                    <a:pt x="7602" y="19786"/>
                  </a:lnTo>
                  <a:lnTo>
                    <a:pt x="7602" y="20910"/>
                  </a:lnTo>
                  <a:lnTo>
                    <a:pt x="6921" y="21188"/>
                  </a:lnTo>
                  <a:lnTo>
                    <a:pt x="847" y="19559"/>
                  </a:lnTo>
                  <a:lnTo>
                    <a:pt x="1301" y="18398"/>
                  </a:lnTo>
                  <a:lnTo>
                    <a:pt x="1920" y="16062"/>
                  </a:lnTo>
                  <a:lnTo>
                    <a:pt x="695" y="14559"/>
                  </a:lnTo>
                  <a:cubicBezTo>
                    <a:pt x="733" y="14243"/>
                    <a:pt x="796" y="13915"/>
                    <a:pt x="872" y="13612"/>
                  </a:cubicBezTo>
                  <a:lnTo>
                    <a:pt x="1769" y="14534"/>
                  </a:lnTo>
                  <a:lnTo>
                    <a:pt x="3057" y="15114"/>
                  </a:lnTo>
                  <a:lnTo>
                    <a:pt x="5620" y="15140"/>
                  </a:lnTo>
                  <a:lnTo>
                    <a:pt x="6769" y="13751"/>
                  </a:lnTo>
                  <a:lnTo>
                    <a:pt x="9762" y="14521"/>
                  </a:lnTo>
                  <a:lnTo>
                    <a:pt x="8183" y="12261"/>
                  </a:lnTo>
                  <a:lnTo>
                    <a:pt x="6327" y="11794"/>
                  </a:lnTo>
                  <a:lnTo>
                    <a:pt x="5481" y="9963"/>
                  </a:lnTo>
                  <a:lnTo>
                    <a:pt x="5860" y="7122"/>
                  </a:lnTo>
                  <a:lnTo>
                    <a:pt x="8133" y="3005"/>
                  </a:lnTo>
                  <a:lnTo>
                    <a:pt x="8890" y="3296"/>
                  </a:lnTo>
                  <a:lnTo>
                    <a:pt x="9130" y="5152"/>
                  </a:lnTo>
                  <a:lnTo>
                    <a:pt x="11365" y="6793"/>
                  </a:lnTo>
                  <a:lnTo>
                    <a:pt x="15684" y="6692"/>
                  </a:lnTo>
                  <a:lnTo>
                    <a:pt x="12678" y="5228"/>
                  </a:lnTo>
                  <a:lnTo>
                    <a:pt x="11024" y="3472"/>
                  </a:lnTo>
                  <a:lnTo>
                    <a:pt x="11971" y="2475"/>
                  </a:lnTo>
                  <a:lnTo>
                    <a:pt x="15090" y="1174"/>
                  </a:lnTo>
                  <a:lnTo>
                    <a:pt x="19585" y="631"/>
                  </a:lnTo>
                  <a:close/>
                  <a:moveTo>
                    <a:pt x="19548" y="0"/>
                  </a:moveTo>
                  <a:lnTo>
                    <a:pt x="14977" y="556"/>
                  </a:lnTo>
                  <a:lnTo>
                    <a:pt x="11656" y="1919"/>
                  </a:lnTo>
                  <a:lnTo>
                    <a:pt x="10166" y="3472"/>
                  </a:lnTo>
                  <a:lnTo>
                    <a:pt x="12262" y="5695"/>
                  </a:lnTo>
                  <a:lnTo>
                    <a:pt x="13083" y="6124"/>
                  </a:lnTo>
                  <a:lnTo>
                    <a:pt x="11567" y="6162"/>
                  </a:lnTo>
                  <a:lnTo>
                    <a:pt x="9724" y="4798"/>
                  </a:lnTo>
                  <a:lnTo>
                    <a:pt x="9471" y="2854"/>
                  </a:lnTo>
                  <a:lnTo>
                    <a:pt x="7868" y="2210"/>
                  </a:lnTo>
                  <a:lnTo>
                    <a:pt x="5279" y="6869"/>
                  </a:lnTo>
                  <a:lnTo>
                    <a:pt x="4837" y="10064"/>
                  </a:lnTo>
                  <a:lnTo>
                    <a:pt x="5885" y="12337"/>
                  </a:lnTo>
                  <a:lnTo>
                    <a:pt x="7804" y="12816"/>
                  </a:lnTo>
                  <a:lnTo>
                    <a:pt x="8272" y="13486"/>
                  </a:lnTo>
                  <a:lnTo>
                    <a:pt x="6542" y="13044"/>
                  </a:lnTo>
                  <a:lnTo>
                    <a:pt x="5330" y="14508"/>
                  </a:lnTo>
                  <a:lnTo>
                    <a:pt x="3259" y="14508"/>
                  </a:lnTo>
                  <a:lnTo>
                    <a:pt x="2185" y="14054"/>
                  </a:lnTo>
                  <a:lnTo>
                    <a:pt x="822" y="12652"/>
                  </a:lnTo>
                  <a:lnTo>
                    <a:pt x="607" y="12791"/>
                  </a:lnTo>
                  <a:cubicBezTo>
                    <a:pt x="519" y="12854"/>
                    <a:pt x="253" y="13031"/>
                    <a:pt x="51" y="14609"/>
                  </a:cubicBezTo>
                  <a:lnTo>
                    <a:pt x="39" y="14748"/>
                  </a:lnTo>
                  <a:lnTo>
                    <a:pt x="1238" y="16213"/>
                  </a:lnTo>
                  <a:lnTo>
                    <a:pt x="708" y="18208"/>
                  </a:lnTo>
                  <a:lnTo>
                    <a:pt x="1" y="19989"/>
                  </a:lnTo>
                  <a:lnTo>
                    <a:pt x="6946" y="21857"/>
                  </a:lnTo>
                  <a:lnTo>
                    <a:pt x="8234" y="21340"/>
                  </a:lnTo>
                  <a:lnTo>
                    <a:pt x="8234" y="19319"/>
                  </a:lnTo>
                  <a:lnTo>
                    <a:pt x="6289" y="18701"/>
                  </a:lnTo>
                  <a:lnTo>
                    <a:pt x="4547" y="18094"/>
                  </a:lnTo>
                  <a:lnTo>
                    <a:pt x="4092" y="16958"/>
                  </a:lnTo>
                  <a:lnTo>
                    <a:pt x="5052" y="16781"/>
                  </a:lnTo>
                  <a:lnTo>
                    <a:pt x="7350" y="18284"/>
                  </a:lnTo>
                  <a:lnTo>
                    <a:pt x="9433" y="18284"/>
                  </a:lnTo>
                  <a:lnTo>
                    <a:pt x="11605" y="19079"/>
                  </a:lnTo>
                  <a:lnTo>
                    <a:pt x="12464" y="15620"/>
                  </a:lnTo>
                  <a:lnTo>
                    <a:pt x="14181" y="13953"/>
                  </a:lnTo>
                  <a:lnTo>
                    <a:pt x="15797" y="12690"/>
                  </a:lnTo>
                  <a:lnTo>
                    <a:pt x="15797" y="10948"/>
                  </a:lnTo>
                  <a:lnTo>
                    <a:pt x="19106" y="9811"/>
                  </a:lnTo>
                  <a:lnTo>
                    <a:pt x="21833" y="8283"/>
                  </a:lnTo>
                  <a:lnTo>
                    <a:pt x="23853" y="6579"/>
                  </a:lnTo>
                  <a:lnTo>
                    <a:pt x="26063" y="5783"/>
                  </a:lnTo>
                  <a:lnTo>
                    <a:pt x="27414" y="3637"/>
                  </a:lnTo>
                  <a:lnTo>
                    <a:pt x="26265" y="1452"/>
                  </a:lnTo>
                  <a:lnTo>
                    <a:pt x="23209"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38"/>
            <p:cNvSpPr/>
            <p:nvPr/>
          </p:nvSpPr>
          <p:spPr>
            <a:xfrm>
              <a:off x="2007475" y="1152350"/>
              <a:ext cx="49275" cy="59075"/>
            </a:xfrm>
            <a:custGeom>
              <a:rect b="b" l="l" r="r" t="t"/>
              <a:pathLst>
                <a:path extrusionOk="0" h="2363" w="1971">
                  <a:moveTo>
                    <a:pt x="1339" y="1"/>
                  </a:moveTo>
                  <a:cubicBezTo>
                    <a:pt x="1023" y="241"/>
                    <a:pt x="1" y="1554"/>
                    <a:pt x="1" y="1554"/>
                  </a:cubicBezTo>
                  <a:lnTo>
                    <a:pt x="1339" y="2362"/>
                  </a:lnTo>
                  <a:lnTo>
                    <a:pt x="1970" y="1188"/>
                  </a:lnTo>
                  <a:lnTo>
                    <a:pt x="133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38"/>
            <p:cNvSpPr/>
            <p:nvPr/>
          </p:nvSpPr>
          <p:spPr>
            <a:xfrm>
              <a:off x="1995800" y="1140375"/>
              <a:ext cx="70100" cy="82100"/>
            </a:xfrm>
            <a:custGeom>
              <a:rect b="b" l="l" r="r" t="t"/>
              <a:pathLst>
                <a:path extrusionOk="0" h="3284" w="2804">
                  <a:moveTo>
                    <a:pt x="1730" y="998"/>
                  </a:moveTo>
                  <a:lnTo>
                    <a:pt x="2084" y="1667"/>
                  </a:lnTo>
                  <a:lnTo>
                    <a:pt x="1692" y="2399"/>
                  </a:lnTo>
                  <a:lnTo>
                    <a:pt x="935" y="1945"/>
                  </a:lnTo>
                  <a:cubicBezTo>
                    <a:pt x="1200" y="1629"/>
                    <a:pt x="1516" y="1250"/>
                    <a:pt x="1730" y="998"/>
                  </a:cubicBezTo>
                  <a:close/>
                  <a:moveTo>
                    <a:pt x="1920" y="0"/>
                  </a:moveTo>
                  <a:lnTo>
                    <a:pt x="1617" y="227"/>
                  </a:lnTo>
                  <a:cubicBezTo>
                    <a:pt x="1288" y="480"/>
                    <a:pt x="392" y="1616"/>
                    <a:pt x="228" y="1844"/>
                  </a:cubicBezTo>
                  <a:lnTo>
                    <a:pt x="0" y="2121"/>
                  </a:lnTo>
                  <a:lnTo>
                    <a:pt x="1932" y="3283"/>
                  </a:lnTo>
                  <a:lnTo>
                    <a:pt x="2804" y="1654"/>
                  </a:lnTo>
                  <a:lnTo>
                    <a:pt x="192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38"/>
            <p:cNvSpPr/>
            <p:nvPr/>
          </p:nvSpPr>
          <p:spPr>
            <a:xfrm>
              <a:off x="2092700" y="954125"/>
              <a:ext cx="54950" cy="101675"/>
            </a:xfrm>
            <a:custGeom>
              <a:rect b="b" l="l" r="r" t="t"/>
              <a:pathLst>
                <a:path extrusionOk="0" h="4067" w="2198">
                  <a:moveTo>
                    <a:pt x="1125" y="0"/>
                  </a:moveTo>
                  <a:lnTo>
                    <a:pt x="1" y="2096"/>
                  </a:lnTo>
                  <a:lnTo>
                    <a:pt x="455" y="4066"/>
                  </a:lnTo>
                  <a:lnTo>
                    <a:pt x="847" y="4066"/>
                  </a:lnTo>
                  <a:lnTo>
                    <a:pt x="847" y="2488"/>
                  </a:lnTo>
                  <a:lnTo>
                    <a:pt x="2198" y="1717"/>
                  </a:lnTo>
                  <a:lnTo>
                    <a:pt x="112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38"/>
            <p:cNvSpPr/>
            <p:nvPr/>
          </p:nvSpPr>
          <p:spPr>
            <a:xfrm>
              <a:off x="2084500" y="938325"/>
              <a:ext cx="73900" cy="125350"/>
            </a:xfrm>
            <a:custGeom>
              <a:rect b="b" l="l" r="r" t="t"/>
              <a:pathLst>
                <a:path extrusionOk="0" h="5014" w="2956">
                  <a:moveTo>
                    <a:pt x="1478" y="1263"/>
                  </a:moveTo>
                  <a:lnTo>
                    <a:pt x="2084" y="2236"/>
                  </a:lnTo>
                  <a:lnTo>
                    <a:pt x="859" y="2943"/>
                  </a:lnTo>
                  <a:lnTo>
                    <a:pt x="859" y="3637"/>
                  </a:lnTo>
                  <a:lnTo>
                    <a:pt x="670" y="2779"/>
                  </a:lnTo>
                  <a:lnTo>
                    <a:pt x="1478" y="1263"/>
                  </a:lnTo>
                  <a:close/>
                  <a:moveTo>
                    <a:pt x="1440" y="1"/>
                  </a:moveTo>
                  <a:lnTo>
                    <a:pt x="1" y="2690"/>
                  </a:lnTo>
                  <a:lnTo>
                    <a:pt x="531" y="5014"/>
                  </a:lnTo>
                  <a:lnTo>
                    <a:pt x="1491" y="5014"/>
                  </a:lnTo>
                  <a:lnTo>
                    <a:pt x="1491" y="3296"/>
                  </a:lnTo>
                  <a:lnTo>
                    <a:pt x="2955" y="2463"/>
                  </a:lnTo>
                  <a:lnTo>
                    <a:pt x="144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38"/>
            <p:cNvSpPr/>
            <p:nvPr/>
          </p:nvSpPr>
          <p:spPr>
            <a:xfrm>
              <a:off x="1999575" y="874575"/>
              <a:ext cx="83050" cy="141750"/>
            </a:xfrm>
            <a:custGeom>
              <a:rect b="b" l="l" r="r" t="t"/>
              <a:pathLst>
                <a:path extrusionOk="0" h="5670" w="3322">
                  <a:moveTo>
                    <a:pt x="796" y="0"/>
                  </a:moveTo>
                  <a:lnTo>
                    <a:pt x="796" y="1882"/>
                  </a:lnTo>
                  <a:lnTo>
                    <a:pt x="1" y="2601"/>
                  </a:lnTo>
                  <a:lnTo>
                    <a:pt x="1264" y="4407"/>
                  </a:lnTo>
                  <a:lnTo>
                    <a:pt x="1617" y="5670"/>
                  </a:lnTo>
                  <a:lnTo>
                    <a:pt x="3322" y="2286"/>
                  </a:lnTo>
                  <a:lnTo>
                    <a:pt x="3322" y="631"/>
                  </a:lnTo>
                  <a:lnTo>
                    <a:pt x="79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38"/>
            <p:cNvSpPr/>
            <p:nvPr/>
          </p:nvSpPr>
          <p:spPr>
            <a:xfrm>
              <a:off x="1989175" y="864475"/>
              <a:ext cx="101025" cy="173625"/>
            </a:xfrm>
            <a:custGeom>
              <a:rect b="b" l="l" r="r" t="t"/>
              <a:pathLst>
                <a:path extrusionOk="0" h="6945" w="4041">
                  <a:moveTo>
                    <a:pt x="1528" y="808"/>
                  </a:moveTo>
                  <a:lnTo>
                    <a:pt x="3422" y="1275"/>
                  </a:lnTo>
                  <a:lnTo>
                    <a:pt x="3422" y="2614"/>
                  </a:lnTo>
                  <a:lnTo>
                    <a:pt x="2109" y="5202"/>
                  </a:lnTo>
                  <a:lnTo>
                    <a:pt x="1970" y="4735"/>
                  </a:lnTo>
                  <a:lnTo>
                    <a:pt x="834" y="3043"/>
                  </a:lnTo>
                  <a:lnTo>
                    <a:pt x="1528" y="2437"/>
                  </a:lnTo>
                  <a:lnTo>
                    <a:pt x="1528" y="808"/>
                  </a:lnTo>
                  <a:close/>
                  <a:moveTo>
                    <a:pt x="884" y="0"/>
                  </a:moveTo>
                  <a:lnTo>
                    <a:pt x="884" y="2147"/>
                  </a:lnTo>
                  <a:lnTo>
                    <a:pt x="0" y="2955"/>
                  </a:lnTo>
                  <a:lnTo>
                    <a:pt x="1389" y="4950"/>
                  </a:lnTo>
                  <a:lnTo>
                    <a:pt x="1932" y="6945"/>
                  </a:lnTo>
                  <a:lnTo>
                    <a:pt x="4041" y="2765"/>
                  </a:lnTo>
                  <a:lnTo>
                    <a:pt x="4041" y="783"/>
                  </a:lnTo>
                  <a:lnTo>
                    <a:pt x="88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38"/>
            <p:cNvSpPr/>
            <p:nvPr/>
          </p:nvSpPr>
          <p:spPr>
            <a:xfrm>
              <a:off x="1924775" y="1047875"/>
              <a:ext cx="106400" cy="104500"/>
            </a:xfrm>
            <a:custGeom>
              <a:rect b="b" l="l" r="r" t="t"/>
              <a:pathLst>
                <a:path extrusionOk="0" h="4180" w="4256">
                  <a:moveTo>
                    <a:pt x="0" y="0"/>
                  </a:moveTo>
                  <a:lnTo>
                    <a:pt x="0" y="1894"/>
                  </a:lnTo>
                  <a:lnTo>
                    <a:pt x="1263" y="2690"/>
                  </a:lnTo>
                  <a:lnTo>
                    <a:pt x="947" y="4180"/>
                  </a:lnTo>
                  <a:cubicBezTo>
                    <a:pt x="947" y="4180"/>
                    <a:pt x="2481" y="3571"/>
                    <a:pt x="2595" y="3571"/>
                  </a:cubicBezTo>
                  <a:cubicBezTo>
                    <a:pt x="2599" y="3571"/>
                    <a:pt x="2601" y="3572"/>
                    <a:pt x="2601" y="3574"/>
                  </a:cubicBezTo>
                  <a:cubicBezTo>
                    <a:pt x="2601" y="3574"/>
                    <a:pt x="2602" y="3575"/>
                    <a:pt x="2602" y="3575"/>
                  </a:cubicBezTo>
                  <a:cubicBezTo>
                    <a:pt x="2638" y="3575"/>
                    <a:pt x="4256" y="1389"/>
                    <a:pt x="4256" y="1389"/>
                  </a:cubicBezTo>
                  <a:lnTo>
                    <a:pt x="3296" y="0"/>
                  </a:lnTo>
                  <a:lnTo>
                    <a:pt x="2147" y="796"/>
                  </a:lnTo>
                  <a:lnTo>
                    <a:pt x="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38"/>
            <p:cNvSpPr/>
            <p:nvPr/>
          </p:nvSpPr>
          <p:spPr>
            <a:xfrm>
              <a:off x="1916875" y="1036500"/>
              <a:ext cx="124100" cy="128500"/>
            </a:xfrm>
            <a:custGeom>
              <a:rect b="b" l="l" r="r" t="t"/>
              <a:pathLst>
                <a:path extrusionOk="0" h="5140" w="4964">
                  <a:moveTo>
                    <a:pt x="3524" y="897"/>
                  </a:moveTo>
                  <a:lnTo>
                    <a:pt x="4180" y="1844"/>
                  </a:lnTo>
                  <a:cubicBezTo>
                    <a:pt x="3675" y="2526"/>
                    <a:pt x="2968" y="3473"/>
                    <a:pt x="2753" y="3738"/>
                  </a:cubicBezTo>
                  <a:cubicBezTo>
                    <a:pt x="2577" y="3789"/>
                    <a:pt x="2261" y="3903"/>
                    <a:pt x="1693" y="4130"/>
                  </a:cubicBezTo>
                  <a:lnTo>
                    <a:pt x="1933" y="2981"/>
                  </a:lnTo>
                  <a:lnTo>
                    <a:pt x="632" y="2173"/>
                  </a:lnTo>
                  <a:lnTo>
                    <a:pt x="632" y="910"/>
                  </a:lnTo>
                  <a:lnTo>
                    <a:pt x="2501" y="1604"/>
                  </a:lnTo>
                  <a:lnTo>
                    <a:pt x="3524" y="897"/>
                  </a:lnTo>
                  <a:close/>
                  <a:moveTo>
                    <a:pt x="1" y="1"/>
                  </a:moveTo>
                  <a:lnTo>
                    <a:pt x="1" y="2526"/>
                  </a:lnTo>
                  <a:lnTo>
                    <a:pt x="1225" y="3284"/>
                  </a:lnTo>
                  <a:lnTo>
                    <a:pt x="834" y="5140"/>
                  </a:lnTo>
                  <a:lnTo>
                    <a:pt x="1377" y="4925"/>
                  </a:lnTo>
                  <a:cubicBezTo>
                    <a:pt x="1996" y="4685"/>
                    <a:pt x="2690" y="4420"/>
                    <a:pt x="2905" y="4344"/>
                  </a:cubicBezTo>
                  <a:cubicBezTo>
                    <a:pt x="2916" y="4347"/>
                    <a:pt x="2927" y="4348"/>
                    <a:pt x="2938" y="4348"/>
                  </a:cubicBezTo>
                  <a:cubicBezTo>
                    <a:pt x="3130" y="4348"/>
                    <a:pt x="3368" y="4002"/>
                    <a:pt x="4824" y="2021"/>
                  </a:cubicBezTo>
                  <a:lnTo>
                    <a:pt x="4963" y="1832"/>
                  </a:lnTo>
                  <a:lnTo>
                    <a:pt x="3688" y="13"/>
                  </a:lnTo>
                  <a:lnTo>
                    <a:pt x="2412" y="885"/>
                  </a:lnTo>
                  <a:lnTo>
                    <a:pt x="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38"/>
            <p:cNvSpPr/>
            <p:nvPr/>
          </p:nvSpPr>
          <p:spPr>
            <a:xfrm>
              <a:off x="1706650" y="1016300"/>
              <a:ext cx="192575" cy="136400"/>
            </a:xfrm>
            <a:custGeom>
              <a:rect b="b" l="l" r="r" t="t"/>
              <a:pathLst>
                <a:path extrusionOk="0" h="5456" w="7703">
                  <a:moveTo>
                    <a:pt x="2412" y="1"/>
                  </a:moveTo>
                  <a:lnTo>
                    <a:pt x="1616" y="518"/>
                  </a:lnTo>
                  <a:cubicBezTo>
                    <a:pt x="1376" y="594"/>
                    <a:pt x="0" y="2147"/>
                    <a:pt x="0" y="2147"/>
                  </a:cubicBezTo>
                  <a:lnTo>
                    <a:pt x="859" y="4029"/>
                  </a:lnTo>
                  <a:lnTo>
                    <a:pt x="1692" y="5456"/>
                  </a:lnTo>
                  <a:lnTo>
                    <a:pt x="4142" y="4849"/>
                  </a:lnTo>
                  <a:lnTo>
                    <a:pt x="5253" y="4269"/>
                  </a:lnTo>
                  <a:lnTo>
                    <a:pt x="7387" y="4837"/>
                  </a:lnTo>
                  <a:lnTo>
                    <a:pt x="7703" y="2652"/>
                  </a:lnTo>
                  <a:lnTo>
                    <a:pt x="6907" y="480"/>
                  </a:lnTo>
                  <a:lnTo>
                    <a:pt x="5013" y="1819"/>
                  </a:lnTo>
                  <a:lnTo>
                    <a:pt x="4520" y="2968"/>
                  </a:lnTo>
                  <a:lnTo>
                    <a:pt x="3043" y="2652"/>
                  </a:lnTo>
                  <a:lnTo>
                    <a:pt x="3043" y="1263"/>
                  </a:lnTo>
                  <a:lnTo>
                    <a:pt x="241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38"/>
            <p:cNvSpPr/>
            <p:nvPr/>
          </p:nvSpPr>
          <p:spPr>
            <a:xfrm>
              <a:off x="1697800" y="1004950"/>
              <a:ext cx="209625" cy="156600"/>
            </a:xfrm>
            <a:custGeom>
              <a:rect b="b" l="l" r="r" t="t"/>
              <a:pathLst>
                <a:path extrusionOk="0" h="6264" w="8385">
                  <a:moveTo>
                    <a:pt x="2652" y="909"/>
                  </a:moveTo>
                  <a:lnTo>
                    <a:pt x="3094" y="1793"/>
                  </a:lnTo>
                  <a:lnTo>
                    <a:pt x="3094" y="3359"/>
                  </a:lnTo>
                  <a:lnTo>
                    <a:pt x="5064" y="3788"/>
                  </a:lnTo>
                  <a:lnTo>
                    <a:pt x="5632" y="2475"/>
                  </a:lnTo>
                  <a:lnTo>
                    <a:pt x="7122" y="1427"/>
                  </a:lnTo>
                  <a:lnTo>
                    <a:pt x="7728" y="3132"/>
                  </a:lnTo>
                  <a:lnTo>
                    <a:pt x="7476" y="4887"/>
                  </a:lnTo>
                  <a:lnTo>
                    <a:pt x="5582" y="4382"/>
                  </a:lnTo>
                  <a:lnTo>
                    <a:pt x="4395" y="5000"/>
                  </a:lnTo>
                  <a:lnTo>
                    <a:pt x="2210" y="5531"/>
                  </a:lnTo>
                  <a:lnTo>
                    <a:pt x="1503" y="4356"/>
                  </a:lnTo>
                  <a:lnTo>
                    <a:pt x="733" y="2664"/>
                  </a:lnTo>
                  <a:cubicBezTo>
                    <a:pt x="1288" y="2033"/>
                    <a:pt x="1920" y="1364"/>
                    <a:pt x="2084" y="1263"/>
                  </a:cubicBezTo>
                  <a:lnTo>
                    <a:pt x="2652" y="909"/>
                  </a:lnTo>
                  <a:close/>
                  <a:moveTo>
                    <a:pt x="2917" y="0"/>
                  </a:moveTo>
                  <a:lnTo>
                    <a:pt x="1831" y="682"/>
                  </a:lnTo>
                  <a:cubicBezTo>
                    <a:pt x="1705" y="745"/>
                    <a:pt x="1352" y="1010"/>
                    <a:pt x="139" y="2387"/>
                  </a:cubicBezTo>
                  <a:lnTo>
                    <a:pt x="0" y="2551"/>
                  </a:lnTo>
                  <a:lnTo>
                    <a:pt x="947" y="4647"/>
                  </a:lnTo>
                  <a:lnTo>
                    <a:pt x="1907" y="6263"/>
                  </a:lnTo>
                  <a:lnTo>
                    <a:pt x="4584" y="5606"/>
                  </a:lnTo>
                  <a:lnTo>
                    <a:pt x="5645" y="5051"/>
                  </a:lnTo>
                  <a:lnTo>
                    <a:pt x="8006" y="5682"/>
                  </a:lnTo>
                  <a:lnTo>
                    <a:pt x="8385" y="3068"/>
                  </a:lnTo>
                  <a:lnTo>
                    <a:pt x="7438" y="429"/>
                  </a:lnTo>
                  <a:lnTo>
                    <a:pt x="5127" y="2058"/>
                  </a:lnTo>
                  <a:lnTo>
                    <a:pt x="4710" y="3043"/>
                  </a:lnTo>
                  <a:lnTo>
                    <a:pt x="3738" y="2841"/>
                  </a:lnTo>
                  <a:lnTo>
                    <a:pt x="3738" y="1642"/>
                  </a:lnTo>
                  <a:lnTo>
                    <a:pt x="29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38"/>
            <p:cNvSpPr/>
            <p:nvPr/>
          </p:nvSpPr>
          <p:spPr>
            <a:xfrm>
              <a:off x="1640975" y="919700"/>
              <a:ext cx="161975" cy="96625"/>
            </a:xfrm>
            <a:custGeom>
              <a:rect b="b" l="l" r="r" t="t"/>
              <a:pathLst>
                <a:path extrusionOk="0" h="3865" w="6479">
                  <a:moveTo>
                    <a:pt x="5203" y="1"/>
                  </a:moveTo>
                  <a:lnTo>
                    <a:pt x="3549" y="632"/>
                  </a:lnTo>
                  <a:lnTo>
                    <a:pt x="783" y="1819"/>
                  </a:lnTo>
                  <a:lnTo>
                    <a:pt x="1" y="3334"/>
                  </a:lnTo>
                  <a:lnTo>
                    <a:pt x="1579" y="3865"/>
                  </a:lnTo>
                  <a:lnTo>
                    <a:pt x="3157" y="3334"/>
                  </a:lnTo>
                  <a:lnTo>
                    <a:pt x="4572" y="3094"/>
                  </a:lnTo>
                  <a:lnTo>
                    <a:pt x="5759" y="1933"/>
                  </a:lnTo>
                  <a:lnTo>
                    <a:pt x="6478" y="708"/>
                  </a:lnTo>
                  <a:lnTo>
                    <a:pt x="520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38"/>
            <p:cNvSpPr/>
            <p:nvPr/>
          </p:nvSpPr>
          <p:spPr>
            <a:xfrm>
              <a:off x="1629625" y="910875"/>
              <a:ext cx="184375" cy="113650"/>
            </a:xfrm>
            <a:custGeom>
              <a:rect b="b" l="l" r="r" t="t"/>
              <a:pathLst>
                <a:path extrusionOk="0" h="4546" w="7375">
                  <a:moveTo>
                    <a:pt x="5632" y="707"/>
                  </a:moveTo>
                  <a:lnTo>
                    <a:pt x="6503" y="1175"/>
                  </a:lnTo>
                  <a:lnTo>
                    <a:pt x="5960" y="2084"/>
                  </a:lnTo>
                  <a:lnTo>
                    <a:pt x="4874" y="3144"/>
                  </a:lnTo>
                  <a:lnTo>
                    <a:pt x="3561" y="3372"/>
                  </a:lnTo>
                  <a:lnTo>
                    <a:pt x="2033" y="3877"/>
                  </a:lnTo>
                  <a:lnTo>
                    <a:pt x="909" y="3511"/>
                  </a:lnTo>
                  <a:lnTo>
                    <a:pt x="1477" y="2412"/>
                  </a:lnTo>
                  <a:lnTo>
                    <a:pt x="4116" y="1276"/>
                  </a:lnTo>
                  <a:lnTo>
                    <a:pt x="5632" y="707"/>
                  </a:lnTo>
                  <a:close/>
                  <a:moveTo>
                    <a:pt x="5682" y="0"/>
                  </a:moveTo>
                  <a:lnTo>
                    <a:pt x="3877" y="695"/>
                  </a:lnTo>
                  <a:lnTo>
                    <a:pt x="1010" y="1920"/>
                  </a:lnTo>
                  <a:lnTo>
                    <a:pt x="0" y="3877"/>
                  </a:lnTo>
                  <a:lnTo>
                    <a:pt x="2033" y="4546"/>
                  </a:lnTo>
                  <a:lnTo>
                    <a:pt x="3687" y="4003"/>
                  </a:lnTo>
                  <a:lnTo>
                    <a:pt x="5177" y="3750"/>
                  </a:lnTo>
                  <a:lnTo>
                    <a:pt x="6427" y="2513"/>
                  </a:lnTo>
                  <a:lnTo>
                    <a:pt x="7374" y="947"/>
                  </a:lnTo>
                  <a:lnTo>
                    <a:pt x="568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38"/>
            <p:cNvSpPr/>
            <p:nvPr/>
          </p:nvSpPr>
          <p:spPr>
            <a:xfrm>
              <a:off x="1843950" y="961050"/>
              <a:ext cx="72950" cy="40125"/>
            </a:xfrm>
            <a:custGeom>
              <a:rect b="b" l="l" r="r" t="t"/>
              <a:pathLst>
                <a:path extrusionOk="0" h="1605" w="2918">
                  <a:moveTo>
                    <a:pt x="392" y="1"/>
                  </a:moveTo>
                  <a:lnTo>
                    <a:pt x="1" y="594"/>
                  </a:lnTo>
                  <a:lnTo>
                    <a:pt x="1024" y="1605"/>
                  </a:lnTo>
                  <a:lnTo>
                    <a:pt x="2211" y="670"/>
                  </a:lnTo>
                  <a:lnTo>
                    <a:pt x="29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38"/>
            <p:cNvSpPr/>
            <p:nvPr/>
          </p:nvSpPr>
          <p:spPr>
            <a:xfrm>
              <a:off x="1833850" y="953475"/>
              <a:ext cx="102950" cy="58125"/>
            </a:xfrm>
            <a:custGeom>
              <a:rect b="b" l="l" r="r" t="t"/>
              <a:pathLst>
                <a:path extrusionOk="0" h="2325" w="4118">
                  <a:moveTo>
                    <a:pt x="2526" y="632"/>
                  </a:moveTo>
                  <a:lnTo>
                    <a:pt x="1453" y="1491"/>
                  </a:lnTo>
                  <a:lnTo>
                    <a:pt x="809" y="860"/>
                  </a:lnTo>
                  <a:lnTo>
                    <a:pt x="973" y="632"/>
                  </a:lnTo>
                  <a:close/>
                  <a:moveTo>
                    <a:pt x="632" y="1"/>
                  </a:moveTo>
                  <a:lnTo>
                    <a:pt x="1" y="948"/>
                  </a:lnTo>
                  <a:lnTo>
                    <a:pt x="1402" y="2324"/>
                  </a:lnTo>
                  <a:lnTo>
                    <a:pt x="2829" y="1213"/>
                  </a:lnTo>
                  <a:lnTo>
                    <a:pt x="411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38"/>
            <p:cNvSpPr/>
            <p:nvPr/>
          </p:nvSpPr>
          <p:spPr>
            <a:xfrm>
              <a:off x="1900150" y="882450"/>
              <a:ext cx="40425" cy="51500"/>
            </a:xfrm>
            <a:custGeom>
              <a:rect b="b" l="l" r="r" t="t"/>
              <a:pathLst>
                <a:path extrusionOk="0" h="2060" w="1617">
                  <a:moveTo>
                    <a:pt x="354" y="1"/>
                  </a:moveTo>
                  <a:lnTo>
                    <a:pt x="0" y="708"/>
                  </a:lnTo>
                  <a:lnTo>
                    <a:pt x="695" y="1137"/>
                  </a:lnTo>
                  <a:lnTo>
                    <a:pt x="1351" y="2059"/>
                  </a:lnTo>
                  <a:lnTo>
                    <a:pt x="1617" y="1339"/>
                  </a:lnTo>
                  <a:lnTo>
                    <a:pt x="1617" y="316"/>
                  </a:lnTo>
                  <a:lnTo>
                    <a:pt x="35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38"/>
            <p:cNvSpPr/>
            <p:nvPr/>
          </p:nvSpPr>
          <p:spPr>
            <a:xfrm>
              <a:off x="1889725" y="873000"/>
              <a:ext cx="58750" cy="77975"/>
            </a:xfrm>
            <a:custGeom>
              <a:rect b="b" l="l" r="r" t="t"/>
              <a:pathLst>
                <a:path extrusionOk="0" h="3119" w="2350">
                  <a:moveTo>
                    <a:pt x="948" y="745"/>
                  </a:moveTo>
                  <a:lnTo>
                    <a:pt x="1718" y="934"/>
                  </a:lnTo>
                  <a:lnTo>
                    <a:pt x="1718" y="1654"/>
                  </a:lnTo>
                  <a:lnTo>
                    <a:pt x="1680" y="1768"/>
                  </a:lnTo>
                  <a:lnTo>
                    <a:pt x="1364" y="1326"/>
                  </a:lnTo>
                  <a:lnTo>
                    <a:pt x="821" y="972"/>
                  </a:lnTo>
                  <a:lnTo>
                    <a:pt x="948" y="745"/>
                  </a:lnTo>
                  <a:close/>
                  <a:moveTo>
                    <a:pt x="607" y="0"/>
                  </a:moveTo>
                  <a:lnTo>
                    <a:pt x="1" y="1200"/>
                  </a:lnTo>
                  <a:lnTo>
                    <a:pt x="885" y="1755"/>
                  </a:lnTo>
                  <a:lnTo>
                    <a:pt x="1857" y="3119"/>
                  </a:lnTo>
                  <a:lnTo>
                    <a:pt x="2324" y="1818"/>
                  </a:lnTo>
                  <a:lnTo>
                    <a:pt x="2349" y="442"/>
                  </a:lnTo>
                  <a:lnTo>
                    <a:pt x="60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38"/>
            <p:cNvSpPr/>
            <p:nvPr/>
          </p:nvSpPr>
          <p:spPr>
            <a:xfrm>
              <a:off x="1439900" y="1099950"/>
              <a:ext cx="185325" cy="192275"/>
            </a:xfrm>
            <a:custGeom>
              <a:rect b="b" l="l" r="r" t="t"/>
              <a:pathLst>
                <a:path extrusionOk="0" h="7691" w="7413">
                  <a:moveTo>
                    <a:pt x="5682" y="1"/>
                  </a:moveTo>
                  <a:lnTo>
                    <a:pt x="3826" y="354"/>
                  </a:lnTo>
                  <a:cubicBezTo>
                    <a:pt x="3586" y="544"/>
                    <a:pt x="2374" y="834"/>
                    <a:pt x="2374" y="834"/>
                  </a:cubicBezTo>
                  <a:lnTo>
                    <a:pt x="2374" y="2337"/>
                  </a:lnTo>
                  <a:lnTo>
                    <a:pt x="1111" y="3991"/>
                  </a:lnTo>
                  <a:lnTo>
                    <a:pt x="0" y="4900"/>
                  </a:lnTo>
                  <a:lnTo>
                    <a:pt x="632" y="7691"/>
                  </a:lnTo>
                  <a:lnTo>
                    <a:pt x="2058" y="7691"/>
                  </a:lnTo>
                  <a:lnTo>
                    <a:pt x="4293" y="5254"/>
                  </a:lnTo>
                  <a:lnTo>
                    <a:pt x="5834" y="4622"/>
                  </a:lnTo>
                  <a:lnTo>
                    <a:pt x="7412" y="3650"/>
                  </a:lnTo>
                  <a:lnTo>
                    <a:pt x="7412" y="1705"/>
                  </a:lnTo>
                  <a:lnTo>
                    <a:pt x="6238" y="910"/>
                  </a:lnTo>
                  <a:lnTo>
                    <a:pt x="568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p38"/>
            <p:cNvSpPr/>
            <p:nvPr/>
          </p:nvSpPr>
          <p:spPr>
            <a:xfrm>
              <a:off x="1431375" y="1091425"/>
              <a:ext cx="201725" cy="208700"/>
            </a:xfrm>
            <a:custGeom>
              <a:rect b="b" l="l" r="r" t="t"/>
              <a:pathLst>
                <a:path extrusionOk="0" h="8348" w="8069">
                  <a:moveTo>
                    <a:pt x="5859" y="708"/>
                  </a:moveTo>
                  <a:lnTo>
                    <a:pt x="6301" y="1428"/>
                  </a:lnTo>
                  <a:lnTo>
                    <a:pt x="7438" y="2223"/>
                  </a:lnTo>
                  <a:lnTo>
                    <a:pt x="7438" y="3814"/>
                  </a:lnTo>
                  <a:lnTo>
                    <a:pt x="6049" y="4673"/>
                  </a:lnTo>
                  <a:lnTo>
                    <a:pt x="4521" y="5304"/>
                  </a:lnTo>
                  <a:lnTo>
                    <a:pt x="2260" y="7716"/>
                  </a:lnTo>
                  <a:lnTo>
                    <a:pt x="1225" y="7716"/>
                  </a:lnTo>
                  <a:lnTo>
                    <a:pt x="695" y="5367"/>
                  </a:lnTo>
                  <a:lnTo>
                    <a:pt x="1642" y="4584"/>
                  </a:lnTo>
                  <a:lnTo>
                    <a:pt x="3018" y="2791"/>
                  </a:lnTo>
                  <a:lnTo>
                    <a:pt x="3018" y="1428"/>
                  </a:lnTo>
                  <a:cubicBezTo>
                    <a:pt x="3422" y="1327"/>
                    <a:pt x="4003" y="1163"/>
                    <a:pt x="4281" y="998"/>
                  </a:cubicBezTo>
                  <a:lnTo>
                    <a:pt x="5859" y="708"/>
                  </a:lnTo>
                  <a:close/>
                  <a:moveTo>
                    <a:pt x="6175" y="1"/>
                  </a:moveTo>
                  <a:lnTo>
                    <a:pt x="4117" y="380"/>
                  </a:lnTo>
                  <a:lnTo>
                    <a:pt x="4028" y="405"/>
                  </a:lnTo>
                  <a:lnTo>
                    <a:pt x="3965" y="443"/>
                  </a:lnTo>
                  <a:cubicBezTo>
                    <a:pt x="3851" y="544"/>
                    <a:pt x="3182" y="733"/>
                    <a:pt x="2639" y="872"/>
                  </a:cubicBezTo>
                  <a:lnTo>
                    <a:pt x="2399" y="923"/>
                  </a:lnTo>
                  <a:lnTo>
                    <a:pt x="2399" y="2564"/>
                  </a:lnTo>
                  <a:lnTo>
                    <a:pt x="1225" y="4105"/>
                  </a:lnTo>
                  <a:lnTo>
                    <a:pt x="0" y="5115"/>
                  </a:lnTo>
                  <a:lnTo>
                    <a:pt x="733" y="8347"/>
                  </a:lnTo>
                  <a:lnTo>
                    <a:pt x="2538" y="8347"/>
                  </a:lnTo>
                  <a:lnTo>
                    <a:pt x="4836" y="5847"/>
                  </a:lnTo>
                  <a:lnTo>
                    <a:pt x="6352" y="5228"/>
                  </a:lnTo>
                  <a:lnTo>
                    <a:pt x="8069" y="4168"/>
                  </a:lnTo>
                  <a:lnTo>
                    <a:pt x="8069" y="1870"/>
                  </a:lnTo>
                  <a:lnTo>
                    <a:pt x="6806" y="1024"/>
                  </a:lnTo>
                  <a:lnTo>
                    <a:pt x="6175"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38"/>
            <p:cNvSpPr/>
            <p:nvPr/>
          </p:nvSpPr>
          <p:spPr>
            <a:xfrm>
              <a:off x="1514700" y="1211400"/>
              <a:ext cx="329275" cy="270225"/>
            </a:xfrm>
            <a:custGeom>
              <a:rect b="b" l="l" r="r" t="t"/>
              <a:pathLst>
                <a:path extrusionOk="0" h="10809" w="13171">
                  <a:moveTo>
                    <a:pt x="12072" y="0"/>
                  </a:moveTo>
                  <a:lnTo>
                    <a:pt x="9623" y="480"/>
                  </a:lnTo>
                  <a:lnTo>
                    <a:pt x="8676" y="4180"/>
                  </a:lnTo>
                  <a:lnTo>
                    <a:pt x="7678" y="3536"/>
                  </a:lnTo>
                  <a:lnTo>
                    <a:pt x="8297" y="1503"/>
                  </a:lnTo>
                  <a:lnTo>
                    <a:pt x="4925" y="707"/>
                  </a:lnTo>
                  <a:lnTo>
                    <a:pt x="1440" y="1818"/>
                  </a:lnTo>
                  <a:lnTo>
                    <a:pt x="1074" y="2993"/>
                  </a:lnTo>
                  <a:lnTo>
                    <a:pt x="2791" y="3574"/>
                  </a:lnTo>
                  <a:lnTo>
                    <a:pt x="1" y="3940"/>
                  </a:lnTo>
                  <a:lnTo>
                    <a:pt x="1" y="6389"/>
                  </a:lnTo>
                  <a:lnTo>
                    <a:pt x="2842" y="6389"/>
                  </a:lnTo>
                  <a:lnTo>
                    <a:pt x="3549" y="6781"/>
                  </a:lnTo>
                  <a:lnTo>
                    <a:pt x="632" y="7021"/>
                  </a:lnTo>
                  <a:lnTo>
                    <a:pt x="1503" y="8637"/>
                  </a:lnTo>
                  <a:lnTo>
                    <a:pt x="1819" y="10177"/>
                  </a:lnTo>
                  <a:lnTo>
                    <a:pt x="4736" y="10177"/>
                  </a:lnTo>
                  <a:lnTo>
                    <a:pt x="6706" y="9142"/>
                  </a:lnTo>
                  <a:lnTo>
                    <a:pt x="8751" y="10809"/>
                  </a:lnTo>
                  <a:lnTo>
                    <a:pt x="10570" y="10089"/>
                  </a:lnTo>
                  <a:lnTo>
                    <a:pt x="11529" y="8789"/>
                  </a:lnTo>
                  <a:lnTo>
                    <a:pt x="10102" y="5695"/>
                  </a:lnTo>
                  <a:lnTo>
                    <a:pt x="11201" y="2614"/>
                  </a:lnTo>
                  <a:lnTo>
                    <a:pt x="13171" y="1111"/>
                  </a:lnTo>
                  <a:lnTo>
                    <a:pt x="1207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p38"/>
            <p:cNvSpPr/>
            <p:nvPr/>
          </p:nvSpPr>
          <p:spPr>
            <a:xfrm>
              <a:off x="1506825" y="1202875"/>
              <a:ext cx="349150" cy="287600"/>
            </a:xfrm>
            <a:custGeom>
              <a:rect b="b" l="l" r="r" t="t"/>
              <a:pathLst>
                <a:path extrusionOk="0" h="11504" w="13966">
                  <a:moveTo>
                    <a:pt x="12274" y="682"/>
                  </a:moveTo>
                  <a:lnTo>
                    <a:pt x="13006" y="1414"/>
                  </a:lnTo>
                  <a:lnTo>
                    <a:pt x="11238" y="2766"/>
                  </a:lnTo>
                  <a:lnTo>
                    <a:pt x="10064" y="6061"/>
                  </a:lnTo>
                  <a:lnTo>
                    <a:pt x="11478" y="9092"/>
                  </a:lnTo>
                  <a:lnTo>
                    <a:pt x="10683" y="10178"/>
                  </a:lnTo>
                  <a:lnTo>
                    <a:pt x="9129" y="10784"/>
                  </a:lnTo>
                  <a:lnTo>
                    <a:pt x="7059" y="9117"/>
                  </a:lnTo>
                  <a:lnTo>
                    <a:pt x="4975" y="10203"/>
                  </a:lnTo>
                  <a:lnTo>
                    <a:pt x="2399" y="10203"/>
                  </a:lnTo>
                  <a:lnTo>
                    <a:pt x="2134" y="8915"/>
                  </a:lnTo>
                  <a:lnTo>
                    <a:pt x="1465" y="7640"/>
                  </a:lnTo>
                  <a:lnTo>
                    <a:pt x="4937" y="7349"/>
                  </a:lnTo>
                  <a:lnTo>
                    <a:pt x="3245" y="6415"/>
                  </a:lnTo>
                  <a:lnTo>
                    <a:pt x="644" y="6415"/>
                  </a:lnTo>
                  <a:lnTo>
                    <a:pt x="644" y="4559"/>
                  </a:lnTo>
                  <a:lnTo>
                    <a:pt x="4495" y="4053"/>
                  </a:lnTo>
                  <a:lnTo>
                    <a:pt x="1781" y="3132"/>
                  </a:lnTo>
                  <a:lnTo>
                    <a:pt x="2008" y="2399"/>
                  </a:lnTo>
                  <a:lnTo>
                    <a:pt x="5253" y="1377"/>
                  </a:lnTo>
                  <a:lnTo>
                    <a:pt x="8208" y="2071"/>
                  </a:lnTo>
                  <a:lnTo>
                    <a:pt x="7627" y="4003"/>
                  </a:lnTo>
                  <a:lnTo>
                    <a:pt x="9193" y="5026"/>
                  </a:lnTo>
                  <a:lnTo>
                    <a:pt x="10190" y="1086"/>
                  </a:lnTo>
                  <a:lnTo>
                    <a:pt x="12274" y="682"/>
                  </a:lnTo>
                  <a:close/>
                  <a:moveTo>
                    <a:pt x="12488" y="0"/>
                  </a:moveTo>
                  <a:lnTo>
                    <a:pt x="9685" y="543"/>
                  </a:lnTo>
                  <a:lnTo>
                    <a:pt x="8801" y="4016"/>
                  </a:lnTo>
                  <a:lnTo>
                    <a:pt x="8372" y="3738"/>
                  </a:lnTo>
                  <a:lnTo>
                    <a:pt x="9003" y="1616"/>
                  </a:lnTo>
                  <a:lnTo>
                    <a:pt x="5228" y="733"/>
                  </a:lnTo>
                  <a:lnTo>
                    <a:pt x="1503" y="1907"/>
                  </a:lnTo>
                  <a:lnTo>
                    <a:pt x="998" y="3536"/>
                  </a:lnTo>
                  <a:lnTo>
                    <a:pt x="1717" y="3788"/>
                  </a:lnTo>
                  <a:lnTo>
                    <a:pt x="0" y="4003"/>
                  </a:lnTo>
                  <a:lnTo>
                    <a:pt x="0" y="7046"/>
                  </a:lnTo>
                  <a:lnTo>
                    <a:pt x="1010" y="7046"/>
                  </a:lnTo>
                  <a:lnTo>
                    <a:pt x="442" y="7097"/>
                  </a:lnTo>
                  <a:lnTo>
                    <a:pt x="1515" y="9079"/>
                  </a:lnTo>
                  <a:lnTo>
                    <a:pt x="1882" y="10834"/>
                  </a:lnTo>
                  <a:lnTo>
                    <a:pt x="5127" y="10834"/>
                  </a:lnTo>
                  <a:lnTo>
                    <a:pt x="6983" y="9862"/>
                  </a:lnTo>
                  <a:lnTo>
                    <a:pt x="9016" y="11503"/>
                  </a:lnTo>
                  <a:lnTo>
                    <a:pt x="11087" y="10708"/>
                  </a:lnTo>
                  <a:lnTo>
                    <a:pt x="12210" y="9167"/>
                  </a:lnTo>
                  <a:lnTo>
                    <a:pt x="10758" y="6023"/>
                  </a:lnTo>
                  <a:lnTo>
                    <a:pt x="11781" y="3144"/>
                  </a:lnTo>
                  <a:lnTo>
                    <a:pt x="13966" y="1490"/>
                  </a:lnTo>
                  <a:lnTo>
                    <a:pt x="1248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38"/>
            <p:cNvSpPr/>
            <p:nvPr/>
          </p:nvSpPr>
          <p:spPr>
            <a:xfrm>
              <a:off x="1843950" y="1219275"/>
              <a:ext cx="96625" cy="163875"/>
            </a:xfrm>
            <a:custGeom>
              <a:rect b="b" l="l" r="r" t="t"/>
              <a:pathLst>
                <a:path extrusionOk="0" h="6555" w="3865">
                  <a:moveTo>
                    <a:pt x="2602" y="1"/>
                  </a:moveTo>
                  <a:lnTo>
                    <a:pt x="2046" y="1339"/>
                  </a:lnTo>
                  <a:lnTo>
                    <a:pt x="1466" y="3334"/>
                  </a:lnTo>
                  <a:lnTo>
                    <a:pt x="1024" y="1642"/>
                  </a:lnTo>
                  <a:lnTo>
                    <a:pt x="1" y="3246"/>
                  </a:lnTo>
                  <a:lnTo>
                    <a:pt x="392" y="5026"/>
                  </a:lnTo>
                  <a:lnTo>
                    <a:pt x="1024" y="6554"/>
                  </a:lnTo>
                  <a:lnTo>
                    <a:pt x="3057" y="5014"/>
                  </a:lnTo>
                  <a:lnTo>
                    <a:pt x="3865" y="3221"/>
                  </a:lnTo>
                  <a:lnTo>
                    <a:pt x="3865" y="1339"/>
                  </a:lnTo>
                  <a:lnTo>
                    <a:pt x="260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1" name="Google Shape;951;p38"/>
            <p:cNvSpPr/>
            <p:nvPr/>
          </p:nvSpPr>
          <p:spPr>
            <a:xfrm>
              <a:off x="1835425" y="1205075"/>
              <a:ext cx="113050" cy="190700"/>
            </a:xfrm>
            <a:custGeom>
              <a:rect b="b" l="l" r="r" t="t"/>
              <a:pathLst>
                <a:path extrusionOk="0" h="7628" w="4522">
                  <a:moveTo>
                    <a:pt x="3044" y="1150"/>
                  </a:moveTo>
                  <a:lnTo>
                    <a:pt x="3890" y="2034"/>
                  </a:lnTo>
                  <a:lnTo>
                    <a:pt x="3890" y="3726"/>
                  </a:lnTo>
                  <a:lnTo>
                    <a:pt x="3145" y="5380"/>
                  </a:lnTo>
                  <a:lnTo>
                    <a:pt x="1503" y="6630"/>
                  </a:lnTo>
                  <a:lnTo>
                    <a:pt x="1049" y="5519"/>
                  </a:lnTo>
                  <a:lnTo>
                    <a:pt x="683" y="3877"/>
                  </a:lnTo>
                  <a:lnTo>
                    <a:pt x="1238" y="2981"/>
                  </a:lnTo>
                  <a:lnTo>
                    <a:pt x="1781" y="5089"/>
                  </a:lnTo>
                  <a:lnTo>
                    <a:pt x="2678" y="2034"/>
                  </a:lnTo>
                  <a:lnTo>
                    <a:pt x="3044" y="1150"/>
                  </a:lnTo>
                  <a:close/>
                  <a:moveTo>
                    <a:pt x="2842" y="1"/>
                  </a:moveTo>
                  <a:lnTo>
                    <a:pt x="2084" y="1819"/>
                  </a:lnTo>
                  <a:lnTo>
                    <a:pt x="1819" y="2715"/>
                  </a:lnTo>
                  <a:lnTo>
                    <a:pt x="1491" y="1427"/>
                  </a:lnTo>
                  <a:lnTo>
                    <a:pt x="1" y="3763"/>
                  </a:lnTo>
                  <a:lnTo>
                    <a:pt x="443" y="5708"/>
                  </a:lnTo>
                  <a:lnTo>
                    <a:pt x="1238" y="7627"/>
                  </a:lnTo>
                  <a:lnTo>
                    <a:pt x="3650" y="5784"/>
                  </a:lnTo>
                  <a:lnTo>
                    <a:pt x="4496" y="3915"/>
                  </a:lnTo>
                  <a:lnTo>
                    <a:pt x="4521" y="1781"/>
                  </a:lnTo>
                  <a:lnTo>
                    <a:pt x="284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38"/>
            <p:cNvSpPr/>
            <p:nvPr/>
          </p:nvSpPr>
          <p:spPr>
            <a:xfrm>
              <a:off x="1794700" y="1458875"/>
              <a:ext cx="74850" cy="69800"/>
            </a:xfrm>
            <a:custGeom>
              <a:rect b="b" l="l" r="r" t="t"/>
              <a:pathLst>
                <a:path extrusionOk="0" h="2792" w="2994">
                  <a:moveTo>
                    <a:pt x="1971" y="1"/>
                  </a:moveTo>
                  <a:lnTo>
                    <a:pt x="872" y="847"/>
                  </a:lnTo>
                  <a:lnTo>
                    <a:pt x="1" y="1465"/>
                  </a:lnTo>
                  <a:lnTo>
                    <a:pt x="1504" y="2791"/>
                  </a:lnTo>
                  <a:lnTo>
                    <a:pt x="2994" y="2791"/>
                  </a:lnTo>
                  <a:lnTo>
                    <a:pt x="197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38"/>
            <p:cNvSpPr/>
            <p:nvPr/>
          </p:nvSpPr>
          <p:spPr>
            <a:xfrm>
              <a:off x="1782075" y="1445925"/>
              <a:ext cx="98850" cy="90625"/>
            </a:xfrm>
            <a:custGeom>
              <a:rect b="b" l="l" r="r" t="t"/>
              <a:pathLst>
                <a:path extrusionOk="0" h="3625" w="3954">
                  <a:moveTo>
                    <a:pt x="2324" y="1024"/>
                  </a:moveTo>
                  <a:lnTo>
                    <a:pt x="3057" y="2994"/>
                  </a:lnTo>
                  <a:lnTo>
                    <a:pt x="2122" y="2994"/>
                  </a:lnTo>
                  <a:lnTo>
                    <a:pt x="1011" y="2009"/>
                  </a:lnTo>
                  <a:lnTo>
                    <a:pt x="2324" y="1024"/>
                  </a:lnTo>
                  <a:close/>
                  <a:moveTo>
                    <a:pt x="2627" y="1"/>
                  </a:moveTo>
                  <a:lnTo>
                    <a:pt x="1188" y="1112"/>
                  </a:lnTo>
                  <a:lnTo>
                    <a:pt x="1" y="1958"/>
                  </a:lnTo>
                  <a:lnTo>
                    <a:pt x="1882" y="3625"/>
                  </a:lnTo>
                  <a:lnTo>
                    <a:pt x="3953" y="3625"/>
                  </a:lnTo>
                  <a:lnTo>
                    <a:pt x="262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38"/>
            <p:cNvSpPr/>
            <p:nvPr/>
          </p:nvSpPr>
          <p:spPr>
            <a:xfrm>
              <a:off x="241275" y="1079650"/>
              <a:ext cx="2559200" cy="3887025"/>
            </a:xfrm>
            <a:custGeom>
              <a:rect b="b" l="l" r="r" t="t"/>
              <a:pathLst>
                <a:path extrusionOk="0" h="155481" w="102368">
                  <a:moveTo>
                    <a:pt x="22033" y="0"/>
                  </a:moveTo>
                  <a:cubicBezTo>
                    <a:pt x="21541" y="0"/>
                    <a:pt x="20848" y="207"/>
                    <a:pt x="19875" y="825"/>
                  </a:cubicBezTo>
                  <a:cubicBezTo>
                    <a:pt x="16958" y="2669"/>
                    <a:pt x="16718" y="2669"/>
                    <a:pt x="16718" y="2669"/>
                  </a:cubicBezTo>
                  <a:lnTo>
                    <a:pt x="14357" y="4096"/>
                  </a:lnTo>
                  <a:lnTo>
                    <a:pt x="14357" y="5043"/>
                  </a:lnTo>
                  <a:lnTo>
                    <a:pt x="15304" y="8351"/>
                  </a:lnTo>
                  <a:lnTo>
                    <a:pt x="15532" y="10056"/>
                  </a:lnTo>
                  <a:lnTo>
                    <a:pt x="13423" y="9450"/>
                  </a:lnTo>
                  <a:lnTo>
                    <a:pt x="12665" y="8869"/>
                  </a:lnTo>
                  <a:lnTo>
                    <a:pt x="10051" y="10043"/>
                  </a:lnTo>
                  <a:lnTo>
                    <a:pt x="9319" y="11584"/>
                  </a:lnTo>
                  <a:lnTo>
                    <a:pt x="9319" y="12606"/>
                  </a:lnTo>
                  <a:lnTo>
                    <a:pt x="11920" y="12998"/>
                  </a:lnTo>
                  <a:lnTo>
                    <a:pt x="13890" y="12846"/>
                  </a:lnTo>
                  <a:lnTo>
                    <a:pt x="13890" y="12846"/>
                  </a:lnTo>
                  <a:lnTo>
                    <a:pt x="12236" y="14854"/>
                  </a:lnTo>
                  <a:lnTo>
                    <a:pt x="9281" y="15447"/>
                  </a:lnTo>
                  <a:lnTo>
                    <a:pt x="7324" y="17884"/>
                  </a:lnTo>
                  <a:lnTo>
                    <a:pt x="5922" y="20094"/>
                  </a:lnTo>
                  <a:lnTo>
                    <a:pt x="6478" y="22228"/>
                  </a:lnTo>
                  <a:lnTo>
                    <a:pt x="7665" y="23491"/>
                  </a:lnTo>
                  <a:lnTo>
                    <a:pt x="9559" y="25069"/>
                  </a:lnTo>
                  <a:cubicBezTo>
                    <a:pt x="9559" y="25069"/>
                    <a:pt x="8448" y="26534"/>
                    <a:pt x="8372" y="26862"/>
                  </a:cubicBezTo>
                  <a:cubicBezTo>
                    <a:pt x="8296" y="27191"/>
                    <a:pt x="2841" y="30196"/>
                    <a:pt x="2841" y="30196"/>
                  </a:cubicBezTo>
                  <a:lnTo>
                    <a:pt x="0" y="31610"/>
                  </a:lnTo>
                  <a:lnTo>
                    <a:pt x="0" y="31610"/>
                  </a:lnTo>
                  <a:lnTo>
                    <a:pt x="4344" y="30903"/>
                  </a:lnTo>
                  <a:lnTo>
                    <a:pt x="10178" y="28529"/>
                  </a:lnTo>
                  <a:lnTo>
                    <a:pt x="12476" y="25852"/>
                  </a:lnTo>
                  <a:lnTo>
                    <a:pt x="14446" y="24110"/>
                  </a:lnTo>
                  <a:lnTo>
                    <a:pt x="16883" y="22380"/>
                  </a:lnTo>
                  <a:lnTo>
                    <a:pt x="15393" y="25132"/>
                  </a:lnTo>
                  <a:lnTo>
                    <a:pt x="17287" y="24741"/>
                  </a:lnTo>
                  <a:cubicBezTo>
                    <a:pt x="17287" y="24741"/>
                    <a:pt x="19648" y="24034"/>
                    <a:pt x="19812" y="23794"/>
                  </a:cubicBezTo>
                  <a:cubicBezTo>
                    <a:pt x="19818" y="23784"/>
                    <a:pt x="19832" y="23779"/>
                    <a:pt x="19854" y="23779"/>
                  </a:cubicBezTo>
                  <a:cubicBezTo>
                    <a:pt x="20342" y="23779"/>
                    <a:pt x="24610" y="26319"/>
                    <a:pt x="24610" y="26319"/>
                  </a:cubicBezTo>
                  <a:lnTo>
                    <a:pt x="26113" y="29085"/>
                  </a:lnTo>
                  <a:lnTo>
                    <a:pt x="26820" y="33100"/>
                  </a:lnTo>
                  <a:lnTo>
                    <a:pt x="26189" y="36105"/>
                  </a:lnTo>
                  <a:lnTo>
                    <a:pt x="25633" y="38151"/>
                  </a:lnTo>
                  <a:lnTo>
                    <a:pt x="26429" y="40045"/>
                  </a:lnTo>
                  <a:lnTo>
                    <a:pt x="27376" y="37040"/>
                  </a:lnTo>
                  <a:lnTo>
                    <a:pt x="28474" y="36105"/>
                  </a:lnTo>
                  <a:lnTo>
                    <a:pt x="29194" y="40512"/>
                  </a:lnTo>
                  <a:lnTo>
                    <a:pt x="30457" y="43505"/>
                  </a:lnTo>
                  <a:lnTo>
                    <a:pt x="28083" y="42015"/>
                  </a:lnTo>
                  <a:lnTo>
                    <a:pt x="27856" y="43505"/>
                  </a:lnTo>
                  <a:lnTo>
                    <a:pt x="29585" y="47293"/>
                  </a:lnTo>
                  <a:lnTo>
                    <a:pt x="29346" y="49894"/>
                  </a:lnTo>
                  <a:lnTo>
                    <a:pt x="28083" y="52419"/>
                  </a:lnTo>
                  <a:lnTo>
                    <a:pt x="27616" y="56763"/>
                  </a:lnTo>
                  <a:lnTo>
                    <a:pt x="27931" y="61258"/>
                  </a:lnTo>
                  <a:lnTo>
                    <a:pt x="29661" y="64011"/>
                  </a:lnTo>
                  <a:lnTo>
                    <a:pt x="31404" y="65198"/>
                  </a:lnTo>
                  <a:lnTo>
                    <a:pt x="32666" y="68670"/>
                  </a:lnTo>
                  <a:lnTo>
                    <a:pt x="33538" y="71713"/>
                  </a:lnTo>
                  <a:lnTo>
                    <a:pt x="34081" y="73708"/>
                  </a:lnTo>
                  <a:lnTo>
                    <a:pt x="36631" y="76398"/>
                  </a:lnTo>
                  <a:lnTo>
                    <a:pt x="36631" y="76398"/>
                  </a:lnTo>
                  <a:lnTo>
                    <a:pt x="36050" y="73241"/>
                  </a:lnTo>
                  <a:lnTo>
                    <a:pt x="34560" y="71347"/>
                  </a:lnTo>
                  <a:lnTo>
                    <a:pt x="33929" y="66852"/>
                  </a:lnTo>
                  <a:lnTo>
                    <a:pt x="35343" y="68506"/>
                  </a:lnTo>
                  <a:lnTo>
                    <a:pt x="36215" y="71713"/>
                  </a:lnTo>
                  <a:lnTo>
                    <a:pt x="38424" y="73784"/>
                  </a:lnTo>
                  <a:lnTo>
                    <a:pt x="40470" y="77332"/>
                  </a:lnTo>
                  <a:lnTo>
                    <a:pt x="40634" y="79618"/>
                  </a:lnTo>
                  <a:lnTo>
                    <a:pt x="42288" y="81436"/>
                  </a:lnTo>
                  <a:lnTo>
                    <a:pt x="46241" y="82623"/>
                  </a:lnTo>
                  <a:lnTo>
                    <a:pt x="49082" y="84113"/>
                  </a:lnTo>
                  <a:lnTo>
                    <a:pt x="49940" y="83557"/>
                  </a:lnTo>
                  <a:lnTo>
                    <a:pt x="52541" y="85616"/>
                  </a:lnTo>
                  <a:lnTo>
                    <a:pt x="55458" y="86247"/>
                  </a:lnTo>
                  <a:lnTo>
                    <a:pt x="57428" y="88457"/>
                  </a:lnTo>
                  <a:lnTo>
                    <a:pt x="58855" y="90035"/>
                  </a:lnTo>
                  <a:lnTo>
                    <a:pt x="61380" y="91373"/>
                  </a:lnTo>
                  <a:lnTo>
                    <a:pt x="62643" y="90275"/>
                  </a:lnTo>
                  <a:lnTo>
                    <a:pt x="64221" y="92081"/>
                  </a:lnTo>
                  <a:lnTo>
                    <a:pt x="63906" y="95553"/>
                  </a:lnTo>
                  <a:lnTo>
                    <a:pt x="62378" y="97346"/>
                  </a:lnTo>
                  <a:lnTo>
                    <a:pt x="61595" y="99644"/>
                  </a:lnTo>
                  <a:lnTo>
                    <a:pt x="61355" y="101854"/>
                  </a:lnTo>
                  <a:lnTo>
                    <a:pt x="60875" y="103028"/>
                  </a:lnTo>
                  <a:lnTo>
                    <a:pt x="63325" y="105629"/>
                  </a:lnTo>
                  <a:lnTo>
                    <a:pt x="65459" y="108862"/>
                  </a:lnTo>
                  <a:lnTo>
                    <a:pt x="67580" y="112170"/>
                  </a:lnTo>
                  <a:lnTo>
                    <a:pt x="69550" y="113281"/>
                  </a:lnTo>
                  <a:lnTo>
                    <a:pt x="70813" y="115011"/>
                  </a:lnTo>
                  <a:lnTo>
                    <a:pt x="71293" y="119746"/>
                  </a:lnTo>
                  <a:lnTo>
                    <a:pt x="71532" y="123610"/>
                  </a:lnTo>
                  <a:lnTo>
                    <a:pt x="71293" y="127562"/>
                  </a:lnTo>
                  <a:lnTo>
                    <a:pt x="71444" y="129608"/>
                  </a:lnTo>
                  <a:lnTo>
                    <a:pt x="70661" y="132765"/>
                  </a:lnTo>
                  <a:lnTo>
                    <a:pt x="70585" y="135214"/>
                  </a:lnTo>
                  <a:lnTo>
                    <a:pt x="70813" y="138220"/>
                  </a:lnTo>
                  <a:lnTo>
                    <a:pt x="72151" y="139167"/>
                  </a:lnTo>
                  <a:lnTo>
                    <a:pt x="70346" y="143334"/>
                  </a:lnTo>
                  <a:lnTo>
                    <a:pt x="71684" y="145392"/>
                  </a:lnTo>
                  <a:lnTo>
                    <a:pt x="72000" y="147210"/>
                  </a:lnTo>
                  <a:lnTo>
                    <a:pt x="73225" y="150998"/>
                  </a:lnTo>
                  <a:lnTo>
                    <a:pt x="75548" y="154344"/>
                  </a:lnTo>
                  <a:lnTo>
                    <a:pt x="77278" y="155481"/>
                  </a:lnTo>
                  <a:lnTo>
                    <a:pt x="80283" y="155481"/>
                  </a:lnTo>
                  <a:lnTo>
                    <a:pt x="81546" y="153991"/>
                  </a:lnTo>
                  <a:lnTo>
                    <a:pt x="78313" y="152248"/>
                  </a:lnTo>
                  <a:lnTo>
                    <a:pt x="77126" y="149331"/>
                  </a:lnTo>
                  <a:cubicBezTo>
                    <a:pt x="77126" y="149331"/>
                    <a:pt x="75864" y="148826"/>
                    <a:pt x="77050" y="147399"/>
                  </a:cubicBezTo>
                  <a:cubicBezTo>
                    <a:pt x="78237" y="145985"/>
                    <a:pt x="78237" y="145960"/>
                    <a:pt x="78237" y="145960"/>
                  </a:cubicBezTo>
                  <a:lnTo>
                    <a:pt x="78553" y="144925"/>
                  </a:lnTo>
                  <a:lnTo>
                    <a:pt x="76899" y="143738"/>
                  </a:lnTo>
                  <a:lnTo>
                    <a:pt x="77758" y="142083"/>
                  </a:lnTo>
                  <a:lnTo>
                    <a:pt x="78553" y="141528"/>
                  </a:lnTo>
                  <a:lnTo>
                    <a:pt x="78945" y="139318"/>
                  </a:lnTo>
                  <a:lnTo>
                    <a:pt x="78389" y="138055"/>
                  </a:lnTo>
                  <a:lnTo>
                    <a:pt x="78465" y="136957"/>
                  </a:lnTo>
                  <a:lnTo>
                    <a:pt x="79892" y="137108"/>
                  </a:lnTo>
                  <a:lnTo>
                    <a:pt x="79967" y="135530"/>
                  </a:lnTo>
                  <a:lnTo>
                    <a:pt x="79967" y="134962"/>
                  </a:lnTo>
                  <a:lnTo>
                    <a:pt x="81861" y="134406"/>
                  </a:lnTo>
                  <a:lnTo>
                    <a:pt x="83755" y="133926"/>
                  </a:lnTo>
                  <a:lnTo>
                    <a:pt x="83755" y="131805"/>
                  </a:lnTo>
                  <a:lnTo>
                    <a:pt x="83604" y="130542"/>
                  </a:lnTo>
                  <a:lnTo>
                    <a:pt x="83516" y="129595"/>
                  </a:lnTo>
                  <a:lnTo>
                    <a:pt x="86205" y="130063"/>
                  </a:lnTo>
                  <a:lnTo>
                    <a:pt x="87821" y="128484"/>
                  </a:lnTo>
                  <a:lnTo>
                    <a:pt x="89261" y="126047"/>
                  </a:lnTo>
                  <a:lnTo>
                    <a:pt x="90612" y="124065"/>
                  </a:lnTo>
                  <a:lnTo>
                    <a:pt x="91079" y="121312"/>
                  </a:lnTo>
                  <a:lnTo>
                    <a:pt x="93605" y="119570"/>
                  </a:lnTo>
                  <a:lnTo>
                    <a:pt x="96294" y="118155"/>
                  </a:lnTo>
                  <a:lnTo>
                    <a:pt x="97633" y="117360"/>
                  </a:lnTo>
                  <a:lnTo>
                    <a:pt x="98188" y="113572"/>
                  </a:lnTo>
                  <a:lnTo>
                    <a:pt x="99047" y="110415"/>
                  </a:lnTo>
                  <a:lnTo>
                    <a:pt x="99451" y="108445"/>
                  </a:lnTo>
                  <a:lnTo>
                    <a:pt x="101257" y="106160"/>
                  </a:lnTo>
                  <a:lnTo>
                    <a:pt x="102368" y="104190"/>
                  </a:lnTo>
                  <a:lnTo>
                    <a:pt x="101332" y="102296"/>
                  </a:lnTo>
                  <a:cubicBezTo>
                    <a:pt x="101332" y="102296"/>
                    <a:pt x="101888" y="102220"/>
                    <a:pt x="98655" y="100957"/>
                  </a:cubicBezTo>
                  <a:lnTo>
                    <a:pt x="95423" y="99695"/>
                  </a:lnTo>
                  <a:lnTo>
                    <a:pt x="93529" y="99379"/>
                  </a:lnTo>
                  <a:lnTo>
                    <a:pt x="91471" y="98596"/>
                  </a:lnTo>
                  <a:lnTo>
                    <a:pt x="89185" y="97649"/>
                  </a:lnTo>
                  <a:lnTo>
                    <a:pt x="88011" y="94884"/>
                  </a:lnTo>
                  <a:lnTo>
                    <a:pt x="86508" y="92750"/>
                  </a:lnTo>
                  <a:lnTo>
                    <a:pt x="83124" y="91651"/>
                  </a:lnTo>
                  <a:lnTo>
                    <a:pt x="80914" y="91411"/>
                  </a:lnTo>
                  <a:lnTo>
                    <a:pt x="78616" y="89202"/>
                  </a:lnTo>
                  <a:lnTo>
                    <a:pt x="76571" y="88015"/>
                  </a:lnTo>
                  <a:lnTo>
                    <a:pt x="74121" y="87787"/>
                  </a:lnTo>
                  <a:lnTo>
                    <a:pt x="71596" y="87156"/>
                  </a:lnTo>
                  <a:lnTo>
                    <a:pt x="68755" y="87232"/>
                  </a:lnTo>
                  <a:cubicBezTo>
                    <a:pt x="68755" y="87232"/>
                    <a:pt x="65522" y="88179"/>
                    <a:pt x="65446" y="88495"/>
                  </a:cubicBezTo>
                  <a:cubicBezTo>
                    <a:pt x="65358" y="88810"/>
                    <a:pt x="64903" y="90174"/>
                    <a:pt x="64903" y="90174"/>
                  </a:cubicBezTo>
                  <a:lnTo>
                    <a:pt x="63325" y="88911"/>
                  </a:lnTo>
                  <a:lnTo>
                    <a:pt x="61595" y="89467"/>
                  </a:lnTo>
                  <a:lnTo>
                    <a:pt x="59852" y="88596"/>
                  </a:lnTo>
                  <a:lnTo>
                    <a:pt x="58590" y="85994"/>
                  </a:lnTo>
                  <a:lnTo>
                    <a:pt x="59385" y="83949"/>
                  </a:lnTo>
                  <a:lnTo>
                    <a:pt x="57491" y="83317"/>
                  </a:lnTo>
                  <a:lnTo>
                    <a:pt x="54966" y="83002"/>
                  </a:lnTo>
                  <a:lnTo>
                    <a:pt x="55673" y="81032"/>
                  </a:lnTo>
                  <a:lnTo>
                    <a:pt x="56380" y="79643"/>
                  </a:lnTo>
                  <a:lnTo>
                    <a:pt x="56532" y="78507"/>
                  </a:lnTo>
                  <a:lnTo>
                    <a:pt x="53779" y="78507"/>
                  </a:lnTo>
                  <a:lnTo>
                    <a:pt x="52592" y="80476"/>
                  </a:lnTo>
                  <a:lnTo>
                    <a:pt x="49915" y="81423"/>
                  </a:lnTo>
                  <a:lnTo>
                    <a:pt x="47933" y="78747"/>
                  </a:lnTo>
                  <a:lnTo>
                    <a:pt x="47541" y="75160"/>
                  </a:lnTo>
                  <a:lnTo>
                    <a:pt x="48412" y="72218"/>
                  </a:lnTo>
                  <a:lnTo>
                    <a:pt x="51165" y="70173"/>
                  </a:lnTo>
                  <a:lnTo>
                    <a:pt x="54095" y="69769"/>
                  </a:lnTo>
                  <a:lnTo>
                    <a:pt x="55433" y="70880"/>
                  </a:lnTo>
                  <a:lnTo>
                    <a:pt x="56064" y="69693"/>
                  </a:lnTo>
                  <a:lnTo>
                    <a:pt x="58198" y="69693"/>
                  </a:lnTo>
                  <a:lnTo>
                    <a:pt x="60964" y="70552"/>
                  </a:lnTo>
                  <a:lnTo>
                    <a:pt x="61191" y="72521"/>
                  </a:lnTo>
                  <a:lnTo>
                    <a:pt x="62529" y="74567"/>
                  </a:lnTo>
                  <a:lnTo>
                    <a:pt x="62933" y="72484"/>
                  </a:lnTo>
                  <a:lnTo>
                    <a:pt x="62769" y="68759"/>
                  </a:lnTo>
                  <a:lnTo>
                    <a:pt x="63805" y="66852"/>
                  </a:lnTo>
                  <a:lnTo>
                    <a:pt x="66797" y="64806"/>
                  </a:lnTo>
                  <a:lnTo>
                    <a:pt x="68300" y="62281"/>
                  </a:lnTo>
                  <a:lnTo>
                    <a:pt x="69083" y="60248"/>
                  </a:lnTo>
                  <a:lnTo>
                    <a:pt x="71684" y="57697"/>
                  </a:lnTo>
                  <a:lnTo>
                    <a:pt x="73338" y="57697"/>
                  </a:lnTo>
                  <a:lnTo>
                    <a:pt x="74197" y="55412"/>
                  </a:lnTo>
                  <a:lnTo>
                    <a:pt x="76722" y="53758"/>
                  </a:lnTo>
                  <a:lnTo>
                    <a:pt x="77833" y="55488"/>
                  </a:lnTo>
                  <a:lnTo>
                    <a:pt x="79879" y="54187"/>
                  </a:lnTo>
                  <a:lnTo>
                    <a:pt x="83351" y="52748"/>
                  </a:lnTo>
                  <a:lnTo>
                    <a:pt x="82569" y="51876"/>
                  </a:lnTo>
                  <a:lnTo>
                    <a:pt x="79412" y="52104"/>
                  </a:lnTo>
                  <a:lnTo>
                    <a:pt x="78692" y="50525"/>
                  </a:lnTo>
                  <a:lnTo>
                    <a:pt x="78692" y="49187"/>
                  </a:lnTo>
                  <a:lnTo>
                    <a:pt x="77833" y="48707"/>
                  </a:lnTo>
                  <a:lnTo>
                    <a:pt x="76091" y="49502"/>
                  </a:lnTo>
                  <a:lnTo>
                    <a:pt x="78540" y="48240"/>
                  </a:lnTo>
                  <a:lnTo>
                    <a:pt x="80902" y="48240"/>
                  </a:lnTo>
                  <a:lnTo>
                    <a:pt x="83111" y="48391"/>
                  </a:lnTo>
                  <a:lnTo>
                    <a:pt x="85725" y="46901"/>
                  </a:lnTo>
                  <a:cubicBezTo>
                    <a:pt x="85725" y="46901"/>
                    <a:pt x="87619" y="45474"/>
                    <a:pt x="87695" y="45361"/>
                  </a:cubicBezTo>
                  <a:cubicBezTo>
                    <a:pt x="87771" y="45247"/>
                    <a:pt x="86041" y="42204"/>
                    <a:pt x="86041" y="42204"/>
                  </a:cubicBezTo>
                  <a:lnTo>
                    <a:pt x="83983" y="40297"/>
                  </a:lnTo>
                  <a:lnTo>
                    <a:pt x="83591" y="38151"/>
                  </a:lnTo>
                  <a:lnTo>
                    <a:pt x="83111" y="33820"/>
                  </a:lnTo>
                  <a:lnTo>
                    <a:pt x="81066" y="36105"/>
                  </a:lnTo>
                  <a:lnTo>
                    <a:pt x="79172" y="35701"/>
                  </a:lnTo>
                  <a:lnTo>
                    <a:pt x="78856" y="33656"/>
                  </a:lnTo>
                  <a:lnTo>
                    <a:pt x="79639" y="32203"/>
                  </a:lnTo>
                  <a:lnTo>
                    <a:pt x="77909" y="31724"/>
                  </a:lnTo>
                  <a:lnTo>
                    <a:pt x="76798" y="30575"/>
                  </a:lnTo>
                  <a:lnTo>
                    <a:pt x="73957" y="30575"/>
                  </a:lnTo>
                  <a:lnTo>
                    <a:pt x="73098" y="30650"/>
                  </a:lnTo>
                  <a:lnTo>
                    <a:pt x="73010" y="33491"/>
                  </a:lnTo>
                  <a:lnTo>
                    <a:pt x="71671" y="34918"/>
                  </a:lnTo>
                  <a:lnTo>
                    <a:pt x="72467" y="36156"/>
                  </a:lnTo>
                  <a:lnTo>
                    <a:pt x="72694" y="38479"/>
                  </a:lnTo>
                  <a:lnTo>
                    <a:pt x="70573" y="40285"/>
                  </a:lnTo>
                  <a:lnTo>
                    <a:pt x="68603" y="40979"/>
                  </a:lnTo>
                  <a:lnTo>
                    <a:pt x="68603" y="44136"/>
                  </a:lnTo>
                  <a:lnTo>
                    <a:pt x="67340" y="44767"/>
                  </a:lnTo>
                  <a:lnTo>
                    <a:pt x="65913" y="42962"/>
                  </a:lnTo>
                  <a:lnTo>
                    <a:pt x="66545" y="40196"/>
                  </a:lnTo>
                  <a:lnTo>
                    <a:pt x="64386" y="39098"/>
                  </a:lnTo>
                  <a:lnTo>
                    <a:pt x="62113" y="37747"/>
                  </a:lnTo>
                  <a:lnTo>
                    <a:pt x="61115" y="36888"/>
                  </a:lnTo>
                  <a:lnTo>
                    <a:pt x="60092" y="36888"/>
                  </a:lnTo>
                  <a:lnTo>
                    <a:pt x="59852" y="34123"/>
                  </a:lnTo>
                  <a:lnTo>
                    <a:pt x="60244" y="31686"/>
                  </a:lnTo>
                  <a:lnTo>
                    <a:pt x="61088" y="29679"/>
                  </a:lnTo>
                  <a:lnTo>
                    <a:pt x="61088" y="29679"/>
                  </a:lnTo>
                  <a:cubicBezTo>
                    <a:pt x="61170" y="29674"/>
                    <a:pt x="61518" y="29543"/>
                    <a:pt x="62694" y="28958"/>
                  </a:cubicBezTo>
                  <a:cubicBezTo>
                    <a:pt x="63454" y="28578"/>
                    <a:pt x="63639" y="28510"/>
                    <a:pt x="63679" y="28510"/>
                  </a:cubicBezTo>
                  <a:cubicBezTo>
                    <a:pt x="63702" y="28510"/>
                    <a:pt x="63680" y="28531"/>
                    <a:pt x="63688" y="28531"/>
                  </a:cubicBezTo>
                  <a:cubicBezTo>
                    <a:pt x="63704" y="28531"/>
                    <a:pt x="63843" y="28444"/>
                    <a:pt x="64739" y="27910"/>
                  </a:cubicBezTo>
                  <a:cubicBezTo>
                    <a:pt x="66873" y="26648"/>
                    <a:pt x="66873" y="26648"/>
                    <a:pt x="66873" y="26648"/>
                  </a:cubicBezTo>
                  <a:lnTo>
                    <a:pt x="68451" y="25145"/>
                  </a:lnTo>
                  <a:lnTo>
                    <a:pt x="69714" y="23870"/>
                  </a:lnTo>
                  <a:lnTo>
                    <a:pt x="70585" y="23642"/>
                  </a:lnTo>
                  <a:lnTo>
                    <a:pt x="73969" y="23642"/>
                  </a:lnTo>
                  <a:lnTo>
                    <a:pt x="74121" y="21597"/>
                  </a:lnTo>
                  <a:lnTo>
                    <a:pt x="75144" y="19779"/>
                  </a:lnTo>
                  <a:lnTo>
                    <a:pt x="74677" y="18049"/>
                  </a:lnTo>
                  <a:lnTo>
                    <a:pt x="73035" y="16660"/>
                  </a:lnTo>
                  <a:lnTo>
                    <a:pt x="71987" y="18693"/>
                  </a:lnTo>
                  <a:lnTo>
                    <a:pt x="70371" y="19943"/>
                  </a:lnTo>
                  <a:lnTo>
                    <a:pt x="69234" y="20726"/>
                  </a:lnTo>
                  <a:lnTo>
                    <a:pt x="69234" y="18276"/>
                  </a:lnTo>
                  <a:lnTo>
                    <a:pt x="69487" y="17013"/>
                  </a:lnTo>
                  <a:lnTo>
                    <a:pt x="69487" y="17013"/>
                  </a:lnTo>
                  <a:lnTo>
                    <a:pt x="68439" y="17960"/>
                  </a:lnTo>
                  <a:lnTo>
                    <a:pt x="67403" y="15599"/>
                  </a:lnTo>
                  <a:lnTo>
                    <a:pt x="68565" y="14336"/>
                  </a:lnTo>
                  <a:lnTo>
                    <a:pt x="69373" y="12594"/>
                  </a:lnTo>
                  <a:lnTo>
                    <a:pt x="70636" y="9841"/>
                  </a:lnTo>
                  <a:lnTo>
                    <a:pt x="71633" y="9450"/>
                  </a:lnTo>
                  <a:lnTo>
                    <a:pt x="73401" y="7783"/>
                  </a:lnTo>
                  <a:lnTo>
                    <a:pt x="72618" y="7379"/>
                  </a:lnTo>
                  <a:lnTo>
                    <a:pt x="71633" y="7240"/>
                  </a:lnTo>
                  <a:lnTo>
                    <a:pt x="69234" y="7240"/>
                  </a:lnTo>
                  <a:lnTo>
                    <a:pt x="69234" y="9450"/>
                  </a:lnTo>
                  <a:lnTo>
                    <a:pt x="67164" y="12152"/>
                  </a:lnTo>
                  <a:lnTo>
                    <a:pt x="65408" y="14854"/>
                  </a:lnTo>
                  <a:lnTo>
                    <a:pt x="66280" y="16091"/>
                  </a:lnTo>
                  <a:lnTo>
                    <a:pt x="65926" y="18516"/>
                  </a:lnTo>
                  <a:lnTo>
                    <a:pt x="62921" y="20094"/>
                  </a:lnTo>
                  <a:lnTo>
                    <a:pt x="62921" y="18276"/>
                  </a:lnTo>
                  <a:lnTo>
                    <a:pt x="61191" y="18124"/>
                  </a:lnTo>
                  <a:lnTo>
                    <a:pt x="59701" y="19299"/>
                  </a:lnTo>
                  <a:lnTo>
                    <a:pt x="57845" y="16698"/>
                  </a:lnTo>
                  <a:lnTo>
                    <a:pt x="55673" y="16698"/>
                  </a:lnTo>
                  <a:lnTo>
                    <a:pt x="54966" y="18049"/>
                  </a:lnTo>
                  <a:lnTo>
                    <a:pt x="54259" y="19071"/>
                  </a:lnTo>
                  <a:lnTo>
                    <a:pt x="53223" y="16786"/>
                  </a:lnTo>
                  <a:cubicBezTo>
                    <a:pt x="53223" y="16786"/>
                    <a:pt x="52623" y="16998"/>
                    <a:pt x="52038" y="16998"/>
                  </a:cubicBezTo>
                  <a:cubicBezTo>
                    <a:pt x="51500" y="16998"/>
                    <a:pt x="50974" y="16819"/>
                    <a:pt x="50938" y="16129"/>
                  </a:cubicBezTo>
                  <a:cubicBezTo>
                    <a:pt x="50862" y="14690"/>
                    <a:pt x="50862" y="14677"/>
                    <a:pt x="50862" y="14677"/>
                  </a:cubicBezTo>
                  <a:lnTo>
                    <a:pt x="47629" y="11672"/>
                  </a:lnTo>
                  <a:lnTo>
                    <a:pt x="46594" y="10952"/>
                  </a:lnTo>
                  <a:lnTo>
                    <a:pt x="44788" y="11268"/>
                  </a:lnTo>
                  <a:lnTo>
                    <a:pt x="43993" y="8869"/>
                  </a:lnTo>
                  <a:lnTo>
                    <a:pt x="42579" y="8427"/>
                  </a:lnTo>
                  <a:lnTo>
                    <a:pt x="39030" y="8869"/>
                  </a:lnTo>
                  <a:lnTo>
                    <a:pt x="36972" y="8427"/>
                  </a:lnTo>
                  <a:lnTo>
                    <a:pt x="34295" y="6141"/>
                  </a:lnTo>
                  <a:lnTo>
                    <a:pt x="30747" y="4462"/>
                  </a:lnTo>
                  <a:lnTo>
                    <a:pt x="28159" y="1962"/>
                  </a:lnTo>
                  <a:lnTo>
                    <a:pt x="26037" y="194"/>
                  </a:lnTo>
                  <a:lnTo>
                    <a:pt x="23196" y="825"/>
                  </a:lnTo>
                  <a:cubicBezTo>
                    <a:pt x="23196" y="825"/>
                    <a:pt x="23017" y="0"/>
                    <a:pt x="220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38"/>
            <p:cNvSpPr/>
            <p:nvPr/>
          </p:nvSpPr>
          <p:spPr>
            <a:xfrm>
              <a:off x="238125" y="1071925"/>
              <a:ext cx="2568675" cy="3902025"/>
            </a:xfrm>
            <a:custGeom>
              <a:rect b="b" l="l" r="r" t="t"/>
              <a:pathLst>
                <a:path extrusionOk="0" h="156081" w="102747">
                  <a:moveTo>
                    <a:pt x="61468" y="29836"/>
                  </a:moveTo>
                  <a:cubicBezTo>
                    <a:pt x="61506" y="29899"/>
                    <a:pt x="61519" y="29962"/>
                    <a:pt x="61506" y="30025"/>
                  </a:cubicBezTo>
                  <a:lnTo>
                    <a:pt x="61342" y="29899"/>
                  </a:lnTo>
                  <a:lnTo>
                    <a:pt x="61468" y="29836"/>
                  </a:lnTo>
                  <a:close/>
                  <a:moveTo>
                    <a:pt x="101181" y="102504"/>
                  </a:moveTo>
                  <a:lnTo>
                    <a:pt x="101282" y="102542"/>
                  </a:lnTo>
                  <a:lnTo>
                    <a:pt x="101193" y="102718"/>
                  </a:lnTo>
                  <a:cubicBezTo>
                    <a:pt x="101155" y="102655"/>
                    <a:pt x="101143" y="102567"/>
                    <a:pt x="101181" y="102504"/>
                  </a:cubicBezTo>
                  <a:close/>
                  <a:moveTo>
                    <a:pt x="22159" y="618"/>
                  </a:moveTo>
                  <a:cubicBezTo>
                    <a:pt x="22328" y="618"/>
                    <a:pt x="22461" y="648"/>
                    <a:pt x="22565" y="692"/>
                  </a:cubicBezTo>
                  <a:cubicBezTo>
                    <a:pt x="22779" y="781"/>
                    <a:pt x="22943" y="970"/>
                    <a:pt x="23019" y="1198"/>
                  </a:cubicBezTo>
                  <a:lnTo>
                    <a:pt x="23385" y="1437"/>
                  </a:lnTo>
                  <a:lnTo>
                    <a:pt x="26075" y="844"/>
                  </a:lnTo>
                  <a:lnTo>
                    <a:pt x="28057" y="2498"/>
                  </a:lnTo>
                  <a:lnTo>
                    <a:pt x="30658" y="4998"/>
                  </a:lnTo>
                  <a:lnTo>
                    <a:pt x="34257" y="6716"/>
                  </a:lnTo>
                  <a:lnTo>
                    <a:pt x="36909" y="8976"/>
                  </a:lnTo>
                  <a:lnTo>
                    <a:pt x="37048" y="9052"/>
                  </a:lnTo>
                  <a:lnTo>
                    <a:pt x="39093" y="9481"/>
                  </a:lnTo>
                  <a:lnTo>
                    <a:pt x="39207" y="9481"/>
                  </a:lnTo>
                  <a:lnTo>
                    <a:pt x="42679" y="9052"/>
                  </a:lnTo>
                  <a:lnTo>
                    <a:pt x="43879" y="9430"/>
                  </a:lnTo>
                  <a:lnTo>
                    <a:pt x="44624" y="11678"/>
                  </a:lnTo>
                  <a:lnTo>
                    <a:pt x="44978" y="11893"/>
                  </a:lnTo>
                  <a:lnTo>
                    <a:pt x="46657" y="11590"/>
                  </a:lnTo>
                  <a:lnTo>
                    <a:pt x="47541" y="12208"/>
                  </a:lnTo>
                  <a:lnTo>
                    <a:pt x="50685" y="15125"/>
                  </a:lnTo>
                  <a:cubicBezTo>
                    <a:pt x="50698" y="15302"/>
                    <a:pt x="50710" y="15668"/>
                    <a:pt x="50761" y="16464"/>
                  </a:cubicBezTo>
                  <a:cubicBezTo>
                    <a:pt x="50761" y="16830"/>
                    <a:pt x="50937" y="17183"/>
                    <a:pt x="51253" y="17385"/>
                  </a:cubicBezTo>
                  <a:cubicBezTo>
                    <a:pt x="51517" y="17561"/>
                    <a:pt x="51851" y="17620"/>
                    <a:pt x="52180" y="17620"/>
                  </a:cubicBezTo>
                  <a:cubicBezTo>
                    <a:pt x="52561" y="17620"/>
                    <a:pt x="52935" y="17541"/>
                    <a:pt x="53185" y="17474"/>
                  </a:cubicBezTo>
                  <a:lnTo>
                    <a:pt x="54094" y="19507"/>
                  </a:lnTo>
                  <a:lnTo>
                    <a:pt x="54637" y="19557"/>
                  </a:lnTo>
                  <a:lnTo>
                    <a:pt x="55370" y="18497"/>
                  </a:lnTo>
                  <a:lnTo>
                    <a:pt x="55988" y="17322"/>
                  </a:lnTo>
                  <a:lnTo>
                    <a:pt x="57807" y="17322"/>
                  </a:lnTo>
                  <a:lnTo>
                    <a:pt x="59562" y="19784"/>
                  </a:lnTo>
                  <a:lnTo>
                    <a:pt x="60016" y="19848"/>
                  </a:lnTo>
                  <a:lnTo>
                    <a:pt x="61418" y="18762"/>
                  </a:lnTo>
                  <a:lnTo>
                    <a:pt x="62744" y="18875"/>
                  </a:lnTo>
                  <a:lnTo>
                    <a:pt x="62744" y="20403"/>
                  </a:lnTo>
                  <a:lnTo>
                    <a:pt x="63198" y="20681"/>
                  </a:lnTo>
                  <a:lnTo>
                    <a:pt x="66204" y="19103"/>
                  </a:lnTo>
                  <a:lnTo>
                    <a:pt x="66355" y="18875"/>
                  </a:lnTo>
                  <a:lnTo>
                    <a:pt x="66709" y="16451"/>
                  </a:lnTo>
                  <a:lnTo>
                    <a:pt x="66658" y="16224"/>
                  </a:lnTo>
                  <a:lnTo>
                    <a:pt x="65913" y="15150"/>
                  </a:lnTo>
                  <a:lnTo>
                    <a:pt x="67542" y="12650"/>
                  </a:lnTo>
                  <a:lnTo>
                    <a:pt x="69613" y="9961"/>
                  </a:lnTo>
                  <a:lnTo>
                    <a:pt x="69676" y="9771"/>
                  </a:lnTo>
                  <a:lnTo>
                    <a:pt x="69676" y="7877"/>
                  </a:lnTo>
                  <a:lnTo>
                    <a:pt x="71709" y="7877"/>
                  </a:lnTo>
                  <a:lnTo>
                    <a:pt x="72631" y="8004"/>
                  </a:lnTo>
                  <a:lnTo>
                    <a:pt x="72984" y="8180"/>
                  </a:lnTo>
                  <a:lnTo>
                    <a:pt x="71570" y="9493"/>
                  </a:lnTo>
                  <a:lnTo>
                    <a:pt x="70636" y="9872"/>
                  </a:lnTo>
                  <a:lnTo>
                    <a:pt x="70472" y="10024"/>
                  </a:lnTo>
                  <a:lnTo>
                    <a:pt x="68413" y="14469"/>
                  </a:lnTo>
                  <a:lnTo>
                    <a:pt x="67290" y="15693"/>
                  </a:lnTo>
                  <a:lnTo>
                    <a:pt x="67226" y="16034"/>
                  </a:lnTo>
                  <a:lnTo>
                    <a:pt x="68274" y="18408"/>
                  </a:lnTo>
                  <a:lnTo>
                    <a:pt x="68780" y="18509"/>
                  </a:lnTo>
                  <a:lnTo>
                    <a:pt x="69108" y="18206"/>
                  </a:lnTo>
                  <a:lnTo>
                    <a:pt x="69108" y="18206"/>
                  </a:lnTo>
                  <a:lnTo>
                    <a:pt x="69045" y="18522"/>
                  </a:lnTo>
                  <a:lnTo>
                    <a:pt x="69045" y="21035"/>
                  </a:lnTo>
                  <a:lnTo>
                    <a:pt x="69537" y="21287"/>
                  </a:lnTo>
                  <a:lnTo>
                    <a:pt x="70686" y="20504"/>
                  </a:lnTo>
                  <a:lnTo>
                    <a:pt x="72315" y="19254"/>
                  </a:lnTo>
                  <a:lnTo>
                    <a:pt x="73262" y="17474"/>
                  </a:lnTo>
                  <a:lnTo>
                    <a:pt x="74525" y="18534"/>
                  </a:lnTo>
                  <a:lnTo>
                    <a:pt x="74929" y="20050"/>
                  </a:lnTo>
                  <a:lnTo>
                    <a:pt x="73982" y="21742"/>
                  </a:lnTo>
                  <a:lnTo>
                    <a:pt x="73805" y="23636"/>
                  </a:lnTo>
                  <a:lnTo>
                    <a:pt x="70699" y="23636"/>
                  </a:lnTo>
                  <a:lnTo>
                    <a:pt x="69752" y="23863"/>
                  </a:lnTo>
                  <a:lnTo>
                    <a:pt x="69613" y="23951"/>
                  </a:lnTo>
                  <a:lnTo>
                    <a:pt x="68350" y="25227"/>
                  </a:lnTo>
                  <a:lnTo>
                    <a:pt x="66797" y="26704"/>
                  </a:lnTo>
                  <a:cubicBezTo>
                    <a:pt x="66721" y="26755"/>
                    <a:pt x="66368" y="26982"/>
                    <a:pt x="64701" y="27954"/>
                  </a:cubicBezTo>
                  <a:lnTo>
                    <a:pt x="64171" y="28270"/>
                  </a:lnTo>
                  <a:lnTo>
                    <a:pt x="63779" y="28510"/>
                  </a:lnTo>
                  <a:cubicBezTo>
                    <a:pt x="63602" y="28535"/>
                    <a:pt x="63299" y="28674"/>
                    <a:pt x="62668" y="28990"/>
                  </a:cubicBezTo>
                  <a:cubicBezTo>
                    <a:pt x="61443" y="29608"/>
                    <a:pt x="61216" y="29684"/>
                    <a:pt x="61178" y="29684"/>
                  </a:cubicBezTo>
                  <a:lnTo>
                    <a:pt x="61178" y="29785"/>
                  </a:lnTo>
                  <a:lnTo>
                    <a:pt x="61039" y="29684"/>
                  </a:lnTo>
                  <a:cubicBezTo>
                    <a:pt x="60938" y="29747"/>
                    <a:pt x="60875" y="29861"/>
                    <a:pt x="60862" y="29974"/>
                  </a:cubicBezTo>
                  <a:lnTo>
                    <a:pt x="60079" y="31868"/>
                  </a:lnTo>
                  <a:lnTo>
                    <a:pt x="59663" y="34381"/>
                  </a:lnTo>
                  <a:lnTo>
                    <a:pt x="59663" y="34457"/>
                  </a:lnTo>
                  <a:lnTo>
                    <a:pt x="59890" y="37222"/>
                  </a:lnTo>
                  <a:lnTo>
                    <a:pt x="60206" y="37500"/>
                  </a:lnTo>
                  <a:lnTo>
                    <a:pt x="61115" y="37500"/>
                  </a:lnTo>
                  <a:lnTo>
                    <a:pt x="62075" y="38321"/>
                  </a:lnTo>
                  <a:lnTo>
                    <a:pt x="64360" y="39685"/>
                  </a:lnTo>
                  <a:lnTo>
                    <a:pt x="66317" y="40669"/>
                  </a:lnTo>
                  <a:lnTo>
                    <a:pt x="65736" y="43195"/>
                  </a:lnTo>
                  <a:lnTo>
                    <a:pt x="65800" y="43460"/>
                  </a:lnTo>
                  <a:lnTo>
                    <a:pt x="67214" y="45278"/>
                  </a:lnTo>
                  <a:lnTo>
                    <a:pt x="67605" y="45354"/>
                  </a:lnTo>
                  <a:lnTo>
                    <a:pt x="68868" y="44723"/>
                  </a:lnTo>
                  <a:lnTo>
                    <a:pt x="69045" y="44445"/>
                  </a:lnTo>
                  <a:lnTo>
                    <a:pt x="69045" y="41516"/>
                  </a:lnTo>
                  <a:lnTo>
                    <a:pt x="70800" y="40884"/>
                  </a:lnTo>
                  <a:lnTo>
                    <a:pt x="73035" y="39028"/>
                  </a:lnTo>
                  <a:lnTo>
                    <a:pt x="73136" y="38750"/>
                  </a:lnTo>
                  <a:lnTo>
                    <a:pt x="72909" y="36414"/>
                  </a:lnTo>
                  <a:lnTo>
                    <a:pt x="72858" y="36275"/>
                  </a:lnTo>
                  <a:lnTo>
                    <a:pt x="72201" y="35253"/>
                  </a:lnTo>
                  <a:lnTo>
                    <a:pt x="73376" y="34015"/>
                  </a:lnTo>
                  <a:lnTo>
                    <a:pt x="73464" y="33800"/>
                  </a:lnTo>
                  <a:lnTo>
                    <a:pt x="73527" y="31250"/>
                  </a:lnTo>
                  <a:lnTo>
                    <a:pt x="74095" y="31199"/>
                  </a:lnTo>
                  <a:lnTo>
                    <a:pt x="76798" y="31199"/>
                  </a:lnTo>
                  <a:lnTo>
                    <a:pt x="77808" y="32247"/>
                  </a:lnTo>
                  <a:lnTo>
                    <a:pt x="77947" y="32323"/>
                  </a:lnTo>
                  <a:lnTo>
                    <a:pt x="79298" y="32702"/>
                  </a:lnTo>
                  <a:lnTo>
                    <a:pt x="78704" y="33813"/>
                  </a:lnTo>
                  <a:lnTo>
                    <a:pt x="78666" y="34015"/>
                  </a:lnTo>
                  <a:lnTo>
                    <a:pt x="78982" y="36061"/>
                  </a:lnTo>
                  <a:lnTo>
                    <a:pt x="79235" y="36326"/>
                  </a:lnTo>
                  <a:lnTo>
                    <a:pt x="81129" y="36730"/>
                  </a:lnTo>
                  <a:lnTo>
                    <a:pt x="81419" y="36629"/>
                  </a:lnTo>
                  <a:lnTo>
                    <a:pt x="82998" y="34861"/>
                  </a:lnTo>
                  <a:lnTo>
                    <a:pt x="83402" y="38523"/>
                  </a:lnTo>
                  <a:lnTo>
                    <a:pt x="83793" y="40657"/>
                  </a:lnTo>
                  <a:lnTo>
                    <a:pt x="83894" y="40834"/>
                  </a:lnTo>
                  <a:lnTo>
                    <a:pt x="85902" y="42715"/>
                  </a:lnTo>
                  <a:cubicBezTo>
                    <a:pt x="86558" y="43864"/>
                    <a:pt x="87253" y="45127"/>
                    <a:pt x="87455" y="45569"/>
                  </a:cubicBezTo>
                  <a:cubicBezTo>
                    <a:pt x="87152" y="45821"/>
                    <a:pt x="86369" y="46415"/>
                    <a:pt x="85687" y="46932"/>
                  </a:cubicBezTo>
                  <a:lnTo>
                    <a:pt x="83162" y="48385"/>
                  </a:lnTo>
                  <a:lnTo>
                    <a:pt x="81028" y="48220"/>
                  </a:lnTo>
                  <a:lnTo>
                    <a:pt x="78654" y="48220"/>
                  </a:lnTo>
                  <a:lnTo>
                    <a:pt x="78515" y="48258"/>
                  </a:lnTo>
                  <a:lnTo>
                    <a:pt x="76065" y="49521"/>
                  </a:lnTo>
                  <a:lnTo>
                    <a:pt x="76343" y="50089"/>
                  </a:lnTo>
                  <a:lnTo>
                    <a:pt x="77934" y="49369"/>
                  </a:lnTo>
                  <a:lnTo>
                    <a:pt x="78502" y="49685"/>
                  </a:lnTo>
                  <a:lnTo>
                    <a:pt x="78502" y="50834"/>
                  </a:lnTo>
                  <a:lnTo>
                    <a:pt x="79235" y="52539"/>
                  </a:lnTo>
                  <a:lnTo>
                    <a:pt x="79550" y="52728"/>
                  </a:lnTo>
                  <a:lnTo>
                    <a:pt x="82556" y="52514"/>
                  </a:lnTo>
                  <a:lnTo>
                    <a:pt x="82934" y="52930"/>
                  </a:lnTo>
                  <a:lnTo>
                    <a:pt x="79828" y="54231"/>
                  </a:lnTo>
                  <a:lnTo>
                    <a:pt x="78048" y="55355"/>
                  </a:lnTo>
                  <a:lnTo>
                    <a:pt x="77113" y="53890"/>
                  </a:lnTo>
                  <a:lnTo>
                    <a:pt x="76671" y="53802"/>
                  </a:lnTo>
                  <a:lnTo>
                    <a:pt x="74146" y="55456"/>
                  </a:lnTo>
                  <a:lnTo>
                    <a:pt x="74032" y="55607"/>
                  </a:lnTo>
                  <a:lnTo>
                    <a:pt x="73237" y="57691"/>
                  </a:lnTo>
                  <a:lnTo>
                    <a:pt x="71797" y="57691"/>
                  </a:lnTo>
                  <a:lnTo>
                    <a:pt x="71583" y="57779"/>
                  </a:lnTo>
                  <a:lnTo>
                    <a:pt x="68982" y="60330"/>
                  </a:lnTo>
                  <a:lnTo>
                    <a:pt x="68136" y="62426"/>
                  </a:lnTo>
                  <a:lnTo>
                    <a:pt x="66671" y="64888"/>
                  </a:lnTo>
                  <a:lnTo>
                    <a:pt x="63741" y="66908"/>
                  </a:lnTo>
                  <a:lnTo>
                    <a:pt x="63640" y="67009"/>
                  </a:lnTo>
                  <a:lnTo>
                    <a:pt x="62618" y="68916"/>
                  </a:lnTo>
                  <a:lnTo>
                    <a:pt x="62580" y="69068"/>
                  </a:lnTo>
                  <a:lnTo>
                    <a:pt x="62731" y="72767"/>
                  </a:lnTo>
                  <a:lnTo>
                    <a:pt x="62491" y="74043"/>
                  </a:lnTo>
                  <a:lnTo>
                    <a:pt x="61620" y="72717"/>
                  </a:lnTo>
                  <a:lnTo>
                    <a:pt x="61393" y="70823"/>
                  </a:lnTo>
                  <a:lnTo>
                    <a:pt x="61178" y="70558"/>
                  </a:lnTo>
                  <a:lnTo>
                    <a:pt x="58413" y="69686"/>
                  </a:lnTo>
                  <a:lnTo>
                    <a:pt x="56190" y="69674"/>
                  </a:lnTo>
                  <a:lnTo>
                    <a:pt x="55913" y="69838"/>
                  </a:lnTo>
                  <a:lnTo>
                    <a:pt x="55471" y="70684"/>
                  </a:lnTo>
                  <a:lnTo>
                    <a:pt x="54423" y="69838"/>
                  </a:lnTo>
                  <a:lnTo>
                    <a:pt x="54183" y="69762"/>
                  </a:lnTo>
                  <a:lnTo>
                    <a:pt x="51266" y="70166"/>
                  </a:lnTo>
                  <a:lnTo>
                    <a:pt x="51114" y="70229"/>
                  </a:lnTo>
                  <a:lnTo>
                    <a:pt x="48362" y="72287"/>
                  </a:lnTo>
                  <a:lnTo>
                    <a:pt x="48248" y="72452"/>
                  </a:lnTo>
                  <a:lnTo>
                    <a:pt x="47377" y="75381"/>
                  </a:lnTo>
                  <a:lnTo>
                    <a:pt x="47377" y="75507"/>
                  </a:lnTo>
                  <a:lnTo>
                    <a:pt x="47768" y="79093"/>
                  </a:lnTo>
                  <a:lnTo>
                    <a:pt x="47819" y="79245"/>
                  </a:lnTo>
                  <a:lnTo>
                    <a:pt x="49801" y="81934"/>
                  </a:lnTo>
                  <a:lnTo>
                    <a:pt x="50155" y="82048"/>
                  </a:lnTo>
                  <a:lnTo>
                    <a:pt x="52832" y="81101"/>
                  </a:lnTo>
                  <a:lnTo>
                    <a:pt x="52996" y="80962"/>
                  </a:lnTo>
                  <a:lnTo>
                    <a:pt x="54082" y="79144"/>
                  </a:lnTo>
                  <a:lnTo>
                    <a:pt x="56304" y="79144"/>
                  </a:lnTo>
                  <a:lnTo>
                    <a:pt x="56203" y="79876"/>
                  </a:lnTo>
                  <a:lnTo>
                    <a:pt x="55496" y="81240"/>
                  </a:lnTo>
                  <a:lnTo>
                    <a:pt x="54789" y="83210"/>
                  </a:lnTo>
                  <a:lnTo>
                    <a:pt x="55054" y="83639"/>
                  </a:lnTo>
                  <a:lnTo>
                    <a:pt x="57516" y="83930"/>
                  </a:lnTo>
                  <a:lnTo>
                    <a:pt x="59095" y="84460"/>
                  </a:lnTo>
                  <a:lnTo>
                    <a:pt x="58413" y="86202"/>
                  </a:lnTo>
                  <a:lnTo>
                    <a:pt x="58425" y="86455"/>
                  </a:lnTo>
                  <a:lnTo>
                    <a:pt x="59688" y="89056"/>
                  </a:lnTo>
                  <a:lnTo>
                    <a:pt x="59840" y="89195"/>
                  </a:lnTo>
                  <a:lnTo>
                    <a:pt x="61569" y="90066"/>
                  </a:lnTo>
                  <a:lnTo>
                    <a:pt x="61809" y="90079"/>
                  </a:lnTo>
                  <a:lnTo>
                    <a:pt x="63388" y="89586"/>
                  </a:lnTo>
                  <a:lnTo>
                    <a:pt x="64827" y="90735"/>
                  </a:lnTo>
                  <a:lnTo>
                    <a:pt x="65320" y="90597"/>
                  </a:lnTo>
                  <a:cubicBezTo>
                    <a:pt x="65345" y="90546"/>
                    <a:pt x="65749" y="89397"/>
                    <a:pt x="65863" y="88980"/>
                  </a:cubicBezTo>
                  <a:cubicBezTo>
                    <a:pt x="66166" y="88766"/>
                    <a:pt x="67656" y="88261"/>
                    <a:pt x="68944" y="87882"/>
                  </a:cubicBezTo>
                  <a:lnTo>
                    <a:pt x="71696" y="87806"/>
                  </a:lnTo>
                  <a:lnTo>
                    <a:pt x="74222" y="88437"/>
                  </a:lnTo>
                  <a:lnTo>
                    <a:pt x="76596" y="88665"/>
                  </a:lnTo>
                  <a:lnTo>
                    <a:pt x="78553" y="89788"/>
                  </a:lnTo>
                  <a:lnTo>
                    <a:pt x="80813" y="91973"/>
                  </a:lnTo>
                  <a:lnTo>
                    <a:pt x="81002" y="92061"/>
                  </a:lnTo>
                  <a:lnTo>
                    <a:pt x="83174" y="92289"/>
                  </a:lnTo>
                  <a:lnTo>
                    <a:pt x="86432" y="93362"/>
                  </a:lnTo>
                  <a:lnTo>
                    <a:pt x="87846" y="95370"/>
                  </a:lnTo>
                  <a:lnTo>
                    <a:pt x="89021" y="98097"/>
                  </a:lnTo>
                  <a:lnTo>
                    <a:pt x="89185" y="98274"/>
                  </a:lnTo>
                  <a:lnTo>
                    <a:pt x="91470" y="99221"/>
                  </a:lnTo>
                  <a:lnTo>
                    <a:pt x="93529" y="100016"/>
                  </a:lnTo>
                  <a:lnTo>
                    <a:pt x="95448" y="100345"/>
                  </a:lnTo>
                  <a:lnTo>
                    <a:pt x="98655" y="101595"/>
                  </a:lnTo>
                  <a:cubicBezTo>
                    <a:pt x="100625" y="102365"/>
                    <a:pt x="101092" y="102655"/>
                    <a:pt x="101193" y="102731"/>
                  </a:cubicBezTo>
                  <a:lnTo>
                    <a:pt x="101168" y="102782"/>
                  </a:lnTo>
                  <a:lnTo>
                    <a:pt x="102115" y="104524"/>
                  </a:lnTo>
                  <a:lnTo>
                    <a:pt x="101130" y="106305"/>
                  </a:lnTo>
                  <a:lnTo>
                    <a:pt x="99312" y="108590"/>
                  </a:lnTo>
                  <a:lnTo>
                    <a:pt x="99249" y="108716"/>
                  </a:lnTo>
                  <a:lnTo>
                    <a:pt x="98857" y="110673"/>
                  </a:lnTo>
                  <a:lnTo>
                    <a:pt x="97986" y="113855"/>
                  </a:lnTo>
                  <a:lnTo>
                    <a:pt x="97456" y="117492"/>
                  </a:lnTo>
                  <a:lnTo>
                    <a:pt x="96256" y="118199"/>
                  </a:lnTo>
                  <a:lnTo>
                    <a:pt x="93541" y="119639"/>
                  </a:lnTo>
                  <a:lnTo>
                    <a:pt x="91016" y="121369"/>
                  </a:lnTo>
                  <a:lnTo>
                    <a:pt x="90889" y="121583"/>
                  </a:lnTo>
                  <a:lnTo>
                    <a:pt x="90422" y="124260"/>
                  </a:lnTo>
                  <a:lnTo>
                    <a:pt x="89096" y="126192"/>
                  </a:lnTo>
                  <a:lnTo>
                    <a:pt x="87682" y="128604"/>
                  </a:lnTo>
                  <a:lnTo>
                    <a:pt x="86205" y="130031"/>
                  </a:lnTo>
                  <a:lnTo>
                    <a:pt x="83679" y="129589"/>
                  </a:lnTo>
                  <a:lnTo>
                    <a:pt x="83313" y="129930"/>
                  </a:lnTo>
                  <a:lnTo>
                    <a:pt x="83389" y="130889"/>
                  </a:lnTo>
                  <a:lnTo>
                    <a:pt x="83553" y="132114"/>
                  </a:lnTo>
                  <a:lnTo>
                    <a:pt x="83553" y="134008"/>
                  </a:lnTo>
                  <a:lnTo>
                    <a:pt x="81886" y="134412"/>
                  </a:lnTo>
                  <a:lnTo>
                    <a:pt x="79992" y="134968"/>
                  </a:lnTo>
                  <a:lnTo>
                    <a:pt x="79765" y="135271"/>
                  </a:lnTo>
                  <a:lnTo>
                    <a:pt x="79765" y="135801"/>
                  </a:lnTo>
                  <a:lnTo>
                    <a:pt x="79702" y="137039"/>
                  </a:lnTo>
                  <a:lnTo>
                    <a:pt x="78616" y="136912"/>
                  </a:lnTo>
                  <a:lnTo>
                    <a:pt x="78262" y="137215"/>
                  </a:lnTo>
                  <a:lnTo>
                    <a:pt x="78187" y="138314"/>
                  </a:lnTo>
                  <a:lnTo>
                    <a:pt x="78212" y="138465"/>
                  </a:lnTo>
                  <a:lnTo>
                    <a:pt x="78730" y="139640"/>
                  </a:lnTo>
                  <a:lnTo>
                    <a:pt x="78376" y="141622"/>
                  </a:lnTo>
                  <a:lnTo>
                    <a:pt x="77694" y="142102"/>
                  </a:lnTo>
                  <a:lnTo>
                    <a:pt x="77593" y="142216"/>
                  </a:lnTo>
                  <a:lnTo>
                    <a:pt x="76722" y="143882"/>
                  </a:lnTo>
                  <a:lnTo>
                    <a:pt x="76823" y="144274"/>
                  </a:lnTo>
                  <a:lnTo>
                    <a:pt x="78300" y="145335"/>
                  </a:lnTo>
                  <a:lnTo>
                    <a:pt x="78060" y="146105"/>
                  </a:lnTo>
                  <a:cubicBezTo>
                    <a:pt x="77997" y="146181"/>
                    <a:pt x="77757" y="146484"/>
                    <a:pt x="76924" y="147481"/>
                  </a:cubicBezTo>
                  <a:cubicBezTo>
                    <a:pt x="76444" y="148062"/>
                    <a:pt x="76255" y="148592"/>
                    <a:pt x="76381" y="149059"/>
                  </a:cubicBezTo>
                  <a:cubicBezTo>
                    <a:pt x="76469" y="149388"/>
                    <a:pt x="76697" y="149678"/>
                    <a:pt x="77000" y="149842"/>
                  </a:cubicBezTo>
                  <a:lnTo>
                    <a:pt x="78136" y="152646"/>
                  </a:lnTo>
                  <a:lnTo>
                    <a:pt x="78275" y="152810"/>
                  </a:lnTo>
                  <a:lnTo>
                    <a:pt x="81167" y="154363"/>
                  </a:lnTo>
                  <a:lnTo>
                    <a:pt x="80245" y="155449"/>
                  </a:lnTo>
                  <a:lnTo>
                    <a:pt x="77492" y="155449"/>
                  </a:lnTo>
                  <a:lnTo>
                    <a:pt x="75889" y="154401"/>
                  </a:lnTo>
                  <a:lnTo>
                    <a:pt x="73628" y="151130"/>
                  </a:lnTo>
                  <a:lnTo>
                    <a:pt x="72429" y="147443"/>
                  </a:lnTo>
                  <a:lnTo>
                    <a:pt x="72113" y="145625"/>
                  </a:lnTo>
                  <a:lnTo>
                    <a:pt x="70825" y="143605"/>
                  </a:lnTo>
                  <a:lnTo>
                    <a:pt x="72568" y="139577"/>
                  </a:lnTo>
                  <a:lnTo>
                    <a:pt x="72454" y="139198"/>
                  </a:lnTo>
                  <a:lnTo>
                    <a:pt x="71242" y="138327"/>
                  </a:lnTo>
                  <a:lnTo>
                    <a:pt x="71014" y="135523"/>
                  </a:lnTo>
                  <a:lnTo>
                    <a:pt x="71090" y="133112"/>
                  </a:lnTo>
                  <a:lnTo>
                    <a:pt x="71873" y="129993"/>
                  </a:lnTo>
                  <a:lnTo>
                    <a:pt x="71886" y="129892"/>
                  </a:lnTo>
                  <a:lnTo>
                    <a:pt x="71722" y="127884"/>
                  </a:lnTo>
                  <a:lnTo>
                    <a:pt x="71962" y="123907"/>
                  </a:lnTo>
                  <a:lnTo>
                    <a:pt x="71722" y="120030"/>
                  </a:lnTo>
                  <a:lnTo>
                    <a:pt x="71242" y="115295"/>
                  </a:lnTo>
                  <a:lnTo>
                    <a:pt x="71191" y="115131"/>
                  </a:lnTo>
                  <a:lnTo>
                    <a:pt x="69929" y="113401"/>
                  </a:lnTo>
                  <a:lnTo>
                    <a:pt x="67921" y="112252"/>
                  </a:lnTo>
                  <a:lnTo>
                    <a:pt x="65837" y="109007"/>
                  </a:lnTo>
                  <a:lnTo>
                    <a:pt x="63678" y="105724"/>
                  </a:lnTo>
                  <a:lnTo>
                    <a:pt x="61367" y="103274"/>
                  </a:lnTo>
                  <a:lnTo>
                    <a:pt x="61772" y="102277"/>
                  </a:lnTo>
                  <a:lnTo>
                    <a:pt x="62024" y="100029"/>
                  </a:lnTo>
                  <a:lnTo>
                    <a:pt x="62782" y="97832"/>
                  </a:lnTo>
                  <a:lnTo>
                    <a:pt x="64246" y="96051"/>
                  </a:lnTo>
                  <a:lnTo>
                    <a:pt x="64322" y="95887"/>
                  </a:lnTo>
                  <a:lnTo>
                    <a:pt x="64638" y="92415"/>
                  </a:lnTo>
                  <a:lnTo>
                    <a:pt x="64562" y="92175"/>
                  </a:lnTo>
                  <a:lnTo>
                    <a:pt x="62971" y="90369"/>
                  </a:lnTo>
                  <a:lnTo>
                    <a:pt x="62529" y="90344"/>
                  </a:lnTo>
                  <a:lnTo>
                    <a:pt x="61431" y="91304"/>
                  </a:lnTo>
                  <a:lnTo>
                    <a:pt x="59145" y="90091"/>
                  </a:lnTo>
                  <a:lnTo>
                    <a:pt x="55799" y="86341"/>
                  </a:lnTo>
                  <a:lnTo>
                    <a:pt x="55622" y="86253"/>
                  </a:lnTo>
                  <a:lnTo>
                    <a:pt x="52781" y="85634"/>
                  </a:lnTo>
                  <a:lnTo>
                    <a:pt x="50243" y="83626"/>
                  </a:lnTo>
                  <a:lnTo>
                    <a:pt x="49877" y="83614"/>
                  </a:lnTo>
                  <a:lnTo>
                    <a:pt x="49157" y="84068"/>
                  </a:lnTo>
                  <a:lnTo>
                    <a:pt x="46430" y="82629"/>
                  </a:lnTo>
                  <a:lnTo>
                    <a:pt x="42566" y="81467"/>
                  </a:lnTo>
                  <a:lnTo>
                    <a:pt x="41051" y="79801"/>
                  </a:lnTo>
                  <a:lnTo>
                    <a:pt x="40899" y="77629"/>
                  </a:lnTo>
                  <a:lnTo>
                    <a:pt x="40861" y="77490"/>
                  </a:lnTo>
                  <a:lnTo>
                    <a:pt x="38803" y="73942"/>
                  </a:lnTo>
                  <a:lnTo>
                    <a:pt x="36606" y="71858"/>
                  </a:lnTo>
                  <a:lnTo>
                    <a:pt x="35760" y="68739"/>
                  </a:lnTo>
                  <a:lnTo>
                    <a:pt x="34282" y="66959"/>
                  </a:lnTo>
                  <a:lnTo>
                    <a:pt x="33727" y="67199"/>
                  </a:lnTo>
                  <a:lnTo>
                    <a:pt x="34358" y="71694"/>
                  </a:lnTo>
                  <a:lnTo>
                    <a:pt x="34421" y="71858"/>
                  </a:lnTo>
                  <a:lnTo>
                    <a:pt x="35873" y="73689"/>
                  </a:lnTo>
                  <a:lnTo>
                    <a:pt x="36240" y="75722"/>
                  </a:lnTo>
                  <a:lnTo>
                    <a:pt x="36240" y="75722"/>
                  </a:lnTo>
                  <a:lnTo>
                    <a:pt x="34484" y="73866"/>
                  </a:lnTo>
                  <a:lnTo>
                    <a:pt x="33070" y="68878"/>
                  </a:lnTo>
                  <a:lnTo>
                    <a:pt x="31808" y="65406"/>
                  </a:lnTo>
                  <a:lnTo>
                    <a:pt x="31694" y="65242"/>
                  </a:lnTo>
                  <a:lnTo>
                    <a:pt x="30014" y="64093"/>
                  </a:lnTo>
                  <a:lnTo>
                    <a:pt x="28360" y="61454"/>
                  </a:lnTo>
                  <a:lnTo>
                    <a:pt x="28045" y="57097"/>
                  </a:lnTo>
                  <a:lnTo>
                    <a:pt x="28512" y="52817"/>
                  </a:lnTo>
                  <a:lnTo>
                    <a:pt x="29749" y="50354"/>
                  </a:lnTo>
                  <a:lnTo>
                    <a:pt x="30014" y="47627"/>
                  </a:lnTo>
                  <a:lnTo>
                    <a:pt x="29989" y="47475"/>
                  </a:lnTo>
                  <a:lnTo>
                    <a:pt x="28310" y="43776"/>
                  </a:lnTo>
                  <a:lnTo>
                    <a:pt x="28449" y="42841"/>
                  </a:lnTo>
                  <a:lnTo>
                    <a:pt x="30419" y="44079"/>
                  </a:lnTo>
                  <a:lnTo>
                    <a:pt x="30873" y="43700"/>
                  </a:lnTo>
                  <a:lnTo>
                    <a:pt x="29623" y="40733"/>
                  </a:lnTo>
                  <a:lnTo>
                    <a:pt x="28916" y="36364"/>
                  </a:lnTo>
                  <a:lnTo>
                    <a:pt x="28411" y="36174"/>
                  </a:lnTo>
                  <a:lnTo>
                    <a:pt x="27300" y="37109"/>
                  </a:lnTo>
                  <a:lnTo>
                    <a:pt x="27211" y="37260"/>
                  </a:lnTo>
                  <a:lnTo>
                    <a:pt x="26517" y="39432"/>
                  </a:lnTo>
                  <a:lnTo>
                    <a:pt x="26100" y="38435"/>
                  </a:lnTo>
                  <a:lnTo>
                    <a:pt x="26630" y="36477"/>
                  </a:lnTo>
                  <a:lnTo>
                    <a:pt x="27262" y="33472"/>
                  </a:lnTo>
                  <a:lnTo>
                    <a:pt x="27262" y="33358"/>
                  </a:lnTo>
                  <a:lnTo>
                    <a:pt x="26555" y="29330"/>
                  </a:lnTo>
                  <a:lnTo>
                    <a:pt x="25027" y="26477"/>
                  </a:lnTo>
                  <a:lnTo>
                    <a:pt x="24901" y="26363"/>
                  </a:lnTo>
                  <a:cubicBezTo>
                    <a:pt x="21319" y="24236"/>
                    <a:pt x="20275" y="23768"/>
                    <a:pt x="19914" y="23768"/>
                  </a:cubicBezTo>
                  <a:cubicBezTo>
                    <a:pt x="19779" y="23768"/>
                    <a:pt x="19739" y="23832"/>
                    <a:pt x="19698" y="23901"/>
                  </a:cubicBezTo>
                  <a:cubicBezTo>
                    <a:pt x="19521" y="24040"/>
                    <a:pt x="18322" y="24444"/>
                    <a:pt x="17337" y="24747"/>
                  </a:cubicBezTo>
                  <a:lnTo>
                    <a:pt x="16112" y="24999"/>
                  </a:lnTo>
                  <a:lnTo>
                    <a:pt x="17299" y="22840"/>
                  </a:lnTo>
                  <a:lnTo>
                    <a:pt x="16832" y="22436"/>
                  </a:lnTo>
                  <a:lnTo>
                    <a:pt x="14370" y="24191"/>
                  </a:lnTo>
                  <a:lnTo>
                    <a:pt x="12362" y="25959"/>
                  </a:lnTo>
                  <a:lnTo>
                    <a:pt x="10127" y="28573"/>
                  </a:lnTo>
                  <a:lnTo>
                    <a:pt x="4394" y="30896"/>
                  </a:lnTo>
                  <a:lnTo>
                    <a:pt x="2134" y="31262"/>
                  </a:lnTo>
                  <a:lnTo>
                    <a:pt x="3132" y="30770"/>
                  </a:lnTo>
                  <a:cubicBezTo>
                    <a:pt x="8687" y="27702"/>
                    <a:pt x="8763" y="27399"/>
                    <a:pt x="8801" y="27247"/>
                  </a:cubicBezTo>
                  <a:cubicBezTo>
                    <a:pt x="8852" y="27058"/>
                    <a:pt x="9432" y="26224"/>
                    <a:pt x="9937" y="25555"/>
                  </a:cubicBezTo>
                  <a:lnTo>
                    <a:pt x="9887" y="25126"/>
                  </a:lnTo>
                  <a:lnTo>
                    <a:pt x="8018" y="23573"/>
                  </a:lnTo>
                  <a:lnTo>
                    <a:pt x="6882" y="22373"/>
                  </a:lnTo>
                  <a:lnTo>
                    <a:pt x="6389" y="20454"/>
                  </a:lnTo>
                  <a:lnTo>
                    <a:pt x="7702" y="18396"/>
                  </a:lnTo>
                  <a:lnTo>
                    <a:pt x="9584" y="16034"/>
                  </a:lnTo>
                  <a:lnTo>
                    <a:pt x="12425" y="15466"/>
                  </a:lnTo>
                  <a:lnTo>
                    <a:pt x="12602" y="15365"/>
                  </a:lnTo>
                  <a:lnTo>
                    <a:pt x="14256" y="13332"/>
                  </a:lnTo>
                  <a:lnTo>
                    <a:pt x="13991" y="12814"/>
                  </a:lnTo>
                  <a:lnTo>
                    <a:pt x="12059" y="12979"/>
                  </a:lnTo>
                  <a:lnTo>
                    <a:pt x="9761" y="12625"/>
                  </a:lnTo>
                  <a:lnTo>
                    <a:pt x="9761" y="11943"/>
                  </a:lnTo>
                  <a:lnTo>
                    <a:pt x="10405" y="10579"/>
                  </a:lnTo>
                  <a:lnTo>
                    <a:pt x="12753" y="9531"/>
                  </a:lnTo>
                  <a:lnTo>
                    <a:pt x="13347" y="9999"/>
                  </a:lnTo>
                  <a:lnTo>
                    <a:pt x="15582" y="10655"/>
                  </a:lnTo>
                  <a:lnTo>
                    <a:pt x="15986" y="10302"/>
                  </a:lnTo>
                  <a:lnTo>
                    <a:pt x="15733" y="8572"/>
                  </a:lnTo>
                  <a:lnTo>
                    <a:pt x="14799" y="5301"/>
                  </a:lnTo>
                  <a:lnTo>
                    <a:pt x="14799" y="4582"/>
                  </a:lnTo>
                  <a:lnTo>
                    <a:pt x="16996" y="3268"/>
                  </a:lnTo>
                  <a:cubicBezTo>
                    <a:pt x="17249" y="3167"/>
                    <a:pt x="17943" y="2814"/>
                    <a:pt x="20178" y="1387"/>
                  </a:cubicBezTo>
                  <a:cubicBezTo>
                    <a:pt x="21117" y="797"/>
                    <a:pt x="21746" y="618"/>
                    <a:pt x="22159" y="618"/>
                  </a:cubicBezTo>
                  <a:close/>
                  <a:moveTo>
                    <a:pt x="22164" y="0"/>
                  </a:moveTo>
                  <a:cubicBezTo>
                    <a:pt x="21532" y="0"/>
                    <a:pt x="20754" y="291"/>
                    <a:pt x="19837" y="869"/>
                  </a:cubicBezTo>
                  <a:cubicBezTo>
                    <a:pt x="17274" y="2498"/>
                    <a:pt x="16819" y="2675"/>
                    <a:pt x="16781" y="2688"/>
                  </a:cubicBezTo>
                  <a:lnTo>
                    <a:pt x="14332" y="4127"/>
                  </a:lnTo>
                  <a:lnTo>
                    <a:pt x="14180" y="4392"/>
                  </a:lnTo>
                  <a:lnTo>
                    <a:pt x="14180" y="5339"/>
                  </a:lnTo>
                  <a:lnTo>
                    <a:pt x="15127" y="8698"/>
                  </a:lnTo>
                  <a:lnTo>
                    <a:pt x="15291" y="9923"/>
                  </a:lnTo>
                  <a:lnTo>
                    <a:pt x="13688" y="9468"/>
                  </a:lnTo>
                  <a:lnTo>
                    <a:pt x="12993" y="8925"/>
                  </a:lnTo>
                  <a:lnTo>
                    <a:pt x="12665" y="8875"/>
                  </a:lnTo>
                  <a:lnTo>
                    <a:pt x="10051" y="10062"/>
                  </a:lnTo>
                  <a:lnTo>
                    <a:pt x="9887" y="10213"/>
                  </a:lnTo>
                  <a:lnTo>
                    <a:pt x="9155" y="11754"/>
                  </a:lnTo>
                  <a:lnTo>
                    <a:pt x="9129" y="12915"/>
                  </a:lnTo>
                  <a:lnTo>
                    <a:pt x="9395" y="13231"/>
                  </a:lnTo>
                  <a:lnTo>
                    <a:pt x="11983" y="13623"/>
                  </a:lnTo>
                  <a:lnTo>
                    <a:pt x="12059" y="13623"/>
                  </a:lnTo>
                  <a:lnTo>
                    <a:pt x="13284" y="13521"/>
                  </a:lnTo>
                  <a:lnTo>
                    <a:pt x="12185" y="14873"/>
                  </a:lnTo>
                  <a:lnTo>
                    <a:pt x="9344" y="15441"/>
                  </a:lnTo>
                  <a:lnTo>
                    <a:pt x="9155" y="15554"/>
                  </a:lnTo>
                  <a:lnTo>
                    <a:pt x="7185" y="18029"/>
                  </a:lnTo>
                  <a:lnTo>
                    <a:pt x="5771" y="20239"/>
                  </a:lnTo>
                  <a:lnTo>
                    <a:pt x="5733" y="20479"/>
                  </a:lnTo>
                  <a:lnTo>
                    <a:pt x="6288" y="22613"/>
                  </a:lnTo>
                  <a:lnTo>
                    <a:pt x="6364" y="22752"/>
                  </a:lnTo>
                  <a:lnTo>
                    <a:pt x="7576" y="24040"/>
                  </a:lnTo>
                  <a:lnTo>
                    <a:pt x="9243" y="25416"/>
                  </a:lnTo>
                  <a:cubicBezTo>
                    <a:pt x="8877" y="25909"/>
                    <a:pt x="8334" y="26679"/>
                    <a:pt x="8208" y="27032"/>
                  </a:cubicBezTo>
                  <a:cubicBezTo>
                    <a:pt x="7841" y="27386"/>
                    <a:pt x="4874" y="29091"/>
                    <a:pt x="2841" y="30214"/>
                  </a:cubicBezTo>
                  <a:lnTo>
                    <a:pt x="0" y="31629"/>
                  </a:lnTo>
                  <a:lnTo>
                    <a:pt x="189" y="32222"/>
                  </a:lnTo>
                  <a:lnTo>
                    <a:pt x="4533" y="31515"/>
                  </a:lnTo>
                  <a:lnTo>
                    <a:pt x="10430" y="29128"/>
                  </a:lnTo>
                  <a:lnTo>
                    <a:pt x="10556" y="29040"/>
                  </a:lnTo>
                  <a:lnTo>
                    <a:pt x="12804" y="26388"/>
                  </a:lnTo>
                  <a:lnTo>
                    <a:pt x="14748" y="24684"/>
                  </a:lnTo>
                  <a:lnTo>
                    <a:pt x="16087" y="23737"/>
                  </a:lnTo>
                  <a:lnTo>
                    <a:pt x="15241" y="25302"/>
                  </a:lnTo>
                  <a:lnTo>
                    <a:pt x="15582" y="25757"/>
                  </a:lnTo>
                  <a:lnTo>
                    <a:pt x="17488" y="25366"/>
                  </a:lnTo>
                  <a:cubicBezTo>
                    <a:pt x="19180" y="24861"/>
                    <a:pt x="19787" y="24595"/>
                    <a:pt x="20026" y="24431"/>
                  </a:cubicBezTo>
                  <a:cubicBezTo>
                    <a:pt x="20544" y="24595"/>
                    <a:pt x="22628" y="25757"/>
                    <a:pt x="24496" y="26868"/>
                  </a:cubicBezTo>
                  <a:lnTo>
                    <a:pt x="25936" y="29507"/>
                  </a:lnTo>
                  <a:lnTo>
                    <a:pt x="26618" y="33409"/>
                  </a:lnTo>
                  <a:lnTo>
                    <a:pt x="26012" y="36338"/>
                  </a:lnTo>
                  <a:lnTo>
                    <a:pt x="25456" y="38384"/>
                  </a:lnTo>
                  <a:lnTo>
                    <a:pt x="25469" y="38586"/>
                  </a:lnTo>
                  <a:lnTo>
                    <a:pt x="26264" y="40480"/>
                  </a:lnTo>
                  <a:lnTo>
                    <a:pt x="26858" y="40455"/>
                  </a:lnTo>
                  <a:lnTo>
                    <a:pt x="27767" y="37538"/>
                  </a:lnTo>
                  <a:lnTo>
                    <a:pt x="28373" y="37033"/>
                  </a:lnTo>
                  <a:lnTo>
                    <a:pt x="29004" y="40884"/>
                  </a:lnTo>
                  <a:lnTo>
                    <a:pt x="29888" y="43018"/>
                  </a:lnTo>
                  <a:lnTo>
                    <a:pt x="28360" y="42058"/>
                  </a:lnTo>
                  <a:lnTo>
                    <a:pt x="27893" y="42273"/>
                  </a:lnTo>
                  <a:lnTo>
                    <a:pt x="27653" y="43763"/>
                  </a:lnTo>
                  <a:lnTo>
                    <a:pt x="27678" y="43953"/>
                  </a:lnTo>
                  <a:lnTo>
                    <a:pt x="29383" y="47652"/>
                  </a:lnTo>
                  <a:lnTo>
                    <a:pt x="29156" y="50114"/>
                  </a:lnTo>
                  <a:lnTo>
                    <a:pt x="27918" y="52589"/>
                  </a:lnTo>
                  <a:lnTo>
                    <a:pt x="27413" y="57085"/>
                  </a:lnTo>
                  <a:lnTo>
                    <a:pt x="27729" y="61580"/>
                  </a:lnTo>
                  <a:lnTo>
                    <a:pt x="27779" y="61719"/>
                  </a:lnTo>
                  <a:lnTo>
                    <a:pt x="29522" y="64484"/>
                  </a:lnTo>
                  <a:lnTo>
                    <a:pt x="31252" y="65696"/>
                  </a:lnTo>
                  <a:lnTo>
                    <a:pt x="32464" y="69030"/>
                  </a:lnTo>
                  <a:lnTo>
                    <a:pt x="33891" y="74080"/>
                  </a:lnTo>
                  <a:lnTo>
                    <a:pt x="33967" y="74219"/>
                  </a:lnTo>
                  <a:lnTo>
                    <a:pt x="36505" y="76896"/>
                  </a:lnTo>
                  <a:lnTo>
                    <a:pt x="37048" y="76631"/>
                  </a:lnTo>
                  <a:lnTo>
                    <a:pt x="36467" y="73474"/>
                  </a:lnTo>
                  <a:lnTo>
                    <a:pt x="36404" y="73335"/>
                  </a:lnTo>
                  <a:lnTo>
                    <a:pt x="34964" y="71505"/>
                  </a:lnTo>
                  <a:lnTo>
                    <a:pt x="34484" y="68171"/>
                  </a:lnTo>
                  <a:lnTo>
                    <a:pt x="34484" y="68171"/>
                  </a:lnTo>
                  <a:lnTo>
                    <a:pt x="35166" y="68954"/>
                  </a:lnTo>
                  <a:lnTo>
                    <a:pt x="36012" y="72098"/>
                  </a:lnTo>
                  <a:lnTo>
                    <a:pt x="36101" y="72237"/>
                  </a:lnTo>
                  <a:lnTo>
                    <a:pt x="38273" y="74295"/>
                  </a:lnTo>
                  <a:lnTo>
                    <a:pt x="40268" y="77730"/>
                  </a:lnTo>
                  <a:lnTo>
                    <a:pt x="40419" y="79939"/>
                  </a:lnTo>
                  <a:lnTo>
                    <a:pt x="40508" y="80141"/>
                  </a:lnTo>
                  <a:lnTo>
                    <a:pt x="42162" y="81947"/>
                  </a:lnTo>
                  <a:lnTo>
                    <a:pt x="42301" y="82035"/>
                  </a:lnTo>
                  <a:lnTo>
                    <a:pt x="46202" y="83197"/>
                  </a:lnTo>
                  <a:lnTo>
                    <a:pt x="49043" y="84700"/>
                  </a:lnTo>
                  <a:lnTo>
                    <a:pt x="49359" y="84687"/>
                  </a:lnTo>
                  <a:lnTo>
                    <a:pt x="50028" y="84245"/>
                  </a:lnTo>
                  <a:lnTo>
                    <a:pt x="52453" y="86165"/>
                  </a:lnTo>
                  <a:lnTo>
                    <a:pt x="52592" y="86228"/>
                  </a:lnTo>
                  <a:lnTo>
                    <a:pt x="55407" y="86834"/>
                  </a:lnTo>
                  <a:lnTo>
                    <a:pt x="58716" y="90546"/>
                  </a:lnTo>
                  <a:lnTo>
                    <a:pt x="61330" y="91960"/>
                  </a:lnTo>
                  <a:lnTo>
                    <a:pt x="61683" y="91910"/>
                  </a:lnTo>
                  <a:lnTo>
                    <a:pt x="62706" y="91013"/>
                  </a:lnTo>
                  <a:lnTo>
                    <a:pt x="63994" y="92491"/>
                  </a:lnTo>
                  <a:lnTo>
                    <a:pt x="63691" y="95723"/>
                  </a:lnTo>
                  <a:lnTo>
                    <a:pt x="62251" y="97466"/>
                  </a:lnTo>
                  <a:lnTo>
                    <a:pt x="61405" y="99840"/>
                  </a:lnTo>
                  <a:lnTo>
                    <a:pt x="61165" y="102074"/>
                  </a:lnTo>
                  <a:lnTo>
                    <a:pt x="60711" y="103224"/>
                  </a:lnTo>
                  <a:lnTo>
                    <a:pt x="60774" y="103552"/>
                  </a:lnTo>
                  <a:lnTo>
                    <a:pt x="63186" y="106115"/>
                  </a:lnTo>
                  <a:lnTo>
                    <a:pt x="65320" y="109335"/>
                  </a:lnTo>
                  <a:lnTo>
                    <a:pt x="67441" y="112656"/>
                  </a:lnTo>
                  <a:lnTo>
                    <a:pt x="67555" y="112757"/>
                  </a:lnTo>
                  <a:lnTo>
                    <a:pt x="69461" y="113818"/>
                  </a:lnTo>
                  <a:lnTo>
                    <a:pt x="70623" y="115421"/>
                  </a:lnTo>
                  <a:lnTo>
                    <a:pt x="71090" y="120055"/>
                  </a:lnTo>
                  <a:lnTo>
                    <a:pt x="71330" y="123881"/>
                  </a:lnTo>
                  <a:lnTo>
                    <a:pt x="71090" y="127871"/>
                  </a:lnTo>
                  <a:lnTo>
                    <a:pt x="71254" y="129866"/>
                  </a:lnTo>
                  <a:lnTo>
                    <a:pt x="70472" y="132973"/>
                  </a:lnTo>
                  <a:lnTo>
                    <a:pt x="70383" y="135511"/>
                  </a:lnTo>
                  <a:lnTo>
                    <a:pt x="70623" y="138516"/>
                  </a:lnTo>
                  <a:lnTo>
                    <a:pt x="70749" y="138743"/>
                  </a:lnTo>
                  <a:lnTo>
                    <a:pt x="71886" y="139539"/>
                  </a:lnTo>
                  <a:lnTo>
                    <a:pt x="70168" y="143491"/>
                  </a:lnTo>
                  <a:lnTo>
                    <a:pt x="70194" y="143794"/>
                  </a:lnTo>
                  <a:lnTo>
                    <a:pt x="71507" y="145789"/>
                  </a:lnTo>
                  <a:lnTo>
                    <a:pt x="71823" y="147582"/>
                  </a:lnTo>
                  <a:lnTo>
                    <a:pt x="73035" y="151370"/>
                  </a:lnTo>
                  <a:lnTo>
                    <a:pt x="75409" y="154805"/>
                  </a:lnTo>
                  <a:lnTo>
                    <a:pt x="77227" y="156030"/>
                  </a:lnTo>
                  <a:lnTo>
                    <a:pt x="77391" y="156080"/>
                  </a:lnTo>
                  <a:lnTo>
                    <a:pt x="80396" y="156080"/>
                  </a:lnTo>
                  <a:lnTo>
                    <a:pt x="80624" y="155966"/>
                  </a:lnTo>
                  <a:lnTo>
                    <a:pt x="81886" y="154476"/>
                  </a:lnTo>
                  <a:lnTo>
                    <a:pt x="81798" y="153984"/>
                  </a:lnTo>
                  <a:lnTo>
                    <a:pt x="78666" y="152305"/>
                  </a:lnTo>
                  <a:lnTo>
                    <a:pt x="77530" y="149501"/>
                  </a:lnTo>
                  <a:lnTo>
                    <a:pt x="77353" y="149325"/>
                  </a:lnTo>
                  <a:cubicBezTo>
                    <a:pt x="77176" y="149249"/>
                    <a:pt x="77038" y="149097"/>
                    <a:pt x="76974" y="148908"/>
                  </a:cubicBezTo>
                  <a:cubicBezTo>
                    <a:pt x="76911" y="148643"/>
                    <a:pt x="77063" y="148289"/>
                    <a:pt x="77391" y="147885"/>
                  </a:cubicBezTo>
                  <a:cubicBezTo>
                    <a:pt x="78363" y="146723"/>
                    <a:pt x="78591" y="146458"/>
                    <a:pt x="78641" y="146332"/>
                  </a:cubicBezTo>
                  <a:lnTo>
                    <a:pt x="78957" y="145309"/>
                  </a:lnTo>
                  <a:lnTo>
                    <a:pt x="78831" y="144956"/>
                  </a:lnTo>
                  <a:lnTo>
                    <a:pt x="77404" y="143933"/>
                  </a:lnTo>
                  <a:lnTo>
                    <a:pt x="78111" y="142582"/>
                  </a:lnTo>
                  <a:lnTo>
                    <a:pt x="78831" y="142077"/>
                  </a:lnTo>
                  <a:lnTo>
                    <a:pt x="78957" y="141862"/>
                  </a:lnTo>
                  <a:lnTo>
                    <a:pt x="79361" y="139652"/>
                  </a:lnTo>
                  <a:lnTo>
                    <a:pt x="79336" y="139476"/>
                  </a:lnTo>
                  <a:lnTo>
                    <a:pt x="78818" y="138289"/>
                  </a:lnTo>
                  <a:lnTo>
                    <a:pt x="78869" y="137582"/>
                  </a:lnTo>
                  <a:lnTo>
                    <a:pt x="79954" y="137708"/>
                  </a:lnTo>
                  <a:lnTo>
                    <a:pt x="80308" y="137417"/>
                  </a:lnTo>
                  <a:lnTo>
                    <a:pt x="80384" y="135814"/>
                  </a:lnTo>
                  <a:lnTo>
                    <a:pt x="80384" y="135498"/>
                  </a:lnTo>
                  <a:lnTo>
                    <a:pt x="82038" y="135018"/>
                  </a:lnTo>
                  <a:lnTo>
                    <a:pt x="83932" y="134551"/>
                  </a:lnTo>
                  <a:lnTo>
                    <a:pt x="84172" y="134235"/>
                  </a:lnTo>
                  <a:lnTo>
                    <a:pt x="84172" y="132076"/>
                  </a:lnTo>
                  <a:lnTo>
                    <a:pt x="84020" y="130826"/>
                  </a:lnTo>
                  <a:lnTo>
                    <a:pt x="83970" y="130283"/>
                  </a:lnTo>
                  <a:lnTo>
                    <a:pt x="86243" y="130675"/>
                  </a:lnTo>
                  <a:lnTo>
                    <a:pt x="86521" y="130586"/>
                  </a:lnTo>
                  <a:lnTo>
                    <a:pt x="88137" y="129008"/>
                  </a:lnTo>
                  <a:lnTo>
                    <a:pt x="89614" y="126520"/>
                  </a:lnTo>
                  <a:lnTo>
                    <a:pt x="90965" y="124551"/>
                  </a:lnTo>
                  <a:lnTo>
                    <a:pt x="91470" y="121798"/>
                  </a:lnTo>
                  <a:lnTo>
                    <a:pt x="93857" y="120156"/>
                  </a:lnTo>
                  <a:lnTo>
                    <a:pt x="96546" y="118742"/>
                  </a:lnTo>
                  <a:lnTo>
                    <a:pt x="97897" y="117947"/>
                  </a:lnTo>
                  <a:lnTo>
                    <a:pt x="98049" y="117719"/>
                  </a:lnTo>
                  <a:lnTo>
                    <a:pt x="98592" y="113982"/>
                  </a:lnTo>
                  <a:lnTo>
                    <a:pt x="99463" y="110800"/>
                  </a:lnTo>
                  <a:lnTo>
                    <a:pt x="99842" y="108906"/>
                  </a:lnTo>
                  <a:lnTo>
                    <a:pt x="101648" y="106645"/>
                  </a:lnTo>
                  <a:lnTo>
                    <a:pt x="102746" y="104676"/>
                  </a:lnTo>
                  <a:lnTo>
                    <a:pt x="102746" y="104373"/>
                  </a:lnTo>
                  <a:lnTo>
                    <a:pt x="101799" y="102617"/>
                  </a:lnTo>
                  <a:cubicBezTo>
                    <a:pt x="101824" y="102352"/>
                    <a:pt x="101774" y="102125"/>
                    <a:pt x="98882" y="100989"/>
                  </a:cubicBezTo>
                  <a:lnTo>
                    <a:pt x="95650" y="99726"/>
                  </a:lnTo>
                  <a:lnTo>
                    <a:pt x="93718" y="99410"/>
                  </a:lnTo>
                  <a:lnTo>
                    <a:pt x="91710" y="98627"/>
                  </a:lnTo>
                  <a:lnTo>
                    <a:pt x="89551" y="97731"/>
                  </a:lnTo>
                  <a:lnTo>
                    <a:pt x="88415" y="95092"/>
                  </a:lnTo>
                  <a:lnTo>
                    <a:pt x="86887" y="92907"/>
                  </a:lnTo>
                  <a:lnTo>
                    <a:pt x="86735" y="92794"/>
                  </a:lnTo>
                  <a:lnTo>
                    <a:pt x="83338" y="91682"/>
                  </a:lnTo>
                  <a:lnTo>
                    <a:pt x="81179" y="91455"/>
                  </a:lnTo>
                  <a:lnTo>
                    <a:pt x="78970" y="89321"/>
                  </a:lnTo>
                  <a:lnTo>
                    <a:pt x="76861" y="88084"/>
                  </a:lnTo>
                  <a:lnTo>
                    <a:pt x="74335" y="87819"/>
                  </a:lnTo>
                  <a:lnTo>
                    <a:pt x="71810" y="87187"/>
                  </a:lnTo>
                  <a:lnTo>
                    <a:pt x="71722" y="87175"/>
                  </a:lnTo>
                  <a:lnTo>
                    <a:pt x="68881" y="87263"/>
                  </a:lnTo>
                  <a:lnTo>
                    <a:pt x="68792" y="87276"/>
                  </a:lnTo>
                  <a:cubicBezTo>
                    <a:pt x="65395" y="88273"/>
                    <a:pt x="65320" y="88576"/>
                    <a:pt x="65269" y="88753"/>
                  </a:cubicBezTo>
                  <a:cubicBezTo>
                    <a:pt x="65219" y="88942"/>
                    <a:pt x="65029" y="89523"/>
                    <a:pt x="64878" y="89965"/>
                  </a:cubicBezTo>
                  <a:lnTo>
                    <a:pt x="63640" y="88993"/>
                  </a:lnTo>
                  <a:lnTo>
                    <a:pt x="63350" y="88930"/>
                  </a:lnTo>
                  <a:lnTo>
                    <a:pt x="61734" y="89448"/>
                  </a:lnTo>
                  <a:lnTo>
                    <a:pt x="60218" y="88690"/>
                  </a:lnTo>
                  <a:lnTo>
                    <a:pt x="59057" y="86303"/>
                  </a:lnTo>
                  <a:lnTo>
                    <a:pt x="59802" y="84384"/>
                  </a:lnTo>
                  <a:lnTo>
                    <a:pt x="59600" y="83967"/>
                  </a:lnTo>
                  <a:lnTo>
                    <a:pt x="57655" y="83311"/>
                  </a:lnTo>
                  <a:lnTo>
                    <a:pt x="55521" y="83046"/>
                  </a:lnTo>
                  <a:lnTo>
                    <a:pt x="56077" y="81480"/>
                  </a:lnTo>
                  <a:lnTo>
                    <a:pt x="56796" y="80104"/>
                  </a:lnTo>
                  <a:lnTo>
                    <a:pt x="56986" y="78853"/>
                  </a:lnTo>
                  <a:lnTo>
                    <a:pt x="56670" y="78500"/>
                  </a:lnTo>
                  <a:lnTo>
                    <a:pt x="53905" y="78500"/>
                  </a:lnTo>
                  <a:lnTo>
                    <a:pt x="53640" y="78651"/>
                  </a:lnTo>
                  <a:lnTo>
                    <a:pt x="52516" y="80533"/>
                  </a:lnTo>
                  <a:lnTo>
                    <a:pt x="50155" y="81366"/>
                  </a:lnTo>
                  <a:lnTo>
                    <a:pt x="48374" y="78942"/>
                  </a:lnTo>
                  <a:lnTo>
                    <a:pt x="47995" y="75495"/>
                  </a:lnTo>
                  <a:lnTo>
                    <a:pt x="48816" y="72717"/>
                  </a:lnTo>
                  <a:lnTo>
                    <a:pt x="51443" y="70772"/>
                  </a:lnTo>
                  <a:lnTo>
                    <a:pt x="54132" y="70393"/>
                  </a:lnTo>
                  <a:lnTo>
                    <a:pt x="55370" y="71416"/>
                  </a:lnTo>
                  <a:lnTo>
                    <a:pt x="55849" y="71315"/>
                  </a:lnTo>
                  <a:lnTo>
                    <a:pt x="56392" y="70305"/>
                  </a:lnTo>
                  <a:lnTo>
                    <a:pt x="58286" y="70305"/>
                  </a:lnTo>
                  <a:lnTo>
                    <a:pt x="60799" y="71088"/>
                  </a:lnTo>
                  <a:lnTo>
                    <a:pt x="61014" y="72856"/>
                  </a:lnTo>
                  <a:lnTo>
                    <a:pt x="61064" y="72995"/>
                  </a:lnTo>
                  <a:lnTo>
                    <a:pt x="62403" y="75040"/>
                  </a:lnTo>
                  <a:lnTo>
                    <a:pt x="62971" y="74926"/>
                  </a:lnTo>
                  <a:lnTo>
                    <a:pt x="63363" y="72843"/>
                  </a:lnTo>
                  <a:lnTo>
                    <a:pt x="63363" y="72767"/>
                  </a:lnTo>
                  <a:lnTo>
                    <a:pt x="63211" y="69131"/>
                  </a:lnTo>
                  <a:lnTo>
                    <a:pt x="64158" y="67376"/>
                  </a:lnTo>
                  <a:lnTo>
                    <a:pt x="67087" y="65355"/>
                  </a:lnTo>
                  <a:lnTo>
                    <a:pt x="68704" y="62691"/>
                  </a:lnTo>
                  <a:lnTo>
                    <a:pt x="69461" y="60721"/>
                  </a:lnTo>
                  <a:lnTo>
                    <a:pt x="71924" y="58322"/>
                  </a:lnTo>
                  <a:lnTo>
                    <a:pt x="73452" y="58322"/>
                  </a:lnTo>
                  <a:lnTo>
                    <a:pt x="73755" y="58107"/>
                  </a:lnTo>
                  <a:lnTo>
                    <a:pt x="74575" y="55923"/>
                  </a:lnTo>
                  <a:lnTo>
                    <a:pt x="76747" y="54496"/>
                  </a:lnTo>
                  <a:lnTo>
                    <a:pt x="77682" y="55961"/>
                  </a:lnTo>
                  <a:lnTo>
                    <a:pt x="78124" y="56062"/>
                  </a:lnTo>
                  <a:lnTo>
                    <a:pt x="80119" y="54786"/>
                  </a:lnTo>
                  <a:lnTo>
                    <a:pt x="83591" y="53347"/>
                  </a:lnTo>
                  <a:lnTo>
                    <a:pt x="83705" y="52855"/>
                  </a:lnTo>
                  <a:lnTo>
                    <a:pt x="82909" y="51983"/>
                  </a:lnTo>
                  <a:lnTo>
                    <a:pt x="82657" y="51870"/>
                  </a:lnTo>
                  <a:lnTo>
                    <a:pt x="79715" y="52084"/>
                  </a:lnTo>
                  <a:lnTo>
                    <a:pt x="79134" y="50771"/>
                  </a:lnTo>
                  <a:lnTo>
                    <a:pt x="79134" y="49496"/>
                  </a:lnTo>
                  <a:lnTo>
                    <a:pt x="78970" y="49218"/>
                  </a:lnTo>
                  <a:lnTo>
                    <a:pt x="78528" y="48978"/>
                  </a:lnTo>
                  <a:lnTo>
                    <a:pt x="78742" y="48864"/>
                  </a:lnTo>
                  <a:lnTo>
                    <a:pt x="81002" y="48864"/>
                  </a:lnTo>
                  <a:lnTo>
                    <a:pt x="83212" y="49029"/>
                  </a:lnTo>
                  <a:lnTo>
                    <a:pt x="83389" y="48991"/>
                  </a:lnTo>
                  <a:lnTo>
                    <a:pt x="86028" y="47463"/>
                  </a:lnTo>
                  <a:cubicBezTo>
                    <a:pt x="87973" y="46023"/>
                    <a:pt x="88048" y="45910"/>
                    <a:pt x="88074" y="45847"/>
                  </a:cubicBezTo>
                  <a:cubicBezTo>
                    <a:pt x="88213" y="45657"/>
                    <a:pt x="88263" y="45569"/>
                    <a:pt x="86432" y="42362"/>
                  </a:cubicBezTo>
                  <a:lnTo>
                    <a:pt x="84399" y="40455"/>
                  </a:lnTo>
                  <a:lnTo>
                    <a:pt x="84033" y="38435"/>
                  </a:lnTo>
                  <a:lnTo>
                    <a:pt x="83553" y="34103"/>
                  </a:lnTo>
                  <a:lnTo>
                    <a:pt x="83010" y="33927"/>
                  </a:lnTo>
                  <a:lnTo>
                    <a:pt x="81078" y="36086"/>
                  </a:lnTo>
                  <a:lnTo>
                    <a:pt x="79576" y="35758"/>
                  </a:lnTo>
                  <a:lnTo>
                    <a:pt x="79310" y="34028"/>
                  </a:lnTo>
                  <a:lnTo>
                    <a:pt x="80055" y="32677"/>
                  </a:lnTo>
                  <a:lnTo>
                    <a:pt x="79866" y="32222"/>
                  </a:lnTo>
                  <a:lnTo>
                    <a:pt x="78212" y="31755"/>
                  </a:lnTo>
                  <a:lnTo>
                    <a:pt x="77164" y="30669"/>
                  </a:lnTo>
                  <a:lnTo>
                    <a:pt x="76937" y="30568"/>
                  </a:lnTo>
                  <a:lnTo>
                    <a:pt x="74070" y="30568"/>
                  </a:lnTo>
                  <a:lnTo>
                    <a:pt x="73199" y="30656"/>
                  </a:lnTo>
                  <a:lnTo>
                    <a:pt x="72921" y="30959"/>
                  </a:lnTo>
                  <a:lnTo>
                    <a:pt x="72845" y="33674"/>
                  </a:lnTo>
                  <a:lnTo>
                    <a:pt x="71583" y="35013"/>
                  </a:lnTo>
                  <a:lnTo>
                    <a:pt x="71545" y="35391"/>
                  </a:lnTo>
                  <a:lnTo>
                    <a:pt x="72290" y="36566"/>
                  </a:lnTo>
                  <a:lnTo>
                    <a:pt x="72492" y="38662"/>
                  </a:lnTo>
                  <a:lnTo>
                    <a:pt x="70535" y="40316"/>
                  </a:lnTo>
                  <a:lnTo>
                    <a:pt x="68615" y="40998"/>
                  </a:lnTo>
                  <a:lnTo>
                    <a:pt x="68401" y="41288"/>
                  </a:lnTo>
                  <a:lnTo>
                    <a:pt x="68401" y="44256"/>
                  </a:lnTo>
                  <a:lnTo>
                    <a:pt x="67555" y="44685"/>
                  </a:lnTo>
                  <a:lnTo>
                    <a:pt x="66380" y="43195"/>
                  </a:lnTo>
                  <a:lnTo>
                    <a:pt x="66974" y="40581"/>
                  </a:lnTo>
                  <a:lnTo>
                    <a:pt x="66822" y="40228"/>
                  </a:lnTo>
                  <a:lnTo>
                    <a:pt x="64676" y="39142"/>
                  </a:lnTo>
                  <a:lnTo>
                    <a:pt x="62453" y="37816"/>
                  </a:lnTo>
                  <a:lnTo>
                    <a:pt x="61443" y="36957"/>
                  </a:lnTo>
                  <a:lnTo>
                    <a:pt x="61241" y="36881"/>
                  </a:lnTo>
                  <a:lnTo>
                    <a:pt x="60509" y="36881"/>
                  </a:lnTo>
                  <a:lnTo>
                    <a:pt x="60307" y="34444"/>
                  </a:lnTo>
                  <a:lnTo>
                    <a:pt x="60686" y="32083"/>
                  </a:lnTo>
                  <a:lnTo>
                    <a:pt x="61456" y="30252"/>
                  </a:lnTo>
                  <a:cubicBezTo>
                    <a:pt x="61974" y="30050"/>
                    <a:pt x="62479" y="29823"/>
                    <a:pt x="62971" y="29558"/>
                  </a:cubicBezTo>
                  <a:cubicBezTo>
                    <a:pt x="63413" y="29330"/>
                    <a:pt x="63640" y="29229"/>
                    <a:pt x="63754" y="29179"/>
                  </a:cubicBezTo>
                  <a:cubicBezTo>
                    <a:pt x="63761" y="29180"/>
                    <a:pt x="63768" y="29180"/>
                    <a:pt x="63775" y="29180"/>
                  </a:cubicBezTo>
                  <a:cubicBezTo>
                    <a:pt x="63887" y="29180"/>
                    <a:pt x="64048" y="29086"/>
                    <a:pt x="64499" y="28813"/>
                  </a:cubicBezTo>
                  <a:lnTo>
                    <a:pt x="65029" y="28497"/>
                  </a:lnTo>
                  <a:cubicBezTo>
                    <a:pt x="66469" y="27638"/>
                    <a:pt x="66999" y="27323"/>
                    <a:pt x="67201" y="27171"/>
                  </a:cubicBezTo>
                  <a:lnTo>
                    <a:pt x="67214" y="27184"/>
                  </a:lnTo>
                  <a:lnTo>
                    <a:pt x="68792" y="25681"/>
                  </a:lnTo>
                  <a:lnTo>
                    <a:pt x="69992" y="24456"/>
                  </a:lnTo>
                  <a:lnTo>
                    <a:pt x="70737" y="24267"/>
                  </a:lnTo>
                  <a:lnTo>
                    <a:pt x="74083" y="24267"/>
                  </a:lnTo>
                  <a:lnTo>
                    <a:pt x="74399" y="23977"/>
                  </a:lnTo>
                  <a:lnTo>
                    <a:pt x="74550" y="21994"/>
                  </a:lnTo>
                  <a:lnTo>
                    <a:pt x="75548" y="20252"/>
                  </a:lnTo>
                  <a:lnTo>
                    <a:pt x="75573" y="20012"/>
                  </a:lnTo>
                  <a:lnTo>
                    <a:pt x="75106" y="18269"/>
                  </a:lnTo>
                  <a:lnTo>
                    <a:pt x="75005" y="18118"/>
                  </a:lnTo>
                  <a:lnTo>
                    <a:pt x="73363" y="16741"/>
                  </a:lnTo>
                  <a:lnTo>
                    <a:pt x="72883" y="16830"/>
                  </a:lnTo>
                  <a:lnTo>
                    <a:pt x="71873" y="18800"/>
                  </a:lnTo>
                  <a:lnTo>
                    <a:pt x="70320" y="19999"/>
                  </a:lnTo>
                  <a:lnTo>
                    <a:pt x="69676" y="20441"/>
                  </a:lnTo>
                  <a:lnTo>
                    <a:pt x="69676" y="18623"/>
                  </a:lnTo>
                  <a:lnTo>
                    <a:pt x="69929" y="17385"/>
                  </a:lnTo>
                  <a:lnTo>
                    <a:pt x="69411" y="17082"/>
                  </a:lnTo>
                  <a:lnTo>
                    <a:pt x="68691" y="17739"/>
                  </a:lnTo>
                  <a:lnTo>
                    <a:pt x="67896" y="15959"/>
                  </a:lnTo>
                  <a:lnTo>
                    <a:pt x="68918" y="14860"/>
                  </a:lnTo>
                  <a:lnTo>
                    <a:pt x="71002" y="10403"/>
                  </a:lnTo>
                  <a:lnTo>
                    <a:pt x="71873" y="10049"/>
                  </a:lnTo>
                  <a:lnTo>
                    <a:pt x="73767" y="8332"/>
                  </a:lnTo>
                  <a:lnTo>
                    <a:pt x="73691" y="7827"/>
                  </a:lnTo>
                  <a:lnTo>
                    <a:pt x="72896" y="7410"/>
                  </a:lnTo>
                  <a:lnTo>
                    <a:pt x="71785" y="7233"/>
                  </a:lnTo>
                  <a:lnTo>
                    <a:pt x="69373" y="7233"/>
                  </a:lnTo>
                  <a:lnTo>
                    <a:pt x="69057" y="7549"/>
                  </a:lnTo>
                  <a:lnTo>
                    <a:pt x="69057" y="9658"/>
                  </a:lnTo>
                  <a:lnTo>
                    <a:pt x="67037" y="12284"/>
                  </a:lnTo>
                  <a:lnTo>
                    <a:pt x="65294" y="14986"/>
                  </a:lnTo>
                  <a:lnTo>
                    <a:pt x="65294" y="15340"/>
                  </a:lnTo>
                  <a:lnTo>
                    <a:pt x="66077" y="16476"/>
                  </a:lnTo>
                  <a:lnTo>
                    <a:pt x="65762" y="18623"/>
                  </a:lnTo>
                  <a:lnTo>
                    <a:pt x="63375" y="19885"/>
                  </a:lnTo>
                  <a:lnTo>
                    <a:pt x="63375" y="18585"/>
                  </a:lnTo>
                  <a:lnTo>
                    <a:pt x="63085" y="18269"/>
                  </a:lnTo>
                  <a:lnTo>
                    <a:pt x="61342" y="18118"/>
                  </a:lnTo>
                  <a:lnTo>
                    <a:pt x="61128" y="18181"/>
                  </a:lnTo>
                  <a:lnTo>
                    <a:pt x="59890" y="19153"/>
                  </a:lnTo>
                  <a:lnTo>
                    <a:pt x="58223" y="16830"/>
                  </a:lnTo>
                  <a:lnTo>
                    <a:pt x="57971" y="16703"/>
                  </a:lnTo>
                  <a:lnTo>
                    <a:pt x="55799" y="16703"/>
                  </a:lnTo>
                  <a:lnTo>
                    <a:pt x="55521" y="16868"/>
                  </a:lnTo>
                  <a:lnTo>
                    <a:pt x="54827" y="18168"/>
                  </a:lnTo>
                  <a:lnTo>
                    <a:pt x="54435" y="18736"/>
                  </a:lnTo>
                  <a:lnTo>
                    <a:pt x="53652" y="16969"/>
                  </a:lnTo>
                  <a:lnTo>
                    <a:pt x="53261" y="16792"/>
                  </a:lnTo>
                  <a:cubicBezTo>
                    <a:pt x="53061" y="16867"/>
                    <a:pt x="52586" y="16997"/>
                    <a:pt x="52167" y="16997"/>
                  </a:cubicBezTo>
                  <a:cubicBezTo>
                    <a:pt x="51950" y="16997"/>
                    <a:pt x="51749" y="16962"/>
                    <a:pt x="51607" y="16868"/>
                  </a:cubicBezTo>
                  <a:cubicBezTo>
                    <a:pt x="51455" y="16767"/>
                    <a:pt x="51379" y="16590"/>
                    <a:pt x="51392" y="16426"/>
                  </a:cubicBezTo>
                  <a:cubicBezTo>
                    <a:pt x="51316" y="15112"/>
                    <a:pt x="51316" y="14986"/>
                    <a:pt x="51316" y="14974"/>
                  </a:cubicBezTo>
                  <a:lnTo>
                    <a:pt x="51215" y="14746"/>
                  </a:lnTo>
                  <a:lnTo>
                    <a:pt x="47945" y="11716"/>
                  </a:lnTo>
                  <a:lnTo>
                    <a:pt x="46922" y="11009"/>
                  </a:lnTo>
                  <a:lnTo>
                    <a:pt x="46682" y="10958"/>
                  </a:lnTo>
                  <a:lnTo>
                    <a:pt x="45142" y="11223"/>
                  </a:lnTo>
                  <a:lnTo>
                    <a:pt x="44435" y="9077"/>
                  </a:lnTo>
                  <a:lnTo>
                    <a:pt x="44233" y="8875"/>
                  </a:lnTo>
                  <a:lnTo>
                    <a:pt x="42806" y="8433"/>
                  </a:lnTo>
                  <a:lnTo>
                    <a:pt x="42679" y="8420"/>
                  </a:lnTo>
                  <a:lnTo>
                    <a:pt x="39182" y="8862"/>
                  </a:lnTo>
                  <a:lnTo>
                    <a:pt x="37262" y="8445"/>
                  </a:lnTo>
                  <a:lnTo>
                    <a:pt x="34649" y="6210"/>
                  </a:lnTo>
                  <a:lnTo>
                    <a:pt x="31075" y="4506"/>
                  </a:lnTo>
                  <a:lnTo>
                    <a:pt x="28499" y="2031"/>
                  </a:lnTo>
                  <a:lnTo>
                    <a:pt x="26365" y="263"/>
                  </a:lnTo>
                  <a:lnTo>
                    <a:pt x="26100" y="187"/>
                  </a:lnTo>
                  <a:lnTo>
                    <a:pt x="23524" y="756"/>
                  </a:lnTo>
                  <a:cubicBezTo>
                    <a:pt x="23360" y="465"/>
                    <a:pt x="23120" y="238"/>
                    <a:pt x="22817" y="124"/>
                  </a:cubicBezTo>
                  <a:cubicBezTo>
                    <a:pt x="22620" y="41"/>
                    <a:pt x="22402" y="0"/>
                    <a:pt x="2216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38"/>
            <p:cNvSpPr/>
            <p:nvPr/>
          </p:nvSpPr>
          <p:spPr>
            <a:xfrm>
              <a:off x="1940550" y="1654925"/>
              <a:ext cx="124725" cy="149650"/>
            </a:xfrm>
            <a:custGeom>
              <a:rect b="b" l="l" r="r" t="t"/>
              <a:pathLst>
                <a:path extrusionOk="0" h="5986" w="4989">
                  <a:moveTo>
                    <a:pt x="2425" y="0"/>
                  </a:moveTo>
                  <a:lnTo>
                    <a:pt x="1023" y="1200"/>
                  </a:lnTo>
                  <a:lnTo>
                    <a:pt x="1" y="3851"/>
                  </a:lnTo>
                  <a:lnTo>
                    <a:pt x="1" y="5985"/>
                  </a:lnTo>
                  <a:lnTo>
                    <a:pt x="2362" y="4104"/>
                  </a:lnTo>
                  <a:lnTo>
                    <a:pt x="3511" y="4887"/>
                  </a:lnTo>
                  <a:lnTo>
                    <a:pt x="4988" y="4419"/>
                  </a:lnTo>
                  <a:lnTo>
                    <a:pt x="3271" y="2210"/>
                  </a:lnTo>
                  <a:lnTo>
                    <a:pt x="242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38"/>
            <p:cNvSpPr/>
            <p:nvPr/>
          </p:nvSpPr>
          <p:spPr>
            <a:xfrm>
              <a:off x="1932650" y="1641650"/>
              <a:ext cx="145575" cy="179325"/>
            </a:xfrm>
            <a:custGeom>
              <a:rect b="b" l="l" r="r" t="t"/>
              <a:pathLst>
                <a:path extrusionOk="0" h="7173" w="5823">
                  <a:moveTo>
                    <a:pt x="2602" y="1049"/>
                  </a:moveTo>
                  <a:lnTo>
                    <a:pt x="3297" y="2842"/>
                  </a:lnTo>
                  <a:lnTo>
                    <a:pt x="4774" y="4774"/>
                  </a:lnTo>
                  <a:lnTo>
                    <a:pt x="3877" y="5064"/>
                  </a:lnTo>
                  <a:lnTo>
                    <a:pt x="2665" y="4231"/>
                  </a:lnTo>
                  <a:lnTo>
                    <a:pt x="632" y="5860"/>
                  </a:lnTo>
                  <a:lnTo>
                    <a:pt x="632" y="4433"/>
                  </a:lnTo>
                  <a:lnTo>
                    <a:pt x="1605" y="1907"/>
                  </a:lnTo>
                  <a:lnTo>
                    <a:pt x="2602" y="1049"/>
                  </a:lnTo>
                  <a:close/>
                  <a:moveTo>
                    <a:pt x="2880" y="1"/>
                  </a:moveTo>
                  <a:lnTo>
                    <a:pt x="1074" y="1541"/>
                  </a:lnTo>
                  <a:lnTo>
                    <a:pt x="26" y="4269"/>
                  </a:lnTo>
                  <a:lnTo>
                    <a:pt x="1" y="7173"/>
                  </a:lnTo>
                  <a:lnTo>
                    <a:pt x="1" y="7173"/>
                  </a:lnTo>
                  <a:lnTo>
                    <a:pt x="2703" y="5026"/>
                  </a:lnTo>
                  <a:lnTo>
                    <a:pt x="3776" y="5771"/>
                  </a:lnTo>
                  <a:lnTo>
                    <a:pt x="5822" y="5102"/>
                  </a:lnTo>
                  <a:lnTo>
                    <a:pt x="3865" y="2577"/>
                  </a:lnTo>
                  <a:lnTo>
                    <a:pt x="288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38"/>
            <p:cNvSpPr/>
            <p:nvPr/>
          </p:nvSpPr>
          <p:spPr>
            <a:xfrm>
              <a:off x="2019475" y="1292525"/>
              <a:ext cx="410075" cy="583375"/>
            </a:xfrm>
            <a:custGeom>
              <a:rect b="b" l="l" r="r" t="t"/>
              <a:pathLst>
                <a:path extrusionOk="0" h="23335" w="16403">
                  <a:moveTo>
                    <a:pt x="4129" y="0"/>
                  </a:moveTo>
                  <a:lnTo>
                    <a:pt x="1213" y="2122"/>
                  </a:lnTo>
                  <a:lnTo>
                    <a:pt x="0" y="4407"/>
                  </a:lnTo>
                  <a:lnTo>
                    <a:pt x="0" y="7248"/>
                  </a:lnTo>
                  <a:lnTo>
                    <a:pt x="2122" y="6857"/>
                  </a:lnTo>
                  <a:lnTo>
                    <a:pt x="4571" y="8347"/>
                  </a:lnTo>
                  <a:lnTo>
                    <a:pt x="6541" y="8827"/>
                  </a:lnTo>
                  <a:lnTo>
                    <a:pt x="7210" y="7576"/>
                  </a:lnTo>
                  <a:lnTo>
                    <a:pt x="8170" y="11339"/>
                  </a:lnTo>
                  <a:lnTo>
                    <a:pt x="9521" y="12842"/>
                  </a:lnTo>
                  <a:lnTo>
                    <a:pt x="8258" y="15052"/>
                  </a:lnTo>
                  <a:cubicBezTo>
                    <a:pt x="8258" y="15052"/>
                    <a:pt x="8978" y="16314"/>
                    <a:pt x="6996" y="16706"/>
                  </a:cubicBezTo>
                  <a:cubicBezTo>
                    <a:pt x="5026" y="17097"/>
                    <a:pt x="6364" y="16946"/>
                    <a:pt x="5026" y="17097"/>
                  </a:cubicBezTo>
                  <a:cubicBezTo>
                    <a:pt x="3688" y="17261"/>
                    <a:pt x="3688" y="17539"/>
                    <a:pt x="3688" y="17539"/>
                  </a:cubicBezTo>
                  <a:lnTo>
                    <a:pt x="4180" y="18915"/>
                  </a:lnTo>
                  <a:lnTo>
                    <a:pt x="6604" y="18915"/>
                  </a:lnTo>
                  <a:lnTo>
                    <a:pt x="7943" y="20810"/>
                  </a:lnTo>
                  <a:lnTo>
                    <a:pt x="9521" y="22539"/>
                  </a:lnTo>
                  <a:lnTo>
                    <a:pt x="11579" y="23335"/>
                  </a:lnTo>
                  <a:lnTo>
                    <a:pt x="10405" y="20532"/>
                  </a:lnTo>
                  <a:lnTo>
                    <a:pt x="12375" y="21693"/>
                  </a:lnTo>
                  <a:lnTo>
                    <a:pt x="13473" y="20115"/>
                  </a:lnTo>
                  <a:lnTo>
                    <a:pt x="12059" y="16794"/>
                  </a:lnTo>
                  <a:lnTo>
                    <a:pt x="12615" y="15923"/>
                  </a:lnTo>
                  <a:lnTo>
                    <a:pt x="14420" y="18360"/>
                  </a:lnTo>
                  <a:lnTo>
                    <a:pt x="15683" y="16794"/>
                  </a:lnTo>
                  <a:lnTo>
                    <a:pt x="16403" y="15052"/>
                  </a:lnTo>
                  <a:lnTo>
                    <a:pt x="12931" y="12135"/>
                  </a:lnTo>
                  <a:lnTo>
                    <a:pt x="14269" y="11630"/>
                  </a:lnTo>
                  <a:lnTo>
                    <a:pt x="13549" y="8195"/>
                  </a:lnTo>
                  <a:lnTo>
                    <a:pt x="12211" y="5821"/>
                  </a:lnTo>
                  <a:lnTo>
                    <a:pt x="10721" y="4963"/>
                  </a:lnTo>
                  <a:lnTo>
                    <a:pt x="9067" y="3624"/>
                  </a:lnTo>
                  <a:lnTo>
                    <a:pt x="10557" y="3069"/>
                  </a:lnTo>
                  <a:lnTo>
                    <a:pt x="10165" y="1414"/>
                  </a:lnTo>
                  <a:lnTo>
                    <a:pt x="7918" y="354"/>
                  </a:lnTo>
                  <a:lnTo>
                    <a:pt x="5670" y="1326"/>
                  </a:lnTo>
                  <a:lnTo>
                    <a:pt x="5165" y="2677"/>
                  </a:lnTo>
                  <a:lnTo>
                    <a:pt x="3814" y="4256"/>
                  </a:lnTo>
                  <a:lnTo>
                    <a:pt x="2993" y="3069"/>
                  </a:lnTo>
                  <a:lnTo>
                    <a:pt x="412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38"/>
            <p:cNvSpPr/>
            <p:nvPr/>
          </p:nvSpPr>
          <p:spPr>
            <a:xfrm>
              <a:off x="2011275" y="1270725"/>
              <a:ext cx="427750" cy="619075"/>
            </a:xfrm>
            <a:custGeom>
              <a:rect b="b" l="l" r="r" t="t"/>
              <a:pathLst>
                <a:path extrusionOk="0" h="24763" w="17110">
                  <a:moveTo>
                    <a:pt x="8246" y="1567"/>
                  </a:moveTo>
                  <a:lnTo>
                    <a:pt x="10228" y="2501"/>
                  </a:lnTo>
                  <a:lnTo>
                    <a:pt x="10518" y="3739"/>
                  </a:lnTo>
                  <a:lnTo>
                    <a:pt x="8763" y="4383"/>
                  </a:lnTo>
                  <a:lnTo>
                    <a:pt x="10885" y="6087"/>
                  </a:lnTo>
                  <a:lnTo>
                    <a:pt x="12311" y="6908"/>
                  </a:lnTo>
                  <a:lnTo>
                    <a:pt x="13587" y="9156"/>
                  </a:lnTo>
                  <a:lnTo>
                    <a:pt x="14231" y="12287"/>
                  </a:lnTo>
                  <a:lnTo>
                    <a:pt x="12640" y="12881"/>
                  </a:lnTo>
                  <a:lnTo>
                    <a:pt x="16340" y="15999"/>
                  </a:lnTo>
                  <a:lnTo>
                    <a:pt x="15733" y="17477"/>
                  </a:lnTo>
                  <a:lnTo>
                    <a:pt x="14761" y="18689"/>
                  </a:lnTo>
                  <a:lnTo>
                    <a:pt x="12918" y="16227"/>
                  </a:lnTo>
                  <a:lnTo>
                    <a:pt x="12021" y="17616"/>
                  </a:lnTo>
                  <a:lnTo>
                    <a:pt x="13448" y="20937"/>
                  </a:lnTo>
                  <a:lnTo>
                    <a:pt x="12615" y="22136"/>
                  </a:lnTo>
                  <a:lnTo>
                    <a:pt x="10076" y="20633"/>
                  </a:lnTo>
                  <a:lnTo>
                    <a:pt x="11339" y="23639"/>
                  </a:lnTo>
                  <a:lnTo>
                    <a:pt x="10051" y="23146"/>
                  </a:lnTo>
                  <a:lnTo>
                    <a:pt x="8549" y="21492"/>
                  </a:lnTo>
                  <a:lnTo>
                    <a:pt x="7109" y="19459"/>
                  </a:lnTo>
                  <a:lnTo>
                    <a:pt x="4748" y="19459"/>
                  </a:lnTo>
                  <a:lnTo>
                    <a:pt x="4407" y="18500"/>
                  </a:lnTo>
                  <a:cubicBezTo>
                    <a:pt x="4723" y="18373"/>
                    <a:pt x="5064" y="18297"/>
                    <a:pt x="5417" y="18272"/>
                  </a:cubicBezTo>
                  <a:cubicBezTo>
                    <a:pt x="6124" y="18196"/>
                    <a:pt x="6124" y="18196"/>
                    <a:pt x="6238" y="18146"/>
                  </a:cubicBezTo>
                  <a:cubicBezTo>
                    <a:pt x="6301" y="18121"/>
                    <a:pt x="6453" y="18070"/>
                    <a:pt x="7412" y="17881"/>
                  </a:cubicBezTo>
                  <a:cubicBezTo>
                    <a:pt x="8208" y="17717"/>
                    <a:pt x="8725" y="17401"/>
                    <a:pt x="8940" y="16934"/>
                  </a:cubicBezTo>
                  <a:cubicBezTo>
                    <a:pt x="9079" y="16618"/>
                    <a:pt x="9079" y="16265"/>
                    <a:pt x="8953" y="15936"/>
                  </a:cubicBezTo>
                  <a:lnTo>
                    <a:pt x="10253" y="13676"/>
                  </a:lnTo>
                  <a:lnTo>
                    <a:pt x="8801" y="12060"/>
                  </a:lnTo>
                  <a:lnTo>
                    <a:pt x="7652" y="7590"/>
                  </a:lnTo>
                  <a:lnTo>
                    <a:pt x="6718" y="9332"/>
                  </a:lnTo>
                  <a:lnTo>
                    <a:pt x="5026" y="8928"/>
                  </a:lnTo>
                  <a:lnTo>
                    <a:pt x="2513" y="7388"/>
                  </a:lnTo>
                  <a:lnTo>
                    <a:pt x="644" y="7741"/>
                  </a:lnTo>
                  <a:lnTo>
                    <a:pt x="644" y="5367"/>
                  </a:lnTo>
                  <a:lnTo>
                    <a:pt x="1793" y="3208"/>
                  </a:lnTo>
                  <a:lnTo>
                    <a:pt x="3801" y="1744"/>
                  </a:lnTo>
                  <a:lnTo>
                    <a:pt x="3801" y="1744"/>
                  </a:lnTo>
                  <a:lnTo>
                    <a:pt x="2980" y="3991"/>
                  </a:lnTo>
                  <a:lnTo>
                    <a:pt x="4129" y="5645"/>
                  </a:lnTo>
                  <a:lnTo>
                    <a:pt x="5745" y="3751"/>
                  </a:lnTo>
                  <a:lnTo>
                    <a:pt x="6263" y="2438"/>
                  </a:lnTo>
                  <a:lnTo>
                    <a:pt x="8246" y="1567"/>
                  </a:lnTo>
                  <a:close/>
                  <a:moveTo>
                    <a:pt x="5114" y="1"/>
                  </a:moveTo>
                  <a:lnTo>
                    <a:pt x="1288" y="2779"/>
                  </a:lnTo>
                  <a:lnTo>
                    <a:pt x="0" y="5203"/>
                  </a:lnTo>
                  <a:lnTo>
                    <a:pt x="0" y="8486"/>
                  </a:lnTo>
                  <a:lnTo>
                    <a:pt x="2374" y="8044"/>
                  </a:lnTo>
                  <a:lnTo>
                    <a:pt x="4723" y="9471"/>
                  </a:lnTo>
                  <a:lnTo>
                    <a:pt x="7021" y="10039"/>
                  </a:lnTo>
                  <a:lnTo>
                    <a:pt x="7425" y="9294"/>
                  </a:lnTo>
                  <a:lnTo>
                    <a:pt x="8208" y="12350"/>
                  </a:lnTo>
                  <a:lnTo>
                    <a:pt x="9458" y="13739"/>
                  </a:lnTo>
                  <a:lnTo>
                    <a:pt x="8321" y="15747"/>
                  </a:lnTo>
                  <a:lnTo>
                    <a:pt x="8233" y="15911"/>
                  </a:lnTo>
                  <a:lnTo>
                    <a:pt x="8309" y="16063"/>
                  </a:lnTo>
                  <a:cubicBezTo>
                    <a:pt x="8410" y="16252"/>
                    <a:pt x="8422" y="16467"/>
                    <a:pt x="8347" y="16669"/>
                  </a:cubicBezTo>
                  <a:cubicBezTo>
                    <a:pt x="8220" y="16946"/>
                    <a:pt x="7842" y="17148"/>
                    <a:pt x="7273" y="17262"/>
                  </a:cubicBezTo>
                  <a:cubicBezTo>
                    <a:pt x="6263" y="17464"/>
                    <a:pt x="6099" y="17527"/>
                    <a:pt x="6011" y="17565"/>
                  </a:cubicBezTo>
                  <a:cubicBezTo>
                    <a:pt x="5783" y="17603"/>
                    <a:pt x="5556" y="17641"/>
                    <a:pt x="5329" y="17654"/>
                  </a:cubicBezTo>
                  <a:cubicBezTo>
                    <a:pt x="4937" y="17704"/>
                    <a:pt x="3712" y="17843"/>
                    <a:pt x="3712" y="18411"/>
                  </a:cubicBezTo>
                  <a:lnTo>
                    <a:pt x="4293" y="20103"/>
                  </a:lnTo>
                  <a:lnTo>
                    <a:pt x="6793" y="20103"/>
                  </a:lnTo>
                  <a:lnTo>
                    <a:pt x="8056" y="21884"/>
                  </a:lnTo>
                  <a:lnTo>
                    <a:pt x="9685" y="23677"/>
                  </a:lnTo>
                  <a:lnTo>
                    <a:pt x="12488" y="24763"/>
                  </a:lnTo>
                  <a:lnTo>
                    <a:pt x="11390" y="22161"/>
                  </a:lnTo>
                  <a:lnTo>
                    <a:pt x="12791" y="22982"/>
                  </a:lnTo>
                  <a:lnTo>
                    <a:pt x="14168" y="20987"/>
                  </a:lnTo>
                  <a:lnTo>
                    <a:pt x="12741" y="17666"/>
                  </a:lnTo>
                  <a:lnTo>
                    <a:pt x="12968" y="17325"/>
                  </a:lnTo>
                  <a:lnTo>
                    <a:pt x="14748" y="19712"/>
                  </a:lnTo>
                  <a:lnTo>
                    <a:pt x="16264" y="17830"/>
                  </a:lnTo>
                  <a:lnTo>
                    <a:pt x="17110" y="15810"/>
                  </a:lnTo>
                  <a:lnTo>
                    <a:pt x="13877" y="13083"/>
                  </a:lnTo>
                  <a:lnTo>
                    <a:pt x="14963" y="12678"/>
                  </a:lnTo>
                  <a:lnTo>
                    <a:pt x="14193" y="8979"/>
                  </a:lnTo>
                  <a:lnTo>
                    <a:pt x="12779" y="6453"/>
                  </a:lnTo>
                  <a:lnTo>
                    <a:pt x="11238" y="5569"/>
                  </a:lnTo>
                  <a:lnTo>
                    <a:pt x="10013" y="4585"/>
                  </a:lnTo>
                  <a:lnTo>
                    <a:pt x="11263" y="4117"/>
                  </a:lnTo>
                  <a:lnTo>
                    <a:pt x="10771" y="2047"/>
                  </a:lnTo>
                  <a:lnTo>
                    <a:pt x="8258" y="860"/>
                  </a:lnTo>
                  <a:lnTo>
                    <a:pt x="5758" y="1958"/>
                  </a:lnTo>
                  <a:lnTo>
                    <a:pt x="5215" y="3372"/>
                  </a:lnTo>
                  <a:lnTo>
                    <a:pt x="4180" y="4597"/>
                  </a:lnTo>
                  <a:lnTo>
                    <a:pt x="3675" y="3890"/>
                  </a:lnTo>
                  <a:lnTo>
                    <a:pt x="511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38"/>
            <p:cNvSpPr/>
            <p:nvPr/>
          </p:nvSpPr>
          <p:spPr>
            <a:xfrm>
              <a:off x="2342725" y="2272700"/>
              <a:ext cx="102300" cy="109875"/>
            </a:xfrm>
            <a:custGeom>
              <a:rect b="b" l="l" r="r" t="t"/>
              <a:pathLst>
                <a:path extrusionOk="0" h="4395" w="4092">
                  <a:moveTo>
                    <a:pt x="112" y="2946"/>
                  </a:moveTo>
                  <a:cubicBezTo>
                    <a:pt x="41" y="2963"/>
                    <a:pt x="1" y="2986"/>
                    <a:pt x="1" y="3018"/>
                  </a:cubicBezTo>
                  <a:cubicBezTo>
                    <a:pt x="1" y="3026"/>
                    <a:pt x="3" y="3031"/>
                    <a:pt x="9" y="3031"/>
                  </a:cubicBezTo>
                  <a:cubicBezTo>
                    <a:pt x="25" y="3031"/>
                    <a:pt x="60" y="3000"/>
                    <a:pt x="112" y="2946"/>
                  </a:cubicBezTo>
                  <a:close/>
                  <a:moveTo>
                    <a:pt x="2337" y="0"/>
                  </a:moveTo>
                  <a:cubicBezTo>
                    <a:pt x="2337" y="0"/>
                    <a:pt x="576" y="2455"/>
                    <a:pt x="112" y="2946"/>
                  </a:cubicBezTo>
                  <a:lnTo>
                    <a:pt x="112" y="2946"/>
                  </a:lnTo>
                  <a:cubicBezTo>
                    <a:pt x="226" y="2918"/>
                    <a:pt x="419" y="2908"/>
                    <a:pt x="644" y="2908"/>
                  </a:cubicBezTo>
                  <a:cubicBezTo>
                    <a:pt x="1336" y="2908"/>
                    <a:pt x="2337" y="3005"/>
                    <a:pt x="2337" y="3005"/>
                  </a:cubicBezTo>
                  <a:lnTo>
                    <a:pt x="3145" y="4394"/>
                  </a:lnTo>
                  <a:lnTo>
                    <a:pt x="4092" y="3990"/>
                  </a:lnTo>
                  <a:lnTo>
                    <a:pt x="4092" y="2096"/>
                  </a:lnTo>
                  <a:lnTo>
                    <a:pt x="2438" y="1465"/>
                  </a:lnTo>
                  <a:lnTo>
                    <a:pt x="233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38"/>
            <p:cNvSpPr/>
            <p:nvPr/>
          </p:nvSpPr>
          <p:spPr>
            <a:xfrm>
              <a:off x="2334825" y="2250600"/>
              <a:ext cx="118400" cy="142075"/>
            </a:xfrm>
            <a:custGeom>
              <a:rect b="b" l="l" r="r" t="t"/>
              <a:pathLst>
                <a:path extrusionOk="0" h="5683" w="4736">
                  <a:moveTo>
                    <a:pt x="2387" y="1781"/>
                  </a:moveTo>
                  <a:lnTo>
                    <a:pt x="2450" y="2576"/>
                  </a:lnTo>
                  <a:lnTo>
                    <a:pt x="4079" y="3207"/>
                  </a:lnTo>
                  <a:lnTo>
                    <a:pt x="4079" y="4659"/>
                  </a:lnTo>
                  <a:lnTo>
                    <a:pt x="3587" y="4874"/>
                  </a:lnTo>
                  <a:lnTo>
                    <a:pt x="2829" y="3586"/>
                  </a:lnTo>
                  <a:lnTo>
                    <a:pt x="2665" y="3574"/>
                  </a:lnTo>
                  <a:cubicBezTo>
                    <a:pt x="1983" y="3510"/>
                    <a:pt x="1491" y="3473"/>
                    <a:pt x="1125" y="3473"/>
                  </a:cubicBezTo>
                  <a:lnTo>
                    <a:pt x="1137" y="3473"/>
                  </a:lnTo>
                  <a:cubicBezTo>
                    <a:pt x="1428" y="3106"/>
                    <a:pt x="1819" y="2576"/>
                    <a:pt x="2387" y="1781"/>
                  </a:cubicBezTo>
                  <a:close/>
                  <a:moveTo>
                    <a:pt x="2905" y="0"/>
                  </a:moveTo>
                  <a:lnTo>
                    <a:pt x="2400" y="707"/>
                  </a:lnTo>
                  <a:cubicBezTo>
                    <a:pt x="1541" y="1894"/>
                    <a:pt x="582" y="3195"/>
                    <a:pt x="253" y="3561"/>
                  </a:cubicBezTo>
                  <a:cubicBezTo>
                    <a:pt x="203" y="3574"/>
                    <a:pt x="165" y="3599"/>
                    <a:pt x="127" y="3637"/>
                  </a:cubicBezTo>
                  <a:lnTo>
                    <a:pt x="1" y="3763"/>
                  </a:lnTo>
                  <a:lnTo>
                    <a:pt x="1" y="4142"/>
                  </a:lnTo>
                  <a:lnTo>
                    <a:pt x="228" y="4218"/>
                  </a:lnTo>
                  <a:cubicBezTo>
                    <a:pt x="268" y="4227"/>
                    <a:pt x="302" y="4237"/>
                    <a:pt x="339" y="4237"/>
                  </a:cubicBezTo>
                  <a:cubicBezTo>
                    <a:pt x="396" y="4237"/>
                    <a:pt x="462" y="4214"/>
                    <a:pt x="569" y="4129"/>
                  </a:cubicBezTo>
                  <a:cubicBezTo>
                    <a:pt x="771" y="4117"/>
                    <a:pt x="974" y="4111"/>
                    <a:pt x="1176" y="4111"/>
                  </a:cubicBezTo>
                  <a:cubicBezTo>
                    <a:pt x="1605" y="4111"/>
                    <a:pt x="2034" y="4137"/>
                    <a:pt x="2463" y="4180"/>
                  </a:cubicBezTo>
                  <a:lnTo>
                    <a:pt x="3334" y="5682"/>
                  </a:lnTo>
                  <a:lnTo>
                    <a:pt x="4736" y="5076"/>
                  </a:lnTo>
                  <a:lnTo>
                    <a:pt x="4736" y="2753"/>
                  </a:lnTo>
                  <a:lnTo>
                    <a:pt x="3069" y="2121"/>
                  </a:lnTo>
                  <a:lnTo>
                    <a:pt x="2905"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38"/>
            <p:cNvSpPr/>
            <p:nvPr/>
          </p:nvSpPr>
          <p:spPr>
            <a:xfrm>
              <a:off x="1713900" y="3010725"/>
              <a:ext cx="224775" cy="69925"/>
            </a:xfrm>
            <a:custGeom>
              <a:rect b="b" l="l" r="r" t="t"/>
              <a:pathLst>
                <a:path extrusionOk="0" h="2797" w="8991">
                  <a:moveTo>
                    <a:pt x="1112" y="1"/>
                  </a:moveTo>
                  <a:lnTo>
                    <a:pt x="0" y="556"/>
                  </a:lnTo>
                  <a:lnTo>
                    <a:pt x="1112" y="834"/>
                  </a:lnTo>
                  <a:cubicBezTo>
                    <a:pt x="1112" y="834"/>
                    <a:pt x="3864" y="1125"/>
                    <a:pt x="4104" y="1125"/>
                  </a:cubicBezTo>
                  <a:cubicBezTo>
                    <a:pt x="4344" y="1125"/>
                    <a:pt x="6705" y="2110"/>
                    <a:pt x="6705" y="2110"/>
                  </a:cubicBezTo>
                  <a:cubicBezTo>
                    <a:pt x="6705" y="2110"/>
                    <a:pt x="5423" y="2797"/>
                    <a:pt x="5497" y="2797"/>
                  </a:cubicBezTo>
                  <a:cubicBezTo>
                    <a:pt x="5501" y="2797"/>
                    <a:pt x="5508" y="2795"/>
                    <a:pt x="5518" y="2791"/>
                  </a:cubicBezTo>
                  <a:cubicBezTo>
                    <a:pt x="5758" y="2716"/>
                    <a:pt x="8991" y="2463"/>
                    <a:pt x="8991" y="2463"/>
                  </a:cubicBezTo>
                  <a:lnTo>
                    <a:pt x="7892" y="1390"/>
                  </a:lnTo>
                  <a:lnTo>
                    <a:pt x="324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38"/>
            <p:cNvSpPr/>
            <p:nvPr/>
          </p:nvSpPr>
          <p:spPr>
            <a:xfrm>
              <a:off x="1691475" y="3002850"/>
              <a:ext cx="265200" cy="86825"/>
            </a:xfrm>
            <a:custGeom>
              <a:rect b="b" l="l" r="r" t="t"/>
              <a:pathLst>
                <a:path extrusionOk="0" h="3473" w="10608">
                  <a:moveTo>
                    <a:pt x="4079" y="644"/>
                  </a:moveTo>
                  <a:lnTo>
                    <a:pt x="8613" y="1995"/>
                  </a:lnTo>
                  <a:lnTo>
                    <a:pt x="9168" y="2526"/>
                  </a:lnTo>
                  <a:cubicBezTo>
                    <a:pt x="8764" y="2551"/>
                    <a:pt x="8310" y="2589"/>
                    <a:pt x="7880" y="2627"/>
                  </a:cubicBezTo>
                  <a:lnTo>
                    <a:pt x="8335" y="2387"/>
                  </a:lnTo>
                  <a:lnTo>
                    <a:pt x="7716" y="2134"/>
                  </a:lnTo>
                  <a:cubicBezTo>
                    <a:pt x="6112" y="1465"/>
                    <a:pt x="5191" y="1124"/>
                    <a:pt x="5001" y="1124"/>
                  </a:cubicBezTo>
                  <a:cubicBezTo>
                    <a:pt x="4824" y="1124"/>
                    <a:pt x="3095" y="947"/>
                    <a:pt x="2072" y="846"/>
                  </a:cubicBezTo>
                  <a:lnTo>
                    <a:pt x="1807" y="770"/>
                  </a:lnTo>
                  <a:lnTo>
                    <a:pt x="2072" y="644"/>
                  </a:lnTo>
                  <a:close/>
                  <a:moveTo>
                    <a:pt x="1933" y="0"/>
                  </a:moveTo>
                  <a:lnTo>
                    <a:pt x="1" y="973"/>
                  </a:lnTo>
                  <a:lnTo>
                    <a:pt x="1971" y="1465"/>
                  </a:lnTo>
                  <a:cubicBezTo>
                    <a:pt x="2438" y="1515"/>
                    <a:pt x="4749" y="1755"/>
                    <a:pt x="4976" y="1755"/>
                  </a:cubicBezTo>
                  <a:cubicBezTo>
                    <a:pt x="5127" y="1781"/>
                    <a:pt x="5974" y="2096"/>
                    <a:pt x="6857" y="2462"/>
                  </a:cubicBezTo>
                  <a:cubicBezTo>
                    <a:pt x="5974" y="2942"/>
                    <a:pt x="5986" y="2980"/>
                    <a:pt x="6100" y="3233"/>
                  </a:cubicBezTo>
                  <a:lnTo>
                    <a:pt x="6251" y="3473"/>
                  </a:lnTo>
                  <a:lnTo>
                    <a:pt x="6516" y="3410"/>
                  </a:lnTo>
                  <a:cubicBezTo>
                    <a:pt x="6706" y="3359"/>
                    <a:pt x="8411" y="3207"/>
                    <a:pt x="9913" y="3094"/>
                  </a:cubicBezTo>
                  <a:lnTo>
                    <a:pt x="10608" y="3043"/>
                  </a:lnTo>
                  <a:lnTo>
                    <a:pt x="8953" y="1427"/>
                  </a:lnTo>
                  <a:lnTo>
                    <a:pt x="4231" y="13"/>
                  </a:lnTo>
                  <a:lnTo>
                    <a:pt x="193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38"/>
            <p:cNvSpPr/>
            <p:nvPr/>
          </p:nvSpPr>
          <p:spPr>
            <a:xfrm>
              <a:off x="1938650" y="3067875"/>
              <a:ext cx="120300" cy="55275"/>
            </a:xfrm>
            <a:custGeom>
              <a:rect b="b" l="l" r="r" t="t"/>
              <a:pathLst>
                <a:path extrusionOk="0" h="2211" w="4812">
                  <a:moveTo>
                    <a:pt x="1807" y="0"/>
                  </a:moveTo>
                  <a:lnTo>
                    <a:pt x="1099" y="1036"/>
                  </a:lnTo>
                  <a:lnTo>
                    <a:pt x="1" y="2210"/>
                  </a:lnTo>
                  <a:lnTo>
                    <a:pt x="1" y="2210"/>
                  </a:lnTo>
                  <a:lnTo>
                    <a:pt x="2842" y="1743"/>
                  </a:lnTo>
                  <a:lnTo>
                    <a:pt x="4812" y="2210"/>
                  </a:lnTo>
                  <a:lnTo>
                    <a:pt x="4812" y="2210"/>
                  </a:lnTo>
                  <a:lnTo>
                    <a:pt x="4408" y="493"/>
                  </a:lnTo>
                  <a:lnTo>
                    <a:pt x="180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38"/>
            <p:cNvSpPr/>
            <p:nvPr/>
          </p:nvSpPr>
          <p:spPr>
            <a:xfrm>
              <a:off x="1916875" y="3059350"/>
              <a:ext cx="152175" cy="75475"/>
            </a:xfrm>
            <a:custGeom>
              <a:rect b="b" l="l" r="r" t="t"/>
              <a:pathLst>
                <a:path extrusionOk="0" h="3019" w="6087">
                  <a:moveTo>
                    <a:pt x="2829" y="695"/>
                  </a:moveTo>
                  <a:lnTo>
                    <a:pt x="5026" y="1099"/>
                  </a:lnTo>
                  <a:lnTo>
                    <a:pt x="5253" y="2122"/>
                  </a:lnTo>
                  <a:lnTo>
                    <a:pt x="5253" y="2122"/>
                  </a:lnTo>
                  <a:lnTo>
                    <a:pt x="3713" y="1756"/>
                  </a:lnTo>
                  <a:lnTo>
                    <a:pt x="1731" y="2084"/>
                  </a:lnTo>
                  <a:lnTo>
                    <a:pt x="2236" y="1541"/>
                  </a:lnTo>
                  <a:lnTo>
                    <a:pt x="2829" y="695"/>
                  </a:lnTo>
                  <a:close/>
                  <a:moveTo>
                    <a:pt x="2526" y="0"/>
                  </a:moveTo>
                  <a:lnTo>
                    <a:pt x="1743" y="1162"/>
                  </a:lnTo>
                  <a:lnTo>
                    <a:pt x="1" y="3018"/>
                  </a:lnTo>
                  <a:lnTo>
                    <a:pt x="3675" y="2400"/>
                  </a:lnTo>
                  <a:lnTo>
                    <a:pt x="6087" y="2980"/>
                  </a:lnTo>
                  <a:lnTo>
                    <a:pt x="5531" y="556"/>
                  </a:lnTo>
                  <a:lnTo>
                    <a:pt x="252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38"/>
            <p:cNvSpPr/>
            <p:nvPr/>
          </p:nvSpPr>
          <p:spPr>
            <a:xfrm>
              <a:off x="1843950" y="3121225"/>
              <a:ext cx="55275" cy="29075"/>
            </a:xfrm>
            <a:custGeom>
              <a:rect b="b" l="l" r="r" t="t"/>
              <a:pathLst>
                <a:path extrusionOk="0" h="1163" w="2211">
                  <a:moveTo>
                    <a:pt x="1" y="0"/>
                  </a:moveTo>
                  <a:lnTo>
                    <a:pt x="1226" y="1162"/>
                  </a:lnTo>
                  <a:lnTo>
                    <a:pt x="2211" y="278"/>
                  </a:lnTo>
                  <a:lnTo>
                    <a:pt x="165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38"/>
            <p:cNvSpPr/>
            <p:nvPr/>
          </p:nvSpPr>
          <p:spPr>
            <a:xfrm>
              <a:off x="1824375" y="3113325"/>
              <a:ext cx="88750" cy="47700"/>
            </a:xfrm>
            <a:custGeom>
              <a:rect b="b" l="l" r="r" t="t"/>
              <a:pathLst>
                <a:path extrusionOk="0" h="1908" w="3550">
                  <a:moveTo>
                    <a:pt x="2375" y="632"/>
                  </a:moveTo>
                  <a:lnTo>
                    <a:pt x="2438" y="670"/>
                  </a:lnTo>
                  <a:lnTo>
                    <a:pt x="2021" y="1049"/>
                  </a:lnTo>
                  <a:lnTo>
                    <a:pt x="1579" y="632"/>
                  </a:lnTo>
                  <a:close/>
                  <a:moveTo>
                    <a:pt x="1" y="1"/>
                  </a:moveTo>
                  <a:lnTo>
                    <a:pt x="1996" y="1907"/>
                  </a:lnTo>
                  <a:lnTo>
                    <a:pt x="3549" y="518"/>
                  </a:lnTo>
                  <a:lnTo>
                    <a:pt x="251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38"/>
            <p:cNvSpPr/>
            <p:nvPr/>
          </p:nvSpPr>
          <p:spPr>
            <a:xfrm>
              <a:off x="2090500" y="3105425"/>
              <a:ext cx="65050" cy="33175"/>
            </a:xfrm>
            <a:custGeom>
              <a:rect b="b" l="l" r="r" t="t"/>
              <a:pathLst>
                <a:path extrusionOk="0" h="1327" w="2602">
                  <a:moveTo>
                    <a:pt x="0" y="1"/>
                  </a:moveTo>
                  <a:lnTo>
                    <a:pt x="468" y="1327"/>
                  </a:lnTo>
                  <a:lnTo>
                    <a:pt x="2602" y="658"/>
                  </a:lnTo>
                  <a:lnTo>
                    <a:pt x="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38"/>
            <p:cNvSpPr/>
            <p:nvPr/>
          </p:nvSpPr>
          <p:spPr>
            <a:xfrm>
              <a:off x="2077875" y="3094075"/>
              <a:ext cx="106725" cy="54325"/>
            </a:xfrm>
            <a:custGeom>
              <a:rect b="b" l="l" r="r" t="t"/>
              <a:pathLst>
                <a:path extrusionOk="0" h="2173" w="4269">
                  <a:moveTo>
                    <a:pt x="998" y="910"/>
                  </a:moveTo>
                  <a:lnTo>
                    <a:pt x="1945" y="1137"/>
                  </a:lnTo>
                  <a:lnTo>
                    <a:pt x="1162" y="1377"/>
                  </a:lnTo>
                  <a:lnTo>
                    <a:pt x="998" y="910"/>
                  </a:lnTo>
                  <a:close/>
                  <a:moveTo>
                    <a:pt x="0" y="0"/>
                  </a:moveTo>
                  <a:lnTo>
                    <a:pt x="783" y="2172"/>
                  </a:lnTo>
                  <a:lnTo>
                    <a:pt x="4268" y="1086"/>
                  </a:lnTo>
                  <a:lnTo>
                    <a:pt x="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70" name="Google Shape;970;p38"/>
          <p:cNvGrpSpPr/>
          <p:nvPr/>
        </p:nvGrpSpPr>
        <p:grpSpPr>
          <a:xfrm>
            <a:off x="7287063" y="4046391"/>
            <a:ext cx="211977" cy="211977"/>
            <a:chOff x="7810319" y="3921168"/>
            <a:chExt cx="216657" cy="216657"/>
          </a:xfrm>
        </p:grpSpPr>
        <p:grpSp>
          <p:nvGrpSpPr>
            <p:cNvPr id="971" name="Google Shape;971;p38"/>
            <p:cNvGrpSpPr/>
            <p:nvPr/>
          </p:nvGrpSpPr>
          <p:grpSpPr>
            <a:xfrm>
              <a:off x="7810319" y="3921168"/>
              <a:ext cx="216657" cy="216657"/>
              <a:chOff x="7592387" y="4175808"/>
              <a:chExt cx="275400" cy="275400"/>
            </a:xfrm>
          </p:grpSpPr>
          <p:sp>
            <p:nvSpPr>
              <p:cNvPr id="972" name="Google Shape;972;p38"/>
              <p:cNvSpPr/>
              <p:nvPr/>
            </p:nvSpPr>
            <p:spPr>
              <a:xfrm>
                <a:off x="7592387" y="4175808"/>
                <a:ext cx="275400" cy="2754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38"/>
              <p:cNvSpPr/>
              <p:nvPr/>
            </p:nvSpPr>
            <p:spPr>
              <a:xfrm>
                <a:off x="7629620" y="4213049"/>
                <a:ext cx="201000" cy="2010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74" name="Google Shape;974;p38"/>
            <p:cNvSpPr/>
            <p:nvPr/>
          </p:nvSpPr>
          <p:spPr>
            <a:xfrm>
              <a:off x="7882502" y="3992680"/>
              <a:ext cx="73800" cy="738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8" name="Shape 978"/>
        <p:cNvGrpSpPr/>
        <p:nvPr/>
      </p:nvGrpSpPr>
      <p:grpSpPr>
        <a:xfrm>
          <a:off x="0" y="0"/>
          <a:ext cx="0" cy="0"/>
          <a:chOff x="0" y="0"/>
          <a:chExt cx="0" cy="0"/>
        </a:xfrm>
      </p:grpSpPr>
      <p:grpSp>
        <p:nvGrpSpPr>
          <p:cNvPr id="979" name="Google Shape;979;p39"/>
          <p:cNvGrpSpPr/>
          <p:nvPr/>
        </p:nvGrpSpPr>
        <p:grpSpPr>
          <a:xfrm>
            <a:off x="3415025" y="563200"/>
            <a:ext cx="1595286" cy="154800"/>
            <a:chOff x="3415025" y="563200"/>
            <a:chExt cx="1595286" cy="154800"/>
          </a:xfrm>
        </p:grpSpPr>
        <p:sp>
          <p:nvSpPr>
            <p:cNvPr id="980" name="Google Shape;980;p39"/>
            <p:cNvSpPr/>
            <p:nvPr/>
          </p:nvSpPr>
          <p:spPr>
            <a:xfrm>
              <a:off x="3415025" y="563200"/>
              <a:ext cx="381000" cy="154800"/>
            </a:xfrm>
            <a:prstGeom prst="chevron">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000">
                <a:solidFill>
                  <a:schemeClr val="lt1"/>
                </a:solidFill>
                <a:latin typeface="Inter"/>
                <a:ea typeface="Inter"/>
                <a:cs typeface="Inter"/>
                <a:sym typeface="Inter"/>
              </a:endParaRPr>
            </a:p>
          </p:txBody>
        </p:sp>
        <p:sp>
          <p:nvSpPr>
            <p:cNvPr id="981" name="Google Shape;981;p39"/>
            <p:cNvSpPr/>
            <p:nvPr/>
          </p:nvSpPr>
          <p:spPr>
            <a:xfrm>
              <a:off x="3718596" y="563200"/>
              <a:ext cx="381000" cy="154800"/>
            </a:xfrm>
            <a:prstGeom prst="chevron">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000">
                <a:solidFill>
                  <a:schemeClr val="lt1"/>
                </a:solidFill>
                <a:latin typeface="Inter"/>
                <a:ea typeface="Inter"/>
                <a:cs typeface="Inter"/>
                <a:sym typeface="Inter"/>
              </a:endParaRPr>
            </a:p>
          </p:txBody>
        </p:sp>
        <p:sp>
          <p:nvSpPr>
            <p:cNvPr id="982" name="Google Shape;982;p39"/>
            <p:cNvSpPr/>
            <p:nvPr/>
          </p:nvSpPr>
          <p:spPr>
            <a:xfrm>
              <a:off x="4022168" y="563200"/>
              <a:ext cx="381000" cy="154800"/>
            </a:xfrm>
            <a:prstGeom prst="chevron">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000">
                <a:solidFill>
                  <a:schemeClr val="lt1"/>
                </a:solidFill>
                <a:latin typeface="Inter"/>
                <a:ea typeface="Inter"/>
                <a:cs typeface="Inter"/>
                <a:sym typeface="Inter"/>
              </a:endParaRPr>
            </a:p>
          </p:txBody>
        </p:sp>
        <p:sp>
          <p:nvSpPr>
            <p:cNvPr id="983" name="Google Shape;983;p39"/>
            <p:cNvSpPr/>
            <p:nvPr/>
          </p:nvSpPr>
          <p:spPr>
            <a:xfrm>
              <a:off x="4325739" y="563200"/>
              <a:ext cx="381000" cy="154800"/>
            </a:xfrm>
            <a:prstGeom prst="chevron">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000">
                <a:solidFill>
                  <a:schemeClr val="lt1"/>
                </a:solidFill>
                <a:latin typeface="Inter"/>
                <a:ea typeface="Inter"/>
                <a:cs typeface="Inter"/>
                <a:sym typeface="Inter"/>
              </a:endParaRPr>
            </a:p>
          </p:txBody>
        </p:sp>
        <p:sp>
          <p:nvSpPr>
            <p:cNvPr id="984" name="Google Shape;984;p39"/>
            <p:cNvSpPr/>
            <p:nvPr/>
          </p:nvSpPr>
          <p:spPr>
            <a:xfrm>
              <a:off x="4629311" y="563200"/>
              <a:ext cx="381000" cy="154800"/>
            </a:xfrm>
            <a:prstGeom prst="chevron">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000">
                <a:solidFill>
                  <a:schemeClr val="lt1"/>
                </a:solidFill>
                <a:latin typeface="Inter"/>
                <a:ea typeface="Inter"/>
                <a:cs typeface="Inter"/>
                <a:sym typeface="Inter"/>
              </a:endParaRPr>
            </a:p>
          </p:txBody>
        </p:sp>
      </p:grpSp>
      <p:grpSp>
        <p:nvGrpSpPr>
          <p:cNvPr id="985" name="Google Shape;985;p39"/>
          <p:cNvGrpSpPr/>
          <p:nvPr/>
        </p:nvGrpSpPr>
        <p:grpSpPr>
          <a:xfrm>
            <a:off x="6848306" y="2172844"/>
            <a:ext cx="1572551" cy="372635"/>
            <a:chOff x="3417981" y="2143776"/>
            <a:chExt cx="1652186" cy="391506"/>
          </a:xfrm>
        </p:grpSpPr>
        <p:grpSp>
          <p:nvGrpSpPr>
            <p:cNvPr id="986" name="Google Shape;986;p39"/>
            <p:cNvGrpSpPr/>
            <p:nvPr/>
          </p:nvGrpSpPr>
          <p:grpSpPr>
            <a:xfrm>
              <a:off x="3417981" y="2143776"/>
              <a:ext cx="502587" cy="318177"/>
              <a:chOff x="3417981" y="2143776"/>
              <a:chExt cx="502587" cy="318177"/>
            </a:xfrm>
          </p:grpSpPr>
          <p:cxnSp>
            <p:nvCxnSpPr>
              <p:cNvPr id="987" name="Google Shape;987;p39"/>
              <p:cNvCxnSpPr>
                <a:endCxn id="988" idx="2"/>
              </p:cNvCxnSpPr>
              <p:nvPr/>
            </p:nvCxnSpPr>
            <p:spPr>
              <a:xfrm>
                <a:off x="3651468" y="2345269"/>
                <a:ext cx="269100" cy="0"/>
              </a:xfrm>
              <a:prstGeom prst="straightConnector1">
                <a:avLst/>
              </a:prstGeom>
              <a:noFill/>
              <a:ln cap="flat" cmpd="sng" w="19050">
                <a:solidFill>
                  <a:schemeClr val="dk2"/>
                </a:solidFill>
                <a:prstDash val="solid"/>
                <a:round/>
                <a:headEnd len="med" w="med" type="none"/>
                <a:tailEnd len="med" w="med" type="none"/>
              </a:ln>
            </p:spPr>
          </p:cxnSp>
          <p:cxnSp>
            <p:nvCxnSpPr>
              <p:cNvPr id="989" name="Google Shape;989;p39"/>
              <p:cNvCxnSpPr>
                <a:stCxn id="990" idx="0"/>
              </p:cNvCxnSpPr>
              <p:nvPr/>
            </p:nvCxnSpPr>
            <p:spPr>
              <a:xfrm rot="10800000">
                <a:off x="3534651" y="2143776"/>
                <a:ext cx="0" cy="114600"/>
              </a:xfrm>
              <a:prstGeom prst="straightConnector1">
                <a:avLst/>
              </a:prstGeom>
              <a:noFill/>
              <a:ln cap="flat" cmpd="sng" w="19050">
                <a:solidFill>
                  <a:schemeClr val="lt1"/>
                </a:solidFill>
                <a:prstDash val="solid"/>
                <a:round/>
                <a:headEnd len="med" w="med" type="none"/>
                <a:tailEnd len="med" w="med" type="none"/>
              </a:ln>
            </p:spPr>
          </p:cxnSp>
          <p:sp>
            <p:nvSpPr>
              <p:cNvPr id="991" name="Google Shape;991;p39"/>
              <p:cNvSpPr/>
              <p:nvPr/>
            </p:nvSpPr>
            <p:spPr>
              <a:xfrm>
                <a:off x="3417981" y="2228553"/>
                <a:ext cx="233400" cy="233400"/>
              </a:xfrm>
              <a:prstGeom prst="ellipse">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p39"/>
              <p:cNvSpPr/>
              <p:nvPr/>
            </p:nvSpPr>
            <p:spPr>
              <a:xfrm>
                <a:off x="3447801" y="2258376"/>
                <a:ext cx="173700" cy="1737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92" name="Google Shape;992;p39"/>
            <p:cNvGrpSpPr/>
            <p:nvPr/>
          </p:nvGrpSpPr>
          <p:grpSpPr>
            <a:xfrm>
              <a:off x="3890753" y="2228450"/>
              <a:ext cx="502800" cy="306832"/>
              <a:chOff x="3890753" y="2228450"/>
              <a:chExt cx="502800" cy="306832"/>
            </a:xfrm>
          </p:grpSpPr>
          <p:cxnSp>
            <p:nvCxnSpPr>
              <p:cNvPr id="993" name="Google Shape;993;p39"/>
              <p:cNvCxnSpPr>
                <a:stCxn id="994" idx="6"/>
                <a:endCxn id="995" idx="2"/>
              </p:cNvCxnSpPr>
              <p:nvPr/>
            </p:nvCxnSpPr>
            <p:spPr>
              <a:xfrm>
                <a:off x="4124453" y="2345300"/>
                <a:ext cx="269100" cy="0"/>
              </a:xfrm>
              <a:prstGeom prst="straightConnector1">
                <a:avLst/>
              </a:prstGeom>
              <a:noFill/>
              <a:ln cap="flat" cmpd="sng" w="19050">
                <a:solidFill>
                  <a:schemeClr val="lt2"/>
                </a:solidFill>
                <a:prstDash val="solid"/>
                <a:round/>
                <a:headEnd len="med" w="med" type="none"/>
                <a:tailEnd len="med" w="med" type="none"/>
              </a:ln>
            </p:spPr>
          </p:cxnSp>
          <p:cxnSp>
            <p:nvCxnSpPr>
              <p:cNvPr id="996" name="Google Shape;996;p39"/>
              <p:cNvCxnSpPr/>
              <p:nvPr/>
            </p:nvCxnSpPr>
            <p:spPr>
              <a:xfrm>
                <a:off x="4007365" y="2432082"/>
                <a:ext cx="0" cy="103200"/>
              </a:xfrm>
              <a:prstGeom prst="straightConnector1">
                <a:avLst/>
              </a:prstGeom>
              <a:noFill/>
              <a:ln cap="flat" cmpd="sng" w="19050">
                <a:solidFill>
                  <a:schemeClr val="dk2"/>
                </a:solidFill>
                <a:prstDash val="solid"/>
                <a:round/>
                <a:headEnd len="med" w="med" type="none"/>
                <a:tailEnd len="med" w="med" type="none"/>
              </a:ln>
            </p:spPr>
          </p:cxnSp>
          <p:sp>
            <p:nvSpPr>
              <p:cNvPr id="994" name="Google Shape;994;p39"/>
              <p:cNvSpPr/>
              <p:nvPr/>
            </p:nvSpPr>
            <p:spPr>
              <a:xfrm>
                <a:off x="3890753" y="2228450"/>
                <a:ext cx="233700" cy="233700"/>
              </a:xfrm>
              <a:prstGeom prst="ellipse">
                <a:avLst/>
              </a:prstGeom>
              <a:noFill/>
              <a:ln cap="flat" cmpd="sng" w="2857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p39"/>
              <p:cNvSpPr/>
              <p:nvPr/>
            </p:nvSpPr>
            <p:spPr>
              <a:xfrm>
                <a:off x="3920568" y="2258269"/>
                <a:ext cx="174000" cy="174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97" name="Google Shape;997;p39"/>
            <p:cNvGrpSpPr/>
            <p:nvPr/>
          </p:nvGrpSpPr>
          <p:grpSpPr>
            <a:xfrm>
              <a:off x="4363849" y="2143776"/>
              <a:ext cx="502800" cy="318177"/>
              <a:chOff x="4363849" y="2143776"/>
              <a:chExt cx="502800" cy="318177"/>
            </a:xfrm>
          </p:grpSpPr>
          <p:cxnSp>
            <p:nvCxnSpPr>
              <p:cNvPr id="998" name="Google Shape;998;p39"/>
              <p:cNvCxnSpPr>
                <a:stCxn id="999" idx="6"/>
                <a:endCxn id="1000" idx="2"/>
              </p:cNvCxnSpPr>
              <p:nvPr/>
            </p:nvCxnSpPr>
            <p:spPr>
              <a:xfrm>
                <a:off x="4597249" y="2345253"/>
                <a:ext cx="269400" cy="0"/>
              </a:xfrm>
              <a:prstGeom prst="straightConnector1">
                <a:avLst/>
              </a:prstGeom>
              <a:noFill/>
              <a:ln cap="flat" cmpd="sng" w="19050">
                <a:solidFill>
                  <a:schemeClr val="accent1"/>
                </a:solidFill>
                <a:prstDash val="solid"/>
                <a:round/>
                <a:headEnd len="med" w="med" type="none"/>
                <a:tailEnd len="med" w="med" type="none"/>
              </a:ln>
            </p:spPr>
          </p:cxnSp>
          <p:cxnSp>
            <p:nvCxnSpPr>
              <p:cNvPr id="1001" name="Google Shape;1001;p39"/>
              <p:cNvCxnSpPr>
                <a:stCxn id="995" idx="0"/>
              </p:cNvCxnSpPr>
              <p:nvPr/>
            </p:nvCxnSpPr>
            <p:spPr>
              <a:xfrm rot="10800000">
                <a:off x="4480518" y="2143776"/>
                <a:ext cx="0" cy="114600"/>
              </a:xfrm>
              <a:prstGeom prst="straightConnector1">
                <a:avLst/>
              </a:prstGeom>
              <a:noFill/>
              <a:ln cap="flat" cmpd="sng" w="19050">
                <a:solidFill>
                  <a:schemeClr val="lt2"/>
                </a:solidFill>
                <a:prstDash val="solid"/>
                <a:round/>
                <a:headEnd len="med" w="med" type="none"/>
                <a:tailEnd len="med" w="med" type="none"/>
              </a:ln>
            </p:spPr>
          </p:cxnSp>
          <p:sp>
            <p:nvSpPr>
              <p:cNvPr id="999" name="Google Shape;999;p39"/>
              <p:cNvSpPr/>
              <p:nvPr/>
            </p:nvSpPr>
            <p:spPr>
              <a:xfrm>
                <a:off x="4363849" y="2228553"/>
                <a:ext cx="233400" cy="233400"/>
              </a:xfrm>
              <a:prstGeom prst="ellipse">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39"/>
              <p:cNvSpPr/>
              <p:nvPr/>
            </p:nvSpPr>
            <p:spPr>
              <a:xfrm>
                <a:off x="4393668" y="2258376"/>
                <a:ext cx="173700" cy="1737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02" name="Google Shape;1002;p39"/>
            <p:cNvGrpSpPr/>
            <p:nvPr/>
          </p:nvGrpSpPr>
          <p:grpSpPr>
            <a:xfrm>
              <a:off x="4836768" y="2228553"/>
              <a:ext cx="233400" cy="306563"/>
              <a:chOff x="4836768" y="2228553"/>
              <a:chExt cx="233400" cy="306563"/>
            </a:xfrm>
          </p:grpSpPr>
          <p:cxnSp>
            <p:nvCxnSpPr>
              <p:cNvPr id="1003" name="Google Shape;1003;p39"/>
              <p:cNvCxnSpPr/>
              <p:nvPr/>
            </p:nvCxnSpPr>
            <p:spPr>
              <a:xfrm>
                <a:off x="4953531" y="2432216"/>
                <a:ext cx="0" cy="102900"/>
              </a:xfrm>
              <a:prstGeom prst="straightConnector1">
                <a:avLst/>
              </a:prstGeom>
              <a:noFill/>
              <a:ln cap="flat" cmpd="sng" w="19050">
                <a:solidFill>
                  <a:schemeClr val="accent1"/>
                </a:solidFill>
                <a:prstDash val="solid"/>
                <a:round/>
                <a:headEnd len="med" w="med" type="none"/>
                <a:tailEnd len="med" w="med" type="none"/>
              </a:ln>
            </p:spPr>
          </p:cxnSp>
          <p:sp>
            <p:nvSpPr>
              <p:cNvPr id="1004" name="Google Shape;1004;p39"/>
              <p:cNvSpPr/>
              <p:nvPr/>
            </p:nvSpPr>
            <p:spPr>
              <a:xfrm>
                <a:off x="4836768" y="2228553"/>
                <a:ext cx="233400" cy="233400"/>
              </a:xfrm>
              <a:prstGeom prst="ellipse">
                <a:avLst/>
              </a:prstGeom>
              <a:noFill/>
              <a:ln cap="flat" cmpd="sng" w="285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39"/>
              <p:cNvSpPr/>
              <p:nvPr/>
            </p:nvSpPr>
            <p:spPr>
              <a:xfrm>
                <a:off x="4866587" y="2258376"/>
                <a:ext cx="173700" cy="173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005" name="Google Shape;1005;p39"/>
          <p:cNvGrpSpPr/>
          <p:nvPr/>
        </p:nvGrpSpPr>
        <p:grpSpPr>
          <a:xfrm>
            <a:off x="6838789" y="1191994"/>
            <a:ext cx="1581844" cy="732818"/>
            <a:chOff x="634175" y="2986275"/>
            <a:chExt cx="3147949" cy="1458344"/>
          </a:xfrm>
        </p:grpSpPr>
        <p:cxnSp>
          <p:nvCxnSpPr>
            <p:cNvPr id="1006" name="Google Shape;1006;p39"/>
            <p:cNvCxnSpPr>
              <a:stCxn id="1007" idx="4"/>
              <a:endCxn id="1008" idx="0"/>
            </p:cNvCxnSpPr>
            <p:nvPr/>
          </p:nvCxnSpPr>
          <p:spPr>
            <a:xfrm>
              <a:off x="929975" y="3577875"/>
              <a:ext cx="591300" cy="275100"/>
            </a:xfrm>
            <a:prstGeom prst="straightConnector1">
              <a:avLst/>
            </a:prstGeom>
            <a:noFill/>
            <a:ln cap="flat" cmpd="sng" w="19050">
              <a:solidFill>
                <a:schemeClr val="lt1"/>
              </a:solidFill>
              <a:prstDash val="solid"/>
              <a:round/>
              <a:headEnd len="med" w="med" type="none"/>
              <a:tailEnd len="med" w="med" type="none"/>
            </a:ln>
          </p:spPr>
        </p:cxnSp>
        <p:cxnSp>
          <p:nvCxnSpPr>
            <p:cNvPr id="1009" name="Google Shape;1009;p39"/>
            <p:cNvCxnSpPr>
              <a:stCxn id="1008" idx="0"/>
              <a:endCxn id="1010" idx="4"/>
            </p:cNvCxnSpPr>
            <p:nvPr/>
          </p:nvCxnSpPr>
          <p:spPr>
            <a:xfrm flipH="1" rot="10800000">
              <a:off x="1521366" y="3577919"/>
              <a:ext cx="686700" cy="275100"/>
            </a:xfrm>
            <a:prstGeom prst="straightConnector1">
              <a:avLst/>
            </a:prstGeom>
            <a:noFill/>
            <a:ln cap="flat" cmpd="sng" w="19050">
              <a:solidFill>
                <a:schemeClr val="dk2"/>
              </a:solidFill>
              <a:prstDash val="solid"/>
              <a:round/>
              <a:headEnd len="med" w="med" type="none"/>
              <a:tailEnd len="med" w="med" type="none"/>
            </a:ln>
          </p:spPr>
        </p:cxnSp>
        <p:cxnSp>
          <p:nvCxnSpPr>
            <p:cNvPr id="1011" name="Google Shape;1011;p39"/>
            <p:cNvCxnSpPr>
              <a:stCxn id="1010" idx="4"/>
              <a:endCxn id="1012" idx="0"/>
            </p:cNvCxnSpPr>
            <p:nvPr/>
          </p:nvCxnSpPr>
          <p:spPr>
            <a:xfrm>
              <a:off x="2208152" y="3577875"/>
              <a:ext cx="686700" cy="275100"/>
            </a:xfrm>
            <a:prstGeom prst="straightConnector1">
              <a:avLst/>
            </a:prstGeom>
            <a:noFill/>
            <a:ln cap="flat" cmpd="sng" w="19050">
              <a:solidFill>
                <a:schemeClr val="lt2"/>
              </a:solidFill>
              <a:prstDash val="solid"/>
              <a:round/>
              <a:headEnd len="med" w="med" type="none"/>
              <a:tailEnd len="med" w="med" type="none"/>
            </a:ln>
          </p:spPr>
        </p:cxnSp>
        <p:cxnSp>
          <p:nvCxnSpPr>
            <p:cNvPr id="1013" name="Google Shape;1013;p39"/>
            <p:cNvCxnSpPr>
              <a:stCxn id="1012" idx="0"/>
              <a:endCxn id="1014" idx="4"/>
            </p:cNvCxnSpPr>
            <p:nvPr/>
          </p:nvCxnSpPr>
          <p:spPr>
            <a:xfrm flipH="1" rot="10800000">
              <a:off x="2894933" y="3577918"/>
              <a:ext cx="591300" cy="275100"/>
            </a:xfrm>
            <a:prstGeom prst="straightConnector1">
              <a:avLst/>
            </a:prstGeom>
            <a:noFill/>
            <a:ln cap="flat" cmpd="sng" w="19050">
              <a:solidFill>
                <a:schemeClr val="accent1"/>
              </a:solidFill>
              <a:prstDash val="solid"/>
              <a:round/>
              <a:headEnd len="med" w="med" type="none"/>
              <a:tailEnd len="med" w="med" type="none"/>
            </a:ln>
          </p:spPr>
        </p:cxnSp>
        <p:sp>
          <p:nvSpPr>
            <p:cNvPr id="1014" name="Google Shape;1014;p39"/>
            <p:cNvSpPr/>
            <p:nvPr/>
          </p:nvSpPr>
          <p:spPr>
            <a:xfrm>
              <a:off x="3190524" y="2986275"/>
              <a:ext cx="591600" cy="591600"/>
            </a:xfrm>
            <a:prstGeom prst="ellipse">
              <a:avLst/>
            </a:prstGeom>
            <a:solidFill>
              <a:schemeClr val="lt1"/>
            </a:solidFill>
            <a:ln cap="flat" cmpd="sng" w="19050">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00C3B1"/>
                </a:solidFill>
                <a:latin typeface="Calibri"/>
                <a:ea typeface="Calibri"/>
                <a:cs typeface="Calibri"/>
                <a:sym typeface="Calibri"/>
              </a:endParaRPr>
            </a:p>
          </p:txBody>
        </p:sp>
        <p:sp>
          <p:nvSpPr>
            <p:cNvPr id="1010" name="Google Shape;1010;p39"/>
            <p:cNvSpPr/>
            <p:nvPr/>
          </p:nvSpPr>
          <p:spPr>
            <a:xfrm>
              <a:off x="1912352" y="2986275"/>
              <a:ext cx="591600" cy="5916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00C3B1"/>
                </a:solidFill>
                <a:latin typeface="Calibri"/>
                <a:ea typeface="Calibri"/>
                <a:cs typeface="Calibri"/>
                <a:sym typeface="Calibri"/>
              </a:endParaRPr>
            </a:p>
          </p:txBody>
        </p:sp>
        <p:sp>
          <p:nvSpPr>
            <p:cNvPr id="1007" name="Google Shape;1007;p39"/>
            <p:cNvSpPr/>
            <p:nvPr/>
          </p:nvSpPr>
          <p:spPr>
            <a:xfrm>
              <a:off x="634175" y="2986275"/>
              <a:ext cx="591600" cy="591600"/>
            </a:xfrm>
            <a:prstGeom prst="ellipse">
              <a:avLst/>
            </a:prstGeom>
            <a:solidFill>
              <a:schemeClr val="lt1"/>
            </a:solidFill>
            <a:ln cap="flat" cmpd="sng" w="19050">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00C3B1"/>
                </a:solidFill>
                <a:latin typeface="Calibri"/>
                <a:ea typeface="Calibri"/>
                <a:cs typeface="Calibri"/>
                <a:sym typeface="Calibri"/>
              </a:endParaRPr>
            </a:p>
          </p:txBody>
        </p:sp>
        <p:sp>
          <p:nvSpPr>
            <p:cNvPr id="1012" name="Google Shape;1012;p39"/>
            <p:cNvSpPr/>
            <p:nvPr/>
          </p:nvSpPr>
          <p:spPr>
            <a:xfrm>
              <a:off x="2599133" y="3853018"/>
              <a:ext cx="591600" cy="591600"/>
            </a:xfrm>
            <a:prstGeom prst="ellipse">
              <a:avLst/>
            </a:prstGeom>
            <a:solidFill>
              <a:schemeClr val="accent1"/>
            </a:solidFill>
            <a:ln cap="flat" cmpd="sng" w="19050">
              <a:solidFill>
                <a:schemeClr val="accen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00C3B1"/>
                </a:solidFill>
                <a:latin typeface="Calibri"/>
                <a:ea typeface="Calibri"/>
                <a:cs typeface="Calibri"/>
                <a:sym typeface="Calibri"/>
              </a:endParaRPr>
            </a:p>
          </p:txBody>
        </p:sp>
        <p:sp>
          <p:nvSpPr>
            <p:cNvPr id="1008" name="Google Shape;1008;p39"/>
            <p:cNvSpPr/>
            <p:nvPr/>
          </p:nvSpPr>
          <p:spPr>
            <a:xfrm>
              <a:off x="1225566" y="3853019"/>
              <a:ext cx="591600" cy="591600"/>
            </a:xfrm>
            <a:prstGeom prst="ellipse">
              <a:avLst/>
            </a:prstGeom>
            <a:solidFill>
              <a:schemeClr val="dk2"/>
            </a:solidFill>
            <a:ln cap="flat" cmpd="sng" w="19050">
              <a:solidFill>
                <a:schemeClr val="dk2"/>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FFFFFF"/>
                </a:solidFill>
                <a:latin typeface="Calibri"/>
                <a:ea typeface="Calibri"/>
                <a:cs typeface="Calibri"/>
                <a:sym typeface="Calibri"/>
              </a:endParaRPr>
            </a:p>
          </p:txBody>
        </p:sp>
      </p:grpSp>
      <p:grpSp>
        <p:nvGrpSpPr>
          <p:cNvPr id="1015" name="Google Shape;1015;p39"/>
          <p:cNvGrpSpPr/>
          <p:nvPr/>
        </p:nvGrpSpPr>
        <p:grpSpPr>
          <a:xfrm>
            <a:off x="5238046" y="537481"/>
            <a:ext cx="1415678" cy="2044436"/>
            <a:chOff x="5267818" y="537481"/>
            <a:chExt cx="1415678" cy="2044436"/>
          </a:xfrm>
        </p:grpSpPr>
        <p:sp>
          <p:nvSpPr>
            <p:cNvPr id="1016" name="Google Shape;1016;p39"/>
            <p:cNvSpPr/>
            <p:nvPr/>
          </p:nvSpPr>
          <p:spPr>
            <a:xfrm>
              <a:off x="5267818" y="537481"/>
              <a:ext cx="424500" cy="424500"/>
            </a:xfrm>
            <a:prstGeom prst="flowChartConnector">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39"/>
            <p:cNvSpPr/>
            <p:nvPr/>
          </p:nvSpPr>
          <p:spPr>
            <a:xfrm>
              <a:off x="6258996" y="537481"/>
              <a:ext cx="424500" cy="424500"/>
            </a:xfrm>
            <a:prstGeom prst="flowChartConnector">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39"/>
            <p:cNvSpPr/>
            <p:nvPr/>
          </p:nvSpPr>
          <p:spPr>
            <a:xfrm>
              <a:off x="6258996" y="1347449"/>
              <a:ext cx="424500" cy="424500"/>
            </a:xfrm>
            <a:prstGeom prst="flowChartConnector">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19" name="Google Shape;1019;p39"/>
            <p:cNvCxnSpPr>
              <a:stCxn id="1016" idx="6"/>
              <a:endCxn id="1017" idx="2"/>
            </p:cNvCxnSpPr>
            <p:nvPr/>
          </p:nvCxnSpPr>
          <p:spPr>
            <a:xfrm>
              <a:off x="5692318" y="749731"/>
              <a:ext cx="566700" cy="600"/>
            </a:xfrm>
            <a:prstGeom prst="bentConnector3">
              <a:avLst>
                <a:gd fmla="val 49998" name="adj1"/>
              </a:avLst>
            </a:prstGeom>
            <a:noFill/>
            <a:ln cap="flat" cmpd="sng" w="19050">
              <a:solidFill>
                <a:schemeClr val="lt1"/>
              </a:solidFill>
              <a:prstDash val="solid"/>
              <a:round/>
              <a:headEnd len="med" w="med" type="none"/>
              <a:tailEnd len="med" w="med" type="none"/>
            </a:ln>
          </p:spPr>
        </p:cxnSp>
        <p:cxnSp>
          <p:nvCxnSpPr>
            <p:cNvPr id="1020" name="Google Shape;1020;p39"/>
            <p:cNvCxnSpPr>
              <a:stCxn id="1017" idx="4"/>
              <a:endCxn id="1021" idx="0"/>
            </p:cNvCxnSpPr>
            <p:nvPr/>
          </p:nvCxnSpPr>
          <p:spPr>
            <a:xfrm rot="5400000">
              <a:off x="5782896" y="659131"/>
              <a:ext cx="385500" cy="991200"/>
            </a:xfrm>
            <a:prstGeom prst="bentConnector3">
              <a:avLst>
                <a:gd fmla="val 49996" name="adj1"/>
              </a:avLst>
            </a:prstGeom>
            <a:noFill/>
            <a:ln cap="flat" cmpd="sng" w="19050">
              <a:solidFill>
                <a:schemeClr val="dk2"/>
              </a:solidFill>
              <a:prstDash val="solid"/>
              <a:round/>
              <a:headEnd len="med" w="med" type="none"/>
              <a:tailEnd len="med" w="med" type="none"/>
            </a:ln>
          </p:spPr>
        </p:cxnSp>
        <p:cxnSp>
          <p:nvCxnSpPr>
            <p:cNvPr id="1022" name="Google Shape;1022;p39"/>
            <p:cNvCxnSpPr>
              <a:stCxn id="1021" idx="6"/>
              <a:endCxn id="1018" idx="2"/>
            </p:cNvCxnSpPr>
            <p:nvPr/>
          </p:nvCxnSpPr>
          <p:spPr>
            <a:xfrm>
              <a:off x="5692318" y="1559699"/>
              <a:ext cx="566700" cy="600"/>
            </a:xfrm>
            <a:prstGeom prst="bentConnector3">
              <a:avLst>
                <a:gd fmla="val 49998" name="adj1"/>
              </a:avLst>
            </a:prstGeom>
            <a:noFill/>
            <a:ln cap="flat" cmpd="sng" w="19050">
              <a:solidFill>
                <a:schemeClr val="lt2"/>
              </a:solidFill>
              <a:prstDash val="solid"/>
              <a:round/>
              <a:headEnd len="med" w="med" type="none"/>
              <a:tailEnd len="med" w="med" type="none"/>
            </a:ln>
          </p:spPr>
        </p:cxnSp>
        <p:cxnSp>
          <p:nvCxnSpPr>
            <p:cNvPr id="1023" name="Google Shape;1023;p39"/>
            <p:cNvCxnSpPr>
              <a:stCxn id="1018" idx="4"/>
              <a:endCxn id="1024" idx="0"/>
            </p:cNvCxnSpPr>
            <p:nvPr/>
          </p:nvCxnSpPr>
          <p:spPr>
            <a:xfrm rot="5400000">
              <a:off x="5782896" y="1469099"/>
              <a:ext cx="385500" cy="991200"/>
            </a:xfrm>
            <a:prstGeom prst="bentConnector3">
              <a:avLst>
                <a:gd fmla="val 49996" name="adj1"/>
              </a:avLst>
            </a:prstGeom>
            <a:noFill/>
            <a:ln cap="flat" cmpd="sng" w="19050">
              <a:solidFill>
                <a:schemeClr val="accent1"/>
              </a:solidFill>
              <a:prstDash val="solid"/>
              <a:round/>
              <a:headEnd len="med" w="med" type="none"/>
              <a:tailEnd len="med" w="med" type="none"/>
            </a:ln>
          </p:spPr>
        </p:cxnSp>
        <p:sp>
          <p:nvSpPr>
            <p:cNvPr id="1021" name="Google Shape;1021;p39"/>
            <p:cNvSpPr/>
            <p:nvPr/>
          </p:nvSpPr>
          <p:spPr>
            <a:xfrm>
              <a:off x="5267818" y="1347449"/>
              <a:ext cx="424500" cy="424500"/>
            </a:xfrm>
            <a:prstGeom prst="flowChartConnector">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39"/>
            <p:cNvSpPr/>
            <p:nvPr/>
          </p:nvSpPr>
          <p:spPr>
            <a:xfrm>
              <a:off x="5267818" y="2157418"/>
              <a:ext cx="424500" cy="424500"/>
            </a:xfrm>
            <a:prstGeom prst="flowChartConnector">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39"/>
            <p:cNvSpPr/>
            <p:nvPr/>
          </p:nvSpPr>
          <p:spPr>
            <a:xfrm>
              <a:off x="6258996" y="2157418"/>
              <a:ext cx="424500" cy="424500"/>
            </a:xfrm>
            <a:prstGeom prst="flowChartConnector">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26" name="Google Shape;1026;p39"/>
            <p:cNvCxnSpPr>
              <a:endCxn id="1025" idx="2"/>
            </p:cNvCxnSpPr>
            <p:nvPr/>
          </p:nvCxnSpPr>
          <p:spPr>
            <a:xfrm>
              <a:off x="5691996" y="2369068"/>
              <a:ext cx="567000" cy="600"/>
            </a:xfrm>
            <a:prstGeom prst="bentConnector3">
              <a:avLst>
                <a:gd fmla="val 50000" name="adj1"/>
              </a:avLst>
            </a:prstGeom>
            <a:noFill/>
            <a:ln cap="flat" cmpd="sng" w="19050">
              <a:solidFill>
                <a:schemeClr val="lt1"/>
              </a:solidFill>
              <a:prstDash val="solid"/>
              <a:round/>
              <a:headEnd len="med" w="med" type="none"/>
              <a:tailEnd len="med" w="med" type="none"/>
            </a:ln>
          </p:spPr>
        </p:cxnSp>
      </p:grpSp>
      <p:grpSp>
        <p:nvGrpSpPr>
          <p:cNvPr id="1027" name="Google Shape;1027;p39"/>
          <p:cNvGrpSpPr/>
          <p:nvPr/>
        </p:nvGrpSpPr>
        <p:grpSpPr>
          <a:xfrm>
            <a:off x="5238286" y="2931807"/>
            <a:ext cx="1415438" cy="653529"/>
            <a:chOff x="1187400" y="2464355"/>
            <a:chExt cx="6769193" cy="2306846"/>
          </a:xfrm>
        </p:grpSpPr>
        <p:sp>
          <p:nvSpPr>
            <p:cNvPr id="1028" name="Google Shape;1028;p39"/>
            <p:cNvSpPr/>
            <p:nvPr/>
          </p:nvSpPr>
          <p:spPr>
            <a:xfrm>
              <a:off x="3802943" y="2464355"/>
              <a:ext cx="1538100" cy="4425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sp>
          <p:nvSpPr>
            <p:cNvPr id="1029" name="Google Shape;1029;p39"/>
            <p:cNvSpPr/>
            <p:nvPr/>
          </p:nvSpPr>
          <p:spPr>
            <a:xfrm>
              <a:off x="5573240" y="3314381"/>
              <a:ext cx="1538100" cy="4425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1030" name="Google Shape;1030;p39"/>
            <p:cNvSpPr/>
            <p:nvPr/>
          </p:nvSpPr>
          <p:spPr>
            <a:xfrm>
              <a:off x="2032647" y="3314381"/>
              <a:ext cx="1538100" cy="4425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1031" name="Google Shape;1031;p39"/>
            <p:cNvSpPr/>
            <p:nvPr/>
          </p:nvSpPr>
          <p:spPr>
            <a:xfrm>
              <a:off x="1187400" y="4328701"/>
              <a:ext cx="1538100" cy="4425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1032" name="Google Shape;1032;p39"/>
            <p:cNvSpPr/>
            <p:nvPr/>
          </p:nvSpPr>
          <p:spPr>
            <a:xfrm>
              <a:off x="2877893" y="4328701"/>
              <a:ext cx="1538100" cy="4425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1033" name="Google Shape;1033;p39"/>
            <p:cNvSpPr/>
            <p:nvPr/>
          </p:nvSpPr>
          <p:spPr>
            <a:xfrm>
              <a:off x="4728000" y="4328701"/>
              <a:ext cx="1538100" cy="4425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1034" name="Google Shape;1034;p39"/>
            <p:cNvSpPr/>
            <p:nvPr/>
          </p:nvSpPr>
          <p:spPr>
            <a:xfrm>
              <a:off x="6418493" y="4328701"/>
              <a:ext cx="1538100" cy="4425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cxnSp>
          <p:nvCxnSpPr>
            <p:cNvPr id="1035" name="Google Shape;1035;p39"/>
            <p:cNvCxnSpPr>
              <a:stCxn id="1028" idx="2"/>
              <a:endCxn id="1029" idx="0"/>
            </p:cNvCxnSpPr>
            <p:nvPr/>
          </p:nvCxnSpPr>
          <p:spPr>
            <a:xfrm flipH="1" rot="-5400000">
              <a:off x="5253443" y="2225405"/>
              <a:ext cx="407400" cy="1770300"/>
            </a:xfrm>
            <a:prstGeom prst="bentConnector3">
              <a:avLst>
                <a:gd fmla="val 50015" name="adj1"/>
              </a:avLst>
            </a:prstGeom>
            <a:noFill/>
            <a:ln cap="flat" cmpd="sng" w="19050">
              <a:solidFill>
                <a:schemeClr val="dk2"/>
              </a:solidFill>
              <a:prstDash val="solid"/>
              <a:round/>
              <a:headEnd len="sm" w="sm" type="none"/>
              <a:tailEnd len="sm" w="sm" type="none"/>
            </a:ln>
          </p:spPr>
        </p:cxnSp>
        <p:cxnSp>
          <p:nvCxnSpPr>
            <p:cNvPr id="1036" name="Google Shape;1036;p39"/>
            <p:cNvCxnSpPr>
              <a:stCxn id="1030" idx="0"/>
              <a:endCxn id="1028" idx="2"/>
            </p:cNvCxnSpPr>
            <p:nvPr/>
          </p:nvCxnSpPr>
          <p:spPr>
            <a:xfrm rot="-5400000">
              <a:off x="3483147" y="2225531"/>
              <a:ext cx="407400" cy="1770300"/>
            </a:xfrm>
            <a:prstGeom prst="bentConnector3">
              <a:avLst>
                <a:gd fmla="val 50015" name="adj1"/>
              </a:avLst>
            </a:prstGeom>
            <a:noFill/>
            <a:ln cap="flat" cmpd="sng" w="19050">
              <a:solidFill>
                <a:schemeClr val="dk2"/>
              </a:solidFill>
              <a:prstDash val="solid"/>
              <a:round/>
              <a:headEnd len="sm" w="sm" type="none"/>
              <a:tailEnd len="sm" w="sm" type="none"/>
            </a:ln>
          </p:spPr>
        </p:cxnSp>
        <p:cxnSp>
          <p:nvCxnSpPr>
            <p:cNvPr id="1037" name="Google Shape;1037;p39"/>
            <p:cNvCxnSpPr>
              <a:stCxn id="1030" idx="2"/>
              <a:endCxn id="1032" idx="0"/>
            </p:cNvCxnSpPr>
            <p:nvPr/>
          </p:nvCxnSpPr>
          <p:spPr>
            <a:xfrm flipH="1" rot="-5400000">
              <a:off x="2938347" y="3620231"/>
              <a:ext cx="571800" cy="845100"/>
            </a:xfrm>
            <a:prstGeom prst="bentConnector3">
              <a:avLst>
                <a:gd fmla="val 50002" name="adj1"/>
              </a:avLst>
            </a:prstGeom>
            <a:noFill/>
            <a:ln cap="flat" cmpd="sng" w="19050">
              <a:solidFill>
                <a:schemeClr val="lt2"/>
              </a:solidFill>
              <a:prstDash val="solid"/>
              <a:round/>
              <a:headEnd len="sm" w="sm" type="none"/>
              <a:tailEnd len="sm" w="sm" type="none"/>
            </a:ln>
          </p:spPr>
        </p:cxnSp>
        <p:cxnSp>
          <p:nvCxnSpPr>
            <p:cNvPr id="1038" name="Google Shape;1038;p39"/>
            <p:cNvCxnSpPr>
              <a:stCxn id="1031" idx="0"/>
              <a:endCxn id="1030" idx="2"/>
            </p:cNvCxnSpPr>
            <p:nvPr/>
          </p:nvCxnSpPr>
          <p:spPr>
            <a:xfrm rot="-5400000">
              <a:off x="2093100" y="3620251"/>
              <a:ext cx="571800" cy="845100"/>
            </a:xfrm>
            <a:prstGeom prst="bentConnector3">
              <a:avLst>
                <a:gd fmla="val 50002" name="adj1"/>
              </a:avLst>
            </a:prstGeom>
            <a:noFill/>
            <a:ln cap="flat" cmpd="sng" w="19050">
              <a:solidFill>
                <a:schemeClr val="lt2"/>
              </a:solidFill>
              <a:prstDash val="solid"/>
              <a:round/>
              <a:headEnd len="sm" w="sm" type="none"/>
              <a:tailEnd len="sm" w="sm" type="none"/>
            </a:ln>
          </p:spPr>
        </p:cxnSp>
        <p:cxnSp>
          <p:nvCxnSpPr>
            <p:cNvPr id="1039" name="Google Shape;1039;p39"/>
            <p:cNvCxnSpPr>
              <a:stCxn id="1029" idx="2"/>
              <a:endCxn id="1034" idx="0"/>
            </p:cNvCxnSpPr>
            <p:nvPr/>
          </p:nvCxnSpPr>
          <p:spPr>
            <a:xfrm flipH="1" rot="-5400000">
              <a:off x="6479090" y="3620081"/>
              <a:ext cx="571800" cy="845400"/>
            </a:xfrm>
            <a:prstGeom prst="bentConnector3">
              <a:avLst>
                <a:gd fmla="val 50002" name="adj1"/>
              </a:avLst>
            </a:prstGeom>
            <a:noFill/>
            <a:ln cap="flat" cmpd="sng" w="19050">
              <a:solidFill>
                <a:schemeClr val="lt2"/>
              </a:solidFill>
              <a:prstDash val="solid"/>
              <a:round/>
              <a:headEnd len="sm" w="sm" type="none"/>
              <a:tailEnd len="sm" w="sm" type="none"/>
            </a:ln>
          </p:spPr>
        </p:cxnSp>
        <p:cxnSp>
          <p:nvCxnSpPr>
            <p:cNvPr id="1040" name="Google Shape;1040;p39"/>
            <p:cNvCxnSpPr>
              <a:stCxn id="1033" idx="0"/>
              <a:endCxn id="1029" idx="2"/>
            </p:cNvCxnSpPr>
            <p:nvPr/>
          </p:nvCxnSpPr>
          <p:spPr>
            <a:xfrm rot="-5400000">
              <a:off x="5633700" y="3620251"/>
              <a:ext cx="571800" cy="845100"/>
            </a:xfrm>
            <a:prstGeom prst="bentConnector3">
              <a:avLst>
                <a:gd fmla="val 50002" name="adj1"/>
              </a:avLst>
            </a:prstGeom>
            <a:noFill/>
            <a:ln cap="flat" cmpd="sng" w="19050">
              <a:solidFill>
                <a:schemeClr val="lt2"/>
              </a:solidFill>
              <a:prstDash val="solid"/>
              <a:round/>
              <a:headEnd len="sm" w="sm" type="none"/>
              <a:tailEnd len="sm" w="sm" type="none"/>
            </a:ln>
          </p:spPr>
        </p:cxnSp>
      </p:grpSp>
      <p:grpSp>
        <p:nvGrpSpPr>
          <p:cNvPr id="1041" name="Google Shape;1041;p39"/>
          <p:cNvGrpSpPr/>
          <p:nvPr/>
        </p:nvGrpSpPr>
        <p:grpSpPr>
          <a:xfrm>
            <a:off x="722344" y="537474"/>
            <a:ext cx="2507605" cy="206262"/>
            <a:chOff x="725394" y="969857"/>
            <a:chExt cx="2507605" cy="206262"/>
          </a:xfrm>
        </p:grpSpPr>
        <p:grpSp>
          <p:nvGrpSpPr>
            <p:cNvPr id="1042" name="Google Shape;1042;p39"/>
            <p:cNvGrpSpPr/>
            <p:nvPr/>
          </p:nvGrpSpPr>
          <p:grpSpPr>
            <a:xfrm>
              <a:off x="725394" y="969857"/>
              <a:ext cx="609022" cy="123212"/>
              <a:chOff x="881025" y="2800065"/>
              <a:chExt cx="2009975" cy="412910"/>
            </a:xfrm>
          </p:grpSpPr>
          <p:sp>
            <p:nvSpPr>
              <p:cNvPr id="1043" name="Google Shape;1043;p39"/>
              <p:cNvSpPr/>
              <p:nvPr/>
            </p:nvSpPr>
            <p:spPr>
              <a:xfrm>
                <a:off x="932600" y="3079475"/>
                <a:ext cx="1958400" cy="133500"/>
              </a:xfrm>
              <a:prstGeom prst="rect">
                <a:avLst/>
              </a:prstGeom>
              <a:solidFill>
                <a:schemeClr val="l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44" name="Google Shape;1044;p39"/>
              <p:cNvGrpSpPr/>
              <p:nvPr/>
            </p:nvGrpSpPr>
            <p:grpSpPr>
              <a:xfrm>
                <a:off x="881025" y="2800065"/>
                <a:ext cx="92400" cy="346200"/>
                <a:chOff x="845575" y="2563700"/>
                <a:chExt cx="92400" cy="346200"/>
              </a:xfrm>
            </p:grpSpPr>
            <p:cxnSp>
              <p:nvCxnSpPr>
                <p:cNvPr id="1045" name="Google Shape;1045;p39"/>
                <p:cNvCxnSpPr>
                  <a:stCxn id="1046" idx="4"/>
                  <a:endCxn id="1043" idx="1"/>
                </p:cNvCxnSpPr>
                <p:nvPr/>
              </p:nvCxnSpPr>
              <p:spPr>
                <a:xfrm>
                  <a:off x="891775" y="2656100"/>
                  <a:ext cx="5400" cy="253800"/>
                </a:xfrm>
                <a:prstGeom prst="straightConnector1">
                  <a:avLst/>
                </a:prstGeom>
                <a:noFill/>
                <a:ln cap="flat" cmpd="sng" w="19050">
                  <a:solidFill>
                    <a:schemeClr val="lt1"/>
                  </a:solidFill>
                  <a:prstDash val="solid"/>
                  <a:round/>
                  <a:headEnd len="sm" w="sm" type="none"/>
                  <a:tailEnd len="sm" w="sm" type="none"/>
                </a:ln>
              </p:spPr>
            </p:cxnSp>
            <p:sp>
              <p:nvSpPr>
                <p:cNvPr id="1046" name="Google Shape;1046;p39"/>
                <p:cNvSpPr/>
                <p:nvPr/>
              </p:nvSpPr>
              <p:spPr>
                <a:xfrm>
                  <a:off x="845575" y="2563700"/>
                  <a:ext cx="92400" cy="92400"/>
                </a:xfrm>
                <a:prstGeom prst="ellipse">
                  <a:avLst/>
                </a:prstGeom>
                <a:solidFill>
                  <a:schemeClr val="l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047" name="Google Shape;1047;p39"/>
            <p:cNvGrpSpPr/>
            <p:nvPr/>
          </p:nvGrpSpPr>
          <p:grpSpPr>
            <a:xfrm>
              <a:off x="1321712" y="1053233"/>
              <a:ext cx="606085" cy="122886"/>
              <a:chOff x="2849073" y="3079475"/>
              <a:chExt cx="2000279" cy="411817"/>
            </a:xfrm>
          </p:grpSpPr>
          <p:sp>
            <p:nvSpPr>
              <p:cNvPr id="1048" name="Google Shape;1048;p39"/>
              <p:cNvSpPr/>
              <p:nvPr/>
            </p:nvSpPr>
            <p:spPr>
              <a:xfrm>
                <a:off x="2890952" y="3079475"/>
                <a:ext cx="1958400" cy="133500"/>
              </a:xfrm>
              <a:prstGeom prst="rect">
                <a:avLst/>
              </a:prstGeom>
              <a:solidFill>
                <a:schemeClr val="dk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49" name="Google Shape;1049;p39"/>
              <p:cNvGrpSpPr/>
              <p:nvPr/>
            </p:nvGrpSpPr>
            <p:grpSpPr>
              <a:xfrm rot="10800000">
                <a:off x="2849073" y="3146292"/>
                <a:ext cx="92400" cy="345000"/>
                <a:chOff x="2070100" y="2563700"/>
                <a:chExt cx="92400" cy="345000"/>
              </a:xfrm>
            </p:grpSpPr>
            <p:cxnSp>
              <p:nvCxnSpPr>
                <p:cNvPr id="1050" name="Google Shape;1050;p39"/>
                <p:cNvCxnSpPr>
                  <a:stCxn id="1051" idx="4"/>
                  <a:endCxn id="1048" idx="1"/>
                </p:cNvCxnSpPr>
                <p:nvPr/>
              </p:nvCxnSpPr>
              <p:spPr>
                <a:xfrm>
                  <a:off x="2116300" y="2656100"/>
                  <a:ext cx="4200" cy="252600"/>
                </a:xfrm>
                <a:prstGeom prst="straightConnector1">
                  <a:avLst/>
                </a:prstGeom>
                <a:noFill/>
                <a:ln cap="flat" cmpd="sng" w="19050">
                  <a:solidFill>
                    <a:schemeClr val="dk2"/>
                  </a:solidFill>
                  <a:prstDash val="solid"/>
                  <a:round/>
                  <a:headEnd len="sm" w="sm" type="none"/>
                  <a:tailEnd len="sm" w="sm" type="none"/>
                </a:ln>
              </p:spPr>
            </p:cxnSp>
            <p:sp>
              <p:nvSpPr>
                <p:cNvPr id="1051" name="Google Shape;1051;p39"/>
                <p:cNvSpPr/>
                <p:nvPr/>
              </p:nvSpPr>
              <p:spPr>
                <a:xfrm>
                  <a:off x="2070100" y="2563700"/>
                  <a:ext cx="92400" cy="92400"/>
                </a:xfrm>
                <a:prstGeom prst="ellipse">
                  <a:avLst/>
                </a:prstGeom>
                <a:solidFill>
                  <a:schemeClr val="dk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052" name="Google Shape;1052;p39"/>
            <p:cNvGrpSpPr/>
            <p:nvPr/>
          </p:nvGrpSpPr>
          <p:grpSpPr>
            <a:xfrm>
              <a:off x="1915363" y="969857"/>
              <a:ext cx="605814" cy="123212"/>
              <a:chOff x="4808316" y="2800065"/>
              <a:chExt cx="1999386" cy="412910"/>
            </a:xfrm>
          </p:grpSpPr>
          <p:sp>
            <p:nvSpPr>
              <p:cNvPr id="1053" name="Google Shape;1053;p39"/>
              <p:cNvSpPr/>
              <p:nvPr/>
            </p:nvSpPr>
            <p:spPr>
              <a:xfrm>
                <a:off x="4849302" y="3079475"/>
                <a:ext cx="1958400" cy="133500"/>
              </a:xfrm>
              <a:prstGeom prst="rect">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54" name="Google Shape;1054;p39"/>
              <p:cNvGrpSpPr/>
              <p:nvPr/>
            </p:nvGrpSpPr>
            <p:grpSpPr>
              <a:xfrm>
                <a:off x="4808316" y="2800065"/>
                <a:ext cx="92400" cy="346200"/>
                <a:chOff x="845575" y="2563700"/>
                <a:chExt cx="92400" cy="346200"/>
              </a:xfrm>
            </p:grpSpPr>
            <p:cxnSp>
              <p:nvCxnSpPr>
                <p:cNvPr id="1055" name="Google Shape;1055;p39"/>
                <p:cNvCxnSpPr>
                  <a:stCxn id="1056" idx="4"/>
                  <a:endCxn id="1048" idx="3"/>
                </p:cNvCxnSpPr>
                <p:nvPr/>
              </p:nvCxnSpPr>
              <p:spPr>
                <a:xfrm flipH="1">
                  <a:off x="886675" y="2656100"/>
                  <a:ext cx="5100" cy="253800"/>
                </a:xfrm>
                <a:prstGeom prst="straightConnector1">
                  <a:avLst/>
                </a:prstGeom>
                <a:noFill/>
                <a:ln cap="flat" cmpd="sng" w="19050">
                  <a:solidFill>
                    <a:schemeClr val="lt2"/>
                  </a:solidFill>
                  <a:prstDash val="solid"/>
                  <a:round/>
                  <a:headEnd len="sm" w="sm" type="none"/>
                  <a:tailEnd len="sm" w="sm" type="none"/>
                </a:ln>
              </p:spPr>
            </p:cxnSp>
            <p:sp>
              <p:nvSpPr>
                <p:cNvPr id="1056" name="Google Shape;1056;p39"/>
                <p:cNvSpPr/>
                <p:nvPr/>
              </p:nvSpPr>
              <p:spPr>
                <a:xfrm>
                  <a:off x="845575" y="2563700"/>
                  <a:ext cx="92400" cy="924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057" name="Google Shape;1057;p39"/>
            <p:cNvGrpSpPr/>
            <p:nvPr/>
          </p:nvGrpSpPr>
          <p:grpSpPr>
            <a:xfrm>
              <a:off x="2506734" y="1053233"/>
              <a:ext cx="726265" cy="122886"/>
              <a:chOff x="6760035" y="3079475"/>
              <a:chExt cx="2396914" cy="411817"/>
            </a:xfrm>
          </p:grpSpPr>
          <p:sp>
            <p:nvSpPr>
              <p:cNvPr id="1058" name="Google Shape;1058;p39"/>
              <p:cNvSpPr/>
              <p:nvPr/>
            </p:nvSpPr>
            <p:spPr>
              <a:xfrm>
                <a:off x="6807650" y="3079475"/>
                <a:ext cx="2349300" cy="133500"/>
              </a:xfrm>
              <a:prstGeom prst="rect">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59" name="Google Shape;1059;p39"/>
              <p:cNvGrpSpPr/>
              <p:nvPr/>
            </p:nvGrpSpPr>
            <p:grpSpPr>
              <a:xfrm rot="10800000">
                <a:off x="6760035" y="3146292"/>
                <a:ext cx="92400" cy="345000"/>
                <a:chOff x="2070100" y="2563700"/>
                <a:chExt cx="92400" cy="345000"/>
              </a:xfrm>
            </p:grpSpPr>
            <p:cxnSp>
              <p:nvCxnSpPr>
                <p:cNvPr id="1060" name="Google Shape;1060;p39"/>
                <p:cNvCxnSpPr>
                  <a:stCxn id="1061" idx="4"/>
                  <a:endCxn id="1058" idx="1"/>
                </p:cNvCxnSpPr>
                <p:nvPr/>
              </p:nvCxnSpPr>
              <p:spPr>
                <a:xfrm flipH="1">
                  <a:off x="2114800" y="2656100"/>
                  <a:ext cx="1500" cy="252600"/>
                </a:xfrm>
                <a:prstGeom prst="straightConnector1">
                  <a:avLst/>
                </a:prstGeom>
                <a:noFill/>
                <a:ln cap="flat" cmpd="sng" w="19050">
                  <a:solidFill>
                    <a:schemeClr val="accent1"/>
                  </a:solidFill>
                  <a:prstDash val="solid"/>
                  <a:round/>
                  <a:headEnd len="sm" w="sm" type="none"/>
                  <a:tailEnd len="sm" w="sm" type="none"/>
                </a:ln>
              </p:spPr>
            </p:cxnSp>
            <p:sp>
              <p:nvSpPr>
                <p:cNvPr id="1061" name="Google Shape;1061;p39"/>
                <p:cNvSpPr/>
                <p:nvPr/>
              </p:nvSpPr>
              <p:spPr>
                <a:xfrm>
                  <a:off x="2070100" y="2563700"/>
                  <a:ext cx="92400" cy="92400"/>
                </a:xfrm>
                <a:prstGeom prst="ellipse">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1062" name="Google Shape;1062;p39"/>
          <p:cNvGrpSpPr/>
          <p:nvPr/>
        </p:nvGrpSpPr>
        <p:grpSpPr>
          <a:xfrm>
            <a:off x="721175" y="1053226"/>
            <a:ext cx="1086848" cy="754219"/>
            <a:chOff x="724225" y="1019530"/>
            <a:chExt cx="1086848" cy="754219"/>
          </a:xfrm>
        </p:grpSpPr>
        <p:sp>
          <p:nvSpPr>
            <p:cNvPr id="1063" name="Google Shape;1063;p39"/>
            <p:cNvSpPr/>
            <p:nvPr/>
          </p:nvSpPr>
          <p:spPr>
            <a:xfrm>
              <a:off x="1733973" y="1019530"/>
              <a:ext cx="77100" cy="771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064" name="Google Shape;1064;p39"/>
            <p:cNvSpPr/>
            <p:nvPr/>
          </p:nvSpPr>
          <p:spPr>
            <a:xfrm>
              <a:off x="1733973" y="1211791"/>
              <a:ext cx="77100" cy="771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065" name="Google Shape;1065;p39"/>
            <p:cNvSpPr/>
            <p:nvPr/>
          </p:nvSpPr>
          <p:spPr>
            <a:xfrm>
              <a:off x="1733973" y="1470943"/>
              <a:ext cx="77100" cy="771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066" name="Google Shape;1066;p39"/>
            <p:cNvSpPr/>
            <p:nvPr/>
          </p:nvSpPr>
          <p:spPr>
            <a:xfrm>
              <a:off x="1733973" y="1696649"/>
              <a:ext cx="77100" cy="771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067" name="Google Shape;1067;p39"/>
            <p:cNvSpPr/>
            <p:nvPr/>
          </p:nvSpPr>
          <p:spPr>
            <a:xfrm>
              <a:off x="1244849" y="1571196"/>
              <a:ext cx="102300" cy="102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068" name="Google Shape;1068;p39"/>
            <p:cNvSpPr/>
            <p:nvPr/>
          </p:nvSpPr>
          <p:spPr>
            <a:xfrm>
              <a:off x="1244850" y="1103061"/>
              <a:ext cx="102300" cy="102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069" name="Google Shape;1069;p39"/>
            <p:cNvSpPr/>
            <p:nvPr/>
          </p:nvSpPr>
          <p:spPr>
            <a:xfrm>
              <a:off x="724225" y="1328956"/>
              <a:ext cx="133800" cy="13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070" name="Google Shape;1070;p39"/>
            <p:cNvSpPr/>
            <p:nvPr/>
          </p:nvSpPr>
          <p:spPr>
            <a:xfrm rot="5400000">
              <a:off x="1663025" y="1039030"/>
              <a:ext cx="44100" cy="38100"/>
            </a:xfrm>
            <a:prstGeom prst="triangle">
              <a:avLst>
                <a:gd fmla="val 50000" name="adj"/>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071" name="Google Shape;1071;p39"/>
            <p:cNvSpPr/>
            <p:nvPr/>
          </p:nvSpPr>
          <p:spPr>
            <a:xfrm rot="5400000">
              <a:off x="1663025" y="1231291"/>
              <a:ext cx="44100" cy="38100"/>
            </a:xfrm>
            <a:prstGeom prst="triangle">
              <a:avLst>
                <a:gd fmla="val 50000" name="adj"/>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072" name="Google Shape;1072;p39"/>
            <p:cNvSpPr/>
            <p:nvPr/>
          </p:nvSpPr>
          <p:spPr>
            <a:xfrm rot="5400000">
              <a:off x="1663025" y="1490453"/>
              <a:ext cx="44100" cy="38100"/>
            </a:xfrm>
            <a:prstGeom prst="triangle">
              <a:avLst>
                <a:gd fmla="val 50000" name="adj"/>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073" name="Google Shape;1073;p39"/>
            <p:cNvSpPr/>
            <p:nvPr/>
          </p:nvSpPr>
          <p:spPr>
            <a:xfrm rot="5400000">
              <a:off x="1663025" y="1716149"/>
              <a:ext cx="44100" cy="38100"/>
            </a:xfrm>
            <a:prstGeom prst="triangle">
              <a:avLst>
                <a:gd fmla="val 50000" name="adj"/>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074" name="Google Shape;1074;p39"/>
            <p:cNvCxnSpPr>
              <a:stCxn id="1069" idx="6"/>
              <a:endCxn id="1075" idx="3"/>
            </p:cNvCxnSpPr>
            <p:nvPr/>
          </p:nvCxnSpPr>
          <p:spPr>
            <a:xfrm flipH="1" rot="10800000">
              <a:off x="858025" y="1154356"/>
              <a:ext cx="318000" cy="241500"/>
            </a:xfrm>
            <a:prstGeom prst="curvedConnector3">
              <a:avLst>
                <a:gd fmla="val 49976" name="adj1"/>
              </a:avLst>
            </a:prstGeom>
            <a:noFill/>
            <a:ln cap="flat" cmpd="sng" w="19050">
              <a:solidFill>
                <a:schemeClr val="dk2"/>
              </a:solidFill>
              <a:prstDash val="solid"/>
              <a:round/>
              <a:headEnd len="med" w="med" type="none"/>
              <a:tailEnd len="med" w="med" type="none"/>
            </a:ln>
          </p:spPr>
        </p:cxnSp>
        <p:cxnSp>
          <p:nvCxnSpPr>
            <p:cNvPr id="1076" name="Google Shape;1076;p39"/>
            <p:cNvCxnSpPr>
              <a:stCxn id="1069" idx="6"/>
              <a:endCxn id="1077" idx="3"/>
            </p:cNvCxnSpPr>
            <p:nvPr/>
          </p:nvCxnSpPr>
          <p:spPr>
            <a:xfrm>
              <a:off x="858025" y="1395856"/>
              <a:ext cx="318000" cy="226500"/>
            </a:xfrm>
            <a:prstGeom prst="curvedConnector3">
              <a:avLst>
                <a:gd fmla="val 49976" name="adj1"/>
              </a:avLst>
            </a:prstGeom>
            <a:noFill/>
            <a:ln cap="flat" cmpd="sng" w="19050">
              <a:solidFill>
                <a:schemeClr val="dk2"/>
              </a:solidFill>
              <a:prstDash val="solid"/>
              <a:round/>
              <a:headEnd len="med" w="med" type="none"/>
              <a:tailEnd len="med" w="med" type="none"/>
            </a:ln>
          </p:spPr>
        </p:cxnSp>
        <p:sp>
          <p:nvSpPr>
            <p:cNvPr id="1077" name="Google Shape;1077;p39"/>
            <p:cNvSpPr/>
            <p:nvPr/>
          </p:nvSpPr>
          <p:spPr>
            <a:xfrm rot="5400000">
              <a:off x="1172875" y="1603296"/>
              <a:ext cx="44100" cy="38100"/>
            </a:xfrm>
            <a:prstGeom prst="triangle">
              <a:avLst>
                <a:gd fmla="val 50000" name="adj"/>
              </a:avLst>
            </a:prstGeom>
            <a:solidFill>
              <a:schemeClr val="dk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075" name="Google Shape;1075;p39"/>
            <p:cNvSpPr/>
            <p:nvPr/>
          </p:nvSpPr>
          <p:spPr>
            <a:xfrm rot="5400000">
              <a:off x="1172875" y="1135162"/>
              <a:ext cx="44100" cy="38100"/>
            </a:xfrm>
            <a:prstGeom prst="triangle">
              <a:avLst>
                <a:gd fmla="val 50000" name="adj"/>
              </a:avLst>
            </a:prstGeom>
            <a:solidFill>
              <a:schemeClr val="dk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078" name="Google Shape;1078;p39"/>
            <p:cNvCxnSpPr>
              <a:stCxn id="1068" idx="6"/>
              <a:endCxn id="1070" idx="3"/>
            </p:cNvCxnSpPr>
            <p:nvPr/>
          </p:nvCxnSpPr>
          <p:spPr>
            <a:xfrm flipH="1" rot="10800000">
              <a:off x="1347150" y="1058211"/>
              <a:ext cx="318900" cy="96000"/>
            </a:xfrm>
            <a:prstGeom prst="curvedConnector3">
              <a:avLst>
                <a:gd fmla="val 49996" name="adj1"/>
              </a:avLst>
            </a:prstGeom>
            <a:noFill/>
            <a:ln cap="flat" cmpd="sng" w="19050">
              <a:solidFill>
                <a:schemeClr val="lt2"/>
              </a:solidFill>
              <a:prstDash val="solid"/>
              <a:round/>
              <a:headEnd len="med" w="med" type="none"/>
              <a:tailEnd len="med" w="med" type="none"/>
            </a:ln>
          </p:spPr>
        </p:cxnSp>
        <p:cxnSp>
          <p:nvCxnSpPr>
            <p:cNvPr id="1079" name="Google Shape;1079;p39"/>
            <p:cNvCxnSpPr>
              <a:stCxn id="1068" idx="6"/>
              <a:endCxn id="1071" idx="3"/>
            </p:cNvCxnSpPr>
            <p:nvPr/>
          </p:nvCxnSpPr>
          <p:spPr>
            <a:xfrm>
              <a:off x="1347150" y="1154211"/>
              <a:ext cx="318900" cy="96000"/>
            </a:xfrm>
            <a:prstGeom prst="curvedConnector3">
              <a:avLst>
                <a:gd fmla="val 49996" name="adj1"/>
              </a:avLst>
            </a:prstGeom>
            <a:noFill/>
            <a:ln cap="flat" cmpd="sng" w="19050">
              <a:solidFill>
                <a:schemeClr val="lt2"/>
              </a:solidFill>
              <a:prstDash val="solid"/>
              <a:round/>
              <a:headEnd len="med" w="med" type="none"/>
              <a:tailEnd len="med" w="med" type="none"/>
            </a:ln>
          </p:spPr>
        </p:cxnSp>
        <p:cxnSp>
          <p:nvCxnSpPr>
            <p:cNvPr id="1080" name="Google Shape;1080;p39"/>
            <p:cNvCxnSpPr>
              <a:stCxn id="1067" idx="6"/>
              <a:endCxn id="1072" idx="3"/>
            </p:cNvCxnSpPr>
            <p:nvPr/>
          </p:nvCxnSpPr>
          <p:spPr>
            <a:xfrm flipH="1" rot="10800000">
              <a:off x="1347149" y="1509546"/>
              <a:ext cx="318900" cy="112800"/>
            </a:xfrm>
            <a:prstGeom prst="curvedConnector3">
              <a:avLst>
                <a:gd fmla="val 49996" name="adj1"/>
              </a:avLst>
            </a:prstGeom>
            <a:noFill/>
            <a:ln cap="flat" cmpd="sng" w="19050">
              <a:solidFill>
                <a:schemeClr val="lt2"/>
              </a:solidFill>
              <a:prstDash val="solid"/>
              <a:round/>
              <a:headEnd len="med" w="med" type="none"/>
              <a:tailEnd len="med" w="med" type="none"/>
            </a:ln>
          </p:spPr>
        </p:cxnSp>
        <p:cxnSp>
          <p:nvCxnSpPr>
            <p:cNvPr id="1081" name="Google Shape;1081;p39"/>
            <p:cNvCxnSpPr>
              <a:stCxn id="1067" idx="6"/>
              <a:endCxn id="1073" idx="3"/>
            </p:cNvCxnSpPr>
            <p:nvPr/>
          </p:nvCxnSpPr>
          <p:spPr>
            <a:xfrm>
              <a:off x="1347149" y="1622346"/>
              <a:ext cx="318900" cy="112800"/>
            </a:xfrm>
            <a:prstGeom prst="curvedConnector3">
              <a:avLst>
                <a:gd fmla="val 49996" name="adj1"/>
              </a:avLst>
            </a:prstGeom>
            <a:noFill/>
            <a:ln cap="flat" cmpd="sng" w="19050">
              <a:solidFill>
                <a:schemeClr val="lt2"/>
              </a:solidFill>
              <a:prstDash val="solid"/>
              <a:round/>
              <a:headEnd len="med" w="med" type="none"/>
              <a:tailEnd len="med" w="med" type="none"/>
            </a:ln>
          </p:spPr>
        </p:cxnSp>
      </p:grpSp>
      <p:grpSp>
        <p:nvGrpSpPr>
          <p:cNvPr id="1082" name="Google Shape;1082;p39"/>
          <p:cNvGrpSpPr/>
          <p:nvPr/>
        </p:nvGrpSpPr>
        <p:grpSpPr>
          <a:xfrm>
            <a:off x="2140050" y="1054267"/>
            <a:ext cx="1086848" cy="752138"/>
            <a:chOff x="2143100" y="1328013"/>
            <a:chExt cx="1086848" cy="752138"/>
          </a:xfrm>
        </p:grpSpPr>
        <p:sp>
          <p:nvSpPr>
            <p:cNvPr id="1083" name="Google Shape;1083;p39"/>
            <p:cNvSpPr/>
            <p:nvPr/>
          </p:nvSpPr>
          <p:spPr>
            <a:xfrm>
              <a:off x="3152848" y="1340613"/>
              <a:ext cx="77100" cy="771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084" name="Google Shape;1084;p39"/>
            <p:cNvSpPr/>
            <p:nvPr/>
          </p:nvSpPr>
          <p:spPr>
            <a:xfrm>
              <a:off x="3152848" y="1557221"/>
              <a:ext cx="77100" cy="771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085" name="Google Shape;1085;p39"/>
            <p:cNvSpPr/>
            <p:nvPr/>
          </p:nvSpPr>
          <p:spPr>
            <a:xfrm>
              <a:off x="3152848" y="1773829"/>
              <a:ext cx="77100" cy="771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086" name="Google Shape;1086;p39"/>
            <p:cNvSpPr/>
            <p:nvPr/>
          </p:nvSpPr>
          <p:spPr>
            <a:xfrm>
              <a:off x="3152848" y="1990438"/>
              <a:ext cx="77100" cy="771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087" name="Google Shape;1087;p39"/>
            <p:cNvSpPr/>
            <p:nvPr/>
          </p:nvSpPr>
          <p:spPr>
            <a:xfrm>
              <a:off x="2477249" y="1977850"/>
              <a:ext cx="102300" cy="102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088" name="Google Shape;1088;p39"/>
            <p:cNvSpPr/>
            <p:nvPr/>
          </p:nvSpPr>
          <p:spPr>
            <a:xfrm>
              <a:off x="2477250" y="1328013"/>
              <a:ext cx="102300" cy="102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089" name="Google Shape;1089;p39"/>
            <p:cNvSpPr/>
            <p:nvPr/>
          </p:nvSpPr>
          <p:spPr>
            <a:xfrm>
              <a:off x="2143177" y="1641385"/>
              <a:ext cx="133646" cy="133865"/>
            </a:xfrm>
            <a:custGeom>
              <a:rect b="b" l="l" r="r" t="t"/>
              <a:pathLst>
                <a:path extrusionOk="0" h="20115" w="20082">
                  <a:moveTo>
                    <a:pt x="10041" y="1"/>
                  </a:moveTo>
                  <a:cubicBezTo>
                    <a:pt x="4503" y="1"/>
                    <a:pt x="0" y="4504"/>
                    <a:pt x="0" y="10041"/>
                  </a:cubicBezTo>
                  <a:cubicBezTo>
                    <a:pt x="0" y="15612"/>
                    <a:pt x="4503" y="20115"/>
                    <a:pt x="10041" y="20115"/>
                  </a:cubicBezTo>
                  <a:cubicBezTo>
                    <a:pt x="15578" y="20115"/>
                    <a:pt x="20081" y="15612"/>
                    <a:pt x="20081" y="10041"/>
                  </a:cubicBezTo>
                  <a:cubicBezTo>
                    <a:pt x="20081" y="4504"/>
                    <a:pt x="15578" y="1"/>
                    <a:pt x="1004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39"/>
            <p:cNvSpPr/>
            <p:nvPr/>
          </p:nvSpPr>
          <p:spPr>
            <a:xfrm>
              <a:off x="2143100" y="1641919"/>
              <a:ext cx="133800" cy="13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091" name="Google Shape;1091;p39"/>
            <p:cNvCxnSpPr>
              <a:stCxn id="1090" idx="0"/>
              <a:endCxn id="1088" idx="2"/>
            </p:cNvCxnSpPr>
            <p:nvPr/>
          </p:nvCxnSpPr>
          <p:spPr>
            <a:xfrm rot="-5400000">
              <a:off x="2212250" y="1376869"/>
              <a:ext cx="262800" cy="267300"/>
            </a:xfrm>
            <a:prstGeom prst="bentConnector2">
              <a:avLst/>
            </a:prstGeom>
            <a:noFill/>
            <a:ln cap="flat" cmpd="sng" w="19050">
              <a:solidFill>
                <a:schemeClr val="dk2"/>
              </a:solidFill>
              <a:prstDash val="solid"/>
              <a:round/>
              <a:headEnd len="med" w="med" type="none"/>
              <a:tailEnd len="med" w="med" type="none"/>
            </a:ln>
          </p:spPr>
        </p:cxnSp>
        <p:cxnSp>
          <p:nvCxnSpPr>
            <p:cNvPr id="1092" name="Google Shape;1092;p39"/>
            <p:cNvCxnSpPr>
              <a:stCxn id="1090" idx="4"/>
              <a:endCxn id="1087" idx="2"/>
            </p:cNvCxnSpPr>
            <p:nvPr/>
          </p:nvCxnSpPr>
          <p:spPr>
            <a:xfrm flipH="1" rot="-5400000">
              <a:off x="2217050" y="1768669"/>
              <a:ext cx="253200" cy="267300"/>
            </a:xfrm>
            <a:prstGeom prst="bentConnector2">
              <a:avLst/>
            </a:prstGeom>
            <a:noFill/>
            <a:ln cap="flat" cmpd="sng" w="19050">
              <a:solidFill>
                <a:schemeClr val="dk2"/>
              </a:solidFill>
              <a:prstDash val="solid"/>
              <a:round/>
              <a:headEnd len="med" w="med" type="none"/>
              <a:tailEnd len="med" w="med" type="none"/>
            </a:ln>
          </p:spPr>
        </p:cxnSp>
        <p:cxnSp>
          <p:nvCxnSpPr>
            <p:cNvPr id="1093" name="Google Shape;1093;p39"/>
            <p:cNvCxnSpPr>
              <a:stCxn id="1087" idx="6"/>
              <a:endCxn id="1086" idx="2"/>
            </p:cNvCxnSpPr>
            <p:nvPr/>
          </p:nvCxnSpPr>
          <p:spPr>
            <a:xfrm>
              <a:off x="2579549" y="2029000"/>
              <a:ext cx="573300" cy="600"/>
            </a:xfrm>
            <a:prstGeom prst="bentConnector3">
              <a:avLst>
                <a:gd fmla="val 50000" name="adj1"/>
              </a:avLst>
            </a:prstGeom>
            <a:noFill/>
            <a:ln cap="flat" cmpd="sng" w="19050">
              <a:solidFill>
                <a:schemeClr val="lt2"/>
              </a:solidFill>
              <a:prstDash val="solid"/>
              <a:round/>
              <a:headEnd len="med" w="med" type="none"/>
              <a:tailEnd len="med" w="med" type="none"/>
            </a:ln>
          </p:spPr>
        </p:cxnSp>
        <p:cxnSp>
          <p:nvCxnSpPr>
            <p:cNvPr id="1094" name="Google Shape;1094;p39"/>
            <p:cNvCxnSpPr>
              <a:stCxn id="1087" idx="6"/>
              <a:endCxn id="1085" idx="2"/>
            </p:cNvCxnSpPr>
            <p:nvPr/>
          </p:nvCxnSpPr>
          <p:spPr>
            <a:xfrm flipH="1" rot="10800000">
              <a:off x="2579549" y="1812400"/>
              <a:ext cx="573300" cy="216600"/>
            </a:xfrm>
            <a:prstGeom prst="bentConnector3">
              <a:avLst>
                <a:gd fmla="val 50000" name="adj1"/>
              </a:avLst>
            </a:prstGeom>
            <a:noFill/>
            <a:ln cap="flat" cmpd="sng" w="19050">
              <a:solidFill>
                <a:schemeClr val="lt2"/>
              </a:solidFill>
              <a:prstDash val="solid"/>
              <a:round/>
              <a:headEnd len="med" w="med" type="none"/>
              <a:tailEnd len="med" w="med" type="none"/>
            </a:ln>
          </p:spPr>
        </p:cxnSp>
        <p:cxnSp>
          <p:nvCxnSpPr>
            <p:cNvPr id="1095" name="Google Shape;1095;p39"/>
            <p:cNvCxnSpPr>
              <a:stCxn id="1088" idx="6"/>
              <a:endCxn id="1084" idx="2"/>
            </p:cNvCxnSpPr>
            <p:nvPr/>
          </p:nvCxnSpPr>
          <p:spPr>
            <a:xfrm>
              <a:off x="2579550" y="1379163"/>
              <a:ext cx="573300" cy="216600"/>
            </a:xfrm>
            <a:prstGeom prst="bentConnector3">
              <a:avLst>
                <a:gd fmla="val 50000" name="adj1"/>
              </a:avLst>
            </a:prstGeom>
            <a:noFill/>
            <a:ln cap="flat" cmpd="sng" w="19050">
              <a:solidFill>
                <a:schemeClr val="lt2"/>
              </a:solidFill>
              <a:prstDash val="solid"/>
              <a:round/>
              <a:headEnd len="med" w="med" type="none"/>
              <a:tailEnd len="med" w="med" type="none"/>
            </a:ln>
          </p:spPr>
        </p:cxnSp>
        <p:cxnSp>
          <p:nvCxnSpPr>
            <p:cNvPr id="1096" name="Google Shape;1096;p39"/>
            <p:cNvCxnSpPr>
              <a:stCxn id="1088" idx="6"/>
              <a:endCxn id="1083" idx="2"/>
            </p:cNvCxnSpPr>
            <p:nvPr/>
          </p:nvCxnSpPr>
          <p:spPr>
            <a:xfrm>
              <a:off x="2579550" y="1379163"/>
              <a:ext cx="573300" cy="600"/>
            </a:xfrm>
            <a:prstGeom prst="bentConnector3">
              <a:avLst>
                <a:gd fmla="val 50000" name="adj1"/>
              </a:avLst>
            </a:prstGeom>
            <a:noFill/>
            <a:ln cap="flat" cmpd="sng" w="19050">
              <a:solidFill>
                <a:schemeClr val="lt2"/>
              </a:solidFill>
              <a:prstDash val="solid"/>
              <a:round/>
              <a:headEnd len="med" w="med" type="none"/>
              <a:tailEnd len="med" w="med" type="none"/>
            </a:ln>
          </p:spPr>
        </p:cxnSp>
      </p:grpSp>
      <p:grpSp>
        <p:nvGrpSpPr>
          <p:cNvPr id="1097" name="Google Shape;1097;p39"/>
          <p:cNvGrpSpPr/>
          <p:nvPr/>
        </p:nvGrpSpPr>
        <p:grpSpPr>
          <a:xfrm>
            <a:off x="3448271" y="1051252"/>
            <a:ext cx="1572470" cy="758168"/>
            <a:chOff x="3406121" y="972084"/>
            <a:chExt cx="1572470" cy="758168"/>
          </a:xfrm>
        </p:grpSpPr>
        <p:grpSp>
          <p:nvGrpSpPr>
            <p:cNvPr id="1098" name="Google Shape;1098;p39"/>
            <p:cNvGrpSpPr/>
            <p:nvPr/>
          </p:nvGrpSpPr>
          <p:grpSpPr>
            <a:xfrm>
              <a:off x="3406121" y="972084"/>
              <a:ext cx="408247" cy="496945"/>
              <a:chOff x="3406121" y="1290134"/>
              <a:chExt cx="408247" cy="496945"/>
            </a:xfrm>
          </p:grpSpPr>
          <p:cxnSp>
            <p:nvCxnSpPr>
              <p:cNvPr id="1099" name="Google Shape;1099;p39"/>
              <p:cNvCxnSpPr>
                <a:stCxn id="1100" idx="6"/>
                <a:endCxn id="1101" idx="2"/>
              </p:cNvCxnSpPr>
              <p:nvPr/>
            </p:nvCxnSpPr>
            <p:spPr>
              <a:xfrm>
                <a:off x="3607721" y="1686278"/>
                <a:ext cx="185700" cy="0"/>
              </a:xfrm>
              <a:prstGeom prst="straightConnector1">
                <a:avLst/>
              </a:prstGeom>
              <a:noFill/>
              <a:ln cap="flat" cmpd="sng" w="19050">
                <a:solidFill>
                  <a:schemeClr val="lt1"/>
                </a:solidFill>
                <a:prstDash val="solid"/>
                <a:round/>
                <a:headEnd len="med" w="med" type="none"/>
                <a:tailEnd len="med" w="med" type="none"/>
              </a:ln>
            </p:spPr>
          </p:cxnSp>
          <p:cxnSp>
            <p:nvCxnSpPr>
              <p:cNvPr id="1102" name="Google Shape;1102;p39"/>
              <p:cNvCxnSpPr>
                <a:stCxn id="1100" idx="0"/>
                <a:endCxn id="1103" idx="1"/>
              </p:cNvCxnSpPr>
              <p:nvPr/>
            </p:nvCxnSpPr>
            <p:spPr>
              <a:xfrm rot="10800000">
                <a:off x="3506921" y="1343678"/>
                <a:ext cx="0" cy="241800"/>
              </a:xfrm>
              <a:prstGeom prst="straightConnector1">
                <a:avLst/>
              </a:prstGeom>
              <a:noFill/>
              <a:ln cap="flat" cmpd="sng" w="19050">
                <a:solidFill>
                  <a:schemeClr val="lt1"/>
                </a:solidFill>
                <a:prstDash val="solid"/>
                <a:round/>
                <a:headEnd len="med" w="med" type="none"/>
                <a:tailEnd len="med" w="med" type="none"/>
              </a:ln>
            </p:spPr>
          </p:cxnSp>
          <p:sp>
            <p:nvSpPr>
              <p:cNvPr id="1103" name="Google Shape;1103;p39"/>
              <p:cNvSpPr/>
              <p:nvPr/>
            </p:nvSpPr>
            <p:spPr>
              <a:xfrm>
                <a:off x="3506869" y="1290134"/>
                <a:ext cx="307500" cy="107100"/>
              </a:xfrm>
              <a:prstGeom prst="rect">
                <a:avLst/>
              </a:prstGeom>
              <a:solidFill>
                <a:schemeClr val="l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p39"/>
              <p:cNvSpPr/>
              <p:nvPr/>
            </p:nvSpPr>
            <p:spPr>
              <a:xfrm>
                <a:off x="3406121" y="1585478"/>
                <a:ext cx="201600" cy="2016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104" name="Google Shape;1104;p39"/>
            <p:cNvCxnSpPr>
              <a:stCxn id="1105" idx="1"/>
              <a:endCxn id="1106" idx="4"/>
            </p:cNvCxnSpPr>
            <p:nvPr/>
          </p:nvCxnSpPr>
          <p:spPr>
            <a:xfrm rot="10800000">
              <a:off x="4668929" y="1468927"/>
              <a:ext cx="0" cy="191400"/>
            </a:xfrm>
            <a:prstGeom prst="straightConnector1">
              <a:avLst/>
            </a:prstGeom>
            <a:noFill/>
            <a:ln cap="flat" cmpd="sng" w="19050">
              <a:solidFill>
                <a:schemeClr val="accent1"/>
              </a:solidFill>
              <a:prstDash val="solid"/>
              <a:round/>
              <a:headEnd len="med" w="med" type="none"/>
              <a:tailEnd len="med" w="med" type="none"/>
            </a:ln>
          </p:spPr>
        </p:cxnSp>
        <p:grpSp>
          <p:nvGrpSpPr>
            <p:cNvPr id="1107" name="Google Shape;1107;p39"/>
            <p:cNvGrpSpPr/>
            <p:nvPr/>
          </p:nvGrpSpPr>
          <p:grpSpPr>
            <a:xfrm>
              <a:off x="3793478" y="1267428"/>
              <a:ext cx="408275" cy="462823"/>
              <a:chOff x="3793478" y="1585478"/>
              <a:chExt cx="408275" cy="462823"/>
            </a:xfrm>
          </p:grpSpPr>
          <p:cxnSp>
            <p:nvCxnSpPr>
              <p:cNvPr id="1108" name="Google Shape;1108;p39"/>
              <p:cNvCxnSpPr>
                <a:stCxn id="1109" idx="1"/>
                <a:endCxn id="1101" idx="4"/>
              </p:cNvCxnSpPr>
              <p:nvPr/>
            </p:nvCxnSpPr>
            <p:spPr>
              <a:xfrm rot="10800000">
                <a:off x="3894253" y="1787152"/>
                <a:ext cx="0" cy="207600"/>
              </a:xfrm>
              <a:prstGeom prst="straightConnector1">
                <a:avLst/>
              </a:prstGeom>
              <a:noFill/>
              <a:ln cap="flat" cmpd="sng" w="19050">
                <a:solidFill>
                  <a:schemeClr val="dk2"/>
                </a:solidFill>
                <a:prstDash val="solid"/>
                <a:round/>
                <a:headEnd len="med" w="med" type="none"/>
                <a:tailEnd len="med" w="med" type="none"/>
              </a:ln>
            </p:spPr>
          </p:cxnSp>
          <p:sp>
            <p:nvSpPr>
              <p:cNvPr id="1109" name="Google Shape;1109;p39"/>
              <p:cNvSpPr/>
              <p:nvPr/>
            </p:nvSpPr>
            <p:spPr>
              <a:xfrm>
                <a:off x="3894253" y="1941202"/>
                <a:ext cx="307500" cy="107100"/>
              </a:xfrm>
              <a:prstGeom prst="rect">
                <a:avLst/>
              </a:prstGeom>
              <a:solidFill>
                <a:schemeClr val="dk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1" name="Google Shape;1101;p39"/>
              <p:cNvSpPr/>
              <p:nvPr/>
            </p:nvSpPr>
            <p:spPr>
              <a:xfrm>
                <a:off x="3793478" y="1585478"/>
                <a:ext cx="201600" cy="2016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10" name="Google Shape;1110;p39"/>
              <p:cNvCxnSpPr>
                <a:stCxn id="1101" idx="6"/>
                <a:endCxn id="1111" idx="2"/>
              </p:cNvCxnSpPr>
              <p:nvPr/>
            </p:nvCxnSpPr>
            <p:spPr>
              <a:xfrm>
                <a:off x="3995078" y="1686278"/>
                <a:ext cx="185700" cy="600"/>
              </a:xfrm>
              <a:prstGeom prst="bentConnector3">
                <a:avLst>
                  <a:gd fmla="val 50015" name="adj1"/>
                </a:avLst>
              </a:prstGeom>
              <a:noFill/>
              <a:ln cap="flat" cmpd="sng" w="19050">
                <a:solidFill>
                  <a:schemeClr val="dk2"/>
                </a:solidFill>
                <a:prstDash val="solid"/>
                <a:round/>
                <a:headEnd len="med" w="med" type="none"/>
                <a:tailEnd len="med" w="med" type="none"/>
              </a:ln>
            </p:spPr>
          </p:cxnSp>
        </p:grpSp>
        <p:grpSp>
          <p:nvGrpSpPr>
            <p:cNvPr id="1112" name="Google Shape;1112;p39"/>
            <p:cNvGrpSpPr/>
            <p:nvPr/>
          </p:nvGrpSpPr>
          <p:grpSpPr>
            <a:xfrm>
              <a:off x="4180835" y="972084"/>
              <a:ext cx="408283" cy="496945"/>
              <a:chOff x="4180835" y="1290134"/>
              <a:chExt cx="408283" cy="496945"/>
            </a:xfrm>
          </p:grpSpPr>
          <p:cxnSp>
            <p:nvCxnSpPr>
              <p:cNvPr id="1113" name="Google Shape;1113;p39"/>
              <p:cNvCxnSpPr>
                <a:stCxn id="1111" idx="0"/>
                <a:endCxn id="1114" idx="1"/>
              </p:cNvCxnSpPr>
              <p:nvPr/>
            </p:nvCxnSpPr>
            <p:spPr>
              <a:xfrm rot="10800000">
                <a:off x="4281635" y="1343678"/>
                <a:ext cx="0" cy="241800"/>
              </a:xfrm>
              <a:prstGeom prst="straightConnector1">
                <a:avLst/>
              </a:prstGeom>
              <a:noFill/>
              <a:ln cap="flat" cmpd="sng" w="19050">
                <a:solidFill>
                  <a:schemeClr val="lt2"/>
                </a:solidFill>
                <a:prstDash val="solid"/>
                <a:round/>
                <a:headEnd len="med" w="med" type="none"/>
                <a:tailEnd len="med" w="med" type="none"/>
              </a:ln>
            </p:spPr>
          </p:cxnSp>
          <p:sp>
            <p:nvSpPr>
              <p:cNvPr id="1114" name="Google Shape;1114;p39"/>
              <p:cNvSpPr/>
              <p:nvPr/>
            </p:nvSpPr>
            <p:spPr>
              <a:xfrm>
                <a:off x="4281617" y="1290134"/>
                <a:ext cx="307500" cy="107100"/>
              </a:xfrm>
              <a:prstGeom prst="rect">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1" name="Google Shape;1111;p39"/>
              <p:cNvSpPr/>
              <p:nvPr/>
            </p:nvSpPr>
            <p:spPr>
              <a:xfrm>
                <a:off x="4180835" y="1585478"/>
                <a:ext cx="201600" cy="2016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15" name="Google Shape;1115;p39"/>
              <p:cNvCxnSpPr>
                <a:stCxn id="1111" idx="6"/>
                <a:endCxn id="1106" idx="2"/>
              </p:cNvCxnSpPr>
              <p:nvPr/>
            </p:nvCxnSpPr>
            <p:spPr>
              <a:xfrm>
                <a:off x="4382435" y="1686278"/>
                <a:ext cx="185700" cy="0"/>
              </a:xfrm>
              <a:prstGeom prst="straightConnector1">
                <a:avLst/>
              </a:prstGeom>
              <a:noFill/>
              <a:ln cap="flat" cmpd="sng" w="19050">
                <a:solidFill>
                  <a:schemeClr val="lt2"/>
                </a:solidFill>
                <a:prstDash val="solid"/>
                <a:round/>
                <a:headEnd len="med" w="med" type="none"/>
                <a:tailEnd len="med" w="med" type="none"/>
              </a:ln>
            </p:spPr>
          </p:cxnSp>
        </p:grpSp>
        <p:grpSp>
          <p:nvGrpSpPr>
            <p:cNvPr id="1116" name="Google Shape;1116;p39"/>
            <p:cNvGrpSpPr/>
            <p:nvPr/>
          </p:nvGrpSpPr>
          <p:grpSpPr>
            <a:xfrm>
              <a:off x="4568191" y="1267428"/>
              <a:ext cx="410400" cy="446448"/>
              <a:chOff x="4568191" y="1585478"/>
              <a:chExt cx="410400" cy="446448"/>
            </a:xfrm>
          </p:grpSpPr>
          <p:sp>
            <p:nvSpPr>
              <p:cNvPr id="1105" name="Google Shape;1105;p39"/>
              <p:cNvSpPr/>
              <p:nvPr/>
            </p:nvSpPr>
            <p:spPr>
              <a:xfrm>
                <a:off x="4668929" y="1924827"/>
                <a:ext cx="307500" cy="107100"/>
              </a:xfrm>
              <a:prstGeom prst="rect">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6" name="Google Shape;1106;p39"/>
              <p:cNvSpPr/>
              <p:nvPr/>
            </p:nvSpPr>
            <p:spPr>
              <a:xfrm>
                <a:off x="4568191" y="1585478"/>
                <a:ext cx="201600" cy="201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17" name="Google Shape;1117;p39"/>
              <p:cNvCxnSpPr>
                <a:stCxn id="1106" idx="6"/>
              </p:cNvCxnSpPr>
              <p:nvPr/>
            </p:nvCxnSpPr>
            <p:spPr>
              <a:xfrm>
                <a:off x="4769791" y="1686278"/>
                <a:ext cx="208800" cy="0"/>
              </a:xfrm>
              <a:prstGeom prst="straightConnector1">
                <a:avLst/>
              </a:prstGeom>
              <a:noFill/>
              <a:ln cap="flat" cmpd="sng" w="19050">
                <a:solidFill>
                  <a:schemeClr val="accent1"/>
                </a:solidFill>
                <a:prstDash val="solid"/>
                <a:round/>
                <a:headEnd len="med" w="med" type="none"/>
                <a:tailEnd len="med" w="med" type="triangle"/>
              </a:ln>
            </p:spPr>
          </p:cxnSp>
        </p:grpSp>
      </p:grpSp>
      <p:grpSp>
        <p:nvGrpSpPr>
          <p:cNvPr id="1118" name="Google Shape;1118;p39"/>
          <p:cNvGrpSpPr/>
          <p:nvPr/>
        </p:nvGrpSpPr>
        <p:grpSpPr>
          <a:xfrm>
            <a:off x="6848925" y="563127"/>
            <a:ext cx="1581844" cy="380835"/>
            <a:chOff x="6848925" y="1387771"/>
            <a:chExt cx="1581844" cy="380835"/>
          </a:xfrm>
        </p:grpSpPr>
        <p:sp>
          <p:nvSpPr>
            <p:cNvPr id="1119" name="Google Shape;1119;p39"/>
            <p:cNvSpPr/>
            <p:nvPr/>
          </p:nvSpPr>
          <p:spPr>
            <a:xfrm>
              <a:off x="6848925" y="1387771"/>
              <a:ext cx="267600" cy="231900"/>
            </a:xfrm>
            <a:prstGeom prst="hexagon">
              <a:avLst>
                <a:gd fmla="val 25000" name="adj"/>
                <a:gd fmla="val 115470" name="vf"/>
              </a:avLst>
            </a:prstGeom>
            <a:solidFill>
              <a:schemeClr val="l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120" name="Google Shape;1120;p39"/>
            <p:cNvSpPr/>
            <p:nvPr/>
          </p:nvSpPr>
          <p:spPr>
            <a:xfrm>
              <a:off x="7177486" y="1536707"/>
              <a:ext cx="267600" cy="231900"/>
            </a:xfrm>
            <a:prstGeom prst="hexagon">
              <a:avLst>
                <a:gd fmla="val 25000" name="adj"/>
                <a:gd fmla="val 115470" name="vf"/>
              </a:avLst>
            </a:prstGeom>
            <a:solidFill>
              <a:schemeClr val="dk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121" name="Google Shape;1121;p39"/>
            <p:cNvCxnSpPr>
              <a:stCxn id="1119" idx="0"/>
              <a:endCxn id="1120" idx="3"/>
            </p:cNvCxnSpPr>
            <p:nvPr/>
          </p:nvCxnSpPr>
          <p:spPr>
            <a:xfrm>
              <a:off x="7116525" y="1503721"/>
              <a:ext cx="60900" cy="148800"/>
            </a:xfrm>
            <a:prstGeom prst="bentConnector3">
              <a:avLst>
                <a:gd fmla="val 50050" name="adj1"/>
              </a:avLst>
            </a:prstGeom>
            <a:noFill/>
            <a:ln cap="flat" cmpd="sng" w="19050">
              <a:solidFill>
                <a:schemeClr val="lt1"/>
              </a:solidFill>
              <a:prstDash val="solid"/>
              <a:round/>
              <a:headEnd len="med" w="med" type="none"/>
              <a:tailEnd len="med" w="med" type="none"/>
            </a:ln>
          </p:spPr>
        </p:cxnSp>
        <p:sp>
          <p:nvSpPr>
            <p:cNvPr id="1122" name="Google Shape;1122;p39"/>
            <p:cNvSpPr/>
            <p:nvPr/>
          </p:nvSpPr>
          <p:spPr>
            <a:xfrm>
              <a:off x="7506047" y="1387771"/>
              <a:ext cx="267600" cy="231900"/>
            </a:xfrm>
            <a:prstGeom prst="hexagon">
              <a:avLst>
                <a:gd fmla="val 25000" name="adj"/>
                <a:gd fmla="val 115470" name="vf"/>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123" name="Google Shape;1123;p39"/>
            <p:cNvSpPr/>
            <p:nvPr/>
          </p:nvSpPr>
          <p:spPr>
            <a:xfrm>
              <a:off x="8163169" y="1387771"/>
              <a:ext cx="267600" cy="231900"/>
            </a:xfrm>
            <a:prstGeom prst="hexagon">
              <a:avLst>
                <a:gd fmla="val 25000" name="adj"/>
                <a:gd fmla="val 115470" name="vf"/>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124" name="Google Shape;1124;p39"/>
            <p:cNvSpPr/>
            <p:nvPr/>
          </p:nvSpPr>
          <p:spPr>
            <a:xfrm>
              <a:off x="7834608" y="1536707"/>
              <a:ext cx="267600" cy="231900"/>
            </a:xfrm>
            <a:prstGeom prst="hexagon">
              <a:avLst>
                <a:gd fmla="val 25000" name="adj"/>
                <a:gd fmla="val 115470" name="vf"/>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125" name="Google Shape;1125;p39"/>
            <p:cNvCxnSpPr>
              <a:stCxn id="1120" idx="0"/>
              <a:endCxn id="1122" idx="3"/>
            </p:cNvCxnSpPr>
            <p:nvPr/>
          </p:nvCxnSpPr>
          <p:spPr>
            <a:xfrm flipH="1" rot="10800000">
              <a:off x="7445086" y="1503857"/>
              <a:ext cx="60900" cy="148800"/>
            </a:xfrm>
            <a:prstGeom prst="bentConnector3">
              <a:avLst>
                <a:gd fmla="val 50050" name="adj1"/>
              </a:avLst>
            </a:prstGeom>
            <a:noFill/>
            <a:ln cap="flat" cmpd="sng" w="19050">
              <a:solidFill>
                <a:schemeClr val="dk2"/>
              </a:solidFill>
              <a:prstDash val="solid"/>
              <a:round/>
              <a:headEnd len="med" w="med" type="none"/>
              <a:tailEnd len="med" w="med" type="none"/>
            </a:ln>
          </p:spPr>
        </p:cxnSp>
        <p:cxnSp>
          <p:nvCxnSpPr>
            <p:cNvPr id="1126" name="Google Shape;1126;p39"/>
            <p:cNvCxnSpPr>
              <a:stCxn id="1122" idx="0"/>
              <a:endCxn id="1124" idx="3"/>
            </p:cNvCxnSpPr>
            <p:nvPr/>
          </p:nvCxnSpPr>
          <p:spPr>
            <a:xfrm>
              <a:off x="7773647" y="1503721"/>
              <a:ext cx="60900" cy="148800"/>
            </a:xfrm>
            <a:prstGeom prst="bentConnector3">
              <a:avLst>
                <a:gd fmla="val 50050" name="adj1"/>
              </a:avLst>
            </a:prstGeom>
            <a:noFill/>
            <a:ln cap="flat" cmpd="sng" w="19050">
              <a:solidFill>
                <a:schemeClr val="lt2"/>
              </a:solidFill>
              <a:prstDash val="solid"/>
              <a:round/>
              <a:headEnd len="med" w="med" type="none"/>
              <a:tailEnd len="med" w="med" type="none"/>
            </a:ln>
          </p:spPr>
        </p:cxnSp>
        <p:cxnSp>
          <p:nvCxnSpPr>
            <p:cNvPr id="1127" name="Google Shape;1127;p39"/>
            <p:cNvCxnSpPr>
              <a:stCxn id="1124" idx="0"/>
              <a:endCxn id="1123" idx="3"/>
            </p:cNvCxnSpPr>
            <p:nvPr/>
          </p:nvCxnSpPr>
          <p:spPr>
            <a:xfrm flipH="1" rot="10800000">
              <a:off x="8102208" y="1503857"/>
              <a:ext cx="60900" cy="148800"/>
            </a:xfrm>
            <a:prstGeom prst="bentConnector3">
              <a:avLst>
                <a:gd fmla="val 50050" name="adj1"/>
              </a:avLst>
            </a:prstGeom>
            <a:noFill/>
            <a:ln cap="flat" cmpd="sng" w="19050">
              <a:solidFill>
                <a:schemeClr val="accent1"/>
              </a:solidFill>
              <a:prstDash val="solid"/>
              <a:round/>
              <a:headEnd len="med" w="med" type="none"/>
              <a:tailEnd len="med" w="med" type="none"/>
            </a:ln>
          </p:spPr>
        </p:cxnSp>
      </p:grpSp>
      <p:grpSp>
        <p:nvGrpSpPr>
          <p:cNvPr id="1128" name="Google Shape;1128;p39"/>
          <p:cNvGrpSpPr/>
          <p:nvPr/>
        </p:nvGrpSpPr>
        <p:grpSpPr>
          <a:xfrm>
            <a:off x="3465691" y="2116927"/>
            <a:ext cx="1572426" cy="1468410"/>
            <a:chOff x="2219300" y="2070193"/>
            <a:chExt cx="1009000" cy="942255"/>
          </a:xfrm>
        </p:grpSpPr>
        <p:sp>
          <p:nvSpPr>
            <p:cNvPr id="1129" name="Google Shape;1129;p39"/>
            <p:cNvSpPr/>
            <p:nvPr/>
          </p:nvSpPr>
          <p:spPr>
            <a:xfrm>
              <a:off x="2476897" y="2448592"/>
              <a:ext cx="493800" cy="2124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130" name="Google Shape;1130;p39"/>
            <p:cNvSpPr/>
            <p:nvPr/>
          </p:nvSpPr>
          <p:spPr>
            <a:xfrm>
              <a:off x="2219300" y="2070193"/>
              <a:ext cx="231900" cy="2319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131" name="Google Shape;1131;p39"/>
            <p:cNvSpPr/>
            <p:nvPr/>
          </p:nvSpPr>
          <p:spPr>
            <a:xfrm>
              <a:off x="2607850" y="2070193"/>
              <a:ext cx="231900" cy="2319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132" name="Google Shape;1132;p39"/>
            <p:cNvSpPr/>
            <p:nvPr/>
          </p:nvSpPr>
          <p:spPr>
            <a:xfrm>
              <a:off x="2996400" y="2070193"/>
              <a:ext cx="231900" cy="2319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133" name="Google Shape;1133;p39"/>
            <p:cNvSpPr/>
            <p:nvPr/>
          </p:nvSpPr>
          <p:spPr>
            <a:xfrm>
              <a:off x="2219300" y="2780547"/>
              <a:ext cx="231900" cy="2319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134" name="Google Shape;1134;p39"/>
            <p:cNvSpPr/>
            <p:nvPr/>
          </p:nvSpPr>
          <p:spPr>
            <a:xfrm>
              <a:off x="2607850" y="2780547"/>
              <a:ext cx="231900" cy="2319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135" name="Google Shape;1135;p39"/>
            <p:cNvSpPr/>
            <p:nvPr/>
          </p:nvSpPr>
          <p:spPr>
            <a:xfrm>
              <a:off x="2996400" y="2780547"/>
              <a:ext cx="231900" cy="2319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136" name="Google Shape;1136;p39"/>
            <p:cNvCxnSpPr>
              <a:stCxn id="1133" idx="0"/>
              <a:endCxn id="1129" idx="2"/>
            </p:cNvCxnSpPr>
            <p:nvPr/>
          </p:nvCxnSpPr>
          <p:spPr>
            <a:xfrm rot="-5400000">
              <a:off x="2469650" y="2526447"/>
              <a:ext cx="119700" cy="388500"/>
            </a:xfrm>
            <a:prstGeom prst="curvedConnector3">
              <a:avLst>
                <a:gd fmla="val 49940" name="adj1"/>
              </a:avLst>
            </a:prstGeom>
            <a:noFill/>
            <a:ln cap="flat" cmpd="sng" w="19050">
              <a:solidFill>
                <a:schemeClr val="lt2"/>
              </a:solidFill>
              <a:prstDash val="solid"/>
              <a:round/>
              <a:headEnd len="med" w="med" type="none"/>
              <a:tailEnd len="med" w="med" type="none"/>
            </a:ln>
          </p:spPr>
        </p:cxnSp>
        <p:cxnSp>
          <p:nvCxnSpPr>
            <p:cNvPr id="1137" name="Google Shape;1137;p39"/>
            <p:cNvCxnSpPr>
              <a:stCxn id="1134" idx="0"/>
              <a:endCxn id="1129" idx="2"/>
            </p:cNvCxnSpPr>
            <p:nvPr/>
          </p:nvCxnSpPr>
          <p:spPr>
            <a:xfrm rot="-5400000">
              <a:off x="2664100" y="2720547"/>
              <a:ext cx="119700" cy="300"/>
            </a:xfrm>
            <a:prstGeom prst="curvedConnector3">
              <a:avLst>
                <a:gd fmla="val 49940" name="adj1"/>
              </a:avLst>
            </a:prstGeom>
            <a:noFill/>
            <a:ln cap="flat" cmpd="sng" w="19050">
              <a:solidFill>
                <a:schemeClr val="lt2"/>
              </a:solidFill>
              <a:prstDash val="solid"/>
              <a:round/>
              <a:headEnd len="med" w="med" type="none"/>
              <a:tailEnd len="med" w="med" type="none"/>
            </a:ln>
          </p:spPr>
        </p:cxnSp>
        <p:cxnSp>
          <p:nvCxnSpPr>
            <p:cNvPr id="1138" name="Google Shape;1138;p39"/>
            <p:cNvCxnSpPr>
              <a:stCxn id="1135" idx="0"/>
              <a:endCxn id="1129" idx="2"/>
            </p:cNvCxnSpPr>
            <p:nvPr/>
          </p:nvCxnSpPr>
          <p:spPr>
            <a:xfrm flipH="1" rot="5400000">
              <a:off x="2858250" y="2526447"/>
              <a:ext cx="119700" cy="388500"/>
            </a:xfrm>
            <a:prstGeom prst="curvedConnector3">
              <a:avLst>
                <a:gd fmla="val 49940" name="adj1"/>
              </a:avLst>
            </a:prstGeom>
            <a:noFill/>
            <a:ln cap="flat" cmpd="sng" w="19050">
              <a:solidFill>
                <a:schemeClr val="lt2"/>
              </a:solidFill>
              <a:prstDash val="solid"/>
              <a:round/>
              <a:headEnd len="med" w="med" type="none"/>
              <a:tailEnd len="med" w="med" type="none"/>
            </a:ln>
          </p:spPr>
        </p:cxnSp>
        <p:cxnSp>
          <p:nvCxnSpPr>
            <p:cNvPr id="1139" name="Google Shape;1139;p39"/>
            <p:cNvCxnSpPr>
              <a:stCxn id="1130" idx="2"/>
              <a:endCxn id="1129" idx="0"/>
            </p:cNvCxnSpPr>
            <p:nvPr/>
          </p:nvCxnSpPr>
          <p:spPr>
            <a:xfrm flipH="1" rot="-5400000">
              <a:off x="2456300" y="2181043"/>
              <a:ext cx="146400" cy="388500"/>
            </a:xfrm>
            <a:prstGeom prst="curvedConnector3">
              <a:avLst>
                <a:gd fmla="val 50034" name="adj1"/>
              </a:avLst>
            </a:prstGeom>
            <a:noFill/>
            <a:ln cap="flat" cmpd="sng" w="19050">
              <a:solidFill>
                <a:schemeClr val="lt2"/>
              </a:solidFill>
              <a:prstDash val="solid"/>
              <a:round/>
              <a:headEnd len="med" w="med" type="none"/>
              <a:tailEnd len="med" w="med" type="none"/>
            </a:ln>
          </p:spPr>
        </p:cxnSp>
        <p:cxnSp>
          <p:nvCxnSpPr>
            <p:cNvPr id="1140" name="Google Shape;1140;p39"/>
            <p:cNvCxnSpPr>
              <a:stCxn id="1131" idx="2"/>
              <a:endCxn id="1129" idx="0"/>
            </p:cNvCxnSpPr>
            <p:nvPr/>
          </p:nvCxnSpPr>
          <p:spPr>
            <a:xfrm flipH="1" rot="-5400000">
              <a:off x="2650750" y="2375143"/>
              <a:ext cx="146400" cy="300"/>
            </a:xfrm>
            <a:prstGeom prst="curvedConnector3">
              <a:avLst>
                <a:gd fmla="val 50034" name="adj1"/>
              </a:avLst>
            </a:prstGeom>
            <a:noFill/>
            <a:ln cap="flat" cmpd="sng" w="19050">
              <a:solidFill>
                <a:schemeClr val="lt2"/>
              </a:solidFill>
              <a:prstDash val="solid"/>
              <a:round/>
              <a:headEnd len="med" w="med" type="none"/>
              <a:tailEnd len="med" w="med" type="none"/>
            </a:ln>
          </p:spPr>
        </p:cxnSp>
        <p:cxnSp>
          <p:nvCxnSpPr>
            <p:cNvPr id="1141" name="Google Shape;1141;p39"/>
            <p:cNvCxnSpPr>
              <a:stCxn id="1132" idx="2"/>
              <a:endCxn id="1129" idx="0"/>
            </p:cNvCxnSpPr>
            <p:nvPr/>
          </p:nvCxnSpPr>
          <p:spPr>
            <a:xfrm rot="5400000">
              <a:off x="2844900" y="2181043"/>
              <a:ext cx="146400" cy="388500"/>
            </a:xfrm>
            <a:prstGeom prst="curvedConnector3">
              <a:avLst>
                <a:gd fmla="val 50034" name="adj1"/>
              </a:avLst>
            </a:prstGeom>
            <a:noFill/>
            <a:ln cap="flat" cmpd="sng" w="19050">
              <a:solidFill>
                <a:schemeClr val="lt2"/>
              </a:solidFill>
              <a:prstDash val="solid"/>
              <a:round/>
              <a:headEnd len="med" w="med" type="none"/>
              <a:tailEnd len="med" w="med" type="none"/>
            </a:ln>
          </p:spPr>
        </p:cxnSp>
      </p:grpSp>
      <p:grpSp>
        <p:nvGrpSpPr>
          <p:cNvPr id="1142" name="Google Shape;1142;p39"/>
          <p:cNvGrpSpPr/>
          <p:nvPr/>
        </p:nvGrpSpPr>
        <p:grpSpPr>
          <a:xfrm>
            <a:off x="6833476" y="2793506"/>
            <a:ext cx="1592486" cy="250093"/>
            <a:chOff x="6833476" y="2830651"/>
            <a:chExt cx="1592486" cy="250093"/>
          </a:xfrm>
        </p:grpSpPr>
        <p:sp>
          <p:nvSpPr>
            <p:cNvPr id="1143" name="Google Shape;1143;p39"/>
            <p:cNvSpPr/>
            <p:nvPr/>
          </p:nvSpPr>
          <p:spPr>
            <a:xfrm>
              <a:off x="6833476" y="2830651"/>
              <a:ext cx="173700" cy="1737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39"/>
            <p:cNvSpPr/>
            <p:nvPr/>
          </p:nvSpPr>
          <p:spPr>
            <a:xfrm>
              <a:off x="7306243" y="2906744"/>
              <a:ext cx="174000" cy="174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39"/>
            <p:cNvSpPr/>
            <p:nvPr/>
          </p:nvSpPr>
          <p:spPr>
            <a:xfrm>
              <a:off x="7779343" y="2830651"/>
              <a:ext cx="173700" cy="1737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39"/>
            <p:cNvSpPr/>
            <p:nvPr/>
          </p:nvSpPr>
          <p:spPr>
            <a:xfrm>
              <a:off x="8252262" y="2906851"/>
              <a:ext cx="173700" cy="173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47" name="Google Shape;1147;p39"/>
            <p:cNvCxnSpPr>
              <a:stCxn id="1143" idx="6"/>
              <a:endCxn id="1144" idx="2"/>
            </p:cNvCxnSpPr>
            <p:nvPr/>
          </p:nvCxnSpPr>
          <p:spPr>
            <a:xfrm>
              <a:off x="7007176" y="2917501"/>
              <a:ext cx="299100" cy="76200"/>
            </a:xfrm>
            <a:prstGeom prst="curvedConnector3">
              <a:avLst>
                <a:gd fmla="val 49994" name="adj1"/>
              </a:avLst>
            </a:prstGeom>
            <a:noFill/>
            <a:ln cap="flat" cmpd="sng" w="19050">
              <a:solidFill>
                <a:schemeClr val="lt1"/>
              </a:solidFill>
              <a:prstDash val="solid"/>
              <a:round/>
              <a:headEnd len="med" w="med" type="none"/>
              <a:tailEnd len="med" w="med" type="none"/>
            </a:ln>
          </p:spPr>
        </p:cxnSp>
        <p:cxnSp>
          <p:nvCxnSpPr>
            <p:cNvPr id="1148" name="Google Shape;1148;p39"/>
            <p:cNvCxnSpPr>
              <a:stCxn id="1144" idx="6"/>
              <a:endCxn id="1145" idx="2"/>
            </p:cNvCxnSpPr>
            <p:nvPr/>
          </p:nvCxnSpPr>
          <p:spPr>
            <a:xfrm flipH="1" rot="10800000">
              <a:off x="7480243" y="2917544"/>
              <a:ext cx="299100" cy="76200"/>
            </a:xfrm>
            <a:prstGeom prst="curvedConnector3">
              <a:avLst>
                <a:gd fmla="val 50000" name="adj1"/>
              </a:avLst>
            </a:prstGeom>
            <a:noFill/>
            <a:ln cap="flat" cmpd="sng" w="19050">
              <a:solidFill>
                <a:schemeClr val="dk2"/>
              </a:solidFill>
              <a:prstDash val="solid"/>
              <a:round/>
              <a:headEnd len="med" w="med" type="none"/>
              <a:tailEnd len="med" w="med" type="none"/>
            </a:ln>
          </p:spPr>
        </p:cxnSp>
        <p:cxnSp>
          <p:nvCxnSpPr>
            <p:cNvPr id="1149" name="Google Shape;1149;p39"/>
            <p:cNvCxnSpPr>
              <a:stCxn id="1145" idx="6"/>
              <a:endCxn id="1146" idx="2"/>
            </p:cNvCxnSpPr>
            <p:nvPr/>
          </p:nvCxnSpPr>
          <p:spPr>
            <a:xfrm>
              <a:off x="7953043" y="2917501"/>
              <a:ext cx="299100" cy="76200"/>
            </a:xfrm>
            <a:prstGeom prst="curvedConnector3">
              <a:avLst>
                <a:gd fmla="val 50020" name="adj1"/>
              </a:avLst>
            </a:prstGeom>
            <a:noFill/>
            <a:ln cap="flat" cmpd="sng" w="19050">
              <a:solidFill>
                <a:schemeClr val="lt2"/>
              </a:solidFill>
              <a:prstDash val="solid"/>
              <a:round/>
              <a:headEnd len="med" w="med" type="none"/>
              <a:tailEnd len="med" w="med" type="none"/>
            </a:ln>
          </p:spPr>
        </p:cxnSp>
      </p:grpSp>
      <p:grpSp>
        <p:nvGrpSpPr>
          <p:cNvPr id="1150" name="Google Shape;1150;p39"/>
          <p:cNvGrpSpPr/>
          <p:nvPr/>
        </p:nvGrpSpPr>
        <p:grpSpPr>
          <a:xfrm>
            <a:off x="722334" y="2116997"/>
            <a:ext cx="2507630" cy="1468266"/>
            <a:chOff x="722459" y="2026426"/>
            <a:chExt cx="2507630" cy="1468266"/>
          </a:xfrm>
        </p:grpSpPr>
        <p:sp>
          <p:nvSpPr>
            <p:cNvPr id="1151" name="Google Shape;1151;p39"/>
            <p:cNvSpPr/>
            <p:nvPr/>
          </p:nvSpPr>
          <p:spPr>
            <a:xfrm>
              <a:off x="1610539" y="2397143"/>
              <a:ext cx="726600" cy="726600"/>
            </a:xfrm>
            <a:prstGeom prst="ellipse">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Inter"/>
                  <a:ea typeface="Inter"/>
                  <a:cs typeface="Inter"/>
                  <a:sym typeface="Inter"/>
                </a:rPr>
                <a:t>    </a:t>
              </a:r>
              <a:endParaRPr>
                <a:latin typeface="Inter"/>
                <a:ea typeface="Inter"/>
                <a:cs typeface="Inter"/>
                <a:sym typeface="Inter"/>
              </a:endParaRPr>
            </a:p>
          </p:txBody>
        </p:sp>
        <p:grpSp>
          <p:nvGrpSpPr>
            <p:cNvPr id="1152" name="Google Shape;1152;p39"/>
            <p:cNvGrpSpPr/>
            <p:nvPr/>
          </p:nvGrpSpPr>
          <p:grpSpPr>
            <a:xfrm>
              <a:off x="1729857" y="2506271"/>
              <a:ext cx="488119" cy="508407"/>
              <a:chOff x="-165066" y="3843615"/>
              <a:chExt cx="221259" cy="230455"/>
            </a:xfrm>
          </p:grpSpPr>
          <p:sp>
            <p:nvSpPr>
              <p:cNvPr id="1153" name="Google Shape;1153;p39"/>
              <p:cNvSpPr/>
              <p:nvPr/>
            </p:nvSpPr>
            <p:spPr>
              <a:xfrm>
                <a:off x="-165066" y="3843615"/>
                <a:ext cx="106189" cy="230455"/>
              </a:xfrm>
              <a:custGeom>
                <a:rect b="b" l="l" r="r" t="t"/>
                <a:pathLst>
                  <a:path extrusionOk="0" h="19697" w="9076">
                    <a:moveTo>
                      <a:pt x="7950" y="0"/>
                    </a:moveTo>
                    <a:cubicBezTo>
                      <a:pt x="7325" y="0"/>
                      <a:pt x="7031" y="353"/>
                      <a:pt x="6905" y="861"/>
                    </a:cubicBezTo>
                    <a:cubicBezTo>
                      <a:pt x="6789" y="843"/>
                      <a:pt x="6673" y="834"/>
                      <a:pt x="6560" y="834"/>
                    </a:cubicBezTo>
                    <a:cubicBezTo>
                      <a:pt x="5374" y="834"/>
                      <a:pt x="4369" y="1804"/>
                      <a:pt x="4378" y="3035"/>
                    </a:cubicBezTo>
                    <a:cubicBezTo>
                      <a:pt x="4378" y="3093"/>
                      <a:pt x="4384" y="3152"/>
                      <a:pt x="4388" y="3210"/>
                    </a:cubicBezTo>
                    <a:cubicBezTo>
                      <a:pt x="4095" y="3091"/>
                      <a:pt x="3789" y="3034"/>
                      <a:pt x="3486" y="3034"/>
                    </a:cubicBezTo>
                    <a:cubicBezTo>
                      <a:pt x="2814" y="3034"/>
                      <a:pt x="2155" y="3317"/>
                      <a:pt x="1689" y="3841"/>
                    </a:cubicBezTo>
                    <a:cubicBezTo>
                      <a:pt x="1013" y="4601"/>
                      <a:pt x="893" y="5704"/>
                      <a:pt x="1385" y="6594"/>
                    </a:cubicBezTo>
                    <a:cubicBezTo>
                      <a:pt x="0" y="7697"/>
                      <a:pt x="117" y="9839"/>
                      <a:pt x="1618" y="10780"/>
                    </a:cubicBezTo>
                    <a:cubicBezTo>
                      <a:pt x="664" y="11961"/>
                      <a:pt x="1036" y="13721"/>
                      <a:pt x="2388" y="14417"/>
                    </a:cubicBezTo>
                    <a:cubicBezTo>
                      <a:pt x="2375" y="14508"/>
                      <a:pt x="2372" y="14595"/>
                      <a:pt x="2372" y="14685"/>
                    </a:cubicBezTo>
                    <a:cubicBezTo>
                      <a:pt x="2372" y="15776"/>
                      <a:pt x="3106" y="16727"/>
                      <a:pt x="4161" y="17002"/>
                    </a:cubicBezTo>
                    <a:cubicBezTo>
                      <a:pt x="4473" y="17901"/>
                      <a:pt x="5317" y="18472"/>
                      <a:pt x="6226" y="18472"/>
                    </a:cubicBezTo>
                    <a:cubicBezTo>
                      <a:pt x="6429" y="18472"/>
                      <a:pt x="6635" y="18443"/>
                      <a:pt x="6840" y="18383"/>
                    </a:cubicBezTo>
                    <a:cubicBezTo>
                      <a:pt x="6888" y="19128"/>
                      <a:pt x="7157" y="19697"/>
                      <a:pt x="7953" y="19697"/>
                    </a:cubicBezTo>
                    <a:cubicBezTo>
                      <a:pt x="9074" y="19697"/>
                      <a:pt x="9059" y="18730"/>
                      <a:pt x="9075" y="18730"/>
                    </a:cubicBezTo>
                    <a:cubicBezTo>
                      <a:pt x="9075" y="18730"/>
                      <a:pt x="9075" y="18730"/>
                      <a:pt x="9075" y="18730"/>
                    </a:cubicBezTo>
                    <a:cubicBezTo>
                      <a:pt x="9072" y="18726"/>
                      <a:pt x="9046" y="1055"/>
                      <a:pt x="9033" y="1055"/>
                    </a:cubicBezTo>
                    <a:cubicBezTo>
                      <a:pt x="9033" y="1055"/>
                      <a:pt x="9033" y="1055"/>
                      <a:pt x="9033" y="1055"/>
                    </a:cubicBezTo>
                    <a:cubicBezTo>
                      <a:pt x="9014" y="919"/>
                      <a:pt x="8982" y="790"/>
                      <a:pt x="8936" y="660"/>
                    </a:cubicBezTo>
                    <a:cubicBezTo>
                      <a:pt x="8784" y="259"/>
                      <a:pt x="8490" y="0"/>
                      <a:pt x="795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39"/>
              <p:cNvSpPr/>
              <p:nvPr/>
            </p:nvSpPr>
            <p:spPr>
              <a:xfrm>
                <a:off x="-100985" y="3906105"/>
                <a:ext cx="41804" cy="52708"/>
              </a:xfrm>
              <a:custGeom>
                <a:rect b="b" l="l" r="r" t="t"/>
                <a:pathLst>
                  <a:path extrusionOk="0" fill="none" h="4505" w="3573">
                    <a:moveTo>
                      <a:pt x="3573" y="1"/>
                    </a:moveTo>
                    <a:cubicBezTo>
                      <a:pt x="3573" y="1"/>
                      <a:pt x="1" y="221"/>
                      <a:pt x="997" y="4504"/>
                    </a:cubicBezTo>
                  </a:path>
                </a:pathLst>
              </a:custGeom>
              <a:solidFill>
                <a:schemeClr val="accent3"/>
              </a:solidFill>
              <a:ln cap="rnd" cmpd="sng" w="8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39"/>
              <p:cNvSpPr/>
              <p:nvPr/>
            </p:nvSpPr>
            <p:spPr>
              <a:xfrm>
                <a:off x="-86594" y="3875146"/>
                <a:ext cx="27296" cy="25717"/>
              </a:xfrm>
              <a:custGeom>
                <a:rect b="b" l="l" r="r" t="t"/>
                <a:pathLst>
                  <a:path extrusionOk="0" fill="none" h="2198" w="2333">
                    <a:moveTo>
                      <a:pt x="0" y="696"/>
                    </a:moveTo>
                    <a:cubicBezTo>
                      <a:pt x="0" y="696"/>
                      <a:pt x="2333" y="0"/>
                      <a:pt x="2333" y="2197"/>
                    </a:cubicBezTo>
                  </a:path>
                </a:pathLst>
              </a:custGeom>
              <a:solidFill>
                <a:schemeClr val="accent3"/>
              </a:solidFill>
              <a:ln cap="rnd" cmpd="sng" w="8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39"/>
              <p:cNvSpPr/>
              <p:nvPr/>
            </p:nvSpPr>
            <p:spPr>
              <a:xfrm>
                <a:off x="-113855" y="3879078"/>
                <a:ext cx="8986" cy="21785"/>
              </a:xfrm>
              <a:custGeom>
                <a:rect b="b" l="l" r="r" t="t"/>
                <a:pathLst>
                  <a:path extrusionOk="0" fill="none" h="1862" w="768">
                    <a:moveTo>
                      <a:pt x="1" y="1"/>
                    </a:moveTo>
                    <a:cubicBezTo>
                      <a:pt x="1" y="1"/>
                      <a:pt x="1" y="1056"/>
                      <a:pt x="768" y="1861"/>
                    </a:cubicBezTo>
                  </a:path>
                </a:pathLst>
              </a:custGeom>
              <a:solidFill>
                <a:schemeClr val="accent3"/>
              </a:solidFill>
              <a:ln cap="rnd" cmpd="sng" w="8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39"/>
              <p:cNvSpPr/>
              <p:nvPr/>
            </p:nvSpPr>
            <p:spPr>
              <a:xfrm>
                <a:off x="-148861" y="3908679"/>
                <a:ext cx="53340" cy="15538"/>
              </a:xfrm>
              <a:custGeom>
                <a:rect b="b" l="l" r="r" t="t"/>
                <a:pathLst>
                  <a:path extrusionOk="0" fill="none" h="1328" w="4559">
                    <a:moveTo>
                      <a:pt x="0" y="1030"/>
                    </a:moveTo>
                    <a:cubicBezTo>
                      <a:pt x="1301" y="1"/>
                      <a:pt x="2559" y="1327"/>
                      <a:pt x="2559" y="1327"/>
                    </a:cubicBezTo>
                    <a:cubicBezTo>
                      <a:pt x="2559" y="1327"/>
                      <a:pt x="2828" y="150"/>
                      <a:pt x="4559" y="642"/>
                    </a:cubicBezTo>
                  </a:path>
                </a:pathLst>
              </a:custGeom>
              <a:solidFill>
                <a:schemeClr val="accent3"/>
              </a:solidFill>
              <a:ln cap="rnd" cmpd="sng" w="8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39"/>
              <p:cNvSpPr/>
              <p:nvPr/>
            </p:nvSpPr>
            <p:spPr>
              <a:xfrm>
                <a:off x="-137430" y="3963493"/>
                <a:ext cx="28092" cy="51948"/>
              </a:xfrm>
              <a:custGeom>
                <a:rect b="b" l="l" r="r" t="t"/>
                <a:pathLst>
                  <a:path extrusionOk="0" fill="none" h="4440" w="2401">
                    <a:moveTo>
                      <a:pt x="10" y="4439"/>
                    </a:moveTo>
                    <a:cubicBezTo>
                      <a:pt x="10" y="4439"/>
                      <a:pt x="0" y="2220"/>
                      <a:pt x="1718" y="2437"/>
                    </a:cubicBezTo>
                    <a:cubicBezTo>
                      <a:pt x="1718" y="2437"/>
                      <a:pt x="828" y="1217"/>
                      <a:pt x="2401" y="1"/>
                    </a:cubicBezTo>
                  </a:path>
                </a:pathLst>
              </a:custGeom>
              <a:solidFill>
                <a:schemeClr val="accent3"/>
              </a:solidFill>
              <a:ln cap="rnd" cmpd="sng" w="8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39"/>
              <p:cNvSpPr/>
              <p:nvPr/>
            </p:nvSpPr>
            <p:spPr>
              <a:xfrm>
                <a:off x="-122021" y="4015429"/>
                <a:ext cx="12461" cy="32374"/>
              </a:xfrm>
              <a:custGeom>
                <a:rect b="b" l="l" r="r" t="t"/>
                <a:pathLst>
                  <a:path extrusionOk="0" fill="none" h="2767" w="1065">
                    <a:moveTo>
                      <a:pt x="1064" y="0"/>
                    </a:moveTo>
                    <a:cubicBezTo>
                      <a:pt x="1064" y="0"/>
                      <a:pt x="0" y="1146"/>
                      <a:pt x="702" y="2767"/>
                    </a:cubicBezTo>
                  </a:path>
                </a:pathLst>
              </a:custGeom>
              <a:solidFill>
                <a:schemeClr val="accent3"/>
              </a:solidFill>
              <a:ln cap="rnd" cmpd="sng" w="8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0" name="Google Shape;1160;p39"/>
              <p:cNvSpPr/>
              <p:nvPr/>
            </p:nvSpPr>
            <p:spPr>
              <a:xfrm>
                <a:off x="-95533" y="4013124"/>
                <a:ext cx="36235" cy="21739"/>
              </a:xfrm>
              <a:custGeom>
                <a:rect b="b" l="l" r="r" t="t"/>
                <a:pathLst>
                  <a:path extrusionOk="0" fill="none" h="1858" w="3097">
                    <a:moveTo>
                      <a:pt x="3097" y="197"/>
                    </a:moveTo>
                    <a:cubicBezTo>
                      <a:pt x="1463" y="0"/>
                      <a:pt x="764" y="1579"/>
                      <a:pt x="764" y="1579"/>
                    </a:cubicBezTo>
                    <a:cubicBezTo>
                      <a:pt x="764" y="1579"/>
                      <a:pt x="334" y="1391"/>
                      <a:pt x="1" y="1857"/>
                    </a:cubicBezTo>
                  </a:path>
                </a:pathLst>
              </a:custGeom>
              <a:solidFill>
                <a:schemeClr val="accent3"/>
              </a:solidFill>
              <a:ln cap="rnd" cmpd="sng" w="8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1" name="Google Shape;1161;p39"/>
              <p:cNvSpPr/>
              <p:nvPr/>
            </p:nvSpPr>
            <p:spPr>
              <a:xfrm>
                <a:off x="-123355" y="3941357"/>
                <a:ext cx="32000" cy="17913"/>
              </a:xfrm>
              <a:custGeom>
                <a:rect b="b" l="l" r="r" t="t"/>
                <a:pathLst>
                  <a:path extrusionOk="0" fill="none" h="1531" w="2735">
                    <a:moveTo>
                      <a:pt x="2735" y="0"/>
                    </a:moveTo>
                    <a:cubicBezTo>
                      <a:pt x="2735" y="0"/>
                      <a:pt x="1085" y="1530"/>
                      <a:pt x="1" y="0"/>
                    </a:cubicBezTo>
                  </a:path>
                </a:pathLst>
              </a:custGeom>
              <a:solidFill>
                <a:schemeClr val="accent3"/>
              </a:solidFill>
              <a:ln cap="rnd" cmpd="sng" w="8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39"/>
              <p:cNvSpPr/>
              <p:nvPr/>
            </p:nvSpPr>
            <p:spPr>
              <a:xfrm>
                <a:off x="-91367" y="3973672"/>
                <a:ext cx="32070" cy="15807"/>
              </a:xfrm>
              <a:custGeom>
                <a:rect b="b" l="l" r="r" t="t"/>
                <a:pathLst>
                  <a:path extrusionOk="0" fill="none" h="1351" w="2741">
                    <a:moveTo>
                      <a:pt x="1" y="434"/>
                    </a:moveTo>
                    <a:cubicBezTo>
                      <a:pt x="1" y="434"/>
                      <a:pt x="1709" y="1"/>
                      <a:pt x="2741" y="1350"/>
                    </a:cubicBezTo>
                  </a:path>
                </a:pathLst>
              </a:custGeom>
              <a:solidFill>
                <a:schemeClr val="accent3"/>
              </a:solidFill>
              <a:ln cap="rnd" cmpd="sng" w="8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3" name="Google Shape;1163;p39"/>
              <p:cNvSpPr/>
              <p:nvPr/>
            </p:nvSpPr>
            <p:spPr>
              <a:xfrm>
                <a:off x="-49996" y="3843615"/>
                <a:ext cx="106189" cy="230455"/>
              </a:xfrm>
              <a:custGeom>
                <a:rect b="b" l="l" r="r" t="t"/>
                <a:pathLst>
                  <a:path extrusionOk="0" h="19697" w="9076">
                    <a:moveTo>
                      <a:pt x="1127" y="0"/>
                    </a:moveTo>
                    <a:cubicBezTo>
                      <a:pt x="586" y="0"/>
                      <a:pt x="292" y="259"/>
                      <a:pt x="140" y="660"/>
                    </a:cubicBezTo>
                    <a:cubicBezTo>
                      <a:pt x="95" y="790"/>
                      <a:pt x="62" y="919"/>
                      <a:pt x="43" y="1055"/>
                    </a:cubicBezTo>
                    <a:cubicBezTo>
                      <a:pt x="43" y="1055"/>
                      <a:pt x="43" y="1055"/>
                      <a:pt x="43" y="1055"/>
                    </a:cubicBezTo>
                    <a:cubicBezTo>
                      <a:pt x="30" y="1055"/>
                      <a:pt x="4" y="18726"/>
                      <a:pt x="1" y="18730"/>
                    </a:cubicBezTo>
                    <a:cubicBezTo>
                      <a:pt x="1" y="18730"/>
                      <a:pt x="1" y="18730"/>
                      <a:pt x="1" y="18730"/>
                    </a:cubicBezTo>
                    <a:cubicBezTo>
                      <a:pt x="17" y="18730"/>
                      <a:pt x="3" y="19697"/>
                      <a:pt x="1123" y="19697"/>
                    </a:cubicBezTo>
                    <a:cubicBezTo>
                      <a:pt x="1919" y="19697"/>
                      <a:pt x="2188" y="19128"/>
                      <a:pt x="2236" y="18383"/>
                    </a:cubicBezTo>
                    <a:cubicBezTo>
                      <a:pt x="2441" y="18443"/>
                      <a:pt x="2647" y="18472"/>
                      <a:pt x="2850" y="18472"/>
                    </a:cubicBezTo>
                    <a:cubicBezTo>
                      <a:pt x="3758" y="18472"/>
                      <a:pt x="4600" y="17901"/>
                      <a:pt x="4915" y="17002"/>
                    </a:cubicBezTo>
                    <a:cubicBezTo>
                      <a:pt x="5970" y="16727"/>
                      <a:pt x="6704" y="15776"/>
                      <a:pt x="6704" y="14685"/>
                    </a:cubicBezTo>
                    <a:cubicBezTo>
                      <a:pt x="6704" y="14595"/>
                      <a:pt x="6698" y="14508"/>
                      <a:pt x="6688" y="14417"/>
                    </a:cubicBezTo>
                    <a:cubicBezTo>
                      <a:pt x="8040" y="13725"/>
                      <a:pt x="8412" y="11961"/>
                      <a:pt x="7458" y="10780"/>
                    </a:cubicBezTo>
                    <a:cubicBezTo>
                      <a:pt x="8956" y="9839"/>
                      <a:pt x="9076" y="7697"/>
                      <a:pt x="7691" y="6594"/>
                    </a:cubicBezTo>
                    <a:cubicBezTo>
                      <a:pt x="8183" y="5704"/>
                      <a:pt x="8060" y="4601"/>
                      <a:pt x="7387" y="3841"/>
                    </a:cubicBezTo>
                    <a:cubicBezTo>
                      <a:pt x="6921" y="3315"/>
                      <a:pt x="6264" y="3033"/>
                      <a:pt x="5593" y="3033"/>
                    </a:cubicBezTo>
                    <a:cubicBezTo>
                      <a:pt x="5289" y="3033"/>
                      <a:pt x="4982" y="3091"/>
                      <a:pt x="4689" y="3210"/>
                    </a:cubicBezTo>
                    <a:cubicBezTo>
                      <a:pt x="4692" y="3152"/>
                      <a:pt x="4695" y="3093"/>
                      <a:pt x="4695" y="3035"/>
                    </a:cubicBezTo>
                    <a:cubicBezTo>
                      <a:pt x="4704" y="1804"/>
                      <a:pt x="3702" y="834"/>
                      <a:pt x="2514" y="834"/>
                    </a:cubicBezTo>
                    <a:cubicBezTo>
                      <a:pt x="2400" y="834"/>
                      <a:pt x="2285" y="843"/>
                      <a:pt x="2168" y="861"/>
                    </a:cubicBezTo>
                    <a:cubicBezTo>
                      <a:pt x="2045" y="353"/>
                      <a:pt x="1751" y="0"/>
                      <a:pt x="112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39"/>
              <p:cNvSpPr/>
              <p:nvPr/>
            </p:nvSpPr>
            <p:spPr>
              <a:xfrm>
                <a:off x="-49692" y="3906105"/>
                <a:ext cx="41804" cy="52708"/>
              </a:xfrm>
              <a:custGeom>
                <a:rect b="b" l="l" r="r" t="t"/>
                <a:pathLst>
                  <a:path extrusionOk="0" fill="none" h="4505" w="3573">
                    <a:moveTo>
                      <a:pt x="1" y="1"/>
                    </a:moveTo>
                    <a:cubicBezTo>
                      <a:pt x="1" y="1"/>
                      <a:pt x="3572" y="221"/>
                      <a:pt x="2573" y="4504"/>
                    </a:cubicBezTo>
                  </a:path>
                </a:pathLst>
              </a:custGeom>
              <a:solidFill>
                <a:schemeClr val="accent3"/>
              </a:solidFill>
              <a:ln cap="rnd" cmpd="sng" w="8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5" name="Google Shape;1165;p39"/>
              <p:cNvSpPr/>
              <p:nvPr/>
            </p:nvSpPr>
            <p:spPr>
              <a:xfrm>
                <a:off x="-49575" y="3875146"/>
                <a:ext cx="27261" cy="25717"/>
              </a:xfrm>
              <a:custGeom>
                <a:rect b="b" l="l" r="r" t="t"/>
                <a:pathLst>
                  <a:path extrusionOk="0" fill="none" h="2198" w="2330">
                    <a:moveTo>
                      <a:pt x="2330" y="696"/>
                    </a:moveTo>
                    <a:cubicBezTo>
                      <a:pt x="2330" y="696"/>
                      <a:pt x="0" y="0"/>
                      <a:pt x="0" y="2197"/>
                    </a:cubicBezTo>
                  </a:path>
                </a:pathLst>
              </a:custGeom>
              <a:solidFill>
                <a:schemeClr val="accent3"/>
              </a:solidFill>
              <a:ln cap="rnd" cmpd="sng" w="8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p39"/>
              <p:cNvSpPr/>
              <p:nvPr/>
            </p:nvSpPr>
            <p:spPr>
              <a:xfrm>
                <a:off x="-4003" y="3879078"/>
                <a:ext cx="8986" cy="21785"/>
              </a:xfrm>
              <a:custGeom>
                <a:rect b="b" l="l" r="r" t="t"/>
                <a:pathLst>
                  <a:path extrusionOk="0" fill="none" h="1862" w="768">
                    <a:moveTo>
                      <a:pt x="767" y="1"/>
                    </a:moveTo>
                    <a:cubicBezTo>
                      <a:pt x="767" y="1"/>
                      <a:pt x="767" y="1056"/>
                      <a:pt x="1" y="1861"/>
                    </a:cubicBezTo>
                  </a:path>
                </a:pathLst>
              </a:custGeom>
              <a:solidFill>
                <a:schemeClr val="accent3"/>
              </a:solidFill>
              <a:ln cap="rnd" cmpd="sng" w="8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7" name="Google Shape;1167;p39"/>
              <p:cNvSpPr/>
              <p:nvPr/>
            </p:nvSpPr>
            <p:spPr>
              <a:xfrm>
                <a:off x="-13352" y="3908679"/>
                <a:ext cx="53352" cy="15538"/>
              </a:xfrm>
              <a:custGeom>
                <a:rect b="b" l="l" r="r" t="t"/>
                <a:pathLst>
                  <a:path extrusionOk="0" fill="none" h="1328" w="4560">
                    <a:moveTo>
                      <a:pt x="4559" y="1030"/>
                    </a:moveTo>
                    <a:cubicBezTo>
                      <a:pt x="3258" y="1"/>
                      <a:pt x="1997" y="1327"/>
                      <a:pt x="1997" y="1327"/>
                    </a:cubicBezTo>
                    <a:cubicBezTo>
                      <a:pt x="1997" y="1327"/>
                      <a:pt x="1731" y="150"/>
                      <a:pt x="1" y="642"/>
                    </a:cubicBezTo>
                  </a:path>
                </a:pathLst>
              </a:custGeom>
              <a:solidFill>
                <a:schemeClr val="accent3"/>
              </a:solidFill>
              <a:ln cap="rnd" cmpd="sng" w="8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8" name="Google Shape;1168;p39"/>
              <p:cNvSpPr/>
              <p:nvPr/>
            </p:nvSpPr>
            <p:spPr>
              <a:xfrm>
                <a:off x="466" y="3963493"/>
                <a:ext cx="28092" cy="51948"/>
              </a:xfrm>
              <a:custGeom>
                <a:rect b="b" l="l" r="r" t="t"/>
                <a:pathLst>
                  <a:path extrusionOk="0" fill="none" h="4440" w="2401">
                    <a:moveTo>
                      <a:pt x="2391" y="4439"/>
                    </a:moveTo>
                    <a:cubicBezTo>
                      <a:pt x="2391" y="4439"/>
                      <a:pt x="2401" y="2220"/>
                      <a:pt x="683" y="2437"/>
                    </a:cubicBezTo>
                    <a:cubicBezTo>
                      <a:pt x="683" y="2437"/>
                      <a:pt x="1573" y="1217"/>
                      <a:pt x="0" y="1"/>
                    </a:cubicBezTo>
                  </a:path>
                </a:pathLst>
              </a:custGeom>
              <a:solidFill>
                <a:schemeClr val="accent3"/>
              </a:solidFill>
              <a:ln cap="rnd" cmpd="sng" w="8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9" name="Google Shape;1169;p39"/>
              <p:cNvSpPr/>
              <p:nvPr/>
            </p:nvSpPr>
            <p:spPr>
              <a:xfrm>
                <a:off x="688" y="4015429"/>
                <a:ext cx="12472" cy="32374"/>
              </a:xfrm>
              <a:custGeom>
                <a:rect b="b" l="l" r="r" t="t"/>
                <a:pathLst>
                  <a:path extrusionOk="0" fill="none" h="2767" w="1066">
                    <a:moveTo>
                      <a:pt x="1" y="0"/>
                    </a:moveTo>
                    <a:cubicBezTo>
                      <a:pt x="1" y="0"/>
                      <a:pt x="1065" y="1146"/>
                      <a:pt x="363" y="2767"/>
                    </a:cubicBezTo>
                  </a:path>
                </a:pathLst>
              </a:custGeom>
              <a:solidFill>
                <a:schemeClr val="accent3"/>
              </a:solidFill>
              <a:ln cap="rnd" cmpd="sng" w="8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0" name="Google Shape;1170;p39"/>
              <p:cNvSpPr/>
              <p:nvPr/>
            </p:nvSpPr>
            <p:spPr>
              <a:xfrm>
                <a:off x="-49575" y="4013124"/>
                <a:ext cx="36235" cy="21739"/>
              </a:xfrm>
              <a:custGeom>
                <a:rect b="b" l="l" r="r" t="t"/>
                <a:pathLst>
                  <a:path extrusionOk="0" fill="none" h="1858" w="3097">
                    <a:moveTo>
                      <a:pt x="0" y="197"/>
                    </a:moveTo>
                    <a:cubicBezTo>
                      <a:pt x="1631" y="0"/>
                      <a:pt x="2330" y="1579"/>
                      <a:pt x="2330" y="1579"/>
                    </a:cubicBezTo>
                    <a:cubicBezTo>
                      <a:pt x="2330" y="1579"/>
                      <a:pt x="2763" y="1391"/>
                      <a:pt x="3097" y="1857"/>
                    </a:cubicBezTo>
                  </a:path>
                </a:pathLst>
              </a:custGeom>
              <a:solidFill>
                <a:schemeClr val="accent3"/>
              </a:solidFill>
              <a:ln cap="rnd" cmpd="sng" w="8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1" name="Google Shape;1171;p39"/>
              <p:cNvSpPr/>
              <p:nvPr/>
            </p:nvSpPr>
            <p:spPr>
              <a:xfrm>
                <a:off x="-17517" y="3941357"/>
                <a:ext cx="32000" cy="17913"/>
              </a:xfrm>
              <a:custGeom>
                <a:rect b="b" l="l" r="r" t="t"/>
                <a:pathLst>
                  <a:path extrusionOk="0" fill="none" h="1531" w="2735">
                    <a:moveTo>
                      <a:pt x="1" y="0"/>
                    </a:moveTo>
                    <a:cubicBezTo>
                      <a:pt x="1" y="0"/>
                      <a:pt x="1651" y="1530"/>
                      <a:pt x="2734" y="0"/>
                    </a:cubicBezTo>
                  </a:path>
                </a:pathLst>
              </a:custGeom>
              <a:solidFill>
                <a:schemeClr val="accent3"/>
              </a:solidFill>
              <a:ln cap="rnd" cmpd="sng" w="8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2" name="Google Shape;1172;p39"/>
              <p:cNvSpPr/>
              <p:nvPr/>
            </p:nvSpPr>
            <p:spPr>
              <a:xfrm>
                <a:off x="-49575" y="3973672"/>
                <a:ext cx="32070" cy="15807"/>
              </a:xfrm>
              <a:custGeom>
                <a:rect b="b" l="l" r="r" t="t"/>
                <a:pathLst>
                  <a:path extrusionOk="0" fill="none" h="1351" w="2741">
                    <a:moveTo>
                      <a:pt x="2741" y="434"/>
                    </a:moveTo>
                    <a:cubicBezTo>
                      <a:pt x="2741" y="434"/>
                      <a:pt x="1032" y="1"/>
                      <a:pt x="0" y="1350"/>
                    </a:cubicBezTo>
                  </a:path>
                </a:pathLst>
              </a:custGeom>
              <a:solidFill>
                <a:schemeClr val="accent3"/>
              </a:solidFill>
              <a:ln cap="rnd" cmpd="sng" w="8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73" name="Google Shape;1173;p39"/>
            <p:cNvSpPr/>
            <p:nvPr/>
          </p:nvSpPr>
          <p:spPr>
            <a:xfrm>
              <a:off x="1233059" y="2026426"/>
              <a:ext cx="488100" cy="285000"/>
            </a:xfrm>
            <a:prstGeom prst="roundRect">
              <a:avLst>
                <a:gd fmla="val 29747"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1174" name="Google Shape;1174;p39"/>
            <p:cNvSpPr/>
            <p:nvPr/>
          </p:nvSpPr>
          <p:spPr>
            <a:xfrm>
              <a:off x="1176682" y="3209693"/>
              <a:ext cx="488100" cy="285000"/>
            </a:xfrm>
            <a:prstGeom prst="roundRect">
              <a:avLst>
                <a:gd fmla="val 2974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1175" name="Google Shape;1175;p39"/>
            <p:cNvSpPr/>
            <p:nvPr/>
          </p:nvSpPr>
          <p:spPr>
            <a:xfrm>
              <a:off x="894422" y="2815271"/>
              <a:ext cx="488100" cy="285000"/>
            </a:xfrm>
            <a:prstGeom prst="roundRect">
              <a:avLst>
                <a:gd fmla="val 29747"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1176" name="Google Shape;1176;p39"/>
            <p:cNvSpPr/>
            <p:nvPr/>
          </p:nvSpPr>
          <p:spPr>
            <a:xfrm>
              <a:off x="894422" y="2420848"/>
              <a:ext cx="488100" cy="285000"/>
            </a:xfrm>
            <a:prstGeom prst="roundRect">
              <a:avLst>
                <a:gd fmla="val 29747"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1177" name="Google Shape;1177;p39"/>
            <p:cNvSpPr/>
            <p:nvPr/>
          </p:nvSpPr>
          <p:spPr>
            <a:xfrm>
              <a:off x="1776211" y="2384783"/>
              <a:ext cx="90900" cy="90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178" name="Google Shape;1178;p39"/>
            <p:cNvSpPr/>
            <p:nvPr/>
          </p:nvSpPr>
          <p:spPr>
            <a:xfrm>
              <a:off x="1776211" y="3045153"/>
              <a:ext cx="90900" cy="909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179" name="Google Shape;1179;p39"/>
            <p:cNvSpPr/>
            <p:nvPr/>
          </p:nvSpPr>
          <p:spPr>
            <a:xfrm>
              <a:off x="2080600" y="2384783"/>
              <a:ext cx="90900" cy="909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180" name="Google Shape;1180;p39"/>
            <p:cNvSpPr/>
            <p:nvPr/>
          </p:nvSpPr>
          <p:spPr>
            <a:xfrm>
              <a:off x="2080600" y="3045153"/>
              <a:ext cx="90900" cy="90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181" name="Google Shape;1181;p39"/>
            <p:cNvSpPr/>
            <p:nvPr/>
          </p:nvSpPr>
          <p:spPr>
            <a:xfrm>
              <a:off x="1566251" y="2714968"/>
              <a:ext cx="90900" cy="909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182" name="Google Shape;1182;p39"/>
            <p:cNvSpPr/>
            <p:nvPr/>
          </p:nvSpPr>
          <p:spPr>
            <a:xfrm>
              <a:off x="2290478" y="2714968"/>
              <a:ext cx="90900" cy="909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183" name="Google Shape;1183;p39"/>
            <p:cNvSpPr/>
            <p:nvPr/>
          </p:nvSpPr>
          <p:spPr>
            <a:xfrm flipH="1">
              <a:off x="2226589" y="2026426"/>
              <a:ext cx="488100" cy="285000"/>
            </a:xfrm>
            <a:prstGeom prst="roundRect">
              <a:avLst>
                <a:gd fmla="val 2974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1184" name="Google Shape;1184;p39"/>
            <p:cNvSpPr/>
            <p:nvPr/>
          </p:nvSpPr>
          <p:spPr>
            <a:xfrm flipH="1">
              <a:off x="2282966" y="3209693"/>
              <a:ext cx="488100" cy="285000"/>
            </a:xfrm>
            <a:prstGeom prst="roundRect">
              <a:avLst>
                <a:gd fmla="val 29747"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1185" name="Google Shape;1185;p39"/>
            <p:cNvSpPr/>
            <p:nvPr/>
          </p:nvSpPr>
          <p:spPr>
            <a:xfrm flipH="1">
              <a:off x="2565227" y="2815271"/>
              <a:ext cx="488100" cy="285000"/>
            </a:xfrm>
            <a:prstGeom prst="roundRect">
              <a:avLst>
                <a:gd fmla="val 29747"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1186" name="Google Shape;1186;p39"/>
            <p:cNvSpPr/>
            <p:nvPr/>
          </p:nvSpPr>
          <p:spPr>
            <a:xfrm flipH="1">
              <a:off x="2565227" y="2420848"/>
              <a:ext cx="488100" cy="285000"/>
            </a:xfrm>
            <a:prstGeom prst="roundRect">
              <a:avLst>
                <a:gd fmla="val 29747"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cxnSp>
          <p:nvCxnSpPr>
            <p:cNvPr id="1187" name="Google Shape;1187;p39"/>
            <p:cNvCxnSpPr>
              <a:stCxn id="1173" idx="3"/>
              <a:endCxn id="1177" idx="0"/>
            </p:cNvCxnSpPr>
            <p:nvPr/>
          </p:nvCxnSpPr>
          <p:spPr>
            <a:xfrm>
              <a:off x="1721159" y="2168926"/>
              <a:ext cx="100500" cy="216000"/>
            </a:xfrm>
            <a:prstGeom prst="bentConnector2">
              <a:avLst/>
            </a:prstGeom>
            <a:noFill/>
            <a:ln cap="flat" cmpd="sng" w="19050">
              <a:solidFill>
                <a:schemeClr val="lt1"/>
              </a:solidFill>
              <a:prstDash val="solid"/>
              <a:round/>
              <a:headEnd len="med" w="med" type="none"/>
              <a:tailEnd len="med" w="med" type="none"/>
            </a:ln>
          </p:spPr>
        </p:cxnSp>
        <p:cxnSp>
          <p:nvCxnSpPr>
            <p:cNvPr id="1188" name="Google Shape;1188;p39"/>
            <p:cNvCxnSpPr>
              <a:stCxn id="1179" idx="0"/>
              <a:endCxn id="1183" idx="3"/>
            </p:cNvCxnSpPr>
            <p:nvPr/>
          </p:nvCxnSpPr>
          <p:spPr>
            <a:xfrm rot="-5400000">
              <a:off x="2068300" y="2226533"/>
              <a:ext cx="216000" cy="100500"/>
            </a:xfrm>
            <a:prstGeom prst="bentConnector2">
              <a:avLst/>
            </a:prstGeom>
            <a:noFill/>
            <a:ln cap="flat" cmpd="sng" w="19050">
              <a:solidFill>
                <a:schemeClr val="lt2"/>
              </a:solidFill>
              <a:prstDash val="solid"/>
              <a:round/>
              <a:headEnd len="med" w="med" type="none"/>
              <a:tailEnd len="med" w="med" type="none"/>
            </a:ln>
          </p:spPr>
        </p:cxnSp>
        <p:cxnSp>
          <p:nvCxnSpPr>
            <p:cNvPr id="1189" name="Google Shape;1189;p39"/>
            <p:cNvCxnSpPr>
              <a:stCxn id="1181" idx="2"/>
              <a:endCxn id="1176" idx="3"/>
            </p:cNvCxnSpPr>
            <p:nvPr/>
          </p:nvCxnSpPr>
          <p:spPr>
            <a:xfrm rot="10800000">
              <a:off x="1382651" y="2563318"/>
              <a:ext cx="183600" cy="197100"/>
            </a:xfrm>
            <a:prstGeom prst="bentConnector3">
              <a:avLst>
                <a:gd fmla="val 50035" name="adj1"/>
              </a:avLst>
            </a:prstGeom>
            <a:noFill/>
            <a:ln cap="flat" cmpd="sng" w="19050">
              <a:solidFill>
                <a:schemeClr val="dk2"/>
              </a:solidFill>
              <a:prstDash val="solid"/>
              <a:round/>
              <a:headEnd len="med" w="med" type="none"/>
              <a:tailEnd len="med" w="med" type="none"/>
            </a:ln>
          </p:spPr>
        </p:cxnSp>
        <p:cxnSp>
          <p:nvCxnSpPr>
            <p:cNvPr id="1190" name="Google Shape;1190;p39"/>
            <p:cNvCxnSpPr>
              <a:stCxn id="1181" idx="2"/>
              <a:endCxn id="1175" idx="3"/>
            </p:cNvCxnSpPr>
            <p:nvPr/>
          </p:nvCxnSpPr>
          <p:spPr>
            <a:xfrm flipH="1">
              <a:off x="1382651" y="2760418"/>
              <a:ext cx="183600" cy="197400"/>
            </a:xfrm>
            <a:prstGeom prst="bentConnector3">
              <a:avLst>
                <a:gd fmla="val 50035" name="adj1"/>
              </a:avLst>
            </a:prstGeom>
            <a:noFill/>
            <a:ln cap="flat" cmpd="sng" w="19050">
              <a:solidFill>
                <a:schemeClr val="dk2"/>
              </a:solidFill>
              <a:prstDash val="solid"/>
              <a:round/>
              <a:headEnd len="med" w="med" type="none"/>
              <a:tailEnd len="med" w="med" type="none"/>
            </a:ln>
          </p:spPr>
        </p:cxnSp>
        <p:cxnSp>
          <p:nvCxnSpPr>
            <p:cNvPr id="1191" name="Google Shape;1191;p39"/>
            <p:cNvCxnSpPr>
              <a:stCxn id="1178" idx="4"/>
              <a:endCxn id="1174" idx="3"/>
            </p:cNvCxnSpPr>
            <p:nvPr/>
          </p:nvCxnSpPr>
          <p:spPr>
            <a:xfrm rot="5400000">
              <a:off x="1635211" y="3165603"/>
              <a:ext cx="216000" cy="156900"/>
            </a:xfrm>
            <a:prstGeom prst="bentConnector2">
              <a:avLst/>
            </a:prstGeom>
            <a:noFill/>
            <a:ln cap="flat" cmpd="sng" w="19050">
              <a:solidFill>
                <a:schemeClr val="lt2"/>
              </a:solidFill>
              <a:prstDash val="solid"/>
              <a:round/>
              <a:headEnd len="med" w="med" type="none"/>
              <a:tailEnd len="med" w="med" type="none"/>
            </a:ln>
          </p:spPr>
        </p:cxnSp>
        <p:cxnSp>
          <p:nvCxnSpPr>
            <p:cNvPr id="1192" name="Google Shape;1192;p39"/>
            <p:cNvCxnSpPr>
              <a:stCxn id="1182" idx="6"/>
              <a:endCxn id="1186" idx="3"/>
            </p:cNvCxnSpPr>
            <p:nvPr/>
          </p:nvCxnSpPr>
          <p:spPr>
            <a:xfrm flipH="1" rot="10800000">
              <a:off x="2381378" y="2563318"/>
              <a:ext cx="183900" cy="197100"/>
            </a:xfrm>
            <a:prstGeom prst="bentConnector3">
              <a:avLst>
                <a:gd fmla="val 49986" name="adj1"/>
              </a:avLst>
            </a:prstGeom>
            <a:noFill/>
            <a:ln cap="flat" cmpd="sng" w="19050">
              <a:solidFill>
                <a:schemeClr val="dk2"/>
              </a:solidFill>
              <a:prstDash val="solid"/>
              <a:round/>
              <a:headEnd len="med" w="med" type="none"/>
              <a:tailEnd len="med" w="med" type="none"/>
            </a:ln>
          </p:spPr>
        </p:cxnSp>
        <p:cxnSp>
          <p:nvCxnSpPr>
            <p:cNvPr id="1193" name="Google Shape;1193;p39"/>
            <p:cNvCxnSpPr>
              <a:stCxn id="1182" idx="6"/>
              <a:endCxn id="1185" idx="3"/>
            </p:cNvCxnSpPr>
            <p:nvPr/>
          </p:nvCxnSpPr>
          <p:spPr>
            <a:xfrm>
              <a:off x="2381378" y="2760418"/>
              <a:ext cx="183900" cy="197400"/>
            </a:xfrm>
            <a:prstGeom prst="bentConnector3">
              <a:avLst>
                <a:gd fmla="val 49986" name="adj1"/>
              </a:avLst>
            </a:prstGeom>
            <a:noFill/>
            <a:ln cap="flat" cmpd="sng" w="19050">
              <a:solidFill>
                <a:schemeClr val="dk2"/>
              </a:solidFill>
              <a:prstDash val="solid"/>
              <a:round/>
              <a:headEnd len="med" w="med" type="none"/>
              <a:tailEnd len="med" w="med" type="none"/>
            </a:ln>
          </p:spPr>
        </p:cxnSp>
        <p:cxnSp>
          <p:nvCxnSpPr>
            <p:cNvPr id="1194" name="Google Shape;1194;p39"/>
            <p:cNvCxnSpPr>
              <a:stCxn id="1180" idx="4"/>
              <a:endCxn id="1184" idx="3"/>
            </p:cNvCxnSpPr>
            <p:nvPr/>
          </p:nvCxnSpPr>
          <p:spPr>
            <a:xfrm flipH="1" rot="-5400000">
              <a:off x="2096500" y="3165603"/>
              <a:ext cx="216000" cy="156900"/>
            </a:xfrm>
            <a:prstGeom prst="bentConnector2">
              <a:avLst/>
            </a:prstGeom>
            <a:noFill/>
            <a:ln cap="flat" cmpd="sng" w="19050">
              <a:solidFill>
                <a:schemeClr val="lt1"/>
              </a:solidFill>
              <a:prstDash val="solid"/>
              <a:round/>
              <a:headEnd len="med" w="med" type="none"/>
              <a:tailEnd len="med" w="med" type="none"/>
            </a:ln>
          </p:spPr>
        </p:cxnSp>
        <p:cxnSp>
          <p:nvCxnSpPr>
            <p:cNvPr id="1195" name="Google Shape;1195;p39"/>
            <p:cNvCxnSpPr>
              <a:stCxn id="1173" idx="1"/>
            </p:cNvCxnSpPr>
            <p:nvPr/>
          </p:nvCxnSpPr>
          <p:spPr>
            <a:xfrm rot="10800000">
              <a:off x="722459" y="2168926"/>
              <a:ext cx="510600" cy="0"/>
            </a:xfrm>
            <a:prstGeom prst="straightConnector1">
              <a:avLst/>
            </a:prstGeom>
            <a:noFill/>
            <a:ln cap="flat" cmpd="sng" w="19050">
              <a:solidFill>
                <a:schemeClr val="lt1"/>
              </a:solidFill>
              <a:prstDash val="solid"/>
              <a:round/>
              <a:headEnd len="med" w="med" type="none"/>
              <a:tailEnd len="med" w="med" type="oval"/>
            </a:ln>
          </p:spPr>
        </p:cxnSp>
        <p:cxnSp>
          <p:nvCxnSpPr>
            <p:cNvPr id="1196" name="Google Shape;1196;p39"/>
            <p:cNvCxnSpPr>
              <a:stCxn id="1176" idx="1"/>
            </p:cNvCxnSpPr>
            <p:nvPr/>
          </p:nvCxnSpPr>
          <p:spPr>
            <a:xfrm rot="10800000">
              <a:off x="722522" y="2563348"/>
              <a:ext cx="171900" cy="0"/>
            </a:xfrm>
            <a:prstGeom prst="straightConnector1">
              <a:avLst/>
            </a:prstGeom>
            <a:noFill/>
            <a:ln cap="flat" cmpd="sng" w="19050">
              <a:solidFill>
                <a:schemeClr val="dk2"/>
              </a:solidFill>
              <a:prstDash val="solid"/>
              <a:round/>
              <a:headEnd len="med" w="med" type="none"/>
              <a:tailEnd len="med" w="med" type="oval"/>
            </a:ln>
          </p:spPr>
        </p:cxnSp>
        <p:cxnSp>
          <p:nvCxnSpPr>
            <p:cNvPr id="1197" name="Google Shape;1197;p39"/>
            <p:cNvCxnSpPr>
              <a:stCxn id="1175" idx="1"/>
            </p:cNvCxnSpPr>
            <p:nvPr/>
          </p:nvCxnSpPr>
          <p:spPr>
            <a:xfrm rot="10800000">
              <a:off x="722522" y="2957771"/>
              <a:ext cx="171900" cy="0"/>
            </a:xfrm>
            <a:prstGeom prst="straightConnector1">
              <a:avLst/>
            </a:prstGeom>
            <a:noFill/>
            <a:ln cap="flat" cmpd="sng" w="19050">
              <a:solidFill>
                <a:schemeClr val="dk2"/>
              </a:solidFill>
              <a:prstDash val="solid"/>
              <a:round/>
              <a:headEnd len="med" w="med" type="none"/>
              <a:tailEnd len="med" w="med" type="oval"/>
            </a:ln>
          </p:spPr>
        </p:cxnSp>
        <p:cxnSp>
          <p:nvCxnSpPr>
            <p:cNvPr id="1198" name="Google Shape;1198;p39"/>
            <p:cNvCxnSpPr>
              <a:stCxn id="1174" idx="1"/>
            </p:cNvCxnSpPr>
            <p:nvPr/>
          </p:nvCxnSpPr>
          <p:spPr>
            <a:xfrm rot="10800000">
              <a:off x="722482" y="3352193"/>
              <a:ext cx="454200" cy="0"/>
            </a:xfrm>
            <a:prstGeom prst="straightConnector1">
              <a:avLst/>
            </a:prstGeom>
            <a:noFill/>
            <a:ln cap="flat" cmpd="sng" w="19050">
              <a:solidFill>
                <a:schemeClr val="lt2"/>
              </a:solidFill>
              <a:prstDash val="solid"/>
              <a:round/>
              <a:headEnd len="med" w="med" type="none"/>
              <a:tailEnd len="med" w="med" type="oval"/>
            </a:ln>
          </p:spPr>
        </p:cxnSp>
        <p:cxnSp>
          <p:nvCxnSpPr>
            <p:cNvPr id="1199" name="Google Shape;1199;p39"/>
            <p:cNvCxnSpPr>
              <a:stCxn id="1184" idx="1"/>
            </p:cNvCxnSpPr>
            <p:nvPr/>
          </p:nvCxnSpPr>
          <p:spPr>
            <a:xfrm>
              <a:off x="2771066" y="3352193"/>
              <a:ext cx="458700" cy="0"/>
            </a:xfrm>
            <a:prstGeom prst="straightConnector1">
              <a:avLst/>
            </a:prstGeom>
            <a:noFill/>
            <a:ln cap="flat" cmpd="sng" w="19050">
              <a:solidFill>
                <a:schemeClr val="lt1"/>
              </a:solidFill>
              <a:prstDash val="solid"/>
              <a:round/>
              <a:headEnd len="med" w="med" type="none"/>
              <a:tailEnd len="med" w="med" type="oval"/>
            </a:ln>
          </p:spPr>
        </p:cxnSp>
        <p:cxnSp>
          <p:nvCxnSpPr>
            <p:cNvPr id="1200" name="Google Shape;1200;p39"/>
            <p:cNvCxnSpPr>
              <a:stCxn id="1185" idx="1"/>
            </p:cNvCxnSpPr>
            <p:nvPr/>
          </p:nvCxnSpPr>
          <p:spPr>
            <a:xfrm>
              <a:off x="3053327" y="2957771"/>
              <a:ext cx="176400" cy="0"/>
            </a:xfrm>
            <a:prstGeom prst="straightConnector1">
              <a:avLst/>
            </a:prstGeom>
            <a:noFill/>
            <a:ln cap="flat" cmpd="sng" w="19050">
              <a:solidFill>
                <a:schemeClr val="dk2"/>
              </a:solidFill>
              <a:prstDash val="solid"/>
              <a:round/>
              <a:headEnd len="med" w="med" type="none"/>
              <a:tailEnd len="med" w="med" type="oval"/>
            </a:ln>
          </p:spPr>
        </p:cxnSp>
        <p:cxnSp>
          <p:nvCxnSpPr>
            <p:cNvPr id="1201" name="Google Shape;1201;p39"/>
            <p:cNvCxnSpPr>
              <a:stCxn id="1186" idx="1"/>
            </p:cNvCxnSpPr>
            <p:nvPr/>
          </p:nvCxnSpPr>
          <p:spPr>
            <a:xfrm>
              <a:off x="3053327" y="2563348"/>
              <a:ext cx="176400" cy="0"/>
            </a:xfrm>
            <a:prstGeom prst="straightConnector1">
              <a:avLst/>
            </a:prstGeom>
            <a:noFill/>
            <a:ln cap="flat" cmpd="sng" w="19050">
              <a:solidFill>
                <a:schemeClr val="dk2"/>
              </a:solidFill>
              <a:prstDash val="solid"/>
              <a:round/>
              <a:headEnd len="med" w="med" type="none"/>
              <a:tailEnd len="med" w="med" type="oval"/>
            </a:ln>
          </p:spPr>
        </p:cxnSp>
        <p:cxnSp>
          <p:nvCxnSpPr>
            <p:cNvPr id="1202" name="Google Shape;1202;p39"/>
            <p:cNvCxnSpPr>
              <a:stCxn id="1183" idx="1"/>
            </p:cNvCxnSpPr>
            <p:nvPr/>
          </p:nvCxnSpPr>
          <p:spPr>
            <a:xfrm>
              <a:off x="2714689" y="2168926"/>
              <a:ext cx="515400" cy="0"/>
            </a:xfrm>
            <a:prstGeom prst="straightConnector1">
              <a:avLst/>
            </a:prstGeom>
            <a:noFill/>
            <a:ln cap="flat" cmpd="sng" w="19050">
              <a:solidFill>
                <a:schemeClr val="lt2"/>
              </a:solidFill>
              <a:prstDash val="solid"/>
              <a:round/>
              <a:headEnd len="med" w="med" type="none"/>
              <a:tailEnd len="med" w="med" type="oval"/>
            </a:ln>
          </p:spPr>
        </p:cxnSp>
      </p:grpSp>
      <p:grpSp>
        <p:nvGrpSpPr>
          <p:cNvPr id="1203" name="Google Shape;1203;p39"/>
          <p:cNvGrpSpPr/>
          <p:nvPr/>
        </p:nvGrpSpPr>
        <p:grpSpPr>
          <a:xfrm>
            <a:off x="6833413" y="3291630"/>
            <a:ext cx="1592347" cy="1317003"/>
            <a:chOff x="6833413" y="3291630"/>
            <a:chExt cx="1592347" cy="1317003"/>
          </a:xfrm>
        </p:grpSpPr>
        <p:cxnSp>
          <p:nvCxnSpPr>
            <p:cNvPr id="1204" name="Google Shape;1204;p39"/>
            <p:cNvCxnSpPr>
              <a:stCxn id="1205" idx="4"/>
              <a:endCxn id="1206" idx="4"/>
            </p:cNvCxnSpPr>
            <p:nvPr/>
          </p:nvCxnSpPr>
          <p:spPr>
            <a:xfrm>
              <a:off x="7931660" y="3495899"/>
              <a:ext cx="374400" cy="207900"/>
            </a:xfrm>
            <a:prstGeom prst="bentConnector2">
              <a:avLst/>
            </a:prstGeom>
            <a:noFill/>
            <a:ln cap="flat" cmpd="sng" w="19050">
              <a:solidFill>
                <a:schemeClr val="lt1"/>
              </a:solidFill>
              <a:prstDash val="solid"/>
              <a:round/>
              <a:headEnd len="med" w="med" type="none"/>
              <a:tailEnd len="med" w="med" type="none"/>
            </a:ln>
          </p:spPr>
        </p:cxnSp>
        <p:cxnSp>
          <p:nvCxnSpPr>
            <p:cNvPr id="1207" name="Google Shape;1207;p39"/>
            <p:cNvCxnSpPr>
              <a:stCxn id="1206" idx="2"/>
              <a:endCxn id="1208" idx="5"/>
            </p:cNvCxnSpPr>
            <p:nvPr/>
          </p:nvCxnSpPr>
          <p:spPr>
            <a:xfrm rot="5400000">
              <a:off x="7803740" y="3490277"/>
              <a:ext cx="157200" cy="847500"/>
            </a:xfrm>
            <a:prstGeom prst="bentConnector2">
              <a:avLst/>
            </a:prstGeom>
            <a:noFill/>
            <a:ln cap="flat" cmpd="sng" w="19050">
              <a:solidFill>
                <a:schemeClr val="lt1"/>
              </a:solidFill>
              <a:prstDash val="solid"/>
              <a:round/>
              <a:headEnd len="med" w="med" type="none"/>
              <a:tailEnd len="med" w="med" type="none"/>
            </a:ln>
          </p:spPr>
        </p:cxnSp>
        <p:cxnSp>
          <p:nvCxnSpPr>
            <p:cNvPr id="1209" name="Google Shape;1209;p39"/>
            <p:cNvCxnSpPr>
              <a:stCxn id="1208" idx="1"/>
              <a:endCxn id="1210" idx="4"/>
            </p:cNvCxnSpPr>
            <p:nvPr/>
          </p:nvCxnSpPr>
          <p:spPr>
            <a:xfrm flipH="1">
              <a:off x="6952496" y="3992740"/>
              <a:ext cx="374400" cy="148500"/>
            </a:xfrm>
            <a:prstGeom prst="bentConnector2">
              <a:avLst/>
            </a:prstGeom>
            <a:noFill/>
            <a:ln cap="flat" cmpd="sng" w="19050">
              <a:solidFill>
                <a:schemeClr val="lt1"/>
              </a:solidFill>
              <a:prstDash val="solid"/>
              <a:round/>
              <a:headEnd len="med" w="med" type="none"/>
              <a:tailEnd len="med" w="med" type="none"/>
            </a:ln>
          </p:spPr>
        </p:cxnSp>
        <p:cxnSp>
          <p:nvCxnSpPr>
            <p:cNvPr id="1211" name="Google Shape;1211;p39"/>
            <p:cNvCxnSpPr>
              <a:stCxn id="1210" idx="2"/>
              <a:endCxn id="1212" idx="2"/>
            </p:cNvCxnSpPr>
            <p:nvPr/>
          </p:nvCxnSpPr>
          <p:spPr>
            <a:xfrm flipH="1" rot="-5400000">
              <a:off x="7267766" y="3957529"/>
              <a:ext cx="216900" cy="847500"/>
            </a:xfrm>
            <a:prstGeom prst="bentConnector2">
              <a:avLst/>
            </a:prstGeom>
            <a:noFill/>
            <a:ln cap="flat" cmpd="sng" w="19050">
              <a:solidFill>
                <a:schemeClr val="lt1"/>
              </a:solidFill>
              <a:prstDash val="solid"/>
              <a:round/>
              <a:headEnd len="med" w="med" type="none"/>
              <a:tailEnd len="med" w="med" type="none"/>
            </a:ln>
          </p:spPr>
        </p:cxnSp>
        <p:cxnSp>
          <p:nvCxnSpPr>
            <p:cNvPr id="1213" name="Google Shape;1213;p39"/>
            <p:cNvCxnSpPr>
              <a:stCxn id="1205" idx="2"/>
            </p:cNvCxnSpPr>
            <p:nvPr/>
          </p:nvCxnSpPr>
          <p:spPr>
            <a:xfrm flipH="1">
              <a:off x="6840041" y="3495899"/>
              <a:ext cx="960000" cy="600"/>
            </a:xfrm>
            <a:prstGeom prst="bentConnector3">
              <a:avLst>
                <a:gd fmla="val 50000" name="adj1"/>
              </a:avLst>
            </a:prstGeom>
            <a:noFill/>
            <a:ln cap="flat" cmpd="sng" w="19050">
              <a:solidFill>
                <a:schemeClr val="lt1"/>
              </a:solidFill>
              <a:prstDash val="solid"/>
              <a:round/>
              <a:headEnd len="med" w="med" type="none"/>
              <a:tailEnd len="med" w="med" type="none"/>
            </a:ln>
          </p:spPr>
        </p:cxnSp>
        <p:cxnSp>
          <p:nvCxnSpPr>
            <p:cNvPr id="1214" name="Google Shape;1214;p39"/>
            <p:cNvCxnSpPr>
              <a:stCxn id="1212" idx="4"/>
            </p:cNvCxnSpPr>
            <p:nvPr/>
          </p:nvCxnSpPr>
          <p:spPr>
            <a:xfrm>
              <a:off x="7931660" y="4489580"/>
              <a:ext cx="494100" cy="600"/>
            </a:xfrm>
            <a:prstGeom prst="bentConnector3">
              <a:avLst>
                <a:gd fmla="val 50000" name="adj1"/>
              </a:avLst>
            </a:prstGeom>
            <a:noFill/>
            <a:ln cap="flat" cmpd="sng" w="19050">
              <a:solidFill>
                <a:schemeClr val="lt1"/>
              </a:solidFill>
              <a:prstDash val="solid"/>
              <a:round/>
              <a:headEnd len="med" w="med" type="none"/>
              <a:tailEnd len="med" w="med" type="none"/>
            </a:ln>
          </p:spPr>
        </p:cxnSp>
        <p:grpSp>
          <p:nvGrpSpPr>
            <p:cNvPr id="1215" name="Google Shape;1215;p39"/>
            <p:cNvGrpSpPr/>
            <p:nvPr/>
          </p:nvGrpSpPr>
          <p:grpSpPr>
            <a:xfrm>
              <a:off x="7800041" y="3291630"/>
              <a:ext cx="131619" cy="323322"/>
              <a:chOff x="7779692" y="3248738"/>
              <a:chExt cx="135900" cy="333838"/>
            </a:xfrm>
          </p:grpSpPr>
          <p:sp>
            <p:nvSpPr>
              <p:cNvPr id="1205" name="Google Shape;1205;p39"/>
              <p:cNvSpPr/>
              <p:nvPr/>
            </p:nvSpPr>
            <p:spPr>
              <a:xfrm rot="5400000">
                <a:off x="7769192" y="3436176"/>
                <a:ext cx="156900" cy="135900"/>
              </a:xfrm>
              <a:prstGeom prst="hexagon">
                <a:avLst>
                  <a:gd fmla="val 25000" name="adj"/>
                  <a:gd fmla="val 115470" name="vf"/>
                </a:avLst>
              </a:prstGeom>
              <a:solidFill>
                <a:schemeClr val="l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216" name="Google Shape;1216;p39"/>
              <p:cNvSpPr/>
              <p:nvPr/>
            </p:nvSpPr>
            <p:spPr>
              <a:xfrm>
                <a:off x="7802200" y="3248738"/>
                <a:ext cx="90900" cy="90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1217" name="Google Shape;1217;p39"/>
            <p:cNvGrpSpPr/>
            <p:nvPr/>
          </p:nvGrpSpPr>
          <p:grpSpPr>
            <a:xfrm>
              <a:off x="8110878" y="3703808"/>
              <a:ext cx="314266" cy="131619"/>
              <a:chOff x="8100638" y="3674321"/>
              <a:chExt cx="324487" cy="135900"/>
            </a:xfrm>
          </p:grpSpPr>
          <p:sp>
            <p:nvSpPr>
              <p:cNvPr id="1206" name="Google Shape;1206;p39"/>
              <p:cNvSpPr/>
              <p:nvPr/>
            </p:nvSpPr>
            <p:spPr>
              <a:xfrm>
                <a:off x="8268225" y="3674321"/>
                <a:ext cx="156900" cy="135900"/>
              </a:xfrm>
              <a:prstGeom prst="hexagon">
                <a:avLst>
                  <a:gd fmla="val 25000" name="adj"/>
                  <a:gd fmla="val 115470" name="vf"/>
                </a:avLst>
              </a:prstGeom>
              <a:solidFill>
                <a:schemeClr val="dk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218" name="Google Shape;1218;p39"/>
              <p:cNvSpPr/>
              <p:nvPr/>
            </p:nvSpPr>
            <p:spPr>
              <a:xfrm>
                <a:off x="8100638" y="3696808"/>
                <a:ext cx="90900" cy="909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219" name="Google Shape;1219;p39"/>
              <p:cNvCxnSpPr>
                <a:stCxn id="1218" idx="6"/>
                <a:endCxn id="1206" idx="3"/>
              </p:cNvCxnSpPr>
              <p:nvPr/>
            </p:nvCxnSpPr>
            <p:spPr>
              <a:xfrm>
                <a:off x="8191538" y="3742258"/>
                <a:ext cx="76800" cy="0"/>
              </a:xfrm>
              <a:prstGeom prst="straightConnector1">
                <a:avLst/>
              </a:prstGeom>
              <a:noFill/>
              <a:ln cap="flat" cmpd="sng" w="19050">
                <a:solidFill>
                  <a:schemeClr val="dk2"/>
                </a:solidFill>
                <a:prstDash val="solid"/>
                <a:round/>
                <a:headEnd len="med" w="med" type="none"/>
                <a:tailEnd len="med" w="med" type="none"/>
              </a:ln>
            </p:spPr>
          </p:cxnSp>
        </p:grpSp>
        <p:cxnSp>
          <p:nvCxnSpPr>
            <p:cNvPr id="1220" name="Google Shape;1220;p39"/>
            <p:cNvCxnSpPr>
              <a:stCxn id="1216" idx="4"/>
              <a:endCxn id="1205" idx="3"/>
            </p:cNvCxnSpPr>
            <p:nvPr/>
          </p:nvCxnSpPr>
          <p:spPr>
            <a:xfrm>
              <a:off x="7865859" y="3379667"/>
              <a:ext cx="0" cy="83400"/>
            </a:xfrm>
            <a:prstGeom prst="straightConnector1">
              <a:avLst/>
            </a:prstGeom>
            <a:noFill/>
            <a:ln cap="flat" cmpd="sng" w="19050">
              <a:solidFill>
                <a:schemeClr val="lt1"/>
              </a:solidFill>
              <a:prstDash val="solid"/>
              <a:round/>
              <a:headEnd len="med" w="med" type="none"/>
              <a:tailEnd len="med" w="med" type="none"/>
            </a:ln>
          </p:spPr>
        </p:cxnSp>
        <p:grpSp>
          <p:nvGrpSpPr>
            <p:cNvPr id="1221" name="Google Shape;1221;p39"/>
            <p:cNvGrpSpPr/>
            <p:nvPr/>
          </p:nvGrpSpPr>
          <p:grpSpPr>
            <a:xfrm>
              <a:off x="6833413" y="4141209"/>
              <a:ext cx="311850" cy="131619"/>
              <a:chOff x="6781625" y="4125949"/>
              <a:chExt cx="321993" cy="135900"/>
            </a:xfrm>
          </p:grpSpPr>
          <p:sp>
            <p:nvSpPr>
              <p:cNvPr id="1210" name="Google Shape;1210;p39"/>
              <p:cNvSpPr/>
              <p:nvPr/>
            </p:nvSpPr>
            <p:spPr>
              <a:xfrm flipH="1">
                <a:off x="6781625" y="4125949"/>
                <a:ext cx="156900" cy="135900"/>
              </a:xfrm>
              <a:prstGeom prst="hexagon">
                <a:avLst>
                  <a:gd fmla="val 25000" name="adj"/>
                  <a:gd fmla="val 115470" name="vf"/>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222" name="Google Shape;1222;p39"/>
              <p:cNvSpPr/>
              <p:nvPr/>
            </p:nvSpPr>
            <p:spPr>
              <a:xfrm>
                <a:off x="7012718" y="4148449"/>
                <a:ext cx="90900" cy="90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223" name="Google Shape;1223;p39"/>
              <p:cNvCxnSpPr>
                <a:stCxn id="1222" idx="2"/>
                <a:endCxn id="1210" idx="3"/>
              </p:cNvCxnSpPr>
              <p:nvPr/>
            </p:nvCxnSpPr>
            <p:spPr>
              <a:xfrm rot="10800000">
                <a:off x="6938618" y="4193899"/>
                <a:ext cx="74100" cy="0"/>
              </a:xfrm>
              <a:prstGeom prst="straightConnector1">
                <a:avLst/>
              </a:prstGeom>
              <a:noFill/>
              <a:ln cap="flat" cmpd="sng" w="19050">
                <a:solidFill>
                  <a:schemeClr val="accent1"/>
                </a:solidFill>
                <a:prstDash val="solid"/>
                <a:round/>
                <a:headEnd len="med" w="med" type="none"/>
                <a:tailEnd len="med" w="med" type="none"/>
              </a:ln>
            </p:spPr>
          </p:cxnSp>
        </p:grpSp>
        <p:grpSp>
          <p:nvGrpSpPr>
            <p:cNvPr id="1224" name="Google Shape;1224;p39"/>
            <p:cNvGrpSpPr/>
            <p:nvPr/>
          </p:nvGrpSpPr>
          <p:grpSpPr>
            <a:xfrm>
              <a:off x="7326896" y="3795891"/>
              <a:ext cx="131619" cy="315901"/>
              <a:chOff x="7291158" y="3769400"/>
              <a:chExt cx="135900" cy="326176"/>
            </a:xfrm>
          </p:grpSpPr>
          <p:sp>
            <p:nvSpPr>
              <p:cNvPr id="1208" name="Google Shape;1208;p39"/>
              <p:cNvSpPr/>
              <p:nvPr/>
            </p:nvSpPr>
            <p:spPr>
              <a:xfrm flipH="1" rot="5400000">
                <a:off x="7280658" y="3949176"/>
                <a:ext cx="156900" cy="135900"/>
              </a:xfrm>
              <a:prstGeom prst="hexagon">
                <a:avLst>
                  <a:gd fmla="val 25000" name="adj"/>
                  <a:gd fmla="val 115470" name="vf"/>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225" name="Google Shape;1225;p39"/>
              <p:cNvSpPr/>
              <p:nvPr/>
            </p:nvSpPr>
            <p:spPr>
              <a:xfrm>
                <a:off x="7313650" y="3769400"/>
                <a:ext cx="90900" cy="909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226" name="Google Shape;1226;p39"/>
              <p:cNvCxnSpPr>
                <a:stCxn id="1225" idx="4"/>
                <a:endCxn id="1208" idx="0"/>
              </p:cNvCxnSpPr>
              <p:nvPr/>
            </p:nvCxnSpPr>
            <p:spPr>
              <a:xfrm>
                <a:off x="7359100" y="3860300"/>
                <a:ext cx="0" cy="78300"/>
              </a:xfrm>
              <a:prstGeom prst="straightConnector1">
                <a:avLst/>
              </a:prstGeom>
              <a:noFill/>
              <a:ln cap="flat" cmpd="sng" w="19050">
                <a:solidFill>
                  <a:schemeClr val="lt2"/>
                </a:solidFill>
                <a:prstDash val="solid"/>
                <a:round/>
                <a:headEnd len="med" w="med" type="none"/>
                <a:tailEnd len="med" w="med" type="none"/>
              </a:ln>
            </p:spPr>
          </p:cxnSp>
        </p:grpSp>
        <p:grpSp>
          <p:nvGrpSpPr>
            <p:cNvPr id="1227" name="Google Shape;1227;p39"/>
            <p:cNvGrpSpPr/>
            <p:nvPr/>
          </p:nvGrpSpPr>
          <p:grpSpPr>
            <a:xfrm>
              <a:off x="7800041" y="4285069"/>
              <a:ext cx="131619" cy="323564"/>
              <a:chOff x="7779692" y="4274488"/>
              <a:chExt cx="135900" cy="334088"/>
            </a:xfrm>
          </p:grpSpPr>
          <p:sp>
            <p:nvSpPr>
              <p:cNvPr id="1212" name="Google Shape;1212;p39"/>
              <p:cNvSpPr/>
              <p:nvPr/>
            </p:nvSpPr>
            <p:spPr>
              <a:xfrm rot="5400000">
                <a:off x="7769192" y="4462176"/>
                <a:ext cx="156900" cy="135900"/>
              </a:xfrm>
              <a:prstGeom prst="hexagon">
                <a:avLst>
                  <a:gd fmla="val 25000" name="adj"/>
                  <a:gd fmla="val 115470" name="vf"/>
                </a:avLst>
              </a:prstGeom>
              <a:solidFill>
                <a:schemeClr val="l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228" name="Google Shape;1228;p39"/>
              <p:cNvSpPr/>
              <p:nvPr/>
            </p:nvSpPr>
            <p:spPr>
              <a:xfrm>
                <a:off x="7802200" y="4274488"/>
                <a:ext cx="90900" cy="90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229" name="Google Shape;1229;p39"/>
              <p:cNvCxnSpPr>
                <a:stCxn id="1228" idx="4"/>
                <a:endCxn id="1212" idx="3"/>
              </p:cNvCxnSpPr>
              <p:nvPr/>
            </p:nvCxnSpPr>
            <p:spPr>
              <a:xfrm>
                <a:off x="7847650" y="4365388"/>
                <a:ext cx="0" cy="86400"/>
              </a:xfrm>
              <a:prstGeom prst="straightConnector1">
                <a:avLst/>
              </a:prstGeom>
              <a:noFill/>
              <a:ln cap="flat" cmpd="sng" w="19050">
                <a:solidFill>
                  <a:schemeClr val="lt1"/>
                </a:solidFill>
                <a:prstDash val="solid"/>
                <a:round/>
                <a:headEnd len="med" w="med" type="none"/>
                <a:tailEnd len="med" w="med" type="none"/>
              </a:ln>
            </p:spPr>
          </p:cxnSp>
        </p:grpSp>
      </p:grpSp>
      <p:grpSp>
        <p:nvGrpSpPr>
          <p:cNvPr id="1230" name="Google Shape;1230;p39"/>
          <p:cNvGrpSpPr/>
          <p:nvPr/>
        </p:nvGrpSpPr>
        <p:grpSpPr>
          <a:xfrm>
            <a:off x="713193" y="3716026"/>
            <a:ext cx="1944428" cy="892553"/>
            <a:chOff x="713193" y="3675176"/>
            <a:chExt cx="1944428" cy="892553"/>
          </a:xfrm>
        </p:grpSpPr>
        <p:grpSp>
          <p:nvGrpSpPr>
            <p:cNvPr id="1231" name="Google Shape;1231;p39"/>
            <p:cNvGrpSpPr/>
            <p:nvPr/>
          </p:nvGrpSpPr>
          <p:grpSpPr>
            <a:xfrm>
              <a:off x="713193" y="3903673"/>
              <a:ext cx="377379" cy="664057"/>
              <a:chOff x="713180" y="3914338"/>
              <a:chExt cx="394500" cy="694257"/>
            </a:xfrm>
          </p:grpSpPr>
          <p:sp>
            <p:nvSpPr>
              <p:cNvPr id="1232" name="Google Shape;1232;p39"/>
              <p:cNvSpPr/>
              <p:nvPr/>
            </p:nvSpPr>
            <p:spPr>
              <a:xfrm rot="5400000">
                <a:off x="682730" y="3944788"/>
                <a:ext cx="455400" cy="394500"/>
              </a:xfrm>
              <a:prstGeom prst="hexagon">
                <a:avLst>
                  <a:gd fmla="val 30376" name="adj"/>
                  <a:gd fmla="val 115470" name="vf"/>
                </a:avLst>
              </a:prstGeom>
              <a:solidFill>
                <a:schemeClr val="l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233" name="Google Shape;1233;p39"/>
              <p:cNvSpPr/>
              <p:nvPr/>
            </p:nvSpPr>
            <p:spPr>
              <a:xfrm flipH="1">
                <a:off x="854061" y="4492495"/>
                <a:ext cx="112800" cy="116100"/>
              </a:xfrm>
              <a:prstGeom prst="rect">
                <a:avLst/>
              </a:prstGeom>
              <a:solidFill>
                <a:schemeClr val="l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234" name="Google Shape;1234;p39"/>
              <p:cNvCxnSpPr>
                <a:stCxn id="1232" idx="0"/>
                <a:endCxn id="1233" idx="0"/>
              </p:cNvCxnSpPr>
              <p:nvPr/>
            </p:nvCxnSpPr>
            <p:spPr>
              <a:xfrm>
                <a:off x="910430" y="4369738"/>
                <a:ext cx="0" cy="122700"/>
              </a:xfrm>
              <a:prstGeom prst="straightConnector1">
                <a:avLst/>
              </a:prstGeom>
              <a:noFill/>
              <a:ln cap="flat" cmpd="sng" w="19050">
                <a:solidFill>
                  <a:schemeClr val="lt1"/>
                </a:solidFill>
                <a:prstDash val="solid"/>
                <a:round/>
                <a:headEnd len="med" w="med" type="none"/>
                <a:tailEnd len="med" w="med" type="none"/>
              </a:ln>
            </p:spPr>
          </p:cxnSp>
        </p:grpSp>
        <p:grpSp>
          <p:nvGrpSpPr>
            <p:cNvPr id="1235" name="Google Shape;1235;p39"/>
            <p:cNvGrpSpPr/>
            <p:nvPr/>
          </p:nvGrpSpPr>
          <p:grpSpPr>
            <a:xfrm>
              <a:off x="1104955" y="3675176"/>
              <a:ext cx="377379" cy="664087"/>
              <a:chOff x="1122716" y="3675450"/>
              <a:chExt cx="394500" cy="694288"/>
            </a:xfrm>
          </p:grpSpPr>
          <p:sp>
            <p:nvSpPr>
              <p:cNvPr id="1236" name="Google Shape;1236;p39"/>
              <p:cNvSpPr/>
              <p:nvPr/>
            </p:nvSpPr>
            <p:spPr>
              <a:xfrm rot="5400000">
                <a:off x="1092266" y="3944788"/>
                <a:ext cx="455400" cy="394500"/>
              </a:xfrm>
              <a:prstGeom prst="hexagon">
                <a:avLst>
                  <a:gd fmla="val 30376" name="adj"/>
                  <a:gd fmla="val 115470" name="vf"/>
                </a:avLst>
              </a:prstGeom>
              <a:solidFill>
                <a:schemeClr val="dk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237" name="Google Shape;1237;p39"/>
              <p:cNvSpPr/>
              <p:nvPr/>
            </p:nvSpPr>
            <p:spPr>
              <a:xfrm>
                <a:off x="1263598" y="3675450"/>
                <a:ext cx="112800" cy="116100"/>
              </a:xfrm>
              <a:prstGeom prst="rect">
                <a:avLst/>
              </a:prstGeom>
              <a:solidFill>
                <a:schemeClr val="dk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238" name="Google Shape;1238;p39"/>
              <p:cNvCxnSpPr>
                <a:stCxn id="1236" idx="3"/>
                <a:endCxn id="1237" idx="2"/>
              </p:cNvCxnSpPr>
              <p:nvPr/>
            </p:nvCxnSpPr>
            <p:spPr>
              <a:xfrm rot="10800000">
                <a:off x="1319966" y="3791638"/>
                <a:ext cx="0" cy="122700"/>
              </a:xfrm>
              <a:prstGeom prst="straightConnector1">
                <a:avLst/>
              </a:prstGeom>
              <a:noFill/>
              <a:ln cap="flat" cmpd="sng" w="19050">
                <a:solidFill>
                  <a:schemeClr val="dk2"/>
                </a:solidFill>
                <a:prstDash val="solid"/>
                <a:round/>
                <a:headEnd len="med" w="med" type="none"/>
                <a:tailEnd len="med" w="med" type="none"/>
              </a:ln>
            </p:spPr>
          </p:cxnSp>
        </p:grpSp>
        <p:grpSp>
          <p:nvGrpSpPr>
            <p:cNvPr id="1239" name="Google Shape;1239;p39"/>
            <p:cNvGrpSpPr/>
            <p:nvPr/>
          </p:nvGrpSpPr>
          <p:grpSpPr>
            <a:xfrm>
              <a:off x="1496718" y="3903673"/>
              <a:ext cx="377379" cy="664057"/>
              <a:chOff x="1532253" y="3914338"/>
              <a:chExt cx="394500" cy="694257"/>
            </a:xfrm>
          </p:grpSpPr>
          <p:sp>
            <p:nvSpPr>
              <p:cNvPr id="1240" name="Google Shape;1240;p39"/>
              <p:cNvSpPr/>
              <p:nvPr/>
            </p:nvSpPr>
            <p:spPr>
              <a:xfrm rot="5400000">
                <a:off x="1501803" y="3944788"/>
                <a:ext cx="455400" cy="394500"/>
              </a:xfrm>
              <a:prstGeom prst="hexagon">
                <a:avLst>
                  <a:gd fmla="val 30376" name="adj"/>
                  <a:gd fmla="val 115470" name="vf"/>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241" name="Google Shape;1241;p39"/>
              <p:cNvSpPr/>
              <p:nvPr/>
            </p:nvSpPr>
            <p:spPr>
              <a:xfrm flipH="1">
                <a:off x="1673134" y="4492495"/>
                <a:ext cx="112800" cy="116100"/>
              </a:xfrm>
              <a:prstGeom prst="rect">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242" name="Google Shape;1242;p39"/>
              <p:cNvCxnSpPr>
                <a:stCxn id="1240" idx="0"/>
                <a:endCxn id="1241" idx="0"/>
              </p:cNvCxnSpPr>
              <p:nvPr/>
            </p:nvCxnSpPr>
            <p:spPr>
              <a:xfrm>
                <a:off x="1729503" y="4369738"/>
                <a:ext cx="0" cy="122700"/>
              </a:xfrm>
              <a:prstGeom prst="straightConnector1">
                <a:avLst/>
              </a:prstGeom>
              <a:noFill/>
              <a:ln cap="flat" cmpd="sng" w="19050">
                <a:solidFill>
                  <a:schemeClr val="lt2"/>
                </a:solidFill>
                <a:prstDash val="solid"/>
                <a:round/>
                <a:headEnd len="med" w="med" type="none"/>
                <a:tailEnd len="med" w="med" type="none"/>
              </a:ln>
            </p:spPr>
          </p:cxnSp>
        </p:grpSp>
        <p:grpSp>
          <p:nvGrpSpPr>
            <p:cNvPr id="1243" name="Google Shape;1243;p39"/>
            <p:cNvGrpSpPr/>
            <p:nvPr/>
          </p:nvGrpSpPr>
          <p:grpSpPr>
            <a:xfrm>
              <a:off x="1888480" y="3675176"/>
              <a:ext cx="377379" cy="664087"/>
              <a:chOff x="1941789" y="3675450"/>
              <a:chExt cx="394500" cy="694288"/>
            </a:xfrm>
          </p:grpSpPr>
          <p:sp>
            <p:nvSpPr>
              <p:cNvPr id="1244" name="Google Shape;1244;p39"/>
              <p:cNvSpPr/>
              <p:nvPr/>
            </p:nvSpPr>
            <p:spPr>
              <a:xfrm rot="5400000">
                <a:off x="1911339" y="3944788"/>
                <a:ext cx="455400" cy="394500"/>
              </a:xfrm>
              <a:prstGeom prst="hexagon">
                <a:avLst>
                  <a:gd fmla="val 30376" name="adj"/>
                  <a:gd fmla="val 115470" name="vf"/>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245" name="Google Shape;1245;p39"/>
              <p:cNvSpPr/>
              <p:nvPr/>
            </p:nvSpPr>
            <p:spPr>
              <a:xfrm>
                <a:off x="2082670" y="3675450"/>
                <a:ext cx="112800" cy="116100"/>
              </a:xfrm>
              <a:prstGeom prst="rect">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246" name="Google Shape;1246;p39"/>
              <p:cNvCxnSpPr>
                <a:stCxn id="1244" idx="3"/>
                <a:endCxn id="1245" idx="2"/>
              </p:cNvCxnSpPr>
              <p:nvPr/>
            </p:nvCxnSpPr>
            <p:spPr>
              <a:xfrm rot="10800000">
                <a:off x="2139039" y="3791638"/>
                <a:ext cx="0" cy="122700"/>
              </a:xfrm>
              <a:prstGeom prst="straightConnector1">
                <a:avLst/>
              </a:prstGeom>
              <a:noFill/>
              <a:ln cap="flat" cmpd="sng" w="19050">
                <a:solidFill>
                  <a:schemeClr val="accent1"/>
                </a:solidFill>
                <a:prstDash val="solid"/>
                <a:round/>
                <a:headEnd len="med" w="med" type="none"/>
                <a:tailEnd len="med" w="med" type="none"/>
              </a:ln>
            </p:spPr>
          </p:cxnSp>
        </p:grpSp>
        <p:grpSp>
          <p:nvGrpSpPr>
            <p:cNvPr id="1247" name="Google Shape;1247;p39"/>
            <p:cNvGrpSpPr/>
            <p:nvPr/>
          </p:nvGrpSpPr>
          <p:grpSpPr>
            <a:xfrm>
              <a:off x="2280242" y="3903673"/>
              <a:ext cx="377379" cy="664057"/>
              <a:chOff x="2351325" y="3914338"/>
              <a:chExt cx="394500" cy="694257"/>
            </a:xfrm>
          </p:grpSpPr>
          <p:sp>
            <p:nvSpPr>
              <p:cNvPr id="1248" name="Google Shape;1248;p39"/>
              <p:cNvSpPr/>
              <p:nvPr/>
            </p:nvSpPr>
            <p:spPr>
              <a:xfrm rot="5400000">
                <a:off x="2320875" y="3944788"/>
                <a:ext cx="455400" cy="394500"/>
              </a:xfrm>
              <a:prstGeom prst="hexagon">
                <a:avLst>
                  <a:gd fmla="val 30376" name="adj"/>
                  <a:gd fmla="val 115470" name="vf"/>
                </a:avLst>
              </a:prstGeom>
              <a:solidFill>
                <a:schemeClr val="l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249" name="Google Shape;1249;p39"/>
              <p:cNvSpPr/>
              <p:nvPr/>
            </p:nvSpPr>
            <p:spPr>
              <a:xfrm flipH="1">
                <a:off x="2492206" y="4492495"/>
                <a:ext cx="112800" cy="116100"/>
              </a:xfrm>
              <a:prstGeom prst="rect">
                <a:avLst/>
              </a:prstGeom>
              <a:solidFill>
                <a:schemeClr val="l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250" name="Google Shape;1250;p39"/>
              <p:cNvCxnSpPr>
                <a:stCxn id="1248" idx="0"/>
                <a:endCxn id="1249" idx="0"/>
              </p:cNvCxnSpPr>
              <p:nvPr/>
            </p:nvCxnSpPr>
            <p:spPr>
              <a:xfrm>
                <a:off x="2548575" y="4369738"/>
                <a:ext cx="0" cy="122700"/>
              </a:xfrm>
              <a:prstGeom prst="straightConnector1">
                <a:avLst/>
              </a:prstGeom>
              <a:noFill/>
              <a:ln cap="flat" cmpd="sng" w="19050">
                <a:solidFill>
                  <a:schemeClr val="lt1"/>
                </a:solidFill>
                <a:prstDash val="solid"/>
                <a:round/>
                <a:headEnd len="med" w="med" type="none"/>
                <a:tailEnd len="med" w="med" type="none"/>
              </a:ln>
            </p:spPr>
          </p:cxnSp>
        </p:grpSp>
      </p:grpSp>
      <p:grpSp>
        <p:nvGrpSpPr>
          <p:cNvPr id="1251" name="Google Shape;1251;p39"/>
          <p:cNvGrpSpPr/>
          <p:nvPr/>
        </p:nvGrpSpPr>
        <p:grpSpPr>
          <a:xfrm>
            <a:off x="2800877" y="3965048"/>
            <a:ext cx="2157850" cy="394500"/>
            <a:chOff x="2746254" y="3914348"/>
            <a:chExt cx="2157850" cy="394500"/>
          </a:xfrm>
        </p:grpSpPr>
        <p:sp>
          <p:nvSpPr>
            <p:cNvPr id="1252" name="Google Shape;1252;p39"/>
            <p:cNvSpPr/>
            <p:nvPr/>
          </p:nvSpPr>
          <p:spPr>
            <a:xfrm>
              <a:off x="4818604" y="4068699"/>
              <a:ext cx="85500" cy="858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nvGrpSpPr>
            <p:cNvPr id="1253" name="Google Shape;1253;p39"/>
            <p:cNvGrpSpPr/>
            <p:nvPr/>
          </p:nvGrpSpPr>
          <p:grpSpPr>
            <a:xfrm>
              <a:off x="2746254" y="3914348"/>
              <a:ext cx="2115087" cy="394500"/>
              <a:chOff x="2746254" y="3914348"/>
              <a:chExt cx="2115087" cy="394500"/>
            </a:xfrm>
          </p:grpSpPr>
          <p:grpSp>
            <p:nvGrpSpPr>
              <p:cNvPr id="1254" name="Google Shape;1254;p39"/>
              <p:cNvGrpSpPr/>
              <p:nvPr/>
            </p:nvGrpSpPr>
            <p:grpSpPr>
              <a:xfrm>
                <a:off x="2850789" y="3914348"/>
                <a:ext cx="394500" cy="394500"/>
                <a:chOff x="2850789" y="3914348"/>
                <a:chExt cx="394500" cy="394500"/>
              </a:xfrm>
            </p:grpSpPr>
            <p:sp>
              <p:nvSpPr>
                <p:cNvPr id="1255" name="Google Shape;1255;p39"/>
                <p:cNvSpPr/>
                <p:nvPr/>
              </p:nvSpPr>
              <p:spPr>
                <a:xfrm>
                  <a:off x="2850789" y="3914348"/>
                  <a:ext cx="394500" cy="394500"/>
                </a:xfrm>
                <a:prstGeom prst="roundRect">
                  <a:avLst>
                    <a:gd fmla="val 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256" name="Google Shape;1256;p39"/>
                <p:cNvSpPr/>
                <p:nvPr/>
              </p:nvSpPr>
              <p:spPr>
                <a:xfrm>
                  <a:off x="2850789" y="3914348"/>
                  <a:ext cx="394500" cy="394500"/>
                </a:xfrm>
                <a:prstGeom prst="ellipse">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1257" name="Google Shape;1257;p39"/>
              <p:cNvGrpSpPr/>
              <p:nvPr/>
            </p:nvGrpSpPr>
            <p:grpSpPr>
              <a:xfrm>
                <a:off x="3368872" y="3914348"/>
                <a:ext cx="394500" cy="394500"/>
                <a:chOff x="3368872" y="3914348"/>
                <a:chExt cx="394500" cy="394500"/>
              </a:xfrm>
            </p:grpSpPr>
            <p:sp>
              <p:nvSpPr>
                <p:cNvPr id="1258" name="Google Shape;1258;p39"/>
                <p:cNvSpPr/>
                <p:nvPr/>
              </p:nvSpPr>
              <p:spPr>
                <a:xfrm>
                  <a:off x="3368872" y="3914348"/>
                  <a:ext cx="394500" cy="394500"/>
                </a:xfrm>
                <a:prstGeom prst="roundRect">
                  <a:avLst>
                    <a:gd fmla="val 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259" name="Google Shape;1259;p39"/>
                <p:cNvSpPr/>
                <p:nvPr/>
              </p:nvSpPr>
              <p:spPr>
                <a:xfrm>
                  <a:off x="3368872" y="3914348"/>
                  <a:ext cx="394500" cy="394500"/>
                </a:xfrm>
                <a:prstGeom prst="ellipse">
                  <a:avLst/>
                </a:prstGeom>
                <a:solidFill>
                  <a:schemeClr val="dk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1260" name="Google Shape;1260;p39"/>
              <p:cNvGrpSpPr/>
              <p:nvPr/>
            </p:nvGrpSpPr>
            <p:grpSpPr>
              <a:xfrm>
                <a:off x="3886955" y="3914348"/>
                <a:ext cx="394500" cy="394500"/>
                <a:chOff x="3886955" y="3914348"/>
                <a:chExt cx="394500" cy="394500"/>
              </a:xfrm>
            </p:grpSpPr>
            <p:sp>
              <p:nvSpPr>
                <p:cNvPr id="1261" name="Google Shape;1261;p39"/>
                <p:cNvSpPr/>
                <p:nvPr/>
              </p:nvSpPr>
              <p:spPr>
                <a:xfrm>
                  <a:off x="3886955" y="3914348"/>
                  <a:ext cx="394500" cy="394500"/>
                </a:xfrm>
                <a:prstGeom prst="roundRect">
                  <a:avLst>
                    <a:gd fmla="val 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262" name="Google Shape;1262;p39"/>
                <p:cNvSpPr/>
                <p:nvPr/>
              </p:nvSpPr>
              <p:spPr>
                <a:xfrm>
                  <a:off x="3886955" y="3914348"/>
                  <a:ext cx="394500" cy="3945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1263" name="Google Shape;1263;p39"/>
              <p:cNvGrpSpPr/>
              <p:nvPr/>
            </p:nvGrpSpPr>
            <p:grpSpPr>
              <a:xfrm>
                <a:off x="4405039" y="3914348"/>
                <a:ext cx="394500" cy="394500"/>
                <a:chOff x="4405039" y="3914348"/>
                <a:chExt cx="394500" cy="394500"/>
              </a:xfrm>
            </p:grpSpPr>
            <p:sp>
              <p:nvSpPr>
                <p:cNvPr id="1264" name="Google Shape;1264;p39"/>
                <p:cNvSpPr/>
                <p:nvPr/>
              </p:nvSpPr>
              <p:spPr>
                <a:xfrm>
                  <a:off x="4405039" y="3914348"/>
                  <a:ext cx="394500" cy="394500"/>
                </a:xfrm>
                <a:prstGeom prst="roundRect">
                  <a:avLst>
                    <a:gd fmla="val 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265" name="Google Shape;1265;p39"/>
                <p:cNvSpPr/>
                <p:nvPr/>
              </p:nvSpPr>
              <p:spPr>
                <a:xfrm>
                  <a:off x="4405039" y="3914348"/>
                  <a:ext cx="394500" cy="394500"/>
                </a:xfrm>
                <a:prstGeom prst="ellipse">
                  <a:avLst/>
                </a:prstGeom>
                <a:solidFill>
                  <a:schemeClr val="accen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sp>
            <p:nvSpPr>
              <p:cNvPr id="1266" name="Google Shape;1266;p39"/>
              <p:cNvSpPr/>
              <p:nvPr/>
            </p:nvSpPr>
            <p:spPr>
              <a:xfrm>
                <a:off x="3264329" y="4068699"/>
                <a:ext cx="85500" cy="85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267" name="Google Shape;1267;p39"/>
              <p:cNvSpPr/>
              <p:nvPr/>
            </p:nvSpPr>
            <p:spPr>
              <a:xfrm>
                <a:off x="3782404" y="4068699"/>
                <a:ext cx="85500" cy="85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268" name="Google Shape;1268;p39"/>
              <p:cNvSpPr/>
              <p:nvPr/>
            </p:nvSpPr>
            <p:spPr>
              <a:xfrm>
                <a:off x="4300491" y="4068699"/>
                <a:ext cx="85500" cy="858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269" name="Google Shape;1269;p39"/>
              <p:cNvSpPr/>
              <p:nvPr/>
            </p:nvSpPr>
            <p:spPr>
              <a:xfrm>
                <a:off x="2746254" y="4068699"/>
                <a:ext cx="85500" cy="85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270" name="Google Shape;1270;p39"/>
              <p:cNvCxnSpPr>
                <a:stCxn id="1269" idx="0"/>
                <a:endCxn id="1266" idx="0"/>
              </p:cNvCxnSpPr>
              <p:nvPr/>
            </p:nvCxnSpPr>
            <p:spPr>
              <a:xfrm flipH="1" rot="-5400000">
                <a:off x="3047754" y="3809949"/>
                <a:ext cx="600" cy="518100"/>
              </a:xfrm>
              <a:prstGeom prst="curvedConnector3">
                <a:avLst>
                  <a:gd fmla="val -39687500" name="adj1"/>
                </a:avLst>
              </a:prstGeom>
              <a:noFill/>
              <a:ln cap="flat" cmpd="sng" w="19050">
                <a:solidFill>
                  <a:schemeClr val="lt1"/>
                </a:solidFill>
                <a:prstDash val="solid"/>
                <a:round/>
                <a:headEnd len="med" w="med" type="none"/>
                <a:tailEnd len="med" w="med" type="none"/>
              </a:ln>
            </p:spPr>
          </p:cxnSp>
          <p:cxnSp>
            <p:nvCxnSpPr>
              <p:cNvPr id="1271" name="Google Shape;1271;p39"/>
              <p:cNvCxnSpPr>
                <a:stCxn id="1266" idx="4"/>
                <a:endCxn id="1267" idx="4"/>
              </p:cNvCxnSpPr>
              <p:nvPr/>
            </p:nvCxnSpPr>
            <p:spPr>
              <a:xfrm flipH="1" rot="-5400000">
                <a:off x="3565829" y="3895749"/>
                <a:ext cx="600" cy="518100"/>
              </a:xfrm>
              <a:prstGeom prst="curvedConnector3">
                <a:avLst>
                  <a:gd fmla="val 39687500" name="adj1"/>
                </a:avLst>
              </a:prstGeom>
              <a:noFill/>
              <a:ln cap="flat" cmpd="sng" w="19050">
                <a:solidFill>
                  <a:schemeClr val="dk2"/>
                </a:solidFill>
                <a:prstDash val="solid"/>
                <a:round/>
                <a:headEnd len="med" w="med" type="none"/>
                <a:tailEnd len="med" w="med" type="none"/>
              </a:ln>
            </p:spPr>
          </p:cxnSp>
          <p:cxnSp>
            <p:nvCxnSpPr>
              <p:cNvPr id="1272" name="Google Shape;1272;p39"/>
              <p:cNvCxnSpPr>
                <a:stCxn id="1267" idx="0"/>
                <a:endCxn id="1268" idx="0"/>
              </p:cNvCxnSpPr>
              <p:nvPr/>
            </p:nvCxnSpPr>
            <p:spPr>
              <a:xfrm flipH="1" rot="-5400000">
                <a:off x="4083904" y="3809949"/>
                <a:ext cx="600" cy="518100"/>
              </a:xfrm>
              <a:prstGeom prst="curvedConnector3">
                <a:avLst>
                  <a:gd fmla="val -39687500" name="adj1"/>
                </a:avLst>
              </a:prstGeom>
              <a:noFill/>
              <a:ln cap="flat" cmpd="sng" w="19050">
                <a:solidFill>
                  <a:schemeClr val="lt2"/>
                </a:solidFill>
                <a:prstDash val="solid"/>
                <a:round/>
                <a:headEnd len="med" w="med" type="none"/>
                <a:tailEnd len="med" w="med" type="none"/>
              </a:ln>
            </p:spPr>
          </p:cxnSp>
          <p:cxnSp>
            <p:nvCxnSpPr>
              <p:cNvPr id="1273" name="Google Shape;1273;p39"/>
              <p:cNvCxnSpPr>
                <a:stCxn id="1268" idx="4"/>
                <a:endCxn id="1252" idx="4"/>
              </p:cNvCxnSpPr>
              <p:nvPr/>
            </p:nvCxnSpPr>
            <p:spPr>
              <a:xfrm flipH="1" rot="-5400000">
                <a:off x="4601991" y="3895749"/>
                <a:ext cx="600" cy="518100"/>
              </a:xfrm>
              <a:prstGeom prst="curvedConnector3">
                <a:avLst>
                  <a:gd fmla="val 39687500" name="adj1"/>
                </a:avLst>
              </a:prstGeom>
              <a:noFill/>
              <a:ln cap="flat" cmpd="sng" w="19050">
                <a:solidFill>
                  <a:schemeClr val="accent1"/>
                </a:solidFill>
                <a:prstDash val="solid"/>
                <a:round/>
                <a:headEnd len="med" w="med" type="none"/>
                <a:tailEnd len="med" w="med" type="none"/>
              </a:ln>
            </p:spPr>
          </p:cxnSp>
        </p:grpSp>
      </p:grpSp>
      <p:grpSp>
        <p:nvGrpSpPr>
          <p:cNvPr id="1274" name="Google Shape;1274;p39"/>
          <p:cNvGrpSpPr/>
          <p:nvPr/>
        </p:nvGrpSpPr>
        <p:grpSpPr>
          <a:xfrm>
            <a:off x="5103624" y="3935226"/>
            <a:ext cx="1533103" cy="673350"/>
            <a:chOff x="5103624" y="3935226"/>
            <a:chExt cx="1533103" cy="673350"/>
          </a:xfrm>
        </p:grpSpPr>
        <p:grpSp>
          <p:nvGrpSpPr>
            <p:cNvPr id="1275" name="Google Shape;1275;p39"/>
            <p:cNvGrpSpPr/>
            <p:nvPr/>
          </p:nvGrpSpPr>
          <p:grpSpPr>
            <a:xfrm>
              <a:off x="6125827" y="3935226"/>
              <a:ext cx="510900" cy="673350"/>
              <a:chOff x="6119344" y="3856251"/>
              <a:chExt cx="510900" cy="673350"/>
            </a:xfrm>
          </p:grpSpPr>
          <p:sp>
            <p:nvSpPr>
              <p:cNvPr id="1276" name="Google Shape;1276;p39"/>
              <p:cNvSpPr/>
              <p:nvPr/>
            </p:nvSpPr>
            <p:spPr>
              <a:xfrm>
                <a:off x="6119344" y="3856251"/>
                <a:ext cx="510900" cy="510900"/>
              </a:xfrm>
              <a:prstGeom prst="arc">
                <a:avLst>
                  <a:gd fmla="val 10788183" name="adj1"/>
                  <a:gd fmla="val 5348878" name="adj2"/>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277" name="Google Shape;1277;p39"/>
              <p:cNvCxnSpPr>
                <a:stCxn id="1276" idx="1"/>
              </p:cNvCxnSpPr>
              <p:nvPr/>
            </p:nvCxnSpPr>
            <p:spPr>
              <a:xfrm>
                <a:off x="6374794" y="4111701"/>
                <a:ext cx="0" cy="417900"/>
              </a:xfrm>
              <a:prstGeom prst="straightConnector1">
                <a:avLst/>
              </a:prstGeom>
              <a:noFill/>
              <a:ln cap="flat" cmpd="sng" w="19050">
                <a:solidFill>
                  <a:schemeClr val="accent1"/>
                </a:solidFill>
                <a:prstDash val="solid"/>
                <a:round/>
                <a:headEnd len="med" w="med" type="none"/>
                <a:tailEnd len="med" w="med" type="oval"/>
              </a:ln>
            </p:spPr>
          </p:cxnSp>
          <p:sp>
            <p:nvSpPr>
              <p:cNvPr id="1278" name="Google Shape;1278;p39"/>
              <p:cNvSpPr/>
              <p:nvPr/>
            </p:nvSpPr>
            <p:spPr>
              <a:xfrm>
                <a:off x="6177532" y="3914348"/>
                <a:ext cx="394500" cy="394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1279" name="Google Shape;1279;p39"/>
            <p:cNvGrpSpPr/>
            <p:nvPr/>
          </p:nvGrpSpPr>
          <p:grpSpPr>
            <a:xfrm>
              <a:off x="5614720" y="3935226"/>
              <a:ext cx="510900" cy="673350"/>
              <a:chOff x="5606594" y="3856251"/>
              <a:chExt cx="510900" cy="673350"/>
            </a:xfrm>
          </p:grpSpPr>
          <p:sp>
            <p:nvSpPr>
              <p:cNvPr id="1280" name="Google Shape;1280;p39"/>
              <p:cNvSpPr/>
              <p:nvPr/>
            </p:nvSpPr>
            <p:spPr>
              <a:xfrm>
                <a:off x="5606594" y="3856251"/>
                <a:ext cx="510900" cy="510900"/>
              </a:xfrm>
              <a:prstGeom prst="arc">
                <a:avLst>
                  <a:gd fmla="val 10788183" name="adj1"/>
                  <a:gd fmla="val 5348878" name="adj2"/>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281" name="Google Shape;1281;p39"/>
              <p:cNvCxnSpPr>
                <a:stCxn id="1280" idx="1"/>
              </p:cNvCxnSpPr>
              <p:nvPr/>
            </p:nvCxnSpPr>
            <p:spPr>
              <a:xfrm>
                <a:off x="5862044" y="4111701"/>
                <a:ext cx="0" cy="417900"/>
              </a:xfrm>
              <a:prstGeom prst="straightConnector1">
                <a:avLst/>
              </a:prstGeom>
              <a:noFill/>
              <a:ln cap="flat" cmpd="sng" w="19050">
                <a:solidFill>
                  <a:schemeClr val="lt2"/>
                </a:solidFill>
                <a:prstDash val="solid"/>
                <a:round/>
                <a:headEnd len="med" w="med" type="none"/>
                <a:tailEnd len="med" w="med" type="oval"/>
              </a:ln>
            </p:spPr>
          </p:cxnSp>
          <p:sp>
            <p:nvSpPr>
              <p:cNvPr id="1282" name="Google Shape;1282;p39"/>
              <p:cNvSpPr/>
              <p:nvPr/>
            </p:nvSpPr>
            <p:spPr>
              <a:xfrm>
                <a:off x="5664782" y="3914348"/>
                <a:ext cx="394500" cy="394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1283" name="Google Shape;1283;p39"/>
            <p:cNvGrpSpPr/>
            <p:nvPr/>
          </p:nvGrpSpPr>
          <p:grpSpPr>
            <a:xfrm>
              <a:off x="5103624" y="3935226"/>
              <a:ext cx="510900" cy="673350"/>
              <a:chOff x="5093856" y="3856251"/>
              <a:chExt cx="510900" cy="673350"/>
            </a:xfrm>
          </p:grpSpPr>
          <p:sp>
            <p:nvSpPr>
              <p:cNvPr id="1284" name="Google Shape;1284;p39"/>
              <p:cNvSpPr/>
              <p:nvPr/>
            </p:nvSpPr>
            <p:spPr>
              <a:xfrm>
                <a:off x="5093856" y="3856251"/>
                <a:ext cx="510900" cy="510900"/>
              </a:xfrm>
              <a:prstGeom prst="arc">
                <a:avLst>
                  <a:gd fmla="val 10788183" name="adj1"/>
                  <a:gd fmla="val 5348878"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285" name="Google Shape;1285;p39"/>
              <p:cNvCxnSpPr>
                <a:stCxn id="1284" idx="1"/>
              </p:cNvCxnSpPr>
              <p:nvPr/>
            </p:nvCxnSpPr>
            <p:spPr>
              <a:xfrm>
                <a:off x="5349306" y="4111701"/>
                <a:ext cx="0" cy="417900"/>
              </a:xfrm>
              <a:prstGeom prst="straightConnector1">
                <a:avLst/>
              </a:prstGeom>
              <a:noFill/>
              <a:ln cap="flat" cmpd="sng" w="19050">
                <a:solidFill>
                  <a:schemeClr val="dk2"/>
                </a:solidFill>
                <a:prstDash val="solid"/>
                <a:round/>
                <a:headEnd len="med" w="med" type="none"/>
                <a:tailEnd len="med" w="med" type="oval"/>
              </a:ln>
            </p:spPr>
          </p:cxnSp>
          <p:sp>
            <p:nvSpPr>
              <p:cNvPr id="1286" name="Google Shape;1286;p39"/>
              <p:cNvSpPr/>
              <p:nvPr/>
            </p:nvSpPr>
            <p:spPr>
              <a:xfrm>
                <a:off x="5152045" y="3914348"/>
                <a:ext cx="394500" cy="3945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0" name="Shape 1290"/>
        <p:cNvGrpSpPr/>
        <p:nvPr/>
      </p:nvGrpSpPr>
      <p:grpSpPr>
        <a:xfrm>
          <a:off x="0" y="0"/>
          <a:ext cx="0" cy="0"/>
          <a:chOff x="0" y="0"/>
          <a:chExt cx="0" cy="0"/>
        </a:xfrm>
      </p:grpSpPr>
      <p:graphicFrame>
        <p:nvGraphicFramePr>
          <p:cNvPr id="1291" name="Google Shape;1291;p40"/>
          <p:cNvGraphicFramePr/>
          <p:nvPr/>
        </p:nvGraphicFramePr>
        <p:xfrm>
          <a:off x="3372638" y="2034494"/>
          <a:ext cx="3000000" cy="3000000"/>
        </p:xfrm>
        <a:graphic>
          <a:graphicData uri="http://schemas.openxmlformats.org/drawingml/2006/table">
            <a:tbl>
              <a:tblPr>
                <a:noFill/>
                <a:tableStyleId>{1CE97718-CCB1-4269-835A-FB05356AE4E7}</a:tableStyleId>
              </a:tblPr>
              <a:tblGrid>
                <a:gridCol w="399075"/>
                <a:gridCol w="399075"/>
                <a:gridCol w="399075"/>
                <a:gridCol w="399075"/>
                <a:gridCol w="399075"/>
                <a:gridCol w="399075"/>
              </a:tblGrid>
              <a:tr h="249575">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r>
              <a:tr h="274975">
                <a:tc>
                  <a:txBody>
                    <a:bodyPr/>
                    <a:lstStyle/>
                    <a:p>
                      <a:pPr indent="0" lvl="0" marL="0" rtl="0" algn="l">
                        <a:spcBef>
                          <a:spcPts val="0"/>
                        </a:spcBef>
                        <a:spcAft>
                          <a:spcPts val="0"/>
                        </a:spcAft>
                        <a:buNone/>
                      </a:pPr>
                      <a:r>
                        <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accent3"/>
                    </a:solidFill>
                  </a:tcPr>
                </a:tc>
              </a:tr>
              <a:tr h="274975">
                <a:tc>
                  <a:txBody>
                    <a:bodyPr/>
                    <a:lstStyle/>
                    <a:p>
                      <a:pPr indent="0" lvl="0" marL="0" rtl="0" algn="l">
                        <a:spcBef>
                          <a:spcPts val="0"/>
                        </a:spcBef>
                        <a:spcAft>
                          <a:spcPts val="0"/>
                        </a:spcAft>
                        <a:buNone/>
                      </a:pPr>
                      <a:r>
                        <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accent3"/>
                    </a:solidFill>
                  </a:tcPr>
                </a:tc>
              </a:tr>
              <a:tr h="274975">
                <a:tc>
                  <a:txBody>
                    <a:bodyPr/>
                    <a:lstStyle/>
                    <a:p>
                      <a:pPr indent="0" lvl="0" marL="0" rtl="0" algn="l">
                        <a:spcBef>
                          <a:spcPts val="0"/>
                        </a:spcBef>
                        <a:spcAft>
                          <a:spcPts val="0"/>
                        </a:spcAft>
                        <a:buNone/>
                      </a:pPr>
                      <a:r>
                        <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3"/>
                    </a:solidFill>
                  </a:tcPr>
                </a:tc>
              </a:tr>
            </a:tbl>
          </a:graphicData>
        </a:graphic>
      </p:graphicFrame>
      <p:graphicFrame>
        <p:nvGraphicFramePr>
          <p:cNvPr id="1292" name="Google Shape;1292;p40"/>
          <p:cNvGraphicFramePr/>
          <p:nvPr/>
        </p:nvGraphicFramePr>
        <p:xfrm>
          <a:off x="712575" y="649450"/>
          <a:ext cx="3000000" cy="3000000"/>
        </p:xfrm>
        <a:graphic>
          <a:graphicData uri="http://schemas.openxmlformats.org/drawingml/2006/table">
            <a:tbl>
              <a:tblPr>
                <a:noFill/>
                <a:tableStyleId>{1CE97718-CCB1-4269-835A-FB05356AE4E7}</a:tableStyleId>
              </a:tblPr>
              <a:tblGrid>
                <a:gridCol w="399075"/>
                <a:gridCol w="399075"/>
                <a:gridCol w="399075"/>
                <a:gridCol w="399075"/>
                <a:gridCol w="399075"/>
                <a:gridCol w="399075"/>
              </a:tblGrid>
              <a:tr h="268625">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3"/>
                    </a:solidFill>
                  </a:tcPr>
                </a:tc>
              </a:tr>
              <a:tr h="268625">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3"/>
                    </a:solidFill>
                  </a:tcPr>
                </a:tc>
              </a:tr>
              <a:tr h="268625">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3"/>
                    </a:solidFill>
                  </a:tcPr>
                </a:tc>
              </a:tr>
              <a:tr h="268625">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3"/>
                    </a:solidFill>
                  </a:tcPr>
                </a:tc>
              </a:tr>
            </a:tbl>
          </a:graphicData>
        </a:graphic>
      </p:graphicFrame>
      <p:sp>
        <p:nvSpPr>
          <p:cNvPr id="1293" name="Google Shape;1293;p40"/>
          <p:cNvSpPr/>
          <p:nvPr/>
        </p:nvSpPr>
        <p:spPr>
          <a:xfrm>
            <a:off x="1510725" y="1112313"/>
            <a:ext cx="798300" cy="744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294" name="Google Shape;1294;p40"/>
          <p:cNvSpPr/>
          <p:nvPr/>
        </p:nvSpPr>
        <p:spPr>
          <a:xfrm>
            <a:off x="2309025" y="1380938"/>
            <a:ext cx="399000" cy="744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295" name="Google Shape;1295;p40"/>
          <p:cNvSpPr/>
          <p:nvPr/>
        </p:nvSpPr>
        <p:spPr>
          <a:xfrm>
            <a:off x="2308725" y="1649563"/>
            <a:ext cx="798300" cy="744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aphicFrame>
        <p:nvGraphicFramePr>
          <p:cNvPr id="1296" name="Google Shape;1296;p40"/>
          <p:cNvGraphicFramePr/>
          <p:nvPr/>
        </p:nvGraphicFramePr>
        <p:xfrm>
          <a:off x="3372638" y="649450"/>
          <a:ext cx="3000000" cy="3000000"/>
        </p:xfrm>
        <a:graphic>
          <a:graphicData uri="http://schemas.openxmlformats.org/drawingml/2006/table">
            <a:tbl>
              <a:tblPr>
                <a:noFill/>
                <a:tableStyleId>{1CE97718-CCB1-4269-835A-FB05356AE4E7}</a:tableStyleId>
              </a:tblPr>
              <a:tblGrid>
                <a:gridCol w="399075"/>
                <a:gridCol w="401025"/>
                <a:gridCol w="397125"/>
                <a:gridCol w="399075"/>
                <a:gridCol w="399075"/>
                <a:gridCol w="399075"/>
              </a:tblGrid>
              <a:tr h="249575">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400">
                          <a:solidFill>
                            <a:schemeClr val="dk1"/>
                          </a:solidFill>
                          <a:latin typeface="Inter"/>
                          <a:ea typeface="Inter"/>
                          <a:cs typeface="Inter"/>
                          <a:sym typeface="Inter"/>
                        </a:rPr>
                        <a:t>Jan</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b="1" lang="en" sz="400">
                          <a:solidFill>
                            <a:schemeClr val="dk1"/>
                          </a:solidFill>
                          <a:latin typeface="Inter"/>
                          <a:ea typeface="Inter"/>
                          <a:cs typeface="Inter"/>
                          <a:sym typeface="Inter"/>
                        </a:rPr>
                        <a:t>Feb</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b="1" lang="en" sz="400">
                          <a:solidFill>
                            <a:schemeClr val="dk1"/>
                          </a:solidFill>
                          <a:latin typeface="Inter"/>
                          <a:ea typeface="Inter"/>
                          <a:cs typeface="Inter"/>
                          <a:sym typeface="Inter"/>
                        </a:rPr>
                        <a:t>Mar</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b="1" lang="en" sz="400">
                          <a:solidFill>
                            <a:schemeClr val="dk1"/>
                          </a:solidFill>
                          <a:latin typeface="Inter"/>
                          <a:ea typeface="Inter"/>
                          <a:cs typeface="Inter"/>
                          <a:sym typeface="Inter"/>
                        </a:rPr>
                        <a:t>Apr</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b="1" lang="en" sz="400">
                          <a:solidFill>
                            <a:schemeClr val="dk1"/>
                          </a:solidFill>
                          <a:latin typeface="Inter"/>
                          <a:ea typeface="Inter"/>
                          <a:cs typeface="Inter"/>
                          <a:sym typeface="Inter"/>
                        </a:rPr>
                        <a:t>Jun</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r>
              <a:tr h="274975">
                <a:tc>
                  <a:txBody>
                    <a:bodyPr/>
                    <a:lstStyle/>
                    <a:p>
                      <a:pPr indent="0" lvl="0" marL="0" rtl="0" algn="ctr">
                        <a:spcBef>
                          <a:spcPts val="0"/>
                        </a:spcBef>
                        <a:spcAft>
                          <a:spcPts val="0"/>
                        </a:spcAft>
                        <a:buNone/>
                      </a:pPr>
                      <a:r>
                        <a:rPr b="1" lang="en" sz="400">
                          <a:solidFill>
                            <a:schemeClr val="dk1"/>
                          </a:solidFill>
                          <a:latin typeface="Inter"/>
                          <a:ea typeface="Inter"/>
                          <a:cs typeface="Inter"/>
                          <a:sym typeface="Inter"/>
                        </a:rPr>
                        <a:t>Task 1</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lt1"/>
                    </a:solidFill>
                  </a:tcPr>
                </a:tc>
              </a:tr>
              <a:tr h="274975">
                <a:tc>
                  <a:txBody>
                    <a:bodyPr/>
                    <a:lstStyle/>
                    <a:p>
                      <a:pPr indent="0" lvl="0" marL="0" rtl="0" algn="ctr">
                        <a:spcBef>
                          <a:spcPts val="0"/>
                        </a:spcBef>
                        <a:spcAft>
                          <a:spcPts val="0"/>
                        </a:spcAft>
                        <a:buNone/>
                      </a:pPr>
                      <a:r>
                        <a:rPr b="1" lang="en" sz="400">
                          <a:solidFill>
                            <a:schemeClr val="dk1"/>
                          </a:solidFill>
                          <a:latin typeface="Inter"/>
                          <a:ea typeface="Inter"/>
                          <a:cs typeface="Inter"/>
                          <a:sym typeface="Inter"/>
                        </a:rPr>
                        <a:t>Task 2</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accent3"/>
                    </a:solidFill>
                  </a:tcPr>
                </a:tc>
              </a:tr>
              <a:tr h="274975">
                <a:tc>
                  <a:txBody>
                    <a:bodyPr/>
                    <a:lstStyle/>
                    <a:p>
                      <a:pPr indent="0" lvl="0" marL="0" rtl="0" algn="ctr">
                        <a:spcBef>
                          <a:spcPts val="0"/>
                        </a:spcBef>
                        <a:spcAft>
                          <a:spcPts val="0"/>
                        </a:spcAft>
                        <a:buNone/>
                      </a:pPr>
                      <a:r>
                        <a:rPr b="1" lang="en" sz="400">
                          <a:solidFill>
                            <a:schemeClr val="dk1"/>
                          </a:solidFill>
                          <a:latin typeface="Inter"/>
                          <a:ea typeface="Inter"/>
                          <a:cs typeface="Inter"/>
                          <a:sym typeface="Inter"/>
                        </a:rPr>
                        <a:t>Task 3</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3"/>
                    </a:solidFill>
                  </a:tcPr>
                </a:tc>
              </a:tr>
            </a:tbl>
          </a:graphicData>
        </a:graphic>
      </p:graphicFrame>
      <p:graphicFrame>
        <p:nvGraphicFramePr>
          <p:cNvPr id="1297" name="Google Shape;1297;p40"/>
          <p:cNvGraphicFramePr/>
          <p:nvPr/>
        </p:nvGraphicFramePr>
        <p:xfrm>
          <a:off x="6032700" y="649450"/>
          <a:ext cx="3000000" cy="3000000"/>
        </p:xfrm>
        <a:graphic>
          <a:graphicData uri="http://schemas.openxmlformats.org/drawingml/2006/table">
            <a:tbl>
              <a:tblPr>
                <a:noFill/>
                <a:tableStyleId>{1CE97718-CCB1-4269-835A-FB05356AE4E7}</a:tableStyleId>
              </a:tblPr>
              <a:tblGrid>
                <a:gridCol w="399075"/>
                <a:gridCol w="399075"/>
                <a:gridCol w="399075"/>
                <a:gridCol w="399075"/>
                <a:gridCol w="399075"/>
                <a:gridCol w="399075"/>
              </a:tblGrid>
              <a:tr h="249575">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2"/>
                    </a:solidFill>
                  </a:tcPr>
                </a:tc>
              </a:tr>
              <a:tr h="274975">
                <a:tc>
                  <a:txBody>
                    <a:bodyPr/>
                    <a:lstStyle/>
                    <a:p>
                      <a:pPr indent="0" lvl="0" marL="0" rtl="0" algn="l">
                        <a:spcBef>
                          <a:spcPts val="0"/>
                        </a:spcBef>
                        <a:spcAft>
                          <a:spcPts val="0"/>
                        </a:spcAft>
                        <a:buNone/>
                      </a:pPr>
                      <a:r>
                        <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r>
              <a:tr h="274975">
                <a:tc>
                  <a:txBody>
                    <a:bodyPr/>
                    <a:lstStyle/>
                    <a:p>
                      <a:pPr indent="0" lvl="0" marL="0" rtl="0" algn="l">
                        <a:spcBef>
                          <a:spcPts val="0"/>
                        </a:spcBef>
                        <a:spcAft>
                          <a:spcPts val="0"/>
                        </a:spcAft>
                        <a:buNone/>
                      </a:pPr>
                      <a:r>
                        <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r>
              <a:tr h="274975">
                <a:tc>
                  <a:txBody>
                    <a:bodyPr/>
                    <a:lstStyle/>
                    <a:p>
                      <a:pPr indent="0" lvl="0" marL="0" rtl="0" algn="l">
                        <a:spcBef>
                          <a:spcPts val="0"/>
                        </a:spcBef>
                        <a:spcAft>
                          <a:spcPts val="0"/>
                        </a:spcAft>
                        <a:buNone/>
                      </a:pPr>
                      <a:r>
                        <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r>
            </a:tbl>
          </a:graphicData>
        </a:graphic>
      </p:graphicFrame>
      <p:graphicFrame>
        <p:nvGraphicFramePr>
          <p:cNvPr id="1298" name="Google Shape;1298;p40"/>
          <p:cNvGraphicFramePr/>
          <p:nvPr/>
        </p:nvGraphicFramePr>
        <p:xfrm>
          <a:off x="718250" y="2034506"/>
          <a:ext cx="3000000" cy="3000000"/>
        </p:xfrm>
        <a:graphic>
          <a:graphicData uri="http://schemas.openxmlformats.org/drawingml/2006/table">
            <a:tbl>
              <a:tblPr>
                <a:noFill/>
                <a:tableStyleId>{1CE97718-CCB1-4269-835A-FB05356AE4E7}</a:tableStyleId>
              </a:tblPr>
              <a:tblGrid>
                <a:gridCol w="399075"/>
                <a:gridCol w="399075"/>
                <a:gridCol w="399075"/>
                <a:gridCol w="399075"/>
                <a:gridCol w="399075"/>
                <a:gridCol w="399075"/>
              </a:tblGrid>
              <a:tr h="249575">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tcPr>
                </a:tc>
                <a:tc>
                  <a:txBody>
                    <a:bodyPr/>
                    <a:lstStyle/>
                    <a:p>
                      <a:pPr indent="0" lvl="0" marL="0" rtl="0" algn="ctr">
                        <a:spcBef>
                          <a:spcPts val="0"/>
                        </a:spcBef>
                        <a:spcAft>
                          <a:spcPts val="0"/>
                        </a:spcAft>
                        <a:buNone/>
                      </a:pPr>
                      <a:r>
                        <a:t/>
                      </a:r>
                      <a:endParaRPr b="1"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accent3"/>
                    </a:solidFill>
                  </a:tcPr>
                </a:tc>
                <a:tc>
                  <a:txBody>
                    <a:bodyPr/>
                    <a:lstStyle/>
                    <a:p>
                      <a:pPr indent="0" lvl="0" marL="0" rtl="0" algn="ctr">
                        <a:spcBef>
                          <a:spcPts val="0"/>
                        </a:spcBef>
                        <a:spcAft>
                          <a:spcPts val="0"/>
                        </a:spcAft>
                        <a:buNone/>
                      </a:pPr>
                      <a:r>
                        <a:t/>
                      </a:r>
                      <a:endParaRPr b="1" sz="400">
                        <a:solidFill>
                          <a:schemeClr val="lt1"/>
                        </a:solidFill>
                        <a:highlight>
                          <a:schemeClr val="dk1"/>
                        </a:highlight>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accent3"/>
                    </a:solidFill>
                  </a:tcPr>
                </a:tc>
                <a:tc>
                  <a:txBody>
                    <a:bodyPr/>
                    <a:lstStyle/>
                    <a:p>
                      <a:pPr indent="0" lvl="0" marL="0" rtl="0" algn="ctr">
                        <a:spcBef>
                          <a:spcPts val="0"/>
                        </a:spcBef>
                        <a:spcAft>
                          <a:spcPts val="0"/>
                        </a:spcAft>
                        <a:buNone/>
                      </a:pPr>
                      <a:r>
                        <a:t/>
                      </a:r>
                      <a:endParaRPr b="1"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accent3"/>
                    </a:solidFill>
                  </a:tcPr>
                </a:tc>
                <a:tc>
                  <a:txBody>
                    <a:bodyPr/>
                    <a:lstStyle/>
                    <a:p>
                      <a:pPr indent="0" lvl="0" marL="0" rtl="0" algn="ctr">
                        <a:spcBef>
                          <a:spcPts val="0"/>
                        </a:spcBef>
                        <a:spcAft>
                          <a:spcPts val="0"/>
                        </a:spcAft>
                        <a:buNone/>
                      </a:pPr>
                      <a:r>
                        <a:t/>
                      </a:r>
                      <a:endParaRPr b="1"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accent3"/>
                    </a:solidFill>
                  </a:tcPr>
                </a:tc>
                <a:tc>
                  <a:txBody>
                    <a:bodyPr/>
                    <a:lstStyle/>
                    <a:p>
                      <a:pPr indent="0" lvl="0" marL="0" rtl="0" algn="ctr">
                        <a:spcBef>
                          <a:spcPts val="0"/>
                        </a:spcBef>
                        <a:spcAft>
                          <a:spcPts val="0"/>
                        </a:spcAft>
                        <a:buNone/>
                      </a:pPr>
                      <a:r>
                        <a:t/>
                      </a:r>
                      <a:endParaRPr b="1"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accent3"/>
                    </a:solidFill>
                  </a:tcPr>
                </a:tc>
              </a:tr>
              <a:tr h="274975">
                <a:tc>
                  <a:txBody>
                    <a:bodyPr/>
                    <a:lstStyle/>
                    <a:p>
                      <a:pPr indent="0" lvl="0" marL="0" rtl="0" algn="l">
                        <a:spcBef>
                          <a:spcPts val="0"/>
                        </a:spcBef>
                        <a:spcAft>
                          <a:spcPts val="0"/>
                        </a:spcAft>
                        <a:buNone/>
                      </a:pPr>
                      <a:r>
                        <a:t/>
                      </a:r>
                      <a:endParaRPr b="1" sz="400">
                        <a:solidFill>
                          <a:schemeClr val="dk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dk2"/>
                    </a:solidFill>
                  </a:tcPr>
                </a:tc>
              </a:tr>
              <a:tr h="274975">
                <a:tc>
                  <a:txBody>
                    <a:bodyPr/>
                    <a:lstStyle/>
                    <a:p>
                      <a:pPr indent="0" lvl="0" marL="0" rtl="0" algn="l">
                        <a:spcBef>
                          <a:spcPts val="0"/>
                        </a:spcBef>
                        <a:spcAft>
                          <a:spcPts val="0"/>
                        </a:spcAft>
                        <a:buNone/>
                      </a:pPr>
                      <a:r>
                        <a:t/>
                      </a:r>
                      <a:endParaRPr b="1" sz="400">
                        <a:solidFill>
                          <a:schemeClr val="dk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lt2"/>
                    </a:solidFill>
                  </a:tcPr>
                </a:tc>
              </a:tr>
              <a:tr h="274975">
                <a:tc>
                  <a:txBody>
                    <a:bodyPr/>
                    <a:lstStyle/>
                    <a:p>
                      <a:pPr indent="0" lvl="0" marL="0" rtl="0" algn="l">
                        <a:spcBef>
                          <a:spcPts val="0"/>
                        </a:spcBef>
                        <a:spcAft>
                          <a:spcPts val="0"/>
                        </a:spcAft>
                        <a:buNone/>
                      </a:pPr>
                      <a:r>
                        <a:t/>
                      </a:r>
                      <a:endParaRPr b="1" sz="400">
                        <a:solidFill>
                          <a:schemeClr val="dk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accent1"/>
                    </a:solidFill>
                  </a:tcPr>
                </a:tc>
              </a:tr>
            </a:tbl>
          </a:graphicData>
        </a:graphic>
      </p:graphicFrame>
      <p:grpSp>
        <p:nvGrpSpPr>
          <p:cNvPr id="1299" name="Google Shape;1299;p40"/>
          <p:cNvGrpSpPr/>
          <p:nvPr/>
        </p:nvGrpSpPr>
        <p:grpSpPr>
          <a:xfrm>
            <a:off x="3771725" y="2383156"/>
            <a:ext cx="1995300" cy="74400"/>
            <a:chOff x="3771725" y="2273200"/>
            <a:chExt cx="1995300" cy="74400"/>
          </a:xfrm>
        </p:grpSpPr>
        <p:sp>
          <p:nvSpPr>
            <p:cNvPr id="1300" name="Google Shape;1300;p40"/>
            <p:cNvSpPr/>
            <p:nvPr/>
          </p:nvSpPr>
          <p:spPr>
            <a:xfrm>
              <a:off x="3771725" y="2273200"/>
              <a:ext cx="1995300" cy="744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301" name="Google Shape;1301;p40"/>
            <p:cNvSpPr/>
            <p:nvPr/>
          </p:nvSpPr>
          <p:spPr>
            <a:xfrm>
              <a:off x="3771725" y="2273200"/>
              <a:ext cx="465300" cy="744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1302" name="Google Shape;1302;p40"/>
          <p:cNvGrpSpPr/>
          <p:nvPr/>
        </p:nvGrpSpPr>
        <p:grpSpPr>
          <a:xfrm>
            <a:off x="3771725" y="2644506"/>
            <a:ext cx="1995300" cy="74400"/>
            <a:chOff x="3771725" y="2534550"/>
            <a:chExt cx="1995300" cy="74400"/>
          </a:xfrm>
        </p:grpSpPr>
        <p:sp>
          <p:nvSpPr>
            <p:cNvPr id="1303" name="Google Shape;1303;p40"/>
            <p:cNvSpPr/>
            <p:nvPr/>
          </p:nvSpPr>
          <p:spPr>
            <a:xfrm>
              <a:off x="3771725" y="2534550"/>
              <a:ext cx="1995300" cy="744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304" name="Google Shape;1304;p40"/>
            <p:cNvSpPr/>
            <p:nvPr/>
          </p:nvSpPr>
          <p:spPr>
            <a:xfrm>
              <a:off x="3771725" y="2534550"/>
              <a:ext cx="798300" cy="744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1305" name="Google Shape;1305;p40"/>
          <p:cNvGrpSpPr/>
          <p:nvPr/>
        </p:nvGrpSpPr>
        <p:grpSpPr>
          <a:xfrm>
            <a:off x="3771725" y="2905856"/>
            <a:ext cx="1995300" cy="74400"/>
            <a:chOff x="3771725" y="2795900"/>
            <a:chExt cx="1995300" cy="74400"/>
          </a:xfrm>
        </p:grpSpPr>
        <p:sp>
          <p:nvSpPr>
            <p:cNvPr id="1306" name="Google Shape;1306;p40"/>
            <p:cNvSpPr/>
            <p:nvPr/>
          </p:nvSpPr>
          <p:spPr>
            <a:xfrm>
              <a:off x="3771725" y="2795900"/>
              <a:ext cx="1995300" cy="744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307" name="Google Shape;1307;p40"/>
            <p:cNvSpPr/>
            <p:nvPr/>
          </p:nvSpPr>
          <p:spPr>
            <a:xfrm>
              <a:off x="3771725" y="2795900"/>
              <a:ext cx="1630500" cy="744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aphicFrame>
        <p:nvGraphicFramePr>
          <p:cNvPr id="1308" name="Google Shape;1308;p40"/>
          <p:cNvGraphicFramePr/>
          <p:nvPr/>
        </p:nvGraphicFramePr>
        <p:xfrm>
          <a:off x="6027038" y="2034494"/>
          <a:ext cx="3000000" cy="3000000"/>
        </p:xfrm>
        <a:graphic>
          <a:graphicData uri="http://schemas.openxmlformats.org/drawingml/2006/table">
            <a:tbl>
              <a:tblPr>
                <a:noFill/>
                <a:tableStyleId>{1CE97718-CCB1-4269-835A-FB05356AE4E7}</a:tableStyleId>
              </a:tblPr>
              <a:tblGrid>
                <a:gridCol w="411725"/>
                <a:gridCol w="386425"/>
                <a:gridCol w="399075"/>
                <a:gridCol w="399075"/>
                <a:gridCol w="399075"/>
                <a:gridCol w="391250"/>
              </a:tblGrid>
              <a:tr h="249575">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accent3"/>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accent3"/>
                      </a:solidFill>
                      <a:prstDash val="solid"/>
                      <a:round/>
                      <a:headEnd len="sm" w="sm" type="none"/>
                      <a:tailEnd len="sm" w="sm" type="none"/>
                    </a:lnT>
                    <a:lnB cap="flat" cmpd="sng" w="19050">
                      <a:solidFill>
                        <a:schemeClr val="accent3"/>
                      </a:solidFill>
                      <a:prstDash val="dot"/>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b="1"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accent3"/>
                      </a:solidFill>
                      <a:prstDash val="solid"/>
                      <a:round/>
                      <a:headEnd len="sm" w="sm" type="none"/>
                      <a:tailEnd len="sm" w="sm" type="none"/>
                    </a:lnT>
                    <a:lnB cap="flat" cmpd="sng" w="19050">
                      <a:solidFill>
                        <a:schemeClr val="accent3"/>
                      </a:solidFill>
                      <a:prstDash val="dot"/>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b="1"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accent3"/>
                      </a:solidFill>
                      <a:prstDash val="solid"/>
                      <a:round/>
                      <a:headEnd len="sm" w="sm" type="none"/>
                      <a:tailEnd len="sm" w="sm" type="none"/>
                    </a:lnT>
                    <a:lnB cap="flat" cmpd="sng" w="19050">
                      <a:solidFill>
                        <a:schemeClr val="accent3"/>
                      </a:solidFill>
                      <a:prstDash val="dot"/>
                      <a:round/>
                      <a:headEnd len="sm" w="sm" type="none"/>
                      <a:tailEnd len="sm" w="sm" type="none"/>
                    </a:lnB>
                  </a:tcPr>
                </a:tc>
                <a:tc>
                  <a:txBody>
                    <a:bodyPr/>
                    <a:lstStyle/>
                    <a:p>
                      <a:pPr indent="0" lvl="0" marL="0" rtl="0" algn="ctr">
                        <a:spcBef>
                          <a:spcPts val="0"/>
                        </a:spcBef>
                        <a:spcAft>
                          <a:spcPts val="0"/>
                        </a:spcAft>
                        <a:buNone/>
                      </a:pPr>
                      <a:r>
                        <a:t/>
                      </a:r>
                      <a:endParaRPr b="1"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accent3"/>
                      </a:solidFill>
                      <a:prstDash val="solid"/>
                      <a:round/>
                      <a:headEnd len="sm" w="sm" type="none"/>
                      <a:tailEnd len="sm" w="sm" type="none"/>
                    </a:lnT>
                    <a:lnB cap="flat" cmpd="sng" w="19050">
                      <a:solidFill>
                        <a:schemeClr val="accent3"/>
                      </a:solidFill>
                      <a:prstDash val="dot"/>
                      <a:round/>
                      <a:headEnd len="sm" w="sm" type="none"/>
                      <a:tailEnd len="sm" w="sm" type="none"/>
                    </a:lnB>
                  </a:tcPr>
                </a:tc>
                <a:tc>
                  <a:txBody>
                    <a:bodyPr/>
                    <a:lstStyle/>
                    <a:p>
                      <a:pPr indent="0" lvl="0" marL="0" rtl="0" algn="ctr">
                        <a:spcBef>
                          <a:spcPts val="0"/>
                        </a:spcBef>
                        <a:spcAft>
                          <a:spcPts val="0"/>
                        </a:spcAft>
                        <a:buNone/>
                      </a:pPr>
                      <a:r>
                        <a:t/>
                      </a:r>
                      <a:endParaRPr b="1"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accent3"/>
                      </a:solidFill>
                      <a:prstDash val="solid"/>
                      <a:round/>
                      <a:headEnd len="sm" w="sm" type="none"/>
                      <a:tailEnd len="sm" w="sm" type="none"/>
                    </a:lnT>
                    <a:lnB cap="flat" cmpd="sng" w="19050">
                      <a:solidFill>
                        <a:schemeClr val="accent3"/>
                      </a:solidFill>
                      <a:prstDash val="dot"/>
                      <a:round/>
                      <a:headEnd len="sm" w="sm" type="none"/>
                      <a:tailEnd len="sm" w="sm" type="none"/>
                    </a:lnB>
                  </a:tcPr>
                </a:tc>
                <a:tc>
                  <a:txBody>
                    <a:bodyPr/>
                    <a:lstStyle/>
                    <a:p>
                      <a:pPr indent="0" lvl="0" marL="0" rtl="0" algn="ctr">
                        <a:spcBef>
                          <a:spcPts val="0"/>
                        </a:spcBef>
                        <a:spcAft>
                          <a:spcPts val="0"/>
                        </a:spcAft>
                        <a:buNone/>
                      </a:pPr>
                      <a:r>
                        <a:t/>
                      </a:r>
                      <a:endParaRPr b="1"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accent3"/>
                      </a:solidFill>
                      <a:prstDash val="solid"/>
                      <a:round/>
                      <a:headEnd len="sm" w="sm" type="none"/>
                      <a:tailEnd len="sm" w="sm" type="none"/>
                    </a:lnT>
                    <a:lnB cap="flat" cmpd="sng" w="19050">
                      <a:solidFill>
                        <a:schemeClr val="accent3"/>
                      </a:solidFill>
                      <a:prstDash val="dot"/>
                      <a:round/>
                      <a:headEnd len="sm" w="sm" type="none"/>
                      <a:tailEnd len="sm" w="sm" type="none"/>
                    </a:lnB>
                  </a:tcPr>
                </a:tc>
              </a:tr>
              <a:tr h="274975">
                <a:tc>
                  <a:txBody>
                    <a:bodyPr/>
                    <a:lstStyle/>
                    <a:p>
                      <a:pPr indent="0" lvl="0" marL="0" rtl="0" algn="l">
                        <a:spcBef>
                          <a:spcPts val="0"/>
                        </a:spcBef>
                        <a:spcAft>
                          <a:spcPts val="0"/>
                        </a:spcAft>
                        <a:buNone/>
                      </a:pPr>
                      <a:r>
                        <a:t/>
                      </a:r>
                      <a:endParaRPr b="1" sz="400">
                        <a:solidFill>
                          <a:schemeClr val="lt1"/>
                        </a:solidFill>
                        <a:latin typeface="Inter"/>
                        <a:ea typeface="Inter"/>
                        <a:cs typeface="Inter"/>
                        <a:sym typeface="Inter"/>
                      </a:endParaRPr>
                    </a:p>
                  </a:txBody>
                  <a:tcPr marT="91425" marB="91425" marR="91425" marL="91425">
                    <a:lnL cap="flat" cmpd="sng" w="19050">
                      <a:solidFill>
                        <a:schemeClr val="accent3"/>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accent3"/>
                      </a:solidFill>
                      <a:prstDash val="dot"/>
                      <a:round/>
                      <a:headEnd len="sm" w="sm" type="none"/>
                      <a:tailEnd len="sm" w="sm" type="none"/>
                    </a:lnT>
                    <a:lnB cap="flat" cmpd="sng" w="19050">
                      <a:solidFill>
                        <a:schemeClr val="accent3"/>
                      </a:solidFill>
                      <a:prstDash val="dot"/>
                      <a:round/>
                      <a:headEnd len="sm" w="sm" type="none"/>
                      <a:tailEnd len="sm" w="sm" type="none"/>
                    </a:lnB>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accent3"/>
                      </a:solidFill>
                      <a:prstDash val="dot"/>
                      <a:round/>
                      <a:headEnd len="sm" w="sm" type="none"/>
                      <a:tailEnd len="sm" w="sm" type="none"/>
                    </a:lnT>
                    <a:lnB cap="flat" cmpd="sng" w="19050">
                      <a:solidFill>
                        <a:schemeClr val="accent3"/>
                      </a:solidFill>
                      <a:prstDash val="dot"/>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accent3"/>
                      </a:solidFill>
                      <a:prstDash val="dot"/>
                      <a:round/>
                      <a:headEnd len="sm" w="sm" type="none"/>
                      <a:tailEnd len="sm" w="sm" type="none"/>
                    </a:lnT>
                    <a:lnB cap="flat" cmpd="sng" w="19050">
                      <a:solidFill>
                        <a:schemeClr val="accent3"/>
                      </a:solidFill>
                      <a:prstDash val="dot"/>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accent3"/>
                      </a:solidFill>
                      <a:prstDash val="dot"/>
                      <a:round/>
                      <a:headEnd len="sm" w="sm" type="none"/>
                      <a:tailEnd len="sm" w="sm" type="none"/>
                    </a:lnT>
                    <a:lnB cap="flat" cmpd="sng" w="19050">
                      <a:solidFill>
                        <a:schemeClr val="accent3"/>
                      </a:solidFill>
                      <a:prstDash val="dot"/>
                      <a:round/>
                      <a:headEnd len="sm" w="sm" type="none"/>
                      <a:tailEnd len="sm" w="sm" type="none"/>
                    </a:lnB>
                    <a:solidFill>
                      <a:schemeClr val="dk2"/>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accent3"/>
                      </a:solidFill>
                      <a:prstDash val="dot"/>
                      <a:round/>
                      <a:headEnd len="sm" w="sm" type="none"/>
                      <a:tailEnd len="sm" w="sm" type="none"/>
                    </a:lnT>
                    <a:lnB cap="flat" cmpd="sng" w="19050">
                      <a:solidFill>
                        <a:schemeClr val="accent3"/>
                      </a:solidFill>
                      <a:prstDash val="dot"/>
                      <a:round/>
                      <a:headEnd len="sm" w="sm" type="none"/>
                      <a:tailEnd len="sm" w="sm" type="none"/>
                    </a:lnB>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accent3"/>
                      </a:solidFill>
                      <a:prstDash val="dot"/>
                      <a:round/>
                      <a:headEnd len="sm" w="sm" type="none"/>
                      <a:tailEnd len="sm" w="sm" type="none"/>
                    </a:lnT>
                    <a:lnB cap="flat" cmpd="sng" w="19050">
                      <a:solidFill>
                        <a:schemeClr val="accent3"/>
                      </a:solidFill>
                      <a:prstDash val="dot"/>
                      <a:round/>
                      <a:headEnd len="sm" w="sm" type="none"/>
                      <a:tailEnd len="sm" w="sm" type="none"/>
                    </a:lnB>
                  </a:tcPr>
                </a:tc>
              </a:tr>
              <a:tr h="274975">
                <a:tc>
                  <a:txBody>
                    <a:bodyPr/>
                    <a:lstStyle/>
                    <a:p>
                      <a:pPr indent="0" lvl="0" marL="0" rtl="0" algn="l">
                        <a:spcBef>
                          <a:spcPts val="0"/>
                        </a:spcBef>
                        <a:spcAft>
                          <a:spcPts val="0"/>
                        </a:spcAft>
                        <a:buNone/>
                      </a:pPr>
                      <a:r>
                        <a:t/>
                      </a:r>
                      <a:endParaRPr b="1" sz="400">
                        <a:solidFill>
                          <a:schemeClr val="lt1"/>
                        </a:solidFill>
                        <a:latin typeface="Inter"/>
                        <a:ea typeface="Inter"/>
                        <a:cs typeface="Inter"/>
                        <a:sym typeface="Inter"/>
                      </a:endParaRPr>
                    </a:p>
                  </a:txBody>
                  <a:tcPr marT="91425" marB="91425" marR="91425" marL="91425">
                    <a:lnL cap="flat" cmpd="sng" w="19050">
                      <a:solidFill>
                        <a:schemeClr val="accent3"/>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accent3"/>
                      </a:solidFill>
                      <a:prstDash val="dot"/>
                      <a:round/>
                      <a:headEnd len="sm" w="sm" type="none"/>
                      <a:tailEnd len="sm" w="sm" type="none"/>
                    </a:lnT>
                    <a:lnB cap="flat" cmpd="sng" w="19050">
                      <a:solidFill>
                        <a:schemeClr val="accent3"/>
                      </a:solidFill>
                      <a:prstDash val="dot"/>
                      <a:round/>
                      <a:headEnd len="sm" w="sm" type="none"/>
                      <a:tailEnd len="sm" w="sm" type="none"/>
                    </a:lnB>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accent3"/>
                      </a:solidFill>
                      <a:prstDash val="dot"/>
                      <a:round/>
                      <a:headEnd len="sm" w="sm" type="none"/>
                      <a:tailEnd len="sm" w="sm" type="none"/>
                    </a:lnT>
                    <a:lnB cap="flat" cmpd="sng" w="19050">
                      <a:solidFill>
                        <a:schemeClr val="accent3"/>
                      </a:solidFill>
                      <a:prstDash val="dot"/>
                      <a:round/>
                      <a:headEnd len="sm" w="sm" type="none"/>
                      <a:tailEnd len="sm" w="sm" type="none"/>
                    </a:lnB>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accent3"/>
                      </a:solidFill>
                      <a:prstDash val="dot"/>
                      <a:round/>
                      <a:headEnd len="sm" w="sm" type="none"/>
                      <a:tailEnd len="sm" w="sm" type="none"/>
                    </a:lnT>
                    <a:lnB cap="flat" cmpd="sng" w="19050">
                      <a:solidFill>
                        <a:schemeClr val="accent3"/>
                      </a:solidFill>
                      <a:prstDash val="dot"/>
                      <a:round/>
                      <a:headEnd len="sm" w="sm" type="none"/>
                      <a:tailEnd len="sm" w="sm" type="none"/>
                    </a:lnB>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accent3"/>
                      </a:solidFill>
                      <a:prstDash val="dot"/>
                      <a:round/>
                      <a:headEnd len="sm" w="sm" type="none"/>
                      <a:tailEnd len="sm" w="sm" type="none"/>
                    </a:lnT>
                    <a:lnB cap="flat" cmpd="sng" w="19050">
                      <a:solidFill>
                        <a:schemeClr val="accent3"/>
                      </a:solidFill>
                      <a:prstDash val="dot"/>
                      <a:round/>
                      <a:headEnd len="sm" w="sm" type="none"/>
                      <a:tailEnd len="sm" w="sm" type="none"/>
                    </a:lnB>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accent3"/>
                      </a:solidFill>
                      <a:prstDash val="dot"/>
                      <a:round/>
                      <a:headEnd len="sm" w="sm" type="none"/>
                      <a:tailEnd len="sm" w="sm" type="none"/>
                    </a:lnT>
                    <a:lnB cap="flat" cmpd="sng" w="19050">
                      <a:solidFill>
                        <a:schemeClr val="accent3"/>
                      </a:solidFill>
                      <a:prstDash val="dot"/>
                      <a:round/>
                      <a:headEnd len="sm" w="sm" type="none"/>
                      <a:tailEnd len="sm" w="sm" type="none"/>
                    </a:lnB>
                    <a:solidFill>
                      <a:schemeClr val="lt2"/>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accent3"/>
                      </a:solidFill>
                      <a:prstDash val="dot"/>
                      <a:round/>
                      <a:headEnd len="sm" w="sm" type="none"/>
                      <a:tailEnd len="sm" w="sm" type="none"/>
                    </a:lnT>
                    <a:lnB cap="flat" cmpd="sng" w="19050">
                      <a:solidFill>
                        <a:schemeClr val="accent3"/>
                      </a:solidFill>
                      <a:prstDash val="dot"/>
                      <a:round/>
                      <a:headEnd len="sm" w="sm" type="none"/>
                      <a:tailEnd len="sm" w="sm" type="none"/>
                    </a:lnB>
                  </a:tcPr>
                </a:tc>
              </a:tr>
              <a:tr h="274975">
                <a:tc>
                  <a:txBody>
                    <a:bodyPr/>
                    <a:lstStyle/>
                    <a:p>
                      <a:pPr indent="0" lvl="0" marL="0" rtl="0" algn="l">
                        <a:spcBef>
                          <a:spcPts val="0"/>
                        </a:spcBef>
                        <a:spcAft>
                          <a:spcPts val="0"/>
                        </a:spcAft>
                        <a:buNone/>
                      </a:pPr>
                      <a:r>
                        <a:t/>
                      </a:r>
                      <a:endParaRPr b="1" sz="400">
                        <a:solidFill>
                          <a:schemeClr val="lt1"/>
                        </a:solidFill>
                        <a:latin typeface="Inter"/>
                        <a:ea typeface="Inter"/>
                        <a:cs typeface="Inter"/>
                        <a:sym typeface="Inter"/>
                      </a:endParaRPr>
                    </a:p>
                  </a:txBody>
                  <a:tcPr marT="91425" marB="91425" marR="91425" marL="91425">
                    <a:lnL cap="flat" cmpd="sng" w="19050">
                      <a:solidFill>
                        <a:schemeClr val="accent3"/>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accent3"/>
                      </a:solidFill>
                      <a:prstDash val="dot"/>
                      <a:round/>
                      <a:headEnd len="sm" w="sm" type="none"/>
                      <a:tailEnd len="sm" w="sm" type="none"/>
                    </a:lnT>
                    <a:lnB cap="flat" cmpd="sng" w="19050">
                      <a:solidFill>
                        <a:schemeClr val="dk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accent3"/>
                      </a:solidFill>
                      <a:prstDash val="dot"/>
                      <a:round/>
                      <a:headEnd len="sm" w="sm" type="none"/>
                      <a:tailEnd len="sm" w="sm" type="none"/>
                    </a:lnT>
                    <a:lnB cap="flat" cmpd="sng" w="19050">
                      <a:solidFill>
                        <a:schemeClr val="dk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accent3"/>
                      </a:solidFill>
                      <a:prstDash val="dot"/>
                      <a:round/>
                      <a:headEnd len="sm" w="sm" type="none"/>
                      <a:tailEnd len="sm" w="sm" type="none"/>
                    </a:lnT>
                    <a:lnB cap="flat" cmpd="sng" w="19050">
                      <a:solidFill>
                        <a:schemeClr val="dk1">
                          <a:alpha val="0"/>
                        </a:schemeClr>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accent3"/>
                      </a:solidFill>
                      <a:prstDash val="dot"/>
                      <a:round/>
                      <a:headEnd len="sm" w="sm" type="none"/>
                      <a:tailEnd len="sm" w="sm" type="none"/>
                    </a:lnT>
                    <a:lnB cap="flat" cmpd="sng" w="19050">
                      <a:solidFill>
                        <a:schemeClr val="dk1">
                          <a:alpha val="0"/>
                        </a:schemeClr>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accent3"/>
                      </a:solidFill>
                      <a:prstDash val="dot"/>
                      <a:round/>
                      <a:headEnd len="sm" w="sm" type="none"/>
                      <a:tailEnd len="sm" w="sm" type="none"/>
                    </a:lnT>
                    <a:lnB cap="flat" cmpd="sng" w="19050">
                      <a:solidFill>
                        <a:schemeClr val="dk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accent3"/>
                      </a:solidFill>
                      <a:prstDash val="dot"/>
                      <a:round/>
                      <a:headEnd len="sm" w="sm" type="none"/>
                      <a:tailEnd len="sm" w="sm" type="none"/>
                    </a:lnT>
                    <a:lnB cap="flat" cmpd="sng" w="19050">
                      <a:solidFill>
                        <a:schemeClr val="dk1">
                          <a:alpha val="0"/>
                        </a:schemeClr>
                      </a:solidFill>
                      <a:prstDash val="solid"/>
                      <a:round/>
                      <a:headEnd len="sm" w="sm" type="none"/>
                      <a:tailEnd len="sm" w="sm" type="none"/>
                    </a:lnB>
                    <a:solidFill>
                      <a:schemeClr val="accent1"/>
                    </a:solidFill>
                  </a:tcPr>
                </a:tc>
              </a:tr>
            </a:tbl>
          </a:graphicData>
        </a:graphic>
      </p:graphicFrame>
      <p:graphicFrame>
        <p:nvGraphicFramePr>
          <p:cNvPr id="1309" name="Google Shape;1309;p40"/>
          <p:cNvGraphicFramePr/>
          <p:nvPr/>
        </p:nvGraphicFramePr>
        <p:xfrm>
          <a:off x="722138" y="3419550"/>
          <a:ext cx="3000000" cy="3000000"/>
        </p:xfrm>
        <a:graphic>
          <a:graphicData uri="http://schemas.openxmlformats.org/drawingml/2006/table">
            <a:tbl>
              <a:tblPr>
                <a:noFill/>
                <a:tableStyleId>{1CE97718-CCB1-4269-835A-FB05356AE4E7}</a:tableStyleId>
              </a:tblPr>
              <a:tblGrid>
                <a:gridCol w="399075"/>
                <a:gridCol w="399075"/>
                <a:gridCol w="399075"/>
                <a:gridCol w="399075"/>
                <a:gridCol w="399075"/>
                <a:gridCol w="399075"/>
              </a:tblGrid>
              <a:tr h="249575">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lt1"/>
                    </a:solidFill>
                  </a:tcPr>
                </a:tc>
              </a:tr>
              <a:tr h="274975">
                <a:tc>
                  <a:txBody>
                    <a:bodyPr/>
                    <a:lstStyle/>
                    <a:p>
                      <a:pPr indent="0" lvl="0" marL="0" rtl="0" algn="l">
                        <a:spcBef>
                          <a:spcPts val="0"/>
                        </a:spcBef>
                        <a:spcAft>
                          <a:spcPts val="0"/>
                        </a:spcAft>
                        <a:buNone/>
                      </a:pPr>
                      <a:r>
                        <a:t/>
                      </a:r>
                      <a:endParaRPr b="1"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b="1" lang="en" sz="400">
                          <a:solidFill>
                            <a:schemeClr val="dk1"/>
                          </a:solidFill>
                          <a:latin typeface="Inter"/>
                          <a:ea typeface="Inter"/>
                          <a:cs typeface="Inter"/>
                          <a:sym typeface="Inter"/>
                        </a:rPr>
                        <a:t>No</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400">
                          <a:solidFill>
                            <a:schemeClr val="dk1"/>
                          </a:solidFill>
                          <a:latin typeface="Inter"/>
                          <a:ea typeface="Inter"/>
                          <a:cs typeface="Inter"/>
                          <a:sym typeface="Inter"/>
                        </a:rPr>
                        <a:t>Yes </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b="1" lang="en" sz="400">
                          <a:solidFill>
                            <a:schemeClr val="dk1"/>
                          </a:solidFill>
                          <a:latin typeface="Inter"/>
                          <a:ea typeface="Inter"/>
                          <a:cs typeface="Inter"/>
                          <a:sym typeface="Inter"/>
                        </a:rPr>
                        <a:t>Yes</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400">
                          <a:solidFill>
                            <a:schemeClr val="dk1"/>
                          </a:solidFill>
                          <a:latin typeface="Inter"/>
                          <a:ea typeface="Inter"/>
                          <a:cs typeface="Inter"/>
                          <a:sym typeface="Inter"/>
                        </a:rPr>
                        <a:t>No</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b="1" lang="en" sz="400">
                          <a:solidFill>
                            <a:schemeClr val="dk1"/>
                          </a:solidFill>
                          <a:latin typeface="Inter"/>
                          <a:ea typeface="Inter"/>
                          <a:cs typeface="Inter"/>
                          <a:sym typeface="Inter"/>
                        </a:rPr>
                        <a:t>Yes</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lt1"/>
                    </a:solidFill>
                  </a:tcPr>
                </a:tc>
              </a:tr>
              <a:tr h="274975">
                <a:tc>
                  <a:txBody>
                    <a:bodyPr/>
                    <a:lstStyle/>
                    <a:p>
                      <a:pPr indent="0" lvl="0" marL="0" rtl="0" algn="l">
                        <a:spcBef>
                          <a:spcPts val="0"/>
                        </a:spcBef>
                        <a:spcAft>
                          <a:spcPts val="0"/>
                        </a:spcAft>
                        <a:buNone/>
                      </a:pPr>
                      <a:r>
                        <a:t/>
                      </a:r>
                      <a:endParaRPr b="1"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b="1" lang="en" sz="400">
                          <a:solidFill>
                            <a:schemeClr val="dk1"/>
                          </a:solidFill>
                          <a:latin typeface="Inter"/>
                          <a:ea typeface="Inter"/>
                          <a:cs typeface="Inter"/>
                          <a:sym typeface="Inter"/>
                        </a:rPr>
                        <a:t>Yes</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400">
                          <a:solidFill>
                            <a:schemeClr val="dk1"/>
                          </a:solidFill>
                          <a:latin typeface="Inter"/>
                          <a:ea typeface="Inter"/>
                          <a:cs typeface="Inter"/>
                          <a:sym typeface="Inter"/>
                        </a:rPr>
                        <a:t>No</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b="1" lang="en" sz="400">
                          <a:solidFill>
                            <a:schemeClr val="dk1"/>
                          </a:solidFill>
                          <a:latin typeface="Inter"/>
                          <a:ea typeface="Inter"/>
                          <a:cs typeface="Inter"/>
                          <a:sym typeface="Inter"/>
                        </a:rPr>
                        <a:t>Yes</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400">
                          <a:solidFill>
                            <a:schemeClr val="dk1"/>
                          </a:solidFill>
                          <a:latin typeface="Inter"/>
                          <a:ea typeface="Inter"/>
                          <a:cs typeface="Inter"/>
                          <a:sym typeface="Inter"/>
                        </a:rPr>
                        <a:t>No</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b="1" lang="en" sz="400">
                          <a:solidFill>
                            <a:schemeClr val="dk1"/>
                          </a:solidFill>
                          <a:latin typeface="Inter"/>
                          <a:ea typeface="Inter"/>
                          <a:cs typeface="Inter"/>
                          <a:sym typeface="Inter"/>
                        </a:rPr>
                        <a:t>Yes</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lt1"/>
                    </a:solidFill>
                  </a:tcPr>
                </a:tc>
              </a:tr>
              <a:tr h="274975">
                <a:tc>
                  <a:txBody>
                    <a:bodyPr/>
                    <a:lstStyle/>
                    <a:p>
                      <a:pPr indent="0" lvl="0" marL="0" rtl="0" algn="l">
                        <a:spcBef>
                          <a:spcPts val="0"/>
                        </a:spcBef>
                        <a:spcAft>
                          <a:spcPts val="0"/>
                        </a:spcAft>
                        <a:buNone/>
                      </a:pPr>
                      <a:r>
                        <a:t/>
                      </a:r>
                      <a:endParaRPr b="1"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b="1" lang="en" sz="400">
                          <a:solidFill>
                            <a:schemeClr val="dk1"/>
                          </a:solidFill>
                          <a:latin typeface="Inter"/>
                          <a:ea typeface="Inter"/>
                          <a:cs typeface="Inter"/>
                          <a:sym typeface="Inter"/>
                        </a:rPr>
                        <a:t>Yes</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400">
                          <a:solidFill>
                            <a:schemeClr val="dk1"/>
                          </a:solidFill>
                          <a:latin typeface="Inter"/>
                          <a:ea typeface="Inter"/>
                          <a:cs typeface="Inter"/>
                          <a:sym typeface="Inter"/>
                        </a:rPr>
                        <a:t>Yes</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b="1" lang="en" sz="400">
                          <a:solidFill>
                            <a:schemeClr val="dk1"/>
                          </a:solidFill>
                          <a:latin typeface="Inter"/>
                          <a:ea typeface="Inter"/>
                          <a:cs typeface="Inter"/>
                          <a:sym typeface="Inter"/>
                        </a:rPr>
                        <a:t>No</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400">
                          <a:solidFill>
                            <a:schemeClr val="dk1"/>
                          </a:solidFill>
                          <a:latin typeface="Inter"/>
                          <a:ea typeface="Inter"/>
                          <a:cs typeface="Inter"/>
                          <a:sym typeface="Inter"/>
                        </a:rPr>
                        <a:t>Yes</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b="1" lang="en" sz="400">
                          <a:solidFill>
                            <a:schemeClr val="dk1"/>
                          </a:solidFill>
                          <a:latin typeface="Inter"/>
                          <a:ea typeface="Inter"/>
                          <a:cs typeface="Inter"/>
                          <a:sym typeface="Inter"/>
                        </a:rPr>
                        <a:t>No</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r>
            </a:tbl>
          </a:graphicData>
        </a:graphic>
      </p:graphicFrame>
      <p:graphicFrame>
        <p:nvGraphicFramePr>
          <p:cNvPr id="1310" name="Google Shape;1310;p40"/>
          <p:cNvGraphicFramePr/>
          <p:nvPr/>
        </p:nvGraphicFramePr>
        <p:xfrm>
          <a:off x="3374600" y="3419550"/>
          <a:ext cx="3000000" cy="3000000"/>
        </p:xfrm>
        <a:graphic>
          <a:graphicData uri="http://schemas.openxmlformats.org/drawingml/2006/table">
            <a:tbl>
              <a:tblPr>
                <a:noFill/>
                <a:tableStyleId>{1CE97718-CCB1-4269-835A-FB05356AE4E7}</a:tableStyleId>
              </a:tblPr>
              <a:tblGrid>
                <a:gridCol w="399075"/>
                <a:gridCol w="399075"/>
                <a:gridCol w="399075"/>
                <a:gridCol w="399075"/>
                <a:gridCol w="399075"/>
                <a:gridCol w="399075"/>
              </a:tblGrid>
              <a:tr h="249575">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r>
              <a:tr h="274975">
                <a:tc>
                  <a:txBody>
                    <a:bodyPr/>
                    <a:lstStyle/>
                    <a:p>
                      <a:pPr indent="0" lvl="0" marL="0" rtl="0" algn="l">
                        <a:spcBef>
                          <a:spcPts val="0"/>
                        </a:spcBef>
                        <a:spcAft>
                          <a:spcPts val="0"/>
                        </a:spcAft>
                        <a:buNone/>
                      </a:pPr>
                      <a:r>
                        <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2"/>
                    </a:solidFill>
                  </a:tcPr>
                </a:tc>
              </a:tr>
              <a:tr h="274975">
                <a:tc>
                  <a:txBody>
                    <a:bodyPr/>
                    <a:lstStyle/>
                    <a:p>
                      <a:pPr indent="0" lvl="0" marL="0" rtl="0" algn="l">
                        <a:spcBef>
                          <a:spcPts val="0"/>
                        </a:spcBef>
                        <a:spcAft>
                          <a:spcPts val="0"/>
                        </a:spcAft>
                        <a:buNone/>
                      </a:pPr>
                      <a:r>
                        <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2"/>
                    </a:solidFill>
                  </a:tcPr>
                </a:tc>
              </a:tr>
              <a:tr h="274975">
                <a:tc>
                  <a:txBody>
                    <a:bodyPr/>
                    <a:lstStyle/>
                    <a:p>
                      <a:pPr indent="0" lvl="0" marL="0" rtl="0" algn="l">
                        <a:spcBef>
                          <a:spcPts val="0"/>
                        </a:spcBef>
                        <a:spcAft>
                          <a:spcPts val="0"/>
                        </a:spcAft>
                        <a:buNone/>
                      </a:pPr>
                      <a:r>
                        <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2"/>
                    </a:solidFill>
                  </a:tcPr>
                </a:tc>
              </a:tr>
            </a:tbl>
          </a:graphicData>
        </a:graphic>
      </p:graphicFrame>
      <p:graphicFrame>
        <p:nvGraphicFramePr>
          <p:cNvPr id="1311" name="Google Shape;1311;p40"/>
          <p:cNvGraphicFramePr/>
          <p:nvPr/>
        </p:nvGraphicFramePr>
        <p:xfrm>
          <a:off x="6027038" y="3419550"/>
          <a:ext cx="3000000" cy="3000000"/>
        </p:xfrm>
        <a:graphic>
          <a:graphicData uri="http://schemas.openxmlformats.org/drawingml/2006/table">
            <a:tbl>
              <a:tblPr>
                <a:noFill/>
                <a:tableStyleId>{1CE97718-CCB1-4269-835A-FB05356AE4E7}</a:tableStyleId>
              </a:tblPr>
              <a:tblGrid>
                <a:gridCol w="399075"/>
                <a:gridCol w="399075"/>
                <a:gridCol w="399075"/>
                <a:gridCol w="399075"/>
                <a:gridCol w="399075"/>
                <a:gridCol w="399075"/>
              </a:tblGrid>
              <a:tr h="249575">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400">
                          <a:solidFill>
                            <a:schemeClr val="dk1"/>
                          </a:solidFill>
                          <a:latin typeface="Inter"/>
                          <a:ea typeface="Inter"/>
                          <a:cs typeface="Inter"/>
                          <a:sym typeface="Inter"/>
                        </a:rPr>
                        <a:t>Jan</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b="1" lang="en" sz="400">
                          <a:solidFill>
                            <a:schemeClr val="dk1"/>
                          </a:solidFill>
                          <a:latin typeface="Inter"/>
                          <a:ea typeface="Inter"/>
                          <a:cs typeface="Inter"/>
                          <a:sym typeface="Inter"/>
                        </a:rPr>
                        <a:t>Feb</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b="1" lang="en" sz="400">
                          <a:solidFill>
                            <a:schemeClr val="dk1"/>
                          </a:solidFill>
                          <a:latin typeface="Inter"/>
                          <a:ea typeface="Inter"/>
                          <a:cs typeface="Inter"/>
                          <a:sym typeface="Inter"/>
                        </a:rPr>
                        <a:t>Mar</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b="1" lang="en" sz="400">
                          <a:solidFill>
                            <a:schemeClr val="dk1"/>
                          </a:solidFill>
                          <a:latin typeface="Inter"/>
                          <a:ea typeface="Inter"/>
                          <a:cs typeface="Inter"/>
                          <a:sym typeface="Inter"/>
                        </a:rPr>
                        <a:t>Apr</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b="1" lang="en" sz="400">
                          <a:solidFill>
                            <a:schemeClr val="dk1"/>
                          </a:solidFill>
                          <a:latin typeface="Inter"/>
                          <a:ea typeface="Inter"/>
                          <a:cs typeface="Inter"/>
                          <a:sym typeface="Inter"/>
                        </a:rPr>
                        <a:t>Jun</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r>
              <a:tr h="274975">
                <a:tc>
                  <a:txBody>
                    <a:bodyPr/>
                    <a:lstStyle/>
                    <a:p>
                      <a:pPr indent="0" lvl="0" marL="0" rtl="0" algn="ctr">
                        <a:spcBef>
                          <a:spcPts val="0"/>
                        </a:spcBef>
                        <a:spcAft>
                          <a:spcPts val="0"/>
                        </a:spcAft>
                        <a:buNone/>
                      </a:pPr>
                      <a:r>
                        <a:rPr b="1" lang="en" sz="400">
                          <a:solidFill>
                            <a:schemeClr val="dk1"/>
                          </a:solidFill>
                          <a:latin typeface="Inter"/>
                          <a:ea typeface="Inter"/>
                          <a:cs typeface="Inter"/>
                          <a:sym typeface="Inter"/>
                        </a:rPr>
                        <a:t>Task 1</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accent3"/>
                    </a:solidFill>
                  </a:tcPr>
                </a:tc>
              </a:tr>
              <a:tr h="274975">
                <a:tc>
                  <a:txBody>
                    <a:bodyPr/>
                    <a:lstStyle/>
                    <a:p>
                      <a:pPr indent="0" lvl="0" marL="0" rtl="0" algn="ctr">
                        <a:spcBef>
                          <a:spcPts val="0"/>
                        </a:spcBef>
                        <a:spcAft>
                          <a:spcPts val="0"/>
                        </a:spcAft>
                        <a:buNone/>
                      </a:pPr>
                      <a:r>
                        <a:rPr b="1" lang="en" sz="400">
                          <a:solidFill>
                            <a:schemeClr val="dk1"/>
                          </a:solidFill>
                          <a:latin typeface="Inter"/>
                          <a:ea typeface="Inter"/>
                          <a:cs typeface="Inter"/>
                          <a:sym typeface="Inter"/>
                        </a:rPr>
                        <a:t>Task 2</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alpha val="0"/>
                        </a:schemeClr>
                      </a:solidFill>
                      <a:prstDash val="solid"/>
                      <a:round/>
                      <a:headEnd len="sm" w="sm" type="none"/>
                      <a:tailEnd len="sm" w="sm" type="none"/>
                    </a:lnB>
                    <a:solidFill>
                      <a:schemeClr val="accent3"/>
                    </a:solidFill>
                  </a:tcPr>
                </a:tc>
              </a:tr>
              <a:tr h="274975">
                <a:tc>
                  <a:txBody>
                    <a:bodyPr/>
                    <a:lstStyle/>
                    <a:p>
                      <a:pPr indent="0" lvl="0" marL="0" rtl="0" algn="ctr">
                        <a:spcBef>
                          <a:spcPts val="0"/>
                        </a:spcBef>
                        <a:spcAft>
                          <a:spcPts val="0"/>
                        </a:spcAft>
                        <a:buNone/>
                      </a:pPr>
                      <a:r>
                        <a:rPr b="1" lang="en" sz="400">
                          <a:solidFill>
                            <a:schemeClr val="dk1"/>
                          </a:solidFill>
                          <a:latin typeface="Inter"/>
                          <a:ea typeface="Inter"/>
                          <a:cs typeface="Inter"/>
                          <a:sym typeface="Inter"/>
                        </a:rPr>
                        <a:t>Task 3</a:t>
                      </a:r>
                      <a:endParaRPr b="1"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3"/>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3"/>
                    </a:solidFill>
                  </a:tcPr>
                </a:tc>
              </a:tr>
            </a:tbl>
          </a:graphicData>
        </a:graphic>
      </p:graphicFrame>
      <p:cxnSp>
        <p:nvCxnSpPr>
          <p:cNvPr id="1312" name="Google Shape;1312;p40"/>
          <p:cNvCxnSpPr/>
          <p:nvPr/>
        </p:nvCxnSpPr>
        <p:spPr>
          <a:xfrm>
            <a:off x="6438775" y="3814488"/>
            <a:ext cx="1974900" cy="0"/>
          </a:xfrm>
          <a:prstGeom prst="straightConnector1">
            <a:avLst/>
          </a:prstGeom>
          <a:noFill/>
          <a:ln cap="flat" cmpd="sng" w="19050">
            <a:solidFill>
              <a:schemeClr val="lt1"/>
            </a:solidFill>
            <a:prstDash val="solid"/>
            <a:round/>
            <a:headEnd len="med" w="med" type="none"/>
            <a:tailEnd len="med" w="med" type="none"/>
          </a:ln>
        </p:spPr>
      </p:cxnSp>
      <p:cxnSp>
        <p:nvCxnSpPr>
          <p:cNvPr id="1313" name="Google Shape;1313;p40"/>
          <p:cNvCxnSpPr/>
          <p:nvPr/>
        </p:nvCxnSpPr>
        <p:spPr>
          <a:xfrm>
            <a:off x="6438775" y="4075138"/>
            <a:ext cx="1974900" cy="0"/>
          </a:xfrm>
          <a:prstGeom prst="straightConnector1">
            <a:avLst/>
          </a:prstGeom>
          <a:noFill/>
          <a:ln cap="flat" cmpd="sng" w="19050">
            <a:solidFill>
              <a:schemeClr val="dk2"/>
            </a:solidFill>
            <a:prstDash val="solid"/>
            <a:round/>
            <a:headEnd len="med" w="med" type="none"/>
            <a:tailEnd len="med" w="med" type="none"/>
          </a:ln>
        </p:spPr>
      </p:cxnSp>
      <p:cxnSp>
        <p:nvCxnSpPr>
          <p:cNvPr id="1314" name="Google Shape;1314;p40"/>
          <p:cNvCxnSpPr/>
          <p:nvPr/>
        </p:nvCxnSpPr>
        <p:spPr>
          <a:xfrm>
            <a:off x="6438775" y="4335788"/>
            <a:ext cx="1974900" cy="0"/>
          </a:xfrm>
          <a:prstGeom prst="straightConnector1">
            <a:avLst/>
          </a:prstGeom>
          <a:noFill/>
          <a:ln cap="flat" cmpd="sng" w="19050">
            <a:solidFill>
              <a:schemeClr val="lt2"/>
            </a:solidFill>
            <a:prstDash val="solid"/>
            <a:round/>
            <a:headEnd len="med" w="med" type="none"/>
            <a:tailEnd len="med" w="med" type="none"/>
          </a:ln>
        </p:spPr>
      </p:cxnSp>
      <p:sp>
        <p:nvSpPr>
          <p:cNvPr id="1315" name="Google Shape;1315;p40"/>
          <p:cNvSpPr/>
          <p:nvPr/>
        </p:nvSpPr>
        <p:spPr>
          <a:xfrm>
            <a:off x="6431775" y="3777288"/>
            <a:ext cx="399000" cy="744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316" name="Google Shape;1316;p40"/>
          <p:cNvSpPr/>
          <p:nvPr/>
        </p:nvSpPr>
        <p:spPr>
          <a:xfrm>
            <a:off x="6830850" y="3777288"/>
            <a:ext cx="399000" cy="744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317" name="Google Shape;1317;p40"/>
          <p:cNvSpPr/>
          <p:nvPr/>
        </p:nvSpPr>
        <p:spPr>
          <a:xfrm>
            <a:off x="7226725" y="3777288"/>
            <a:ext cx="399000" cy="744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318" name="Google Shape;1318;p40"/>
          <p:cNvSpPr/>
          <p:nvPr/>
        </p:nvSpPr>
        <p:spPr>
          <a:xfrm>
            <a:off x="6431775" y="4037938"/>
            <a:ext cx="399000" cy="744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319" name="Google Shape;1319;p40"/>
          <p:cNvSpPr/>
          <p:nvPr/>
        </p:nvSpPr>
        <p:spPr>
          <a:xfrm>
            <a:off x="6830850" y="4298588"/>
            <a:ext cx="399000" cy="744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320" name="Google Shape;1320;p40"/>
          <p:cNvSpPr/>
          <p:nvPr/>
        </p:nvSpPr>
        <p:spPr>
          <a:xfrm>
            <a:off x="7226725" y="4298588"/>
            <a:ext cx="399000" cy="744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321" name="Google Shape;1321;p40"/>
          <p:cNvSpPr/>
          <p:nvPr/>
        </p:nvSpPr>
        <p:spPr>
          <a:xfrm>
            <a:off x="1919375" y="843700"/>
            <a:ext cx="1187700" cy="744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5" name="Shape 1325"/>
        <p:cNvGrpSpPr/>
        <p:nvPr/>
      </p:nvGrpSpPr>
      <p:grpSpPr>
        <a:xfrm>
          <a:off x="0" y="0"/>
          <a:ext cx="0" cy="0"/>
          <a:chOff x="0" y="0"/>
          <a:chExt cx="0" cy="0"/>
        </a:xfrm>
      </p:grpSpPr>
      <p:grpSp>
        <p:nvGrpSpPr>
          <p:cNvPr id="1326" name="Google Shape;1326;p41"/>
          <p:cNvGrpSpPr/>
          <p:nvPr/>
        </p:nvGrpSpPr>
        <p:grpSpPr>
          <a:xfrm>
            <a:off x="4842026" y="534551"/>
            <a:ext cx="1039466" cy="1217093"/>
            <a:chOff x="4842026" y="534551"/>
            <a:chExt cx="1039466" cy="1217093"/>
          </a:xfrm>
        </p:grpSpPr>
        <p:grpSp>
          <p:nvGrpSpPr>
            <p:cNvPr id="1327" name="Google Shape;1327;p41"/>
            <p:cNvGrpSpPr/>
            <p:nvPr/>
          </p:nvGrpSpPr>
          <p:grpSpPr>
            <a:xfrm>
              <a:off x="4842026" y="534551"/>
              <a:ext cx="1039466" cy="1217093"/>
              <a:chOff x="5730743" y="656888"/>
              <a:chExt cx="812400" cy="951300"/>
            </a:xfrm>
          </p:grpSpPr>
          <p:grpSp>
            <p:nvGrpSpPr>
              <p:cNvPr id="1328" name="Google Shape;1328;p41"/>
              <p:cNvGrpSpPr/>
              <p:nvPr/>
            </p:nvGrpSpPr>
            <p:grpSpPr>
              <a:xfrm>
                <a:off x="5730743" y="726350"/>
                <a:ext cx="812400" cy="812400"/>
                <a:chOff x="5730743" y="726350"/>
                <a:chExt cx="812400" cy="812400"/>
              </a:xfrm>
            </p:grpSpPr>
            <p:sp>
              <p:nvSpPr>
                <p:cNvPr id="1329" name="Google Shape;1329;p41"/>
                <p:cNvSpPr/>
                <p:nvPr/>
              </p:nvSpPr>
              <p:spPr>
                <a:xfrm>
                  <a:off x="6136943" y="726350"/>
                  <a:ext cx="406200" cy="406200"/>
                </a:xfrm>
                <a:prstGeom prst="round2Diag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330" name="Google Shape;1330;p41"/>
                <p:cNvSpPr/>
                <p:nvPr/>
              </p:nvSpPr>
              <p:spPr>
                <a:xfrm flipH="1" rot="10800000">
                  <a:off x="6136943" y="1132550"/>
                  <a:ext cx="406200" cy="406200"/>
                </a:xfrm>
                <a:prstGeom prst="round2Diag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331" name="Google Shape;1331;p41"/>
                <p:cNvSpPr/>
                <p:nvPr/>
              </p:nvSpPr>
              <p:spPr>
                <a:xfrm flipH="1">
                  <a:off x="5730743" y="726350"/>
                  <a:ext cx="406200" cy="406200"/>
                </a:xfrm>
                <a:prstGeom prst="round2DiagRect">
                  <a:avLst>
                    <a:gd fmla="val 50000" name="adj1"/>
                    <a:gd fmla="val 0" name="adj2"/>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332" name="Google Shape;1332;p41"/>
                <p:cNvSpPr/>
                <p:nvPr/>
              </p:nvSpPr>
              <p:spPr>
                <a:xfrm rot="10800000">
                  <a:off x="5730743" y="1132550"/>
                  <a:ext cx="406200" cy="406200"/>
                </a:xfrm>
                <a:prstGeom prst="round2DiagRect">
                  <a:avLst>
                    <a:gd fmla="val 50000" name="adj1"/>
                    <a:gd fmla="val 0"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sp>
            <p:nvSpPr>
              <p:cNvPr id="1333" name="Google Shape;1333;p41"/>
              <p:cNvSpPr/>
              <p:nvPr/>
            </p:nvSpPr>
            <p:spPr>
              <a:xfrm>
                <a:off x="5973443" y="969050"/>
                <a:ext cx="327000" cy="3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334" name="Google Shape;1334;p41"/>
              <p:cNvSpPr/>
              <p:nvPr/>
            </p:nvSpPr>
            <p:spPr>
              <a:xfrm>
                <a:off x="5799987" y="656888"/>
                <a:ext cx="147900" cy="147900"/>
              </a:xfrm>
              <a:prstGeom prst="ellipse">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335" name="Google Shape;1335;p41"/>
              <p:cNvSpPr/>
              <p:nvPr/>
            </p:nvSpPr>
            <p:spPr>
              <a:xfrm>
                <a:off x="5799987" y="1460288"/>
                <a:ext cx="147900" cy="147900"/>
              </a:xfrm>
              <a:prstGeom prst="ellipse">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336" name="Google Shape;1336;p41"/>
              <p:cNvSpPr/>
              <p:nvPr/>
            </p:nvSpPr>
            <p:spPr>
              <a:xfrm>
                <a:off x="6326037" y="656888"/>
                <a:ext cx="147900" cy="147900"/>
              </a:xfrm>
              <a:prstGeom prst="ellipse">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337" name="Google Shape;1337;p41"/>
              <p:cNvSpPr/>
              <p:nvPr/>
            </p:nvSpPr>
            <p:spPr>
              <a:xfrm>
                <a:off x="6326037" y="1460288"/>
                <a:ext cx="147900" cy="147900"/>
              </a:xfrm>
              <a:prstGeom prst="ellipse">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sp>
          <p:nvSpPr>
            <p:cNvPr id="1338" name="Google Shape;1338;p41"/>
            <p:cNvSpPr/>
            <p:nvPr/>
          </p:nvSpPr>
          <p:spPr>
            <a:xfrm>
              <a:off x="5110626" y="892261"/>
              <a:ext cx="501900" cy="5019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sp>
        <p:nvSpPr>
          <p:cNvPr id="1339" name="Google Shape;1339;p41"/>
          <p:cNvSpPr/>
          <p:nvPr/>
        </p:nvSpPr>
        <p:spPr>
          <a:xfrm flipH="1">
            <a:off x="3926963" y="3394775"/>
            <a:ext cx="496800" cy="509700"/>
          </a:xfrm>
          <a:prstGeom prst="wedgeRectCallout">
            <a:avLst>
              <a:gd fmla="val -20833" name="adj1"/>
              <a:gd fmla="val 6250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nvGrpSpPr>
          <p:cNvPr id="1340" name="Google Shape;1340;p41"/>
          <p:cNvGrpSpPr/>
          <p:nvPr/>
        </p:nvGrpSpPr>
        <p:grpSpPr>
          <a:xfrm>
            <a:off x="702941" y="2050687"/>
            <a:ext cx="1076771" cy="1049716"/>
            <a:chOff x="703000" y="2087175"/>
            <a:chExt cx="1002300" cy="977025"/>
          </a:xfrm>
        </p:grpSpPr>
        <p:sp>
          <p:nvSpPr>
            <p:cNvPr id="1341" name="Google Shape;1341;p41"/>
            <p:cNvSpPr/>
            <p:nvPr/>
          </p:nvSpPr>
          <p:spPr>
            <a:xfrm>
              <a:off x="868450" y="2087175"/>
              <a:ext cx="671400" cy="6714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342" name="Google Shape;1342;p41"/>
            <p:cNvSpPr/>
            <p:nvPr/>
          </p:nvSpPr>
          <p:spPr>
            <a:xfrm>
              <a:off x="1033900" y="2392800"/>
              <a:ext cx="671400" cy="671400"/>
            </a:xfrm>
            <a:prstGeom prst="ellipse">
              <a:avLst/>
            </a:prstGeom>
            <a:solidFill>
              <a:srgbClr val="B07CC6">
                <a:alpha val="556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343" name="Google Shape;1343;p41"/>
            <p:cNvSpPr/>
            <p:nvPr/>
          </p:nvSpPr>
          <p:spPr>
            <a:xfrm>
              <a:off x="703000" y="2392800"/>
              <a:ext cx="671400" cy="671400"/>
            </a:xfrm>
            <a:prstGeom prst="ellipse">
              <a:avLst/>
            </a:prstGeom>
            <a:solidFill>
              <a:srgbClr val="503259">
                <a:alpha val="58749"/>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1344" name="Google Shape;1344;p41"/>
          <p:cNvGrpSpPr/>
          <p:nvPr/>
        </p:nvGrpSpPr>
        <p:grpSpPr>
          <a:xfrm>
            <a:off x="1906805" y="2058326"/>
            <a:ext cx="688976" cy="1049885"/>
            <a:chOff x="1992126" y="2083056"/>
            <a:chExt cx="750600" cy="1143790"/>
          </a:xfrm>
        </p:grpSpPr>
        <p:grpSp>
          <p:nvGrpSpPr>
            <p:cNvPr id="1345" name="Google Shape;1345;p41"/>
            <p:cNvGrpSpPr/>
            <p:nvPr/>
          </p:nvGrpSpPr>
          <p:grpSpPr>
            <a:xfrm>
              <a:off x="1992126" y="2083056"/>
              <a:ext cx="750600" cy="1143661"/>
              <a:chOff x="1992126" y="2083056"/>
              <a:chExt cx="750600" cy="1143661"/>
            </a:xfrm>
          </p:grpSpPr>
          <p:sp>
            <p:nvSpPr>
              <p:cNvPr id="1346" name="Google Shape;1346;p41"/>
              <p:cNvSpPr/>
              <p:nvPr/>
            </p:nvSpPr>
            <p:spPr>
              <a:xfrm>
                <a:off x="1992126" y="2083056"/>
                <a:ext cx="750600" cy="750600"/>
              </a:xfrm>
              <a:prstGeom prst="ellipse">
                <a:avLst/>
              </a:prstGeom>
              <a:solidFill>
                <a:schemeClr val="l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347" name="Google Shape;1347;p41"/>
              <p:cNvCxnSpPr/>
              <p:nvPr/>
            </p:nvCxnSpPr>
            <p:spPr>
              <a:xfrm>
                <a:off x="1992126" y="2458418"/>
                <a:ext cx="0" cy="768300"/>
              </a:xfrm>
              <a:prstGeom prst="straightConnector1">
                <a:avLst/>
              </a:prstGeom>
              <a:noFill/>
              <a:ln cap="flat" cmpd="sng" w="19050">
                <a:solidFill>
                  <a:schemeClr val="lt1"/>
                </a:solidFill>
                <a:prstDash val="solid"/>
                <a:round/>
                <a:headEnd len="med" w="med" type="none"/>
                <a:tailEnd len="med" w="med" type="none"/>
              </a:ln>
            </p:spPr>
          </p:cxnSp>
        </p:grpSp>
        <p:grpSp>
          <p:nvGrpSpPr>
            <p:cNvPr id="1348" name="Google Shape;1348;p41"/>
            <p:cNvGrpSpPr/>
            <p:nvPr/>
          </p:nvGrpSpPr>
          <p:grpSpPr>
            <a:xfrm>
              <a:off x="2045161" y="2136120"/>
              <a:ext cx="644700" cy="1090586"/>
              <a:chOff x="2045161" y="2136120"/>
              <a:chExt cx="644700" cy="1090586"/>
            </a:xfrm>
          </p:grpSpPr>
          <p:sp>
            <p:nvSpPr>
              <p:cNvPr id="1349" name="Google Shape;1349;p41"/>
              <p:cNvSpPr/>
              <p:nvPr/>
            </p:nvSpPr>
            <p:spPr>
              <a:xfrm>
                <a:off x="2045161" y="2136120"/>
                <a:ext cx="644700" cy="644700"/>
              </a:xfrm>
              <a:prstGeom prst="ellipse">
                <a:avLst/>
              </a:prstGeom>
              <a:solidFill>
                <a:schemeClr val="dk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350" name="Google Shape;1350;p41"/>
              <p:cNvCxnSpPr>
                <a:stCxn id="1349" idx="3"/>
              </p:cNvCxnSpPr>
              <p:nvPr/>
            </p:nvCxnSpPr>
            <p:spPr>
              <a:xfrm>
                <a:off x="2139575" y="2686406"/>
                <a:ext cx="0" cy="540300"/>
              </a:xfrm>
              <a:prstGeom prst="straightConnector1">
                <a:avLst/>
              </a:prstGeom>
              <a:noFill/>
              <a:ln cap="flat" cmpd="sng" w="19050">
                <a:solidFill>
                  <a:schemeClr val="dk2"/>
                </a:solidFill>
                <a:prstDash val="solid"/>
                <a:round/>
                <a:headEnd len="med" w="med" type="none"/>
                <a:tailEnd len="med" w="med" type="none"/>
              </a:ln>
            </p:spPr>
          </p:cxnSp>
        </p:grpSp>
        <p:grpSp>
          <p:nvGrpSpPr>
            <p:cNvPr id="1351" name="Google Shape;1351;p41"/>
            <p:cNvGrpSpPr/>
            <p:nvPr/>
          </p:nvGrpSpPr>
          <p:grpSpPr>
            <a:xfrm>
              <a:off x="2101854" y="2192746"/>
              <a:ext cx="531300" cy="1034100"/>
              <a:chOff x="2101854" y="2192746"/>
              <a:chExt cx="531300" cy="1034100"/>
            </a:xfrm>
          </p:grpSpPr>
          <p:sp>
            <p:nvSpPr>
              <p:cNvPr id="1352" name="Google Shape;1352;p41"/>
              <p:cNvSpPr/>
              <p:nvPr/>
            </p:nvSpPr>
            <p:spPr>
              <a:xfrm>
                <a:off x="2101854" y="2192746"/>
                <a:ext cx="531300" cy="531300"/>
              </a:xfrm>
              <a:prstGeom prst="ellipse">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353" name="Google Shape;1353;p41"/>
              <p:cNvCxnSpPr>
                <a:stCxn id="1352" idx="4"/>
              </p:cNvCxnSpPr>
              <p:nvPr/>
            </p:nvCxnSpPr>
            <p:spPr>
              <a:xfrm>
                <a:off x="2367504" y="2724046"/>
                <a:ext cx="0" cy="502800"/>
              </a:xfrm>
              <a:prstGeom prst="straightConnector1">
                <a:avLst/>
              </a:prstGeom>
              <a:noFill/>
              <a:ln cap="flat" cmpd="sng" w="19050">
                <a:solidFill>
                  <a:schemeClr val="lt2"/>
                </a:solidFill>
                <a:prstDash val="solid"/>
                <a:round/>
                <a:headEnd len="med" w="med" type="none"/>
                <a:tailEnd len="med" w="med" type="none"/>
              </a:ln>
            </p:spPr>
          </p:cxnSp>
        </p:grpSp>
        <p:grpSp>
          <p:nvGrpSpPr>
            <p:cNvPr id="1354" name="Google Shape;1354;p41"/>
            <p:cNvGrpSpPr/>
            <p:nvPr/>
          </p:nvGrpSpPr>
          <p:grpSpPr>
            <a:xfrm>
              <a:off x="2162890" y="2253859"/>
              <a:ext cx="409200" cy="972900"/>
              <a:chOff x="2162890" y="2253859"/>
              <a:chExt cx="409200" cy="972900"/>
            </a:xfrm>
          </p:grpSpPr>
          <p:sp>
            <p:nvSpPr>
              <p:cNvPr id="1355" name="Google Shape;1355;p41"/>
              <p:cNvSpPr/>
              <p:nvPr/>
            </p:nvSpPr>
            <p:spPr>
              <a:xfrm>
                <a:off x="2162890" y="2253859"/>
                <a:ext cx="409200" cy="409200"/>
              </a:xfrm>
              <a:prstGeom prst="ellipse">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356" name="Google Shape;1356;p41"/>
              <p:cNvCxnSpPr>
                <a:stCxn id="1355" idx="6"/>
              </p:cNvCxnSpPr>
              <p:nvPr/>
            </p:nvCxnSpPr>
            <p:spPr>
              <a:xfrm>
                <a:off x="2572090" y="2458459"/>
                <a:ext cx="0" cy="768300"/>
              </a:xfrm>
              <a:prstGeom prst="straightConnector1">
                <a:avLst/>
              </a:prstGeom>
              <a:noFill/>
              <a:ln cap="flat" cmpd="sng" w="19050">
                <a:solidFill>
                  <a:schemeClr val="accent1"/>
                </a:solidFill>
                <a:prstDash val="solid"/>
                <a:round/>
                <a:headEnd len="med" w="med" type="none"/>
                <a:tailEnd len="med" w="med" type="none"/>
              </a:ln>
            </p:spPr>
          </p:cxnSp>
        </p:grpSp>
        <p:grpSp>
          <p:nvGrpSpPr>
            <p:cNvPr id="1357" name="Google Shape;1357;p41"/>
            <p:cNvGrpSpPr/>
            <p:nvPr/>
          </p:nvGrpSpPr>
          <p:grpSpPr>
            <a:xfrm>
              <a:off x="2212739" y="2303722"/>
              <a:ext cx="309600" cy="923060"/>
              <a:chOff x="2212739" y="2303722"/>
              <a:chExt cx="309600" cy="923060"/>
            </a:xfrm>
          </p:grpSpPr>
          <p:sp>
            <p:nvSpPr>
              <p:cNvPr id="1358" name="Google Shape;1358;p41"/>
              <p:cNvSpPr/>
              <p:nvPr/>
            </p:nvSpPr>
            <p:spPr>
              <a:xfrm>
                <a:off x="2212739" y="2303722"/>
                <a:ext cx="309600" cy="309600"/>
              </a:xfrm>
              <a:prstGeom prst="ellipse">
                <a:avLst/>
              </a:prstGeom>
              <a:solidFill>
                <a:schemeClr val="accent3"/>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359" name="Google Shape;1359;p41"/>
              <p:cNvCxnSpPr>
                <a:stCxn id="1358" idx="5"/>
              </p:cNvCxnSpPr>
              <p:nvPr/>
            </p:nvCxnSpPr>
            <p:spPr>
              <a:xfrm>
                <a:off x="2476999" y="2567982"/>
                <a:ext cx="0" cy="658800"/>
              </a:xfrm>
              <a:prstGeom prst="straightConnector1">
                <a:avLst/>
              </a:prstGeom>
              <a:noFill/>
              <a:ln cap="flat" cmpd="sng" w="19050">
                <a:solidFill>
                  <a:schemeClr val="accent3"/>
                </a:solidFill>
                <a:prstDash val="solid"/>
                <a:round/>
                <a:headEnd len="med" w="med" type="none"/>
                <a:tailEnd len="med" w="med" type="none"/>
              </a:ln>
            </p:spPr>
          </p:cxnSp>
        </p:grpSp>
      </p:grpSp>
      <p:grpSp>
        <p:nvGrpSpPr>
          <p:cNvPr id="1360" name="Google Shape;1360;p41"/>
          <p:cNvGrpSpPr/>
          <p:nvPr/>
        </p:nvGrpSpPr>
        <p:grpSpPr>
          <a:xfrm>
            <a:off x="7677625" y="547580"/>
            <a:ext cx="753078" cy="752223"/>
            <a:chOff x="1186975" y="238125"/>
            <a:chExt cx="5244275" cy="5238325"/>
          </a:xfrm>
        </p:grpSpPr>
        <p:sp>
          <p:nvSpPr>
            <p:cNvPr id="1361" name="Google Shape;1361;p41"/>
            <p:cNvSpPr/>
            <p:nvPr/>
          </p:nvSpPr>
          <p:spPr>
            <a:xfrm>
              <a:off x="1188450" y="238125"/>
              <a:ext cx="3198750" cy="2628625"/>
            </a:xfrm>
            <a:custGeom>
              <a:rect b="b" l="l" r="r" t="t"/>
              <a:pathLst>
                <a:path extrusionOk="0" h="105145" w="127950">
                  <a:moveTo>
                    <a:pt x="18697" y="0"/>
                  </a:moveTo>
                  <a:cubicBezTo>
                    <a:pt x="8371" y="0"/>
                    <a:pt x="1" y="8371"/>
                    <a:pt x="1" y="18697"/>
                  </a:cubicBezTo>
                  <a:lnTo>
                    <a:pt x="1" y="105145"/>
                  </a:lnTo>
                  <a:lnTo>
                    <a:pt x="36857" y="105145"/>
                  </a:lnTo>
                  <a:cubicBezTo>
                    <a:pt x="35719" y="102283"/>
                    <a:pt x="35385" y="99165"/>
                    <a:pt x="35897" y="96130"/>
                  </a:cubicBezTo>
                  <a:cubicBezTo>
                    <a:pt x="37137" y="88648"/>
                    <a:pt x="43398" y="82793"/>
                    <a:pt x="50957" y="82096"/>
                  </a:cubicBezTo>
                  <a:cubicBezTo>
                    <a:pt x="51501" y="82045"/>
                    <a:pt x="52041" y="82020"/>
                    <a:pt x="52575" y="82020"/>
                  </a:cubicBezTo>
                  <a:cubicBezTo>
                    <a:pt x="61906" y="82020"/>
                    <a:pt x="69475" y="89593"/>
                    <a:pt x="69475" y="98926"/>
                  </a:cubicBezTo>
                  <a:cubicBezTo>
                    <a:pt x="69475" y="101055"/>
                    <a:pt x="69070" y="103165"/>
                    <a:pt x="68283" y="105145"/>
                  </a:cubicBezTo>
                  <a:lnTo>
                    <a:pt x="105145" y="105145"/>
                  </a:lnTo>
                  <a:lnTo>
                    <a:pt x="105145" y="68419"/>
                  </a:lnTo>
                  <a:cubicBezTo>
                    <a:pt x="106958" y="69088"/>
                    <a:pt x="108908" y="69476"/>
                    <a:pt x="110955" y="69476"/>
                  </a:cubicBezTo>
                  <a:cubicBezTo>
                    <a:pt x="111990" y="69476"/>
                    <a:pt x="113050" y="69377"/>
                    <a:pt x="114130" y="69164"/>
                  </a:cubicBezTo>
                  <a:cubicBezTo>
                    <a:pt x="121952" y="67632"/>
                    <a:pt x="127801" y="60687"/>
                    <a:pt x="127866" y="52715"/>
                  </a:cubicBezTo>
                  <a:cubicBezTo>
                    <a:pt x="127950" y="43313"/>
                    <a:pt x="120348" y="35664"/>
                    <a:pt x="110964" y="35664"/>
                  </a:cubicBezTo>
                  <a:cubicBezTo>
                    <a:pt x="108979" y="35670"/>
                    <a:pt x="107005" y="36028"/>
                    <a:pt x="105145" y="36720"/>
                  </a:cubicBezTo>
                  <a:lnTo>
                    <a:pt x="10514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2" name="Google Shape;1362;p41"/>
            <p:cNvSpPr/>
            <p:nvPr/>
          </p:nvSpPr>
          <p:spPr>
            <a:xfrm>
              <a:off x="1186975" y="2279750"/>
              <a:ext cx="2628625" cy="3196700"/>
            </a:xfrm>
            <a:custGeom>
              <a:rect b="b" l="l" r="r" t="t"/>
              <a:pathLst>
                <a:path extrusionOk="0" h="127868" w="105145">
                  <a:moveTo>
                    <a:pt x="52573" y="1"/>
                  </a:moveTo>
                  <a:cubicBezTo>
                    <a:pt x="43236" y="1"/>
                    <a:pt x="35664" y="7567"/>
                    <a:pt x="35664" y="16910"/>
                  </a:cubicBezTo>
                  <a:cubicBezTo>
                    <a:pt x="35670" y="18895"/>
                    <a:pt x="36028" y="20862"/>
                    <a:pt x="36720" y="22722"/>
                  </a:cubicBezTo>
                  <a:lnTo>
                    <a:pt x="0" y="22722"/>
                  </a:lnTo>
                  <a:lnTo>
                    <a:pt x="0" y="110011"/>
                  </a:lnTo>
                  <a:cubicBezTo>
                    <a:pt x="0" y="119872"/>
                    <a:pt x="7995" y="127867"/>
                    <a:pt x="17862" y="127867"/>
                  </a:cubicBezTo>
                  <a:lnTo>
                    <a:pt x="105145" y="127867"/>
                  </a:lnTo>
                  <a:lnTo>
                    <a:pt x="105145" y="91010"/>
                  </a:lnTo>
                  <a:cubicBezTo>
                    <a:pt x="103158" y="91801"/>
                    <a:pt x="101044" y="92206"/>
                    <a:pt x="98916" y="92206"/>
                  </a:cubicBezTo>
                  <a:cubicBezTo>
                    <a:pt x="98350" y="92206"/>
                    <a:pt x="97782" y="92177"/>
                    <a:pt x="97215" y="92119"/>
                  </a:cubicBezTo>
                  <a:cubicBezTo>
                    <a:pt x="88869" y="91267"/>
                    <a:pt x="82269" y="84184"/>
                    <a:pt x="82024" y="75802"/>
                  </a:cubicBezTo>
                  <a:cubicBezTo>
                    <a:pt x="81744" y="66233"/>
                    <a:pt x="89417" y="58393"/>
                    <a:pt x="98920" y="58393"/>
                  </a:cubicBezTo>
                  <a:cubicBezTo>
                    <a:pt x="101055" y="58393"/>
                    <a:pt x="103159" y="58792"/>
                    <a:pt x="105139" y="59585"/>
                  </a:cubicBezTo>
                  <a:lnTo>
                    <a:pt x="105139" y="22728"/>
                  </a:lnTo>
                  <a:lnTo>
                    <a:pt x="68419" y="22728"/>
                  </a:lnTo>
                  <a:cubicBezTo>
                    <a:pt x="69427" y="19992"/>
                    <a:pt x="69796" y="16951"/>
                    <a:pt x="69164" y="13738"/>
                  </a:cubicBezTo>
                  <a:cubicBezTo>
                    <a:pt x="67632" y="5922"/>
                    <a:pt x="60686" y="73"/>
                    <a:pt x="52715" y="2"/>
                  </a:cubicBezTo>
                  <a:cubicBezTo>
                    <a:pt x="52668" y="1"/>
                    <a:pt x="52620" y="1"/>
                    <a:pt x="5257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3" name="Google Shape;1363;p41"/>
            <p:cNvSpPr/>
            <p:nvPr/>
          </p:nvSpPr>
          <p:spPr>
            <a:xfrm>
              <a:off x="3802600" y="239450"/>
              <a:ext cx="2628650" cy="3196825"/>
            </a:xfrm>
            <a:custGeom>
              <a:rect b="b" l="l" r="r" t="t"/>
              <a:pathLst>
                <a:path extrusionOk="0" h="127873" w="105146">
                  <a:moveTo>
                    <a:pt x="1" y="1"/>
                  </a:moveTo>
                  <a:lnTo>
                    <a:pt x="1" y="36857"/>
                  </a:lnTo>
                  <a:cubicBezTo>
                    <a:pt x="1988" y="36066"/>
                    <a:pt x="4101" y="35662"/>
                    <a:pt x="6229" y="35662"/>
                  </a:cubicBezTo>
                  <a:cubicBezTo>
                    <a:pt x="6796" y="35662"/>
                    <a:pt x="7364" y="35691"/>
                    <a:pt x="7930" y="35748"/>
                  </a:cubicBezTo>
                  <a:cubicBezTo>
                    <a:pt x="16277" y="36595"/>
                    <a:pt x="22877" y="43684"/>
                    <a:pt x="23121" y="52066"/>
                  </a:cubicBezTo>
                  <a:cubicBezTo>
                    <a:pt x="23396" y="61635"/>
                    <a:pt x="15722" y="69481"/>
                    <a:pt x="6219" y="69481"/>
                  </a:cubicBezTo>
                  <a:cubicBezTo>
                    <a:pt x="4091" y="69475"/>
                    <a:pt x="1980" y="69076"/>
                    <a:pt x="1" y="68289"/>
                  </a:cubicBezTo>
                  <a:lnTo>
                    <a:pt x="1" y="105145"/>
                  </a:lnTo>
                  <a:lnTo>
                    <a:pt x="36720" y="105145"/>
                  </a:lnTo>
                  <a:cubicBezTo>
                    <a:pt x="35719" y="107882"/>
                    <a:pt x="35343" y="110916"/>
                    <a:pt x="35975" y="114130"/>
                  </a:cubicBezTo>
                  <a:cubicBezTo>
                    <a:pt x="37513" y="121952"/>
                    <a:pt x="44459" y="127801"/>
                    <a:pt x="52424" y="127872"/>
                  </a:cubicBezTo>
                  <a:cubicBezTo>
                    <a:pt x="52472" y="127873"/>
                    <a:pt x="52519" y="127873"/>
                    <a:pt x="52567" y="127873"/>
                  </a:cubicBezTo>
                  <a:cubicBezTo>
                    <a:pt x="61909" y="127873"/>
                    <a:pt x="69481" y="120301"/>
                    <a:pt x="69481" y="110964"/>
                  </a:cubicBezTo>
                  <a:cubicBezTo>
                    <a:pt x="69475" y="108979"/>
                    <a:pt x="69118" y="107005"/>
                    <a:pt x="68426" y="105145"/>
                  </a:cubicBezTo>
                  <a:lnTo>
                    <a:pt x="105145" y="105145"/>
                  </a:lnTo>
                  <a:lnTo>
                    <a:pt x="105145" y="16354"/>
                  </a:lnTo>
                  <a:cubicBezTo>
                    <a:pt x="105140" y="7328"/>
                    <a:pt x="97818" y="1"/>
                    <a:pt x="8878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4" name="Google Shape;1364;p41"/>
            <p:cNvSpPr/>
            <p:nvPr/>
          </p:nvSpPr>
          <p:spPr>
            <a:xfrm>
              <a:off x="3232500" y="2847950"/>
              <a:ext cx="3198600" cy="2628500"/>
            </a:xfrm>
            <a:custGeom>
              <a:rect b="b" l="l" r="r" t="t"/>
              <a:pathLst>
                <a:path extrusionOk="0" h="105140" w="127944">
                  <a:moveTo>
                    <a:pt x="22805" y="0"/>
                  </a:moveTo>
                  <a:lnTo>
                    <a:pt x="22805" y="36720"/>
                  </a:lnTo>
                  <a:cubicBezTo>
                    <a:pt x="20992" y="36051"/>
                    <a:pt x="19042" y="35663"/>
                    <a:pt x="16995" y="35663"/>
                  </a:cubicBezTo>
                  <a:cubicBezTo>
                    <a:pt x="15960" y="35663"/>
                    <a:pt x="14900" y="35762"/>
                    <a:pt x="13820" y="35975"/>
                  </a:cubicBezTo>
                  <a:cubicBezTo>
                    <a:pt x="5998" y="37513"/>
                    <a:pt x="150" y="44453"/>
                    <a:pt x="78" y="52424"/>
                  </a:cubicBezTo>
                  <a:cubicBezTo>
                    <a:pt x="1" y="61826"/>
                    <a:pt x="7602" y="69481"/>
                    <a:pt x="16986" y="69481"/>
                  </a:cubicBezTo>
                  <a:cubicBezTo>
                    <a:pt x="18971" y="69475"/>
                    <a:pt x="20945" y="69117"/>
                    <a:pt x="22805" y="68420"/>
                  </a:cubicBezTo>
                  <a:lnTo>
                    <a:pt x="22805" y="105139"/>
                  </a:lnTo>
                  <a:lnTo>
                    <a:pt x="108943" y="105139"/>
                  </a:lnTo>
                  <a:cubicBezTo>
                    <a:pt x="119436" y="105139"/>
                    <a:pt x="127944" y="96631"/>
                    <a:pt x="127944" y="86138"/>
                  </a:cubicBezTo>
                  <a:lnTo>
                    <a:pt x="127944" y="0"/>
                  </a:lnTo>
                  <a:lnTo>
                    <a:pt x="91087" y="0"/>
                  </a:lnTo>
                  <a:cubicBezTo>
                    <a:pt x="92088" y="2510"/>
                    <a:pt x="92470" y="5235"/>
                    <a:pt x="92196" y="7924"/>
                  </a:cubicBezTo>
                  <a:cubicBezTo>
                    <a:pt x="91343" y="16271"/>
                    <a:pt x="84260" y="22870"/>
                    <a:pt x="75878" y="23115"/>
                  </a:cubicBezTo>
                  <a:cubicBezTo>
                    <a:pt x="75708" y="23120"/>
                    <a:pt x="75539" y="23122"/>
                    <a:pt x="75370" y="23122"/>
                  </a:cubicBezTo>
                  <a:cubicBezTo>
                    <a:pt x="66033" y="23122"/>
                    <a:pt x="58469" y="15553"/>
                    <a:pt x="58469" y="6219"/>
                  </a:cubicBezTo>
                  <a:cubicBezTo>
                    <a:pt x="58469" y="4084"/>
                    <a:pt x="58869" y="1980"/>
                    <a:pt x="5966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65" name="Google Shape;1365;p41"/>
          <p:cNvGrpSpPr/>
          <p:nvPr/>
        </p:nvGrpSpPr>
        <p:grpSpPr>
          <a:xfrm>
            <a:off x="702950" y="3398221"/>
            <a:ext cx="1292910" cy="430549"/>
            <a:chOff x="238125" y="1335475"/>
            <a:chExt cx="5418735" cy="3034175"/>
          </a:xfrm>
        </p:grpSpPr>
        <p:sp>
          <p:nvSpPr>
            <p:cNvPr id="1366" name="Google Shape;1366;p41"/>
            <p:cNvSpPr/>
            <p:nvPr/>
          </p:nvSpPr>
          <p:spPr>
            <a:xfrm>
              <a:off x="3669985" y="1335475"/>
              <a:ext cx="1986875" cy="3034175"/>
            </a:xfrm>
            <a:custGeom>
              <a:rect b="b" l="l" r="r" t="t"/>
              <a:pathLst>
                <a:path extrusionOk="0" h="121367" w="79475">
                  <a:moveTo>
                    <a:pt x="1" y="0"/>
                  </a:moveTo>
                  <a:lnTo>
                    <a:pt x="1" y="38997"/>
                  </a:lnTo>
                  <a:cubicBezTo>
                    <a:pt x="588" y="44011"/>
                    <a:pt x="2425" y="48797"/>
                    <a:pt x="5360" y="52918"/>
                  </a:cubicBezTo>
                  <a:lnTo>
                    <a:pt x="9329" y="58469"/>
                  </a:lnTo>
                  <a:cubicBezTo>
                    <a:pt x="10541" y="59694"/>
                    <a:pt x="10541" y="61672"/>
                    <a:pt x="9329" y="62897"/>
                  </a:cubicBezTo>
                  <a:lnTo>
                    <a:pt x="5360" y="68448"/>
                  </a:lnTo>
                  <a:cubicBezTo>
                    <a:pt x="2425" y="72557"/>
                    <a:pt x="588" y="77355"/>
                    <a:pt x="1" y="82370"/>
                  </a:cubicBezTo>
                  <a:lnTo>
                    <a:pt x="1" y="121366"/>
                  </a:lnTo>
                  <a:lnTo>
                    <a:pt x="68743" y="121366"/>
                  </a:lnTo>
                  <a:lnTo>
                    <a:pt x="68743" y="85815"/>
                  </a:lnTo>
                  <a:cubicBezTo>
                    <a:pt x="68743" y="79588"/>
                    <a:pt x="70682" y="73514"/>
                    <a:pt x="74293" y="68448"/>
                  </a:cubicBezTo>
                  <a:lnTo>
                    <a:pt x="78249" y="62897"/>
                  </a:lnTo>
                  <a:cubicBezTo>
                    <a:pt x="79474" y="61672"/>
                    <a:pt x="79474" y="59694"/>
                    <a:pt x="78249" y="58469"/>
                  </a:cubicBezTo>
                  <a:lnTo>
                    <a:pt x="74293" y="52918"/>
                  </a:lnTo>
                  <a:cubicBezTo>
                    <a:pt x="70669" y="47840"/>
                    <a:pt x="68730" y="41778"/>
                    <a:pt x="68730" y="35551"/>
                  </a:cubicBezTo>
                  <a:lnTo>
                    <a:pt x="6873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p41"/>
            <p:cNvSpPr/>
            <p:nvPr/>
          </p:nvSpPr>
          <p:spPr>
            <a:xfrm>
              <a:off x="1956350" y="1335475"/>
              <a:ext cx="1984950" cy="3034175"/>
            </a:xfrm>
            <a:custGeom>
              <a:rect b="b" l="l" r="r" t="t"/>
              <a:pathLst>
                <a:path extrusionOk="0" h="121367" w="79398">
                  <a:moveTo>
                    <a:pt x="0" y="0"/>
                  </a:moveTo>
                  <a:lnTo>
                    <a:pt x="0" y="35551"/>
                  </a:lnTo>
                  <a:cubicBezTo>
                    <a:pt x="0" y="41778"/>
                    <a:pt x="1940" y="47852"/>
                    <a:pt x="5564" y="52918"/>
                  </a:cubicBezTo>
                  <a:lnTo>
                    <a:pt x="9520" y="58469"/>
                  </a:lnTo>
                  <a:cubicBezTo>
                    <a:pt x="10745" y="59694"/>
                    <a:pt x="10745" y="61672"/>
                    <a:pt x="9520" y="62897"/>
                  </a:cubicBezTo>
                  <a:lnTo>
                    <a:pt x="5564" y="68448"/>
                  </a:lnTo>
                  <a:cubicBezTo>
                    <a:pt x="1952" y="73514"/>
                    <a:pt x="0" y="79588"/>
                    <a:pt x="0" y="85815"/>
                  </a:cubicBezTo>
                  <a:lnTo>
                    <a:pt x="0" y="121366"/>
                  </a:lnTo>
                  <a:lnTo>
                    <a:pt x="68665" y="121366"/>
                  </a:lnTo>
                  <a:lnTo>
                    <a:pt x="68665" y="85815"/>
                  </a:lnTo>
                  <a:cubicBezTo>
                    <a:pt x="68665" y="79588"/>
                    <a:pt x="70605" y="73514"/>
                    <a:pt x="74216" y="68448"/>
                  </a:cubicBezTo>
                  <a:lnTo>
                    <a:pt x="78185" y="62897"/>
                  </a:lnTo>
                  <a:cubicBezTo>
                    <a:pt x="79397" y="61672"/>
                    <a:pt x="79397" y="59694"/>
                    <a:pt x="78185" y="58469"/>
                  </a:cubicBezTo>
                  <a:lnTo>
                    <a:pt x="74216" y="52918"/>
                  </a:lnTo>
                  <a:cubicBezTo>
                    <a:pt x="70605" y="47840"/>
                    <a:pt x="68665" y="41778"/>
                    <a:pt x="68665" y="35551"/>
                  </a:cubicBezTo>
                  <a:lnTo>
                    <a:pt x="6866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8" name="Google Shape;1368;p41"/>
            <p:cNvSpPr/>
            <p:nvPr/>
          </p:nvSpPr>
          <p:spPr>
            <a:xfrm>
              <a:off x="238125" y="1335475"/>
              <a:ext cx="1986850" cy="3034175"/>
            </a:xfrm>
            <a:custGeom>
              <a:rect b="b" l="l" r="r" t="t"/>
              <a:pathLst>
                <a:path extrusionOk="0" h="121367" w="79474">
                  <a:moveTo>
                    <a:pt x="0" y="0"/>
                  </a:moveTo>
                  <a:lnTo>
                    <a:pt x="0" y="121366"/>
                  </a:lnTo>
                  <a:lnTo>
                    <a:pt x="68729" y="121366"/>
                  </a:lnTo>
                  <a:lnTo>
                    <a:pt x="68729" y="85815"/>
                  </a:lnTo>
                  <a:cubicBezTo>
                    <a:pt x="68729" y="79588"/>
                    <a:pt x="70669" y="73514"/>
                    <a:pt x="74293" y="68448"/>
                  </a:cubicBezTo>
                  <a:lnTo>
                    <a:pt x="78249" y="62897"/>
                  </a:lnTo>
                  <a:cubicBezTo>
                    <a:pt x="79474" y="61672"/>
                    <a:pt x="79474" y="59694"/>
                    <a:pt x="78249" y="58469"/>
                  </a:cubicBezTo>
                  <a:lnTo>
                    <a:pt x="74293" y="52918"/>
                  </a:lnTo>
                  <a:cubicBezTo>
                    <a:pt x="70669" y="47840"/>
                    <a:pt x="68729" y="41778"/>
                    <a:pt x="68729" y="35551"/>
                  </a:cubicBezTo>
                  <a:lnTo>
                    <a:pt x="68729"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69" name="Google Shape;1369;p41"/>
          <p:cNvGrpSpPr/>
          <p:nvPr/>
        </p:nvGrpSpPr>
        <p:grpSpPr>
          <a:xfrm>
            <a:off x="713215" y="551136"/>
            <a:ext cx="1590024" cy="1217116"/>
            <a:chOff x="688541" y="663825"/>
            <a:chExt cx="1287052" cy="985200"/>
          </a:xfrm>
        </p:grpSpPr>
        <p:grpSp>
          <p:nvGrpSpPr>
            <p:cNvPr id="1370" name="Google Shape;1370;p41"/>
            <p:cNvGrpSpPr/>
            <p:nvPr/>
          </p:nvGrpSpPr>
          <p:grpSpPr>
            <a:xfrm>
              <a:off x="855600" y="663825"/>
              <a:ext cx="1119992" cy="985200"/>
              <a:chOff x="855600" y="663825"/>
              <a:chExt cx="1119992" cy="985200"/>
            </a:xfrm>
          </p:grpSpPr>
          <p:grpSp>
            <p:nvGrpSpPr>
              <p:cNvPr id="1371" name="Google Shape;1371;p41"/>
              <p:cNvGrpSpPr/>
              <p:nvPr/>
            </p:nvGrpSpPr>
            <p:grpSpPr>
              <a:xfrm>
                <a:off x="855600" y="663825"/>
                <a:ext cx="1119992" cy="985200"/>
                <a:chOff x="855600" y="663825"/>
                <a:chExt cx="1119992" cy="985200"/>
              </a:xfrm>
            </p:grpSpPr>
            <p:sp>
              <p:nvSpPr>
                <p:cNvPr id="1372" name="Google Shape;1372;p41"/>
                <p:cNvSpPr/>
                <p:nvPr/>
              </p:nvSpPr>
              <p:spPr>
                <a:xfrm>
                  <a:off x="1249592" y="663825"/>
                  <a:ext cx="726000" cy="2349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373" name="Google Shape;1373;p41"/>
                <p:cNvSpPr/>
                <p:nvPr/>
              </p:nvSpPr>
              <p:spPr>
                <a:xfrm>
                  <a:off x="855600" y="663825"/>
                  <a:ext cx="985200" cy="985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sp>
            <p:nvSpPr>
              <p:cNvPr id="1374" name="Google Shape;1374;p41"/>
              <p:cNvSpPr/>
              <p:nvPr/>
            </p:nvSpPr>
            <p:spPr>
              <a:xfrm>
                <a:off x="1765067" y="696725"/>
                <a:ext cx="166500" cy="166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1375" name="Google Shape;1375;p41"/>
            <p:cNvGrpSpPr/>
            <p:nvPr/>
          </p:nvGrpSpPr>
          <p:grpSpPr>
            <a:xfrm>
              <a:off x="688550" y="733463"/>
              <a:ext cx="1082650" cy="846000"/>
              <a:chOff x="688550" y="733463"/>
              <a:chExt cx="1082650" cy="846000"/>
            </a:xfrm>
          </p:grpSpPr>
          <p:grpSp>
            <p:nvGrpSpPr>
              <p:cNvPr id="1376" name="Google Shape;1376;p41"/>
              <p:cNvGrpSpPr/>
              <p:nvPr/>
            </p:nvGrpSpPr>
            <p:grpSpPr>
              <a:xfrm>
                <a:off x="688550" y="733463"/>
                <a:ext cx="1082650" cy="846000"/>
                <a:chOff x="688550" y="733463"/>
                <a:chExt cx="1082650" cy="846000"/>
              </a:xfrm>
            </p:grpSpPr>
            <p:sp>
              <p:nvSpPr>
                <p:cNvPr id="1377" name="Google Shape;1377;p41"/>
                <p:cNvSpPr/>
                <p:nvPr/>
              </p:nvSpPr>
              <p:spPr>
                <a:xfrm>
                  <a:off x="925200" y="733463"/>
                  <a:ext cx="846000" cy="846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378" name="Google Shape;1378;p41"/>
                <p:cNvSpPr/>
                <p:nvPr/>
              </p:nvSpPr>
              <p:spPr>
                <a:xfrm>
                  <a:off x="688550" y="733475"/>
                  <a:ext cx="726000" cy="2349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sp>
            <p:nvSpPr>
              <p:cNvPr id="1379" name="Google Shape;1379;p41"/>
              <p:cNvSpPr/>
              <p:nvPr/>
            </p:nvSpPr>
            <p:spPr>
              <a:xfrm>
                <a:off x="728636" y="764183"/>
                <a:ext cx="166500" cy="166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1380" name="Google Shape;1380;p41"/>
            <p:cNvGrpSpPr/>
            <p:nvPr/>
          </p:nvGrpSpPr>
          <p:grpSpPr>
            <a:xfrm>
              <a:off x="688541" y="807775"/>
              <a:ext cx="1008259" cy="697200"/>
              <a:chOff x="688541" y="807775"/>
              <a:chExt cx="1008259" cy="697200"/>
            </a:xfrm>
          </p:grpSpPr>
          <p:grpSp>
            <p:nvGrpSpPr>
              <p:cNvPr id="1381" name="Google Shape;1381;p41"/>
              <p:cNvGrpSpPr/>
              <p:nvPr/>
            </p:nvGrpSpPr>
            <p:grpSpPr>
              <a:xfrm>
                <a:off x="688541" y="807775"/>
                <a:ext cx="1008259" cy="697200"/>
                <a:chOff x="688541" y="807775"/>
                <a:chExt cx="1008259" cy="697200"/>
              </a:xfrm>
            </p:grpSpPr>
            <p:sp>
              <p:nvSpPr>
                <p:cNvPr id="1382" name="Google Shape;1382;p41"/>
                <p:cNvSpPr/>
                <p:nvPr/>
              </p:nvSpPr>
              <p:spPr>
                <a:xfrm>
                  <a:off x="999600" y="807775"/>
                  <a:ext cx="697200" cy="6972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383" name="Google Shape;1383;p41"/>
                <p:cNvSpPr/>
                <p:nvPr/>
              </p:nvSpPr>
              <p:spPr>
                <a:xfrm>
                  <a:off x="688541" y="1268927"/>
                  <a:ext cx="726000" cy="2349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sp>
            <p:nvSpPr>
              <p:cNvPr id="1384" name="Google Shape;1384;p41"/>
              <p:cNvSpPr/>
              <p:nvPr/>
            </p:nvSpPr>
            <p:spPr>
              <a:xfrm>
                <a:off x="728636" y="1300541"/>
                <a:ext cx="166500" cy="166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1385" name="Google Shape;1385;p41"/>
            <p:cNvGrpSpPr/>
            <p:nvPr/>
          </p:nvGrpSpPr>
          <p:grpSpPr>
            <a:xfrm>
              <a:off x="1079700" y="887975"/>
              <a:ext cx="895892" cy="539681"/>
              <a:chOff x="1079700" y="887975"/>
              <a:chExt cx="895892" cy="539681"/>
            </a:xfrm>
          </p:grpSpPr>
          <p:grpSp>
            <p:nvGrpSpPr>
              <p:cNvPr id="1386" name="Google Shape;1386;p41"/>
              <p:cNvGrpSpPr/>
              <p:nvPr/>
            </p:nvGrpSpPr>
            <p:grpSpPr>
              <a:xfrm>
                <a:off x="1079700" y="887975"/>
                <a:ext cx="895892" cy="539681"/>
                <a:chOff x="1079700" y="887975"/>
                <a:chExt cx="895892" cy="539681"/>
              </a:xfrm>
            </p:grpSpPr>
            <p:sp>
              <p:nvSpPr>
                <p:cNvPr id="1387" name="Google Shape;1387;p41"/>
                <p:cNvSpPr/>
                <p:nvPr/>
              </p:nvSpPr>
              <p:spPr>
                <a:xfrm>
                  <a:off x="1079700" y="887975"/>
                  <a:ext cx="537000" cy="537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388" name="Google Shape;1388;p41"/>
                <p:cNvSpPr/>
                <p:nvPr/>
              </p:nvSpPr>
              <p:spPr>
                <a:xfrm>
                  <a:off x="1249592" y="1192756"/>
                  <a:ext cx="726000" cy="2349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sp>
            <p:nvSpPr>
              <p:cNvPr id="1389" name="Google Shape;1389;p41"/>
              <p:cNvSpPr/>
              <p:nvPr/>
            </p:nvSpPr>
            <p:spPr>
              <a:xfrm>
                <a:off x="1765067" y="1226950"/>
                <a:ext cx="166500" cy="166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sp>
          <p:nvSpPr>
            <p:cNvPr id="1390" name="Google Shape;1390;p41"/>
            <p:cNvSpPr/>
            <p:nvPr/>
          </p:nvSpPr>
          <p:spPr>
            <a:xfrm>
              <a:off x="1145118" y="953413"/>
              <a:ext cx="406200" cy="4062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1391" name="Google Shape;1391;p41"/>
          <p:cNvGrpSpPr/>
          <p:nvPr/>
        </p:nvGrpSpPr>
        <p:grpSpPr>
          <a:xfrm>
            <a:off x="2359674" y="539588"/>
            <a:ext cx="1119708" cy="1217144"/>
            <a:chOff x="2404275" y="663825"/>
            <a:chExt cx="906206" cy="985063"/>
          </a:xfrm>
        </p:grpSpPr>
        <p:cxnSp>
          <p:nvCxnSpPr>
            <p:cNvPr id="1392" name="Google Shape;1392;p41"/>
            <p:cNvCxnSpPr>
              <a:stCxn id="1393" idx="5"/>
              <a:endCxn id="1394" idx="1"/>
            </p:cNvCxnSpPr>
            <p:nvPr/>
          </p:nvCxnSpPr>
          <p:spPr>
            <a:xfrm>
              <a:off x="2961111" y="914258"/>
              <a:ext cx="99000" cy="138300"/>
            </a:xfrm>
            <a:prstGeom prst="straightConnector1">
              <a:avLst/>
            </a:prstGeom>
            <a:noFill/>
            <a:ln cap="flat" cmpd="sng" w="19050">
              <a:solidFill>
                <a:schemeClr val="lt1"/>
              </a:solidFill>
              <a:prstDash val="solid"/>
              <a:round/>
              <a:headEnd len="med" w="med" type="none"/>
              <a:tailEnd len="med" w="med" type="none"/>
            </a:ln>
          </p:spPr>
        </p:cxnSp>
        <p:cxnSp>
          <p:nvCxnSpPr>
            <p:cNvPr id="1395" name="Google Shape;1395;p41"/>
            <p:cNvCxnSpPr>
              <a:stCxn id="1394" idx="3"/>
              <a:endCxn id="1396" idx="7"/>
            </p:cNvCxnSpPr>
            <p:nvPr/>
          </p:nvCxnSpPr>
          <p:spPr>
            <a:xfrm flipH="1">
              <a:off x="2961048" y="1260089"/>
              <a:ext cx="99000" cy="138300"/>
            </a:xfrm>
            <a:prstGeom prst="straightConnector1">
              <a:avLst/>
            </a:prstGeom>
            <a:noFill/>
            <a:ln cap="flat" cmpd="sng" w="19050">
              <a:solidFill>
                <a:schemeClr val="dk2"/>
              </a:solidFill>
              <a:prstDash val="solid"/>
              <a:round/>
              <a:headEnd len="med" w="med" type="none"/>
              <a:tailEnd len="med" w="med" type="none"/>
            </a:ln>
          </p:spPr>
        </p:cxnSp>
        <p:cxnSp>
          <p:nvCxnSpPr>
            <p:cNvPr id="1397" name="Google Shape;1397;p41"/>
            <p:cNvCxnSpPr>
              <a:stCxn id="1396" idx="1"/>
              <a:endCxn id="1398" idx="5"/>
            </p:cNvCxnSpPr>
            <p:nvPr/>
          </p:nvCxnSpPr>
          <p:spPr>
            <a:xfrm rot="10800000">
              <a:off x="2654645" y="1260155"/>
              <a:ext cx="99000" cy="138300"/>
            </a:xfrm>
            <a:prstGeom prst="straightConnector1">
              <a:avLst/>
            </a:prstGeom>
            <a:noFill/>
            <a:ln cap="flat" cmpd="sng" w="19050">
              <a:solidFill>
                <a:schemeClr val="lt2"/>
              </a:solidFill>
              <a:prstDash val="solid"/>
              <a:round/>
              <a:headEnd len="med" w="med" type="none"/>
              <a:tailEnd len="med" w="med" type="none"/>
            </a:ln>
          </p:spPr>
        </p:cxnSp>
        <p:cxnSp>
          <p:nvCxnSpPr>
            <p:cNvPr id="1399" name="Google Shape;1399;p41"/>
            <p:cNvCxnSpPr>
              <a:stCxn id="1398" idx="7"/>
              <a:endCxn id="1393" idx="3"/>
            </p:cNvCxnSpPr>
            <p:nvPr/>
          </p:nvCxnSpPr>
          <p:spPr>
            <a:xfrm flipH="1" rot="10800000">
              <a:off x="2654708" y="914324"/>
              <a:ext cx="99000" cy="138300"/>
            </a:xfrm>
            <a:prstGeom prst="straightConnector1">
              <a:avLst/>
            </a:prstGeom>
            <a:noFill/>
            <a:ln cap="flat" cmpd="sng" w="19050">
              <a:solidFill>
                <a:schemeClr val="accent1"/>
              </a:solidFill>
              <a:prstDash val="solid"/>
              <a:round/>
              <a:headEnd len="med" w="med" type="none"/>
              <a:tailEnd len="med" w="med" type="none"/>
            </a:ln>
          </p:spPr>
        </p:cxnSp>
        <p:sp>
          <p:nvSpPr>
            <p:cNvPr id="1393" name="Google Shape;1393;p41"/>
            <p:cNvSpPr/>
            <p:nvPr/>
          </p:nvSpPr>
          <p:spPr>
            <a:xfrm>
              <a:off x="2710678" y="663825"/>
              <a:ext cx="293400" cy="293400"/>
            </a:xfrm>
            <a:prstGeom prst="ellipse">
              <a:avLst/>
            </a:prstGeom>
            <a:solidFill>
              <a:schemeClr val="dk1"/>
            </a:solidFill>
            <a:ln cap="flat" cmpd="sng" w="381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398" name="Google Shape;1398;p41"/>
            <p:cNvSpPr/>
            <p:nvPr/>
          </p:nvSpPr>
          <p:spPr>
            <a:xfrm>
              <a:off x="2404275" y="1009656"/>
              <a:ext cx="293400" cy="293400"/>
            </a:xfrm>
            <a:prstGeom prst="ellipse">
              <a:avLst/>
            </a:prstGeom>
            <a:solidFill>
              <a:schemeClr val="dk1"/>
            </a:solid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396" name="Google Shape;1396;p41"/>
            <p:cNvSpPr/>
            <p:nvPr/>
          </p:nvSpPr>
          <p:spPr>
            <a:xfrm>
              <a:off x="2710678" y="1355488"/>
              <a:ext cx="293400" cy="293400"/>
            </a:xfrm>
            <a:prstGeom prst="ellipse">
              <a:avLst/>
            </a:prstGeom>
            <a:solidFill>
              <a:schemeClr val="dk1"/>
            </a:solidFill>
            <a:ln cap="flat" cmpd="sng" w="381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394" name="Google Shape;1394;p41"/>
            <p:cNvSpPr/>
            <p:nvPr/>
          </p:nvSpPr>
          <p:spPr>
            <a:xfrm>
              <a:off x="3017081" y="1009656"/>
              <a:ext cx="293400" cy="293400"/>
            </a:xfrm>
            <a:prstGeom prst="ellipse">
              <a:avLst/>
            </a:prstGeom>
            <a:solidFill>
              <a:schemeClr val="dk1"/>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1400" name="Google Shape;1400;p41"/>
          <p:cNvGrpSpPr/>
          <p:nvPr/>
        </p:nvGrpSpPr>
        <p:grpSpPr>
          <a:xfrm>
            <a:off x="3535817" y="533799"/>
            <a:ext cx="1249565" cy="1216897"/>
            <a:chOff x="4002252" y="539625"/>
            <a:chExt cx="1139490" cy="1109700"/>
          </a:xfrm>
        </p:grpSpPr>
        <p:sp>
          <p:nvSpPr>
            <p:cNvPr id="1401" name="Google Shape;1401;p41"/>
            <p:cNvSpPr/>
            <p:nvPr/>
          </p:nvSpPr>
          <p:spPr>
            <a:xfrm>
              <a:off x="4118850" y="663825"/>
              <a:ext cx="906300" cy="861300"/>
            </a:xfrm>
            <a:prstGeom prst="pentagon">
              <a:avLst>
                <a:gd fmla="val 105146" name="hf"/>
                <a:gd fmla="val 110557" name="vf"/>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402" name="Google Shape;1402;p41"/>
            <p:cNvSpPr/>
            <p:nvPr/>
          </p:nvSpPr>
          <p:spPr>
            <a:xfrm>
              <a:off x="4425291" y="539625"/>
              <a:ext cx="293400" cy="29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403" name="Google Shape;1403;p41"/>
            <p:cNvSpPr/>
            <p:nvPr/>
          </p:nvSpPr>
          <p:spPr>
            <a:xfrm>
              <a:off x="4848342" y="833050"/>
              <a:ext cx="293400" cy="2934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404" name="Google Shape;1404;p41"/>
            <p:cNvSpPr/>
            <p:nvPr/>
          </p:nvSpPr>
          <p:spPr>
            <a:xfrm>
              <a:off x="4002252" y="833050"/>
              <a:ext cx="293400" cy="2934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405" name="Google Shape;1405;p41"/>
            <p:cNvSpPr/>
            <p:nvPr/>
          </p:nvSpPr>
          <p:spPr>
            <a:xfrm>
              <a:off x="4156253" y="1345613"/>
              <a:ext cx="293400" cy="29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406" name="Google Shape;1406;p41"/>
            <p:cNvSpPr/>
            <p:nvPr/>
          </p:nvSpPr>
          <p:spPr>
            <a:xfrm>
              <a:off x="4694328" y="1355925"/>
              <a:ext cx="293400" cy="2934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407" name="Google Shape;1407;p41"/>
            <p:cNvCxnSpPr>
              <a:stCxn id="1404" idx="0"/>
              <a:endCxn id="1402" idx="2"/>
            </p:cNvCxnSpPr>
            <p:nvPr/>
          </p:nvCxnSpPr>
          <p:spPr>
            <a:xfrm rot="-5400000">
              <a:off x="4213752" y="621550"/>
              <a:ext cx="146700" cy="276300"/>
            </a:xfrm>
            <a:prstGeom prst="curvedConnector2">
              <a:avLst/>
            </a:prstGeom>
            <a:noFill/>
            <a:ln cap="flat" cmpd="sng" w="19050">
              <a:solidFill>
                <a:schemeClr val="dk2"/>
              </a:solidFill>
              <a:prstDash val="solid"/>
              <a:round/>
              <a:headEnd len="med" w="med" type="none"/>
              <a:tailEnd len="med" w="med" type="oval"/>
            </a:ln>
          </p:spPr>
        </p:cxnSp>
        <p:cxnSp>
          <p:nvCxnSpPr>
            <p:cNvPr id="1408" name="Google Shape;1408;p41"/>
            <p:cNvCxnSpPr>
              <a:stCxn id="1402" idx="6"/>
              <a:endCxn id="1403" idx="0"/>
            </p:cNvCxnSpPr>
            <p:nvPr/>
          </p:nvCxnSpPr>
          <p:spPr>
            <a:xfrm>
              <a:off x="4718691" y="686325"/>
              <a:ext cx="276300" cy="146700"/>
            </a:xfrm>
            <a:prstGeom prst="curvedConnector2">
              <a:avLst/>
            </a:prstGeom>
            <a:noFill/>
            <a:ln cap="flat" cmpd="sng" w="19050">
              <a:solidFill>
                <a:schemeClr val="lt1"/>
              </a:solidFill>
              <a:prstDash val="solid"/>
              <a:round/>
              <a:headEnd len="med" w="med" type="none"/>
              <a:tailEnd len="med" w="med" type="oval"/>
            </a:ln>
          </p:spPr>
        </p:cxnSp>
        <p:cxnSp>
          <p:nvCxnSpPr>
            <p:cNvPr id="1409" name="Google Shape;1409;p41"/>
            <p:cNvCxnSpPr>
              <a:stCxn id="1403" idx="5"/>
              <a:endCxn id="1406" idx="6"/>
            </p:cNvCxnSpPr>
            <p:nvPr/>
          </p:nvCxnSpPr>
          <p:spPr>
            <a:xfrm rot="5400000">
              <a:off x="4833725" y="1237533"/>
              <a:ext cx="419100" cy="111000"/>
            </a:xfrm>
            <a:prstGeom prst="curvedConnector2">
              <a:avLst/>
            </a:prstGeom>
            <a:noFill/>
            <a:ln cap="flat" cmpd="sng" w="19050">
              <a:solidFill>
                <a:schemeClr val="dk2"/>
              </a:solidFill>
              <a:prstDash val="solid"/>
              <a:round/>
              <a:headEnd len="med" w="med" type="none"/>
              <a:tailEnd len="med" w="med" type="oval"/>
            </a:ln>
          </p:spPr>
        </p:cxnSp>
        <p:cxnSp>
          <p:nvCxnSpPr>
            <p:cNvPr id="1410" name="Google Shape;1410;p41"/>
            <p:cNvCxnSpPr>
              <a:stCxn id="1406" idx="3"/>
              <a:endCxn id="1405" idx="5"/>
            </p:cNvCxnSpPr>
            <p:nvPr/>
          </p:nvCxnSpPr>
          <p:spPr>
            <a:xfrm flipH="1" rot="5400000">
              <a:off x="4566896" y="1435958"/>
              <a:ext cx="10200" cy="330600"/>
            </a:xfrm>
            <a:prstGeom prst="curvedConnector3">
              <a:avLst>
                <a:gd fmla="val -593612" name="adj1"/>
              </a:avLst>
            </a:prstGeom>
            <a:noFill/>
            <a:ln cap="flat" cmpd="sng" w="19050">
              <a:solidFill>
                <a:schemeClr val="lt2"/>
              </a:solidFill>
              <a:prstDash val="solid"/>
              <a:round/>
              <a:headEnd len="med" w="med" type="none"/>
              <a:tailEnd len="med" w="med" type="oval"/>
            </a:ln>
          </p:spPr>
        </p:cxnSp>
        <p:cxnSp>
          <p:nvCxnSpPr>
            <p:cNvPr id="1411" name="Google Shape;1411;p41"/>
            <p:cNvCxnSpPr>
              <a:stCxn id="1405" idx="2"/>
              <a:endCxn id="1404" idx="3"/>
            </p:cNvCxnSpPr>
            <p:nvPr/>
          </p:nvCxnSpPr>
          <p:spPr>
            <a:xfrm rot="10800000">
              <a:off x="4045253" y="1083413"/>
              <a:ext cx="111000" cy="408900"/>
            </a:xfrm>
            <a:prstGeom prst="curvedConnector2">
              <a:avLst/>
            </a:prstGeom>
            <a:noFill/>
            <a:ln cap="flat" cmpd="sng" w="19050">
              <a:solidFill>
                <a:schemeClr val="lt1"/>
              </a:solidFill>
              <a:prstDash val="solid"/>
              <a:round/>
              <a:headEnd len="med" w="med" type="none"/>
              <a:tailEnd len="med" w="med" type="oval"/>
            </a:ln>
          </p:spPr>
        </p:cxnSp>
      </p:grpSp>
      <p:grpSp>
        <p:nvGrpSpPr>
          <p:cNvPr id="1412" name="Google Shape;1412;p41"/>
          <p:cNvGrpSpPr/>
          <p:nvPr/>
        </p:nvGrpSpPr>
        <p:grpSpPr>
          <a:xfrm>
            <a:off x="5937690" y="534494"/>
            <a:ext cx="1683499" cy="1217116"/>
            <a:chOff x="6995517" y="647238"/>
            <a:chExt cx="1251300" cy="904650"/>
          </a:xfrm>
        </p:grpSpPr>
        <p:grpSp>
          <p:nvGrpSpPr>
            <p:cNvPr id="1413" name="Google Shape;1413;p41"/>
            <p:cNvGrpSpPr/>
            <p:nvPr/>
          </p:nvGrpSpPr>
          <p:grpSpPr>
            <a:xfrm>
              <a:off x="6995517" y="1027188"/>
              <a:ext cx="1251300" cy="524700"/>
              <a:chOff x="6995517" y="1027188"/>
              <a:chExt cx="1251300" cy="524700"/>
            </a:xfrm>
          </p:grpSpPr>
          <p:sp>
            <p:nvSpPr>
              <p:cNvPr id="1414" name="Google Shape;1414;p41"/>
              <p:cNvSpPr/>
              <p:nvPr/>
            </p:nvSpPr>
            <p:spPr>
              <a:xfrm>
                <a:off x="7001525" y="1027188"/>
                <a:ext cx="1053900" cy="524700"/>
              </a:xfrm>
              <a:prstGeom prst="diamond">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415" name="Google Shape;1415;p41"/>
              <p:cNvCxnSpPr/>
              <p:nvPr/>
            </p:nvCxnSpPr>
            <p:spPr>
              <a:xfrm flipH="1" rot="10800000">
                <a:off x="6995517" y="1287585"/>
                <a:ext cx="1251300" cy="1200"/>
              </a:xfrm>
              <a:prstGeom prst="straightConnector1">
                <a:avLst/>
              </a:prstGeom>
              <a:noFill/>
              <a:ln cap="flat" cmpd="sng" w="19050">
                <a:solidFill>
                  <a:schemeClr val="accent1"/>
                </a:solidFill>
                <a:prstDash val="solid"/>
                <a:round/>
                <a:headEnd len="med" w="med" type="none"/>
                <a:tailEnd len="med" w="med" type="oval"/>
              </a:ln>
            </p:spPr>
          </p:cxnSp>
        </p:grpSp>
        <p:grpSp>
          <p:nvGrpSpPr>
            <p:cNvPr id="1416" name="Google Shape;1416;p41"/>
            <p:cNvGrpSpPr/>
            <p:nvPr/>
          </p:nvGrpSpPr>
          <p:grpSpPr>
            <a:xfrm>
              <a:off x="7001525" y="900538"/>
              <a:ext cx="1245000" cy="524700"/>
              <a:chOff x="7001525" y="900538"/>
              <a:chExt cx="1245000" cy="524700"/>
            </a:xfrm>
          </p:grpSpPr>
          <p:sp>
            <p:nvSpPr>
              <p:cNvPr id="1417" name="Google Shape;1417;p41"/>
              <p:cNvSpPr/>
              <p:nvPr/>
            </p:nvSpPr>
            <p:spPr>
              <a:xfrm>
                <a:off x="7001525" y="900538"/>
                <a:ext cx="1053900" cy="524700"/>
              </a:xfrm>
              <a:prstGeom prst="diamond">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418" name="Google Shape;1418;p41"/>
              <p:cNvCxnSpPr>
                <a:stCxn id="1417" idx="1"/>
              </p:cNvCxnSpPr>
              <p:nvPr/>
            </p:nvCxnSpPr>
            <p:spPr>
              <a:xfrm flipH="1" rot="10800000">
                <a:off x="7001525" y="1159588"/>
                <a:ext cx="1245000" cy="3300"/>
              </a:xfrm>
              <a:prstGeom prst="straightConnector1">
                <a:avLst/>
              </a:prstGeom>
              <a:noFill/>
              <a:ln cap="flat" cmpd="sng" w="19050">
                <a:solidFill>
                  <a:schemeClr val="lt2"/>
                </a:solidFill>
                <a:prstDash val="solid"/>
                <a:round/>
                <a:headEnd len="med" w="med" type="none"/>
                <a:tailEnd len="med" w="med" type="oval"/>
              </a:ln>
            </p:spPr>
          </p:cxnSp>
        </p:grpSp>
        <p:grpSp>
          <p:nvGrpSpPr>
            <p:cNvPr id="1419" name="Google Shape;1419;p41"/>
            <p:cNvGrpSpPr/>
            <p:nvPr/>
          </p:nvGrpSpPr>
          <p:grpSpPr>
            <a:xfrm>
              <a:off x="7001525" y="773888"/>
              <a:ext cx="1245000" cy="524700"/>
              <a:chOff x="7001525" y="773888"/>
              <a:chExt cx="1245000" cy="524700"/>
            </a:xfrm>
          </p:grpSpPr>
          <p:sp>
            <p:nvSpPr>
              <p:cNvPr id="1420" name="Google Shape;1420;p41"/>
              <p:cNvSpPr/>
              <p:nvPr/>
            </p:nvSpPr>
            <p:spPr>
              <a:xfrm>
                <a:off x="7001525" y="773888"/>
                <a:ext cx="1053900" cy="524700"/>
              </a:xfrm>
              <a:prstGeom prst="diamond">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421" name="Google Shape;1421;p41"/>
              <p:cNvCxnSpPr>
                <a:stCxn id="1420" idx="1"/>
              </p:cNvCxnSpPr>
              <p:nvPr/>
            </p:nvCxnSpPr>
            <p:spPr>
              <a:xfrm flipH="1" rot="10800000">
                <a:off x="7001525" y="1031438"/>
                <a:ext cx="1245000" cy="4800"/>
              </a:xfrm>
              <a:prstGeom prst="straightConnector1">
                <a:avLst/>
              </a:prstGeom>
              <a:noFill/>
              <a:ln cap="flat" cmpd="sng" w="19050">
                <a:solidFill>
                  <a:schemeClr val="dk2"/>
                </a:solidFill>
                <a:prstDash val="solid"/>
                <a:round/>
                <a:headEnd len="med" w="med" type="none"/>
                <a:tailEnd len="med" w="med" type="oval"/>
              </a:ln>
            </p:spPr>
          </p:cxnSp>
        </p:grpSp>
        <p:grpSp>
          <p:nvGrpSpPr>
            <p:cNvPr id="1422" name="Google Shape;1422;p41"/>
            <p:cNvGrpSpPr/>
            <p:nvPr/>
          </p:nvGrpSpPr>
          <p:grpSpPr>
            <a:xfrm>
              <a:off x="7001525" y="647238"/>
              <a:ext cx="1245000" cy="524700"/>
              <a:chOff x="7001525" y="647238"/>
              <a:chExt cx="1245000" cy="524700"/>
            </a:xfrm>
          </p:grpSpPr>
          <p:sp>
            <p:nvSpPr>
              <p:cNvPr id="1423" name="Google Shape;1423;p41"/>
              <p:cNvSpPr/>
              <p:nvPr/>
            </p:nvSpPr>
            <p:spPr>
              <a:xfrm>
                <a:off x="7001525" y="647238"/>
                <a:ext cx="1053900" cy="524700"/>
              </a:xfrm>
              <a:prstGeom prst="diamond">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424" name="Google Shape;1424;p41"/>
              <p:cNvCxnSpPr>
                <a:stCxn id="1423" idx="1"/>
              </p:cNvCxnSpPr>
              <p:nvPr/>
            </p:nvCxnSpPr>
            <p:spPr>
              <a:xfrm>
                <a:off x="7001525" y="909588"/>
                <a:ext cx="1245000" cy="0"/>
              </a:xfrm>
              <a:prstGeom prst="straightConnector1">
                <a:avLst/>
              </a:prstGeom>
              <a:noFill/>
              <a:ln cap="flat" cmpd="sng" w="19050">
                <a:solidFill>
                  <a:schemeClr val="lt1"/>
                </a:solidFill>
                <a:prstDash val="solid"/>
                <a:round/>
                <a:headEnd len="med" w="med" type="none"/>
                <a:tailEnd len="med" w="med" type="oval"/>
              </a:ln>
            </p:spPr>
          </p:cxnSp>
        </p:grpSp>
      </p:grpSp>
      <p:grpSp>
        <p:nvGrpSpPr>
          <p:cNvPr id="1425" name="Google Shape;1425;p41"/>
          <p:cNvGrpSpPr/>
          <p:nvPr/>
        </p:nvGrpSpPr>
        <p:grpSpPr>
          <a:xfrm>
            <a:off x="2722986" y="2040746"/>
            <a:ext cx="1076798" cy="1053164"/>
            <a:chOff x="2829888" y="2087062"/>
            <a:chExt cx="992075" cy="970300"/>
          </a:xfrm>
        </p:grpSpPr>
        <p:grpSp>
          <p:nvGrpSpPr>
            <p:cNvPr id="1426" name="Google Shape;1426;p41"/>
            <p:cNvGrpSpPr/>
            <p:nvPr/>
          </p:nvGrpSpPr>
          <p:grpSpPr>
            <a:xfrm>
              <a:off x="2829888" y="2412087"/>
              <a:ext cx="449100" cy="293700"/>
              <a:chOff x="2829888" y="2412087"/>
              <a:chExt cx="449100" cy="293700"/>
            </a:xfrm>
          </p:grpSpPr>
          <p:sp>
            <p:nvSpPr>
              <p:cNvPr id="1427" name="Google Shape;1427;p41"/>
              <p:cNvSpPr/>
              <p:nvPr/>
            </p:nvSpPr>
            <p:spPr>
              <a:xfrm flipH="1">
                <a:off x="2984988" y="2412087"/>
                <a:ext cx="294000" cy="2937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428" name="Google Shape;1428;p41"/>
              <p:cNvCxnSpPr>
                <a:stCxn id="1427" idx="6"/>
                <a:endCxn id="1429" idx="6"/>
              </p:cNvCxnSpPr>
              <p:nvPr/>
            </p:nvCxnSpPr>
            <p:spPr>
              <a:xfrm rot="10800000">
                <a:off x="2829888" y="2558937"/>
                <a:ext cx="155100" cy="0"/>
              </a:xfrm>
              <a:prstGeom prst="straightConnector1">
                <a:avLst/>
              </a:prstGeom>
              <a:noFill/>
              <a:ln cap="flat" cmpd="sng" w="19050">
                <a:solidFill>
                  <a:schemeClr val="accent3"/>
                </a:solidFill>
                <a:prstDash val="solid"/>
                <a:round/>
                <a:headEnd len="med" w="med" type="none"/>
                <a:tailEnd len="med" w="med" type="none"/>
              </a:ln>
            </p:spPr>
          </p:cxnSp>
        </p:grpSp>
        <p:grpSp>
          <p:nvGrpSpPr>
            <p:cNvPr id="1430" name="Google Shape;1430;p41"/>
            <p:cNvGrpSpPr/>
            <p:nvPr/>
          </p:nvGrpSpPr>
          <p:grpSpPr>
            <a:xfrm>
              <a:off x="3056019" y="2604662"/>
              <a:ext cx="294000" cy="452700"/>
              <a:chOff x="3056019" y="2604662"/>
              <a:chExt cx="294000" cy="452700"/>
            </a:xfrm>
          </p:grpSpPr>
          <p:sp>
            <p:nvSpPr>
              <p:cNvPr id="1431" name="Google Shape;1431;p41"/>
              <p:cNvSpPr/>
              <p:nvPr/>
            </p:nvSpPr>
            <p:spPr>
              <a:xfrm flipH="1">
                <a:off x="3056019" y="2604662"/>
                <a:ext cx="294000" cy="293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432" name="Google Shape;1432;p41"/>
              <p:cNvCxnSpPr>
                <a:stCxn id="1431" idx="4"/>
                <a:endCxn id="1433" idx="0"/>
              </p:cNvCxnSpPr>
              <p:nvPr/>
            </p:nvCxnSpPr>
            <p:spPr>
              <a:xfrm>
                <a:off x="3203019" y="2898362"/>
                <a:ext cx="0" cy="159000"/>
              </a:xfrm>
              <a:prstGeom prst="straightConnector1">
                <a:avLst/>
              </a:prstGeom>
              <a:noFill/>
              <a:ln cap="flat" cmpd="sng" w="19050">
                <a:solidFill>
                  <a:schemeClr val="accent1"/>
                </a:solidFill>
                <a:prstDash val="solid"/>
                <a:round/>
                <a:headEnd len="med" w="med" type="none"/>
                <a:tailEnd len="med" w="med" type="none"/>
              </a:ln>
            </p:spPr>
          </p:cxnSp>
        </p:grpSp>
        <p:grpSp>
          <p:nvGrpSpPr>
            <p:cNvPr id="1434" name="Google Shape;1434;p41"/>
            <p:cNvGrpSpPr/>
            <p:nvPr/>
          </p:nvGrpSpPr>
          <p:grpSpPr>
            <a:xfrm>
              <a:off x="3301813" y="2604662"/>
              <a:ext cx="294000" cy="452700"/>
              <a:chOff x="3301813" y="2604662"/>
              <a:chExt cx="294000" cy="452700"/>
            </a:xfrm>
          </p:grpSpPr>
          <p:sp>
            <p:nvSpPr>
              <p:cNvPr id="1435" name="Google Shape;1435;p41"/>
              <p:cNvSpPr/>
              <p:nvPr/>
            </p:nvSpPr>
            <p:spPr>
              <a:xfrm>
                <a:off x="3301813" y="2604662"/>
                <a:ext cx="294000" cy="2937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436" name="Google Shape;1436;p41"/>
              <p:cNvCxnSpPr>
                <a:stCxn id="1435" idx="4"/>
                <a:endCxn id="1437" idx="0"/>
              </p:cNvCxnSpPr>
              <p:nvPr/>
            </p:nvCxnSpPr>
            <p:spPr>
              <a:xfrm>
                <a:off x="3448813" y="2898362"/>
                <a:ext cx="0" cy="159000"/>
              </a:xfrm>
              <a:prstGeom prst="straightConnector1">
                <a:avLst/>
              </a:prstGeom>
              <a:noFill/>
              <a:ln cap="flat" cmpd="sng" w="19050">
                <a:solidFill>
                  <a:schemeClr val="lt2"/>
                </a:solidFill>
                <a:prstDash val="solid"/>
                <a:round/>
                <a:headEnd len="med" w="med" type="none"/>
                <a:tailEnd len="med" w="med" type="none"/>
              </a:ln>
            </p:spPr>
          </p:cxnSp>
        </p:grpSp>
        <p:grpSp>
          <p:nvGrpSpPr>
            <p:cNvPr id="1438" name="Google Shape;1438;p41"/>
            <p:cNvGrpSpPr/>
            <p:nvPr/>
          </p:nvGrpSpPr>
          <p:grpSpPr>
            <a:xfrm>
              <a:off x="3372863" y="2412087"/>
              <a:ext cx="449100" cy="293700"/>
              <a:chOff x="3372863" y="2412087"/>
              <a:chExt cx="449100" cy="293700"/>
            </a:xfrm>
          </p:grpSpPr>
          <p:sp>
            <p:nvSpPr>
              <p:cNvPr id="1439" name="Google Shape;1439;p41"/>
              <p:cNvSpPr/>
              <p:nvPr/>
            </p:nvSpPr>
            <p:spPr>
              <a:xfrm>
                <a:off x="3372863" y="2412087"/>
                <a:ext cx="294000" cy="2937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440" name="Google Shape;1440;p41"/>
              <p:cNvCxnSpPr>
                <a:stCxn id="1439" idx="6"/>
                <a:endCxn id="1441" idx="2"/>
              </p:cNvCxnSpPr>
              <p:nvPr/>
            </p:nvCxnSpPr>
            <p:spPr>
              <a:xfrm>
                <a:off x="3666863" y="2558937"/>
                <a:ext cx="155100" cy="0"/>
              </a:xfrm>
              <a:prstGeom prst="straightConnector1">
                <a:avLst/>
              </a:prstGeom>
              <a:noFill/>
              <a:ln cap="flat" cmpd="sng" w="19050">
                <a:solidFill>
                  <a:schemeClr val="dk2"/>
                </a:solidFill>
                <a:prstDash val="solid"/>
                <a:round/>
                <a:headEnd len="med" w="med" type="none"/>
                <a:tailEnd len="med" w="med" type="none"/>
              </a:ln>
            </p:spPr>
          </p:cxnSp>
        </p:grpSp>
        <p:grpSp>
          <p:nvGrpSpPr>
            <p:cNvPr id="1442" name="Google Shape;1442;p41"/>
            <p:cNvGrpSpPr/>
            <p:nvPr/>
          </p:nvGrpSpPr>
          <p:grpSpPr>
            <a:xfrm>
              <a:off x="3178916" y="2087062"/>
              <a:ext cx="294000" cy="451800"/>
              <a:chOff x="3178916" y="2087062"/>
              <a:chExt cx="294000" cy="451800"/>
            </a:xfrm>
          </p:grpSpPr>
          <p:sp>
            <p:nvSpPr>
              <p:cNvPr id="1443" name="Google Shape;1443;p41"/>
              <p:cNvSpPr/>
              <p:nvPr/>
            </p:nvSpPr>
            <p:spPr>
              <a:xfrm>
                <a:off x="3178916" y="2245162"/>
                <a:ext cx="294000" cy="2937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444" name="Google Shape;1444;p41"/>
              <p:cNvCxnSpPr>
                <a:stCxn id="1443" idx="0"/>
                <a:endCxn id="1445" idx="4"/>
              </p:cNvCxnSpPr>
              <p:nvPr/>
            </p:nvCxnSpPr>
            <p:spPr>
              <a:xfrm rot="10800000">
                <a:off x="3325916" y="2087062"/>
                <a:ext cx="0" cy="158100"/>
              </a:xfrm>
              <a:prstGeom prst="straightConnector1">
                <a:avLst/>
              </a:prstGeom>
              <a:noFill/>
              <a:ln cap="flat" cmpd="sng" w="19050">
                <a:solidFill>
                  <a:schemeClr val="lt1"/>
                </a:solidFill>
                <a:prstDash val="solid"/>
                <a:round/>
                <a:headEnd len="med" w="med" type="none"/>
                <a:tailEnd len="med" w="med" type="none"/>
              </a:ln>
            </p:spPr>
          </p:cxnSp>
        </p:grpSp>
      </p:grpSp>
      <p:grpSp>
        <p:nvGrpSpPr>
          <p:cNvPr id="1446" name="Google Shape;1446;p41"/>
          <p:cNvGrpSpPr/>
          <p:nvPr/>
        </p:nvGrpSpPr>
        <p:grpSpPr>
          <a:xfrm>
            <a:off x="3926878" y="2054651"/>
            <a:ext cx="1039408" cy="1039406"/>
            <a:chOff x="4102175" y="2252050"/>
            <a:chExt cx="641412" cy="641411"/>
          </a:xfrm>
        </p:grpSpPr>
        <p:grpSp>
          <p:nvGrpSpPr>
            <p:cNvPr id="1447" name="Google Shape;1447;p41"/>
            <p:cNvGrpSpPr/>
            <p:nvPr/>
          </p:nvGrpSpPr>
          <p:grpSpPr>
            <a:xfrm>
              <a:off x="4102175" y="2252050"/>
              <a:ext cx="641412" cy="641400"/>
              <a:chOff x="5322600" y="2738950"/>
              <a:chExt cx="641412" cy="641400"/>
            </a:xfrm>
          </p:grpSpPr>
          <p:sp>
            <p:nvSpPr>
              <p:cNvPr id="1448" name="Google Shape;1448;p41"/>
              <p:cNvSpPr/>
              <p:nvPr/>
            </p:nvSpPr>
            <p:spPr>
              <a:xfrm>
                <a:off x="5322600" y="2738950"/>
                <a:ext cx="641400" cy="641400"/>
              </a:xfrm>
              <a:prstGeom prst="blockArc">
                <a:avLst>
                  <a:gd fmla="val 16197084" name="adj1"/>
                  <a:gd fmla="val 0" name="adj2"/>
                  <a:gd fmla="val 25000" name="adj3"/>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449" name="Google Shape;1449;p41"/>
              <p:cNvSpPr/>
              <p:nvPr/>
            </p:nvSpPr>
            <p:spPr>
              <a:xfrm>
                <a:off x="5810712" y="2738961"/>
                <a:ext cx="153300" cy="153300"/>
              </a:xfrm>
              <a:prstGeom prst="ellipse">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1450" name="Google Shape;1450;p41"/>
            <p:cNvGrpSpPr/>
            <p:nvPr/>
          </p:nvGrpSpPr>
          <p:grpSpPr>
            <a:xfrm>
              <a:off x="4102175" y="2252050"/>
              <a:ext cx="641400" cy="641400"/>
              <a:chOff x="5322600" y="2738950"/>
              <a:chExt cx="641400" cy="641400"/>
            </a:xfrm>
          </p:grpSpPr>
          <p:sp>
            <p:nvSpPr>
              <p:cNvPr id="1451" name="Google Shape;1451;p41"/>
              <p:cNvSpPr/>
              <p:nvPr/>
            </p:nvSpPr>
            <p:spPr>
              <a:xfrm flipH="1">
                <a:off x="5322600" y="2738950"/>
                <a:ext cx="641400" cy="641400"/>
              </a:xfrm>
              <a:prstGeom prst="blockArc">
                <a:avLst>
                  <a:gd fmla="val 16197084" name="adj1"/>
                  <a:gd fmla="val 0" name="adj2"/>
                  <a:gd fmla="val 25000" name="adj3"/>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452" name="Google Shape;1452;p41"/>
              <p:cNvSpPr/>
              <p:nvPr/>
            </p:nvSpPr>
            <p:spPr>
              <a:xfrm>
                <a:off x="5322612" y="2738961"/>
                <a:ext cx="153300" cy="153300"/>
              </a:xfrm>
              <a:prstGeom prst="ellipse">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1453" name="Google Shape;1453;p41"/>
            <p:cNvGrpSpPr/>
            <p:nvPr/>
          </p:nvGrpSpPr>
          <p:grpSpPr>
            <a:xfrm>
              <a:off x="4102175" y="2252050"/>
              <a:ext cx="641412" cy="641411"/>
              <a:chOff x="5322600" y="2738950"/>
              <a:chExt cx="641412" cy="641411"/>
            </a:xfrm>
          </p:grpSpPr>
          <p:sp>
            <p:nvSpPr>
              <p:cNvPr id="1454" name="Google Shape;1454;p41"/>
              <p:cNvSpPr/>
              <p:nvPr/>
            </p:nvSpPr>
            <p:spPr>
              <a:xfrm flipH="1" rot="10800000">
                <a:off x="5322600" y="2738950"/>
                <a:ext cx="641400" cy="641400"/>
              </a:xfrm>
              <a:prstGeom prst="blockArc">
                <a:avLst>
                  <a:gd fmla="val 16197084" name="adj1"/>
                  <a:gd fmla="val 0" name="adj2"/>
                  <a:gd fmla="val 25000" name="adj3"/>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455" name="Google Shape;1455;p41"/>
              <p:cNvSpPr/>
              <p:nvPr/>
            </p:nvSpPr>
            <p:spPr>
              <a:xfrm>
                <a:off x="5810712" y="3227061"/>
                <a:ext cx="153300" cy="153300"/>
              </a:xfrm>
              <a:prstGeom prst="ellipse">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1456" name="Google Shape;1456;p41"/>
            <p:cNvGrpSpPr/>
            <p:nvPr/>
          </p:nvGrpSpPr>
          <p:grpSpPr>
            <a:xfrm>
              <a:off x="4102175" y="2252050"/>
              <a:ext cx="641400" cy="641411"/>
              <a:chOff x="5322600" y="2738950"/>
              <a:chExt cx="641400" cy="641411"/>
            </a:xfrm>
          </p:grpSpPr>
          <p:sp>
            <p:nvSpPr>
              <p:cNvPr id="1457" name="Google Shape;1457;p41"/>
              <p:cNvSpPr/>
              <p:nvPr/>
            </p:nvSpPr>
            <p:spPr>
              <a:xfrm rot="10800000">
                <a:off x="5322600" y="2738950"/>
                <a:ext cx="641400" cy="641400"/>
              </a:xfrm>
              <a:prstGeom prst="blockArc">
                <a:avLst>
                  <a:gd fmla="val 16197084" name="adj1"/>
                  <a:gd fmla="val 0" name="adj2"/>
                  <a:gd fmla="val 25000" name="adj3"/>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458" name="Google Shape;1458;p41"/>
              <p:cNvSpPr/>
              <p:nvPr/>
            </p:nvSpPr>
            <p:spPr>
              <a:xfrm>
                <a:off x="5322612" y="3227061"/>
                <a:ext cx="153300" cy="153300"/>
              </a:xfrm>
              <a:prstGeom prst="ellipse">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grpSp>
        <p:nvGrpSpPr>
          <p:cNvPr id="1459" name="Google Shape;1459;p41"/>
          <p:cNvGrpSpPr/>
          <p:nvPr/>
        </p:nvGrpSpPr>
        <p:grpSpPr>
          <a:xfrm>
            <a:off x="5093379" y="2043560"/>
            <a:ext cx="1053080" cy="1053080"/>
            <a:chOff x="855600" y="663825"/>
            <a:chExt cx="985200" cy="985200"/>
          </a:xfrm>
        </p:grpSpPr>
        <p:sp>
          <p:nvSpPr>
            <p:cNvPr id="1460" name="Google Shape;1460;p41"/>
            <p:cNvSpPr/>
            <p:nvPr/>
          </p:nvSpPr>
          <p:spPr>
            <a:xfrm>
              <a:off x="855600" y="663825"/>
              <a:ext cx="985200" cy="985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461" name="Google Shape;1461;p41"/>
            <p:cNvSpPr/>
            <p:nvPr/>
          </p:nvSpPr>
          <p:spPr>
            <a:xfrm>
              <a:off x="925200" y="733463"/>
              <a:ext cx="846000" cy="846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462" name="Google Shape;1462;p41"/>
            <p:cNvSpPr/>
            <p:nvPr/>
          </p:nvSpPr>
          <p:spPr>
            <a:xfrm>
              <a:off x="999600" y="807775"/>
              <a:ext cx="697200" cy="6972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463" name="Google Shape;1463;p41"/>
            <p:cNvSpPr/>
            <p:nvPr/>
          </p:nvSpPr>
          <p:spPr>
            <a:xfrm>
              <a:off x="1079700" y="887975"/>
              <a:ext cx="537000" cy="537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464" name="Google Shape;1464;p41"/>
            <p:cNvSpPr/>
            <p:nvPr/>
          </p:nvSpPr>
          <p:spPr>
            <a:xfrm>
              <a:off x="1145118" y="953413"/>
              <a:ext cx="406200" cy="406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1465" name="Google Shape;1465;p41"/>
          <p:cNvGrpSpPr/>
          <p:nvPr/>
        </p:nvGrpSpPr>
        <p:grpSpPr>
          <a:xfrm>
            <a:off x="6273552" y="2043576"/>
            <a:ext cx="1053080" cy="1053080"/>
            <a:chOff x="6548850" y="2086550"/>
            <a:chExt cx="985200" cy="985200"/>
          </a:xfrm>
        </p:grpSpPr>
        <p:sp>
          <p:nvSpPr>
            <p:cNvPr id="1466" name="Google Shape;1466;p41"/>
            <p:cNvSpPr/>
            <p:nvPr/>
          </p:nvSpPr>
          <p:spPr>
            <a:xfrm>
              <a:off x="6548850" y="2086550"/>
              <a:ext cx="985200" cy="985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467" name="Google Shape;1467;p41"/>
            <p:cNvSpPr/>
            <p:nvPr/>
          </p:nvSpPr>
          <p:spPr>
            <a:xfrm>
              <a:off x="6618450" y="2225750"/>
              <a:ext cx="846000" cy="846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468" name="Google Shape;1468;p41"/>
            <p:cNvSpPr/>
            <p:nvPr/>
          </p:nvSpPr>
          <p:spPr>
            <a:xfrm>
              <a:off x="6692850" y="2374550"/>
              <a:ext cx="697200" cy="6972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469" name="Google Shape;1469;p41"/>
            <p:cNvSpPr/>
            <p:nvPr/>
          </p:nvSpPr>
          <p:spPr>
            <a:xfrm>
              <a:off x="6772950" y="2534750"/>
              <a:ext cx="537000" cy="537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470" name="Google Shape;1470;p41"/>
            <p:cNvSpPr/>
            <p:nvPr/>
          </p:nvSpPr>
          <p:spPr>
            <a:xfrm>
              <a:off x="6838368" y="2665550"/>
              <a:ext cx="406200" cy="406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1471" name="Google Shape;1471;p41"/>
          <p:cNvGrpSpPr/>
          <p:nvPr/>
        </p:nvGrpSpPr>
        <p:grpSpPr>
          <a:xfrm>
            <a:off x="713226" y="3965261"/>
            <a:ext cx="1292928" cy="1292928"/>
            <a:chOff x="925400" y="4161775"/>
            <a:chExt cx="906300" cy="906300"/>
          </a:xfrm>
        </p:grpSpPr>
        <p:sp>
          <p:nvSpPr>
            <p:cNvPr id="1472" name="Google Shape;1472;p41"/>
            <p:cNvSpPr/>
            <p:nvPr/>
          </p:nvSpPr>
          <p:spPr>
            <a:xfrm>
              <a:off x="925400" y="4161775"/>
              <a:ext cx="906300" cy="906300"/>
            </a:xfrm>
            <a:prstGeom prst="blockArc">
              <a:avLst>
                <a:gd fmla="val 10800000" name="adj1"/>
                <a:gd fmla="val 73138" name="adj2"/>
                <a:gd fmla="val 14731"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473" name="Google Shape;1473;p41"/>
            <p:cNvSpPr/>
            <p:nvPr/>
          </p:nvSpPr>
          <p:spPr>
            <a:xfrm>
              <a:off x="1240375" y="4467964"/>
              <a:ext cx="294000" cy="294000"/>
            </a:xfrm>
            <a:prstGeom prst="arc">
              <a:avLst>
                <a:gd fmla="val 10825091" name="adj1"/>
                <a:gd fmla="val 0"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474" name="Google Shape;1474;p41"/>
            <p:cNvCxnSpPr>
              <a:stCxn id="1475" idx="4"/>
              <a:endCxn id="1473" idx="1"/>
            </p:cNvCxnSpPr>
            <p:nvPr/>
          </p:nvCxnSpPr>
          <p:spPr>
            <a:xfrm>
              <a:off x="1387388" y="4384651"/>
              <a:ext cx="0" cy="230400"/>
            </a:xfrm>
            <a:prstGeom prst="straightConnector1">
              <a:avLst/>
            </a:prstGeom>
            <a:noFill/>
            <a:ln cap="flat" cmpd="sng" w="19050">
              <a:solidFill>
                <a:schemeClr val="accent1"/>
              </a:solidFill>
              <a:prstDash val="solid"/>
              <a:round/>
              <a:headEnd len="med" w="med" type="none"/>
              <a:tailEnd len="med" w="med" type="none"/>
            </a:ln>
          </p:spPr>
        </p:cxnSp>
        <p:sp>
          <p:nvSpPr>
            <p:cNvPr id="1475" name="Google Shape;1475;p41"/>
            <p:cNvSpPr/>
            <p:nvPr/>
          </p:nvSpPr>
          <p:spPr>
            <a:xfrm>
              <a:off x="1309838" y="4229551"/>
              <a:ext cx="155100" cy="155100"/>
            </a:xfrm>
            <a:prstGeom prst="ellipse">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1476" name="Google Shape;1476;p41"/>
          <p:cNvGrpSpPr/>
          <p:nvPr/>
        </p:nvGrpSpPr>
        <p:grpSpPr>
          <a:xfrm>
            <a:off x="6195637" y="3391776"/>
            <a:ext cx="2242003" cy="2025585"/>
            <a:chOff x="722669" y="3200400"/>
            <a:chExt cx="1311650" cy="1185038"/>
          </a:xfrm>
        </p:grpSpPr>
        <p:sp>
          <p:nvSpPr>
            <p:cNvPr id="1477" name="Google Shape;1477;p41"/>
            <p:cNvSpPr/>
            <p:nvPr/>
          </p:nvSpPr>
          <p:spPr>
            <a:xfrm rot="-5400000">
              <a:off x="894200" y="3416738"/>
              <a:ext cx="968700" cy="968700"/>
            </a:xfrm>
            <a:prstGeom prst="arc">
              <a:avLst>
                <a:gd fmla="val 16200000" name="adj1"/>
                <a:gd fmla="val 5481979" name="adj2"/>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478" name="Google Shape;1478;p41"/>
            <p:cNvSpPr/>
            <p:nvPr/>
          </p:nvSpPr>
          <p:spPr>
            <a:xfrm>
              <a:off x="957900" y="3480538"/>
              <a:ext cx="841200" cy="841200"/>
            </a:xfrm>
            <a:prstGeom prst="blockArc">
              <a:avLst>
                <a:gd fmla="val 10800000" name="adj1"/>
                <a:gd fmla="val 73138" name="adj2"/>
                <a:gd fmla="val 14731" name="adj3"/>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nvGrpSpPr>
            <p:cNvPr id="1479" name="Google Shape;1479;p41"/>
            <p:cNvGrpSpPr/>
            <p:nvPr/>
          </p:nvGrpSpPr>
          <p:grpSpPr>
            <a:xfrm>
              <a:off x="1335344" y="3200400"/>
              <a:ext cx="86400" cy="255000"/>
              <a:chOff x="1335344" y="3200400"/>
              <a:chExt cx="86400" cy="255000"/>
            </a:xfrm>
          </p:grpSpPr>
          <p:sp>
            <p:nvSpPr>
              <p:cNvPr id="1480" name="Google Shape;1480;p41"/>
              <p:cNvSpPr/>
              <p:nvPr/>
            </p:nvSpPr>
            <p:spPr>
              <a:xfrm>
                <a:off x="1335344" y="3369000"/>
                <a:ext cx="86400" cy="864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481" name="Google Shape;1481;p41"/>
              <p:cNvCxnSpPr>
                <a:stCxn id="1480" idx="0"/>
                <a:endCxn id="1482" idx="4"/>
              </p:cNvCxnSpPr>
              <p:nvPr/>
            </p:nvCxnSpPr>
            <p:spPr>
              <a:xfrm rot="10800000">
                <a:off x="1378544" y="3200400"/>
                <a:ext cx="0" cy="168600"/>
              </a:xfrm>
              <a:prstGeom prst="straightConnector1">
                <a:avLst/>
              </a:prstGeom>
              <a:noFill/>
              <a:ln cap="flat" cmpd="sng" w="19050">
                <a:solidFill>
                  <a:schemeClr val="dk2"/>
                </a:solidFill>
                <a:prstDash val="solid"/>
                <a:round/>
                <a:headEnd len="med" w="med" type="none"/>
                <a:tailEnd len="med" w="med" type="none"/>
              </a:ln>
            </p:spPr>
          </p:cxnSp>
        </p:grpSp>
        <p:grpSp>
          <p:nvGrpSpPr>
            <p:cNvPr id="1483" name="Google Shape;1483;p41"/>
            <p:cNvGrpSpPr/>
            <p:nvPr/>
          </p:nvGrpSpPr>
          <p:grpSpPr>
            <a:xfrm>
              <a:off x="1613944" y="3325788"/>
              <a:ext cx="252600" cy="216000"/>
              <a:chOff x="1613944" y="3325788"/>
              <a:chExt cx="252600" cy="216000"/>
            </a:xfrm>
          </p:grpSpPr>
          <p:sp>
            <p:nvSpPr>
              <p:cNvPr id="1484" name="Google Shape;1484;p41"/>
              <p:cNvSpPr/>
              <p:nvPr/>
            </p:nvSpPr>
            <p:spPr>
              <a:xfrm>
                <a:off x="1613944" y="3455388"/>
                <a:ext cx="86400" cy="864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485" name="Google Shape;1485;p41"/>
              <p:cNvCxnSpPr>
                <a:stCxn id="1484" idx="0"/>
                <a:endCxn id="1486" idx="2"/>
              </p:cNvCxnSpPr>
              <p:nvPr/>
            </p:nvCxnSpPr>
            <p:spPr>
              <a:xfrm rot="-5400000">
                <a:off x="1697044" y="3285888"/>
                <a:ext cx="129600" cy="209400"/>
              </a:xfrm>
              <a:prstGeom prst="bentConnector2">
                <a:avLst/>
              </a:prstGeom>
              <a:noFill/>
              <a:ln cap="flat" cmpd="sng" w="19050">
                <a:solidFill>
                  <a:schemeClr val="lt2"/>
                </a:solidFill>
                <a:prstDash val="solid"/>
                <a:round/>
                <a:headEnd len="med" w="med" type="none"/>
                <a:tailEnd len="med" w="med" type="none"/>
              </a:ln>
            </p:spPr>
          </p:cxnSp>
        </p:grpSp>
        <p:grpSp>
          <p:nvGrpSpPr>
            <p:cNvPr id="1487" name="Google Shape;1487;p41"/>
            <p:cNvGrpSpPr/>
            <p:nvPr/>
          </p:nvGrpSpPr>
          <p:grpSpPr>
            <a:xfrm>
              <a:off x="1780219" y="3669663"/>
              <a:ext cx="254100" cy="86400"/>
              <a:chOff x="1780219" y="3669663"/>
              <a:chExt cx="254100" cy="86400"/>
            </a:xfrm>
          </p:grpSpPr>
          <p:sp>
            <p:nvSpPr>
              <p:cNvPr id="1488" name="Google Shape;1488;p41"/>
              <p:cNvSpPr/>
              <p:nvPr/>
            </p:nvSpPr>
            <p:spPr>
              <a:xfrm>
                <a:off x="1780219" y="3669663"/>
                <a:ext cx="86400" cy="86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489" name="Google Shape;1489;p41"/>
              <p:cNvCxnSpPr>
                <a:stCxn id="1488" idx="6"/>
                <a:endCxn id="1490" idx="2"/>
              </p:cNvCxnSpPr>
              <p:nvPr/>
            </p:nvCxnSpPr>
            <p:spPr>
              <a:xfrm>
                <a:off x="1866619" y="3712863"/>
                <a:ext cx="167700" cy="600"/>
              </a:xfrm>
              <a:prstGeom prst="bentConnector3">
                <a:avLst>
                  <a:gd fmla="val 50000" name="adj1"/>
                </a:avLst>
              </a:prstGeom>
              <a:noFill/>
              <a:ln cap="flat" cmpd="sng" w="19050">
                <a:solidFill>
                  <a:schemeClr val="accent1"/>
                </a:solidFill>
                <a:prstDash val="solid"/>
                <a:round/>
                <a:headEnd len="med" w="med" type="none"/>
                <a:tailEnd len="med" w="med" type="none"/>
              </a:ln>
            </p:spPr>
          </p:cxnSp>
        </p:grpSp>
        <p:grpSp>
          <p:nvGrpSpPr>
            <p:cNvPr id="1491" name="Google Shape;1491;p41"/>
            <p:cNvGrpSpPr/>
            <p:nvPr/>
          </p:nvGrpSpPr>
          <p:grpSpPr>
            <a:xfrm>
              <a:off x="890544" y="3325788"/>
              <a:ext cx="252600" cy="216000"/>
              <a:chOff x="890544" y="3325788"/>
              <a:chExt cx="252600" cy="216000"/>
            </a:xfrm>
          </p:grpSpPr>
          <p:sp>
            <p:nvSpPr>
              <p:cNvPr id="1492" name="Google Shape;1492;p41"/>
              <p:cNvSpPr/>
              <p:nvPr/>
            </p:nvSpPr>
            <p:spPr>
              <a:xfrm>
                <a:off x="1056744" y="3455388"/>
                <a:ext cx="86400" cy="864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493" name="Google Shape;1493;p41"/>
              <p:cNvCxnSpPr>
                <a:stCxn id="1492" idx="0"/>
                <a:endCxn id="1494" idx="6"/>
              </p:cNvCxnSpPr>
              <p:nvPr/>
            </p:nvCxnSpPr>
            <p:spPr>
              <a:xfrm flipH="1" rot="5400000">
                <a:off x="930444" y="3285888"/>
                <a:ext cx="129600" cy="209400"/>
              </a:xfrm>
              <a:prstGeom prst="bentConnector2">
                <a:avLst/>
              </a:prstGeom>
              <a:noFill/>
              <a:ln cap="flat" cmpd="sng" w="19050">
                <a:solidFill>
                  <a:schemeClr val="lt2"/>
                </a:solidFill>
                <a:prstDash val="solid"/>
                <a:round/>
                <a:headEnd len="med" w="med" type="none"/>
                <a:tailEnd len="med" w="med" type="none"/>
              </a:ln>
            </p:spPr>
          </p:cxnSp>
        </p:grpSp>
        <p:grpSp>
          <p:nvGrpSpPr>
            <p:cNvPr id="1495" name="Google Shape;1495;p41"/>
            <p:cNvGrpSpPr/>
            <p:nvPr/>
          </p:nvGrpSpPr>
          <p:grpSpPr>
            <a:xfrm>
              <a:off x="722669" y="3669663"/>
              <a:ext cx="254100" cy="86400"/>
              <a:chOff x="722669" y="3669663"/>
              <a:chExt cx="254100" cy="86400"/>
            </a:xfrm>
          </p:grpSpPr>
          <p:sp>
            <p:nvSpPr>
              <p:cNvPr id="1496" name="Google Shape;1496;p41"/>
              <p:cNvSpPr/>
              <p:nvPr/>
            </p:nvSpPr>
            <p:spPr>
              <a:xfrm>
                <a:off x="890369" y="3669663"/>
                <a:ext cx="86400" cy="86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497" name="Google Shape;1497;p41"/>
              <p:cNvCxnSpPr>
                <a:stCxn id="1496" idx="2"/>
                <a:endCxn id="1498" idx="6"/>
              </p:cNvCxnSpPr>
              <p:nvPr/>
            </p:nvCxnSpPr>
            <p:spPr>
              <a:xfrm flipH="1">
                <a:off x="722669" y="3712863"/>
                <a:ext cx="167700" cy="600"/>
              </a:xfrm>
              <a:prstGeom prst="bentConnector3">
                <a:avLst>
                  <a:gd fmla="val 50000" name="adj1"/>
                </a:avLst>
              </a:prstGeom>
              <a:noFill/>
              <a:ln cap="flat" cmpd="sng" w="19050">
                <a:solidFill>
                  <a:schemeClr val="accent1"/>
                </a:solidFill>
                <a:prstDash val="solid"/>
                <a:round/>
                <a:headEnd len="med" w="med" type="none"/>
                <a:tailEnd len="med" w="med" type="none"/>
              </a:ln>
            </p:spPr>
          </p:cxnSp>
        </p:grpSp>
      </p:grpSp>
      <p:sp>
        <p:nvSpPr>
          <p:cNvPr id="1499" name="Google Shape;1499;p41"/>
          <p:cNvSpPr/>
          <p:nvPr/>
        </p:nvSpPr>
        <p:spPr>
          <a:xfrm>
            <a:off x="3926960" y="4131597"/>
            <a:ext cx="496800" cy="430500"/>
          </a:xfrm>
          <a:prstGeom prst="wedgeRoundRectCallout">
            <a:avLst>
              <a:gd fmla="val -32241" name="adj1"/>
              <a:gd fmla="val 62646" name="adj2"/>
              <a:gd fmla="val 0"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500" name="Google Shape;1500;p41"/>
          <p:cNvSpPr/>
          <p:nvPr/>
        </p:nvSpPr>
        <p:spPr>
          <a:xfrm flipH="1" rot="5400000">
            <a:off x="2581507" y="3370312"/>
            <a:ext cx="770100" cy="1706100"/>
          </a:xfrm>
          <a:prstGeom prst="bentArrow">
            <a:avLst>
              <a:gd fmla="val 25000" name="adj1"/>
              <a:gd fmla="val 19775" name="adj2"/>
              <a:gd fmla="val 25000" name="adj3"/>
              <a:gd fmla="val 43750" name="adj4"/>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nvGrpSpPr>
          <p:cNvPr id="1501" name="Google Shape;1501;p41"/>
          <p:cNvGrpSpPr/>
          <p:nvPr/>
        </p:nvGrpSpPr>
        <p:grpSpPr>
          <a:xfrm flipH="1" rot="10800000">
            <a:off x="2113506" y="3398186"/>
            <a:ext cx="1292879" cy="923569"/>
            <a:chOff x="2536980" y="3717383"/>
            <a:chExt cx="1249400" cy="892509"/>
          </a:xfrm>
        </p:grpSpPr>
        <p:grpSp>
          <p:nvGrpSpPr>
            <p:cNvPr id="1502" name="Google Shape;1502;p41"/>
            <p:cNvGrpSpPr/>
            <p:nvPr/>
          </p:nvGrpSpPr>
          <p:grpSpPr>
            <a:xfrm>
              <a:off x="3192380" y="4230092"/>
              <a:ext cx="594000" cy="379800"/>
              <a:chOff x="3192380" y="4230092"/>
              <a:chExt cx="594000" cy="379800"/>
            </a:xfrm>
          </p:grpSpPr>
          <p:sp>
            <p:nvSpPr>
              <p:cNvPr id="1503" name="Google Shape;1503;p41"/>
              <p:cNvSpPr/>
              <p:nvPr/>
            </p:nvSpPr>
            <p:spPr>
              <a:xfrm>
                <a:off x="3192380" y="4230092"/>
                <a:ext cx="439200" cy="379800"/>
              </a:xfrm>
              <a:prstGeom prst="triangle">
                <a:avLst>
                  <a:gd fmla="val 50000" name="adj"/>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504" name="Google Shape;1504;p41"/>
              <p:cNvCxnSpPr>
                <a:stCxn id="1503" idx="3"/>
              </p:cNvCxnSpPr>
              <p:nvPr/>
            </p:nvCxnSpPr>
            <p:spPr>
              <a:xfrm>
                <a:off x="3411980" y="4609892"/>
                <a:ext cx="374400" cy="0"/>
              </a:xfrm>
              <a:prstGeom prst="straightConnector1">
                <a:avLst/>
              </a:prstGeom>
              <a:noFill/>
              <a:ln cap="flat" cmpd="sng" w="19050">
                <a:solidFill>
                  <a:schemeClr val="accent1"/>
                </a:solidFill>
                <a:prstDash val="solid"/>
                <a:round/>
                <a:headEnd len="med" w="med" type="none"/>
                <a:tailEnd len="med" w="med" type="none"/>
              </a:ln>
            </p:spPr>
          </p:cxnSp>
        </p:grpSp>
        <p:grpSp>
          <p:nvGrpSpPr>
            <p:cNvPr id="1505" name="Google Shape;1505;p41"/>
            <p:cNvGrpSpPr/>
            <p:nvPr/>
          </p:nvGrpSpPr>
          <p:grpSpPr>
            <a:xfrm>
              <a:off x="2536980" y="4230092"/>
              <a:ext cx="585600" cy="379800"/>
              <a:chOff x="2536980" y="4230092"/>
              <a:chExt cx="585600" cy="379800"/>
            </a:xfrm>
          </p:grpSpPr>
          <p:sp>
            <p:nvSpPr>
              <p:cNvPr id="1506" name="Google Shape;1506;p41"/>
              <p:cNvSpPr/>
              <p:nvPr/>
            </p:nvSpPr>
            <p:spPr>
              <a:xfrm>
                <a:off x="2683380" y="4230092"/>
                <a:ext cx="439200" cy="379800"/>
              </a:xfrm>
              <a:prstGeom prst="triangle">
                <a:avLst>
                  <a:gd fmla="val 50000" name="adj"/>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507" name="Google Shape;1507;p41"/>
              <p:cNvCxnSpPr>
                <a:endCxn id="1506" idx="3"/>
              </p:cNvCxnSpPr>
              <p:nvPr/>
            </p:nvCxnSpPr>
            <p:spPr>
              <a:xfrm>
                <a:off x="2536980" y="4609892"/>
                <a:ext cx="366000" cy="0"/>
              </a:xfrm>
              <a:prstGeom prst="straightConnector1">
                <a:avLst/>
              </a:prstGeom>
              <a:noFill/>
              <a:ln cap="flat" cmpd="sng" w="19050">
                <a:solidFill>
                  <a:schemeClr val="lt2"/>
                </a:solidFill>
                <a:prstDash val="solid"/>
                <a:round/>
                <a:headEnd len="med" w="med" type="none"/>
                <a:tailEnd len="med" w="med" type="none"/>
              </a:ln>
            </p:spPr>
          </p:cxnSp>
        </p:grpSp>
        <p:grpSp>
          <p:nvGrpSpPr>
            <p:cNvPr id="1508" name="Google Shape;1508;p41"/>
            <p:cNvGrpSpPr/>
            <p:nvPr/>
          </p:nvGrpSpPr>
          <p:grpSpPr>
            <a:xfrm>
              <a:off x="2942080" y="4160025"/>
              <a:ext cx="844200" cy="379800"/>
              <a:chOff x="2942080" y="4160025"/>
              <a:chExt cx="844200" cy="379800"/>
            </a:xfrm>
          </p:grpSpPr>
          <p:sp>
            <p:nvSpPr>
              <p:cNvPr id="1509" name="Google Shape;1509;p41"/>
              <p:cNvSpPr/>
              <p:nvPr/>
            </p:nvSpPr>
            <p:spPr>
              <a:xfrm flipH="1" rot="10800000">
                <a:off x="2942080" y="4160025"/>
                <a:ext cx="439200" cy="379800"/>
              </a:xfrm>
              <a:prstGeom prst="triangle">
                <a:avLst>
                  <a:gd fmla="val 50000" name="adj"/>
                </a:avLst>
              </a:prstGeom>
              <a:solidFill>
                <a:schemeClr val="dk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510" name="Google Shape;1510;p41"/>
              <p:cNvCxnSpPr>
                <a:stCxn id="1509" idx="3"/>
              </p:cNvCxnSpPr>
              <p:nvPr/>
            </p:nvCxnSpPr>
            <p:spPr>
              <a:xfrm>
                <a:off x="3161680" y="4160025"/>
                <a:ext cx="624600" cy="0"/>
              </a:xfrm>
              <a:prstGeom prst="straightConnector1">
                <a:avLst/>
              </a:prstGeom>
              <a:noFill/>
              <a:ln cap="flat" cmpd="sng" w="19050">
                <a:solidFill>
                  <a:schemeClr val="dk2"/>
                </a:solidFill>
                <a:prstDash val="solid"/>
                <a:round/>
                <a:headEnd len="med" w="med" type="none"/>
                <a:tailEnd len="med" w="med" type="none"/>
              </a:ln>
            </p:spPr>
          </p:cxnSp>
        </p:grpSp>
        <p:grpSp>
          <p:nvGrpSpPr>
            <p:cNvPr id="1511" name="Google Shape;1511;p41"/>
            <p:cNvGrpSpPr/>
            <p:nvPr/>
          </p:nvGrpSpPr>
          <p:grpSpPr>
            <a:xfrm>
              <a:off x="2537080" y="3717383"/>
              <a:ext cx="844200" cy="379800"/>
              <a:chOff x="2537080" y="3717383"/>
              <a:chExt cx="844200" cy="379800"/>
            </a:xfrm>
          </p:grpSpPr>
          <p:sp>
            <p:nvSpPr>
              <p:cNvPr id="1512" name="Google Shape;1512;p41"/>
              <p:cNvSpPr/>
              <p:nvPr/>
            </p:nvSpPr>
            <p:spPr>
              <a:xfrm>
                <a:off x="2942080" y="3717383"/>
                <a:ext cx="439200" cy="379800"/>
              </a:xfrm>
              <a:prstGeom prst="triangle">
                <a:avLst>
                  <a:gd fmla="val 50000" name="adj"/>
                </a:avLst>
              </a:prstGeom>
              <a:solidFill>
                <a:schemeClr val="l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513" name="Google Shape;1513;p41"/>
              <p:cNvCxnSpPr>
                <a:endCxn id="1512" idx="3"/>
              </p:cNvCxnSpPr>
              <p:nvPr/>
            </p:nvCxnSpPr>
            <p:spPr>
              <a:xfrm>
                <a:off x="2537080" y="4097183"/>
                <a:ext cx="624600" cy="0"/>
              </a:xfrm>
              <a:prstGeom prst="straightConnector1">
                <a:avLst/>
              </a:prstGeom>
              <a:noFill/>
              <a:ln cap="flat" cmpd="sng" w="19050">
                <a:solidFill>
                  <a:schemeClr val="lt1"/>
                </a:solidFill>
                <a:prstDash val="solid"/>
                <a:round/>
                <a:headEnd len="med" w="med" type="none"/>
                <a:tailEnd len="med" w="med" type="none"/>
              </a:ln>
            </p:spPr>
          </p:cxnSp>
        </p:grpSp>
      </p:grpSp>
      <p:grpSp>
        <p:nvGrpSpPr>
          <p:cNvPr id="1514" name="Google Shape;1514;p41"/>
          <p:cNvGrpSpPr/>
          <p:nvPr/>
        </p:nvGrpSpPr>
        <p:grpSpPr>
          <a:xfrm>
            <a:off x="8134675" y="1463191"/>
            <a:ext cx="294000" cy="294000"/>
            <a:chOff x="2845025" y="3203566"/>
            <a:chExt cx="294000" cy="294000"/>
          </a:xfrm>
        </p:grpSpPr>
        <p:sp>
          <p:nvSpPr>
            <p:cNvPr id="1515" name="Google Shape;1515;p41"/>
            <p:cNvSpPr/>
            <p:nvPr/>
          </p:nvSpPr>
          <p:spPr>
            <a:xfrm flipH="1">
              <a:off x="2845025" y="3203566"/>
              <a:ext cx="294000" cy="294000"/>
            </a:xfrm>
            <a:prstGeom prst="teardrop">
              <a:avLst>
                <a:gd fmla="val 10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516" name="Google Shape;1516;p41"/>
            <p:cNvSpPr/>
            <p:nvPr/>
          </p:nvSpPr>
          <p:spPr>
            <a:xfrm flipH="1" rot="10800000">
              <a:off x="2867025" y="3228925"/>
              <a:ext cx="103500" cy="102600"/>
            </a:xfrm>
            <a:prstGeom prst="triangle">
              <a:avLst>
                <a:gd fmla="val 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1517" name="Google Shape;1517;p41"/>
          <p:cNvGrpSpPr/>
          <p:nvPr/>
        </p:nvGrpSpPr>
        <p:grpSpPr>
          <a:xfrm>
            <a:off x="7677625" y="1468816"/>
            <a:ext cx="294000" cy="294000"/>
            <a:chOff x="3139025" y="3203566"/>
            <a:chExt cx="294000" cy="294000"/>
          </a:xfrm>
        </p:grpSpPr>
        <p:sp>
          <p:nvSpPr>
            <p:cNvPr id="1518" name="Google Shape;1518;p41"/>
            <p:cNvSpPr/>
            <p:nvPr/>
          </p:nvSpPr>
          <p:spPr>
            <a:xfrm flipH="1">
              <a:off x="3139025" y="3203566"/>
              <a:ext cx="294000" cy="294000"/>
            </a:xfrm>
            <a:prstGeom prst="round2SameRect">
              <a:avLst>
                <a:gd fmla="val 0" name="adj1"/>
                <a:gd fmla="val 5000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519" name="Google Shape;1519;p41"/>
            <p:cNvSpPr/>
            <p:nvPr/>
          </p:nvSpPr>
          <p:spPr>
            <a:xfrm flipH="1" rot="10800000">
              <a:off x="3164625" y="3228925"/>
              <a:ext cx="103500" cy="102600"/>
            </a:xfrm>
            <a:prstGeom prst="triangle">
              <a:avLst>
                <a:gd fmla="val 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1520" name="Google Shape;1520;p41"/>
          <p:cNvGrpSpPr/>
          <p:nvPr/>
        </p:nvGrpSpPr>
        <p:grpSpPr>
          <a:xfrm>
            <a:off x="4531113" y="3391755"/>
            <a:ext cx="1557172" cy="1217042"/>
            <a:chOff x="4119061" y="3203568"/>
            <a:chExt cx="1797912" cy="1405198"/>
          </a:xfrm>
        </p:grpSpPr>
        <p:grpSp>
          <p:nvGrpSpPr>
            <p:cNvPr id="1521" name="Google Shape;1521;p41"/>
            <p:cNvGrpSpPr/>
            <p:nvPr/>
          </p:nvGrpSpPr>
          <p:grpSpPr>
            <a:xfrm>
              <a:off x="4293061" y="3203568"/>
              <a:ext cx="1449912" cy="1405198"/>
              <a:chOff x="4293061" y="3203568"/>
              <a:chExt cx="1449912" cy="1405198"/>
            </a:xfrm>
          </p:grpSpPr>
          <p:grpSp>
            <p:nvGrpSpPr>
              <p:cNvPr id="1522" name="Google Shape;1522;p41"/>
              <p:cNvGrpSpPr/>
              <p:nvPr/>
            </p:nvGrpSpPr>
            <p:grpSpPr>
              <a:xfrm>
                <a:off x="4370871" y="3203568"/>
                <a:ext cx="1293846" cy="1405198"/>
                <a:chOff x="7734309" y="2063282"/>
                <a:chExt cx="570957" cy="620095"/>
              </a:xfrm>
            </p:grpSpPr>
            <p:grpSp>
              <p:nvGrpSpPr>
                <p:cNvPr id="1523" name="Google Shape;1523;p41"/>
                <p:cNvGrpSpPr/>
                <p:nvPr/>
              </p:nvGrpSpPr>
              <p:grpSpPr>
                <a:xfrm>
                  <a:off x="8031573" y="2063282"/>
                  <a:ext cx="273693" cy="620095"/>
                  <a:chOff x="8031573" y="2063282"/>
                  <a:chExt cx="273693" cy="620095"/>
                </a:xfrm>
              </p:grpSpPr>
              <p:sp>
                <p:nvSpPr>
                  <p:cNvPr id="1524" name="Google Shape;1524;p41"/>
                  <p:cNvSpPr/>
                  <p:nvPr/>
                </p:nvSpPr>
                <p:spPr>
                  <a:xfrm>
                    <a:off x="8031573" y="2481676"/>
                    <a:ext cx="246012" cy="201702"/>
                  </a:xfrm>
                  <a:custGeom>
                    <a:rect b="b" l="l" r="r" t="t"/>
                    <a:pathLst>
                      <a:path extrusionOk="0" h="14712" w="17944">
                        <a:moveTo>
                          <a:pt x="13714" y="1"/>
                        </a:moveTo>
                        <a:cubicBezTo>
                          <a:pt x="13485" y="1"/>
                          <a:pt x="13243" y="5"/>
                          <a:pt x="12987" y="13"/>
                        </a:cubicBezTo>
                        <a:cubicBezTo>
                          <a:pt x="11706" y="56"/>
                          <a:pt x="10294" y="76"/>
                          <a:pt x="8782" y="76"/>
                        </a:cubicBezTo>
                        <a:cubicBezTo>
                          <a:pt x="8568" y="76"/>
                          <a:pt x="8352" y="76"/>
                          <a:pt x="8134" y="75"/>
                        </a:cubicBezTo>
                        <a:lnTo>
                          <a:pt x="8118" y="75"/>
                        </a:lnTo>
                        <a:cubicBezTo>
                          <a:pt x="8116" y="75"/>
                          <a:pt x="8114" y="75"/>
                          <a:pt x="8112" y="75"/>
                        </a:cubicBezTo>
                        <a:cubicBezTo>
                          <a:pt x="6297" y="75"/>
                          <a:pt x="4825" y="1549"/>
                          <a:pt x="4828" y="3365"/>
                        </a:cubicBezTo>
                        <a:lnTo>
                          <a:pt x="4828" y="4847"/>
                        </a:lnTo>
                        <a:lnTo>
                          <a:pt x="6675" y="4847"/>
                        </a:lnTo>
                        <a:cubicBezTo>
                          <a:pt x="9163" y="4850"/>
                          <a:pt x="11182" y="6869"/>
                          <a:pt x="11185" y="9357"/>
                        </a:cubicBezTo>
                        <a:lnTo>
                          <a:pt x="11185" y="9535"/>
                        </a:lnTo>
                        <a:cubicBezTo>
                          <a:pt x="11185" y="9839"/>
                          <a:pt x="10936" y="10088"/>
                          <a:pt x="10632" y="10088"/>
                        </a:cubicBezTo>
                        <a:cubicBezTo>
                          <a:pt x="10328" y="10088"/>
                          <a:pt x="10079" y="9839"/>
                          <a:pt x="10079" y="9535"/>
                        </a:cubicBezTo>
                        <a:lnTo>
                          <a:pt x="10079" y="9357"/>
                        </a:lnTo>
                        <a:cubicBezTo>
                          <a:pt x="10079" y="7477"/>
                          <a:pt x="8555" y="5953"/>
                          <a:pt x="6675" y="5953"/>
                        </a:cubicBezTo>
                        <a:lnTo>
                          <a:pt x="1" y="5953"/>
                        </a:lnTo>
                        <a:lnTo>
                          <a:pt x="1" y="12851"/>
                        </a:lnTo>
                        <a:cubicBezTo>
                          <a:pt x="460" y="13288"/>
                          <a:pt x="2279" y="14711"/>
                          <a:pt x="6423" y="14711"/>
                        </a:cubicBezTo>
                        <a:cubicBezTo>
                          <a:pt x="11525" y="14711"/>
                          <a:pt x="14168" y="11628"/>
                          <a:pt x="14527" y="8571"/>
                        </a:cubicBezTo>
                        <a:cubicBezTo>
                          <a:pt x="14553" y="8351"/>
                          <a:pt x="14705" y="8169"/>
                          <a:pt x="14919" y="8105"/>
                        </a:cubicBezTo>
                        <a:cubicBezTo>
                          <a:pt x="15042" y="8069"/>
                          <a:pt x="17944" y="7154"/>
                          <a:pt x="17882" y="3957"/>
                        </a:cubicBezTo>
                        <a:cubicBezTo>
                          <a:pt x="17856" y="2779"/>
                          <a:pt x="17727" y="1961"/>
                          <a:pt x="17459" y="1392"/>
                        </a:cubicBezTo>
                        <a:cubicBezTo>
                          <a:pt x="17352" y="1201"/>
                          <a:pt x="17093" y="842"/>
                          <a:pt x="17028" y="780"/>
                        </a:cubicBezTo>
                        <a:cubicBezTo>
                          <a:pt x="16462" y="243"/>
                          <a:pt x="15452" y="1"/>
                          <a:pt x="1371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5" name="Google Shape;1525;p41"/>
                  <p:cNvSpPr/>
                  <p:nvPr/>
                </p:nvSpPr>
                <p:spPr>
                  <a:xfrm>
                    <a:off x="8031573" y="2298026"/>
                    <a:ext cx="273693" cy="250112"/>
                  </a:xfrm>
                  <a:custGeom>
                    <a:rect b="b" l="l" r="r" t="t"/>
                    <a:pathLst>
                      <a:path extrusionOk="0" h="18243" w="19963">
                        <a:moveTo>
                          <a:pt x="16810" y="1"/>
                        </a:moveTo>
                        <a:cubicBezTo>
                          <a:pt x="16764" y="1"/>
                          <a:pt x="16738" y="2"/>
                          <a:pt x="16737" y="2"/>
                        </a:cubicBezTo>
                        <a:lnTo>
                          <a:pt x="12039" y="2"/>
                        </a:lnTo>
                        <a:cubicBezTo>
                          <a:pt x="9752" y="2"/>
                          <a:pt x="7902" y="1856"/>
                          <a:pt x="7898" y="4140"/>
                        </a:cubicBezTo>
                        <a:lnTo>
                          <a:pt x="7898" y="6748"/>
                        </a:lnTo>
                        <a:lnTo>
                          <a:pt x="8303" y="6748"/>
                        </a:lnTo>
                        <a:cubicBezTo>
                          <a:pt x="9966" y="6748"/>
                          <a:pt x="11315" y="8097"/>
                          <a:pt x="11315" y="9760"/>
                        </a:cubicBezTo>
                        <a:lnTo>
                          <a:pt x="11315" y="10333"/>
                        </a:lnTo>
                        <a:cubicBezTo>
                          <a:pt x="11315" y="10637"/>
                          <a:pt x="11069" y="10886"/>
                          <a:pt x="10761" y="10886"/>
                        </a:cubicBezTo>
                        <a:cubicBezTo>
                          <a:pt x="10457" y="10886"/>
                          <a:pt x="10211" y="10637"/>
                          <a:pt x="10211" y="10333"/>
                        </a:cubicBezTo>
                        <a:lnTo>
                          <a:pt x="10211" y="9760"/>
                        </a:lnTo>
                        <a:cubicBezTo>
                          <a:pt x="10208" y="8705"/>
                          <a:pt x="9357" y="7854"/>
                          <a:pt x="8303" y="7851"/>
                        </a:cubicBezTo>
                        <a:lnTo>
                          <a:pt x="6449" y="7851"/>
                        </a:lnTo>
                        <a:cubicBezTo>
                          <a:pt x="5362" y="7851"/>
                          <a:pt x="4482" y="8731"/>
                          <a:pt x="4482" y="9818"/>
                        </a:cubicBezTo>
                        <a:lnTo>
                          <a:pt x="4482" y="10624"/>
                        </a:lnTo>
                        <a:cubicBezTo>
                          <a:pt x="4482" y="10931"/>
                          <a:pt x="4233" y="11177"/>
                          <a:pt x="3929" y="11177"/>
                        </a:cubicBezTo>
                        <a:cubicBezTo>
                          <a:pt x="3624" y="11177"/>
                          <a:pt x="3375" y="10931"/>
                          <a:pt x="3375" y="10624"/>
                        </a:cubicBezTo>
                        <a:lnTo>
                          <a:pt x="3375" y="9818"/>
                        </a:lnTo>
                        <a:cubicBezTo>
                          <a:pt x="3375" y="8123"/>
                          <a:pt x="4750" y="6745"/>
                          <a:pt x="6449" y="6745"/>
                        </a:cubicBezTo>
                        <a:lnTo>
                          <a:pt x="6792" y="6745"/>
                        </a:lnTo>
                        <a:lnTo>
                          <a:pt x="6792" y="5230"/>
                        </a:lnTo>
                        <a:lnTo>
                          <a:pt x="1" y="5230"/>
                        </a:lnTo>
                        <a:lnTo>
                          <a:pt x="1" y="18243"/>
                        </a:lnTo>
                        <a:lnTo>
                          <a:pt x="3722" y="18243"/>
                        </a:lnTo>
                        <a:lnTo>
                          <a:pt x="3722" y="16761"/>
                        </a:lnTo>
                        <a:cubicBezTo>
                          <a:pt x="3722" y="14335"/>
                          <a:pt x="5689" y="12364"/>
                          <a:pt x="8118" y="12364"/>
                        </a:cubicBezTo>
                        <a:lnTo>
                          <a:pt x="8138" y="12364"/>
                        </a:lnTo>
                        <a:cubicBezTo>
                          <a:pt x="8355" y="12365"/>
                          <a:pt x="8571" y="12366"/>
                          <a:pt x="8785" y="12366"/>
                        </a:cubicBezTo>
                        <a:cubicBezTo>
                          <a:pt x="10281" y="12366"/>
                          <a:pt x="11680" y="12346"/>
                          <a:pt x="12949" y="12306"/>
                        </a:cubicBezTo>
                        <a:cubicBezTo>
                          <a:pt x="13215" y="12297"/>
                          <a:pt x="13470" y="12293"/>
                          <a:pt x="13712" y="12293"/>
                        </a:cubicBezTo>
                        <a:cubicBezTo>
                          <a:pt x="15786" y="12293"/>
                          <a:pt x="16995" y="12621"/>
                          <a:pt x="17789" y="13374"/>
                        </a:cubicBezTo>
                        <a:cubicBezTo>
                          <a:pt x="17866" y="13448"/>
                          <a:pt x="17941" y="13526"/>
                          <a:pt x="18009" y="13610"/>
                        </a:cubicBezTo>
                        <a:cubicBezTo>
                          <a:pt x="19963" y="12539"/>
                          <a:pt x="19927" y="9744"/>
                          <a:pt x="19927" y="9715"/>
                        </a:cubicBezTo>
                        <a:lnTo>
                          <a:pt x="19927" y="4156"/>
                        </a:lnTo>
                        <a:cubicBezTo>
                          <a:pt x="19927" y="2603"/>
                          <a:pt x="19545" y="1461"/>
                          <a:pt x="18795" y="763"/>
                        </a:cubicBezTo>
                        <a:cubicBezTo>
                          <a:pt x="18032" y="53"/>
                          <a:pt x="17079" y="1"/>
                          <a:pt x="1681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6" name="Google Shape;1526;p41"/>
                  <p:cNvSpPr/>
                  <p:nvPr/>
                </p:nvSpPr>
                <p:spPr>
                  <a:xfrm>
                    <a:off x="8031573" y="2063282"/>
                    <a:ext cx="177311" cy="142529"/>
                  </a:xfrm>
                  <a:custGeom>
                    <a:rect b="b" l="l" r="r" t="t"/>
                    <a:pathLst>
                      <a:path extrusionOk="0" h="10396" w="12933">
                        <a:moveTo>
                          <a:pt x="3097" y="1"/>
                        </a:moveTo>
                        <a:cubicBezTo>
                          <a:pt x="134" y="1"/>
                          <a:pt x="4" y="3928"/>
                          <a:pt x="1" y="4087"/>
                        </a:cubicBezTo>
                        <a:lnTo>
                          <a:pt x="1" y="10396"/>
                        </a:lnTo>
                        <a:lnTo>
                          <a:pt x="3796" y="10396"/>
                        </a:lnTo>
                        <a:cubicBezTo>
                          <a:pt x="5061" y="10393"/>
                          <a:pt x="6087" y="9367"/>
                          <a:pt x="6087" y="8102"/>
                        </a:cubicBezTo>
                        <a:lnTo>
                          <a:pt x="6087" y="7568"/>
                        </a:lnTo>
                        <a:cubicBezTo>
                          <a:pt x="6083" y="6255"/>
                          <a:pt x="5022" y="5193"/>
                          <a:pt x="3712" y="5193"/>
                        </a:cubicBezTo>
                        <a:lnTo>
                          <a:pt x="2803" y="5193"/>
                        </a:lnTo>
                        <a:cubicBezTo>
                          <a:pt x="2499" y="5193"/>
                          <a:pt x="2249" y="4944"/>
                          <a:pt x="2249" y="4640"/>
                        </a:cubicBezTo>
                        <a:cubicBezTo>
                          <a:pt x="2249" y="4336"/>
                          <a:pt x="2499" y="4087"/>
                          <a:pt x="2803" y="4087"/>
                        </a:cubicBezTo>
                        <a:lnTo>
                          <a:pt x="3715" y="4087"/>
                        </a:lnTo>
                        <a:cubicBezTo>
                          <a:pt x="5507" y="4090"/>
                          <a:pt x="7009" y="5456"/>
                          <a:pt x="7180" y="7241"/>
                        </a:cubicBezTo>
                        <a:lnTo>
                          <a:pt x="12741" y="7241"/>
                        </a:lnTo>
                        <a:cubicBezTo>
                          <a:pt x="12868" y="7086"/>
                          <a:pt x="12932" y="6847"/>
                          <a:pt x="12777" y="6420"/>
                        </a:cubicBezTo>
                        <a:cubicBezTo>
                          <a:pt x="12389" y="5323"/>
                          <a:pt x="10755" y="3708"/>
                          <a:pt x="8616" y="2301"/>
                        </a:cubicBezTo>
                        <a:cubicBezTo>
                          <a:pt x="6494" y="903"/>
                          <a:pt x="4327" y="1"/>
                          <a:pt x="309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7" name="Google Shape;1527;p41"/>
                  <p:cNvSpPr/>
                  <p:nvPr/>
                </p:nvSpPr>
                <p:spPr>
                  <a:xfrm>
                    <a:off x="8031573" y="2177659"/>
                    <a:ext cx="221307" cy="176914"/>
                  </a:xfrm>
                  <a:custGeom>
                    <a:rect b="b" l="l" r="r" t="t"/>
                    <a:pathLst>
                      <a:path extrusionOk="0" h="12904" w="16142">
                        <a:moveTo>
                          <a:pt x="13080" y="0"/>
                        </a:moveTo>
                        <a:cubicBezTo>
                          <a:pt x="13032" y="0"/>
                          <a:pt x="13005" y="2"/>
                          <a:pt x="13004" y="2"/>
                        </a:cubicBezTo>
                        <a:cubicBezTo>
                          <a:pt x="12997" y="3"/>
                          <a:pt x="12991" y="4"/>
                          <a:pt x="12985" y="4"/>
                        </a:cubicBezTo>
                        <a:cubicBezTo>
                          <a:pt x="12978" y="4"/>
                          <a:pt x="12973" y="3"/>
                          <a:pt x="12968" y="2"/>
                        </a:cubicBezTo>
                        <a:lnTo>
                          <a:pt x="7183" y="2"/>
                        </a:lnTo>
                        <a:cubicBezTo>
                          <a:pt x="7054" y="1778"/>
                          <a:pt x="5579" y="3156"/>
                          <a:pt x="3796" y="3156"/>
                        </a:cubicBezTo>
                        <a:lnTo>
                          <a:pt x="1" y="3156"/>
                        </a:lnTo>
                        <a:lnTo>
                          <a:pt x="1" y="12904"/>
                        </a:lnTo>
                        <a:lnTo>
                          <a:pt x="6792" y="12904"/>
                        </a:lnTo>
                        <a:cubicBezTo>
                          <a:pt x="6802" y="10018"/>
                          <a:pt x="9150" y="7676"/>
                          <a:pt x="12036" y="7676"/>
                        </a:cubicBezTo>
                        <a:lnTo>
                          <a:pt x="16142" y="7676"/>
                        </a:lnTo>
                        <a:lnTo>
                          <a:pt x="16142" y="3137"/>
                        </a:lnTo>
                        <a:cubicBezTo>
                          <a:pt x="16142" y="2108"/>
                          <a:pt x="15857" y="1318"/>
                          <a:pt x="15297" y="788"/>
                        </a:cubicBezTo>
                        <a:cubicBezTo>
                          <a:pt x="14516" y="51"/>
                          <a:pt x="13383" y="0"/>
                          <a:pt x="130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28" name="Google Shape;1528;p41"/>
                <p:cNvGrpSpPr/>
                <p:nvPr/>
              </p:nvGrpSpPr>
              <p:grpSpPr>
                <a:xfrm flipH="1">
                  <a:off x="7734309" y="2063282"/>
                  <a:ext cx="273693" cy="620095"/>
                  <a:chOff x="8031573" y="2063282"/>
                  <a:chExt cx="273693" cy="620095"/>
                </a:xfrm>
              </p:grpSpPr>
              <p:sp>
                <p:nvSpPr>
                  <p:cNvPr id="1529" name="Google Shape;1529;p41"/>
                  <p:cNvSpPr/>
                  <p:nvPr/>
                </p:nvSpPr>
                <p:spPr>
                  <a:xfrm>
                    <a:off x="8031573" y="2481676"/>
                    <a:ext cx="246012" cy="201702"/>
                  </a:xfrm>
                  <a:custGeom>
                    <a:rect b="b" l="l" r="r" t="t"/>
                    <a:pathLst>
                      <a:path extrusionOk="0" h="14712" w="17944">
                        <a:moveTo>
                          <a:pt x="13714" y="1"/>
                        </a:moveTo>
                        <a:cubicBezTo>
                          <a:pt x="13485" y="1"/>
                          <a:pt x="13243" y="5"/>
                          <a:pt x="12987" y="13"/>
                        </a:cubicBezTo>
                        <a:cubicBezTo>
                          <a:pt x="11706" y="56"/>
                          <a:pt x="10294" y="76"/>
                          <a:pt x="8782" y="76"/>
                        </a:cubicBezTo>
                        <a:cubicBezTo>
                          <a:pt x="8568" y="76"/>
                          <a:pt x="8352" y="76"/>
                          <a:pt x="8134" y="75"/>
                        </a:cubicBezTo>
                        <a:lnTo>
                          <a:pt x="8118" y="75"/>
                        </a:lnTo>
                        <a:cubicBezTo>
                          <a:pt x="8116" y="75"/>
                          <a:pt x="8114" y="75"/>
                          <a:pt x="8112" y="75"/>
                        </a:cubicBezTo>
                        <a:cubicBezTo>
                          <a:pt x="6297" y="75"/>
                          <a:pt x="4825" y="1549"/>
                          <a:pt x="4828" y="3365"/>
                        </a:cubicBezTo>
                        <a:lnTo>
                          <a:pt x="4828" y="4847"/>
                        </a:lnTo>
                        <a:lnTo>
                          <a:pt x="6675" y="4847"/>
                        </a:lnTo>
                        <a:cubicBezTo>
                          <a:pt x="9163" y="4850"/>
                          <a:pt x="11182" y="6869"/>
                          <a:pt x="11185" y="9357"/>
                        </a:cubicBezTo>
                        <a:lnTo>
                          <a:pt x="11185" y="9535"/>
                        </a:lnTo>
                        <a:cubicBezTo>
                          <a:pt x="11185" y="9839"/>
                          <a:pt x="10936" y="10088"/>
                          <a:pt x="10632" y="10088"/>
                        </a:cubicBezTo>
                        <a:cubicBezTo>
                          <a:pt x="10328" y="10088"/>
                          <a:pt x="10079" y="9839"/>
                          <a:pt x="10079" y="9535"/>
                        </a:cubicBezTo>
                        <a:lnTo>
                          <a:pt x="10079" y="9357"/>
                        </a:lnTo>
                        <a:cubicBezTo>
                          <a:pt x="10079" y="7477"/>
                          <a:pt x="8555" y="5953"/>
                          <a:pt x="6675" y="5953"/>
                        </a:cubicBezTo>
                        <a:lnTo>
                          <a:pt x="1" y="5953"/>
                        </a:lnTo>
                        <a:lnTo>
                          <a:pt x="1" y="12851"/>
                        </a:lnTo>
                        <a:cubicBezTo>
                          <a:pt x="460" y="13288"/>
                          <a:pt x="2279" y="14711"/>
                          <a:pt x="6423" y="14711"/>
                        </a:cubicBezTo>
                        <a:cubicBezTo>
                          <a:pt x="11525" y="14711"/>
                          <a:pt x="14168" y="11628"/>
                          <a:pt x="14527" y="8571"/>
                        </a:cubicBezTo>
                        <a:cubicBezTo>
                          <a:pt x="14553" y="8351"/>
                          <a:pt x="14705" y="8169"/>
                          <a:pt x="14919" y="8105"/>
                        </a:cubicBezTo>
                        <a:cubicBezTo>
                          <a:pt x="15042" y="8069"/>
                          <a:pt x="17944" y="7154"/>
                          <a:pt x="17882" y="3957"/>
                        </a:cubicBezTo>
                        <a:cubicBezTo>
                          <a:pt x="17856" y="2779"/>
                          <a:pt x="17727" y="1961"/>
                          <a:pt x="17459" y="1392"/>
                        </a:cubicBezTo>
                        <a:cubicBezTo>
                          <a:pt x="17352" y="1201"/>
                          <a:pt x="17093" y="842"/>
                          <a:pt x="17028" y="780"/>
                        </a:cubicBezTo>
                        <a:cubicBezTo>
                          <a:pt x="16462" y="243"/>
                          <a:pt x="15452" y="1"/>
                          <a:pt x="1371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0" name="Google Shape;1530;p41"/>
                  <p:cNvSpPr/>
                  <p:nvPr/>
                </p:nvSpPr>
                <p:spPr>
                  <a:xfrm>
                    <a:off x="8031573" y="2298026"/>
                    <a:ext cx="273693" cy="250112"/>
                  </a:xfrm>
                  <a:custGeom>
                    <a:rect b="b" l="l" r="r" t="t"/>
                    <a:pathLst>
                      <a:path extrusionOk="0" h="18243" w="19963">
                        <a:moveTo>
                          <a:pt x="16810" y="1"/>
                        </a:moveTo>
                        <a:cubicBezTo>
                          <a:pt x="16764" y="1"/>
                          <a:pt x="16738" y="2"/>
                          <a:pt x="16737" y="2"/>
                        </a:cubicBezTo>
                        <a:lnTo>
                          <a:pt x="12039" y="2"/>
                        </a:lnTo>
                        <a:cubicBezTo>
                          <a:pt x="9752" y="2"/>
                          <a:pt x="7902" y="1856"/>
                          <a:pt x="7898" y="4140"/>
                        </a:cubicBezTo>
                        <a:lnTo>
                          <a:pt x="7898" y="6748"/>
                        </a:lnTo>
                        <a:lnTo>
                          <a:pt x="8303" y="6748"/>
                        </a:lnTo>
                        <a:cubicBezTo>
                          <a:pt x="9966" y="6748"/>
                          <a:pt x="11315" y="8097"/>
                          <a:pt x="11315" y="9760"/>
                        </a:cubicBezTo>
                        <a:lnTo>
                          <a:pt x="11315" y="10333"/>
                        </a:lnTo>
                        <a:cubicBezTo>
                          <a:pt x="11315" y="10637"/>
                          <a:pt x="11069" y="10886"/>
                          <a:pt x="10761" y="10886"/>
                        </a:cubicBezTo>
                        <a:cubicBezTo>
                          <a:pt x="10457" y="10886"/>
                          <a:pt x="10211" y="10637"/>
                          <a:pt x="10211" y="10333"/>
                        </a:cubicBezTo>
                        <a:lnTo>
                          <a:pt x="10211" y="9760"/>
                        </a:lnTo>
                        <a:cubicBezTo>
                          <a:pt x="10208" y="8705"/>
                          <a:pt x="9357" y="7854"/>
                          <a:pt x="8303" y="7851"/>
                        </a:cubicBezTo>
                        <a:lnTo>
                          <a:pt x="6449" y="7851"/>
                        </a:lnTo>
                        <a:cubicBezTo>
                          <a:pt x="5362" y="7851"/>
                          <a:pt x="4482" y="8731"/>
                          <a:pt x="4482" y="9818"/>
                        </a:cubicBezTo>
                        <a:lnTo>
                          <a:pt x="4482" y="10624"/>
                        </a:lnTo>
                        <a:cubicBezTo>
                          <a:pt x="4482" y="10931"/>
                          <a:pt x="4233" y="11177"/>
                          <a:pt x="3929" y="11177"/>
                        </a:cubicBezTo>
                        <a:cubicBezTo>
                          <a:pt x="3624" y="11177"/>
                          <a:pt x="3375" y="10931"/>
                          <a:pt x="3375" y="10624"/>
                        </a:cubicBezTo>
                        <a:lnTo>
                          <a:pt x="3375" y="9818"/>
                        </a:lnTo>
                        <a:cubicBezTo>
                          <a:pt x="3375" y="8123"/>
                          <a:pt x="4750" y="6745"/>
                          <a:pt x="6449" y="6745"/>
                        </a:cubicBezTo>
                        <a:lnTo>
                          <a:pt x="6792" y="6745"/>
                        </a:lnTo>
                        <a:lnTo>
                          <a:pt x="6792" y="5230"/>
                        </a:lnTo>
                        <a:lnTo>
                          <a:pt x="1" y="5230"/>
                        </a:lnTo>
                        <a:lnTo>
                          <a:pt x="1" y="18243"/>
                        </a:lnTo>
                        <a:lnTo>
                          <a:pt x="3722" y="18243"/>
                        </a:lnTo>
                        <a:lnTo>
                          <a:pt x="3722" y="16761"/>
                        </a:lnTo>
                        <a:cubicBezTo>
                          <a:pt x="3722" y="14335"/>
                          <a:pt x="5689" y="12364"/>
                          <a:pt x="8118" y="12364"/>
                        </a:cubicBezTo>
                        <a:lnTo>
                          <a:pt x="8138" y="12364"/>
                        </a:lnTo>
                        <a:cubicBezTo>
                          <a:pt x="8355" y="12365"/>
                          <a:pt x="8571" y="12366"/>
                          <a:pt x="8785" y="12366"/>
                        </a:cubicBezTo>
                        <a:cubicBezTo>
                          <a:pt x="10281" y="12366"/>
                          <a:pt x="11680" y="12346"/>
                          <a:pt x="12949" y="12306"/>
                        </a:cubicBezTo>
                        <a:cubicBezTo>
                          <a:pt x="13215" y="12297"/>
                          <a:pt x="13470" y="12293"/>
                          <a:pt x="13712" y="12293"/>
                        </a:cubicBezTo>
                        <a:cubicBezTo>
                          <a:pt x="15786" y="12293"/>
                          <a:pt x="16995" y="12621"/>
                          <a:pt x="17789" y="13374"/>
                        </a:cubicBezTo>
                        <a:cubicBezTo>
                          <a:pt x="17866" y="13448"/>
                          <a:pt x="17941" y="13526"/>
                          <a:pt x="18009" y="13610"/>
                        </a:cubicBezTo>
                        <a:cubicBezTo>
                          <a:pt x="19963" y="12539"/>
                          <a:pt x="19927" y="9744"/>
                          <a:pt x="19927" y="9715"/>
                        </a:cubicBezTo>
                        <a:lnTo>
                          <a:pt x="19927" y="4156"/>
                        </a:lnTo>
                        <a:cubicBezTo>
                          <a:pt x="19927" y="2603"/>
                          <a:pt x="19545" y="1461"/>
                          <a:pt x="18795" y="763"/>
                        </a:cubicBezTo>
                        <a:cubicBezTo>
                          <a:pt x="18032" y="53"/>
                          <a:pt x="17079" y="1"/>
                          <a:pt x="1681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1" name="Google Shape;1531;p41"/>
                  <p:cNvSpPr/>
                  <p:nvPr/>
                </p:nvSpPr>
                <p:spPr>
                  <a:xfrm>
                    <a:off x="8031573" y="2063282"/>
                    <a:ext cx="177311" cy="142529"/>
                  </a:xfrm>
                  <a:custGeom>
                    <a:rect b="b" l="l" r="r" t="t"/>
                    <a:pathLst>
                      <a:path extrusionOk="0" h="10396" w="12933">
                        <a:moveTo>
                          <a:pt x="3097" y="1"/>
                        </a:moveTo>
                        <a:cubicBezTo>
                          <a:pt x="134" y="1"/>
                          <a:pt x="4" y="3928"/>
                          <a:pt x="1" y="4087"/>
                        </a:cubicBezTo>
                        <a:lnTo>
                          <a:pt x="1" y="10396"/>
                        </a:lnTo>
                        <a:lnTo>
                          <a:pt x="3796" y="10396"/>
                        </a:lnTo>
                        <a:cubicBezTo>
                          <a:pt x="5061" y="10393"/>
                          <a:pt x="6087" y="9367"/>
                          <a:pt x="6087" y="8102"/>
                        </a:cubicBezTo>
                        <a:lnTo>
                          <a:pt x="6087" y="7568"/>
                        </a:lnTo>
                        <a:cubicBezTo>
                          <a:pt x="6083" y="6255"/>
                          <a:pt x="5022" y="5193"/>
                          <a:pt x="3712" y="5193"/>
                        </a:cubicBezTo>
                        <a:lnTo>
                          <a:pt x="2803" y="5193"/>
                        </a:lnTo>
                        <a:cubicBezTo>
                          <a:pt x="2499" y="5193"/>
                          <a:pt x="2249" y="4944"/>
                          <a:pt x="2249" y="4640"/>
                        </a:cubicBezTo>
                        <a:cubicBezTo>
                          <a:pt x="2249" y="4336"/>
                          <a:pt x="2499" y="4087"/>
                          <a:pt x="2803" y="4087"/>
                        </a:cubicBezTo>
                        <a:lnTo>
                          <a:pt x="3715" y="4087"/>
                        </a:lnTo>
                        <a:cubicBezTo>
                          <a:pt x="5507" y="4090"/>
                          <a:pt x="7009" y="5456"/>
                          <a:pt x="7180" y="7241"/>
                        </a:cubicBezTo>
                        <a:lnTo>
                          <a:pt x="12741" y="7241"/>
                        </a:lnTo>
                        <a:cubicBezTo>
                          <a:pt x="12868" y="7086"/>
                          <a:pt x="12932" y="6847"/>
                          <a:pt x="12777" y="6420"/>
                        </a:cubicBezTo>
                        <a:cubicBezTo>
                          <a:pt x="12389" y="5323"/>
                          <a:pt x="10755" y="3708"/>
                          <a:pt x="8616" y="2301"/>
                        </a:cubicBezTo>
                        <a:cubicBezTo>
                          <a:pt x="6494" y="903"/>
                          <a:pt x="4327" y="1"/>
                          <a:pt x="309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2" name="Google Shape;1532;p41"/>
                  <p:cNvSpPr/>
                  <p:nvPr/>
                </p:nvSpPr>
                <p:spPr>
                  <a:xfrm>
                    <a:off x="8031573" y="2177659"/>
                    <a:ext cx="221307" cy="176914"/>
                  </a:xfrm>
                  <a:custGeom>
                    <a:rect b="b" l="l" r="r" t="t"/>
                    <a:pathLst>
                      <a:path extrusionOk="0" h="12904" w="16142">
                        <a:moveTo>
                          <a:pt x="13080" y="0"/>
                        </a:moveTo>
                        <a:cubicBezTo>
                          <a:pt x="13032" y="0"/>
                          <a:pt x="13005" y="2"/>
                          <a:pt x="13004" y="2"/>
                        </a:cubicBezTo>
                        <a:cubicBezTo>
                          <a:pt x="12997" y="3"/>
                          <a:pt x="12991" y="4"/>
                          <a:pt x="12985" y="4"/>
                        </a:cubicBezTo>
                        <a:cubicBezTo>
                          <a:pt x="12978" y="4"/>
                          <a:pt x="12973" y="3"/>
                          <a:pt x="12968" y="2"/>
                        </a:cubicBezTo>
                        <a:lnTo>
                          <a:pt x="7183" y="2"/>
                        </a:lnTo>
                        <a:cubicBezTo>
                          <a:pt x="7054" y="1778"/>
                          <a:pt x="5579" y="3156"/>
                          <a:pt x="3796" y="3156"/>
                        </a:cubicBezTo>
                        <a:lnTo>
                          <a:pt x="1" y="3156"/>
                        </a:lnTo>
                        <a:lnTo>
                          <a:pt x="1" y="12904"/>
                        </a:lnTo>
                        <a:lnTo>
                          <a:pt x="6792" y="12904"/>
                        </a:lnTo>
                        <a:cubicBezTo>
                          <a:pt x="6802" y="10018"/>
                          <a:pt x="9150" y="7676"/>
                          <a:pt x="12036" y="7676"/>
                        </a:cubicBezTo>
                        <a:lnTo>
                          <a:pt x="16142" y="7676"/>
                        </a:lnTo>
                        <a:lnTo>
                          <a:pt x="16142" y="3137"/>
                        </a:lnTo>
                        <a:cubicBezTo>
                          <a:pt x="16142" y="2108"/>
                          <a:pt x="15857" y="1318"/>
                          <a:pt x="15297" y="788"/>
                        </a:cubicBezTo>
                        <a:cubicBezTo>
                          <a:pt x="14516" y="51"/>
                          <a:pt x="13383" y="0"/>
                          <a:pt x="130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533" name="Google Shape;1533;p41"/>
              <p:cNvGrpSpPr/>
              <p:nvPr/>
            </p:nvGrpSpPr>
            <p:grpSpPr>
              <a:xfrm>
                <a:off x="4293061" y="3409734"/>
                <a:ext cx="1449912" cy="992320"/>
                <a:chOff x="4287819" y="3435027"/>
                <a:chExt cx="1229051" cy="841163"/>
              </a:xfrm>
            </p:grpSpPr>
            <p:grpSp>
              <p:nvGrpSpPr>
                <p:cNvPr id="1534" name="Google Shape;1534;p41"/>
                <p:cNvGrpSpPr/>
                <p:nvPr/>
              </p:nvGrpSpPr>
              <p:grpSpPr>
                <a:xfrm>
                  <a:off x="4287819" y="3435027"/>
                  <a:ext cx="223500" cy="841163"/>
                  <a:chOff x="4287819" y="3435027"/>
                  <a:chExt cx="223500" cy="841163"/>
                </a:xfrm>
              </p:grpSpPr>
              <p:sp>
                <p:nvSpPr>
                  <p:cNvPr id="1535" name="Google Shape;1535;p41"/>
                  <p:cNvSpPr/>
                  <p:nvPr/>
                </p:nvSpPr>
                <p:spPr>
                  <a:xfrm>
                    <a:off x="4364019" y="3435027"/>
                    <a:ext cx="147300" cy="147300"/>
                  </a:xfrm>
                  <a:prstGeom prst="ellipse">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536" name="Google Shape;1536;p41"/>
                  <p:cNvSpPr/>
                  <p:nvPr/>
                </p:nvSpPr>
                <p:spPr>
                  <a:xfrm>
                    <a:off x="4287819" y="3781958"/>
                    <a:ext cx="147300" cy="147300"/>
                  </a:xfrm>
                  <a:prstGeom prst="ellipse">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537" name="Google Shape;1537;p41"/>
                  <p:cNvSpPr/>
                  <p:nvPr/>
                </p:nvSpPr>
                <p:spPr>
                  <a:xfrm>
                    <a:off x="4324616" y="4128890"/>
                    <a:ext cx="147300" cy="147300"/>
                  </a:xfrm>
                  <a:prstGeom prst="ellipse">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sp>
              <p:nvSpPr>
                <p:cNvPr id="1538" name="Google Shape;1538;p41"/>
                <p:cNvSpPr/>
                <p:nvPr/>
              </p:nvSpPr>
              <p:spPr>
                <a:xfrm>
                  <a:off x="5293371" y="3435027"/>
                  <a:ext cx="147300" cy="147300"/>
                </a:xfrm>
                <a:prstGeom prst="ellipse">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539" name="Google Shape;1539;p41"/>
                <p:cNvSpPr/>
                <p:nvPr/>
              </p:nvSpPr>
              <p:spPr>
                <a:xfrm>
                  <a:off x="5369571" y="3781958"/>
                  <a:ext cx="147300" cy="147300"/>
                </a:xfrm>
                <a:prstGeom prst="ellipse">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540" name="Google Shape;1540;p41"/>
                <p:cNvSpPr/>
                <p:nvPr/>
              </p:nvSpPr>
              <p:spPr>
                <a:xfrm>
                  <a:off x="5332774" y="4128890"/>
                  <a:ext cx="147300" cy="147300"/>
                </a:xfrm>
                <a:prstGeom prst="ellipse">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cxnSp>
          <p:nvCxnSpPr>
            <p:cNvPr id="1541" name="Google Shape;1541;p41"/>
            <p:cNvCxnSpPr>
              <a:endCxn id="1535" idx="0"/>
            </p:cNvCxnSpPr>
            <p:nvPr/>
          </p:nvCxnSpPr>
          <p:spPr>
            <a:xfrm>
              <a:off x="4119140" y="3261234"/>
              <a:ext cx="350700" cy="148500"/>
            </a:xfrm>
            <a:prstGeom prst="bentConnector2">
              <a:avLst/>
            </a:prstGeom>
            <a:noFill/>
            <a:ln cap="flat" cmpd="sng" w="19050">
              <a:solidFill>
                <a:schemeClr val="dk2"/>
              </a:solidFill>
              <a:prstDash val="solid"/>
              <a:round/>
              <a:headEnd len="med" w="med" type="none"/>
              <a:tailEnd len="med" w="med" type="none"/>
            </a:ln>
          </p:spPr>
        </p:cxnSp>
        <p:cxnSp>
          <p:nvCxnSpPr>
            <p:cNvPr id="1542" name="Google Shape;1542;p41"/>
            <p:cNvCxnSpPr>
              <a:endCxn id="1536" idx="2"/>
            </p:cNvCxnSpPr>
            <p:nvPr/>
          </p:nvCxnSpPr>
          <p:spPr>
            <a:xfrm>
              <a:off x="4119061" y="3905294"/>
              <a:ext cx="174000" cy="600"/>
            </a:xfrm>
            <a:prstGeom prst="bentConnector3">
              <a:avLst>
                <a:gd fmla="val 50000" name="adj1"/>
              </a:avLst>
            </a:prstGeom>
            <a:noFill/>
            <a:ln cap="flat" cmpd="sng" w="19050">
              <a:solidFill>
                <a:schemeClr val="dk2"/>
              </a:solidFill>
              <a:prstDash val="solid"/>
              <a:round/>
              <a:headEnd len="med" w="med" type="none"/>
              <a:tailEnd len="med" w="med" type="none"/>
            </a:ln>
          </p:spPr>
        </p:cxnSp>
        <p:cxnSp>
          <p:nvCxnSpPr>
            <p:cNvPr id="1543" name="Google Shape;1543;p41"/>
            <p:cNvCxnSpPr>
              <a:endCxn id="1537" idx="4"/>
            </p:cNvCxnSpPr>
            <p:nvPr/>
          </p:nvCxnSpPr>
          <p:spPr>
            <a:xfrm flipH="1" rot="10800000">
              <a:off x="4119456" y="4402054"/>
              <a:ext cx="303900" cy="147600"/>
            </a:xfrm>
            <a:prstGeom prst="bentConnector2">
              <a:avLst/>
            </a:prstGeom>
            <a:noFill/>
            <a:ln cap="flat" cmpd="sng" w="19050">
              <a:solidFill>
                <a:schemeClr val="dk2"/>
              </a:solidFill>
              <a:prstDash val="solid"/>
              <a:round/>
              <a:headEnd len="med" w="med" type="none"/>
              <a:tailEnd len="med" w="med" type="none"/>
            </a:ln>
          </p:spPr>
        </p:cxnSp>
        <p:cxnSp>
          <p:nvCxnSpPr>
            <p:cNvPr id="1544" name="Google Shape;1544;p41"/>
            <p:cNvCxnSpPr>
              <a:stCxn id="1538" idx="0"/>
            </p:cNvCxnSpPr>
            <p:nvPr/>
          </p:nvCxnSpPr>
          <p:spPr>
            <a:xfrm rot="-5400000">
              <a:off x="5667145" y="3160284"/>
              <a:ext cx="148500" cy="350400"/>
            </a:xfrm>
            <a:prstGeom prst="bentConnector2">
              <a:avLst/>
            </a:prstGeom>
            <a:noFill/>
            <a:ln cap="flat" cmpd="sng" w="19050">
              <a:solidFill>
                <a:schemeClr val="dk2"/>
              </a:solidFill>
              <a:prstDash val="solid"/>
              <a:round/>
              <a:headEnd len="med" w="med" type="none"/>
              <a:tailEnd len="med" w="med" type="none"/>
            </a:ln>
          </p:spPr>
        </p:cxnSp>
        <p:cxnSp>
          <p:nvCxnSpPr>
            <p:cNvPr id="1545" name="Google Shape;1545;p41"/>
            <p:cNvCxnSpPr>
              <a:stCxn id="1539" idx="6"/>
            </p:cNvCxnSpPr>
            <p:nvPr/>
          </p:nvCxnSpPr>
          <p:spPr>
            <a:xfrm>
              <a:off x="5742974" y="3905894"/>
              <a:ext cx="174000" cy="600"/>
            </a:xfrm>
            <a:prstGeom prst="bentConnector3">
              <a:avLst>
                <a:gd fmla="val 50000" name="adj1"/>
              </a:avLst>
            </a:prstGeom>
            <a:noFill/>
            <a:ln cap="flat" cmpd="sng" w="19050">
              <a:solidFill>
                <a:schemeClr val="dk2"/>
              </a:solidFill>
              <a:prstDash val="solid"/>
              <a:round/>
              <a:headEnd len="med" w="med" type="none"/>
              <a:tailEnd len="med" w="med" type="none"/>
            </a:ln>
          </p:spPr>
        </p:cxnSp>
        <p:cxnSp>
          <p:nvCxnSpPr>
            <p:cNvPr id="1546" name="Google Shape;1546;p41"/>
            <p:cNvCxnSpPr>
              <a:endCxn id="1540" idx="4"/>
            </p:cNvCxnSpPr>
            <p:nvPr/>
          </p:nvCxnSpPr>
          <p:spPr>
            <a:xfrm rot="10800000">
              <a:off x="5612679" y="4402054"/>
              <a:ext cx="303900" cy="147600"/>
            </a:xfrm>
            <a:prstGeom prst="bentConnector2">
              <a:avLst/>
            </a:prstGeom>
            <a:noFill/>
            <a:ln cap="flat" cmpd="sng" w="19050">
              <a:solidFill>
                <a:schemeClr val="dk2"/>
              </a:solidFill>
              <a:prstDash val="solid"/>
              <a:round/>
              <a:headEnd len="med" w="med" type="none"/>
              <a:tailEnd len="med" w="med" type="none"/>
            </a:ln>
          </p:spPr>
        </p:cxnSp>
      </p:grpSp>
      <p:grpSp>
        <p:nvGrpSpPr>
          <p:cNvPr id="1547" name="Google Shape;1547;p41"/>
          <p:cNvGrpSpPr/>
          <p:nvPr/>
        </p:nvGrpSpPr>
        <p:grpSpPr>
          <a:xfrm>
            <a:off x="7453725" y="2058438"/>
            <a:ext cx="461100" cy="1040700"/>
            <a:chOff x="7453725" y="2058438"/>
            <a:chExt cx="461100" cy="1040700"/>
          </a:xfrm>
        </p:grpSpPr>
        <p:sp>
          <p:nvSpPr>
            <p:cNvPr id="1548" name="Google Shape;1548;p41"/>
            <p:cNvSpPr/>
            <p:nvPr/>
          </p:nvSpPr>
          <p:spPr>
            <a:xfrm rot="5400000">
              <a:off x="7163925" y="2348238"/>
              <a:ext cx="1040700" cy="461100"/>
            </a:xfrm>
            <a:prstGeom prst="homePlate">
              <a:avLst>
                <a:gd fmla="val 39544"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549" name="Google Shape;1549;p41"/>
            <p:cNvSpPr/>
            <p:nvPr/>
          </p:nvSpPr>
          <p:spPr>
            <a:xfrm>
              <a:off x="7453725" y="2290325"/>
              <a:ext cx="461100" cy="19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1550" name="Google Shape;1550;p41"/>
          <p:cNvGrpSpPr/>
          <p:nvPr/>
        </p:nvGrpSpPr>
        <p:grpSpPr>
          <a:xfrm>
            <a:off x="7982555" y="2045950"/>
            <a:ext cx="458370" cy="1053166"/>
            <a:chOff x="7982885" y="2045956"/>
            <a:chExt cx="462300" cy="1053166"/>
          </a:xfrm>
        </p:grpSpPr>
        <p:grpSp>
          <p:nvGrpSpPr>
            <p:cNvPr id="1551" name="Google Shape;1551;p41"/>
            <p:cNvGrpSpPr/>
            <p:nvPr/>
          </p:nvGrpSpPr>
          <p:grpSpPr>
            <a:xfrm>
              <a:off x="7982885" y="2045956"/>
              <a:ext cx="462300" cy="1053166"/>
              <a:chOff x="7982885" y="2045956"/>
              <a:chExt cx="462300" cy="1053166"/>
            </a:xfrm>
          </p:grpSpPr>
          <p:sp>
            <p:nvSpPr>
              <p:cNvPr id="1552" name="Google Shape;1552;p41"/>
              <p:cNvSpPr/>
              <p:nvPr/>
            </p:nvSpPr>
            <p:spPr>
              <a:xfrm rot="5400000">
                <a:off x="7816225" y="2470772"/>
                <a:ext cx="795600" cy="461100"/>
              </a:xfrm>
              <a:prstGeom prst="homePlate">
                <a:avLst>
                  <a:gd fmla="val 39544"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553" name="Google Shape;1553;p41"/>
              <p:cNvSpPr/>
              <p:nvPr/>
            </p:nvSpPr>
            <p:spPr>
              <a:xfrm rot="10800000">
                <a:off x="7982885" y="2045956"/>
                <a:ext cx="462300" cy="871500"/>
              </a:xfrm>
              <a:prstGeom prst="round2SameRect">
                <a:avLst>
                  <a:gd fmla="val 0" name="adj1"/>
                  <a:gd fmla="val 50000"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sp>
          <p:nvSpPr>
            <p:cNvPr id="1554" name="Google Shape;1554;p41"/>
            <p:cNvSpPr/>
            <p:nvPr/>
          </p:nvSpPr>
          <p:spPr>
            <a:xfrm>
              <a:off x="8016175" y="2095025"/>
              <a:ext cx="395700" cy="3957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8" name="Shape 1558"/>
        <p:cNvGrpSpPr/>
        <p:nvPr/>
      </p:nvGrpSpPr>
      <p:grpSpPr>
        <a:xfrm>
          <a:off x="0" y="0"/>
          <a:ext cx="0" cy="0"/>
          <a:chOff x="0" y="0"/>
          <a:chExt cx="0" cy="0"/>
        </a:xfrm>
      </p:grpSpPr>
      <p:graphicFrame>
        <p:nvGraphicFramePr>
          <p:cNvPr id="1559" name="Google Shape;1559;p42"/>
          <p:cNvGraphicFramePr/>
          <p:nvPr/>
        </p:nvGraphicFramePr>
        <p:xfrm>
          <a:off x="709825" y="538604"/>
          <a:ext cx="3000000" cy="3000000"/>
        </p:xfrm>
        <a:graphic>
          <a:graphicData uri="http://schemas.openxmlformats.org/drawingml/2006/table">
            <a:tbl>
              <a:tblPr>
                <a:noFill/>
                <a:tableStyleId>{1CE97718-CCB1-4269-835A-FB05356AE4E7}</a:tableStyleId>
              </a:tblPr>
              <a:tblGrid>
                <a:gridCol w="409100"/>
                <a:gridCol w="409100"/>
                <a:gridCol w="409100"/>
                <a:gridCol w="409100"/>
              </a:tblGrid>
              <a:tr h="575">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r>
              <a:tr h="575">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r>
              <a:tr h="575">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r>
              <a:tr h="575">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r>
              <a:tr h="575">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r>
              <a:tr h="575">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r>
              <a:tr h="575">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r>
              <a:tr h="575">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r>
              <a:tr h="575">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r>
              <a:tr h="575">
                <a:tc>
                  <a:txBody>
                    <a:bodyPr/>
                    <a:lstStyle/>
                    <a:p>
                      <a:pPr indent="0" lvl="0" marL="0" rtl="0" algn="l">
                        <a:spcBef>
                          <a:spcPts val="0"/>
                        </a:spcBef>
                        <a:spcAft>
                          <a:spcPts val="0"/>
                        </a:spcAft>
                        <a:buNone/>
                      </a:pPr>
                      <a:r>
                        <a:t/>
                      </a:r>
                      <a:endParaRPr sz="400">
                        <a:solidFill>
                          <a:schemeClr val="dk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r>
              <a:tr h="575">
                <a:tc>
                  <a:txBody>
                    <a:bodyPr/>
                    <a:lstStyle/>
                    <a:p>
                      <a:pPr indent="0" lvl="0" marL="0" rtl="0" algn="ctr">
                        <a:spcBef>
                          <a:spcPts val="0"/>
                        </a:spcBef>
                        <a:spcAft>
                          <a:spcPts val="0"/>
                        </a:spcAft>
                        <a:buNone/>
                      </a:pPr>
                      <a:r>
                        <a:rPr b="1" lang="en" sz="400">
                          <a:solidFill>
                            <a:schemeClr val="lt1"/>
                          </a:solidFill>
                          <a:latin typeface="Inter"/>
                          <a:ea typeface="Inter"/>
                          <a:cs typeface="Inter"/>
                          <a:sym typeface="Inter"/>
                        </a:rPr>
                        <a:t>6/10</a:t>
                      </a:r>
                      <a:endParaRPr b="1"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3"/>
                    </a:solidFill>
                  </a:tcPr>
                </a:tc>
                <a:tc>
                  <a:txBody>
                    <a:bodyPr/>
                    <a:lstStyle/>
                    <a:p>
                      <a:pPr indent="0" lvl="0" marL="0" rtl="0" algn="ctr">
                        <a:spcBef>
                          <a:spcPts val="0"/>
                        </a:spcBef>
                        <a:spcAft>
                          <a:spcPts val="0"/>
                        </a:spcAft>
                        <a:buNone/>
                      </a:pPr>
                      <a:r>
                        <a:rPr b="1" lang="en" sz="400">
                          <a:solidFill>
                            <a:schemeClr val="lt1"/>
                          </a:solidFill>
                          <a:latin typeface="Inter"/>
                          <a:ea typeface="Inter"/>
                          <a:cs typeface="Inter"/>
                          <a:sym typeface="Inter"/>
                        </a:rPr>
                        <a:t>8/10</a:t>
                      </a:r>
                      <a:endParaRPr b="1"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3"/>
                    </a:solidFill>
                  </a:tcPr>
                </a:tc>
                <a:tc>
                  <a:txBody>
                    <a:bodyPr/>
                    <a:lstStyle/>
                    <a:p>
                      <a:pPr indent="0" lvl="0" marL="0" rtl="0" algn="ctr">
                        <a:spcBef>
                          <a:spcPts val="0"/>
                        </a:spcBef>
                        <a:spcAft>
                          <a:spcPts val="0"/>
                        </a:spcAft>
                        <a:buNone/>
                      </a:pPr>
                      <a:r>
                        <a:rPr b="1" lang="en" sz="400">
                          <a:solidFill>
                            <a:schemeClr val="lt1"/>
                          </a:solidFill>
                          <a:latin typeface="Inter"/>
                          <a:ea typeface="Inter"/>
                          <a:cs typeface="Inter"/>
                          <a:sym typeface="Inter"/>
                        </a:rPr>
                        <a:t>7/10</a:t>
                      </a:r>
                      <a:endParaRPr b="1"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3"/>
                    </a:solidFill>
                  </a:tcPr>
                </a:tc>
                <a:tc>
                  <a:txBody>
                    <a:bodyPr/>
                    <a:lstStyle/>
                    <a:p>
                      <a:pPr indent="0" lvl="0" marL="0" rtl="0" algn="ctr">
                        <a:spcBef>
                          <a:spcPts val="0"/>
                        </a:spcBef>
                        <a:spcAft>
                          <a:spcPts val="0"/>
                        </a:spcAft>
                        <a:buNone/>
                      </a:pPr>
                      <a:r>
                        <a:rPr b="1" lang="en" sz="400">
                          <a:solidFill>
                            <a:schemeClr val="lt1"/>
                          </a:solidFill>
                          <a:latin typeface="Inter"/>
                          <a:ea typeface="Inter"/>
                          <a:cs typeface="Inter"/>
                          <a:sym typeface="Inter"/>
                        </a:rPr>
                        <a:t>4/10</a:t>
                      </a:r>
                      <a:endParaRPr b="1" sz="400">
                        <a:solidFill>
                          <a:schemeClr val="lt1"/>
                        </a:solidFill>
                        <a:latin typeface="Inter"/>
                        <a:ea typeface="Inter"/>
                        <a:cs typeface="Inter"/>
                        <a:sym typeface="Inte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3"/>
                    </a:solidFill>
                  </a:tcPr>
                </a:tc>
              </a:tr>
            </a:tbl>
          </a:graphicData>
        </a:graphic>
      </p:graphicFrame>
      <p:grpSp>
        <p:nvGrpSpPr>
          <p:cNvPr id="1560" name="Google Shape;1560;p42"/>
          <p:cNvGrpSpPr/>
          <p:nvPr/>
        </p:nvGrpSpPr>
        <p:grpSpPr>
          <a:xfrm>
            <a:off x="4513247" y="4395555"/>
            <a:ext cx="1633002" cy="187242"/>
            <a:chOff x="2601154" y="2445833"/>
            <a:chExt cx="1387546" cy="159138"/>
          </a:xfrm>
        </p:grpSpPr>
        <p:grpSp>
          <p:nvGrpSpPr>
            <p:cNvPr id="1561" name="Google Shape;1561;p42"/>
            <p:cNvGrpSpPr/>
            <p:nvPr/>
          </p:nvGrpSpPr>
          <p:grpSpPr>
            <a:xfrm>
              <a:off x="2601154" y="2445833"/>
              <a:ext cx="840328" cy="159138"/>
              <a:chOff x="2601154" y="2445833"/>
              <a:chExt cx="840328" cy="159138"/>
            </a:xfrm>
          </p:grpSpPr>
          <p:sp>
            <p:nvSpPr>
              <p:cNvPr id="1562" name="Google Shape;1562;p42"/>
              <p:cNvSpPr/>
              <p:nvPr/>
            </p:nvSpPr>
            <p:spPr>
              <a:xfrm>
                <a:off x="2601154" y="2445833"/>
                <a:ext cx="58584" cy="159138"/>
              </a:xfrm>
              <a:custGeom>
                <a:rect b="b" l="l" r="r" t="t"/>
                <a:pathLst>
                  <a:path extrusionOk="0" h="37890" w="8543">
                    <a:moveTo>
                      <a:pt x="606" y="1"/>
                    </a:moveTo>
                    <a:cubicBezTo>
                      <a:pt x="276" y="1"/>
                      <a:pt x="0" y="263"/>
                      <a:pt x="0" y="607"/>
                    </a:cubicBezTo>
                    <a:lnTo>
                      <a:pt x="0" y="37270"/>
                    </a:lnTo>
                    <a:cubicBezTo>
                      <a:pt x="0" y="37614"/>
                      <a:pt x="276" y="37890"/>
                      <a:pt x="606" y="37890"/>
                    </a:cubicBezTo>
                    <a:lnTo>
                      <a:pt x="7922" y="37890"/>
                    </a:lnTo>
                    <a:cubicBezTo>
                      <a:pt x="8267" y="37890"/>
                      <a:pt x="8542" y="37614"/>
                      <a:pt x="8542" y="37270"/>
                    </a:cubicBezTo>
                    <a:lnTo>
                      <a:pt x="8542" y="607"/>
                    </a:lnTo>
                    <a:cubicBezTo>
                      <a:pt x="8542" y="263"/>
                      <a:pt x="8267" y="1"/>
                      <a:pt x="792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3" name="Google Shape;1563;p42"/>
              <p:cNvSpPr/>
              <p:nvPr/>
            </p:nvSpPr>
            <p:spPr>
              <a:xfrm>
                <a:off x="2679327" y="2445833"/>
                <a:ext cx="58584" cy="159138"/>
              </a:xfrm>
              <a:custGeom>
                <a:rect b="b" l="l" r="r" t="t"/>
                <a:pathLst>
                  <a:path extrusionOk="0" h="37890" w="8543">
                    <a:moveTo>
                      <a:pt x="607" y="1"/>
                    </a:moveTo>
                    <a:cubicBezTo>
                      <a:pt x="262" y="1"/>
                      <a:pt x="0" y="263"/>
                      <a:pt x="0" y="607"/>
                    </a:cubicBezTo>
                    <a:lnTo>
                      <a:pt x="0" y="37270"/>
                    </a:lnTo>
                    <a:cubicBezTo>
                      <a:pt x="0" y="37614"/>
                      <a:pt x="262" y="37890"/>
                      <a:pt x="607" y="37890"/>
                    </a:cubicBezTo>
                    <a:lnTo>
                      <a:pt x="7923" y="37890"/>
                    </a:lnTo>
                    <a:cubicBezTo>
                      <a:pt x="8267" y="37890"/>
                      <a:pt x="8543" y="37614"/>
                      <a:pt x="8543" y="37270"/>
                    </a:cubicBezTo>
                    <a:lnTo>
                      <a:pt x="8543" y="607"/>
                    </a:lnTo>
                    <a:cubicBezTo>
                      <a:pt x="8543" y="263"/>
                      <a:pt x="8267" y="1"/>
                      <a:pt x="792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4" name="Google Shape;1564;p42"/>
              <p:cNvSpPr/>
              <p:nvPr/>
            </p:nvSpPr>
            <p:spPr>
              <a:xfrm>
                <a:off x="2757500" y="2445833"/>
                <a:ext cx="58584" cy="159138"/>
              </a:xfrm>
              <a:custGeom>
                <a:rect b="b" l="l" r="r" t="t"/>
                <a:pathLst>
                  <a:path extrusionOk="0" h="37890" w="8543">
                    <a:moveTo>
                      <a:pt x="621" y="1"/>
                    </a:moveTo>
                    <a:cubicBezTo>
                      <a:pt x="276" y="1"/>
                      <a:pt x="1" y="263"/>
                      <a:pt x="1" y="607"/>
                    </a:cubicBezTo>
                    <a:lnTo>
                      <a:pt x="1" y="37270"/>
                    </a:lnTo>
                    <a:cubicBezTo>
                      <a:pt x="1" y="37614"/>
                      <a:pt x="276" y="37890"/>
                      <a:pt x="621" y="37890"/>
                    </a:cubicBezTo>
                    <a:lnTo>
                      <a:pt x="7937" y="37890"/>
                    </a:lnTo>
                    <a:cubicBezTo>
                      <a:pt x="8281" y="37890"/>
                      <a:pt x="8543" y="37614"/>
                      <a:pt x="8543" y="37270"/>
                    </a:cubicBezTo>
                    <a:lnTo>
                      <a:pt x="8543" y="607"/>
                    </a:lnTo>
                    <a:cubicBezTo>
                      <a:pt x="8543" y="263"/>
                      <a:pt x="8281" y="1"/>
                      <a:pt x="79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5" name="Google Shape;1565;p42"/>
              <p:cNvSpPr/>
              <p:nvPr/>
            </p:nvSpPr>
            <p:spPr>
              <a:xfrm>
                <a:off x="2835673" y="2445833"/>
                <a:ext cx="58590" cy="159138"/>
              </a:xfrm>
              <a:custGeom>
                <a:rect b="b" l="l" r="r" t="t"/>
                <a:pathLst>
                  <a:path extrusionOk="0" h="37890" w="8544">
                    <a:moveTo>
                      <a:pt x="621" y="1"/>
                    </a:moveTo>
                    <a:cubicBezTo>
                      <a:pt x="277" y="1"/>
                      <a:pt x="1" y="277"/>
                      <a:pt x="1" y="607"/>
                    </a:cubicBezTo>
                    <a:lnTo>
                      <a:pt x="1" y="37270"/>
                    </a:lnTo>
                    <a:cubicBezTo>
                      <a:pt x="1" y="37614"/>
                      <a:pt x="277" y="37890"/>
                      <a:pt x="621" y="37890"/>
                    </a:cubicBezTo>
                    <a:lnTo>
                      <a:pt x="7937" y="37890"/>
                    </a:lnTo>
                    <a:cubicBezTo>
                      <a:pt x="8268" y="37890"/>
                      <a:pt x="8543" y="37614"/>
                      <a:pt x="8543" y="37270"/>
                    </a:cubicBezTo>
                    <a:lnTo>
                      <a:pt x="8543" y="607"/>
                    </a:lnTo>
                    <a:cubicBezTo>
                      <a:pt x="8543" y="277"/>
                      <a:pt x="8268" y="1"/>
                      <a:pt x="79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6" name="Google Shape;1566;p42"/>
              <p:cNvSpPr/>
              <p:nvPr/>
            </p:nvSpPr>
            <p:spPr>
              <a:xfrm>
                <a:off x="2913853" y="2445833"/>
                <a:ext cx="58584" cy="159079"/>
              </a:xfrm>
              <a:custGeom>
                <a:rect b="b" l="l" r="r" t="t"/>
                <a:pathLst>
                  <a:path extrusionOk="0" h="37876" w="8543">
                    <a:moveTo>
                      <a:pt x="606" y="1"/>
                    </a:moveTo>
                    <a:cubicBezTo>
                      <a:pt x="276" y="1"/>
                      <a:pt x="0" y="263"/>
                      <a:pt x="0" y="607"/>
                    </a:cubicBezTo>
                    <a:lnTo>
                      <a:pt x="0" y="37270"/>
                    </a:lnTo>
                    <a:cubicBezTo>
                      <a:pt x="0" y="37614"/>
                      <a:pt x="276" y="37876"/>
                      <a:pt x="606" y="37876"/>
                    </a:cubicBezTo>
                    <a:lnTo>
                      <a:pt x="7936" y="37876"/>
                    </a:lnTo>
                    <a:cubicBezTo>
                      <a:pt x="8267" y="37876"/>
                      <a:pt x="8542" y="37614"/>
                      <a:pt x="8542" y="37270"/>
                    </a:cubicBezTo>
                    <a:lnTo>
                      <a:pt x="8542" y="607"/>
                    </a:lnTo>
                    <a:cubicBezTo>
                      <a:pt x="8542" y="263"/>
                      <a:pt x="8267" y="1"/>
                      <a:pt x="79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7" name="Google Shape;1567;p42"/>
              <p:cNvSpPr/>
              <p:nvPr/>
            </p:nvSpPr>
            <p:spPr>
              <a:xfrm>
                <a:off x="2992026" y="2445833"/>
                <a:ext cx="58584" cy="159138"/>
              </a:xfrm>
              <a:custGeom>
                <a:rect b="b" l="l" r="r" t="t"/>
                <a:pathLst>
                  <a:path extrusionOk="0" h="37890" w="8543">
                    <a:moveTo>
                      <a:pt x="607" y="1"/>
                    </a:moveTo>
                    <a:cubicBezTo>
                      <a:pt x="276" y="1"/>
                      <a:pt x="0" y="277"/>
                      <a:pt x="0" y="607"/>
                    </a:cubicBezTo>
                    <a:lnTo>
                      <a:pt x="0" y="37270"/>
                    </a:lnTo>
                    <a:cubicBezTo>
                      <a:pt x="0" y="37614"/>
                      <a:pt x="276" y="37890"/>
                      <a:pt x="607" y="37890"/>
                    </a:cubicBezTo>
                    <a:lnTo>
                      <a:pt x="7923" y="37890"/>
                    </a:lnTo>
                    <a:cubicBezTo>
                      <a:pt x="8267" y="37890"/>
                      <a:pt x="8543" y="37614"/>
                      <a:pt x="8543" y="37270"/>
                    </a:cubicBezTo>
                    <a:lnTo>
                      <a:pt x="8543" y="607"/>
                    </a:lnTo>
                    <a:cubicBezTo>
                      <a:pt x="8543" y="277"/>
                      <a:pt x="8267" y="1"/>
                      <a:pt x="792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8" name="Google Shape;1568;p42"/>
              <p:cNvSpPr/>
              <p:nvPr/>
            </p:nvSpPr>
            <p:spPr>
              <a:xfrm>
                <a:off x="3070199" y="2445833"/>
                <a:ext cx="58584" cy="159138"/>
              </a:xfrm>
              <a:custGeom>
                <a:rect b="b" l="l" r="r" t="t"/>
                <a:pathLst>
                  <a:path extrusionOk="0" h="37890" w="8543">
                    <a:moveTo>
                      <a:pt x="607" y="1"/>
                    </a:moveTo>
                    <a:cubicBezTo>
                      <a:pt x="262" y="1"/>
                      <a:pt x="1" y="263"/>
                      <a:pt x="1" y="607"/>
                    </a:cubicBezTo>
                    <a:lnTo>
                      <a:pt x="1" y="37270"/>
                    </a:lnTo>
                    <a:cubicBezTo>
                      <a:pt x="1" y="37614"/>
                      <a:pt x="262" y="37890"/>
                      <a:pt x="607" y="37890"/>
                    </a:cubicBezTo>
                    <a:lnTo>
                      <a:pt x="7923" y="37890"/>
                    </a:lnTo>
                    <a:cubicBezTo>
                      <a:pt x="8267" y="37890"/>
                      <a:pt x="8543" y="37614"/>
                      <a:pt x="8543" y="37270"/>
                    </a:cubicBezTo>
                    <a:lnTo>
                      <a:pt x="8543" y="607"/>
                    </a:lnTo>
                    <a:cubicBezTo>
                      <a:pt x="8543" y="263"/>
                      <a:pt x="8267" y="1"/>
                      <a:pt x="792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9" name="Google Shape;1569;p42"/>
              <p:cNvSpPr/>
              <p:nvPr/>
            </p:nvSpPr>
            <p:spPr>
              <a:xfrm>
                <a:off x="3148372" y="2445833"/>
                <a:ext cx="58590" cy="159138"/>
              </a:xfrm>
              <a:custGeom>
                <a:rect b="b" l="l" r="r" t="t"/>
                <a:pathLst>
                  <a:path extrusionOk="0" h="37890" w="8544">
                    <a:moveTo>
                      <a:pt x="621" y="1"/>
                    </a:moveTo>
                    <a:cubicBezTo>
                      <a:pt x="276" y="1"/>
                      <a:pt x="1" y="277"/>
                      <a:pt x="1" y="607"/>
                    </a:cubicBezTo>
                    <a:lnTo>
                      <a:pt x="1" y="37270"/>
                    </a:lnTo>
                    <a:cubicBezTo>
                      <a:pt x="1" y="37614"/>
                      <a:pt x="276" y="37890"/>
                      <a:pt x="621" y="37890"/>
                    </a:cubicBezTo>
                    <a:lnTo>
                      <a:pt x="7937" y="37890"/>
                    </a:lnTo>
                    <a:cubicBezTo>
                      <a:pt x="8281" y="37890"/>
                      <a:pt x="8543" y="37614"/>
                      <a:pt x="8543" y="37270"/>
                    </a:cubicBezTo>
                    <a:lnTo>
                      <a:pt x="8543" y="607"/>
                    </a:lnTo>
                    <a:cubicBezTo>
                      <a:pt x="8543" y="277"/>
                      <a:pt x="8281" y="1"/>
                      <a:pt x="79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0" name="Google Shape;1570;p42"/>
              <p:cNvSpPr/>
              <p:nvPr/>
            </p:nvSpPr>
            <p:spPr>
              <a:xfrm>
                <a:off x="3226552" y="2445833"/>
                <a:ext cx="58584" cy="159079"/>
              </a:xfrm>
              <a:custGeom>
                <a:rect b="b" l="l" r="r" t="t"/>
                <a:pathLst>
                  <a:path extrusionOk="0" h="37876" w="8543">
                    <a:moveTo>
                      <a:pt x="620" y="1"/>
                    </a:moveTo>
                    <a:cubicBezTo>
                      <a:pt x="276" y="1"/>
                      <a:pt x="0" y="263"/>
                      <a:pt x="0" y="607"/>
                    </a:cubicBezTo>
                    <a:lnTo>
                      <a:pt x="0" y="37270"/>
                    </a:lnTo>
                    <a:cubicBezTo>
                      <a:pt x="0" y="37614"/>
                      <a:pt x="276" y="37876"/>
                      <a:pt x="620" y="37876"/>
                    </a:cubicBezTo>
                    <a:lnTo>
                      <a:pt x="7936" y="37876"/>
                    </a:lnTo>
                    <a:cubicBezTo>
                      <a:pt x="8267" y="37876"/>
                      <a:pt x="8542" y="37614"/>
                      <a:pt x="8542" y="37270"/>
                    </a:cubicBezTo>
                    <a:lnTo>
                      <a:pt x="8542" y="607"/>
                    </a:lnTo>
                    <a:cubicBezTo>
                      <a:pt x="8542" y="263"/>
                      <a:pt x="8267" y="1"/>
                      <a:pt x="79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1" name="Google Shape;1571;p42"/>
              <p:cNvSpPr/>
              <p:nvPr/>
            </p:nvSpPr>
            <p:spPr>
              <a:xfrm>
                <a:off x="3304725" y="2445833"/>
                <a:ext cx="58584" cy="159138"/>
              </a:xfrm>
              <a:custGeom>
                <a:rect b="b" l="l" r="r" t="t"/>
                <a:pathLst>
                  <a:path extrusionOk="0" h="37890" w="8543">
                    <a:moveTo>
                      <a:pt x="606" y="1"/>
                    </a:moveTo>
                    <a:cubicBezTo>
                      <a:pt x="276" y="1"/>
                      <a:pt x="0" y="277"/>
                      <a:pt x="0" y="607"/>
                    </a:cubicBezTo>
                    <a:lnTo>
                      <a:pt x="0" y="37270"/>
                    </a:lnTo>
                    <a:cubicBezTo>
                      <a:pt x="0" y="37614"/>
                      <a:pt x="276" y="37890"/>
                      <a:pt x="606" y="37890"/>
                    </a:cubicBezTo>
                    <a:lnTo>
                      <a:pt x="7936" y="37890"/>
                    </a:lnTo>
                    <a:cubicBezTo>
                      <a:pt x="8267" y="37890"/>
                      <a:pt x="8542" y="37614"/>
                      <a:pt x="8542" y="37270"/>
                    </a:cubicBezTo>
                    <a:lnTo>
                      <a:pt x="8542" y="607"/>
                    </a:lnTo>
                    <a:cubicBezTo>
                      <a:pt x="8542" y="277"/>
                      <a:pt x="8267" y="1"/>
                      <a:pt x="79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2" name="Google Shape;1572;p42"/>
              <p:cNvSpPr/>
              <p:nvPr/>
            </p:nvSpPr>
            <p:spPr>
              <a:xfrm>
                <a:off x="3382898" y="2445833"/>
                <a:ext cx="58584" cy="159079"/>
              </a:xfrm>
              <a:custGeom>
                <a:rect b="b" l="l" r="r" t="t"/>
                <a:pathLst>
                  <a:path extrusionOk="0" h="37876" w="8543">
                    <a:moveTo>
                      <a:pt x="607" y="1"/>
                    </a:moveTo>
                    <a:cubicBezTo>
                      <a:pt x="276" y="1"/>
                      <a:pt x="0" y="263"/>
                      <a:pt x="0" y="607"/>
                    </a:cubicBezTo>
                    <a:lnTo>
                      <a:pt x="0" y="37270"/>
                    </a:lnTo>
                    <a:cubicBezTo>
                      <a:pt x="0" y="37614"/>
                      <a:pt x="276" y="37876"/>
                      <a:pt x="607" y="37876"/>
                    </a:cubicBezTo>
                    <a:lnTo>
                      <a:pt x="7936" y="37876"/>
                    </a:lnTo>
                    <a:cubicBezTo>
                      <a:pt x="8267" y="37876"/>
                      <a:pt x="8543" y="37614"/>
                      <a:pt x="8543" y="37270"/>
                    </a:cubicBezTo>
                    <a:lnTo>
                      <a:pt x="8543" y="607"/>
                    </a:lnTo>
                    <a:cubicBezTo>
                      <a:pt x="8543" y="263"/>
                      <a:pt x="8267" y="1"/>
                      <a:pt x="79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73" name="Google Shape;1573;p42"/>
            <p:cNvSpPr/>
            <p:nvPr/>
          </p:nvSpPr>
          <p:spPr>
            <a:xfrm>
              <a:off x="3461071" y="2445833"/>
              <a:ext cx="58584" cy="159138"/>
            </a:xfrm>
            <a:custGeom>
              <a:rect b="b" l="l" r="r" t="t"/>
              <a:pathLst>
                <a:path extrusionOk="0" h="37890" w="8543">
                  <a:moveTo>
                    <a:pt x="607" y="1"/>
                  </a:moveTo>
                  <a:cubicBezTo>
                    <a:pt x="262" y="1"/>
                    <a:pt x="1" y="277"/>
                    <a:pt x="1" y="607"/>
                  </a:cubicBezTo>
                  <a:lnTo>
                    <a:pt x="1" y="37270"/>
                  </a:lnTo>
                  <a:cubicBezTo>
                    <a:pt x="1" y="37614"/>
                    <a:pt x="262" y="37890"/>
                    <a:pt x="607" y="37890"/>
                  </a:cubicBezTo>
                  <a:lnTo>
                    <a:pt x="7923" y="37890"/>
                  </a:lnTo>
                  <a:cubicBezTo>
                    <a:pt x="8267" y="37890"/>
                    <a:pt x="8543" y="37614"/>
                    <a:pt x="8543" y="37270"/>
                  </a:cubicBezTo>
                  <a:lnTo>
                    <a:pt x="8543" y="607"/>
                  </a:lnTo>
                  <a:cubicBezTo>
                    <a:pt x="8543" y="277"/>
                    <a:pt x="8267" y="1"/>
                    <a:pt x="792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4" name="Google Shape;1574;p42"/>
            <p:cNvSpPr/>
            <p:nvPr/>
          </p:nvSpPr>
          <p:spPr>
            <a:xfrm>
              <a:off x="3539244" y="2445833"/>
              <a:ext cx="58584" cy="159138"/>
            </a:xfrm>
            <a:custGeom>
              <a:rect b="b" l="l" r="r" t="t"/>
              <a:pathLst>
                <a:path extrusionOk="0" h="37890" w="8543">
                  <a:moveTo>
                    <a:pt x="607" y="1"/>
                  </a:moveTo>
                  <a:cubicBezTo>
                    <a:pt x="263" y="1"/>
                    <a:pt x="1" y="263"/>
                    <a:pt x="1" y="607"/>
                  </a:cubicBezTo>
                  <a:lnTo>
                    <a:pt x="1" y="37270"/>
                  </a:lnTo>
                  <a:cubicBezTo>
                    <a:pt x="1" y="37614"/>
                    <a:pt x="263" y="37890"/>
                    <a:pt x="607" y="37890"/>
                  </a:cubicBezTo>
                  <a:lnTo>
                    <a:pt x="7923" y="37890"/>
                  </a:lnTo>
                  <a:cubicBezTo>
                    <a:pt x="8267" y="37890"/>
                    <a:pt x="8543" y="37614"/>
                    <a:pt x="8543" y="37270"/>
                  </a:cubicBezTo>
                  <a:lnTo>
                    <a:pt x="8543" y="607"/>
                  </a:lnTo>
                  <a:cubicBezTo>
                    <a:pt x="8543" y="263"/>
                    <a:pt x="8267" y="1"/>
                    <a:pt x="792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5" name="Google Shape;1575;p42"/>
            <p:cNvSpPr/>
            <p:nvPr/>
          </p:nvSpPr>
          <p:spPr>
            <a:xfrm>
              <a:off x="3617417" y="2445833"/>
              <a:ext cx="58584" cy="159138"/>
            </a:xfrm>
            <a:custGeom>
              <a:rect b="b" l="l" r="r" t="t"/>
              <a:pathLst>
                <a:path extrusionOk="0" h="37890" w="8543">
                  <a:moveTo>
                    <a:pt x="620" y="1"/>
                  </a:moveTo>
                  <a:cubicBezTo>
                    <a:pt x="276" y="1"/>
                    <a:pt x="0" y="277"/>
                    <a:pt x="0" y="607"/>
                  </a:cubicBezTo>
                  <a:lnTo>
                    <a:pt x="0" y="37270"/>
                  </a:lnTo>
                  <a:cubicBezTo>
                    <a:pt x="0" y="37614"/>
                    <a:pt x="276" y="37890"/>
                    <a:pt x="620" y="37890"/>
                  </a:cubicBezTo>
                  <a:lnTo>
                    <a:pt x="7936" y="37890"/>
                  </a:lnTo>
                  <a:cubicBezTo>
                    <a:pt x="8267" y="37890"/>
                    <a:pt x="8542" y="37614"/>
                    <a:pt x="8542" y="37270"/>
                  </a:cubicBezTo>
                  <a:lnTo>
                    <a:pt x="8542" y="607"/>
                  </a:lnTo>
                  <a:cubicBezTo>
                    <a:pt x="8542" y="277"/>
                    <a:pt x="8267" y="1"/>
                    <a:pt x="793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6" name="Google Shape;1576;p42"/>
            <p:cNvSpPr/>
            <p:nvPr/>
          </p:nvSpPr>
          <p:spPr>
            <a:xfrm>
              <a:off x="3695590" y="2445833"/>
              <a:ext cx="58584" cy="159138"/>
            </a:xfrm>
            <a:custGeom>
              <a:rect b="b" l="l" r="r" t="t"/>
              <a:pathLst>
                <a:path extrusionOk="0" h="37890" w="8543">
                  <a:moveTo>
                    <a:pt x="620" y="1"/>
                  </a:moveTo>
                  <a:cubicBezTo>
                    <a:pt x="276" y="1"/>
                    <a:pt x="0" y="263"/>
                    <a:pt x="0" y="607"/>
                  </a:cubicBezTo>
                  <a:lnTo>
                    <a:pt x="0" y="37270"/>
                  </a:lnTo>
                  <a:cubicBezTo>
                    <a:pt x="0" y="37614"/>
                    <a:pt x="276" y="37890"/>
                    <a:pt x="620" y="37890"/>
                  </a:cubicBezTo>
                  <a:lnTo>
                    <a:pt x="7936" y="37890"/>
                  </a:lnTo>
                  <a:cubicBezTo>
                    <a:pt x="8267" y="37890"/>
                    <a:pt x="8543" y="37614"/>
                    <a:pt x="8543" y="37270"/>
                  </a:cubicBezTo>
                  <a:lnTo>
                    <a:pt x="8543" y="607"/>
                  </a:lnTo>
                  <a:cubicBezTo>
                    <a:pt x="8543" y="263"/>
                    <a:pt x="8267" y="1"/>
                    <a:pt x="793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7" name="Google Shape;1577;p42"/>
            <p:cNvSpPr/>
            <p:nvPr/>
          </p:nvSpPr>
          <p:spPr>
            <a:xfrm>
              <a:off x="3773763" y="2445833"/>
              <a:ext cx="58584" cy="159138"/>
            </a:xfrm>
            <a:custGeom>
              <a:rect b="b" l="l" r="r" t="t"/>
              <a:pathLst>
                <a:path extrusionOk="0" h="37890" w="8543">
                  <a:moveTo>
                    <a:pt x="607" y="1"/>
                  </a:moveTo>
                  <a:cubicBezTo>
                    <a:pt x="276" y="1"/>
                    <a:pt x="1" y="277"/>
                    <a:pt x="1" y="607"/>
                  </a:cubicBezTo>
                  <a:lnTo>
                    <a:pt x="1" y="37270"/>
                  </a:lnTo>
                  <a:cubicBezTo>
                    <a:pt x="1" y="37614"/>
                    <a:pt x="276" y="37890"/>
                    <a:pt x="607" y="37890"/>
                  </a:cubicBezTo>
                  <a:lnTo>
                    <a:pt x="7937" y="37890"/>
                  </a:lnTo>
                  <a:cubicBezTo>
                    <a:pt x="8267" y="37890"/>
                    <a:pt x="8543" y="37614"/>
                    <a:pt x="8543" y="37270"/>
                  </a:cubicBezTo>
                  <a:lnTo>
                    <a:pt x="8543" y="607"/>
                  </a:lnTo>
                  <a:cubicBezTo>
                    <a:pt x="8543" y="277"/>
                    <a:pt x="8267" y="1"/>
                    <a:pt x="793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8" name="Google Shape;1578;p42"/>
            <p:cNvSpPr/>
            <p:nvPr/>
          </p:nvSpPr>
          <p:spPr>
            <a:xfrm>
              <a:off x="3851936" y="2445833"/>
              <a:ext cx="58584" cy="159079"/>
            </a:xfrm>
            <a:custGeom>
              <a:rect b="b" l="l" r="r" t="t"/>
              <a:pathLst>
                <a:path extrusionOk="0" h="37876" w="8543">
                  <a:moveTo>
                    <a:pt x="607" y="1"/>
                  </a:moveTo>
                  <a:cubicBezTo>
                    <a:pt x="276" y="1"/>
                    <a:pt x="1" y="263"/>
                    <a:pt x="1" y="607"/>
                  </a:cubicBezTo>
                  <a:lnTo>
                    <a:pt x="1" y="37270"/>
                  </a:lnTo>
                  <a:cubicBezTo>
                    <a:pt x="1" y="37614"/>
                    <a:pt x="276" y="37876"/>
                    <a:pt x="607" y="37876"/>
                  </a:cubicBezTo>
                  <a:lnTo>
                    <a:pt x="7923" y="37876"/>
                  </a:lnTo>
                  <a:cubicBezTo>
                    <a:pt x="8267" y="37876"/>
                    <a:pt x="8543" y="37614"/>
                    <a:pt x="8543" y="37270"/>
                  </a:cubicBezTo>
                  <a:lnTo>
                    <a:pt x="8543" y="607"/>
                  </a:lnTo>
                  <a:cubicBezTo>
                    <a:pt x="8543" y="263"/>
                    <a:pt x="8267" y="1"/>
                    <a:pt x="792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9" name="Google Shape;1579;p42"/>
            <p:cNvSpPr/>
            <p:nvPr/>
          </p:nvSpPr>
          <p:spPr>
            <a:xfrm>
              <a:off x="3930109" y="2445833"/>
              <a:ext cx="58590" cy="159138"/>
            </a:xfrm>
            <a:custGeom>
              <a:rect b="b" l="l" r="r" t="t"/>
              <a:pathLst>
                <a:path extrusionOk="0" h="37890" w="8544">
                  <a:moveTo>
                    <a:pt x="607" y="1"/>
                  </a:moveTo>
                  <a:cubicBezTo>
                    <a:pt x="263" y="1"/>
                    <a:pt x="1" y="277"/>
                    <a:pt x="1" y="607"/>
                  </a:cubicBezTo>
                  <a:lnTo>
                    <a:pt x="1" y="37270"/>
                  </a:lnTo>
                  <a:cubicBezTo>
                    <a:pt x="1" y="37614"/>
                    <a:pt x="263" y="37890"/>
                    <a:pt x="607" y="37890"/>
                  </a:cubicBezTo>
                  <a:lnTo>
                    <a:pt x="7923" y="37890"/>
                  </a:lnTo>
                  <a:cubicBezTo>
                    <a:pt x="8268" y="37890"/>
                    <a:pt x="8543" y="37614"/>
                    <a:pt x="8543" y="37270"/>
                  </a:cubicBezTo>
                  <a:lnTo>
                    <a:pt x="8543" y="607"/>
                  </a:lnTo>
                  <a:cubicBezTo>
                    <a:pt x="8543" y="277"/>
                    <a:pt x="8268" y="1"/>
                    <a:pt x="792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80" name="Google Shape;1580;p42"/>
          <p:cNvGrpSpPr/>
          <p:nvPr/>
        </p:nvGrpSpPr>
        <p:grpSpPr>
          <a:xfrm>
            <a:off x="4509949" y="4106638"/>
            <a:ext cx="1636295" cy="178683"/>
            <a:chOff x="3558802" y="4011244"/>
            <a:chExt cx="1866000" cy="111600"/>
          </a:xfrm>
        </p:grpSpPr>
        <p:sp>
          <p:nvSpPr>
            <p:cNvPr id="1581" name="Google Shape;1581;p42"/>
            <p:cNvSpPr/>
            <p:nvPr/>
          </p:nvSpPr>
          <p:spPr>
            <a:xfrm flipH="1" rot="5400000">
              <a:off x="4436152" y="3134077"/>
              <a:ext cx="111300" cy="1866000"/>
            </a:xfrm>
            <a:prstGeom prst="round2SameRect">
              <a:avLst>
                <a:gd fmla="val 50000" name="adj1"/>
                <a:gd fmla="val 50000" name="adj2"/>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2" name="Google Shape;1582;p42"/>
            <p:cNvSpPr/>
            <p:nvPr/>
          </p:nvSpPr>
          <p:spPr>
            <a:xfrm flipH="1" rot="5400000">
              <a:off x="4157232" y="3412894"/>
              <a:ext cx="111600" cy="1308300"/>
            </a:xfrm>
            <a:prstGeom prst="round2SameRect">
              <a:avLst>
                <a:gd fmla="val 50000" name="adj1"/>
                <a:gd fmla="val 50000" name="adj2"/>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83" name="Google Shape;1583;p42"/>
          <p:cNvGrpSpPr/>
          <p:nvPr/>
        </p:nvGrpSpPr>
        <p:grpSpPr>
          <a:xfrm>
            <a:off x="717059" y="4106373"/>
            <a:ext cx="1636097" cy="141596"/>
            <a:chOff x="2598024" y="2207461"/>
            <a:chExt cx="1383474" cy="119733"/>
          </a:xfrm>
        </p:grpSpPr>
        <p:sp>
          <p:nvSpPr>
            <p:cNvPr id="1584" name="Google Shape;1584;p42"/>
            <p:cNvSpPr/>
            <p:nvPr/>
          </p:nvSpPr>
          <p:spPr>
            <a:xfrm rot="-5400000">
              <a:off x="2778563" y="2207493"/>
              <a:ext cx="119700" cy="1197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5" name="Google Shape;1585;p42"/>
            <p:cNvSpPr/>
            <p:nvPr/>
          </p:nvSpPr>
          <p:spPr>
            <a:xfrm rot="-5400000">
              <a:off x="2959102" y="2207493"/>
              <a:ext cx="119700" cy="1197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6" name="Google Shape;1586;p42"/>
            <p:cNvSpPr/>
            <p:nvPr/>
          </p:nvSpPr>
          <p:spPr>
            <a:xfrm rot="-5400000">
              <a:off x="3139642" y="2207493"/>
              <a:ext cx="119700" cy="119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7" name="Google Shape;1587;p42"/>
            <p:cNvSpPr/>
            <p:nvPr/>
          </p:nvSpPr>
          <p:spPr>
            <a:xfrm rot="-5400000">
              <a:off x="3320181" y="2207493"/>
              <a:ext cx="119700" cy="119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8" name="Google Shape;1588;p42"/>
            <p:cNvSpPr/>
            <p:nvPr/>
          </p:nvSpPr>
          <p:spPr>
            <a:xfrm rot="-5400000">
              <a:off x="3500720" y="2207493"/>
              <a:ext cx="119700" cy="119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9" name="Google Shape;1589;p42"/>
            <p:cNvSpPr/>
            <p:nvPr/>
          </p:nvSpPr>
          <p:spPr>
            <a:xfrm rot="-5400000">
              <a:off x="2598024" y="2207493"/>
              <a:ext cx="119700" cy="1197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0" name="Google Shape;1590;p42"/>
            <p:cNvSpPr/>
            <p:nvPr/>
          </p:nvSpPr>
          <p:spPr>
            <a:xfrm rot="-5400000">
              <a:off x="3681259" y="2207461"/>
              <a:ext cx="119700" cy="119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1" name="Google Shape;1591;p42"/>
            <p:cNvSpPr/>
            <p:nvPr/>
          </p:nvSpPr>
          <p:spPr>
            <a:xfrm rot="-5400000">
              <a:off x="3861798" y="2207461"/>
              <a:ext cx="119700" cy="119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2" name="Google Shape;1592;p42"/>
          <p:cNvGrpSpPr/>
          <p:nvPr/>
        </p:nvGrpSpPr>
        <p:grpSpPr>
          <a:xfrm>
            <a:off x="2615056" y="4378476"/>
            <a:ext cx="1636335" cy="229964"/>
            <a:chOff x="723300" y="4253549"/>
            <a:chExt cx="2276482" cy="324900"/>
          </a:xfrm>
        </p:grpSpPr>
        <p:sp>
          <p:nvSpPr>
            <p:cNvPr id="1593" name="Google Shape;1593;p42"/>
            <p:cNvSpPr/>
            <p:nvPr/>
          </p:nvSpPr>
          <p:spPr>
            <a:xfrm>
              <a:off x="723300" y="4253549"/>
              <a:ext cx="341700" cy="324900"/>
            </a:xfrm>
            <a:prstGeom prst="star5">
              <a:avLst>
                <a:gd fmla="val 19098" name="adj"/>
                <a:gd fmla="val 105146" name="hf"/>
                <a:gd fmla="val 110557" name="vf"/>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4" name="Google Shape;1594;p42"/>
            <p:cNvSpPr/>
            <p:nvPr/>
          </p:nvSpPr>
          <p:spPr>
            <a:xfrm>
              <a:off x="1206995" y="4253549"/>
              <a:ext cx="341700" cy="324900"/>
            </a:xfrm>
            <a:prstGeom prst="star5">
              <a:avLst>
                <a:gd fmla="val 19098" name="adj"/>
                <a:gd fmla="val 105146" name="hf"/>
                <a:gd fmla="val 110557" name="vf"/>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5" name="Google Shape;1595;p42"/>
            <p:cNvSpPr/>
            <p:nvPr/>
          </p:nvSpPr>
          <p:spPr>
            <a:xfrm>
              <a:off x="1690691" y="4253549"/>
              <a:ext cx="341700" cy="324900"/>
            </a:xfrm>
            <a:prstGeom prst="star5">
              <a:avLst>
                <a:gd fmla="val 19098" name="adj"/>
                <a:gd fmla="val 105146" name="hf"/>
                <a:gd fmla="val 110557" name="vf"/>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6" name="Google Shape;1596;p42"/>
            <p:cNvSpPr/>
            <p:nvPr/>
          </p:nvSpPr>
          <p:spPr>
            <a:xfrm>
              <a:off x="2174386" y="4253549"/>
              <a:ext cx="341700" cy="324900"/>
            </a:xfrm>
            <a:prstGeom prst="star5">
              <a:avLst>
                <a:gd fmla="val 19098" name="adj"/>
                <a:gd fmla="val 105146" name="hf"/>
                <a:gd fmla="val 110557" name="vf"/>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7" name="Google Shape;1597;p42"/>
            <p:cNvSpPr/>
            <p:nvPr/>
          </p:nvSpPr>
          <p:spPr>
            <a:xfrm>
              <a:off x="2658082" y="4253549"/>
              <a:ext cx="341700" cy="324900"/>
            </a:xfrm>
            <a:prstGeom prst="star5">
              <a:avLst>
                <a:gd fmla="val 19098" name="adj"/>
                <a:gd fmla="val 105146" name="hf"/>
                <a:gd fmla="val 110557" name="vf"/>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8" name="Google Shape;1598;p42"/>
          <p:cNvGrpSpPr/>
          <p:nvPr/>
        </p:nvGrpSpPr>
        <p:grpSpPr>
          <a:xfrm>
            <a:off x="2616017" y="4106810"/>
            <a:ext cx="1634508" cy="211915"/>
            <a:chOff x="705948" y="3788465"/>
            <a:chExt cx="2308953" cy="299400"/>
          </a:xfrm>
        </p:grpSpPr>
        <p:sp>
          <p:nvSpPr>
            <p:cNvPr id="1599" name="Google Shape;1599;p42"/>
            <p:cNvSpPr/>
            <p:nvPr/>
          </p:nvSpPr>
          <p:spPr>
            <a:xfrm>
              <a:off x="705948" y="3788465"/>
              <a:ext cx="335400" cy="299400"/>
            </a:xfrm>
            <a:prstGeom prst="hear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0" name="Google Shape;1600;p42"/>
            <p:cNvSpPr/>
            <p:nvPr/>
          </p:nvSpPr>
          <p:spPr>
            <a:xfrm>
              <a:off x="1209923" y="3788465"/>
              <a:ext cx="335400" cy="299400"/>
            </a:xfrm>
            <a:prstGeom prst="hear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1" name="Google Shape;1601;p42"/>
            <p:cNvSpPr/>
            <p:nvPr/>
          </p:nvSpPr>
          <p:spPr>
            <a:xfrm>
              <a:off x="1713905" y="3788465"/>
              <a:ext cx="335400" cy="299400"/>
            </a:xfrm>
            <a:prstGeom prst="hear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2" name="Google Shape;1602;p42"/>
            <p:cNvSpPr/>
            <p:nvPr/>
          </p:nvSpPr>
          <p:spPr>
            <a:xfrm>
              <a:off x="2189639" y="3788465"/>
              <a:ext cx="335400" cy="299400"/>
            </a:xfrm>
            <a:prstGeom prst="hear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3" name="Google Shape;1603;p42"/>
            <p:cNvSpPr/>
            <p:nvPr/>
          </p:nvSpPr>
          <p:spPr>
            <a:xfrm>
              <a:off x="2679500" y="3788465"/>
              <a:ext cx="335400" cy="299400"/>
            </a:xfrm>
            <a:prstGeom prst="hear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04" name="Google Shape;1604;p42"/>
          <p:cNvGrpSpPr/>
          <p:nvPr/>
        </p:nvGrpSpPr>
        <p:grpSpPr>
          <a:xfrm>
            <a:off x="717063" y="4466290"/>
            <a:ext cx="1636137" cy="142321"/>
            <a:chOff x="717063" y="4466290"/>
            <a:chExt cx="1636137" cy="142321"/>
          </a:xfrm>
        </p:grpSpPr>
        <p:grpSp>
          <p:nvGrpSpPr>
            <p:cNvPr id="1605" name="Google Shape;1605;p42"/>
            <p:cNvGrpSpPr/>
            <p:nvPr/>
          </p:nvGrpSpPr>
          <p:grpSpPr>
            <a:xfrm>
              <a:off x="717063" y="4466290"/>
              <a:ext cx="1636137" cy="0"/>
              <a:chOff x="5224975" y="2962250"/>
              <a:chExt cx="1544400" cy="0"/>
            </a:xfrm>
          </p:grpSpPr>
          <p:cxnSp>
            <p:nvCxnSpPr>
              <p:cNvPr id="1606" name="Google Shape;1606;p42"/>
              <p:cNvCxnSpPr/>
              <p:nvPr/>
            </p:nvCxnSpPr>
            <p:spPr>
              <a:xfrm>
                <a:off x="5224975" y="2962250"/>
                <a:ext cx="1544400" cy="0"/>
              </a:xfrm>
              <a:prstGeom prst="straightConnector1">
                <a:avLst/>
              </a:prstGeom>
              <a:noFill/>
              <a:ln cap="flat" cmpd="sng" w="19050">
                <a:solidFill>
                  <a:schemeClr val="lt1"/>
                </a:solidFill>
                <a:prstDash val="solid"/>
                <a:round/>
                <a:headEnd len="med" w="med" type="none"/>
                <a:tailEnd len="med" w="med" type="none"/>
              </a:ln>
            </p:spPr>
          </p:cxnSp>
          <p:cxnSp>
            <p:nvCxnSpPr>
              <p:cNvPr id="1607" name="Google Shape;1607;p42"/>
              <p:cNvCxnSpPr/>
              <p:nvPr/>
            </p:nvCxnSpPr>
            <p:spPr>
              <a:xfrm>
                <a:off x="5225150" y="2962250"/>
                <a:ext cx="453300" cy="0"/>
              </a:xfrm>
              <a:prstGeom prst="straightConnector1">
                <a:avLst/>
              </a:prstGeom>
              <a:noFill/>
              <a:ln cap="flat" cmpd="sng" w="19050">
                <a:solidFill>
                  <a:schemeClr val="accent1"/>
                </a:solidFill>
                <a:prstDash val="solid"/>
                <a:round/>
                <a:headEnd len="med" w="med" type="none"/>
                <a:tailEnd len="med" w="med" type="oval"/>
              </a:ln>
            </p:spPr>
          </p:cxnSp>
        </p:grpSp>
        <p:grpSp>
          <p:nvGrpSpPr>
            <p:cNvPr id="1608" name="Google Shape;1608;p42"/>
            <p:cNvGrpSpPr/>
            <p:nvPr/>
          </p:nvGrpSpPr>
          <p:grpSpPr>
            <a:xfrm>
              <a:off x="717063" y="4608612"/>
              <a:ext cx="1636137" cy="0"/>
              <a:chOff x="5224975" y="2962250"/>
              <a:chExt cx="1544400" cy="0"/>
            </a:xfrm>
          </p:grpSpPr>
          <p:cxnSp>
            <p:nvCxnSpPr>
              <p:cNvPr id="1609" name="Google Shape;1609;p42"/>
              <p:cNvCxnSpPr/>
              <p:nvPr/>
            </p:nvCxnSpPr>
            <p:spPr>
              <a:xfrm>
                <a:off x="5224975" y="2962250"/>
                <a:ext cx="1544400" cy="0"/>
              </a:xfrm>
              <a:prstGeom prst="straightConnector1">
                <a:avLst/>
              </a:prstGeom>
              <a:noFill/>
              <a:ln cap="flat" cmpd="sng" w="19050">
                <a:solidFill>
                  <a:schemeClr val="lt1"/>
                </a:solidFill>
                <a:prstDash val="solid"/>
                <a:round/>
                <a:headEnd len="med" w="med" type="none"/>
                <a:tailEnd len="med" w="med" type="none"/>
              </a:ln>
            </p:spPr>
          </p:cxnSp>
          <p:cxnSp>
            <p:nvCxnSpPr>
              <p:cNvPr id="1610" name="Google Shape;1610;p42"/>
              <p:cNvCxnSpPr/>
              <p:nvPr/>
            </p:nvCxnSpPr>
            <p:spPr>
              <a:xfrm>
                <a:off x="5225150" y="2962250"/>
                <a:ext cx="998700" cy="0"/>
              </a:xfrm>
              <a:prstGeom prst="straightConnector1">
                <a:avLst/>
              </a:prstGeom>
              <a:noFill/>
              <a:ln cap="flat" cmpd="sng" w="19050">
                <a:solidFill>
                  <a:schemeClr val="accent1"/>
                </a:solidFill>
                <a:prstDash val="solid"/>
                <a:round/>
                <a:headEnd len="med" w="med" type="none"/>
                <a:tailEnd len="med" w="med" type="oval"/>
              </a:ln>
            </p:spPr>
          </p:cxnSp>
        </p:grpSp>
      </p:grpSp>
      <p:grpSp>
        <p:nvGrpSpPr>
          <p:cNvPr id="1611" name="Google Shape;1611;p42"/>
          <p:cNvGrpSpPr/>
          <p:nvPr/>
        </p:nvGrpSpPr>
        <p:grpSpPr>
          <a:xfrm>
            <a:off x="4360502" y="551726"/>
            <a:ext cx="1942231" cy="1498773"/>
            <a:chOff x="4267623" y="1395910"/>
            <a:chExt cx="1364980" cy="1053323"/>
          </a:xfrm>
        </p:grpSpPr>
        <p:sp>
          <p:nvSpPr>
            <p:cNvPr id="1612" name="Google Shape;1612;p42"/>
            <p:cNvSpPr/>
            <p:nvPr/>
          </p:nvSpPr>
          <p:spPr>
            <a:xfrm flipH="1" rot="10800000">
              <a:off x="4293069" y="1395910"/>
              <a:ext cx="1302000" cy="258300"/>
            </a:xfrm>
            <a:prstGeom prst="trapezoid">
              <a:avLst>
                <a:gd fmla="val 53979" name="adj"/>
              </a:avLst>
            </a:prstGeom>
            <a:solidFill>
              <a:schemeClr val="l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613" name="Google Shape;1613;p42"/>
            <p:cNvSpPr/>
            <p:nvPr/>
          </p:nvSpPr>
          <p:spPr>
            <a:xfrm flipH="1" rot="10800000">
              <a:off x="4499535" y="1659818"/>
              <a:ext cx="888900" cy="258300"/>
            </a:xfrm>
            <a:prstGeom prst="trapezoid">
              <a:avLst>
                <a:gd fmla="val 53979" name="adj"/>
              </a:avLst>
            </a:prstGeom>
            <a:solidFill>
              <a:schemeClr val="dk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614" name="Google Shape;1614;p42"/>
            <p:cNvSpPr/>
            <p:nvPr/>
          </p:nvSpPr>
          <p:spPr>
            <a:xfrm flipH="1" rot="10800000">
              <a:off x="4684119" y="1923726"/>
              <a:ext cx="519900" cy="258300"/>
            </a:xfrm>
            <a:prstGeom prst="trapezoid">
              <a:avLst>
                <a:gd fmla="val 53979" name="adj"/>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615" name="Google Shape;1615;p42"/>
            <p:cNvSpPr/>
            <p:nvPr/>
          </p:nvSpPr>
          <p:spPr>
            <a:xfrm rot="5400000">
              <a:off x="4819316" y="2209983"/>
              <a:ext cx="261600" cy="216900"/>
            </a:xfrm>
            <a:prstGeom prst="rightArrow">
              <a:avLst>
                <a:gd fmla="val 50000" name="adj1"/>
                <a:gd fmla="val 50000"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616" name="Google Shape;1616;p42"/>
            <p:cNvSpPr/>
            <p:nvPr/>
          </p:nvSpPr>
          <p:spPr>
            <a:xfrm>
              <a:off x="5560603" y="1489093"/>
              <a:ext cx="72000" cy="720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617" name="Google Shape;1617;p42"/>
            <p:cNvSpPr/>
            <p:nvPr/>
          </p:nvSpPr>
          <p:spPr>
            <a:xfrm>
              <a:off x="5560603" y="2011193"/>
              <a:ext cx="72000" cy="720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618" name="Google Shape;1618;p42"/>
            <p:cNvSpPr/>
            <p:nvPr/>
          </p:nvSpPr>
          <p:spPr>
            <a:xfrm>
              <a:off x="4267623" y="1752968"/>
              <a:ext cx="72000" cy="72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619" name="Google Shape;1619;p42"/>
            <p:cNvSpPr/>
            <p:nvPr/>
          </p:nvSpPr>
          <p:spPr>
            <a:xfrm>
              <a:off x="4267623" y="2299841"/>
              <a:ext cx="72000" cy="72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620" name="Google Shape;1620;p42"/>
            <p:cNvCxnSpPr>
              <a:stCxn id="1616" idx="2"/>
              <a:endCxn id="1612" idx="3"/>
            </p:cNvCxnSpPr>
            <p:nvPr/>
          </p:nvCxnSpPr>
          <p:spPr>
            <a:xfrm rot="10800000">
              <a:off x="5525503" y="1525093"/>
              <a:ext cx="35100" cy="0"/>
            </a:xfrm>
            <a:prstGeom prst="straightConnector1">
              <a:avLst/>
            </a:prstGeom>
            <a:noFill/>
            <a:ln cap="flat" cmpd="sng" w="19050">
              <a:solidFill>
                <a:schemeClr val="lt1"/>
              </a:solidFill>
              <a:prstDash val="solid"/>
              <a:round/>
              <a:headEnd len="med" w="med" type="none"/>
              <a:tailEnd len="med" w="med" type="none"/>
            </a:ln>
          </p:spPr>
        </p:cxnSp>
        <p:cxnSp>
          <p:nvCxnSpPr>
            <p:cNvPr id="1621" name="Google Shape;1621;p42"/>
            <p:cNvCxnSpPr>
              <a:stCxn id="1618" idx="6"/>
              <a:endCxn id="1613" idx="1"/>
            </p:cNvCxnSpPr>
            <p:nvPr/>
          </p:nvCxnSpPr>
          <p:spPr>
            <a:xfrm>
              <a:off x="4339623" y="1788968"/>
              <a:ext cx="229500" cy="0"/>
            </a:xfrm>
            <a:prstGeom prst="straightConnector1">
              <a:avLst/>
            </a:prstGeom>
            <a:noFill/>
            <a:ln cap="flat" cmpd="sng" w="19050">
              <a:solidFill>
                <a:schemeClr val="dk2"/>
              </a:solidFill>
              <a:prstDash val="solid"/>
              <a:round/>
              <a:headEnd len="med" w="med" type="none"/>
              <a:tailEnd len="med" w="med" type="none"/>
            </a:ln>
          </p:spPr>
        </p:cxnSp>
        <p:cxnSp>
          <p:nvCxnSpPr>
            <p:cNvPr id="1622" name="Google Shape;1622;p42"/>
            <p:cNvCxnSpPr>
              <a:stCxn id="1614" idx="3"/>
              <a:endCxn id="1617" idx="2"/>
            </p:cNvCxnSpPr>
            <p:nvPr/>
          </p:nvCxnSpPr>
          <p:spPr>
            <a:xfrm flipH="1" rot="10800000">
              <a:off x="5134305" y="2047176"/>
              <a:ext cx="426300" cy="5700"/>
            </a:xfrm>
            <a:prstGeom prst="straightConnector1">
              <a:avLst/>
            </a:prstGeom>
            <a:noFill/>
            <a:ln cap="flat" cmpd="sng" w="19050">
              <a:solidFill>
                <a:schemeClr val="lt2"/>
              </a:solidFill>
              <a:prstDash val="solid"/>
              <a:round/>
              <a:headEnd len="med" w="med" type="none"/>
              <a:tailEnd len="med" w="med" type="none"/>
            </a:ln>
          </p:spPr>
        </p:cxnSp>
        <p:cxnSp>
          <p:nvCxnSpPr>
            <p:cNvPr id="1623" name="Google Shape;1623;p42"/>
            <p:cNvCxnSpPr>
              <a:stCxn id="1615" idx="0"/>
              <a:endCxn id="1619" idx="6"/>
            </p:cNvCxnSpPr>
            <p:nvPr/>
          </p:nvCxnSpPr>
          <p:spPr>
            <a:xfrm rot="10800000">
              <a:off x="4339766" y="2335983"/>
              <a:ext cx="718800" cy="4800"/>
            </a:xfrm>
            <a:prstGeom prst="straightConnector1">
              <a:avLst/>
            </a:prstGeom>
            <a:noFill/>
            <a:ln cap="flat" cmpd="sng" w="19050">
              <a:solidFill>
                <a:schemeClr val="accent1"/>
              </a:solidFill>
              <a:prstDash val="solid"/>
              <a:round/>
              <a:headEnd len="med" w="med" type="none"/>
              <a:tailEnd len="med" w="med" type="none"/>
            </a:ln>
          </p:spPr>
        </p:cxnSp>
      </p:grpSp>
      <p:grpSp>
        <p:nvGrpSpPr>
          <p:cNvPr id="1624" name="Google Shape;1624;p42"/>
          <p:cNvGrpSpPr/>
          <p:nvPr/>
        </p:nvGrpSpPr>
        <p:grpSpPr>
          <a:xfrm>
            <a:off x="7297251" y="2327905"/>
            <a:ext cx="1133434" cy="710700"/>
            <a:chOff x="4277294" y="3280212"/>
            <a:chExt cx="1434000" cy="899165"/>
          </a:xfrm>
        </p:grpSpPr>
        <p:grpSp>
          <p:nvGrpSpPr>
            <p:cNvPr id="1625" name="Google Shape;1625;p42"/>
            <p:cNvGrpSpPr/>
            <p:nvPr/>
          </p:nvGrpSpPr>
          <p:grpSpPr>
            <a:xfrm>
              <a:off x="4277294" y="3985877"/>
              <a:ext cx="1434000" cy="193500"/>
              <a:chOff x="4277294" y="3985877"/>
              <a:chExt cx="1434000" cy="193500"/>
            </a:xfrm>
          </p:grpSpPr>
          <p:sp>
            <p:nvSpPr>
              <p:cNvPr id="1626" name="Google Shape;1626;p42"/>
              <p:cNvSpPr/>
              <p:nvPr/>
            </p:nvSpPr>
            <p:spPr>
              <a:xfrm rot="10800000">
                <a:off x="4277294" y="3985877"/>
                <a:ext cx="1366200" cy="19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627" name="Google Shape;1627;p42"/>
              <p:cNvCxnSpPr>
                <a:stCxn id="1626" idx="1"/>
              </p:cNvCxnSpPr>
              <p:nvPr/>
            </p:nvCxnSpPr>
            <p:spPr>
              <a:xfrm flipH="1" rot="10800000">
                <a:off x="5643494" y="4080527"/>
                <a:ext cx="67800" cy="2100"/>
              </a:xfrm>
              <a:prstGeom prst="straightConnector1">
                <a:avLst/>
              </a:prstGeom>
              <a:noFill/>
              <a:ln cap="flat" cmpd="sng" w="19050">
                <a:solidFill>
                  <a:schemeClr val="lt1"/>
                </a:solidFill>
                <a:prstDash val="solid"/>
                <a:round/>
                <a:headEnd len="med" w="med" type="none"/>
                <a:tailEnd len="med" w="med" type="none"/>
              </a:ln>
            </p:spPr>
          </p:cxnSp>
        </p:grpSp>
        <p:grpSp>
          <p:nvGrpSpPr>
            <p:cNvPr id="1628" name="Google Shape;1628;p42"/>
            <p:cNvGrpSpPr/>
            <p:nvPr/>
          </p:nvGrpSpPr>
          <p:grpSpPr>
            <a:xfrm>
              <a:off x="4332478" y="3746351"/>
              <a:ext cx="1182600" cy="193500"/>
              <a:chOff x="4332478" y="3746351"/>
              <a:chExt cx="1182600" cy="193500"/>
            </a:xfrm>
          </p:grpSpPr>
          <p:sp>
            <p:nvSpPr>
              <p:cNvPr id="1629" name="Google Shape;1629;p42"/>
              <p:cNvSpPr/>
              <p:nvPr/>
            </p:nvSpPr>
            <p:spPr>
              <a:xfrm rot="10800000">
                <a:off x="4405678" y="3746351"/>
                <a:ext cx="1109400" cy="19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630" name="Google Shape;1630;p42"/>
              <p:cNvCxnSpPr>
                <a:endCxn id="1629" idx="3"/>
              </p:cNvCxnSpPr>
              <p:nvPr/>
            </p:nvCxnSpPr>
            <p:spPr>
              <a:xfrm>
                <a:off x="4332478" y="3843101"/>
                <a:ext cx="73200" cy="0"/>
              </a:xfrm>
              <a:prstGeom prst="straightConnector1">
                <a:avLst/>
              </a:prstGeom>
              <a:noFill/>
              <a:ln cap="flat" cmpd="sng" w="19050">
                <a:solidFill>
                  <a:schemeClr val="dk2"/>
                </a:solidFill>
                <a:prstDash val="solid"/>
                <a:round/>
                <a:headEnd len="med" w="med" type="none"/>
                <a:tailEnd len="med" w="med" type="none"/>
              </a:ln>
            </p:spPr>
          </p:cxnSp>
        </p:grpSp>
        <p:grpSp>
          <p:nvGrpSpPr>
            <p:cNvPr id="1631" name="Google Shape;1631;p42"/>
            <p:cNvGrpSpPr/>
            <p:nvPr/>
          </p:nvGrpSpPr>
          <p:grpSpPr>
            <a:xfrm>
              <a:off x="4562350" y="3513282"/>
              <a:ext cx="861000" cy="193500"/>
              <a:chOff x="4562350" y="3513282"/>
              <a:chExt cx="861000" cy="193500"/>
            </a:xfrm>
          </p:grpSpPr>
          <p:sp>
            <p:nvSpPr>
              <p:cNvPr id="1632" name="Google Shape;1632;p42"/>
              <p:cNvSpPr/>
              <p:nvPr/>
            </p:nvSpPr>
            <p:spPr>
              <a:xfrm rot="10800000">
                <a:off x="4562350" y="3513282"/>
                <a:ext cx="796200" cy="19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633" name="Google Shape;1633;p42"/>
              <p:cNvCxnSpPr>
                <a:stCxn id="1632" idx="1"/>
              </p:cNvCxnSpPr>
              <p:nvPr/>
            </p:nvCxnSpPr>
            <p:spPr>
              <a:xfrm flipH="1" rot="10800000">
                <a:off x="5358550" y="3607932"/>
                <a:ext cx="64800" cy="2100"/>
              </a:xfrm>
              <a:prstGeom prst="straightConnector1">
                <a:avLst/>
              </a:prstGeom>
              <a:noFill/>
              <a:ln cap="flat" cmpd="sng" w="19050">
                <a:solidFill>
                  <a:schemeClr val="lt2"/>
                </a:solidFill>
                <a:prstDash val="solid"/>
                <a:round/>
                <a:headEnd len="med" w="med" type="none"/>
                <a:tailEnd len="med" w="med" type="none"/>
              </a:ln>
            </p:spPr>
          </p:cxnSp>
        </p:grpSp>
        <p:grpSp>
          <p:nvGrpSpPr>
            <p:cNvPr id="1634" name="Google Shape;1634;p42"/>
            <p:cNvGrpSpPr/>
            <p:nvPr/>
          </p:nvGrpSpPr>
          <p:grpSpPr>
            <a:xfrm>
              <a:off x="4686335" y="3280212"/>
              <a:ext cx="493500" cy="193500"/>
              <a:chOff x="4686335" y="3280212"/>
              <a:chExt cx="493500" cy="193500"/>
            </a:xfrm>
          </p:grpSpPr>
          <p:sp>
            <p:nvSpPr>
              <p:cNvPr id="1635" name="Google Shape;1635;p42"/>
              <p:cNvSpPr/>
              <p:nvPr/>
            </p:nvSpPr>
            <p:spPr>
              <a:xfrm rot="10800000">
                <a:off x="4740935" y="3280212"/>
                <a:ext cx="438900" cy="19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636" name="Google Shape;1636;p42"/>
              <p:cNvCxnSpPr>
                <a:endCxn id="1635" idx="3"/>
              </p:cNvCxnSpPr>
              <p:nvPr/>
            </p:nvCxnSpPr>
            <p:spPr>
              <a:xfrm>
                <a:off x="4686335" y="3375162"/>
                <a:ext cx="54600" cy="1800"/>
              </a:xfrm>
              <a:prstGeom prst="straightConnector1">
                <a:avLst/>
              </a:prstGeom>
              <a:noFill/>
              <a:ln cap="flat" cmpd="sng" w="19050">
                <a:solidFill>
                  <a:schemeClr val="accent1"/>
                </a:solidFill>
                <a:prstDash val="solid"/>
                <a:round/>
                <a:headEnd len="med" w="med" type="none"/>
                <a:tailEnd len="med" w="med" type="none"/>
              </a:ln>
            </p:spPr>
          </p:cxnSp>
        </p:grpSp>
      </p:grpSp>
      <p:grpSp>
        <p:nvGrpSpPr>
          <p:cNvPr id="1637" name="Google Shape;1637;p42"/>
          <p:cNvGrpSpPr/>
          <p:nvPr/>
        </p:nvGrpSpPr>
        <p:grpSpPr>
          <a:xfrm>
            <a:off x="6410637" y="2327964"/>
            <a:ext cx="790364" cy="710721"/>
            <a:chOff x="5760425" y="3623250"/>
            <a:chExt cx="1309200" cy="1177275"/>
          </a:xfrm>
        </p:grpSpPr>
        <p:sp>
          <p:nvSpPr>
            <p:cNvPr id="1638" name="Google Shape;1638;p42"/>
            <p:cNvSpPr/>
            <p:nvPr/>
          </p:nvSpPr>
          <p:spPr>
            <a:xfrm>
              <a:off x="5760425" y="4542225"/>
              <a:ext cx="1309200" cy="258300"/>
            </a:xfrm>
            <a:prstGeom prst="trapezoid">
              <a:avLst>
                <a:gd fmla="val 53979"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639" name="Google Shape;1639;p42"/>
            <p:cNvSpPr/>
            <p:nvPr/>
          </p:nvSpPr>
          <p:spPr>
            <a:xfrm>
              <a:off x="5900475" y="4284450"/>
              <a:ext cx="1029300" cy="258300"/>
            </a:xfrm>
            <a:prstGeom prst="trapezoid">
              <a:avLst>
                <a:gd fmla="val 53979"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640" name="Google Shape;1640;p42"/>
            <p:cNvSpPr/>
            <p:nvPr/>
          </p:nvSpPr>
          <p:spPr>
            <a:xfrm>
              <a:off x="6039825" y="4026700"/>
              <a:ext cx="750600" cy="258300"/>
            </a:xfrm>
            <a:prstGeom prst="trapezoid">
              <a:avLst>
                <a:gd fmla="val 53979"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641" name="Google Shape;1641;p42"/>
            <p:cNvSpPr/>
            <p:nvPr/>
          </p:nvSpPr>
          <p:spPr>
            <a:xfrm>
              <a:off x="6180700" y="3623250"/>
              <a:ext cx="470400" cy="403800"/>
            </a:xfrm>
            <a:prstGeom prst="triangl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1642" name="Google Shape;1642;p42"/>
          <p:cNvGrpSpPr/>
          <p:nvPr/>
        </p:nvGrpSpPr>
        <p:grpSpPr>
          <a:xfrm>
            <a:off x="2615190" y="2430902"/>
            <a:ext cx="1636200" cy="1510967"/>
            <a:chOff x="2541874" y="2328050"/>
            <a:chExt cx="1632446" cy="1507500"/>
          </a:xfrm>
        </p:grpSpPr>
        <p:grpSp>
          <p:nvGrpSpPr>
            <p:cNvPr id="1643" name="Google Shape;1643;p42"/>
            <p:cNvGrpSpPr/>
            <p:nvPr/>
          </p:nvGrpSpPr>
          <p:grpSpPr>
            <a:xfrm>
              <a:off x="2541874" y="2397088"/>
              <a:ext cx="1632446" cy="1369424"/>
              <a:chOff x="2541874" y="2419113"/>
              <a:chExt cx="1632446" cy="1369424"/>
            </a:xfrm>
          </p:grpSpPr>
          <p:sp>
            <p:nvSpPr>
              <p:cNvPr id="1644" name="Google Shape;1644;p42"/>
              <p:cNvSpPr/>
              <p:nvPr/>
            </p:nvSpPr>
            <p:spPr>
              <a:xfrm>
                <a:off x="2541874" y="3628611"/>
                <a:ext cx="816300" cy="159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645" name="Google Shape;1645;p42"/>
              <p:cNvSpPr/>
              <p:nvPr/>
            </p:nvSpPr>
            <p:spPr>
              <a:xfrm>
                <a:off x="3358020" y="3628611"/>
                <a:ext cx="816300" cy="159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646" name="Google Shape;1646;p42"/>
              <p:cNvSpPr/>
              <p:nvPr/>
            </p:nvSpPr>
            <p:spPr>
              <a:xfrm>
                <a:off x="2541874" y="3386692"/>
                <a:ext cx="816300" cy="159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647" name="Google Shape;1647;p42"/>
              <p:cNvSpPr/>
              <p:nvPr/>
            </p:nvSpPr>
            <p:spPr>
              <a:xfrm>
                <a:off x="3358020" y="3386692"/>
                <a:ext cx="816300" cy="159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648" name="Google Shape;1648;p42"/>
              <p:cNvSpPr/>
              <p:nvPr/>
            </p:nvSpPr>
            <p:spPr>
              <a:xfrm>
                <a:off x="2541874" y="3144772"/>
                <a:ext cx="816300" cy="159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649" name="Google Shape;1649;p42"/>
              <p:cNvSpPr/>
              <p:nvPr/>
            </p:nvSpPr>
            <p:spPr>
              <a:xfrm>
                <a:off x="3358020" y="3144772"/>
                <a:ext cx="816300" cy="159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650" name="Google Shape;1650;p42"/>
              <p:cNvSpPr/>
              <p:nvPr/>
            </p:nvSpPr>
            <p:spPr>
              <a:xfrm>
                <a:off x="2541874" y="2902853"/>
                <a:ext cx="816300" cy="159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651" name="Google Shape;1651;p42"/>
              <p:cNvSpPr/>
              <p:nvPr/>
            </p:nvSpPr>
            <p:spPr>
              <a:xfrm>
                <a:off x="3358020" y="2902853"/>
                <a:ext cx="816300" cy="159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652" name="Google Shape;1652;p42"/>
              <p:cNvSpPr/>
              <p:nvPr/>
            </p:nvSpPr>
            <p:spPr>
              <a:xfrm>
                <a:off x="2541874" y="2660934"/>
                <a:ext cx="816300" cy="159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653" name="Google Shape;1653;p42"/>
              <p:cNvSpPr/>
              <p:nvPr/>
            </p:nvSpPr>
            <p:spPr>
              <a:xfrm>
                <a:off x="3358020" y="2660934"/>
                <a:ext cx="816300" cy="159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654" name="Google Shape;1654;p42"/>
              <p:cNvSpPr/>
              <p:nvPr/>
            </p:nvSpPr>
            <p:spPr>
              <a:xfrm>
                <a:off x="2541874" y="2419113"/>
                <a:ext cx="816300" cy="159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655" name="Google Shape;1655;p42"/>
              <p:cNvSpPr/>
              <p:nvPr/>
            </p:nvSpPr>
            <p:spPr>
              <a:xfrm>
                <a:off x="3358020" y="2419113"/>
                <a:ext cx="816300" cy="159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656" name="Google Shape;1656;p42"/>
              <p:cNvSpPr/>
              <p:nvPr/>
            </p:nvSpPr>
            <p:spPr>
              <a:xfrm>
                <a:off x="2647220" y="3628637"/>
                <a:ext cx="710700" cy="1599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657" name="Google Shape;1657;p42"/>
              <p:cNvSpPr/>
              <p:nvPr/>
            </p:nvSpPr>
            <p:spPr>
              <a:xfrm>
                <a:off x="2767244" y="3386715"/>
                <a:ext cx="590700" cy="1599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658" name="Google Shape;1658;p42"/>
              <p:cNvSpPr/>
              <p:nvPr/>
            </p:nvSpPr>
            <p:spPr>
              <a:xfrm>
                <a:off x="2707232" y="3144793"/>
                <a:ext cx="650700" cy="1599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659" name="Google Shape;1659;p42"/>
              <p:cNvSpPr/>
              <p:nvPr/>
            </p:nvSpPr>
            <p:spPr>
              <a:xfrm>
                <a:off x="3043329" y="2902871"/>
                <a:ext cx="314700" cy="1599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660" name="Google Shape;1660;p42"/>
              <p:cNvSpPr/>
              <p:nvPr/>
            </p:nvSpPr>
            <p:spPr>
              <a:xfrm>
                <a:off x="2844406" y="2660949"/>
                <a:ext cx="513900" cy="1599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661" name="Google Shape;1661;p42"/>
              <p:cNvSpPr/>
              <p:nvPr/>
            </p:nvSpPr>
            <p:spPr>
              <a:xfrm>
                <a:off x="3139354" y="2419125"/>
                <a:ext cx="218700" cy="1599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662" name="Google Shape;1662;p42"/>
              <p:cNvSpPr/>
              <p:nvPr/>
            </p:nvSpPr>
            <p:spPr>
              <a:xfrm>
                <a:off x="3355402" y="3628611"/>
                <a:ext cx="590700" cy="159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663" name="Google Shape;1663;p42"/>
              <p:cNvSpPr/>
              <p:nvPr/>
            </p:nvSpPr>
            <p:spPr>
              <a:xfrm>
                <a:off x="3355402" y="3386694"/>
                <a:ext cx="710700" cy="159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664" name="Google Shape;1664;p42"/>
              <p:cNvSpPr/>
              <p:nvPr/>
            </p:nvSpPr>
            <p:spPr>
              <a:xfrm>
                <a:off x="3355402" y="3144778"/>
                <a:ext cx="426000" cy="159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665" name="Google Shape;1665;p42"/>
              <p:cNvSpPr/>
              <p:nvPr/>
            </p:nvSpPr>
            <p:spPr>
              <a:xfrm>
                <a:off x="3355402" y="2902861"/>
                <a:ext cx="590700" cy="159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666" name="Google Shape;1666;p42"/>
              <p:cNvSpPr/>
              <p:nvPr/>
            </p:nvSpPr>
            <p:spPr>
              <a:xfrm>
                <a:off x="3355402" y="2660944"/>
                <a:ext cx="277800" cy="159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667" name="Google Shape;1667;p42"/>
              <p:cNvSpPr/>
              <p:nvPr/>
            </p:nvSpPr>
            <p:spPr>
              <a:xfrm>
                <a:off x="3355402" y="2419125"/>
                <a:ext cx="168000" cy="159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cxnSp>
          <p:nvCxnSpPr>
            <p:cNvPr id="1668" name="Google Shape;1668;p42"/>
            <p:cNvCxnSpPr/>
            <p:nvPr/>
          </p:nvCxnSpPr>
          <p:spPr>
            <a:xfrm>
              <a:off x="3358100" y="2328050"/>
              <a:ext cx="0" cy="1507500"/>
            </a:xfrm>
            <a:prstGeom prst="straightConnector1">
              <a:avLst/>
            </a:prstGeom>
            <a:noFill/>
            <a:ln cap="flat" cmpd="sng" w="19050">
              <a:solidFill>
                <a:schemeClr val="accent1"/>
              </a:solidFill>
              <a:prstDash val="solid"/>
              <a:round/>
              <a:headEnd len="med" w="med" type="none"/>
              <a:tailEnd len="med" w="med" type="none"/>
            </a:ln>
          </p:spPr>
        </p:cxnSp>
      </p:grpSp>
      <p:grpSp>
        <p:nvGrpSpPr>
          <p:cNvPr id="1669" name="Google Shape;1669;p42"/>
          <p:cNvGrpSpPr/>
          <p:nvPr/>
        </p:nvGrpSpPr>
        <p:grpSpPr>
          <a:xfrm>
            <a:off x="4578681" y="2337868"/>
            <a:ext cx="1498830" cy="1498830"/>
            <a:chOff x="2734075" y="2398825"/>
            <a:chExt cx="1410000" cy="1410000"/>
          </a:xfrm>
        </p:grpSpPr>
        <p:sp>
          <p:nvSpPr>
            <p:cNvPr id="1670" name="Google Shape;1670;p42"/>
            <p:cNvSpPr/>
            <p:nvPr/>
          </p:nvSpPr>
          <p:spPr>
            <a:xfrm>
              <a:off x="2734075" y="2398825"/>
              <a:ext cx="1410000" cy="1410000"/>
            </a:xfrm>
            <a:prstGeom prst="donut">
              <a:avLst>
                <a:gd fmla="val 5864"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671" name="Google Shape;1671;p42"/>
            <p:cNvSpPr/>
            <p:nvPr/>
          </p:nvSpPr>
          <p:spPr>
            <a:xfrm flipH="1" rot="5400000">
              <a:off x="3137425" y="2802125"/>
              <a:ext cx="603600" cy="603600"/>
            </a:xfrm>
            <a:prstGeom prst="blockArc">
              <a:avLst>
                <a:gd fmla="val 16151512" name="adj1"/>
                <a:gd fmla="val 36507" name="adj2"/>
                <a:gd fmla="val 16861" name="adj3"/>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672" name="Google Shape;1672;p42"/>
            <p:cNvSpPr/>
            <p:nvPr/>
          </p:nvSpPr>
          <p:spPr>
            <a:xfrm flipH="1" rot="5400000">
              <a:off x="2991426" y="2656250"/>
              <a:ext cx="895500" cy="895500"/>
            </a:xfrm>
            <a:prstGeom prst="blockArc">
              <a:avLst>
                <a:gd fmla="val 10785634" name="adj1"/>
                <a:gd fmla="val 25138" name="adj2"/>
                <a:gd fmla="val 12191"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673" name="Google Shape;1673;p42"/>
            <p:cNvSpPr/>
            <p:nvPr/>
          </p:nvSpPr>
          <p:spPr>
            <a:xfrm flipH="1" rot="5400000">
              <a:off x="2847675" y="2512275"/>
              <a:ext cx="1183200" cy="1183200"/>
            </a:xfrm>
            <a:prstGeom prst="blockArc">
              <a:avLst>
                <a:gd fmla="val 5389572" name="adj1"/>
                <a:gd fmla="val 43175" name="adj2"/>
                <a:gd fmla="val 9126"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sp>
        <p:nvSpPr>
          <p:cNvPr id="1674" name="Google Shape;1674;p42"/>
          <p:cNvSpPr/>
          <p:nvPr/>
        </p:nvSpPr>
        <p:spPr>
          <a:xfrm>
            <a:off x="6408100" y="3303300"/>
            <a:ext cx="583200" cy="1305300"/>
          </a:xfrm>
          <a:prstGeom prst="roundRect">
            <a:avLst>
              <a:gd fmla="val 16667"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675" name="Google Shape;1675;p42"/>
          <p:cNvCxnSpPr>
            <a:stCxn id="1674" idx="2"/>
          </p:cNvCxnSpPr>
          <p:nvPr/>
        </p:nvCxnSpPr>
        <p:spPr>
          <a:xfrm rot="10800000">
            <a:off x="6699700" y="3303300"/>
            <a:ext cx="0" cy="1305300"/>
          </a:xfrm>
          <a:prstGeom prst="straightConnector1">
            <a:avLst/>
          </a:prstGeom>
          <a:noFill/>
          <a:ln cap="flat" cmpd="sng" w="19050">
            <a:solidFill>
              <a:schemeClr val="lt1"/>
            </a:solidFill>
            <a:prstDash val="solid"/>
            <a:round/>
            <a:headEnd len="med" w="med" type="none"/>
            <a:tailEnd len="med" w="med" type="none"/>
          </a:ln>
        </p:spPr>
      </p:cxnSp>
      <p:grpSp>
        <p:nvGrpSpPr>
          <p:cNvPr id="1676" name="Google Shape;1676;p42"/>
          <p:cNvGrpSpPr/>
          <p:nvPr/>
        </p:nvGrpSpPr>
        <p:grpSpPr>
          <a:xfrm>
            <a:off x="7127800" y="3303050"/>
            <a:ext cx="583200" cy="1305300"/>
            <a:chOff x="7127800" y="3303050"/>
            <a:chExt cx="583200" cy="1305300"/>
          </a:xfrm>
        </p:grpSpPr>
        <p:sp>
          <p:nvSpPr>
            <p:cNvPr id="1677" name="Google Shape;1677;p42"/>
            <p:cNvSpPr/>
            <p:nvPr/>
          </p:nvSpPr>
          <p:spPr>
            <a:xfrm>
              <a:off x="7127800" y="3615950"/>
              <a:ext cx="583200" cy="9924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678" name="Google Shape;1678;p42"/>
            <p:cNvCxnSpPr>
              <a:stCxn id="1677" idx="2"/>
            </p:cNvCxnSpPr>
            <p:nvPr/>
          </p:nvCxnSpPr>
          <p:spPr>
            <a:xfrm rot="10800000">
              <a:off x="7419400" y="3303050"/>
              <a:ext cx="0" cy="1305300"/>
            </a:xfrm>
            <a:prstGeom prst="straightConnector1">
              <a:avLst/>
            </a:prstGeom>
            <a:noFill/>
            <a:ln cap="flat" cmpd="sng" w="19050">
              <a:solidFill>
                <a:schemeClr val="lt1"/>
              </a:solidFill>
              <a:prstDash val="solid"/>
              <a:round/>
              <a:headEnd len="med" w="med" type="none"/>
              <a:tailEnd len="med" w="med" type="none"/>
            </a:ln>
          </p:spPr>
        </p:cxnSp>
      </p:grpSp>
      <p:grpSp>
        <p:nvGrpSpPr>
          <p:cNvPr id="1679" name="Google Shape;1679;p42"/>
          <p:cNvGrpSpPr/>
          <p:nvPr/>
        </p:nvGrpSpPr>
        <p:grpSpPr>
          <a:xfrm>
            <a:off x="7847475" y="3303175"/>
            <a:ext cx="583200" cy="1305300"/>
            <a:chOff x="7847475" y="3303175"/>
            <a:chExt cx="583200" cy="1305300"/>
          </a:xfrm>
        </p:grpSpPr>
        <p:sp>
          <p:nvSpPr>
            <p:cNvPr id="1680" name="Google Shape;1680;p42"/>
            <p:cNvSpPr/>
            <p:nvPr/>
          </p:nvSpPr>
          <p:spPr>
            <a:xfrm>
              <a:off x="7847475" y="3940975"/>
              <a:ext cx="583200" cy="6675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1681" name="Google Shape;1681;p42"/>
            <p:cNvCxnSpPr>
              <a:stCxn id="1680" idx="2"/>
            </p:cNvCxnSpPr>
            <p:nvPr/>
          </p:nvCxnSpPr>
          <p:spPr>
            <a:xfrm rot="10800000">
              <a:off x="8139075" y="3303175"/>
              <a:ext cx="0" cy="1305300"/>
            </a:xfrm>
            <a:prstGeom prst="straightConnector1">
              <a:avLst/>
            </a:prstGeom>
            <a:noFill/>
            <a:ln cap="flat" cmpd="sng" w="19050">
              <a:solidFill>
                <a:schemeClr val="lt1"/>
              </a:solidFill>
              <a:prstDash val="solid"/>
              <a:round/>
              <a:headEnd len="med" w="med" type="none"/>
              <a:tailEnd len="med" w="med" type="none"/>
            </a:ln>
          </p:spPr>
        </p:cxnSp>
      </p:grpSp>
      <p:grpSp>
        <p:nvGrpSpPr>
          <p:cNvPr id="1682" name="Google Shape;1682;p42"/>
          <p:cNvGrpSpPr/>
          <p:nvPr/>
        </p:nvGrpSpPr>
        <p:grpSpPr>
          <a:xfrm>
            <a:off x="647130" y="3397568"/>
            <a:ext cx="531608" cy="531608"/>
            <a:chOff x="640000" y="3356400"/>
            <a:chExt cx="543900" cy="543900"/>
          </a:xfrm>
        </p:grpSpPr>
        <p:sp>
          <p:nvSpPr>
            <p:cNvPr id="1683" name="Google Shape;1683;p42"/>
            <p:cNvSpPr/>
            <p:nvPr/>
          </p:nvSpPr>
          <p:spPr>
            <a:xfrm>
              <a:off x="681916" y="3398446"/>
              <a:ext cx="460200" cy="459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684" name="Google Shape;1684;p42"/>
            <p:cNvSpPr/>
            <p:nvPr/>
          </p:nvSpPr>
          <p:spPr>
            <a:xfrm>
              <a:off x="640000" y="3356400"/>
              <a:ext cx="543900" cy="543900"/>
            </a:xfrm>
            <a:prstGeom prst="arc">
              <a:avLst>
                <a:gd fmla="val 16200000" name="adj1"/>
                <a:gd fmla="val 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1685" name="Google Shape;1685;p42"/>
          <p:cNvGrpSpPr/>
          <p:nvPr/>
        </p:nvGrpSpPr>
        <p:grpSpPr>
          <a:xfrm>
            <a:off x="1234362" y="3397568"/>
            <a:ext cx="531608" cy="531608"/>
            <a:chOff x="1221113" y="3356400"/>
            <a:chExt cx="543900" cy="543900"/>
          </a:xfrm>
        </p:grpSpPr>
        <p:sp>
          <p:nvSpPr>
            <p:cNvPr id="1686" name="Google Shape;1686;p42"/>
            <p:cNvSpPr/>
            <p:nvPr/>
          </p:nvSpPr>
          <p:spPr>
            <a:xfrm>
              <a:off x="1263029" y="3398446"/>
              <a:ext cx="460200" cy="4599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687" name="Google Shape;1687;p42"/>
            <p:cNvSpPr/>
            <p:nvPr/>
          </p:nvSpPr>
          <p:spPr>
            <a:xfrm>
              <a:off x="1221113" y="3356400"/>
              <a:ext cx="543900" cy="543900"/>
            </a:xfrm>
            <a:prstGeom prst="arc">
              <a:avLst>
                <a:gd fmla="val 16200000" name="adj1"/>
                <a:gd fmla="val 5375492" name="adj2"/>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1688" name="Google Shape;1688;p42"/>
          <p:cNvGrpSpPr/>
          <p:nvPr/>
        </p:nvGrpSpPr>
        <p:grpSpPr>
          <a:xfrm>
            <a:off x="1821593" y="3397568"/>
            <a:ext cx="531608" cy="531608"/>
            <a:chOff x="1802222" y="3356400"/>
            <a:chExt cx="543900" cy="543900"/>
          </a:xfrm>
        </p:grpSpPr>
        <p:sp>
          <p:nvSpPr>
            <p:cNvPr id="1689" name="Google Shape;1689;p42"/>
            <p:cNvSpPr/>
            <p:nvPr/>
          </p:nvSpPr>
          <p:spPr>
            <a:xfrm>
              <a:off x="1844138" y="3398446"/>
              <a:ext cx="460200" cy="4599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690" name="Google Shape;1690;p42"/>
            <p:cNvSpPr/>
            <p:nvPr/>
          </p:nvSpPr>
          <p:spPr>
            <a:xfrm>
              <a:off x="1802222" y="3356400"/>
              <a:ext cx="543900" cy="543900"/>
            </a:xfrm>
            <a:prstGeom prst="arc">
              <a:avLst>
                <a:gd fmla="val 16200000" name="adj1"/>
                <a:gd fmla="val 10755368" name="adj2"/>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1691" name="Google Shape;1691;p42"/>
          <p:cNvGrpSpPr/>
          <p:nvPr/>
        </p:nvGrpSpPr>
        <p:grpSpPr>
          <a:xfrm>
            <a:off x="2615050" y="538596"/>
            <a:ext cx="1636500" cy="1636500"/>
            <a:chOff x="2615050" y="501067"/>
            <a:chExt cx="1636500" cy="1636500"/>
          </a:xfrm>
        </p:grpSpPr>
        <p:sp>
          <p:nvSpPr>
            <p:cNvPr id="1692" name="Google Shape;1692;p42"/>
            <p:cNvSpPr/>
            <p:nvPr/>
          </p:nvSpPr>
          <p:spPr>
            <a:xfrm rot="5400000">
              <a:off x="2868439" y="752501"/>
              <a:ext cx="1129800" cy="1129800"/>
            </a:xfrm>
            <a:prstGeom prst="chord">
              <a:avLst>
                <a:gd fmla="val 5386284" name="adj1"/>
                <a:gd fmla="val 16200000" name="adj2"/>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693" name="Google Shape;1693;p42"/>
            <p:cNvSpPr/>
            <p:nvPr/>
          </p:nvSpPr>
          <p:spPr>
            <a:xfrm>
              <a:off x="2615050" y="501067"/>
              <a:ext cx="1636500" cy="1636500"/>
            </a:xfrm>
            <a:prstGeom prst="blockArc">
              <a:avLst>
                <a:gd fmla="val 10800000" name="adj1"/>
                <a:gd fmla="val 20033791" name="adj2"/>
                <a:gd fmla="val 26085"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1694" name="Google Shape;1694;p42"/>
          <p:cNvGrpSpPr/>
          <p:nvPr/>
        </p:nvGrpSpPr>
        <p:grpSpPr>
          <a:xfrm>
            <a:off x="6410574" y="539471"/>
            <a:ext cx="3519095" cy="3002836"/>
            <a:chOff x="6781275" y="766449"/>
            <a:chExt cx="2814375" cy="2401500"/>
          </a:xfrm>
        </p:grpSpPr>
        <p:grpSp>
          <p:nvGrpSpPr>
            <p:cNvPr id="1695" name="Google Shape;1695;p42"/>
            <p:cNvGrpSpPr/>
            <p:nvPr/>
          </p:nvGrpSpPr>
          <p:grpSpPr>
            <a:xfrm>
              <a:off x="6781275" y="766449"/>
              <a:ext cx="2814375" cy="2401500"/>
              <a:chOff x="6781275" y="766449"/>
              <a:chExt cx="2814375" cy="2401500"/>
            </a:xfrm>
          </p:grpSpPr>
          <p:sp>
            <p:nvSpPr>
              <p:cNvPr id="1696" name="Google Shape;1696;p42"/>
              <p:cNvSpPr/>
              <p:nvPr/>
            </p:nvSpPr>
            <p:spPr>
              <a:xfrm rot="-5400000">
                <a:off x="7194150" y="766449"/>
                <a:ext cx="2401500" cy="2401500"/>
              </a:xfrm>
              <a:prstGeom prst="blockArc">
                <a:avLst>
                  <a:gd fmla="val 19819552" name="adj1"/>
                  <a:gd fmla="val 10212" name="adj2"/>
                  <a:gd fmla="val 12157" name="adj3"/>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Inter"/>
                    <a:ea typeface="Inter"/>
                    <a:cs typeface="Inter"/>
                    <a:sym typeface="Inter"/>
                  </a:rPr>
                  <a:t> </a:t>
                </a:r>
                <a:endParaRPr>
                  <a:latin typeface="Inter"/>
                  <a:ea typeface="Inter"/>
                  <a:cs typeface="Inter"/>
                  <a:sym typeface="Inter"/>
                </a:endParaRPr>
              </a:p>
            </p:txBody>
          </p:sp>
          <p:cxnSp>
            <p:nvCxnSpPr>
              <p:cNvPr id="1697" name="Google Shape;1697;p42"/>
              <p:cNvCxnSpPr>
                <a:stCxn id="1696" idx="0"/>
                <a:endCxn id="1698" idx="3"/>
              </p:cNvCxnSpPr>
              <p:nvPr/>
            </p:nvCxnSpPr>
            <p:spPr>
              <a:xfrm flipH="1">
                <a:off x="7258917" y="1050753"/>
                <a:ext cx="613800" cy="2400"/>
              </a:xfrm>
              <a:prstGeom prst="straightConnector1">
                <a:avLst/>
              </a:prstGeom>
              <a:noFill/>
              <a:ln cap="flat" cmpd="sng" w="19050">
                <a:solidFill>
                  <a:schemeClr val="accent1"/>
                </a:solidFill>
                <a:prstDash val="solid"/>
                <a:round/>
                <a:headEnd len="med" w="med" type="none"/>
                <a:tailEnd len="med" w="med" type="none"/>
              </a:ln>
            </p:spPr>
          </p:cxnSp>
          <p:sp>
            <p:nvSpPr>
              <p:cNvPr id="1698" name="Google Shape;1698;p42"/>
              <p:cNvSpPr/>
              <p:nvPr/>
            </p:nvSpPr>
            <p:spPr>
              <a:xfrm>
                <a:off x="6781275" y="976074"/>
                <a:ext cx="477600" cy="154200"/>
              </a:xfrm>
              <a:prstGeom prst="rect">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1699" name="Google Shape;1699;p42"/>
            <p:cNvGrpSpPr/>
            <p:nvPr/>
          </p:nvGrpSpPr>
          <p:grpSpPr>
            <a:xfrm>
              <a:off x="6781275" y="1098578"/>
              <a:ext cx="2487825" cy="1748400"/>
              <a:chOff x="6781275" y="1098578"/>
              <a:chExt cx="2487825" cy="1748400"/>
            </a:xfrm>
          </p:grpSpPr>
          <p:sp>
            <p:nvSpPr>
              <p:cNvPr id="1700" name="Google Shape;1700;p42"/>
              <p:cNvSpPr/>
              <p:nvPr/>
            </p:nvSpPr>
            <p:spPr>
              <a:xfrm rot="-5400000">
                <a:off x="7520700" y="1098578"/>
                <a:ext cx="1748400" cy="1748400"/>
              </a:xfrm>
              <a:prstGeom prst="blockArc">
                <a:avLst>
                  <a:gd fmla="val 19790923" name="adj1"/>
                  <a:gd fmla="val 15524" name="adj2"/>
                  <a:gd fmla="val 15806" name="adj3"/>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Inter"/>
                    <a:ea typeface="Inter"/>
                    <a:cs typeface="Inter"/>
                    <a:sym typeface="Inter"/>
                  </a:rPr>
                  <a:t> </a:t>
                </a:r>
                <a:endParaRPr>
                  <a:latin typeface="Inter"/>
                  <a:ea typeface="Inter"/>
                  <a:cs typeface="Inter"/>
                  <a:sym typeface="Inter"/>
                </a:endParaRPr>
              </a:p>
            </p:txBody>
          </p:sp>
          <p:cxnSp>
            <p:nvCxnSpPr>
              <p:cNvPr id="1701" name="Google Shape;1701;p42"/>
              <p:cNvCxnSpPr>
                <a:stCxn id="1700" idx="0"/>
                <a:endCxn id="1702" idx="3"/>
              </p:cNvCxnSpPr>
              <p:nvPr/>
            </p:nvCxnSpPr>
            <p:spPr>
              <a:xfrm flipH="1">
                <a:off x="7259007" y="1336337"/>
                <a:ext cx="766200" cy="1800"/>
              </a:xfrm>
              <a:prstGeom prst="straightConnector1">
                <a:avLst/>
              </a:prstGeom>
              <a:noFill/>
              <a:ln cap="flat" cmpd="sng" w="19050">
                <a:solidFill>
                  <a:schemeClr val="lt2"/>
                </a:solidFill>
                <a:prstDash val="solid"/>
                <a:round/>
                <a:headEnd len="med" w="med" type="none"/>
                <a:tailEnd len="med" w="med" type="none"/>
              </a:ln>
            </p:spPr>
          </p:cxnSp>
          <p:sp>
            <p:nvSpPr>
              <p:cNvPr id="1702" name="Google Shape;1702;p42"/>
              <p:cNvSpPr/>
              <p:nvPr/>
            </p:nvSpPr>
            <p:spPr>
              <a:xfrm>
                <a:off x="6781275" y="1260900"/>
                <a:ext cx="477600" cy="154200"/>
              </a:xfrm>
              <a:prstGeom prst="rect">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1703" name="Google Shape;1703;p42"/>
            <p:cNvGrpSpPr/>
            <p:nvPr/>
          </p:nvGrpSpPr>
          <p:grpSpPr>
            <a:xfrm>
              <a:off x="6781275" y="1415859"/>
              <a:ext cx="2193850" cy="1160400"/>
              <a:chOff x="6781275" y="1415859"/>
              <a:chExt cx="2193850" cy="1160400"/>
            </a:xfrm>
          </p:grpSpPr>
          <p:sp>
            <p:nvSpPr>
              <p:cNvPr id="1704" name="Google Shape;1704;p42"/>
              <p:cNvSpPr/>
              <p:nvPr/>
            </p:nvSpPr>
            <p:spPr>
              <a:xfrm rot="-5400000">
                <a:off x="7814725" y="1415859"/>
                <a:ext cx="1160400" cy="1160400"/>
              </a:xfrm>
              <a:prstGeom prst="blockArc">
                <a:avLst>
                  <a:gd fmla="val 19819552" name="adj1"/>
                  <a:gd fmla="val 0" name="adj2"/>
                  <a:gd fmla="val 25000" name="adj3"/>
                </a:avLst>
              </a:prstGeom>
              <a:solidFill>
                <a:schemeClr val="dk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Inter"/>
                    <a:ea typeface="Inter"/>
                    <a:cs typeface="Inter"/>
                    <a:sym typeface="Inter"/>
                  </a:rPr>
                  <a:t> </a:t>
                </a:r>
                <a:endParaRPr>
                  <a:latin typeface="Inter"/>
                  <a:ea typeface="Inter"/>
                  <a:cs typeface="Inter"/>
                  <a:sym typeface="Inter"/>
                </a:endParaRPr>
              </a:p>
            </p:txBody>
          </p:sp>
          <p:cxnSp>
            <p:nvCxnSpPr>
              <p:cNvPr id="1705" name="Google Shape;1705;p42"/>
              <p:cNvCxnSpPr>
                <a:stCxn id="1704" idx="0"/>
                <a:endCxn id="1706" idx="3"/>
              </p:cNvCxnSpPr>
              <p:nvPr/>
            </p:nvCxnSpPr>
            <p:spPr>
              <a:xfrm flipH="1">
                <a:off x="7258797" y="1617977"/>
                <a:ext cx="920700" cy="4800"/>
              </a:xfrm>
              <a:prstGeom prst="straightConnector1">
                <a:avLst/>
              </a:prstGeom>
              <a:noFill/>
              <a:ln cap="flat" cmpd="sng" w="19050">
                <a:solidFill>
                  <a:schemeClr val="dk2"/>
                </a:solidFill>
                <a:prstDash val="solid"/>
                <a:round/>
                <a:headEnd len="med" w="med" type="none"/>
                <a:tailEnd len="med" w="med" type="none"/>
              </a:ln>
            </p:spPr>
          </p:cxnSp>
          <p:sp>
            <p:nvSpPr>
              <p:cNvPr id="1706" name="Google Shape;1706;p42"/>
              <p:cNvSpPr/>
              <p:nvPr/>
            </p:nvSpPr>
            <p:spPr>
              <a:xfrm>
                <a:off x="6781275" y="1545726"/>
                <a:ext cx="477600" cy="154200"/>
              </a:xfrm>
              <a:prstGeom prst="rect">
                <a:avLst/>
              </a:prstGeom>
              <a:solidFill>
                <a:schemeClr val="dk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nvGrpSpPr>
            <p:cNvPr id="1707" name="Google Shape;1707;p42"/>
            <p:cNvGrpSpPr/>
            <p:nvPr/>
          </p:nvGrpSpPr>
          <p:grpSpPr>
            <a:xfrm>
              <a:off x="6781275" y="1746372"/>
              <a:ext cx="1866075" cy="504900"/>
              <a:chOff x="6781275" y="1746372"/>
              <a:chExt cx="1866075" cy="504900"/>
            </a:xfrm>
          </p:grpSpPr>
          <p:sp>
            <p:nvSpPr>
              <p:cNvPr id="1708" name="Google Shape;1708;p42"/>
              <p:cNvSpPr/>
              <p:nvPr/>
            </p:nvSpPr>
            <p:spPr>
              <a:xfrm flipH="1" rot="-5400000">
                <a:off x="8142450" y="1746372"/>
                <a:ext cx="504900" cy="504900"/>
              </a:xfrm>
              <a:prstGeom prst="blockArc">
                <a:avLst>
                  <a:gd fmla="val 10800000" name="adj1"/>
                  <a:gd fmla="val 12722091" name="adj2"/>
                  <a:gd fmla="val 48814" name="adj3"/>
                </a:avLst>
              </a:prstGeom>
              <a:solidFill>
                <a:schemeClr val="l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Inter"/>
                    <a:ea typeface="Inter"/>
                    <a:cs typeface="Inter"/>
                    <a:sym typeface="Inter"/>
                  </a:rPr>
                  <a:t> </a:t>
                </a:r>
                <a:endParaRPr>
                  <a:latin typeface="Inter"/>
                  <a:ea typeface="Inter"/>
                  <a:cs typeface="Inter"/>
                  <a:sym typeface="Inter"/>
                </a:endParaRPr>
              </a:p>
            </p:txBody>
          </p:sp>
          <p:cxnSp>
            <p:nvCxnSpPr>
              <p:cNvPr id="1709" name="Google Shape;1709;p42"/>
              <p:cNvCxnSpPr>
                <a:stCxn id="1708" idx="1"/>
                <a:endCxn id="1710" idx="3"/>
              </p:cNvCxnSpPr>
              <p:nvPr/>
            </p:nvCxnSpPr>
            <p:spPr>
              <a:xfrm flipH="1">
                <a:off x="7258958" y="1889280"/>
                <a:ext cx="1067400" cy="6000"/>
              </a:xfrm>
              <a:prstGeom prst="straightConnector1">
                <a:avLst/>
              </a:prstGeom>
              <a:noFill/>
              <a:ln cap="flat" cmpd="sng" w="19050">
                <a:solidFill>
                  <a:schemeClr val="lt1"/>
                </a:solidFill>
                <a:prstDash val="solid"/>
                <a:round/>
                <a:headEnd len="med" w="med" type="none"/>
                <a:tailEnd len="med" w="med" type="none"/>
              </a:ln>
            </p:spPr>
          </p:cxnSp>
          <p:sp>
            <p:nvSpPr>
              <p:cNvPr id="1710" name="Google Shape;1710;p42"/>
              <p:cNvSpPr/>
              <p:nvPr/>
            </p:nvSpPr>
            <p:spPr>
              <a:xfrm>
                <a:off x="6781275" y="1818286"/>
                <a:ext cx="477600" cy="154200"/>
              </a:xfrm>
              <a:prstGeom prst="rect">
                <a:avLst/>
              </a:prstGeom>
              <a:solidFill>
                <a:schemeClr val="l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grpSp>
      <p:grpSp>
        <p:nvGrpSpPr>
          <p:cNvPr id="1711" name="Google Shape;1711;p42"/>
          <p:cNvGrpSpPr/>
          <p:nvPr/>
        </p:nvGrpSpPr>
        <p:grpSpPr>
          <a:xfrm>
            <a:off x="2616150" y="1472035"/>
            <a:ext cx="1636500" cy="1636500"/>
            <a:chOff x="2615050" y="501067"/>
            <a:chExt cx="1636500" cy="1636500"/>
          </a:xfrm>
        </p:grpSpPr>
        <p:sp>
          <p:nvSpPr>
            <p:cNvPr id="1712" name="Google Shape;1712;p42"/>
            <p:cNvSpPr/>
            <p:nvPr/>
          </p:nvSpPr>
          <p:spPr>
            <a:xfrm rot="5400000">
              <a:off x="2868439" y="752501"/>
              <a:ext cx="1129800" cy="1129800"/>
            </a:xfrm>
            <a:prstGeom prst="chord">
              <a:avLst>
                <a:gd fmla="val 5386284" name="adj1"/>
                <a:gd fmla="val 1620000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713" name="Google Shape;1713;p42"/>
            <p:cNvSpPr/>
            <p:nvPr/>
          </p:nvSpPr>
          <p:spPr>
            <a:xfrm>
              <a:off x="2615050" y="501067"/>
              <a:ext cx="1636500" cy="1636500"/>
            </a:xfrm>
            <a:prstGeom prst="blockArc">
              <a:avLst>
                <a:gd fmla="val 10800000" name="adj1"/>
                <a:gd fmla="val 16233165" name="adj2"/>
                <a:gd fmla="val 26247" name="adj3"/>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717" name="Shape 1717"/>
        <p:cNvGrpSpPr/>
        <p:nvPr/>
      </p:nvGrpSpPr>
      <p:grpSpPr>
        <a:xfrm>
          <a:off x="0" y="0"/>
          <a:ext cx="0" cy="0"/>
          <a:chOff x="0" y="0"/>
          <a:chExt cx="0" cy="0"/>
        </a:xfrm>
      </p:grpSpPr>
      <p:sp>
        <p:nvSpPr>
          <p:cNvPr id="1718" name="Google Shape;1718;p43"/>
          <p:cNvSpPr txBox="1"/>
          <p:nvPr/>
        </p:nvSpPr>
        <p:spPr>
          <a:xfrm>
            <a:off x="723400" y="1447419"/>
            <a:ext cx="7697100" cy="68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100">
                <a:solidFill>
                  <a:schemeClr val="lt1"/>
                </a:solidFill>
                <a:latin typeface="Inter"/>
                <a:ea typeface="Inter"/>
                <a:cs typeface="Inter"/>
                <a:sym typeface="Inter"/>
              </a:rPr>
              <a:t>You can </a:t>
            </a:r>
            <a:r>
              <a:rPr b="1" lang="en" sz="1100">
                <a:solidFill>
                  <a:schemeClr val="lt1"/>
                </a:solidFill>
                <a:latin typeface="Inter"/>
                <a:ea typeface="Inter"/>
                <a:cs typeface="Inter"/>
                <a:sym typeface="Inter"/>
              </a:rPr>
              <a:t>resize </a:t>
            </a:r>
            <a:r>
              <a:rPr lang="en" sz="1100">
                <a:solidFill>
                  <a:schemeClr val="lt1"/>
                </a:solidFill>
                <a:latin typeface="Inter"/>
                <a:ea typeface="Inter"/>
                <a:cs typeface="Inter"/>
                <a:sym typeface="Inter"/>
              </a:rPr>
              <a:t>these icons without losing quality</a:t>
            </a:r>
            <a:endParaRPr sz="1100">
              <a:solidFill>
                <a:schemeClr val="lt1"/>
              </a:solidFill>
              <a:latin typeface="Inter"/>
              <a:ea typeface="Inter"/>
              <a:cs typeface="Inter"/>
              <a:sym typeface="Inter"/>
            </a:endParaRPr>
          </a:p>
          <a:p>
            <a:pPr indent="0" lvl="0" marL="0" rtl="0" algn="l">
              <a:lnSpc>
                <a:spcPct val="100000"/>
              </a:lnSpc>
              <a:spcBef>
                <a:spcPts val="0"/>
              </a:spcBef>
              <a:spcAft>
                <a:spcPts val="0"/>
              </a:spcAft>
              <a:buNone/>
            </a:pPr>
            <a:r>
              <a:rPr lang="en" sz="1100">
                <a:solidFill>
                  <a:schemeClr val="lt1"/>
                </a:solidFill>
                <a:latin typeface="Inter"/>
                <a:ea typeface="Inter"/>
                <a:cs typeface="Inter"/>
                <a:sym typeface="Inter"/>
              </a:rPr>
              <a:t>You can </a:t>
            </a:r>
            <a:r>
              <a:rPr b="1" lang="en" sz="1100">
                <a:solidFill>
                  <a:schemeClr val="lt1"/>
                </a:solidFill>
                <a:latin typeface="Inter"/>
                <a:ea typeface="Inter"/>
                <a:cs typeface="Inter"/>
                <a:sym typeface="Inter"/>
              </a:rPr>
              <a:t>change the stroke and fill color</a:t>
            </a:r>
            <a:r>
              <a:rPr lang="en" sz="1100">
                <a:solidFill>
                  <a:schemeClr val="lt1"/>
                </a:solidFill>
                <a:latin typeface="Inter"/>
                <a:ea typeface="Inter"/>
                <a:cs typeface="Inter"/>
                <a:sym typeface="Inter"/>
              </a:rPr>
              <a:t>; just select the icon and click on the </a:t>
            </a:r>
            <a:r>
              <a:rPr b="1" lang="en" sz="1100">
                <a:solidFill>
                  <a:schemeClr val="lt1"/>
                </a:solidFill>
                <a:latin typeface="Inter"/>
                <a:ea typeface="Inter"/>
                <a:cs typeface="Inter"/>
                <a:sym typeface="Inter"/>
              </a:rPr>
              <a:t>paint bucket/pen</a:t>
            </a:r>
            <a:endParaRPr sz="1100">
              <a:solidFill>
                <a:schemeClr val="lt1"/>
              </a:solidFill>
              <a:latin typeface="Inter"/>
              <a:ea typeface="Inter"/>
              <a:cs typeface="Inter"/>
              <a:sym typeface="Inter"/>
            </a:endParaRPr>
          </a:p>
          <a:p>
            <a:pPr indent="0" lvl="0" marL="0" rtl="0" algn="l">
              <a:lnSpc>
                <a:spcPct val="100000"/>
              </a:lnSpc>
              <a:spcBef>
                <a:spcPts val="0"/>
              </a:spcBef>
              <a:spcAft>
                <a:spcPts val="0"/>
              </a:spcAft>
              <a:buNone/>
            </a:pPr>
            <a:r>
              <a:rPr lang="en" sz="1100">
                <a:solidFill>
                  <a:schemeClr val="lt1"/>
                </a:solidFill>
                <a:latin typeface="Inter"/>
                <a:ea typeface="Inter"/>
                <a:cs typeface="Inter"/>
                <a:sym typeface="Inter"/>
              </a:rPr>
              <a:t>In Google Slides, you can also use </a:t>
            </a:r>
            <a:r>
              <a:rPr b="1" lang="en" sz="1100" u="sng">
                <a:solidFill>
                  <a:schemeClr val="hlink"/>
                </a:solidFill>
                <a:latin typeface="Inter"/>
                <a:ea typeface="Inter"/>
                <a:cs typeface="Inter"/>
                <a:sym typeface="Inter"/>
                <a:hlinkClick r:id="rId3"/>
              </a:rPr>
              <a:t>Flaticon’s extension</a:t>
            </a:r>
            <a:r>
              <a:rPr lang="en" sz="1100">
                <a:solidFill>
                  <a:schemeClr val="lt1"/>
                </a:solidFill>
                <a:latin typeface="Inter"/>
                <a:ea typeface="Inter"/>
                <a:cs typeface="Inter"/>
                <a:sym typeface="Inter"/>
              </a:rPr>
              <a:t>, allowing you to customize and add even more icons</a:t>
            </a:r>
            <a:endParaRPr sz="1100">
              <a:solidFill>
                <a:schemeClr val="lt1"/>
              </a:solidFill>
              <a:latin typeface="Inter"/>
              <a:ea typeface="Inter"/>
              <a:cs typeface="Inter"/>
              <a:sym typeface="Inter"/>
            </a:endParaRPr>
          </a:p>
        </p:txBody>
      </p:sp>
      <p:sp>
        <p:nvSpPr>
          <p:cNvPr id="1719" name="Google Shape;1719;p43"/>
          <p:cNvSpPr txBox="1"/>
          <p:nvPr>
            <p:ph type="title"/>
          </p:nvPr>
        </p:nvSpPr>
        <p:spPr>
          <a:xfrm>
            <a:off x="713225" y="539500"/>
            <a:ext cx="7717500" cy="48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...and our sets of editable icons</a:t>
            </a:r>
            <a:endParaRPr/>
          </a:p>
        </p:txBody>
      </p:sp>
      <p:grpSp>
        <p:nvGrpSpPr>
          <p:cNvPr id="1720" name="Google Shape;1720;p43"/>
          <p:cNvGrpSpPr/>
          <p:nvPr/>
        </p:nvGrpSpPr>
        <p:grpSpPr>
          <a:xfrm>
            <a:off x="717372" y="2444071"/>
            <a:ext cx="284561" cy="250104"/>
            <a:chOff x="892750" y="267400"/>
            <a:chExt cx="483125" cy="424625"/>
          </a:xfrm>
        </p:grpSpPr>
        <p:sp>
          <p:nvSpPr>
            <p:cNvPr id="1721" name="Google Shape;1721;p43"/>
            <p:cNvSpPr/>
            <p:nvPr/>
          </p:nvSpPr>
          <p:spPr>
            <a:xfrm>
              <a:off x="892750" y="267400"/>
              <a:ext cx="483125" cy="424625"/>
            </a:xfrm>
            <a:custGeom>
              <a:rect b="b" l="l" r="r" t="t"/>
              <a:pathLst>
                <a:path extrusionOk="0" h="16985" w="19325">
                  <a:moveTo>
                    <a:pt x="2832" y="1133"/>
                  </a:moveTo>
                  <a:cubicBezTo>
                    <a:pt x="3143" y="1133"/>
                    <a:pt x="3397" y="1383"/>
                    <a:pt x="3397" y="1697"/>
                  </a:cubicBezTo>
                  <a:lnTo>
                    <a:pt x="3397" y="2265"/>
                  </a:lnTo>
                  <a:lnTo>
                    <a:pt x="2265" y="2265"/>
                  </a:lnTo>
                  <a:lnTo>
                    <a:pt x="2265" y="1697"/>
                  </a:lnTo>
                  <a:cubicBezTo>
                    <a:pt x="2265" y="1383"/>
                    <a:pt x="2518" y="1133"/>
                    <a:pt x="2832" y="1133"/>
                  </a:cubicBezTo>
                  <a:close/>
                  <a:moveTo>
                    <a:pt x="11927" y="1133"/>
                  </a:moveTo>
                  <a:cubicBezTo>
                    <a:pt x="12241" y="1133"/>
                    <a:pt x="12494" y="1383"/>
                    <a:pt x="12494" y="1697"/>
                  </a:cubicBezTo>
                  <a:lnTo>
                    <a:pt x="12494" y="2265"/>
                  </a:lnTo>
                  <a:lnTo>
                    <a:pt x="6833" y="2265"/>
                  </a:lnTo>
                  <a:lnTo>
                    <a:pt x="6833" y="1697"/>
                  </a:lnTo>
                  <a:cubicBezTo>
                    <a:pt x="6833" y="1383"/>
                    <a:pt x="7084" y="1133"/>
                    <a:pt x="7398" y="1133"/>
                  </a:cubicBezTo>
                  <a:close/>
                  <a:moveTo>
                    <a:pt x="17628" y="3397"/>
                  </a:moveTo>
                  <a:cubicBezTo>
                    <a:pt x="17939" y="3397"/>
                    <a:pt x="18192" y="3648"/>
                    <a:pt x="18192" y="3962"/>
                  </a:cubicBezTo>
                  <a:lnTo>
                    <a:pt x="18192" y="4530"/>
                  </a:lnTo>
                  <a:lnTo>
                    <a:pt x="17628" y="4530"/>
                  </a:lnTo>
                  <a:cubicBezTo>
                    <a:pt x="16688" y="4530"/>
                    <a:pt x="15928" y="5288"/>
                    <a:pt x="15928" y="6227"/>
                  </a:cubicBezTo>
                  <a:lnTo>
                    <a:pt x="15928" y="9059"/>
                  </a:lnTo>
                  <a:lnTo>
                    <a:pt x="13584" y="9059"/>
                  </a:lnTo>
                  <a:cubicBezTo>
                    <a:pt x="13304" y="7108"/>
                    <a:pt x="11631" y="5662"/>
                    <a:pt x="9662" y="5662"/>
                  </a:cubicBezTo>
                  <a:cubicBezTo>
                    <a:pt x="7694" y="5662"/>
                    <a:pt x="6021" y="7108"/>
                    <a:pt x="5740" y="9059"/>
                  </a:cubicBezTo>
                  <a:lnTo>
                    <a:pt x="3397" y="9059"/>
                  </a:lnTo>
                  <a:lnTo>
                    <a:pt x="3397" y="6227"/>
                  </a:lnTo>
                  <a:cubicBezTo>
                    <a:pt x="3397" y="5288"/>
                    <a:pt x="2636" y="4530"/>
                    <a:pt x="1700" y="4530"/>
                  </a:cubicBezTo>
                  <a:lnTo>
                    <a:pt x="1132" y="4530"/>
                  </a:lnTo>
                  <a:lnTo>
                    <a:pt x="1132" y="3962"/>
                  </a:lnTo>
                  <a:cubicBezTo>
                    <a:pt x="1132" y="3648"/>
                    <a:pt x="1386" y="3397"/>
                    <a:pt x="1700" y="3397"/>
                  </a:cubicBezTo>
                  <a:close/>
                  <a:moveTo>
                    <a:pt x="9663" y="6793"/>
                  </a:moveTo>
                  <a:cubicBezTo>
                    <a:pt x="10399" y="6793"/>
                    <a:pt x="11123" y="7080"/>
                    <a:pt x="11664" y="7622"/>
                  </a:cubicBezTo>
                  <a:cubicBezTo>
                    <a:pt x="12473" y="8431"/>
                    <a:pt x="12715" y="9648"/>
                    <a:pt x="12277" y="10708"/>
                  </a:cubicBezTo>
                  <a:cubicBezTo>
                    <a:pt x="11839" y="11764"/>
                    <a:pt x="10807" y="12456"/>
                    <a:pt x="9662" y="12456"/>
                  </a:cubicBezTo>
                  <a:cubicBezTo>
                    <a:pt x="8098" y="12453"/>
                    <a:pt x="6833" y="11188"/>
                    <a:pt x="6833" y="9624"/>
                  </a:cubicBezTo>
                  <a:cubicBezTo>
                    <a:pt x="6833" y="8479"/>
                    <a:pt x="7521" y="7447"/>
                    <a:pt x="8578" y="7009"/>
                  </a:cubicBezTo>
                  <a:cubicBezTo>
                    <a:pt x="8929" y="6864"/>
                    <a:pt x="9298" y="6793"/>
                    <a:pt x="9663" y="6793"/>
                  </a:cubicBezTo>
                  <a:close/>
                  <a:moveTo>
                    <a:pt x="1700" y="5662"/>
                  </a:moveTo>
                  <a:cubicBezTo>
                    <a:pt x="2011" y="5662"/>
                    <a:pt x="2265" y="5913"/>
                    <a:pt x="2265" y="6227"/>
                  </a:cubicBezTo>
                  <a:lnTo>
                    <a:pt x="2265" y="13020"/>
                  </a:lnTo>
                  <a:cubicBezTo>
                    <a:pt x="2265" y="13334"/>
                    <a:pt x="2011" y="13588"/>
                    <a:pt x="1700" y="13588"/>
                  </a:cubicBezTo>
                  <a:lnTo>
                    <a:pt x="1132" y="13588"/>
                  </a:lnTo>
                  <a:lnTo>
                    <a:pt x="1132" y="5662"/>
                  </a:lnTo>
                  <a:close/>
                  <a:moveTo>
                    <a:pt x="18192" y="5662"/>
                  </a:moveTo>
                  <a:lnTo>
                    <a:pt x="18192" y="13588"/>
                  </a:lnTo>
                  <a:lnTo>
                    <a:pt x="17628" y="13588"/>
                  </a:lnTo>
                  <a:cubicBezTo>
                    <a:pt x="17314" y="13588"/>
                    <a:pt x="17060" y="13334"/>
                    <a:pt x="17060" y="13020"/>
                  </a:cubicBezTo>
                  <a:lnTo>
                    <a:pt x="17060" y="6227"/>
                  </a:lnTo>
                  <a:cubicBezTo>
                    <a:pt x="17060" y="5913"/>
                    <a:pt x="17314" y="5662"/>
                    <a:pt x="17628" y="5662"/>
                  </a:cubicBezTo>
                  <a:close/>
                  <a:moveTo>
                    <a:pt x="15928" y="10191"/>
                  </a:moveTo>
                  <a:lnTo>
                    <a:pt x="15928" y="13020"/>
                  </a:lnTo>
                  <a:cubicBezTo>
                    <a:pt x="15928" y="13959"/>
                    <a:pt x="16688" y="14717"/>
                    <a:pt x="17628" y="14720"/>
                  </a:cubicBezTo>
                  <a:lnTo>
                    <a:pt x="18192" y="14720"/>
                  </a:lnTo>
                  <a:lnTo>
                    <a:pt x="18192" y="15285"/>
                  </a:lnTo>
                  <a:cubicBezTo>
                    <a:pt x="18192" y="15599"/>
                    <a:pt x="17939" y="15853"/>
                    <a:pt x="17628" y="15853"/>
                  </a:cubicBezTo>
                  <a:lnTo>
                    <a:pt x="1700" y="15853"/>
                  </a:lnTo>
                  <a:cubicBezTo>
                    <a:pt x="1386" y="15853"/>
                    <a:pt x="1132" y="15599"/>
                    <a:pt x="1132" y="15285"/>
                  </a:cubicBezTo>
                  <a:lnTo>
                    <a:pt x="1132" y="14720"/>
                  </a:lnTo>
                  <a:lnTo>
                    <a:pt x="1700" y="14720"/>
                  </a:lnTo>
                  <a:cubicBezTo>
                    <a:pt x="2636" y="14717"/>
                    <a:pt x="3397" y="13959"/>
                    <a:pt x="3397" y="13020"/>
                  </a:cubicBezTo>
                  <a:lnTo>
                    <a:pt x="3397" y="10191"/>
                  </a:lnTo>
                  <a:lnTo>
                    <a:pt x="5740" y="10191"/>
                  </a:lnTo>
                  <a:cubicBezTo>
                    <a:pt x="6021" y="12139"/>
                    <a:pt x="7694" y="13585"/>
                    <a:pt x="9662" y="13585"/>
                  </a:cubicBezTo>
                  <a:cubicBezTo>
                    <a:pt x="11631" y="13585"/>
                    <a:pt x="13304" y="12139"/>
                    <a:pt x="13584" y="10191"/>
                  </a:cubicBezTo>
                  <a:close/>
                  <a:moveTo>
                    <a:pt x="2832" y="1"/>
                  </a:moveTo>
                  <a:cubicBezTo>
                    <a:pt x="1893" y="1"/>
                    <a:pt x="1132" y="758"/>
                    <a:pt x="1132" y="1697"/>
                  </a:cubicBezTo>
                  <a:lnTo>
                    <a:pt x="1132" y="2362"/>
                  </a:lnTo>
                  <a:cubicBezTo>
                    <a:pt x="453" y="2600"/>
                    <a:pt x="0" y="3243"/>
                    <a:pt x="0" y="3962"/>
                  </a:cubicBezTo>
                  <a:lnTo>
                    <a:pt x="0" y="15285"/>
                  </a:lnTo>
                  <a:cubicBezTo>
                    <a:pt x="0" y="16224"/>
                    <a:pt x="761" y="16982"/>
                    <a:pt x="1700" y="16985"/>
                  </a:cubicBezTo>
                  <a:lnTo>
                    <a:pt x="17628" y="16985"/>
                  </a:lnTo>
                  <a:cubicBezTo>
                    <a:pt x="18564" y="16982"/>
                    <a:pt x="19324" y="16224"/>
                    <a:pt x="19324" y="15285"/>
                  </a:cubicBezTo>
                  <a:lnTo>
                    <a:pt x="19324" y="3962"/>
                  </a:lnTo>
                  <a:cubicBezTo>
                    <a:pt x="19324" y="3023"/>
                    <a:pt x="18564" y="2265"/>
                    <a:pt x="17628" y="2265"/>
                  </a:cubicBezTo>
                  <a:lnTo>
                    <a:pt x="13627" y="2265"/>
                  </a:lnTo>
                  <a:lnTo>
                    <a:pt x="13627" y="1697"/>
                  </a:lnTo>
                  <a:cubicBezTo>
                    <a:pt x="13624" y="758"/>
                    <a:pt x="12866" y="1"/>
                    <a:pt x="11927" y="1"/>
                  </a:cubicBezTo>
                  <a:lnTo>
                    <a:pt x="7398" y="1"/>
                  </a:lnTo>
                  <a:cubicBezTo>
                    <a:pt x="6459" y="1"/>
                    <a:pt x="5701" y="758"/>
                    <a:pt x="5701" y="1697"/>
                  </a:cubicBezTo>
                  <a:lnTo>
                    <a:pt x="5701" y="2265"/>
                  </a:lnTo>
                  <a:lnTo>
                    <a:pt x="4529" y="2265"/>
                  </a:lnTo>
                  <a:lnTo>
                    <a:pt x="4529" y="1697"/>
                  </a:lnTo>
                  <a:cubicBezTo>
                    <a:pt x="4529" y="758"/>
                    <a:pt x="3768" y="1"/>
                    <a:pt x="283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722" name="Google Shape;1722;p43"/>
            <p:cNvSpPr/>
            <p:nvPr/>
          </p:nvSpPr>
          <p:spPr>
            <a:xfrm>
              <a:off x="1091875" y="465500"/>
              <a:ext cx="88275" cy="85000"/>
            </a:xfrm>
            <a:custGeom>
              <a:rect b="b" l="l" r="r" t="t"/>
              <a:pathLst>
                <a:path extrusionOk="0" h="3400" w="3531">
                  <a:moveTo>
                    <a:pt x="1697" y="1135"/>
                  </a:moveTo>
                  <a:cubicBezTo>
                    <a:pt x="2201" y="1135"/>
                    <a:pt x="2455" y="1742"/>
                    <a:pt x="2099" y="2101"/>
                  </a:cubicBezTo>
                  <a:cubicBezTo>
                    <a:pt x="1983" y="2216"/>
                    <a:pt x="1841" y="2268"/>
                    <a:pt x="1702" y="2268"/>
                  </a:cubicBezTo>
                  <a:cubicBezTo>
                    <a:pt x="1411" y="2268"/>
                    <a:pt x="1133" y="2041"/>
                    <a:pt x="1133" y="1700"/>
                  </a:cubicBezTo>
                  <a:cubicBezTo>
                    <a:pt x="1133" y="1386"/>
                    <a:pt x="1383" y="1135"/>
                    <a:pt x="1697" y="1135"/>
                  </a:cubicBezTo>
                  <a:close/>
                  <a:moveTo>
                    <a:pt x="1697" y="0"/>
                  </a:moveTo>
                  <a:cubicBezTo>
                    <a:pt x="1479" y="0"/>
                    <a:pt x="1258" y="42"/>
                    <a:pt x="1048" y="129"/>
                  </a:cubicBezTo>
                  <a:cubicBezTo>
                    <a:pt x="414" y="392"/>
                    <a:pt x="0" y="1011"/>
                    <a:pt x="0" y="1700"/>
                  </a:cubicBezTo>
                  <a:cubicBezTo>
                    <a:pt x="0" y="2639"/>
                    <a:pt x="758" y="3396"/>
                    <a:pt x="1697" y="3399"/>
                  </a:cubicBezTo>
                  <a:cubicBezTo>
                    <a:pt x="2386" y="3399"/>
                    <a:pt x="3005" y="2983"/>
                    <a:pt x="3267" y="2349"/>
                  </a:cubicBezTo>
                  <a:cubicBezTo>
                    <a:pt x="3530" y="1715"/>
                    <a:pt x="3385" y="984"/>
                    <a:pt x="2899" y="498"/>
                  </a:cubicBezTo>
                  <a:cubicBezTo>
                    <a:pt x="2574" y="173"/>
                    <a:pt x="2139" y="0"/>
                    <a:pt x="169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723" name="Google Shape;1723;p43"/>
            <p:cNvSpPr/>
            <p:nvPr/>
          </p:nvSpPr>
          <p:spPr>
            <a:xfrm>
              <a:off x="1005975" y="380625"/>
              <a:ext cx="28325" cy="28350"/>
            </a:xfrm>
            <a:custGeom>
              <a:rect b="b" l="l" r="r" t="t"/>
              <a:pathLst>
                <a:path extrusionOk="0" h="1134" w="1133">
                  <a:moveTo>
                    <a:pt x="568" y="1"/>
                  </a:moveTo>
                  <a:cubicBezTo>
                    <a:pt x="254" y="1"/>
                    <a:pt x="0" y="251"/>
                    <a:pt x="0" y="565"/>
                  </a:cubicBezTo>
                  <a:cubicBezTo>
                    <a:pt x="0" y="879"/>
                    <a:pt x="254" y="1133"/>
                    <a:pt x="568" y="1133"/>
                  </a:cubicBezTo>
                  <a:cubicBezTo>
                    <a:pt x="879" y="1133"/>
                    <a:pt x="1132" y="879"/>
                    <a:pt x="1132" y="565"/>
                  </a:cubicBezTo>
                  <a:cubicBezTo>
                    <a:pt x="1132" y="251"/>
                    <a:pt x="879" y="1"/>
                    <a:pt x="56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1724" name="Google Shape;1724;p43"/>
          <p:cNvGrpSpPr/>
          <p:nvPr/>
        </p:nvGrpSpPr>
        <p:grpSpPr>
          <a:xfrm>
            <a:off x="1169544" y="2426828"/>
            <a:ext cx="250119" cy="284590"/>
            <a:chOff x="1516475" y="238075"/>
            <a:chExt cx="424650" cy="483175"/>
          </a:xfrm>
        </p:grpSpPr>
        <p:sp>
          <p:nvSpPr>
            <p:cNvPr id="1725" name="Google Shape;1725;p43"/>
            <p:cNvSpPr/>
            <p:nvPr/>
          </p:nvSpPr>
          <p:spPr>
            <a:xfrm>
              <a:off x="1516475" y="238075"/>
              <a:ext cx="424650" cy="483175"/>
            </a:xfrm>
            <a:custGeom>
              <a:rect b="b" l="l" r="r" t="t"/>
              <a:pathLst>
                <a:path extrusionOk="0" h="19327" w="16986">
                  <a:moveTo>
                    <a:pt x="8491" y="1134"/>
                  </a:moveTo>
                  <a:cubicBezTo>
                    <a:pt x="11302" y="1134"/>
                    <a:pt x="13588" y="3438"/>
                    <a:pt x="13588" y="6267"/>
                  </a:cubicBezTo>
                  <a:cubicBezTo>
                    <a:pt x="13588" y="7318"/>
                    <a:pt x="13262" y="8342"/>
                    <a:pt x="12655" y="9199"/>
                  </a:cubicBezTo>
                  <a:cubicBezTo>
                    <a:pt x="12625" y="9242"/>
                    <a:pt x="12604" y="9272"/>
                    <a:pt x="12595" y="9284"/>
                  </a:cubicBezTo>
                  <a:lnTo>
                    <a:pt x="8491" y="15724"/>
                  </a:lnTo>
                  <a:lnTo>
                    <a:pt x="4388" y="9287"/>
                  </a:lnTo>
                  <a:cubicBezTo>
                    <a:pt x="4382" y="9275"/>
                    <a:pt x="4373" y="9266"/>
                    <a:pt x="4367" y="9257"/>
                  </a:cubicBezTo>
                  <a:cubicBezTo>
                    <a:pt x="4249" y="9091"/>
                    <a:pt x="4140" y="8921"/>
                    <a:pt x="4041" y="8743"/>
                  </a:cubicBezTo>
                  <a:cubicBezTo>
                    <a:pt x="3618" y="7985"/>
                    <a:pt x="3398" y="7134"/>
                    <a:pt x="3398" y="6267"/>
                  </a:cubicBezTo>
                  <a:cubicBezTo>
                    <a:pt x="3398" y="6174"/>
                    <a:pt x="3398" y="6080"/>
                    <a:pt x="3404" y="5990"/>
                  </a:cubicBezTo>
                  <a:cubicBezTo>
                    <a:pt x="3552" y="3266"/>
                    <a:pt x="5786" y="1134"/>
                    <a:pt x="8491" y="1134"/>
                  </a:cubicBezTo>
                  <a:close/>
                  <a:moveTo>
                    <a:pt x="11049" y="13819"/>
                  </a:moveTo>
                  <a:cubicBezTo>
                    <a:pt x="14358" y="14233"/>
                    <a:pt x="15853" y="15289"/>
                    <a:pt x="15853" y="15930"/>
                  </a:cubicBezTo>
                  <a:cubicBezTo>
                    <a:pt x="15853" y="16304"/>
                    <a:pt x="15339" y="16887"/>
                    <a:pt x="13905" y="17397"/>
                  </a:cubicBezTo>
                  <a:cubicBezTo>
                    <a:pt x="12471" y="17910"/>
                    <a:pt x="10545" y="18194"/>
                    <a:pt x="8491" y="18194"/>
                  </a:cubicBezTo>
                  <a:cubicBezTo>
                    <a:pt x="6438" y="18194"/>
                    <a:pt x="4515" y="17910"/>
                    <a:pt x="3077" y="17397"/>
                  </a:cubicBezTo>
                  <a:cubicBezTo>
                    <a:pt x="1640" y="16884"/>
                    <a:pt x="1133" y="16304"/>
                    <a:pt x="1133" y="15930"/>
                  </a:cubicBezTo>
                  <a:cubicBezTo>
                    <a:pt x="1133" y="15289"/>
                    <a:pt x="2625" y="14233"/>
                    <a:pt x="5934" y="13819"/>
                  </a:cubicBezTo>
                  <a:lnTo>
                    <a:pt x="8014" y="17083"/>
                  </a:lnTo>
                  <a:cubicBezTo>
                    <a:pt x="8126" y="17258"/>
                    <a:pt x="8309" y="17346"/>
                    <a:pt x="8491" y="17346"/>
                  </a:cubicBezTo>
                  <a:cubicBezTo>
                    <a:pt x="8674" y="17346"/>
                    <a:pt x="8857" y="17258"/>
                    <a:pt x="8968" y="17083"/>
                  </a:cubicBezTo>
                  <a:lnTo>
                    <a:pt x="11049" y="13819"/>
                  </a:lnTo>
                  <a:close/>
                  <a:moveTo>
                    <a:pt x="8494" y="1"/>
                  </a:moveTo>
                  <a:cubicBezTo>
                    <a:pt x="6947" y="1"/>
                    <a:pt x="5399" y="578"/>
                    <a:pt x="4201" y="1738"/>
                  </a:cubicBezTo>
                  <a:cubicBezTo>
                    <a:pt x="3050" y="2837"/>
                    <a:pt x="2359" y="4338"/>
                    <a:pt x="2274" y="5929"/>
                  </a:cubicBezTo>
                  <a:cubicBezTo>
                    <a:pt x="2268" y="6041"/>
                    <a:pt x="2265" y="6156"/>
                    <a:pt x="2265" y="6267"/>
                  </a:cubicBezTo>
                  <a:cubicBezTo>
                    <a:pt x="2265" y="7327"/>
                    <a:pt x="2534" y="8372"/>
                    <a:pt x="3050" y="9296"/>
                  </a:cubicBezTo>
                  <a:cubicBezTo>
                    <a:pt x="3168" y="9507"/>
                    <a:pt x="3301" y="9713"/>
                    <a:pt x="3440" y="9909"/>
                  </a:cubicBezTo>
                  <a:lnTo>
                    <a:pt x="5267" y="12771"/>
                  </a:lnTo>
                  <a:cubicBezTo>
                    <a:pt x="3953" y="12971"/>
                    <a:pt x="2809" y="13294"/>
                    <a:pt x="1921" y="13713"/>
                  </a:cubicBezTo>
                  <a:cubicBezTo>
                    <a:pt x="333" y="14465"/>
                    <a:pt x="1" y="15332"/>
                    <a:pt x="1" y="15930"/>
                  </a:cubicBezTo>
                  <a:cubicBezTo>
                    <a:pt x="1" y="16648"/>
                    <a:pt x="469" y="17669"/>
                    <a:pt x="2697" y="18466"/>
                  </a:cubicBezTo>
                  <a:cubicBezTo>
                    <a:pt x="4252" y="19022"/>
                    <a:pt x="6311" y="19326"/>
                    <a:pt x="8491" y="19326"/>
                  </a:cubicBezTo>
                  <a:cubicBezTo>
                    <a:pt x="10671" y="19326"/>
                    <a:pt x="12731" y="19022"/>
                    <a:pt x="14286" y="18466"/>
                  </a:cubicBezTo>
                  <a:cubicBezTo>
                    <a:pt x="16514" y="17669"/>
                    <a:pt x="16985" y="16648"/>
                    <a:pt x="16985" y="15930"/>
                  </a:cubicBezTo>
                  <a:cubicBezTo>
                    <a:pt x="16985" y="15332"/>
                    <a:pt x="16650" y="14465"/>
                    <a:pt x="15062" y="13713"/>
                  </a:cubicBezTo>
                  <a:cubicBezTo>
                    <a:pt x="14174" y="13294"/>
                    <a:pt x="13030" y="12971"/>
                    <a:pt x="11716" y="12768"/>
                  </a:cubicBezTo>
                  <a:lnTo>
                    <a:pt x="13549" y="9897"/>
                  </a:lnTo>
                  <a:lnTo>
                    <a:pt x="13561" y="9879"/>
                  </a:lnTo>
                  <a:cubicBezTo>
                    <a:pt x="13567" y="9873"/>
                    <a:pt x="13570" y="9867"/>
                    <a:pt x="13576" y="9861"/>
                  </a:cubicBezTo>
                  <a:cubicBezTo>
                    <a:pt x="15327" y="7382"/>
                    <a:pt x="15041" y="3997"/>
                    <a:pt x="12897" y="1847"/>
                  </a:cubicBezTo>
                  <a:cubicBezTo>
                    <a:pt x="11689" y="618"/>
                    <a:pt x="10092" y="1"/>
                    <a:pt x="849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726" name="Google Shape;1726;p43"/>
            <p:cNvSpPr/>
            <p:nvPr/>
          </p:nvSpPr>
          <p:spPr>
            <a:xfrm>
              <a:off x="1652425" y="324000"/>
              <a:ext cx="147150" cy="141575"/>
            </a:xfrm>
            <a:custGeom>
              <a:rect b="b" l="l" r="r" t="t"/>
              <a:pathLst>
                <a:path extrusionOk="0" h="5663" w="5886">
                  <a:moveTo>
                    <a:pt x="3054" y="1131"/>
                  </a:moveTo>
                  <a:cubicBezTo>
                    <a:pt x="3495" y="1131"/>
                    <a:pt x="3930" y="1303"/>
                    <a:pt x="4255" y="1629"/>
                  </a:cubicBezTo>
                  <a:cubicBezTo>
                    <a:pt x="4741" y="2115"/>
                    <a:pt x="4886" y="2845"/>
                    <a:pt x="4623" y="3480"/>
                  </a:cubicBezTo>
                  <a:cubicBezTo>
                    <a:pt x="4361" y="4114"/>
                    <a:pt x="3742" y="4530"/>
                    <a:pt x="3053" y="4530"/>
                  </a:cubicBezTo>
                  <a:cubicBezTo>
                    <a:pt x="2114" y="4527"/>
                    <a:pt x="1356" y="3769"/>
                    <a:pt x="1356" y="2830"/>
                  </a:cubicBezTo>
                  <a:cubicBezTo>
                    <a:pt x="1356" y="2142"/>
                    <a:pt x="1770" y="1523"/>
                    <a:pt x="2404" y="1260"/>
                  </a:cubicBezTo>
                  <a:cubicBezTo>
                    <a:pt x="2614" y="1173"/>
                    <a:pt x="2835" y="1131"/>
                    <a:pt x="3054" y="1131"/>
                  </a:cubicBezTo>
                  <a:close/>
                  <a:moveTo>
                    <a:pt x="3053" y="0"/>
                  </a:moveTo>
                  <a:cubicBezTo>
                    <a:pt x="2316" y="0"/>
                    <a:pt x="1593" y="287"/>
                    <a:pt x="1051" y="828"/>
                  </a:cubicBezTo>
                  <a:cubicBezTo>
                    <a:pt x="242" y="1638"/>
                    <a:pt x="1" y="2855"/>
                    <a:pt x="439" y="3914"/>
                  </a:cubicBezTo>
                  <a:cubicBezTo>
                    <a:pt x="876" y="4971"/>
                    <a:pt x="1909" y="5663"/>
                    <a:pt x="3053" y="5663"/>
                  </a:cubicBezTo>
                  <a:cubicBezTo>
                    <a:pt x="4617" y="5660"/>
                    <a:pt x="5883" y="4394"/>
                    <a:pt x="5886" y="2830"/>
                  </a:cubicBezTo>
                  <a:cubicBezTo>
                    <a:pt x="5886" y="1686"/>
                    <a:pt x="5194" y="653"/>
                    <a:pt x="4137" y="216"/>
                  </a:cubicBezTo>
                  <a:cubicBezTo>
                    <a:pt x="3786" y="70"/>
                    <a:pt x="3418" y="0"/>
                    <a:pt x="305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1727" name="Google Shape;1727;p43"/>
          <p:cNvGrpSpPr/>
          <p:nvPr/>
        </p:nvGrpSpPr>
        <p:grpSpPr>
          <a:xfrm>
            <a:off x="1589405" y="2494085"/>
            <a:ext cx="285665" cy="150077"/>
            <a:chOff x="2080675" y="352325"/>
            <a:chExt cx="485000" cy="254800"/>
          </a:xfrm>
        </p:grpSpPr>
        <p:sp>
          <p:nvSpPr>
            <p:cNvPr id="1728" name="Google Shape;1728;p43"/>
            <p:cNvSpPr/>
            <p:nvPr/>
          </p:nvSpPr>
          <p:spPr>
            <a:xfrm>
              <a:off x="2080675" y="352325"/>
              <a:ext cx="485000" cy="254800"/>
            </a:xfrm>
            <a:custGeom>
              <a:rect b="b" l="l" r="r" t="t"/>
              <a:pathLst>
                <a:path extrusionOk="0" h="10192" w="19400">
                  <a:moveTo>
                    <a:pt x="5514" y="2183"/>
                  </a:moveTo>
                  <a:cubicBezTo>
                    <a:pt x="4291" y="3932"/>
                    <a:pt x="4291" y="6254"/>
                    <a:pt x="5514" y="8002"/>
                  </a:cubicBezTo>
                  <a:cubicBezTo>
                    <a:pt x="4858" y="7685"/>
                    <a:pt x="4230" y="7320"/>
                    <a:pt x="3632" y="6909"/>
                  </a:cubicBezTo>
                  <a:cubicBezTo>
                    <a:pt x="2841" y="6368"/>
                    <a:pt x="2099" y="5762"/>
                    <a:pt x="1410" y="5097"/>
                  </a:cubicBezTo>
                  <a:cubicBezTo>
                    <a:pt x="2071" y="4454"/>
                    <a:pt x="3572" y="3126"/>
                    <a:pt x="5514" y="2183"/>
                  </a:cubicBezTo>
                  <a:close/>
                  <a:moveTo>
                    <a:pt x="13865" y="2171"/>
                  </a:moveTo>
                  <a:cubicBezTo>
                    <a:pt x="14527" y="2491"/>
                    <a:pt x="15167" y="2866"/>
                    <a:pt x="15774" y="3283"/>
                  </a:cubicBezTo>
                  <a:cubicBezTo>
                    <a:pt x="16562" y="3823"/>
                    <a:pt x="17304" y="4430"/>
                    <a:pt x="17996" y="5094"/>
                  </a:cubicBezTo>
                  <a:cubicBezTo>
                    <a:pt x="17307" y="5759"/>
                    <a:pt x="16565" y="6365"/>
                    <a:pt x="15774" y="6909"/>
                  </a:cubicBezTo>
                  <a:cubicBezTo>
                    <a:pt x="15167" y="7326"/>
                    <a:pt x="14530" y="7697"/>
                    <a:pt x="13865" y="8017"/>
                  </a:cubicBezTo>
                  <a:cubicBezTo>
                    <a:pt x="15097" y="6263"/>
                    <a:pt x="15097" y="3926"/>
                    <a:pt x="13865" y="2171"/>
                  </a:cubicBezTo>
                  <a:close/>
                  <a:moveTo>
                    <a:pt x="9801" y="1133"/>
                  </a:moveTo>
                  <a:cubicBezTo>
                    <a:pt x="11948" y="1190"/>
                    <a:pt x="13657" y="2947"/>
                    <a:pt x="13657" y="5091"/>
                  </a:cubicBezTo>
                  <a:cubicBezTo>
                    <a:pt x="13657" y="7238"/>
                    <a:pt x="11948" y="8995"/>
                    <a:pt x="9801" y="9053"/>
                  </a:cubicBezTo>
                  <a:lnTo>
                    <a:pt x="9566" y="9053"/>
                  </a:lnTo>
                  <a:cubicBezTo>
                    <a:pt x="7431" y="8983"/>
                    <a:pt x="5734" y="7232"/>
                    <a:pt x="5728" y="5094"/>
                  </a:cubicBezTo>
                  <a:cubicBezTo>
                    <a:pt x="5731" y="2947"/>
                    <a:pt x="7440" y="1190"/>
                    <a:pt x="9587" y="1133"/>
                  </a:cubicBezTo>
                  <a:close/>
                  <a:moveTo>
                    <a:pt x="9557" y="0"/>
                  </a:moveTo>
                  <a:cubicBezTo>
                    <a:pt x="7440" y="37"/>
                    <a:pt x="5166" y="852"/>
                    <a:pt x="2965" y="2362"/>
                  </a:cubicBezTo>
                  <a:cubicBezTo>
                    <a:pt x="1283" y="3518"/>
                    <a:pt x="239" y="4665"/>
                    <a:pt x="196" y="4714"/>
                  </a:cubicBezTo>
                  <a:cubicBezTo>
                    <a:pt x="0" y="4928"/>
                    <a:pt x="0" y="5257"/>
                    <a:pt x="196" y="5472"/>
                  </a:cubicBezTo>
                  <a:cubicBezTo>
                    <a:pt x="239" y="5523"/>
                    <a:pt x="1283" y="6670"/>
                    <a:pt x="2965" y="7827"/>
                  </a:cubicBezTo>
                  <a:cubicBezTo>
                    <a:pt x="5166" y="9337"/>
                    <a:pt x="7440" y="10149"/>
                    <a:pt x="9557" y="10188"/>
                  </a:cubicBezTo>
                  <a:cubicBezTo>
                    <a:pt x="9602" y="10188"/>
                    <a:pt x="9647" y="10191"/>
                    <a:pt x="9692" y="10191"/>
                  </a:cubicBezTo>
                  <a:lnTo>
                    <a:pt x="9717" y="10191"/>
                  </a:lnTo>
                  <a:cubicBezTo>
                    <a:pt x="11869" y="10185"/>
                    <a:pt x="14194" y="9367"/>
                    <a:pt x="16435" y="7827"/>
                  </a:cubicBezTo>
                  <a:cubicBezTo>
                    <a:pt x="18120" y="6670"/>
                    <a:pt x="19161" y="5523"/>
                    <a:pt x="19207" y="5475"/>
                  </a:cubicBezTo>
                  <a:cubicBezTo>
                    <a:pt x="19400" y="5257"/>
                    <a:pt x="19400" y="4931"/>
                    <a:pt x="19207" y="4714"/>
                  </a:cubicBezTo>
                  <a:cubicBezTo>
                    <a:pt x="19161" y="4665"/>
                    <a:pt x="18120" y="3521"/>
                    <a:pt x="16435" y="2365"/>
                  </a:cubicBezTo>
                  <a:cubicBezTo>
                    <a:pt x="14191" y="822"/>
                    <a:pt x="11869" y="6"/>
                    <a:pt x="971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729" name="Google Shape;1729;p43"/>
            <p:cNvSpPr/>
            <p:nvPr/>
          </p:nvSpPr>
          <p:spPr>
            <a:xfrm>
              <a:off x="2246650" y="408900"/>
              <a:ext cx="147075" cy="141600"/>
            </a:xfrm>
            <a:custGeom>
              <a:rect b="b" l="l" r="r" t="t"/>
              <a:pathLst>
                <a:path extrusionOk="0" h="5664" w="5883">
                  <a:moveTo>
                    <a:pt x="3054" y="1132"/>
                  </a:moveTo>
                  <a:cubicBezTo>
                    <a:pt x="3495" y="1132"/>
                    <a:pt x="3930" y="1304"/>
                    <a:pt x="4255" y="1630"/>
                  </a:cubicBezTo>
                  <a:cubicBezTo>
                    <a:pt x="4738" y="2116"/>
                    <a:pt x="4886" y="2846"/>
                    <a:pt x="4624" y="3480"/>
                  </a:cubicBezTo>
                  <a:cubicBezTo>
                    <a:pt x="4358" y="4115"/>
                    <a:pt x="3739" y="4531"/>
                    <a:pt x="3053" y="4531"/>
                  </a:cubicBezTo>
                  <a:cubicBezTo>
                    <a:pt x="2114" y="4528"/>
                    <a:pt x="1357" y="3770"/>
                    <a:pt x="1353" y="2831"/>
                  </a:cubicBezTo>
                  <a:cubicBezTo>
                    <a:pt x="1353" y="2143"/>
                    <a:pt x="1767" y="1524"/>
                    <a:pt x="2404" y="1261"/>
                  </a:cubicBezTo>
                  <a:cubicBezTo>
                    <a:pt x="2614" y="1174"/>
                    <a:pt x="2835" y="1132"/>
                    <a:pt x="3054" y="1132"/>
                  </a:cubicBezTo>
                  <a:close/>
                  <a:moveTo>
                    <a:pt x="3053" y="1"/>
                  </a:moveTo>
                  <a:cubicBezTo>
                    <a:pt x="2316" y="1"/>
                    <a:pt x="1593" y="288"/>
                    <a:pt x="1052" y="829"/>
                  </a:cubicBezTo>
                  <a:cubicBezTo>
                    <a:pt x="242" y="1639"/>
                    <a:pt x="1" y="2855"/>
                    <a:pt x="439" y="3915"/>
                  </a:cubicBezTo>
                  <a:cubicBezTo>
                    <a:pt x="876" y="4972"/>
                    <a:pt x="1909" y="5663"/>
                    <a:pt x="3053" y="5663"/>
                  </a:cubicBezTo>
                  <a:cubicBezTo>
                    <a:pt x="4614" y="5660"/>
                    <a:pt x="5883" y="4395"/>
                    <a:pt x="5883" y="2831"/>
                  </a:cubicBezTo>
                  <a:cubicBezTo>
                    <a:pt x="5883" y="1687"/>
                    <a:pt x="5194" y="654"/>
                    <a:pt x="4137" y="216"/>
                  </a:cubicBezTo>
                  <a:cubicBezTo>
                    <a:pt x="3786" y="71"/>
                    <a:pt x="3418" y="1"/>
                    <a:pt x="305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1730" name="Google Shape;1730;p43"/>
          <p:cNvGrpSpPr/>
          <p:nvPr/>
        </p:nvGrpSpPr>
        <p:grpSpPr>
          <a:xfrm>
            <a:off x="2045244" y="2426843"/>
            <a:ext cx="250119" cy="284561"/>
            <a:chOff x="2705375" y="238125"/>
            <a:chExt cx="424650" cy="483125"/>
          </a:xfrm>
        </p:grpSpPr>
        <p:sp>
          <p:nvSpPr>
            <p:cNvPr id="1731" name="Google Shape;1731;p43"/>
            <p:cNvSpPr/>
            <p:nvPr/>
          </p:nvSpPr>
          <p:spPr>
            <a:xfrm>
              <a:off x="2705375" y="238125"/>
              <a:ext cx="424650" cy="483125"/>
            </a:xfrm>
            <a:custGeom>
              <a:rect b="b" l="l" r="r" t="t"/>
              <a:pathLst>
                <a:path extrusionOk="0" h="19325" w="16986">
                  <a:moveTo>
                    <a:pt x="10192" y="1132"/>
                  </a:moveTo>
                  <a:cubicBezTo>
                    <a:pt x="10503" y="1132"/>
                    <a:pt x="10756" y="1386"/>
                    <a:pt x="10756" y="1700"/>
                  </a:cubicBezTo>
                  <a:lnTo>
                    <a:pt x="10756" y="2265"/>
                  </a:lnTo>
                  <a:lnTo>
                    <a:pt x="6227" y="2265"/>
                  </a:lnTo>
                  <a:lnTo>
                    <a:pt x="6227" y="1700"/>
                  </a:lnTo>
                  <a:cubicBezTo>
                    <a:pt x="6227" y="1386"/>
                    <a:pt x="6481" y="1132"/>
                    <a:pt x="6795" y="1132"/>
                  </a:cubicBezTo>
                  <a:close/>
                  <a:moveTo>
                    <a:pt x="15285" y="3397"/>
                  </a:moveTo>
                  <a:cubicBezTo>
                    <a:pt x="15599" y="3397"/>
                    <a:pt x="15853" y="3651"/>
                    <a:pt x="15853" y="3965"/>
                  </a:cubicBezTo>
                  <a:lnTo>
                    <a:pt x="15853" y="4529"/>
                  </a:lnTo>
                  <a:lnTo>
                    <a:pt x="1133" y="4529"/>
                  </a:lnTo>
                  <a:lnTo>
                    <a:pt x="1133" y="3965"/>
                  </a:lnTo>
                  <a:cubicBezTo>
                    <a:pt x="1133" y="3651"/>
                    <a:pt x="1384" y="3397"/>
                    <a:pt x="1698" y="3397"/>
                  </a:cubicBezTo>
                  <a:close/>
                  <a:moveTo>
                    <a:pt x="14669" y="5661"/>
                  </a:moveTo>
                  <a:lnTo>
                    <a:pt x="13682" y="17679"/>
                  </a:lnTo>
                  <a:cubicBezTo>
                    <a:pt x="13658" y="17972"/>
                    <a:pt x="13410" y="18192"/>
                    <a:pt x="13120" y="18192"/>
                  </a:cubicBezTo>
                  <a:lnTo>
                    <a:pt x="3866" y="18192"/>
                  </a:lnTo>
                  <a:cubicBezTo>
                    <a:pt x="3573" y="18192"/>
                    <a:pt x="3325" y="17972"/>
                    <a:pt x="3301" y="17679"/>
                  </a:cubicBezTo>
                  <a:lnTo>
                    <a:pt x="2314" y="5661"/>
                  </a:lnTo>
                  <a:close/>
                  <a:moveTo>
                    <a:pt x="6795" y="0"/>
                  </a:moveTo>
                  <a:cubicBezTo>
                    <a:pt x="5856" y="0"/>
                    <a:pt x="5095" y="761"/>
                    <a:pt x="5095" y="1700"/>
                  </a:cubicBezTo>
                  <a:lnTo>
                    <a:pt x="5095" y="2265"/>
                  </a:lnTo>
                  <a:lnTo>
                    <a:pt x="1698" y="2265"/>
                  </a:lnTo>
                  <a:cubicBezTo>
                    <a:pt x="759" y="2265"/>
                    <a:pt x="1" y="3025"/>
                    <a:pt x="1" y="3965"/>
                  </a:cubicBezTo>
                  <a:lnTo>
                    <a:pt x="1" y="5097"/>
                  </a:lnTo>
                  <a:cubicBezTo>
                    <a:pt x="1" y="5408"/>
                    <a:pt x="252" y="5661"/>
                    <a:pt x="566" y="5661"/>
                  </a:cubicBezTo>
                  <a:lnTo>
                    <a:pt x="1176" y="5661"/>
                  </a:lnTo>
                  <a:lnTo>
                    <a:pt x="2172" y="17779"/>
                  </a:lnTo>
                  <a:lnTo>
                    <a:pt x="2172" y="17782"/>
                  </a:lnTo>
                  <a:cubicBezTo>
                    <a:pt x="2247" y="18655"/>
                    <a:pt x="2981" y="19325"/>
                    <a:pt x="3860" y="19325"/>
                  </a:cubicBezTo>
                  <a:cubicBezTo>
                    <a:pt x="3862" y="19325"/>
                    <a:pt x="3864" y="19325"/>
                    <a:pt x="3866" y="19324"/>
                  </a:cubicBezTo>
                  <a:lnTo>
                    <a:pt x="13120" y="19324"/>
                  </a:lnTo>
                  <a:cubicBezTo>
                    <a:pt x="13122" y="19325"/>
                    <a:pt x="13124" y="19325"/>
                    <a:pt x="13126" y="19325"/>
                  </a:cubicBezTo>
                  <a:cubicBezTo>
                    <a:pt x="14002" y="19325"/>
                    <a:pt x="14736" y="18655"/>
                    <a:pt x="14811" y="17779"/>
                  </a:cubicBezTo>
                  <a:lnTo>
                    <a:pt x="14811" y="17776"/>
                  </a:lnTo>
                  <a:lnTo>
                    <a:pt x="15808" y="5661"/>
                  </a:lnTo>
                  <a:lnTo>
                    <a:pt x="16418" y="5661"/>
                  </a:lnTo>
                  <a:cubicBezTo>
                    <a:pt x="16732" y="5661"/>
                    <a:pt x="16985" y="5408"/>
                    <a:pt x="16985" y="5097"/>
                  </a:cubicBezTo>
                  <a:lnTo>
                    <a:pt x="16985" y="3965"/>
                  </a:lnTo>
                  <a:cubicBezTo>
                    <a:pt x="16982" y="3025"/>
                    <a:pt x="16224" y="2265"/>
                    <a:pt x="15285" y="2265"/>
                  </a:cubicBezTo>
                  <a:lnTo>
                    <a:pt x="11889" y="2265"/>
                  </a:lnTo>
                  <a:lnTo>
                    <a:pt x="11889" y="1700"/>
                  </a:lnTo>
                  <a:cubicBezTo>
                    <a:pt x="11889" y="761"/>
                    <a:pt x="11128" y="0"/>
                    <a:pt x="1019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732" name="Google Shape;1732;p43"/>
            <p:cNvSpPr/>
            <p:nvPr/>
          </p:nvSpPr>
          <p:spPr>
            <a:xfrm>
              <a:off x="2903525" y="407950"/>
              <a:ext cx="28350" cy="228375"/>
            </a:xfrm>
            <a:custGeom>
              <a:rect b="b" l="l" r="r" t="t"/>
              <a:pathLst>
                <a:path extrusionOk="0" h="9135" w="1134">
                  <a:moveTo>
                    <a:pt x="566" y="1"/>
                  </a:moveTo>
                  <a:cubicBezTo>
                    <a:pt x="252" y="1"/>
                    <a:pt x="1" y="254"/>
                    <a:pt x="1" y="568"/>
                  </a:cubicBezTo>
                  <a:lnTo>
                    <a:pt x="1" y="8570"/>
                  </a:lnTo>
                  <a:cubicBezTo>
                    <a:pt x="1" y="8881"/>
                    <a:pt x="252" y="9135"/>
                    <a:pt x="566" y="9135"/>
                  </a:cubicBezTo>
                  <a:cubicBezTo>
                    <a:pt x="880" y="9135"/>
                    <a:pt x="1133" y="8881"/>
                    <a:pt x="1133" y="8570"/>
                  </a:cubicBezTo>
                  <a:lnTo>
                    <a:pt x="1133" y="568"/>
                  </a:lnTo>
                  <a:cubicBezTo>
                    <a:pt x="1133" y="254"/>
                    <a:pt x="880" y="1"/>
                    <a:pt x="56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733" name="Google Shape;1733;p43"/>
            <p:cNvSpPr/>
            <p:nvPr/>
          </p:nvSpPr>
          <p:spPr>
            <a:xfrm>
              <a:off x="2988450" y="407950"/>
              <a:ext cx="28350" cy="228375"/>
            </a:xfrm>
            <a:custGeom>
              <a:rect b="b" l="l" r="r" t="t"/>
              <a:pathLst>
                <a:path extrusionOk="0" h="9135" w="1134">
                  <a:moveTo>
                    <a:pt x="566" y="1"/>
                  </a:moveTo>
                  <a:cubicBezTo>
                    <a:pt x="251" y="1"/>
                    <a:pt x="1" y="254"/>
                    <a:pt x="1" y="568"/>
                  </a:cubicBezTo>
                  <a:lnTo>
                    <a:pt x="1" y="8570"/>
                  </a:lnTo>
                  <a:cubicBezTo>
                    <a:pt x="1" y="8881"/>
                    <a:pt x="251" y="9135"/>
                    <a:pt x="566" y="9135"/>
                  </a:cubicBezTo>
                  <a:cubicBezTo>
                    <a:pt x="880" y="9135"/>
                    <a:pt x="1133" y="8881"/>
                    <a:pt x="1133" y="8570"/>
                  </a:cubicBezTo>
                  <a:lnTo>
                    <a:pt x="1133" y="568"/>
                  </a:lnTo>
                  <a:cubicBezTo>
                    <a:pt x="1133" y="254"/>
                    <a:pt x="880" y="1"/>
                    <a:pt x="56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734" name="Google Shape;1734;p43"/>
            <p:cNvSpPr/>
            <p:nvPr/>
          </p:nvSpPr>
          <p:spPr>
            <a:xfrm>
              <a:off x="2818625" y="407950"/>
              <a:ext cx="28325" cy="228375"/>
            </a:xfrm>
            <a:custGeom>
              <a:rect b="b" l="l" r="r" t="t"/>
              <a:pathLst>
                <a:path extrusionOk="0" h="9135" w="1133">
                  <a:moveTo>
                    <a:pt x="565" y="1"/>
                  </a:moveTo>
                  <a:cubicBezTo>
                    <a:pt x="251" y="1"/>
                    <a:pt x="0" y="254"/>
                    <a:pt x="0" y="568"/>
                  </a:cubicBezTo>
                  <a:lnTo>
                    <a:pt x="0" y="8570"/>
                  </a:lnTo>
                  <a:cubicBezTo>
                    <a:pt x="0" y="8881"/>
                    <a:pt x="251" y="9135"/>
                    <a:pt x="565" y="9135"/>
                  </a:cubicBezTo>
                  <a:cubicBezTo>
                    <a:pt x="879" y="9135"/>
                    <a:pt x="1132" y="8881"/>
                    <a:pt x="1132" y="8570"/>
                  </a:cubicBezTo>
                  <a:lnTo>
                    <a:pt x="1132" y="568"/>
                  </a:lnTo>
                  <a:cubicBezTo>
                    <a:pt x="1132" y="254"/>
                    <a:pt x="879" y="1"/>
                    <a:pt x="56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1735" name="Google Shape;1735;p43"/>
          <p:cNvGrpSpPr/>
          <p:nvPr/>
        </p:nvGrpSpPr>
        <p:grpSpPr>
          <a:xfrm>
            <a:off x="2478860" y="2427108"/>
            <a:ext cx="251930" cy="284031"/>
            <a:chOff x="3299850" y="238575"/>
            <a:chExt cx="427725" cy="482225"/>
          </a:xfrm>
        </p:grpSpPr>
        <p:sp>
          <p:nvSpPr>
            <p:cNvPr id="1736" name="Google Shape;1736;p43"/>
            <p:cNvSpPr/>
            <p:nvPr/>
          </p:nvSpPr>
          <p:spPr>
            <a:xfrm>
              <a:off x="3299850" y="323500"/>
              <a:ext cx="427725" cy="397300"/>
            </a:xfrm>
            <a:custGeom>
              <a:rect b="b" l="l" r="r" t="t"/>
              <a:pathLst>
                <a:path extrusionOk="0" h="15892" w="17109">
                  <a:moveTo>
                    <a:pt x="3397" y="6794"/>
                  </a:moveTo>
                  <a:lnTo>
                    <a:pt x="3397" y="14759"/>
                  </a:lnTo>
                  <a:lnTo>
                    <a:pt x="1132" y="14759"/>
                  </a:lnTo>
                  <a:lnTo>
                    <a:pt x="1132" y="6794"/>
                  </a:lnTo>
                  <a:close/>
                  <a:moveTo>
                    <a:pt x="9034" y="1132"/>
                  </a:moveTo>
                  <a:cubicBezTo>
                    <a:pt x="9683" y="1175"/>
                    <a:pt x="10191" y="1712"/>
                    <a:pt x="10191" y="2364"/>
                  </a:cubicBezTo>
                  <a:cubicBezTo>
                    <a:pt x="10191" y="3346"/>
                    <a:pt x="9774" y="5275"/>
                    <a:pt x="9221" y="5828"/>
                  </a:cubicBezTo>
                  <a:cubicBezTo>
                    <a:pt x="8865" y="6184"/>
                    <a:pt x="9119" y="6794"/>
                    <a:pt x="9623" y="6794"/>
                  </a:cubicBezTo>
                  <a:lnTo>
                    <a:pt x="15285" y="6794"/>
                  </a:lnTo>
                  <a:cubicBezTo>
                    <a:pt x="15599" y="6794"/>
                    <a:pt x="15849" y="7047"/>
                    <a:pt x="15849" y="7361"/>
                  </a:cubicBezTo>
                  <a:cubicBezTo>
                    <a:pt x="15849" y="7672"/>
                    <a:pt x="15599" y="7926"/>
                    <a:pt x="15285" y="7926"/>
                  </a:cubicBezTo>
                  <a:lnTo>
                    <a:pt x="11888" y="7926"/>
                  </a:lnTo>
                  <a:cubicBezTo>
                    <a:pt x="11574" y="7926"/>
                    <a:pt x="11323" y="8180"/>
                    <a:pt x="11323" y="8494"/>
                  </a:cubicBezTo>
                  <a:cubicBezTo>
                    <a:pt x="11323" y="8805"/>
                    <a:pt x="11574" y="9058"/>
                    <a:pt x="11888" y="9058"/>
                  </a:cubicBezTo>
                  <a:lnTo>
                    <a:pt x="15285" y="9058"/>
                  </a:lnTo>
                  <a:cubicBezTo>
                    <a:pt x="15586" y="9058"/>
                    <a:pt x="15852" y="9342"/>
                    <a:pt x="15852" y="9662"/>
                  </a:cubicBezTo>
                  <a:cubicBezTo>
                    <a:pt x="15852" y="9976"/>
                    <a:pt x="15599" y="10230"/>
                    <a:pt x="15285" y="10230"/>
                  </a:cubicBezTo>
                  <a:lnTo>
                    <a:pt x="11888" y="10230"/>
                  </a:lnTo>
                  <a:cubicBezTo>
                    <a:pt x="11574" y="10230"/>
                    <a:pt x="11323" y="10484"/>
                    <a:pt x="11323" y="10795"/>
                  </a:cubicBezTo>
                  <a:cubicBezTo>
                    <a:pt x="11323" y="11109"/>
                    <a:pt x="11574" y="11362"/>
                    <a:pt x="11888" y="11362"/>
                  </a:cubicBezTo>
                  <a:lnTo>
                    <a:pt x="14152" y="11362"/>
                  </a:lnTo>
                  <a:cubicBezTo>
                    <a:pt x="14466" y="11362"/>
                    <a:pt x="14717" y="11616"/>
                    <a:pt x="14717" y="11927"/>
                  </a:cubicBezTo>
                  <a:cubicBezTo>
                    <a:pt x="14717" y="12241"/>
                    <a:pt x="14466" y="12494"/>
                    <a:pt x="14152" y="12494"/>
                  </a:cubicBezTo>
                  <a:lnTo>
                    <a:pt x="11888" y="12494"/>
                  </a:lnTo>
                  <a:cubicBezTo>
                    <a:pt x="11574" y="12494"/>
                    <a:pt x="11323" y="12748"/>
                    <a:pt x="11323" y="13059"/>
                  </a:cubicBezTo>
                  <a:cubicBezTo>
                    <a:pt x="11323" y="13373"/>
                    <a:pt x="11574" y="13627"/>
                    <a:pt x="11888" y="13627"/>
                  </a:cubicBezTo>
                  <a:lnTo>
                    <a:pt x="13020" y="13627"/>
                  </a:lnTo>
                  <a:cubicBezTo>
                    <a:pt x="13334" y="13627"/>
                    <a:pt x="13585" y="13880"/>
                    <a:pt x="13585" y="14191"/>
                  </a:cubicBezTo>
                  <a:cubicBezTo>
                    <a:pt x="13585" y="14505"/>
                    <a:pt x="13334" y="14759"/>
                    <a:pt x="13020" y="14759"/>
                  </a:cubicBezTo>
                  <a:lnTo>
                    <a:pt x="9197" y="14759"/>
                  </a:lnTo>
                  <a:cubicBezTo>
                    <a:pt x="8041" y="14759"/>
                    <a:pt x="6890" y="14572"/>
                    <a:pt x="5794" y="14207"/>
                  </a:cubicBezTo>
                  <a:lnTo>
                    <a:pt x="4529" y="13784"/>
                  </a:lnTo>
                  <a:lnTo>
                    <a:pt x="4529" y="7712"/>
                  </a:lnTo>
                  <a:lnTo>
                    <a:pt x="5686" y="7132"/>
                  </a:lnTo>
                  <a:cubicBezTo>
                    <a:pt x="6265" y="6842"/>
                    <a:pt x="6797" y="6459"/>
                    <a:pt x="7253" y="6003"/>
                  </a:cubicBezTo>
                  <a:lnTo>
                    <a:pt x="7289" y="5963"/>
                  </a:lnTo>
                  <a:cubicBezTo>
                    <a:pt x="8352" y="4901"/>
                    <a:pt x="8917" y="2654"/>
                    <a:pt x="9034" y="1132"/>
                  </a:cubicBezTo>
                  <a:close/>
                  <a:moveTo>
                    <a:pt x="8491" y="0"/>
                  </a:moveTo>
                  <a:cubicBezTo>
                    <a:pt x="8177" y="0"/>
                    <a:pt x="7926" y="254"/>
                    <a:pt x="7926" y="568"/>
                  </a:cubicBezTo>
                  <a:cubicBezTo>
                    <a:pt x="7926" y="1887"/>
                    <a:pt x="7380" y="4276"/>
                    <a:pt x="6492" y="5166"/>
                  </a:cubicBezTo>
                  <a:lnTo>
                    <a:pt x="6456" y="5203"/>
                  </a:lnTo>
                  <a:cubicBezTo>
                    <a:pt x="6081" y="5574"/>
                    <a:pt x="5652" y="5885"/>
                    <a:pt x="5181" y="6120"/>
                  </a:cubicBezTo>
                  <a:lnTo>
                    <a:pt x="4529" y="6444"/>
                  </a:lnTo>
                  <a:lnTo>
                    <a:pt x="4529" y="6229"/>
                  </a:lnTo>
                  <a:cubicBezTo>
                    <a:pt x="4529" y="5915"/>
                    <a:pt x="4276" y="5661"/>
                    <a:pt x="3962" y="5661"/>
                  </a:cubicBezTo>
                  <a:lnTo>
                    <a:pt x="565" y="5661"/>
                  </a:lnTo>
                  <a:cubicBezTo>
                    <a:pt x="251" y="5661"/>
                    <a:pt x="0" y="5915"/>
                    <a:pt x="0" y="6229"/>
                  </a:cubicBezTo>
                  <a:lnTo>
                    <a:pt x="0" y="15324"/>
                  </a:lnTo>
                  <a:cubicBezTo>
                    <a:pt x="0" y="15638"/>
                    <a:pt x="251" y="15891"/>
                    <a:pt x="565" y="15891"/>
                  </a:cubicBezTo>
                  <a:lnTo>
                    <a:pt x="3962" y="15891"/>
                  </a:lnTo>
                  <a:cubicBezTo>
                    <a:pt x="4276" y="15891"/>
                    <a:pt x="4529" y="15638"/>
                    <a:pt x="4529" y="15324"/>
                  </a:cubicBezTo>
                  <a:lnTo>
                    <a:pt x="4529" y="14976"/>
                  </a:lnTo>
                  <a:lnTo>
                    <a:pt x="5435" y="15278"/>
                  </a:lnTo>
                  <a:cubicBezTo>
                    <a:pt x="6649" y="15683"/>
                    <a:pt x="7917" y="15888"/>
                    <a:pt x="9197" y="15888"/>
                  </a:cubicBezTo>
                  <a:lnTo>
                    <a:pt x="13020" y="15888"/>
                  </a:lnTo>
                  <a:cubicBezTo>
                    <a:pt x="14219" y="15888"/>
                    <a:pt x="15040" y="14681"/>
                    <a:pt x="14599" y="13566"/>
                  </a:cubicBezTo>
                  <a:cubicBezTo>
                    <a:pt x="15577" y="13298"/>
                    <a:pt x="16106" y="12241"/>
                    <a:pt x="15731" y="11302"/>
                  </a:cubicBezTo>
                  <a:cubicBezTo>
                    <a:pt x="16468" y="11100"/>
                    <a:pt x="16981" y="10429"/>
                    <a:pt x="16984" y="9662"/>
                  </a:cubicBezTo>
                  <a:cubicBezTo>
                    <a:pt x="16981" y="9233"/>
                    <a:pt x="16824" y="8823"/>
                    <a:pt x="16541" y="8503"/>
                  </a:cubicBezTo>
                  <a:cubicBezTo>
                    <a:pt x="16994" y="8005"/>
                    <a:pt x="17108" y="7289"/>
                    <a:pt x="16837" y="6673"/>
                  </a:cubicBezTo>
                  <a:cubicBezTo>
                    <a:pt x="16565" y="6060"/>
                    <a:pt x="15958" y="5661"/>
                    <a:pt x="15285" y="5661"/>
                  </a:cubicBezTo>
                  <a:lnTo>
                    <a:pt x="10635" y="5661"/>
                  </a:lnTo>
                  <a:cubicBezTo>
                    <a:pt x="11109" y="4577"/>
                    <a:pt x="11323" y="3104"/>
                    <a:pt x="11323" y="2364"/>
                  </a:cubicBezTo>
                  <a:cubicBezTo>
                    <a:pt x="11320" y="1060"/>
                    <a:pt x="10263" y="3"/>
                    <a:pt x="895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737" name="Google Shape;1737;p43"/>
            <p:cNvSpPr/>
            <p:nvPr/>
          </p:nvSpPr>
          <p:spPr>
            <a:xfrm>
              <a:off x="3467650" y="238575"/>
              <a:ext cx="46525" cy="56650"/>
            </a:xfrm>
            <a:custGeom>
              <a:rect b="b" l="l" r="r" t="t"/>
              <a:pathLst>
                <a:path extrusionOk="0" h="2266" w="1861">
                  <a:moveTo>
                    <a:pt x="646" y="1"/>
                  </a:moveTo>
                  <a:cubicBezTo>
                    <a:pt x="561" y="1"/>
                    <a:pt x="475" y="20"/>
                    <a:pt x="393" y="61"/>
                  </a:cubicBezTo>
                  <a:cubicBezTo>
                    <a:pt x="112" y="199"/>
                    <a:pt x="0" y="541"/>
                    <a:pt x="139" y="821"/>
                  </a:cubicBezTo>
                  <a:lnTo>
                    <a:pt x="707" y="1954"/>
                  </a:lnTo>
                  <a:cubicBezTo>
                    <a:pt x="805" y="2150"/>
                    <a:pt x="1005" y="2265"/>
                    <a:pt x="1212" y="2265"/>
                  </a:cubicBezTo>
                  <a:cubicBezTo>
                    <a:pt x="1297" y="2265"/>
                    <a:pt x="1384" y="2246"/>
                    <a:pt x="1465" y="2204"/>
                  </a:cubicBezTo>
                  <a:cubicBezTo>
                    <a:pt x="1746" y="2065"/>
                    <a:pt x="1860" y="1727"/>
                    <a:pt x="1718" y="1446"/>
                  </a:cubicBezTo>
                  <a:lnTo>
                    <a:pt x="1154" y="314"/>
                  </a:lnTo>
                  <a:cubicBezTo>
                    <a:pt x="1053" y="115"/>
                    <a:pt x="854" y="1"/>
                    <a:pt x="6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738" name="Google Shape;1738;p43"/>
            <p:cNvSpPr/>
            <p:nvPr/>
          </p:nvSpPr>
          <p:spPr>
            <a:xfrm>
              <a:off x="3566675" y="238575"/>
              <a:ext cx="46525" cy="56675"/>
            </a:xfrm>
            <a:custGeom>
              <a:rect b="b" l="l" r="r" t="t"/>
              <a:pathLst>
                <a:path extrusionOk="0" h="2267" w="1861">
                  <a:moveTo>
                    <a:pt x="1215" y="1"/>
                  </a:moveTo>
                  <a:cubicBezTo>
                    <a:pt x="1007" y="1"/>
                    <a:pt x="808" y="115"/>
                    <a:pt x="707" y="314"/>
                  </a:cubicBezTo>
                  <a:lnTo>
                    <a:pt x="143" y="1446"/>
                  </a:lnTo>
                  <a:cubicBezTo>
                    <a:pt x="1" y="1727"/>
                    <a:pt x="116" y="2065"/>
                    <a:pt x="396" y="2207"/>
                  </a:cubicBezTo>
                  <a:cubicBezTo>
                    <a:pt x="477" y="2247"/>
                    <a:pt x="562" y="2266"/>
                    <a:pt x="646" y="2266"/>
                  </a:cubicBezTo>
                  <a:cubicBezTo>
                    <a:pt x="854" y="2266"/>
                    <a:pt x="1055" y="2151"/>
                    <a:pt x="1154" y="1954"/>
                  </a:cubicBezTo>
                  <a:lnTo>
                    <a:pt x="1722" y="821"/>
                  </a:lnTo>
                  <a:cubicBezTo>
                    <a:pt x="1861" y="541"/>
                    <a:pt x="1749" y="199"/>
                    <a:pt x="1468" y="61"/>
                  </a:cubicBezTo>
                  <a:cubicBezTo>
                    <a:pt x="1387" y="20"/>
                    <a:pt x="1300" y="1"/>
                    <a:pt x="121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739" name="Google Shape;1739;p43"/>
            <p:cNvSpPr/>
            <p:nvPr/>
          </p:nvSpPr>
          <p:spPr>
            <a:xfrm>
              <a:off x="3611225" y="323500"/>
              <a:ext cx="56550" cy="28325"/>
            </a:xfrm>
            <a:custGeom>
              <a:rect b="b" l="l" r="r" t="t"/>
              <a:pathLst>
                <a:path extrusionOk="0" h="1133" w="2262">
                  <a:moveTo>
                    <a:pt x="565" y="0"/>
                  </a:moveTo>
                  <a:cubicBezTo>
                    <a:pt x="251" y="0"/>
                    <a:pt x="0" y="254"/>
                    <a:pt x="0" y="568"/>
                  </a:cubicBezTo>
                  <a:cubicBezTo>
                    <a:pt x="0" y="879"/>
                    <a:pt x="251" y="1132"/>
                    <a:pt x="565" y="1132"/>
                  </a:cubicBezTo>
                  <a:lnTo>
                    <a:pt x="1697" y="1132"/>
                  </a:lnTo>
                  <a:cubicBezTo>
                    <a:pt x="2011" y="1132"/>
                    <a:pt x="2262" y="879"/>
                    <a:pt x="2262" y="568"/>
                  </a:cubicBezTo>
                  <a:cubicBezTo>
                    <a:pt x="2262" y="254"/>
                    <a:pt x="2011" y="0"/>
                    <a:pt x="169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740" name="Google Shape;1740;p43"/>
            <p:cNvSpPr/>
            <p:nvPr/>
          </p:nvSpPr>
          <p:spPr>
            <a:xfrm>
              <a:off x="3413075" y="323500"/>
              <a:ext cx="56550" cy="28325"/>
            </a:xfrm>
            <a:custGeom>
              <a:rect b="b" l="l" r="r" t="t"/>
              <a:pathLst>
                <a:path extrusionOk="0" h="1133" w="2262">
                  <a:moveTo>
                    <a:pt x="565" y="0"/>
                  </a:moveTo>
                  <a:cubicBezTo>
                    <a:pt x="251" y="0"/>
                    <a:pt x="0" y="254"/>
                    <a:pt x="0" y="568"/>
                  </a:cubicBezTo>
                  <a:cubicBezTo>
                    <a:pt x="0" y="879"/>
                    <a:pt x="251" y="1132"/>
                    <a:pt x="565" y="1132"/>
                  </a:cubicBezTo>
                  <a:lnTo>
                    <a:pt x="1697" y="1132"/>
                  </a:lnTo>
                  <a:cubicBezTo>
                    <a:pt x="2011" y="1132"/>
                    <a:pt x="2262" y="879"/>
                    <a:pt x="2262" y="568"/>
                  </a:cubicBezTo>
                  <a:cubicBezTo>
                    <a:pt x="2262" y="254"/>
                    <a:pt x="2011" y="0"/>
                    <a:pt x="169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1741" name="Google Shape;1741;p43"/>
          <p:cNvGrpSpPr/>
          <p:nvPr/>
        </p:nvGrpSpPr>
        <p:grpSpPr>
          <a:xfrm>
            <a:off x="2898176" y="2426843"/>
            <a:ext cx="294839" cy="284561"/>
            <a:chOff x="3857225" y="238125"/>
            <a:chExt cx="500575" cy="483125"/>
          </a:xfrm>
        </p:grpSpPr>
        <p:sp>
          <p:nvSpPr>
            <p:cNvPr id="1742" name="Google Shape;1742;p43"/>
            <p:cNvSpPr/>
            <p:nvPr/>
          </p:nvSpPr>
          <p:spPr>
            <a:xfrm>
              <a:off x="3857225" y="238125"/>
              <a:ext cx="500575" cy="483125"/>
            </a:xfrm>
            <a:custGeom>
              <a:rect b="b" l="l" r="r" t="t"/>
              <a:pathLst>
                <a:path extrusionOk="0" h="19325" w="20023">
                  <a:moveTo>
                    <a:pt x="15671" y="3398"/>
                  </a:moveTo>
                  <a:cubicBezTo>
                    <a:pt x="15707" y="3398"/>
                    <a:pt x="15744" y="3402"/>
                    <a:pt x="15780" y="3409"/>
                  </a:cubicBezTo>
                  <a:lnTo>
                    <a:pt x="15801" y="3415"/>
                  </a:lnTo>
                  <a:cubicBezTo>
                    <a:pt x="15814" y="3415"/>
                    <a:pt x="15823" y="3418"/>
                    <a:pt x="15835" y="3421"/>
                  </a:cubicBezTo>
                  <a:cubicBezTo>
                    <a:pt x="15844" y="3424"/>
                    <a:pt x="15856" y="3430"/>
                    <a:pt x="15868" y="3433"/>
                  </a:cubicBezTo>
                  <a:lnTo>
                    <a:pt x="15886" y="3439"/>
                  </a:lnTo>
                  <a:cubicBezTo>
                    <a:pt x="15892" y="3442"/>
                    <a:pt x="15898" y="3445"/>
                    <a:pt x="15904" y="3448"/>
                  </a:cubicBezTo>
                  <a:cubicBezTo>
                    <a:pt x="15922" y="3457"/>
                    <a:pt x="15943" y="3466"/>
                    <a:pt x="15964" y="3478"/>
                  </a:cubicBezTo>
                  <a:cubicBezTo>
                    <a:pt x="15986" y="3494"/>
                    <a:pt x="16010" y="3509"/>
                    <a:pt x="16031" y="3524"/>
                  </a:cubicBezTo>
                  <a:cubicBezTo>
                    <a:pt x="16046" y="3536"/>
                    <a:pt x="16058" y="3551"/>
                    <a:pt x="16073" y="3563"/>
                  </a:cubicBezTo>
                  <a:cubicBezTo>
                    <a:pt x="16085" y="3575"/>
                    <a:pt x="16100" y="3590"/>
                    <a:pt x="16112" y="3605"/>
                  </a:cubicBezTo>
                  <a:cubicBezTo>
                    <a:pt x="16294" y="3829"/>
                    <a:pt x="16279" y="4158"/>
                    <a:pt x="16073" y="4363"/>
                  </a:cubicBezTo>
                  <a:lnTo>
                    <a:pt x="13054" y="7383"/>
                  </a:lnTo>
                  <a:cubicBezTo>
                    <a:pt x="12939" y="7232"/>
                    <a:pt x="12815" y="7090"/>
                    <a:pt x="12682" y="6954"/>
                  </a:cubicBezTo>
                  <a:cubicBezTo>
                    <a:pt x="12546" y="6821"/>
                    <a:pt x="12405" y="6697"/>
                    <a:pt x="12254" y="6582"/>
                  </a:cubicBezTo>
                  <a:lnTo>
                    <a:pt x="15273" y="3563"/>
                  </a:lnTo>
                  <a:cubicBezTo>
                    <a:pt x="15380" y="3456"/>
                    <a:pt x="15523" y="3398"/>
                    <a:pt x="15671" y="3398"/>
                  </a:cubicBezTo>
                  <a:close/>
                  <a:moveTo>
                    <a:pt x="9887" y="9183"/>
                  </a:moveTo>
                  <a:cubicBezTo>
                    <a:pt x="10031" y="9183"/>
                    <a:pt x="10176" y="9238"/>
                    <a:pt x="10288" y="9348"/>
                  </a:cubicBezTo>
                  <a:cubicBezTo>
                    <a:pt x="10511" y="9575"/>
                    <a:pt x="10508" y="9937"/>
                    <a:pt x="10279" y="10157"/>
                  </a:cubicBezTo>
                  <a:cubicBezTo>
                    <a:pt x="10169" y="10268"/>
                    <a:pt x="10024" y="10323"/>
                    <a:pt x="9879" y="10323"/>
                  </a:cubicBezTo>
                  <a:cubicBezTo>
                    <a:pt x="9734" y="10323"/>
                    <a:pt x="9589" y="10268"/>
                    <a:pt x="9479" y="10157"/>
                  </a:cubicBezTo>
                  <a:cubicBezTo>
                    <a:pt x="9258" y="9937"/>
                    <a:pt x="9258" y="9578"/>
                    <a:pt x="9479" y="9357"/>
                  </a:cubicBezTo>
                  <a:cubicBezTo>
                    <a:pt x="9590" y="9241"/>
                    <a:pt x="9739" y="9183"/>
                    <a:pt x="9887" y="9183"/>
                  </a:cubicBezTo>
                  <a:close/>
                  <a:moveTo>
                    <a:pt x="15746" y="1062"/>
                  </a:moveTo>
                  <a:cubicBezTo>
                    <a:pt x="16469" y="1062"/>
                    <a:pt x="17193" y="1337"/>
                    <a:pt x="17746" y="1890"/>
                  </a:cubicBezTo>
                  <a:cubicBezTo>
                    <a:pt x="18878" y="3022"/>
                    <a:pt x="18845" y="4870"/>
                    <a:pt x="17673" y="5963"/>
                  </a:cubicBezTo>
                  <a:lnTo>
                    <a:pt x="11879" y="11758"/>
                  </a:lnTo>
                  <a:cubicBezTo>
                    <a:pt x="11337" y="12300"/>
                    <a:pt x="10612" y="12586"/>
                    <a:pt x="9878" y="12586"/>
                  </a:cubicBezTo>
                  <a:cubicBezTo>
                    <a:pt x="9472" y="12586"/>
                    <a:pt x="9062" y="12499"/>
                    <a:pt x="8679" y="12319"/>
                  </a:cubicBezTo>
                  <a:lnTo>
                    <a:pt x="8663" y="12313"/>
                  </a:lnTo>
                  <a:cubicBezTo>
                    <a:pt x="8198" y="12093"/>
                    <a:pt x="7803" y="11746"/>
                    <a:pt x="7516" y="11317"/>
                  </a:cubicBezTo>
                  <a:lnTo>
                    <a:pt x="8346" y="10487"/>
                  </a:lnTo>
                  <a:cubicBezTo>
                    <a:pt x="8645" y="11113"/>
                    <a:pt x="9259" y="11453"/>
                    <a:pt x="9883" y="11453"/>
                  </a:cubicBezTo>
                  <a:cubicBezTo>
                    <a:pt x="10311" y="11453"/>
                    <a:pt x="10744" y="11293"/>
                    <a:pt x="11082" y="10955"/>
                  </a:cubicBezTo>
                  <a:lnTo>
                    <a:pt x="16873" y="5160"/>
                  </a:lnTo>
                  <a:cubicBezTo>
                    <a:pt x="17541" y="4514"/>
                    <a:pt x="17562" y="3448"/>
                    <a:pt x="16922" y="2775"/>
                  </a:cubicBezTo>
                  <a:cubicBezTo>
                    <a:pt x="16588" y="2423"/>
                    <a:pt x="16140" y="2245"/>
                    <a:pt x="15690" y="2245"/>
                  </a:cubicBezTo>
                  <a:cubicBezTo>
                    <a:pt x="15275" y="2245"/>
                    <a:pt x="14860" y="2395"/>
                    <a:pt x="14533" y="2699"/>
                  </a:cubicBezTo>
                  <a:cubicBezTo>
                    <a:pt x="14512" y="2718"/>
                    <a:pt x="14491" y="2739"/>
                    <a:pt x="14470" y="2760"/>
                  </a:cubicBezTo>
                  <a:lnTo>
                    <a:pt x="11212" y="6021"/>
                  </a:lnTo>
                  <a:cubicBezTo>
                    <a:pt x="10783" y="5867"/>
                    <a:pt x="10333" y="5791"/>
                    <a:pt x="9877" y="5791"/>
                  </a:cubicBezTo>
                  <a:lnTo>
                    <a:pt x="9838" y="5791"/>
                  </a:lnTo>
                  <a:lnTo>
                    <a:pt x="13673" y="1963"/>
                  </a:lnTo>
                  <a:cubicBezTo>
                    <a:pt x="14232" y="1363"/>
                    <a:pt x="14988" y="1062"/>
                    <a:pt x="15746" y="1062"/>
                  </a:cubicBezTo>
                  <a:close/>
                  <a:moveTo>
                    <a:pt x="6707" y="12129"/>
                  </a:moveTo>
                  <a:cubicBezTo>
                    <a:pt x="6819" y="12283"/>
                    <a:pt x="6942" y="12425"/>
                    <a:pt x="7078" y="12558"/>
                  </a:cubicBezTo>
                  <a:cubicBezTo>
                    <a:pt x="7211" y="12694"/>
                    <a:pt x="7353" y="12818"/>
                    <a:pt x="7507" y="12932"/>
                  </a:cubicBezTo>
                  <a:lnTo>
                    <a:pt x="4675" y="15762"/>
                  </a:lnTo>
                  <a:cubicBezTo>
                    <a:pt x="4565" y="15872"/>
                    <a:pt x="4420" y="15927"/>
                    <a:pt x="4275" y="15927"/>
                  </a:cubicBezTo>
                  <a:cubicBezTo>
                    <a:pt x="4130" y="15927"/>
                    <a:pt x="3985" y="15872"/>
                    <a:pt x="3875" y="15762"/>
                  </a:cubicBezTo>
                  <a:cubicBezTo>
                    <a:pt x="3654" y="15541"/>
                    <a:pt x="3654" y="15182"/>
                    <a:pt x="3875" y="14961"/>
                  </a:cubicBezTo>
                  <a:lnTo>
                    <a:pt x="6707" y="12129"/>
                  </a:lnTo>
                  <a:close/>
                  <a:moveTo>
                    <a:pt x="9884" y="6926"/>
                  </a:moveTo>
                  <a:cubicBezTo>
                    <a:pt x="10290" y="6926"/>
                    <a:pt x="10698" y="7013"/>
                    <a:pt x="11082" y="7192"/>
                  </a:cubicBezTo>
                  <a:lnTo>
                    <a:pt x="11094" y="7198"/>
                  </a:lnTo>
                  <a:cubicBezTo>
                    <a:pt x="11562" y="7422"/>
                    <a:pt x="11958" y="7766"/>
                    <a:pt x="12242" y="8198"/>
                  </a:cubicBezTo>
                  <a:lnTo>
                    <a:pt x="11411" y="9028"/>
                  </a:lnTo>
                  <a:cubicBezTo>
                    <a:pt x="11112" y="8400"/>
                    <a:pt x="10499" y="8061"/>
                    <a:pt x="9877" y="8061"/>
                  </a:cubicBezTo>
                  <a:cubicBezTo>
                    <a:pt x="9448" y="8061"/>
                    <a:pt x="9016" y="8222"/>
                    <a:pt x="8679" y="8560"/>
                  </a:cubicBezTo>
                  <a:lnTo>
                    <a:pt x="3074" y="14161"/>
                  </a:lnTo>
                  <a:cubicBezTo>
                    <a:pt x="2410" y="14822"/>
                    <a:pt x="2410" y="15900"/>
                    <a:pt x="3074" y="16562"/>
                  </a:cubicBezTo>
                  <a:cubicBezTo>
                    <a:pt x="3405" y="16894"/>
                    <a:pt x="3840" y="17060"/>
                    <a:pt x="4275" y="17060"/>
                  </a:cubicBezTo>
                  <a:cubicBezTo>
                    <a:pt x="4710" y="17060"/>
                    <a:pt x="5144" y="16894"/>
                    <a:pt x="5475" y="16562"/>
                  </a:cubicBezTo>
                  <a:lnTo>
                    <a:pt x="8546" y="13491"/>
                  </a:lnTo>
                  <a:cubicBezTo>
                    <a:pt x="8974" y="13642"/>
                    <a:pt x="9424" y="13720"/>
                    <a:pt x="9880" y="13720"/>
                  </a:cubicBezTo>
                  <a:lnTo>
                    <a:pt x="9920" y="13720"/>
                  </a:lnTo>
                  <a:lnTo>
                    <a:pt x="6275" y="17362"/>
                  </a:lnTo>
                  <a:cubicBezTo>
                    <a:pt x="5716" y="17961"/>
                    <a:pt x="4960" y="18262"/>
                    <a:pt x="4202" y="18262"/>
                  </a:cubicBezTo>
                  <a:cubicBezTo>
                    <a:pt x="3479" y="18262"/>
                    <a:pt x="2755" y="17987"/>
                    <a:pt x="2202" y="17434"/>
                  </a:cubicBezTo>
                  <a:cubicBezTo>
                    <a:pt x="1070" y="16302"/>
                    <a:pt x="1103" y="14454"/>
                    <a:pt x="2274" y="13361"/>
                  </a:cubicBezTo>
                  <a:lnTo>
                    <a:pt x="7878" y="7757"/>
                  </a:lnTo>
                  <a:cubicBezTo>
                    <a:pt x="8422" y="7214"/>
                    <a:pt x="9147" y="6926"/>
                    <a:pt x="9884" y="6926"/>
                  </a:cubicBezTo>
                  <a:close/>
                  <a:moveTo>
                    <a:pt x="15673" y="1"/>
                  </a:moveTo>
                  <a:cubicBezTo>
                    <a:pt x="14659" y="1"/>
                    <a:pt x="13644" y="388"/>
                    <a:pt x="12870" y="1162"/>
                  </a:cubicBezTo>
                  <a:lnTo>
                    <a:pt x="7078" y="6957"/>
                  </a:lnTo>
                  <a:lnTo>
                    <a:pt x="1471" y="12561"/>
                  </a:lnTo>
                  <a:cubicBezTo>
                    <a:pt x="339" y="13693"/>
                    <a:pt x="1" y="15399"/>
                    <a:pt x="614" y="16879"/>
                  </a:cubicBezTo>
                  <a:cubicBezTo>
                    <a:pt x="1230" y="18358"/>
                    <a:pt x="2673" y="19324"/>
                    <a:pt x="4276" y="19324"/>
                  </a:cubicBezTo>
                  <a:cubicBezTo>
                    <a:pt x="4280" y="19325"/>
                    <a:pt x="4284" y="19325"/>
                    <a:pt x="4288" y="19325"/>
                  </a:cubicBezTo>
                  <a:cubicBezTo>
                    <a:pt x="5334" y="19325"/>
                    <a:pt x="6338" y="18908"/>
                    <a:pt x="7078" y="18165"/>
                  </a:cubicBezTo>
                  <a:lnTo>
                    <a:pt x="12682" y="12561"/>
                  </a:lnTo>
                  <a:lnTo>
                    <a:pt x="18477" y="6767"/>
                  </a:lnTo>
                  <a:cubicBezTo>
                    <a:pt x="20023" y="5221"/>
                    <a:pt x="20023" y="2711"/>
                    <a:pt x="18477" y="1162"/>
                  </a:cubicBezTo>
                  <a:cubicBezTo>
                    <a:pt x="17702" y="388"/>
                    <a:pt x="16688" y="1"/>
                    <a:pt x="1567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743" name="Google Shape;1743;p43"/>
            <p:cNvSpPr/>
            <p:nvPr/>
          </p:nvSpPr>
          <p:spPr>
            <a:xfrm>
              <a:off x="4208775" y="588000"/>
              <a:ext cx="71125" cy="68350"/>
            </a:xfrm>
            <a:custGeom>
              <a:rect b="b" l="l" r="r" t="t"/>
              <a:pathLst>
                <a:path extrusionOk="0" h="2734" w="2845">
                  <a:moveTo>
                    <a:pt x="621" y="1"/>
                  </a:moveTo>
                  <a:cubicBezTo>
                    <a:pt x="476" y="1"/>
                    <a:pt x="331" y="56"/>
                    <a:pt x="221" y="166"/>
                  </a:cubicBezTo>
                  <a:cubicBezTo>
                    <a:pt x="0" y="387"/>
                    <a:pt x="0" y="746"/>
                    <a:pt x="221" y="966"/>
                  </a:cubicBezTo>
                  <a:lnTo>
                    <a:pt x="1821" y="2567"/>
                  </a:lnTo>
                  <a:cubicBezTo>
                    <a:pt x="1933" y="2677"/>
                    <a:pt x="2079" y="2733"/>
                    <a:pt x="2224" y="2733"/>
                  </a:cubicBezTo>
                  <a:cubicBezTo>
                    <a:pt x="2368" y="2733"/>
                    <a:pt x="2513" y="2678"/>
                    <a:pt x="2624" y="2567"/>
                  </a:cubicBezTo>
                  <a:cubicBezTo>
                    <a:pt x="2845" y="2346"/>
                    <a:pt x="2845" y="1987"/>
                    <a:pt x="2624" y="1767"/>
                  </a:cubicBezTo>
                  <a:lnTo>
                    <a:pt x="1021" y="166"/>
                  </a:lnTo>
                  <a:cubicBezTo>
                    <a:pt x="911" y="56"/>
                    <a:pt x="766" y="1"/>
                    <a:pt x="62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744" name="Google Shape;1744;p43"/>
            <p:cNvSpPr/>
            <p:nvPr/>
          </p:nvSpPr>
          <p:spPr>
            <a:xfrm>
              <a:off x="4228400" y="527925"/>
              <a:ext cx="91050" cy="48400"/>
            </a:xfrm>
            <a:custGeom>
              <a:rect b="b" l="l" r="r" t="t"/>
              <a:pathLst>
                <a:path extrusionOk="0" h="1936" w="3642">
                  <a:moveTo>
                    <a:pt x="636" y="0"/>
                  </a:moveTo>
                  <a:cubicBezTo>
                    <a:pt x="400" y="0"/>
                    <a:pt x="180" y="150"/>
                    <a:pt x="100" y="389"/>
                  </a:cubicBezTo>
                  <a:cubicBezTo>
                    <a:pt x="0" y="685"/>
                    <a:pt x="160" y="1005"/>
                    <a:pt x="459" y="1105"/>
                  </a:cubicBezTo>
                  <a:lnTo>
                    <a:pt x="2860" y="1905"/>
                  </a:lnTo>
                  <a:cubicBezTo>
                    <a:pt x="2917" y="1923"/>
                    <a:pt x="2977" y="1935"/>
                    <a:pt x="3038" y="1935"/>
                  </a:cubicBezTo>
                  <a:cubicBezTo>
                    <a:pt x="3316" y="1932"/>
                    <a:pt x="3554" y="1733"/>
                    <a:pt x="3596" y="1458"/>
                  </a:cubicBezTo>
                  <a:cubicBezTo>
                    <a:pt x="3642" y="1183"/>
                    <a:pt x="3482" y="918"/>
                    <a:pt x="3219" y="830"/>
                  </a:cubicBezTo>
                  <a:lnTo>
                    <a:pt x="816" y="30"/>
                  </a:lnTo>
                  <a:cubicBezTo>
                    <a:pt x="756" y="10"/>
                    <a:pt x="695" y="0"/>
                    <a:pt x="63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745" name="Google Shape;1745;p43"/>
            <p:cNvSpPr/>
            <p:nvPr/>
          </p:nvSpPr>
          <p:spPr>
            <a:xfrm>
              <a:off x="4148300" y="608000"/>
              <a:ext cx="52050" cy="88600"/>
            </a:xfrm>
            <a:custGeom>
              <a:rect b="b" l="l" r="r" t="t"/>
              <a:pathLst>
                <a:path extrusionOk="0" h="3544" w="2082">
                  <a:moveTo>
                    <a:pt x="639" y="1"/>
                  </a:moveTo>
                  <a:cubicBezTo>
                    <a:pt x="580" y="1"/>
                    <a:pt x="519" y="10"/>
                    <a:pt x="460" y="31"/>
                  </a:cubicBezTo>
                  <a:cubicBezTo>
                    <a:pt x="161" y="127"/>
                    <a:pt x="1" y="450"/>
                    <a:pt x="100" y="746"/>
                  </a:cubicBezTo>
                  <a:lnTo>
                    <a:pt x="903" y="3150"/>
                  </a:lnTo>
                  <a:cubicBezTo>
                    <a:pt x="979" y="3390"/>
                    <a:pt x="1202" y="3544"/>
                    <a:pt x="1441" y="3544"/>
                  </a:cubicBezTo>
                  <a:cubicBezTo>
                    <a:pt x="1500" y="3544"/>
                    <a:pt x="1560" y="3535"/>
                    <a:pt x="1619" y="3515"/>
                  </a:cubicBezTo>
                  <a:cubicBezTo>
                    <a:pt x="1921" y="3415"/>
                    <a:pt x="2081" y="3089"/>
                    <a:pt x="1975" y="2790"/>
                  </a:cubicBezTo>
                  <a:lnTo>
                    <a:pt x="1175" y="390"/>
                  </a:lnTo>
                  <a:cubicBezTo>
                    <a:pt x="1096" y="151"/>
                    <a:pt x="875" y="1"/>
                    <a:pt x="63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746" name="Google Shape;1746;p43"/>
            <p:cNvSpPr/>
            <p:nvPr/>
          </p:nvSpPr>
          <p:spPr>
            <a:xfrm>
              <a:off x="3928725" y="307900"/>
              <a:ext cx="71200" cy="68375"/>
            </a:xfrm>
            <a:custGeom>
              <a:rect b="b" l="l" r="r" t="t"/>
              <a:pathLst>
                <a:path extrusionOk="0" h="2735" w="2848">
                  <a:moveTo>
                    <a:pt x="620" y="1"/>
                  </a:moveTo>
                  <a:cubicBezTo>
                    <a:pt x="475" y="1"/>
                    <a:pt x="330" y="57"/>
                    <a:pt x="221" y="168"/>
                  </a:cubicBezTo>
                  <a:cubicBezTo>
                    <a:pt x="3" y="385"/>
                    <a:pt x="0" y="739"/>
                    <a:pt x="214" y="962"/>
                  </a:cubicBezTo>
                  <a:lnTo>
                    <a:pt x="1815" y="2562"/>
                  </a:lnTo>
                  <a:cubicBezTo>
                    <a:pt x="1926" y="2677"/>
                    <a:pt x="2074" y="2734"/>
                    <a:pt x="2222" y="2734"/>
                  </a:cubicBezTo>
                  <a:cubicBezTo>
                    <a:pt x="2367" y="2734"/>
                    <a:pt x="2512" y="2679"/>
                    <a:pt x="2624" y="2569"/>
                  </a:cubicBezTo>
                  <a:cubicBezTo>
                    <a:pt x="2847" y="2345"/>
                    <a:pt x="2844" y="1983"/>
                    <a:pt x="2615" y="1762"/>
                  </a:cubicBezTo>
                  <a:lnTo>
                    <a:pt x="1015" y="162"/>
                  </a:lnTo>
                  <a:cubicBezTo>
                    <a:pt x="904" y="54"/>
                    <a:pt x="762" y="1"/>
                    <a:pt x="6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747" name="Google Shape;1747;p43"/>
            <p:cNvSpPr/>
            <p:nvPr/>
          </p:nvSpPr>
          <p:spPr>
            <a:xfrm>
              <a:off x="4008200" y="267675"/>
              <a:ext cx="51875" cy="88450"/>
            </a:xfrm>
            <a:custGeom>
              <a:rect b="b" l="l" r="r" t="t"/>
              <a:pathLst>
                <a:path extrusionOk="0" h="3538" w="2075">
                  <a:moveTo>
                    <a:pt x="636" y="1"/>
                  </a:moveTo>
                  <a:cubicBezTo>
                    <a:pt x="577" y="1"/>
                    <a:pt x="518" y="10"/>
                    <a:pt x="460" y="29"/>
                  </a:cubicBezTo>
                  <a:cubicBezTo>
                    <a:pt x="161" y="128"/>
                    <a:pt x="1" y="449"/>
                    <a:pt x="100" y="747"/>
                  </a:cubicBezTo>
                  <a:lnTo>
                    <a:pt x="900" y="3151"/>
                  </a:lnTo>
                  <a:cubicBezTo>
                    <a:pt x="979" y="3380"/>
                    <a:pt x="1193" y="3537"/>
                    <a:pt x="1438" y="3537"/>
                  </a:cubicBezTo>
                  <a:cubicBezTo>
                    <a:pt x="1498" y="3534"/>
                    <a:pt x="1559" y="3525"/>
                    <a:pt x="1619" y="3507"/>
                  </a:cubicBezTo>
                  <a:cubicBezTo>
                    <a:pt x="1915" y="3408"/>
                    <a:pt x="2075" y="3088"/>
                    <a:pt x="1975" y="2789"/>
                  </a:cubicBezTo>
                  <a:lnTo>
                    <a:pt x="1175" y="388"/>
                  </a:lnTo>
                  <a:cubicBezTo>
                    <a:pt x="1095" y="151"/>
                    <a:pt x="873" y="1"/>
                    <a:pt x="63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748" name="Google Shape;1748;p43"/>
            <p:cNvSpPr/>
            <p:nvPr/>
          </p:nvSpPr>
          <p:spPr>
            <a:xfrm>
              <a:off x="3888100" y="387825"/>
              <a:ext cx="91675" cy="48300"/>
            </a:xfrm>
            <a:custGeom>
              <a:rect b="b" l="l" r="r" t="t"/>
              <a:pathLst>
                <a:path extrusionOk="0" h="1932" w="3667">
                  <a:moveTo>
                    <a:pt x="636" y="0"/>
                  </a:moveTo>
                  <a:cubicBezTo>
                    <a:pt x="400" y="0"/>
                    <a:pt x="180" y="150"/>
                    <a:pt x="100" y="386"/>
                  </a:cubicBezTo>
                  <a:cubicBezTo>
                    <a:pt x="1" y="685"/>
                    <a:pt x="161" y="1005"/>
                    <a:pt x="460" y="1105"/>
                  </a:cubicBezTo>
                  <a:lnTo>
                    <a:pt x="2860" y="1905"/>
                  </a:lnTo>
                  <a:cubicBezTo>
                    <a:pt x="2917" y="1923"/>
                    <a:pt x="2975" y="1932"/>
                    <a:pt x="3032" y="1932"/>
                  </a:cubicBezTo>
                  <a:cubicBezTo>
                    <a:pt x="3270" y="1932"/>
                    <a:pt x="3492" y="1781"/>
                    <a:pt x="3570" y="1543"/>
                  </a:cubicBezTo>
                  <a:cubicBezTo>
                    <a:pt x="3666" y="1250"/>
                    <a:pt x="3512" y="933"/>
                    <a:pt x="3219" y="830"/>
                  </a:cubicBezTo>
                  <a:lnTo>
                    <a:pt x="816" y="30"/>
                  </a:lnTo>
                  <a:cubicBezTo>
                    <a:pt x="756" y="10"/>
                    <a:pt x="696" y="0"/>
                    <a:pt x="63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1749" name="Google Shape;1749;p43"/>
          <p:cNvSpPr/>
          <p:nvPr/>
        </p:nvSpPr>
        <p:spPr>
          <a:xfrm>
            <a:off x="3335948" y="2426865"/>
            <a:ext cx="294839" cy="284516"/>
          </a:xfrm>
          <a:custGeom>
            <a:rect b="b" l="l" r="r" t="t"/>
            <a:pathLst>
              <a:path extrusionOk="0" h="19322" w="20023">
                <a:moveTo>
                  <a:pt x="15673" y="3395"/>
                </a:moveTo>
                <a:cubicBezTo>
                  <a:pt x="15818" y="3395"/>
                  <a:pt x="15963" y="3450"/>
                  <a:pt x="16073" y="3560"/>
                </a:cubicBezTo>
                <a:cubicBezTo>
                  <a:pt x="16294" y="3780"/>
                  <a:pt x="16294" y="4140"/>
                  <a:pt x="16073" y="4360"/>
                </a:cubicBezTo>
                <a:lnTo>
                  <a:pt x="13054" y="7380"/>
                </a:lnTo>
                <a:cubicBezTo>
                  <a:pt x="12939" y="7229"/>
                  <a:pt x="12815" y="7087"/>
                  <a:pt x="12682" y="6951"/>
                </a:cubicBezTo>
                <a:cubicBezTo>
                  <a:pt x="12547" y="6818"/>
                  <a:pt x="12405" y="6694"/>
                  <a:pt x="12254" y="6579"/>
                </a:cubicBezTo>
                <a:lnTo>
                  <a:pt x="15273" y="3560"/>
                </a:lnTo>
                <a:cubicBezTo>
                  <a:pt x="15383" y="3450"/>
                  <a:pt x="15528" y="3395"/>
                  <a:pt x="15673" y="3395"/>
                </a:cubicBezTo>
                <a:close/>
                <a:moveTo>
                  <a:pt x="9879" y="9187"/>
                </a:moveTo>
                <a:cubicBezTo>
                  <a:pt x="10024" y="9187"/>
                  <a:pt x="10169" y="9243"/>
                  <a:pt x="10279" y="9354"/>
                </a:cubicBezTo>
                <a:cubicBezTo>
                  <a:pt x="10635" y="9711"/>
                  <a:pt x="10385" y="10321"/>
                  <a:pt x="9880" y="10321"/>
                </a:cubicBezTo>
                <a:cubicBezTo>
                  <a:pt x="9376" y="10321"/>
                  <a:pt x="9123" y="9711"/>
                  <a:pt x="9479" y="9354"/>
                </a:cubicBezTo>
                <a:cubicBezTo>
                  <a:pt x="9589" y="9243"/>
                  <a:pt x="9734" y="9187"/>
                  <a:pt x="9879" y="9187"/>
                </a:cubicBezTo>
                <a:close/>
                <a:moveTo>
                  <a:pt x="15746" y="1059"/>
                </a:moveTo>
                <a:cubicBezTo>
                  <a:pt x="16469" y="1059"/>
                  <a:pt x="17193" y="1334"/>
                  <a:pt x="17746" y="1887"/>
                </a:cubicBezTo>
                <a:cubicBezTo>
                  <a:pt x="18878" y="3019"/>
                  <a:pt x="18845" y="4867"/>
                  <a:pt x="17674" y="5960"/>
                </a:cubicBezTo>
                <a:lnTo>
                  <a:pt x="11882" y="11755"/>
                </a:lnTo>
                <a:cubicBezTo>
                  <a:pt x="11323" y="12314"/>
                  <a:pt x="10601" y="12585"/>
                  <a:pt x="9883" y="12585"/>
                </a:cubicBezTo>
                <a:cubicBezTo>
                  <a:pt x="8973" y="12585"/>
                  <a:pt x="8071" y="12149"/>
                  <a:pt x="7519" y="11314"/>
                </a:cubicBezTo>
                <a:lnTo>
                  <a:pt x="8350" y="10487"/>
                </a:lnTo>
                <a:cubicBezTo>
                  <a:pt x="8649" y="11113"/>
                  <a:pt x="9263" y="11453"/>
                  <a:pt x="9886" y="11453"/>
                </a:cubicBezTo>
                <a:cubicBezTo>
                  <a:pt x="10313" y="11453"/>
                  <a:pt x="10745" y="11293"/>
                  <a:pt x="11082" y="10955"/>
                </a:cubicBezTo>
                <a:lnTo>
                  <a:pt x="16876" y="5160"/>
                </a:lnTo>
                <a:cubicBezTo>
                  <a:pt x="17538" y="4499"/>
                  <a:pt x="17538" y="3421"/>
                  <a:pt x="16876" y="2760"/>
                </a:cubicBezTo>
                <a:cubicBezTo>
                  <a:pt x="16544" y="2428"/>
                  <a:pt x="16110" y="2262"/>
                  <a:pt x="15675" y="2262"/>
                </a:cubicBezTo>
                <a:cubicBezTo>
                  <a:pt x="15240" y="2262"/>
                  <a:pt x="14805" y="2428"/>
                  <a:pt x="14473" y="2760"/>
                </a:cubicBezTo>
                <a:lnTo>
                  <a:pt x="11212" y="6021"/>
                </a:lnTo>
                <a:cubicBezTo>
                  <a:pt x="10787" y="5872"/>
                  <a:pt x="10339" y="5794"/>
                  <a:pt x="9888" y="5794"/>
                </a:cubicBezTo>
                <a:cubicBezTo>
                  <a:pt x="9872" y="5794"/>
                  <a:pt x="9855" y="5794"/>
                  <a:pt x="9838" y="5794"/>
                </a:cubicBezTo>
                <a:lnTo>
                  <a:pt x="13673" y="1960"/>
                </a:lnTo>
                <a:cubicBezTo>
                  <a:pt x="14232" y="1360"/>
                  <a:pt x="14988" y="1059"/>
                  <a:pt x="15746" y="1059"/>
                </a:cubicBezTo>
                <a:close/>
                <a:moveTo>
                  <a:pt x="6707" y="12126"/>
                </a:moveTo>
                <a:cubicBezTo>
                  <a:pt x="6819" y="12280"/>
                  <a:pt x="6943" y="12422"/>
                  <a:pt x="7078" y="12555"/>
                </a:cubicBezTo>
                <a:cubicBezTo>
                  <a:pt x="7211" y="12691"/>
                  <a:pt x="7356" y="12815"/>
                  <a:pt x="7507" y="12929"/>
                </a:cubicBezTo>
                <a:lnTo>
                  <a:pt x="4675" y="15759"/>
                </a:lnTo>
                <a:cubicBezTo>
                  <a:pt x="4565" y="15869"/>
                  <a:pt x="4420" y="15924"/>
                  <a:pt x="4275" y="15924"/>
                </a:cubicBezTo>
                <a:cubicBezTo>
                  <a:pt x="4130" y="15924"/>
                  <a:pt x="3985" y="15869"/>
                  <a:pt x="3875" y="15759"/>
                </a:cubicBezTo>
                <a:cubicBezTo>
                  <a:pt x="3654" y="15538"/>
                  <a:pt x="3654" y="15179"/>
                  <a:pt x="3875" y="14958"/>
                </a:cubicBezTo>
                <a:lnTo>
                  <a:pt x="6707" y="12126"/>
                </a:lnTo>
                <a:close/>
                <a:moveTo>
                  <a:pt x="9878" y="6924"/>
                </a:moveTo>
                <a:cubicBezTo>
                  <a:pt x="10788" y="6924"/>
                  <a:pt x="11690" y="7359"/>
                  <a:pt x="12242" y="8195"/>
                </a:cubicBezTo>
                <a:lnTo>
                  <a:pt x="11414" y="9022"/>
                </a:lnTo>
                <a:cubicBezTo>
                  <a:pt x="11114" y="8396"/>
                  <a:pt x="10500" y="8056"/>
                  <a:pt x="9877" y="8056"/>
                </a:cubicBezTo>
                <a:cubicBezTo>
                  <a:pt x="9449" y="8056"/>
                  <a:pt x="9017" y="8216"/>
                  <a:pt x="8679" y="8554"/>
                </a:cubicBezTo>
                <a:lnTo>
                  <a:pt x="3075" y="14158"/>
                </a:lnTo>
                <a:cubicBezTo>
                  <a:pt x="2410" y="14819"/>
                  <a:pt x="2410" y="15897"/>
                  <a:pt x="3075" y="16559"/>
                </a:cubicBezTo>
                <a:cubicBezTo>
                  <a:pt x="3407" y="16891"/>
                  <a:pt x="3842" y="17057"/>
                  <a:pt x="4276" y="17057"/>
                </a:cubicBezTo>
                <a:cubicBezTo>
                  <a:pt x="4710" y="17057"/>
                  <a:pt x="5144" y="16891"/>
                  <a:pt x="5475" y="16559"/>
                </a:cubicBezTo>
                <a:lnTo>
                  <a:pt x="8549" y="13488"/>
                </a:lnTo>
                <a:cubicBezTo>
                  <a:pt x="8978" y="13639"/>
                  <a:pt x="9428" y="13714"/>
                  <a:pt x="9880" y="13714"/>
                </a:cubicBezTo>
                <a:lnTo>
                  <a:pt x="9923" y="13714"/>
                </a:lnTo>
                <a:lnTo>
                  <a:pt x="6275" y="17359"/>
                </a:lnTo>
                <a:cubicBezTo>
                  <a:pt x="5716" y="17958"/>
                  <a:pt x="4960" y="18259"/>
                  <a:pt x="4202" y="18259"/>
                </a:cubicBezTo>
                <a:cubicBezTo>
                  <a:pt x="3479" y="18259"/>
                  <a:pt x="2755" y="17984"/>
                  <a:pt x="2202" y="17431"/>
                </a:cubicBezTo>
                <a:cubicBezTo>
                  <a:pt x="1070" y="16299"/>
                  <a:pt x="1103" y="14451"/>
                  <a:pt x="2274" y="13358"/>
                </a:cubicBezTo>
                <a:lnTo>
                  <a:pt x="7879" y="7754"/>
                </a:lnTo>
                <a:cubicBezTo>
                  <a:pt x="8438" y="7195"/>
                  <a:pt x="9160" y="6924"/>
                  <a:pt x="9878" y="6924"/>
                </a:cubicBezTo>
                <a:close/>
                <a:moveTo>
                  <a:pt x="15672" y="0"/>
                </a:moveTo>
                <a:cubicBezTo>
                  <a:pt x="14657" y="0"/>
                  <a:pt x="13643" y="387"/>
                  <a:pt x="12870" y="1159"/>
                </a:cubicBezTo>
                <a:lnTo>
                  <a:pt x="7075" y="6954"/>
                </a:lnTo>
                <a:lnTo>
                  <a:pt x="1474" y="12555"/>
                </a:lnTo>
                <a:cubicBezTo>
                  <a:pt x="339" y="13690"/>
                  <a:pt x="1" y="15393"/>
                  <a:pt x="614" y="16876"/>
                </a:cubicBezTo>
                <a:cubicBezTo>
                  <a:pt x="1227" y="18355"/>
                  <a:pt x="2673" y="19321"/>
                  <a:pt x="4276" y="19321"/>
                </a:cubicBezTo>
                <a:cubicBezTo>
                  <a:pt x="4280" y="19322"/>
                  <a:pt x="4284" y="19322"/>
                  <a:pt x="4288" y="19322"/>
                </a:cubicBezTo>
                <a:cubicBezTo>
                  <a:pt x="5334" y="19322"/>
                  <a:pt x="6338" y="18905"/>
                  <a:pt x="7078" y="18162"/>
                </a:cubicBezTo>
                <a:lnTo>
                  <a:pt x="12679" y="12558"/>
                </a:lnTo>
                <a:lnTo>
                  <a:pt x="18474" y="6767"/>
                </a:lnTo>
                <a:cubicBezTo>
                  <a:pt x="20023" y="5218"/>
                  <a:pt x="20023" y="2708"/>
                  <a:pt x="18474" y="1159"/>
                </a:cubicBezTo>
                <a:cubicBezTo>
                  <a:pt x="17701" y="387"/>
                  <a:pt x="16686" y="0"/>
                  <a:pt x="156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1750" name="Google Shape;1750;p43"/>
          <p:cNvGrpSpPr/>
          <p:nvPr/>
        </p:nvGrpSpPr>
        <p:grpSpPr>
          <a:xfrm>
            <a:off x="3775618" y="2426865"/>
            <a:ext cx="284575" cy="284516"/>
            <a:chOff x="5053900" y="238200"/>
            <a:chExt cx="483150" cy="483050"/>
          </a:xfrm>
        </p:grpSpPr>
        <p:sp>
          <p:nvSpPr>
            <p:cNvPr id="1751" name="Google Shape;1751;p43"/>
            <p:cNvSpPr/>
            <p:nvPr/>
          </p:nvSpPr>
          <p:spPr>
            <a:xfrm>
              <a:off x="5053900" y="238200"/>
              <a:ext cx="483150" cy="483050"/>
            </a:xfrm>
            <a:custGeom>
              <a:rect b="b" l="l" r="r" t="t"/>
              <a:pathLst>
                <a:path extrusionOk="0" h="19322" w="19326">
                  <a:moveTo>
                    <a:pt x="11363" y="1929"/>
                  </a:moveTo>
                  <a:lnTo>
                    <a:pt x="12825" y="3394"/>
                  </a:lnTo>
                  <a:lnTo>
                    <a:pt x="11363" y="3394"/>
                  </a:lnTo>
                  <a:lnTo>
                    <a:pt x="11363" y="1929"/>
                  </a:lnTo>
                  <a:close/>
                  <a:moveTo>
                    <a:pt x="4569" y="4526"/>
                  </a:moveTo>
                  <a:lnTo>
                    <a:pt x="4569" y="5698"/>
                  </a:lnTo>
                  <a:lnTo>
                    <a:pt x="3437" y="5698"/>
                  </a:lnTo>
                  <a:lnTo>
                    <a:pt x="3437" y="4958"/>
                  </a:lnTo>
                  <a:cubicBezTo>
                    <a:pt x="3437" y="4719"/>
                    <a:pt x="3627" y="4526"/>
                    <a:pt x="3866" y="4526"/>
                  </a:cubicBezTo>
                  <a:close/>
                  <a:moveTo>
                    <a:pt x="15461" y="4526"/>
                  </a:moveTo>
                  <a:cubicBezTo>
                    <a:pt x="15699" y="4526"/>
                    <a:pt x="15889" y="4719"/>
                    <a:pt x="15892" y="4958"/>
                  </a:cubicBezTo>
                  <a:lnTo>
                    <a:pt x="15892" y="5698"/>
                  </a:lnTo>
                  <a:lnTo>
                    <a:pt x="14760" y="5698"/>
                  </a:lnTo>
                  <a:lnTo>
                    <a:pt x="14760" y="4526"/>
                  </a:lnTo>
                  <a:close/>
                  <a:moveTo>
                    <a:pt x="10231" y="1129"/>
                  </a:moveTo>
                  <a:lnTo>
                    <a:pt x="10231" y="3962"/>
                  </a:lnTo>
                  <a:cubicBezTo>
                    <a:pt x="10231" y="4273"/>
                    <a:pt x="10481" y="4526"/>
                    <a:pt x="10795" y="4526"/>
                  </a:cubicBezTo>
                  <a:lnTo>
                    <a:pt x="13628" y="4526"/>
                  </a:lnTo>
                  <a:lnTo>
                    <a:pt x="13628" y="6830"/>
                  </a:lnTo>
                  <a:lnTo>
                    <a:pt x="5702" y="6830"/>
                  </a:lnTo>
                  <a:lnTo>
                    <a:pt x="5702" y="1129"/>
                  </a:lnTo>
                  <a:close/>
                  <a:moveTo>
                    <a:pt x="17628" y="6830"/>
                  </a:moveTo>
                  <a:cubicBezTo>
                    <a:pt x="17939" y="6830"/>
                    <a:pt x="18193" y="7081"/>
                    <a:pt x="18193" y="7395"/>
                  </a:cubicBezTo>
                  <a:lnTo>
                    <a:pt x="18193" y="14188"/>
                  </a:lnTo>
                  <a:cubicBezTo>
                    <a:pt x="18193" y="14502"/>
                    <a:pt x="17939" y="14756"/>
                    <a:pt x="17628" y="14756"/>
                  </a:cubicBezTo>
                  <a:lnTo>
                    <a:pt x="14760" y="14756"/>
                  </a:lnTo>
                  <a:lnTo>
                    <a:pt x="14760" y="12491"/>
                  </a:lnTo>
                  <a:lnTo>
                    <a:pt x="15325" y="12491"/>
                  </a:lnTo>
                  <a:cubicBezTo>
                    <a:pt x="15639" y="12491"/>
                    <a:pt x="15889" y="12238"/>
                    <a:pt x="15889" y="11924"/>
                  </a:cubicBezTo>
                  <a:cubicBezTo>
                    <a:pt x="15889" y="11610"/>
                    <a:pt x="15639" y="11359"/>
                    <a:pt x="15325" y="11359"/>
                  </a:cubicBezTo>
                  <a:lnTo>
                    <a:pt x="4002" y="11359"/>
                  </a:lnTo>
                  <a:cubicBezTo>
                    <a:pt x="3688" y="11359"/>
                    <a:pt x="3437" y="11610"/>
                    <a:pt x="3437" y="11924"/>
                  </a:cubicBezTo>
                  <a:cubicBezTo>
                    <a:pt x="3437" y="12238"/>
                    <a:pt x="3688" y="12491"/>
                    <a:pt x="4002" y="12491"/>
                  </a:cubicBezTo>
                  <a:lnTo>
                    <a:pt x="4569" y="12491"/>
                  </a:lnTo>
                  <a:lnTo>
                    <a:pt x="4569" y="14756"/>
                  </a:lnTo>
                  <a:lnTo>
                    <a:pt x="1701" y="14756"/>
                  </a:lnTo>
                  <a:cubicBezTo>
                    <a:pt x="1387" y="14756"/>
                    <a:pt x="1133" y="14502"/>
                    <a:pt x="1133" y="14188"/>
                  </a:cubicBezTo>
                  <a:lnTo>
                    <a:pt x="1133" y="7395"/>
                  </a:lnTo>
                  <a:cubicBezTo>
                    <a:pt x="1133" y="7081"/>
                    <a:pt x="1387" y="6830"/>
                    <a:pt x="1701" y="6830"/>
                  </a:cubicBezTo>
                  <a:lnTo>
                    <a:pt x="4569" y="6830"/>
                  </a:lnTo>
                  <a:lnTo>
                    <a:pt x="4569" y="7395"/>
                  </a:lnTo>
                  <a:cubicBezTo>
                    <a:pt x="4569" y="7709"/>
                    <a:pt x="4820" y="7962"/>
                    <a:pt x="5134" y="7962"/>
                  </a:cubicBezTo>
                  <a:lnTo>
                    <a:pt x="14192" y="7962"/>
                  </a:lnTo>
                  <a:cubicBezTo>
                    <a:pt x="14506" y="7962"/>
                    <a:pt x="14760" y="7709"/>
                    <a:pt x="14760" y="7395"/>
                  </a:cubicBezTo>
                  <a:lnTo>
                    <a:pt x="14760" y="6830"/>
                  </a:lnTo>
                  <a:close/>
                  <a:moveTo>
                    <a:pt x="13628" y="12491"/>
                  </a:moveTo>
                  <a:lnTo>
                    <a:pt x="13628" y="18189"/>
                  </a:lnTo>
                  <a:lnTo>
                    <a:pt x="5702" y="18189"/>
                  </a:lnTo>
                  <a:lnTo>
                    <a:pt x="5702" y="12491"/>
                  </a:lnTo>
                  <a:close/>
                  <a:moveTo>
                    <a:pt x="5134" y="0"/>
                  </a:moveTo>
                  <a:cubicBezTo>
                    <a:pt x="4820" y="0"/>
                    <a:pt x="4569" y="254"/>
                    <a:pt x="4569" y="568"/>
                  </a:cubicBezTo>
                  <a:lnTo>
                    <a:pt x="4569" y="3394"/>
                  </a:lnTo>
                  <a:lnTo>
                    <a:pt x="3866" y="3394"/>
                  </a:lnTo>
                  <a:cubicBezTo>
                    <a:pt x="3002" y="3394"/>
                    <a:pt x="2305" y="4094"/>
                    <a:pt x="2305" y="4958"/>
                  </a:cubicBezTo>
                  <a:lnTo>
                    <a:pt x="2305" y="5698"/>
                  </a:lnTo>
                  <a:lnTo>
                    <a:pt x="1701" y="5698"/>
                  </a:lnTo>
                  <a:cubicBezTo>
                    <a:pt x="762" y="5698"/>
                    <a:pt x="1" y="6456"/>
                    <a:pt x="1" y="7395"/>
                  </a:cubicBezTo>
                  <a:lnTo>
                    <a:pt x="1" y="14188"/>
                  </a:lnTo>
                  <a:cubicBezTo>
                    <a:pt x="1" y="15127"/>
                    <a:pt x="762" y="15885"/>
                    <a:pt x="1701" y="15888"/>
                  </a:cubicBezTo>
                  <a:lnTo>
                    <a:pt x="4569" y="15888"/>
                  </a:lnTo>
                  <a:lnTo>
                    <a:pt x="4569" y="18757"/>
                  </a:lnTo>
                  <a:cubicBezTo>
                    <a:pt x="4569" y="19068"/>
                    <a:pt x="4820" y="19321"/>
                    <a:pt x="5134" y="19321"/>
                  </a:cubicBezTo>
                  <a:lnTo>
                    <a:pt x="14192" y="19321"/>
                  </a:lnTo>
                  <a:cubicBezTo>
                    <a:pt x="14506" y="19321"/>
                    <a:pt x="14760" y="19068"/>
                    <a:pt x="14760" y="18757"/>
                  </a:cubicBezTo>
                  <a:lnTo>
                    <a:pt x="14760" y="15888"/>
                  </a:lnTo>
                  <a:lnTo>
                    <a:pt x="17628" y="15888"/>
                  </a:lnTo>
                  <a:cubicBezTo>
                    <a:pt x="18565" y="15885"/>
                    <a:pt x="19325" y="15127"/>
                    <a:pt x="19325" y="14188"/>
                  </a:cubicBezTo>
                  <a:lnTo>
                    <a:pt x="19325" y="7395"/>
                  </a:lnTo>
                  <a:cubicBezTo>
                    <a:pt x="19325" y="6456"/>
                    <a:pt x="18565" y="5698"/>
                    <a:pt x="17628" y="5698"/>
                  </a:cubicBezTo>
                  <a:lnTo>
                    <a:pt x="17025" y="5698"/>
                  </a:lnTo>
                  <a:lnTo>
                    <a:pt x="17025" y="4958"/>
                  </a:lnTo>
                  <a:cubicBezTo>
                    <a:pt x="17022" y="4094"/>
                    <a:pt x="16324" y="3394"/>
                    <a:pt x="15461" y="3394"/>
                  </a:cubicBezTo>
                  <a:lnTo>
                    <a:pt x="14428" y="3394"/>
                  </a:lnTo>
                  <a:lnTo>
                    <a:pt x="11197" y="163"/>
                  </a:lnTo>
                  <a:cubicBezTo>
                    <a:pt x="11185" y="151"/>
                    <a:pt x="11173" y="142"/>
                    <a:pt x="11158" y="130"/>
                  </a:cubicBezTo>
                  <a:lnTo>
                    <a:pt x="11146" y="121"/>
                  </a:lnTo>
                  <a:lnTo>
                    <a:pt x="11119" y="100"/>
                  </a:lnTo>
                  <a:lnTo>
                    <a:pt x="11103" y="91"/>
                  </a:lnTo>
                  <a:cubicBezTo>
                    <a:pt x="11094" y="85"/>
                    <a:pt x="11085" y="79"/>
                    <a:pt x="11073" y="72"/>
                  </a:cubicBezTo>
                  <a:lnTo>
                    <a:pt x="11061" y="63"/>
                  </a:lnTo>
                  <a:cubicBezTo>
                    <a:pt x="11049" y="57"/>
                    <a:pt x="11034" y="51"/>
                    <a:pt x="11019" y="45"/>
                  </a:cubicBezTo>
                  <a:lnTo>
                    <a:pt x="11001" y="36"/>
                  </a:lnTo>
                  <a:cubicBezTo>
                    <a:pt x="10992" y="33"/>
                    <a:pt x="10983" y="30"/>
                    <a:pt x="10974" y="27"/>
                  </a:cubicBezTo>
                  <a:lnTo>
                    <a:pt x="10952" y="21"/>
                  </a:lnTo>
                  <a:cubicBezTo>
                    <a:pt x="10943" y="18"/>
                    <a:pt x="10931" y="15"/>
                    <a:pt x="10919" y="12"/>
                  </a:cubicBezTo>
                  <a:lnTo>
                    <a:pt x="10907" y="9"/>
                  </a:lnTo>
                  <a:cubicBezTo>
                    <a:pt x="10889" y="6"/>
                    <a:pt x="10874" y="3"/>
                    <a:pt x="1085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752" name="Google Shape;1752;p43"/>
            <p:cNvSpPr/>
            <p:nvPr/>
          </p:nvSpPr>
          <p:spPr>
            <a:xfrm>
              <a:off x="5422900" y="465550"/>
              <a:ext cx="56550" cy="28325"/>
            </a:xfrm>
            <a:custGeom>
              <a:rect b="b" l="l" r="r" t="t"/>
              <a:pathLst>
                <a:path extrusionOk="0" h="1133" w="2262">
                  <a:moveTo>
                    <a:pt x="565" y="1"/>
                  </a:moveTo>
                  <a:cubicBezTo>
                    <a:pt x="251" y="1"/>
                    <a:pt x="0" y="251"/>
                    <a:pt x="0" y="565"/>
                  </a:cubicBezTo>
                  <a:cubicBezTo>
                    <a:pt x="0" y="879"/>
                    <a:pt x="251" y="1133"/>
                    <a:pt x="565" y="1133"/>
                  </a:cubicBezTo>
                  <a:lnTo>
                    <a:pt x="1697" y="1133"/>
                  </a:lnTo>
                  <a:cubicBezTo>
                    <a:pt x="2011" y="1133"/>
                    <a:pt x="2262" y="879"/>
                    <a:pt x="2262" y="565"/>
                  </a:cubicBezTo>
                  <a:cubicBezTo>
                    <a:pt x="2262" y="251"/>
                    <a:pt x="2011" y="1"/>
                    <a:pt x="169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753" name="Google Shape;1753;p43"/>
            <p:cNvSpPr/>
            <p:nvPr/>
          </p:nvSpPr>
          <p:spPr>
            <a:xfrm>
              <a:off x="5224725" y="578775"/>
              <a:ext cx="141500" cy="28350"/>
            </a:xfrm>
            <a:custGeom>
              <a:rect b="b" l="l" r="r" t="t"/>
              <a:pathLst>
                <a:path extrusionOk="0" h="1134" w="5660">
                  <a:moveTo>
                    <a:pt x="566" y="1"/>
                  </a:moveTo>
                  <a:cubicBezTo>
                    <a:pt x="252" y="1"/>
                    <a:pt x="1" y="251"/>
                    <a:pt x="1" y="565"/>
                  </a:cubicBezTo>
                  <a:cubicBezTo>
                    <a:pt x="1" y="879"/>
                    <a:pt x="252" y="1133"/>
                    <a:pt x="566" y="1133"/>
                  </a:cubicBezTo>
                  <a:lnTo>
                    <a:pt x="5095" y="1133"/>
                  </a:lnTo>
                  <a:cubicBezTo>
                    <a:pt x="5409" y="1133"/>
                    <a:pt x="5659" y="879"/>
                    <a:pt x="5659" y="565"/>
                  </a:cubicBezTo>
                  <a:cubicBezTo>
                    <a:pt x="5659" y="251"/>
                    <a:pt x="5409" y="1"/>
                    <a:pt x="509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754" name="Google Shape;1754;p43"/>
            <p:cNvSpPr/>
            <p:nvPr/>
          </p:nvSpPr>
          <p:spPr>
            <a:xfrm>
              <a:off x="5224725" y="635400"/>
              <a:ext cx="141500" cy="28325"/>
            </a:xfrm>
            <a:custGeom>
              <a:rect b="b" l="l" r="r" t="t"/>
              <a:pathLst>
                <a:path extrusionOk="0" h="1133" w="5660">
                  <a:moveTo>
                    <a:pt x="566" y="0"/>
                  </a:moveTo>
                  <a:cubicBezTo>
                    <a:pt x="252" y="0"/>
                    <a:pt x="1" y="251"/>
                    <a:pt x="1" y="565"/>
                  </a:cubicBezTo>
                  <a:cubicBezTo>
                    <a:pt x="1" y="879"/>
                    <a:pt x="252" y="1133"/>
                    <a:pt x="566" y="1133"/>
                  </a:cubicBezTo>
                  <a:lnTo>
                    <a:pt x="5095" y="1133"/>
                  </a:lnTo>
                  <a:cubicBezTo>
                    <a:pt x="5409" y="1133"/>
                    <a:pt x="5659" y="879"/>
                    <a:pt x="5659" y="565"/>
                  </a:cubicBezTo>
                  <a:cubicBezTo>
                    <a:pt x="5659" y="251"/>
                    <a:pt x="5409" y="0"/>
                    <a:pt x="509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1755" name="Google Shape;1755;p43"/>
          <p:cNvGrpSpPr/>
          <p:nvPr/>
        </p:nvGrpSpPr>
        <p:grpSpPr>
          <a:xfrm>
            <a:off x="4211787" y="2426843"/>
            <a:ext cx="284561" cy="284561"/>
            <a:chOff x="5648375" y="238125"/>
            <a:chExt cx="483125" cy="483125"/>
          </a:xfrm>
        </p:grpSpPr>
        <p:sp>
          <p:nvSpPr>
            <p:cNvPr id="1756" name="Google Shape;1756;p43"/>
            <p:cNvSpPr/>
            <p:nvPr/>
          </p:nvSpPr>
          <p:spPr>
            <a:xfrm>
              <a:off x="5648375" y="238125"/>
              <a:ext cx="483125" cy="483125"/>
            </a:xfrm>
            <a:custGeom>
              <a:rect b="b" l="l" r="r" t="t"/>
              <a:pathLst>
                <a:path extrusionOk="0" h="19325" w="19325">
                  <a:moveTo>
                    <a:pt x="4001" y="1132"/>
                  </a:moveTo>
                  <a:cubicBezTo>
                    <a:pt x="4315" y="1132"/>
                    <a:pt x="4569" y="1386"/>
                    <a:pt x="4569" y="1700"/>
                  </a:cubicBezTo>
                  <a:lnTo>
                    <a:pt x="4569" y="3965"/>
                  </a:lnTo>
                  <a:cubicBezTo>
                    <a:pt x="4569" y="4276"/>
                    <a:pt x="4315" y="4529"/>
                    <a:pt x="4001" y="4529"/>
                  </a:cubicBezTo>
                  <a:cubicBezTo>
                    <a:pt x="3687" y="4529"/>
                    <a:pt x="3436" y="4276"/>
                    <a:pt x="3436" y="3965"/>
                  </a:cubicBezTo>
                  <a:lnTo>
                    <a:pt x="3436" y="1700"/>
                  </a:lnTo>
                  <a:cubicBezTo>
                    <a:pt x="3436" y="1386"/>
                    <a:pt x="3687" y="1132"/>
                    <a:pt x="4001" y="1132"/>
                  </a:cubicBezTo>
                  <a:close/>
                  <a:moveTo>
                    <a:pt x="9662" y="1132"/>
                  </a:moveTo>
                  <a:cubicBezTo>
                    <a:pt x="9976" y="1132"/>
                    <a:pt x="10230" y="1386"/>
                    <a:pt x="10230" y="1700"/>
                  </a:cubicBezTo>
                  <a:lnTo>
                    <a:pt x="10230" y="3965"/>
                  </a:lnTo>
                  <a:cubicBezTo>
                    <a:pt x="10230" y="4276"/>
                    <a:pt x="9976" y="4529"/>
                    <a:pt x="9662" y="4529"/>
                  </a:cubicBezTo>
                  <a:cubicBezTo>
                    <a:pt x="9348" y="4529"/>
                    <a:pt x="9098" y="4276"/>
                    <a:pt x="9098" y="3965"/>
                  </a:cubicBezTo>
                  <a:lnTo>
                    <a:pt x="9098" y="1700"/>
                  </a:lnTo>
                  <a:cubicBezTo>
                    <a:pt x="9098" y="1386"/>
                    <a:pt x="9348" y="1132"/>
                    <a:pt x="9662" y="1132"/>
                  </a:cubicBezTo>
                  <a:close/>
                  <a:moveTo>
                    <a:pt x="15324" y="1132"/>
                  </a:moveTo>
                  <a:cubicBezTo>
                    <a:pt x="15638" y="1132"/>
                    <a:pt x="15891" y="1386"/>
                    <a:pt x="15891" y="1700"/>
                  </a:cubicBezTo>
                  <a:lnTo>
                    <a:pt x="15891" y="3965"/>
                  </a:lnTo>
                  <a:cubicBezTo>
                    <a:pt x="15891" y="4276"/>
                    <a:pt x="15638" y="4529"/>
                    <a:pt x="15324" y="4529"/>
                  </a:cubicBezTo>
                  <a:cubicBezTo>
                    <a:pt x="15010" y="4529"/>
                    <a:pt x="14759" y="4276"/>
                    <a:pt x="14759" y="3965"/>
                  </a:cubicBezTo>
                  <a:lnTo>
                    <a:pt x="14759" y="1700"/>
                  </a:lnTo>
                  <a:cubicBezTo>
                    <a:pt x="14759" y="1386"/>
                    <a:pt x="15010" y="1132"/>
                    <a:pt x="15324" y="1132"/>
                  </a:cubicBezTo>
                  <a:close/>
                  <a:moveTo>
                    <a:pt x="17628" y="3397"/>
                  </a:moveTo>
                  <a:cubicBezTo>
                    <a:pt x="17939" y="3397"/>
                    <a:pt x="18192" y="3651"/>
                    <a:pt x="18192" y="3965"/>
                  </a:cubicBezTo>
                  <a:lnTo>
                    <a:pt x="18192" y="6833"/>
                  </a:lnTo>
                  <a:lnTo>
                    <a:pt x="1132" y="6833"/>
                  </a:lnTo>
                  <a:lnTo>
                    <a:pt x="1132" y="3965"/>
                  </a:lnTo>
                  <a:cubicBezTo>
                    <a:pt x="1132" y="3651"/>
                    <a:pt x="1386" y="3397"/>
                    <a:pt x="1700" y="3397"/>
                  </a:cubicBezTo>
                  <a:lnTo>
                    <a:pt x="2304" y="3397"/>
                  </a:lnTo>
                  <a:lnTo>
                    <a:pt x="2304" y="3965"/>
                  </a:lnTo>
                  <a:cubicBezTo>
                    <a:pt x="2304" y="4901"/>
                    <a:pt x="3062" y="5661"/>
                    <a:pt x="4001" y="5661"/>
                  </a:cubicBezTo>
                  <a:cubicBezTo>
                    <a:pt x="4940" y="5661"/>
                    <a:pt x="5701" y="4901"/>
                    <a:pt x="5701" y="3965"/>
                  </a:cubicBezTo>
                  <a:lnTo>
                    <a:pt x="5701" y="3397"/>
                  </a:lnTo>
                  <a:lnTo>
                    <a:pt x="7965" y="3397"/>
                  </a:lnTo>
                  <a:lnTo>
                    <a:pt x="7965" y="3965"/>
                  </a:lnTo>
                  <a:cubicBezTo>
                    <a:pt x="7965" y="4901"/>
                    <a:pt x="8723" y="5661"/>
                    <a:pt x="9662" y="5661"/>
                  </a:cubicBezTo>
                  <a:cubicBezTo>
                    <a:pt x="10601" y="5661"/>
                    <a:pt x="11362" y="4901"/>
                    <a:pt x="11362" y="3965"/>
                  </a:cubicBezTo>
                  <a:lnTo>
                    <a:pt x="11362" y="3397"/>
                  </a:lnTo>
                  <a:lnTo>
                    <a:pt x="13627" y="3397"/>
                  </a:lnTo>
                  <a:lnTo>
                    <a:pt x="13627" y="3965"/>
                  </a:lnTo>
                  <a:cubicBezTo>
                    <a:pt x="13627" y="4901"/>
                    <a:pt x="14385" y="5661"/>
                    <a:pt x="15324" y="5661"/>
                  </a:cubicBezTo>
                  <a:cubicBezTo>
                    <a:pt x="16263" y="5661"/>
                    <a:pt x="17024" y="4901"/>
                    <a:pt x="17024" y="3965"/>
                  </a:cubicBezTo>
                  <a:lnTo>
                    <a:pt x="17024" y="3397"/>
                  </a:lnTo>
                  <a:close/>
                  <a:moveTo>
                    <a:pt x="18192" y="7965"/>
                  </a:moveTo>
                  <a:lnTo>
                    <a:pt x="18192" y="17628"/>
                  </a:lnTo>
                  <a:cubicBezTo>
                    <a:pt x="18192" y="17939"/>
                    <a:pt x="17939" y="18192"/>
                    <a:pt x="17628" y="18192"/>
                  </a:cubicBezTo>
                  <a:lnTo>
                    <a:pt x="1700" y="18192"/>
                  </a:lnTo>
                  <a:cubicBezTo>
                    <a:pt x="1386" y="18192"/>
                    <a:pt x="1132" y="17939"/>
                    <a:pt x="1132" y="17628"/>
                  </a:cubicBezTo>
                  <a:lnTo>
                    <a:pt x="1132" y="7965"/>
                  </a:lnTo>
                  <a:close/>
                  <a:moveTo>
                    <a:pt x="4001" y="0"/>
                  </a:moveTo>
                  <a:cubicBezTo>
                    <a:pt x="3062" y="0"/>
                    <a:pt x="2304" y="761"/>
                    <a:pt x="2304" y="1700"/>
                  </a:cubicBezTo>
                  <a:lnTo>
                    <a:pt x="2304" y="2265"/>
                  </a:lnTo>
                  <a:lnTo>
                    <a:pt x="1700" y="2265"/>
                  </a:lnTo>
                  <a:cubicBezTo>
                    <a:pt x="761" y="2265"/>
                    <a:pt x="0" y="3025"/>
                    <a:pt x="0" y="3965"/>
                  </a:cubicBezTo>
                  <a:lnTo>
                    <a:pt x="0" y="17628"/>
                  </a:lnTo>
                  <a:cubicBezTo>
                    <a:pt x="0" y="18564"/>
                    <a:pt x="761" y="19324"/>
                    <a:pt x="1700" y="19324"/>
                  </a:cubicBezTo>
                  <a:lnTo>
                    <a:pt x="17628" y="19324"/>
                  </a:lnTo>
                  <a:cubicBezTo>
                    <a:pt x="18564" y="19324"/>
                    <a:pt x="19325" y="18564"/>
                    <a:pt x="19325" y="17628"/>
                  </a:cubicBezTo>
                  <a:lnTo>
                    <a:pt x="19325" y="3965"/>
                  </a:lnTo>
                  <a:cubicBezTo>
                    <a:pt x="19325" y="3025"/>
                    <a:pt x="18564" y="2265"/>
                    <a:pt x="17628" y="2265"/>
                  </a:cubicBezTo>
                  <a:lnTo>
                    <a:pt x="17024" y="2265"/>
                  </a:lnTo>
                  <a:lnTo>
                    <a:pt x="17024" y="1700"/>
                  </a:lnTo>
                  <a:cubicBezTo>
                    <a:pt x="17024" y="761"/>
                    <a:pt x="16263" y="0"/>
                    <a:pt x="15324" y="0"/>
                  </a:cubicBezTo>
                  <a:cubicBezTo>
                    <a:pt x="14385" y="0"/>
                    <a:pt x="13627" y="761"/>
                    <a:pt x="13627" y="1700"/>
                  </a:cubicBezTo>
                  <a:lnTo>
                    <a:pt x="13627" y="2265"/>
                  </a:lnTo>
                  <a:lnTo>
                    <a:pt x="11362" y="2265"/>
                  </a:lnTo>
                  <a:lnTo>
                    <a:pt x="11362" y="1700"/>
                  </a:lnTo>
                  <a:cubicBezTo>
                    <a:pt x="11362" y="761"/>
                    <a:pt x="10601" y="0"/>
                    <a:pt x="9662" y="0"/>
                  </a:cubicBezTo>
                  <a:cubicBezTo>
                    <a:pt x="8723" y="0"/>
                    <a:pt x="7965" y="761"/>
                    <a:pt x="7965" y="1700"/>
                  </a:cubicBezTo>
                  <a:lnTo>
                    <a:pt x="7965" y="2265"/>
                  </a:lnTo>
                  <a:lnTo>
                    <a:pt x="5701" y="2265"/>
                  </a:lnTo>
                  <a:lnTo>
                    <a:pt x="5701" y="1700"/>
                  </a:lnTo>
                  <a:cubicBezTo>
                    <a:pt x="5701" y="761"/>
                    <a:pt x="4940" y="0"/>
                    <a:pt x="400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757" name="Google Shape;1757;p43"/>
            <p:cNvSpPr/>
            <p:nvPr/>
          </p:nvSpPr>
          <p:spPr>
            <a:xfrm>
              <a:off x="5705950" y="465550"/>
              <a:ext cx="84875" cy="28325"/>
            </a:xfrm>
            <a:custGeom>
              <a:rect b="b" l="l" r="r" t="t"/>
              <a:pathLst>
                <a:path extrusionOk="0" h="1133" w="3395">
                  <a:moveTo>
                    <a:pt x="566" y="1"/>
                  </a:moveTo>
                  <a:cubicBezTo>
                    <a:pt x="252" y="1"/>
                    <a:pt x="1" y="251"/>
                    <a:pt x="1" y="565"/>
                  </a:cubicBezTo>
                  <a:cubicBezTo>
                    <a:pt x="1" y="879"/>
                    <a:pt x="252" y="1133"/>
                    <a:pt x="566" y="1133"/>
                  </a:cubicBezTo>
                  <a:lnTo>
                    <a:pt x="2830" y="1133"/>
                  </a:lnTo>
                  <a:cubicBezTo>
                    <a:pt x="3144" y="1133"/>
                    <a:pt x="3395" y="879"/>
                    <a:pt x="3395" y="565"/>
                  </a:cubicBezTo>
                  <a:cubicBezTo>
                    <a:pt x="3395" y="251"/>
                    <a:pt x="3144" y="1"/>
                    <a:pt x="283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758" name="Google Shape;1758;p43"/>
            <p:cNvSpPr/>
            <p:nvPr/>
          </p:nvSpPr>
          <p:spPr>
            <a:xfrm>
              <a:off x="5847500" y="465550"/>
              <a:ext cx="84875" cy="28325"/>
            </a:xfrm>
            <a:custGeom>
              <a:rect b="b" l="l" r="r" t="t"/>
              <a:pathLst>
                <a:path extrusionOk="0" h="1133" w="3395">
                  <a:moveTo>
                    <a:pt x="565" y="1"/>
                  </a:moveTo>
                  <a:cubicBezTo>
                    <a:pt x="251" y="1"/>
                    <a:pt x="0" y="251"/>
                    <a:pt x="0" y="565"/>
                  </a:cubicBezTo>
                  <a:cubicBezTo>
                    <a:pt x="0" y="879"/>
                    <a:pt x="251" y="1133"/>
                    <a:pt x="565" y="1133"/>
                  </a:cubicBezTo>
                  <a:lnTo>
                    <a:pt x="2830" y="1133"/>
                  </a:lnTo>
                  <a:cubicBezTo>
                    <a:pt x="3144" y="1133"/>
                    <a:pt x="3394" y="879"/>
                    <a:pt x="3394" y="565"/>
                  </a:cubicBezTo>
                  <a:cubicBezTo>
                    <a:pt x="3394" y="251"/>
                    <a:pt x="3144" y="1"/>
                    <a:pt x="283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759" name="Google Shape;1759;p43"/>
            <p:cNvSpPr/>
            <p:nvPr/>
          </p:nvSpPr>
          <p:spPr>
            <a:xfrm>
              <a:off x="5989025" y="465550"/>
              <a:ext cx="84875" cy="28325"/>
            </a:xfrm>
            <a:custGeom>
              <a:rect b="b" l="l" r="r" t="t"/>
              <a:pathLst>
                <a:path extrusionOk="0" h="1133" w="3395">
                  <a:moveTo>
                    <a:pt x="565" y="1"/>
                  </a:moveTo>
                  <a:cubicBezTo>
                    <a:pt x="251" y="1"/>
                    <a:pt x="1" y="251"/>
                    <a:pt x="1" y="565"/>
                  </a:cubicBezTo>
                  <a:cubicBezTo>
                    <a:pt x="1" y="879"/>
                    <a:pt x="251" y="1133"/>
                    <a:pt x="565" y="1133"/>
                  </a:cubicBezTo>
                  <a:lnTo>
                    <a:pt x="2830" y="1133"/>
                  </a:lnTo>
                  <a:cubicBezTo>
                    <a:pt x="3144" y="1133"/>
                    <a:pt x="3395" y="879"/>
                    <a:pt x="3395" y="565"/>
                  </a:cubicBezTo>
                  <a:cubicBezTo>
                    <a:pt x="3395" y="251"/>
                    <a:pt x="3144" y="1"/>
                    <a:pt x="283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760" name="Google Shape;1760;p43"/>
            <p:cNvSpPr/>
            <p:nvPr/>
          </p:nvSpPr>
          <p:spPr>
            <a:xfrm>
              <a:off x="5705950" y="550475"/>
              <a:ext cx="84875" cy="28325"/>
            </a:xfrm>
            <a:custGeom>
              <a:rect b="b" l="l" r="r" t="t"/>
              <a:pathLst>
                <a:path extrusionOk="0" h="1133" w="3395">
                  <a:moveTo>
                    <a:pt x="566" y="0"/>
                  </a:moveTo>
                  <a:cubicBezTo>
                    <a:pt x="252" y="0"/>
                    <a:pt x="1" y="251"/>
                    <a:pt x="1" y="565"/>
                  </a:cubicBezTo>
                  <a:cubicBezTo>
                    <a:pt x="1" y="879"/>
                    <a:pt x="252" y="1133"/>
                    <a:pt x="566" y="1133"/>
                  </a:cubicBezTo>
                  <a:lnTo>
                    <a:pt x="2830" y="1133"/>
                  </a:lnTo>
                  <a:cubicBezTo>
                    <a:pt x="3144" y="1133"/>
                    <a:pt x="3395" y="879"/>
                    <a:pt x="3395" y="565"/>
                  </a:cubicBezTo>
                  <a:cubicBezTo>
                    <a:pt x="3395" y="251"/>
                    <a:pt x="3144" y="0"/>
                    <a:pt x="283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761" name="Google Shape;1761;p43"/>
            <p:cNvSpPr/>
            <p:nvPr/>
          </p:nvSpPr>
          <p:spPr>
            <a:xfrm>
              <a:off x="5847500" y="550475"/>
              <a:ext cx="84875" cy="28325"/>
            </a:xfrm>
            <a:custGeom>
              <a:rect b="b" l="l" r="r" t="t"/>
              <a:pathLst>
                <a:path extrusionOk="0" h="1133" w="3395">
                  <a:moveTo>
                    <a:pt x="565" y="0"/>
                  </a:moveTo>
                  <a:cubicBezTo>
                    <a:pt x="251" y="0"/>
                    <a:pt x="0" y="251"/>
                    <a:pt x="0" y="565"/>
                  </a:cubicBezTo>
                  <a:cubicBezTo>
                    <a:pt x="0" y="879"/>
                    <a:pt x="251" y="1133"/>
                    <a:pt x="565" y="1133"/>
                  </a:cubicBezTo>
                  <a:lnTo>
                    <a:pt x="2830" y="1133"/>
                  </a:lnTo>
                  <a:cubicBezTo>
                    <a:pt x="3144" y="1133"/>
                    <a:pt x="3394" y="879"/>
                    <a:pt x="3394" y="565"/>
                  </a:cubicBezTo>
                  <a:cubicBezTo>
                    <a:pt x="3394" y="251"/>
                    <a:pt x="3144" y="0"/>
                    <a:pt x="283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762" name="Google Shape;1762;p43"/>
            <p:cNvSpPr/>
            <p:nvPr/>
          </p:nvSpPr>
          <p:spPr>
            <a:xfrm>
              <a:off x="5989025" y="550475"/>
              <a:ext cx="84875" cy="28325"/>
            </a:xfrm>
            <a:custGeom>
              <a:rect b="b" l="l" r="r" t="t"/>
              <a:pathLst>
                <a:path extrusionOk="0" h="1133" w="3395">
                  <a:moveTo>
                    <a:pt x="565" y="0"/>
                  </a:moveTo>
                  <a:cubicBezTo>
                    <a:pt x="251" y="0"/>
                    <a:pt x="1" y="251"/>
                    <a:pt x="1" y="565"/>
                  </a:cubicBezTo>
                  <a:cubicBezTo>
                    <a:pt x="1" y="879"/>
                    <a:pt x="251" y="1133"/>
                    <a:pt x="565" y="1133"/>
                  </a:cubicBezTo>
                  <a:lnTo>
                    <a:pt x="2830" y="1133"/>
                  </a:lnTo>
                  <a:cubicBezTo>
                    <a:pt x="3144" y="1133"/>
                    <a:pt x="3395" y="879"/>
                    <a:pt x="3395" y="565"/>
                  </a:cubicBezTo>
                  <a:cubicBezTo>
                    <a:pt x="3395" y="251"/>
                    <a:pt x="3144" y="0"/>
                    <a:pt x="283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763" name="Google Shape;1763;p43"/>
            <p:cNvSpPr/>
            <p:nvPr/>
          </p:nvSpPr>
          <p:spPr>
            <a:xfrm>
              <a:off x="5705950" y="636300"/>
              <a:ext cx="84875" cy="28325"/>
            </a:xfrm>
            <a:custGeom>
              <a:rect b="b" l="l" r="r" t="t"/>
              <a:pathLst>
                <a:path extrusionOk="0" h="1133" w="3395">
                  <a:moveTo>
                    <a:pt x="566" y="1"/>
                  </a:moveTo>
                  <a:cubicBezTo>
                    <a:pt x="252" y="1"/>
                    <a:pt x="1" y="254"/>
                    <a:pt x="1" y="568"/>
                  </a:cubicBezTo>
                  <a:cubicBezTo>
                    <a:pt x="1" y="879"/>
                    <a:pt x="252" y="1133"/>
                    <a:pt x="566" y="1133"/>
                  </a:cubicBezTo>
                  <a:lnTo>
                    <a:pt x="2830" y="1133"/>
                  </a:lnTo>
                  <a:cubicBezTo>
                    <a:pt x="3144" y="1133"/>
                    <a:pt x="3395" y="879"/>
                    <a:pt x="3395" y="568"/>
                  </a:cubicBezTo>
                  <a:cubicBezTo>
                    <a:pt x="3395" y="254"/>
                    <a:pt x="3144" y="1"/>
                    <a:pt x="283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764" name="Google Shape;1764;p43"/>
            <p:cNvSpPr/>
            <p:nvPr/>
          </p:nvSpPr>
          <p:spPr>
            <a:xfrm>
              <a:off x="5847500" y="636300"/>
              <a:ext cx="84875" cy="28325"/>
            </a:xfrm>
            <a:custGeom>
              <a:rect b="b" l="l" r="r" t="t"/>
              <a:pathLst>
                <a:path extrusionOk="0" h="1133" w="3395">
                  <a:moveTo>
                    <a:pt x="565" y="1"/>
                  </a:moveTo>
                  <a:cubicBezTo>
                    <a:pt x="251" y="1"/>
                    <a:pt x="0" y="254"/>
                    <a:pt x="0" y="568"/>
                  </a:cubicBezTo>
                  <a:cubicBezTo>
                    <a:pt x="0" y="879"/>
                    <a:pt x="251" y="1133"/>
                    <a:pt x="565" y="1133"/>
                  </a:cubicBezTo>
                  <a:lnTo>
                    <a:pt x="2830" y="1133"/>
                  </a:lnTo>
                  <a:cubicBezTo>
                    <a:pt x="3144" y="1133"/>
                    <a:pt x="3394" y="879"/>
                    <a:pt x="3394" y="568"/>
                  </a:cubicBezTo>
                  <a:cubicBezTo>
                    <a:pt x="3394" y="254"/>
                    <a:pt x="3144" y="1"/>
                    <a:pt x="283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765" name="Google Shape;1765;p43"/>
            <p:cNvSpPr/>
            <p:nvPr/>
          </p:nvSpPr>
          <p:spPr>
            <a:xfrm>
              <a:off x="5989025" y="636300"/>
              <a:ext cx="84875" cy="28325"/>
            </a:xfrm>
            <a:custGeom>
              <a:rect b="b" l="l" r="r" t="t"/>
              <a:pathLst>
                <a:path extrusionOk="0" h="1133" w="3395">
                  <a:moveTo>
                    <a:pt x="565" y="1"/>
                  </a:moveTo>
                  <a:cubicBezTo>
                    <a:pt x="251" y="1"/>
                    <a:pt x="1" y="254"/>
                    <a:pt x="1" y="568"/>
                  </a:cubicBezTo>
                  <a:cubicBezTo>
                    <a:pt x="1" y="879"/>
                    <a:pt x="251" y="1133"/>
                    <a:pt x="565" y="1133"/>
                  </a:cubicBezTo>
                  <a:lnTo>
                    <a:pt x="2830" y="1133"/>
                  </a:lnTo>
                  <a:cubicBezTo>
                    <a:pt x="3144" y="1133"/>
                    <a:pt x="3395" y="879"/>
                    <a:pt x="3395" y="568"/>
                  </a:cubicBezTo>
                  <a:cubicBezTo>
                    <a:pt x="3395" y="254"/>
                    <a:pt x="3144" y="1"/>
                    <a:pt x="283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1766" name="Google Shape;1766;p43"/>
          <p:cNvGrpSpPr/>
          <p:nvPr/>
        </p:nvGrpSpPr>
        <p:grpSpPr>
          <a:xfrm>
            <a:off x="4647449" y="2426843"/>
            <a:ext cx="284561" cy="284561"/>
            <a:chOff x="6242825" y="238125"/>
            <a:chExt cx="483125" cy="483125"/>
          </a:xfrm>
        </p:grpSpPr>
        <p:sp>
          <p:nvSpPr>
            <p:cNvPr id="1767" name="Google Shape;1767;p43"/>
            <p:cNvSpPr/>
            <p:nvPr/>
          </p:nvSpPr>
          <p:spPr>
            <a:xfrm>
              <a:off x="6242825" y="238125"/>
              <a:ext cx="483125" cy="483125"/>
            </a:xfrm>
            <a:custGeom>
              <a:rect b="b" l="l" r="r" t="t"/>
              <a:pathLst>
                <a:path extrusionOk="0" h="19325" w="19325">
                  <a:moveTo>
                    <a:pt x="18192" y="1132"/>
                  </a:moveTo>
                  <a:lnTo>
                    <a:pt x="18192" y="2400"/>
                  </a:lnTo>
                  <a:cubicBezTo>
                    <a:pt x="17513" y="2639"/>
                    <a:pt x="17060" y="3282"/>
                    <a:pt x="17060" y="4001"/>
                  </a:cubicBezTo>
                  <a:cubicBezTo>
                    <a:pt x="17060" y="4719"/>
                    <a:pt x="17513" y="5363"/>
                    <a:pt x="18192" y="5601"/>
                  </a:cubicBezTo>
                  <a:lnTo>
                    <a:pt x="18192" y="8062"/>
                  </a:lnTo>
                  <a:cubicBezTo>
                    <a:pt x="17513" y="8300"/>
                    <a:pt x="17060" y="8944"/>
                    <a:pt x="17060" y="9662"/>
                  </a:cubicBezTo>
                  <a:cubicBezTo>
                    <a:pt x="17060" y="10381"/>
                    <a:pt x="17513" y="11024"/>
                    <a:pt x="18192" y="11263"/>
                  </a:cubicBezTo>
                  <a:lnTo>
                    <a:pt x="18192" y="13723"/>
                  </a:lnTo>
                  <a:cubicBezTo>
                    <a:pt x="17513" y="13962"/>
                    <a:pt x="17060" y="14605"/>
                    <a:pt x="17060" y="15324"/>
                  </a:cubicBezTo>
                  <a:cubicBezTo>
                    <a:pt x="17060" y="16042"/>
                    <a:pt x="17513" y="16685"/>
                    <a:pt x="18192" y="16924"/>
                  </a:cubicBezTo>
                  <a:lnTo>
                    <a:pt x="18192" y="18192"/>
                  </a:lnTo>
                  <a:lnTo>
                    <a:pt x="16924" y="18192"/>
                  </a:lnTo>
                  <a:cubicBezTo>
                    <a:pt x="16686" y="17513"/>
                    <a:pt x="16043" y="17060"/>
                    <a:pt x="15324" y="17060"/>
                  </a:cubicBezTo>
                  <a:cubicBezTo>
                    <a:pt x="14605" y="17060"/>
                    <a:pt x="13962" y="17513"/>
                    <a:pt x="13724" y="18192"/>
                  </a:cubicBezTo>
                  <a:lnTo>
                    <a:pt x="11263" y="18192"/>
                  </a:lnTo>
                  <a:cubicBezTo>
                    <a:pt x="11024" y="17513"/>
                    <a:pt x="10381" y="17060"/>
                    <a:pt x="9662" y="17060"/>
                  </a:cubicBezTo>
                  <a:cubicBezTo>
                    <a:pt x="8944" y="17060"/>
                    <a:pt x="8301" y="17513"/>
                    <a:pt x="8062" y="18192"/>
                  </a:cubicBezTo>
                  <a:lnTo>
                    <a:pt x="5601" y="18192"/>
                  </a:lnTo>
                  <a:cubicBezTo>
                    <a:pt x="5363" y="17513"/>
                    <a:pt x="4720" y="17060"/>
                    <a:pt x="4001" y="17060"/>
                  </a:cubicBezTo>
                  <a:cubicBezTo>
                    <a:pt x="3282" y="17060"/>
                    <a:pt x="2639" y="17513"/>
                    <a:pt x="2401" y="18192"/>
                  </a:cubicBezTo>
                  <a:lnTo>
                    <a:pt x="1133" y="18192"/>
                  </a:lnTo>
                  <a:lnTo>
                    <a:pt x="1133" y="16924"/>
                  </a:lnTo>
                  <a:cubicBezTo>
                    <a:pt x="1812" y="16685"/>
                    <a:pt x="2265" y="16042"/>
                    <a:pt x="2265" y="15324"/>
                  </a:cubicBezTo>
                  <a:cubicBezTo>
                    <a:pt x="2265" y="14605"/>
                    <a:pt x="1812" y="13962"/>
                    <a:pt x="1133" y="13723"/>
                  </a:cubicBezTo>
                  <a:lnTo>
                    <a:pt x="1133" y="11263"/>
                  </a:lnTo>
                  <a:cubicBezTo>
                    <a:pt x="1812" y="11024"/>
                    <a:pt x="2265" y="10381"/>
                    <a:pt x="2265" y="9662"/>
                  </a:cubicBezTo>
                  <a:cubicBezTo>
                    <a:pt x="2265" y="8944"/>
                    <a:pt x="1812" y="8300"/>
                    <a:pt x="1133" y="8062"/>
                  </a:cubicBezTo>
                  <a:lnTo>
                    <a:pt x="1133" y="5601"/>
                  </a:lnTo>
                  <a:cubicBezTo>
                    <a:pt x="1812" y="5363"/>
                    <a:pt x="2265" y="4719"/>
                    <a:pt x="2265" y="4001"/>
                  </a:cubicBezTo>
                  <a:cubicBezTo>
                    <a:pt x="2265" y="3282"/>
                    <a:pt x="1812" y="2639"/>
                    <a:pt x="1133" y="2400"/>
                  </a:cubicBezTo>
                  <a:lnTo>
                    <a:pt x="1133" y="1132"/>
                  </a:lnTo>
                  <a:lnTo>
                    <a:pt x="2401" y="1132"/>
                  </a:lnTo>
                  <a:cubicBezTo>
                    <a:pt x="2639" y="1812"/>
                    <a:pt x="3282" y="2265"/>
                    <a:pt x="4001" y="2265"/>
                  </a:cubicBezTo>
                  <a:cubicBezTo>
                    <a:pt x="4720" y="2265"/>
                    <a:pt x="5363" y="1812"/>
                    <a:pt x="5601" y="1132"/>
                  </a:cubicBezTo>
                  <a:lnTo>
                    <a:pt x="8062" y="1132"/>
                  </a:lnTo>
                  <a:cubicBezTo>
                    <a:pt x="8301" y="1812"/>
                    <a:pt x="8944" y="2265"/>
                    <a:pt x="9662" y="2265"/>
                  </a:cubicBezTo>
                  <a:cubicBezTo>
                    <a:pt x="10381" y="2265"/>
                    <a:pt x="11024" y="1812"/>
                    <a:pt x="11263" y="1132"/>
                  </a:cubicBezTo>
                  <a:lnTo>
                    <a:pt x="13724" y="1132"/>
                  </a:lnTo>
                  <a:cubicBezTo>
                    <a:pt x="13962" y="1812"/>
                    <a:pt x="14605" y="2265"/>
                    <a:pt x="15324" y="2265"/>
                  </a:cubicBezTo>
                  <a:cubicBezTo>
                    <a:pt x="16043" y="2265"/>
                    <a:pt x="16686" y="1812"/>
                    <a:pt x="16924" y="1132"/>
                  </a:cubicBezTo>
                  <a:close/>
                  <a:moveTo>
                    <a:pt x="568" y="0"/>
                  </a:moveTo>
                  <a:cubicBezTo>
                    <a:pt x="254" y="0"/>
                    <a:pt x="0" y="254"/>
                    <a:pt x="0" y="568"/>
                  </a:cubicBezTo>
                  <a:lnTo>
                    <a:pt x="0" y="2868"/>
                  </a:lnTo>
                  <a:cubicBezTo>
                    <a:pt x="0" y="3183"/>
                    <a:pt x="254" y="3436"/>
                    <a:pt x="568" y="3436"/>
                  </a:cubicBezTo>
                  <a:cubicBezTo>
                    <a:pt x="879" y="3436"/>
                    <a:pt x="1133" y="3687"/>
                    <a:pt x="1133" y="4001"/>
                  </a:cubicBezTo>
                  <a:cubicBezTo>
                    <a:pt x="1133" y="4315"/>
                    <a:pt x="879" y="4568"/>
                    <a:pt x="568" y="4568"/>
                  </a:cubicBezTo>
                  <a:cubicBezTo>
                    <a:pt x="254" y="4568"/>
                    <a:pt x="0" y="4819"/>
                    <a:pt x="0" y="5133"/>
                  </a:cubicBezTo>
                  <a:lnTo>
                    <a:pt x="0" y="8530"/>
                  </a:lnTo>
                  <a:cubicBezTo>
                    <a:pt x="0" y="8844"/>
                    <a:pt x="254" y="9098"/>
                    <a:pt x="568" y="9098"/>
                  </a:cubicBezTo>
                  <a:cubicBezTo>
                    <a:pt x="879" y="9098"/>
                    <a:pt x="1133" y="9348"/>
                    <a:pt x="1133" y="9662"/>
                  </a:cubicBezTo>
                  <a:cubicBezTo>
                    <a:pt x="1133" y="9976"/>
                    <a:pt x="879" y="10230"/>
                    <a:pt x="568" y="10230"/>
                  </a:cubicBezTo>
                  <a:cubicBezTo>
                    <a:pt x="254" y="10230"/>
                    <a:pt x="0" y="10481"/>
                    <a:pt x="0" y="10795"/>
                  </a:cubicBezTo>
                  <a:lnTo>
                    <a:pt x="0" y="14191"/>
                  </a:lnTo>
                  <a:cubicBezTo>
                    <a:pt x="0" y="14505"/>
                    <a:pt x="254" y="14759"/>
                    <a:pt x="568" y="14759"/>
                  </a:cubicBezTo>
                  <a:cubicBezTo>
                    <a:pt x="879" y="14759"/>
                    <a:pt x="1133" y="15010"/>
                    <a:pt x="1133" y="15324"/>
                  </a:cubicBezTo>
                  <a:cubicBezTo>
                    <a:pt x="1133" y="15638"/>
                    <a:pt x="879" y="15891"/>
                    <a:pt x="568" y="15891"/>
                  </a:cubicBezTo>
                  <a:cubicBezTo>
                    <a:pt x="254" y="15891"/>
                    <a:pt x="0" y="16142"/>
                    <a:pt x="0" y="16456"/>
                  </a:cubicBezTo>
                  <a:lnTo>
                    <a:pt x="0" y="18760"/>
                  </a:lnTo>
                  <a:cubicBezTo>
                    <a:pt x="0" y="19071"/>
                    <a:pt x="254" y="19324"/>
                    <a:pt x="568" y="19324"/>
                  </a:cubicBezTo>
                  <a:lnTo>
                    <a:pt x="2869" y="19324"/>
                  </a:lnTo>
                  <a:cubicBezTo>
                    <a:pt x="3183" y="19324"/>
                    <a:pt x="3436" y="19071"/>
                    <a:pt x="3436" y="18760"/>
                  </a:cubicBezTo>
                  <a:cubicBezTo>
                    <a:pt x="3436" y="18446"/>
                    <a:pt x="3687" y="18192"/>
                    <a:pt x="4001" y="18192"/>
                  </a:cubicBezTo>
                  <a:cubicBezTo>
                    <a:pt x="4315" y="18192"/>
                    <a:pt x="4569" y="18446"/>
                    <a:pt x="4569" y="18760"/>
                  </a:cubicBezTo>
                  <a:cubicBezTo>
                    <a:pt x="4569" y="19071"/>
                    <a:pt x="4819" y="19324"/>
                    <a:pt x="5133" y="19324"/>
                  </a:cubicBezTo>
                  <a:lnTo>
                    <a:pt x="8530" y="19324"/>
                  </a:lnTo>
                  <a:cubicBezTo>
                    <a:pt x="8844" y="19324"/>
                    <a:pt x="9098" y="19071"/>
                    <a:pt x="9098" y="18760"/>
                  </a:cubicBezTo>
                  <a:cubicBezTo>
                    <a:pt x="9098" y="18446"/>
                    <a:pt x="9348" y="18192"/>
                    <a:pt x="9662" y="18192"/>
                  </a:cubicBezTo>
                  <a:cubicBezTo>
                    <a:pt x="9976" y="18192"/>
                    <a:pt x="10230" y="18446"/>
                    <a:pt x="10230" y="18760"/>
                  </a:cubicBezTo>
                  <a:cubicBezTo>
                    <a:pt x="10230" y="19071"/>
                    <a:pt x="10481" y="19324"/>
                    <a:pt x="10795" y="19324"/>
                  </a:cubicBezTo>
                  <a:lnTo>
                    <a:pt x="14192" y="19324"/>
                  </a:lnTo>
                  <a:cubicBezTo>
                    <a:pt x="14506" y="19324"/>
                    <a:pt x="14759" y="19071"/>
                    <a:pt x="14759" y="18760"/>
                  </a:cubicBezTo>
                  <a:cubicBezTo>
                    <a:pt x="14759" y="18446"/>
                    <a:pt x="15010" y="18192"/>
                    <a:pt x="15324" y="18192"/>
                  </a:cubicBezTo>
                  <a:cubicBezTo>
                    <a:pt x="15638" y="18192"/>
                    <a:pt x="15892" y="18446"/>
                    <a:pt x="15892" y="18760"/>
                  </a:cubicBezTo>
                  <a:cubicBezTo>
                    <a:pt x="15892" y="19071"/>
                    <a:pt x="16142" y="19324"/>
                    <a:pt x="16456" y="19324"/>
                  </a:cubicBezTo>
                  <a:lnTo>
                    <a:pt x="18760" y="19324"/>
                  </a:lnTo>
                  <a:cubicBezTo>
                    <a:pt x="19071" y="19324"/>
                    <a:pt x="19325" y="19071"/>
                    <a:pt x="19325" y="18760"/>
                  </a:cubicBezTo>
                  <a:lnTo>
                    <a:pt x="19325" y="16456"/>
                  </a:lnTo>
                  <a:cubicBezTo>
                    <a:pt x="19325" y="16142"/>
                    <a:pt x="19071" y="15891"/>
                    <a:pt x="18760" y="15891"/>
                  </a:cubicBezTo>
                  <a:cubicBezTo>
                    <a:pt x="18446" y="15891"/>
                    <a:pt x="18192" y="15638"/>
                    <a:pt x="18192" y="15324"/>
                  </a:cubicBezTo>
                  <a:cubicBezTo>
                    <a:pt x="18192" y="15010"/>
                    <a:pt x="18446" y="14759"/>
                    <a:pt x="18760" y="14759"/>
                  </a:cubicBezTo>
                  <a:cubicBezTo>
                    <a:pt x="19071" y="14759"/>
                    <a:pt x="19325" y="14505"/>
                    <a:pt x="19325" y="14191"/>
                  </a:cubicBezTo>
                  <a:lnTo>
                    <a:pt x="19325" y="10795"/>
                  </a:lnTo>
                  <a:cubicBezTo>
                    <a:pt x="19325" y="10481"/>
                    <a:pt x="19071" y="10230"/>
                    <a:pt x="18760" y="10230"/>
                  </a:cubicBezTo>
                  <a:cubicBezTo>
                    <a:pt x="18446" y="10230"/>
                    <a:pt x="18192" y="9976"/>
                    <a:pt x="18192" y="9662"/>
                  </a:cubicBezTo>
                  <a:cubicBezTo>
                    <a:pt x="18192" y="9348"/>
                    <a:pt x="18446" y="9098"/>
                    <a:pt x="18760" y="9098"/>
                  </a:cubicBezTo>
                  <a:cubicBezTo>
                    <a:pt x="19071" y="9098"/>
                    <a:pt x="19325" y="8844"/>
                    <a:pt x="19325" y="8530"/>
                  </a:cubicBezTo>
                  <a:lnTo>
                    <a:pt x="19325" y="5133"/>
                  </a:lnTo>
                  <a:cubicBezTo>
                    <a:pt x="19325" y="4819"/>
                    <a:pt x="19071" y="4568"/>
                    <a:pt x="18760" y="4568"/>
                  </a:cubicBezTo>
                  <a:cubicBezTo>
                    <a:pt x="18446" y="4568"/>
                    <a:pt x="18192" y="4315"/>
                    <a:pt x="18192" y="4001"/>
                  </a:cubicBezTo>
                  <a:cubicBezTo>
                    <a:pt x="18192" y="3687"/>
                    <a:pt x="18446" y="3436"/>
                    <a:pt x="18760" y="3436"/>
                  </a:cubicBezTo>
                  <a:cubicBezTo>
                    <a:pt x="19071" y="3436"/>
                    <a:pt x="19325" y="3183"/>
                    <a:pt x="19325" y="2868"/>
                  </a:cubicBezTo>
                  <a:lnTo>
                    <a:pt x="19325" y="568"/>
                  </a:lnTo>
                  <a:cubicBezTo>
                    <a:pt x="19325" y="254"/>
                    <a:pt x="19071" y="0"/>
                    <a:pt x="18760" y="0"/>
                  </a:cubicBezTo>
                  <a:lnTo>
                    <a:pt x="16456" y="0"/>
                  </a:lnTo>
                  <a:cubicBezTo>
                    <a:pt x="16142" y="0"/>
                    <a:pt x="15892" y="254"/>
                    <a:pt x="15892" y="568"/>
                  </a:cubicBezTo>
                  <a:cubicBezTo>
                    <a:pt x="15892" y="879"/>
                    <a:pt x="15638" y="1132"/>
                    <a:pt x="15324" y="1132"/>
                  </a:cubicBezTo>
                  <a:cubicBezTo>
                    <a:pt x="15010" y="1132"/>
                    <a:pt x="14759" y="879"/>
                    <a:pt x="14759" y="568"/>
                  </a:cubicBezTo>
                  <a:cubicBezTo>
                    <a:pt x="14759" y="254"/>
                    <a:pt x="14506" y="0"/>
                    <a:pt x="14192" y="0"/>
                  </a:cubicBezTo>
                  <a:lnTo>
                    <a:pt x="10795" y="0"/>
                  </a:lnTo>
                  <a:cubicBezTo>
                    <a:pt x="10481" y="0"/>
                    <a:pt x="10230" y="254"/>
                    <a:pt x="10230" y="568"/>
                  </a:cubicBezTo>
                  <a:cubicBezTo>
                    <a:pt x="10230" y="879"/>
                    <a:pt x="9976" y="1132"/>
                    <a:pt x="9662" y="1132"/>
                  </a:cubicBezTo>
                  <a:cubicBezTo>
                    <a:pt x="9348" y="1132"/>
                    <a:pt x="9098" y="879"/>
                    <a:pt x="9098" y="568"/>
                  </a:cubicBezTo>
                  <a:cubicBezTo>
                    <a:pt x="9098" y="254"/>
                    <a:pt x="8844" y="0"/>
                    <a:pt x="8530" y="0"/>
                  </a:cubicBezTo>
                  <a:lnTo>
                    <a:pt x="5133" y="0"/>
                  </a:lnTo>
                  <a:cubicBezTo>
                    <a:pt x="4819" y="0"/>
                    <a:pt x="4569" y="254"/>
                    <a:pt x="4569" y="568"/>
                  </a:cubicBezTo>
                  <a:cubicBezTo>
                    <a:pt x="4569" y="879"/>
                    <a:pt x="4315" y="1132"/>
                    <a:pt x="4001" y="1132"/>
                  </a:cubicBezTo>
                  <a:cubicBezTo>
                    <a:pt x="3687" y="1132"/>
                    <a:pt x="3436" y="879"/>
                    <a:pt x="3436" y="568"/>
                  </a:cubicBezTo>
                  <a:cubicBezTo>
                    <a:pt x="3436" y="254"/>
                    <a:pt x="3183" y="0"/>
                    <a:pt x="286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768" name="Google Shape;1768;p43"/>
            <p:cNvSpPr/>
            <p:nvPr/>
          </p:nvSpPr>
          <p:spPr>
            <a:xfrm>
              <a:off x="6328725" y="324025"/>
              <a:ext cx="311400" cy="311400"/>
            </a:xfrm>
            <a:custGeom>
              <a:rect b="b" l="l" r="r" t="t"/>
              <a:pathLst>
                <a:path extrusionOk="0" h="12456" w="12456">
                  <a:moveTo>
                    <a:pt x="11323" y="1132"/>
                  </a:moveTo>
                  <a:lnTo>
                    <a:pt x="11323" y="5991"/>
                  </a:lnTo>
                  <a:lnTo>
                    <a:pt x="10025" y="4692"/>
                  </a:lnTo>
                  <a:cubicBezTo>
                    <a:pt x="9913" y="4582"/>
                    <a:pt x="9768" y="4527"/>
                    <a:pt x="9623" y="4527"/>
                  </a:cubicBezTo>
                  <a:cubicBezTo>
                    <a:pt x="9478" y="4527"/>
                    <a:pt x="9333" y="4582"/>
                    <a:pt x="9222" y="4692"/>
                  </a:cubicBezTo>
                  <a:lnTo>
                    <a:pt x="6498" y="7419"/>
                  </a:lnTo>
                  <a:lnTo>
                    <a:pt x="4303" y="5773"/>
                  </a:lnTo>
                  <a:cubicBezTo>
                    <a:pt x="4201" y="5698"/>
                    <a:pt x="4081" y="5661"/>
                    <a:pt x="3962" y="5661"/>
                  </a:cubicBezTo>
                  <a:cubicBezTo>
                    <a:pt x="3824" y="5661"/>
                    <a:pt x="3687" y="5711"/>
                    <a:pt x="3578" y="5810"/>
                  </a:cubicBezTo>
                  <a:lnTo>
                    <a:pt x="1133" y="8053"/>
                  </a:lnTo>
                  <a:lnTo>
                    <a:pt x="1133" y="1132"/>
                  </a:lnTo>
                  <a:close/>
                  <a:moveTo>
                    <a:pt x="4001" y="6960"/>
                  </a:moveTo>
                  <a:lnTo>
                    <a:pt x="5689" y="8228"/>
                  </a:lnTo>
                  <a:lnTo>
                    <a:pt x="2594" y="11323"/>
                  </a:lnTo>
                  <a:lnTo>
                    <a:pt x="1133" y="11323"/>
                  </a:lnTo>
                  <a:lnTo>
                    <a:pt x="1133" y="9590"/>
                  </a:lnTo>
                  <a:lnTo>
                    <a:pt x="4001" y="6960"/>
                  </a:lnTo>
                  <a:close/>
                  <a:moveTo>
                    <a:pt x="9623" y="5894"/>
                  </a:moveTo>
                  <a:lnTo>
                    <a:pt x="11323" y="7594"/>
                  </a:lnTo>
                  <a:lnTo>
                    <a:pt x="11323" y="11323"/>
                  </a:lnTo>
                  <a:lnTo>
                    <a:pt x="4197" y="11323"/>
                  </a:lnTo>
                  <a:lnTo>
                    <a:pt x="9623" y="5894"/>
                  </a:lnTo>
                  <a:close/>
                  <a:moveTo>
                    <a:pt x="565" y="0"/>
                  </a:moveTo>
                  <a:cubicBezTo>
                    <a:pt x="251" y="0"/>
                    <a:pt x="0" y="251"/>
                    <a:pt x="0" y="565"/>
                  </a:cubicBezTo>
                  <a:lnTo>
                    <a:pt x="0" y="11888"/>
                  </a:lnTo>
                  <a:cubicBezTo>
                    <a:pt x="0" y="12202"/>
                    <a:pt x="251" y="12455"/>
                    <a:pt x="565" y="12455"/>
                  </a:cubicBezTo>
                  <a:lnTo>
                    <a:pt x="11888" y="12455"/>
                  </a:lnTo>
                  <a:cubicBezTo>
                    <a:pt x="12202" y="12455"/>
                    <a:pt x="12456" y="12202"/>
                    <a:pt x="12456" y="11888"/>
                  </a:cubicBezTo>
                  <a:lnTo>
                    <a:pt x="12456" y="565"/>
                  </a:lnTo>
                  <a:cubicBezTo>
                    <a:pt x="12456" y="251"/>
                    <a:pt x="12202" y="0"/>
                    <a:pt x="1188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769" name="Google Shape;1769;p43"/>
            <p:cNvSpPr/>
            <p:nvPr/>
          </p:nvSpPr>
          <p:spPr>
            <a:xfrm>
              <a:off x="6441950" y="380575"/>
              <a:ext cx="88275" cy="85000"/>
            </a:xfrm>
            <a:custGeom>
              <a:rect b="b" l="l" r="r" t="t"/>
              <a:pathLst>
                <a:path extrusionOk="0" h="3400" w="3531">
                  <a:moveTo>
                    <a:pt x="1697" y="1135"/>
                  </a:moveTo>
                  <a:cubicBezTo>
                    <a:pt x="2202" y="1135"/>
                    <a:pt x="2455" y="1742"/>
                    <a:pt x="2099" y="2101"/>
                  </a:cubicBezTo>
                  <a:cubicBezTo>
                    <a:pt x="1983" y="2216"/>
                    <a:pt x="1841" y="2268"/>
                    <a:pt x="1702" y="2268"/>
                  </a:cubicBezTo>
                  <a:cubicBezTo>
                    <a:pt x="1411" y="2268"/>
                    <a:pt x="1133" y="2041"/>
                    <a:pt x="1133" y="1700"/>
                  </a:cubicBezTo>
                  <a:cubicBezTo>
                    <a:pt x="1133" y="1386"/>
                    <a:pt x="1383" y="1135"/>
                    <a:pt x="1697" y="1135"/>
                  </a:cubicBezTo>
                  <a:close/>
                  <a:moveTo>
                    <a:pt x="1698" y="0"/>
                  </a:moveTo>
                  <a:cubicBezTo>
                    <a:pt x="1479" y="0"/>
                    <a:pt x="1258" y="43"/>
                    <a:pt x="1048" y="130"/>
                  </a:cubicBezTo>
                  <a:cubicBezTo>
                    <a:pt x="414" y="392"/>
                    <a:pt x="1" y="1011"/>
                    <a:pt x="1" y="1700"/>
                  </a:cubicBezTo>
                  <a:cubicBezTo>
                    <a:pt x="1" y="2639"/>
                    <a:pt x="758" y="3397"/>
                    <a:pt x="1697" y="3400"/>
                  </a:cubicBezTo>
                  <a:cubicBezTo>
                    <a:pt x="2386" y="3400"/>
                    <a:pt x="3005" y="2983"/>
                    <a:pt x="3268" y="2349"/>
                  </a:cubicBezTo>
                  <a:cubicBezTo>
                    <a:pt x="3530" y="1715"/>
                    <a:pt x="3385" y="984"/>
                    <a:pt x="2899" y="498"/>
                  </a:cubicBezTo>
                  <a:cubicBezTo>
                    <a:pt x="2574" y="173"/>
                    <a:pt x="2139" y="0"/>
                    <a:pt x="169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1770" name="Google Shape;1770;p43"/>
          <p:cNvGrpSpPr/>
          <p:nvPr/>
        </p:nvGrpSpPr>
        <p:grpSpPr>
          <a:xfrm>
            <a:off x="715951" y="2885073"/>
            <a:ext cx="287403" cy="250075"/>
            <a:chOff x="889275" y="861850"/>
            <a:chExt cx="487950" cy="424575"/>
          </a:xfrm>
        </p:grpSpPr>
        <p:sp>
          <p:nvSpPr>
            <p:cNvPr id="1771" name="Google Shape;1771;p43"/>
            <p:cNvSpPr/>
            <p:nvPr/>
          </p:nvSpPr>
          <p:spPr>
            <a:xfrm>
              <a:off x="1319225" y="1031700"/>
              <a:ext cx="56650" cy="28325"/>
            </a:xfrm>
            <a:custGeom>
              <a:rect b="b" l="l" r="r" t="t"/>
              <a:pathLst>
                <a:path extrusionOk="0" h="1133" w="2266">
                  <a:moveTo>
                    <a:pt x="569" y="1"/>
                  </a:moveTo>
                  <a:cubicBezTo>
                    <a:pt x="255" y="1"/>
                    <a:pt x="1" y="251"/>
                    <a:pt x="1" y="565"/>
                  </a:cubicBezTo>
                  <a:cubicBezTo>
                    <a:pt x="1" y="879"/>
                    <a:pt x="255" y="1133"/>
                    <a:pt x="569" y="1133"/>
                  </a:cubicBezTo>
                  <a:lnTo>
                    <a:pt x="1701" y="1133"/>
                  </a:lnTo>
                  <a:cubicBezTo>
                    <a:pt x="2012" y="1133"/>
                    <a:pt x="2265" y="879"/>
                    <a:pt x="2265" y="565"/>
                  </a:cubicBezTo>
                  <a:cubicBezTo>
                    <a:pt x="2265" y="251"/>
                    <a:pt x="2012" y="1"/>
                    <a:pt x="170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772" name="Google Shape;1772;p43"/>
            <p:cNvSpPr/>
            <p:nvPr/>
          </p:nvSpPr>
          <p:spPr>
            <a:xfrm>
              <a:off x="1314475" y="946725"/>
              <a:ext cx="62750" cy="56700"/>
            </a:xfrm>
            <a:custGeom>
              <a:rect b="b" l="l" r="r" t="t"/>
              <a:pathLst>
                <a:path extrusionOk="0" h="2268" w="2510">
                  <a:moveTo>
                    <a:pt x="1889" y="0"/>
                  </a:moveTo>
                  <a:cubicBezTo>
                    <a:pt x="1744" y="0"/>
                    <a:pt x="1599" y="55"/>
                    <a:pt x="1489" y="166"/>
                  </a:cubicBezTo>
                  <a:lnTo>
                    <a:pt x="357" y="1298"/>
                  </a:lnTo>
                  <a:cubicBezTo>
                    <a:pt x="1" y="1657"/>
                    <a:pt x="251" y="2267"/>
                    <a:pt x="759" y="2267"/>
                  </a:cubicBezTo>
                  <a:cubicBezTo>
                    <a:pt x="906" y="2267"/>
                    <a:pt x="1051" y="2207"/>
                    <a:pt x="1157" y="2101"/>
                  </a:cubicBezTo>
                  <a:lnTo>
                    <a:pt x="2289" y="969"/>
                  </a:lnTo>
                  <a:cubicBezTo>
                    <a:pt x="2510" y="745"/>
                    <a:pt x="2510" y="389"/>
                    <a:pt x="2289" y="166"/>
                  </a:cubicBezTo>
                  <a:cubicBezTo>
                    <a:pt x="2179" y="55"/>
                    <a:pt x="2034" y="0"/>
                    <a:pt x="188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773" name="Google Shape;1773;p43"/>
            <p:cNvSpPr/>
            <p:nvPr/>
          </p:nvSpPr>
          <p:spPr>
            <a:xfrm>
              <a:off x="1317875" y="1088250"/>
              <a:ext cx="59350" cy="56675"/>
            </a:xfrm>
            <a:custGeom>
              <a:rect b="b" l="l" r="r" t="t"/>
              <a:pathLst>
                <a:path extrusionOk="0" h="2267" w="2374">
                  <a:moveTo>
                    <a:pt x="621" y="1"/>
                  </a:moveTo>
                  <a:cubicBezTo>
                    <a:pt x="476" y="1"/>
                    <a:pt x="331" y="56"/>
                    <a:pt x="221" y="166"/>
                  </a:cubicBezTo>
                  <a:cubicBezTo>
                    <a:pt x="1" y="390"/>
                    <a:pt x="1" y="746"/>
                    <a:pt x="221" y="969"/>
                  </a:cubicBezTo>
                  <a:lnTo>
                    <a:pt x="1353" y="2102"/>
                  </a:lnTo>
                  <a:cubicBezTo>
                    <a:pt x="1463" y="2212"/>
                    <a:pt x="1608" y="2267"/>
                    <a:pt x="1753" y="2267"/>
                  </a:cubicBezTo>
                  <a:cubicBezTo>
                    <a:pt x="1898" y="2267"/>
                    <a:pt x="2043" y="2212"/>
                    <a:pt x="2153" y="2102"/>
                  </a:cubicBezTo>
                  <a:cubicBezTo>
                    <a:pt x="2374" y="1878"/>
                    <a:pt x="2374" y="1522"/>
                    <a:pt x="2153" y="1298"/>
                  </a:cubicBezTo>
                  <a:lnTo>
                    <a:pt x="1021" y="166"/>
                  </a:lnTo>
                  <a:cubicBezTo>
                    <a:pt x="911" y="56"/>
                    <a:pt x="766" y="1"/>
                    <a:pt x="62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774" name="Google Shape;1774;p43"/>
            <p:cNvSpPr/>
            <p:nvPr/>
          </p:nvSpPr>
          <p:spPr>
            <a:xfrm>
              <a:off x="889275" y="861850"/>
              <a:ext cx="400700" cy="424575"/>
            </a:xfrm>
            <a:custGeom>
              <a:rect b="b" l="l" r="r" t="t"/>
              <a:pathLst>
                <a:path extrusionOk="0" h="16983" w="16028">
                  <a:moveTo>
                    <a:pt x="4668" y="4530"/>
                  </a:moveTo>
                  <a:lnTo>
                    <a:pt x="4668" y="10191"/>
                  </a:lnTo>
                  <a:lnTo>
                    <a:pt x="4104" y="10191"/>
                  </a:lnTo>
                  <a:cubicBezTo>
                    <a:pt x="2539" y="10191"/>
                    <a:pt x="1271" y="8923"/>
                    <a:pt x="1271" y="7359"/>
                  </a:cubicBezTo>
                  <a:cubicBezTo>
                    <a:pt x="1271" y="5795"/>
                    <a:pt x="2539" y="4530"/>
                    <a:pt x="4104" y="4530"/>
                  </a:cubicBezTo>
                  <a:close/>
                  <a:moveTo>
                    <a:pt x="6972" y="4530"/>
                  </a:moveTo>
                  <a:lnTo>
                    <a:pt x="6972" y="10191"/>
                  </a:lnTo>
                  <a:lnTo>
                    <a:pt x="5800" y="10191"/>
                  </a:lnTo>
                  <a:lnTo>
                    <a:pt x="5800" y="4530"/>
                  </a:lnTo>
                  <a:close/>
                  <a:moveTo>
                    <a:pt x="12633" y="1565"/>
                  </a:moveTo>
                  <a:lnTo>
                    <a:pt x="12633" y="13153"/>
                  </a:lnTo>
                  <a:lnTo>
                    <a:pt x="8104" y="10436"/>
                  </a:lnTo>
                  <a:lnTo>
                    <a:pt x="8104" y="4282"/>
                  </a:lnTo>
                  <a:lnTo>
                    <a:pt x="12633" y="1565"/>
                  </a:lnTo>
                  <a:close/>
                  <a:moveTo>
                    <a:pt x="14330" y="1133"/>
                  </a:moveTo>
                  <a:cubicBezTo>
                    <a:pt x="14644" y="1133"/>
                    <a:pt x="14898" y="1384"/>
                    <a:pt x="14898" y="1698"/>
                  </a:cubicBezTo>
                  <a:lnTo>
                    <a:pt x="14898" y="13021"/>
                  </a:lnTo>
                  <a:cubicBezTo>
                    <a:pt x="14898" y="13335"/>
                    <a:pt x="14644" y="13588"/>
                    <a:pt x="14330" y="13588"/>
                  </a:cubicBezTo>
                  <a:lnTo>
                    <a:pt x="13766" y="13588"/>
                  </a:lnTo>
                  <a:lnTo>
                    <a:pt x="13766" y="1133"/>
                  </a:lnTo>
                  <a:close/>
                  <a:moveTo>
                    <a:pt x="5800" y="11324"/>
                  </a:moveTo>
                  <a:lnTo>
                    <a:pt x="5800" y="15285"/>
                  </a:lnTo>
                  <a:cubicBezTo>
                    <a:pt x="5800" y="15599"/>
                    <a:pt x="5547" y="15850"/>
                    <a:pt x="5236" y="15850"/>
                  </a:cubicBezTo>
                  <a:cubicBezTo>
                    <a:pt x="4922" y="15850"/>
                    <a:pt x="4668" y="15599"/>
                    <a:pt x="4668" y="15285"/>
                  </a:cubicBezTo>
                  <a:lnTo>
                    <a:pt x="4668" y="11324"/>
                  </a:lnTo>
                  <a:close/>
                  <a:moveTo>
                    <a:pt x="13132" y="1"/>
                  </a:moveTo>
                  <a:lnTo>
                    <a:pt x="13098" y="7"/>
                  </a:lnTo>
                  <a:lnTo>
                    <a:pt x="13074" y="10"/>
                  </a:lnTo>
                  <a:cubicBezTo>
                    <a:pt x="13065" y="10"/>
                    <a:pt x="13056" y="16"/>
                    <a:pt x="13047" y="19"/>
                  </a:cubicBezTo>
                  <a:cubicBezTo>
                    <a:pt x="13038" y="22"/>
                    <a:pt x="13029" y="22"/>
                    <a:pt x="13020" y="25"/>
                  </a:cubicBezTo>
                  <a:lnTo>
                    <a:pt x="12996" y="34"/>
                  </a:lnTo>
                  <a:lnTo>
                    <a:pt x="12966" y="46"/>
                  </a:lnTo>
                  <a:lnTo>
                    <a:pt x="12947" y="58"/>
                  </a:lnTo>
                  <a:cubicBezTo>
                    <a:pt x="12935" y="61"/>
                    <a:pt x="12926" y="67"/>
                    <a:pt x="12917" y="73"/>
                  </a:cubicBezTo>
                  <a:lnTo>
                    <a:pt x="12908" y="79"/>
                  </a:lnTo>
                  <a:lnTo>
                    <a:pt x="7380" y="3398"/>
                  </a:lnTo>
                  <a:lnTo>
                    <a:pt x="4104" y="3398"/>
                  </a:lnTo>
                  <a:cubicBezTo>
                    <a:pt x="2023" y="3398"/>
                    <a:pt x="299" y="5001"/>
                    <a:pt x="151" y="7075"/>
                  </a:cubicBezTo>
                  <a:cubicBezTo>
                    <a:pt x="0" y="9150"/>
                    <a:pt x="1480" y="10986"/>
                    <a:pt x="3536" y="11281"/>
                  </a:cubicBezTo>
                  <a:lnTo>
                    <a:pt x="3536" y="15285"/>
                  </a:lnTo>
                  <a:cubicBezTo>
                    <a:pt x="3536" y="16224"/>
                    <a:pt x="4297" y="16982"/>
                    <a:pt x="5236" y="16982"/>
                  </a:cubicBezTo>
                  <a:cubicBezTo>
                    <a:pt x="6172" y="16982"/>
                    <a:pt x="6933" y="16224"/>
                    <a:pt x="6933" y="15285"/>
                  </a:cubicBezTo>
                  <a:lnTo>
                    <a:pt x="6933" y="11324"/>
                  </a:lnTo>
                  <a:lnTo>
                    <a:pt x="7380" y="11324"/>
                  </a:lnTo>
                  <a:lnTo>
                    <a:pt x="12908" y="14639"/>
                  </a:lnTo>
                  <a:cubicBezTo>
                    <a:pt x="12911" y="14642"/>
                    <a:pt x="12914" y="14642"/>
                    <a:pt x="12920" y="14645"/>
                  </a:cubicBezTo>
                  <a:lnTo>
                    <a:pt x="12935" y="14654"/>
                  </a:lnTo>
                  <a:cubicBezTo>
                    <a:pt x="12947" y="14660"/>
                    <a:pt x="12963" y="14666"/>
                    <a:pt x="12975" y="14672"/>
                  </a:cubicBezTo>
                  <a:lnTo>
                    <a:pt x="12984" y="14675"/>
                  </a:lnTo>
                  <a:cubicBezTo>
                    <a:pt x="12996" y="14681"/>
                    <a:pt x="13011" y="14687"/>
                    <a:pt x="13023" y="14690"/>
                  </a:cubicBezTo>
                  <a:lnTo>
                    <a:pt x="13038" y="14696"/>
                  </a:lnTo>
                  <a:cubicBezTo>
                    <a:pt x="13053" y="14699"/>
                    <a:pt x="13068" y="14702"/>
                    <a:pt x="13083" y="14708"/>
                  </a:cubicBezTo>
                  <a:cubicBezTo>
                    <a:pt x="13101" y="14712"/>
                    <a:pt x="13117" y="14715"/>
                    <a:pt x="13135" y="14715"/>
                  </a:cubicBezTo>
                  <a:lnTo>
                    <a:pt x="13144" y="14715"/>
                  </a:lnTo>
                  <a:cubicBezTo>
                    <a:pt x="13162" y="14715"/>
                    <a:pt x="13180" y="14718"/>
                    <a:pt x="13198" y="14718"/>
                  </a:cubicBezTo>
                  <a:lnTo>
                    <a:pt x="14330" y="14718"/>
                  </a:lnTo>
                  <a:cubicBezTo>
                    <a:pt x="15266" y="14718"/>
                    <a:pt x="16027" y="13957"/>
                    <a:pt x="16027" y="13021"/>
                  </a:cubicBezTo>
                  <a:lnTo>
                    <a:pt x="16027" y="1698"/>
                  </a:lnTo>
                  <a:cubicBezTo>
                    <a:pt x="16027" y="759"/>
                    <a:pt x="15266" y="1"/>
                    <a:pt x="1433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1775" name="Google Shape;1775;p43"/>
          <p:cNvSpPr/>
          <p:nvPr/>
        </p:nvSpPr>
        <p:spPr>
          <a:xfrm>
            <a:off x="1167880" y="2867815"/>
            <a:ext cx="253447" cy="284590"/>
          </a:xfrm>
          <a:custGeom>
            <a:rect b="b" l="l" r="r" t="t"/>
            <a:pathLst>
              <a:path extrusionOk="0" h="19327" w="17212">
                <a:moveTo>
                  <a:pt x="15400" y="1132"/>
                </a:moveTo>
                <a:cubicBezTo>
                  <a:pt x="15714" y="1132"/>
                  <a:pt x="15965" y="1386"/>
                  <a:pt x="15965" y="1700"/>
                </a:cubicBezTo>
                <a:cubicBezTo>
                  <a:pt x="15965" y="2011"/>
                  <a:pt x="15714" y="2265"/>
                  <a:pt x="15400" y="2265"/>
                </a:cubicBezTo>
                <a:lnTo>
                  <a:pt x="1813" y="2265"/>
                </a:lnTo>
                <a:cubicBezTo>
                  <a:pt x="1499" y="2265"/>
                  <a:pt x="1248" y="2011"/>
                  <a:pt x="1248" y="1700"/>
                </a:cubicBezTo>
                <a:cubicBezTo>
                  <a:pt x="1248" y="1386"/>
                  <a:pt x="1499" y="1132"/>
                  <a:pt x="1813" y="1132"/>
                </a:cubicBezTo>
                <a:close/>
                <a:moveTo>
                  <a:pt x="14835" y="3397"/>
                </a:moveTo>
                <a:lnTo>
                  <a:pt x="14835" y="10230"/>
                </a:lnTo>
                <a:lnTo>
                  <a:pt x="2380" y="10230"/>
                </a:lnTo>
                <a:lnTo>
                  <a:pt x="2380" y="3397"/>
                </a:lnTo>
                <a:close/>
                <a:moveTo>
                  <a:pt x="15400" y="11362"/>
                </a:moveTo>
                <a:cubicBezTo>
                  <a:pt x="15714" y="11362"/>
                  <a:pt x="15965" y="11613"/>
                  <a:pt x="15965" y="11927"/>
                </a:cubicBezTo>
                <a:cubicBezTo>
                  <a:pt x="15965" y="12241"/>
                  <a:pt x="15714" y="12495"/>
                  <a:pt x="15400" y="12495"/>
                </a:cubicBezTo>
                <a:lnTo>
                  <a:pt x="1813" y="12495"/>
                </a:lnTo>
                <a:cubicBezTo>
                  <a:pt x="1499" y="12495"/>
                  <a:pt x="1248" y="12241"/>
                  <a:pt x="1248" y="11927"/>
                </a:cubicBezTo>
                <a:cubicBezTo>
                  <a:pt x="1248" y="11613"/>
                  <a:pt x="1499" y="11362"/>
                  <a:pt x="1813" y="11362"/>
                </a:cubicBezTo>
                <a:close/>
                <a:moveTo>
                  <a:pt x="1813" y="0"/>
                </a:moveTo>
                <a:cubicBezTo>
                  <a:pt x="985" y="0"/>
                  <a:pt x="279" y="595"/>
                  <a:pt x="140" y="1410"/>
                </a:cubicBezTo>
                <a:cubicBezTo>
                  <a:pt x="1" y="2226"/>
                  <a:pt x="466" y="3023"/>
                  <a:pt x="1248" y="3300"/>
                </a:cubicBezTo>
                <a:lnTo>
                  <a:pt x="1248" y="10327"/>
                </a:lnTo>
                <a:cubicBezTo>
                  <a:pt x="569" y="10565"/>
                  <a:pt x="116" y="11208"/>
                  <a:pt x="116" y="11927"/>
                </a:cubicBezTo>
                <a:cubicBezTo>
                  <a:pt x="116" y="12866"/>
                  <a:pt x="874" y="13624"/>
                  <a:pt x="1813" y="13627"/>
                </a:cubicBezTo>
                <a:lnTo>
                  <a:pt x="6774" y="13627"/>
                </a:lnTo>
                <a:lnTo>
                  <a:pt x="2522" y="18383"/>
                </a:lnTo>
                <a:cubicBezTo>
                  <a:pt x="2311" y="18615"/>
                  <a:pt x="2332" y="18974"/>
                  <a:pt x="2564" y="19183"/>
                </a:cubicBezTo>
                <a:cubicBezTo>
                  <a:pt x="2673" y="19279"/>
                  <a:pt x="2809" y="19326"/>
                  <a:pt x="2943" y="19326"/>
                </a:cubicBezTo>
                <a:cubicBezTo>
                  <a:pt x="3100" y="19326"/>
                  <a:pt x="3256" y="19262"/>
                  <a:pt x="3368" y="19137"/>
                </a:cubicBezTo>
                <a:lnTo>
                  <a:pt x="8042" y="13908"/>
                </a:lnTo>
                <a:lnTo>
                  <a:pt x="8042" y="18760"/>
                </a:lnTo>
                <a:cubicBezTo>
                  <a:pt x="8042" y="19071"/>
                  <a:pt x="8292" y="19325"/>
                  <a:pt x="8606" y="19325"/>
                </a:cubicBezTo>
                <a:cubicBezTo>
                  <a:pt x="8920" y="19325"/>
                  <a:pt x="9174" y="19071"/>
                  <a:pt x="9174" y="18760"/>
                </a:cubicBezTo>
                <a:lnTo>
                  <a:pt x="9174" y="13908"/>
                </a:lnTo>
                <a:lnTo>
                  <a:pt x="13845" y="19137"/>
                </a:lnTo>
                <a:cubicBezTo>
                  <a:pt x="13956" y="19260"/>
                  <a:pt x="14109" y="19322"/>
                  <a:pt x="14263" y="19322"/>
                </a:cubicBezTo>
                <a:cubicBezTo>
                  <a:pt x="14398" y="19322"/>
                  <a:pt x="14534" y="19274"/>
                  <a:pt x="14642" y="19177"/>
                </a:cubicBezTo>
                <a:cubicBezTo>
                  <a:pt x="14875" y="18971"/>
                  <a:pt x="14896" y="18615"/>
                  <a:pt x="14691" y="18383"/>
                </a:cubicBezTo>
                <a:lnTo>
                  <a:pt x="10439" y="13627"/>
                </a:lnTo>
                <a:lnTo>
                  <a:pt x="15400" y="13627"/>
                </a:lnTo>
                <a:cubicBezTo>
                  <a:pt x="16227" y="13624"/>
                  <a:pt x="16934" y="13029"/>
                  <a:pt x="17073" y="12214"/>
                </a:cubicBezTo>
                <a:cubicBezTo>
                  <a:pt x="17212" y="11399"/>
                  <a:pt x="16747" y="10601"/>
                  <a:pt x="15968" y="10327"/>
                </a:cubicBezTo>
                <a:lnTo>
                  <a:pt x="15968" y="3300"/>
                </a:lnTo>
                <a:cubicBezTo>
                  <a:pt x="16747" y="3023"/>
                  <a:pt x="17212" y="2226"/>
                  <a:pt x="17073" y="1410"/>
                </a:cubicBezTo>
                <a:cubicBezTo>
                  <a:pt x="16934" y="595"/>
                  <a:pt x="16227" y="0"/>
                  <a:pt x="1540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776" name="Google Shape;1776;p43"/>
          <p:cNvSpPr/>
          <p:nvPr/>
        </p:nvSpPr>
        <p:spPr>
          <a:xfrm>
            <a:off x="1589398" y="2867815"/>
            <a:ext cx="285680" cy="284590"/>
          </a:xfrm>
          <a:custGeom>
            <a:rect b="b" l="l" r="r" t="t"/>
            <a:pathLst>
              <a:path extrusionOk="0" h="19327" w="19401">
                <a:moveTo>
                  <a:pt x="14796" y="1700"/>
                </a:moveTo>
                <a:lnTo>
                  <a:pt x="17815" y="3965"/>
                </a:lnTo>
                <a:lnTo>
                  <a:pt x="14796" y="6229"/>
                </a:lnTo>
                <a:lnTo>
                  <a:pt x="14796" y="5097"/>
                </a:lnTo>
                <a:cubicBezTo>
                  <a:pt x="14796" y="4783"/>
                  <a:pt x="14542" y="4529"/>
                  <a:pt x="14231" y="4529"/>
                </a:cubicBezTo>
                <a:lnTo>
                  <a:pt x="10795" y="4529"/>
                </a:lnTo>
                <a:cubicBezTo>
                  <a:pt x="9807" y="4529"/>
                  <a:pt x="8893" y="5046"/>
                  <a:pt x="8379" y="5888"/>
                </a:cubicBezTo>
                <a:cubicBezTo>
                  <a:pt x="8177" y="5547"/>
                  <a:pt x="7932" y="5230"/>
                  <a:pt x="7658" y="4946"/>
                </a:cubicBezTo>
                <a:cubicBezTo>
                  <a:pt x="8409" y="3974"/>
                  <a:pt x="9566" y="3403"/>
                  <a:pt x="10795" y="3397"/>
                </a:cubicBezTo>
                <a:lnTo>
                  <a:pt x="14231" y="3397"/>
                </a:lnTo>
                <a:cubicBezTo>
                  <a:pt x="14542" y="3397"/>
                  <a:pt x="14796" y="3143"/>
                  <a:pt x="14796" y="2832"/>
                </a:cubicBezTo>
                <a:lnTo>
                  <a:pt x="14796" y="1700"/>
                </a:lnTo>
                <a:close/>
                <a:moveTo>
                  <a:pt x="5807" y="13011"/>
                </a:moveTo>
                <a:cubicBezTo>
                  <a:pt x="5888" y="13398"/>
                  <a:pt x="6015" y="13778"/>
                  <a:pt x="6184" y="14137"/>
                </a:cubicBezTo>
                <a:cubicBezTo>
                  <a:pt x="5538" y="14566"/>
                  <a:pt x="4777" y="14796"/>
                  <a:pt x="4001" y="14796"/>
                </a:cubicBezTo>
                <a:lnTo>
                  <a:pt x="1700" y="14796"/>
                </a:lnTo>
                <a:cubicBezTo>
                  <a:pt x="1386" y="14796"/>
                  <a:pt x="1133" y="14542"/>
                  <a:pt x="1133" y="14231"/>
                </a:cubicBezTo>
                <a:cubicBezTo>
                  <a:pt x="1133" y="13917"/>
                  <a:pt x="1386" y="13663"/>
                  <a:pt x="1700" y="13663"/>
                </a:cubicBezTo>
                <a:lnTo>
                  <a:pt x="4001" y="13663"/>
                </a:lnTo>
                <a:cubicBezTo>
                  <a:pt x="4662" y="13663"/>
                  <a:pt x="5299" y="13434"/>
                  <a:pt x="5807" y="13011"/>
                </a:cubicBezTo>
                <a:close/>
                <a:moveTo>
                  <a:pt x="4001" y="4529"/>
                </a:moveTo>
                <a:cubicBezTo>
                  <a:pt x="6190" y="4532"/>
                  <a:pt x="7963" y="6305"/>
                  <a:pt x="7966" y="8494"/>
                </a:cubicBezTo>
                <a:lnTo>
                  <a:pt x="7966" y="11966"/>
                </a:lnTo>
                <a:cubicBezTo>
                  <a:pt x="7966" y="13527"/>
                  <a:pt x="9231" y="14792"/>
                  <a:pt x="10795" y="14796"/>
                </a:cubicBezTo>
                <a:lnTo>
                  <a:pt x="14231" y="14796"/>
                </a:lnTo>
                <a:cubicBezTo>
                  <a:pt x="14542" y="14796"/>
                  <a:pt x="14796" y="14542"/>
                  <a:pt x="14796" y="14231"/>
                </a:cubicBezTo>
                <a:lnTo>
                  <a:pt x="14796" y="13099"/>
                </a:lnTo>
                <a:lnTo>
                  <a:pt x="17815" y="15363"/>
                </a:lnTo>
                <a:lnTo>
                  <a:pt x="14796" y="17628"/>
                </a:lnTo>
                <a:lnTo>
                  <a:pt x="14796" y="16495"/>
                </a:lnTo>
                <a:cubicBezTo>
                  <a:pt x="14796" y="16181"/>
                  <a:pt x="14542" y="15928"/>
                  <a:pt x="14231" y="15928"/>
                </a:cubicBezTo>
                <a:lnTo>
                  <a:pt x="10795" y="15928"/>
                </a:lnTo>
                <a:cubicBezTo>
                  <a:pt x="8606" y="15925"/>
                  <a:pt x="6833" y="14152"/>
                  <a:pt x="6833" y="11966"/>
                </a:cubicBezTo>
                <a:lnTo>
                  <a:pt x="6833" y="8494"/>
                </a:lnTo>
                <a:cubicBezTo>
                  <a:pt x="6830" y="6930"/>
                  <a:pt x="5565" y="5665"/>
                  <a:pt x="4001" y="5662"/>
                </a:cubicBezTo>
                <a:lnTo>
                  <a:pt x="1700" y="5662"/>
                </a:lnTo>
                <a:cubicBezTo>
                  <a:pt x="1386" y="5662"/>
                  <a:pt x="1133" y="5408"/>
                  <a:pt x="1133" y="5097"/>
                </a:cubicBezTo>
                <a:cubicBezTo>
                  <a:pt x="1133" y="4783"/>
                  <a:pt x="1386" y="4529"/>
                  <a:pt x="1700" y="4529"/>
                </a:cubicBezTo>
                <a:close/>
                <a:moveTo>
                  <a:pt x="14230" y="0"/>
                </a:moveTo>
                <a:cubicBezTo>
                  <a:pt x="13937" y="0"/>
                  <a:pt x="13663" y="232"/>
                  <a:pt x="13663" y="568"/>
                </a:cubicBezTo>
                <a:lnTo>
                  <a:pt x="13663" y="2265"/>
                </a:lnTo>
                <a:lnTo>
                  <a:pt x="10795" y="2265"/>
                </a:lnTo>
                <a:cubicBezTo>
                  <a:pt x="9228" y="2265"/>
                  <a:pt x="7745" y="2989"/>
                  <a:pt x="6782" y="4224"/>
                </a:cubicBezTo>
                <a:cubicBezTo>
                  <a:pt x="5955" y="3684"/>
                  <a:pt x="4988" y="3397"/>
                  <a:pt x="4001" y="3397"/>
                </a:cubicBezTo>
                <a:lnTo>
                  <a:pt x="1700" y="3397"/>
                </a:lnTo>
                <a:cubicBezTo>
                  <a:pt x="761" y="3397"/>
                  <a:pt x="0" y="4158"/>
                  <a:pt x="0" y="5097"/>
                </a:cubicBezTo>
                <a:cubicBezTo>
                  <a:pt x="0" y="6033"/>
                  <a:pt x="761" y="6794"/>
                  <a:pt x="1700" y="6794"/>
                </a:cubicBezTo>
                <a:lnTo>
                  <a:pt x="4001" y="6794"/>
                </a:lnTo>
                <a:cubicBezTo>
                  <a:pt x="4940" y="6794"/>
                  <a:pt x="5698" y="7555"/>
                  <a:pt x="5701" y="8494"/>
                </a:cubicBezTo>
                <a:lnTo>
                  <a:pt x="5701" y="10834"/>
                </a:lnTo>
                <a:cubicBezTo>
                  <a:pt x="5698" y="11770"/>
                  <a:pt x="4940" y="12531"/>
                  <a:pt x="4001" y="12531"/>
                </a:cubicBezTo>
                <a:lnTo>
                  <a:pt x="1700" y="12531"/>
                </a:lnTo>
                <a:cubicBezTo>
                  <a:pt x="761" y="12531"/>
                  <a:pt x="0" y="13292"/>
                  <a:pt x="0" y="14231"/>
                </a:cubicBezTo>
                <a:cubicBezTo>
                  <a:pt x="0" y="15167"/>
                  <a:pt x="761" y="15928"/>
                  <a:pt x="1700" y="15928"/>
                </a:cubicBezTo>
                <a:lnTo>
                  <a:pt x="4001" y="15928"/>
                </a:lnTo>
                <a:cubicBezTo>
                  <a:pt x="4988" y="15928"/>
                  <a:pt x="5955" y="15641"/>
                  <a:pt x="6782" y="15100"/>
                </a:cubicBezTo>
                <a:cubicBezTo>
                  <a:pt x="7745" y="16338"/>
                  <a:pt x="9228" y="17060"/>
                  <a:pt x="10795" y="17060"/>
                </a:cubicBezTo>
                <a:lnTo>
                  <a:pt x="13663" y="17060"/>
                </a:lnTo>
                <a:lnTo>
                  <a:pt x="13663" y="18760"/>
                </a:lnTo>
                <a:cubicBezTo>
                  <a:pt x="13663" y="19095"/>
                  <a:pt x="13938" y="19326"/>
                  <a:pt x="14232" y="19326"/>
                </a:cubicBezTo>
                <a:cubicBezTo>
                  <a:pt x="14347" y="19326"/>
                  <a:pt x="14464" y="19291"/>
                  <a:pt x="14569" y="19213"/>
                </a:cubicBezTo>
                <a:lnTo>
                  <a:pt x="19098" y="15816"/>
                </a:lnTo>
                <a:cubicBezTo>
                  <a:pt x="19400" y="15590"/>
                  <a:pt x="19400" y="15134"/>
                  <a:pt x="19098" y="14910"/>
                </a:cubicBezTo>
                <a:lnTo>
                  <a:pt x="14569" y="11513"/>
                </a:lnTo>
                <a:cubicBezTo>
                  <a:pt x="14464" y="11434"/>
                  <a:pt x="14345" y="11398"/>
                  <a:pt x="14230" y="11398"/>
                </a:cubicBezTo>
                <a:cubicBezTo>
                  <a:pt x="13937" y="11398"/>
                  <a:pt x="13663" y="11630"/>
                  <a:pt x="13663" y="11966"/>
                </a:cubicBezTo>
                <a:lnTo>
                  <a:pt x="13663" y="13663"/>
                </a:lnTo>
                <a:lnTo>
                  <a:pt x="10795" y="13663"/>
                </a:lnTo>
                <a:cubicBezTo>
                  <a:pt x="9856" y="13663"/>
                  <a:pt x="9098" y="12902"/>
                  <a:pt x="9098" y="11966"/>
                </a:cubicBezTo>
                <a:lnTo>
                  <a:pt x="9098" y="7362"/>
                </a:lnTo>
                <a:cubicBezTo>
                  <a:pt x="9098" y="6423"/>
                  <a:pt x="9856" y="5662"/>
                  <a:pt x="10795" y="5662"/>
                </a:cubicBezTo>
                <a:lnTo>
                  <a:pt x="13663" y="5662"/>
                </a:lnTo>
                <a:lnTo>
                  <a:pt x="13663" y="7362"/>
                </a:lnTo>
                <a:cubicBezTo>
                  <a:pt x="13663" y="7576"/>
                  <a:pt x="13784" y="7769"/>
                  <a:pt x="13977" y="7866"/>
                </a:cubicBezTo>
                <a:cubicBezTo>
                  <a:pt x="14057" y="7906"/>
                  <a:pt x="14144" y="7926"/>
                  <a:pt x="14230" y="7926"/>
                </a:cubicBezTo>
                <a:cubicBezTo>
                  <a:pt x="14350" y="7926"/>
                  <a:pt x="14469" y="7888"/>
                  <a:pt x="14569" y="7815"/>
                </a:cubicBezTo>
                <a:lnTo>
                  <a:pt x="19098" y="4418"/>
                </a:lnTo>
                <a:cubicBezTo>
                  <a:pt x="19400" y="4191"/>
                  <a:pt x="19400" y="3735"/>
                  <a:pt x="19098" y="3512"/>
                </a:cubicBezTo>
                <a:lnTo>
                  <a:pt x="14569" y="115"/>
                </a:lnTo>
                <a:cubicBezTo>
                  <a:pt x="14464" y="36"/>
                  <a:pt x="14345" y="0"/>
                  <a:pt x="1423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1777" name="Google Shape;1777;p43"/>
          <p:cNvGrpSpPr/>
          <p:nvPr/>
        </p:nvGrpSpPr>
        <p:grpSpPr>
          <a:xfrm>
            <a:off x="2028023" y="2867830"/>
            <a:ext cx="284561" cy="284561"/>
            <a:chOff x="2676100" y="832575"/>
            <a:chExt cx="483125" cy="483125"/>
          </a:xfrm>
        </p:grpSpPr>
        <p:sp>
          <p:nvSpPr>
            <p:cNvPr id="1778" name="Google Shape;1778;p43"/>
            <p:cNvSpPr/>
            <p:nvPr/>
          </p:nvSpPr>
          <p:spPr>
            <a:xfrm>
              <a:off x="2676100" y="832575"/>
              <a:ext cx="483125" cy="483125"/>
            </a:xfrm>
            <a:custGeom>
              <a:rect b="b" l="l" r="r" t="t"/>
              <a:pathLst>
                <a:path extrusionOk="0" h="19325" w="19325">
                  <a:moveTo>
                    <a:pt x="10351" y="1132"/>
                  </a:moveTo>
                  <a:lnTo>
                    <a:pt x="10562" y="2008"/>
                  </a:lnTo>
                  <a:cubicBezTo>
                    <a:pt x="10614" y="2226"/>
                    <a:pt x="10789" y="2392"/>
                    <a:pt x="11009" y="2434"/>
                  </a:cubicBezTo>
                  <a:cubicBezTo>
                    <a:pt x="12021" y="2618"/>
                    <a:pt x="12981" y="3014"/>
                    <a:pt x="13826" y="3596"/>
                  </a:cubicBezTo>
                  <a:cubicBezTo>
                    <a:pt x="13922" y="3663"/>
                    <a:pt x="14033" y="3696"/>
                    <a:pt x="14146" y="3696"/>
                  </a:cubicBezTo>
                  <a:cubicBezTo>
                    <a:pt x="14247" y="3696"/>
                    <a:pt x="14349" y="3669"/>
                    <a:pt x="14439" y="3614"/>
                  </a:cubicBezTo>
                  <a:lnTo>
                    <a:pt x="15179" y="3171"/>
                  </a:lnTo>
                  <a:lnTo>
                    <a:pt x="16154" y="4146"/>
                  </a:lnTo>
                  <a:lnTo>
                    <a:pt x="15711" y="4889"/>
                  </a:lnTo>
                  <a:cubicBezTo>
                    <a:pt x="15596" y="5079"/>
                    <a:pt x="15602" y="5317"/>
                    <a:pt x="15729" y="5499"/>
                  </a:cubicBezTo>
                  <a:cubicBezTo>
                    <a:pt x="16311" y="6344"/>
                    <a:pt x="16707" y="7304"/>
                    <a:pt x="16891" y="8316"/>
                  </a:cubicBezTo>
                  <a:cubicBezTo>
                    <a:pt x="16933" y="8536"/>
                    <a:pt x="17100" y="8711"/>
                    <a:pt x="17317" y="8763"/>
                  </a:cubicBezTo>
                  <a:lnTo>
                    <a:pt x="18193" y="8974"/>
                  </a:lnTo>
                  <a:lnTo>
                    <a:pt x="18193" y="10351"/>
                  </a:lnTo>
                  <a:lnTo>
                    <a:pt x="17317" y="10562"/>
                  </a:lnTo>
                  <a:cubicBezTo>
                    <a:pt x="17100" y="10614"/>
                    <a:pt x="16933" y="10789"/>
                    <a:pt x="16894" y="11009"/>
                  </a:cubicBezTo>
                  <a:cubicBezTo>
                    <a:pt x="16710" y="12021"/>
                    <a:pt x="16311" y="12981"/>
                    <a:pt x="15729" y="13826"/>
                  </a:cubicBezTo>
                  <a:cubicBezTo>
                    <a:pt x="15605" y="14007"/>
                    <a:pt x="15596" y="14246"/>
                    <a:pt x="15711" y="14436"/>
                  </a:cubicBezTo>
                  <a:lnTo>
                    <a:pt x="16154" y="15179"/>
                  </a:lnTo>
                  <a:lnTo>
                    <a:pt x="15179" y="16154"/>
                  </a:lnTo>
                  <a:lnTo>
                    <a:pt x="14439" y="15710"/>
                  </a:lnTo>
                  <a:cubicBezTo>
                    <a:pt x="14349" y="15656"/>
                    <a:pt x="14247" y="15629"/>
                    <a:pt x="14146" y="15629"/>
                  </a:cubicBezTo>
                  <a:cubicBezTo>
                    <a:pt x="14033" y="15629"/>
                    <a:pt x="13922" y="15662"/>
                    <a:pt x="13826" y="15729"/>
                  </a:cubicBezTo>
                  <a:cubicBezTo>
                    <a:pt x="12981" y="16311"/>
                    <a:pt x="12021" y="16707"/>
                    <a:pt x="11009" y="16891"/>
                  </a:cubicBezTo>
                  <a:cubicBezTo>
                    <a:pt x="10789" y="16933"/>
                    <a:pt x="10614" y="17099"/>
                    <a:pt x="10562" y="17317"/>
                  </a:cubicBezTo>
                  <a:lnTo>
                    <a:pt x="10351" y="18192"/>
                  </a:lnTo>
                  <a:lnTo>
                    <a:pt x="8974" y="18192"/>
                  </a:lnTo>
                  <a:lnTo>
                    <a:pt x="8763" y="17317"/>
                  </a:lnTo>
                  <a:cubicBezTo>
                    <a:pt x="8712" y="17099"/>
                    <a:pt x="8536" y="16933"/>
                    <a:pt x="8316" y="16891"/>
                  </a:cubicBezTo>
                  <a:cubicBezTo>
                    <a:pt x="7304" y="16707"/>
                    <a:pt x="6344" y="16311"/>
                    <a:pt x="5499" y="15729"/>
                  </a:cubicBezTo>
                  <a:cubicBezTo>
                    <a:pt x="5404" y="15662"/>
                    <a:pt x="5293" y="15629"/>
                    <a:pt x="5181" y="15629"/>
                  </a:cubicBezTo>
                  <a:cubicBezTo>
                    <a:pt x="5081" y="15629"/>
                    <a:pt x="4979" y="15656"/>
                    <a:pt x="4889" y="15710"/>
                  </a:cubicBezTo>
                  <a:lnTo>
                    <a:pt x="4146" y="16154"/>
                  </a:lnTo>
                  <a:lnTo>
                    <a:pt x="3171" y="15179"/>
                  </a:lnTo>
                  <a:lnTo>
                    <a:pt x="3615" y="14436"/>
                  </a:lnTo>
                  <a:cubicBezTo>
                    <a:pt x="3729" y="14246"/>
                    <a:pt x="3723" y="14007"/>
                    <a:pt x="3597" y="13826"/>
                  </a:cubicBezTo>
                  <a:cubicBezTo>
                    <a:pt x="3014" y="12981"/>
                    <a:pt x="2618" y="12021"/>
                    <a:pt x="2434" y="11009"/>
                  </a:cubicBezTo>
                  <a:cubicBezTo>
                    <a:pt x="2392" y="10789"/>
                    <a:pt x="2226" y="10614"/>
                    <a:pt x="2011" y="10562"/>
                  </a:cubicBezTo>
                  <a:lnTo>
                    <a:pt x="1133" y="10351"/>
                  </a:lnTo>
                  <a:lnTo>
                    <a:pt x="1133" y="8974"/>
                  </a:lnTo>
                  <a:lnTo>
                    <a:pt x="2008" y="8763"/>
                  </a:lnTo>
                  <a:cubicBezTo>
                    <a:pt x="2226" y="8711"/>
                    <a:pt x="2392" y="8536"/>
                    <a:pt x="2431" y="8316"/>
                  </a:cubicBezTo>
                  <a:cubicBezTo>
                    <a:pt x="2615" y="7304"/>
                    <a:pt x="3014" y="6344"/>
                    <a:pt x="3597" y="5499"/>
                  </a:cubicBezTo>
                  <a:cubicBezTo>
                    <a:pt x="3720" y="5317"/>
                    <a:pt x="3729" y="5079"/>
                    <a:pt x="3615" y="4889"/>
                  </a:cubicBezTo>
                  <a:lnTo>
                    <a:pt x="3171" y="4146"/>
                  </a:lnTo>
                  <a:lnTo>
                    <a:pt x="4146" y="3171"/>
                  </a:lnTo>
                  <a:lnTo>
                    <a:pt x="4889" y="3614"/>
                  </a:lnTo>
                  <a:cubicBezTo>
                    <a:pt x="4979" y="3669"/>
                    <a:pt x="5081" y="3696"/>
                    <a:pt x="5181" y="3696"/>
                  </a:cubicBezTo>
                  <a:cubicBezTo>
                    <a:pt x="5293" y="3696"/>
                    <a:pt x="5404" y="3663"/>
                    <a:pt x="5499" y="3596"/>
                  </a:cubicBezTo>
                  <a:cubicBezTo>
                    <a:pt x="6344" y="3014"/>
                    <a:pt x="7304" y="2618"/>
                    <a:pt x="8316" y="2434"/>
                  </a:cubicBezTo>
                  <a:cubicBezTo>
                    <a:pt x="8536" y="2392"/>
                    <a:pt x="8712" y="2226"/>
                    <a:pt x="8763" y="2008"/>
                  </a:cubicBezTo>
                  <a:lnTo>
                    <a:pt x="8974" y="1132"/>
                  </a:lnTo>
                  <a:close/>
                  <a:moveTo>
                    <a:pt x="8530" y="0"/>
                  </a:moveTo>
                  <a:cubicBezTo>
                    <a:pt x="8268" y="0"/>
                    <a:pt x="8041" y="178"/>
                    <a:pt x="7981" y="432"/>
                  </a:cubicBezTo>
                  <a:lnTo>
                    <a:pt x="7748" y="1392"/>
                  </a:lnTo>
                  <a:cubicBezTo>
                    <a:pt x="6833" y="1604"/>
                    <a:pt x="5961" y="1963"/>
                    <a:pt x="5167" y="2461"/>
                  </a:cubicBezTo>
                  <a:lnTo>
                    <a:pt x="4348" y="1969"/>
                  </a:lnTo>
                  <a:cubicBezTo>
                    <a:pt x="4260" y="1915"/>
                    <a:pt x="4160" y="1889"/>
                    <a:pt x="4061" y="1889"/>
                  </a:cubicBezTo>
                  <a:cubicBezTo>
                    <a:pt x="3913" y="1889"/>
                    <a:pt x="3767" y="1946"/>
                    <a:pt x="3657" y="2056"/>
                  </a:cubicBezTo>
                  <a:lnTo>
                    <a:pt x="2057" y="3657"/>
                  </a:lnTo>
                  <a:cubicBezTo>
                    <a:pt x="1872" y="3841"/>
                    <a:pt x="1839" y="4125"/>
                    <a:pt x="1972" y="4348"/>
                  </a:cubicBezTo>
                  <a:lnTo>
                    <a:pt x="2461" y="5163"/>
                  </a:lnTo>
                  <a:cubicBezTo>
                    <a:pt x="1963" y="5958"/>
                    <a:pt x="1604" y="6830"/>
                    <a:pt x="1395" y="7745"/>
                  </a:cubicBezTo>
                  <a:lnTo>
                    <a:pt x="435" y="7978"/>
                  </a:lnTo>
                  <a:cubicBezTo>
                    <a:pt x="179" y="8041"/>
                    <a:pt x="0" y="8267"/>
                    <a:pt x="0" y="8530"/>
                  </a:cubicBezTo>
                  <a:lnTo>
                    <a:pt x="0" y="10795"/>
                  </a:lnTo>
                  <a:cubicBezTo>
                    <a:pt x="0" y="11057"/>
                    <a:pt x="179" y="11284"/>
                    <a:pt x="432" y="11344"/>
                  </a:cubicBezTo>
                  <a:lnTo>
                    <a:pt x="1392" y="11580"/>
                  </a:lnTo>
                  <a:cubicBezTo>
                    <a:pt x="1604" y="12492"/>
                    <a:pt x="1963" y="13364"/>
                    <a:pt x="2461" y="14158"/>
                  </a:cubicBezTo>
                  <a:lnTo>
                    <a:pt x="1969" y="14977"/>
                  </a:lnTo>
                  <a:cubicBezTo>
                    <a:pt x="1836" y="15200"/>
                    <a:pt x="1872" y="15484"/>
                    <a:pt x="2057" y="15668"/>
                  </a:cubicBezTo>
                  <a:lnTo>
                    <a:pt x="3657" y="17268"/>
                  </a:lnTo>
                  <a:cubicBezTo>
                    <a:pt x="3766" y="17378"/>
                    <a:pt x="3911" y="17435"/>
                    <a:pt x="4057" y="17435"/>
                  </a:cubicBezTo>
                  <a:cubicBezTo>
                    <a:pt x="4157" y="17435"/>
                    <a:pt x="4258" y="17408"/>
                    <a:pt x="4348" y="17353"/>
                  </a:cubicBezTo>
                  <a:lnTo>
                    <a:pt x="5164" y="16864"/>
                  </a:lnTo>
                  <a:cubicBezTo>
                    <a:pt x="5958" y="17362"/>
                    <a:pt x="6830" y="17721"/>
                    <a:pt x="7745" y="17930"/>
                  </a:cubicBezTo>
                  <a:lnTo>
                    <a:pt x="7978" y="18890"/>
                  </a:lnTo>
                  <a:cubicBezTo>
                    <a:pt x="8041" y="19147"/>
                    <a:pt x="8268" y="19325"/>
                    <a:pt x="8530" y="19325"/>
                  </a:cubicBezTo>
                  <a:lnTo>
                    <a:pt x="10795" y="19325"/>
                  </a:lnTo>
                  <a:cubicBezTo>
                    <a:pt x="11058" y="19325"/>
                    <a:pt x="11284" y="19147"/>
                    <a:pt x="11344" y="18893"/>
                  </a:cubicBezTo>
                  <a:lnTo>
                    <a:pt x="11577" y="17933"/>
                  </a:lnTo>
                  <a:cubicBezTo>
                    <a:pt x="12492" y="17721"/>
                    <a:pt x="13364" y="17362"/>
                    <a:pt x="14159" y="16864"/>
                  </a:cubicBezTo>
                  <a:lnTo>
                    <a:pt x="14977" y="17356"/>
                  </a:lnTo>
                  <a:cubicBezTo>
                    <a:pt x="15066" y="17410"/>
                    <a:pt x="15166" y="17436"/>
                    <a:pt x="15266" y="17436"/>
                  </a:cubicBezTo>
                  <a:cubicBezTo>
                    <a:pt x="15413" y="17436"/>
                    <a:pt x="15559" y="17379"/>
                    <a:pt x="15668" y="17271"/>
                  </a:cubicBezTo>
                  <a:lnTo>
                    <a:pt x="17269" y="15668"/>
                  </a:lnTo>
                  <a:cubicBezTo>
                    <a:pt x="17453" y="15484"/>
                    <a:pt x="17489" y="15200"/>
                    <a:pt x="17353" y="14977"/>
                  </a:cubicBezTo>
                  <a:lnTo>
                    <a:pt x="16864" y="14161"/>
                  </a:lnTo>
                  <a:cubicBezTo>
                    <a:pt x="17362" y="13367"/>
                    <a:pt x="17722" y="12495"/>
                    <a:pt x="17930" y="11580"/>
                  </a:cubicBezTo>
                  <a:lnTo>
                    <a:pt x="18890" y="11347"/>
                  </a:lnTo>
                  <a:cubicBezTo>
                    <a:pt x="19147" y="11284"/>
                    <a:pt x="19325" y="11057"/>
                    <a:pt x="19325" y="10795"/>
                  </a:cubicBezTo>
                  <a:lnTo>
                    <a:pt x="19325" y="8530"/>
                  </a:lnTo>
                  <a:cubicBezTo>
                    <a:pt x="19325" y="8267"/>
                    <a:pt x="19147" y="8041"/>
                    <a:pt x="18893" y="7981"/>
                  </a:cubicBezTo>
                  <a:lnTo>
                    <a:pt x="17933" y="7748"/>
                  </a:lnTo>
                  <a:cubicBezTo>
                    <a:pt x="17722" y="6833"/>
                    <a:pt x="17362" y="5961"/>
                    <a:pt x="16864" y="5166"/>
                  </a:cubicBezTo>
                  <a:lnTo>
                    <a:pt x="17356" y="4348"/>
                  </a:lnTo>
                  <a:cubicBezTo>
                    <a:pt x="17489" y="4128"/>
                    <a:pt x="17453" y="3841"/>
                    <a:pt x="17272" y="3657"/>
                  </a:cubicBezTo>
                  <a:lnTo>
                    <a:pt x="15668" y="2056"/>
                  </a:lnTo>
                  <a:cubicBezTo>
                    <a:pt x="15559" y="1947"/>
                    <a:pt x="15415" y="1890"/>
                    <a:pt x="15268" y="1890"/>
                  </a:cubicBezTo>
                  <a:cubicBezTo>
                    <a:pt x="15168" y="1890"/>
                    <a:pt x="15068" y="1917"/>
                    <a:pt x="14977" y="1972"/>
                  </a:cubicBezTo>
                  <a:lnTo>
                    <a:pt x="14162" y="2461"/>
                  </a:lnTo>
                  <a:cubicBezTo>
                    <a:pt x="13367" y="1963"/>
                    <a:pt x="12495" y="1604"/>
                    <a:pt x="11580" y="1395"/>
                  </a:cubicBezTo>
                  <a:lnTo>
                    <a:pt x="11347" y="435"/>
                  </a:lnTo>
                  <a:cubicBezTo>
                    <a:pt x="11284" y="178"/>
                    <a:pt x="11058" y="0"/>
                    <a:pt x="1079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779" name="Google Shape;1779;p43"/>
            <p:cNvSpPr/>
            <p:nvPr/>
          </p:nvSpPr>
          <p:spPr>
            <a:xfrm>
              <a:off x="2762000" y="918475"/>
              <a:ext cx="311400" cy="311400"/>
            </a:xfrm>
            <a:custGeom>
              <a:rect b="b" l="l" r="r" t="t"/>
              <a:pathLst>
                <a:path extrusionOk="0" h="12456" w="12456">
                  <a:moveTo>
                    <a:pt x="6227" y="1133"/>
                  </a:moveTo>
                  <a:cubicBezTo>
                    <a:pt x="9038" y="1133"/>
                    <a:pt x="11323" y="3418"/>
                    <a:pt x="11323" y="6226"/>
                  </a:cubicBezTo>
                  <a:cubicBezTo>
                    <a:pt x="11323" y="9038"/>
                    <a:pt x="9038" y="11323"/>
                    <a:pt x="6227" y="11323"/>
                  </a:cubicBezTo>
                  <a:cubicBezTo>
                    <a:pt x="3419" y="11323"/>
                    <a:pt x="1133" y="9038"/>
                    <a:pt x="1133" y="6226"/>
                  </a:cubicBezTo>
                  <a:cubicBezTo>
                    <a:pt x="1133" y="3418"/>
                    <a:pt x="3419" y="1133"/>
                    <a:pt x="6227" y="1133"/>
                  </a:cubicBezTo>
                  <a:close/>
                  <a:moveTo>
                    <a:pt x="6227" y="0"/>
                  </a:moveTo>
                  <a:cubicBezTo>
                    <a:pt x="2794" y="0"/>
                    <a:pt x="1" y="2793"/>
                    <a:pt x="1" y="6226"/>
                  </a:cubicBezTo>
                  <a:cubicBezTo>
                    <a:pt x="1" y="9663"/>
                    <a:pt x="2794" y="12456"/>
                    <a:pt x="6227" y="12456"/>
                  </a:cubicBezTo>
                  <a:cubicBezTo>
                    <a:pt x="9663" y="12456"/>
                    <a:pt x="12456" y="9663"/>
                    <a:pt x="12456" y="6226"/>
                  </a:cubicBezTo>
                  <a:cubicBezTo>
                    <a:pt x="12456" y="2793"/>
                    <a:pt x="9663" y="0"/>
                    <a:pt x="622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780" name="Google Shape;1780;p43"/>
            <p:cNvSpPr/>
            <p:nvPr/>
          </p:nvSpPr>
          <p:spPr>
            <a:xfrm>
              <a:off x="2810775" y="975075"/>
              <a:ext cx="206025" cy="198150"/>
            </a:xfrm>
            <a:custGeom>
              <a:rect b="b" l="l" r="r" t="t"/>
              <a:pathLst>
                <a:path extrusionOk="0" h="7926" w="8241">
                  <a:moveTo>
                    <a:pt x="4275" y="1132"/>
                  </a:moveTo>
                  <a:cubicBezTo>
                    <a:pt x="4640" y="1132"/>
                    <a:pt x="5009" y="1203"/>
                    <a:pt x="5360" y="1348"/>
                  </a:cubicBezTo>
                  <a:cubicBezTo>
                    <a:pt x="6416" y="1785"/>
                    <a:pt x="7108" y="2818"/>
                    <a:pt x="7108" y="3962"/>
                  </a:cubicBezTo>
                  <a:cubicBezTo>
                    <a:pt x="7105" y="5527"/>
                    <a:pt x="5840" y="6792"/>
                    <a:pt x="4276" y="6795"/>
                  </a:cubicBezTo>
                  <a:cubicBezTo>
                    <a:pt x="3131" y="6795"/>
                    <a:pt x="2099" y="6103"/>
                    <a:pt x="1661" y="5046"/>
                  </a:cubicBezTo>
                  <a:cubicBezTo>
                    <a:pt x="1223" y="3987"/>
                    <a:pt x="1465" y="2770"/>
                    <a:pt x="2274" y="1961"/>
                  </a:cubicBezTo>
                  <a:cubicBezTo>
                    <a:pt x="2815" y="1419"/>
                    <a:pt x="3538" y="1132"/>
                    <a:pt x="4275" y="1132"/>
                  </a:cubicBezTo>
                  <a:close/>
                  <a:moveTo>
                    <a:pt x="4276" y="1"/>
                  </a:moveTo>
                  <a:cubicBezTo>
                    <a:pt x="2672" y="1"/>
                    <a:pt x="1229" y="964"/>
                    <a:pt x="613" y="2447"/>
                  </a:cubicBezTo>
                  <a:cubicBezTo>
                    <a:pt x="0" y="3926"/>
                    <a:pt x="341" y="5632"/>
                    <a:pt x="1474" y="6764"/>
                  </a:cubicBezTo>
                  <a:cubicBezTo>
                    <a:pt x="2232" y="7523"/>
                    <a:pt x="3247" y="7926"/>
                    <a:pt x="4279" y="7926"/>
                  </a:cubicBezTo>
                  <a:cubicBezTo>
                    <a:pt x="4789" y="7926"/>
                    <a:pt x="5302" y="7828"/>
                    <a:pt x="5791" y="7625"/>
                  </a:cubicBezTo>
                  <a:cubicBezTo>
                    <a:pt x="7274" y="7009"/>
                    <a:pt x="8240" y="5566"/>
                    <a:pt x="8240" y="3962"/>
                  </a:cubicBezTo>
                  <a:cubicBezTo>
                    <a:pt x="8237" y="1773"/>
                    <a:pt x="6465" y="1"/>
                    <a:pt x="427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1781" name="Google Shape;1781;p43"/>
          <p:cNvGrpSpPr/>
          <p:nvPr/>
        </p:nvGrpSpPr>
        <p:grpSpPr>
          <a:xfrm>
            <a:off x="2457759" y="2867830"/>
            <a:ext cx="294132" cy="284561"/>
            <a:chOff x="3270550" y="832575"/>
            <a:chExt cx="499375" cy="483125"/>
          </a:xfrm>
        </p:grpSpPr>
        <p:sp>
          <p:nvSpPr>
            <p:cNvPr id="1782" name="Google Shape;1782;p43"/>
            <p:cNvSpPr/>
            <p:nvPr/>
          </p:nvSpPr>
          <p:spPr>
            <a:xfrm>
              <a:off x="3270550" y="865975"/>
              <a:ext cx="463725" cy="449725"/>
            </a:xfrm>
            <a:custGeom>
              <a:rect b="b" l="l" r="r" t="t"/>
              <a:pathLst>
                <a:path extrusionOk="0" h="17989" w="18549">
                  <a:moveTo>
                    <a:pt x="4823" y="1361"/>
                  </a:moveTo>
                  <a:lnTo>
                    <a:pt x="9177" y="8619"/>
                  </a:lnTo>
                  <a:cubicBezTo>
                    <a:pt x="9237" y="8716"/>
                    <a:pt x="9325" y="8794"/>
                    <a:pt x="9427" y="8843"/>
                  </a:cubicBezTo>
                  <a:lnTo>
                    <a:pt x="17136" y="12345"/>
                  </a:lnTo>
                  <a:cubicBezTo>
                    <a:pt x="15653" y="15102"/>
                    <a:pt x="12779" y="16856"/>
                    <a:pt x="9663" y="16856"/>
                  </a:cubicBezTo>
                  <a:cubicBezTo>
                    <a:pt x="4958" y="16856"/>
                    <a:pt x="1133" y="13031"/>
                    <a:pt x="1133" y="8326"/>
                  </a:cubicBezTo>
                  <a:cubicBezTo>
                    <a:pt x="1133" y="5573"/>
                    <a:pt x="2534" y="2952"/>
                    <a:pt x="4823" y="1361"/>
                  </a:cubicBezTo>
                  <a:close/>
                  <a:moveTo>
                    <a:pt x="5005" y="0"/>
                  </a:moveTo>
                  <a:cubicBezTo>
                    <a:pt x="4907" y="0"/>
                    <a:pt x="4807" y="26"/>
                    <a:pt x="4717" y="80"/>
                  </a:cubicBezTo>
                  <a:cubicBezTo>
                    <a:pt x="3313" y="926"/>
                    <a:pt x="2141" y="2106"/>
                    <a:pt x="1311" y="3516"/>
                  </a:cubicBezTo>
                  <a:cubicBezTo>
                    <a:pt x="453" y="4975"/>
                    <a:pt x="1" y="6636"/>
                    <a:pt x="1" y="8326"/>
                  </a:cubicBezTo>
                  <a:cubicBezTo>
                    <a:pt x="1" y="10896"/>
                    <a:pt x="1009" y="13321"/>
                    <a:pt x="2839" y="15150"/>
                  </a:cubicBezTo>
                  <a:cubicBezTo>
                    <a:pt x="4669" y="16980"/>
                    <a:pt x="7093" y="17989"/>
                    <a:pt x="9663" y="17989"/>
                  </a:cubicBezTo>
                  <a:cubicBezTo>
                    <a:pt x="13410" y="17989"/>
                    <a:pt x="16846" y="15757"/>
                    <a:pt x="18419" y="12306"/>
                  </a:cubicBezTo>
                  <a:cubicBezTo>
                    <a:pt x="18549" y="12022"/>
                    <a:pt x="18422" y="11687"/>
                    <a:pt x="18138" y="11557"/>
                  </a:cubicBezTo>
                  <a:lnTo>
                    <a:pt x="10058" y="7886"/>
                  </a:lnTo>
                  <a:lnTo>
                    <a:pt x="5493" y="277"/>
                  </a:lnTo>
                  <a:cubicBezTo>
                    <a:pt x="5387" y="99"/>
                    <a:pt x="5198" y="0"/>
                    <a:pt x="500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783" name="Google Shape;1783;p43"/>
            <p:cNvSpPr/>
            <p:nvPr/>
          </p:nvSpPr>
          <p:spPr>
            <a:xfrm>
              <a:off x="3562600" y="876075"/>
              <a:ext cx="207325" cy="241775"/>
            </a:xfrm>
            <a:custGeom>
              <a:rect b="b" l="l" r="r" t="t"/>
              <a:pathLst>
                <a:path extrusionOk="0" h="9671" w="8293">
                  <a:moveTo>
                    <a:pt x="4204" y="1437"/>
                  </a:moveTo>
                  <a:cubicBezTo>
                    <a:pt x="5680" y="2826"/>
                    <a:pt x="6517" y="4764"/>
                    <a:pt x="6511" y="6790"/>
                  </a:cubicBezTo>
                  <a:cubicBezTo>
                    <a:pt x="6511" y="7300"/>
                    <a:pt x="6459" y="7811"/>
                    <a:pt x="6354" y="8309"/>
                  </a:cubicBezTo>
                  <a:lnTo>
                    <a:pt x="1468" y="6090"/>
                  </a:lnTo>
                  <a:lnTo>
                    <a:pt x="4204" y="1437"/>
                  </a:lnTo>
                  <a:close/>
                  <a:moveTo>
                    <a:pt x="4060" y="1"/>
                  </a:moveTo>
                  <a:cubicBezTo>
                    <a:pt x="3867" y="1"/>
                    <a:pt x="3677" y="99"/>
                    <a:pt x="3570" y="280"/>
                  </a:cubicBezTo>
                  <a:lnTo>
                    <a:pt x="173" y="6056"/>
                  </a:lnTo>
                  <a:cubicBezTo>
                    <a:pt x="1" y="6346"/>
                    <a:pt x="119" y="6721"/>
                    <a:pt x="427" y="6860"/>
                  </a:cubicBezTo>
                  <a:lnTo>
                    <a:pt x="6499" y="9622"/>
                  </a:lnTo>
                  <a:cubicBezTo>
                    <a:pt x="6574" y="9656"/>
                    <a:pt x="6653" y="9671"/>
                    <a:pt x="6734" y="9671"/>
                  </a:cubicBezTo>
                  <a:cubicBezTo>
                    <a:pt x="6982" y="9671"/>
                    <a:pt x="7202" y="9508"/>
                    <a:pt x="7275" y="9269"/>
                  </a:cubicBezTo>
                  <a:cubicBezTo>
                    <a:pt x="8292" y="5921"/>
                    <a:pt x="7157" y="2291"/>
                    <a:pt x="4409" y="123"/>
                  </a:cubicBezTo>
                  <a:cubicBezTo>
                    <a:pt x="4305" y="40"/>
                    <a:pt x="4182" y="1"/>
                    <a:pt x="406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784" name="Google Shape;1784;p43"/>
            <p:cNvSpPr/>
            <p:nvPr/>
          </p:nvSpPr>
          <p:spPr>
            <a:xfrm>
              <a:off x="3443500" y="832575"/>
              <a:ext cx="187300" cy="173625"/>
            </a:xfrm>
            <a:custGeom>
              <a:rect b="b" l="l" r="r" t="t"/>
              <a:pathLst>
                <a:path extrusionOk="0" h="6945" w="7492">
                  <a:moveTo>
                    <a:pt x="3877" y="1133"/>
                  </a:moveTo>
                  <a:cubicBezTo>
                    <a:pt x="4588" y="1133"/>
                    <a:pt x="5300" y="1235"/>
                    <a:pt x="5991" y="1440"/>
                  </a:cubicBezTo>
                  <a:lnTo>
                    <a:pt x="3735" y="5269"/>
                  </a:lnTo>
                  <a:lnTo>
                    <a:pt x="1492" y="1528"/>
                  </a:lnTo>
                  <a:cubicBezTo>
                    <a:pt x="2264" y="1265"/>
                    <a:pt x="3070" y="1133"/>
                    <a:pt x="3877" y="1133"/>
                  </a:cubicBezTo>
                  <a:close/>
                  <a:moveTo>
                    <a:pt x="3877" y="0"/>
                  </a:moveTo>
                  <a:cubicBezTo>
                    <a:pt x="2702" y="0"/>
                    <a:pt x="1528" y="243"/>
                    <a:pt x="432" y="728"/>
                  </a:cubicBezTo>
                  <a:cubicBezTo>
                    <a:pt x="121" y="867"/>
                    <a:pt x="0" y="1244"/>
                    <a:pt x="175" y="1537"/>
                  </a:cubicBezTo>
                  <a:lnTo>
                    <a:pt x="3255" y="6670"/>
                  </a:lnTo>
                  <a:cubicBezTo>
                    <a:pt x="3358" y="6839"/>
                    <a:pt x="3542" y="6945"/>
                    <a:pt x="3741" y="6945"/>
                  </a:cubicBezTo>
                  <a:lnTo>
                    <a:pt x="3744" y="6945"/>
                  </a:lnTo>
                  <a:cubicBezTo>
                    <a:pt x="3943" y="6945"/>
                    <a:pt x="4128" y="6839"/>
                    <a:pt x="4230" y="6667"/>
                  </a:cubicBezTo>
                  <a:lnTo>
                    <a:pt x="7313" y="1419"/>
                  </a:lnTo>
                  <a:cubicBezTo>
                    <a:pt x="7491" y="1120"/>
                    <a:pt x="7358" y="737"/>
                    <a:pt x="7038" y="607"/>
                  </a:cubicBezTo>
                  <a:cubicBezTo>
                    <a:pt x="6023" y="202"/>
                    <a:pt x="4950" y="0"/>
                    <a:pt x="387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1785" name="Google Shape;1785;p43"/>
          <p:cNvGrpSpPr/>
          <p:nvPr/>
        </p:nvGrpSpPr>
        <p:grpSpPr>
          <a:xfrm>
            <a:off x="3339150" y="2885021"/>
            <a:ext cx="288433" cy="250178"/>
            <a:chOff x="4452900" y="861750"/>
            <a:chExt cx="489700" cy="424750"/>
          </a:xfrm>
        </p:grpSpPr>
        <p:sp>
          <p:nvSpPr>
            <p:cNvPr id="1786" name="Google Shape;1786;p43"/>
            <p:cNvSpPr/>
            <p:nvPr/>
          </p:nvSpPr>
          <p:spPr>
            <a:xfrm>
              <a:off x="4452900" y="861750"/>
              <a:ext cx="489700" cy="424750"/>
            </a:xfrm>
            <a:custGeom>
              <a:rect b="b" l="l" r="r" t="t"/>
              <a:pathLst>
                <a:path extrusionOk="0" h="16990" w="19588">
                  <a:moveTo>
                    <a:pt x="3660" y="1137"/>
                  </a:moveTo>
                  <a:cubicBezTo>
                    <a:pt x="4575" y="1137"/>
                    <a:pt x="5402" y="1687"/>
                    <a:pt x="5752" y="2532"/>
                  </a:cubicBezTo>
                  <a:cubicBezTo>
                    <a:pt x="6102" y="3380"/>
                    <a:pt x="5909" y="4353"/>
                    <a:pt x="5260" y="5002"/>
                  </a:cubicBezTo>
                  <a:cubicBezTo>
                    <a:pt x="4828" y="5434"/>
                    <a:pt x="4249" y="5664"/>
                    <a:pt x="3660" y="5664"/>
                  </a:cubicBezTo>
                  <a:cubicBezTo>
                    <a:pt x="3368" y="5664"/>
                    <a:pt x="3073" y="5607"/>
                    <a:pt x="2793" y="5491"/>
                  </a:cubicBezTo>
                  <a:cubicBezTo>
                    <a:pt x="1948" y="5141"/>
                    <a:pt x="1395" y="4317"/>
                    <a:pt x="1395" y="3402"/>
                  </a:cubicBezTo>
                  <a:cubicBezTo>
                    <a:pt x="1395" y="2149"/>
                    <a:pt x="2410" y="1137"/>
                    <a:pt x="3660" y="1137"/>
                  </a:cubicBezTo>
                  <a:close/>
                  <a:moveTo>
                    <a:pt x="10453" y="1137"/>
                  </a:moveTo>
                  <a:cubicBezTo>
                    <a:pt x="11043" y="1137"/>
                    <a:pt x="11622" y="1366"/>
                    <a:pt x="12054" y="1798"/>
                  </a:cubicBezTo>
                  <a:cubicBezTo>
                    <a:pt x="12703" y="2447"/>
                    <a:pt x="12896" y="3420"/>
                    <a:pt x="12546" y="4268"/>
                  </a:cubicBezTo>
                  <a:cubicBezTo>
                    <a:pt x="12196" y="5114"/>
                    <a:pt x="11368" y="5666"/>
                    <a:pt x="10453" y="5666"/>
                  </a:cubicBezTo>
                  <a:cubicBezTo>
                    <a:pt x="9203" y="5663"/>
                    <a:pt x="8189" y="4652"/>
                    <a:pt x="8189" y="3402"/>
                  </a:cubicBezTo>
                  <a:cubicBezTo>
                    <a:pt x="8189" y="2484"/>
                    <a:pt x="8741" y="1659"/>
                    <a:pt x="9587" y="1309"/>
                  </a:cubicBezTo>
                  <a:cubicBezTo>
                    <a:pt x="9867" y="1193"/>
                    <a:pt x="10161" y="1137"/>
                    <a:pt x="10453" y="1137"/>
                  </a:cubicBezTo>
                  <a:close/>
                  <a:moveTo>
                    <a:pt x="14983" y="9063"/>
                  </a:moveTo>
                  <a:lnTo>
                    <a:pt x="14983" y="13592"/>
                  </a:lnTo>
                  <a:lnTo>
                    <a:pt x="13850" y="13592"/>
                  </a:lnTo>
                  <a:lnTo>
                    <a:pt x="13850" y="9063"/>
                  </a:lnTo>
                  <a:close/>
                  <a:moveTo>
                    <a:pt x="18455" y="7276"/>
                  </a:moveTo>
                  <a:lnTo>
                    <a:pt x="18455" y="15377"/>
                  </a:lnTo>
                  <a:lnTo>
                    <a:pt x="16115" y="13849"/>
                  </a:lnTo>
                  <a:lnTo>
                    <a:pt x="16115" y="8803"/>
                  </a:lnTo>
                  <a:lnTo>
                    <a:pt x="18455" y="7276"/>
                  </a:lnTo>
                  <a:close/>
                  <a:moveTo>
                    <a:pt x="12153" y="6799"/>
                  </a:moveTo>
                  <a:cubicBezTo>
                    <a:pt x="12464" y="6799"/>
                    <a:pt x="12718" y="7049"/>
                    <a:pt x="12718" y="7363"/>
                  </a:cubicBezTo>
                  <a:lnTo>
                    <a:pt x="12718" y="15289"/>
                  </a:lnTo>
                  <a:cubicBezTo>
                    <a:pt x="12718" y="15603"/>
                    <a:pt x="12464" y="15857"/>
                    <a:pt x="12153" y="15857"/>
                  </a:cubicBezTo>
                  <a:lnTo>
                    <a:pt x="1963" y="15857"/>
                  </a:lnTo>
                  <a:cubicBezTo>
                    <a:pt x="1649" y="15857"/>
                    <a:pt x="1395" y="15603"/>
                    <a:pt x="1395" y="15289"/>
                  </a:cubicBezTo>
                  <a:lnTo>
                    <a:pt x="1395" y="7363"/>
                  </a:lnTo>
                  <a:cubicBezTo>
                    <a:pt x="1395" y="7049"/>
                    <a:pt x="1649" y="6799"/>
                    <a:pt x="1963" y="6799"/>
                  </a:cubicBezTo>
                  <a:close/>
                  <a:moveTo>
                    <a:pt x="3656" y="0"/>
                  </a:moveTo>
                  <a:cubicBezTo>
                    <a:pt x="3623" y="0"/>
                    <a:pt x="3590" y="1"/>
                    <a:pt x="3557" y="2"/>
                  </a:cubicBezTo>
                  <a:cubicBezTo>
                    <a:pt x="2198" y="44"/>
                    <a:pt x="997" y="889"/>
                    <a:pt x="498" y="2155"/>
                  </a:cubicBezTo>
                  <a:cubicBezTo>
                    <a:pt x="0" y="3417"/>
                    <a:pt x="305" y="4857"/>
                    <a:pt x="1271" y="5811"/>
                  </a:cubicBezTo>
                  <a:cubicBezTo>
                    <a:pt x="658" y="6086"/>
                    <a:pt x="263" y="6693"/>
                    <a:pt x="263" y="7363"/>
                  </a:cubicBezTo>
                  <a:lnTo>
                    <a:pt x="263" y="15289"/>
                  </a:lnTo>
                  <a:cubicBezTo>
                    <a:pt x="263" y="16228"/>
                    <a:pt x="1024" y="16986"/>
                    <a:pt x="1963" y="16989"/>
                  </a:cubicBezTo>
                  <a:lnTo>
                    <a:pt x="12153" y="16989"/>
                  </a:lnTo>
                  <a:cubicBezTo>
                    <a:pt x="13089" y="16986"/>
                    <a:pt x="13850" y="16228"/>
                    <a:pt x="13850" y="15289"/>
                  </a:cubicBezTo>
                  <a:lnTo>
                    <a:pt x="13850" y="14725"/>
                  </a:lnTo>
                  <a:lnTo>
                    <a:pt x="15381" y="14725"/>
                  </a:lnTo>
                  <a:lnTo>
                    <a:pt x="18712" y="16896"/>
                  </a:lnTo>
                  <a:cubicBezTo>
                    <a:pt x="18810" y="16959"/>
                    <a:pt x="18916" y="16988"/>
                    <a:pt x="19020" y="16988"/>
                  </a:cubicBezTo>
                  <a:cubicBezTo>
                    <a:pt x="19315" y="16988"/>
                    <a:pt x="19587" y="16754"/>
                    <a:pt x="19587" y="16422"/>
                  </a:cubicBezTo>
                  <a:lnTo>
                    <a:pt x="19587" y="6231"/>
                  </a:lnTo>
                  <a:cubicBezTo>
                    <a:pt x="19587" y="6023"/>
                    <a:pt x="19473" y="5832"/>
                    <a:pt x="19291" y="5733"/>
                  </a:cubicBezTo>
                  <a:cubicBezTo>
                    <a:pt x="19206" y="5687"/>
                    <a:pt x="19114" y="5664"/>
                    <a:pt x="19021" y="5664"/>
                  </a:cubicBezTo>
                  <a:cubicBezTo>
                    <a:pt x="18913" y="5664"/>
                    <a:pt x="18806" y="5695"/>
                    <a:pt x="18712" y="5757"/>
                  </a:cubicBezTo>
                  <a:lnTo>
                    <a:pt x="15381" y="7931"/>
                  </a:lnTo>
                  <a:lnTo>
                    <a:pt x="13850" y="7931"/>
                  </a:lnTo>
                  <a:lnTo>
                    <a:pt x="13850" y="7363"/>
                  </a:lnTo>
                  <a:cubicBezTo>
                    <a:pt x="13850" y="6693"/>
                    <a:pt x="13455" y="6086"/>
                    <a:pt x="12842" y="5811"/>
                  </a:cubicBezTo>
                  <a:cubicBezTo>
                    <a:pt x="13808" y="4857"/>
                    <a:pt x="14113" y="3417"/>
                    <a:pt x="13615" y="2155"/>
                  </a:cubicBezTo>
                  <a:cubicBezTo>
                    <a:pt x="13117" y="889"/>
                    <a:pt x="11915" y="44"/>
                    <a:pt x="10556" y="2"/>
                  </a:cubicBezTo>
                  <a:cubicBezTo>
                    <a:pt x="10523" y="1"/>
                    <a:pt x="10490" y="0"/>
                    <a:pt x="10457" y="0"/>
                  </a:cubicBezTo>
                  <a:cubicBezTo>
                    <a:pt x="9137" y="0"/>
                    <a:pt x="7933" y="763"/>
                    <a:pt x="7374" y="1967"/>
                  </a:cubicBezTo>
                  <a:cubicBezTo>
                    <a:pt x="6800" y="3199"/>
                    <a:pt x="7017" y="4652"/>
                    <a:pt x="7926" y="5666"/>
                  </a:cubicBezTo>
                  <a:lnTo>
                    <a:pt x="6190" y="5666"/>
                  </a:lnTo>
                  <a:cubicBezTo>
                    <a:pt x="7096" y="4652"/>
                    <a:pt x="7313" y="3199"/>
                    <a:pt x="6740" y="1967"/>
                  </a:cubicBezTo>
                  <a:cubicBezTo>
                    <a:pt x="6180" y="763"/>
                    <a:pt x="4976" y="0"/>
                    <a:pt x="365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787" name="Google Shape;1787;p43"/>
            <p:cNvSpPr/>
            <p:nvPr/>
          </p:nvSpPr>
          <p:spPr>
            <a:xfrm>
              <a:off x="4572675" y="1074100"/>
              <a:ext cx="115375" cy="141625"/>
            </a:xfrm>
            <a:custGeom>
              <a:rect b="b" l="l" r="r" t="t"/>
              <a:pathLst>
                <a:path extrusionOk="0" h="5665" w="4615">
                  <a:moveTo>
                    <a:pt x="1133" y="1626"/>
                  </a:moveTo>
                  <a:lnTo>
                    <a:pt x="2945" y="2834"/>
                  </a:lnTo>
                  <a:lnTo>
                    <a:pt x="1133" y="4041"/>
                  </a:lnTo>
                  <a:lnTo>
                    <a:pt x="1133" y="1626"/>
                  </a:lnTo>
                  <a:close/>
                  <a:moveTo>
                    <a:pt x="569" y="1"/>
                  </a:moveTo>
                  <a:cubicBezTo>
                    <a:pt x="274" y="1"/>
                    <a:pt x="1" y="236"/>
                    <a:pt x="1" y="569"/>
                  </a:cubicBezTo>
                  <a:lnTo>
                    <a:pt x="1" y="5098"/>
                  </a:lnTo>
                  <a:cubicBezTo>
                    <a:pt x="1" y="5430"/>
                    <a:pt x="275" y="5665"/>
                    <a:pt x="571" y="5665"/>
                  </a:cubicBezTo>
                  <a:cubicBezTo>
                    <a:pt x="676" y="5665"/>
                    <a:pt x="784" y="5635"/>
                    <a:pt x="883" y="5569"/>
                  </a:cubicBezTo>
                  <a:lnTo>
                    <a:pt x="4280" y="3305"/>
                  </a:lnTo>
                  <a:cubicBezTo>
                    <a:pt x="4615" y="3078"/>
                    <a:pt x="4615" y="2583"/>
                    <a:pt x="4280" y="2360"/>
                  </a:cubicBezTo>
                  <a:lnTo>
                    <a:pt x="4280" y="2363"/>
                  </a:lnTo>
                  <a:lnTo>
                    <a:pt x="883" y="98"/>
                  </a:lnTo>
                  <a:cubicBezTo>
                    <a:pt x="783" y="31"/>
                    <a:pt x="674" y="1"/>
                    <a:pt x="56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788" name="Google Shape;1788;p43"/>
            <p:cNvSpPr/>
            <p:nvPr/>
          </p:nvSpPr>
          <p:spPr>
            <a:xfrm>
              <a:off x="4714225" y="1060000"/>
              <a:ext cx="28325" cy="28350"/>
            </a:xfrm>
            <a:custGeom>
              <a:rect b="b" l="l" r="r" t="t"/>
              <a:pathLst>
                <a:path extrusionOk="0" h="1134" w="1133">
                  <a:moveTo>
                    <a:pt x="568" y="1"/>
                  </a:moveTo>
                  <a:cubicBezTo>
                    <a:pt x="254" y="1"/>
                    <a:pt x="0" y="251"/>
                    <a:pt x="0" y="565"/>
                  </a:cubicBezTo>
                  <a:cubicBezTo>
                    <a:pt x="0" y="879"/>
                    <a:pt x="254" y="1133"/>
                    <a:pt x="568" y="1133"/>
                  </a:cubicBezTo>
                  <a:cubicBezTo>
                    <a:pt x="879" y="1133"/>
                    <a:pt x="1133" y="879"/>
                    <a:pt x="1133" y="565"/>
                  </a:cubicBezTo>
                  <a:cubicBezTo>
                    <a:pt x="1133" y="251"/>
                    <a:pt x="879" y="1"/>
                    <a:pt x="56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1789" name="Google Shape;1789;p43"/>
          <p:cNvGrpSpPr/>
          <p:nvPr/>
        </p:nvGrpSpPr>
        <p:grpSpPr>
          <a:xfrm>
            <a:off x="3769153" y="2867837"/>
            <a:ext cx="297504" cy="284546"/>
            <a:chOff x="5049750" y="832600"/>
            <a:chExt cx="505100" cy="483100"/>
          </a:xfrm>
        </p:grpSpPr>
        <p:sp>
          <p:nvSpPr>
            <p:cNvPr id="1790" name="Google Shape;1790;p43"/>
            <p:cNvSpPr/>
            <p:nvPr/>
          </p:nvSpPr>
          <p:spPr>
            <a:xfrm>
              <a:off x="5049750" y="832600"/>
              <a:ext cx="505100" cy="483100"/>
            </a:xfrm>
            <a:custGeom>
              <a:rect b="b" l="l" r="r" t="t"/>
              <a:pathLst>
                <a:path extrusionOk="0" h="19324" w="20204">
                  <a:moveTo>
                    <a:pt x="12136" y="1129"/>
                  </a:moveTo>
                  <a:cubicBezTo>
                    <a:pt x="13730" y="1129"/>
                    <a:pt x="15325" y="1737"/>
                    <a:pt x="16538" y="2952"/>
                  </a:cubicBezTo>
                  <a:cubicBezTo>
                    <a:pt x="18969" y="5383"/>
                    <a:pt x="18969" y="9323"/>
                    <a:pt x="16538" y="11757"/>
                  </a:cubicBezTo>
                  <a:cubicBezTo>
                    <a:pt x="15341" y="12950"/>
                    <a:pt x="13747" y="13579"/>
                    <a:pt x="12129" y="13579"/>
                  </a:cubicBezTo>
                  <a:cubicBezTo>
                    <a:pt x="11233" y="13579"/>
                    <a:pt x="10329" y="13386"/>
                    <a:pt x="9482" y="12989"/>
                  </a:cubicBezTo>
                  <a:cubicBezTo>
                    <a:pt x="9461" y="12980"/>
                    <a:pt x="9440" y="12968"/>
                    <a:pt x="9419" y="12959"/>
                  </a:cubicBezTo>
                  <a:cubicBezTo>
                    <a:pt x="8794" y="12657"/>
                    <a:pt x="8223" y="12249"/>
                    <a:pt x="7734" y="11757"/>
                  </a:cubicBezTo>
                  <a:cubicBezTo>
                    <a:pt x="5306" y="9329"/>
                    <a:pt x="5306" y="5380"/>
                    <a:pt x="7734" y="2952"/>
                  </a:cubicBezTo>
                  <a:cubicBezTo>
                    <a:pt x="8948" y="1737"/>
                    <a:pt x="10542" y="1129"/>
                    <a:pt x="12136" y="1129"/>
                  </a:cubicBezTo>
                  <a:close/>
                  <a:moveTo>
                    <a:pt x="5871" y="11216"/>
                  </a:moveTo>
                  <a:cubicBezTo>
                    <a:pt x="6475" y="12195"/>
                    <a:pt x="7296" y="13016"/>
                    <a:pt x="8271" y="13620"/>
                  </a:cubicBezTo>
                  <a:lnTo>
                    <a:pt x="7734" y="14160"/>
                  </a:lnTo>
                  <a:cubicBezTo>
                    <a:pt x="7622" y="14271"/>
                    <a:pt x="7477" y="14326"/>
                    <a:pt x="7332" y="14326"/>
                  </a:cubicBezTo>
                  <a:cubicBezTo>
                    <a:pt x="7188" y="14326"/>
                    <a:pt x="7044" y="14271"/>
                    <a:pt x="6934" y="14160"/>
                  </a:cubicBezTo>
                  <a:lnTo>
                    <a:pt x="5330" y="12557"/>
                  </a:lnTo>
                  <a:cubicBezTo>
                    <a:pt x="5110" y="12337"/>
                    <a:pt x="5110" y="11977"/>
                    <a:pt x="5330" y="11757"/>
                  </a:cubicBezTo>
                  <a:lnTo>
                    <a:pt x="5871" y="11216"/>
                  </a:lnTo>
                  <a:close/>
                  <a:moveTo>
                    <a:pt x="4932" y="13762"/>
                  </a:moveTo>
                  <a:lnTo>
                    <a:pt x="5732" y="14562"/>
                  </a:lnTo>
                  <a:lnTo>
                    <a:pt x="4932" y="15362"/>
                  </a:lnTo>
                  <a:lnTo>
                    <a:pt x="4131" y="14562"/>
                  </a:lnTo>
                  <a:lnTo>
                    <a:pt x="4932" y="13762"/>
                  </a:lnTo>
                  <a:close/>
                  <a:moveTo>
                    <a:pt x="3328" y="15362"/>
                  </a:moveTo>
                  <a:lnTo>
                    <a:pt x="4128" y="16162"/>
                  </a:lnTo>
                  <a:lnTo>
                    <a:pt x="2268" y="18025"/>
                  </a:lnTo>
                  <a:cubicBezTo>
                    <a:pt x="2157" y="18135"/>
                    <a:pt x="2013" y="18190"/>
                    <a:pt x="1868" y="18190"/>
                  </a:cubicBezTo>
                  <a:cubicBezTo>
                    <a:pt x="1723" y="18190"/>
                    <a:pt x="1577" y="18134"/>
                    <a:pt x="1465" y="18022"/>
                  </a:cubicBezTo>
                  <a:cubicBezTo>
                    <a:pt x="1245" y="17802"/>
                    <a:pt x="1245" y="17443"/>
                    <a:pt x="1465" y="17222"/>
                  </a:cubicBezTo>
                  <a:lnTo>
                    <a:pt x="3328" y="15362"/>
                  </a:lnTo>
                  <a:close/>
                  <a:moveTo>
                    <a:pt x="12135" y="1"/>
                  </a:moveTo>
                  <a:cubicBezTo>
                    <a:pt x="10250" y="1"/>
                    <a:pt x="8365" y="718"/>
                    <a:pt x="6931" y="2152"/>
                  </a:cubicBezTo>
                  <a:cubicBezTo>
                    <a:pt x="4769" y="4311"/>
                    <a:pt x="4237" y="7493"/>
                    <a:pt x="5330" y="10157"/>
                  </a:cubicBezTo>
                  <a:lnTo>
                    <a:pt x="4527" y="10957"/>
                  </a:lnTo>
                  <a:cubicBezTo>
                    <a:pt x="4020" y="11467"/>
                    <a:pt x="3887" y="12240"/>
                    <a:pt x="4198" y="12892"/>
                  </a:cubicBezTo>
                  <a:lnTo>
                    <a:pt x="665" y="16422"/>
                  </a:lnTo>
                  <a:cubicBezTo>
                    <a:pt x="1" y="17086"/>
                    <a:pt x="1" y="18161"/>
                    <a:pt x="665" y="18825"/>
                  </a:cubicBezTo>
                  <a:cubicBezTo>
                    <a:pt x="996" y="19158"/>
                    <a:pt x="1431" y="19324"/>
                    <a:pt x="1865" y="19324"/>
                  </a:cubicBezTo>
                  <a:cubicBezTo>
                    <a:pt x="2300" y="19324"/>
                    <a:pt x="2735" y="19158"/>
                    <a:pt x="3066" y="18825"/>
                  </a:cubicBezTo>
                  <a:lnTo>
                    <a:pt x="6598" y="15293"/>
                  </a:lnTo>
                  <a:cubicBezTo>
                    <a:pt x="6831" y="15403"/>
                    <a:pt x="7081" y="15457"/>
                    <a:pt x="7328" y="15457"/>
                  </a:cubicBezTo>
                  <a:cubicBezTo>
                    <a:pt x="7770" y="15457"/>
                    <a:pt x="8206" y="15286"/>
                    <a:pt x="8531" y="14961"/>
                  </a:cubicBezTo>
                  <a:lnTo>
                    <a:pt x="9331" y="14163"/>
                  </a:lnTo>
                  <a:cubicBezTo>
                    <a:pt x="10241" y="14538"/>
                    <a:pt x="11190" y="14717"/>
                    <a:pt x="12127" y="14717"/>
                  </a:cubicBezTo>
                  <a:cubicBezTo>
                    <a:pt x="14530" y="14717"/>
                    <a:pt x="16858" y="13537"/>
                    <a:pt x="18256" y="11437"/>
                  </a:cubicBezTo>
                  <a:cubicBezTo>
                    <a:pt x="20204" y="8520"/>
                    <a:pt x="19821" y="4631"/>
                    <a:pt x="17342" y="2152"/>
                  </a:cubicBezTo>
                  <a:cubicBezTo>
                    <a:pt x="15906" y="718"/>
                    <a:pt x="14020" y="1"/>
                    <a:pt x="1213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791" name="Google Shape;1791;p43"/>
            <p:cNvSpPr/>
            <p:nvPr/>
          </p:nvSpPr>
          <p:spPr>
            <a:xfrm>
              <a:off x="5216725" y="889175"/>
              <a:ext cx="276000" cy="254400"/>
            </a:xfrm>
            <a:custGeom>
              <a:rect b="b" l="l" r="r" t="t"/>
              <a:pathLst>
                <a:path extrusionOk="0" h="10176" w="11040">
                  <a:moveTo>
                    <a:pt x="5456" y="1133"/>
                  </a:moveTo>
                  <a:cubicBezTo>
                    <a:pt x="6487" y="1133"/>
                    <a:pt x="7500" y="1535"/>
                    <a:pt x="8259" y="2293"/>
                  </a:cubicBezTo>
                  <a:cubicBezTo>
                    <a:pt x="9802" y="3839"/>
                    <a:pt x="9802" y="6348"/>
                    <a:pt x="8259" y="7897"/>
                  </a:cubicBezTo>
                  <a:cubicBezTo>
                    <a:pt x="7501" y="8653"/>
                    <a:pt x="6489" y="9055"/>
                    <a:pt x="5460" y="9055"/>
                  </a:cubicBezTo>
                  <a:cubicBezTo>
                    <a:pt x="4948" y="9055"/>
                    <a:pt x="4433" y="8956"/>
                    <a:pt x="3941" y="8751"/>
                  </a:cubicBezTo>
                  <a:cubicBezTo>
                    <a:pt x="2462" y="8138"/>
                    <a:pt x="1499" y="6695"/>
                    <a:pt x="1499" y="5095"/>
                  </a:cubicBezTo>
                  <a:cubicBezTo>
                    <a:pt x="1499" y="3491"/>
                    <a:pt x="2462" y="2048"/>
                    <a:pt x="3941" y="1435"/>
                  </a:cubicBezTo>
                  <a:cubicBezTo>
                    <a:pt x="4431" y="1232"/>
                    <a:pt x="4946" y="1133"/>
                    <a:pt x="5456" y="1133"/>
                  </a:cubicBezTo>
                  <a:close/>
                  <a:moveTo>
                    <a:pt x="5468" y="1"/>
                  </a:moveTo>
                  <a:cubicBezTo>
                    <a:pt x="5465" y="1"/>
                    <a:pt x="5461" y="1"/>
                    <a:pt x="5457" y="1"/>
                  </a:cubicBezTo>
                  <a:cubicBezTo>
                    <a:pt x="3029" y="4"/>
                    <a:pt x="943" y="1719"/>
                    <a:pt x="472" y="4098"/>
                  </a:cubicBezTo>
                  <a:cubicBezTo>
                    <a:pt x="1" y="6481"/>
                    <a:pt x="1275" y="8860"/>
                    <a:pt x="3519" y="9787"/>
                  </a:cubicBezTo>
                  <a:cubicBezTo>
                    <a:pt x="4151" y="10049"/>
                    <a:pt x="4811" y="10175"/>
                    <a:pt x="5463" y="10175"/>
                  </a:cubicBezTo>
                  <a:cubicBezTo>
                    <a:pt x="7120" y="10175"/>
                    <a:pt x="8725" y="9362"/>
                    <a:pt x="9693" y="7912"/>
                  </a:cubicBezTo>
                  <a:cubicBezTo>
                    <a:pt x="11040" y="5895"/>
                    <a:pt x="10774" y="3207"/>
                    <a:pt x="9059" y="1492"/>
                  </a:cubicBezTo>
                  <a:cubicBezTo>
                    <a:pt x="8108" y="535"/>
                    <a:pt x="6814" y="1"/>
                    <a:pt x="546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1792" name="Google Shape;1792;p43"/>
          <p:cNvSpPr/>
          <p:nvPr/>
        </p:nvSpPr>
        <p:spPr>
          <a:xfrm>
            <a:off x="4211147" y="2888437"/>
            <a:ext cx="285842" cy="243345"/>
          </a:xfrm>
          <a:custGeom>
            <a:rect b="b" l="l" r="r" t="t"/>
            <a:pathLst>
              <a:path extrusionOk="0" h="16526" w="19412">
                <a:moveTo>
                  <a:pt x="8421" y="4128"/>
                </a:moveTo>
                <a:lnTo>
                  <a:pt x="8421" y="6791"/>
                </a:lnTo>
                <a:lnTo>
                  <a:pt x="5302" y="6791"/>
                </a:lnTo>
                <a:lnTo>
                  <a:pt x="4511" y="4128"/>
                </a:lnTo>
                <a:close/>
                <a:moveTo>
                  <a:pt x="12661" y="4131"/>
                </a:moveTo>
                <a:lnTo>
                  <a:pt x="12661" y="6791"/>
                </a:lnTo>
                <a:lnTo>
                  <a:pt x="9554" y="6791"/>
                </a:lnTo>
                <a:lnTo>
                  <a:pt x="9554" y="4131"/>
                </a:lnTo>
                <a:close/>
                <a:moveTo>
                  <a:pt x="17999" y="4131"/>
                </a:moveTo>
                <a:lnTo>
                  <a:pt x="17208" y="6791"/>
                </a:lnTo>
                <a:lnTo>
                  <a:pt x="13793" y="6791"/>
                </a:lnTo>
                <a:lnTo>
                  <a:pt x="13793" y="4131"/>
                </a:lnTo>
                <a:close/>
                <a:moveTo>
                  <a:pt x="8421" y="7923"/>
                </a:moveTo>
                <a:lnTo>
                  <a:pt x="8421" y="10583"/>
                </a:lnTo>
                <a:lnTo>
                  <a:pt x="6432" y="10583"/>
                </a:lnTo>
                <a:lnTo>
                  <a:pt x="5640" y="7923"/>
                </a:lnTo>
                <a:close/>
                <a:moveTo>
                  <a:pt x="12661" y="7923"/>
                </a:moveTo>
                <a:lnTo>
                  <a:pt x="12661" y="10583"/>
                </a:lnTo>
                <a:lnTo>
                  <a:pt x="9554" y="10583"/>
                </a:lnTo>
                <a:lnTo>
                  <a:pt x="9554" y="7923"/>
                </a:lnTo>
                <a:close/>
                <a:moveTo>
                  <a:pt x="16873" y="7923"/>
                </a:moveTo>
                <a:lnTo>
                  <a:pt x="16076" y="10583"/>
                </a:lnTo>
                <a:lnTo>
                  <a:pt x="13793" y="10583"/>
                </a:lnTo>
                <a:lnTo>
                  <a:pt x="13793" y="7923"/>
                </a:lnTo>
                <a:close/>
                <a:moveTo>
                  <a:pt x="7935" y="13570"/>
                </a:moveTo>
                <a:cubicBezTo>
                  <a:pt x="8744" y="13570"/>
                  <a:pt x="9152" y="14551"/>
                  <a:pt x="8578" y="15125"/>
                </a:cubicBezTo>
                <a:cubicBezTo>
                  <a:pt x="8393" y="15310"/>
                  <a:pt x="8165" y="15393"/>
                  <a:pt x="7941" y="15393"/>
                </a:cubicBezTo>
                <a:cubicBezTo>
                  <a:pt x="7473" y="15393"/>
                  <a:pt x="7023" y="15029"/>
                  <a:pt x="7023" y="14482"/>
                </a:cubicBezTo>
                <a:cubicBezTo>
                  <a:pt x="7023" y="13977"/>
                  <a:pt x="7431" y="13573"/>
                  <a:pt x="7932" y="13570"/>
                </a:cubicBezTo>
                <a:close/>
                <a:moveTo>
                  <a:pt x="14910" y="13570"/>
                </a:moveTo>
                <a:cubicBezTo>
                  <a:pt x="15719" y="13570"/>
                  <a:pt x="16127" y="14551"/>
                  <a:pt x="15553" y="15125"/>
                </a:cubicBezTo>
                <a:cubicBezTo>
                  <a:pt x="15368" y="15310"/>
                  <a:pt x="15140" y="15393"/>
                  <a:pt x="14916" y="15393"/>
                </a:cubicBezTo>
                <a:cubicBezTo>
                  <a:pt x="14448" y="15393"/>
                  <a:pt x="13998" y="15029"/>
                  <a:pt x="13998" y="14482"/>
                </a:cubicBezTo>
                <a:cubicBezTo>
                  <a:pt x="13998" y="13977"/>
                  <a:pt x="14406" y="13570"/>
                  <a:pt x="14910" y="13570"/>
                </a:cubicBezTo>
                <a:close/>
                <a:moveTo>
                  <a:pt x="568" y="0"/>
                </a:moveTo>
                <a:cubicBezTo>
                  <a:pt x="254" y="0"/>
                  <a:pt x="0" y="254"/>
                  <a:pt x="0" y="565"/>
                </a:cubicBezTo>
                <a:cubicBezTo>
                  <a:pt x="0" y="879"/>
                  <a:pt x="254" y="1133"/>
                  <a:pt x="568" y="1133"/>
                </a:cubicBezTo>
                <a:lnTo>
                  <a:pt x="2437" y="1133"/>
                </a:lnTo>
                <a:lnTo>
                  <a:pt x="3204" y="3714"/>
                </a:lnTo>
                <a:cubicBezTo>
                  <a:pt x="3207" y="3720"/>
                  <a:pt x="3210" y="3729"/>
                  <a:pt x="3213" y="3738"/>
                </a:cubicBezTo>
                <a:lnTo>
                  <a:pt x="5251" y="10589"/>
                </a:lnTo>
                <a:cubicBezTo>
                  <a:pt x="4052" y="10671"/>
                  <a:pt x="3131" y="11685"/>
                  <a:pt x="3171" y="12887"/>
                </a:cubicBezTo>
                <a:cubicBezTo>
                  <a:pt x="3210" y="14089"/>
                  <a:pt x="4194" y="15043"/>
                  <a:pt x="5396" y="15046"/>
                </a:cubicBezTo>
                <a:lnTo>
                  <a:pt x="5970" y="15046"/>
                </a:lnTo>
                <a:cubicBezTo>
                  <a:pt x="6220" y="15922"/>
                  <a:pt x="7020" y="16526"/>
                  <a:pt x="7932" y="16526"/>
                </a:cubicBezTo>
                <a:cubicBezTo>
                  <a:pt x="8841" y="16526"/>
                  <a:pt x="9641" y="15922"/>
                  <a:pt x="9895" y="15046"/>
                </a:cubicBezTo>
                <a:lnTo>
                  <a:pt x="12947" y="15046"/>
                </a:lnTo>
                <a:cubicBezTo>
                  <a:pt x="13198" y="15922"/>
                  <a:pt x="13998" y="16523"/>
                  <a:pt x="14910" y="16523"/>
                </a:cubicBezTo>
                <a:cubicBezTo>
                  <a:pt x="15819" y="16523"/>
                  <a:pt x="16619" y="15922"/>
                  <a:pt x="16873" y="15046"/>
                </a:cubicBezTo>
                <a:lnTo>
                  <a:pt x="17616" y="15046"/>
                </a:lnTo>
                <a:cubicBezTo>
                  <a:pt x="17927" y="15046"/>
                  <a:pt x="18180" y="14793"/>
                  <a:pt x="18180" y="14482"/>
                </a:cubicBezTo>
                <a:cubicBezTo>
                  <a:pt x="18180" y="14167"/>
                  <a:pt x="17927" y="13914"/>
                  <a:pt x="17616" y="13914"/>
                </a:cubicBezTo>
                <a:lnTo>
                  <a:pt x="16873" y="13914"/>
                </a:lnTo>
                <a:cubicBezTo>
                  <a:pt x="16619" y="13041"/>
                  <a:pt x="15819" y="12437"/>
                  <a:pt x="14910" y="12437"/>
                </a:cubicBezTo>
                <a:cubicBezTo>
                  <a:pt x="13998" y="12437"/>
                  <a:pt x="13198" y="13041"/>
                  <a:pt x="12947" y="13914"/>
                </a:cubicBezTo>
                <a:lnTo>
                  <a:pt x="9895" y="13914"/>
                </a:lnTo>
                <a:cubicBezTo>
                  <a:pt x="9644" y="13038"/>
                  <a:pt x="8844" y="12437"/>
                  <a:pt x="7932" y="12437"/>
                </a:cubicBezTo>
                <a:cubicBezTo>
                  <a:pt x="7023" y="12437"/>
                  <a:pt x="6223" y="13038"/>
                  <a:pt x="5970" y="13914"/>
                </a:cubicBezTo>
                <a:lnTo>
                  <a:pt x="5399" y="13914"/>
                </a:lnTo>
                <a:cubicBezTo>
                  <a:pt x="4798" y="13905"/>
                  <a:pt x="4318" y="13416"/>
                  <a:pt x="4318" y="12815"/>
                </a:cubicBezTo>
                <a:cubicBezTo>
                  <a:pt x="4318" y="12217"/>
                  <a:pt x="4798" y="11728"/>
                  <a:pt x="5399" y="11716"/>
                </a:cubicBezTo>
                <a:lnTo>
                  <a:pt x="16501" y="11716"/>
                </a:lnTo>
                <a:cubicBezTo>
                  <a:pt x="16752" y="11716"/>
                  <a:pt x="16972" y="11553"/>
                  <a:pt x="17045" y="11311"/>
                </a:cubicBezTo>
                <a:lnTo>
                  <a:pt x="19303" y="3726"/>
                </a:lnTo>
                <a:cubicBezTo>
                  <a:pt x="19412" y="3362"/>
                  <a:pt x="19140" y="2999"/>
                  <a:pt x="18765" y="2999"/>
                </a:cubicBezTo>
                <a:cubicBezTo>
                  <a:pt x="18763" y="2999"/>
                  <a:pt x="18761" y="2999"/>
                  <a:pt x="18760" y="2999"/>
                </a:cubicBezTo>
                <a:lnTo>
                  <a:pt x="4173" y="2999"/>
                </a:lnTo>
                <a:lnTo>
                  <a:pt x="3400" y="405"/>
                </a:lnTo>
                <a:cubicBezTo>
                  <a:pt x="3328" y="163"/>
                  <a:pt x="3107" y="0"/>
                  <a:pt x="285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1793" name="Google Shape;1793;p43"/>
          <p:cNvGrpSpPr/>
          <p:nvPr/>
        </p:nvGrpSpPr>
        <p:grpSpPr>
          <a:xfrm>
            <a:off x="4664670" y="2867830"/>
            <a:ext cx="250119" cy="284561"/>
            <a:chOff x="6272100" y="832575"/>
            <a:chExt cx="424650" cy="483125"/>
          </a:xfrm>
        </p:grpSpPr>
        <p:sp>
          <p:nvSpPr>
            <p:cNvPr id="1794" name="Google Shape;1794;p43"/>
            <p:cNvSpPr/>
            <p:nvPr/>
          </p:nvSpPr>
          <p:spPr>
            <a:xfrm>
              <a:off x="6272100" y="832575"/>
              <a:ext cx="424650" cy="483125"/>
            </a:xfrm>
            <a:custGeom>
              <a:rect b="b" l="l" r="r" t="t"/>
              <a:pathLst>
                <a:path extrusionOk="0" h="19325" w="16986">
                  <a:moveTo>
                    <a:pt x="2265" y="6537"/>
                  </a:moveTo>
                  <a:lnTo>
                    <a:pt x="2265" y="8334"/>
                  </a:lnTo>
                  <a:lnTo>
                    <a:pt x="1366" y="7437"/>
                  </a:lnTo>
                  <a:lnTo>
                    <a:pt x="2265" y="6537"/>
                  </a:lnTo>
                  <a:close/>
                  <a:moveTo>
                    <a:pt x="14721" y="6537"/>
                  </a:moveTo>
                  <a:lnTo>
                    <a:pt x="15617" y="7437"/>
                  </a:lnTo>
                  <a:lnTo>
                    <a:pt x="14721" y="8334"/>
                  </a:lnTo>
                  <a:lnTo>
                    <a:pt x="14721" y="6537"/>
                  </a:lnTo>
                  <a:close/>
                  <a:moveTo>
                    <a:pt x="13588" y="1132"/>
                  </a:moveTo>
                  <a:lnTo>
                    <a:pt x="13588" y="9466"/>
                  </a:lnTo>
                  <a:lnTo>
                    <a:pt x="10521" y="12531"/>
                  </a:lnTo>
                  <a:lnTo>
                    <a:pt x="6462" y="12531"/>
                  </a:lnTo>
                  <a:lnTo>
                    <a:pt x="3398" y="9466"/>
                  </a:lnTo>
                  <a:lnTo>
                    <a:pt x="3398" y="1132"/>
                  </a:lnTo>
                  <a:close/>
                  <a:moveTo>
                    <a:pt x="1133" y="8802"/>
                  </a:moveTo>
                  <a:lnTo>
                    <a:pt x="5427" y="13099"/>
                  </a:lnTo>
                  <a:lnTo>
                    <a:pt x="1133" y="17392"/>
                  </a:lnTo>
                  <a:lnTo>
                    <a:pt x="1133" y="8802"/>
                  </a:lnTo>
                  <a:close/>
                  <a:moveTo>
                    <a:pt x="15853" y="8802"/>
                  </a:moveTo>
                  <a:lnTo>
                    <a:pt x="15853" y="17392"/>
                  </a:lnTo>
                  <a:lnTo>
                    <a:pt x="11556" y="13099"/>
                  </a:lnTo>
                  <a:lnTo>
                    <a:pt x="15853" y="8802"/>
                  </a:lnTo>
                  <a:close/>
                  <a:moveTo>
                    <a:pt x="10521" y="13663"/>
                  </a:moveTo>
                  <a:lnTo>
                    <a:pt x="15050" y="18192"/>
                  </a:lnTo>
                  <a:lnTo>
                    <a:pt x="1933" y="18192"/>
                  </a:lnTo>
                  <a:lnTo>
                    <a:pt x="6462" y="13663"/>
                  </a:lnTo>
                  <a:close/>
                  <a:moveTo>
                    <a:pt x="2830" y="0"/>
                  </a:moveTo>
                  <a:cubicBezTo>
                    <a:pt x="2516" y="0"/>
                    <a:pt x="2265" y="254"/>
                    <a:pt x="2265" y="568"/>
                  </a:cubicBezTo>
                  <a:lnTo>
                    <a:pt x="2265" y="4937"/>
                  </a:lnTo>
                  <a:lnTo>
                    <a:pt x="164" y="7036"/>
                  </a:lnTo>
                  <a:lnTo>
                    <a:pt x="161" y="7042"/>
                  </a:lnTo>
                  <a:cubicBezTo>
                    <a:pt x="152" y="7051"/>
                    <a:pt x="143" y="7063"/>
                    <a:pt x="134" y="7072"/>
                  </a:cubicBezTo>
                  <a:lnTo>
                    <a:pt x="125" y="7084"/>
                  </a:lnTo>
                  <a:cubicBezTo>
                    <a:pt x="112" y="7096"/>
                    <a:pt x="103" y="7108"/>
                    <a:pt x="94" y="7120"/>
                  </a:cubicBezTo>
                  <a:cubicBezTo>
                    <a:pt x="91" y="7126"/>
                    <a:pt x="88" y="7129"/>
                    <a:pt x="85" y="7132"/>
                  </a:cubicBezTo>
                  <a:cubicBezTo>
                    <a:pt x="85" y="7138"/>
                    <a:pt x="73" y="7153"/>
                    <a:pt x="70" y="7162"/>
                  </a:cubicBezTo>
                  <a:cubicBezTo>
                    <a:pt x="64" y="7171"/>
                    <a:pt x="61" y="7174"/>
                    <a:pt x="58" y="7180"/>
                  </a:cubicBezTo>
                  <a:cubicBezTo>
                    <a:pt x="55" y="7186"/>
                    <a:pt x="52" y="7199"/>
                    <a:pt x="46" y="7208"/>
                  </a:cubicBezTo>
                  <a:cubicBezTo>
                    <a:pt x="43" y="7217"/>
                    <a:pt x="40" y="7220"/>
                    <a:pt x="40" y="7226"/>
                  </a:cubicBezTo>
                  <a:cubicBezTo>
                    <a:pt x="34" y="7241"/>
                    <a:pt x="28" y="7256"/>
                    <a:pt x="25" y="7271"/>
                  </a:cubicBezTo>
                  <a:cubicBezTo>
                    <a:pt x="25" y="7274"/>
                    <a:pt x="22" y="7280"/>
                    <a:pt x="19" y="7283"/>
                  </a:cubicBezTo>
                  <a:cubicBezTo>
                    <a:pt x="16" y="7295"/>
                    <a:pt x="13" y="7307"/>
                    <a:pt x="13" y="7319"/>
                  </a:cubicBezTo>
                  <a:cubicBezTo>
                    <a:pt x="13" y="7325"/>
                    <a:pt x="10" y="7331"/>
                    <a:pt x="10" y="7334"/>
                  </a:cubicBezTo>
                  <a:cubicBezTo>
                    <a:pt x="7" y="7340"/>
                    <a:pt x="4" y="7359"/>
                    <a:pt x="4" y="7371"/>
                  </a:cubicBezTo>
                  <a:lnTo>
                    <a:pt x="4" y="7386"/>
                  </a:lnTo>
                  <a:cubicBezTo>
                    <a:pt x="4" y="7401"/>
                    <a:pt x="1" y="7416"/>
                    <a:pt x="1" y="7434"/>
                  </a:cubicBezTo>
                  <a:lnTo>
                    <a:pt x="1" y="17625"/>
                  </a:lnTo>
                  <a:cubicBezTo>
                    <a:pt x="1" y="18063"/>
                    <a:pt x="170" y="18482"/>
                    <a:pt x="475" y="18799"/>
                  </a:cubicBezTo>
                  <a:cubicBezTo>
                    <a:pt x="481" y="18808"/>
                    <a:pt x="490" y="18817"/>
                    <a:pt x="499" y="18826"/>
                  </a:cubicBezTo>
                  <a:cubicBezTo>
                    <a:pt x="508" y="18833"/>
                    <a:pt x="517" y="18842"/>
                    <a:pt x="526" y="18851"/>
                  </a:cubicBezTo>
                  <a:cubicBezTo>
                    <a:pt x="840" y="19156"/>
                    <a:pt x="1260" y="19325"/>
                    <a:pt x="1698" y="19325"/>
                  </a:cubicBezTo>
                  <a:lnTo>
                    <a:pt x="15285" y="19325"/>
                  </a:lnTo>
                  <a:cubicBezTo>
                    <a:pt x="15723" y="19325"/>
                    <a:pt x="16143" y="19156"/>
                    <a:pt x="16460" y="18854"/>
                  </a:cubicBezTo>
                  <a:cubicBezTo>
                    <a:pt x="16469" y="18845"/>
                    <a:pt x="16478" y="18836"/>
                    <a:pt x="16487" y="18826"/>
                  </a:cubicBezTo>
                  <a:cubicBezTo>
                    <a:pt x="16496" y="18817"/>
                    <a:pt x="16502" y="18808"/>
                    <a:pt x="16511" y="18799"/>
                  </a:cubicBezTo>
                  <a:cubicBezTo>
                    <a:pt x="16816" y="18485"/>
                    <a:pt x="16985" y="18063"/>
                    <a:pt x="16985" y="17628"/>
                  </a:cubicBezTo>
                  <a:lnTo>
                    <a:pt x="16985" y="7437"/>
                  </a:lnTo>
                  <a:cubicBezTo>
                    <a:pt x="16985" y="7419"/>
                    <a:pt x="16985" y="7404"/>
                    <a:pt x="16982" y="7389"/>
                  </a:cubicBezTo>
                  <a:lnTo>
                    <a:pt x="16982" y="7371"/>
                  </a:lnTo>
                  <a:cubicBezTo>
                    <a:pt x="16982" y="7362"/>
                    <a:pt x="16979" y="7350"/>
                    <a:pt x="16976" y="7337"/>
                  </a:cubicBezTo>
                  <a:cubicBezTo>
                    <a:pt x="16973" y="7328"/>
                    <a:pt x="16973" y="7325"/>
                    <a:pt x="16973" y="7319"/>
                  </a:cubicBezTo>
                  <a:cubicBezTo>
                    <a:pt x="16973" y="7316"/>
                    <a:pt x="16967" y="7298"/>
                    <a:pt x="16964" y="7286"/>
                  </a:cubicBezTo>
                  <a:cubicBezTo>
                    <a:pt x="16964" y="7283"/>
                    <a:pt x="16964" y="7277"/>
                    <a:pt x="16961" y="7271"/>
                  </a:cubicBezTo>
                  <a:cubicBezTo>
                    <a:pt x="16958" y="7256"/>
                    <a:pt x="16952" y="7244"/>
                    <a:pt x="16946" y="7229"/>
                  </a:cubicBezTo>
                  <a:cubicBezTo>
                    <a:pt x="16943" y="7223"/>
                    <a:pt x="16940" y="7217"/>
                    <a:pt x="16940" y="7211"/>
                  </a:cubicBezTo>
                  <a:cubicBezTo>
                    <a:pt x="16937" y="7205"/>
                    <a:pt x="16931" y="7193"/>
                    <a:pt x="16925" y="7183"/>
                  </a:cubicBezTo>
                  <a:cubicBezTo>
                    <a:pt x="16922" y="7174"/>
                    <a:pt x="16919" y="7171"/>
                    <a:pt x="16916" y="7165"/>
                  </a:cubicBezTo>
                  <a:cubicBezTo>
                    <a:pt x="16913" y="7159"/>
                    <a:pt x="16904" y="7144"/>
                    <a:pt x="16898" y="7135"/>
                  </a:cubicBezTo>
                  <a:lnTo>
                    <a:pt x="16892" y="7123"/>
                  </a:lnTo>
                  <a:cubicBezTo>
                    <a:pt x="16882" y="7108"/>
                    <a:pt x="16873" y="7096"/>
                    <a:pt x="16861" y="7084"/>
                  </a:cubicBezTo>
                  <a:lnTo>
                    <a:pt x="16852" y="7075"/>
                  </a:lnTo>
                  <a:cubicBezTo>
                    <a:pt x="16843" y="7063"/>
                    <a:pt x="16834" y="7054"/>
                    <a:pt x="16825" y="7045"/>
                  </a:cubicBezTo>
                  <a:lnTo>
                    <a:pt x="16819" y="7039"/>
                  </a:lnTo>
                  <a:lnTo>
                    <a:pt x="14721" y="4937"/>
                  </a:lnTo>
                  <a:lnTo>
                    <a:pt x="14721" y="568"/>
                  </a:lnTo>
                  <a:cubicBezTo>
                    <a:pt x="14721" y="254"/>
                    <a:pt x="14467" y="0"/>
                    <a:pt x="1415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795" name="Google Shape;1795;p43"/>
            <p:cNvSpPr/>
            <p:nvPr/>
          </p:nvSpPr>
          <p:spPr>
            <a:xfrm>
              <a:off x="6384200" y="889150"/>
              <a:ext cx="199300" cy="198200"/>
            </a:xfrm>
            <a:custGeom>
              <a:rect b="b" l="l" r="r" t="t"/>
              <a:pathLst>
                <a:path extrusionOk="0" h="7928" w="7972">
                  <a:moveTo>
                    <a:pt x="4005" y="3398"/>
                  </a:moveTo>
                  <a:cubicBezTo>
                    <a:pt x="4274" y="3398"/>
                    <a:pt x="4534" y="3588"/>
                    <a:pt x="4569" y="3900"/>
                  </a:cubicBezTo>
                  <a:cubicBezTo>
                    <a:pt x="4560" y="3951"/>
                    <a:pt x="4560" y="4003"/>
                    <a:pt x="4566" y="4057"/>
                  </a:cubicBezTo>
                  <a:cubicBezTo>
                    <a:pt x="4521" y="4329"/>
                    <a:pt x="4285" y="4531"/>
                    <a:pt x="4007" y="4531"/>
                  </a:cubicBezTo>
                  <a:cubicBezTo>
                    <a:pt x="3518" y="4531"/>
                    <a:pt x="3259" y="3954"/>
                    <a:pt x="3585" y="3589"/>
                  </a:cubicBezTo>
                  <a:cubicBezTo>
                    <a:pt x="3702" y="3458"/>
                    <a:pt x="3855" y="3398"/>
                    <a:pt x="4005" y="3398"/>
                  </a:cubicBezTo>
                  <a:close/>
                  <a:moveTo>
                    <a:pt x="4005" y="1"/>
                  </a:moveTo>
                  <a:cubicBezTo>
                    <a:pt x="3351" y="1"/>
                    <a:pt x="2696" y="163"/>
                    <a:pt x="2102" y="488"/>
                  </a:cubicBezTo>
                  <a:cubicBezTo>
                    <a:pt x="876" y="1161"/>
                    <a:pt x="94" y="2432"/>
                    <a:pt x="46" y="3830"/>
                  </a:cubicBezTo>
                  <a:cubicBezTo>
                    <a:pt x="1" y="5231"/>
                    <a:pt x="695" y="6551"/>
                    <a:pt x="1876" y="7303"/>
                  </a:cubicBezTo>
                  <a:cubicBezTo>
                    <a:pt x="2510" y="7713"/>
                    <a:pt x="3247" y="7928"/>
                    <a:pt x="4001" y="7928"/>
                  </a:cubicBezTo>
                  <a:cubicBezTo>
                    <a:pt x="4629" y="7925"/>
                    <a:pt x="5248" y="7783"/>
                    <a:pt x="5816" y="7517"/>
                  </a:cubicBezTo>
                  <a:cubicBezTo>
                    <a:pt x="6106" y="7390"/>
                    <a:pt x="6233" y="7049"/>
                    <a:pt x="6100" y="6762"/>
                  </a:cubicBezTo>
                  <a:cubicBezTo>
                    <a:pt x="6006" y="6555"/>
                    <a:pt x="5802" y="6435"/>
                    <a:pt x="5589" y="6435"/>
                  </a:cubicBezTo>
                  <a:cubicBezTo>
                    <a:pt x="5506" y="6435"/>
                    <a:pt x="5422" y="6453"/>
                    <a:pt x="5342" y="6491"/>
                  </a:cubicBezTo>
                  <a:cubicBezTo>
                    <a:pt x="4902" y="6692"/>
                    <a:pt x="4449" y="6792"/>
                    <a:pt x="4007" y="6792"/>
                  </a:cubicBezTo>
                  <a:cubicBezTo>
                    <a:pt x="3468" y="6792"/>
                    <a:pt x="2947" y="6644"/>
                    <a:pt x="2486" y="6349"/>
                  </a:cubicBezTo>
                  <a:cubicBezTo>
                    <a:pt x="1643" y="5811"/>
                    <a:pt x="1145" y="4869"/>
                    <a:pt x="1178" y="3870"/>
                  </a:cubicBezTo>
                  <a:cubicBezTo>
                    <a:pt x="1211" y="2870"/>
                    <a:pt x="1770" y="1961"/>
                    <a:pt x="2649" y="1481"/>
                  </a:cubicBezTo>
                  <a:cubicBezTo>
                    <a:pt x="3073" y="1247"/>
                    <a:pt x="3541" y="1131"/>
                    <a:pt x="4009" y="1131"/>
                  </a:cubicBezTo>
                  <a:cubicBezTo>
                    <a:pt x="4508" y="1131"/>
                    <a:pt x="5007" y="1263"/>
                    <a:pt x="5451" y="1527"/>
                  </a:cubicBezTo>
                  <a:cubicBezTo>
                    <a:pt x="6311" y="2037"/>
                    <a:pt x="6840" y="2964"/>
                    <a:pt x="6840" y="3966"/>
                  </a:cubicBezTo>
                  <a:cubicBezTo>
                    <a:pt x="6846" y="4277"/>
                    <a:pt x="6598" y="4537"/>
                    <a:pt x="6284" y="4543"/>
                  </a:cubicBezTo>
                  <a:cubicBezTo>
                    <a:pt x="6280" y="4543"/>
                    <a:pt x="6277" y="4543"/>
                    <a:pt x="6273" y="4543"/>
                  </a:cubicBezTo>
                  <a:cubicBezTo>
                    <a:pt x="5967" y="4543"/>
                    <a:pt x="5713" y="4298"/>
                    <a:pt x="5707" y="3990"/>
                  </a:cubicBezTo>
                  <a:lnTo>
                    <a:pt x="5707" y="3972"/>
                  </a:lnTo>
                  <a:lnTo>
                    <a:pt x="5707" y="3966"/>
                  </a:lnTo>
                  <a:cubicBezTo>
                    <a:pt x="5707" y="3163"/>
                    <a:pt x="5146" y="2469"/>
                    <a:pt x="4361" y="2300"/>
                  </a:cubicBezTo>
                  <a:cubicBezTo>
                    <a:pt x="4241" y="2274"/>
                    <a:pt x="4121" y="2261"/>
                    <a:pt x="4003" y="2261"/>
                  </a:cubicBezTo>
                  <a:cubicBezTo>
                    <a:pt x="3345" y="2261"/>
                    <a:pt x="2731" y="2647"/>
                    <a:pt x="2452" y="3269"/>
                  </a:cubicBezTo>
                  <a:cubicBezTo>
                    <a:pt x="2126" y="4000"/>
                    <a:pt x="2353" y="4863"/>
                    <a:pt x="3002" y="5337"/>
                  </a:cubicBezTo>
                  <a:cubicBezTo>
                    <a:pt x="3302" y="5555"/>
                    <a:pt x="3654" y="5663"/>
                    <a:pt x="4005" y="5663"/>
                  </a:cubicBezTo>
                  <a:cubicBezTo>
                    <a:pt x="4413" y="5663"/>
                    <a:pt x="4818" y="5517"/>
                    <a:pt x="5140" y="5228"/>
                  </a:cubicBezTo>
                  <a:cubicBezTo>
                    <a:pt x="5457" y="5513"/>
                    <a:pt x="5863" y="5662"/>
                    <a:pt x="6274" y="5662"/>
                  </a:cubicBezTo>
                  <a:cubicBezTo>
                    <a:pt x="6507" y="5662"/>
                    <a:pt x="6742" y="5614"/>
                    <a:pt x="6963" y="5515"/>
                  </a:cubicBezTo>
                  <a:cubicBezTo>
                    <a:pt x="7576" y="5241"/>
                    <a:pt x="7969" y="4634"/>
                    <a:pt x="7972" y="3966"/>
                  </a:cubicBezTo>
                  <a:cubicBezTo>
                    <a:pt x="7972" y="2565"/>
                    <a:pt x="7232" y="1267"/>
                    <a:pt x="6027" y="554"/>
                  </a:cubicBezTo>
                  <a:cubicBezTo>
                    <a:pt x="5405" y="186"/>
                    <a:pt x="4705" y="1"/>
                    <a:pt x="400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1796" name="Google Shape;1796;p43"/>
          <p:cNvGrpSpPr/>
          <p:nvPr/>
        </p:nvGrpSpPr>
        <p:grpSpPr>
          <a:xfrm>
            <a:off x="2903308" y="2876724"/>
            <a:ext cx="284575" cy="266773"/>
            <a:chOff x="3865000" y="847675"/>
            <a:chExt cx="483150" cy="452925"/>
          </a:xfrm>
        </p:grpSpPr>
        <p:sp>
          <p:nvSpPr>
            <p:cNvPr id="1797" name="Google Shape;1797;p43"/>
            <p:cNvSpPr/>
            <p:nvPr/>
          </p:nvSpPr>
          <p:spPr>
            <a:xfrm>
              <a:off x="3865000" y="847675"/>
              <a:ext cx="483150" cy="452925"/>
            </a:xfrm>
            <a:custGeom>
              <a:rect b="b" l="l" r="r" t="t"/>
              <a:pathLst>
                <a:path extrusionOk="0" h="18117" w="19326">
                  <a:moveTo>
                    <a:pt x="9627" y="1132"/>
                  </a:moveTo>
                  <a:cubicBezTo>
                    <a:pt x="14349" y="1132"/>
                    <a:pt x="18193" y="4436"/>
                    <a:pt x="18193" y="8494"/>
                  </a:cubicBezTo>
                  <a:cubicBezTo>
                    <a:pt x="18193" y="12552"/>
                    <a:pt x="14349" y="15852"/>
                    <a:pt x="9627" y="15852"/>
                  </a:cubicBezTo>
                  <a:cubicBezTo>
                    <a:pt x="9619" y="15852"/>
                    <a:pt x="9611" y="15852"/>
                    <a:pt x="9603" y="15852"/>
                  </a:cubicBezTo>
                  <a:cubicBezTo>
                    <a:pt x="8397" y="15852"/>
                    <a:pt x="7207" y="15626"/>
                    <a:pt x="6088" y="15185"/>
                  </a:cubicBezTo>
                  <a:cubicBezTo>
                    <a:pt x="6019" y="15158"/>
                    <a:pt x="5947" y="15144"/>
                    <a:pt x="5876" y="15144"/>
                  </a:cubicBezTo>
                  <a:cubicBezTo>
                    <a:pt x="5720" y="15144"/>
                    <a:pt x="5568" y="15208"/>
                    <a:pt x="5460" y="15327"/>
                  </a:cubicBezTo>
                  <a:cubicBezTo>
                    <a:pt x="4780" y="16070"/>
                    <a:pt x="3896" y="16595"/>
                    <a:pt x="2917" y="16837"/>
                  </a:cubicBezTo>
                  <a:cubicBezTo>
                    <a:pt x="3461" y="15801"/>
                    <a:pt x="3582" y="14593"/>
                    <a:pt x="3262" y="13467"/>
                  </a:cubicBezTo>
                  <a:cubicBezTo>
                    <a:pt x="3238" y="13379"/>
                    <a:pt x="3189" y="13295"/>
                    <a:pt x="3126" y="13228"/>
                  </a:cubicBezTo>
                  <a:cubicBezTo>
                    <a:pt x="1843" y="11906"/>
                    <a:pt x="1133" y="10224"/>
                    <a:pt x="1133" y="8494"/>
                  </a:cubicBezTo>
                  <a:cubicBezTo>
                    <a:pt x="1133" y="4436"/>
                    <a:pt x="4944" y="1132"/>
                    <a:pt x="9627" y="1132"/>
                  </a:cubicBezTo>
                  <a:close/>
                  <a:moveTo>
                    <a:pt x="9627" y="0"/>
                  </a:moveTo>
                  <a:cubicBezTo>
                    <a:pt x="7066" y="0"/>
                    <a:pt x="4663" y="876"/>
                    <a:pt x="2848" y="2461"/>
                  </a:cubicBezTo>
                  <a:cubicBezTo>
                    <a:pt x="1012" y="4067"/>
                    <a:pt x="1" y="6211"/>
                    <a:pt x="1" y="8494"/>
                  </a:cubicBezTo>
                  <a:cubicBezTo>
                    <a:pt x="1" y="10472"/>
                    <a:pt x="783" y="12389"/>
                    <a:pt x="2208" y="13908"/>
                  </a:cubicBezTo>
                  <a:cubicBezTo>
                    <a:pt x="2492" y="15073"/>
                    <a:pt x="2148" y="16302"/>
                    <a:pt x="1299" y="17151"/>
                  </a:cubicBezTo>
                  <a:cubicBezTo>
                    <a:pt x="943" y="17507"/>
                    <a:pt x="1193" y="18117"/>
                    <a:pt x="1701" y="18117"/>
                  </a:cubicBezTo>
                  <a:cubicBezTo>
                    <a:pt x="3313" y="18114"/>
                    <a:pt x="4862" y="17489"/>
                    <a:pt x="6024" y="16372"/>
                  </a:cubicBezTo>
                  <a:cubicBezTo>
                    <a:pt x="7173" y="16776"/>
                    <a:pt x="8380" y="16985"/>
                    <a:pt x="9600" y="16985"/>
                  </a:cubicBezTo>
                  <a:cubicBezTo>
                    <a:pt x="9609" y="16985"/>
                    <a:pt x="9618" y="16985"/>
                    <a:pt x="9627" y="16985"/>
                  </a:cubicBezTo>
                  <a:cubicBezTo>
                    <a:pt x="12184" y="16985"/>
                    <a:pt x="14606" y="16112"/>
                    <a:pt x="16439" y="14524"/>
                  </a:cubicBezTo>
                  <a:cubicBezTo>
                    <a:pt x="18302" y="12914"/>
                    <a:pt x="19325" y="10773"/>
                    <a:pt x="19325" y="8494"/>
                  </a:cubicBezTo>
                  <a:cubicBezTo>
                    <a:pt x="19325" y="6211"/>
                    <a:pt x="18302" y="4070"/>
                    <a:pt x="16439" y="2461"/>
                  </a:cubicBezTo>
                  <a:cubicBezTo>
                    <a:pt x="14606" y="873"/>
                    <a:pt x="12184" y="0"/>
                    <a:pt x="962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798" name="Google Shape;1798;p43"/>
            <p:cNvSpPr/>
            <p:nvPr/>
          </p:nvSpPr>
          <p:spPr>
            <a:xfrm>
              <a:off x="4173600" y="1029775"/>
              <a:ext cx="78450" cy="75550"/>
            </a:xfrm>
            <a:custGeom>
              <a:rect b="b" l="l" r="r" t="t"/>
              <a:pathLst>
                <a:path extrusionOk="0" h="3022" w="3138">
                  <a:moveTo>
                    <a:pt x="1510" y="1134"/>
                  </a:moveTo>
                  <a:cubicBezTo>
                    <a:pt x="1845" y="1134"/>
                    <a:pt x="2014" y="1539"/>
                    <a:pt x="1776" y="1777"/>
                  </a:cubicBezTo>
                  <a:cubicBezTo>
                    <a:pt x="1698" y="1855"/>
                    <a:pt x="1604" y="1889"/>
                    <a:pt x="1511" y="1889"/>
                  </a:cubicBezTo>
                  <a:cubicBezTo>
                    <a:pt x="1318" y="1889"/>
                    <a:pt x="1132" y="1738"/>
                    <a:pt x="1132" y="1512"/>
                  </a:cubicBezTo>
                  <a:cubicBezTo>
                    <a:pt x="1132" y="1300"/>
                    <a:pt x="1299" y="1134"/>
                    <a:pt x="1510" y="1134"/>
                  </a:cubicBezTo>
                  <a:close/>
                  <a:moveTo>
                    <a:pt x="1509" y="1"/>
                  </a:moveTo>
                  <a:cubicBezTo>
                    <a:pt x="1314" y="1"/>
                    <a:pt x="1118" y="39"/>
                    <a:pt x="930" y="117"/>
                  </a:cubicBezTo>
                  <a:cubicBezTo>
                    <a:pt x="366" y="349"/>
                    <a:pt x="0" y="899"/>
                    <a:pt x="0" y="1512"/>
                  </a:cubicBezTo>
                  <a:cubicBezTo>
                    <a:pt x="0" y="2345"/>
                    <a:pt x="674" y="3021"/>
                    <a:pt x="1510" y="3021"/>
                  </a:cubicBezTo>
                  <a:cubicBezTo>
                    <a:pt x="2120" y="3021"/>
                    <a:pt x="2669" y="2653"/>
                    <a:pt x="2902" y="2088"/>
                  </a:cubicBezTo>
                  <a:cubicBezTo>
                    <a:pt x="3137" y="1524"/>
                    <a:pt x="3008" y="875"/>
                    <a:pt x="2576" y="443"/>
                  </a:cubicBezTo>
                  <a:cubicBezTo>
                    <a:pt x="2287" y="154"/>
                    <a:pt x="1902" y="1"/>
                    <a:pt x="150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799" name="Google Shape;1799;p43"/>
            <p:cNvSpPr/>
            <p:nvPr/>
          </p:nvSpPr>
          <p:spPr>
            <a:xfrm>
              <a:off x="4068825" y="1029775"/>
              <a:ext cx="78450" cy="75550"/>
            </a:xfrm>
            <a:custGeom>
              <a:rect b="b" l="l" r="r" t="t"/>
              <a:pathLst>
                <a:path extrusionOk="0" h="3022" w="3138">
                  <a:moveTo>
                    <a:pt x="1510" y="1134"/>
                  </a:moveTo>
                  <a:cubicBezTo>
                    <a:pt x="1845" y="1134"/>
                    <a:pt x="2014" y="1539"/>
                    <a:pt x="1776" y="1777"/>
                  </a:cubicBezTo>
                  <a:cubicBezTo>
                    <a:pt x="1699" y="1855"/>
                    <a:pt x="1605" y="1889"/>
                    <a:pt x="1513" y="1889"/>
                  </a:cubicBezTo>
                  <a:cubicBezTo>
                    <a:pt x="1319" y="1889"/>
                    <a:pt x="1132" y="1738"/>
                    <a:pt x="1132" y="1512"/>
                  </a:cubicBezTo>
                  <a:cubicBezTo>
                    <a:pt x="1132" y="1300"/>
                    <a:pt x="1302" y="1134"/>
                    <a:pt x="1510" y="1134"/>
                  </a:cubicBezTo>
                  <a:close/>
                  <a:moveTo>
                    <a:pt x="1511" y="1"/>
                  </a:moveTo>
                  <a:cubicBezTo>
                    <a:pt x="1316" y="1"/>
                    <a:pt x="1120" y="39"/>
                    <a:pt x="933" y="117"/>
                  </a:cubicBezTo>
                  <a:cubicBezTo>
                    <a:pt x="369" y="349"/>
                    <a:pt x="0" y="899"/>
                    <a:pt x="0" y="1512"/>
                  </a:cubicBezTo>
                  <a:cubicBezTo>
                    <a:pt x="0" y="2345"/>
                    <a:pt x="677" y="3021"/>
                    <a:pt x="1510" y="3021"/>
                  </a:cubicBezTo>
                  <a:cubicBezTo>
                    <a:pt x="2120" y="3021"/>
                    <a:pt x="2672" y="2653"/>
                    <a:pt x="2905" y="2088"/>
                  </a:cubicBezTo>
                  <a:cubicBezTo>
                    <a:pt x="3137" y="1524"/>
                    <a:pt x="3011" y="875"/>
                    <a:pt x="2579" y="443"/>
                  </a:cubicBezTo>
                  <a:cubicBezTo>
                    <a:pt x="2290" y="154"/>
                    <a:pt x="1903" y="1"/>
                    <a:pt x="151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800" name="Google Shape;1800;p43"/>
            <p:cNvSpPr/>
            <p:nvPr/>
          </p:nvSpPr>
          <p:spPr>
            <a:xfrm>
              <a:off x="3964125" y="1029775"/>
              <a:ext cx="78450" cy="75550"/>
            </a:xfrm>
            <a:custGeom>
              <a:rect b="b" l="l" r="r" t="t"/>
              <a:pathLst>
                <a:path extrusionOk="0" h="3022" w="3138">
                  <a:moveTo>
                    <a:pt x="1510" y="1134"/>
                  </a:moveTo>
                  <a:cubicBezTo>
                    <a:pt x="1845" y="1134"/>
                    <a:pt x="2014" y="1539"/>
                    <a:pt x="1776" y="1777"/>
                  </a:cubicBezTo>
                  <a:cubicBezTo>
                    <a:pt x="1698" y="1855"/>
                    <a:pt x="1604" y="1889"/>
                    <a:pt x="1511" y="1889"/>
                  </a:cubicBezTo>
                  <a:cubicBezTo>
                    <a:pt x="1318" y="1889"/>
                    <a:pt x="1133" y="1738"/>
                    <a:pt x="1133" y="1512"/>
                  </a:cubicBezTo>
                  <a:cubicBezTo>
                    <a:pt x="1133" y="1300"/>
                    <a:pt x="1299" y="1134"/>
                    <a:pt x="1510" y="1134"/>
                  </a:cubicBezTo>
                  <a:close/>
                  <a:moveTo>
                    <a:pt x="1509" y="1"/>
                  </a:moveTo>
                  <a:cubicBezTo>
                    <a:pt x="1314" y="1"/>
                    <a:pt x="1118" y="39"/>
                    <a:pt x="930" y="117"/>
                  </a:cubicBezTo>
                  <a:cubicBezTo>
                    <a:pt x="366" y="349"/>
                    <a:pt x="0" y="899"/>
                    <a:pt x="0" y="1512"/>
                  </a:cubicBezTo>
                  <a:cubicBezTo>
                    <a:pt x="0" y="2345"/>
                    <a:pt x="674" y="3021"/>
                    <a:pt x="1510" y="3021"/>
                  </a:cubicBezTo>
                  <a:cubicBezTo>
                    <a:pt x="2120" y="3021"/>
                    <a:pt x="2669" y="2653"/>
                    <a:pt x="2902" y="2088"/>
                  </a:cubicBezTo>
                  <a:cubicBezTo>
                    <a:pt x="3137" y="1524"/>
                    <a:pt x="3008" y="875"/>
                    <a:pt x="2576" y="443"/>
                  </a:cubicBezTo>
                  <a:cubicBezTo>
                    <a:pt x="2287" y="154"/>
                    <a:pt x="1902" y="1"/>
                    <a:pt x="150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1801" name="Google Shape;1801;p43"/>
          <p:cNvGrpSpPr/>
          <p:nvPr/>
        </p:nvGrpSpPr>
        <p:grpSpPr>
          <a:xfrm>
            <a:off x="717350" y="3304158"/>
            <a:ext cx="284605" cy="284575"/>
            <a:chOff x="893650" y="1428000"/>
            <a:chExt cx="483200" cy="483150"/>
          </a:xfrm>
        </p:grpSpPr>
        <p:sp>
          <p:nvSpPr>
            <p:cNvPr id="1802" name="Google Shape;1802;p43"/>
            <p:cNvSpPr/>
            <p:nvPr/>
          </p:nvSpPr>
          <p:spPr>
            <a:xfrm>
              <a:off x="893650" y="1428000"/>
              <a:ext cx="483200" cy="483150"/>
            </a:xfrm>
            <a:custGeom>
              <a:rect b="b" l="l" r="r" t="t"/>
              <a:pathLst>
                <a:path extrusionOk="0" h="19326" w="19328">
                  <a:moveTo>
                    <a:pt x="3436" y="6012"/>
                  </a:moveTo>
                  <a:lnTo>
                    <a:pt x="3436" y="8869"/>
                  </a:lnTo>
                  <a:lnTo>
                    <a:pt x="1516" y="7435"/>
                  </a:lnTo>
                  <a:lnTo>
                    <a:pt x="3436" y="6012"/>
                  </a:lnTo>
                  <a:close/>
                  <a:moveTo>
                    <a:pt x="15892" y="6012"/>
                  </a:moveTo>
                  <a:lnTo>
                    <a:pt x="17812" y="7438"/>
                  </a:lnTo>
                  <a:lnTo>
                    <a:pt x="15892" y="8869"/>
                  </a:lnTo>
                  <a:lnTo>
                    <a:pt x="15892" y="6012"/>
                  </a:lnTo>
                  <a:close/>
                  <a:moveTo>
                    <a:pt x="14759" y="1133"/>
                  </a:moveTo>
                  <a:lnTo>
                    <a:pt x="14759" y="9717"/>
                  </a:lnTo>
                  <a:lnTo>
                    <a:pt x="9665" y="13522"/>
                  </a:lnTo>
                  <a:lnTo>
                    <a:pt x="4569" y="9717"/>
                  </a:lnTo>
                  <a:lnTo>
                    <a:pt x="4569" y="1133"/>
                  </a:lnTo>
                  <a:close/>
                  <a:moveTo>
                    <a:pt x="18195" y="8564"/>
                  </a:moveTo>
                  <a:lnTo>
                    <a:pt x="18195" y="17625"/>
                  </a:lnTo>
                  <a:cubicBezTo>
                    <a:pt x="18195" y="17939"/>
                    <a:pt x="17942" y="18193"/>
                    <a:pt x="17628" y="18193"/>
                  </a:cubicBezTo>
                  <a:lnTo>
                    <a:pt x="1700" y="18193"/>
                  </a:lnTo>
                  <a:cubicBezTo>
                    <a:pt x="1386" y="18193"/>
                    <a:pt x="1136" y="17939"/>
                    <a:pt x="1136" y="17625"/>
                  </a:cubicBezTo>
                  <a:lnTo>
                    <a:pt x="1136" y="8564"/>
                  </a:lnTo>
                  <a:lnTo>
                    <a:pt x="9324" y="14681"/>
                  </a:lnTo>
                  <a:cubicBezTo>
                    <a:pt x="9425" y="14757"/>
                    <a:pt x="9545" y="14794"/>
                    <a:pt x="9664" y="14794"/>
                  </a:cubicBezTo>
                  <a:cubicBezTo>
                    <a:pt x="9783" y="14794"/>
                    <a:pt x="9903" y="14757"/>
                    <a:pt x="10004" y="14681"/>
                  </a:cubicBezTo>
                  <a:lnTo>
                    <a:pt x="18195" y="8564"/>
                  </a:lnTo>
                  <a:close/>
                  <a:moveTo>
                    <a:pt x="4004" y="1"/>
                  </a:moveTo>
                  <a:cubicBezTo>
                    <a:pt x="3690" y="1"/>
                    <a:pt x="3436" y="251"/>
                    <a:pt x="3436" y="565"/>
                  </a:cubicBezTo>
                  <a:lnTo>
                    <a:pt x="3436" y="4605"/>
                  </a:lnTo>
                  <a:lnTo>
                    <a:pt x="230" y="6982"/>
                  </a:lnTo>
                  <a:lnTo>
                    <a:pt x="221" y="6991"/>
                  </a:lnTo>
                  <a:cubicBezTo>
                    <a:pt x="212" y="6997"/>
                    <a:pt x="200" y="7006"/>
                    <a:pt x="190" y="7015"/>
                  </a:cubicBezTo>
                  <a:lnTo>
                    <a:pt x="175" y="7030"/>
                  </a:lnTo>
                  <a:cubicBezTo>
                    <a:pt x="163" y="7042"/>
                    <a:pt x="151" y="7051"/>
                    <a:pt x="142" y="7063"/>
                  </a:cubicBezTo>
                  <a:cubicBezTo>
                    <a:pt x="139" y="7069"/>
                    <a:pt x="136" y="7072"/>
                    <a:pt x="133" y="7075"/>
                  </a:cubicBezTo>
                  <a:cubicBezTo>
                    <a:pt x="121" y="7090"/>
                    <a:pt x="106" y="7105"/>
                    <a:pt x="94" y="7124"/>
                  </a:cubicBezTo>
                  <a:cubicBezTo>
                    <a:pt x="94" y="7127"/>
                    <a:pt x="91" y="7130"/>
                    <a:pt x="88" y="7133"/>
                  </a:cubicBezTo>
                  <a:cubicBezTo>
                    <a:pt x="82" y="7148"/>
                    <a:pt x="73" y="7163"/>
                    <a:pt x="64" y="7178"/>
                  </a:cubicBezTo>
                  <a:cubicBezTo>
                    <a:pt x="61" y="7181"/>
                    <a:pt x="58" y="7187"/>
                    <a:pt x="58" y="7193"/>
                  </a:cubicBezTo>
                  <a:cubicBezTo>
                    <a:pt x="52" y="7205"/>
                    <a:pt x="46" y="7220"/>
                    <a:pt x="39" y="7232"/>
                  </a:cubicBezTo>
                  <a:lnTo>
                    <a:pt x="33" y="7250"/>
                  </a:lnTo>
                  <a:cubicBezTo>
                    <a:pt x="27" y="7265"/>
                    <a:pt x="24" y="7278"/>
                    <a:pt x="18" y="7293"/>
                  </a:cubicBezTo>
                  <a:cubicBezTo>
                    <a:pt x="18" y="7299"/>
                    <a:pt x="15" y="7305"/>
                    <a:pt x="15" y="7311"/>
                  </a:cubicBezTo>
                  <a:cubicBezTo>
                    <a:pt x="12" y="7326"/>
                    <a:pt x="9" y="7341"/>
                    <a:pt x="6" y="7356"/>
                  </a:cubicBezTo>
                  <a:cubicBezTo>
                    <a:pt x="6" y="7362"/>
                    <a:pt x="6" y="7368"/>
                    <a:pt x="3" y="7374"/>
                  </a:cubicBezTo>
                  <a:cubicBezTo>
                    <a:pt x="3" y="7392"/>
                    <a:pt x="0" y="7410"/>
                    <a:pt x="0" y="7432"/>
                  </a:cubicBezTo>
                  <a:lnTo>
                    <a:pt x="0" y="7435"/>
                  </a:lnTo>
                  <a:lnTo>
                    <a:pt x="3" y="7435"/>
                  </a:lnTo>
                  <a:lnTo>
                    <a:pt x="3" y="17625"/>
                  </a:lnTo>
                  <a:cubicBezTo>
                    <a:pt x="3" y="18564"/>
                    <a:pt x="761" y="19325"/>
                    <a:pt x="1700" y="19325"/>
                  </a:cubicBezTo>
                  <a:lnTo>
                    <a:pt x="17628" y="19325"/>
                  </a:lnTo>
                  <a:cubicBezTo>
                    <a:pt x="18567" y="19325"/>
                    <a:pt x="19325" y="18564"/>
                    <a:pt x="19328" y="17625"/>
                  </a:cubicBezTo>
                  <a:lnTo>
                    <a:pt x="19328" y="7435"/>
                  </a:lnTo>
                  <a:lnTo>
                    <a:pt x="19328" y="7428"/>
                  </a:lnTo>
                  <a:cubicBezTo>
                    <a:pt x="19328" y="7410"/>
                    <a:pt x="19325" y="7389"/>
                    <a:pt x="19322" y="7371"/>
                  </a:cubicBezTo>
                  <a:cubicBezTo>
                    <a:pt x="19322" y="7365"/>
                    <a:pt x="19322" y="7359"/>
                    <a:pt x="19319" y="7353"/>
                  </a:cubicBezTo>
                  <a:cubicBezTo>
                    <a:pt x="19319" y="7338"/>
                    <a:pt x="19316" y="7323"/>
                    <a:pt x="19313" y="7308"/>
                  </a:cubicBezTo>
                  <a:cubicBezTo>
                    <a:pt x="19313" y="7302"/>
                    <a:pt x="19310" y="7296"/>
                    <a:pt x="19307" y="7290"/>
                  </a:cubicBezTo>
                  <a:cubicBezTo>
                    <a:pt x="19304" y="7278"/>
                    <a:pt x="19301" y="7262"/>
                    <a:pt x="19294" y="7247"/>
                  </a:cubicBezTo>
                  <a:lnTo>
                    <a:pt x="19288" y="7232"/>
                  </a:lnTo>
                  <a:cubicBezTo>
                    <a:pt x="19282" y="7217"/>
                    <a:pt x="19276" y="7205"/>
                    <a:pt x="19270" y="7190"/>
                  </a:cubicBezTo>
                  <a:cubicBezTo>
                    <a:pt x="19267" y="7184"/>
                    <a:pt x="19264" y="7181"/>
                    <a:pt x="19264" y="7175"/>
                  </a:cubicBezTo>
                  <a:cubicBezTo>
                    <a:pt x="19255" y="7160"/>
                    <a:pt x="19246" y="7145"/>
                    <a:pt x="19237" y="7133"/>
                  </a:cubicBezTo>
                  <a:cubicBezTo>
                    <a:pt x="19237" y="7130"/>
                    <a:pt x="19234" y="7124"/>
                    <a:pt x="19231" y="7120"/>
                  </a:cubicBezTo>
                  <a:cubicBezTo>
                    <a:pt x="19219" y="7105"/>
                    <a:pt x="19207" y="7087"/>
                    <a:pt x="19195" y="7072"/>
                  </a:cubicBezTo>
                  <a:cubicBezTo>
                    <a:pt x="19192" y="7069"/>
                    <a:pt x="19189" y="7066"/>
                    <a:pt x="19186" y="7063"/>
                  </a:cubicBezTo>
                  <a:cubicBezTo>
                    <a:pt x="19174" y="7051"/>
                    <a:pt x="19165" y="7039"/>
                    <a:pt x="19153" y="7027"/>
                  </a:cubicBezTo>
                  <a:lnTo>
                    <a:pt x="19137" y="7015"/>
                  </a:lnTo>
                  <a:cubicBezTo>
                    <a:pt x="19125" y="7006"/>
                    <a:pt x="19116" y="6997"/>
                    <a:pt x="19104" y="6988"/>
                  </a:cubicBezTo>
                  <a:lnTo>
                    <a:pt x="19095" y="6979"/>
                  </a:lnTo>
                  <a:lnTo>
                    <a:pt x="15892" y="4605"/>
                  </a:lnTo>
                  <a:lnTo>
                    <a:pt x="15892" y="565"/>
                  </a:lnTo>
                  <a:cubicBezTo>
                    <a:pt x="15892" y="251"/>
                    <a:pt x="15638" y="1"/>
                    <a:pt x="1532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803" name="Google Shape;1803;p43"/>
            <p:cNvSpPr/>
            <p:nvPr/>
          </p:nvSpPr>
          <p:spPr>
            <a:xfrm>
              <a:off x="1036150" y="1514825"/>
              <a:ext cx="198175" cy="28325"/>
            </a:xfrm>
            <a:custGeom>
              <a:rect b="b" l="l" r="r" t="t"/>
              <a:pathLst>
                <a:path extrusionOk="0" h="1133" w="7927">
                  <a:moveTo>
                    <a:pt x="569" y="0"/>
                  </a:moveTo>
                  <a:cubicBezTo>
                    <a:pt x="255" y="0"/>
                    <a:pt x="1" y="251"/>
                    <a:pt x="1" y="565"/>
                  </a:cubicBezTo>
                  <a:cubicBezTo>
                    <a:pt x="1" y="879"/>
                    <a:pt x="255" y="1132"/>
                    <a:pt x="569" y="1132"/>
                  </a:cubicBezTo>
                  <a:lnTo>
                    <a:pt x="7362" y="1132"/>
                  </a:lnTo>
                  <a:cubicBezTo>
                    <a:pt x="7673" y="1132"/>
                    <a:pt x="7927" y="879"/>
                    <a:pt x="7927" y="565"/>
                  </a:cubicBezTo>
                  <a:cubicBezTo>
                    <a:pt x="7927" y="251"/>
                    <a:pt x="7673" y="0"/>
                    <a:pt x="736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804" name="Google Shape;1804;p43"/>
            <p:cNvSpPr/>
            <p:nvPr/>
          </p:nvSpPr>
          <p:spPr>
            <a:xfrm>
              <a:off x="1036150" y="1571425"/>
              <a:ext cx="198175" cy="28325"/>
            </a:xfrm>
            <a:custGeom>
              <a:rect b="b" l="l" r="r" t="t"/>
              <a:pathLst>
                <a:path extrusionOk="0" h="1133" w="7927">
                  <a:moveTo>
                    <a:pt x="569" y="1"/>
                  </a:moveTo>
                  <a:cubicBezTo>
                    <a:pt x="255" y="1"/>
                    <a:pt x="1" y="251"/>
                    <a:pt x="1" y="565"/>
                  </a:cubicBezTo>
                  <a:cubicBezTo>
                    <a:pt x="1" y="879"/>
                    <a:pt x="255" y="1133"/>
                    <a:pt x="569" y="1133"/>
                  </a:cubicBezTo>
                  <a:lnTo>
                    <a:pt x="7362" y="1133"/>
                  </a:lnTo>
                  <a:cubicBezTo>
                    <a:pt x="7673" y="1133"/>
                    <a:pt x="7927" y="879"/>
                    <a:pt x="7927" y="565"/>
                  </a:cubicBezTo>
                  <a:cubicBezTo>
                    <a:pt x="7927" y="251"/>
                    <a:pt x="7673" y="1"/>
                    <a:pt x="73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805" name="Google Shape;1805;p43"/>
            <p:cNvSpPr/>
            <p:nvPr/>
          </p:nvSpPr>
          <p:spPr>
            <a:xfrm>
              <a:off x="1036150" y="1628050"/>
              <a:ext cx="113275" cy="28325"/>
            </a:xfrm>
            <a:custGeom>
              <a:rect b="b" l="l" r="r" t="t"/>
              <a:pathLst>
                <a:path extrusionOk="0" h="1133" w="4531">
                  <a:moveTo>
                    <a:pt x="569" y="0"/>
                  </a:moveTo>
                  <a:cubicBezTo>
                    <a:pt x="255" y="0"/>
                    <a:pt x="1" y="251"/>
                    <a:pt x="1" y="565"/>
                  </a:cubicBezTo>
                  <a:cubicBezTo>
                    <a:pt x="1" y="879"/>
                    <a:pt x="255" y="1132"/>
                    <a:pt x="569" y="1132"/>
                  </a:cubicBezTo>
                  <a:lnTo>
                    <a:pt x="3965" y="1132"/>
                  </a:lnTo>
                  <a:cubicBezTo>
                    <a:pt x="4276" y="1132"/>
                    <a:pt x="4530" y="879"/>
                    <a:pt x="4530" y="565"/>
                  </a:cubicBezTo>
                  <a:cubicBezTo>
                    <a:pt x="4530" y="251"/>
                    <a:pt x="4276" y="0"/>
                    <a:pt x="396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1806" name="Google Shape;1806;p43"/>
          <p:cNvSpPr/>
          <p:nvPr/>
        </p:nvSpPr>
        <p:spPr>
          <a:xfrm>
            <a:off x="1152323" y="3354739"/>
            <a:ext cx="284561" cy="183415"/>
          </a:xfrm>
          <a:custGeom>
            <a:rect b="b" l="l" r="r" t="t"/>
            <a:pathLst>
              <a:path extrusionOk="0" h="12456" w="19325">
                <a:moveTo>
                  <a:pt x="17057" y="1133"/>
                </a:moveTo>
                <a:lnTo>
                  <a:pt x="9662" y="6652"/>
                </a:lnTo>
                <a:lnTo>
                  <a:pt x="2268" y="1133"/>
                </a:lnTo>
                <a:close/>
                <a:moveTo>
                  <a:pt x="18192" y="1697"/>
                </a:moveTo>
                <a:lnTo>
                  <a:pt x="18192" y="10756"/>
                </a:lnTo>
                <a:cubicBezTo>
                  <a:pt x="18192" y="11070"/>
                  <a:pt x="17939" y="11323"/>
                  <a:pt x="17628" y="11323"/>
                </a:cubicBezTo>
                <a:lnTo>
                  <a:pt x="1700" y="11323"/>
                </a:lnTo>
                <a:cubicBezTo>
                  <a:pt x="1386" y="11323"/>
                  <a:pt x="1132" y="11070"/>
                  <a:pt x="1132" y="10756"/>
                </a:cubicBezTo>
                <a:lnTo>
                  <a:pt x="1132" y="1697"/>
                </a:lnTo>
                <a:lnTo>
                  <a:pt x="9324" y="7812"/>
                </a:lnTo>
                <a:cubicBezTo>
                  <a:pt x="9424" y="7887"/>
                  <a:pt x="9543" y="7925"/>
                  <a:pt x="9663" y="7925"/>
                </a:cubicBezTo>
                <a:cubicBezTo>
                  <a:pt x="9782" y="7925"/>
                  <a:pt x="9902" y="7887"/>
                  <a:pt x="10004" y="7812"/>
                </a:cubicBezTo>
                <a:lnTo>
                  <a:pt x="18192" y="1697"/>
                </a:lnTo>
                <a:close/>
                <a:moveTo>
                  <a:pt x="1688" y="0"/>
                </a:moveTo>
                <a:cubicBezTo>
                  <a:pt x="1287" y="0"/>
                  <a:pt x="900" y="145"/>
                  <a:pt x="598" y="405"/>
                </a:cubicBezTo>
                <a:cubicBezTo>
                  <a:pt x="583" y="417"/>
                  <a:pt x="571" y="429"/>
                  <a:pt x="556" y="444"/>
                </a:cubicBezTo>
                <a:cubicBezTo>
                  <a:pt x="202" y="764"/>
                  <a:pt x="0" y="1220"/>
                  <a:pt x="0" y="1697"/>
                </a:cubicBezTo>
                <a:lnTo>
                  <a:pt x="0" y="10756"/>
                </a:lnTo>
                <a:cubicBezTo>
                  <a:pt x="0" y="11695"/>
                  <a:pt x="761" y="12453"/>
                  <a:pt x="1700" y="12456"/>
                </a:cubicBezTo>
                <a:lnTo>
                  <a:pt x="17628" y="12456"/>
                </a:lnTo>
                <a:cubicBezTo>
                  <a:pt x="18564" y="12453"/>
                  <a:pt x="19325" y="11695"/>
                  <a:pt x="19325" y="10756"/>
                </a:cubicBezTo>
                <a:lnTo>
                  <a:pt x="19325" y="1697"/>
                </a:lnTo>
                <a:cubicBezTo>
                  <a:pt x="19325" y="1220"/>
                  <a:pt x="19122" y="764"/>
                  <a:pt x="18769" y="441"/>
                </a:cubicBezTo>
                <a:cubicBezTo>
                  <a:pt x="18757" y="429"/>
                  <a:pt x="18742" y="417"/>
                  <a:pt x="18727" y="405"/>
                </a:cubicBezTo>
                <a:cubicBezTo>
                  <a:pt x="18422" y="145"/>
                  <a:pt x="18037" y="0"/>
                  <a:pt x="17640" y="0"/>
                </a:cubicBezTo>
                <a:cubicBezTo>
                  <a:pt x="17636" y="0"/>
                  <a:pt x="17632" y="0"/>
                  <a:pt x="17628" y="1"/>
                </a:cubicBezTo>
                <a:lnTo>
                  <a:pt x="1700" y="1"/>
                </a:lnTo>
                <a:cubicBezTo>
                  <a:pt x="1696" y="0"/>
                  <a:pt x="1692" y="0"/>
                  <a:pt x="168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807" name="Google Shape;1807;p43"/>
          <p:cNvSpPr/>
          <p:nvPr/>
        </p:nvSpPr>
        <p:spPr>
          <a:xfrm>
            <a:off x="1584332" y="3304180"/>
            <a:ext cx="295811" cy="284531"/>
          </a:xfrm>
          <a:custGeom>
            <a:rect b="b" l="l" r="r" t="t"/>
            <a:pathLst>
              <a:path extrusionOk="0" h="19323" w="20089">
                <a:moveTo>
                  <a:pt x="4477" y="1134"/>
                </a:moveTo>
                <a:cubicBezTo>
                  <a:pt x="4624" y="1134"/>
                  <a:pt x="4765" y="1194"/>
                  <a:pt x="4868" y="1300"/>
                </a:cubicBezTo>
                <a:lnTo>
                  <a:pt x="7268" y="3694"/>
                </a:lnTo>
                <a:cubicBezTo>
                  <a:pt x="7489" y="3915"/>
                  <a:pt x="7489" y="4271"/>
                  <a:pt x="7268" y="4494"/>
                </a:cubicBezTo>
                <a:lnTo>
                  <a:pt x="6870" y="4893"/>
                </a:lnTo>
                <a:lnTo>
                  <a:pt x="3669" y="1692"/>
                </a:lnTo>
                <a:lnTo>
                  <a:pt x="4068" y="1300"/>
                </a:lnTo>
                <a:cubicBezTo>
                  <a:pt x="4173" y="1191"/>
                  <a:pt x="4315" y="1134"/>
                  <a:pt x="4466" y="1134"/>
                </a:cubicBezTo>
                <a:cubicBezTo>
                  <a:pt x="4470" y="1134"/>
                  <a:pt x="4473" y="1134"/>
                  <a:pt x="4477" y="1134"/>
                </a:cubicBezTo>
                <a:close/>
                <a:moveTo>
                  <a:pt x="15822" y="12484"/>
                </a:moveTo>
                <a:cubicBezTo>
                  <a:pt x="15973" y="12484"/>
                  <a:pt x="16118" y="12544"/>
                  <a:pt x="16224" y="12650"/>
                </a:cubicBezTo>
                <a:lnTo>
                  <a:pt x="18624" y="15053"/>
                </a:lnTo>
                <a:cubicBezTo>
                  <a:pt x="18845" y="15274"/>
                  <a:pt x="18845" y="15633"/>
                  <a:pt x="18624" y="15854"/>
                </a:cubicBezTo>
                <a:lnTo>
                  <a:pt x="18226" y="16255"/>
                </a:lnTo>
                <a:lnTo>
                  <a:pt x="15022" y="13051"/>
                </a:lnTo>
                <a:lnTo>
                  <a:pt x="15421" y="12650"/>
                </a:lnTo>
                <a:cubicBezTo>
                  <a:pt x="15526" y="12544"/>
                  <a:pt x="15671" y="12484"/>
                  <a:pt x="15822" y="12484"/>
                </a:cubicBezTo>
                <a:close/>
                <a:moveTo>
                  <a:pt x="2881" y="2508"/>
                </a:moveTo>
                <a:lnTo>
                  <a:pt x="6073" y="5699"/>
                </a:lnTo>
                <a:cubicBezTo>
                  <a:pt x="5227" y="6656"/>
                  <a:pt x="5275" y="8103"/>
                  <a:pt x="6175" y="9005"/>
                </a:cubicBezTo>
                <a:lnTo>
                  <a:pt x="10910" y="13743"/>
                </a:lnTo>
                <a:cubicBezTo>
                  <a:pt x="11379" y="14214"/>
                  <a:pt x="11998" y="14451"/>
                  <a:pt x="12618" y="14451"/>
                </a:cubicBezTo>
                <a:cubicBezTo>
                  <a:pt x="13188" y="14451"/>
                  <a:pt x="13758" y="14252"/>
                  <a:pt x="14216" y="13849"/>
                </a:cubicBezTo>
                <a:lnTo>
                  <a:pt x="17408" y="17040"/>
                </a:lnTo>
                <a:cubicBezTo>
                  <a:pt x="16480" y="17810"/>
                  <a:pt x="15350" y="18190"/>
                  <a:pt x="14222" y="18190"/>
                </a:cubicBezTo>
                <a:cubicBezTo>
                  <a:pt x="12939" y="18190"/>
                  <a:pt x="11660" y="17697"/>
                  <a:pt x="10689" y="16726"/>
                </a:cubicBezTo>
                <a:lnTo>
                  <a:pt x="10692" y="16726"/>
                </a:lnTo>
                <a:lnTo>
                  <a:pt x="3192" y="9226"/>
                </a:lnTo>
                <a:cubicBezTo>
                  <a:pt x="1371" y="7402"/>
                  <a:pt x="1235" y="4491"/>
                  <a:pt x="2881" y="2508"/>
                </a:cubicBezTo>
                <a:close/>
                <a:moveTo>
                  <a:pt x="4468" y="1"/>
                </a:moveTo>
                <a:cubicBezTo>
                  <a:pt x="4034" y="1"/>
                  <a:pt x="3600" y="166"/>
                  <a:pt x="3267" y="497"/>
                </a:cubicBezTo>
                <a:lnTo>
                  <a:pt x="2473" y="1285"/>
                </a:lnTo>
                <a:lnTo>
                  <a:pt x="2464" y="1294"/>
                </a:lnTo>
                <a:lnTo>
                  <a:pt x="2458" y="1300"/>
                </a:lnTo>
                <a:lnTo>
                  <a:pt x="2392" y="1366"/>
                </a:lnTo>
                <a:cubicBezTo>
                  <a:pt x="0" y="3758"/>
                  <a:pt x="0" y="7635"/>
                  <a:pt x="2392" y="10026"/>
                </a:cubicBezTo>
                <a:lnTo>
                  <a:pt x="9889" y="17529"/>
                </a:lnTo>
                <a:cubicBezTo>
                  <a:pt x="11086" y="18725"/>
                  <a:pt x="12654" y="19323"/>
                  <a:pt x="14222" y="19323"/>
                </a:cubicBezTo>
                <a:cubicBezTo>
                  <a:pt x="15789" y="19323"/>
                  <a:pt x="17356" y="18725"/>
                  <a:pt x="18552" y="17529"/>
                </a:cubicBezTo>
                <a:lnTo>
                  <a:pt x="18624" y="17457"/>
                </a:lnTo>
                <a:lnTo>
                  <a:pt x="19425" y="16657"/>
                </a:lnTo>
                <a:cubicBezTo>
                  <a:pt x="20089" y="15992"/>
                  <a:pt x="20089" y="14917"/>
                  <a:pt x="19425" y="14253"/>
                </a:cubicBezTo>
                <a:lnTo>
                  <a:pt x="17024" y="11850"/>
                </a:lnTo>
                <a:cubicBezTo>
                  <a:pt x="16692" y="11518"/>
                  <a:pt x="16257" y="11352"/>
                  <a:pt x="15822" y="11352"/>
                </a:cubicBezTo>
                <a:cubicBezTo>
                  <a:pt x="15388" y="11352"/>
                  <a:pt x="14953" y="11518"/>
                  <a:pt x="14621" y="11850"/>
                </a:cubicBezTo>
                <a:lnTo>
                  <a:pt x="13820" y="12650"/>
                </a:lnTo>
                <a:lnTo>
                  <a:pt x="13531" y="12943"/>
                </a:lnTo>
                <a:cubicBezTo>
                  <a:pt x="13278" y="13193"/>
                  <a:pt x="12949" y="13319"/>
                  <a:pt x="12620" y="13319"/>
                </a:cubicBezTo>
                <a:cubicBezTo>
                  <a:pt x="12291" y="13319"/>
                  <a:pt x="11962" y="13193"/>
                  <a:pt x="11710" y="12943"/>
                </a:cubicBezTo>
                <a:lnTo>
                  <a:pt x="6978" y="8205"/>
                </a:lnTo>
                <a:cubicBezTo>
                  <a:pt x="6474" y="7704"/>
                  <a:pt x="6474" y="6889"/>
                  <a:pt x="6978" y="6385"/>
                </a:cubicBezTo>
                <a:lnTo>
                  <a:pt x="7268" y="6095"/>
                </a:lnTo>
                <a:lnTo>
                  <a:pt x="8068" y="5294"/>
                </a:lnTo>
                <a:cubicBezTo>
                  <a:pt x="8733" y="4630"/>
                  <a:pt x="8733" y="3555"/>
                  <a:pt x="8068" y="2891"/>
                </a:cubicBezTo>
                <a:lnTo>
                  <a:pt x="5668" y="497"/>
                </a:lnTo>
                <a:cubicBezTo>
                  <a:pt x="5336" y="166"/>
                  <a:pt x="4902" y="1"/>
                  <a:pt x="446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1808" name="Google Shape;1808;p43"/>
          <p:cNvGrpSpPr/>
          <p:nvPr/>
        </p:nvGrpSpPr>
        <p:grpSpPr>
          <a:xfrm>
            <a:off x="2022730" y="3321446"/>
            <a:ext cx="295148" cy="250001"/>
            <a:chOff x="2676100" y="1456375"/>
            <a:chExt cx="501100" cy="424450"/>
          </a:xfrm>
        </p:grpSpPr>
        <p:sp>
          <p:nvSpPr>
            <p:cNvPr id="1809" name="Google Shape;1809;p43"/>
            <p:cNvSpPr/>
            <p:nvPr/>
          </p:nvSpPr>
          <p:spPr>
            <a:xfrm>
              <a:off x="3079725" y="1534750"/>
              <a:ext cx="97475" cy="268275"/>
            </a:xfrm>
            <a:custGeom>
              <a:rect b="b" l="l" r="r" t="t"/>
              <a:pathLst>
                <a:path extrusionOk="0" h="10731" w="3899">
                  <a:moveTo>
                    <a:pt x="621" y="1"/>
                  </a:moveTo>
                  <a:cubicBezTo>
                    <a:pt x="476" y="1"/>
                    <a:pt x="331" y="56"/>
                    <a:pt x="221" y="166"/>
                  </a:cubicBezTo>
                  <a:cubicBezTo>
                    <a:pt x="0" y="387"/>
                    <a:pt x="0" y="746"/>
                    <a:pt x="221" y="966"/>
                  </a:cubicBezTo>
                  <a:cubicBezTo>
                    <a:pt x="2657" y="3397"/>
                    <a:pt x="2657" y="7340"/>
                    <a:pt x="221" y="9771"/>
                  </a:cubicBezTo>
                  <a:cubicBezTo>
                    <a:pt x="6" y="9992"/>
                    <a:pt x="9" y="10345"/>
                    <a:pt x="230" y="10565"/>
                  </a:cubicBezTo>
                  <a:cubicBezTo>
                    <a:pt x="340" y="10675"/>
                    <a:pt x="484" y="10730"/>
                    <a:pt x="629" y="10730"/>
                  </a:cubicBezTo>
                  <a:cubicBezTo>
                    <a:pt x="770" y="10730"/>
                    <a:pt x="912" y="10677"/>
                    <a:pt x="1021" y="10571"/>
                  </a:cubicBezTo>
                  <a:cubicBezTo>
                    <a:pt x="3898" y="7700"/>
                    <a:pt x="3898" y="3038"/>
                    <a:pt x="1021" y="166"/>
                  </a:cubicBezTo>
                  <a:cubicBezTo>
                    <a:pt x="911" y="56"/>
                    <a:pt x="766" y="1"/>
                    <a:pt x="62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810" name="Google Shape;1810;p43"/>
            <p:cNvSpPr/>
            <p:nvPr/>
          </p:nvSpPr>
          <p:spPr>
            <a:xfrm>
              <a:off x="3039725" y="1574925"/>
              <a:ext cx="75350" cy="188250"/>
            </a:xfrm>
            <a:custGeom>
              <a:rect b="b" l="l" r="r" t="t"/>
              <a:pathLst>
                <a:path extrusionOk="0" h="7530" w="3014">
                  <a:moveTo>
                    <a:pt x="629" y="1"/>
                  </a:moveTo>
                  <a:cubicBezTo>
                    <a:pt x="484" y="1"/>
                    <a:pt x="339" y="56"/>
                    <a:pt x="230" y="166"/>
                  </a:cubicBezTo>
                  <a:cubicBezTo>
                    <a:pt x="12" y="383"/>
                    <a:pt x="9" y="736"/>
                    <a:pt x="224" y="960"/>
                  </a:cubicBezTo>
                  <a:cubicBezTo>
                    <a:pt x="1769" y="2506"/>
                    <a:pt x="1769" y="5018"/>
                    <a:pt x="224" y="6564"/>
                  </a:cubicBezTo>
                  <a:cubicBezTo>
                    <a:pt x="0" y="6784"/>
                    <a:pt x="0" y="7144"/>
                    <a:pt x="224" y="7364"/>
                  </a:cubicBezTo>
                  <a:cubicBezTo>
                    <a:pt x="334" y="7474"/>
                    <a:pt x="479" y="7529"/>
                    <a:pt x="624" y="7529"/>
                  </a:cubicBezTo>
                  <a:cubicBezTo>
                    <a:pt x="769" y="7529"/>
                    <a:pt x="913" y="7474"/>
                    <a:pt x="1024" y="7364"/>
                  </a:cubicBezTo>
                  <a:cubicBezTo>
                    <a:pt x="3013" y="5374"/>
                    <a:pt x="3013" y="2149"/>
                    <a:pt x="1024" y="160"/>
                  </a:cubicBezTo>
                  <a:cubicBezTo>
                    <a:pt x="913" y="53"/>
                    <a:pt x="771" y="1"/>
                    <a:pt x="62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811" name="Google Shape;1811;p43"/>
            <p:cNvSpPr/>
            <p:nvPr/>
          </p:nvSpPr>
          <p:spPr>
            <a:xfrm>
              <a:off x="2676100" y="1456375"/>
              <a:ext cx="340700" cy="424450"/>
            </a:xfrm>
            <a:custGeom>
              <a:rect b="b" l="l" r="r" t="t"/>
              <a:pathLst>
                <a:path extrusionOk="0" h="16978" w="13628">
                  <a:moveTo>
                    <a:pt x="2265" y="6792"/>
                  </a:moveTo>
                  <a:lnTo>
                    <a:pt x="2265" y="10189"/>
                  </a:lnTo>
                  <a:lnTo>
                    <a:pt x="1700" y="10189"/>
                  </a:lnTo>
                  <a:cubicBezTo>
                    <a:pt x="1386" y="10189"/>
                    <a:pt x="1133" y="9935"/>
                    <a:pt x="1133" y="9621"/>
                  </a:cubicBezTo>
                  <a:lnTo>
                    <a:pt x="1133" y="7356"/>
                  </a:lnTo>
                  <a:cubicBezTo>
                    <a:pt x="1133" y="7042"/>
                    <a:pt x="1386" y="6792"/>
                    <a:pt x="1700" y="6792"/>
                  </a:cubicBezTo>
                  <a:close/>
                  <a:moveTo>
                    <a:pt x="5701" y="5659"/>
                  </a:moveTo>
                  <a:lnTo>
                    <a:pt x="5701" y="11321"/>
                  </a:lnTo>
                  <a:lnTo>
                    <a:pt x="3965" y="11321"/>
                  </a:lnTo>
                  <a:cubicBezTo>
                    <a:pt x="3651" y="11321"/>
                    <a:pt x="3397" y="11067"/>
                    <a:pt x="3397" y="10753"/>
                  </a:cubicBezTo>
                  <a:lnTo>
                    <a:pt x="3397" y="6224"/>
                  </a:lnTo>
                  <a:cubicBezTo>
                    <a:pt x="3397" y="5910"/>
                    <a:pt x="3651" y="5659"/>
                    <a:pt x="3965" y="5659"/>
                  </a:cubicBezTo>
                  <a:close/>
                  <a:moveTo>
                    <a:pt x="10230" y="2827"/>
                  </a:moveTo>
                  <a:lnTo>
                    <a:pt x="10230" y="14150"/>
                  </a:lnTo>
                  <a:lnTo>
                    <a:pt x="6833" y="11602"/>
                  </a:lnTo>
                  <a:lnTo>
                    <a:pt x="6833" y="5376"/>
                  </a:lnTo>
                  <a:lnTo>
                    <a:pt x="10230" y="2827"/>
                  </a:lnTo>
                  <a:close/>
                  <a:moveTo>
                    <a:pt x="11927" y="1130"/>
                  </a:moveTo>
                  <a:cubicBezTo>
                    <a:pt x="12241" y="1130"/>
                    <a:pt x="12495" y="1381"/>
                    <a:pt x="12495" y="1695"/>
                  </a:cubicBezTo>
                  <a:lnTo>
                    <a:pt x="12495" y="15282"/>
                  </a:lnTo>
                  <a:cubicBezTo>
                    <a:pt x="12495" y="15596"/>
                    <a:pt x="12241" y="15847"/>
                    <a:pt x="11927" y="15847"/>
                  </a:cubicBezTo>
                  <a:cubicBezTo>
                    <a:pt x="11613" y="15847"/>
                    <a:pt x="11363" y="15596"/>
                    <a:pt x="11363" y="15282"/>
                  </a:cubicBezTo>
                  <a:lnTo>
                    <a:pt x="11363" y="1695"/>
                  </a:lnTo>
                  <a:cubicBezTo>
                    <a:pt x="11363" y="1381"/>
                    <a:pt x="11613" y="1130"/>
                    <a:pt x="11927" y="1130"/>
                  </a:cubicBezTo>
                  <a:close/>
                  <a:moveTo>
                    <a:pt x="11925" y="0"/>
                  </a:moveTo>
                  <a:cubicBezTo>
                    <a:pt x="11115" y="0"/>
                    <a:pt x="10405" y="580"/>
                    <a:pt x="10257" y="1393"/>
                  </a:cubicBezTo>
                  <a:lnTo>
                    <a:pt x="6079" y="4527"/>
                  </a:lnTo>
                  <a:lnTo>
                    <a:pt x="3965" y="4527"/>
                  </a:lnTo>
                  <a:cubicBezTo>
                    <a:pt x="3243" y="4527"/>
                    <a:pt x="2603" y="4980"/>
                    <a:pt x="2362" y="5659"/>
                  </a:cubicBezTo>
                  <a:lnTo>
                    <a:pt x="1700" y="5659"/>
                  </a:lnTo>
                  <a:cubicBezTo>
                    <a:pt x="761" y="5659"/>
                    <a:pt x="0" y="6417"/>
                    <a:pt x="0" y="7356"/>
                  </a:cubicBezTo>
                  <a:lnTo>
                    <a:pt x="0" y="9621"/>
                  </a:lnTo>
                  <a:cubicBezTo>
                    <a:pt x="0" y="10560"/>
                    <a:pt x="761" y="11318"/>
                    <a:pt x="1700" y="11321"/>
                  </a:cubicBezTo>
                  <a:lnTo>
                    <a:pt x="2362" y="11321"/>
                  </a:lnTo>
                  <a:cubicBezTo>
                    <a:pt x="2603" y="11997"/>
                    <a:pt x="3243" y="12450"/>
                    <a:pt x="3965" y="12453"/>
                  </a:cubicBezTo>
                  <a:lnTo>
                    <a:pt x="6079" y="12453"/>
                  </a:lnTo>
                  <a:lnTo>
                    <a:pt x="10257" y="15584"/>
                  </a:lnTo>
                  <a:cubicBezTo>
                    <a:pt x="10405" y="16397"/>
                    <a:pt x="11115" y="16977"/>
                    <a:pt x="11925" y="16977"/>
                  </a:cubicBezTo>
                  <a:cubicBezTo>
                    <a:pt x="11976" y="16977"/>
                    <a:pt x="12027" y="16975"/>
                    <a:pt x="12078" y="16970"/>
                  </a:cubicBezTo>
                  <a:cubicBezTo>
                    <a:pt x="12954" y="16892"/>
                    <a:pt x="13624" y="16161"/>
                    <a:pt x="13627" y="15282"/>
                  </a:cubicBezTo>
                  <a:lnTo>
                    <a:pt x="13627" y="1695"/>
                  </a:lnTo>
                  <a:cubicBezTo>
                    <a:pt x="13624" y="816"/>
                    <a:pt x="12954" y="85"/>
                    <a:pt x="12078" y="7"/>
                  </a:cubicBezTo>
                  <a:cubicBezTo>
                    <a:pt x="12027" y="2"/>
                    <a:pt x="11976" y="0"/>
                    <a:pt x="1192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1812" name="Google Shape;1812;p43"/>
          <p:cNvGrpSpPr/>
          <p:nvPr/>
        </p:nvGrpSpPr>
        <p:grpSpPr>
          <a:xfrm>
            <a:off x="2462523" y="3304166"/>
            <a:ext cx="284605" cy="284561"/>
            <a:chOff x="3270475" y="1427025"/>
            <a:chExt cx="483200" cy="483125"/>
          </a:xfrm>
        </p:grpSpPr>
        <p:sp>
          <p:nvSpPr>
            <p:cNvPr id="1813" name="Google Shape;1813;p43"/>
            <p:cNvSpPr/>
            <p:nvPr/>
          </p:nvSpPr>
          <p:spPr>
            <a:xfrm>
              <a:off x="3270475" y="1427025"/>
              <a:ext cx="483200" cy="483125"/>
            </a:xfrm>
            <a:custGeom>
              <a:rect b="b" l="l" r="r" t="t"/>
              <a:pathLst>
                <a:path extrusionOk="0" h="19325" w="19328">
                  <a:moveTo>
                    <a:pt x="9630" y="1133"/>
                  </a:moveTo>
                  <a:cubicBezTo>
                    <a:pt x="14352" y="1133"/>
                    <a:pt x="18196" y="4943"/>
                    <a:pt x="18196" y="9626"/>
                  </a:cubicBezTo>
                  <a:cubicBezTo>
                    <a:pt x="18196" y="14349"/>
                    <a:pt x="14352" y="18193"/>
                    <a:pt x="9630" y="18193"/>
                  </a:cubicBezTo>
                  <a:cubicBezTo>
                    <a:pt x="4946" y="18193"/>
                    <a:pt x="1136" y="14349"/>
                    <a:pt x="1136" y="9626"/>
                  </a:cubicBezTo>
                  <a:cubicBezTo>
                    <a:pt x="1136" y="4943"/>
                    <a:pt x="4946" y="1133"/>
                    <a:pt x="9630" y="1133"/>
                  </a:cubicBezTo>
                  <a:close/>
                  <a:moveTo>
                    <a:pt x="9641" y="0"/>
                  </a:moveTo>
                  <a:cubicBezTo>
                    <a:pt x="9637" y="0"/>
                    <a:pt x="9633" y="0"/>
                    <a:pt x="9630" y="0"/>
                  </a:cubicBezTo>
                  <a:cubicBezTo>
                    <a:pt x="4312" y="0"/>
                    <a:pt x="4" y="4309"/>
                    <a:pt x="4" y="9626"/>
                  </a:cubicBezTo>
                  <a:cubicBezTo>
                    <a:pt x="1" y="12187"/>
                    <a:pt x="1012" y="14648"/>
                    <a:pt x="2821" y="16465"/>
                  </a:cubicBezTo>
                  <a:cubicBezTo>
                    <a:pt x="4644" y="18310"/>
                    <a:pt x="7063" y="19325"/>
                    <a:pt x="9630" y="19325"/>
                  </a:cubicBezTo>
                  <a:cubicBezTo>
                    <a:pt x="10922" y="19325"/>
                    <a:pt x="12199" y="19065"/>
                    <a:pt x="13389" y="18555"/>
                  </a:cubicBezTo>
                  <a:cubicBezTo>
                    <a:pt x="15711" y="17558"/>
                    <a:pt x="17562" y="15708"/>
                    <a:pt x="18558" y="13386"/>
                  </a:cubicBezTo>
                  <a:cubicBezTo>
                    <a:pt x="19068" y="12196"/>
                    <a:pt x="19328" y="10919"/>
                    <a:pt x="19328" y="9626"/>
                  </a:cubicBezTo>
                  <a:cubicBezTo>
                    <a:pt x="19328" y="7060"/>
                    <a:pt x="18313" y="4641"/>
                    <a:pt x="16469" y="2818"/>
                  </a:cubicBezTo>
                  <a:cubicBezTo>
                    <a:pt x="14654" y="1012"/>
                    <a:pt x="12197" y="0"/>
                    <a:pt x="964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814" name="Google Shape;1814;p43"/>
            <p:cNvSpPr/>
            <p:nvPr/>
          </p:nvSpPr>
          <p:spPr>
            <a:xfrm>
              <a:off x="3497550" y="1596875"/>
              <a:ext cx="87650" cy="141525"/>
            </a:xfrm>
            <a:custGeom>
              <a:rect b="b" l="l" r="r" t="t"/>
              <a:pathLst>
                <a:path extrusionOk="0" h="5661" w="3506">
                  <a:moveTo>
                    <a:pt x="2885" y="1"/>
                  </a:moveTo>
                  <a:cubicBezTo>
                    <a:pt x="2740" y="1"/>
                    <a:pt x="2595" y="56"/>
                    <a:pt x="2485" y="166"/>
                  </a:cubicBezTo>
                  <a:lnTo>
                    <a:pt x="220" y="2431"/>
                  </a:lnTo>
                  <a:cubicBezTo>
                    <a:pt x="0" y="2651"/>
                    <a:pt x="0" y="3011"/>
                    <a:pt x="220" y="3231"/>
                  </a:cubicBezTo>
                  <a:lnTo>
                    <a:pt x="2485" y="5496"/>
                  </a:lnTo>
                  <a:cubicBezTo>
                    <a:pt x="2595" y="5606"/>
                    <a:pt x="2740" y="5661"/>
                    <a:pt x="2885" y="5661"/>
                  </a:cubicBezTo>
                  <a:cubicBezTo>
                    <a:pt x="3030" y="5661"/>
                    <a:pt x="3175" y="5606"/>
                    <a:pt x="3285" y="5496"/>
                  </a:cubicBezTo>
                  <a:cubicBezTo>
                    <a:pt x="3506" y="5275"/>
                    <a:pt x="3506" y="4916"/>
                    <a:pt x="3285" y="4695"/>
                  </a:cubicBezTo>
                  <a:lnTo>
                    <a:pt x="1422" y="2832"/>
                  </a:lnTo>
                  <a:lnTo>
                    <a:pt x="3285" y="966"/>
                  </a:lnTo>
                  <a:cubicBezTo>
                    <a:pt x="3506" y="746"/>
                    <a:pt x="3506" y="387"/>
                    <a:pt x="3285" y="166"/>
                  </a:cubicBezTo>
                  <a:cubicBezTo>
                    <a:pt x="3175" y="56"/>
                    <a:pt x="3030" y="1"/>
                    <a:pt x="288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815" name="Google Shape;1815;p43"/>
            <p:cNvSpPr/>
            <p:nvPr/>
          </p:nvSpPr>
          <p:spPr>
            <a:xfrm>
              <a:off x="3327100" y="1483625"/>
              <a:ext cx="369975" cy="369925"/>
            </a:xfrm>
            <a:custGeom>
              <a:rect b="b" l="l" r="r" t="t"/>
              <a:pathLst>
                <a:path extrusionOk="0" h="14797" w="14799">
                  <a:moveTo>
                    <a:pt x="7929" y="1157"/>
                  </a:moveTo>
                  <a:cubicBezTo>
                    <a:pt x="9206" y="1272"/>
                    <a:pt x="10420" y="1770"/>
                    <a:pt x="11411" y="2589"/>
                  </a:cubicBezTo>
                  <a:lnTo>
                    <a:pt x="11042" y="2957"/>
                  </a:lnTo>
                  <a:cubicBezTo>
                    <a:pt x="10828" y="3180"/>
                    <a:pt x="10831" y="3534"/>
                    <a:pt x="11048" y="3751"/>
                  </a:cubicBezTo>
                  <a:cubicBezTo>
                    <a:pt x="11158" y="3861"/>
                    <a:pt x="11303" y="3916"/>
                    <a:pt x="11448" y="3916"/>
                  </a:cubicBezTo>
                  <a:cubicBezTo>
                    <a:pt x="11590" y="3916"/>
                    <a:pt x="11732" y="3863"/>
                    <a:pt x="11842" y="3757"/>
                  </a:cubicBezTo>
                  <a:lnTo>
                    <a:pt x="12214" y="3389"/>
                  </a:lnTo>
                  <a:cubicBezTo>
                    <a:pt x="13026" y="4349"/>
                    <a:pt x="13524" y="5539"/>
                    <a:pt x="13639" y="6795"/>
                  </a:cubicBezTo>
                  <a:lnTo>
                    <a:pt x="13101" y="6795"/>
                  </a:lnTo>
                  <a:cubicBezTo>
                    <a:pt x="12787" y="6795"/>
                    <a:pt x="12534" y="7048"/>
                    <a:pt x="12534" y="7362"/>
                  </a:cubicBezTo>
                  <a:cubicBezTo>
                    <a:pt x="12534" y="7673"/>
                    <a:pt x="12787" y="7927"/>
                    <a:pt x="13101" y="7927"/>
                  </a:cubicBezTo>
                  <a:lnTo>
                    <a:pt x="13639" y="7927"/>
                  </a:lnTo>
                  <a:cubicBezTo>
                    <a:pt x="13515" y="9198"/>
                    <a:pt x="13005" y="10400"/>
                    <a:pt x="12178" y="11375"/>
                  </a:cubicBezTo>
                  <a:lnTo>
                    <a:pt x="11842" y="11040"/>
                  </a:lnTo>
                  <a:cubicBezTo>
                    <a:pt x="11732" y="10934"/>
                    <a:pt x="11590" y="10881"/>
                    <a:pt x="11448" y="10881"/>
                  </a:cubicBezTo>
                  <a:cubicBezTo>
                    <a:pt x="11303" y="10881"/>
                    <a:pt x="11158" y="10936"/>
                    <a:pt x="11048" y="11046"/>
                  </a:cubicBezTo>
                  <a:cubicBezTo>
                    <a:pt x="10831" y="11264"/>
                    <a:pt x="10828" y="11617"/>
                    <a:pt x="11042" y="11840"/>
                  </a:cubicBezTo>
                  <a:lnTo>
                    <a:pt x="11377" y="12175"/>
                  </a:lnTo>
                  <a:cubicBezTo>
                    <a:pt x="10402" y="13003"/>
                    <a:pt x="9200" y="13513"/>
                    <a:pt x="7929" y="13637"/>
                  </a:cubicBezTo>
                  <a:lnTo>
                    <a:pt x="7929" y="13099"/>
                  </a:lnTo>
                  <a:cubicBezTo>
                    <a:pt x="7929" y="12785"/>
                    <a:pt x="7676" y="12532"/>
                    <a:pt x="7365" y="12532"/>
                  </a:cubicBezTo>
                  <a:cubicBezTo>
                    <a:pt x="7051" y="12532"/>
                    <a:pt x="6797" y="12785"/>
                    <a:pt x="6797" y="13099"/>
                  </a:cubicBezTo>
                  <a:lnTo>
                    <a:pt x="6797" y="13637"/>
                  </a:lnTo>
                  <a:cubicBezTo>
                    <a:pt x="5541" y="13522"/>
                    <a:pt x="4351" y="13024"/>
                    <a:pt x="3391" y="12212"/>
                  </a:cubicBezTo>
                  <a:lnTo>
                    <a:pt x="3759" y="11840"/>
                  </a:lnTo>
                  <a:cubicBezTo>
                    <a:pt x="3974" y="11617"/>
                    <a:pt x="3971" y="11264"/>
                    <a:pt x="3753" y="11046"/>
                  </a:cubicBezTo>
                  <a:cubicBezTo>
                    <a:pt x="3643" y="10936"/>
                    <a:pt x="3499" y="10881"/>
                    <a:pt x="3354" y="10881"/>
                  </a:cubicBezTo>
                  <a:cubicBezTo>
                    <a:pt x="3212" y="10881"/>
                    <a:pt x="3070" y="10934"/>
                    <a:pt x="2959" y="11040"/>
                  </a:cubicBezTo>
                  <a:lnTo>
                    <a:pt x="2591" y="11408"/>
                  </a:lnTo>
                  <a:cubicBezTo>
                    <a:pt x="1773" y="10418"/>
                    <a:pt x="1274" y="9204"/>
                    <a:pt x="1160" y="7927"/>
                  </a:cubicBezTo>
                  <a:lnTo>
                    <a:pt x="1703" y="7927"/>
                  </a:lnTo>
                  <a:cubicBezTo>
                    <a:pt x="2014" y="7927"/>
                    <a:pt x="2268" y="7673"/>
                    <a:pt x="2268" y="7362"/>
                  </a:cubicBezTo>
                  <a:cubicBezTo>
                    <a:pt x="2268" y="7048"/>
                    <a:pt x="2014" y="6795"/>
                    <a:pt x="1703" y="6795"/>
                  </a:cubicBezTo>
                  <a:lnTo>
                    <a:pt x="1163" y="6795"/>
                  </a:lnTo>
                  <a:cubicBezTo>
                    <a:pt x="1274" y="5539"/>
                    <a:pt x="1770" y="4346"/>
                    <a:pt x="2579" y="3377"/>
                  </a:cubicBezTo>
                  <a:lnTo>
                    <a:pt x="2959" y="3757"/>
                  </a:lnTo>
                  <a:cubicBezTo>
                    <a:pt x="3070" y="3863"/>
                    <a:pt x="3212" y="3916"/>
                    <a:pt x="3354" y="3916"/>
                  </a:cubicBezTo>
                  <a:cubicBezTo>
                    <a:pt x="3499" y="3916"/>
                    <a:pt x="3643" y="3861"/>
                    <a:pt x="3753" y="3751"/>
                  </a:cubicBezTo>
                  <a:cubicBezTo>
                    <a:pt x="3971" y="3534"/>
                    <a:pt x="3974" y="3180"/>
                    <a:pt x="3759" y="2957"/>
                  </a:cubicBezTo>
                  <a:lnTo>
                    <a:pt x="3379" y="2577"/>
                  </a:lnTo>
                  <a:cubicBezTo>
                    <a:pt x="4348" y="1767"/>
                    <a:pt x="5541" y="1272"/>
                    <a:pt x="6797" y="1160"/>
                  </a:cubicBezTo>
                  <a:lnTo>
                    <a:pt x="6797" y="1701"/>
                  </a:lnTo>
                  <a:cubicBezTo>
                    <a:pt x="6797" y="2012"/>
                    <a:pt x="7051" y="2266"/>
                    <a:pt x="7365" y="2266"/>
                  </a:cubicBezTo>
                  <a:cubicBezTo>
                    <a:pt x="7676" y="2266"/>
                    <a:pt x="7929" y="2012"/>
                    <a:pt x="7929" y="1701"/>
                  </a:cubicBezTo>
                  <a:lnTo>
                    <a:pt x="7929" y="1157"/>
                  </a:lnTo>
                  <a:close/>
                  <a:moveTo>
                    <a:pt x="7376" y="1"/>
                  </a:moveTo>
                  <a:cubicBezTo>
                    <a:pt x="7372" y="1"/>
                    <a:pt x="7368" y="1"/>
                    <a:pt x="7365" y="1"/>
                  </a:cubicBezTo>
                  <a:cubicBezTo>
                    <a:pt x="5435" y="1"/>
                    <a:pt x="3581" y="759"/>
                    <a:pt x="2210" y="2115"/>
                  </a:cubicBezTo>
                  <a:cubicBezTo>
                    <a:pt x="2174" y="2142"/>
                    <a:pt x="2141" y="2172"/>
                    <a:pt x="2114" y="2208"/>
                  </a:cubicBezTo>
                  <a:cubicBezTo>
                    <a:pt x="761" y="3582"/>
                    <a:pt x="3" y="5433"/>
                    <a:pt x="3" y="7362"/>
                  </a:cubicBezTo>
                  <a:cubicBezTo>
                    <a:pt x="0" y="9322"/>
                    <a:pt x="776" y="11206"/>
                    <a:pt x="2159" y="12598"/>
                  </a:cubicBezTo>
                  <a:lnTo>
                    <a:pt x="2177" y="12616"/>
                  </a:lnTo>
                  <a:lnTo>
                    <a:pt x="2180" y="12619"/>
                  </a:lnTo>
                  <a:lnTo>
                    <a:pt x="2186" y="12625"/>
                  </a:lnTo>
                  <a:cubicBezTo>
                    <a:pt x="3578" y="14023"/>
                    <a:pt x="5414" y="14796"/>
                    <a:pt x="7365" y="14796"/>
                  </a:cubicBezTo>
                  <a:cubicBezTo>
                    <a:pt x="9327" y="14796"/>
                    <a:pt x="11187" y="14017"/>
                    <a:pt x="12603" y="12601"/>
                  </a:cubicBezTo>
                  <a:cubicBezTo>
                    <a:pt x="14019" y="11185"/>
                    <a:pt x="14798" y="9325"/>
                    <a:pt x="14798" y="7362"/>
                  </a:cubicBezTo>
                  <a:cubicBezTo>
                    <a:pt x="14798" y="5415"/>
                    <a:pt x="14028" y="3576"/>
                    <a:pt x="12627" y="2184"/>
                  </a:cubicBezTo>
                  <a:lnTo>
                    <a:pt x="12621" y="2178"/>
                  </a:lnTo>
                  <a:cubicBezTo>
                    <a:pt x="12621" y="2175"/>
                    <a:pt x="12618" y="2175"/>
                    <a:pt x="12618" y="2175"/>
                  </a:cubicBezTo>
                  <a:lnTo>
                    <a:pt x="12600" y="2157"/>
                  </a:lnTo>
                  <a:cubicBezTo>
                    <a:pt x="11211" y="777"/>
                    <a:pt x="9331" y="1"/>
                    <a:pt x="737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1816" name="Google Shape;1816;p43"/>
          <p:cNvGrpSpPr/>
          <p:nvPr/>
        </p:nvGrpSpPr>
        <p:grpSpPr>
          <a:xfrm>
            <a:off x="2901909" y="3304144"/>
            <a:ext cx="287373" cy="284605"/>
            <a:chOff x="3860250" y="1427025"/>
            <a:chExt cx="487900" cy="483200"/>
          </a:xfrm>
        </p:grpSpPr>
        <p:sp>
          <p:nvSpPr>
            <p:cNvPr id="1817" name="Google Shape;1817;p43"/>
            <p:cNvSpPr/>
            <p:nvPr/>
          </p:nvSpPr>
          <p:spPr>
            <a:xfrm>
              <a:off x="3875800" y="1427025"/>
              <a:ext cx="472350" cy="468650"/>
            </a:xfrm>
            <a:custGeom>
              <a:rect b="b" l="l" r="r" t="t"/>
              <a:pathLst>
                <a:path extrusionOk="0" h="18746" w="18894">
                  <a:moveTo>
                    <a:pt x="15874" y="1821"/>
                  </a:moveTo>
                  <a:lnTo>
                    <a:pt x="6498" y="9403"/>
                  </a:lnTo>
                  <a:lnTo>
                    <a:pt x="1918" y="5629"/>
                  </a:lnTo>
                  <a:lnTo>
                    <a:pt x="15874" y="1821"/>
                  </a:lnTo>
                  <a:close/>
                  <a:moveTo>
                    <a:pt x="14524" y="4370"/>
                  </a:moveTo>
                  <a:lnTo>
                    <a:pt x="8425" y="11912"/>
                  </a:lnTo>
                  <a:lnTo>
                    <a:pt x="6257" y="12634"/>
                  </a:lnTo>
                  <a:lnTo>
                    <a:pt x="6981" y="10469"/>
                  </a:lnTo>
                  <a:lnTo>
                    <a:pt x="14524" y="4370"/>
                  </a:lnTo>
                  <a:close/>
                  <a:moveTo>
                    <a:pt x="17072" y="3020"/>
                  </a:moveTo>
                  <a:lnTo>
                    <a:pt x="13265" y="16976"/>
                  </a:lnTo>
                  <a:lnTo>
                    <a:pt x="9491" y="12392"/>
                  </a:lnTo>
                  <a:lnTo>
                    <a:pt x="17072" y="3020"/>
                  </a:lnTo>
                  <a:close/>
                  <a:moveTo>
                    <a:pt x="18298" y="0"/>
                  </a:moveTo>
                  <a:cubicBezTo>
                    <a:pt x="18286" y="0"/>
                    <a:pt x="18274" y="0"/>
                    <a:pt x="18262" y="3"/>
                  </a:cubicBezTo>
                  <a:lnTo>
                    <a:pt x="18253" y="3"/>
                  </a:lnTo>
                  <a:cubicBezTo>
                    <a:pt x="18238" y="6"/>
                    <a:pt x="18223" y="6"/>
                    <a:pt x="18211" y="12"/>
                  </a:cubicBezTo>
                  <a:lnTo>
                    <a:pt x="18193" y="15"/>
                  </a:lnTo>
                  <a:lnTo>
                    <a:pt x="18178" y="18"/>
                  </a:lnTo>
                  <a:lnTo>
                    <a:pt x="562" y="4822"/>
                  </a:lnTo>
                  <a:cubicBezTo>
                    <a:pt x="121" y="4943"/>
                    <a:pt x="0" y="5511"/>
                    <a:pt x="351" y="5804"/>
                  </a:cubicBezTo>
                  <a:lnTo>
                    <a:pt x="5834" y="10321"/>
                  </a:lnTo>
                  <a:lnTo>
                    <a:pt x="4826" y="13349"/>
                  </a:lnTo>
                  <a:cubicBezTo>
                    <a:pt x="4696" y="13732"/>
                    <a:pt x="4991" y="14098"/>
                    <a:pt x="5359" y="14098"/>
                  </a:cubicBezTo>
                  <a:cubicBezTo>
                    <a:pt x="5418" y="14098"/>
                    <a:pt x="5479" y="14089"/>
                    <a:pt x="5541" y="14068"/>
                  </a:cubicBezTo>
                  <a:lnTo>
                    <a:pt x="8570" y="13060"/>
                  </a:lnTo>
                  <a:lnTo>
                    <a:pt x="13087" y="18540"/>
                  </a:lnTo>
                  <a:cubicBezTo>
                    <a:pt x="13195" y="18670"/>
                    <a:pt x="13355" y="18745"/>
                    <a:pt x="13525" y="18745"/>
                  </a:cubicBezTo>
                  <a:cubicBezTo>
                    <a:pt x="13564" y="18745"/>
                    <a:pt x="13603" y="18742"/>
                    <a:pt x="13642" y="18733"/>
                  </a:cubicBezTo>
                  <a:cubicBezTo>
                    <a:pt x="13848" y="18691"/>
                    <a:pt x="14014" y="18534"/>
                    <a:pt x="14071" y="18328"/>
                  </a:cubicBezTo>
                  <a:lnTo>
                    <a:pt x="18875" y="716"/>
                  </a:lnTo>
                  <a:cubicBezTo>
                    <a:pt x="18875" y="710"/>
                    <a:pt x="18875" y="704"/>
                    <a:pt x="18878" y="698"/>
                  </a:cubicBezTo>
                  <a:lnTo>
                    <a:pt x="18881" y="683"/>
                  </a:lnTo>
                  <a:cubicBezTo>
                    <a:pt x="18884" y="668"/>
                    <a:pt x="18887" y="653"/>
                    <a:pt x="18890" y="637"/>
                  </a:cubicBezTo>
                  <a:cubicBezTo>
                    <a:pt x="18890" y="637"/>
                    <a:pt x="18890" y="634"/>
                    <a:pt x="18890" y="631"/>
                  </a:cubicBezTo>
                  <a:cubicBezTo>
                    <a:pt x="18890" y="619"/>
                    <a:pt x="18890" y="604"/>
                    <a:pt x="18893" y="592"/>
                  </a:cubicBezTo>
                  <a:lnTo>
                    <a:pt x="18893" y="580"/>
                  </a:lnTo>
                  <a:cubicBezTo>
                    <a:pt x="18893" y="568"/>
                    <a:pt x="18893" y="553"/>
                    <a:pt x="18893" y="541"/>
                  </a:cubicBezTo>
                  <a:cubicBezTo>
                    <a:pt x="18893" y="538"/>
                    <a:pt x="18893" y="535"/>
                    <a:pt x="18893" y="532"/>
                  </a:cubicBezTo>
                  <a:cubicBezTo>
                    <a:pt x="18893" y="517"/>
                    <a:pt x="18890" y="502"/>
                    <a:pt x="18890" y="487"/>
                  </a:cubicBezTo>
                  <a:cubicBezTo>
                    <a:pt x="18890" y="483"/>
                    <a:pt x="18890" y="480"/>
                    <a:pt x="18887" y="477"/>
                  </a:cubicBezTo>
                  <a:cubicBezTo>
                    <a:pt x="18887" y="465"/>
                    <a:pt x="18884" y="453"/>
                    <a:pt x="18881" y="441"/>
                  </a:cubicBezTo>
                  <a:lnTo>
                    <a:pt x="18878" y="429"/>
                  </a:lnTo>
                  <a:cubicBezTo>
                    <a:pt x="18875" y="417"/>
                    <a:pt x="18872" y="402"/>
                    <a:pt x="18866" y="390"/>
                  </a:cubicBezTo>
                  <a:cubicBezTo>
                    <a:pt x="18866" y="387"/>
                    <a:pt x="18866" y="384"/>
                    <a:pt x="18863" y="381"/>
                  </a:cubicBezTo>
                  <a:cubicBezTo>
                    <a:pt x="18860" y="369"/>
                    <a:pt x="18854" y="354"/>
                    <a:pt x="18848" y="345"/>
                  </a:cubicBezTo>
                  <a:cubicBezTo>
                    <a:pt x="18848" y="339"/>
                    <a:pt x="18845" y="333"/>
                    <a:pt x="18842" y="329"/>
                  </a:cubicBezTo>
                  <a:cubicBezTo>
                    <a:pt x="18839" y="323"/>
                    <a:pt x="18833" y="308"/>
                    <a:pt x="18830" y="299"/>
                  </a:cubicBezTo>
                  <a:cubicBezTo>
                    <a:pt x="18824" y="290"/>
                    <a:pt x="18824" y="290"/>
                    <a:pt x="18821" y="287"/>
                  </a:cubicBezTo>
                  <a:cubicBezTo>
                    <a:pt x="18815" y="275"/>
                    <a:pt x="18806" y="263"/>
                    <a:pt x="18797" y="248"/>
                  </a:cubicBezTo>
                  <a:lnTo>
                    <a:pt x="18790" y="239"/>
                  </a:lnTo>
                  <a:cubicBezTo>
                    <a:pt x="18784" y="230"/>
                    <a:pt x="18775" y="221"/>
                    <a:pt x="18769" y="212"/>
                  </a:cubicBezTo>
                  <a:cubicBezTo>
                    <a:pt x="18760" y="203"/>
                    <a:pt x="18763" y="203"/>
                    <a:pt x="18760" y="200"/>
                  </a:cubicBezTo>
                  <a:cubicBezTo>
                    <a:pt x="18751" y="188"/>
                    <a:pt x="18739" y="176"/>
                    <a:pt x="18727" y="163"/>
                  </a:cubicBezTo>
                  <a:cubicBezTo>
                    <a:pt x="18718" y="154"/>
                    <a:pt x="18706" y="142"/>
                    <a:pt x="18694" y="133"/>
                  </a:cubicBezTo>
                  <a:lnTo>
                    <a:pt x="18682" y="124"/>
                  </a:lnTo>
                  <a:cubicBezTo>
                    <a:pt x="18673" y="115"/>
                    <a:pt x="18664" y="109"/>
                    <a:pt x="18655" y="103"/>
                  </a:cubicBezTo>
                  <a:lnTo>
                    <a:pt x="18643" y="94"/>
                  </a:lnTo>
                  <a:cubicBezTo>
                    <a:pt x="18630" y="88"/>
                    <a:pt x="18618" y="79"/>
                    <a:pt x="18606" y="73"/>
                  </a:cubicBezTo>
                  <a:lnTo>
                    <a:pt x="18591" y="64"/>
                  </a:lnTo>
                  <a:lnTo>
                    <a:pt x="18564" y="52"/>
                  </a:lnTo>
                  <a:lnTo>
                    <a:pt x="18549" y="43"/>
                  </a:lnTo>
                  <a:cubicBezTo>
                    <a:pt x="18537" y="40"/>
                    <a:pt x="18522" y="34"/>
                    <a:pt x="18510" y="28"/>
                  </a:cubicBezTo>
                  <a:lnTo>
                    <a:pt x="18501" y="28"/>
                  </a:lnTo>
                  <a:cubicBezTo>
                    <a:pt x="18489" y="22"/>
                    <a:pt x="18476" y="18"/>
                    <a:pt x="18464" y="15"/>
                  </a:cubicBezTo>
                  <a:lnTo>
                    <a:pt x="18449" y="12"/>
                  </a:lnTo>
                  <a:lnTo>
                    <a:pt x="18416" y="6"/>
                  </a:lnTo>
                  <a:lnTo>
                    <a:pt x="18404" y="3"/>
                  </a:lnTo>
                  <a:cubicBezTo>
                    <a:pt x="18389" y="3"/>
                    <a:pt x="18374" y="0"/>
                    <a:pt x="1835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818" name="Google Shape;1818;p43"/>
            <p:cNvSpPr/>
            <p:nvPr/>
          </p:nvSpPr>
          <p:spPr>
            <a:xfrm>
              <a:off x="3860250" y="1861675"/>
              <a:ext cx="54675" cy="48550"/>
            </a:xfrm>
            <a:custGeom>
              <a:rect b="b" l="l" r="r" t="t"/>
              <a:pathLst>
                <a:path extrusionOk="0" h="1942" w="2187">
                  <a:moveTo>
                    <a:pt x="1563" y="1"/>
                  </a:moveTo>
                  <a:cubicBezTo>
                    <a:pt x="1416" y="1"/>
                    <a:pt x="1268" y="58"/>
                    <a:pt x="1157" y="172"/>
                  </a:cubicBezTo>
                  <a:lnTo>
                    <a:pt x="357" y="976"/>
                  </a:lnTo>
                  <a:cubicBezTo>
                    <a:pt x="0" y="1332"/>
                    <a:pt x="254" y="1942"/>
                    <a:pt x="758" y="1942"/>
                  </a:cubicBezTo>
                  <a:cubicBezTo>
                    <a:pt x="906" y="1942"/>
                    <a:pt x="1051" y="1882"/>
                    <a:pt x="1157" y="1776"/>
                  </a:cubicBezTo>
                  <a:lnTo>
                    <a:pt x="1957" y="973"/>
                  </a:lnTo>
                  <a:cubicBezTo>
                    <a:pt x="2184" y="755"/>
                    <a:pt x="2187" y="390"/>
                    <a:pt x="1963" y="166"/>
                  </a:cubicBezTo>
                  <a:cubicBezTo>
                    <a:pt x="1853" y="56"/>
                    <a:pt x="1708" y="1"/>
                    <a:pt x="156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819" name="Google Shape;1819;p43"/>
            <p:cNvSpPr/>
            <p:nvPr/>
          </p:nvSpPr>
          <p:spPr>
            <a:xfrm>
              <a:off x="3923425" y="1801775"/>
              <a:ext cx="51350" cy="48550"/>
            </a:xfrm>
            <a:custGeom>
              <a:rect b="b" l="l" r="r" t="t"/>
              <a:pathLst>
                <a:path extrusionOk="0" h="1942" w="2054">
                  <a:moveTo>
                    <a:pt x="1430" y="0"/>
                  </a:moveTo>
                  <a:cubicBezTo>
                    <a:pt x="1286" y="0"/>
                    <a:pt x="1141" y="56"/>
                    <a:pt x="1030" y="168"/>
                  </a:cubicBezTo>
                  <a:lnTo>
                    <a:pt x="230" y="968"/>
                  </a:lnTo>
                  <a:cubicBezTo>
                    <a:pt x="4" y="1189"/>
                    <a:pt x="1" y="1551"/>
                    <a:pt x="224" y="1774"/>
                  </a:cubicBezTo>
                  <a:cubicBezTo>
                    <a:pt x="334" y="1886"/>
                    <a:pt x="478" y="1941"/>
                    <a:pt x="623" y="1941"/>
                  </a:cubicBezTo>
                  <a:cubicBezTo>
                    <a:pt x="771" y="1941"/>
                    <a:pt x="919" y="1883"/>
                    <a:pt x="1030" y="1768"/>
                  </a:cubicBezTo>
                  <a:lnTo>
                    <a:pt x="1831" y="968"/>
                  </a:lnTo>
                  <a:cubicBezTo>
                    <a:pt x="2054" y="745"/>
                    <a:pt x="2051" y="388"/>
                    <a:pt x="1831" y="168"/>
                  </a:cubicBezTo>
                  <a:cubicBezTo>
                    <a:pt x="1720" y="56"/>
                    <a:pt x="1575" y="0"/>
                    <a:pt x="143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1820" name="Google Shape;1820;p43"/>
          <p:cNvSpPr/>
          <p:nvPr/>
        </p:nvSpPr>
        <p:spPr>
          <a:xfrm>
            <a:off x="3341057" y="3304166"/>
            <a:ext cx="284620" cy="284561"/>
          </a:xfrm>
          <a:custGeom>
            <a:rect b="b" l="l" r="r" t="t"/>
            <a:pathLst>
              <a:path extrusionOk="0" h="19325" w="19329">
                <a:moveTo>
                  <a:pt x="9062" y="1229"/>
                </a:moveTo>
                <a:lnTo>
                  <a:pt x="9062" y="4539"/>
                </a:lnTo>
                <a:cubicBezTo>
                  <a:pt x="8470" y="4557"/>
                  <a:pt x="7885" y="4602"/>
                  <a:pt x="7311" y="4674"/>
                </a:cubicBezTo>
                <a:cubicBezTo>
                  <a:pt x="7223" y="4339"/>
                  <a:pt x="7036" y="4037"/>
                  <a:pt x="6773" y="3811"/>
                </a:cubicBezTo>
                <a:cubicBezTo>
                  <a:pt x="7392" y="2428"/>
                  <a:pt x="8211" y="1513"/>
                  <a:pt x="9062" y="1229"/>
                </a:cubicBezTo>
                <a:close/>
                <a:moveTo>
                  <a:pt x="10194" y="1226"/>
                </a:moveTo>
                <a:cubicBezTo>
                  <a:pt x="11278" y="1586"/>
                  <a:pt x="12272" y="2944"/>
                  <a:pt x="12912" y="4835"/>
                </a:cubicBezTo>
                <a:cubicBezTo>
                  <a:pt x="12015" y="4662"/>
                  <a:pt x="11106" y="4566"/>
                  <a:pt x="10194" y="4539"/>
                </a:cubicBezTo>
                <a:lnTo>
                  <a:pt x="10194" y="1226"/>
                </a:lnTo>
                <a:close/>
                <a:moveTo>
                  <a:pt x="5665" y="4530"/>
                </a:moveTo>
                <a:cubicBezTo>
                  <a:pt x="6170" y="4530"/>
                  <a:pt x="6423" y="5139"/>
                  <a:pt x="6067" y="5496"/>
                </a:cubicBezTo>
                <a:cubicBezTo>
                  <a:pt x="5950" y="5611"/>
                  <a:pt x="5808" y="5663"/>
                  <a:pt x="5669" y="5663"/>
                </a:cubicBezTo>
                <a:cubicBezTo>
                  <a:pt x="5378" y="5663"/>
                  <a:pt x="5101" y="5438"/>
                  <a:pt x="5101" y="5097"/>
                </a:cubicBezTo>
                <a:cubicBezTo>
                  <a:pt x="5101" y="4783"/>
                  <a:pt x="5351" y="4530"/>
                  <a:pt x="5665" y="4530"/>
                </a:cubicBezTo>
                <a:close/>
                <a:moveTo>
                  <a:pt x="6743" y="1643"/>
                </a:moveTo>
                <a:cubicBezTo>
                  <a:pt x="6363" y="2129"/>
                  <a:pt x="6019" y="2718"/>
                  <a:pt x="5717" y="3397"/>
                </a:cubicBezTo>
                <a:lnTo>
                  <a:pt x="5665" y="3397"/>
                </a:lnTo>
                <a:cubicBezTo>
                  <a:pt x="4578" y="3397"/>
                  <a:pt x="3769" y="4406"/>
                  <a:pt x="4008" y="5469"/>
                </a:cubicBezTo>
                <a:cubicBezTo>
                  <a:pt x="3075" y="5822"/>
                  <a:pt x="2277" y="6266"/>
                  <a:pt x="1646" y="6773"/>
                </a:cubicBezTo>
                <a:cubicBezTo>
                  <a:pt x="2507" y="4394"/>
                  <a:pt x="4373" y="2516"/>
                  <a:pt x="6743" y="1643"/>
                </a:cubicBezTo>
                <a:close/>
                <a:moveTo>
                  <a:pt x="12510" y="1631"/>
                </a:moveTo>
                <a:lnTo>
                  <a:pt x="12510" y="1631"/>
                </a:lnTo>
                <a:cubicBezTo>
                  <a:pt x="14926" y="2500"/>
                  <a:pt x="16828" y="4403"/>
                  <a:pt x="17698" y="6818"/>
                </a:cubicBezTo>
                <a:cubicBezTo>
                  <a:pt x="17269" y="6483"/>
                  <a:pt x="16810" y="6196"/>
                  <a:pt x="16327" y="5955"/>
                </a:cubicBezTo>
                <a:cubicBezTo>
                  <a:pt x="15645" y="5614"/>
                  <a:pt x="14932" y="5342"/>
                  <a:pt x="14195" y="5136"/>
                </a:cubicBezTo>
                <a:cubicBezTo>
                  <a:pt x="13933" y="4203"/>
                  <a:pt x="13585" y="3349"/>
                  <a:pt x="13169" y="2612"/>
                </a:cubicBezTo>
                <a:cubicBezTo>
                  <a:pt x="12975" y="2268"/>
                  <a:pt x="12755" y="1942"/>
                  <a:pt x="12510" y="1631"/>
                </a:cubicBezTo>
                <a:close/>
                <a:moveTo>
                  <a:pt x="4636" y="6444"/>
                </a:moveTo>
                <a:cubicBezTo>
                  <a:pt x="4684" y="6483"/>
                  <a:pt x="4738" y="6519"/>
                  <a:pt x="4793" y="6553"/>
                </a:cubicBezTo>
                <a:cubicBezTo>
                  <a:pt x="4651" y="7407"/>
                  <a:pt x="4566" y="8268"/>
                  <a:pt x="4542" y="9134"/>
                </a:cubicBezTo>
                <a:lnTo>
                  <a:pt x="1230" y="9134"/>
                </a:lnTo>
                <a:cubicBezTo>
                  <a:pt x="1568" y="8083"/>
                  <a:pt x="2821" y="7081"/>
                  <a:pt x="4636" y="6444"/>
                </a:cubicBezTo>
                <a:close/>
                <a:moveTo>
                  <a:pt x="9062" y="5674"/>
                </a:moveTo>
                <a:lnTo>
                  <a:pt x="9062" y="9134"/>
                </a:lnTo>
                <a:lnTo>
                  <a:pt x="5674" y="9134"/>
                </a:lnTo>
                <a:cubicBezTo>
                  <a:pt x="5698" y="8343"/>
                  <a:pt x="5774" y="7558"/>
                  <a:pt x="5904" y="6776"/>
                </a:cubicBezTo>
                <a:lnTo>
                  <a:pt x="5904" y="6779"/>
                </a:lnTo>
                <a:cubicBezTo>
                  <a:pt x="6462" y="6698"/>
                  <a:pt x="6949" y="6344"/>
                  <a:pt x="7196" y="5834"/>
                </a:cubicBezTo>
                <a:cubicBezTo>
                  <a:pt x="7815" y="5746"/>
                  <a:pt x="8437" y="5692"/>
                  <a:pt x="9062" y="5674"/>
                </a:cubicBezTo>
                <a:close/>
                <a:moveTo>
                  <a:pt x="10194" y="5671"/>
                </a:moveTo>
                <a:cubicBezTo>
                  <a:pt x="11227" y="5701"/>
                  <a:pt x="12257" y="5834"/>
                  <a:pt x="13265" y="6063"/>
                </a:cubicBezTo>
                <a:cubicBezTo>
                  <a:pt x="13422" y="6743"/>
                  <a:pt x="13534" y="7431"/>
                  <a:pt x="13597" y="8126"/>
                </a:cubicBezTo>
                <a:cubicBezTo>
                  <a:pt x="13144" y="8310"/>
                  <a:pt x="12794" y="8675"/>
                  <a:pt x="12631" y="9134"/>
                </a:cubicBezTo>
                <a:lnTo>
                  <a:pt x="10194" y="9134"/>
                </a:lnTo>
                <a:lnTo>
                  <a:pt x="10194" y="5671"/>
                </a:lnTo>
                <a:close/>
                <a:moveTo>
                  <a:pt x="14497" y="6417"/>
                </a:moveTo>
                <a:cubicBezTo>
                  <a:pt x="14950" y="6571"/>
                  <a:pt x="15391" y="6752"/>
                  <a:pt x="15817" y="6966"/>
                </a:cubicBezTo>
                <a:cubicBezTo>
                  <a:pt x="17037" y="7585"/>
                  <a:pt x="17837" y="8352"/>
                  <a:pt x="18099" y="9137"/>
                </a:cubicBezTo>
                <a:lnTo>
                  <a:pt x="15835" y="9134"/>
                </a:lnTo>
                <a:cubicBezTo>
                  <a:pt x="15654" y="8627"/>
                  <a:pt x="15243" y="8234"/>
                  <a:pt x="14730" y="8077"/>
                </a:cubicBezTo>
                <a:cubicBezTo>
                  <a:pt x="14678" y="7519"/>
                  <a:pt x="14603" y="6966"/>
                  <a:pt x="14497" y="6417"/>
                </a:cubicBezTo>
                <a:close/>
                <a:moveTo>
                  <a:pt x="14241" y="9137"/>
                </a:moveTo>
                <a:cubicBezTo>
                  <a:pt x="14555" y="9137"/>
                  <a:pt x="14808" y="9391"/>
                  <a:pt x="14808" y="9702"/>
                </a:cubicBezTo>
                <a:cubicBezTo>
                  <a:pt x="14808" y="10016"/>
                  <a:pt x="14555" y="10270"/>
                  <a:pt x="14241" y="10270"/>
                </a:cubicBezTo>
                <a:lnTo>
                  <a:pt x="14241" y="10267"/>
                </a:lnTo>
                <a:lnTo>
                  <a:pt x="14204" y="10267"/>
                </a:lnTo>
                <a:cubicBezTo>
                  <a:pt x="13902" y="10251"/>
                  <a:pt x="13667" y="10004"/>
                  <a:pt x="13667" y="9702"/>
                </a:cubicBezTo>
                <a:cubicBezTo>
                  <a:pt x="13667" y="9403"/>
                  <a:pt x="13899" y="9155"/>
                  <a:pt x="14195" y="9137"/>
                </a:cubicBezTo>
                <a:close/>
                <a:moveTo>
                  <a:pt x="18099" y="10270"/>
                </a:moveTo>
                <a:cubicBezTo>
                  <a:pt x="17861" y="10967"/>
                  <a:pt x="17194" y="11643"/>
                  <a:pt x="16161" y="12217"/>
                </a:cubicBezTo>
                <a:cubicBezTo>
                  <a:pt x="15632" y="12504"/>
                  <a:pt x="15080" y="12742"/>
                  <a:pt x="14506" y="12930"/>
                </a:cubicBezTo>
                <a:cubicBezTo>
                  <a:pt x="14606" y="12407"/>
                  <a:pt x="14678" y="11873"/>
                  <a:pt x="14730" y="11323"/>
                </a:cubicBezTo>
                <a:lnTo>
                  <a:pt x="14730" y="11326"/>
                </a:lnTo>
                <a:cubicBezTo>
                  <a:pt x="15243" y="11166"/>
                  <a:pt x="15654" y="10774"/>
                  <a:pt x="15835" y="10270"/>
                </a:cubicBezTo>
                <a:close/>
                <a:moveTo>
                  <a:pt x="4542" y="10267"/>
                </a:moveTo>
                <a:cubicBezTo>
                  <a:pt x="4566" y="11163"/>
                  <a:pt x="4660" y="12060"/>
                  <a:pt x="4820" y="12945"/>
                </a:cubicBezTo>
                <a:cubicBezTo>
                  <a:pt x="2927" y="12320"/>
                  <a:pt x="1583" y="11351"/>
                  <a:pt x="1230" y="10267"/>
                </a:cubicBezTo>
                <a:close/>
                <a:moveTo>
                  <a:pt x="9062" y="10267"/>
                </a:moveTo>
                <a:lnTo>
                  <a:pt x="9062" y="12628"/>
                </a:lnTo>
                <a:cubicBezTo>
                  <a:pt x="8603" y="12791"/>
                  <a:pt x="8238" y="13141"/>
                  <a:pt x="8054" y="13594"/>
                </a:cubicBezTo>
                <a:cubicBezTo>
                  <a:pt x="7377" y="13534"/>
                  <a:pt x="6707" y="13428"/>
                  <a:pt x="6046" y="13280"/>
                </a:cubicBezTo>
                <a:cubicBezTo>
                  <a:pt x="5828" y="12290"/>
                  <a:pt x="5702" y="11281"/>
                  <a:pt x="5674" y="10267"/>
                </a:cubicBezTo>
                <a:close/>
                <a:moveTo>
                  <a:pt x="12631" y="10267"/>
                </a:moveTo>
                <a:cubicBezTo>
                  <a:pt x="12794" y="10725"/>
                  <a:pt x="13144" y="11091"/>
                  <a:pt x="13597" y="11275"/>
                </a:cubicBezTo>
                <a:cubicBezTo>
                  <a:pt x="13534" y="11945"/>
                  <a:pt x="13431" y="12613"/>
                  <a:pt x="13280" y="13268"/>
                </a:cubicBezTo>
                <a:cubicBezTo>
                  <a:pt x="12595" y="13422"/>
                  <a:pt x="11900" y="13531"/>
                  <a:pt x="11203" y="13594"/>
                </a:cubicBezTo>
                <a:cubicBezTo>
                  <a:pt x="11019" y="13141"/>
                  <a:pt x="10653" y="12791"/>
                  <a:pt x="10194" y="12628"/>
                </a:cubicBezTo>
                <a:lnTo>
                  <a:pt x="10194" y="10267"/>
                </a:lnTo>
                <a:close/>
                <a:moveTo>
                  <a:pt x="9627" y="13678"/>
                </a:moveTo>
                <a:cubicBezTo>
                  <a:pt x="9923" y="13678"/>
                  <a:pt x="10170" y="13905"/>
                  <a:pt x="10191" y="14201"/>
                </a:cubicBezTo>
                <a:lnTo>
                  <a:pt x="10191" y="14231"/>
                </a:lnTo>
                <a:cubicBezTo>
                  <a:pt x="10191" y="14231"/>
                  <a:pt x="10191" y="14234"/>
                  <a:pt x="10191" y="14237"/>
                </a:cubicBezTo>
                <a:cubicBezTo>
                  <a:pt x="10188" y="14545"/>
                  <a:pt x="9938" y="14793"/>
                  <a:pt x="9630" y="14796"/>
                </a:cubicBezTo>
                <a:cubicBezTo>
                  <a:pt x="9319" y="14796"/>
                  <a:pt x="9065" y="14545"/>
                  <a:pt x="9062" y="14237"/>
                </a:cubicBezTo>
                <a:lnTo>
                  <a:pt x="9062" y="14231"/>
                </a:lnTo>
                <a:lnTo>
                  <a:pt x="9062" y="14201"/>
                </a:lnTo>
                <a:cubicBezTo>
                  <a:pt x="9083" y="13905"/>
                  <a:pt x="9331" y="13678"/>
                  <a:pt x="9627" y="13678"/>
                </a:cubicBezTo>
                <a:close/>
                <a:moveTo>
                  <a:pt x="1640" y="12579"/>
                </a:moveTo>
                <a:lnTo>
                  <a:pt x="1640" y="12579"/>
                </a:lnTo>
                <a:cubicBezTo>
                  <a:pt x="1936" y="12812"/>
                  <a:pt x="2250" y="13020"/>
                  <a:pt x="2579" y="13204"/>
                </a:cubicBezTo>
                <a:cubicBezTo>
                  <a:pt x="3313" y="13615"/>
                  <a:pt x="4168" y="13953"/>
                  <a:pt x="5110" y="14213"/>
                </a:cubicBezTo>
                <a:cubicBezTo>
                  <a:pt x="5496" y="15620"/>
                  <a:pt x="6061" y="16813"/>
                  <a:pt x="6752" y="17691"/>
                </a:cubicBezTo>
                <a:cubicBezTo>
                  <a:pt x="4373" y="16828"/>
                  <a:pt x="2501" y="14956"/>
                  <a:pt x="1640" y="12579"/>
                </a:cubicBezTo>
                <a:close/>
                <a:moveTo>
                  <a:pt x="17698" y="12555"/>
                </a:moveTo>
                <a:cubicBezTo>
                  <a:pt x="16837" y="14938"/>
                  <a:pt x="14932" y="16831"/>
                  <a:pt x="12535" y="17691"/>
                </a:cubicBezTo>
                <a:cubicBezTo>
                  <a:pt x="12770" y="17395"/>
                  <a:pt x="12981" y="17081"/>
                  <a:pt x="13169" y="16752"/>
                </a:cubicBezTo>
                <a:cubicBezTo>
                  <a:pt x="13594" y="16013"/>
                  <a:pt x="13945" y="15149"/>
                  <a:pt x="14213" y="14201"/>
                </a:cubicBezTo>
                <a:cubicBezTo>
                  <a:pt x="15140" y="13944"/>
                  <a:pt x="15986" y="13609"/>
                  <a:pt x="16713" y="13204"/>
                </a:cubicBezTo>
                <a:cubicBezTo>
                  <a:pt x="17058" y="13014"/>
                  <a:pt x="17387" y="12797"/>
                  <a:pt x="17698" y="12555"/>
                </a:cubicBezTo>
                <a:close/>
                <a:moveTo>
                  <a:pt x="6381" y="14503"/>
                </a:moveTo>
                <a:cubicBezTo>
                  <a:pt x="6906" y="14602"/>
                  <a:pt x="7450" y="14678"/>
                  <a:pt x="8005" y="14726"/>
                </a:cubicBezTo>
                <a:cubicBezTo>
                  <a:pt x="8162" y="15240"/>
                  <a:pt x="8555" y="15650"/>
                  <a:pt x="9062" y="15831"/>
                </a:cubicBezTo>
                <a:lnTo>
                  <a:pt x="9062" y="18096"/>
                </a:lnTo>
                <a:cubicBezTo>
                  <a:pt x="8286" y="17833"/>
                  <a:pt x="7531" y="17048"/>
                  <a:pt x="6933" y="15853"/>
                </a:cubicBezTo>
                <a:cubicBezTo>
                  <a:pt x="6716" y="15415"/>
                  <a:pt x="6532" y="14965"/>
                  <a:pt x="6381" y="14503"/>
                </a:cubicBezTo>
                <a:close/>
                <a:moveTo>
                  <a:pt x="12933" y="14497"/>
                </a:moveTo>
                <a:cubicBezTo>
                  <a:pt x="12740" y="15083"/>
                  <a:pt x="12486" y="15650"/>
                  <a:pt x="12184" y="16188"/>
                </a:cubicBezTo>
                <a:cubicBezTo>
                  <a:pt x="11595" y="17211"/>
                  <a:pt x="10904" y="17869"/>
                  <a:pt x="10194" y="18099"/>
                </a:cubicBezTo>
                <a:lnTo>
                  <a:pt x="10194" y="15831"/>
                </a:lnTo>
                <a:cubicBezTo>
                  <a:pt x="10702" y="15650"/>
                  <a:pt x="11094" y="15240"/>
                  <a:pt x="11251" y="14726"/>
                </a:cubicBezTo>
                <a:cubicBezTo>
                  <a:pt x="11828" y="14675"/>
                  <a:pt x="12390" y="14596"/>
                  <a:pt x="12933" y="14497"/>
                </a:cubicBezTo>
                <a:close/>
                <a:moveTo>
                  <a:pt x="9630" y="0"/>
                </a:moveTo>
                <a:cubicBezTo>
                  <a:pt x="7063" y="0"/>
                  <a:pt x="4645" y="1015"/>
                  <a:pt x="2821" y="2860"/>
                </a:cubicBezTo>
                <a:cubicBezTo>
                  <a:pt x="1012" y="4678"/>
                  <a:pt x="1" y="7138"/>
                  <a:pt x="4" y="9702"/>
                </a:cubicBezTo>
                <a:cubicBezTo>
                  <a:pt x="4" y="15016"/>
                  <a:pt x="4313" y="19325"/>
                  <a:pt x="9630" y="19325"/>
                </a:cubicBezTo>
                <a:cubicBezTo>
                  <a:pt x="9634" y="19325"/>
                  <a:pt x="9637" y="19325"/>
                  <a:pt x="9641" y="19325"/>
                </a:cubicBezTo>
                <a:cubicBezTo>
                  <a:pt x="12198" y="19325"/>
                  <a:pt x="14654" y="18314"/>
                  <a:pt x="16469" y="16508"/>
                </a:cubicBezTo>
                <a:cubicBezTo>
                  <a:pt x="18314" y="14687"/>
                  <a:pt x="19328" y="12268"/>
                  <a:pt x="19328" y="9702"/>
                </a:cubicBezTo>
                <a:cubicBezTo>
                  <a:pt x="19328" y="8407"/>
                  <a:pt x="19069" y="7129"/>
                  <a:pt x="18558" y="5940"/>
                </a:cubicBezTo>
                <a:cubicBezTo>
                  <a:pt x="18066" y="4789"/>
                  <a:pt x="17360" y="3741"/>
                  <a:pt x="16472" y="2857"/>
                </a:cubicBezTo>
                <a:cubicBezTo>
                  <a:pt x="15587" y="1969"/>
                  <a:pt x="14539" y="1263"/>
                  <a:pt x="13389" y="770"/>
                </a:cubicBezTo>
                <a:cubicBezTo>
                  <a:pt x="12199" y="260"/>
                  <a:pt x="10922" y="0"/>
                  <a:pt x="963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821" name="Google Shape;1821;p43"/>
          <p:cNvSpPr/>
          <p:nvPr/>
        </p:nvSpPr>
        <p:spPr>
          <a:xfrm>
            <a:off x="3774219" y="3304158"/>
            <a:ext cx="287373" cy="284575"/>
          </a:xfrm>
          <a:custGeom>
            <a:rect b="b" l="l" r="r" t="t"/>
            <a:pathLst>
              <a:path extrusionOk="0" h="19326" w="19516">
                <a:moveTo>
                  <a:pt x="15929" y="1934"/>
                </a:moveTo>
                <a:lnTo>
                  <a:pt x="15929" y="2834"/>
                </a:lnTo>
                <a:cubicBezTo>
                  <a:pt x="15929" y="3145"/>
                  <a:pt x="16182" y="3398"/>
                  <a:pt x="16496" y="3398"/>
                </a:cubicBezTo>
                <a:lnTo>
                  <a:pt x="17393" y="3398"/>
                </a:lnTo>
                <a:lnTo>
                  <a:pt x="16261" y="4531"/>
                </a:lnTo>
                <a:lnTo>
                  <a:pt x="14796" y="4531"/>
                </a:lnTo>
                <a:lnTo>
                  <a:pt x="14796" y="3066"/>
                </a:lnTo>
                <a:lnTo>
                  <a:pt x="15929" y="1934"/>
                </a:lnTo>
                <a:close/>
                <a:moveTo>
                  <a:pt x="9663" y="7927"/>
                </a:moveTo>
                <a:cubicBezTo>
                  <a:pt x="9926" y="7927"/>
                  <a:pt x="10183" y="7991"/>
                  <a:pt x="10418" y="8109"/>
                </a:cubicBezTo>
                <a:lnTo>
                  <a:pt x="9262" y="9262"/>
                </a:lnTo>
                <a:cubicBezTo>
                  <a:pt x="9041" y="9485"/>
                  <a:pt x="9041" y="9842"/>
                  <a:pt x="9262" y="10065"/>
                </a:cubicBezTo>
                <a:cubicBezTo>
                  <a:pt x="9372" y="10175"/>
                  <a:pt x="9517" y="10231"/>
                  <a:pt x="9662" y="10231"/>
                </a:cubicBezTo>
                <a:cubicBezTo>
                  <a:pt x="9807" y="10231"/>
                  <a:pt x="9952" y="10175"/>
                  <a:pt x="10062" y="10065"/>
                </a:cubicBezTo>
                <a:lnTo>
                  <a:pt x="11218" y="8909"/>
                </a:lnTo>
                <a:cubicBezTo>
                  <a:pt x="11336" y="9141"/>
                  <a:pt x="11399" y="9401"/>
                  <a:pt x="11399" y="9664"/>
                </a:cubicBezTo>
                <a:cubicBezTo>
                  <a:pt x="11399" y="10585"/>
                  <a:pt x="10605" y="11364"/>
                  <a:pt x="9663" y="11364"/>
                </a:cubicBezTo>
                <a:cubicBezTo>
                  <a:pt x="8721" y="11364"/>
                  <a:pt x="7927" y="10585"/>
                  <a:pt x="7927" y="9664"/>
                </a:cubicBezTo>
                <a:cubicBezTo>
                  <a:pt x="7927" y="8722"/>
                  <a:pt x="8721" y="7927"/>
                  <a:pt x="9663" y="7927"/>
                </a:cubicBezTo>
                <a:close/>
                <a:moveTo>
                  <a:pt x="9663" y="5663"/>
                </a:moveTo>
                <a:cubicBezTo>
                  <a:pt x="10527" y="5666"/>
                  <a:pt x="11363" y="5953"/>
                  <a:pt x="12049" y="6478"/>
                </a:cubicBezTo>
                <a:lnTo>
                  <a:pt x="11242" y="7287"/>
                </a:lnTo>
                <a:cubicBezTo>
                  <a:pt x="10777" y="6967"/>
                  <a:pt x="10228" y="6798"/>
                  <a:pt x="9663" y="6795"/>
                </a:cubicBezTo>
                <a:cubicBezTo>
                  <a:pt x="8108" y="6795"/>
                  <a:pt x="6795" y="8109"/>
                  <a:pt x="6795" y="9664"/>
                </a:cubicBezTo>
                <a:cubicBezTo>
                  <a:pt x="6795" y="10422"/>
                  <a:pt x="7103" y="11143"/>
                  <a:pt x="7649" y="11669"/>
                </a:cubicBezTo>
                <a:cubicBezTo>
                  <a:pt x="8208" y="12220"/>
                  <a:pt x="8935" y="12495"/>
                  <a:pt x="9663" y="12495"/>
                </a:cubicBezTo>
                <a:cubicBezTo>
                  <a:pt x="10391" y="12495"/>
                  <a:pt x="11119" y="12220"/>
                  <a:pt x="11677" y="11669"/>
                </a:cubicBezTo>
                <a:cubicBezTo>
                  <a:pt x="12224" y="11143"/>
                  <a:pt x="12532" y="10422"/>
                  <a:pt x="12532" y="9664"/>
                </a:cubicBezTo>
                <a:cubicBezTo>
                  <a:pt x="12529" y="9099"/>
                  <a:pt x="12360" y="8549"/>
                  <a:pt x="12043" y="8084"/>
                </a:cubicBezTo>
                <a:lnTo>
                  <a:pt x="12849" y="7278"/>
                </a:lnTo>
                <a:cubicBezTo>
                  <a:pt x="13374" y="7964"/>
                  <a:pt x="13661" y="8800"/>
                  <a:pt x="13664" y="9664"/>
                </a:cubicBezTo>
                <a:cubicBezTo>
                  <a:pt x="13664" y="11850"/>
                  <a:pt x="11870" y="13628"/>
                  <a:pt x="9663" y="13628"/>
                </a:cubicBezTo>
                <a:cubicBezTo>
                  <a:pt x="7456" y="13628"/>
                  <a:pt x="5662" y="11850"/>
                  <a:pt x="5662" y="9664"/>
                </a:cubicBezTo>
                <a:cubicBezTo>
                  <a:pt x="5662" y="7496"/>
                  <a:pt x="7495" y="5663"/>
                  <a:pt x="9663" y="5663"/>
                </a:cubicBezTo>
                <a:close/>
                <a:moveTo>
                  <a:pt x="9676" y="3398"/>
                </a:moveTo>
                <a:cubicBezTo>
                  <a:pt x="11130" y="3398"/>
                  <a:pt x="12541" y="3902"/>
                  <a:pt x="13664" y="4826"/>
                </a:cubicBezTo>
                <a:lnTo>
                  <a:pt x="13664" y="4863"/>
                </a:lnTo>
                <a:lnTo>
                  <a:pt x="12861" y="5663"/>
                </a:lnTo>
                <a:cubicBezTo>
                  <a:pt x="11911" y="4901"/>
                  <a:pt x="10770" y="4528"/>
                  <a:pt x="9634" y="4528"/>
                </a:cubicBezTo>
                <a:cubicBezTo>
                  <a:pt x="8214" y="4528"/>
                  <a:pt x="6803" y="5111"/>
                  <a:pt x="5786" y="6246"/>
                </a:cubicBezTo>
                <a:cubicBezTo>
                  <a:pt x="3959" y="8287"/>
                  <a:pt x="4047" y="11403"/>
                  <a:pt x="5985" y="13341"/>
                </a:cubicBezTo>
                <a:cubicBezTo>
                  <a:pt x="6991" y="14346"/>
                  <a:pt x="8313" y="14852"/>
                  <a:pt x="9638" y="14852"/>
                </a:cubicBezTo>
                <a:cubicBezTo>
                  <a:pt x="10866" y="14852"/>
                  <a:pt x="12096" y="14417"/>
                  <a:pt x="13078" y="13538"/>
                </a:cubicBezTo>
                <a:cubicBezTo>
                  <a:pt x="15119" y="11711"/>
                  <a:pt x="15376" y="8604"/>
                  <a:pt x="13664" y="6463"/>
                </a:cubicBezTo>
                <a:lnTo>
                  <a:pt x="14464" y="5663"/>
                </a:lnTo>
                <a:lnTo>
                  <a:pt x="14503" y="5663"/>
                </a:lnTo>
                <a:cubicBezTo>
                  <a:pt x="15430" y="6789"/>
                  <a:pt x="15935" y="8205"/>
                  <a:pt x="15929" y="9664"/>
                </a:cubicBezTo>
                <a:cubicBezTo>
                  <a:pt x="15929" y="13100"/>
                  <a:pt x="13117" y="15893"/>
                  <a:pt x="9663" y="15893"/>
                </a:cubicBezTo>
                <a:cubicBezTo>
                  <a:pt x="6209" y="15893"/>
                  <a:pt x="3398" y="13100"/>
                  <a:pt x="3398" y="9664"/>
                </a:cubicBezTo>
                <a:cubicBezTo>
                  <a:pt x="3398" y="6209"/>
                  <a:pt x="6209" y="3398"/>
                  <a:pt x="9663" y="3398"/>
                </a:cubicBezTo>
                <a:cubicBezTo>
                  <a:pt x="9668" y="3398"/>
                  <a:pt x="9672" y="3398"/>
                  <a:pt x="9676" y="3398"/>
                </a:cubicBezTo>
                <a:close/>
                <a:moveTo>
                  <a:pt x="9663" y="1134"/>
                </a:moveTo>
                <a:cubicBezTo>
                  <a:pt x="11176" y="1134"/>
                  <a:pt x="12661" y="1532"/>
                  <a:pt x="13975" y="2287"/>
                </a:cubicBezTo>
                <a:lnTo>
                  <a:pt x="13830" y="2432"/>
                </a:lnTo>
                <a:cubicBezTo>
                  <a:pt x="13724" y="2538"/>
                  <a:pt x="13664" y="2683"/>
                  <a:pt x="13664" y="2834"/>
                </a:cubicBezTo>
                <a:lnTo>
                  <a:pt x="13664" y="3428"/>
                </a:lnTo>
                <a:cubicBezTo>
                  <a:pt x="12473" y="2670"/>
                  <a:pt x="11090" y="2266"/>
                  <a:pt x="9679" y="2266"/>
                </a:cubicBezTo>
                <a:cubicBezTo>
                  <a:pt x="9674" y="2266"/>
                  <a:pt x="9668" y="2266"/>
                  <a:pt x="9663" y="2266"/>
                </a:cubicBezTo>
                <a:cubicBezTo>
                  <a:pt x="7701" y="2266"/>
                  <a:pt x="5847" y="3039"/>
                  <a:pt x="4443" y="4443"/>
                </a:cubicBezTo>
                <a:cubicBezTo>
                  <a:pt x="3039" y="5847"/>
                  <a:pt x="2266" y="7701"/>
                  <a:pt x="2266" y="9664"/>
                </a:cubicBezTo>
                <a:cubicBezTo>
                  <a:pt x="2266" y="11626"/>
                  <a:pt x="3039" y="13474"/>
                  <a:pt x="4443" y="14866"/>
                </a:cubicBezTo>
                <a:cubicBezTo>
                  <a:pt x="5886" y="16305"/>
                  <a:pt x="7775" y="17024"/>
                  <a:pt x="9663" y="17024"/>
                </a:cubicBezTo>
                <a:cubicBezTo>
                  <a:pt x="11552" y="17024"/>
                  <a:pt x="13441" y="16305"/>
                  <a:pt x="14884" y="14866"/>
                </a:cubicBezTo>
                <a:cubicBezTo>
                  <a:pt x="16288" y="13474"/>
                  <a:pt x="17061" y="11626"/>
                  <a:pt x="17061" y="9664"/>
                </a:cubicBezTo>
                <a:cubicBezTo>
                  <a:pt x="17064" y="8248"/>
                  <a:pt x="16659" y="6859"/>
                  <a:pt x="15898" y="5663"/>
                </a:cubicBezTo>
                <a:lnTo>
                  <a:pt x="16496" y="5663"/>
                </a:lnTo>
                <a:cubicBezTo>
                  <a:pt x="16644" y="5663"/>
                  <a:pt x="16789" y="5602"/>
                  <a:pt x="16895" y="5497"/>
                </a:cubicBezTo>
                <a:lnTo>
                  <a:pt x="17040" y="5352"/>
                </a:lnTo>
                <a:cubicBezTo>
                  <a:pt x="17795" y="6665"/>
                  <a:pt x="18193" y="8151"/>
                  <a:pt x="18193" y="9664"/>
                </a:cubicBezTo>
                <a:cubicBezTo>
                  <a:pt x="18193" y="14368"/>
                  <a:pt x="14367" y="18194"/>
                  <a:pt x="9663" y="18194"/>
                </a:cubicBezTo>
                <a:cubicBezTo>
                  <a:pt x="4959" y="18194"/>
                  <a:pt x="1133" y="14368"/>
                  <a:pt x="1133" y="9664"/>
                </a:cubicBezTo>
                <a:cubicBezTo>
                  <a:pt x="1133" y="4959"/>
                  <a:pt x="4959" y="1134"/>
                  <a:pt x="9663" y="1134"/>
                </a:cubicBezTo>
                <a:close/>
                <a:moveTo>
                  <a:pt x="16491" y="0"/>
                </a:moveTo>
                <a:cubicBezTo>
                  <a:pt x="16352" y="0"/>
                  <a:pt x="16210" y="52"/>
                  <a:pt x="16095" y="167"/>
                </a:cubicBezTo>
                <a:lnTo>
                  <a:pt x="14799" y="1463"/>
                </a:lnTo>
                <a:cubicBezTo>
                  <a:pt x="13256" y="509"/>
                  <a:pt x="11478" y="4"/>
                  <a:pt x="9663" y="1"/>
                </a:cubicBezTo>
                <a:cubicBezTo>
                  <a:pt x="7094" y="1"/>
                  <a:pt x="4669" y="1010"/>
                  <a:pt x="2839" y="2840"/>
                </a:cubicBezTo>
                <a:cubicBezTo>
                  <a:pt x="1009" y="4669"/>
                  <a:pt x="1" y="7094"/>
                  <a:pt x="1" y="9664"/>
                </a:cubicBezTo>
                <a:cubicBezTo>
                  <a:pt x="1" y="12233"/>
                  <a:pt x="1009" y="14658"/>
                  <a:pt x="2839" y="16488"/>
                </a:cubicBezTo>
                <a:cubicBezTo>
                  <a:pt x="4669" y="18317"/>
                  <a:pt x="7094" y="19326"/>
                  <a:pt x="9663" y="19326"/>
                </a:cubicBezTo>
                <a:cubicBezTo>
                  <a:pt x="12233" y="19326"/>
                  <a:pt x="14657" y="18317"/>
                  <a:pt x="16487" y="16488"/>
                </a:cubicBezTo>
                <a:cubicBezTo>
                  <a:pt x="18317" y="14658"/>
                  <a:pt x="19325" y="12233"/>
                  <a:pt x="19325" y="9664"/>
                </a:cubicBezTo>
                <a:cubicBezTo>
                  <a:pt x="19322" y="7849"/>
                  <a:pt x="18818" y="6070"/>
                  <a:pt x="17864" y="4528"/>
                </a:cubicBezTo>
                <a:lnTo>
                  <a:pt x="19159" y="3232"/>
                </a:lnTo>
                <a:cubicBezTo>
                  <a:pt x="19516" y="2876"/>
                  <a:pt x="19265" y="2266"/>
                  <a:pt x="18761" y="2266"/>
                </a:cubicBezTo>
                <a:lnTo>
                  <a:pt x="17061" y="2266"/>
                </a:lnTo>
                <a:lnTo>
                  <a:pt x="17061" y="569"/>
                </a:lnTo>
                <a:cubicBezTo>
                  <a:pt x="17061" y="226"/>
                  <a:pt x="16782" y="0"/>
                  <a:pt x="1649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1822" name="Google Shape;1822;p43"/>
          <p:cNvGrpSpPr/>
          <p:nvPr/>
        </p:nvGrpSpPr>
        <p:grpSpPr>
          <a:xfrm>
            <a:off x="4211765" y="3304166"/>
            <a:ext cx="284605" cy="284561"/>
            <a:chOff x="5648375" y="1427025"/>
            <a:chExt cx="483200" cy="483125"/>
          </a:xfrm>
        </p:grpSpPr>
        <p:sp>
          <p:nvSpPr>
            <p:cNvPr id="1823" name="Google Shape;1823;p43"/>
            <p:cNvSpPr/>
            <p:nvPr/>
          </p:nvSpPr>
          <p:spPr>
            <a:xfrm>
              <a:off x="5801075" y="1484625"/>
              <a:ext cx="177725" cy="162475"/>
            </a:xfrm>
            <a:custGeom>
              <a:rect b="b" l="l" r="r" t="t"/>
              <a:pathLst>
                <a:path extrusionOk="0" h="6499" w="7109">
                  <a:moveTo>
                    <a:pt x="3554" y="1845"/>
                  </a:moveTo>
                  <a:lnTo>
                    <a:pt x="3920" y="2582"/>
                  </a:lnTo>
                  <a:cubicBezTo>
                    <a:pt x="4001" y="2751"/>
                    <a:pt x="4161" y="2866"/>
                    <a:pt x="4345" y="2893"/>
                  </a:cubicBezTo>
                  <a:lnTo>
                    <a:pt x="5158" y="3011"/>
                  </a:lnTo>
                  <a:lnTo>
                    <a:pt x="4569" y="3584"/>
                  </a:lnTo>
                  <a:cubicBezTo>
                    <a:pt x="4436" y="3714"/>
                    <a:pt x="4376" y="3901"/>
                    <a:pt x="4406" y="4086"/>
                  </a:cubicBezTo>
                  <a:lnTo>
                    <a:pt x="4545" y="4898"/>
                  </a:lnTo>
                  <a:lnTo>
                    <a:pt x="3820" y="4514"/>
                  </a:lnTo>
                  <a:cubicBezTo>
                    <a:pt x="3737" y="4469"/>
                    <a:pt x="3646" y="4446"/>
                    <a:pt x="3555" y="4446"/>
                  </a:cubicBezTo>
                  <a:cubicBezTo>
                    <a:pt x="3464" y="4446"/>
                    <a:pt x="3373" y="4469"/>
                    <a:pt x="3292" y="4514"/>
                  </a:cubicBezTo>
                  <a:lnTo>
                    <a:pt x="2561" y="4895"/>
                  </a:lnTo>
                  <a:lnTo>
                    <a:pt x="2703" y="4086"/>
                  </a:lnTo>
                  <a:cubicBezTo>
                    <a:pt x="2733" y="3901"/>
                    <a:pt x="2673" y="3714"/>
                    <a:pt x="2540" y="3584"/>
                  </a:cubicBezTo>
                  <a:lnTo>
                    <a:pt x="1951" y="3011"/>
                  </a:lnTo>
                  <a:lnTo>
                    <a:pt x="2763" y="2893"/>
                  </a:lnTo>
                  <a:cubicBezTo>
                    <a:pt x="2947" y="2866"/>
                    <a:pt x="3107" y="2751"/>
                    <a:pt x="3192" y="2582"/>
                  </a:cubicBezTo>
                  <a:lnTo>
                    <a:pt x="3554" y="1845"/>
                  </a:lnTo>
                  <a:close/>
                  <a:moveTo>
                    <a:pt x="3554" y="0"/>
                  </a:moveTo>
                  <a:cubicBezTo>
                    <a:pt x="3353" y="0"/>
                    <a:pt x="3151" y="106"/>
                    <a:pt x="3047" y="317"/>
                  </a:cubicBezTo>
                  <a:lnTo>
                    <a:pt x="2307" y="1815"/>
                  </a:lnTo>
                  <a:lnTo>
                    <a:pt x="653" y="2056"/>
                  </a:lnTo>
                  <a:cubicBezTo>
                    <a:pt x="188" y="2123"/>
                    <a:pt x="0" y="2694"/>
                    <a:pt x="339" y="3023"/>
                  </a:cubicBezTo>
                  <a:lnTo>
                    <a:pt x="1537" y="4188"/>
                  </a:lnTo>
                  <a:lnTo>
                    <a:pt x="1253" y="5837"/>
                  </a:lnTo>
                  <a:cubicBezTo>
                    <a:pt x="1191" y="6202"/>
                    <a:pt x="1480" y="6499"/>
                    <a:pt x="1809" y="6499"/>
                  </a:cubicBezTo>
                  <a:cubicBezTo>
                    <a:pt x="1897" y="6499"/>
                    <a:pt x="1987" y="6478"/>
                    <a:pt x="2075" y="6432"/>
                  </a:cubicBezTo>
                  <a:lnTo>
                    <a:pt x="3554" y="5656"/>
                  </a:lnTo>
                  <a:lnTo>
                    <a:pt x="5034" y="6432"/>
                  </a:lnTo>
                  <a:cubicBezTo>
                    <a:pt x="5121" y="6478"/>
                    <a:pt x="5212" y="6499"/>
                    <a:pt x="5299" y="6499"/>
                  </a:cubicBezTo>
                  <a:cubicBezTo>
                    <a:pt x="5629" y="6499"/>
                    <a:pt x="5917" y="6202"/>
                    <a:pt x="5855" y="5837"/>
                  </a:cubicBezTo>
                  <a:lnTo>
                    <a:pt x="5574" y="4188"/>
                  </a:lnTo>
                  <a:lnTo>
                    <a:pt x="6770" y="3023"/>
                  </a:lnTo>
                  <a:cubicBezTo>
                    <a:pt x="7108" y="2694"/>
                    <a:pt x="6921" y="2123"/>
                    <a:pt x="6456" y="2056"/>
                  </a:cubicBezTo>
                  <a:lnTo>
                    <a:pt x="4801" y="1815"/>
                  </a:lnTo>
                  <a:lnTo>
                    <a:pt x="4062" y="317"/>
                  </a:lnTo>
                  <a:cubicBezTo>
                    <a:pt x="3957" y="106"/>
                    <a:pt x="3756" y="0"/>
                    <a:pt x="355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824" name="Google Shape;1824;p43"/>
            <p:cNvSpPr/>
            <p:nvPr/>
          </p:nvSpPr>
          <p:spPr>
            <a:xfrm>
              <a:off x="5648375" y="1427025"/>
              <a:ext cx="483200" cy="483125"/>
            </a:xfrm>
            <a:custGeom>
              <a:rect b="b" l="l" r="r" t="t"/>
              <a:pathLst>
                <a:path extrusionOk="0" h="19325" w="19328">
                  <a:moveTo>
                    <a:pt x="2265" y="2304"/>
                  </a:moveTo>
                  <a:cubicBezTo>
                    <a:pt x="2890" y="2304"/>
                    <a:pt x="3397" y="2808"/>
                    <a:pt x="3397" y="3437"/>
                  </a:cubicBezTo>
                  <a:lnTo>
                    <a:pt x="3397" y="7398"/>
                  </a:lnTo>
                  <a:lnTo>
                    <a:pt x="3397" y="7474"/>
                  </a:lnTo>
                  <a:lnTo>
                    <a:pt x="1637" y="6299"/>
                  </a:lnTo>
                  <a:cubicBezTo>
                    <a:pt x="1320" y="6088"/>
                    <a:pt x="1129" y="5734"/>
                    <a:pt x="1132" y="5357"/>
                  </a:cubicBezTo>
                  <a:lnTo>
                    <a:pt x="1132" y="3437"/>
                  </a:lnTo>
                  <a:cubicBezTo>
                    <a:pt x="1132" y="2808"/>
                    <a:pt x="1640" y="2304"/>
                    <a:pt x="2265" y="2304"/>
                  </a:cubicBezTo>
                  <a:close/>
                  <a:moveTo>
                    <a:pt x="17060" y="2304"/>
                  </a:moveTo>
                  <a:cubicBezTo>
                    <a:pt x="17685" y="2304"/>
                    <a:pt x="18192" y="2808"/>
                    <a:pt x="18192" y="3437"/>
                  </a:cubicBezTo>
                  <a:lnTo>
                    <a:pt x="18192" y="5357"/>
                  </a:lnTo>
                  <a:cubicBezTo>
                    <a:pt x="18192" y="5737"/>
                    <a:pt x="18005" y="6091"/>
                    <a:pt x="17688" y="6302"/>
                  </a:cubicBezTo>
                  <a:lnTo>
                    <a:pt x="15928" y="7474"/>
                  </a:lnTo>
                  <a:lnTo>
                    <a:pt x="15928" y="7398"/>
                  </a:lnTo>
                  <a:lnTo>
                    <a:pt x="15928" y="3437"/>
                  </a:lnTo>
                  <a:cubicBezTo>
                    <a:pt x="15928" y="2808"/>
                    <a:pt x="16435" y="2304"/>
                    <a:pt x="17060" y="2304"/>
                  </a:cubicBezTo>
                  <a:close/>
                  <a:moveTo>
                    <a:pt x="14795" y="1133"/>
                  </a:moveTo>
                  <a:lnTo>
                    <a:pt x="14795" y="7398"/>
                  </a:lnTo>
                  <a:cubicBezTo>
                    <a:pt x="14795" y="8763"/>
                    <a:pt x="14095" y="9641"/>
                    <a:pt x="12120" y="10759"/>
                  </a:cubicBezTo>
                  <a:cubicBezTo>
                    <a:pt x="11069" y="11354"/>
                    <a:pt x="10372" y="12422"/>
                    <a:pt x="10248" y="13627"/>
                  </a:cubicBezTo>
                  <a:lnTo>
                    <a:pt x="9058" y="13627"/>
                  </a:lnTo>
                  <a:cubicBezTo>
                    <a:pt x="8877" y="12368"/>
                    <a:pt x="8041" y="11269"/>
                    <a:pt x="6791" y="10686"/>
                  </a:cubicBezTo>
                  <a:cubicBezTo>
                    <a:pt x="5332" y="10007"/>
                    <a:pt x="4529" y="8835"/>
                    <a:pt x="4529" y="7398"/>
                  </a:cubicBezTo>
                  <a:lnTo>
                    <a:pt x="4529" y="1133"/>
                  </a:lnTo>
                  <a:close/>
                  <a:moveTo>
                    <a:pt x="11927" y="14759"/>
                  </a:moveTo>
                  <a:cubicBezTo>
                    <a:pt x="12241" y="14759"/>
                    <a:pt x="12495" y="15010"/>
                    <a:pt x="12495" y="15324"/>
                  </a:cubicBezTo>
                  <a:lnTo>
                    <a:pt x="12495" y="15892"/>
                  </a:lnTo>
                  <a:lnTo>
                    <a:pt x="10795" y="15892"/>
                  </a:lnTo>
                  <a:cubicBezTo>
                    <a:pt x="10481" y="15892"/>
                    <a:pt x="10230" y="16142"/>
                    <a:pt x="10230" y="16456"/>
                  </a:cubicBezTo>
                  <a:cubicBezTo>
                    <a:pt x="10230" y="16770"/>
                    <a:pt x="10481" y="17024"/>
                    <a:pt x="10795" y="17024"/>
                  </a:cubicBezTo>
                  <a:lnTo>
                    <a:pt x="13059" y="17024"/>
                  </a:lnTo>
                  <a:cubicBezTo>
                    <a:pt x="13373" y="17024"/>
                    <a:pt x="13627" y="17275"/>
                    <a:pt x="13627" y="17589"/>
                  </a:cubicBezTo>
                  <a:lnTo>
                    <a:pt x="13627" y="18193"/>
                  </a:lnTo>
                  <a:lnTo>
                    <a:pt x="5701" y="18193"/>
                  </a:lnTo>
                  <a:lnTo>
                    <a:pt x="5701" y="17589"/>
                  </a:lnTo>
                  <a:cubicBezTo>
                    <a:pt x="5701" y="17275"/>
                    <a:pt x="5951" y="17024"/>
                    <a:pt x="6265" y="17024"/>
                  </a:cubicBezTo>
                  <a:lnTo>
                    <a:pt x="8530" y="17024"/>
                  </a:lnTo>
                  <a:cubicBezTo>
                    <a:pt x="8844" y="17024"/>
                    <a:pt x="9095" y="16770"/>
                    <a:pt x="9095" y="16456"/>
                  </a:cubicBezTo>
                  <a:cubicBezTo>
                    <a:pt x="9095" y="16142"/>
                    <a:pt x="8844" y="15892"/>
                    <a:pt x="8530" y="15892"/>
                  </a:cubicBezTo>
                  <a:lnTo>
                    <a:pt x="6833" y="15892"/>
                  </a:lnTo>
                  <a:lnTo>
                    <a:pt x="6833" y="15324"/>
                  </a:lnTo>
                  <a:cubicBezTo>
                    <a:pt x="6833" y="15010"/>
                    <a:pt x="7084" y="14759"/>
                    <a:pt x="7398" y="14759"/>
                  </a:cubicBezTo>
                  <a:close/>
                  <a:moveTo>
                    <a:pt x="3965" y="0"/>
                  </a:moveTo>
                  <a:cubicBezTo>
                    <a:pt x="3651" y="0"/>
                    <a:pt x="3397" y="254"/>
                    <a:pt x="3397" y="568"/>
                  </a:cubicBezTo>
                  <a:lnTo>
                    <a:pt x="3397" y="1474"/>
                  </a:lnTo>
                  <a:cubicBezTo>
                    <a:pt x="3032" y="1264"/>
                    <a:pt x="2645" y="1168"/>
                    <a:pt x="2269" y="1168"/>
                  </a:cubicBezTo>
                  <a:cubicBezTo>
                    <a:pt x="1086" y="1168"/>
                    <a:pt x="0" y="2113"/>
                    <a:pt x="0" y="3437"/>
                  </a:cubicBezTo>
                  <a:lnTo>
                    <a:pt x="0" y="5357"/>
                  </a:lnTo>
                  <a:cubicBezTo>
                    <a:pt x="0" y="6115"/>
                    <a:pt x="378" y="6821"/>
                    <a:pt x="1009" y="7241"/>
                  </a:cubicBezTo>
                  <a:lnTo>
                    <a:pt x="3651" y="9001"/>
                  </a:lnTo>
                  <a:cubicBezTo>
                    <a:pt x="3663" y="9010"/>
                    <a:pt x="3678" y="9019"/>
                    <a:pt x="3690" y="9026"/>
                  </a:cubicBezTo>
                  <a:cubicBezTo>
                    <a:pt x="4125" y="10170"/>
                    <a:pt x="5027" y="11112"/>
                    <a:pt x="6314" y="11710"/>
                  </a:cubicBezTo>
                  <a:cubicBezTo>
                    <a:pt x="7156" y="12105"/>
                    <a:pt x="7736" y="12812"/>
                    <a:pt x="7911" y="13627"/>
                  </a:cubicBezTo>
                  <a:lnTo>
                    <a:pt x="7398" y="13627"/>
                  </a:lnTo>
                  <a:cubicBezTo>
                    <a:pt x="6459" y="13627"/>
                    <a:pt x="5701" y="14385"/>
                    <a:pt x="5701" y="15324"/>
                  </a:cubicBezTo>
                  <a:lnTo>
                    <a:pt x="5701" y="15988"/>
                  </a:lnTo>
                  <a:cubicBezTo>
                    <a:pt x="5021" y="16227"/>
                    <a:pt x="4569" y="16870"/>
                    <a:pt x="4569" y="17589"/>
                  </a:cubicBezTo>
                  <a:lnTo>
                    <a:pt x="4569" y="18760"/>
                  </a:lnTo>
                  <a:cubicBezTo>
                    <a:pt x="4569" y="19071"/>
                    <a:pt x="4819" y="19325"/>
                    <a:pt x="5133" y="19325"/>
                  </a:cubicBezTo>
                  <a:lnTo>
                    <a:pt x="14191" y="19325"/>
                  </a:lnTo>
                  <a:cubicBezTo>
                    <a:pt x="14506" y="19325"/>
                    <a:pt x="14759" y="19071"/>
                    <a:pt x="14759" y="18760"/>
                  </a:cubicBezTo>
                  <a:lnTo>
                    <a:pt x="14759" y="17589"/>
                  </a:lnTo>
                  <a:cubicBezTo>
                    <a:pt x="14756" y="16870"/>
                    <a:pt x="14303" y="16227"/>
                    <a:pt x="13627" y="15988"/>
                  </a:cubicBezTo>
                  <a:lnTo>
                    <a:pt x="13627" y="15324"/>
                  </a:lnTo>
                  <a:cubicBezTo>
                    <a:pt x="13624" y="14385"/>
                    <a:pt x="12866" y="13627"/>
                    <a:pt x="11927" y="13627"/>
                  </a:cubicBezTo>
                  <a:lnTo>
                    <a:pt x="11389" y="13627"/>
                  </a:lnTo>
                  <a:cubicBezTo>
                    <a:pt x="11507" y="12833"/>
                    <a:pt x="11981" y="12139"/>
                    <a:pt x="12679" y="11743"/>
                  </a:cubicBezTo>
                  <a:cubicBezTo>
                    <a:pt x="14044" y="10973"/>
                    <a:pt x="15088" y="10170"/>
                    <a:pt x="15593" y="9047"/>
                  </a:cubicBezTo>
                  <a:cubicBezTo>
                    <a:pt x="15623" y="9035"/>
                    <a:pt x="15650" y="9019"/>
                    <a:pt x="15677" y="9001"/>
                  </a:cubicBezTo>
                  <a:lnTo>
                    <a:pt x="18319" y="7241"/>
                  </a:lnTo>
                  <a:cubicBezTo>
                    <a:pt x="18947" y="6821"/>
                    <a:pt x="19328" y="6115"/>
                    <a:pt x="19328" y="5357"/>
                  </a:cubicBezTo>
                  <a:lnTo>
                    <a:pt x="19328" y="3437"/>
                  </a:lnTo>
                  <a:cubicBezTo>
                    <a:pt x="19325" y="2113"/>
                    <a:pt x="18239" y="1168"/>
                    <a:pt x="17057" y="1168"/>
                  </a:cubicBezTo>
                  <a:cubicBezTo>
                    <a:pt x="16681" y="1168"/>
                    <a:pt x="16295" y="1264"/>
                    <a:pt x="15931" y="1474"/>
                  </a:cubicBezTo>
                  <a:lnTo>
                    <a:pt x="15931" y="568"/>
                  </a:lnTo>
                  <a:cubicBezTo>
                    <a:pt x="15931" y="254"/>
                    <a:pt x="15677" y="0"/>
                    <a:pt x="1536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1825" name="Google Shape;1825;p43"/>
          <p:cNvGrpSpPr/>
          <p:nvPr/>
        </p:nvGrpSpPr>
        <p:grpSpPr>
          <a:xfrm>
            <a:off x="4645586" y="3304151"/>
            <a:ext cx="288286" cy="284590"/>
            <a:chOff x="6238300" y="1426975"/>
            <a:chExt cx="489450" cy="483175"/>
          </a:xfrm>
        </p:grpSpPr>
        <p:sp>
          <p:nvSpPr>
            <p:cNvPr id="1826" name="Google Shape;1826;p43"/>
            <p:cNvSpPr/>
            <p:nvPr/>
          </p:nvSpPr>
          <p:spPr>
            <a:xfrm>
              <a:off x="6238300" y="1426975"/>
              <a:ext cx="489450" cy="483175"/>
            </a:xfrm>
            <a:custGeom>
              <a:rect b="b" l="l" r="r" t="t"/>
              <a:pathLst>
                <a:path extrusionOk="0" h="19327" w="19578">
                  <a:moveTo>
                    <a:pt x="16109" y="2267"/>
                  </a:moveTo>
                  <a:lnTo>
                    <a:pt x="16109" y="4803"/>
                  </a:lnTo>
                  <a:lnTo>
                    <a:pt x="14977" y="3831"/>
                  </a:lnTo>
                  <a:lnTo>
                    <a:pt x="14977" y="2267"/>
                  </a:lnTo>
                  <a:close/>
                  <a:moveTo>
                    <a:pt x="9880" y="1135"/>
                  </a:moveTo>
                  <a:cubicBezTo>
                    <a:pt x="10011" y="1135"/>
                    <a:pt x="10142" y="1181"/>
                    <a:pt x="10248" y="1274"/>
                  </a:cubicBezTo>
                  <a:lnTo>
                    <a:pt x="18174" y="8067"/>
                  </a:lnTo>
                  <a:cubicBezTo>
                    <a:pt x="18413" y="8270"/>
                    <a:pt x="18440" y="8626"/>
                    <a:pt x="18238" y="8864"/>
                  </a:cubicBezTo>
                  <a:lnTo>
                    <a:pt x="18238" y="8861"/>
                  </a:lnTo>
                  <a:cubicBezTo>
                    <a:pt x="18129" y="8988"/>
                    <a:pt x="17972" y="9061"/>
                    <a:pt x="17809" y="9061"/>
                  </a:cubicBezTo>
                  <a:cubicBezTo>
                    <a:pt x="17673" y="9061"/>
                    <a:pt x="17540" y="9012"/>
                    <a:pt x="17440" y="8925"/>
                  </a:cubicBezTo>
                  <a:lnTo>
                    <a:pt x="10251" y="2762"/>
                  </a:lnTo>
                  <a:cubicBezTo>
                    <a:pt x="10145" y="2672"/>
                    <a:pt x="10014" y="2626"/>
                    <a:pt x="9883" y="2626"/>
                  </a:cubicBezTo>
                  <a:cubicBezTo>
                    <a:pt x="9751" y="2626"/>
                    <a:pt x="9620" y="2672"/>
                    <a:pt x="9514" y="2762"/>
                  </a:cubicBezTo>
                  <a:lnTo>
                    <a:pt x="2687" y="8553"/>
                  </a:lnTo>
                  <a:cubicBezTo>
                    <a:pt x="2657" y="8575"/>
                    <a:pt x="2633" y="8596"/>
                    <a:pt x="2609" y="8623"/>
                  </a:cubicBezTo>
                  <a:lnTo>
                    <a:pt x="2250" y="8925"/>
                  </a:lnTo>
                  <a:cubicBezTo>
                    <a:pt x="2142" y="9016"/>
                    <a:pt x="2012" y="9060"/>
                    <a:pt x="1882" y="9060"/>
                  </a:cubicBezTo>
                  <a:cubicBezTo>
                    <a:pt x="1723" y="9060"/>
                    <a:pt x="1565" y="8994"/>
                    <a:pt x="1452" y="8864"/>
                  </a:cubicBezTo>
                  <a:cubicBezTo>
                    <a:pt x="1250" y="8629"/>
                    <a:pt x="1274" y="8273"/>
                    <a:pt x="1510" y="8067"/>
                  </a:cubicBezTo>
                  <a:lnTo>
                    <a:pt x="9511" y="1274"/>
                  </a:lnTo>
                  <a:cubicBezTo>
                    <a:pt x="9617" y="1181"/>
                    <a:pt x="9748" y="1135"/>
                    <a:pt x="9880" y="1135"/>
                  </a:cubicBezTo>
                  <a:close/>
                  <a:moveTo>
                    <a:pt x="12147" y="13665"/>
                  </a:moveTo>
                  <a:lnTo>
                    <a:pt x="12147" y="18195"/>
                  </a:lnTo>
                  <a:lnTo>
                    <a:pt x="7543" y="18195"/>
                  </a:lnTo>
                  <a:lnTo>
                    <a:pt x="7543" y="13665"/>
                  </a:lnTo>
                  <a:close/>
                  <a:moveTo>
                    <a:pt x="9883" y="3937"/>
                  </a:moveTo>
                  <a:lnTo>
                    <a:pt x="16109" y="9275"/>
                  </a:lnTo>
                  <a:lnTo>
                    <a:pt x="16109" y="18195"/>
                  </a:lnTo>
                  <a:lnTo>
                    <a:pt x="13280" y="18195"/>
                  </a:lnTo>
                  <a:lnTo>
                    <a:pt x="13280" y="13101"/>
                  </a:lnTo>
                  <a:cubicBezTo>
                    <a:pt x="13280" y="12787"/>
                    <a:pt x="13026" y="12533"/>
                    <a:pt x="12712" y="12533"/>
                  </a:cubicBezTo>
                  <a:lnTo>
                    <a:pt x="6975" y="12533"/>
                  </a:lnTo>
                  <a:cubicBezTo>
                    <a:pt x="6661" y="12533"/>
                    <a:pt x="6410" y="12787"/>
                    <a:pt x="6410" y="13101"/>
                  </a:cubicBezTo>
                  <a:lnTo>
                    <a:pt x="6410" y="18195"/>
                  </a:lnTo>
                  <a:lnTo>
                    <a:pt x="3578" y="18195"/>
                  </a:lnTo>
                  <a:lnTo>
                    <a:pt x="3578" y="9281"/>
                  </a:lnTo>
                  <a:lnTo>
                    <a:pt x="9883" y="3937"/>
                  </a:lnTo>
                  <a:close/>
                  <a:moveTo>
                    <a:pt x="9883" y="0"/>
                  </a:moveTo>
                  <a:cubicBezTo>
                    <a:pt x="9489" y="0"/>
                    <a:pt x="9095" y="137"/>
                    <a:pt x="8778" y="410"/>
                  </a:cubicBezTo>
                  <a:lnTo>
                    <a:pt x="773" y="7204"/>
                  </a:lnTo>
                  <a:cubicBezTo>
                    <a:pt x="154" y="7738"/>
                    <a:pt x="0" y="8635"/>
                    <a:pt x="411" y="9345"/>
                  </a:cubicBezTo>
                  <a:cubicBezTo>
                    <a:pt x="720" y="9881"/>
                    <a:pt x="1289" y="10193"/>
                    <a:pt x="1882" y="10193"/>
                  </a:cubicBezTo>
                  <a:cubicBezTo>
                    <a:pt x="2070" y="10193"/>
                    <a:pt x="2261" y="10162"/>
                    <a:pt x="2446" y="10096"/>
                  </a:cubicBezTo>
                  <a:lnTo>
                    <a:pt x="2446" y="18762"/>
                  </a:lnTo>
                  <a:cubicBezTo>
                    <a:pt x="2446" y="19073"/>
                    <a:pt x="2699" y="19327"/>
                    <a:pt x="3010" y="19327"/>
                  </a:cubicBezTo>
                  <a:lnTo>
                    <a:pt x="16673" y="19327"/>
                  </a:lnTo>
                  <a:cubicBezTo>
                    <a:pt x="16987" y="19327"/>
                    <a:pt x="17241" y="19073"/>
                    <a:pt x="17241" y="18762"/>
                  </a:cubicBezTo>
                  <a:lnTo>
                    <a:pt x="17241" y="10096"/>
                  </a:lnTo>
                  <a:cubicBezTo>
                    <a:pt x="17431" y="10163"/>
                    <a:pt x="17623" y="10195"/>
                    <a:pt x="17809" y="10195"/>
                  </a:cubicBezTo>
                  <a:cubicBezTo>
                    <a:pt x="18756" y="10195"/>
                    <a:pt x="19578" y="9388"/>
                    <a:pt x="19500" y="8363"/>
                  </a:cubicBezTo>
                  <a:cubicBezTo>
                    <a:pt x="19466" y="7913"/>
                    <a:pt x="19255" y="7497"/>
                    <a:pt x="18914" y="7204"/>
                  </a:cubicBezTo>
                  <a:lnTo>
                    <a:pt x="17241" y="5770"/>
                  </a:lnTo>
                  <a:lnTo>
                    <a:pt x="17241" y="1702"/>
                  </a:lnTo>
                  <a:cubicBezTo>
                    <a:pt x="17241" y="1388"/>
                    <a:pt x="16987" y="1135"/>
                    <a:pt x="16676" y="1135"/>
                  </a:cubicBezTo>
                  <a:lnTo>
                    <a:pt x="14412" y="1135"/>
                  </a:lnTo>
                  <a:cubicBezTo>
                    <a:pt x="14098" y="1135"/>
                    <a:pt x="13844" y="1388"/>
                    <a:pt x="13844" y="1702"/>
                  </a:cubicBezTo>
                  <a:lnTo>
                    <a:pt x="13844" y="2862"/>
                  </a:lnTo>
                  <a:lnTo>
                    <a:pt x="10988" y="410"/>
                  </a:lnTo>
                  <a:cubicBezTo>
                    <a:pt x="10671" y="137"/>
                    <a:pt x="10277" y="0"/>
                    <a:pt x="988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827" name="Google Shape;1827;p43"/>
            <p:cNvSpPr/>
            <p:nvPr/>
          </p:nvSpPr>
          <p:spPr>
            <a:xfrm>
              <a:off x="6426850" y="1596875"/>
              <a:ext cx="115150" cy="113250"/>
            </a:xfrm>
            <a:custGeom>
              <a:rect b="b" l="l" r="r" t="t"/>
              <a:pathLst>
                <a:path extrusionOk="0" h="4530" w="4606">
                  <a:moveTo>
                    <a:pt x="3473" y="1132"/>
                  </a:moveTo>
                  <a:lnTo>
                    <a:pt x="3473" y="3397"/>
                  </a:lnTo>
                  <a:lnTo>
                    <a:pt x="1133" y="3397"/>
                  </a:lnTo>
                  <a:lnTo>
                    <a:pt x="1133" y="1132"/>
                  </a:lnTo>
                  <a:close/>
                  <a:moveTo>
                    <a:pt x="565" y="0"/>
                  </a:moveTo>
                  <a:cubicBezTo>
                    <a:pt x="251" y="0"/>
                    <a:pt x="1" y="254"/>
                    <a:pt x="1" y="568"/>
                  </a:cubicBezTo>
                  <a:lnTo>
                    <a:pt x="1" y="3965"/>
                  </a:lnTo>
                  <a:cubicBezTo>
                    <a:pt x="1" y="4276"/>
                    <a:pt x="251" y="4529"/>
                    <a:pt x="565" y="4529"/>
                  </a:cubicBezTo>
                  <a:lnTo>
                    <a:pt x="4038" y="4529"/>
                  </a:lnTo>
                  <a:cubicBezTo>
                    <a:pt x="4352" y="4529"/>
                    <a:pt x="4605" y="4276"/>
                    <a:pt x="4605" y="3965"/>
                  </a:cubicBezTo>
                  <a:lnTo>
                    <a:pt x="4605" y="568"/>
                  </a:lnTo>
                  <a:cubicBezTo>
                    <a:pt x="4605" y="254"/>
                    <a:pt x="4352" y="0"/>
                    <a:pt x="403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828" name="Google Shape;1828;p43"/>
            <p:cNvSpPr/>
            <p:nvPr/>
          </p:nvSpPr>
          <p:spPr>
            <a:xfrm>
              <a:off x="6485350" y="1796900"/>
              <a:ext cx="28325" cy="28325"/>
            </a:xfrm>
            <a:custGeom>
              <a:rect b="b" l="l" r="r" t="t"/>
              <a:pathLst>
                <a:path extrusionOk="0" h="1133" w="1133">
                  <a:moveTo>
                    <a:pt x="565" y="1"/>
                  </a:moveTo>
                  <a:cubicBezTo>
                    <a:pt x="251" y="1"/>
                    <a:pt x="1" y="254"/>
                    <a:pt x="1" y="568"/>
                  </a:cubicBezTo>
                  <a:cubicBezTo>
                    <a:pt x="1" y="879"/>
                    <a:pt x="251" y="1133"/>
                    <a:pt x="565" y="1133"/>
                  </a:cubicBezTo>
                  <a:cubicBezTo>
                    <a:pt x="879" y="1133"/>
                    <a:pt x="1133" y="879"/>
                    <a:pt x="1133" y="568"/>
                  </a:cubicBezTo>
                  <a:cubicBezTo>
                    <a:pt x="1133" y="254"/>
                    <a:pt x="879" y="1"/>
                    <a:pt x="56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1829" name="Google Shape;1829;p43"/>
          <p:cNvSpPr/>
          <p:nvPr/>
        </p:nvSpPr>
        <p:spPr>
          <a:xfrm>
            <a:off x="733842" y="3740158"/>
            <a:ext cx="251621" cy="283353"/>
          </a:xfrm>
          <a:custGeom>
            <a:rect b="b" l="l" r="r" t="t"/>
            <a:pathLst>
              <a:path extrusionOk="0" h="19243" w="17088">
                <a:moveTo>
                  <a:pt x="15955" y="1281"/>
                </a:moveTo>
                <a:lnTo>
                  <a:pt x="15955" y="3452"/>
                </a:lnTo>
                <a:lnTo>
                  <a:pt x="5586" y="5877"/>
                </a:lnTo>
                <a:lnTo>
                  <a:pt x="5586" y="3703"/>
                </a:lnTo>
                <a:lnTo>
                  <a:pt x="15955" y="1281"/>
                </a:lnTo>
                <a:close/>
                <a:moveTo>
                  <a:pt x="14425" y="12363"/>
                </a:moveTo>
                <a:cubicBezTo>
                  <a:pt x="14622" y="12363"/>
                  <a:pt x="14821" y="12401"/>
                  <a:pt x="15010" y="12480"/>
                </a:cubicBezTo>
                <a:cubicBezTo>
                  <a:pt x="15584" y="12716"/>
                  <a:pt x="15955" y="13274"/>
                  <a:pt x="15955" y="13893"/>
                </a:cubicBezTo>
                <a:cubicBezTo>
                  <a:pt x="15955" y="14739"/>
                  <a:pt x="15270" y="15421"/>
                  <a:pt x="14424" y="15421"/>
                </a:cubicBezTo>
                <a:cubicBezTo>
                  <a:pt x="13805" y="15421"/>
                  <a:pt x="13250" y="15050"/>
                  <a:pt x="13011" y="14479"/>
                </a:cubicBezTo>
                <a:cubicBezTo>
                  <a:pt x="12776" y="13905"/>
                  <a:pt x="12905" y="13247"/>
                  <a:pt x="13343" y="12809"/>
                </a:cubicBezTo>
                <a:cubicBezTo>
                  <a:pt x="13636" y="12519"/>
                  <a:pt x="14027" y="12363"/>
                  <a:pt x="14425" y="12363"/>
                </a:cubicBezTo>
                <a:close/>
                <a:moveTo>
                  <a:pt x="2925" y="15050"/>
                </a:moveTo>
                <a:cubicBezTo>
                  <a:pt x="3122" y="15050"/>
                  <a:pt x="3322" y="15088"/>
                  <a:pt x="3512" y="15168"/>
                </a:cubicBezTo>
                <a:cubicBezTo>
                  <a:pt x="4083" y="15403"/>
                  <a:pt x="4454" y="15962"/>
                  <a:pt x="4454" y="16581"/>
                </a:cubicBezTo>
                <a:cubicBezTo>
                  <a:pt x="4454" y="17423"/>
                  <a:pt x="3769" y="18108"/>
                  <a:pt x="2926" y="18108"/>
                </a:cubicBezTo>
                <a:cubicBezTo>
                  <a:pt x="2307" y="18108"/>
                  <a:pt x="1749" y="17737"/>
                  <a:pt x="1513" y="17166"/>
                </a:cubicBezTo>
                <a:cubicBezTo>
                  <a:pt x="1275" y="16593"/>
                  <a:pt x="1407" y="15934"/>
                  <a:pt x="1845" y="15497"/>
                </a:cubicBezTo>
                <a:cubicBezTo>
                  <a:pt x="2136" y="15206"/>
                  <a:pt x="2527" y="15050"/>
                  <a:pt x="2925" y="15050"/>
                </a:cubicBezTo>
                <a:close/>
                <a:moveTo>
                  <a:pt x="16525" y="0"/>
                </a:moveTo>
                <a:cubicBezTo>
                  <a:pt x="16481" y="0"/>
                  <a:pt x="16437" y="5"/>
                  <a:pt x="16393" y="16"/>
                </a:cubicBezTo>
                <a:lnTo>
                  <a:pt x="4892" y="2703"/>
                </a:lnTo>
                <a:cubicBezTo>
                  <a:pt x="4635" y="2761"/>
                  <a:pt x="4454" y="2990"/>
                  <a:pt x="4454" y="3253"/>
                </a:cubicBezTo>
                <a:lnTo>
                  <a:pt x="4454" y="14404"/>
                </a:lnTo>
                <a:cubicBezTo>
                  <a:pt x="3994" y="14081"/>
                  <a:pt x="3459" y="13921"/>
                  <a:pt x="2926" y="13921"/>
                </a:cubicBezTo>
                <a:cubicBezTo>
                  <a:pt x="2299" y="13921"/>
                  <a:pt x="1673" y="14143"/>
                  <a:pt x="1175" y="14579"/>
                </a:cubicBezTo>
                <a:cubicBezTo>
                  <a:pt x="251" y="15388"/>
                  <a:pt x="0" y="16720"/>
                  <a:pt x="568" y="17810"/>
                </a:cubicBezTo>
                <a:cubicBezTo>
                  <a:pt x="1032" y="18704"/>
                  <a:pt x="1950" y="19242"/>
                  <a:pt x="2925" y="19242"/>
                </a:cubicBezTo>
                <a:cubicBezTo>
                  <a:pt x="3136" y="19242"/>
                  <a:pt x="3349" y="19217"/>
                  <a:pt x="3560" y="19165"/>
                </a:cubicBezTo>
                <a:cubicBezTo>
                  <a:pt x="4750" y="18872"/>
                  <a:pt x="5589" y="17807"/>
                  <a:pt x="5586" y="16581"/>
                </a:cubicBezTo>
                <a:lnTo>
                  <a:pt x="5586" y="7039"/>
                </a:lnTo>
                <a:lnTo>
                  <a:pt x="15955" y="4618"/>
                </a:lnTo>
                <a:lnTo>
                  <a:pt x="15955" y="11716"/>
                </a:lnTo>
                <a:cubicBezTo>
                  <a:pt x="15508" y="11399"/>
                  <a:pt x="14974" y="11230"/>
                  <a:pt x="14424" y="11230"/>
                </a:cubicBezTo>
                <a:cubicBezTo>
                  <a:pt x="13349" y="11230"/>
                  <a:pt x="12377" y="11879"/>
                  <a:pt x="11966" y="12873"/>
                </a:cubicBezTo>
                <a:cubicBezTo>
                  <a:pt x="11553" y="13869"/>
                  <a:pt x="11782" y="15014"/>
                  <a:pt x="12543" y="15774"/>
                </a:cubicBezTo>
                <a:cubicBezTo>
                  <a:pt x="13052" y="16283"/>
                  <a:pt x="13733" y="16555"/>
                  <a:pt x="14426" y="16555"/>
                </a:cubicBezTo>
                <a:cubicBezTo>
                  <a:pt x="14769" y="16555"/>
                  <a:pt x="15115" y="16488"/>
                  <a:pt x="15445" y="16351"/>
                </a:cubicBezTo>
                <a:cubicBezTo>
                  <a:pt x="16438" y="15941"/>
                  <a:pt x="17087" y="14968"/>
                  <a:pt x="17087" y="13893"/>
                </a:cubicBezTo>
                <a:lnTo>
                  <a:pt x="17087" y="565"/>
                </a:lnTo>
                <a:cubicBezTo>
                  <a:pt x="17087" y="246"/>
                  <a:pt x="16826" y="0"/>
                  <a:pt x="1652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1830" name="Google Shape;1830;p43"/>
          <p:cNvGrpSpPr/>
          <p:nvPr/>
        </p:nvGrpSpPr>
        <p:grpSpPr>
          <a:xfrm>
            <a:off x="1152323" y="3739547"/>
            <a:ext cx="284561" cy="284575"/>
            <a:chOff x="1487200" y="2021475"/>
            <a:chExt cx="483125" cy="483150"/>
          </a:xfrm>
        </p:grpSpPr>
        <p:sp>
          <p:nvSpPr>
            <p:cNvPr id="1831" name="Google Shape;1831;p43"/>
            <p:cNvSpPr/>
            <p:nvPr/>
          </p:nvSpPr>
          <p:spPr>
            <a:xfrm>
              <a:off x="1487200" y="2021475"/>
              <a:ext cx="483125" cy="483150"/>
            </a:xfrm>
            <a:custGeom>
              <a:rect b="b" l="l" r="r" t="t"/>
              <a:pathLst>
                <a:path extrusionOk="0" h="19326" w="19325">
                  <a:moveTo>
                    <a:pt x="17628" y="1133"/>
                  </a:moveTo>
                  <a:cubicBezTo>
                    <a:pt x="17939" y="1133"/>
                    <a:pt x="18192" y="1386"/>
                    <a:pt x="18192" y="1701"/>
                  </a:cubicBezTo>
                  <a:lnTo>
                    <a:pt x="18192" y="14796"/>
                  </a:lnTo>
                  <a:lnTo>
                    <a:pt x="1132" y="14796"/>
                  </a:lnTo>
                  <a:lnTo>
                    <a:pt x="1132" y="1701"/>
                  </a:lnTo>
                  <a:cubicBezTo>
                    <a:pt x="1132" y="1386"/>
                    <a:pt x="1386" y="1133"/>
                    <a:pt x="1700" y="1133"/>
                  </a:cubicBezTo>
                  <a:close/>
                  <a:moveTo>
                    <a:pt x="18192" y="15928"/>
                  </a:moveTo>
                  <a:lnTo>
                    <a:pt x="18192" y="17628"/>
                  </a:lnTo>
                  <a:cubicBezTo>
                    <a:pt x="18192" y="17939"/>
                    <a:pt x="17939" y="18193"/>
                    <a:pt x="17628" y="18193"/>
                  </a:cubicBezTo>
                  <a:lnTo>
                    <a:pt x="1700" y="18193"/>
                  </a:lnTo>
                  <a:cubicBezTo>
                    <a:pt x="1386" y="18193"/>
                    <a:pt x="1132" y="17939"/>
                    <a:pt x="1132" y="17628"/>
                  </a:cubicBezTo>
                  <a:lnTo>
                    <a:pt x="1132" y="15928"/>
                  </a:lnTo>
                  <a:close/>
                  <a:moveTo>
                    <a:pt x="1700" y="1"/>
                  </a:moveTo>
                  <a:cubicBezTo>
                    <a:pt x="761" y="1"/>
                    <a:pt x="0" y="761"/>
                    <a:pt x="0" y="1701"/>
                  </a:cubicBezTo>
                  <a:lnTo>
                    <a:pt x="0" y="17628"/>
                  </a:lnTo>
                  <a:cubicBezTo>
                    <a:pt x="0" y="18564"/>
                    <a:pt x="761" y="19325"/>
                    <a:pt x="1700" y="19325"/>
                  </a:cubicBezTo>
                  <a:lnTo>
                    <a:pt x="17628" y="19325"/>
                  </a:lnTo>
                  <a:cubicBezTo>
                    <a:pt x="18564" y="19325"/>
                    <a:pt x="19325" y="18564"/>
                    <a:pt x="19325" y="17628"/>
                  </a:cubicBezTo>
                  <a:lnTo>
                    <a:pt x="19325" y="1701"/>
                  </a:lnTo>
                  <a:cubicBezTo>
                    <a:pt x="19325" y="761"/>
                    <a:pt x="18564" y="1"/>
                    <a:pt x="1762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832" name="Google Shape;1832;p43"/>
            <p:cNvSpPr/>
            <p:nvPr/>
          </p:nvSpPr>
          <p:spPr>
            <a:xfrm>
              <a:off x="1573100" y="2078100"/>
              <a:ext cx="84875" cy="284000"/>
            </a:xfrm>
            <a:custGeom>
              <a:rect b="b" l="l" r="r" t="t"/>
              <a:pathLst>
                <a:path extrusionOk="0" h="11360" w="3395">
                  <a:moveTo>
                    <a:pt x="1697" y="6833"/>
                  </a:moveTo>
                  <a:cubicBezTo>
                    <a:pt x="2201" y="6833"/>
                    <a:pt x="2455" y="7440"/>
                    <a:pt x="2099" y="7799"/>
                  </a:cubicBezTo>
                  <a:cubicBezTo>
                    <a:pt x="1983" y="7914"/>
                    <a:pt x="1841" y="7966"/>
                    <a:pt x="1702" y="7966"/>
                  </a:cubicBezTo>
                  <a:cubicBezTo>
                    <a:pt x="1411" y="7966"/>
                    <a:pt x="1133" y="7739"/>
                    <a:pt x="1133" y="7398"/>
                  </a:cubicBezTo>
                  <a:cubicBezTo>
                    <a:pt x="1133" y="7084"/>
                    <a:pt x="1383" y="6833"/>
                    <a:pt x="1697" y="6833"/>
                  </a:cubicBezTo>
                  <a:close/>
                  <a:moveTo>
                    <a:pt x="1697" y="0"/>
                  </a:moveTo>
                  <a:cubicBezTo>
                    <a:pt x="1383" y="0"/>
                    <a:pt x="1133" y="254"/>
                    <a:pt x="1133" y="568"/>
                  </a:cubicBezTo>
                  <a:lnTo>
                    <a:pt x="1133" y="5798"/>
                  </a:lnTo>
                  <a:cubicBezTo>
                    <a:pt x="453" y="6036"/>
                    <a:pt x="0" y="6679"/>
                    <a:pt x="0" y="7398"/>
                  </a:cubicBezTo>
                  <a:cubicBezTo>
                    <a:pt x="0" y="8116"/>
                    <a:pt x="453" y="8760"/>
                    <a:pt x="1133" y="8998"/>
                  </a:cubicBezTo>
                  <a:lnTo>
                    <a:pt x="1133" y="10795"/>
                  </a:lnTo>
                  <a:cubicBezTo>
                    <a:pt x="1133" y="11109"/>
                    <a:pt x="1383" y="11359"/>
                    <a:pt x="1697" y="11359"/>
                  </a:cubicBezTo>
                  <a:cubicBezTo>
                    <a:pt x="2011" y="11359"/>
                    <a:pt x="2265" y="11109"/>
                    <a:pt x="2265" y="10795"/>
                  </a:cubicBezTo>
                  <a:lnTo>
                    <a:pt x="2265" y="8998"/>
                  </a:lnTo>
                  <a:cubicBezTo>
                    <a:pt x="2941" y="8760"/>
                    <a:pt x="3394" y="8116"/>
                    <a:pt x="3394" y="7398"/>
                  </a:cubicBezTo>
                  <a:cubicBezTo>
                    <a:pt x="3394" y="6679"/>
                    <a:pt x="2941" y="6036"/>
                    <a:pt x="2265" y="5798"/>
                  </a:cubicBezTo>
                  <a:lnTo>
                    <a:pt x="2265" y="568"/>
                  </a:lnTo>
                  <a:cubicBezTo>
                    <a:pt x="2265" y="254"/>
                    <a:pt x="2011" y="0"/>
                    <a:pt x="169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833" name="Google Shape;1833;p43"/>
            <p:cNvSpPr/>
            <p:nvPr/>
          </p:nvSpPr>
          <p:spPr>
            <a:xfrm>
              <a:off x="1686325" y="2078100"/>
              <a:ext cx="84875" cy="284000"/>
            </a:xfrm>
            <a:custGeom>
              <a:rect b="b" l="l" r="r" t="t"/>
              <a:pathLst>
                <a:path extrusionOk="0" h="11360" w="3395">
                  <a:moveTo>
                    <a:pt x="1697" y="3436"/>
                  </a:moveTo>
                  <a:cubicBezTo>
                    <a:pt x="2011" y="3436"/>
                    <a:pt x="2262" y="3687"/>
                    <a:pt x="2262" y="4001"/>
                  </a:cubicBezTo>
                  <a:cubicBezTo>
                    <a:pt x="2262" y="4315"/>
                    <a:pt x="2011" y="4569"/>
                    <a:pt x="1697" y="4569"/>
                  </a:cubicBezTo>
                  <a:cubicBezTo>
                    <a:pt x="1383" y="4569"/>
                    <a:pt x="1133" y="4315"/>
                    <a:pt x="1133" y="4001"/>
                  </a:cubicBezTo>
                  <a:cubicBezTo>
                    <a:pt x="1133" y="3687"/>
                    <a:pt x="1383" y="3436"/>
                    <a:pt x="1697" y="3436"/>
                  </a:cubicBezTo>
                  <a:close/>
                  <a:moveTo>
                    <a:pt x="1697" y="0"/>
                  </a:moveTo>
                  <a:cubicBezTo>
                    <a:pt x="1383" y="0"/>
                    <a:pt x="1133" y="254"/>
                    <a:pt x="1133" y="568"/>
                  </a:cubicBezTo>
                  <a:lnTo>
                    <a:pt x="1133" y="2401"/>
                  </a:lnTo>
                  <a:cubicBezTo>
                    <a:pt x="453" y="2639"/>
                    <a:pt x="0" y="3282"/>
                    <a:pt x="0" y="4001"/>
                  </a:cubicBezTo>
                  <a:cubicBezTo>
                    <a:pt x="0" y="4720"/>
                    <a:pt x="453" y="5363"/>
                    <a:pt x="1133" y="5601"/>
                  </a:cubicBezTo>
                  <a:lnTo>
                    <a:pt x="1133" y="10795"/>
                  </a:lnTo>
                  <a:cubicBezTo>
                    <a:pt x="1133" y="11109"/>
                    <a:pt x="1383" y="11359"/>
                    <a:pt x="1697" y="11359"/>
                  </a:cubicBezTo>
                  <a:cubicBezTo>
                    <a:pt x="2011" y="11359"/>
                    <a:pt x="2265" y="11109"/>
                    <a:pt x="2265" y="10795"/>
                  </a:cubicBezTo>
                  <a:lnTo>
                    <a:pt x="2265" y="5601"/>
                  </a:lnTo>
                  <a:cubicBezTo>
                    <a:pt x="2941" y="5363"/>
                    <a:pt x="3394" y="4720"/>
                    <a:pt x="3394" y="4001"/>
                  </a:cubicBezTo>
                  <a:cubicBezTo>
                    <a:pt x="3394" y="3282"/>
                    <a:pt x="2941" y="2639"/>
                    <a:pt x="2265" y="2401"/>
                  </a:cubicBezTo>
                  <a:lnTo>
                    <a:pt x="2265" y="568"/>
                  </a:lnTo>
                  <a:cubicBezTo>
                    <a:pt x="2265" y="254"/>
                    <a:pt x="2011" y="0"/>
                    <a:pt x="169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834" name="Google Shape;1834;p43"/>
            <p:cNvSpPr/>
            <p:nvPr/>
          </p:nvSpPr>
          <p:spPr>
            <a:xfrm>
              <a:off x="1799550" y="2078100"/>
              <a:ext cx="84875" cy="284000"/>
            </a:xfrm>
            <a:custGeom>
              <a:rect b="b" l="l" r="r" t="t"/>
              <a:pathLst>
                <a:path extrusionOk="0" h="11360" w="3395">
                  <a:moveTo>
                    <a:pt x="1698" y="6833"/>
                  </a:moveTo>
                  <a:cubicBezTo>
                    <a:pt x="2202" y="6833"/>
                    <a:pt x="2455" y="7440"/>
                    <a:pt x="2099" y="7799"/>
                  </a:cubicBezTo>
                  <a:cubicBezTo>
                    <a:pt x="1983" y="7914"/>
                    <a:pt x="1841" y="7966"/>
                    <a:pt x="1703" y="7966"/>
                  </a:cubicBezTo>
                  <a:cubicBezTo>
                    <a:pt x="1411" y="7966"/>
                    <a:pt x="1133" y="7739"/>
                    <a:pt x="1133" y="7398"/>
                  </a:cubicBezTo>
                  <a:cubicBezTo>
                    <a:pt x="1133" y="7084"/>
                    <a:pt x="1384" y="6833"/>
                    <a:pt x="1698" y="6833"/>
                  </a:cubicBezTo>
                  <a:close/>
                  <a:moveTo>
                    <a:pt x="1698" y="0"/>
                  </a:moveTo>
                  <a:cubicBezTo>
                    <a:pt x="1384" y="0"/>
                    <a:pt x="1133" y="254"/>
                    <a:pt x="1133" y="568"/>
                  </a:cubicBezTo>
                  <a:lnTo>
                    <a:pt x="1133" y="5798"/>
                  </a:lnTo>
                  <a:cubicBezTo>
                    <a:pt x="454" y="6036"/>
                    <a:pt x="1" y="6679"/>
                    <a:pt x="1" y="7398"/>
                  </a:cubicBezTo>
                  <a:cubicBezTo>
                    <a:pt x="1" y="8116"/>
                    <a:pt x="454" y="8760"/>
                    <a:pt x="1133" y="8998"/>
                  </a:cubicBezTo>
                  <a:lnTo>
                    <a:pt x="1133" y="10795"/>
                  </a:lnTo>
                  <a:cubicBezTo>
                    <a:pt x="1133" y="11109"/>
                    <a:pt x="1384" y="11359"/>
                    <a:pt x="1698" y="11359"/>
                  </a:cubicBezTo>
                  <a:cubicBezTo>
                    <a:pt x="2012" y="11359"/>
                    <a:pt x="2265" y="11109"/>
                    <a:pt x="2265" y="10795"/>
                  </a:cubicBezTo>
                  <a:lnTo>
                    <a:pt x="2265" y="8998"/>
                  </a:lnTo>
                  <a:cubicBezTo>
                    <a:pt x="2942" y="8760"/>
                    <a:pt x="3394" y="8116"/>
                    <a:pt x="3394" y="7398"/>
                  </a:cubicBezTo>
                  <a:cubicBezTo>
                    <a:pt x="3394" y="6679"/>
                    <a:pt x="2942" y="6036"/>
                    <a:pt x="2265" y="5798"/>
                  </a:cubicBezTo>
                  <a:lnTo>
                    <a:pt x="2265" y="568"/>
                  </a:lnTo>
                  <a:cubicBezTo>
                    <a:pt x="2265" y="254"/>
                    <a:pt x="2012" y="0"/>
                    <a:pt x="169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1835" name="Google Shape;1835;p43"/>
          <p:cNvGrpSpPr/>
          <p:nvPr/>
        </p:nvGrpSpPr>
        <p:grpSpPr>
          <a:xfrm>
            <a:off x="1589957" y="3756782"/>
            <a:ext cx="284561" cy="250104"/>
            <a:chOff x="2081650" y="2050750"/>
            <a:chExt cx="483125" cy="424625"/>
          </a:xfrm>
        </p:grpSpPr>
        <p:sp>
          <p:nvSpPr>
            <p:cNvPr id="1836" name="Google Shape;1836;p43"/>
            <p:cNvSpPr/>
            <p:nvPr/>
          </p:nvSpPr>
          <p:spPr>
            <a:xfrm>
              <a:off x="2081650" y="2050750"/>
              <a:ext cx="483125" cy="424625"/>
            </a:xfrm>
            <a:custGeom>
              <a:rect b="b" l="l" r="r" t="t"/>
              <a:pathLst>
                <a:path extrusionOk="0" h="16985" w="19325">
                  <a:moveTo>
                    <a:pt x="5662" y="1402"/>
                  </a:moveTo>
                  <a:lnTo>
                    <a:pt x="5662" y="13770"/>
                  </a:lnTo>
                  <a:lnTo>
                    <a:pt x="1133" y="15581"/>
                  </a:lnTo>
                  <a:lnTo>
                    <a:pt x="1133" y="3214"/>
                  </a:lnTo>
                  <a:lnTo>
                    <a:pt x="5662" y="1402"/>
                  </a:lnTo>
                  <a:close/>
                  <a:moveTo>
                    <a:pt x="18192" y="1402"/>
                  </a:moveTo>
                  <a:lnTo>
                    <a:pt x="18192" y="13770"/>
                  </a:lnTo>
                  <a:lnTo>
                    <a:pt x="13663" y="15581"/>
                  </a:lnTo>
                  <a:lnTo>
                    <a:pt x="13663" y="3214"/>
                  </a:lnTo>
                  <a:lnTo>
                    <a:pt x="18192" y="1402"/>
                  </a:lnTo>
                  <a:close/>
                  <a:moveTo>
                    <a:pt x="6794" y="1348"/>
                  </a:moveTo>
                  <a:lnTo>
                    <a:pt x="12531" y="3241"/>
                  </a:lnTo>
                  <a:lnTo>
                    <a:pt x="12531" y="9464"/>
                  </a:lnTo>
                  <a:lnTo>
                    <a:pt x="12510" y="9461"/>
                  </a:lnTo>
                  <a:cubicBezTo>
                    <a:pt x="12205" y="9437"/>
                    <a:pt x="11903" y="9364"/>
                    <a:pt x="11619" y="9244"/>
                  </a:cubicBezTo>
                  <a:cubicBezTo>
                    <a:pt x="11548" y="9214"/>
                    <a:pt x="11474" y="9200"/>
                    <a:pt x="11401" y="9200"/>
                  </a:cubicBezTo>
                  <a:cubicBezTo>
                    <a:pt x="11181" y="9200"/>
                    <a:pt x="10970" y="9330"/>
                    <a:pt x="10879" y="9546"/>
                  </a:cubicBezTo>
                  <a:cubicBezTo>
                    <a:pt x="10759" y="9832"/>
                    <a:pt x="10891" y="10165"/>
                    <a:pt x="11178" y="10288"/>
                  </a:cubicBezTo>
                  <a:cubicBezTo>
                    <a:pt x="11574" y="10454"/>
                    <a:pt x="11994" y="10557"/>
                    <a:pt x="12422" y="10590"/>
                  </a:cubicBezTo>
                  <a:lnTo>
                    <a:pt x="12468" y="10590"/>
                  </a:lnTo>
                  <a:cubicBezTo>
                    <a:pt x="12489" y="10590"/>
                    <a:pt x="12510" y="10587"/>
                    <a:pt x="12531" y="10584"/>
                  </a:cubicBezTo>
                  <a:lnTo>
                    <a:pt x="12531" y="15633"/>
                  </a:lnTo>
                  <a:lnTo>
                    <a:pt x="6794" y="13746"/>
                  </a:lnTo>
                  <a:lnTo>
                    <a:pt x="6794" y="6774"/>
                  </a:lnTo>
                  <a:cubicBezTo>
                    <a:pt x="6951" y="6777"/>
                    <a:pt x="7105" y="6795"/>
                    <a:pt x="7259" y="6822"/>
                  </a:cubicBezTo>
                  <a:cubicBezTo>
                    <a:pt x="7295" y="6828"/>
                    <a:pt x="7331" y="6834"/>
                    <a:pt x="7368" y="6834"/>
                  </a:cubicBezTo>
                  <a:cubicBezTo>
                    <a:pt x="7658" y="6831"/>
                    <a:pt x="7902" y="6611"/>
                    <a:pt x="7929" y="6321"/>
                  </a:cubicBezTo>
                  <a:cubicBezTo>
                    <a:pt x="7957" y="6028"/>
                    <a:pt x="7760" y="5765"/>
                    <a:pt x="7473" y="5711"/>
                  </a:cubicBezTo>
                  <a:cubicBezTo>
                    <a:pt x="7250" y="5669"/>
                    <a:pt x="7020" y="5644"/>
                    <a:pt x="6794" y="5641"/>
                  </a:cubicBezTo>
                  <a:lnTo>
                    <a:pt x="6794" y="1348"/>
                  </a:lnTo>
                  <a:close/>
                  <a:moveTo>
                    <a:pt x="18757" y="0"/>
                  </a:moveTo>
                  <a:cubicBezTo>
                    <a:pt x="18687" y="0"/>
                    <a:pt x="18616" y="13"/>
                    <a:pt x="18549" y="40"/>
                  </a:cubicBezTo>
                  <a:lnTo>
                    <a:pt x="13077" y="2229"/>
                  </a:lnTo>
                  <a:lnTo>
                    <a:pt x="6405" y="28"/>
                  </a:lnTo>
                  <a:cubicBezTo>
                    <a:pt x="6395" y="25"/>
                    <a:pt x="6386" y="25"/>
                    <a:pt x="6380" y="22"/>
                  </a:cubicBezTo>
                  <a:cubicBezTo>
                    <a:pt x="6371" y="19"/>
                    <a:pt x="6359" y="16"/>
                    <a:pt x="6347" y="13"/>
                  </a:cubicBezTo>
                  <a:lnTo>
                    <a:pt x="6311" y="7"/>
                  </a:lnTo>
                  <a:cubicBezTo>
                    <a:pt x="6302" y="7"/>
                    <a:pt x="6290" y="4"/>
                    <a:pt x="6281" y="4"/>
                  </a:cubicBezTo>
                  <a:lnTo>
                    <a:pt x="6211" y="4"/>
                  </a:lnTo>
                  <a:cubicBezTo>
                    <a:pt x="6199" y="4"/>
                    <a:pt x="6187" y="4"/>
                    <a:pt x="6172" y="7"/>
                  </a:cubicBezTo>
                  <a:cubicBezTo>
                    <a:pt x="6166" y="9"/>
                    <a:pt x="6161" y="9"/>
                    <a:pt x="6157" y="9"/>
                  </a:cubicBezTo>
                  <a:cubicBezTo>
                    <a:pt x="6152" y="9"/>
                    <a:pt x="6148" y="9"/>
                    <a:pt x="6142" y="10"/>
                  </a:cubicBezTo>
                  <a:cubicBezTo>
                    <a:pt x="6133" y="13"/>
                    <a:pt x="6118" y="13"/>
                    <a:pt x="6106" y="16"/>
                  </a:cubicBezTo>
                  <a:lnTo>
                    <a:pt x="6075" y="22"/>
                  </a:lnTo>
                  <a:cubicBezTo>
                    <a:pt x="6063" y="28"/>
                    <a:pt x="6048" y="31"/>
                    <a:pt x="6036" y="37"/>
                  </a:cubicBezTo>
                  <a:cubicBezTo>
                    <a:pt x="6027" y="40"/>
                    <a:pt x="6021" y="40"/>
                    <a:pt x="6015" y="43"/>
                  </a:cubicBezTo>
                  <a:lnTo>
                    <a:pt x="354" y="2308"/>
                  </a:lnTo>
                  <a:cubicBezTo>
                    <a:pt x="139" y="2396"/>
                    <a:pt x="0" y="2601"/>
                    <a:pt x="0" y="2830"/>
                  </a:cubicBezTo>
                  <a:lnTo>
                    <a:pt x="0" y="16418"/>
                  </a:lnTo>
                  <a:cubicBezTo>
                    <a:pt x="0" y="16744"/>
                    <a:pt x="267" y="16984"/>
                    <a:pt x="566" y="16984"/>
                  </a:cubicBezTo>
                  <a:cubicBezTo>
                    <a:pt x="635" y="16984"/>
                    <a:pt x="706" y="16971"/>
                    <a:pt x="776" y="16943"/>
                  </a:cubicBezTo>
                  <a:lnTo>
                    <a:pt x="6248" y="14754"/>
                  </a:lnTo>
                  <a:lnTo>
                    <a:pt x="12917" y="16952"/>
                  </a:lnTo>
                  <a:cubicBezTo>
                    <a:pt x="12933" y="16958"/>
                    <a:pt x="12951" y="16964"/>
                    <a:pt x="12966" y="16967"/>
                  </a:cubicBezTo>
                  <a:cubicBezTo>
                    <a:pt x="13008" y="16976"/>
                    <a:pt x="13050" y="16983"/>
                    <a:pt x="13096" y="16983"/>
                  </a:cubicBezTo>
                  <a:lnTo>
                    <a:pt x="13099" y="16983"/>
                  </a:lnTo>
                  <a:cubicBezTo>
                    <a:pt x="13156" y="16983"/>
                    <a:pt x="13213" y="16973"/>
                    <a:pt x="13271" y="16955"/>
                  </a:cubicBezTo>
                  <a:cubicBezTo>
                    <a:pt x="13283" y="16952"/>
                    <a:pt x="13295" y="16946"/>
                    <a:pt x="13307" y="16940"/>
                  </a:cubicBezTo>
                  <a:lnTo>
                    <a:pt x="18965" y="14676"/>
                  </a:lnTo>
                  <a:cubicBezTo>
                    <a:pt x="19183" y="14591"/>
                    <a:pt x="19325" y="14386"/>
                    <a:pt x="19325" y="14153"/>
                  </a:cubicBezTo>
                  <a:lnTo>
                    <a:pt x="19325" y="566"/>
                  </a:lnTo>
                  <a:cubicBezTo>
                    <a:pt x="19325" y="379"/>
                    <a:pt x="19231" y="203"/>
                    <a:pt x="19077" y="98"/>
                  </a:cubicBezTo>
                  <a:cubicBezTo>
                    <a:pt x="18981" y="33"/>
                    <a:pt x="18869" y="0"/>
                    <a:pt x="1875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837" name="Google Shape;1837;p43"/>
            <p:cNvSpPr/>
            <p:nvPr/>
          </p:nvSpPr>
          <p:spPr>
            <a:xfrm>
              <a:off x="2136375" y="2292025"/>
              <a:ext cx="36400" cy="41975"/>
            </a:xfrm>
            <a:custGeom>
              <a:rect b="b" l="l" r="r" t="t"/>
              <a:pathLst>
                <a:path extrusionOk="0" h="1679" w="1456">
                  <a:moveTo>
                    <a:pt x="820" y="1"/>
                  </a:moveTo>
                  <a:cubicBezTo>
                    <a:pt x="583" y="1"/>
                    <a:pt x="361" y="151"/>
                    <a:pt x="284" y="390"/>
                  </a:cubicBezTo>
                  <a:lnTo>
                    <a:pt x="103" y="927"/>
                  </a:lnTo>
                  <a:cubicBezTo>
                    <a:pt x="0" y="1223"/>
                    <a:pt x="160" y="1549"/>
                    <a:pt x="459" y="1649"/>
                  </a:cubicBezTo>
                  <a:cubicBezTo>
                    <a:pt x="519" y="1669"/>
                    <a:pt x="579" y="1678"/>
                    <a:pt x="639" y="1678"/>
                  </a:cubicBezTo>
                  <a:cubicBezTo>
                    <a:pt x="878" y="1678"/>
                    <a:pt x="1101" y="1525"/>
                    <a:pt x="1178" y="1284"/>
                  </a:cubicBezTo>
                  <a:lnTo>
                    <a:pt x="1356" y="746"/>
                  </a:lnTo>
                  <a:cubicBezTo>
                    <a:pt x="1456" y="450"/>
                    <a:pt x="1296" y="130"/>
                    <a:pt x="1000" y="30"/>
                  </a:cubicBezTo>
                  <a:cubicBezTo>
                    <a:pt x="940" y="10"/>
                    <a:pt x="880" y="1"/>
                    <a:pt x="8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838" name="Google Shape;1838;p43"/>
            <p:cNvSpPr/>
            <p:nvPr/>
          </p:nvSpPr>
          <p:spPr>
            <a:xfrm>
              <a:off x="2296850" y="2220800"/>
              <a:ext cx="46075" cy="51650"/>
            </a:xfrm>
            <a:custGeom>
              <a:rect b="b" l="l" r="r" t="t"/>
              <a:pathLst>
                <a:path extrusionOk="0" h="2066" w="1843">
                  <a:moveTo>
                    <a:pt x="634" y="1"/>
                  </a:moveTo>
                  <a:cubicBezTo>
                    <a:pt x="506" y="1"/>
                    <a:pt x="378" y="44"/>
                    <a:pt x="272" y="132"/>
                  </a:cubicBezTo>
                  <a:cubicBezTo>
                    <a:pt x="37" y="331"/>
                    <a:pt x="1" y="681"/>
                    <a:pt x="194" y="920"/>
                  </a:cubicBezTo>
                  <a:cubicBezTo>
                    <a:pt x="354" y="1113"/>
                    <a:pt x="487" y="1327"/>
                    <a:pt x="593" y="1557"/>
                  </a:cubicBezTo>
                  <a:cubicBezTo>
                    <a:pt x="626" y="1626"/>
                    <a:pt x="662" y="1696"/>
                    <a:pt x="698" y="1765"/>
                  </a:cubicBezTo>
                  <a:cubicBezTo>
                    <a:pt x="798" y="1957"/>
                    <a:pt x="993" y="2065"/>
                    <a:pt x="1195" y="2065"/>
                  </a:cubicBezTo>
                  <a:cubicBezTo>
                    <a:pt x="1285" y="2065"/>
                    <a:pt x="1377" y="2044"/>
                    <a:pt x="1462" y="1998"/>
                  </a:cubicBezTo>
                  <a:cubicBezTo>
                    <a:pt x="1740" y="1853"/>
                    <a:pt x="1843" y="1509"/>
                    <a:pt x="1698" y="1234"/>
                  </a:cubicBezTo>
                  <a:cubicBezTo>
                    <a:pt x="1670" y="1183"/>
                    <a:pt x="1643" y="1131"/>
                    <a:pt x="1622" y="1083"/>
                  </a:cubicBezTo>
                  <a:cubicBezTo>
                    <a:pt x="1474" y="763"/>
                    <a:pt x="1287" y="464"/>
                    <a:pt x="1061" y="195"/>
                  </a:cubicBezTo>
                  <a:cubicBezTo>
                    <a:pt x="949" y="67"/>
                    <a:pt x="792" y="1"/>
                    <a:pt x="63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839" name="Google Shape;1839;p43"/>
            <p:cNvSpPr/>
            <p:nvPr/>
          </p:nvSpPr>
          <p:spPr>
            <a:xfrm>
              <a:off x="2158650" y="2216775"/>
              <a:ext cx="47275" cy="51425"/>
            </a:xfrm>
            <a:custGeom>
              <a:rect b="b" l="l" r="r" t="t"/>
              <a:pathLst>
                <a:path extrusionOk="0" h="2057" w="1891">
                  <a:moveTo>
                    <a:pt x="1264" y="1"/>
                  </a:moveTo>
                  <a:cubicBezTo>
                    <a:pt x="1109" y="1"/>
                    <a:pt x="955" y="63"/>
                    <a:pt x="843" y="187"/>
                  </a:cubicBezTo>
                  <a:lnTo>
                    <a:pt x="846" y="184"/>
                  </a:lnTo>
                  <a:lnTo>
                    <a:pt x="846" y="184"/>
                  </a:lnTo>
                  <a:cubicBezTo>
                    <a:pt x="547" y="498"/>
                    <a:pt x="305" y="860"/>
                    <a:pt x="130" y="1256"/>
                  </a:cubicBezTo>
                  <a:cubicBezTo>
                    <a:pt x="0" y="1543"/>
                    <a:pt x="127" y="1878"/>
                    <a:pt x="414" y="2005"/>
                  </a:cubicBezTo>
                  <a:cubicBezTo>
                    <a:pt x="486" y="2038"/>
                    <a:pt x="565" y="2056"/>
                    <a:pt x="643" y="2056"/>
                  </a:cubicBezTo>
                  <a:cubicBezTo>
                    <a:pt x="867" y="2056"/>
                    <a:pt x="1069" y="1923"/>
                    <a:pt x="1163" y="1721"/>
                  </a:cubicBezTo>
                  <a:cubicBezTo>
                    <a:pt x="1286" y="1443"/>
                    <a:pt x="1455" y="1187"/>
                    <a:pt x="1664" y="966"/>
                  </a:cubicBezTo>
                  <a:cubicBezTo>
                    <a:pt x="1890" y="740"/>
                    <a:pt x="1884" y="374"/>
                    <a:pt x="1655" y="157"/>
                  </a:cubicBezTo>
                  <a:cubicBezTo>
                    <a:pt x="1544" y="52"/>
                    <a:pt x="1404" y="1"/>
                    <a:pt x="126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840" name="Google Shape;1840;p43"/>
            <p:cNvSpPr/>
            <p:nvPr/>
          </p:nvSpPr>
          <p:spPr>
            <a:xfrm>
              <a:off x="2426475" y="2255725"/>
              <a:ext cx="55875" cy="46900"/>
            </a:xfrm>
            <a:custGeom>
              <a:rect b="b" l="l" r="r" t="t"/>
              <a:pathLst>
                <a:path extrusionOk="0" h="1876" w="2235">
                  <a:moveTo>
                    <a:pt x="1592" y="1"/>
                  </a:moveTo>
                  <a:cubicBezTo>
                    <a:pt x="1423" y="1"/>
                    <a:pt x="1257" y="76"/>
                    <a:pt x="1144" y="220"/>
                  </a:cubicBezTo>
                  <a:cubicBezTo>
                    <a:pt x="960" y="462"/>
                    <a:pt x="734" y="667"/>
                    <a:pt x="477" y="830"/>
                  </a:cubicBezTo>
                  <a:cubicBezTo>
                    <a:pt x="0" y="1135"/>
                    <a:pt x="218" y="1875"/>
                    <a:pt x="782" y="1875"/>
                  </a:cubicBezTo>
                  <a:cubicBezTo>
                    <a:pt x="891" y="1875"/>
                    <a:pt x="997" y="1845"/>
                    <a:pt x="1087" y="1784"/>
                  </a:cubicBezTo>
                  <a:cubicBezTo>
                    <a:pt x="1452" y="1552"/>
                    <a:pt x="1776" y="1256"/>
                    <a:pt x="2041" y="912"/>
                  </a:cubicBezTo>
                  <a:cubicBezTo>
                    <a:pt x="2234" y="667"/>
                    <a:pt x="2186" y="311"/>
                    <a:pt x="1939" y="121"/>
                  </a:cubicBezTo>
                  <a:cubicBezTo>
                    <a:pt x="1835" y="40"/>
                    <a:pt x="1713" y="1"/>
                    <a:pt x="159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841" name="Google Shape;1841;p43"/>
            <p:cNvSpPr/>
            <p:nvPr/>
          </p:nvSpPr>
          <p:spPr>
            <a:xfrm>
              <a:off x="2473050" y="2192325"/>
              <a:ext cx="37000" cy="41500"/>
            </a:xfrm>
            <a:custGeom>
              <a:rect b="b" l="l" r="r" t="t"/>
              <a:pathLst>
                <a:path extrusionOk="0" h="1660" w="1480">
                  <a:moveTo>
                    <a:pt x="838" y="0"/>
                  </a:moveTo>
                  <a:cubicBezTo>
                    <a:pt x="609" y="0"/>
                    <a:pt x="393" y="140"/>
                    <a:pt x="308" y="368"/>
                  </a:cubicBezTo>
                  <a:lnTo>
                    <a:pt x="109" y="896"/>
                  </a:lnTo>
                  <a:cubicBezTo>
                    <a:pt x="0" y="1189"/>
                    <a:pt x="148" y="1515"/>
                    <a:pt x="441" y="1624"/>
                  </a:cubicBezTo>
                  <a:cubicBezTo>
                    <a:pt x="506" y="1648"/>
                    <a:pt x="573" y="1660"/>
                    <a:pt x="639" y="1660"/>
                  </a:cubicBezTo>
                  <a:cubicBezTo>
                    <a:pt x="868" y="1660"/>
                    <a:pt x="1084" y="1520"/>
                    <a:pt x="1169" y="1292"/>
                  </a:cubicBezTo>
                  <a:lnTo>
                    <a:pt x="1368" y="764"/>
                  </a:lnTo>
                  <a:cubicBezTo>
                    <a:pt x="1480" y="471"/>
                    <a:pt x="1329" y="145"/>
                    <a:pt x="1036" y="36"/>
                  </a:cubicBezTo>
                  <a:cubicBezTo>
                    <a:pt x="971" y="12"/>
                    <a:pt x="904" y="0"/>
                    <a:pt x="83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1842" name="Google Shape;1842;p43"/>
          <p:cNvGrpSpPr/>
          <p:nvPr/>
        </p:nvGrpSpPr>
        <p:grpSpPr>
          <a:xfrm>
            <a:off x="2028023" y="3776293"/>
            <a:ext cx="284561" cy="211083"/>
            <a:chOff x="2676100" y="2083800"/>
            <a:chExt cx="483125" cy="358375"/>
          </a:xfrm>
        </p:grpSpPr>
        <p:sp>
          <p:nvSpPr>
            <p:cNvPr id="1843" name="Google Shape;1843;p43"/>
            <p:cNvSpPr/>
            <p:nvPr/>
          </p:nvSpPr>
          <p:spPr>
            <a:xfrm>
              <a:off x="2676100" y="2083800"/>
              <a:ext cx="483125" cy="358375"/>
            </a:xfrm>
            <a:custGeom>
              <a:rect b="b" l="l" r="r" t="t"/>
              <a:pathLst>
                <a:path extrusionOk="0" h="14335" w="19325">
                  <a:moveTo>
                    <a:pt x="1932" y="6375"/>
                  </a:moveTo>
                  <a:cubicBezTo>
                    <a:pt x="2126" y="6375"/>
                    <a:pt x="2324" y="6447"/>
                    <a:pt x="2485" y="6608"/>
                  </a:cubicBezTo>
                  <a:cubicBezTo>
                    <a:pt x="2984" y="7109"/>
                    <a:pt x="2630" y="7964"/>
                    <a:pt x="1927" y="7964"/>
                  </a:cubicBezTo>
                  <a:cubicBezTo>
                    <a:pt x="1489" y="7964"/>
                    <a:pt x="1133" y="7608"/>
                    <a:pt x="1133" y="7170"/>
                  </a:cubicBezTo>
                  <a:cubicBezTo>
                    <a:pt x="1133" y="6692"/>
                    <a:pt x="1524" y="6375"/>
                    <a:pt x="1932" y="6375"/>
                  </a:cubicBezTo>
                  <a:close/>
                  <a:moveTo>
                    <a:pt x="17401" y="6379"/>
                  </a:moveTo>
                  <a:cubicBezTo>
                    <a:pt x="17836" y="6379"/>
                    <a:pt x="18193" y="6732"/>
                    <a:pt x="18193" y="7170"/>
                  </a:cubicBezTo>
                  <a:cubicBezTo>
                    <a:pt x="18193" y="7648"/>
                    <a:pt x="17801" y="7964"/>
                    <a:pt x="17394" y="7964"/>
                  </a:cubicBezTo>
                  <a:cubicBezTo>
                    <a:pt x="17199" y="7964"/>
                    <a:pt x="17001" y="7892"/>
                    <a:pt x="16840" y="7731"/>
                  </a:cubicBezTo>
                  <a:cubicBezTo>
                    <a:pt x="16342" y="7230"/>
                    <a:pt x="16695" y="6379"/>
                    <a:pt x="17401" y="6379"/>
                  </a:cubicBezTo>
                  <a:close/>
                  <a:moveTo>
                    <a:pt x="9669" y="1276"/>
                  </a:moveTo>
                  <a:lnTo>
                    <a:pt x="14542" y="4851"/>
                  </a:lnTo>
                  <a:cubicBezTo>
                    <a:pt x="14642" y="4924"/>
                    <a:pt x="14760" y="4960"/>
                    <a:pt x="14877" y="4960"/>
                  </a:cubicBezTo>
                  <a:cubicBezTo>
                    <a:pt x="15021" y="4960"/>
                    <a:pt x="15164" y="4905"/>
                    <a:pt x="15273" y="4797"/>
                  </a:cubicBezTo>
                  <a:lnTo>
                    <a:pt x="18193" y="1925"/>
                  </a:lnTo>
                  <a:lnTo>
                    <a:pt x="18193" y="5419"/>
                  </a:lnTo>
                  <a:cubicBezTo>
                    <a:pt x="17930" y="5300"/>
                    <a:pt x="17661" y="5245"/>
                    <a:pt x="17398" y="5245"/>
                  </a:cubicBezTo>
                  <a:cubicBezTo>
                    <a:pt x="16385" y="5245"/>
                    <a:pt x="15475" y="6060"/>
                    <a:pt x="15475" y="7173"/>
                  </a:cubicBezTo>
                  <a:cubicBezTo>
                    <a:pt x="15475" y="8283"/>
                    <a:pt x="16385" y="9098"/>
                    <a:pt x="17398" y="9098"/>
                  </a:cubicBezTo>
                  <a:cubicBezTo>
                    <a:pt x="17660" y="9098"/>
                    <a:pt x="17930" y="9043"/>
                    <a:pt x="18193" y="8924"/>
                  </a:cubicBezTo>
                  <a:lnTo>
                    <a:pt x="18193" y="10878"/>
                  </a:lnTo>
                  <a:lnTo>
                    <a:pt x="1133" y="10878"/>
                  </a:lnTo>
                  <a:lnTo>
                    <a:pt x="1133" y="8924"/>
                  </a:lnTo>
                  <a:cubicBezTo>
                    <a:pt x="1395" y="9043"/>
                    <a:pt x="1665" y="9098"/>
                    <a:pt x="1928" y="9098"/>
                  </a:cubicBezTo>
                  <a:cubicBezTo>
                    <a:pt x="2940" y="9098"/>
                    <a:pt x="3850" y="8283"/>
                    <a:pt x="3850" y="7173"/>
                  </a:cubicBezTo>
                  <a:cubicBezTo>
                    <a:pt x="3850" y="6060"/>
                    <a:pt x="2940" y="5245"/>
                    <a:pt x="1927" y="5245"/>
                  </a:cubicBezTo>
                  <a:cubicBezTo>
                    <a:pt x="1665" y="5245"/>
                    <a:pt x="1395" y="5300"/>
                    <a:pt x="1133" y="5419"/>
                  </a:cubicBezTo>
                  <a:lnTo>
                    <a:pt x="1133" y="1883"/>
                  </a:lnTo>
                  <a:lnTo>
                    <a:pt x="4240" y="4806"/>
                  </a:lnTo>
                  <a:cubicBezTo>
                    <a:pt x="4349" y="4908"/>
                    <a:pt x="4488" y="4960"/>
                    <a:pt x="4628" y="4960"/>
                  </a:cubicBezTo>
                  <a:cubicBezTo>
                    <a:pt x="4748" y="4960"/>
                    <a:pt x="4869" y="4922"/>
                    <a:pt x="4970" y="4845"/>
                  </a:cubicBezTo>
                  <a:lnTo>
                    <a:pt x="9669" y="1276"/>
                  </a:lnTo>
                  <a:close/>
                  <a:moveTo>
                    <a:pt x="18193" y="12007"/>
                  </a:moveTo>
                  <a:lnTo>
                    <a:pt x="18193" y="13203"/>
                  </a:lnTo>
                  <a:lnTo>
                    <a:pt x="1133" y="13206"/>
                  </a:lnTo>
                  <a:lnTo>
                    <a:pt x="1133" y="12007"/>
                  </a:lnTo>
                  <a:close/>
                  <a:moveTo>
                    <a:pt x="570" y="0"/>
                  </a:moveTo>
                  <a:cubicBezTo>
                    <a:pt x="278" y="0"/>
                    <a:pt x="0" y="228"/>
                    <a:pt x="0" y="569"/>
                  </a:cubicBezTo>
                  <a:lnTo>
                    <a:pt x="0" y="13770"/>
                  </a:lnTo>
                  <a:cubicBezTo>
                    <a:pt x="0" y="14081"/>
                    <a:pt x="254" y="14335"/>
                    <a:pt x="565" y="14335"/>
                  </a:cubicBezTo>
                  <a:lnTo>
                    <a:pt x="18760" y="14335"/>
                  </a:lnTo>
                  <a:cubicBezTo>
                    <a:pt x="19071" y="14335"/>
                    <a:pt x="19325" y="14081"/>
                    <a:pt x="19325" y="13770"/>
                  </a:cubicBezTo>
                  <a:lnTo>
                    <a:pt x="19325" y="569"/>
                  </a:lnTo>
                  <a:cubicBezTo>
                    <a:pt x="19325" y="343"/>
                    <a:pt x="19189" y="134"/>
                    <a:pt x="18978" y="47"/>
                  </a:cubicBezTo>
                  <a:cubicBezTo>
                    <a:pt x="18907" y="18"/>
                    <a:pt x="18832" y="3"/>
                    <a:pt x="18758" y="3"/>
                  </a:cubicBezTo>
                  <a:cubicBezTo>
                    <a:pt x="18613" y="3"/>
                    <a:pt x="18470" y="59"/>
                    <a:pt x="18362" y="168"/>
                  </a:cubicBezTo>
                  <a:lnTo>
                    <a:pt x="14823" y="3652"/>
                  </a:lnTo>
                  <a:lnTo>
                    <a:pt x="9998" y="113"/>
                  </a:lnTo>
                  <a:cubicBezTo>
                    <a:pt x="9898" y="39"/>
                    <a:pt x="9780" y="2"/>
                    <a:pt x="9662" y="2"/>
                  </a:cubicBezTo>
                  <a:cubicBezTo>
                    <a:pt x="9542" y="2"/>
                    <a:pt x="9422" y="40"/>
                    <a:pt x="9321" y="116"/>
                  </a:cubicBezTo>
                  <a:lnTo>
                    <a:pt x="4668" y="3652"/>
                  </a:lnTo>
                  <a:lnTo>
                    <a:pt x="955" y="156"/>
                  </a:lnTo>
                  <a:cubicBezTo>
                    <a:pt x="840" y="48"/>
                    <a:pt x="704" y="0"/>
                    <a:pt x="57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844" name="Google Shape;1844;p43"/>
            <p:cNvSpPr/>
            <p:nvPr/>
          </p:nvSpPr>
          <p:spPr>
            <a:xfrm>
              <a:off x="2869575" y="2214900"/>
              <a:ext cx="100050" cy="96325"/>
            </a:xfrm>
            <a:custGeom>
              <a:rect b="b" l="l" r="r" t="t"/>
              <a:pathLst>
                <a:path extrusionOk="0" h="3853" w="4002">
                  <a:moveTo>
                    <a:pt x="1924" y="1135"/>
                  </a:moveTo>
                  <a:cubicBezTo>
                    <a:pt x="2630" y="1135"/>
                    <a:pt x="2983" y="1986"/>
                    <a:pt x="2485" y="2487"/>
                  </a:cubicBezTo>
                  <a:cubicBezTo>
                    <a:pt x="2323" y="2648"/>
                    <a:pt x="2125" y="2720"/>
                    <a:pt x="1930" y="2720"/>
                  </a:cubicBezTo>
                  <a:cubicBezTo>
                    <a:pt x="1523" y="2720"/>
                    <a:pt x="1133" y="2404"/>
                    <a:pt x="1133" y="1926"/>
                  </a:cubicBezTo>
                  <a:cubicBezTo>
                    <a:pt x="1133" y="1488"/>
                    <a:pt x="1486" y="1135"/>
                    <a:pt x="1924" y="1135"/>
                  </a:cubicBezTo>
                  <a:close/>
                  <a:moveTo>
                    <a:pt x="1922" y="0"/>
                  </a:moveTo>
                  <a:cubicBezTo>
                    <a:pt x="1675" y="0"/>
                    <a:pt x="1425" y="48"/>
                    <a:pt x="1187" y="147"/>
                  </a:cubicBezTo>
                  <a:cubicBezTo>
                    <a:pt x="468" y="446"/>
                    <a:pt x="0" y="1147"/>
                    <a:pt x="0" y="1926"/>
                  </a:cubicBezTo>
                  <a:cubicBezTo>
                    <a:pt x="0" y="2989"/>
                    <a:pt x="861" y="3849"/>
                    <a:pt x="1924" y="3852"/>
                  </a:cubicBezTo>
                  <a:cubicBezTo>
                    <a:pt x="2703" y="3852"/>
                    <a:pt x="3403" y="3381"/>
                    <a:pt x="3702" y="2663"/>
                  </a:cubicBezTo>
                  <a:cubicBezTo>
                    <a:pt x="4001" y="1944"/>
                    <a:pt x="3835" y="1117"/>
                    <a:pt x="3285" y="564"/>
                  </a:cubicBezTo>
                  <a:cubicBezTo>
                    <a:pt x="2916" y="196"/>
                    <a:pt x="2423" y="0"/>
                    <a:pt x="192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1845" name="Google Shape;1845;p43"/>
          <p:cNvGrpSpPr/>
          <p:nvPr/>
        </p:nvGrpSpPr>
        <p:grpSpPr>
          <a:xfrm>
            <a:off x="2469480" y="3747889"/>
            <a:ext cx="270690" cy="267892"/>
            <a:chOff x="3282325" y="2035675"/>
            <a:chExt cx="459575" cy="454825"/>
          </a:xfrm>
        </p:grpSpPr>
        <p:sp>
          <p:nvSpPr>
            <p:cNvPr id="1846" name="Google Shape;1846;p43"/>
            <p:cNvSpPr/>
            <p:nvPr/>
          </p:nvSpPr>
          <p:spPr>
            <a:xfrm>
              <a:off x="3337050" y="2234125"/>
              <a:ext cx="85925" cy="206325"/>
            </a:xfrm>
            <a:custGeom>
              <a:rect b="b" l="l" r="r" t="t"/>
              <a:pathLst>
                <a:path extrusionOk="0" h="8253" w="3437">
                  <a:moveTo>
                    <a:pt x="2305" y="1133"/>
                  </a:moveTo>
                  <a:lnTo>
                    <a:pt x="2305" y="7120"/>
                  </a:lnTo>
                  <a:lnTo>
                    <a:pt x="1133" y="7120"/>
                  </a:lnTo>
                  <a:lnTo>
                    <a:pt x="1133" y="1133"/>
                  </a:lnTo>
                  <a:close/>
                  <a:moveTo>
                    <a:pt x="568" y="0"/>
                  </a:moveTo>
                  <a:cubicBezTo>
                    <a:pt x="254" y="0"/>
                    <a:pt x="1" y="254"/>
                    <a:pt x="1" y="568"/>
                  </a:cubicBezTo>
                  <a:lnTo>
                    <a:pt x="1" y="7688"/>
                  </a:lnTo>
                  <a:cubicBezTo>
                    <a:pt x="1" y="7999"/>
                    <a:pt x="254" y="8253"/>
                    <a:pt x="568" y="8253"/>
                  </a:cubicBezTo>
                  <a:lnTo>
                    <a:pt x="2869" y="8253"/>
                  </a:lnTo>
                  <a:cubicBezTo>
                    <a:pt x="3183" y="8253"/>
                    <a:pt x="3437" y="7999"/>
                    <a:pt x="3437" y="7688"/>
                  </a:cubicBezTo>
                  <a:lnTo>
                    <a:pt x="3437" y="568"/>
                  </a:lnTo>
                  <a:cubicBezTo>
                    <a:pt x="3437" y="254"/>
                    <a:pt x="3183" y="0"/>
                    <a:pt x="286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847" name="Google Shape;1847;p43"/>
            <p:cNvSpPr/>
            <p:nvPr/>
          </p:nvSpPr>
          <p:spPr>
            <a:xfrm>
              <a:off x="3451275" y="2175475"/>
              <a:ext cx="84925" cy="264975"/>
            </a:xfrm>
            <a:custGeom>
              <a:rect b="b" l="l" r="r" t="t"/>
              <a:pathLst>
                <a:path extrusionOk="0" h="10599" w="3397">
                  <a:moveTo>
                    <a:pt x="2265" y="1133"/>
                  </a:moveTo>
                  <a:lnTo>
                    <a:pt x="2265" y="9466"/>
                  </a:lnTo>
                  <a:lnTo>
                    <a:pt x="1132" y="9466"/>
                  </a:lnTo>
                  <a:lnTo>
                    <a:pt x="1132" y="1133"/>
                  </a:lnTo>
                  <a:close/>
                  <a:moveTo>
                    <a:pt x="565" y="0"/>
                  </a:moveTo>
                  <a:cubicBezTo>
                    <a:pt x="254" y="0"/>
                    <a:pt x="0" y="254"/>
                    <a:pt x="0" y="565"/>
                  </a:cubicBezTo>
                  <a:lnTo>
                    <a:pt x="0" y="10034"/>
                  </a:lnTo>
                  <a:cubicBezTo>
                    <a:pt x="0" y="10345"/>
                    <a:pt x="254" y="10599"/>
                    <a:pt x="565" y="10599"/>
                  </a:cubicBezTo>
                  <a:lnTo>
                    <a:pt x="2829" y="10599"/>
                  </a:lnTo>
                  <a:cubicBezTo>
                    <a:pt x="3143" y="10599"/>
                    <a:pt x="3397" y="10345"/>
                    <a:pt x="3397" y="10034"/>
                  </a:cubicBezTo>
                  <a:lnTo>
                    <a:pt x="3397" y="565"/>
                  </a:lnTo>
                  <a:cubicBezTo>
                    <a:pt x="3397" y="254"/>
                    <a:pt x="3143" y="0"/>
                    <a:pt x="282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848" name="Google Shape;1848;p43"/>
            <p:cNvSpPr/>
            <p:nvPr/>
          </p:nvSpPr>
          <p:spPr>
            <a:xfrm>
              <a:off x="3564500" y="2116825"/>
              <a:ext cx="84950" cy="323625"/>
            </a:xfrm>
            <a:custGeom>
              <a:rect b="b" l="l" r="r" t="t"/>
              <a:pathLst>
                <a:path extrusionOk="0" h="12945" w="3398">
                  <a:moveTo>
                    <a:pt x="2265" y="1132"/>
                  </a:moveTo>
                  <a:lnTo>
                    <a:pt x="2265" y="11812"/>
                  </a:lnTo>
                  <a:lnTo>
                    <a:pt x="1133" y="11812"/>
                  </a:lnTo>
                  <a:lnTo>
                    <a:pt x="1133" y="1132"/>
                  </a:lnTo>
                  <a:close/>
                  <a:moveTo>
                    <a:pt x="565" y="0"/>
                  </a:moveTo>
                  <a:cubicBezTo>
                    <a:pt x="254" y="0"/>
                    <a:pt x="0" y="251"/>
                    <a:pt x="0" y="565"/>
                  </a:cubicBezTo>
                  <a:lnTo>
                    <a:pt x="0" y="12380"/>
                  </a:lnTo>
                  <a:cubicBezTo>
                    <a:pt x="0" y="12691"/>
                    <a:pt x="254" y="12945"/>
                    <a:pt x="565" y="12945"/>
                  </a:cubicBezTo>
                  <a:lnTo>
                    <a:pt x="2829" y="12945"/>
                  </a:lnTo>
                  <a:cubicBezTo>
                    <a:pt x="3144" y="12945"/>
                    <a:pt x="3397" y="12691"/>
                    <a:pt x="3397" y="12380"/>
                  </a:cubicBezTo>
                  <a:lnTo>
                    <a:pt x="3397" y="565"/>
                  </a:lnTo>
                  <a:cubicBezTo>
                    <a:pt x="3397" y="251"/>
                    <a:pt x="3144" y="0"/>
                    <a:pt x="282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849" name="Google Shape;1849;p43"/>
            <p:cNvSpPr/>
            <p:nvPr/>
          </p:nvSpPr>
          <p:spPr>
            <a:xfrm>
              <a:off x="3282325" y="2035675"/>
              <a:ext cx="459575" cy="454825"/>
            </a:xfrm>
            <a:custGeom>
              <a:rect b="b" l="l" r="r" t="t"/>
              <a:pathLst>
                <a:path extrusionOk="0" h="18193" w="18383">
                  <a:moveTo>
                    <a:pt x="568" y="0"/>
                  </a:moveTo>
                  <a:cubicBezTo>
                    <a:pt x="254" y="0"/>
                    <a:pt x="1" y="251"/>
                    <a:pt x="1" y="565"/>
                  </a:cubicBezTo>
                  <a:lnTo>
                    <a:pt x="1" y="17625"/>
                  </a:lnTo>
                  <a:cubicBezTo>
                    <a:pt x="1" y="17939"/>
                    <a:pt x="254" y="18192"/>
                    <a:pt x="568" y="18192"/>
                  </a:cubicBezTo>
                  <a:lnTo>
                    <a:pt x="17815" y="18192"/>
                  </a:lnTo>
                  <a:cubicBezTo>
                    <a:pt x="18129" y="18192"/>
                    <a:pt x="18383" y="17939"/>
                    <a:pt x="18383" y="17625"/>
                  </a:cubicBezTo>
                  <a:cubicBezTo>
                    <a:pt x="18383" y="17311"/>
                    <a:pt x="18129" y="17060"/>
                    <a:pt x="17815" y="17060"/>
                  </a:cubicBezTo>
                  <a:lnTo>
                    <a:pt x="1133" y="17060"/>
                  </a:lnTo>
                  <a:lnTo>
                    <a:pt x="1133" y="565"/>
                  </a:lnTo>
                  <a:cubicBezTo>
                    <a:pt x="1133" y="251"/>
                    <a:pt x="879" y="0"/>
                    <a:pt x="56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1850" name="Google Shape;1850;p43"/>
          <p:cNvSpPr/>
          <p:nvPr/>
        </p:nvSpPr>
        <p:spPr>
          <a:xfrm>
            <a:off x="2907386" y="3749376"/>
            <a:ext cx="276418" cy="264917"/>
          </a:xfrm>
          <a:custGeom>
            <a:rect b="b" l="l" r="r" t="t"/>
            <a:pathLst>
              <a:path extrusionOk="0" h="17991" w="18772">
                <a:moveTo>
                  <a:pt x="17492" y="6197"/>
                </a:moveTo>
                <a:lnTo>
                  <a:pt x="17217" y="8063"/>
                </a:lnTo>
                <a:lnTo>
                  <a:pt x="15626" y="6472"/>
                </a:lnTo>
                <a:lnTo>
                  <a:pt x="17492" y="6197"/>
                </a:lnTo>
                <a:close/>
                <a:moveTo>
                  <a:pt x="6055" y="9391"/>
                </a:moveTo>
                <a:lnTo>
                  <a:pt x="6055" y="16858"/>
                </a:lnTo>
                <a:lnTo>
                  <a:pt x="1133" y="16858"/>
                </a:lnTo>
                <a:lnTo>
                  <a:pt x="1133" y="13332"/>
                </a:lnTo>
                <a:lnTo>
                  <a:pt x="6055" y="9391"/>
                </a:lnTo>
                <a:close/>
                <a:moveTo>
                  <a:pt x="7187" y="9141"/>
                </a:moveTo>
                <a:lnTo>
                  <a:pt x="11903" y="11568"/>
                </a:lnTo>
                <a:lnTo>
                  <a:pt x="11903" y="16858"/>
                </a:lnTo>
                <a:lnTo>
                  <a:pt x="7187" y="16858"/>
                </a:lnTo>
                <a:lnTo>
                  <a:pt x="7187" y="9141"/>
                </a:lnTo>
                <a:close/>
                <a:moveTo>
                  <a:pt x="565" y="1"/>
                </a:moveTo>
                <a:cubicBezTo>
                  <a:pt x="254" y="1"/>
                  <a:pt x="1" y="255"/>
                  <a:pt x="1" y="569"/>
                </a:cubicBezTo>
                <a:lnTo>
                  <a:pt x="1" y="17423"/>
                </a:lnTo>
                <a:cubicBezTo>
                  <a:pt x="1" y="17737"/>
                  <a:pt x="254" y="17991"/>
                  <a:pt x="565" y="17991"/>
                </a:cubicBezTo>
                <a:lnTo>
                  <a:pt x="18141" y="17991"/>
                </a:lnTo>
                <a:cubicBezTo>
                  <a:pt x="18455" y="17991"/>
                  <a:pt x="18706" y="17737"/>
                  <a:pt x="18706" y="17423"/>
                </a:cubicBezTo>
                <a:cubicBezTo>
                  <a:pt x="18706" y="17112"/>
                  <a:pt x="18455" y="16858"/>
                  <a:pt x="18141" y="16858"/>
                </a:cubicBezTo>
                <a:lnTo>
                  <a:pt x="13033" y="16858"/>
                </a:lnTo>
                <a:lnTo>
                  <a:pt x="13033" y="11457"/>
                </a:lnTo>
                <a:lnTo>
                  <a:pt x="16022" y="8467"/>
                </a:lnTo>
                <a:lnTo>
                  <a:pt x="17214" y="9660"/>
                </a:lnTo>
                <a:cubicBezTo>
                  <a:pt x="17329" y="9774"/>
                  <a:pt x="17471" y="9826"/>
                  <a:pt x="17611" y="9826"/>
                </a:cubicBezTo>
                <a:cubicBezTo>
                  <a:pt x="17874" y="9826"/>
                  <a:pt x="18129" y="9643"/>
                  <a:pt x="18175" y="9343"/>
                </a:cubicBezTo>
                <a:lnTo>
                  <a:pt x="18721" y="5608"/>
                </a:lnTo>
                <a:cubicBezTo>
                  <a:pt x="18771" y="5262"/>
                  <a:pt x="18501" y="4962"/>
                  <a:pt x="18164" y="4962"/>
                </a:cubicBezTo>
                <a:cubicBezTo>
                  <a:pt x="18137" y="4962"/>
                  <a:pt x="18109" y="4964"/>
                  <a:pt x="18081" y="4968"/>
                </a:cubicBezTo>
                <a:lnTo>
                  <a:pt x="14346" y="5514"/>
                </a:lnTo>
                <a:cubicBezTo>
                  <a:pt x="13887" y="5584"/>
                  <a:pt x="13700" y="6145"/>
                  <a:pt x="14029" y="6475"/>
                </a:cubicBezTo>
                <a:lnTo>
                  <a:pt x="15222" y="7667"/>
                </a:lnTo>
                <a:lnTo>
                  <a:pt x="12359" y="10530"/>
                </a:lnTo>
                <a:lnTo>
                  <a:pt x="6879" y="7710"/>
                </a:lnTo>
                <a:cubicBezTo>
                  <a:pt x="6867" y="7703"/>
                  <a:pt x="6855" y="7697"/>
                  <a:pt x="6846" y="7694"/>
                </a:cubicBezTo>
                <a:lnTo>
                  <a:pt x="6831" y="7688"/>
                </a:lnTo>
                <a:lnTo>
                  <a:pt x="6794" y="7673"/>
                </a:lnTo>
                <a:lnTo>
                  <a:pt x="6776" y="7670"/>
                </a:lnTo>
                <a:cubicBezTo>
                  <a:pt x="6767" y="7667"/>
                  <a:pt x="6755" y="7664"/>
                  <a:pt x="6743" y="7661"/>
                </a:cubicBezTo>
                <a:lnTo>
                  <a:pt x="6728" y="7658"/>
                </a:lnTo>
                <a:cubicBezTo>
                  <a:pt x="6713" y="7655"/>
                  <a:pt x="6695" y="7652"/>
                  <a:pt x="6680" y="7649"/>
                </a:cubicBezTo>
                <a:lnTo>
                  <a:pt x="6553" y="7649"/>
                </a:lnTo>
                <a:cubicBezTo>
                  <a:pt x="6541" y="7649"/>
                  <a:pt x="6526" y="7655"/>
                  <a:pt x="6514" y="7655"/>
                </a:cubicBezTo>
                <a:lnTo>
                  <a:pt x="6495" y="7661"/>
                </a:lnTo>
                <a:cubicBezTo>
                  <a:pt x="6483" y="7661"/>
                  <a:pt x="6474" y="7664"/>
                  <a:pt x="6465" y="7667"/>
                </a:cubicBezTo>
                <a:lnTo>
                  <a:pt x="6447" y="7673"/>
                </a:lnTo>
                <a:cubicBezTo>
                  <a:pt x="6432" y="7679"/>
                  <a:pt x="6417" y="7682"/>
                  <a:pt x="6405" y="7688"/>
                </a:cubicBezTo>
                <a:lnTo>
                  <a:pt x="6387" y="7697"/>
                </a:lnTo>
                <a:lnTo>
                  <a:pt x="6360" y="7710"/>
                </a:lnTo>
                <a:lnTo>
                  <a:pt x="6341" y="7719"/>
                </a:lnTo>
                <a:cubicBezTo>
                  <a:pt x="6332" y="7725"/>
                  <a:pt x="6323" y="7731"/>
                  <a:pt x="6314" y="7737"/>
                </a:cubicBezTo>
                <a:lnTo>
                  <a:pt x="6299" y="7746"/>
                </a:lnTo>
                <a:cubicBezTo>
                  <a:pt x="6287" y="7752"/>
                  <a:pt x="6275" y="7761"/>
                  <a:pt x="6266" y="7770"/>
                </a:cubicBezTo>
                <a:lnTo>
                  <a:pt x="6260" y="7776"/>
                </a:lnTo>
                <a:lnTo>
                  <a:pt x="1133" y="11879"/>
                </a:lnTo>
                <a:lnTo>
                  <a:pt x="1133" y="569"/>
                </a:lnTo>
                <a:cubicBezTo>
                  <a:pt x="1133" y="255"/>
                  <a:pt x="879" y="1"/>
                  <a:pt x="56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851" name="Google Shape;1851;p43"/>
          <p:cNvSpPr/>
          <p:nvPr/>
        </p:nvSpPr>
        <p:spPr>
          <a:xfrm>
            <a:off x="3357778" y="3739547"/>
            <a:ext cx="251179" cy="284575"/>
          </a:xfrm>
          <a:custGeom>
            <a:rect b="b" l="l" r="r" t="t"/>
            <a:pathLst>
              <a:path extrusionOk="0" h="19326" w="17058">
                <a:moveTo>
                  <a:pt x="15013" y="2021"/>
                </a:moveTo>
                <a:lnTo>
                  <a:pt x="11577" y="5741"/>
                </a:lnTo>
                <a:cubicBezTo>
                  <a:pt x="11378" y="5958"/>
                  <a:pt x="11378" y="6290"/>
                  <a:pt x="11577" y="6507"/>
                </a:cubicBezTo>
                <a:lnTo>
                  <a:pt x="15013" y="10230"/>
                </a:lnTo>
                <a:lnTo>
                  <a:pt x="3195" y="10230"/>
                </a:lnTo>
                <a:lnTo>
                  <a:pt x="3195" y="2021"/>
                </a:lnTo>
                <a:close/>
                <a:moveTo>
                  <a:pt x="1716" y="1133"/>
                </a:moveTo>
                <a:cubicBezTo>
                  <a:pt x="1906" y="1136"/>
                  <a:pt x="2060" y="1290"/>
                  <a:pt x="2063" y="1480"/>
                </a:cubicBezTo>
                <a:lnTo>
                  <a:pt x="2063" y="17846"/>
                </a:lnTo>
                <a:cubicBezTo>
                  <a:pt x="2060" y="18036"/>
                  <a:pt x="1906" y="18190"/>
                  <a:pt x="1716" y="18193"/>
                </a:cubicBezTo>
                <a:lnTo>
                  <a:pt x="1483" y="18193"/>
                </a:lnTo>
                <a:cubicBezTo>
                  <a:pt x="1290" y="18190"/>
                  <a:pt x="1136" y="18036"/>
                  <a:pt x="1133" y="17846"/>
                </a:cubicBezTo>
                <a:lnTo>
                  <a:pt x="1133" y="1480"/>
                </a:lnTo>
                <a:cubicBezTo>
                  <a:pt x="1136" y="1290"/>
                  <a:pt x="1290" y="1136"/>
                  <a:pt x="1483" y="1133"/>
                </a:cubicBezTo>
                <a:close/>
                <a:moveTo>
                  <a:pt x="1483" y="1"/>
                </a:moveTo>
                <a:cubicBezTo>
                  <a:pt x="665" y="1"/>
                  <a:pt x="4" y="665"/>
                  <a:pt x="1" y="1480"/>
                </a:cubicBezTo>
                <a:lnTo>
                  <a:pt x="1" y="17846"/>
                </a:lnTo>
                <a:cubicBezTo>
                  <a:pt x="4" y="18661"/>
                  <a:pt x="665" y="19325"/>
                  <a:pt x="1483" y="19325"/>
                </a:cubicBezTo>
                <a:lnTo>
                  <a:pt x="1716" y="19325"/>
                </a:lnTo>
                <a:cubicBezTo>
                  <a:pt x="2531" y="19325"/>
                  <a:pt x="3195" y="18661"/>
                  <a:pt x="3195" y="17846"/>
                </a:cubicBezTo>
                <a:lnTo>
                  <a:pt x="3195" y="11363"/>
                </a:lnTo>
                <a:lnTo>
                  <a:pt x="16306" y="11363"/>
                </a:lnTo>
                <a:cubicBezTo>
                  <a:pt x="16801" y="11360"/>
                  <a:pt x="17058" y="10774"/>
                  <a:pt x="16722" y="10412"/>
                </a:cubicBezTo>
                <a:lnTo>
                  <a:pt x="12764" y="6124"/>
                </a:lnTo>
                <a:lnTo>
                  <a:pt x="16722" y="1836"/>
                </a:lnTo>
                <a:cubicBezTo>
                  <a:pt x="16873" y="1673"/>
                  <a:pt x="16916" y="1432"/>
                  <a:pt x="16825" y="1226"/>
                </a:cubicBezTo>
                <a:cubicBezTo>
                  <a:pt x="16734" y="1021"/>
                  <a:pt x="16532" y="885"/>
                  <a:pt x="16306" y="885"/>
                </a:cubicBezTo>
                <a:lnTo>
                  <a:pt x="3071" y="885"/>
                </a:lnTo>
                <a:cubicBezTo>
                  <a:pt x="2833" y="348"/>
                  <a:pt x="2302" y="1"/>
                  <a:pt x="171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1852" name="Google Shape;1852;p43"/>
          <p:cNvGrpSpPr/>
          <p:nvPr/>
        </p:nvGrpSpPr>
        <p:grpSpPr>
          <a:xfrm>
            <a:off x="3775441" y="3739554"/>
            <a:ext cx="284929" cy="284561"/>
            <a:chOff x="5053900" y="2021500"/>
            <a:chExt cx="483750" cy="483125"/>
          </a:xfrm>
        </p:grpSpPr>
        <p:sp>
          <p:nvSpPr>
            <p:cNvPr id="1853" name="Google Shape;1853;p43"/>
            <p:cNvSpPr/>
            <p:nvPr/>
          </p:nvSpPr>
          <p:spPr>
            <a:xfrm>
              <a:off x="5281350" y="2078100"/>
              <a:ext cx="127375" cy="127350"/>
            </a:xfrm>
            <a:custGeom>
              <a:rect b="b" l="l" r="r" t="t"/>
              <a:pathLst>
                <a:path extrusionOk="0" h="5094" w="5095">
                  <a:moveTo>
                    <a:pt x="565" y="0"/>
                  </a:moveTo>
                  <a:cubicBezTo>
                    <a:pt x="251" y="0"/>
                    <a:pt x="1" y="254"/>
                    <a:pt x="1" y="568"/>
                  </a:cubicBezTo>
                  <a:cubicBezTo>
                    <a:pt x="1" y="879"/>
                    <a:pt x="251" y="1132"/>
                    <a:pt x="565" y="1132"/>
                  </a:cubicBezTo>
                  <a:cubicBezTo>
                    <a:pt x="2440" y="1135"/>
                    <a:pt x="3959" y="2654"/>
                    <a:pt x="3962" y="4529"/>
                  </a:cubicBezTo>
                  <a:cubicBezTo>
                    <a:pt x="3962" y="4843"/>
                    <a:pt x="4216" y="5094"/>
                    <a:pt x="4530" y="5094"/>
                  </a:cubicBezTo>
                  <a:cubicBezTo>
                    <a:pt x="4841" y="5094"/>
                    <a:pt x="5094" y="4843"/>
                    <a:pt x="5094" y="4529"/>
                  </a:cubicBezTo>
                  <a:cubicBezTo>
                    <a:pt x="5091" y="2029"/>
                    <a:pt x="3065" y="3"/>
                    <a:pt x="56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854" name="Google Shape;1854;p43"/>
            <p:cNvSpPr/>
            <p:nvPr/>
          </p:nvSpPr>
          <p:spPr>
            <a:xfrm>
              <a:off x="5118000" y="2021500"/>
              <a:ext cx="368700" cy="483125"/>
            </a:xfrm>
            <a:custGeom>
              <a:rect b="b" l="l" r="r" t="t"/>
              <a:pathLst>
                <a:path extrusionOk="0" h="19325" w="14748">
                  <a:moveTo>
                    <a:pt x="7088" y="1135"/>
                  </a:moveTo>
                  <a:cubicBezTo>
                    <a:pt x="8391" y="1135"/>
                    <a:pt x="9651" y="1571"/>
                    <a:pt x="10668" y="2397"/>
                  </a:cubicBezTo>
                  <a:cubicBezTo>
                    <a:pt x="13159" y="4417"/>
                    <a:pt x="13473" y="8104"/>
                    <a:pt x="11360" y="10516"/>
                  </a:cubicBezTo>
                  <a:cubicBezTo>
                    <a:pt x="10572" y="11419"/>
                    <a:pt x="10085" y="12503"/>
                    <a:pt x="9962" y="13626"/>
                  </a:cubicBezTo>
                  <a:lnTo>
                    <a:pt x="4237" y="13626"/>
                  </a:lnTo>
                  <a:cubicBezTo>
                    <a:pt x="4107" y="12482"/>
                    <a:pt x="3630" y="11407"/>
                    <a:pt x="2866" y="10550"/>
                  </a:cubicBezTo>
                  <a:cubicBezTo>
                    <a:pt x="1658" y="9191"/>
                    <a:pt x="1184" y="7367"/>
                    <a:pt x="1571" y="5549"/>
                  </a:cubicBezTo>
                  <a:cubicBezTo>
                    <a:pt x="2020" y="3427"/>
                    <a:pt x="3748" y="1706"/>
                    <a:pt x="5873" y="1262"/>
                  </a:cubicBezTo>
                  <a:cubicBezTo>
                    <a:pt x="6278" y="1177"/>
                    <a:pt x="6685" y="1135"/>
                    <a:pt x="7088" y="1135"/>
                  </a:cubicBezTo>
                  <a:close/>
                  <a:moveTo>
                    <a:pt x="9931" y="14759"/>
                  </a:moveTo>
                  <a:lnTo>
                    <a:pt x="9931" y="15323"/>
                  </a:lnTo>
                  <a:cubicBezTo>
                    <a:pt x="9931" y="15637"/>
                    <a:pt x="9678" y="15891"/>
                    <a:pt x="9364" y="15891"/>
                  </a:cubicBezTo>
                  <a:lnTo>
                    <a:pt x="4835" y="15891"/>
                  </a:lnTo>
                  <a:cubicBezTo>
                    <a:pt x="4521" y="15891"/>
                    <a:pt x="4270" y="15637"/>
                    <a:pt x="4270" y="15323"/>
                  </a:cubicBezTo>
                  <a:lnTo>
                    <a:pt x="4270" y="14759"/>
                  </a:lnTo>
                  <a:close/>
                  <a:moveTo>
                    <a:pt x="8699" y="17023"/>
                  </a:moveTo>
                  <a:cubicBezTo>
                    <a:pt x="8464" y="17694"/>
                    <a:pt x="7827" y="18192"/>
                    <a:pt x="7099" y="18192"/>
                  </a:cubicBezTo>
                  <a:cubicBezTo>
                    <a:pt x="6371" y="18192"/>
                    <a:pt x="5734" y="17694"/>
                    <a:pt x="5499" y="17023"/>
                  </a:cubicBezTo>
                  <a:close/>
                  <a:moveTo>
                    <a:pt x="7087" y="0"/>
                  </a:moveTo>
                  <a:cubicBezTo>
                    <a:pt x="6607" y="0"/>
                    <a:pt x="6123" y="50"/>
                    <a:pt x="5641" y="151"/>
                  </a:cubicBezTo>
                  <a:cubicBezTo>
                    <a:pt x="3053" y="712"/>
                    <a:pt x="1027" y="2729"/>
                    <a:pt x="462" y="5314"/>
                  </a:cubicBezTo>
                  <a:cubicBezTo>
                    <a:pt x="0" y="7488"/>
                    <a:pt x="568" y="9671"/>
                    <a:pt x="2020" y="11301"/>
                  </a:cubicBezTo>
                  <a:cubicBezTo>
                    <a:pt x="2730" y="12099"/>
                    <a:pt x="3135" y="13149"/>
                    <a:pt x="3135" y="14191"/>
                  </a:cubicBezTo>
                  <a:lnTo>
                    <a:pt x="3135" y="15323"/>
                  </a:lnTo>
                  <a:cubicBezTo>
                    <a:pt x="3138" y="16060"/>
                    <a:pt x="3612" y="16709"/>
                    <a:pt x="4309" y="16939"/>
                  </a:cubicBezTo>
                  <a:cubicBezTo>
                    <a:pt x="4409" y="17518"/>
                    <a:pt x="4681" y="18053"/>
                    <a:pt x="5094" y="18473"/>
                  </a:cubicBezTo>
                  <a:cubicBezTo>
                    <a:pt x="5642" y="19040"/>
                    <a:pt x="6371" y="19324"/>
                    <a:pt x="7099" y="19324"/>
                  </a:cubicBezTo>
                  <a:cubicBezTo>
                    <a:pt x="7828" y="19324"/>
                    <a:pt x="8556" y="19040"/>
                    <a:pt x="9104" y="18473"/>
                  </a:cubicBezTo>
                  <a:cubicBezTo>
                    <a:pt x="9518" y="18053"/>
                    <a:pt x="9790" y="17518"/>
                    <a:pt x="9889" y="16939"/>
                  </a:cubicBezTo>
                  <a:cubicBezTo>
                    <a:pt x="10587" y="16709"/>
                    <a:pt x="11061" y="16060"/>
                    <a:pt x="11064" y="15323"/>
                  </a:cubicBezTo>
                  <a:lnTo>
                    <a:pt x="11064" y="14191"/>
                  </a:lnTo>
                  <a:cubicBezTo>
                    <a:pt x="11064" y="13149"/>
                    <a:pt x="11471" y="12108"/>
                    <a:pt x="12211" y="11262"/>
                  </a:cubicBezTo>
                  <a:cubicBezTo>
                    <a:pt x="14747" y="8366"/>
                    <a:pt x="14370" y="3943"/>
                    <a:pt x="11381" y="1518"/>
                  </a:cubicBezTo>
                  <a:cubicBezTo>
                    <a:pt x="10159" y="525"/>
                    <a:pt x="8647" y="0"/>
                    <a:pt x="708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855" name="Google Shape;1855;p43"/>
            <p:cNvSpPr/>
            <p:nvPr/>
          </p:nvSpPr>
          <p:spPr>
            <a:xfrm>
              <a:off x="5053900" y="2191325"/>
              <a:ext cx="56650" cy="28325"/>
            </a:xfrm>
            <a:custGeom>
              <a:rect b="b" l="l" r="r" t="t"/>
              <a:pathLst>
                <a:path extrusionOk="0" h="1133" w="2266">
                  <a:moveTo>
                    <a:pt x="569" y="0"/>
                  </a:moveTo>
                  <a:cubicBezTo>
                    <a:pt x="255" y="0"/>
                    <a:pt x="1" y="254"/>
                    <a:pt x="1" y="568"/>
                  </a:cubicBezTo>
                  <a:cubicBezTo>
                    <a:pt x="1" y="879"/>
                    <a:pt x="255" y="1133"/>
                    <a:pt x="569" y="1133"/>
                  </a:cubicBezTo>
                  <a:lnTo>
                    <a:pt x="1701" y="1133"/>
                  </a:lnTo>
                  <a:cubicBezTo>
                    <a:pt x="2012" y="1133"/>
                    <a:pt x="2266" y="879"/>
                    <a:pt x="2266" y="568"/>
                  </a:cubicBezTo>
                  <a:cubicBezTo>
                    <a:pt x="2266" y="254"/>
                    <a:pt x="2012" y="0"/>
                    <a:pt x="170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856" name="Google Shape;1856;p43"/>
            <p:cNvSpPr/>
            <p:nvPr/>
          </p:nvSpPr>
          <p:spPr>
            <a:xfrm>
              <a:off x="5056850" y="2096550"/>
              <a:ext cx="50750" cy="48025"/>
            </a:xfrm>
            <a:custGeom>
              <a:rect b="b" l="l" r="r" t="t"/>
              <a:pathLst>
                <a:path extrusionOk="0" h="1921" w="2030">
                  <a:moveTo>
                    <a:pt x="622" y="0"/>
                  </a:moveTo>
                  <a:cubicBezTo>
                    <a:pt x="476" y="0"/>
                    <a:pt x="331" y="56"/>
                    <a:pt x="221" y="168"/>
                  </a:cubicBezTo>
                  <a:cubicBezTo>
                    <a:pt x="4" y="385"/>
                    <a:pt x="1" y="739"/>
                    <a:pt x="215" y="962"/>
                  </a:cubicBezTo>
                  <a:lnTo>
                    <a:pt x="1015" y="1762"/>
                  </a:lnTo>
                  <a:cubicBezTo>
                    <a:pt x="1125" y="1868"/>
                    <a:pt x="1267" y="1921"/>
                    <a:pt x="1409" y="1921"/>
                  </a:cubicBezTo>
                  <a:cubicBezTo>
                    <a:pt x="1554" y="1921"/>
                    <a:pt x="1699" y="1865"/>
                    <a:pt x="1809" y="1753"/>
                  </a:cubicBezTo>
                  <a:cubicBezTo>
                    <a:pt x="2027" y="1536"/>
                    <a:pt x="2030" y="1183"/>
                    <a:pt x="1815" y="962"/>
                  </a:cubicBezTo>
                  <a:lnTo>
                    <a:pt x="1015" y="159"/>
                  </a:lnTo>
                  <a:cubicBezTo>
                    <a:pt x="905" y="53"/>
                    <a:pt x="763" y="0"/>
                    <a:pt x="62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857" name="Google Shape;1857;p43"/>
            <p:cNvSpPr/>
            <p:nvPr/>
          </p:nvSpPr>
          <p:spPr>
            <a:xfrm>
              <a:off x="5056400" y="2266400"/>
              <a:ext cx="51200" cy="48350"/>
            </a:xfrm>
            <a:custGeom>
              <a:rect b="b" l="l" r="r" t="t"/>
              <a:pathLst>
                <a:path extrusionOk="0" h="1934" w="2048">
                  <a:moveTo>
                    <a:pt x="1427" y="0"/>
                  </a:moveTo>
                  <a:cubicBezTo>
                    <a:pt x="1285" y="0"/>
                    <a:pt x="1143" y="53"/>
                    <a:pt x="1033" y="159"/>
                  </a:cubicBezTo>
                  <a:lnTo>
                    <a:pt x="233" y="962"/>
                  </a:lnTo>
                  <a:cubicBezTo>
                    <a:pt x="4" y="1179"/>
                    <a:pt x="1" y="1545"/>
                    <a:pt x="227" y="1768"/>
                  </a:cubicBezTo>
                  <a:cubicBezTo>
                    <a:pt x="338" y="1879"/>
                    <a:pt x="482" y="1934"/>
                    <a:pt x="627" y="1934"/>
                  </a:cubicBezTo>
                  <a:cubicBezTo>
                    <a:pt x="774" y="1934"/>
                    <a:pt x="922" y="1876"/>
                    <a:pt x="1033" y="1762"/>
                  </a:cubicBezTo>
                  <a:lnTo>
                    <a:pt x="1833" y="962"/>
                  </a:lnTo>
                  <a:cubicBezTo>
                    <a:pt x="2048" y="738"/>
                    <a:pt x="2045" y="385"/>
                    <a:pt x="1827" y="168"/>
                  </a:cubicBezTo>
                  <a:cubicBezTo>
                    <a:pt x="1717" y="56"/>
                    <a:pt x="1572" y="0"/>
                    <a:pt x="142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858" name="Google Shape;1858;p43"/>
            <p:cNvSpPr/>
            <p:nvPr/>
          </p:nvSpPr>
          <p:spPr>
            <a:xfrm>
              <a:off x="5480400" y="2191325"/>
              <a:ext cx="56650" cy="28325"/>
            </a:xfrm>
            <a:custGeom>
              <a:rect b="b" l="l" r="r" t="t"/>
              <a:pathLst>
                <a:path extrusionOk="0" h="1133" w="2266">
                  <a:moveTo>
                    <a:pt x="568" y="0"/>
                  </a:moveTo>
                  <a:cubicBezTo>
                    <a:pt x="254" y="0"/>
                    <a:pt x="1" y="254"/>
                    <a:pt x="1" y="568"/>
                  </a:cubicBezTo>
                  <a:cubicBezTo>
                    <a:pt x="1" y="879"/>
                    <a:pt x="254" y="1133"/>
                    <a:pt x="568" y="1133"/>
                  </a:cubicBezTo>
                  <a:lnTo>
                    <a:pt x="1701" y="1133"/>
                  </a:lnTo>
                  <a:cubicBezTo>
                    <a:pt x="2012" y="1133"/>
                    <a:pt x="2265" y="879"/>
                    <a:pt x="2265" y="568"/>
                  </a:cubicBezTo>
                  <a:cubicBezTo>
                    <a:pt x="2265" y="254"/>
                    <a:pt x="2012" y="0"/>
                    <a:pt x="170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859" name="Google Shape;1859;p43"/>
            <p:cNvSpPr/>
            <p:nvPr/>
          </p:nvSpPr>
          <p:spPr>
            <a:xfrm>
              <a:off x="5479800" y="2096550"/>
              <a:ext cx="54300" cy="48225"/>
            </a:xfrm>
            <a:custGeom>
              <a:rect b="b" l="l" r="r" t="t"/>
              <a:pathLst>
                <a:path extrusionOk="0" h="1929" w="2172">
                  <a:moveTo>
                    <a:pt x="1550" y="0"/>
                  </a:moveTo>
                  <a:cubicBezTo>
                    <a:pt x="1409" y="0"/>
                    <a:pt x="1267" y="53"/>
                    <a:pt x="1157" y="159"/>
                  </a:cubicBezTo>
                  <a:lnTo>
                    <a:pt x="357" y="962"/>
                  </a:lnTo>
                  <a:cubicBezTo>
                    <a:pt x="1" y="1318"/>
                    <a:pt x="251" y="1928"/>
                    <a:pt x="756" y="1928"/>
                  </a:cubicBezTo>
                  <a:cubicBezTo>
                    <a:pt x="907" y="1928"/>
                    <a:pt x="1051" y="1868"/>
                    <a:pt x="1157" y="1762"/>
                  </a:cubicBezTo>
                  <a:lnTo>
                    <a:pt x="1957" y="959"/>
                  </a:lnTo>
                  <a:cubicBezTo>
                    <a:pt x="2172" y="739"/>
                    <a:pt x="2169" y="385"/>
                    <a:pt x="1951" y="168"/>
                  </a:cubicBezTo>
                  <a:cubicBezTo>
                    <a:pt x="1841" y="56"/>
                    <a:pt x="1696" y="0"/>
                    <a:pt x="155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860" name="Google Shape;1860;p43"/>
            <p:cNvSpPr/>
            <p:nvPr/>
          </p:nvSpPr>
          <p:spPr>
            <a:xfrm>
              <a:off x="5483350" y="2266400"/>
              <a:ext cx="54300" cy="48225"/>
            </a:xfrm>
            <a:custGeom>
              <a:rect b="b" l="l" r="r" t="t"/>
              <a:pathLst>
                <a:path extrusionOk="0" h="1929" w="2172">
                  <a:moveTo>
                    <a:pt x="622" y="0"/>
                  </a:moveTo>
                  <a:cubicBezTo>
                    <a:pt x="476" y="0"/>
                    <a:pt x="331" y="56"/>
                    <a:pt x="221" y="168"/>
                  </a:cubicBezTo>
                  <a:cubicBezTo>
                    <a:pt x="4" y="385"/>
                    <a:pt x="1" y="738"/>
                    <a:pt x="215" y="962"/>
                  </a:cubicBezTo>
                  <a:lnTo>
                    <a:pt x="1015" y="1762"/>
                  </a:lnTo>
                  <a:cubicBezTo>
                    <a:pt x="1121" y="1868"/>
                    <a:pt x="1266" y="1928"/>
                    <a:pt x="1417" y="1928"/>
                  </a:cubicBezTo>
                  <a:cubicBezTo>
                    <a:pt x="1921" y="1928"/>
                    <a:pt x="2172" y="1318"/>
                    <a:pt x="1815" y="962"/>
                  </a:cubicBezTo>
                  <a:lnTo>
                    <a:pt x="1015" y="159"/>
                  </a:lnTo>
                  <a:cubicBezTo>
                    <a:pt x="905" y="53"/>
                    <a:pt x="763" y="0"/>
                    <a:pt x="62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1861" name="Google Shape;1861;p43"/>
          <p:cNvSpPr/>
          <p:nvPr/>
        </p:nvSpPr>
        <p:spPr>
          <a:xfrm>
            <a:off x="4261845" y="3739628"/>
            <a:ext cx="184445" cy="284413"/>
          </a:xfrm>
          <a:custGeom>
            <a:rect b="b" l="l" r="r" t="t"/>
            <a:pathLst>
              <a:path extrusionOk="0" h="19315" w="12526">
                <a:moveTo>
                  <a:pt x="9690" y="1133"/>
                </a:moveTo>
                <a:cubicBezTo>
                  <a:pt x="9980" y="1139"/>
                  <a:pt x="10213" y="1377"/>
                  <a:pt x="10213" y="1670"/>
                </a:cubicBezTo>
                <a:cubicBezTo>
                  <a:pt x="10213" y="1960"/>
                  <a:pt x="9980" y="2199"/>
                  <a:pt x="9690" y="2208"/>
                </a:cubicBezTo>
                <a:lnTo>
                  <a:pt x="2836" y="2208"/>
                </a:lnTo>
                <a:cubicBezTo>
                  <a:pt x="2540" y="2208"/>
                  <a:pt x="2302" y="1966"/>
                  <a:pt x="2302" y="1670"/>
                </a:cubicBezTo>
                <a:cubicBezTo>
                  <a:pt x="2302" y="1371"/>
                  <a:pt x="2540" y="1133"/>
                  <a:pt x="2839" y="1133"/>
                </a:cubicBezTo>
                <a:close/>
                <a:moveTo>
                  <a:pt x="8564" y="3340"/>
                </a:moveTo>
                <a:lnTo>
                  <a:pt x="8564" y="9554"/>
                </a:lnTo>
                <a:cubicBezTo>
                  <a:pt x="8543" y="9781"/>
                  <a:pt x="8658" y="10001"/>
                  <a:pt x="8860" y="10110"/>
                </a:cubicBezTo>
                <a:cubicBezTo>
                  <a:pt x="9805" y="10620"/>
                  <a:pt x="10581" y="11396"/>
                  <a:pt x="11088" y="12341"/>
                </a:cubicBezTo>
                <a:lnTo>
                  <a:pt x="1435" y="12341"/>
                </a:lnTo>
                <a:cubicBezTo>
                  <a:pt x="1946" y="11396"/>
                  <a:pt x="2718" y="10620"/>
                  <a:pt x="3667" y="10110"/>
                </a:cubicBezTo>
                <a:cubicBezTo>
                  <a:pt x="3869" y="10001"/>
                  <a:pt x="3984" y="9784"/>
                  <a:pt x="3959" y="9554"/>
                </a:cubicBezTo>
                <a:lnTo>
                  <a:pt x="3959" y="3340"/>
                </a:lnTo>
                <a:close/>
                <a:moveTo>
                  <a:pt x="6731" y="13476"/>
                </a:moveTo>
                <a:lnTo>
                  <a:pt x="6731" y="16263"/>
                </a:lnTo>
                <a:cubicBezTo>
                  <a:pt x="6734" y="16879"/>
                  <a:pt x="6571" y="17486"/>
                  <a:pt x="6263" y="18024"/>
                </a:cubicBezTo>
                <a:cubicBezTo>
                  <a:pt x="5955" y="17486"/>
                  <a:pt x="5792" y="16879"/>
                  <a:pt x="5795" y="16263"/>
                </a:cubicBezTo>
                <a:lnTo>
                  <a:pt x="5795" y="13476"/>
                </a:lnTo>
                <a:close/>
                <a:moveTo>
                  <a:pt x="2831" y="1"/>
                </a:moveTo>
                <a:cubicBezTo>
                  <a:pt x="1912" y="1"/>
                  <a:pt x="1166" y="745"/>
                  <a:pt x="1163" y="1664"/>
                </a:cubicBezTo>
                <a:cubicBezTo>
                  <a:pt x="1160" y="2585"/>
                  <a:pt x="1906" y="3337"/>
                  <a:pt x="2827" y="3340"/>
                </a:cubicBezTo>
                <a:lnTo>
                  <a:pt x="2827" y="9285"/>
                </a:lnTo>
                <a:cubicBezTo>
                  <a:pt x="1529" y="10077"/>
                  <a:pt x="544" y="11287"/>
                  <a:pt x="34" y="12719"/>
                </a:cubicBezTo>
                <a:lnTo>
                  <a:pt x="31" y="12728"/>
                </a:lnTo>
                <a:cubicBezTo>
                  <a:pt x="28" y="12740"/>
                  <a:pt x="25" y="12749"/>
                  <a:pt x="22" y="12761"/>
                </a:cubicBezTo>
                <a:cubicBezTo>
                  <a:pt x="19" y="12773"/>
                  <a:pt x="19" y="12776"/>
                  <a:pt x="16" y="12785"/>
                </a:cubicBezTo>
                <a:cubicBezTo>
                  <a:pt x="13" y="12791"/>
                  <a:pt x="13" y="12803"/>
                  <a:pt x="10" y="12812"/>
                </a:cubicBezTo>
                <a:cubicBezTo>
                  <a:pt x="10" y="12821"/>
                  <a:pt x="7" y="12833"/>
                  <a:pt x="7" y="12842"/>
                </a:cubicBezTo>
                <a:lnTo>
                  <a:pt x="4" y="12866"/>
                </a:lnTo>
                <a:lnTo>
                  <a:pt x="4" y="12900"/>
                </a:lnTo>
                <a:cubicBezTo>
                  <a:pt x="4" y="12903"/>
                  <a:pt x="4" y="12906"/>
                  <a:pt x="4" y="12909"/>
                </a:cubicBezTo>
                <a:cubicBezTo>
                  <a:pt x="1" y="12912"/>
                  <a:pt x="1" y="12918"/>
                  <a:pt x="1" y="12921"/>
                </a:cubicBezTo>
                <a:cubicBezTo>
                  <a:pt x="1" y="12933"/>
                  <a:pt x="1" y="12945"/>
                  <a:pt x="4" y="12957"/>
                </a:cubicBezTo>
                <a:lnTo>
                  <a:pt x="7" y="12978"/>
                </a:lnTo>
                <a:cubicBezTo>
                  <a:pt x="7" y="12990"/>
                  <a:pt x="10" y="12999"/>
                  <a:pt x="10" y="13008"/>
                </a:cubicBezTo>
                <a:cubicBezTo>
                  <a:pt x="13" y="13020"/>
                  <a:pt x="13" y="13030"/>
                  <a:pt x="16" y="13039"/>
                </a:cubicBezTo>
                <a:cubicBezTo>
                  <a:pt x="19" y="13048"/>
                  <a:pt x="19" y="13054"/>
                  <a:pt x="22" y="13063"/>
                </a:cubicBezTo>
                <a:cubicBezTo>
                  <a:pt x="25" y="13069"/>
                  <a:pt x="28" y="13081"/>
                  <a:pt x="31" y="13093"/>
                </a:cubicBezTo>
                <a:cubicBezTo>
                  <a:pt x="34" y="13102"/>
                  <a:pt x="37" y="13105"/>
                  <a:pt x="40" y="13111"/>
                </a:cubicBezTo>
                <a:cubicBezTo>
                  <a:pt x="43" y="13120"/>
                  <a:pt x="46" y="13132"/>
                  <a:pt x="52" y="13144"/>
                </a:cubicBezTo>
                <a:lnTo>
                  <a:pt x="61" y="13162"/>
                </a:lnTo>
                <a:cubicBezTo>
                  <a:pt x="67" y="13171"/>
                  <a:pt x="70" y="13181"/>
                  <a:pt x="76" y="13190"/>
                </a:cubicBezTo>
                <a:cubicBezTo>
                  <a:pt x="83" y="13199"/>
                  <a:pt x="86" y="13205"/>
                  <a:pt x="89" y="13211"/>
                </a:cubicBezTo>
                <a:cubicBezTo>
                  <a:pt x="92" y="13217"/>
                  <a:pt x="98" y="13229"/>
                  <a:pt x="104" y="13235"/>
                </a:cubicBezTo>
                <a:lnTo>
                  <a:pt x="122" y="13256"/>
                </a:lnTo>
                <a:lnTo>
                  <a:pt x="137" y="13277"/>
                </a:lnTo>
                <a:cubicBezTo>
                  <a:pt x="143" y="13286"/>
                  <a:pt x="152" y="13292"/>
                  <a:pt x="158" y="13298"/>
                </a:cubicBezTo>
                <a:cubicBezTo>
                  <a:pt x="164" y="13307"/>
                  <a:pt x="167" y="13310"/>
                  <a:pt x="173" y="13316"/>
                </a:cubicBezTo>
                <a:cubicBezTo>
                  <a:pt x="179" y="13322"/>
                  <a:pt x="188" y="13331"/>
                  <a:pt x="197" y="13338"/>
                </a:cubicBezTo>
                <a:lnTo>
                  <a:pt x="215" y="13353"/>
                </a:lnTo>
                <a:lnTo>
                  <a:pt x="240" y="13371"/>
                </a:lnTo>
                <a:lnTo>
                  <a:pt x="264" y="13386"/>
                </a:lnTo>
                <a:lnTo>
                  <a:pt x="285" y="13398"/>
                </a:lnTo>
                <a:cubicBezTo>
                  <a:pt x="294" y="13404"/>
                  <a:pt x="303" y="13410"/>
                  <a:pt x="312" y="13413"/>
                </a:cubicBezTo>
                <a:lnTo>
                  <a:pt x="333" y="13422"/>
                </a:lnTo>
                <a:lnTo>
                  <a:pt x="366" y="13437"/>
                </a:lnTo>
                <a:lnTo>
                  <a:pt x="378" y="13443"/>
                </a:lnTo>
                <a:lnTo>
                  <a:pt x="384" y="13446"/>
                </a:lnTo>
                <a:lnTo>
                  <a:pt x="415" y="13452"/>
                </a:lnTo>
                <a:cubicBezTo>
                  <a:pt x="421" y="13455"/>
                  <a:pt x="430" y="13458"/>
                  <a:pt x="439" y="13458"/>
                </a:cubicBezTo>
                <a:lnTo>
                  <a:pt x="463" y="13464"/>
                </a:lnTo>
                <a:cubicBezTo>
                  <a:pt x="475" y="13467"/>
                  <a:pt x="484" y="13467"/>
                  <a:pt x="496" y="13470"/>
                </a:cubicBezTo>
                <a:lnTo>
                  <a:pt x="514" y="13470"/>
                </a:lnTo>
                <a:cubicBezTo>
                  <a:pt x="532" y="13473"/>
                  <a:pt x="548" y="13473"/>
                  <a:pt x="566" y="13473"/>
                </a:cubicBezTo>
                <a:lnTo>
                  <a:pt x="4663" y="13473"/>
                </a:lnTo>
                <a:lnTo>
                  <a:pt x="4663" y="16263"/>
                </a:lnTo>
                <a:cubicBezTo>
                  <a:pt x="4660" y="17205"/>
                  <a:pt x="4947" y="18126"/>
                  <a:pt x="5481" y="18902"/>
                </a:cubicBezTo>
                <a:cubicBezTo>
                  <a:pt x="5670" y="19177"/>
                  <a:pt x="5967" y="19315"/>
                  <a:pt x="6263" y="19315"/>
                </a:cubicBezTo>
                <a:cubicBezTo>
                  <a:pt x="6560" y="19315"/>
                  <a:pt x="6857" y="19177"/>
                  <a:pt x="7045" y="18902"/>
                </a:cubicBezTo>
                <a:cubicBezTo>
                  <a:pt x="7580" y="18126"/>
                  <a:pt x="7867" y="17205"/>
                  <a:pt x="7864" y="16263"/>
                </a:cubicBezTo>
                <a:lnTo>
                  <a:pt x="7864" y="13476"/>
                </a:lnTo>
                <a:lnTo>
                  <a:pt x="11961" y="13476"/>
                </a:lnTo>
                <a:cubicBezTo>
                  <a:pt x="11979" y="13473"/>
                  <a:pt x="11997" y="13473"/>
                  <a:pt x="12015" y="13473"/>
                </a:cubicBezTo>
                <a:lnTo>
                  <a:pt x="12024" y="13473"/>
                </a:lnTo>
                <a:cubicBezTo>
                  <a:pt x="12040" y="13473"/>
                  <a:pt x="12052" y="13467"/>
                  <a:pt x="12067" y="13464"/>
                </a:cubicBezTo>
                <a:lnTo>
                  <a:pt x="12085" y="13461"/>
                </a:lnTo>
                <a:lnTo>
                  <a:pt x="12115" y="13455"/>
                </a:lnTo>
                <a:lnTo>
                  <a:pt x="12139" y="13446"/>
                </a:lnTo>
                <a:cubicBezTo>
                  <a:pt x="12142" y="13446"/>
                  <a:pt x="12145" y="13443"/>
                  <a:pt x="12148" y="13443"/>
                </a:cubicBezTo>
                <a:lnTo>
                  <a:pt x="12163" y="13437"/>
                </a:lnTo>
                <a:cubicBezTo>
                  <a:pt x="12172" y="13434"/>
                  <a:pt x="12181" y="13431"/>
                  <a:pt x="12194" y="13425"/>
                </a:cubicBezTo>
                <a:lnTo>
                  <a:pt x="12218" y="13413"/>
                </a:lnTo>
                <a:cubicBezTo>
                  <a:pt x="12224" y="13410"/>
                  <a:pt x="12233" y="13404"/>
                  <a:pt x="12242" y="13401"/>
                </a:cubicBezTo>
                <a:cubicBezTo>
                  <a:pt x="12248" y="13395"/>
                  <a:pt x="12257" y="13392"/>
                  <a:pt x="12266" y="13386"/>
                </a:cubicBezTo>
                <a:lnTo>
                  <a:pt x="12284" y="13374"/>
                </a:lnTo>
                <a:cubicBezTo>
                  <a:pt x="12296" y="13365"/>
                  <a:pt x="12305" y="13359"/>
                  <a:pt x="12311" y="13353"/>
                </a:cubicBezTo>
                <a:lnTo>
                  <a:pt x="12329" y="13341"/>
                </a:lnTo>
                <a:cubicBezTo>
                  <a:pt x="12335" y="13331"/>
                  <a:pt x="12344" y="13325"/>
                  <a:pt x="12354" y="13316"/>
                </a:cubicBezTo>
                <a:cubicBezTo>
                  <a:pt x="12363" y="13307"/>
                  <a:pt x="12363" y="13307"/>
                  <a:pt x="12369" y="13301"/>
                </a:cubicBezTo>
                <a:cubicBezTo>
                  <a:pt x="12372" y="13295"/>
                  <a:pt x="12384" y="13286"/>
                  <a:pt x="12390" y="13277"/>
                </a:cubicBezTo>
                <a:cubicBezTo>
                  <a:pt x="12399" y="13268"/>
                  <a:pt x="12399" y="13265"/>
                  <a:pt x="12405" y="13259"/>
                </a:cubicBezTo>
                <a:lnTo>
                  <a:pt x="12423" y="13235"/>
                </a:lnTo>
                <a:cubicBezTo>
                  <a:pt x="12429" y="13229"/>
                  <a:pt x="12432" y="13220"/>
                  <a:pt x="12438" y="13214"/>
                </a:cubicBezTo>
                <a:cubicBezTo>
                  <a:pt x="12441" y="13205"/>
                  <a:pt x="12447" y="13199"/>
                  <a:pt x="12450" y="13190"/>
                </a:cubicBezTo>
                <a:cubicBezTo>
                  <a:pt x="12456" y="13184"/>
                  <a:pt x="12459" y="13174"/>
                  <a:pt x="12465" y="13165"/>
                </a:cubicBezTo>
                <a:cubicBezTo>
                  <a:pt x="12468" y="13156"/>
                  <a:pt x="12471" y="13150"/>
                  <a:pt x="12474" y="13144"/>
                </a:cubicBezTo>
                <a:cubicBezTo>
                  <a:pt x="12477" y="13135"/>
                  <a:pt x="12483" y="13123"/>
                  <a:pt x="12486" y="13114"/>
                </a:cubicBezTo>
                <a:cubicBezTo>
                  <a:pt x="12492" y="13105"/>
                  <a:pt x="12492" y="13099"/>
                  <a:pt x="12495" y="13093"/>
                </a:cubicBezTo>
                <a:cubicBezTo>
                  <a:pt x="12498" y="13084"/>
                  <a:pt x="12501" y="13072"/>
                  <a:pt x="12505" y="13063"/>
                </a:cubicBezTo>
                <a:cubicBezTo>
                  <a:pt x="12508" y="13054"/>
                  <a:pt x="12511" y="13045"/>
                  <a:pt x="12511" y="13039"/>
                </a:cubicBezTo>
                <a:cubicBezTo>
                  <a:pt x="12514" y="13030"/>
                  <a:pt x="12514" y="13020"/>
                  <a:pt x="12517" y="13011"/>
                </a:cubicBezTo>
                <a:cubicBezTo>
                  <a:pt x="12517" y="13002"/>
                  <a:pt x="12520" y="12990"/>
                  <a:pt x="12523" y="12981"/>
                </a:cubicBezTo>
                <a:cubicBezTo>
                  <a:pt x="12523" y="12969"/>
                  <a:pt x="12523" y="12966"/>
                  <a:pt x="12523" y="12957"/>
                </a:cubicBezTo>
                <a:cubicBezTo>
                  <a:pt x="12523" y="12948"/>
                  <a:pt x="12523" y="12933"/>
                  <a:pt x="12526" y="12921"/>
                </a:cubicBezTo>
                <a:lnTo>
                  <a:pt x="12526" y="12909"/>
                </a:lnTo>
                <a:cubicBezTo>
                  <a:pt x="12526" y="12906"/>
                  <a:pt x="12526" y="12903"/>
                  <a:pt x="12526" y="12900"/>
                </a:cubicBezTo>
                <a:lnTo>
                  <a:pt x="12526" y="12866"/>
                </a:lnTo>
                <a:cubicBezTo>
                  <a:pt x="12526" y="12854"/>
                  <a:pt x="12526" y="12851"/>
                  <a:pt x="12523" y="12842"/>
                </a:cubicBezTo>
                <a:cubicBezTo>
                  <a:pt x="12520" y="12833"/>
                  <a:pt x="12520" y="12824"/>
                  <a:pt x="12520" y="12815"/>
                </a:cubicBezTo>
                <a:cubicBezTo>
                  <a:pt x="12517" y="12803"/>
                  <a:pt x="12517" y="12794"/>
                  <a:pt x="12514" y="12785"/>
                </a:cubicBezTo>
                <a:cubicBezTo>
                  <a:pt x="12511" y="12773"/>
                  <a:pt x="12511" y="12770"/>
                  <a:pt x="12508" y="12764"/>
                </a:cubicBezTo>
                <a:cubicBezTo>
                  <a:pt x="12505" y="12755"/>
                  <a:pt x="12501" y="12740"/>
                  <a:pt x="12498" y="12728"/>
                </a:cubicBezTo>
                <a:lnTo>
                  <a:pt x="12495" y="12719"/>
                </a:lnTo>
                <a:cubicBezTo>
                  <a:pt x="11985" y="11290"/>
                  <a:pt x="11001" y="10077"/>
                  <a:pt x="9702" y="9288"/>
                </a:cubicBezTo>
                <a:lnTo>
                  <a:pt x="9702" y="3340"/>
                </a:lnTo>
                <a:cubicBezTo>
                  <a:pt x="10623" y="3337"/>
                  <a:pt x="11369" y="2585"/>
                  <a:pt x="11366" y="1664"/>
                </a:cubicBezTo>
                <a:cubicBezTo>
                  <a:pt x="11363" y="745"/>
                  <a:pt x="10617" y="1"/>
                  <a:pt x="9699" y="1"/>
                </a:cubicBezTo>
                <a:cubicBezTo>
                  <a:pt x="9697" y="1"/>
                  <a:pt x="9695" y="1"/>
                  <a:pt x="9693" y="1"/>
                </a:cubicBezTo>
                <a:lnTo>
                  <a:pt x="2836" y="1"/>
                </a:lnTo>
                <a:cubicBezTo>
                  <a:pt x="2834" y="1"/>
                  <a:pt x="2833" y="1"/>
                  <a:pt x="283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1862" name="Google Shape;1862;p43"/>
          <p:cNvGrpSpPr/>
          <p:nvPr/>
        </p:nvGrpSpPr>
        <p:grpSpPr>
          <a:xfrm>
            <a:off x="4642641" y="3742205"/>
            <a:ext cx="294176" cy="279260"/>
            <a:chOff x="6222125" y="2025975"/>
            <a:chExt cx="499450" cy="474125"/>
          </a:xfrm>
        </p:grpSpPr>
        <p:sp>
          <p:nvSpPr>
            <p:cNvPr id="1863" name="Google Shape;1863;p43"/>
            <p:cNvSpPr/>
            <p:nvPr/>
          </p:nvSpPr>
          <p:spPr>
            <a:xfrm>
              <a:off x="6222125" y="2025975"/>
              <a:ext cx="499450" cy="474125"/>
            </a:xfrm>
            <a:custGeom>
              <a:rect b="b" l="l" r="r" t="t"/>
              <a:pathLst>
                <a:path extrusionOk="0" h="18965" w="19978">
                  <a:moveTo>
                    <a:pt x="10490" y="1134"/>
                  </a:moveTo>
                  <a:cubicBezTo>
                    <a:pt x="15095" y="1134"/>
                    <a:pt x="18839" y="4878"/>
                    <a:pt x="18839" y="9483"/>
                  </a:cubicBezTo>
                  <a:cubicBezTo>
                    <a:pt x="18839" y="14087"/>
                    <a:pt x="15095" y="17832"/>
                    <a:pt x="10490" y="17832"/>
                  </a:cubicBezTo>
                  <a:cubicBezTo>
                    <a:pt x="5886" y="17832"/>
                    <a:pt x="2142" y="14087"/>
                    <a:pt x="2142" y="9483"/>
                  </a:cubicBezTo>
                  <a:cubicBezTo>
                    <a:pt x="2142" y="4878"/>
                    <a:pt x="5886" y="1134"/>
                    <a:pt x="10490" y="1134"/>
                  </a:cubicBezTo>
                  <a:close/>
                  <a:moveTo>
                    <a:pt x="10488" y="0"/>
                  </a:moveTo>
                  <a:cubicBezTo>
                    <a:pt x="6717" y="0"/>
                    <a:pt x="3222" y="2259"/>
                    <a:pt x="1731" y="5853"/>
                  </a:cubicBezTo>
                  <a:cubicBezTo>
                    <a:pt x="1" y="10032"/>
                    <a:pt x="1462" y="14854"/>
                    <a:pt x="5222" y="17367"/>
                  </a:cubicBezTo>
                  <a:cubicBezTo>
                    <a:pt x="6828" y="18439"/>
                    <a:pt x="8663" y="18964"/>
                    <a:pt x="10487" y="18964"/>
                  </a:cubicBezTo>
                  <a:cubicBezTo>
                    <a:pt x="12934" y="18964"/>
                    <a:pt x="15362" y="18020"/>
                    <a:pt x="17194" y="16186"/>
                  </a:cubicBezTo>
                  <a:cubicBezTo>
                    <a:pt x="18978" y="14414"/>
                    <a:pt x="19978" y="11998"/>
                    <a:pt x="19972" y="9483"/>
                  </a:cubicBezTo>
                  <a:cubicBezTo>
                    <a:pt x="19972" y="4960"/>
                    <a:pt x="16777" y="1065"/>
                    <a:pt x="12341" y="183"/>
                  </a:cubicBezTo>
                  <a:cubicBezTo>
                    <a:pt x="11721" y="60"/>
                    <a:pt x="11101" y="0"/>
                    <a:pt x="1048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864" name="Google Shape;1864;p43"/>
            <p:cNvSpPr/>
            <p:nvPr/>
          </p:nvSpPr>
          <p:spPr>
            <a:xfrm>
              <a:off x="6309175" y="2087825"/>
              <a:ext cx="350425" cy="350425"/>
            </a:xfrm>
            <a:custGeom>
              <a:rect b="b" l="l" r="r" t="t"/>
              <a:pathLst>
                <a:path extrusionOk="0" h="14017" w="14017">
                  <a:moveTo>
                    <a:pt x="7008" y="1133"/>
                  </a:moveTo>
                  <a:cubicBezTo>
                    <a:pt x="10248" y="1133"/>
                    <a:pt x="12884" y="3769"/>
                    <a:pt x="12884" y="7009"/>
                  </a:cubicBezTo>
                  <a:cubicBezTo>
                    <a:pt x="12884" y="10249"/>
                    <a:pt x="10248" y="12885"/>
                    <a:pt x="7008" y="12885"/>
                  </a:cubicBezTo>
                  <a:cubicBezTo>
                    <a:pt x="3769" y="12885"/>
                    <a:pt x="1133" y="10249"/>
                    <a:pt x="1133" y="7009"/>
                  </a:cubicBezTo>
                  <a:cubicBezTo>
                    <a:pt x="1133" y="3769"/>
                    <a:pt x="3769" y="1133"/>
                    <a:pt x="7008" y="1133"/>
                  </a:cubicBezTo>
                  <a:close/>
                  <a:moveTo>
                    <a:pt x="7008" y="1"/>
                  </a:moveTo>
                  <a:cubicBezTo>
                    <a:pt x="3144" y="1"/>
                    <a:pt x="0" y="3144"/>
                    <a:pt x="0" y="7009"/>
                  </a:cubicBezTo>
                  <a:cubicBezTo>
                    <a:pt x="0" y="10874"/>
                    <a:pt x="3144" y="14017"/>
                    <a:pt x="7008" y="14017"/>
                  </a:cubicBezTo>
                  <a:cubicBezTo>
                    <a:pt x="10873" y="14017"/>
                    <a:pt x="14017" y="10874"/>
                    <a:pt x="14017" y="7009"/>
                  </a:cubicBezTo>
                  <a:cubicBezTo>
                    <a:pt x="14017" y="3144"/>
                    <a:pt x="10873" y="1"/>
                    <a:pt x="700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865" name="Google Shape;1865;p43"/>
            <p:cNvSpPr/>
            <p:nvPr/>
          </p:nvSpPr>
          <p:spPr>
            <a:xfrm>
              <a:off x="6431600" y="2142250"/>
              <a:ext cx="105575" cy="241575"/>
            </a:xfrm>
            <a:custGeom>
              <a:rect b="b" l="l" r="r" t="t"/>
              <a:pathLst>
                <a:path extrusionOk="0" h="9663" w="4223">
                  <a:moveTo>
                    <a:pt x="2111" y="1"/>
                  </a:moveTo>
                  <a:cubicBezTo>
                    <a:pt x="1797" y="1"/>
                    <a:pt x="1547" y="254"/>
                    <a:pt x="1547" y="568"/>
                  </a:cubicBezTo>
                  <a:lnTo>
                    <a:pt x="1547" y="1504"/>
                  </a:lnTo>
                  <a:cubicBezTo>
                    <a:pt x="599" y="1785"/>
                    <a:pt x="1" y="2718"/>
                    <a:pt x="143" y="3697"/>
                  </a:cubicBezTo>
                  <a:cubicBezTo>
                    <a:pt x="285" y="4675"/>
                    <a:pt x="1124" y="5399"/>
                    <a:pt x="2111" y="5399"/>
                  </a:cubicBezTo>
                  <a:cubicBezTo>
                    <a:pt x="2872" y="5399"/>
                    <a:pt x="3256" y="6320"/>
                    <a:pt x="2715" y="6858"/>
                  </a:cubicBezTo>
                  <a:cubicBezTo>
                    <a:pt x="2542" y="7033"/>
                    <a:pt x="2328" y="7111"/>
                    <a:pt x="2118" y="7111"/>
                  </a:cubicBezTo>
                  <a:cubicBezTo>
                    <a:pt x="1679" y="7111"/>
                    <a:pt x="1257" y="6769"/>
                    <a:pt x="1257" y="6254"/>
                  </a:cubicBezTo>
                  <a:cubicBezTo>
                    <a:pt x="1257" y="5940"/>
                    <a:pt x="1003" y="5686"/>
                    <a:pt x="689" y="5686"/>
                  </a:cubicBezTo>
                  <a:cubicBezTo>
                    <a:pt x="378" y="5686"/>
                    <a:pt x="125" y="5940"/>
                    <a:pt x="125" y="6254"/>
                  </a:cubicBezTo>
                  <a:cubicBezTo>
                    <a:pt x="125" y="7133"/>
                    <a:pt x="701" y="7909"/>
                    <a:pt x="1547" y="8159"/>
                  </a:cubicBezTo>
                  <a:lnTo>
                    <a:pt x="1547" y="9098"/>
                  </a:lnTo>
                  <a:cubicBezTo>
                    <a:pt x="1547" y="9409"/>
                    <a:pt x="1797" y="9663"/>
                    <a:pt x="2111" y="9663"/>
                  </a:cubicBezTo>
                  <a:cubicBezTo>
                    <a:pt x="2425" y="9663"/>
                    <a:pt x="2679" y="9409"/>
                    <a:pt x="2679" y="9098"/>
                  </a:cubicBezTo>
                  <a:lnTo>
                    <a:pt x="2679" y="8159"/>
                  </a:lnTo>
                  <a:cubicBezTo>
                    <a:pt x="3624" y="7878"/>
                    <a:pt x="4222" y="6945"/>
                    <a:pt x="4080" y="5967"/>
                  </a:cubicBezTo>
                  <a:cubicBezTo>
                    <a:pt x="3939" y="4991"/>
                    <a:pt x="3102" y="4267"/>
                    <a:pt x="2118" y="4267"/>
                  </a:cubicBezTo>
                  <a:cubicBezTo>
                    <a:pt x="2116" y="4267"/>
                    <a:pt x="2114" y="4267"/>
                    <a:pt x="2111" y="4267"/>
                  </a:cubicBezTo>
                  <a:cubicBezTo>
                    <a:pt x="2106" y="4267"/>
                    <a:pt x="2100" y="4267"/>
                    <a:pt x="2095" y="4267"/>
                  </a:cubicBezTo>
                  <a:cubicBezTo>
                    <a:pt x="1622" y="4267"/>
                    <a:pt x="1239" y="3884"/>
                    <a:pt x="1239" y="3410"/>
                  </a:cubicBezTo>
                  <a:cubicBezTo>
                    <a:pt x="1239" y="2935"/>
                    <a:pt x="1622" y="2555"/>
                    <a:pt x="2095" y="2555"/>
                  </a:cubicBezTo>
                  <a:cubicBezTo>
                    <a:pt x="2100" y="2555"/>
                    <a:pt x="2106" y="2555"/>
                    <a:pt x="2111" y="2555"/>
                  </a:cubicBezTo>
                  <a:cubicBezTo>
                    <a:pt x="2582" y="2555"/>
                    <a:pt x="2966" y="2939"/>
                    <a:pt x="2966" y="3410"/>
                  </a:cubicBezTo>
                  <a:cubicBezTo>
                    <a:pt x="2966" y="3724"/>
                    <a:pt x="3220" y="3977"/>
                    <a:pt x="3534" y="3977"/>
                  </a:cubicBezTo>
                  <a:cubicBezTo>
                    <a:pt x="3845" y="3977"/>
                    <a:pt x="4098" y="3724"/>
                    <a:pt x="4098" y="3410"/>
                  </a:cubicBezTo>
                  <a:cubicBezTo>
                    <a:pt x="4098" y="2531"/>
                    <a:pt x="3522" y="1755"/>
                    <a:pt x="2679" y="1504"/>
                  </a:cubicBezTo>
                  <a:lnTo>
                    <a:pt x="2679" y="568"/>
                  </a:lnTo>
                  <a:cubicBezTo>
                    <a:pt x="2679" y="254"/>
                    <a:pt x="2425" y="1"/>
                    <a:pt x="211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1866" name="Google Shape;1866;p43"/>
          <p:cNvGrpSpPr/>
          <p:nvPr/>
        </p:nvGrpSpPr>
        <p:grpSpPr>
          <a:xfrm>
            <a:off x="5085315" y="2491346"/>
            <a:ext cx="280658" cy="155555"/>
            <a:chOff x="896050" y="2725450"/>
            <a:chExt cx="476500" cy="264100"/>
          </a:xfrm>
        </p:grpSpPr>
        <p:sp>
          <p:nvSpPr>
            <p:cNvPr id="1867" name="Google Shape;1867;p43"/>
            <p:cNvSpPr/>
            <p:nvPr/>
          </p:nvSpPr>
          <p:spPr>
            <a:xfrm>
              <a:off x="896050" y="2725450"/>
              <a:ext cx="476500" cy="264100"/>
            </a:xfrm>
            <a:custGeom>
              <a:rect b="b" l="l" r="r" t="t"/>
              <a:pathLst>
                <a:path extrusionOk="0" h="10564" w="19060">
                  <a:moveTo>
                    <a:pt x="17927" y="1133"/>
                  </a:moveTo>
                  <a:lnTo>
                    <a:pt x="17927" y="9431"/>
                  </a:lnTo>
                  <a:lnTo>
                    <a:pt x="1133" y="9431"/>
                  </a:lnTo>
                  <a:lnTo>
                    <a:pt x="1133" y="1133"/>
                  </a:lnTo>
                  <a:close/>
                  <a:moveTo>
                    <a:pt x="565" y="1"/>
                  </a:moveTo>
                  <a:cubicBezTo>
                    <a:pt x="254" y="1"/>
                    <a:pt x="1" y="255"/>
                    <a:pt x="1" y="569"/>
                  </a:cubicBezTo>
                  <a:lnTo>
                    <a:pt x="1" y="9995"/>
                  </a:lnTo>
                  <a:cubicBezTo>
                    <a:pt x="1" y="10309"/>
                    <a:pt x="254" y="10563"/>
                    <a:pt x="565" y="10563"/>
                  </a:cubicBezTo>
                  <a:lnTo>
                    <a:pt x="18495" y="10563"/>
                  </a:lnTo>
                  <a:cubicBezTo>
                    <a:pt x="18806" y="10563"/>
                    <a:pt x="19060" y="10309"/>
                    <a:pt x="19060" y="9995"/>
                  </a:cubicBezTo>
                  <a:lnTo>
                    <a:pt x="19060" y="569"/>
                  </a:lnTo>
                  <a:cubicBezTo>
                    <a:pt x="19060" y="255"/>
                    <a:pt x="18806" y="1"/>
                    <a:pt x="1849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868" name="Google Shape;1868;p43"/>
            <p:cNvSpPr/>
            <p:nvPr/>
          </p:nvSpPr>
          <p:spPr>
            <a:xfrm>
              <a:off x="951625" y="2774675"/>
              <a:ext cx="365450" cy="165650"/>
            </a:xfrm>
            <a:custGeom>
              <a:rect b="b" l="l" r="r" t="t"/>
              <a:pathLst>
                <a:path extrusionOk="0" h="6626" w="14618">
                  <a:moveTo>
                    <a:pt x="12063" y="1133"/>
                  </a:moveTo>
                  <a:cubicBezTo>
                    <a:pt x="12259" y="1818"/>
                    <a:pt x="12797" y="2356"/>
                    <a:pt x="13485" y="2552"/>
                  </a:cubicBezTo>
                  <a:lnTo>
                    <a:pt x="13485" y="4074"/>
                  </a:lnTo>
                  <a:cubicBezTo>
                    <a:pt x="12797" y="4273"/>
                    <a:pt x="12259" y="4808"/>
                    <a:pt x="12063" y="5496"/>
                  </a:cubicBezTo>
                  <a:lnTo>
                    <a:pt x="2552" y="5496"/>
                  </a:lnTo>
                  <a:cubicBezTo>
                    <a:pt x="2355" y="4808"/>
                    <a:pt x="1818" y="4270"/>
                    <a:pt x="1129" y="4074"/>
                  </a:cubicBezTo>
                  <a:lnTo>
                    <a:pt x="1129" y="2552"/>
                  </a:lnTo>
                  <a:cubicBezTo>
                    <a:pt x="1818" y="2356"/>
                    <a:pt x="2355" y="1818"/>
                    <a:pt x="2552" y="1133"/>
                  </a:cubicBezTo>
                  <a:close/>
                  <a:moveTo>
                    <a:pt x="2065" y="1"/>
                  </a:moveTo>
                  <a:cubicBezTo>
                    <a:pt x="1751" y="1"/>
                    <a:pt x="1498" y="254"/>
                    <a:pt x="1498" y="568"/>
                  </a:cubicBezTo>
                  <a:cubicBezTo>
                    <a:pt x="1498" y="1082"/>
                    <a:pt x="1081" y="1501"/>
                    <a:pt x="565" y="1501"/>
                  </a:cubicBezTo>
                  <a:cubicBezTo>
                    <a:pt x="251" y="1501"/>
                    <a:pt x="0" y="1755"/>
                    <a:pt x="0" y="2069"/>
                  </a:cubicBezTo>
                  <a:lnTo>
                    <a:pt x="0" y="4560"/>
                  </a:lnTo>
                  <a:cubicBezTo>
                    <a:pt x="0" y="4871"/>
                    <a:pt x="251" y="5125"/>
                    <a:pt x="565" y="5125"/>
                  </a:cubicBezTo>
                  <a:cubicBezTo>
                    <a:pt x="1081" y="5125"/>
                    <a:pt x="1498" y="5544"/>
                    <a:pt x="1498" y="6061"/>
                  </a:cubicBezTo>
                  <a:cubicBezTo>
                    <a:pt x="1498" y="6372"/>
                    <a:pt x="1751" y="6625"/>
                    <a:pt x="2065" y="6625"/>
                  </a:cubicBezTo>
                  <a:lnTo>
                    <a:pt x="12549" y="6625"/>
                  </a:lnTo>
                  <a:cubicBezTo>
                    <a:pt x="12863" y="6625"/>
                    <a:pt x="13117" y="6372"/>
                    <a:pt x="13117" y="6061"/>
                  </a:cubicBezTo>
                  <a:cubicBezTo>
                    <a:pt x="13117" y="5544"/>
                    <a:pt x="13533" y="5125"/>
                    <a:pt x="14050" y="5125"/>
                  </a:cubicBezTo>
                  <a:cubicBezTo>
                    <a:pt x="14364" y="5125"/>
                    <a:pt x="14617" y="4871"/>
                    <a:pt x="14617" y="4560"/>
                  </a:cubicBezTo>
                  <a:lnTo>
                    <a:pt x="14617" y="2069"/>
                  </a:lnTo>
                  <a:cubicBezTo>
                    <a:pt x="14617" y="1755"/>
                    <a:pt x="14364" y="1501"/>
                    <a:pt x="14050" y="1501"/>
                  </a:cubicBezTo>
                  <a:cubicBezTo>
                    <a:pt x="13533" y="1501"/>
                    <a:pt x="13117" y="1082"/>
                    <a:pt x="13117" y="568"/>
                  </a:cubicBezTo>
                  <a:cubicBezTo>
                    <a:pt x="13117" y="254"/>
                    <a:pt x="12863" y="1"/>
                    <a:pt x="125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869" name="Google Shape;1869;p43"/>
            <p:cNvSpPr/>
            <p:nvPr/>
          </p:nvSpPr>
          <p:spPr>
            <a:xfrm>
              <a:off x="1088625" y="2815075"/>
              <a:ext cx="88200" cy="84850"/>
            </a:xfrm>
            <a:custGeom>
              <a:rect b="b" l="l" r="r" t="t"/>
              <a:pathLst>
                <a:path extrusionOk="0" h="3394" w="3528">
                  <a:moveTo>
                    <a:pt x="1826" y="1132"/>
                  </a:moveTo>
                  <a:cubicBezTo>
                    <a:pt x="2115" y="1132"/>
                    <a:pt x="2393" y="1358"/>
                    <a:pt x="2395" y="1697"/>
                  </a:cubicBezTo>
                  <a:cubicBezTo>
                    <a:pt x="2395" y="2011"/>
                    <a:pt x="2141" y="2265"/>
                    <a:pt x="1827" y="2265"/>
                  </a:cubicBezTo>
                  <a:lnTo>
                    <a:pt x="1827" y="2262"/>
                  </a:lnTo>
                  <a:cubicBezTo>
                    <a:pt x="1326" y="2259"/>
                    <a:pt x="1075" y="1652"/>
                    <a:pt x="1432" y="1298"/>
                  </a:cubicBezTo>
                  <a:cubicBezTo>
                    <a:pt x="1547" y="1183"/>
                    <a:pt x="1688" y="1132"/>
                    <a:pt x="1826" y="1132"/>
                  </a:cubicBezTo>
                  <a:close/>
                  <a:moveTo>
                    <a:pt x="1827" y="0"/>
                  </a:moveTo>
                  <a:cubicBezTo>
                    <a:pt x="1142" y="0"/>
                    <a:pt x="523" y="414"/>
                    <a:pt x="260" y="1048"/>
                  </a:cubicBezTo>
                  <a:cubicBezTo>
                    <a:pt x="0" y="1682"/>
                    <a:pt x="145" y="2413"/>
                    <a:pt x="632" y="2899"/>
                  </a:cubicBezTo>
                  <a:cubicBezTo>
                    <a:pt x="954" y="3222"/>
                    <a:pt x="1388" y="3393"/>
                    <a:pt x="1829" y="3393"/>
                  </a:cubicBezTo>
                  <a:cubicBezTo>
                    <a:pt x="2048" y="3393"/>
                    <a:pt x="2269" y="3351"/>
                    <a:pt x="2479" y="3264"/>
                  </a:cubicBezTo>
                  <a:cubicBezTo>
                    <a:pt x="3114" y="3001"/>
                    <a:pt x="3524" y="2382"/>
                    <a:pt x="3527" y="1697"/>
                  </a:cubicBezTo>
                  <a:cubicBezTo>
                    <a:pt x="3524" y="761"/>
                    <a:pt x="2763" y="0"/>
                    <a:pt x="182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1870" name="Google Shape;1870;p43"/>
          <p:cNvGrpSpPr/>
          <p:nvPr/>
        </p:nvGrpSpPr>
        <p:grpSpPr>
          <a:xfrm>
            <a:off x="5524794" y="2426836"/>
            <a:ext cx="284561" cy="284575"/>
            <a:chOff x="1487200" y="2615925"/>
            <a:chExt cx="483125" cy="483150"/>
          </a:xfrm>
        </p:grpSpPr>
        <p:sp>
          <p:nvSpPr>
            <p:cNvPr id="1871" name="Google Shape;1871;p43"/>
            <p:cNvSpPr/>
            <p:nvPr/>
          </p:nvSpPr>
          <p:spPr>
            <a:xfrm>
              <a:off x="1601400" y="2844275"/>
              <a:ext cx="28325" cy="28325"/>
            </a:xfrm>
            <a:custGeom>
              <a:rect b="b" l="l" r="r" t="t"/>
              <a:pathLst>
                <a:path extrusionOk="0" h="1133" w="1133">
                  <a:moveTo>
                    <a:pt x="565" y="1"/>
                  </a:moveTo>
                  <a:cubicBezTo>
                    <a:pt x="251" y="1"/>
                    <a:pt x="1" y="254"/>
                    <a:pt x="1" y="568"/>
                  </a:cubicBezTo>
                  <a:cubicBezTo>
                    <a:pt x="1" y="879"/>
                    <a:pt x="251" y="1133"/>
                    <a:pt x="565" y="1133"/>
                  </a:cubicBezTo>
                  <a:cubicBezTo>
                    <a:pt x="879" y="1133"/>
                    <a:pt x="1133" y="879"/>
                    <a:pt x="1133" y="568"/>
                  </a:cubicBezTo>
                  <a:cubicBezTo>
                    <a:pt x="1133" y="254"/>
                    <a:pt x="879" y="1"/>
                    <a:pt x="56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872" name="Google Shape;1872;p43"/>
            <p:cNvSpPr/>
            <p:nvPr/>
          </p:nvSpPr>
          <p:spPr>
            <a:xfrm>
              <a:off x="1487200" y="2731050"/>
              <a:ext cx="483125" cy="368025"/>
            </a:xfrm>
            <a:custGeom>
              <a:rect b="b" l="l" r="r" t="t"/>
              <a:pathLst>
                <a:path extrusionOk="0" h="14721" w="19325">
                  <a:moveTo>
                    <a:pt x="4566" y="1232"/>
                  </a:moveTo>
                  <a:cubicBezTo>
                    <a:pt x="4994" y="1386"/>
                    <a:pt x="5342" y="1703"/>
                    <a:pt x="5535" y="2117"/>
                  </a:cubicBezTo>
                  <a:cubicBezTo>
                    <a:pt x="5630" y="2320"/>
                    <a:pt x="5833" y="2444"/>
                    <a:pt x="6050" y="2444"/>
                  </a:cubicBezTo>
                  <a:cubicBezTo>
                    <a:pt x="6094" y="2444"/>
                    <a:pt x="6139" y="2439"/>
                    <a:pt x="6184" y="2428"/>
                  </a:cubicBezTo>
                  <a:cubicBezTo>
                    <a:pt x="6580" y="2322"/>
                    <a:pt x="6987" y="2268"/>
                    <a:pt x="7398" y="2265"/>
                  </a:cubicBezTo>
                  <a:lnTo>
                    <a:pt x="11927" y="2265"/>
                  </a:lnTo>
                  <a:cubicBezTo>
                    <a:pt x="14738" y="2265"/>
                    <a:pt x="17024" y="4551"/>
                    <a:pt x="17024" y="7362"/>
                  </a:cubicBezTo>
                  <a:cubicBezTo>
                    <a:pt x="17021" y="9385"/>
                    <a:pt x="15819" y="11215"/>
                    <a:pt x="13965" y="12024"/>
                  </a:cubicBezTo>
                  <a:cubicBezTo>
                    <a:pt x="13760" y="12114"/>
                    <a:pt x="13624" y="12320"/>
                    <a:pt x="13627" y="12543"/>
                  </a:cubicBezTo>
                  <a:lnTo>
                    <a:pt x="13627" y="13588"/>
                  </a:lnTo>
                  <a:lnTo>
                    <a:pt x="12495" y="13588"/>
                  </a:lnTo>
                  <a:lnTo>
                    <a:pt x="12495" y="13023"/>
                  </a:lnTo>
                  <a:cubicBezTo>
                    <a:pt x="12495" y="12709"/>
                    <a:pt x="12241" y="12456"/>
                    <a:pt x="11927" y="12456"/>
                  </a:cubicBezTo>
                  <a:lnTo>
                    <a:pt x="7398" y="12456"/>
                  </a:lnTo>
                  <a:cubicBezTo>
                    <a:pt x="7084" y="12456"/>
                    <a:pt x="6833" y="12709"/>
                    <a:pt x="6833" y="13023"/>
                  </a:cubicBezTo>
                  <a:lnTo>
                    <a:pt x="6833" y="13588"/>
                  </a:lnTo>
                  <a:lnTo>
                    <a:pt x="5701" y="13588"/>
                  </a:lnTo>
                  <a:lnTo>
                    <a:pt x="5701" y="12537"/>
                  </a:lnTo>
                  <a:cubicBezTo>
                    <a:pt x="5698" y="12314"/>
                    <a:pt x="5565" y="12108"/>
                    <a:pt x="5360" y="12021"/>
                  </a:cubicBezTo>
                  <a:cubicBezTo>
                    <a:pt x="4185" y="11508"/>
                    <a:pt x="3249" y="10572"/>
                    <a:pt x="2733" y="9400"/>
                  </a:cubicBezTo>
                  <a:cubicBezTo>
                    <a:pt x="2642" y="9192"/>
                    <a:pt x="2440" y="9059"/>
                    <a:pt x="2213" y="9059"/>
                  </a:cubicBezTo>
                  <a:lnTo>
                    <a:pt x="1132" y="9059"/>
                  </a:lnTo>
                  <a:lnTo>
                    <a:pt x="1132" y="6794"/>
                  </a:lnTo>
                  <a:lnTo>
                    <a:pt x="1851" y="6794"/>
                  </a:lnTo>
                  <a:cubicBezTo>
                    <a:pt x="2120" y="6794"/>
                    <a:pt x="2349" y="6604"/>
                    <a:pt x="2404" y="6341"/>
                  </a:cubicBezTo>
                  <a:cubicBezTo>
                    <a:pt x="2651" y="5130"/>
                    <a:pt x="3349" y="4046"/>
                    <a:pt x="4369" y="3286"/>
                  </a:cubicBezTo>
                  <a:cubicBezTo>
                    <a:pt x="4566" y="3138"/>
                    <a:pt x="4644" y="2884"/>
                    <a:pt x="4569" y="2652"/>
                  </a:cubicBezTo>
                  <a:lnTo>
                    <a:pt x="4566" y="2645"/>
                  </a:lnTo>
                  <a:lnTo>
                    <a:pt x="4566" y="1232"/>
                  </a:lnTo>
                  <a:close/>
                  <a:moveTo>
                    <a:pt x="4001" y="0"/>
                  </a:moveTo>
                  <a:cubicBezTo>
                    <a:pt x="3687" y="0"/>
                    <a:pt x="3436" y="254"/>
                    <a:pt x="3436" y="568"/>
                  </a:cubicBezTo>
                  <a:lnTo>
                    <a:pt x="3436" y="2582"/>
                  </a:lnTo>
                  <a:cubicBezTo>
                    <a:pt x="2461" y="3379"/>
                    <a:pt x="1754" y="4454"/>
                    <a:pt x="1407" y="5662"/>
                  </a:cubicBezTo>
                  <a:lnTo>
                    <a:pt x="568" y="5662"/>
                  </a:lnTo>
                  <a:cubicBezTo>
                    <a:pt x="254" y="5662"/>
                    <a:pt x="0" y="5916"/>
                    <a:pt x="0" y="6230"/>
                  </a:cubicBezTo>
                  <a:lnTo>
                    <a:pt x="0" y="9626"/>
                  </a:lnTo>
                  <a:cubicBezTo>
                    <a:pt x="0" y="9937"/>
                    <a:pt x="254" y="10191"/>
                    <a:pt x="568" y="10191"/>
                  </a:cubicBezTo>
                  <a:lnTo>
                    <a:pt x="1857" y="10191"/>
                  </a:lnTo>
                  <a:cubicBezTo>
                    <a:pt x="2452" y="11357"/>
                    <a:pt x="3400" y="12302"/>
                    <a:pt x="4569" y="12897"/>
                  </a:cubicBezTo>
                  <a:lnTo>
                    <a:pt x="4569" y="14156"/>
                  </a:lnTo>
                  <a:cubicBezTo>
                    <a:pt x="4569" y="14467"/>
                    <a:pt x="4819" y="14720"/>
                    <a:pt x="5133" y="14720"/>
                  </a:cubicBezTo>
                  <a:lnTo>
                    <a:pt x="7398" y="14720"/>
                  </a:lnTo>
                  <a:cubicBezTo>
                    <a:pt x="7712" y="14720"/>
                    <a:pt x="7965" y="14467"/>
                    <a:pt x="7965" y="14156"/>
                  </a:cubicBezTo>
                  <a:lnTo>
                    <a:pt x="7965" y="13588"/>
                  </a:lnTo>
                  <a:lnTo>
                    <a:pt x="11362" y="13588"/>
                  </a:lnTo>
                  <a:lnTo>
                    <a:pt x="11362" y="14156"/>
                  </a:lnTo>
                  <a:cubicBezTo>
                    <a:pt x="11362" y="14467"/>
                    <a:pt x="11613" y="14720"/>
                    <a:pt x="11927" y="14720"/>
                  </a:cubicBezTo>
                  <a:lnTo>
                    <a:pt x="14192" y="14720"/>
                  </a:lnTo>
                  <a:cubicBezTo>
                    <a:pt x="14506" y="14720"/>
                    <a:pt x="14759" y="14467"/>
                    <a:pt x="14759" y="14156"/>
                  </a:cubicBezTo>
                  <a:lnTo>
                    <a:pt x="14759" y="12903"/>
                  </a:lnTo>
                  <a:cubicBezTo>
                    <a:pt x="16689" y="11915"/>
                    <a:pt x="17969" y="9998"/>
                    <a:pt x="18135" y="7839"/>
                  </a:cubicBezTo>
                  <a:cubicBezTo>
                    <a:pt x="18383" y="7754"/>
                    <a:pt x="18612" y="7618"/>
                    <a:pt x="18799" y="7437"/>
                  </a:cubicBezTo>
                  <a:cubicBezTo>
                    <a:pt x="19134" y="7123"/>
                    <a:pt x="19325" y="6685"/>
                    <a:pt x="19325" y="6230"/>
                  </a:cubicBezTo>
                  <a:lnTo>
                    <a:pt x="19325" y="5097"/>
                  </a:lnTo>
                  <a:cubicBezTo>
                    <a:pt x="19325" y="4783"/>
                    <a:pt x="19071" y="4530"/>
                    <a:pt x="18760" y="4530"/>
                  </a:cubicBezTo>
                  <a:cubicBezTo>
                    <a:pt x="18446" y="4530"/>
                    <a:pt x="18192" y="4783"/>
                    <a:pt x="18192" y="5097"/>
                  </a:cubicBezTo>
                  <a:lnTo>
                    <a:pt x="18192" y="6230"/>
                  </a:lnTo>
                  <a:cubicBezTo>
                    <a:pt x="18192" y="6332"/>
                    <a:pt x="18159" y="6435"/>
                    <a:pt x="18099" y="6522"/>
                  </a:cubicBezTo>
                  <a:cubicBezTo>
                    <a:pt x="17688" y="3482"/>
                    <a:pt x="15079" y="1133"/>
                    <a:pt x="11927" y="1133"/>
                  </a:cubicBezTo>
                  <a:lnTo>
                    <a:pt x="7398" y="1133"/>
                  </a:lnTo>
                  <a:cubicBezTo>
                    <a:pt x="7041" y="1136"/>
                    <a:pt x="6685" y="1169"/>
                    <a:pt x="6332" y="1238"/>
                  </a:cubicBezTo>
                  <a:cubicBezTo>
                    <a:pt x="5807" y="465"/>
                    <a:pt x="4934" y="3"/>
                    <a:pt x="400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873" name="Google Shape;1873;p43"/>
            <p:cNvSpPr/>
            <p:nvPr/>
          </p:nvSpPr>
          <p:spPr>
            <a:xfrm>
              <a:off x="1658025" y="2615925"/>
              <a:ext cx="141550" cy="143450"/>
            </a:xfrm>
            <a:custGeom>
              <a:rect b="b" l="l" r="r" t="t"/>
              <a:pathLst>
                <a:path extrusionOk="0" h="5738" w="5662">
                  <a:moveTo>
                    <a:pt x="2829" y="1133"/>
                  </a:moveTo>
                  <a:cubicBezTo>
                    <a:pt x="3750" y="1133"/>
                    <a:pt x="4529" y="1945"/>
                    <a:pt x="4529" y="2908"/>
                  </a:cubicBezTo>
                  <a:cubicBezTo>
                    <a:pt x="4526" y="3845"/>
                    <a:pt x="3768" y="4605"/>
                    <a:pt x="2829" y="4605"/>
                  </a:cubicBezTo>
                  <a:cubicBezTo>
                    <a:pt x="1890" y="4605"/>
                    <a:pt x="1132" y="3845"/>
                    <a:pt x="1132" y="2908"/>
                  </a:cubicBezTo>
                  <a:cubicBezTo>
                    <a:pt x="1132" y="1945"/>
                    <a:pt x="1908" y="1133"/>
                    <a:pt x="2829" y="1133"/>
                  </a:cubicBezTo>
                  <a:close/>
                  <a:moveTo>
                    <a:pt x="2829" y="1"/>
                  </a:moveTo>
                  <a:cubicBezTo>
                    <a:pt x="2075" y="1"/>
                    <a:pt x="1359" y="312"/>
                    <a:pt x="818" y="876"/>
                  </a:cubicBezTo>
                  <a:cubicBezTo>
                    <a:pt x="293" y="1423"/>
                    <a:pt x="0" y="2151"/>
                    <a:pt x="0" y="2908"/>
                  </a:cubicBezTo>
                  <a:cubicBezTo>
                    <a:pt x="0" y="4470"/>
                    <a:pt x="1265" y="5738"/>
                    <a:pt x="2829" y="5738"/>
                  </a:cubicBezTo>
                  <a:cubicBezTo>
                    <a:pt x="4393" y="5738"/>
                    <a:pt x="5662" y="4470"/>
                    <a:pt x="5662" y="2908"/>
                  </a:cubicBezTo>
                  <a:cubicBezTo>
                    <a:pt x="5659" y="2151"/>
                    <a:pt x="5366" y="1423"/>
                    <a:pt x="4840" y="876"/>
                  </a:cubicBezTo>
                  <a:cubicBezTo>
                    <a:pt x="4303" y="312"/>
                    <a:pt x="3584" y="1"/>
                    <a:pt x="282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1874" name="Google Shape;1874;p43"/>
          <p:cNvGrpSpPr/>
          <p:nvPr/>
        </p:nvGrpSpPr>
        <p:grpSpPr>
          <a:xfrm>
            <a:off x="5952193" y="2426836"/>
            <a:ext cx="295766" cy="284575"/>
            <a:chOff x="2077575" y="2615925"/>
            <a:chExt cx="502150" cy="483150"/>
          </a:xfrm>
        </p:grpSpPr>
        <p:sp>
          <p:nvSpPr>
            <p:cNvPr id="1875" name="Google Shape;1875;p43"/>
            <p:cNvSpPr/>
            <p:nvPr/>
          </p:nvSpPr>
          <p:spPr>
            <a:xfrm>
              <a:off x="2213375" y="2817500"/>
              <a:ext cx="151225" cy="148400"/>
            </a:xfrm>
            <a:custGeom>
              <a:rect b="b" l="l" r="r" t="t"/>
              <a:pathLst>
                <a:path extrusionOk="0" h="5936" w="6049">
                  <a:moveTo>
                    <a:pt x="5426" y="0"/>
                  </a:moveTo>
                  <a:cubicBezTo>
                    <a:pt x="5281" y="0"/>
                    <a:pt x="5136" y="56"/>
                    <a:pt x="5025" y="166"/>
                  </a:cubicBezTo>
                  <a:lnTo>
                    <a:pt x="4557" y="634"/>
                  </a:lnTo>
                  <a:cubicBezTo>
                    <a:pt x="4322" y="522"/>
                    <a:pt x="4072" y="468"/>
                    <a:pt x="3825" y="468"/>
                  </a:cubicBezTo>
                  <a:cubicBezTo>
                    <a:pt x="3288" y="468"/>
                    <a:pt x="2764" y="723"/>
                    <a:pt x="2437" y="1186"/>
                  </a:cubicBezTo>
                  <a:cubicBezTo>
                    <a:pt x="1957" y="1863"/>
                    <a:pt x="2038" y="2784"/>
                    <a:pt x="2624" y="3369"/>
                  </a:cubicBezTo>
                  <a:cubicBezTo>
                    <a:pt x="2980" y="3726"/>
                    <a:pt x="2727" y="4336"/>
                    <a:pt x="2223" y="4336"/>
                  </a:cubicBezTo>
                  <a:cubicBezTo>
                    <a:pt x="1718" y="4336"/>
                    <a:pt x="1468" y="3726"/>
                    <a:pt x="1824" y="3369"/>
                  </a:cubicBezTo>
                  <a:cubicBezTo>
                    <a:pt x="2044" y="3149"/>
                    <a:pt x="2044" y="2790"/>
                    <a:pt x="1824" y="2569"/>
                  </a:cubicBezTo>
                  <a:cubicBezTo>
                    <a:pt x="1714" y="2458"/>
                    <a:pt x="1569" y="2402"/>
                    <a:pt x="1424" y="2402"/>
                  </a:cubicBezTo>
                  <a:cubicBezTo>
                    <a:pt x="1279" y="2402"/>
                    <a:pt x="1134" y="2458"/>
                    <a:pt x="1024" y="2569"/>
                  </a:cubicBezTo>
                  <a:cubicBezTo>
                    <a:pt x="514" y="3077"/>
                    <a:pt x="381" y="3853"/>
                    <a:pt x="692" y="4502"/>
                  </a:cubicBezTo>
                  <a:lnTo>
                    <a:pt x="221" y="4970"/>
                  </a:lnTo>
                  <a:cubicBezTo>
                    <a:pt x="0" y="5190"/>
                    <a:pt x="0" y="5549"/>
                    <a:pt x="221" y="5770"/>
                  </a:cubicBezTo>
                  <a:cubicBezTo>
                    <a:pt x="332" y="5880"/>
                    <a:pt x="477" y="5935"/>
                    <a:pt x="622" y="5935"/>
                  </a:cubicBezTo>
                  <a:cubicBezTo>
                    <a:pt x="767" y="5935"/>
                    <a:pt x="912" y="5880"/>
                    <a:pt x="1024" y="5770"/>
                  </a:cubicBezTo>
                  <a:lnTo>
                    <a:pt x="1492" y="5302"/>
                  </a:lnTo>
                  <a:cubicBezTo>
                    <a:pt x="1726" y="5414"/>
                    <a:pt x="1975" y="5467"/>
                    <a:pt x="2220" y="5467"/>
                  </a:cubicBezTo>
                  <a:cubicBezTo>
                    <a:pt x="2758" y="5467"/>
                    <a:pt x="3281" y="5211"/>
                    <a:pt x="3608" y="4749"/>
                  </a:cubicBezTo>
                  <a:cubicBezTo>
                    <a:pt x="4089" y="4073"/>
                    <a:pt x="4010" y="3152"/>
                    <a:pt x="3424" y="2569"/>
                  </a:cubicBezTo>
                  <a:cubicBezTo>
                    <a:pt x="3068" y="2210"/>
                    <a:pt x="3322" y="1600"/>
                    <a:pt x="3826" y="1600"/>
                  </a:cubicBezTo>
                  <a:cubicBezTo>
                    <a:pt x="4330" y="1600"/>
                    <a:pt x="4581" y="2210"/>
                    <a:pt x="4224" y="2569"/>
                  </a:cubicBezTo>
                  <a:cubicBezTo>
                    <a:pt x="4004" y="2790"/>
                    <a:pt x="4004" y="3146"/>
                    <a:pt x="4224" y="3369"/>
                  </a:cubicBezTo>
                  <a:cubicBezTo>
                    <a:pt x="4335" y="3480"/>
                    <a:pt x="4480" y="3535"/>
                    <a:pt x="4624" y="3535"/>
                  </a:cubicBezTo>
                  <a:cubicBezTo>
                    <a:pt x="4769" y="3535"/>
                    <a:pt x="4914" y="3480"/>
                    <a:pt x="5025" y="3369"/>
                  </a:cubicBezTo>
                  <a:cubicBezTo>
                    <a:pt x="5535" y="2859"/>
                    <a:pt x="5668" y="2086"/>
                    <a:pt x="5360" y="1434"/>
                  </a:cubicBezTo>
                  <a:lnTo>
                    <a:pt x="5828" y="966"/>
                  </a:lnTo>
                  <a:cubicBezTo>
                    <a:pt x="6048" y="745"/>
                    <a:pt x="6048" y="386"/>
                    <a:pt x="5828" y="166"/>
                  </a:cubicBezTo>
                  <a:cubicBezTo>
                    <a:pt x="5716" y="56"/>
                    <a:pt x="5571" y="0"/>
                    <a:pt x="542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876" name="Google Shape;1876;p43"/>
            <p:cNvSpPr/>
            <p:nvPr/>
          </p:nvSpPr>
          <p:spPr>
            <a:xfrm>
              <a:off x="2333550" y="2737450"/>
              <a:ext cx="51050" cy="48325"/>
            </a:xfrm>
            <a:custGeom>
              <a:rect b="b" l="l" r="r" t="t"/>
              <a:pathLst>
                <a:path extrusionOk="0" h="1933" w="2042">
                  <a:moveTo>
                    <a:pt x="619" y="1"/>
                  </a:moveTo>
                  <a:cubicBezTo>
                    <a:pt x="475" y="1"/>
                    <a:pt x="330" y="56"/>
                    <a:pt x="221" y="167"/>
                  </a:cubicBezTo>
                  <a:cubicBezTo>
                    <a:pt x="0" y="388"/>
                    <a:pt x="0" y="747"/>
                    <a:pt x="221" y="967"/>
                  </a:cubicBezTo>
                  <a:lnTo>
                    <a:pt x="1021" y="1767"/>
                  </a:lnTo>
                  <a:cubicBezTo>
                    <a:pt x="1131" y="1878"/>
                    <a:pt x="1276" y="1933"/>
                    <a:pt x="1421" y="1933"/>
                  </a:cubicBezTo>
                  <a:cubicBezTo>
                    <a:pt x="1566" y="1933"/>
                    <a:pt x="1711" y="1878"/>
                    <a:pt x="1821" y="1767"/>
                  </a:cubicBezTo>
                  <a:cubicBezTo>
                    <a:pt x="2041" y="1547"/>
                    <a:pt x="2041" y="1188"/>
                    <a:pt x="1821" y="967"/>
                  </a:cubicBezTo>
                  <a:lnTo>
                    <a:pt x="1021" y="167"/>
                  </a:lnTo>
                  <a:cubicBezTo>
                    <a:pt x="910" y="57"/>
                    <a:pt x="765" y="1"/>
                    <a:pt x="61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877" name="Google Shape;1877;p43"/>
            <p:cNvSpPr/>
            <p:nvPr/>
          </p:nvSpPr>
          <p:spPr>
            <a:xfrm>
              <a:off x="2393550" y="2797500"/>
              <a:ext cx="51125" cy="48375"/>
            </a:xfrm>
            <a:custGeom>
              <a:rect b="b" l="l" r="r" t="t"/>
              <a:pathLst>
                <a:path extrusionOk="0" h="1935" w="2045">
                  <a:moveTo>
                    <a:pt x="621" y="0"/>
                  </a:moveTo>
                  <a:cubicBezTo>
                    <a:pt x="476" y="0"/>
                    <a:pt x="331" y="55"/>
                    <a:pt x="221" y="166"/>
                  </a:cubicBezTo>
                  <a:cubicBezTo>
                    <a:pt x="1" y="386"/>
                    <a:pt x="1" y="745"/>
                    <a:pt x="221" y="966"/>
                  </a:cubicBezTo>
                  <a:lnTo>
                    <a:pt x="1021" y="1769"/>
                  </a:lnTo>
                  <a:cubicBezTo>
                    <a:pt x="1131" y="1879"/>
                    <a:pt x="1276" y="1934"/>
                    <a:pt x="1421" y="1934"/>
                  </a:cubicBezTo>
                  <a:cubicBezTo>
                    <a:pt x="1566" y="1934"/>
                    <a:pt x="1711" y="1879"/>
                    <a:pt x="1821" y="1769"/>
                  </a:cubicBezTo>
                  <a:cubicBezTo>
                    <a:pt x="2045" y="1545"/>
                    <a:pt x="2042" y="1189"/>
                    <a:pt x="1821" y="966"/>
                  </a:cubicBezTo>
                  <a:lnTo>
                    <a:pt x="1021" y="166"/>
                  </a:lnTo>
                  <a:cubicBezTo>
                    <a:pt x="911" y="55"/>
                    <a:pt x="766" y="0"/>
                    <a:pt x="62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878" name="Google Shape;1878;p43"/>
            <p:cNvSpPr/>
            <p:nvPr/>
          </p:nvSpPr>
          <p:spPr>
            <a:xfrm>
              <a:off x="2077575" y="2615925"/>
              <a:ext cx="502150" cy="483150"/>
            </a:xfrm>
            <a:custGeom>
              <a:rect b="b" l="l" r="r" t="t"/>
              <a:pathLst>
                <a:path extrusionOk="0" h="19326" w="20086">
                  <a:moveTo>
                    <a:pt x="14865" y="4061"/>
                  </a:moveTo>
                  <a:cubicBezTo>
                    <a:pt x="14901" y="4061"/>
                    <a:pt x="14937" y="4064"/>
                    <a:pt x="14974" y="4071"/>
                  </a:cubicBezTo>
                  <a:cubicBezTo>
                    <a:pt x="15239" y="4125"/>
                    <a:pt x="15430" y="4358"/>
                    <a:pt x="15430" y="4627"/>
                  </a:cubicBezTo>
                  <a:cubicBezTo>
                    <a:pt x="15430" y="4778"/>
                    <a:pt x="15369" y="4922"/>
                    <a:pt x="15264" y="5028"/>
                  </a:cubicBezTo>
                  <a:cubicBezTo>
                    <a:pt x="15153" y="5137"/>
                    <a:pt x="15008" y="5194"/>
                    <a:pt x="14862" y="5194"/>
                  </a:cubicBezTo>
                  <a:cubicBezTo>
                    <a:pt x="14753" y="5194"/>
                    <a:pt x="14643" y="5162"/>
                    <a:pt x="14548" y="5098"/>
                  </a:cubicBezTo>
                  <a:cubicBezTo>
                    <a:pt x="14324" y="4947"/>
                    <a:pt x="14237" y="4660"/>
                    <a:pt x="14340" y="4409"/>
                  </a:cubicBezTo>
                  <a:cubicBezTo>
                    <a:pt x="14428" y="4195"/>
                    <a:pt x="14638" y="4061"/>
                    <a:pt x="14865" y="4061"/>
                  </a:cubicBezTo>
                  <a:close/>
                  <a:moveTo>
                    <a:pt x="13258" y="1136"/>
                  </a:moveTo>
                  <a:cubicBezTo>
                    <a:pt x="14386" y="1136"/>
                    <a:pt x="15514" y="1507"/>
                    <a:pt x="16441" y="2247"/>
                  </a:cubicBezTo>
                  <a:lnTo>
                    <a:pt x="15593" y="3096"/>
                  </a:lnTo>
                  <a:cubicBezTo>
                    <a:pt x="15349" y="2979"/>
                    <a:pt x="15100" y="2926"/>
                    <a:pt x="14858" y="2926"/>
                  </a:cubicBezTo>
                  <a:cubicBezTo>
                    <a:pt x="13865" y="2926"/>
                    <a:pt x="12999" y="3824"/>
                    <a:pt x="13186" y="4916"/>
                  </a:cubicBezTo>
                  <a:cubicBezTo>
                    <a:pt x="13295" y="5541"/>
                    <a:pt x="13742" y="6055"/>
                    <a:pt x="14346" y="6248"/>
                  </a:cubicBezTo>
                  <a:cubicBezTo>
                    <a:pt x="14514" y="6301"/>
                    <a:pt x="14688" y="6327"/>
                    <a:pt x="14859" y="6327"/>
                  </a:cubicBezTo>
                  <a:cubicBezTo>
                    <a:pt x="15304" y="6327"/>
                    <a:pt x="15739" y="6153"/>
                    <a:pt x="16064" y="5828"/>
                  </a:cubicBezTo>
                  <a:cubicBezTo>
                    <a:pt x="16571" y="5321"/>
                    <a:pt x="16704" y="4545"/>
                    <a:pt x="16396" y="3896"/>
                  </a:cubicBezTo>
                  <a:lnTo>
                    <a:pt x="17241" y="3050"/>
                  </a:lnTo>
                  <a:lnTo>
                    <a:pt x="17241" y="3050"/>
                  </a:lnTo>
                  <a:cubicBezTo>
                    <a:pt x="18842" y="5046"/>
                    <a:pt x="18715" y="7981"/>
                    <a:pt x="16864" y="9832"/>
                  </a:cubicBezTo>
                  <a:lnTo>
                    <a:pt x="16462" y="10231"/>
                  </a:lnTo>
                  <a:lnTo>
                    <a:pt x="16064" y="9832"/>
                  </a:lnTo>
                  <a:cubicBezTo>
                    <a:pt x="15952" y="9722"/>
                    <a:pt x="15806" y="9666"/>
                    <a:pt x="15661" y="9666"/>
                  </a:cubicBezTo>
                  <a:cubicBezTo>
                    <a:pt x="15516" y="9666"/>
                    <a:pt x="15372" y="9721"/>
                    <a:pt x="15261" y="9832"/>
                  </a:cubicBezTo>
                  <a:cubicBezTo>
                    <a:pt x="15040" y="10053"/>
                    <a:pt x="15040" y="10412"/>
                    <a:pt x="15261" y="10632"/>
                  </a:cubicBezTo>
                  <a:lnTo>
                    <a:pt x="15662" y="11034"/>
                  </a:lnTo>
                  <a:lnTo>
                    <a:pt x="8666" y="18027"/>
                  </a:lnTo>
                  <a:cubicBezTo>
                    <a:pt x="8556" y="18137"/>
                    <a:pt x="8411" y="18192"/>
                    <a:pt x="8266" y="18192"/>
                  </a:cubicBezTo>
                  <a:cubicBezTo>
                    <a:pt x="8121" y="18192"/>
                    <a:pt x="7976" y="18137"/>
                    <a:pt x="7866" y="18027"/>
                  </a:cubicBezTo>
                  <a:lnTo>
                    <a:pt x="1462" y="11623"/>
                  </a:lnTo>
                  <a:cubicBezTo>
                    <a:pt x="1241" y="11402"/>
                    <a:pt x="1241" y="11043"/>
                    <a:pt x="1462" y="10822"/>
                  </a:cubicBezTo>
                  <a:lnTo>
                    <a:pt x="8458" y="3826"/>
                  </a:lnTo>
                  <a:lnTo>
                    <a:pt x="8856" y="4228"/>
                  </a:lnTo>
                  <a:cubicBezTo>
                    <a:pt x="8966" y="4338"/>
                    <a:pt x="9111" y="4393"/>
                    <a:pt x="9256" y="4393"/>
                  </a:cubicBezTo>
                  <a:cubicBezTo>
                    <a:pt x="9401" y="4393"/>
                    <a:pt x="9546" y="4338"/>
                    <a:pt x="9656" y="4228"/>
                  </a:cubicBezTo>
                  <a:cubicBezTo>
                    <a:pt x="9880" y="4005"/>
                    <a:pt x="9877" y="3648"/>
                    <a:pt x="9656" y="3425"/>
                  </a:cubicBezTo>
                  <a:lnTo>
                    <a:pt x="9258" y="3026"/>
                  </a:lnTo>
                  <a:lnTo>
                    <a:pt x="9656" y="2625"/>
                  </a:lnTo>
                  <a:cubicBezTo>
                    <a:pt x="10649" y="1632"/>
                    <a:pt x="11954" y="1136"/>
                    <a:pt x="13258" y="1136"/>
                  </a:cubicBezTo>
                  <a:close/>
                  <a:moveTo>
                    <a:pt x="13261" y="1"/>
                  </a:moveTo>
                  <a:cubicBezTo>
                    <a:pt x="11661" y="1"/>
                    <a:pt x="10066" y="615"/>
                    <a:pt x="8856" y="1825"/>
                  </a:cubicBezTo>
                  <a:lnTo>
                    <a:pt x="8056" y="2625"/>
                  </a:lnTo>
                  <a:lnTo>
                    <a:pt x="661" y="10019"/>
                  </a:lnTo>
                  <a:cubicBezTo>
                    <a:pt x="0" y="10684"/>
                    <a:pt x="0" y="11759"/>
                    <a:pt x="661" y="12423"/>
                  </a:cubicBezTo>
                  <a:lnTo>
                    <a:pt x="7066" y="18827"/>
                  </a:lnTo>
                  <a:cubicBezTo>
                    <a:pt x="7398" y="19159"/>
                    <a:pt x="7833" y="19325"/>
                    <a:pt x="8267" y="19325"/>
                  </a:cubicBezTo>
                  <a:cubicBezTo>
                    <a:pt x="8702" y="19325"/>
                    <a:pt x="9137" y="19159"/>
                    <a:pt x="9469" y="18827"/>
                  </a:cubicBezTo>
                  <a:lnTo>
                    <a:pt x="17664" y="10632"/>
                  </a:lnTo>
                  <a:cubicBezTo>
                    <a:pt x="19956" y="8337"/>
                    <a:pt x="20086" y="4687"/>
                    <a:pt x="18044" y="2244"/>
                  </a:cubicBezTo>
                  <a:lnTo>
                    <a:pt x="19264" y="1024"/>
                  </a:lnTo>
                  <a:cubicBezTo>
                    <a:pt x="19485" y="804"/>
                    <a:pt x="19485" y="445"/>
                    <a:pt x="19264" y="224"/>
                  </a:cubicBezTo>
                  <a:cubicBezTo>
                    <a:pt x="19154" y="114"/>
                    <a:pt x="19009" y="59"/>
                    <a:pt x="18864" y="59"/>
                  </a:cubicBezTo>
                  <a:cubicBezTo>
                    <a:pt x="18719" y="59"/>
                    <a:pt x="18574" y="114"/>
                    <a:pt x="18464" y="224"/>
                  </a:cubicBezTo>
                  <a:lnTo>
                    <a:pt x="17244" y="1444"/>
                  </a:lnTo>
                  <a:cubicBezTo>
                    <a:pt x="16086" y="478"/>
                    <a:pt x="14671" y="1"/>
                    <a:pt x="1326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1879" name="Google Shape;1879;p43"/>
          <p:cNvGrpSpPr/>
          <p:nvPr/>
        </p:nvGrpSpPr>
        <p:grpSpPr>
          <a:xfrm>
            <a:off x="8143341" y="2440230"/>
            <a:ext cx="279849" cy="257761"/>
            <a:chOff x="2680100" y="2638725"/>
            <a:chExt cx="475125" cy="437625"/>
          </a:xfrm>
        </p:grpSpPr>
        <p:sp>
          <p:nvSpPr>
            <p:cNvPr id="1880" name="Google Shape;1880;p43"/>
            <p:cNvSpPr/>
            <p:nvPr/>
          </p:nvSpPr>
          <p:spPr>
            <a:xfrm>
              <a:off x="2680100" y="2638725"/>
              <a:ext cx="475125" cy="437625"/>
            </a:xfrm>
            <a:custGeom>
              <a:rect b="b" l="l" r="r" t="t"/>
              <a:pathLst>
                <a:path extrusionOk="0" h="17505" w="19005">
                  <a:moveTo>
                    <a:pt x="11399" y="1133"/>
                  </a:moveTo>
                  <a:cubicBezTo>
                    <a:pt x="11803" y="1133"/>
                    <a:pt x="12130" y="1462"/>
                    <a:pt x="12133" y="1867"/>
                  </a:cubicBezTo>
                  <a:lnTo>
                    <a:pt x="12133" y="3301"/>
                  </a:lnTo>
                  <a:lnTo>
                    <a:pt x="6876" y="3301"/>
                  </a:lnTo>
                  <a:lnTo>
                    <a:pt x="6873" y="1867"/>
                  </a:lnTo>
                  <a:cubicBezTo>
                    <a:pt x="6876" y="1462"/>
                    <a:pt x="7202" y="1133"/>
                    <a:pt x="7606" y="1133"/>
                  </a:cubicBezTo>
                  <a:close/>
                  <a:moveTo>
                    <a:pt x="2815" y="4433"/>
                  </a:moveTo>
                  <a:lnTo>
                    <a:pt x="2815" y="5430"/>
                  </a:lnTo>
                  <a:cubicBezTo>
                    <a:pt x="2815" y="5880"/>
                    <a:pt x="2449" y="6245"/>
                    <a:pt x="1999" y="6245"/>
                  </a:cubicBezTo>
                  <a:lnTo>
                    <a:pt x="1133" y="6245"/>
                  </a:lnTo>
                  <a:lnTo>
                    <a:pt x="1133" y="4433"/>
                  </a:lnTo>
                  <a:close/>
                  <a:moveTo>
                    <a:pt x="17873" y="4433"/>
                  </a:moveTo>
                  <a:lnTo>
                    <a:pt x="17873" y="6248"/>
                  </a:lnTo>
                  <a:lnTo>
                    <a:pt x="17006" y="6248"/>
                  </a:lnTo>
                  <a:cubicBezTo>
                    <a:pt x="16556" y="6248"/>
                    <a:pt x="16191" y="5883"/>
                    <a:pt x="16191" y="5433"/>
                  </a:cubicBezTo>
                  <a:lnTo>
                    <a:pt x="16191" y="4433"/>
                  </a:lnTo>
                  <a:close/>
                  <a:moveTo>
                    <a:pt x="15058" y="4430"/>
                  </a:moveTo>
                  <a:lnTo>
                    <a:pt x="15058" y="5430"/>
                  </a:lnTo>
                  <a:cubicBezTo>
                    <a:pt x="15058" y="6505"/>
                    <a:pt x="15931" y="7377"/>
                    <a:pt x="17006" y="7377"/>
                  </a:cubicBezTo>
                  <a:lnTo>
                    <a:pt x="17873" y="7377"/>
                  </a:lnTo>
                  <a:lnTo>
                    <a:pt x="17873" y="13422"/>
                  </a:lnTo>
                  <a:lnTo>
                    <a:pt x="17006" y="13422"/>
                  </a:lnTo>
                  <a:cubicBezTo>
                    <a:pt x="15931" y="13425"/>
                    <a:pt x="15058" y="14295"/>
                    <a:pt x="15058" y="15373"/>
                  </a:cubicBezTo>
                  <a:lnTo>
                    <a:pt x="15058" y="16369"/>
                  </a:lnTo>
                  <a:lnTo>
                    <a:pt x="3947" y="16369"/>
                  </a:lnTo>
                  <a:lnTo>
                    <a:pt x="3947" y="15373"/>
                  </a:lnTo>
                  <a:cubicBezTo>
                    <a:pt x="3947" y="14295"/>
                    <a:pt x="3074" y="13425"/>
                    <a:pt x="1999" y="13422"/>
                  </a:cubicBezTo>
                  <a:lnTo>
                    <a:pt x="1133" y="13422"/>
                  </a:lnTo>
                  <a:lnTo>
                    <a:pt x="1133" y="7377"/>
                  </a:lnTo>
                  <a:lnTo>
                    <a:pt x="1999" y="7377"/>
                  </a:lnTo>
                  <a:cubicBezTo>
                    <a:pt x="3074" y="7377"/>
                    <a:pt x="3947" y="6505"/>
                    <a:pt x="3947" y="5430"/>
                  </a:cubicBezTo>
                  <a:lnTo>
                    <a:pt x="3947" y="4430"/>
                  </a:lnTo>
                  <a:close/>
                  <a:moveTo>
                    <a:pt x="1999" y="14557"/>
                  </a:moveTo>
                  <a:cubicBezTo>
                    <a:pt x="2449" y="14557"/>
                    <a:pt x="2815" y="14923"/>
                    <a:pt x="2815" y="15376"/>
                  </a:cubicBezTo>
                  <a:lnTo>
                    <a:pt x="2815" y="16372"/>
                  </a:lnTo>
                  <a:lnTo>
                    <a:pt x="1133" y="16372"/>
                  </a:lnTo>
                  <a:lnTo>
                    <a:pt x="1133" y="14557"/>
                  </a:lnTo>
                  <a:close/>
                  <a:moveTo>
                    <a:pt x="17873" y="14557"/>
                  </a:moveTo>
                  <a:lnTo>
                    <a:pt x="17873" y="16372"/>
                  </a:lnTo>
                  <a:lnTo>
                    <a:pt x="16191" y="16372"/>
                  </a:lnTo>
                  <a:lnTo>
                    <a:pt x="16191" y="15376"/>
                  </a:lnTo>
                  <a:cubicBezTo>
                    <a:pt x="16191" y="14923"/>
                    <a:pt x="16556" y="14557"/>
                    <a:pt x="17006" y="14557"/>
                  </a:cubicBezTo>
                  <a:close/>
                  <a:moveTo>
                    <a:pt x="7606" y="1"/>
                  </a:moveTo>
                  <a:cubicBezTo>
                    <a:pt x="6577" y="1"/>
                    <a:pt x="5743" y="837"/>
                    <a:pt x="5743" y="1867"/>
                  </a:cubicBezTo>
                  <a:lnTo>
                    <a:pt x="5743" y="3301"/>
                  </a:lnTo>
                  <a:lnTo>
                    <a:pt x="1133" y="3301"/>
                  </a:lnTo>
                  <a:cubicBezTo>
                    <a:pt x="508" y="3301"/>
                    <a:pt x="0" y="3808"/>
                    <a:pt x="0" y="4433"/>
                  </a:cubicBezTo>
                  <a:lnTo>
                    <a:pt x="0" y="16372"/>
                  </a:lnTo>
                  <a:cubicBezTo>
                    <a:pt x="0" y="16997"/>
                    <a:pt x="508" y="17504"/>
                    <a:pt x="1133" y="17504"/>
                  </a:cubicBezTo>
                  <a:lnTo>
                    <a:pt x="17873" y="17504"/>
                  </a:lnTo>
                  <a:cubicBezTo>
                    <a:pt x="18498" y="17504"/>
                    <a:pt x="19005" y="16997"/>
                    <a:pt x="19005" y="16372"/>
                  </a:cubicBezTo>
                  <a:lnTo>
                    <a:pt x="19005" y="4430"/>
                  </a:lnTo>
                  <a:cubicBezTo>
                    <a:pt x="19005" y="3805"/>
                    <a:pt x="18498" y="3298"/>
                    <a:pt x="17873" y="3298"/>
                  </a:cubicBezTo>
                  <a:lnTo>
                    <a:pt x="13265" y="3298"/>
                  </a:lnTo>
                  <a:lnTo>
                    <a:pt x="13265" y="1864"/>
                  </a:lnTo>
                  <a:cubicBezTo>
                    <a:pt x="13262" y="834"/>
                    <a:pt x="12428" y="1"/>
                    <a:pt x="1139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881" name="Google Shape;1881;p43"/>
            <p:cNvSpPr/>
            <p:nvPr/>
          </p:nvSpPr>
          <p:spPr>
            <a:xfrm>
              <a:off x="2795000" y="2810525"/>
              <a:ext cx="237800" cy="164300"/>
            </a:xfrm>
            <a:custGeom>
              <a:rect b="b" l="l" r="r" t="t"/>
              <a:pathLst>
                <a:path extrusionOk="0" h="6572" w="9512">
                  <a:moveTo>
                    <a:pt x="8379" y="1133"/>
                  </a:moveTo>
                  <a:lnTo>
                    <a:pt x="8379" y="5439"/>
                  </a:lnTo>
                  <a:lnTo>
                    <a:pt x="1132" y="5439"/>
                  </a:lnTo>
                  <a:lnTo>
                    <a:pt x="1132" y="1133"/>
                  </a:lnTo>
                  <a:close/>
                  <a:moveTo>
                    <a:pt x="568" y="1"/>
                  </a:moveTo>
                  <a:cubicBezTo>
                    <a:pt x="254" y="1"/>
                    <a:pt x="0" y="255"/>
                    <a:pt x="0" y="566"/>
                  </a:cubicBezTo>
                  <a:lnTo>
                    <a:pt x="0" y="6007"/>
                  </a:lnTo>
                  <a:cubicBezTo>
                    <a:pt x="0" y="6318"/>
                    <a:pt x="254" y="6571"/>
                    <a:pt x="568" y="6571"/>
                  </a:cubicBezTo>
                  <a:lnTo>
                    <a:pt x="8947" y="6571"/>
                  </a:lnTo>
                  <a:cubicBezTo>
                    <a:pt x="9258" y="6571"/>
                    <a:pt x="9511" y="6318"/>
                    <a:pt x="9511" y="6007"/>
                  </a:cubicBezTo>
                  <a:lnTo>
                    <a:pt x="9511" y="566"/>
                  </a:lnTo>
                  <a:cubicBezTo>
                    <a:pt x="9511" y="255"/>
                    <a:pt x="9258" y="1"/>
                    <a:pt x="89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882" name="Google Shape;1882;p43"/>
            <p:cNvSpPr/>
            <p:nvPr/>
          </p:nvSpPr>
          <p:spPr>
            <a:xfrm>
              <a:off x="2871900" y="2856725"/>
              <a:ext cx="91525" cy="28350"/>
            </a:xfrm>
            <a:custGeom>
              <a:rect b="b" l="l" r="r" t="t"/>
              <a:pathLst>
                <a:path extrusionOk="0" h="1134" w="3661">
                  <a:moveTo>
                    <a:pt x="565" y="1"/>
                  </a:moveTo>
                  <a:cubicBezTo>
                    <a:pt x="254" y="1"/>
                    <a:pt x="1" y="254"/>
                    <a:pt x="1" y="565"/>
                  </a:cubicBezTo>
                  <a:cubicBezTo>
                    <a:pt x="1" y="879"/>
                    <a:pt x="254" y="1133"/>
                    <a:pt x="565" y="1133"/>
                  </a:cubicBezTo>
                  <a:lnTo>
                    <a:pt x="3096" y="1133"/>
                  </a:lnTo>
                  <a:cubicBezTo>
                    <a:pt x="3407" y="1133"/>
                    <a:pt x="3660" y="879"/>
                    <a:pt x="3660" y="565"/>
                  </a:cubicBezTo>
                  <a:cubicBezTo>
                    <a:pt x="3660" y="254"/>
                    <a:pt x="3407" y="1"/>
                    <a:pt x="309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883" name="Google Shape;1883;p43"/>
            <p:cNvSpPr/>
            <p:nvPr/>
          </p:nvSpPr>
          <p:spPr>
            <a:xfrm>
              <a:off x="2845500" y="2900300"/>
              <a:ext cx="144350" cy="28325"/>
            </a:xfrm>
            <a:custGeom>
              <a:rect b="b" l="l" r="r" t="t"/>
              <a:pathLst>
                <a:path extrusionOk="0" h="1133" w="5774">
                  <a:moveTo>
                    <a:pt x="565" y="0"/>
                  </a:moveTo>
                  <a:cubicBezTo>
                    <a:pt x="254" y="0"/>
                    <a:pt x="0" y="254"/>
                    <a:pt x="0" y="568"/>
                  </a:cubicBezTo>
                  <a:cubicBezTo>
                    <a:pt x="0" y="879"/>
                    <a:pt x="254" y="1132"/>
                    <a:pt x="565" y="1132"/>
                  </a:cubicBezTo>
                  <a:lnTo>
                    <a:pt x="5209" y="1132"/>
                  </a:lnTo>
                  <a:cubicBezTo>
                    <a:pt x="5520" y="1132"/>
                    <a:pt x="5773" y="879"/>
                    <a:pt x="5773" y="568"/>
                  </a:cubicBezTo>
                  <a:cubicBezTo>
                    <a:pt x="5773" y="254"/>
                    <a:pt x="5520" y="0"/>
                    <a:pt x="520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1884" name="Google Shape;1884;p43"/>
          <p:cNvGrpSpPr/>
          <p:nvPr/>
        </p:nvGrpSpPr>
        <p:grpSpPr>
          <a:xfrm>
            <a:off x="7749653" y="2430411"/>
            <a:ext cx="200083" cy="284575"/>
            <a:chOff x="3342275" y="2615925"/>
            <a:chExt cx="339700" cy="483150"/>
          </a:xfrm>
        </p:grpSpPr>
        <p:sp>
          <p:nvSpPr>
            <p:cNvPr id="1885" name="Google Shape;1885;p43"/>
            <p:cNvSpPr/>
            <p:nvPr/>
          </p:nvSpPr>
          <p:spPr>
            <a:xfrm>
              <a:off x="3342275" y="2615925"/>
              <a:ext cx="339700" cy="483150"/>
            </a:xfrm>
            <a:custGeom>
              <a:rect b="b" l="l" r="r" t="t"/>
              <a:pathLst>
                <a:path extrusionOk="0" h="19326" w="13588">
                  <a:moveTo>
                    <a:pt x="11891" y="1133"/>
                  </a:moveTo>
                  <a:cubicBezTo>
                    <a:pt x="12202" y="1133"/>
                    <a:pt x="12455" y="1387"/>
                    <a:pt x="12455" y="1701"/>
                  </a:cubicBezTo>
                  <a:lnTo>
                    <a:pt x="12455" y="2265"/>
                  </a:lnTo>
                  <a:lnTo>
                    <a:pt x="1132" y="2265"/>
                  </a:lnTo>
                  <a:lnTo>
                    <a:pt x="1132" y="1701"/>
                  </a:lnTo>
                  <a:cubicBezTo>
                    <a:pt x="1132" y="1387"/>
                    <a:pt x="1386" y="1133"/>
                    <a:pt x="1700" y="1133"/>
                  </a:cubicBezTo>
                  <a:close/>
                  <a:moveTo>
                    <a:pt x="12455" y="3398"/>
                  </a:moveTo>
                  <a:lnTo>
                    <a:pt x="12455" y="14796"/>
                  </a:lnTo>
                  <a:lnTo>
                    <a:pt x="1132" y="14796"/>
                  </a:lnTo>
                  <a:lnTo>
                    <a:pt x="1132" y="3398"/>
                  </a:lnTo>
                  <a:close/>
                  <a:moveTo>
                    <a:pt x="12455" y="15928"/>
                  </a:moveTo>
                  <a:lnTo>
                    <a:pt x="12455" y="17628"/>
                  </a:lnTo>
                  <a:cubicBezTo>
                    <a:pt x="12455" y="17939"/>
                    <a:pt x="12202" y="18193"/>
                    <a:pt x="11891" y="18193"/>
                  </a:cubicBezTo>
                  <a:lnTo>
                    <a:pt x="1700" y="18193"/>
                  </a:lnTo>
                  <a:cubicBezTo>
                    <a:pt x="1386" y="18193"/>
                    <a:pt x="1132" y="17939"/>
                    <a:pt x="1132" y="17628"/>
                  </a:cubicBezTo>
                  <a:lnTo>
                    <a:pt x="1132" y="15928"/>
                  </a:lnTo>
                  <a:close/>
                  <a:moveTo>
                    <a:pt x="1700" y="1"/>
                  </a:moveTo>
                  <a:cubicBezTo>
                    <a:pt x="761" y="1"/>
                    <a:pt x="0" y="762"/>
                    <a:pt x="0" y="1701"/>
                  </a:cubicBezTo>
                  <a:lnTo>
                    <a:pt x="0" y="17628"/>
                  </a:lnTo>
                  <a:cubicBezTo>
                    <a:pt x="0" y="18564"/>
                    <a:pt x="761" y="19325"/>
                    <a:pt x="1700" y="19325"/>
                  </a:cubicBezTo>
                  <a:lnTo>
                    <a:pt x="11891" y="19325"/>
                  </a:lnTo>
                  <a:cubicBezTo>
                    <a:pt x="12827" y="19325"/>
                    <a:pt x="13588" y="18564"/>
                    <a:pt x="13588" y="17628"/>
                  </a:cubicBezTo>
                  <a:lnTo>
                    <a:pt x="13588" y="1701"/>
                  </a:lnTo>
                  <a:cubicBezTo>
                    <a:pt x="13588" y="762"/>
                    <a:pt x="12827" y="1"/>
                    <a:pt x="1189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886" name="Google Shape;1886;p43"/>
            <p:cNvSpPr/>
            <p:nvPr/>
          </p:nvSpPr>
          <p:spPr>
            <a:xfrm>
              <a:off x="3461600" y="3030200"/>
              <a:ext cx="101025" cy="28325"/>
            </a:xfrm>
            <a:custGeom>
              <a:rect b="b" l="l" r="r" t="t"/>
              <a:pathLst>
                <a:path extrusionOk="0" h="1133" w="4041">
                  <a:moveTo>
                    <a:pt x="568" y="1"/>
                  </a:moveTo>
                  <a:cubicBezTo>
                    <a:pt x="254" y="1"/>
                    <a:pt x="1" y="251"/>
                    <a:pt x="1" y="565"/>
                  </a:cubicBezTo>
                  <a:cubicBezTo>
                    <a:pt x="1" y="879"/>
                    <a:pt x="254" y="1133"/>
                    <a:pt x="568" y="1133"/>
                  </a:cubicBezTo>
                  <a:lnTo>
                    <a:pt x="3473" y="1133"/>
                  </a:lnTo>
                  <a:cubicBezTo>
                    <a:pt x="3787" y="1133"/>
                    <a:pt x="4041" y="879"/>
                    <a:pt x="4041" y="565"/>
                  </a:cubicBezTo>
                  <a:cubicBezTo>
                    <a:pt x="4041" y="251"/>
                    <a:pt x="3787" y="1"/>
                    <a:pt x="347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1887" name="Google Shape;1887;p43"/>
          <p:cNvSpPr/>
          <p:nvPr/>
        </p:nvSpPr>
        <p:spPr>
          <a:xfrm>
            <a:off x="7294519" y="2426836"/>
            <a:ext cx="233435" cy="284575"/>
          </a:xfrm>
          <a:custGeom>
            <a:rect b="b" l="l" r="r" t="t"/>
            <a:pathLst>
              <a:path extrusionOk="0" h="19326" w="15853">
                <a:moveTo>
                  <a:pt x="9627" y="1133"/>
                </a:moveTo>
                <a:cubicBezTo>
                  <a:pt x="9938" y="1133"/>
                  <a:pt x="10191" y="1387"/>
                  <a:pt x="10191" y="1701"/>
                </a:cubicBezTo>
                <a:lnTo>
                  <a:pt x="10191" y="2265"/>
                </a:lnTo>
                <a:lnTo>
                  <a:pt x="1133" y="2265"/>
                </a:lnTo>
                <a:lnTo>
                  <a:pt x="1133" y="1701"/>
                </a:lnTo>
                <a:cubicBezTo>
                  <a:pt x="1133" y="1387"/>
                  <a:pt x="1387" y="1133"/>
                  <a:pt x="1701" y="1133"/>
                </a:cubicBezTo>
                <a:close/>
                <a:moveTo>
                  <a:pt x="10191" y="3398"/>
                </a:moveTo>
                <a:lnTo>
                  <a:pt x="10191" y="8063"/>
                </a:lnTo>
                <a:cubicBezTo>
                  <a:pt x="10009" y="7998"/>
                  <a:pt x="9817" y="7965"/>
                  <a:pt x="9625" y="7965"/>
                </a:cubicBezTo>
                <a:cubicBezTo>
                  <a:pt x="9434" y="7965"/>
                  <a:pt x="9242" y="7998"/>
                  <a:pt x="9059" y="8063"/>
                </a:cubicBezTo>
                <a:lnTo>
                  <a:pt x="9059" y="6230"/>
                </a:lnTo>
                <a:cubicBezTo>
                  <a:pt x="9059" y="5291"/>
                  <a:pt x="8298" y="4530"/>
                  <a:pt x="7362" y="4530"/>
                </a:cubicBezTo>
                <a:cubicBezTo>
                  <a:pt x="6423" y="4530"/>
                  <a:pt x="5662" y="5291"/>
                  <a:pt x="5662" y="6230"/>
                </a:cubicBezTo>
                <a:lnTo>
                  <a:pt x="5662" y="10285"/>
                </a:lnTo>
                <a:cubicBezTo>
                  <a:pt x="4346" y="10557"/>
                  <a:pt x="3401" y="11716"/>
                  <a:pt x="3398" y="13060"/>
                </a:cubicBezTo>
                <a:lnTo>
                  <a:pt x="3398" y="14231"/>
                </a:lnTo>
                <a:cubicBezTo>
                  <a:pt x="3398" y="14419"/>
                  <a:pt x="3404" y="14609"/>
                  <a:pt x="3413" y="14796"/>
                </a:cubicBezTo>
                <a:lnTo>
                  <a:pt x="1133" y="14796"/>
                </a:lnTo>
                <a:lnTo>
                  <a:pt x="1133" y="3398"/>
                </a:lnTo>
                <a:close/>
                <a:moveTo>
                  <a:pt x="3543" y="15928"/>
                </a:moveTo>
                <a:cubicBezTo>
                  <a:pt x="3606" y="16312"/>
                  <a:pt x="3694" y="16689"/>
                  <a:pt x="3802" y="17061"/>
                </a:cubicBezTo>
                <a:lnTo>
                  <a:pt x="1701" y="17061"/>
                </a:lnTo>
                <a:cubicBezTo>
                  <a:pt x="1387" y="17061"/>
                  <a:pt x="1133" y="16807"/>
                  <a:pt x="1133" y="16496"/>
                </a:cubicBezTo>
                <a:lnTo>
                  <a:pt x="1133" y="15928"/>
                </a:lnTo>
                <a:close/>
                <a:moveTo>
                  <a:pt x="7362" y="5662"/>
                </a:moveTo>
                <a:cubicBezTo>
                  <a:pt x="7673" y="5662"/>
                  <a:pt x="7927" y="5916"/>
                  <a:pt x="7927" y="6230"/>
                </a:cubicBezTo>
                <a:lnTo>
                  <a:pt x="7927" y="11928"/>
                </a:lnTo>
                <a:cubicBezTo>
                  <a:pt x="7927" y="12242"/>
                  <a:pt x="8181" y="12492"/>
                  <a:pt x="8495" y="12492"/>
                </a:cubicBezTo>
                <a:cubicBezTo>
                  <a:pt x="8806" y="12492"/>
                  <a:pt x="9059" y="12242"/>
                  <a:pt x="9059" y="11928"/>
                </a:cubicBezTo>
                <a:lnTo>
                  <a:pt x="9059" y="9663"/>
                </a:lnTo>
                <a:cubicBezTo>
                  <a:pt x="9059" y="9349"/>
                  <a:pt x="9313" y="9098"/>
                  <a:pt x="9627" y="9098"/>
                </a:cubicBezTo>
                <a:cubicBezTo>
                  <a:pt x="9938" y="9098"/>
                  <a:pt x="10191" y="9349"/>
                  <a:pt x="10191" y="9663"/>
                </a:cubicBezTo>
                <a:lnTo>
                  <a:pt x="10191" y="11928"/>
                </a:lnTo>
                <a:cubicBezTo>
                  <a:pt x="10191" y="12242"/>
                  <a:pt x="10445" y="12492"/>
                  <a:pt x="10759" y="12492"/>
                </a:cubicBezTo>
                <a:cubicBezTo>
                  <a:pt x="11070" y="12492"/>
                  <a:pt x="11324" y="12242"/>
                  <a:pt x="11324" y="11928"/>
                </a:cubicBezTo>
                <a:lnTo>
                  <a:pt x="11324" y="10795"/>
                </a:lnTo>
                <a:cubicBezTo>
                  <a:pt x="11324" y="10481"/>
                  <a:pt x="11577" y="10231"/>
                  <a:pt x="11891" y="10231"/>
                </a:cubicBezTo>
                <a:cubicBezTo>
                  <a:pt x="12202" y="10231"/>
                  <a:pt x="12456" y="10481"/>
                  <a:pt x="12456" y="10795"/>
                </a:cubicBezTo>
                <a:lnTo>
                  <a:pt x="12456" y="13060"/>
                </a:lnTo>
                <a:cubicBezTo>
                  <a:pt x="12456" y="13374"/>
                  <a:pt x="12710" y="13625"/>
                  <a:pt x="13024" y="13625"/>
                </a:cubicBezTo>
                <a:cubicBezTo>
                  <a:pt x="13335" y="13625"/>
                  <a:pt x="13588" y="13374"/>
                  <a:pt x="13588" y="13060"/>
                </a:cubicBezTo>
                <a:lnTo>
                  <a:pt x="13588" y="11928"/>
                </a:lnTo>
                <a:cubicBezTo>
                  <a:pt x="13588" y="11614"/>
                  <a:pt x="13842" y="11363"/>
                  <a:pt x="14156" y="11363"/>
                </a:cubicBezTo>
                <a:cubicBezTo>
                  <a:pt x="14467" y="11363"/>
                  <a:pt x="14721" y="11614"/>
                  <a:pt x="14721" y="11928"/>
                </a:cubicBezTo>
                <a:lnTo>
                  <a:pt x="14721" y="14231"/>
                </a:lnTo>
                <a:cubicBezTo>
                  <a:pt x="14718" y="15602"/>
                  <a:pt x="14407" y="16958"/>
                  <a:pt x="13806" y="18193"/>
                </a:cubicBezTo>
                <a:lnTo>
                  <a:pt x="5448" y="18193"/>
                </a:lnTo>
                <a:cubicBezTo>
                  <a:pt x="4844" y="16958"/>
                  <a:pt x="4533" y="15602"/>
                  <a:pt x="4530" y="14231"/>
                </a:cubicBezTo>
                <a:lnTo>
                  <a:pt x="4530" y="13060"/>
                </a:lnTo>
                <a:cubicBezTo>
                  <a:pt x="4530" y="12341"/>
                  <a:pt x="4983" y="11698"/>
                  <a:pt x="5662" y="11460"/>
                </a:cubicBezTo>
                <a:lnTo>
                  <a:pt x="5662" y="14231"/>
                </a:lnTo>
                <a:cubicBezTo>
                  <a:pt x="5662" y="14542"/>
                  <a:pt x="5916" y="14796"/>
                  <a:pt x="6230" y="14796"/>
                </a:cubicBezTo>
                <a:cubicBezTo>
                  <a:pt x="6541" y="14796"/>
                  <a:pt x="6795" y="14542"/>
                  <a:pt x="6795" y="14231"/>
                </a:cubicBezTo>
                <a:lnTo>
                  <a:pt x="6795" y="6230"/>
                </a:lnTo>
                <a:cubicBezTo>
                  <a:pt x="6795" y="5916"/>
                  <a:pt x="7048" y="5662"/>
                  <a:pt x="7362" y="5662"/>
                </a:cubicBezTo>
                <a:close/>
                <a:moveTo>
                  <a:pt x="1701" y="1"/>
                </a:moveTo>
                <a:cubicBezTo>
                  <a:pt x="762" y="1"/>
                  <a:pt x="1" y="762"/>
                  <a:pt x="1" y="1701"/>
                </a:cubicBezTo>
                <a:lnTo>
                  <a:pt x="1" y="16496"/>
                </a:lnTo>
                <a:cubicBezTo>
                  <a:pt x="1" y="17432"/>
                  <a:pt x="762" y="18193"/>
                  <a:pt x="1701" y="18193"/>
                </a:cubicBezTo>
                <a:lnTo>
                  <a:pt x="4204" y="18193"/>
                </a:lnTo>
                <a:cubicBezTo>
                  <a:pt x="4285" y="18389"/>
                  <a:pt x="4376" y="18582"/>
                  <a:pt x="4470" y="18773"/>
                </a:cubicBezTo>
                <a:lnTo>
                  <a:pt x="4590" y="19011"/>
                </a:lnTo>
                <a:cubicBezTo>
                  <a:pt x="4687" y="19204"/>
                  <a:pt x="4880" y="19325"/>
                  <a:pt x="5098" y="19325"/>
                </a:cubicBezTo>
                <a:lnTo>
                  <a:pt x="14156" y="19325"/>
                </a:lnTo>
                <a:cubicBezTo>
                  <a:pt x="14370" y="19325"/>
                  <a:pt x="14564" y="19204"/>
                  <a:pt x="14660" y="19011"/>
                </a:cubicBezTo>
                <a:lnTo>
                  <a:pt x="14781" y="18773"/>
                </a:lnTo>
                <a:cubicBezTo>
                  <a:pt x="15485" y="17363"/>
                  <a:pt x="15850" y="15808"/>
                  <a:pt x="15853" y="14231"/>
                </a:cubicBezTo>
                <a:lnTo>
                  <a:pt x="15853" y="11928"/>
                </a:lnTo>
                <a:cubicBezTo>
                  <a:pt x="15853" y="10953"/>
                  <a:pt x="15054" y="10228"/>
                  <a:pt x="14155" y="10228"/>
                </a:cubicBezTo>
                <a:cubicBezTo>
                  <a:pt x="13949" y="10228"/>
                  <a:pt x="13737" y="10266"/>
                  <a:pt x="13528" y="10348"/>
                </a:cubicBezTo>
                <a:cubicBezTo>
                  <a:pt x="13326" y="9609"/>
                  <a:pt x="12655" y="9098"/>
                  <a:pt x="11891" y="9098"/>
                </a:cubicBezTo>
                <a:cubicBezTo>
                  <a:pt x="11883" y="9098"/>
                  <a:pt x="11875" y="9098"/>
                  <a:pt x="11867" y="9098"/>
                </a:cubicBezTo>
                <a:cubicBezTo>
                  <a:pt x="11682" y="9098"/>
                  <a:pt x="11497" y="9131"/>
                  <a:pt x="11324" y="9195"/>
                </a:cubicBezTo>
                <a:lnTo>
                  <a:pt x="11324" y="1701"/>
                </a:lnTo>
                <a:cubicBezTo>
                  <a:pt x="11324" y="762"/>
                  <a:pt x="10563" y="1"/>
                  <a:pt x="962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888" name="Google Shape;1888;p43"/>
          <p:cNvSpPr/>
          <p:nvPr/>
        </p:nvSpPr>
        <p:spPr>
          <a:xfrm>
            <a:off x="6832075" y="2447355"/>
            <a:ext cx="284575" cy="266788"/>
          </a:xfrm>
          <a:custGeom>
            <a:rect b="b" l="l" r="r" t="t"/>
            <a:pathLst>
              <a:path extrusionOk="0" h="18118" w="19326">
                <a:moveTo>
                  <a:pt x="17628" y="6794"/>
                </a:moveTo>
                <a:cubicBezTo>
                  <a:pt x="17939" y="6794"/>
                  <a:pt x="18193" y="7048"/>
                  <a:pt x="18193" y="7362"/>
                </a:cubicBezTo>
                <a:lnTo>
                  <a:pt x="18193" y="7927"/>
                </a:lnTo>
                <a:lnTo>
                  <a:pt x="12532" y="7927"/>
                </a:lnTo>
                <a:lnTo>
                  <a:pt x="12532" y="7362"/>
                </a:lnTo>
                <a:cubicBezTo>
                  <a:pt x="12532" y="7048"/>
                  <a:pt x="12785" y="6794"/>
                  <a:pt x="13099" y="6794"/>
                </a:cubicBezTo>
                <a:close/>
                <a:moveTo>
                  <a:pt x="17628" y="1133"/>
                </a:moveTo>
                <a:cubicBezTo>
                  <a:pt x="17939" y="1133"/>
                  <a:pt x="18193" y="1387"/>
                  <a:pt x="18193" y="1701"/>
                </a:cubicBezTo>
                <a:lnTo>
                  <a:pt x="18193" y="5759"/>
                </a:lnTo>
                <a:cubicBezTo>
                  <a:pt x="18012" y="5695"/>
                  <a:pt x="17819" y="5662"/>
                  <a:pt x="17628" y="5662"/>
                </a:cubicBezTo>
                <a:lnTo>
                  <a:pt x="13099" y="5662"/>
                </a:lnTo>
                <a:cubicBezTo>
                  <a:pt x="12160" y="5662"/>
                  <a:pt x="11399" y="6423"/>
                  <a:pt x="11399" y="7362"/>
                </a:cubicBezTo>
                <a:lnTo>
                  <a:pt x="11399" y="11324"/>
                </a:lnTo>
                <a:lnTo>
                  <a:pt x="1133" y="11324"/>
                </a:lnTo>
                <a:lnTo>
                  <a:pt x="1133" y="1701"/>
                </a:lnTo>
                <a:cubicBezTo>
                  <a:pt x="1133" y="1387"/>
                  <a:pt x="1387" y="1133"/>
                  <a:pt x="1701" y="1133"/>
                </a:cubicBezTo>
                <a:close/>
                <a:moveTo>
                  <a:pt x="11399" y="12456"/>
                </a:moveTo>
                <a:lnTo>
                  <a:pt x="11399" y="13588"/>
                </a:lnTo>
                <a:lnTo>
                  <a:pt x="1701" y="13588"/>
                </a:lnTo>
                <a:cubicBezTo>
                  <a:pt x="1387" y="13588"/>
                  <a:pt x="1133" y="13335"/>
                  <a:pt x="1133" y="13024"/>
                </a:cubicBezTo>
                <a:lnTo>
                  <a:pt x="1133" y="12456"/>
                </a:lnTo>
                <a:close/>
                <a:moveTo>
                  <a:pt x="18193" y="9059"/>
                </a:moveTo>
                <a:lnTo>
                  <a:pt x="18193" y="14720"/>
                </a:lnTo>
                <a:lnTo>
                  <a:pt x="12532" y="14720"/>
                </a:lnTo>
                <a:lnTo>
                  <a:pt x="12532" y="9059"/>
                </a:lnTo>
                <a:close/>
                <a:moveTo>
                  <a:pt x="11399" y="14720"/>
                </a:moveTo>
                <a:lnTo>
                  <a:pt x="11399" y="16420"/>
                </a:lnTo>
                <a:cubicBezTo>
                  <a:pt x="11399" y="16611"/>
                  <a:pt x="11432" y="16804"/>
                  <a:pt x="11496" y="16985"/>
                </a:cubicBezTo>
                <a:lnTo>
                  <a:pt x="7051" y="16985"/>
                </a:lnTo>
                <a:lnTo>
                  <a:pt x="7806" y="14720"/>
                </a:lnTo>
                <a:close/>
                <a:moveTo>
                  <a:pt x="18193" y="15853"/>
                </a:moveTo>
                <a:lnTo>
                  <a:pt x="18193" y="16420"/>
                </a:lnTo>
                <a:cubicBezTo>
                  <a:pt x="18193" y="16731"/>
                  <a:pt x="17939" y="16985"/>
                  <a:pt x="17628" y="16985"/>
                </a:cubicBezTo>
                <a:lnTo>
                  <a:pt x="13099" y="16985"/>
                </a:lnTo>
                <a:cubicBezTo>
                  <a:pt x="12785" y="16985"/>
                  <a:pt x="12532" y="16731"/>
                  <a:pt x="12532" y="16420"/>
                </a:cubicBezTo>
                <a:lnTo>
                  <a:pt x="12532" y="15853"/>
                </a:lnTo>
                <a:close/>
                <a:moveTo>
                  <a:pt x="1701" y="1"/>
                </a:moveTo>
                <a:cubicBezTo>
                  <a:pt x="762" y="1"/>
                  <a:pt x="1" y="762"/>
                  <a:pt x="1" y="1701"/>
                </a:cubicBezTo>
                <a:lnTo>
                  <a:pt x="1" y="13024"/>
                </a:lnTo>
                <a:cubicBezTo>
                  <a:pt x="1" y="13960"/>
                  <a:pt x="762" y="14720"/>
                  <a:pt x="1701" y="14720"/>
                </a:cubicBezTo>
                <a:lnTo>
                  <a:pt x="6613" y="14720"/>
                </a:lnTo>
                <a:lnTo>
                  <a:pt x="5859" y="16985"/>
                </a:lnTo>
                <a:lnTo>
                  <a:pt x="4002" y="16985"/>
                </a:lnTo>
                <a:cubicBezTo>
                  <a:pt x="3688" y="16985"/>
                  <a:pt x="3437" y="17239"/>
                  <a:pt x="3437" y="17553"/>
                </a:cubicBezTo>
                <a:cubicBezTo>
                  <a:pt x="3437" y="17864"/>
                  <a:pt x="3688" y="18117"/>
                  <a:pt x="4002" y="18117"/>
                </a:cubicBezTo>
                <a:lnTo>
                  <a:pt x="17628" y="18117"/>
                </a:lnTo>
                <a:cubicBezTo>
                  <a:pt x="18564" y="18117"/>
                  <a:pt x="19325" y="17356"/>
                  <a:pt x="19325" y="16420"/>
                </a:cubicBezTo>
                <a:lnTo>
                  <a:pt x="19325" y="1701"/>
                </a:lnTo>
                <a:cubicBezTo>
                  <a:pt x="19325" y="762"/>
                  <a:pt x="18564" y="1"/>
                  <a:pt x="1762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889" name="Google Shape;1889;p43"/>
          <p:cNvSpPr/>
          <p:nvPr/>
        </p:nvSpPr>
        <p:spPr>
          <a:xfrm>
            <a:off x="6394547" y="2449255"/>
            <a:ext cx="284575" cy="266788"/>
          </a:xfrm>
          <a:custGeom>
            <a:rect b="b" l="l" r="r" t="t"/>
            <a:pathLst>
              <a:path extrusionOk="0" h="18118" w="19326">
                <a:moveTo>
                  <a:pt x="17628" y="1133"/>
                </a:moveTo>
                <a:cubicBezTo>
                  <a:pt x="17939" y="1133"/>
                  <a:pt x="18193" y="1387"/>
                  <a:pt x="18193" y="1701"/>
                </a:cubicBezTo>
                <a:lnTo>
                  <a:pt x="18193" y="11324"/>
                </a:lnTo>
                <a:lnTo>
                  <a:pt x="1133" y="11324"/>
                </a:lnTo>
                <a:lnTo>
                  <a:pt x="1133" y="1701"/>
                </a:lnTo>
                <a:cubicBezTo>
                  <a:pt x="1133" y="1387"/>
                  <a:pt x="1387" y="1133"/>
                  <a:pt x="1701" y="1133"/>
                </a:cubicBezTo>
                <a:close/>
                <a:moveTo>
                  <a:pt x="18193" y="12456"/>
                </a:moveTo>
                <a:lnTo>
                  <a:pt x="18193" y="13024"/>
                </a:lnTo>
                <a:cubicBezTo>
                  <a:pt x="18193" y="13335"/>
                  <a:pt x="17939" y="13588"/>
                  <a:pt x="17628" y="13588"/>
                </a:cubicBezTo>
                <a:lnTo>
                  <a:pt x="1701" y="13588"/>
                </a:lnTo>
                <a:cubicBezTo>
                  <a:pt x="1387" y="13588"/>
                  <a:pt x="1133" y="13335"/>
                  <a:pt x="1133" y="13024"/>
                </a:cubicBezTo>
                <a:lnTo>
                  <a:pt x="1133" y="12456"/>
                </a:lnTo>
                <a:close/>
                <a:moveTo>
                  <a:pt x="11520" y="14720"/>
                </a:moveTo>
                <a:lnTo>
                  <a:pt x="12275" y="16985"/>
                </a:lnTo>
                <a:lnTo>
                  <a:pt x="7051" y="16985"/>
                </a:lnTo>
                <a:lnTo>
                  <a:pt x="7806" y="14720"/>
                </a:lnTo>
                <a:close/>
                <a:moveTo>
                  <a:pt x="1701" y="1"/>
                </a:moveTo>
                <a:cubicBezTo>
                  <a:pt x="762" y="1"/>
                  <a:pt x="1" y="762"/>
                  <a:pt x="1" y="1701"/>
                </a:cubicBezTo>
                <a:lnTo>
                  <a:pt x="1" y="13024"/>
                </a:lnTo>
                <a:cubicBezTo>
                  <a:pt x="1" y="13960"/>
                  <a:pt x="762" y="14720"/>
                  <a:pt x="1701" y="14720"/>
                </a:cubicBezTo>
                <a:lnTo>
                  <a:pt x="6614" y="14720"/>
                </a:lnTo>
                <a:lnTo>
                  <a:pt x="5859" y="16985"/>
                </a:lnTo>
                <a:lnTo>
                  <a:pt x="4002" y="16985"/>
                </a:lnTo>
                <a:cubicBezTo>
                  <a:pt x="3688" y="16985"/>
                  <a:pt x="3437" y="17239"/>
                  <a:pt x="3437" y="17553"/>
                </a:cubicBezTo>
                <a:cubicBezTo>
                  <a:pt x="3437" y="17864"/>
                  <a:pt x="3688" y="18117"/>
                  <a:pt x="4002" y="18117"/>
                </a:cubicBezTo>
                <a:lnTo>
                  <a:pt x="15325" y="18117"/>
                </a:lnTo>
                <a:cubicBezTo>
                  <a:pt x="15639" y="18117"/>
                  <a:pt x="15889" y="17864"/>
                  <a:pt x="15889" y="17553"/>
                </a:cubicBezTo>
                <a:cubicBezTo>
                  <a:pt x="15889" y="17239"/>
                  <a:pt x="15639" y="16985"/>
                  <a:pt x="15325" y="16985"/>
                </a:cubicBezTo>
                <a:lnTo>
                  <a:pt x="13468" y="16985"/>
                </a:lnTo>
                <a:lnTo>
                  <a:pt x="12713" y="14720"/>
                </a:lnTo>
                <a:lnTo>
                  <a:pt x="17628" y="14720"/>
                </a:lnTo>
                <a:cubicBezTo>
                  <a:pt x="18565" y="14720"/>
                  <a:pt x="19325" y="13960"/>
                  <a:pt x="19325" y="13024"/>
                </a:cubicBezTo>
                <a:lnTo>
                  <a:pt x="19325" y="1701"/>
                </a:lnTo>
                <a:cubicBezTo>
                  <a:pt x="19325" y="762"/>
                  <a:pt x="18565" y="1"/>
                  <a:pt x="1762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1890" name="Google Shape;1890;p43"/>
          <p:cNvGrpSpPr/>
          <p:nvPr/>
        </p:nvGrpSpPr>
        <p:grpSpPr>
          <a:xfrm>
            <a:off x="2027931" y="4181506"/>
            <a:ext cx="283986" cy="283810"/>
            <a:chOff x="5648900" y="2616600"/>
            <a:chExt cx="482150" cy="481850"/>
          </a:xfrm>
        </p:grpSpPr>
        <p:sp>
          <p:nvSpPr>
            <p:cNvPr id="1891" name="Google Shape;1891;p43"/>
            <p:cNvSpPr/>
            <p:nvPr/>
          </p:nvSpPr>
          <p:spPr>
            <a:xfrm>
              <a:off x="5811500" y="2777025"/>
              <a:ext cx="156875" cy="148275"/>
            </a:xfrm>
            <a:custGeom>
              <a:rect b="b" l="l" r="r" t="t"/>
              <a:pathLst>
                <a:path extrusionOk="0" h="5931" w="6275">
                  <a:moveTo>
                    <a:pt x="3137" y="1265"/>
                  </a:moveTo>
                  <a:lnTo>
                    <a:pt x="4994" y="2615"/>
                  </a:lnTo>
                  <a:lnTo>
                    <a:pt x="4285" y="4798"/>
                  </a:lnTo>
                  <a:lnTo>
                    <a:pt x="1990" y="4798"/>
                  </a:lnTo>
                  <a:lnTo>
                    <a:pt x="1280" y="2615"/>
                  </a:lnTo>
                  <a:lnTo>
                    <a:pt x="3137" y="1265"/>
                  </a:lnTo>
                  <a:close/>
                  <a:moveTo>
                    <a:pt x="3137" y="0"/>
                  </a:moveTo>
                  <a:cubicBezTo>
                    <a:pt x="3020" y="0"/>
                    <a:pt x="2903" y="37"/>
                    <a:pt x="2805" y="109"/>
                  </a:cubicBezTo>
                  <a:lnTo>
                    <a:pt x="281" y="1942"/>
                  </a:lnTo>
                  <a:cubicBezTo>
                    <a:pt x="85" y="2087"/>
                    <a:pt x="0" y="2340"/>
                    <a:pt x="76" y="2573"/>
                  </a:cubicBezTo>
                  <a:lnTo>
                    <a:pt x="1039" y="5541"/>
                  </a:lnTo>
                  <a:cubicBezTo>
                    <a:pt x="1117" y="5773"/>
                    <a:pt x="1335" y="5930"/>
                    <a:pt x="1579" y="5930"/>
                  </a:cubicBezTo>
                  <a:lnTo>
                    <a:pt x="4695" y="5930"/>
                  </a:lnTo>
                  <a:cubicBezTo>
                    <a:pt x="4943" y="5930"/>
                    <a:pt x="5160" y="5773"/>
                    <a:pt x="5236" y="5541"/>
                  </a:cubicBezTo>
                  <a:lnTo>
                    <a:pt x="6199" y="2573"/>
                  </a:lnTo>
                  <a:cubicBezTo>
                    <a:pt x="6275" y="2340"/>
                    <a:pt x="6190" y="2087"/>
                    <a:pt x="5994" y="1942"/>
                  </a:cubicBezTo>
                  <a:lnTo>
                    <a:pt x="3469" y="109"/>
                  </a:lnTo>
                  <a:cubicBezTo>
                    <a:pt x="3371" y="37"/>
                    <a:pt x="3254" y="0"/>
                    <a:pt x="31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892" name="Google Shape;1892;p43"/>
            <p:cNvSpPr/>
            <p:nvPr/>
          </p:nvSpPr>
          <p:spPr>
            <a:xfrm>
              <a:off x="5648900" y="2616600"/>
              <a:ext cx="482150" cy="481850"/>
            </a:xfrm>
            <a:custGeom>
              <a:rect b="b" l="l" r="r" t="t"/>
              <a:pathLst>
                <a:path extrusionOk="0" h="19274" w="19286">
                  <a:moveTo>
                    <a:pt x="9641" y="1133"/>
                  </a:moveTo>
                  <a:cubicBezTo>
                    <a:pt x="9936" y="1133"/>
                    <a:pt x="10230" y="1148"/>
                    <a:pt x="10523" y="1179"/>
                  </a:cubicBezTo>
                  <a:cubicBezTo>
                    <a:pt x="10547" y="1182"/>
                    <a:pt x="10571" y="1185"/>
                    <a:pt x="10595" y="1185"/>
                  </a:cubicBezTo>
                  <a:cubicBezTo>
                    <a:pt x="10641" y="1191"/>
                    <a:pt x="10686" y="1197"/>
                    <a:pt x="10731" y="1203"/>
                  </a:cubicBezTo>
                  <a:cubicBezTo>
                    <a:pt x="10958" y="1230"/>
                    <a:pt x="11181" y="1269"/>
                    <a:pt x="11402" y="1314"/>
                  </a:cubicBezTo>
                  <a:lnTo>
                    <a:pt x="11501" y="1622"/>
                  </a:lnTo>
                  <a:lnTo>
                    <a:pt x="9644" y="2969"/>
                  </a:lnTo>
                  <a:lnTo>
                    <a:pt x="7787" y="1622"/>
                  </a:lnTo>
                  <a:lnTo>
                    <a:pt x="7887" y="1314"/>
                  </a:lnTo>
                  <a:cubicBezTo>
                    <a:pt x="8038" y="1281"/>
                    <a:pt x="8192" y="1254"/>
                    <a:pt x="8349" y="1230"/>
                  </a:cubicBezTo>
                  <a:lnTo>
                    <a:pt x="8352" y="1230"/>
                  </a:lnTo>
                  <a:cubicBezTo>
                    <a:pt x="8418" y="1221"/>
                    <a:pt x="8488" y="1209"/>
                    <a:pt x="8554" y="1203"/>
                  </a:cubicBezTo>
                  <a:cubicBezTo>
                    <a:pt x="8606" y="1194"/>
                    <a:pt x="8660" y="1188"/>
                    <a:pt x="8714" y="1185"/>
                  </a:cubicBezTo>
                  <a:lnTo>
                    <a:pt x="8760" y="1179"/>
                  </a:lnTo>
                  <a:cubicBezTo>
                    <a:pt x="9053" y="1148"/>
                    <a:pt x="9347" y="1133"/>
                    <a:pt x="9641" y="1133"/>
                  </a:cubicBezTo>
                  <a:close/>
                  <a:moveTo>
                    <a:pt x="2591" y="5394"/>
                  </a:moveTo>
                  <a:lnTo>
                    <a:pt x="3300" y="7577"/>
                  </a:lnTo>
                  <a:lnTo>
                    <a:pt x="1444" y="8926"/>
                  </a:lnTo>
                  <a:lnTo>
                    <a:pt x="1184" y="8736"/>
                  </a:lnTo>
                  <a:cubicBezTo>
                    <a:pt x="1187" y="8700"/>
                    <a:pt x="1193" y="8661"/>
                    <a:pt x="1199" y="8621"/>
                  </a:cubicBezTo>
                  <a:cubicBezTo>
                    <a:pt x="1202" y="8594"/>
                    <a:pt x="1205" y="8567"/>
                    <a:pt x="1208" y="8540"/>
                  </a:cubicBezTo>
                  <a:cubicBezTo>
                    <a:pt x="1211" y="8498"/>
                    <a:pt x="1220" y="8455"/>
                    <a:pt x="1226" y="8413"/>
                  </a:cubicBezTo>
                  <a:cubicBezTo>
                    <a:pt x="1229" y="8383"/>
                    <a:pt x="1232" y="8353"/>
                    <a:pt x="1238" y="8326"/>
                  </a:cubicBezTo>
                  <a:cubicBezTo>
                    <a:pt x="1244" y="8286"/>
                    <a:pt x="1250" y="8247"/>
                    <a:pt x="1256" y="8208"/>
                  </a:cubicBezTo>
                  <a:cubicBezTo>
                    <a:pt x="1265" y="8169"/>
                    <a:pt x="1268" y="8141"/>
                    <a:pt x="1274" y="8108"/>
                  </a:cubicBezTo>
                  <a:cubicBezTo>
                    <a:pt x="1280" y="8075"/>
                    <a:pt x="1290" y="8036"/>
                    <a:pt x="1296" y="7999"/>
                  </a:cubicBezTo>
                  <a:cubicBezTo>
                    <a:pt x="1302" y="7966"/>
                    <a:pt x="1308" y="7930"/>
                    <a:pt x="1317" y="7894"/>
                  </a:cubicBezTo>
                  <a:cubicBezTo>
                    <a:pt x="1323" y="7861"/>
                    <a:pt x="1332" y="7824"/>
                    <a:pt x="1338" y="7791"/>
                  </a:cubicBezTo>
                  <a:cubicBezTo>
                    <a:pt x="1347" y="7755"/>
                    <a:pt x="1356" y="7719"/>
                    <a:pt x="1362" y="7682"/>
                  </a:cubicBezTo>
                  <a:cubicBezTo>
                    <a:pt x="1371" y="7649"/>
                    <a:pt x="1380" y="7613"/>
                    <a:pt x="1389" y="7577"/>
                  </a:cubicBezTo>
                  <a:cubicBezTo>
                    <a:pt x="1398" y="7541"/>
                    <a:pt x="1407" y="7510"/>
                    <a:pt x="1413" y="7477"/>
                  </a:cubicBezTo>
                  <a:cubicBezTo>
                    <a:pt x="1425" y="7441"/>
                    <a:pt x="1434" y="7399"/>
                    <a:pt x="1447" y="7359"/>
                  </a:cubicBezTo>
                  <a:cubicBezTo>
                    <a:pt x="1456" y="7332"/>
                    <a:pt x="1462" y="7305"/>
                    <a:pt x="1471" y="7278"/>
                  </a:cubicBezTo>
                  <a:cubicBezTo>
                    <a:pt x="1483" y="7233"/>
                    <a:pt x="1495" y="7187"/>
                    <a:pt x="1510" y="7142"/>
                  </a:cubicBezTo>
                  <a:cubicBezTo>
                    <a:pt x="1516" y="7124"/>
                    <a:pt x="1522" y="7106"/>
                    <a:pt x="1528" y="7085"/>
                  </a:cubicBezTo>
                  <a:cubicBezTo>
                    <a:pt x="1546" y="7030"/>
                    <a:pt x="1561" y="6976"/>
                    <a:pt x="1579" y="6925"/>
                  </a:cubicBezTo>
                  <a:lnTo>
                    <a:pt x="1588" y="6900"/>
                  </a:lnTo>
                  <a:cubicBezTo>
                    <a:pt x="1767" y="6375"/>
                    <a:pt x="1996" y="5871"/>
                    <a:pt x="2274" y="5394"/>
                  </a:cubicBezTo>
                  <a:close/>
                  <a:moveTo>
                    <a:pt x="17012" y="5394"/>
                  </a:moveTo>
                  <a:cubicBezTo>
                    <a:pt x="17253" y="5813"/>
                    <a:pt x="17462" y="6257"/>
                    <a:pt x="17628" y="6713"/>
                  </a:cubicBezTo>
                  <a:lnTo>
                    <a:pt x="17628" y="6719"/>
                  </a:lnTo>
                  <a:cubicBezTo>
                    <a:pt x="17649" y="6774"/>
                    <a:pt x="17670" y="6831"/>
                    <a:pt x="17688" y="6888"/>
                  </a:cubicBezTo>
                  <a:cubicBezTo>
                    <a:pt x="17694" y="6906"/>
                    <a:pt x="17700" y="6922"/>
                    <a:pt x="17706" y="6937"/>
                  </a:cubicBezTo>
                  <a:cubicBezTo>
                    <a:pt x="17721" y="6982"/>
                    <a:pt x="17736" y="7027"/>
                    <a:pt x="17749" y="7072"/>
                  </a:cubicBezTo>
                  <a:cubicBezTo>
                    <a:pt x="17758" y="7103"/>
                    <a:pt x="17767" y="7130"/>
                    <a:pt x="17776" y="7157"/>
                  </a:cubicBezTo>
                  <a:cubicBezTo>
                    <a:pt x="17788" y="7196"/>
                    <a:pt x="17797" y="7230"/>
                    <a:pt x="17809" y="7266"/>
                  </a:cubicBezTo>
                  <a:cubicBezTo>
                    <a:pt x="17818" y="7305"/>
                    <a:pt x="17830" y="7341"/>
                    <a:pt x="17839" y="7377"/>
                  </a:cubicBezTo>
                  <a:cubicBezTo>
                    <a:pt x="17848" y="7408"/>
                    <a:pt x="17857" y="7438"/>
                    <a:pt x="17863" y="7468"/>
                  </a:cubicBezTo>
                  <a:cubicBezTo>
                    <a:pt x="17875" y="7510"/>
                    <a:pt x="17887" y="7553"/>
                    <a:pt x="17896" y="7598"/>
                  </a:cubicBezTo>
                  <a:lnTo>
                    <a:pt x="17915" y="7673"/>
                  </a:lnTo>
                  <a:cubicBezTo>
                    <a:pt x="17927" y="7722"/>
                    <a:pt x="17936" y="7767"/>
                    <a:pt x="17948" y="7812"/>
                  </a:cubicBezTo>
                  <a:lnTo>
                    <a:pt x="17963" y="7885"/>
                  </a:lnTo>
                  <a:cubicBezTo>
                    <a:pt x="17972" y="7933"/>
                    <a:pt x="17981" y="7978"/>
                    <a:pt x="17990" y="8027"/>
                  </a:cubicBezTo>
                  <a:cubicBezTo>
                    <a:pt x="17996" y="8051"/>
                    <a:pt x="18002" y="8075"/>
                    <a:pt x="18005" y="8099"/>
                  </a:cubicBezTo>
                  <a:cubicBezTo>
                    <a:pt x="18014" y="8144"/>
                    <a:pt x="18020" y="8193"/>
                    <a:pt x="18029" y="8238"/>
                  </a:cubicBezTo>
                  <a:cubicBezTo>
                    <a:pt x="18032" y="8265"/>
                    <a:pt x="18038" y="8289"/>
                    <a:pt x="18041" y="8317"/>
                  </a:cubicBezTo>
                  <a:cubicBezTo>
                    <a:pt x="18050" y="8362"/>
                    <a:pt x="18057" y="8404"/>
                    <a:pt x="18063" y="8449"/>
                  </a:cubicBezTo>
                  <a:cubicBezTo>
                    <a:pt x="18066" y="8477"/>
                    <a:pt x="18069" y="8507"/>
                    <a:pt x="18075" y="8534"/>
                  </a:cubicBezTo>
                  <a:cubicBezTo>
                    <a:pt x="18078" y="8576"/>
                    <a:pt x="18084" y="8621"/>
                    <a:pt x="18090" y="8664"/>
                  </a:cubicBezTo>
                  <a:cubicBezTo>
                    <a:pt x="18093" y="8688"/>
                    <a:pt x="18096" y="8712"/>
                    <a:pt x="18096" y="8739"/>
                  </a:cubicBezTo>
                  <a:lnTo>
                    <a:pt x="17836" y="8926"/>
                  </a:lnTo>
                  <a:lnTo>
                    <a:pt x="15979" y="7580"/>
                  </a:lnTo>
                  <a:lnTo>
                    <a:pt x="16689" y="5397"/>
                  </a:lnTo>
                  <a:lnTo>
                    <a:pt x="17012" y="5394"/>
                  </a:lnTo>
                  <a:close/>
                  <a:moveTo>
                    <a:pt x="5722" y="15029"/>
                  </a:moveTo>
                  <a:lnTo>
                    <a:pt x="6432" y="17212"/>
                  </a:lnTo>
                  <a:lnTo>
                    <a:pt x="6172" y="17402"/>
                  </a:lnTo>
                  <a:cubicBezTo>
                    <a:pt x="5091" y="16916"/>
                    <a:pt x="4125" y="16209"/>
                    <a:pt x="3331" y="15331"/>
                  </a:cubicBezTo>
                  <a:lnTo>
                    <a:pt x="3427" y="15029"/>
                  </a:lnTo>
                  <a:close/>
                  <a:moveTo>
                    <a:pt x="15855" y="15029"/>
                  </a:moveTo>
                  <a:lnTo>
                    <a:pt x="15952" y="15331"/>
                  </a:lnTo>
                  <a:cubicBezTo>
                    <a:pt x="15158" y="16209"/>
                    <a:pt x="14192" y="16916"/>
                    <a:pt x="13111" y="17402"/>
                  </a:cubicBezTo>
                  <a:lnTo>
                    <a:pt x="12851" y="17212"/>
                  </a:lnTo>
                  <a:lnTo>
                    <a:pt x="13561" y="15029"/>
                  </a:lnTo>
                  <a:close/>
                  <a:moveTo>
                    <a:pt x="6571" y="1707"/>
                  </a:moveTo>
                  <a:cubicBezTo>
                    <a:pt x="6516" y="1927"/>
                    <a:pt x="6604" y="2160"/>
                    <a:pt x="6788" y="2296"/>
                  </a:cubicBezTo>
                  <a:lnTo>
                    <a:pt x="9309" y="4129"/>
                  </a:lnTo>
                  <a:cubicBezTo>
                    <a:pt x="9409" y="4199"/>
                    <a:pt x="9526" y="4235"/>
                    <a:pt x="9643" y="4235"/>
                  </a:cubicBezTo>
                  <a:cubicBezTo>
                    <a:pt x="9760" y="4235"/>
                    <a:pt x="9877" y="4199"/>
                    <a:pt x="9976" y="4129"/>
                  </a:cubicBezTo>
                  <a:lnTo>
                    <a:pt x="12498" y="2296"/>
                  </a:lnTo>
                  <a:cubicBezTo>
                    <a:pt x="12682" y="2160"/>
                    <a:pt x="12769" y="1927"/>
                    <a:pt x="12715" y="1707"/>
                  </a:cubicBezTo>
                  <a:lnTo>
                    <a:pt x="12715" y="1707"/>
                  </a:lnTo>
                  <a:cubicBezTo>
                    <a:pt x="14089" y="2241"/>
                    <a:pt x="15300" y="3123"/>
                    <a:pt x="16230" y="4264"/>
                  </a:cubicBezTo>
                  <a:cubicBezTo>
                    <a:pt x="16003" y="4283"/>
                    <a:pt x="15813" y="4437"/>
                    <a:pt x="15744" y="4651"/>
                  </a:cubicBezTo>
                  <a:lnTo>
                    <a:pt x="14777" y="7616"/>
                  </a:lnTo>
                  <a:cubicBezTo>
                    <a:pt x="14702" y="7852"/>
                    <a:pt x="14786" y="8105"/>
                    <a:pt x="14986" y="8250"/>
                  </a:cubicBezTo>
                  <a:lnTo>
                    <a:pt x="17507" y="10083"/>
                  </a:lnTo>
                  <a:cubicBezTo>
                    <a:pt x="17605" y="10155"/>
                    <a:pt x="17721" y="10192"/>
                    <a:pt x="17838" y="10192"/>
                  </a:cubicBezTo>
                  <a:cubicBezTo>
                    <a:pt x="17940" y="10192"/>
                    <a:pt x="18043" y="10164"/>
                    <a:pt x="18135" y="10107"/>
                  </a:cubicBezTo>
                  <a:lnTo>
                    <a:pt x="18135" y="10107"/>
                  </a:lnTo>
                  <a:cubicBezTo>
                    <a:pt x="18053" y="11581"/>
                    <a:pt x="17592" y="13006"/>
                    <a:pt x="16788" y="14244"/>
                  </a:cubicBezTo>
                  <a:cubicBezTo>
                    <a:pt x="16701" y="14032"/>
                    <a:pt x="16495" y="13896"/>
                    <a:pt x="16269" y="13896"/>
                  </a:cubicBezTo>
                  <a:lnTo>
                    <a:pt x="13150" y="13896"/>
                  </a:lnTo>
                  <a:cubicBezTo>
                    <a:pt x="12905" y="13896"/>
                    <a:pt x="12688" y="14053"/>
                    <a:pt x="12612" y="14289"/>
                  </a:cubicBezTo>
                  <a:lnTo>
                    <a:pt x="11649" y="17254"/>
                  </a:lnTo>
                  <a:cubicBezTo>
                    <a:pt x="11577" y="17471"/>
                    <a:pt x="11646" y="17710"/>
                    <a:pt x="11818" y="17858"/>
                  </a:cubicBezTo>
                  <a:cubicBezTo>
                    <a:pt x="11106" y="18045"/>
                    <a:pt x="10374" y="18139"/>
                    <a:pt x="9643" y="18139"/>
                  </a:cubicBezTo>
                  <a:cubicBezTo>
                    <a:pt x="8911" y="18139"/>
                    <a:pt x="8180" y="18045"/>
                    <a:pt x="7467" y="17858"/>
                  </a:cubicBezTo>
                  <a:cubicBezTo>
                    <a:pt x="7639" y="17710"/>
                    <a:pt x="7709" y="17471"/>
                    <a:pt x="7636" y="17254"/>
                  </a:cubicBezTo>
                  <a:lnTo>
                    <a:pt x="6673" y="14289"/>
                  </a:lnTo>
                  <a:cubicBezTo>
                    <a:pt x="6598" y="14053"/>
                    <a:pt x="6380" y="13896"/>
                    <a:pt x="6136" y="13896"/>
                  </a:cubicBezTo>
                  <a:lnTo>
                    <a:pt x="3020" y="13896"/>
                  </a:lnTo>
                  <a:cubicBezTo>
                    <a:pt x="2790" y="13896"/>
                    <a:pt x="2585" y="14032"/>
                    <a:pt x="2497" y="14244"/>
                  </a:cubicBezTo>
                  <a:cubicBezTo>
                    <a:pt x="1694" y="13006"/>
                    <a:pt x="1229" y="11581"/>
                    <a:pt x="1151" y="10107"/>
                  </a:cubicBezTo>
                  <a:lnTo>
                    <a:pt x="1151" y="10107"/>
                  </a:lnTo>
                  <a:cubicBezTo>
                    <a:pt x="1240" y="10163"/>
                    <a:pt x="1342" y="10191"/>
                    <a:pt x="1443" y="10191"/>
                  </a:cubicBezTo>
                  <a:cubicBezTo>
                    <a:pt x="1560" y="10191"/>
                    <a:pt x="1677" y="10154"/>
                    <a:pt x="1776" y="10083"/>
                  </a:cubicBezTo>
                  <a:lnTo>
                    <a:pt x="4300" y="8250"/>
                  </a:lnTo>
                  <a:cubicBezTo>
                    <a:pt x="4496" y="8105"/>
                    <a:pt x="4581" y="7852"/>
                    <a:pt x="4505" y="7616"/>
                  </a:cubicBezTo>
                  <a:lnTo>
                    <a:pt x="3542" y="4654"/>
                  </a:lnTo>
                  <a:cubicBezTo>
                    <a:pt x="3473" y="4440"/>
                    <a:pt x="3279" y="4286"/>
                    <a:pt x="3053" y="4264"/>
                  </a:cubicBezTo>
                  <a:cubicBezTo>
                    <a:pt x="3986" y="3123"/>
                    <a:pt x="5197" y="2241"/>
                    <a:pt x="6568" y="1707"/>
                  </a:cubicBezTo>
                  <a:close/>
                  <a:moveTo>
                    <a:pt x="9641" y="1"/>
                  </a:moveTo>
                  <a:cubicBezTo>
                    <a:pt x="9566" y="1"/>
                    <a:pt x="9490" y="1"/>
                    <a:pt x="9412" y="4"/>
                  </a:cubicBezTo>
                  <a:lnTo>
                    <a:pt x="9394" y="4"/>
                  </a:lnTo>
                  <a:cubicBezTo>
                    <a:pt x="9318" y="7"/>
                    <a:pt x="9246" y="7"/>
                    <a:pt x="9173" y="13"/>
                  </a:cubicBezTo>
                  <a:lnTo>
                    <a:pt x="9137" y="13"/>
                  </a:lnTo>
                  <a:cubicBezTo>
                    <a:pt x="9077" y="16"/>
                    <a:pt x="9019" y="19"/>
                    <a:pt x="8959" y="22"/>
                  </a:cubicBezTo>
                  <a:lnTo>
                    <a:pt x="8908" y="25"/>
                  </a:lnTo>
                  <a:cubicBezTo>
                    <a:pt x="8850" y="31"/>
                    <a:pt x="8790" y="37"/>
                    <a:pt x="8732" y="40"/>
                  </a:cubicBezTo>
                  <a:lnTo>
                    <a:pt x="8630" y="52"/>
                  </a:lnTo>
                  <a:lnTo>
                    <a:pt x="8551" y="61"/>
                  </a:lnTo>
                  <a:cubicBezTo>
                    <a:pt x="8476" y="67"/>
                    <a:pt x="8400" y="76"/>
                    <a:pt x="8325" y="88"/>
                  </a:cubicBezTo>
                  <a:lnTo>
                    <a:pt x="8313" y="88"/>
                  </a:lnTo>
                  <a:cubicBezTo>
                    <a:pt x="3965" y="695"/>
                    <a:pt x="574" y="4162"/>
                    <a:pt x="67" y="8522"/>
                  </a:cubicBezTo>
                  <a:lnTo>
                    <a:pt x="67" y="8525"/>
                  </a:lnTo>
                  <a:lnTo>
                    <a:pt x="67" y="8537"/>
                  </a:lnTo>
                  <a:cubicBezTo>
                    <a:pt x="61" y="8609"/>
                    <a:pt x="52" y="8685"/>
                    <a:pt x="46" y="8760"/>
                  </a:cubicBezTo>
                  <a:cubicBezTo>
                    <a:pt x="42" y="8794"/>
                    <a:pt x="39" y="8827"/>
                    <a:pt x="36" y="8860"/>
                  </a:cubicBezTo>
                  <a:cubicBezTo>
                    <a:pt x="33" y="8893"/>
                    <a:pt x="33" y="8920"/>
                    <a:pt x="30" y="8951"/>
                  </a:cubicBezTo>
                  <a:lnTo>
                    <a:pt x="30" y="8966"/>
                  </a:lnTo>
                  <a:cubicBezTo>
                    <a:pt x="30" y="8969"/>
                    <a:pt x="30" y="8972"/>
                    <a:pt x="30" y="8975"/>
                  </a:cubicBezTo>
                  <a:cubicBezTo>
                    <a:pt x="15" y="9195"/>
                    <a:pt x="6" y="9416"/>
                    <a:pt x="6" y="9636"/>
                  </a:cubicBezTo>
                  <a:cubicBezTo>
                    <a:pt x="0" y="12000"/>
                    <a:pt x="870" y="14286"/>
                    <a:pt x="2449" y="16046"/>
                  </a:cubicBezTo>
                  <a:lnTo>
                    <a:pt x="2458" y="16055"/>
                  </a:lnTo>
                  <a:cubicBezTo>
                    <a:pt x="2576" y="16191"/>
                    <a:pt x="2703" y="16321"/>
                    <a:pt x="2829" y="16451"/>
                  </a:cubicBezTo>
                  <a:lnTo>
                    <a:pt x="2860" y="16478"/>
                  </a:lnTo>
                  <a:lnTo>
                    <a:pt x="2866" y="16484"/>
                  </a:lnTo>
                  <a:cubicBezTo>
                    <a:pt x="2932" y="16551"/>
                    <a:pt x="2999" y="16617"/>
                    <a:pt x="3068" y="16680"/>
                  </a:cubicBezTo>
                  <a:lnTo>
                    <a:pt x="3077" y="16689"/>
                  </a:lnTo>
                  <a:cubicBezTo>
                    <a:pt x="4927" y="18412"/>
                    <a:pt x="7285" y="19274"/>
                    <a:pt x="9643" y="19274"/>
                  </a:cubicBezTo>
                  <a:cubicBezTo>
                    <a:pt x="12000" y="19274"/>
                    <a:pt x="14357" y="18413"/>
                    <a:pt x="16206" y="16692"/>
                  </a:cubicBezTo>
                  <a:lnTo>
                    <a:pt x="16224" y="16677"/>
                  </a:lnTo>
                  <a:cubicBezTo>
                    <a:pt x="16287" y="16620"/>
                    <a:pt x="16351" y="16560"/>
                    <a:pt x="16411" y="16496"/>
                  </a:cubicBezTo>
                  <a:lnTo>
                    <a:pt x="16435" y="16475"/>
                  </a:lnTo>
                  <a:lnTo>
                    <a:pt x="16459" y="16451"/>
                  </a:lnTo>
                  <a:cubicBezTo>
                    <a:pt x="16583" y="16324"/>
                    <a:pt x="16704" y="16197"/>
                    <a:pt x="16822" y="16067"/>
                  </a:cubicBezTo>
                  <a:lnTo>
                    <a:pt x="16861" y="16025"/>
                  </a:lnTo>
                  <a:cubicBezTo>
                    <a:pt x="16912" y="15965"/>
                    <a:pt x="16963" y="15907"/>
                    <a:pt x="17015" y="15847"/>
                  </a:cubicBezTo>
                  <a:lnTo>
                    <a:pt x="17030" y="15829"/>
                  </a:lnTo>
                  <a:lnTo>
                    <a:pt x="17036" y="15823"/>
                  </a:lnTo>
                  <a:cubicBezTo>
                    <a:pt x="18491" y="14090"/>
                    <a:pt x="19285" y="11898"/>
                    <a:pt x="19279" y="9636"/>
                  </a:cubicBezTo>
                  <a:cubicBezTo>
                    <a:pt x="19279" y="9413"/>
                    <a:pt x="19270" y="9189"/>
                    <a:pt x="19255" y="8969"/>
                  </a:cubicBezTo>
                  <a:cubicBezTo>
                    <a:pt x="19255" y="8969"/>
                    <a:pt x="19255" y="8969"/>
                    <a:pt x="19255" y="8966"/>
                  </a:cubicBezTo>
                  <a:lnTo>
                    <a:pt x="19255" y="8963"/>
                  </a:lnTo>
                  <a:cubicBezTo>
                    <a:pt x="19252" y="8923"/>
                    <a:pt x="19249" y="8881"/>
                    <a:pt x="19246" y="8842"/>
                  </a:cubicBezTo>
                  <a:lnTo>
                    <a:pt x="19243" y="8788"/>
                  </a:lnTo>
                  <a:cubicBezTo>
                    <a:pt x="18848" y="4319"/>
                    <a:pt x="15421" y="714"/>
                    <a:pt x="10976" y="92"/>
                  </a:cubicBezTo>
                  <a:lnTo>
                    <a:pt x="10946" y="85"/>
                  </a:lnTo>
                  <a:cubicBezTo>
                    <a:pt x="10879" y="76"/>
                    <a:pt x="10810" y="70"/>
                    <a:pt x="10740" y="61"/>
                  </a:cubicBezTo>
                  <a:lnTo>
                    <a:pt x="10650" y="52"/>
                  </a:lnTo>
                  <a:lnTo>
                    <a:pt x="10553" y="40"/>
                  </a:lnTo>
                  <a:cubicBezTo>
                    <a:pt x="10496" y="37"/>
                    <a:pt x="10435" y="31"/>
                    <a:pt x="10375" y="25"/>
                  </a:cubicBezTo>
                  <a:lnTo>
                    <a:pt x="10327" y="22"/>
                  </a:lnTo>
                  <a:cubicBezTo>
                    <a:pt x="10266" y="19"/>
                    <a:pt x="10206" y="16"/>
                    <a:pt x="10146" y="13"/>
                  </a:cubicBezTo>
                  <a:lnTo>
                    <a:pt x="10112" y="13"/>
                  </a:lnTo>
                  <a:cubicBezTo>
                    <a:pt x="10040" y="7"/>
                    <a:pt x="9964" y="4"/>
                    <a:pt x="9892" y="4"/>
                  </a:cubicBezTo>
                  <a:lnTo>
                    <a:pt x="9871" y="4"/>
                  </a:lnTo>
                  <a:cubicBezTo>
                    <a:pt x="9795" y="1"/>
                    <a:pt x="9720" y="1"/>
                    <a:pt x="964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1893" name="Google Shape;1893;p43"/>
          <p:cNvGrpSpPr/>
          <p:nvPr/>
        </p:nvGrpSpPr>
        <p:grpSpPr>
          <a:xfrm>
            <a:off x="3781664" y="4183278"/>
            <a:ext cx="272482" cy="272539"/>
            <a:chOff x="6242825" y="2615925"/>
            <a:chExt cx="483125" cy="483225"/>
          </a:xfrm>
        </p:grpSpPr>
        <p:sp>
          <p:nvSpPr>
            <p:cNvPr id="1894" name="Google Shape;1894;p43"/>
            <p:cNvSpPr/>
            <p:nvPr/>
          </p:nvSpPr>
          <p:spPr>
            <a:xfrm>
              <a:off x="6242825" y="2672550"/>
              <a:ext cx="483125" cy="426600"/>
            </a:xfrm>
            <a:custGeom>
              <a:rect b="b" l="l" r="r" t="t"/>
              <a:pathLst>
                <a:path extrusionOk="0" h="17064" w="19325">
                  <a:moveTo>
                    <a:pt x="10230" y="2331"/>
                  </a:moveTo>
                  <a:cubicBezTo>
                    <a:pt x="11387" y="2603"/>
                    <a:pt x="12437" y="3687"/>
                    <a:pt x="13056" y="5299"/>
                  </a:cubicBezTo>
                  <a:cubicBezTo>
                    <a:pt x="13144" y="5524"/>
                    <a:pt x="13357" y="5662"/>
                    <a:pt x="13583" y="5662"/>
                  </a:cubicBezTo>
                  <a:cubicBezTo>
                    <a:pt x="13652" y="5662"/>
                    <a:pt x="13722" y="5649"/>
                    <a:pt x="13790" y="5623"/>
                  </a:cubicBezTo>
                  <a:cubicBezTo>
                    <a:pt x="14083" y="5511"/>
                    <a:pt x="14228" y="5185"/>
                    <a:pt x="14113" y="4892"/>
                  </a:cubicBezTo>
                  <a:cubicBezTo>
                    <a:pt x="13790" y="4049"/>
                    <a:pt x="13349" y="3307"/>
                    <a:pt x="12830" y="2712"/>
                  </a:cubicBezTo>
                  <a:lnTo>
                    <a:pt x="12830" y="2712"/>
                  </a:lnTo>
                  <a:cubicBezTo>
                    <a:pt x="13911" y="3029"/>
                    <a:pt x="14901" y="3512"/>
                    <a:pt x="15750" y="4143"/>
                  </a:cubicBezTo>
                  <a:cubicBezTo>
                    <a:pt x="16882" y="4988"/>
                    <a:pt x="17649" y="6024"/>
                    <a:pt x="17990" y="7147"/>
                  </a:cubicBezTo>
                  <a:cubicBezTo>
                    <a:pt x="17519" y="6915"/>
                    <a:pt x="17000" y="6794"/>
                    <a:pt x="16476" y="6794"/>
                  </a:cubicBezTo>
                  <a:cubicBezTo>
                    <a:pt x="16469" y="6794"/>
                    <a:pt x="16463" y="6794"/>
                    <a:pt x="16456" y="6794"/>
                  </a:cubicBezTo>
                  <a:cubicBezTo>
                    <a:pt x="15729" y="6794"/>
                    <a:pt x="15040" y="7012"/>
                    <a:pt x="14515" y="7404"/>
                  </a:cubicBezTo>
                  <a:cubicBezTo>
                    <a:pt x="14400" y="7492"/>
                    <a:pt x="14291" y="7588"/>
                    <a:pt x="14192" y="7694"/>
                  </a:cubicBezTo>
                  <a:cubicBezTo>
                    <a:pt x="14092" y="7588"/>
                    <a:pt x="13983" y="7492"/>
                    <a:pt x="13869" y="7404"/>
                  </a:cubicBezTo>
                  <a:cubicBezTo>
                    <a:pt x="13343" y="7012"/>
                    <a:pt x="12655" y="6794"/>
                    <a:pt x="11927" y="6794"/>
                  </a:cubicBezTo>
                  <a:cubicBezTo>
                    <a:pt x="11199" y="6794"/>
                    <a:pt x="10511" y="7012"/>
                    <a:pt x="9986" y="7404"/>
                  </a:cubicBezTo>
                  <a:cubicBezTo>
                    <a:pt x="9871" y="7492"/>
                    <a:pt x="9762" y="7588"/>
                    <a:pt x="9662" y="7694"/>
                  </a:cubicBezTo>
                  <a:cubicBezTo>
                    <a:pt x="9563" y="7588"/>
                    <a:pt x="9454" y="7492"/>
                    <a:pt x="9339" y="7404"/>
                  </a:cubicBezTo>
                  <a:cubicBezTo>
                    <a:pt x="8814" y="7012"/>
                    <a:pt x="8126" y="6794"/>
                    <a:pt x="7398" y="6794"/>
                  </a:cubicBezTo>
                  <a:cubicBezTo>
                    <a:pt x="6670" y="6794"/>
                    <a:pt x="5982" y="7012"/>
                    <a:pt x="5456" y="7404"/>
                  </a:cubicBezTo>
                  <a:cubicBezTo>
                    <a:pt x="5342" y="7492"/>
                    <a:pt x="5233" y="7588"/>
                    <a:pt x="5133" y="7694"/>
                  </a:cubicBezTo>
                  <a:cubicBezTo>
                    <a:pt x="5034" y="7588"/>
                    <a:pt x="4925" y="7492"/>
                    <a:pt x="4810" y="7404"/>
                  </a:cubicBezTo>
                  <a:cubicBezTo>
                    <a:pt x="4285" y="7012"/>
                    <a:pt x="3596" y="6794"/>
                    <a:pt x="2869" y="6794"/>
                  </a:cubicBezTo>
                  <a:cubicBezTo>
                    <a:pt x="2862" y="6794"/>
                    <a:pt x="2856" y="6794"/>
                    <a:pt x="2849" y="6794"/>
                  </a:cubicBezTo>
                  <a:cubicBezTo>
                    <a:pt x="2324" y="6794"/>
                    <a:pt x="1806" y="6915"/>
                    <a:pt x="1335" y="7147"/>
                  </a:cubicBezTo>
                  <a:cubicBezTo>
                    <a:pt x="1676" y="6024"/>
                    <a:pt x="2443" y="4988"/>
                    <a:pt x="3578" y="4143"/>
                  </a:cubicBezTo>
                  <a:cubicBezTo>
                    <a:pt x="4424" y="3512"/>
                    <a:pt x="5414" y="3029"/>
                    <a:pt x="6498" y="2712"/>
                  </a:cubicBezTo>
                  <a:lnTo>
                    <a:pt x="6498" y="2712"/>
                  </a:lnTo>
                  <a:cubicBezTo>
                    <a:pt x="5976" y="3307"/>
                    <a:pt x="5538" y="4049"/>
                    <a:pt x="5212" y="4892"/>
                  </a:cubicBezTo>
                  <a:cubicBezTo>
                    <a:pt x="5097" y="5185"/>
                    <a:pt x="5245" y="5511"/>
                    <a:pt x="5535" y="5623"/>
                  </a:cubicBezTo>
                  <a:cubicBezTo>
                    <a:pt x="5603" y="5649"/>
                    <a:pt x="5673" y="5662"/>
                    <a:pt x="5742" y="5662"/>
                  </a:cubicBezTo>
                  <a:cubicBezTo>
                    <a:pt x="5968" y="5662"/>
                    <a:pt x="6181" y="5524"/>
                    <a:pt x="6269" y="5299"/>
                  </a:cubicBezTo>
                  <a:cubicBezTo>
                    <a:pt x="6891" y="3687"/>
                    <a:pt x="7941" y="2603"/>
                    <a:pt x="9098" y="2331"/>
                  </a:cubicBezTo>
                  <a:lnTo>
                    <a:pt x="9098" y="5097"/>
                  </a:lnTo>
                  <a:cubicBezTo>
                    <a:pt x="9098" y="5408"/>
                    <a:pt x="9351" y="5662"/>
                    <a:pt x="9662" y="5662"/>
                  </a:cubicBezTo>
                  <a:cubicBezTo>
                    <a:pt x="9976" y="5662"/>
                    <a:pt x="10230" y="5408"/>
                    <a:pt x="10230" y="5097"/>
                  </a:cubicBezTo>
                  <a:lnTo>
                    <a:pt x="10230" y="2331"/>
                  </a:lnTo>
                  <a:close/>
                  <a:moveTo>
                    <a:pt x="9662" y="0"/>
                  </a:moveTo>
                  <a:cubicBezTo>
                    <a:pt x="9348" y="0"/>
                    <a:pt x="9098" y="254"/>
                    <a:pt x="9098" y="568"/>
                  </a:cubicBezTo>
                  <a:lnTo>
                    <a:pt x="9098" y="1145"/>
                  </a:lnTo>
                  <a:cubicBezTo>
                    <a:pt x="6764" y="1247"/>
                    <a:pt x="4584" y="1981"/>
                    <a:pt x="2899" y="3234"/>
                  </a:cubicBezTo>
                  <a:cubicBezTo>
                    <a:pt x="1030" y="4629"/>
                    <a:pt x="0" y="6495"/>
                    <a:pt x="0" y="8494"/>
                  </a:cubicBezTo>
                  <a:lnTo>
                    <a:pt x="0" y="9059"/>
                  </a:lnTo>
                  <a:cubicBezTo>
                    <a:pt x="0" y="9373"/>
                    <a:pt x="254" y="9626"/>
                    <a:pt x="568" y="9626"/>
                  </a:cubicBezTo>
                  <a:cubicBezTo>
                    <a:pt x="879" y="9626"/>
                    <a:pt x="1133" y="9373"/>
                    <a:pt x="1133" y="9059"/>
                  </a:cubicBezTo>
                  <a:cubicBezTo>
                    <a:pt x="1133" y="8455"/>
                    <a:pt x="1945" y="7926"/>
                    <a:pt x="2869" y="7926"/>
                  </a:cubicBezTo>
                  <a:cubicBezTo>
                    <a:pt x="3793" y="7926"/>
                    <a:pt x="4569" y="8446"/>
                    <a:pt x="4569" y="9059"/>
                  </a:cubicBezTo>
                  <a:cubicBezTo>
                    <a:pt x="4569" y="9373"/>
                    <a:pt x="4819" y="9623"/>
                    <a:pt x="5133" y="9623"/>
                  </a:cubicBezTo>
                  <a:cubicBezTo>
                    <a:pt x="5447" y="9623"/>
                    <a:pt x="5701" y="9373"/>
                    <a:pt x="5701" y="9059"/>
                  </a:cubicBezTo>
                  <a:cubicBezTo>
                    <a:pt x="5701" y="8446"/>
                    <a:pt x="6477" y="7926"/>
                    <a:pt x="7398" y="7926"/>
                  </a:cubicBezTo>
                  <a:cubicBezTo>
                    <a:pt x="8319" y="7926"/>
                    <a:pt x="9098" y="8446"/>
                    <a:pt x="9098" y="9059"/>
                  </a:cubicBezTo>
                  <a:lnTo>
                    <a:pt x="9098" y="9475"/>
                  </a:lnTo>
                  <a:cubicBezTo>
                    <a:pt x="9098" y="9500"/>
                    <a:pt x="9098" y="9527"/>
                    <a:pt x="9101" y="9551"/>
                  </a:cubicBezTo>
                  <a:cubicBezTo>
                    <a:pt x="9098" y="9575"/>
                    <a:pt x="9098" y="9602"/>
                    <a:pt x="9098" y="9626"/>
                  </a:cubicBezTo>
                  <a:lnTo>
                    <a:pt x="9098" y="14799"/>
                  </a:lnTo>
                  <a:cubicBezTo>
                    <a:pt x="9098" y="15424"/>
                    <a:pt x="8591" y="15931"/>
                    <a:pt x="7966" y="15931"/>
                  </a:cubicBezTo>
                  <a:cubicBezTo>
                    <a:pt x="7337" y="15931"/>
                    <a:pt x="6833" y="15424"/>
                    <a:pt x="6833" y="14799"/>
                  </a:cubicBezTo>
                  <a:lnTo>
                    <a:pt x="6833" y="14231"/>
                  </a:lnTo>
                  <a:cubicBezTo>
                    <a:pt x="6833" y="13920"/>
                    <a:pt x="6580" y="13666"/>
                    <a:pt x="6266" y="13666"/>
                  </a:cubicBezTo>
                  <a:cubicBezTo>
                    <a:pt x="5952" y="13666"/>
                    <a:pt x="5701" y="13920"/>
                    <a:pt x="5701" y="14231"/>
                  </a:cubicBezTo>
                  <a:lnTo>
                    <a:pt x="5701" y="14799"/>
                  </a:lnTo>
                  <a:cubicBezTo>
                    <a:pt x="5701" y="16049"/>
                    <a:pt x="6712" y="17063"/>
                    <a:pt x="7966" y="17063"/>
                  </a:cubicBezTo>
                  <a:cubicBezTo>
                    <a:pt x="9216" y="17063"/>
                    <a:pt x="10230" y="16049"/>
                    <a:pt x="10230" y="14799"/>
                  </a:cubicBezTo>
                  <a:lnTo>
                    <a:pt x="10230" y="9626"/>
                  </a:lnTo>
                  <a:cubicBezTo>
                    <a:pt x="10227" y="9599"/>
                    <a:pt x="10227" y="9575"/>
                    <a:pt x="10224" y="9551"/>
                  </a:cubicBezTo>
                  <a:cubicBezTo>
                    <a:pt x="10227" y="9524"/>
                    <a:pt x="10227" y="9500"/>
                    <a:pt x="10230" y="9475"/>
                  </a:cubicBezTo>
                  <a:lnTo>
                    <a:pt x="10230" y="9059"/>
                  </a:lnTo>
                  <a:cubicBezTo>
                    <a:pt x="10230" y="8446"/>
                    <a:pt x="11006" y="7926"/>
                    <a:pt x="11927" y="7926"/>
                  </a:cubicBezTo>
                  <a:cubicBezTo>
                    <a:pt x="12848" y="7926"/>
                    <a:pt x="13627" y="8446"/>
                    <a:pt x="13627" y="9059"/>
                  </a:cubicBezTo>
                  <a:cubicBezTo>
                    <a:pt x="13627" y="9373"/>
                    <a:pt x="13878" y="9623"/>
                    <a:pt x="14192" y="9623"/>
                  </a:cubicBezTo>
                  <a:cubicBezTo>
                    <a:pt x="14506" y="9623"/>
                    <a:pt x="14759" y="9373"/>
                    <a:pt x="14759" y="9059"/>
                  </a:cubicBezTo>
                  <a:cubicBezTo>
                    <a:pt x="14759" y="8446"/>
                    <a:pt x="15535" y="7926"/>
                    <a:pt x="16456" y="7926"/>
                  </a:cubicBezTo>
                  <a:cubicBezTo>
                    <a:pt x="17377" y="7926"/>
                    <a:pt x="18192" y="8455"/>
                    <a:pt x="18192" y="9059"/>
                  </a:cubicBezTo>
                  <a:cubicBezTo>
                    <a:pt x="18192" y="9373"/>
                    <a:pt x="18446" y="9623"/>
                    <a:pt x="18760" y="9623"/>
                  </a:cubicBezTo>
                  <a:cubicBezTo>
                    <a:pt x="19071" y="9623"/>
                    <a:pt x="19325" y="9373"/>
                    <a:pt x="19325" y="9059"/>
                  </a:cubicBezTo>
                  <a:lnTo>
                    <a:pt x="19325" y="8494"/>
                  </a:lnTo>
                  <a:cubicBezTo>
                    <a:pt x="19325" y="6495"/>
                    <a:pt x="18295" y="4629"/>
                    <a:pt x="16426" y="3234"/>
                  </a:cubicBezTo>
                  <a:cubicBezTo>
                    <a:pt x="14744" y="1981"/>
                    <a:pt x="12561" y="1247"/>
                    <a:pt x="10230" y="1145"/>
                  </a:cubicBezTo>
                  <a:lnTo>
                    <a:pt x="10230" y="568"/>
                  </a:lnTo>
                  <a:cubicBezTo>
                    <a:pt x="10230" y="254"/>
                    <a:pt x="9976" y="0"/>
                    <a:pt x="966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895" name="Google Shape;1895;p43"/>
            <p:cNvSpPr/>
            <p:nvPr/>
          </p:nvSpPr>
          <p:spPr>
            <a:xfrm>
              <a:off x="6413650" y="2615925"/>
              <a:ext cx="28325" cy="56650"/>
            </a:xfrm>
            <a:custGeom>
              <a:rect b="b" l="l" r="r" t="t"/>
              <a:pathLst>
                <a:path extrusionOk="0" h="2266" w="1133">
                  <a:moveTo>
                    <a:pt x="565" y="1"/>
                  </a:moveTo>
                  <a:cubicBezTo>
                    <a:pt x="251" y="1"/>
                    <a:pt x="0" y="254"/>
                    <a:pt x="0" y="568"/>
                  </a:cubicBezTo>
                  <a:lnTo>
                    <a:pt x="0" y="1701"/>
                  </a:lnTo>
                  <a:cubicBezTo>
                    <a:pt x="0" y="2012"/>
                    <a:pt x="251" y="2265"/>
                    <a:pt x="565" y="2265"/>
                  </a:cubicBezTo>
                  <a:cubicBezTo>
                    <a:pt x="879" y="2265"/>
                    <a:pt x="1133" y="2012"/>
                    <a:pt x="1133" y="1701"/>
                  </a:cubicBezTo>
                  <a:lnTo>
                    <a:pt x="1133" y="568"/>
                  </a:lnTo>
                  <a:cubicBezTo>
                    <a:pt x="1133" y="254"/>
                    <a:pt x="879" y="1"/>
                    <a:pt x="56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896" name="Google Shape;1896;p43"/>
            <p:cNvSpPr/>
            <p:nvPr/>
          </p:nvSpPr>
          <p:spPr>
            <a:xfrm>
              <a:off x="6526875" y="2615925"/>
              <a:ext cx="28325" cy="56650"/>
            </a:xfrm>
            <a:custGeom>
              <a:rect b="b" l="l" r="r" t="t"/>
              <a:pathLst>
                <a:path extrusionOk="0" h="2266" w="1133">
                  <a:moveTo>
                    <a:pt x="565" y="1"/>
                  </a:moveTo>
                  <a:cubicBezTo>
                    <a:pt x="251" y="1"/>
                    <a:pt x="0" y="254"/>
                    <a:pt x="0" y="568"/>
                  </a:cubicBezTo>
                  <a:lnTo>
                    <a:pt x="0" y="1701"/>
                  </a:lnTo>
                  <a:cubicBezTo>
                    <a:pt x="0" y="2012"/>
                    <a:pt x="251" y="2265"/>
                    <a:pt x="565" y="2265"/>
                  </a:cubicBezTo>
                  <a:cubicBezTo>
                    <a:pt x="879" y="2265"/>
                    <a:pt x="1133" y="2012"/>
                    <a:pt x="1133" y="1701"/>
                  </a:cubicBezTo>
                  <a:lnTo>
                    <a:pt x="1133" y="568"/>
                  </a:lnTo>
                  <a:cubicBezTo>
                    <a:pt x="1133" y="254"/>
                    <a:pt x="879" y="1"/>
                    <a:pt x="56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897" name="Google Shape;1897;p43"/>
            <p:cNvSpPr/>
            <p:nvPr/>
          </p:nvSpPr>
          <p:spPr>
            <a:xfrm>
              <a:off x="6611800" y="2644250"/>
              <a:ext cx="28325" cy="56625"/>
            </a:xfrm>
            <a:custGeom>
              <a:rect b="b" l="l" r="r" t="t"/>
              <a:pathLst>
                <a:path extrusionOk="0" h="2265" w="1133">
                  <a:moveTo>
                    <a:pt x="565" y="0"/>
                  </a:moveTo>
                  <a:cubicBezTo>
                    <a:pt x="251" y="0"/>
                    <a:pt x="0" y="254"/>
                    <a:pt x="0" y="568"/>
                  </a:cubicBezTo>
                  <a:lnTo>
                    <a:pt x="0" y="1700"/>
                  </a:lnTo>
                  <a:cubicBezTo>
                    <a:pt x="0" y="2011"/>
                    <a:pt x="251" y="2265"/>
                    <a:pt x="565" y="2265"/>
                  </a:cubicBezTo>
                  <a:cubicBezTo>
                    <a:pt x="879" y="2265"/>
                    <a:pt x="1133" y="2011"/>
                    <a:pt x="1133" y="1700"/>
                  </a:cubicBezTo>
                  <a:lnTo>
                    <a:pt x="1133" y="568"/>
                  </a:lnTo>
                  <a:cubicBezTo>
                    <a:pt x="1133" y="254"/>
                    <a:pt x="879" y="0"/>
                    <a:pt x="56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898" name="Google Shape;1898;p43"/>
            <p:cNvSpPr/>
            <p:nvPr/>
          </p:nvSpPr>
          <p:spPr>
            <a:xfrm>
              <a:off x="6328725" y="2644250"/>
              <a:ext cx="28325" cy="56625"/>
            </a:xfrm>
            <a:custGeom>
              <a:rect b="b" l="l" r="r" t="t"/>
              <a:pathLst>
                <a:path extrusionOk="0" h="2265" w="1133">
                  <a:moveTo>
                    <a:pt x="565" y="0"/>
                  </a:moveTo>
                  <a:cubicBezTo>
                    <a:pt x="251" y="0"/>
                    <a:pt x="0" y="254"/>
                    <a:pt x="0" y="568"/>
                  </a:cubicBezTo>
                  <a:lnTo>
                    <a:pt x="0" y="1700"/>
                  </a:lnTo>
                  <a:cubicBezTo>
                    <a:pt x="0" y="2011"/>
                    <a:pt x="251" y="2265"/>
                    <a:pt x="565" y="2265"/>
                  </a:cubicBezTo>
                  <a:cubicBezTo>
                    <a:pt x="879" y="2265"/>
                    <a:pt x="1133" y="2011"/>
                    <a:pt x="1133" y="1700"/>
                  </a:cubicBezTo>
                  <a:lnTo>
                    <a:pt x="1133" y="568"/>
                  </a:lnTo>
                  <a:cubicBezTo>
                    <a:pt x="1133" y="254"/>
                    <a:pt x="879" y="0"/>
                    <a:pt x="56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1899" name="Google Shape;1899;p43"/>
          <p:cNvSpPr/>
          <p:nvPr/>
        </p:nvSpPr>
        <p:spPr>
          <a:xfrm>
            <a:off x="5080934" y="2875774"/>
            <a:ext cx="289420" cy="268672"/>
          </a:xfrm>
          <a:custGeom>
            <a:rect b="b" l="l" r="r" t="t"/>
            <a:pathLst>
              <a:path extrusionOk="0" h="18246" w="19655">
                <a:moveTo>
                  <a:pt x="9829" y="1835"/>
                </a:moveTo>
                <a:lnTo>
                  <a:pt x="12133" y="6452"/>
                </a:lnTo>
                <a:cubicBezTo>
                  <a:pt x="12218" y="6618"/>
                  <a:pt x="12375" y="6733"/>
                  <a:pt x="12559" y="6760"/>
                </a:cubicBezTo>
                <a:lnTo>
                  <a:pt x="17698" y="7500"/>
                </a:lnTo>
                <a:lnTo>
                  <a:pt x="13984" y="11078"/>
                </a:lnTo>
                <a:cubicBezTo>
                  <a:pt x="13848" y="11211"/>
                  <a:pt x="13788" y="11398"/>
                  <a:pt x="13821" y="11582"/>
                </a:cubicBezTo>
                <a:lnTo>
                  <a:pt x="14700" y="16646"/>
                </a:lnTo>
                <a:lnTo>
                  <a:pt x="10092" y="14251"/>
                </a:lnTo>
                <a:cubicBezTo>
                  <a:pt x="10009" y="14209"/>
                  <a:pt x="9919" y="14188"/>
                  <a:pt x="9830" y="14188"/>
                </a:cubicBezTo>
                <a:cubicBezTo>
                  <a:pt x="9740" y="14188"/>
                  <a:pt x="9651" y="14209"/>
                  <a:pt x="9570" y="14251"/>
                </a:cubicBezTo>
                <a:lnTo>
                  <a:pt x="4962" y="16646"/>
                </a:lnTo>
                <a:lnTo>
                  <a:pt x="5838" y="11582"/>
                </a:lnTo>
                <a:cubicBezTo>
                  <a:pt x="5871" y="11398"/>
                  <a:pt x="5810" y="11208"/>
                  <a:pt x="5674" y="11078"/>
                </a:cubicBezTo>
                <a:lnTo>
                  <a:pt x="1961" y="7500"/>
                </a:lnTo>
                <a:lnTo>
                  <a:pt x="7100" y="6760"/>
                </a:lnTo>
                <a:cubicBezTo>
                  <a:pt x="7284" y="6733"/>
                  <a:pt x="7441" y="6618"/>
                  <a:pt x="7525" y="6452"/>
                </a:cubicBezTo>
                <a:lnTo>
                  <a:pt x="9829" y="1835"/>
                </a:lnTo>
                <a:close/>
                <a:moveTo>
                  <a:pt x="9828" y="1"/>
                </a:moveTo>
                <a:cubicBezTo>
                  <a:pt x="9627" y="1"/>
                  <a:pt x="9426" y="105"/>
                  <a:pt x="9322" y="313"/>
                </a:cubicBezTo>
                <a:lnTo>
                  <a:pt x="6641" y="5682"/>
                </a:lnTo>
                <a:lnTo>
                  <a:pt x="653" y="6543"/>
                </a:lnTo>
                <a:cubicBezTo>
                  <a:pt x="188" y="6609"/>
                  <a:pt x="1" y="7183"/>
                  <a:pt x="339" y="7509"/>
                </a:cubicBezTo>
                <a:lnTo>
                  <a:pt x="4672" y="11685"/>
                </a:lnTo>
                <a:lnTo>
                  <a:pt x="3648" y="17579"/>
                </a:lnTo>
                <a:cubicBezTo>
                  <a:pt x="3584" y="17947"/>
                  <a:pt x="3875" y="18245"/>
                  <a:pt x="4207" y="18245"/>
                </a:cubicBezTo>
                <a:cubicBezTo>
                  <a:pt x="4293" y="18245"/>
                  <a:pt x="4383" y="18225"/>
                  <a:pt x="4470" y="18180"/>
                </a:cubicBezTo>
                <a:lnTo>
                  <a:pt x="9829" y="15393"/>
                </a:lnTo>
                <a:lnTo>
                  <a:pt x="15189" y="18180"/>
                </a:lnTo>
                <a:cubicBezTo>
                  <a:pt x="15275" y="18225"/>
                  <a:pt x="15365" y="18245"/>
                  <a:pt x="15452" y="18245"/>
                </a:cubicBezTo>
                <a:cubicBezTo>
                  <a:pt x="15782" y="18245"/>
                  <a:pt x="16072" y="17948"/>
                  <a:pt x="16007" y="17582"/>
                </a:cubicBezTo>
                <a:lnTo>
                  <a:pt x="14986" y="11685"/>
                </a:lnTo>
                <a:lnTo>
                  <a:pt x="19316" y="7512"/>
                </a:lnTo>
                <a:cubicBezTo>
                  <a:pt x="19655" y="7183"/>
                  <a:pt x="19470" y="6609"/>
                  <a:pt x="19005" y="6543"/>
                </a:cubicBezTo>
                <a:lnTo>
                  <a:pt x="13015" y="5682"/>
                </a:lnTo>
                <a:lnTo>
                  <a:pt x="10333" y="313"/>
                </a:lnTo>
                <a:cubicBezTo>
                  <a:pt x="10229" y="105"/>
                  <a:pt x="10029" y="1"/>
                  <a:pt x="982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1900" name="Google Shape;1900;p43"/>
          <p:cNvGrpSpPr/>
          <p:nvPr/>
        </p:nvGrpSpPr>
        <p:grpSpPr>
          <a:xfrm>
            <a:off x="5523992" y="2867822"/>
            <a:ext cx="286166" cy="284575"/>
            <a:chOff x="1487200" y="3210375"/>
            <a:chExt cx="485850" cy="483150"/>
          </a:xfrm>
        </p:grpSpPr>
        <p:sp>
          <p:nvSpPr>
            <p:cNvPr id="1901" name="Google Shape;1901;p43"/>
            <p:cNvSpPr/>
            <p:nvPr/>
          </p:nvSpPr>
          <p:spPr>
            <a:xfrm>
              <a:off x="1712075" y="3294975"/>
              <a:ext cx="146750" cy="141525"/>
            </a:xfrm>
            <a:custGeom>
              <a:rect b="b" l="l" r="r" t="t"/>
              <a:pathLst>
                <a:path extrusionOk="0" h="5661" w="5870">
                  <a:moveTo>
                    <a:pt x="2935" y="1832"/>
                  </a:moveTo>
                  <a:lnTo>
                    <a:pt x="3183" y="2327"/>
                  </a:lnTo>
                  <a:cubicBezTo>
                    <a:pt x="3237" y="2438"/>
                    <a:pt x="3327" y="2526"/>
                    <a:pt x="3436" y="2580"/>
                  </a:cubicBezTo>
                  <a:lnTo>
                    <a:pt x="3931" y="2831"/>
                  </a:lnTo>
                  <a:lnTo>
                    <a:pt x="3436" y="3079"/>
                  </a:lnTo>
                  <a:cubicBezTo>
                    <a:pt x="3327" y="3133"/>
                    <a:pt x="3237" y="3220"/>
                    <a:pt x="3183" y="3332"/>
                  </a:cubicBezTo>
                  <a:lnTo>
                    <a:pt x="2935" y="3827"/>
                  </a:lnTo>
                  <a:lnTo>
                    <a:pt x="2684" y="3332"/>
                  </a:lnTo>
                  <a:cubicBezTo>
                    <a:pt x="2630" y="3220"/>
                    <a:pt x="2542" y="3133"/>
                    <a:pt x="2431" y="3079"/>
                  </a:cubicBezTo>
                  <a:lnTo>
                    <a:pt x="1936" y="2831"/>
                  </a:lnTo>
                  <a:lnTo>
                    <a:pt x="2431" y="2580"/>
                  </a:lnTo>
                  <a:cubicBezTo>
                    <a:pt x="2542" y="2526"/>
                    <a:pt x="2630" y="2438"/>
                    <a:pt x="2684" y="2327"/>
                  </a:cubicBezTo>
                  <a:lnTo>
                    <a:pt x="2935" y="1832"/>
                  </a:lnTo>
                  <a:close/>
                  <a:moveTo>
                    <a:pt x="2933" y="0"/>
                  </a:moveTo>
                  <a:cubicBezTo>
                    <a:pt x="2733" y="0"/>
                    <a:pt x="2532" y="104"/>
                    <a:pt x="2428" y="313"/>
                  </a:cubicBezTo>
                  <a:lnTo>
                    <a:pt x="1757" y="1653"/>
                  </a:lnTo>
                  <a:lnTo>
                    <a:pt x="417" y="2324"/>
                  </a:lnTo>
                  <a:cubicBezTo>
                    <a:pt x="0" y="2532"/>
                    <a:pt x="0" y="3127"/>
                    <a:pt x="417" y="3335"/>
                  </a:cubicBezTo>
                  <a:lnTo>
                    <a:pt x="1757" y="4006"/>
                  </a:lnTo>
                  <a:lnTo>
                    <a:pt x="2428" y="5346"/>
                  </a:lnTo>
                  <a:cubicBezTo>
                    <a:pt x="2532" y="5556"/>
                    <a:pt x="2733" y="5661"/>
                    <a:pt x="2933" y="5661"/>
                  </a:cubicBezTo>
                  <a:cubicBezTo>
                    <a:pt x="3134" y="5661"/>
                    <a:pt x="3335" y="5556"/>
                    <a:pt x="3439" y="5346"/>
                  </a:cubicBezTo>
                  <a:lnTo>
                    <a:pt x="4110" y="4006"/>
                  </a:lnTo>
                  <a:lnTo>
                    <a:pt x="5453" y="3335"/>
                  </a:lnTo>
                  <a:cubicBezTo>
                    <a:pt x="5870" y="3127"/>
                    <a:pt x="5870" y="2532"/>
                    <a:pt x="5453" y="2324"/>
                  </a:cubicBezTo>
                  <a:lnTo>
                    <a:pt x="4110" y="1653"/>
                  </a:lnTo>
                  <a:lnTo>
                    <a:pt x="3439" y="313"/>
                  </a:lnTo>
                  <a:cubicBezTo>
                    <a:pt x="3335" y="104"/>
                    <a:pt x="3134" y="0"/>
                    <a:pt x="29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902" name="Google Shape;1902;p43"/>
            <p:cNvSpPr/>
            <p:nvPr/>
          </p:nvSpPr>
          <p:spPr>
            <a:xfrm>
              <a:off x="1825300" y="3408200"/>
              <a:ext cx="147750" cy="141550"/>
            </a:xfrm>
            <a:custGeom>
              <a:rect b="b" l="l" r="r" t="t"/>
              <a:pathLst>
                <a:path extrusionOk="0" h="5662" w="5910">
                  <a:moveTo>
                    <a:pt x="2935" y="1832"/>
                  </a:moveTo>
                  <a:lnTo>
                    <a:pt x="3183" y="2327"/>
                  </a:lnTo>
                  <a:cubicBezTo>
                    <a:pt x="3237" y="2439"/>
                    <a:pt x="3328" y="2529"/>
                    <a:pt x="3442" y="2584"/>
                  </a:cubicBezTo>
                  <a:lnTo>
                    <a:pt x="3944" y="2831"/>
                  </a:lnTo>
                  <a:lnTo>
                    <a:pt x="3442" y="3076"/>
                  </a:lnTo>
                  <a:cubicBezTo>
                    <a:pt x="3328" y="3130"/>
                    <a:pt x="3237" y="3221"/>
                    <a:pt x="3183" y="3332"/>
                  </a:cubicBezTo>
                  <a:lnTo>
                    <a:pt x="2935" y="3828"/>
                  </a:lnTo>
                  <a:lnTo>
                    <a:pt x="2685" y="3332"/>
                  </a:lnTo>
                  <a:cubicBezTo>
                    <a:pt x="2630" y="3221"/>
                    <a:pt x="2543" y="3133"/>
                    <a:pt x="2434" y="3079"/>
                  </a:cubicBezTo>
                  <a:lnTo>
                    <a:pt x="1936" y="2831"/>
                  </a:lnTo>
                  <a:lnTo>
                    <a:pt x="2434" y="2581"/>
                  </a:lnTo>
                  <a:cubicBezTo>
                    <a:pt x="2543" y="2526"/>
                    <a:pt x="2630" y="2439"/>
                    <a:pt x="2685" y="2327"/>
                  </a:cubicBezTo>
                  <a:lnTo>
                    <a:pt x="2935" y="1832"/>
                  </a:lnTo>
                  <a:close/>
                  <a:moveTo>
                    <a:pt x="2934" y="0"/>
                  </a:moveTo>
                  <a:cubicBezTo>
                    <a:pt x="2733" y="0"/>
                    <a:pt x="2532" y="105"/>
                    <a:pt x="2428" y="313"/>
                  </a:cubicBezTo>
                  <a:lnTo>
                    <a:pt x="1758" y="1654"/>
                  </a:lnTo>
                  <a:lnTo>
                    <a:pt x="417" y="2324"/>
                  </a:lnTo>
                  <a:cubicBezTo>
                    <a:pt x="0" y="2532"/>
                    <a:pt x="0" y="3127"/>
                    <a:pt x="417" y="3335"/>
                  </a:cubicBezTo>
                  <a:lnTo>
                    <a:pt x="1758" y="4006"/>
                  </a:lnTo>
                  <a:lnTo>
                    <a:pt x="2428" y="5346"/>
                  </a:lnTo>
                  <a:cubicBezTo>
                    <a:pt x="2532" y="5556"/>
                    <a:pt x="2733" y="5661"/>
                    <a:pt x="2934" y="5661"/>
                  </a:cubicBezTo>
                  <a:cubicBezTo>
                    <a:pt x="3134" y="5661"/>
                    <a:pt x="3335" y="5556"/>
                    <a:pt x="3439" y="5346"/>
                  </a:cubicBezTo>
                  <a:lnTo>
                    <a:pt x="4110" y="4009"/>
                  </a:lnTo>
                  <a:lnTo>
                    <a:pt x="5484" y="3338"/>
                  </a:lnTo>
                  <a:cubicBezTo>
                    <a:pt x="5909" y="3133"/>
                    <a:pt x="5909" y="2526"/>
                    <a:pt x="5484" y="2321"/>
                  </a:cubicBezTo>
                  <a:lnTo>
                    <a:pt x="4110" y="1651"/>
                  </a:lnTo>
                  <a:lnTo>
                    <a:pt x="3439" y="313"/>
                  </a:lnTo>
                  <a:cubicBezTo>
                    <a:pt x="3335" y="105"/>
                    <a:pt x="3134" y="0"/>
                    <a:pt x="293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903" name="Google Shape;1903;p43"/>
            <p:cNvSpPr/>
            <p:nvPr/>
          </p:nvSpPr>
          <p:spPr>
            <a:xfrm>
              <a:off x="1487200" y="3210375"/>
              <a:ext cx="410350" cy="483150"/>
            </a:xfrm>
            <a:custGeom>
              <a:rect b="b" l="l" r="r" t="t"/>
              <a:pathLst>
                <a:path extrusionOk="0" h="19326" w="16414">
                  <a:moveTo>
                    <a:pt x="9662" y="1133"/>
                  </a:moveTo>
                  <a:cubicBezTo>
                    <a:pt x="9744" y="1133"/>
                    <a:pt x="9825" y="1133"/>
                    <a:pt x="9910" y="1136"/>
                  </a:cubicBezTo>
                  <a:cubicBezTo>
                    <a:pt x="7953" y="2866"/>
                    <a:pt x="6830" y="5351"/>
                    <a:pt x="6833" y="7966"/>
                  </a:cubicBezTo>
                  <a:cubicBezTo>
                    <a:pt x="6833" y="12311"/>
                    <a:pt x="9907" y="16049"/>
                    <a:pt x="14170" y="16889"/>
                  </a:cubicBezTo>
                  <a:cubicBezTo>
                    <a:pt x="12821" y="17740"/>
                    <a:pt x="11260" y="18193"/>
                    <a:pt x="9662" y="18193"/>
                  </a:cubicBezTo>
                  <a:cubicBezTo>
                    <a:pt x="4958" y="18193"/>
                    <a:pt x="1132" y="14368"/>
                    <a:pt x="1132" y="9663"/>
                  </a:cubicBezTo>
                  <a:cubicBezTo>
                    <a:pt x="1132" y="4959"/>
                    <a:pt x="4958" y="1133"/>
                    <a:pt x="9662" y="1133"/>
                  </a:cubicBezTo>
                  <a:close/>
                  <a:moveTo>
                    <a:pt x="9662" y="1"/>
                  </a:moveTo>
                  <a:cubicBezTo>
                    <a:pt x="7093" y="1"/>
                    <a:pt x="4668" y="1009"/>
                    <a:pt x="2838" y="2839"/>
                  </a:cubicBezTo>
                  <a:cubicBezTo>
                    <a:pt x="1009" y="4669"/>
                    <a:pt x="0" y="7094"/>
                    <a:pt x="0" y="9663"/>
                  </a:cubicBezTo>
                  <a:cubicBezTo>
                    <a:pt x="0" y="12233"/>
                    <a:pt x="1009" y="14657"/>
                    <a:pt x="2838" y="16487"/>
                  </a:cubicBezTo>
                  <a:cubicBezTo>
                    <a:pt x="4668" y="18317"/>
                    <a:pt x="7090" y="19325"/>
                    <a:pt x="9662" y="19325"/>
                  </a:cubicBezTo>
                  <a:cubicBezTo>
                    <a:pt x="12008" y="19322"/>
                    <a:pt x="14273" y="18462"/>
                    <a:pt x="16027" y="16907"/>
                  </a:cubicBezTo>
                  <a:cubicBezTo>
                    <a:pt x="16414" y="16566"/>
                    <a:pt x="16181" y="15932"/>
                    <a:pt x="15668" y="15916"/>
                  </a:cubicBezTo>
                  <a:cubicBezTo>
                    <a:pt x="11420" y="15799"/>
                    <a:pt x="7965" y="12233"/>
                    <a:pt x="7965" y="7966"/>
                  </a:cubicBezTo>
                  <a:cubicBezTo>
                    <a:pt x="7965" y="5243"/>
                    <a:pt x="9391" y="2658"/>
                    <a:pt x="11688" y="1215"/>
                  </a:cubicBezTo>
                  <a:cubicBezTo>
                    <a:pt x="12123" y="943"/>
                    <a:pt x="11999" y="276"/>
                    <a:pt x="11495" y="179"/>
                  </a:cubicBezTo>
                  <a:cubicBezTo>
                    <a:pt x="10891" y="61"/>
                    <a:pt x="10278" y="4"/>
                    <a:pt x="96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1904" name="Google Shape;1904;p43"/>
          <p:cNvSpPr/>
          <p:nvPr/>
        </p:nvSpPr>
        <p:spPr>
          <a:xfrm>
            <a:off x="5957796" y="2895527"/>
            <a:ext cx="284561" cy="229165"/>
          </a:xfrm>
          <a:custGeom>
            <a:rect b="b" l="l" r="r" t="t"/>
            <a:pathLst>
              <a:path extrusionOk="0" h="15563" w="19325">
                <a:moveTo>
                  <a:pt x="13582" y="1135"/>
                </a:moveTo>
                <a:cubicBezTo>
                  <a:pt x="14814" y="1135"/>
                  <a:pt x="15946" y="1812"/>
                  <a:pt x="16532" y="2896"/>
                </a:cubicBezTo>
                <a:cubicBezTo>
                  <a:pt x="17118" y="3983"/>
                  <a:pt x="17060" y="5302"/>
                  <a:pt x="16381" y="6332"/>
                </a:cubicBezTo>
                <a:cubicBezTo>
                  <a:pt x="15881" y="6149"/>
                  <a:pt x="15358" y="6058"/>
                  <a:pt x="14835" y="6058"/>
                </a:cubicBezTo>
                <a:cubicBezTo>
                  <a:pt x="14169" y="6058"/>
                  <a:pt x="13503" y="6206"/>
                  <a:pt x="12890" y="6501"/>
                </a:cubicBezTo>
                <a:cubicBezTo>
                  <a:pt x="12326" y="5429"/>
                  <a:pt x="11381" y="4611"/>
                  <a:pt x="10239" y="4203"/>
                </a:cubicBezTo>
                <a:cubicBezTo>
                  <a:pt x="10390" y="2470"/>
                  <a:pt x="11843" y="1138"/>
                  <a:pt x="13582" y="1135"/>
                </a:cubicBezTo>
                <a:close/>
                <a:moveTo>
                  <a:pt x="8612" y="5055"/>
                </a:moveTo>
                <a:cubicBezTo>
                  <a:pt x="8920" y="5055"/>
                  <a:pt x="9222" y="5094"/>
                  <a:pt x="9518" y="5172"/>
                </a:cubicBezTo>
                <a:cubicBezTo>
                  <a:pt x="10710" y="5489"/>
                  <a:pt x="11673" y="6413"/>
                  <a:pt x="12093" y="7639"/>
                </a:cubicBezTo>
                <a:cubicBezTo>
                  <a:pt x="12176" y="7879"/>
                  <a:pt x="12400" y="8020"/>
                  <a:pt x="12631" y="8020"/>
                </a:cubicBezTo>
                <a:cubicBezTo>
                  <a:pt x="12744" y="8020"/>
                  <a:pt x="12859" y="7986"/>
                  <a:pt x="12960" y="7914"/>
                </a:cubicBezTo>
                <a:cubicBezTo>
                  <a:pt x="13506" y="7519"/>
                  <a:pt x="14164" y="7304"/>
                  <a:pt x="14838" y="7304"/>
                </a:cubicBezTo>
                <a:cubicBezTo>
                  <a:pt x="14844" y="7304"/>
                  <a:pt x="14850" y="7304"/>
                  <a:pt x="14856" y="7304"/>
                </a:cubicBezTo>
                <a:cubicBezTo>
                  <a:pt x="15360" y="7304"/>
                  <a:pt x="15858" y="7428"/>
                  <a:pt x="16308" y="7663"/>
                </a:cubicBezTo>
                <a:cubicBezTo>
                  <a:pt x="17471" y="8267"/>
                  <a:pt x="18192" y="9493"/>
                  <a:pt x="18192" y="10864"/>
                </a:cubicBezTo>
                <a:cubicBezTo>
                  <a:pt x="18192" y="12830"/>
                  <a:pt x="16689" y="14427"/>
                  <a:pt x="14838" y="14427"/>
                </a:cubicBezTo>
                <a:lnTo>
                  <a:pt x="3904" y="14427"/>
                </a:lnTo>
                <a:cubicBezTo>
                  <a:pt x="2377" y="14427"/>
                  <a:pt x="1133" y="13104"/>
                  <a:pt x="1133" y="11480"/>
                </a:cubicBezTo>
                <a:cubicBezTo>
                  <a:pt x="1133" y="9853"/>
                  <a:pt x="2377" y="8530"/>
                  <a:pt x="3904" y="8530"/>
                </a:cubicBezTo>
                <a:cubicBezTo>
                  <a:pt x="4052" y="8533"/>
                  <a:pt x="4200" y="8545"/>
                  <a:pt x="4345" y="8569"/>
                </a:cubicBezTo>
                <a:cubicBezTo>
                  <a:pt x="4377" y="8575"/>
                  <a:pt x="4409" y="8577"/>
                  <a:pt x="4441" y="8577"/>
                </a:cubicBezTo>
                <a:cubicBezTo>
                  <a:pt x="4704" y="8577"/>
                  <a:pt x="4941" y="8393"/>
                  <a:pt x="4994" y="8128"/>
                </a:cubicBezTo>
                <a:cubicBezTo>
                  <a:pt x="5369" y="6347"/>
                  <a:pt x="6891" y="5055"/>
                  <a:pt x="8612" y="5055"/>
                </a:cubicBezTo>
                <a:close/>
                <a:moveTo>
                  <a:pt x="13579" y="1"/>
                </a:moveTo>
                <a:cubicBezTo>
                  <a:pt x="11392" y="1"/>
                  <a:pt x="9410" y="1624"/>
                  <a:pt x="9128" y="3953"/>
                </a:cubicBezTo>
                <a:cubicBezTo>
                  <a:pt x="8954" y="3933"/>
                  <a:pt x="8780" y="3923"/>
                  <a:pt x="8607" y="3923"/>
                </a:cubicBezTo>
                <a:cubicBezTo>
                  <a:pt x="7490" y="3923"/>
                  <a:pt x="6402" y="4324"/>
                  <a:pt x="5550" y="5064"/>
                </a:cubicBezTo>
                <a:cubicBezTo>
                  <a:pt x="4831" y="5686"/>
                  <a:pt x="4300" y="6495"/>
                  <a:pt x="4016" y="7401"/>
                </a:cubicBezTo>
                <a:lnTo>
                  <a:pt x="3901" y="7401"/>
                </a:lnTo>
                <a:cubicBezTo>
                  <a:pt x="1752" y="7401"/>
                  <a:pt x="0" y="9231"/>
                  <a:pt x="0" y="11480"/>
                </a:cubicBezTo>
                <a:cubicBezTo>
                  <a:pt x="0" y="13730"/>
                  <a:pt x="1749" y="15562"/>
                  <a:pt x="3901" y="15562"/>
                </a:cubicBezTo>
                <a:lnTo>
                  <a:pt x="14838" y="15562"/>
                </a:lnTo>
                <a:cubicBezTo>
                  <a:pt x="17311" y="15562"/>
                  <a:pt x="19325" y="13455"/>
                  <a:pt x="19325" y="10867"/>
                </a:cubicBezTo>
                <a:cubicBezTo>
                  <a:pt x="19325" y="9985"/>
                  <a:pt x="19086" y="9122"/>
                  <a:pt x="18633" y="8364"/>
                </a:cubicBezTo>
                <a:cubicBezTo>
                  <a:pt x="18301" y="7808"/>
                  <a:pt x="17854" y="7331"/>
                  <a:pt x="17326" y="6960"/>
                </a:cubicBezTo>
                <a:cubicBezTo>
                  <a:pt x="18917" y="4544"/>
                  <a:pt x="17842" y="1274"/>
                  <a:pt x="15125" y="278"/>
                </a:cubicBezTo>
                <a:cubicBezTo>
                  <a:pt x="14611" y="89"/>
                  <a:pt x="14089" y="1"/>
                  <a:pt x="1357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905" name="Google Shape;1905;p43"/>
          <p:cNvSpPr/>
          <p:nvPr/>
        </p:nvSpPr>
        <p:spPr>
          <a:xfrm>
            <a:off x="6396213" y="2924425"/>
            <a:ext cx="284605" cy="171370"/>
          </a:xfrm>
          <a:custGeom>
            <a:rect b="b" l="l" r="r" t="t"/>
            <a:pathLst>
              <a:path extrusionOk="0" h="11638" w="19328">
                <a:moveTo>
                  <a:pt x="8612" y="1133"/>
                </a:moveTo>
                <a:cubicBezTo>
                  <a:pt x="8920" y="1133"/>
                  <a:pt x="9222" y="1172"/>
                  <a:pt x="9518" y="1251"/>
                </a:cubicBezTo>
                <a:cubicBezTo>
                  <a:pt x="10710" y="1571"/>
                  <a:pt x="11674" y="2492"/>
                  <a:pt x="12093" y="3718"/>
                </a:cubicBezTo>
                <a:cubicBezTo>
                  <a:pt x="12176" y="3959"/>
                  <a:pt x="12399" y="4099"/>
                  <a:pt x="12630" y="4099"/>
                </a:cubicBezTo>
                <a:cubicBezTo>
                  <a:pt x="12743" y="4099"/>
                  <a:pt x="12858" y="4065"/>
                  <a:pt x="12960" y="3992"/>
                </a:cubicBezTo>
                <a:cubicBezTo>
                  <a:pt x="13506" y="3597"/>
                  <a:pt x="14165" y="3382"/>
                  <a:pt x="14838" y="3382"/>
                </a:cubicBezTo>
                <a:cubicBezTo>
                  <a:pt x="14844" y="3382"/>
                  <a:pt x="14850" y="3382"/>
                  <a:pt x="14856" y="3382"/>
                </a:cubicBezTo>
                <a:cubicBezTo>
                  <a:pt x="15360" y="3382"/>
                  <a:pt x="15858" y="3506"/>
                  <a:pt x="16308" y="3742"/>
                </a:cubicBezTo>
                <a:cubicBezTo>
                  <a:pt x="17471" y="4346"/>
                  <a:pt x="18193" y="5572"/>
                  <a:pt x="18193" y="6942"/>
                </a:cubicBezTo>
                <a:cubicBezTo>
                  <a:pt x="18193" y="8908"/>
                  <a:pt x="16689" y="10505"/>
                  <a:pt x="14838" y="10505"/>
                </a:cubicBezTo>
                <a:lnTo>
                  <a:pt x="3905" y="10505"/>
                </a:lnTo>
                <a:cubicBezTo>
                  <a:pt x="2377" y="10505"/>
                  <a:pt x="1133" y="9183"/>
                  <a:pt x="1133" y="7558"/>
                </a:cubicBezTo>
                <a:cubicBezTo>
                  <a:pt x="1133" y="5931"/>
                  <a:pt x="2377" y="4611"/>
                  <a:pt x="3905" y="4611"/>
                </a:cubicBezTo>
                <a:cubicBezTo>
                  <a:pt x="4053" y="4611"/>
                  <a:pt x="4200" y="4623"/>
                  <a:pt x="4345" y="4648"/>
                </a:cubicBezTo>
                <a:cubicBezTo>
                  <a:pt x="4378" y="4653"/>
                  <a:pt x="4410" y="4656"/>
                  <a:pt x="4442" y="4656"/>
                </a:cubicBezTo>
                <a:cubicBezTo>
                  <a:pt x="4704" y="4656"/>
                  <a:pt x="4941" y="4473"/>
                  <a:pt x="4995" y="4207"/>
                </a:cubicBezTo>
                <a:cubicBezTo>
                  <a:pt x="5369" y="2425"/>
                  <a:pt x="6891" y="1133"/>
                  <a:pt x="8612" y="1133"/>
                </a:cubicBezTo>
                <a:close/>
                <a:moveTo>
                  <a:pt x="8612" y="1"/>
                </a:moveTo>
                <a:cubicBezTo>
                  <a:pt x="7489" y="4"/>
                  <a:pt x="6405" y="408"/>
                  <a:pt x="5553" y="1142"/>
                </a:cubicBezTo>
                <a:cubicBezTo>
                  <a:pt x="4832" y="1764"/>
                  <a:pt x="4300" y="2573"/>
                  <a:pt x="4016" y="3479"/>
                </a:cubicBezTo>
                <a:lnTo>
                  <a:pt x="3905" y="3479"/>
                </a:lnTo>
                <a:cubicBezTo>
                  <a:pt x="1752" y="3479"/>
                  <a:pt x="0" y="5309"/>
                  <a:pt x="0" y="7558"/>
                </a:cubicBezTo>
                <a:cubicBezTo>
                  <a:pt x="0" y="9808"/>
                  <a:pt x="1752" y="11638"/>
                  <a:pt x="3905" y="11638"/>
                </a:cubicBezTo>
                <a:lnTo>
                  <a:pt x="14838" y="11638"/>
                </a:lnTo>
                <a:cubicBezTo>
                  <a:pt x="17314" y="11638"/>
                  <a:pt x="19325" y="9533"/>
                  <a:pt x="19325" y="6945"/>
                </a:cubicBezTo>
                <a:cubicBezTo>
                  <a:pt x="19328" y="6064"/>
                  <a:pt x="19089" y="5197"/>
                  <a:pt x="18636" y="4442"/>
                </a:cubicBezTo>
                <a:cubicBezTo>
                  <a:pt x="18202" y="3718"/>
                  <a:pt x="17577" y="3129"/>
                  <a:pt x="16831" y="2736"/>
                </a:cubicBezTo>
                <a:cubicBezTo>
                  <a:pt x="16206" y="2412"/>
                  <a:pt x="15522" y="2249"/>
                  <a:pt x="14838" y="2249"/>
                </a:cubicBezTo>
                <a:cubicBezTo>
                  <a:pt x="14173" y="2249"/>
                  <a:pt x="13508" y="2403"/>
                  <a:pt x="12896" y="2709"/>
                </a:cubicBezTo>
                <a:cubicBezTo>
                  <a:pt x="12265" y="1447"/>
                  <a:pt x="11151" y="514"/>
                  <a:pt x="9811" y="158"/>
                </a:cubicBezTo>
                <a:cubicBezTo>
                  <a:pt x="9421" y="55"/>
                  <a:pt x="9016" y="1"/>
                  <a:pt x="861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1906" name="Google Shape;1906;p43"/>
          <p:cNvGrpSpPr/>
          <p:nvPr/>
        </p:nvGrpSpPr>
        <p:grpSpPr>
          <a:xfrm>
            <a:off x="6831672" y="2867815"/>
            <a:ext cx="285371" cy="284590"/>
            <a:chOff x="3269875" y="3210400"/>
            <a:chExt cx="484500" cy="483175"/>
          </a:xfrm>
        </p:grpSpPr>
        <p:sp>
          <p:nvSpPr>
            <p:cNvPr id="1907" name="Google Shape;1907;p43"/>
            <p:cNvSpPr/>
            <p:nvPr/>
          </p:nvSpPr>
          <p:spPr>
            <a:xfrm>
              <a:off x="3364000" y="3303850"/>
              <a:ext cx="296300" cy="296300"/>
            </a:xfrm>
            <a:custGeom>
              <a:rect b="b" l="l" r="r" t="t"/>
              <a:pathLst>
                <a:path extrusionOk="0" h="11852" w="11852">
                  <a:moveTo>
                    <a:pt x="5925" y="1132"/>
                  </a:moveTo>
                  <a:cubicBezTo>
                    <a:pt x="7863" y="1132"/>
                    <a:pt x="9612" y="2298"/>
                    <a:pt x="10354" y="4088"/>
                  </a:cubicBezTo>
                  <a:cubicBezTo>
                    <a:pt x="11094" y="5882"/>
                    <a:pt x="10683" y="7941"/>
                    <a:pt x="9313" y="9312"/>
                  </a:cubicBezTo>
                  <a:cubicBezTo>
                    <a:pt x="8395" y="10230"/>
                    <a:pt x="7169" y="10717"/>
                    <a:pt x="5920" y="10717"/>
                  </a:cubicBezTo>
                  <a:cubicBezTo>
                    <a:pt x="5304" y="10717"/>
                    <a:pt x="4682" y="10598"/>
                    <a:pt x="4089" y="10354"/>
                  </a:cubicBezTo>
                  <a:cubicBezTo>
                    <a:pt x="2298" y="9611"/>
                    <a:pt x="1133" y="7863"/>
                    <a:pt x="1133" y="5924"/>
                  </a:cubicBezTo>
                  <a:cubicBezTo>
                    <a:pt x="1133" y="3279"/>
                    <a:pt x="3280" y="1132"/>
                    <a:pt x="5925" y="1132"/>
                  </a:cubicBezTo>
                  <a:close/>
                  <a:moveTo>
                    <a:pt x="5925" y="0"/>
                  </a:moveTo>
                  <a:cubicBezTo>
                    <a:pt x="2658" y="0"/>
                    <a:pt x="1" y="2657"/>
                    <a:pt x="1" y="5924"/>
                  </a:cubicBezTo>
                  <a:cubicBezTo>
                    <a:pt x="1" y="9191"/>
                    <a:pt x="2658" y="11851"/>
                    <a:pt x="5925" y="11851"/>
                  </a:cubicBezTo>
                  <a:cubicBezTo>
                    <a:pt x="9192" y="11851"/>
                    <a:pt x="11852" y="9191"/>
                    <a:pt x="11852" y="5924"/>
                  </a:cubicBezTo>
                  <a:cubicBezTo>
                    <a:pt x="11852" y="2657"/>
                    <a:pt x="9192" y="0"/>
                    <a:pt x="592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908" name="Google Shape;1908;p43"/>
            <p:cNvSpPr/>
            <p:nvPr/>
          </p:nvSpPr>
          <p:spPr>
            <a:xfrm>
              <a:off x="3269875" y="3210400"/>
              <a:ext cx="484500" cy="483175"/>
            </a:xfrm>
            <a:custGeom>
              <a:rect b="b" l="l" r="r" t="t"/>
              <a:pathLst>
                <a:path extrusionOk="0" h="19327" w="19380">
                  <a:moveTo>
                    <a:pt x="9690" y="1208"/>
                  </a:moveTo>
                  <a:lnTo>
                    <a:pt x="11426" y="2126"/>
                  </a:lnTo>
                  <a:cubicBezTo>
                    <a:pt x="11507" y="2168"/>
                    <a:pt x="11598" y="2192"/>
                    <a:pt x="11692" y="2192"/>
                  </a:cubicBezTo>
                  <a:lnTo>
                    <a:pt x="13651" y="2192"/>
                  </a:lnTo>
                  <a:lnTo>
                    <a:pt x="14765" y="3817"/>
                  </a:lnTo>
                  <a:cubicBezTo>
                    <a:pt x="14817" y="3892"/>
                    <a:pt x="14886" y="3955"/>
                    <a:pt x="14968" y="3998"/>
                  </a:cubicBezTo>
                  <a:lnTo>
                    <a:pt x="16704" y="4916"/>
                  </a:lnTo>
                  <a:lnTo>
                    <a:pt x="16939" y="6878"/>
                  </a:lnTo>
                  <a:cubicBezTo>
                    <a:pt x="16952" y="6969"/>
                    <a:pt x="16985" y="7056"/>
                    <a:pt x="17036" y="7132"/>
                  </a:cubicBezTo>
                  <a:lnTo>
                    <a:pt x="18150" y="8759"/>
                  </a:lnTo>
                  <a:lnTo>
                    <a:pt x="17456" y="10610"/>
                  </a:lnTo>
                  <a:cubicBezTo>
                    <a:pt x="17423" y="10695"/>
                    <a:pt x="17410" y="10785"/>
                    <a:pt x="17423" y="10876"/>
                  </a:cubicBezTo>
                  <a:lnTo>
                    <a:pt x="17658" y="12842"/>
                  </a:lnTo>
                  <a:lnTo>
                    <a:pt x="16188" y="14155"/>
                  </a:lnTo>
                  <a:cubicBezTo>
                    <a:pt x="16121" y="14216"/>
                    <a:pt x="16067" y="14291"/>
                    <a:pt x="16037" y="14379"/>
                  </a:cubicBezTo>
                  <a:lnTo>
                    <a:pt x="15339" y="16226"/>
                  </a:lnTo>
                  <a:lnTo>
                    <a:pt x="13437" y="16701"/>
                  </a:lnTo>
                  <a:cubicBezTo>
                    <a:pt x="13346" y="16722"/>
                    <a:pt x="13265" y="16764"/>
                    <a:pt x="13195" y="16827"/>
                  </a:cubicBezTo>
                  <a:lnTo>
                    <a:pt x="11728" y="18138"/>
                  </a:lnTo>
                  <a:lnTo>
                    <a:pt x="9826" y="17664"/>
                  </a:lnTo>
                  <a:cubicBezTo>
                    <a:pt x="9782" y="17653"/>
                    <a:pt x="9736" y="17648"/>
                    <a:pt x="9690" y="17648"/>
                  </a:cubicBezTo>
                  <a:cubicBezTo>
                    <a:pt x="9644" y="17648"/>
                    <a:pt x="9598" y="17653"/>
                    <a:pt x="9554" y="17664"/>
                  </a:cubicBezTo>
                  <a:lnTo>
                    <a:pt x="7652" y="18138"/>
                  </a:lnTo>
                  <a:lnTo>
                    <a:pt x="6184" y="16827"/>
                  </a:lnTo>
                  <a:cubicBezTo>
                    <a:pt x="6115" y="16767"/>
                    <a:pt x="6033" y="16722"/>
                    <a:pt x="5943" y="16701"/>
                  </a:cubicBezTo>
                  <a:lnTo>
                    <a:pt x="4040" y="16226"/>
                  </a:lnTo>
                  <a:lnTo>
                    <a:pt x="3343" y="14379"/>
                  </a:lnTo>
                  <a:cubicBezTo>
                    <a:pt x="3313" y="14291"/>
                    <a:pt x="3258" y="14216"/>
                    <a:pt x="3192" y="14155"/>
                  </a:cubicBezTo>
                  <a:lnTo>
                    <a:pt x="1721" y="12842"/>
                  </a:lnTo>
                  <a:lnTo>
                    <a:pt x="1960" y="10879"/>
                  </a:lnTo>
                  <a:cubicBezTo>
                    <a:pt x="1969" y="10788"/>
                    <a:pt x="1960" y="10695"/>
                    <a:pt x="1927" y="10610"/>
                  </a:cubicBezTo>
                  <a:lnTo>
                    <a:pt x="1229" y="8762"/>
                  </a:lnTo>
                  <a:lnTo>
                    <a:pt x="2346" y="7132"/>
                  </a:lnTo>
                  <a:cubicBezTo>
                    <a:pt x="2398" y="7056"/>
                    <a:pt x="2428" y="6969"/>
                    <a:pt x="2440" y="6878"/>
                  </a:cubicBezTo>
                  <a:lnTo>
                    <a:pt x="2679" y="4916"/>
                  </a:lnTo>
                  <a:lnTo>
                    <a:pt x="4415" y="3998"/>
                  </a:lnTo>
                  <a:cubicBezTo>
                    <a:pt x="4493" y="3955"/>
                    <a:pt x="4563" y="3892"/>
                    <a:pt x="4617" y="3817"/>
                  </a:cubicBezTo>
                  <a:lnTo>
                    <a:pt x="5731" y="2192"/>
                  </a:lnTo>
                  <a:lnTo>
                    <a:pt x="7691" y="2192"/>
                  </a:lnTo>
                  <a:cubicBezTo>
                    <a:pt x="7781" y="2192"/>
                    <a:pt x="7872" y="2168"/>
                    <a:pt x="7954" y="2126"/>
                  </a:cubicBezTo>
                  <a:lnTo>
                    <a:pt x="9690" y="1208"/>
                  </a:lnTo>
                  <a:close/>
                  <a:moveTo>
                    <a:pt x="9690" y="1"/>
                  </a:moveTo>
                  <a:cubicBezTo>
                    <a:pt x="9599" y="1"/>
                    <a:pt x="9509" y="23"/>
                    <a:pt x="9427" y="66"/>
                  </a:cubicBezTo>
                  <a:lnTo>
                    <a:pt x="7549" y="1057"/>
                  </a:lnTo>
                  <a:lnTo>
                    <a:pt x="5432" y="1057"/>
                  </a:lnTo>
                  <a:cubicBezTo>
                    <a:pt x="5245" y="1057"/>
                    <a:pt x="5070" y="1150"/>
                    <a:pt x="4964" y="1304"/>
                  </a:cubicBezTo>
                  <a:lnTo>
                    <a:pt x="3760" y="3062"/>
                  </a:lnTo>
                  <a:lnTo>
                    <a:pt x="1885" y="4052"/>
                  </a:lnTo>
                  <a:cubicBezTo>
                    <a:pt x="1721" y="4140"/>
                    <a:pt x="1610" y="4300"/>
                    <a:pt x="1586" y="4484"/>
                  </a:cubicBezTo>
                  <a:lnTo>
                    <a:pt x="1332" y="6607"/>
                  </a:lnTo>
                  <a:lnTo>
                    <a:pt x="127" y="8364"/>
                  </a:lnTo>
                  <a:cubicBezTo>
                    <a:pt x="22" y="8515"/>
                    <a:pt x="0" y="8711"/>
                    <a:pt x="67" y="8883"/>
                  </a:cubicBezTo>
                  <a:lnTo>
                    <a:pt x="819" y="10882"/>
                  </a:lnTo>
                  <a:lnTo>
                    <a:pt x="562" y="13002"/>
                  </a:lnTo>
                  <a:cubicBezTo>
                    <a:pt x="538" y="13186"/>
                    <a:pt x="607" y="13370"/>
                    <a:pt x="746" y="13494"/>
                  </a:cubicBezTo>
                  <a:lnTo>
                    <a:pt x="2331" y="14910"/>
                  </a:lnTo>
                  <a:lnTo>
                    <a:pt x="3083" y="16906"/>
                  </a:lnTo>
                  <a:cubicBezTo>
                    <a:pt x="3150" y="17081"/>
                    <a:pt x="3298" y="17211"/>
                    <a:pt x="3476" y="17256"/>
                  </a:cubicBezTo>
                  <a:lnTo>
                    <a:pt x="5535" y="17766"/>
                  </a:lnTo>
                  <a:lnTo>
                    <a:pt x="7120" y="19183"/>
                  </a:lnTo>
                  <a:cubicBezTo>
                    <a:pt x="7225" y="19276"/>
                    <a:pt x="7360" y="19326"/>
                    <a:pt x="7498" y="19326"/>
                  </a:cubicBezTo>
                  <a:cubicBezTo>
                    <a:pt x="7543" y="19326"/>
                    <a:pt x="7589" y="19321"/>
                    <a:pt x="7634" y="19309"/>
                  </a:cubicBezTo>
                  <a:lnTo>
                    <a:pt x="9690" y="18796"/>
                  </a:lnTo>
                  <a:lnTo>
                    <a:pt x="11746" y="19306"/>
                  </a:lnTo>
                  <a:cubicBezTo>
                    <a:pt x="11791" y="19318"/>
                    <a:pt x="11837" y="19324"/>
                    <a:pt x="11882" y="19324"/>
                  </a:cubicBezTo>
                  <a:cubicBezTo>
                    <a:pt x="12021" y="19324"/>
                    <a:pt x="12157" y="19273"/>
                    <a:pt x="12259" y="19180"/>
                  </a:cubicBezTo>
                  <a:lnTo>
                    <a:pt x="13845" y="17763"/>
                  </a:lnTo>
                  <a:lnTo>
                    <a:pt x="15901" y="17253"/>
                  </a:lnTo>
                  <a:cubicBezTo>
                    <a:pt x="16082" y="17208"/>
                    <a:pt x="16230" y="17078"/>
                    <a:pt x="16296" y="16903"/>
                  </a:cubicBezTo>
                  <a:lnTo>
                    <a:pt x="17048" y="14907"/>
                  </a:lnTo>
                  <a:lnTo>
                    <a:pt x="18633" y="13491"/>
                  </a:lnTo>
                  <a:cubicBezTo>
                    <a:pt x="18769" y="13367"/>
                    <a:pt x="18839" y="13183"/>
                    <a:pt x="18818" y="12999"/>
                  </a:cubicBezTo>
                  <a:lnTo>
                    <a:pt x="18561" y="10879"/>
                  </a:lnTo>
                  <a:lnTo>
                    <a:pt x="19313" y="8880"/>
                  </a:lnTo>
                  <a:cubicBezTo>
                    <a:pt x="19379" y="8708"/>
                    <a:pt x="19355" y="8515"/>
                    <a:pt x="19249" y="8361"/>
                  </a:cubicBezTo>
                  <a:lnTo>
                    <a:pt x="18048" y="6607"/>
                  </a:lnTo>
                  <a:lnTo>
                    <a:pt x="17794" y="4484"/>
                  </a:lnTo>
                  <a:cubicBezTo>
                    <a:pt x="17770" y="4300"/>
                    <a:pt x="17658" y="4140"/>
                    <a:pt x="17495" y="4052"/>
                  </a:cubicBezTo>
                  <a:lnTo>
                    <a:pt x="15620" y="3059"/>
                  </a:lnTo>
                  <a:lnTo>
                    <a:pt x="14415" y="1301"/>
                  </a:lnTo>
                  <a:cubicBezTo>
                    <a:pt x="14310" y="1147"/>
                    <a:pt x="14134" y="1057"/>
                    <a:pt x="13947" y="1057"/>
                  </a:cubicBezTo>
                  <a:lnTo>
                    <a:pt x="11831" y="1057"/>
                  </a:lnTo>
                  <a:lnTo>
                    <a:pt x="9955" y="66"/>
                  </a:lnTo>
                  <a:cubicBezTo>
                    <a:pt x="9872" y="23"/>
                    <a:pt x="9781" y="1"/>
                    <a:pt x="969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1909" name="Google Shape;1909;p43"/>
          <p:cNvGrpSpPr/>
          <p:nvPr/>
        </p:nvGrpSpPr>
        <p:grpSpPr>
          <a:xfrm>
            <a:off x="7340041" y="2867513"/>
            <a:ext cx="142391" cy="285194"/>
            <a:chOff x="3985700" y="3210375"/>
            <a:chExt cx="241750" cy="484200"/>
          </a:xfrm>
        </p:grpSpPr>
        <p:sp>
          <p:nvSpPr>
            <p:cNvPr id="1910" name="Google Shape;1910;p43"/>
            <p:cNvSpPr/>
            <p:nvPr/>
          </p:nvSpPr>
          <p:spPr>
            <a:xfrm>
              <a:off x="4042700" y="3294475"/>
              <a:ext cx="127750" cy="339425"/>
            </a:xfrm>
            <a:custGeom>
              <a:rect b="b" l="l" r="r" t="t"/>
              <a:pathLst>
                <a:path extrusionOk="0" h="13577" w="5110">
                  <a:moveTo>
                    <a:pt x="2554" y="9854"/>
                  </a:moveTo>
                  <a:cubicBezTo>
                    <a:pt x="2721" y="9854"/>
                    <a:pt x="2890" y="9887"/>
                    <a:pt x="3050" y="9953"/>
                  </a:cubicBezTo>
                  <a:cubicBezTo>
                    <a:pt x="3533" y="10155"/>
                    <a:pt x="3850" y="10626"/>
                    <a:pt x="3850" y="11151"/>
                  </a:cubicBezTo>
                  <a:cubicBezTo>
                    <a:pt x="3850" y="11864"/>
                    <a:pt x="3271" y="12444"/>
                    <a:pt x="2555" y="12447"/>
                  </a:cubicBezTo>
                  <a:cubicBezTo>
                    <a:pt x="2030" y="12447"/>
                    <a:pt x="1558" y="12130"/>
                    <a:pt x="1356" y="11647"/>
                  </a:cubicBezTo>
                  <a:cubicBezTo>
                    <a:pt x="1157" y="11164"/>
                    <a:pt x="1269" y="10605"/>
                    <a:pt x="1637" y="10234"/>
                  </a:cubicBezTo>
                  <a:cubicBezTo>
                    <a:pt x="1885" y="9985"/>
                    <a:pt x="2217" y="9854"/>
                    <a:pt x="2554" y="9854"/>
                  </a:cubicBezTo>
                  <a:close/>
                  <a:moveTo>
                    <a:pt x="2555" y="1"/>
                  </a:moveTo>
                  <a:cubicBezTo>
                    <a:pt x="2241" y="1"/>
                    <a:pt x="1990" y="254"/>
                    <a:pt x="1990" y="565"/>
                  </a:cubicBezTo>
                  <a:lnTo>
                    <a:pt x="1990" y="8790"/>
                  </a:lnTo>
                  <a:cubicBezTo>
                    <a:pt x="792" y="9077"/>
                    <a:pt x="0" y="10215"/>
                    <a:pt x="145" y="11435"/>
                  </a:cubicBezTo>
                  <a:cubicBezTo>
                    <a:pt x="287" y="12658"/>
                    <a:pt x="1326" y="13576"/>
                    <a:pt x="2555" y="13576"/>
                  </a:cubicBezTo>
                  <a:cubicBezTo>
                    <a:pt x="3784" y="13576"/>
                    <a:pt x="4823" y="12658"/>
                    <a:pt x="4964" y="11435"/>
                  </a:cubicBezTo>
                  <a:cubicBezTo>
                    <a:pt x="5109" y="10215"/>
                    <a:pt x="4318" y="9077"/>
                    <a:pt x="3123" y="8790"/>
                  </a:cubicBezTo>
                  <a:lnTo>
                    <a:pt x="3123" y="565"/>
                  </a:lnTo>
                  <a:cubicBezTo>
                    <a:pt x="3123" y="254"/>
                    <a:pt x="2869" y="1"/>
                    <a:pt x="255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911" name="Google Shape;1911;p43"/>
            <p:cNvSpPr/>
            <p:nvPr/>
          </p:nvSpPr>
          <p:spPr>
            <a:xfrm>
              <a:off x="3985700" y="3210375"/>
              <a:ext cx="241750" cy="484200"/>
            </a:xfrm>
            <a:custGeom>
              <a:rect b="b" l="l" r="r" t="t"/>
              <a:pathLst>
                <a:path extrusionOk="0" h="19368" w="9670">
                  <a:moveTo>
                    <a:pt x="4835" y="1133"/>
                  </a:moveTo>
                  <a:cubicBezTo>
                    <a:pt x="5792" y="1133"/>
                    <a:pt x="6571" y="1909"/>
                    <a:pt x="6571" y="2869"/>
                  </a:cubicBezTo>
                  <a:lnTo>
                    <a:pt x="6574" y="10853"/>
                  </a:lnTo>
                  <a:lnTo>
                    <a:pt x="6574" y="10871"/>
                  </a:lnTo>
                  <a:cubicBezTo>
                    <a:pt x="6568" y="11073"/>
                    <a:pt x="6668" y="11260"/>
                    <a:pt x="6837" y="11369"/>
                  </a:cubicBezTo>
                  <a:cubicBezTo>
                    <a:pt x="7869" y="12027"/>
                    <a:pt x="8513" y="13232"/>
                    <a:pt x="8513" y="14512"/>
                  </a:cubicBezTo>
                  <a:cubicBezTo>
                    <a:pt x="8510" y="16545"/>
                    <a:pt x="6864" y="18190"/>
                    <a:pt x="4835" y="18193"/>
                  </a:cubicBezTo>
                  <a:cubicBezTo>
                    <a:pt x="2803" y="18190"/>
                    <a:pt x="1157" y="16545"/>
                    <a:pt x="1157" y="14515"/>
                  </a:cubicBezTo>
                  <a:cubicBezTo>
                    <a:pt x="1157" y="13280"/>
                    <a:pt x="1818" y="12043"/>
                    <a:pt x="2842" y="11363"/>
                  </a:cubicBezTo>
                  <a:cubicBezTo>
                    <a:pt x="2987" y="11267"/>
                    <a:pt x="3078" y="11110"/>
                    <a:pt x="3093" y="10934"/>
                  </a:cubicBezTo>
                  <a:cubicBezTo>
                    <a:pt x="3096" y="10907"/>
                    <a:pt x="3099" y="10880"/>
                    <a:pt x="3099" y="10856"/>
                  </a:cubicBezTo>
                  <a:lnTo>
                    <a:pt x="3099" y="2869"/>
                  </a:lnTo>
                  <a:cubicBezTo>
                    <a:pt x="3099" y="1909"/>
                    <a:pt x="3875" y="1133"/>
                    <a:pt x="4835" y="1133"/>
                  </a:cubicBezTo>
                  <a:close/>
                  <a:moveTo>
                    <a:pt x="4835" y="1"/>
                  </a:moveTo>
                  <a:cubicBezTo>
                    <a:pt x="3250" y="1"/>
                    <a:pt x="1966" y="1284"/>
                    <a:pt x="1966" y="2869"/>
                  </a:cubicBezTo>
                  <a:lnTo>
                    <a:pt x="1966" y="10596"/>
                  </a:lnTo>
                  <a:cubicBezTo>
                    <a:pt x="750" y="11532"/>
                    <a:pt x="34" y="12979"/>
                    <a:pt x="25" y="14515"/>
                  </a:cubicBezTo>
                  <a:cubicBezTo>
                    <a:pt x="1" y="17188"/>
                    <a:pt x="2163" y="19368"/>
                    <a:pt x="4835" y="19368"/>
                  </a:cubicBezTo>
                  <a:cubicBezTo>
                    <a:pt x="7510" y="19368"/>
                    <a:pt x="9669" y="17188"/>
                    <a:pt x="9648" y="14515"/>
                  </a:cubicBezTo>
                  <a:cubicBezTo>
                    <a:pt x="9648" y="13688"/>
                    <a:pt x="9443" y="12879"/>
                    <a:pt x="9053" y="12151"/>
                  </a:cubicBezTo>
                  <a:cubicBezTo>
                    <a:pt x="8724" y="11541"/>
                    <a:pt x="8265" y="11010"/>
                    <a:pt x="7709" y="10596"/>
                  </a:cubicBezTo>
                  <a:lnTo>
                    <a:pt x="7703" y="2869"/>
                  </a:lnTo>
                  <a:cubicBezTo>
                    <a:pt x="7703" y="1284"/>
                    <a:pt x="6420" y="1"/>
                    <a:pt x="483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1912" name="Google Shape;1912;p43"/>
          <p:cNvGrpSpPr/>
          <p:nvPr/>
        </p:nvGrpSpPr>
        <p:grpSpPr>
          <a:xfrm>
            <a:off x="7708194" y="2868360"/>
            <a:ext cx="283589" cy="283500"/>
            <a:chOff x="4460225" y="3211300"/>
            <a:chExt cx="481475" cy="481325"/>
          </a:xfrm>
        </p:grpSpPr>
        <p:sp>
          <p:nvSpPr>
            <p:cNvPr id="1913" name="Google Shape;1913;p43"/>
            <p:cNvSpPr/>
            <p:nvPr/>
          </p:nvSpPr>
          <p:spPr>
            <a:xfrm>
              <a:off x="4602350" y="3353250"/>
              <a:ext cx="205125" cy="197375"/>
            </a:xfrm>
            <a:custGeom>
              <a:rect b="b" l="l" r="r" t="t"/>
              <a:pathLst>
                <a:path extrusionOk="0" h="7895" w="8205">
                  <a:moveTo>
                    <a:pt x="3947" y="1134"/>
                  </a:moveTo>
                  <a:cubicBezTo>
                    <a:pt x="5085" y="1134"/>
                    <a:pt x="6112" y="1819"/>
                    <a:pt x="6547" y="2870"/>
                  </a:cubicBezTo>
                  <a:cubicBezTo>
                    <a:pt x="6982" y="3924"/>
                    <a:pt x="6743" y="5132"/>
                    <a:pt x="5937" y="5938"/>
                  </a:cubicBezTo>
                  <a:cubicBezTo>
                    <a:pt x="5398" y="6477"/>
                    <a:pt x="4680" y="6762"/>
                    <a:pt x="3948" y="6762"/>
                  </a:cubicBezTo>
                  <a:cubicBezTo>
                    <a:pt x="3585" y="6762"/>
                    <a:pt x="3218" y="6692"/>
                    <a:pt x="2869" y="6548"/>
                  </a:cubicBezTo>
                  <a:cubicBezTo>
                    <a:pt x="1818" y="6113"/>
                    <a:pt x="1133" y="5087"/>
                    <a:pt x="1133" y="3948"/>
                  </a:cubicBezTo>
                  <a:cubicBezTo>
                    <a:pt x="1133" y="2393"/>
                    <a:pt x="2392" y="1134"/>
                    <a:pt x="3947" y="1134"/>
                  </a:cubicBezTo>
                  <a:close/>
                  <a:moveTo>
                    <a:pt x="3944" y="1"/>
                  </a:moveTo>
                  <a:cubicBezTo>
                    <a:pt x="3436" y="1"/>
                    <a:pt x="2925" y="99"/>
                    <a:pt x="2437" y="301"/>
                  </a:cubicBezTo>
                  <a:cubicBezTo>
                    <a:pt x="961" y="914"/>
                    <a:pt x="1" y="2351"/>
                    <a:pt x="1" y="3948"/>
                  </a:cubicBezTo>
                  <a:cubicBezTo>
                    <a:pt x="4" y="6128"/>
                    <a:pt x="1767" y="7892"/>
                    <a:pt x="3947" y="7895"/>
                  </a:cubicBezTo>
                  <a:cubicBezTo>
                    <a:pt x="5544" y="7895"/>
                    <a:pt x="6982" y="6934"/>
                    <a:pt x="7595" y="5458"/>
                  </a:cubicBezTo>
                  <a:cubicBezTo>
                    <a:pt x="8204" y="3984"/>
                    <a:pt x="7866" y="2287"/>
                    <a:pt x="6737" y="1158"/>
                  </a:cubicBezTo>
                  <a:cubicBezTo>
                    <a:pt x="5981" y="402"/>
                    <a:pt x="4971" y="1"/>
                    <a:pt x="394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914" name="Google Shape;1914;p43"/>
            <p:cNvSpPr/>
            <p:nvPr/>
          </p:nvSpPr>
          <p:spPr>
            <a:xfrm>
              <a:off x="4460225" y="3211300"/>
              <a:ext cx="481475" cy="481325"/>
            </a:xfrm>
            <a:custGeom>
              <a:rect b="b" l="l" r="r" t="t"/>
              <a:pathLst>
                <a:path extrusionOk="0" h="19253" w="19259">
                  <a:moveTo>
                    <a:pt x="9632" y="1126"/>
                  </a:moveTo>
                  <a:cubicBezTo>
                    <a:pt x="10704" y="1126"/>
                    <a:pt x="11649" y="1824"/>
                    <a:pt x="11972" y="2845"/>
                  </a:cubicBezTo>
                  <a:cubicBezTo>
                    <a:pt x="12049" y="3090"/>
                    <a:pt x="12276" y="3240"/>
                    <a:pt x="12513" y="3240"/>
                  </a:cubicBezTo>
                  <a:cubicBezTo>
                    <a:pt x="12600" y="3240"/>
                    <a:pt x="12689" y="3220"/>
                    <a:pt x="12772" y="3177"/>
                  </a:cubicBezTo>
                  <a:cubicBezTo>
                    <a:pt x="13131" y="2990"/>
                    <a:pt x="13520" y="2899"/>
                    <a:pt x="13906" y="2899"/>
                  </a:cubicBezTo>
                  <a:cubicBezTo>
                    <a:pt x="14542" y="2899"/>
                    <a:pt x="15169" y="3146"/>
                    <a:pt x="15641" y="3617"/>
                  </a:cubicBezTo>
                  <a:cubicBezTo>
                    <a:pt x="16399" y="4375"/>
                    <a:pt x="16577" y="5535"/>
                    <a:pt x="16082" y="6486"/>
                  </a:cubicBezTo>
                  <a:cubicBezTo>
                    <a:pt x="15922" y="6797"/>
                    <a:pt x="16079" y="7180"/>
                    <a:pt x="16414" y="7286"/>
                  </a:cubicBezTo>
                  <a:cubicBezTo>
                    <a:pt x="17434" y="7609"/>
                    <a:pt x="18132" y="8554"/>
                    <a:pt x="18132" y="9626"/>
                  </a:cubicBezTo>
                  <a:cubicBezTo>
                    <a:pt x="18132" y="10698"/>
                    <a:pt x="17434" y="11643"/>
                    <a:pt x="16414" y="11966"/>
                  </a:cubicBezTo>
                  <a:cubicBezTo>
                    <a:pt x="16079" y="12072"/>
                    <a:pt x="15922" y="12455"/>
                    <a:pt x="16082" y="12766"/>
                  </a:cubicBezTo>
                  <a:cubicBezTo>
                    <a:pt x="16577" y="13718"/>
                    <a:pt x="16399" y="14877"/>
                    <a:pt x="15641" y="15635"/>
                  </a:cubicBezTo>
                  <a:cubicBezTo>
                    <a:pt x="15169" y="16107"/>
                    <a:pt x="14542" y="16354"/>
                    <a:pt x="13906" y="16354"/>
                  </a:cubicBezTo>
                  <a:cubicBezTo>
                    <a:pt x="13520" y="16354"/>
                    <a:pt x="13131" y="16263"/>
                    <a:pt x="12772" y="16076"/>
                  </a:cubicBezTo>
                  <a:cubicBezTo>
                    <a:pt x="12689" y="16033"/>
                    <a:pt x="12600" y="16013"/>
                    <a:pt x="12513" y="16013"/>
                  </a:cubicBezTo>
                  <a:cubicBezTo>
                    <a:pt x="12276" y="16013"/>
                    <a:pt x="12049" y="16163"/>
                    <a:pt x="11972" y="16408"/>
                  </a:cubicBezTo>
                  <a:cubicBezTo>
                    <a:pt x="11649" y="17428"/>
                    <a:pt x="10704" y="18126"/>
                    <a:pt x="9632" y="18126"/>
                  </a:cubicBezTo>
                  <a:cubicBezTo>
                    <a:pt x="8560" y="18126"/>
                    <a:pt x="7615" y="17428"/>
                    <a:pt x="7292" y="16408"/>
                  </a:cubicBezTo>
                  <a:cubicBezTo>
                    <a:pt x="7215" y="16163"/>
                    <a:pt x="6988" y="16013"/>
                    <a:pt x="6751" y="16013"/>
                  </a:cubicBezTo>
                  <a:cubicBezTo>
                    <a:pt x="6664" y="16013"/>
                    <a:pt x="6575" y="16033"/>
                    <a:pt x="6492" y="16076"/>
                  </a:cubicBezTo>
                  <a:cubicBezTo>
                    <a:pt x="6133" y="16263"/>
                    <a:pt x="5744" y="16354"/>
                    <a:pt x="5358" y="16354"/>
                  </a:cubicBezTo>
                  <a:cubicBezTo>
                    <a:pt x="4722" y="16354"/>
                    <a:pt x="4095" y="16107"/>
                    <a:pt x="3623" y="15635"/>
                  </a:cubicBezTo>
                  <a:cubicBezTo>
                    <a:pt x="2865" y="14877"/>
                    <a:pt x="2687" y="13718"/>
                    <a:pt x="3183" y="12766"/>
                  </a:cubicBezTo>
                  <a:cubicBezTo>
                    <a:pt x="3343" y="12455"/>
                    <a:pt x="3186" y="12072"/>
                    <a:pt x="2850" y="11966"/>
                  </a:cubicBezTo>
                  <a:cubicBezTo>
                    <a:pt x="1830" y="11643"/>
                    <a:pt x="1132" y="10698"/>
                    <a:pt x="1132" y="9626"/>
                  </a:cubicBezTo>
                  <a:cubicBezTo>
                    <a:pt x="1132" y="8554"/>
                    <a:pt x="1830" y="7609"/>
                    <a:pt x="2850" y="7286"/>
                  </a:cubicBezTo>
                  <a:cubicBezTo>
                    <a:pt x="3186" y="7180"/>
                    <a:pt x="3343" y="6797"/>
                    <a:pt x="3183" y="6486"/>
                  </a:cubicBezTo>
                  <a:cubicBezTo>
                    <a:pt x="2687" y="5535"/>
                    <a:pt x="2865" y="4375"/>
                    <a:pt x="3623" y="3617"/>
                  </a:cubicBezTo>
                  <a:cubicBezTo>
                    <a:pt x="4095" y="3146"/>
                    <a:pt x="4722" y="2899"/>
                    <a:pt x="5358" y="2899"/>
                  </a:cubicBezTo>
                  <a:cubicBezTo>
                    <a:pt x="5744" y="2899"/>
                    <a:pt x="6133" y="2990"/>
                    <a:pt x="6492" y="3177"/>
                  </a:cubicBezTo>
                  <a:cubicBezTo>
                    <a:pt x="6575" y="3220"/>
                    <a:pt x="6664" y="3240"/>
                    <a:pt x="6751" y="3240"/>
                  </a:cubicBezTo>
                  <a:cubicBezTo>
                    <a:pt x="6988" y="3240"/>
                    <a:pt x="7215" y="3090"/>
                    <a:pt x="7292" y="2845"/>
                  </a:cubicBezTo>
                  <a:cubicBezTo>
                    <a:pt x="7615" y="1824"/>
                    <a:pt x="8560" y="1126"/>
                    <a:pt x="9632" y="1126"/>
                  </a:cubicBezTo>
                  <a:close/>
                  <a:moveTo>
                    <a:pt x="9632" y="0"/>
                  </a:moveTo>
                  <a:cubicBezTo>
                    <a:pt x="8291" y="0"/>
                    <a:pt x="7062" y="746"/>
                    <a:pt x="6447" y="1936"/>
                  </a:cubicBezTo>
                  <a:cubicBezTo>
                    <a:pt x="6091" y="1823"/>
                    <a:pt x="5726" y="1768"/>
                    <a:pt x="5364" y="1768"/>
                  </a:cubicBezTo>
                  <a:cubicBezTo>
                    <a:pt x="4426" y="1768"/>
                    <a:pt x="3508" y="2136"/>
                    <a:pt x="2826" y="2820"/>
                  </a:cubicBezTo>
                  <a:cubicBezTo>
                    <a:pt x="1878" y="3765"/>
                    <a:pt x="1537" y="5163"/>
                    <a:pt x="1942" y="6441"/>
                  </a:cubicBezTo>
                  <a:cubicBezTo>
                    <a:pt x="749" y="7054"/>
                    <a:pt x="0" y="8286"/>
                    <a:pt x="6" y="9626"/>
                  </a:cubicBezTo>
                  <a:cubicBezTo>
                    <a:pt x="0" y="10967"/>
                    <a:pt x="749" y="12199"/>
                    <a:pt x="1942" y="12812"/>
                  </a:cubicBezTo>
                  <a:cubicBezTo>
                    <a:pt x="1537" y="14089"/>
                    <a:pt x="1878" y="15487"/>
                    <a:pt x="2826" y="16432"/>
                  </a:cubicBezTo>
                  <a:cubicBezTo>
                    <a:pt x="3508" y="17116"/>
                    <a:pt x="4426" y="17484"/>
                    <a:pt x="5364" y="17484"/>
                  </a:cubicBezTo>
                  <a:cubicBezTo>
                    <a:pt x="5726" y="17484"/>
                    <a:pt x="6091" y="17429"/>
                    <a:pt x="6447" y="17317"/>
                  </a:cubicBezTo>
                  <a:cubicBezTo>
                    <a:pt x="7062" y="18506"/>
                    <a:pt x="8291" y="19252"/>
                    <a:pt x="9632" y="19252"/>
                  </a:cubicBezTo>
                  <a:cubicBezTo>
                    <a:pt x="10973" y="19252"/>
                    <a:pt x="12202" y="18506"/>
                    <a:pt x="12818" y="17317"/>
                  </a:cubicBezTo>
                  <a:cubicBezTo>
                    <a:pt x="13173" y="17429"/>
                    <a:pt x="13538" y="17484"/>
                    <a:pt x="13900" y="17484"/>
                  </a:cubicBezTo>
                  <a:cubicBezTo>
                    <a:pt x="14838" y="17484"/>
                    <a:pt x="15756" y="17116"/>
                    <a:pt x="16438" y="16432"/>
                  </a:cubicBezTo>
                  <a:cubicBezTo>
                    <a:pt x="17386" y="15487"/>
                    <a:pt x="17727" y="14089"/>
                    <a:pt x="17323" y="12812"/>
                  </a:cubicBezTo>
                  <a:cubicBezTo>
                    <a:pt x="18512" y="12196"/>
                    <a:pt x="19258" y="10967"/>
                    <a:pt x="19258" y="9626"/>
                  </a:cubicBezTo>
                  <a:cubicBezTo>
                    <a:pt x="19258" y="8286"/>
                    <a:pt x="18512" y="7057"/>
                    <a:pt x="17323" y="6441"/>
                  </a:cubicBezTo>
                  <a:cubicBezTo>
                    <a:pt x="17727" y="5163"/>
                    <a:pt x="17386" y="3765"/>
                    <a:pt x="16438" y="2820"/>
                  </a:cubicBezTo>
                  <a:cubicBezTo>
                    <a:pt x="15756" y="2136"/>
                    <a:pt x="14838" y="1768"/>
                    <a:pt x="13900" y="1768"/>
                  </a:cubicBezTo>
                  <a:cubicBezTo>
                    <a:pt x="13538" y="1768"/>
                    <a:pt x="13173" y="1823"/>
                    <a:pt x="12818" y="1936"/>
                  </a:cubicBezTo>
                  <a:cubicBezTo>
                    <a:pt x="12202" y="746"/>
                    <a:pt x="10973" y="0"/>
                    <a:pt x="963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1915" name="Google Shape;1915;p43"/>
          <p:cNvSpPr/>
          <p:nvPr/>
        </p:nvSpPr>
        <p:spPr>
          <a:xfrm>
            <a:off x="8143322" y="2884403"/>
            <a:ext cx="284575" cy="251415"/>
          </a:xfrm>
          <a:custGeom>
            <a:rect b="b" l="l" r="r" t="t"/>
            <a:pathLst>
              <a:path extrusionOk="0" h="17074" w="19326">
                <a:moveTo>
                  <a:pt x="14226" y="1132"/>
                </a:moveTo>
                <a:cubicBezTo>
                  <a:pt x="15314" y="1132"/>
                  <a:pt x="16352" y="1605"/>
                  <a:pt x="17070" y="2425"/>
                </a:cubicBezTo>
                <a:cubicBezTo>
                  <a:pt x="17798" y="3252"/>
                  <a:pt x="18196" y="4366"/>
                  <a:pt x="18196" y="5568"/>
                </a:cubicBezTo>
                <a:cubicBezTo>
                  <a:pt x="18193" y="8476"/>
                  <a:pt x="15599" y="10686"/>
                  <a:pt x="11671" y="14032"/>
                </a:cubicBezTo>
                <a:cubicBezTo>
                  <a:pt x="11025" y="14581"/>
                  <a:pt x="10364" y="15146"/>
                  <a:pt x="9663" y="15756"/>
                </a:cubicBezTo>
                <a:cubicBezTo>
                  <a:pt x="8963" y="15146"/>
                  <a:pt x="8301" y="14581"/>
                  <a:pt x="7655" y="14032"/>
                </a:cubicBezTo>
                <a:cubicBezTo>
                  <a:pt x="3727" y="10686"/>
                  <a:pt x="1133" y="8476"/>
                  <a:pt x="1133" y="5568"/>
                </a:cubicBezTo>
                <a:cubicBezTo>
                  <a:pt x="1133" y="4366"/>
                  <a:pt x="1535" y="3252"/>
                  <a:pt x="2259" y="2425"/>
                </a:cubicBezTo>
                <a:cubicBezTo>
                  <a:pt x="2977" y="1605"/>
                  <a:pt x="4015" y="1132"/>
                  <a:pt x="5103" y="1132"/>
                </a:cubicBezTo>
                <a:cubicBezTo>
                  <a:pt x="5113" y="1132"/>
                  <a:pt x="5124" y="1132"/>
                  <a:pt x="5134" y="1132"/>
                </a:cubicBezTo>
                <a:cubicBezTo>
                  <a:pt x="6686" y="1132"/>
                  <a:pt x="7691" y="2090"/>
                  <a:pt x="8259" y="2890"/>
                </a:cubicBezTo>
                <a:cubicBezTo>
                  <a:pt x="8631" y="3421"/>
                  <a:pt x="8920" y="4001"/>
                  <a:pt x="9126" y="4614"/>
                </a:cubicBezTo>
                <a:cubicBezTo>
                  <a:pt x="9212" y="4875"/>
                  <a:pt x="9438" y="5006"/>
                  <a:pt x="9665" y="5006"/>
                </a:cubicBezTo>
                <a:cubicBezTo>
                  <a:pt x="9891" y="5006"/>
                  <a:pt x="10118" y="4875"/>
                  <a:pt x="10204" y="4614"/>
                </a:cubicBezTo>
                <a:cubicBezTo>
                  <a:pt x="10409" y="4001"/>
                  <a:pt x="10699" y="3421"/>
                  <a:pt x="11070" y="2890"/>
                </a:cubicBezTo>
                <a:cubicBezTo>
                  <a:pt x="11641" y="2090"/>
                  <a:pt x="12643" y="1132"/>
                  <a:pt x="14195" y="1132"/>
                </a:cubicBezTo>
                <a:cubicBezTo>
                  <a:pt x="14206" y="1132"/>
                  <a:pt x="14216" y="1132"/>
                  <a:pt x="14226" y="1132"/>
                </a:cubicBezTo>
                <a:close/>
                <a:moveTo>
                  <a:pt x="5103" y="0"/>
                </a:moveTo>
                <a:cubicBezTo>
                  <a:pt x="3689" y="0"/>
                  <a:pt x="2343" y="612"/>
                  <a:pt x="1411" y="1676"/>
                </a:cubicBezTo>
                <a:cubicBezTo>
                  <a:pt x="502" y="2709"/>
                  <a:pt x="1" y="4092"/>
                  <a:pt x="1" y="5568"/>
                </a:cubicBezTo>
                <a:cubicBezTo>
                  <a:pt x="1" y="7174"/>
                  <a:pt x="629" y="8672"/>
                  <a:pt x="1976" y="10275"/>
                </a:cubicBezTo>
                <a:cubicBezTo>
                  <a:pt x="3180" y="11710"/>
                  <a:pt x="4914" y="13183"/>
                  <a:pt x="6922" y="14895"/>
                </a:cubicBezTo>
                <a:cubicBezTo>
                  <a:pt x="7670" y="15532"/>
                  <a:pt x="8443" y="16191"/>
                  <a:pt x="9265" y="16909"/>
                </a:cubicBezTo>
                <a:lnTo>
                  <a:pt x="9292" y="16933"/>
                </a:lnTo>
                <a:cubicBezTo>
                  <a:pt x="9397" y="17027"/>
                  <a:pt x="9530" y="17074"/>
                  <a:pt x="9664" y="17074"/>
                </a:cubicBezTo>
                <a:cubicBezTo>
                  <a:pt x="9797" y="17074"/>
                  <a:pt x="9930" y="17027"/>
                  <a:pt x="10038" y="16933"/>
                </a:cubicBezTo>
                <a:lnTo>
                  <a:pt x="10062" y="16909"/>
                </a:lnTo>
                <a:cubicBezTo>
                  <a:pt x="10883" y="16191"/>
                  <a:pt x="11659" y="15532"/>
                  <a:pt x="12405" y="14895"/>
                </a:cubicBezTo>
                <a:cubicBezTo>
                  <a:pt x="14413" y="13183"/>
                  <a:pt x="16146" y="11707"/>
                  <a:pt x="17351" y="10275"/>
                </a:cubicBezTo>
                <a:cubicBezTo>
                  <a:pt x="18697" y="8672"/>
                  <a:pt x="19325" y="7174"/>
                  <a:pt x="19325" y="5568"/>
                </a:cubicBezTo>
                <a:cubicBezTo>
                  <a:pt x="19325" y="4092"/>
                  <a:pt x="18824" y="2709"/>
                  <a:pt x="17915" y="1676"/>
                </a:cubicBezTo>
                <a:cubicBezTo>
                  <a:pt x="16983" y="612"/>
                  <a:pt x="15637" y="0"/>
                  <a:pt x="14224" y="0"/>
                </a:cubicBezTo>
                <a:cubicBezTo>
                  <a:pt x="14213" y="0"/>
                  <a:pt x="14203" y="0"/>
                  <a:pt x="14192" y="0"/>
                </a:cubicBezTo>
                <a:cubicBezTo>
                  <a:pt x="12157" y="0"/>
                  <a:pt x="10868" y="1217"/>
                  <a:pt x="10143" y="2238"/>
                </a:cubicBezTo>
                <a:cubicBezTo>
                  <a:pt x="9968" y="2485"/>
                  <a:pt x="9808" y="2748"/>
                  <a:pt x="9663" y="3017"/>
                </a:cubicBezTo>
                <a:cubicBezTo>
                  <a:pt x="9518" y="2748"/>
                  <a:pt x="9358" y="2485"/>
                  <a:pt x="9183" y="2238"/>
                </a:cubicBezTo>
                <a:cubicBezTo>
                  <a:pt x="8458" y="1217"/>
                  <a:pt x="7169" y="0"/>
                  <a:pt x="5134" y="0"/>
                </a:cubicBezTo>
                <a:cubicBezTo>
                  <a:pt x="5124" y="0"/>
                  <a:pt x="5113" y="0"/>
                  <a:pt x="51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1916" name="Google Shape;1916;p43"/>
          <p:cNvGrpSpPr/>
          <p:nvPr/>
        </p:nvGrpSpPr>
        <p:grpSpPr>
          <a:xfrm>
            <a:off x="2467578" y="4206023"/>
            <a:ext cx="286121" cy="234775"/>
            <a:chOff x="5647000" y="3252650"/>
            <a:chExt cx="485775" cy="398600"/>
          </a:xfrm>
        </p:grpSpPr>
        <p:sp>
          <p:nvSpPr>
            <p:cNvPr id="1917" name="Google Shape;1917;p43"/>
            <p:cNvSpPr/>
            <p:nvPr/>
          </p:nvSpPr>
          <p:spPr>
            <a:xfrm>
              <a:off x="5762575" y="3252650"/>
              <a:ext cx="113250" cy="143825"/>
            </a:xfrm>
            <a:custGeom>
              <a:rect b="b" l="l" r="r" t="t"/>
              <a:pathLst>
                <a:path extrusionOk="0" h="5753" w="4530">
                  <a:moveTo>
                    <a:pt x="2265" y="1133"/>
                  </a:moveTo>
                  <a:cubicBezTo>
                    <a:pt x="2383" y="1133"/>
                    <a:pt x="2667" y="1348"/>
                    <a:pt x="2960" y="1930"/>
                  </a:cubicBezTo>
                  <a:cubicBezTo>
                    <a:pt x="3246" y="2501"/>
                    <a:pt x="3397" y="3147"/>
                    <a:pt x="3397" y="3488"/>
                  </a:cubicBezTo>
                  <a:cubicBezTo>
                    <a:pt x="3397" y="4113"/>
                    <a:pt x="2890" y="4621"/>
                    <a:pt x="2265" y="4621"/>
                  </a:cubicBezTo>
                  <a:cubicBezTo>
                    <a:pt x="1637" y="4621"/>
                    <a:pt x="1133" y="4113"/>
                    <a:pt x="1133" y="3488"/>
                  </a:cubicBezTo>
                  <a:cubicBezTo>
                    <a:pt x="1133" y="3147"/>
                    <a:pt x="1284" y="2501"/>
                    <a:pt x="1568" y="1930"/>
                  </a:cubicBezTo>
                  <a:cubicBezTo>
                    <a:pt x="1860" y="1348"/>
                    <a:pt x="2144" y="1133"/>
                    <a:pt x="2265" y="1133"/>
                  </a:cubicBezTo>
                  <a:close/>
                  <a:moveTo>
                    <a:pt x="2265" y="1"/>
                  </a:moveTo>
                  <a:cubicBezTo>
                    <a:pt x="1613" y="1"/>
                    <a:pt x="1024" y="493"/>
                    <a:pt x="556" y="1423"/>
                  </a:cubicBezTo>
                  <a:cubicBezTo>
                    <a:pt x="218" y="2096"/>
                    <a:pt x="1" y="2909"/>
                    <a:pt x="1" y="3488"/>
                  </a:cubicBezTo>
                  <a:cubicBezTo>
                    <a:pt x="1" y="4738"/>
                    <a:pt x="1012" y="5750"/>
                    <a:pt x="2265" y="5753"/>
                  </a:cubicBezTo>
                  <a:cubicBezTo>
                    <a:pt x="3515" y="5750"/>
                    <a:pt x="4527" y="4738"/>
                    <a:pt x="4530" y="3488"/>
                  </a:cubicBezTo>
                  <a:cubicBezTo>
                    <a:pt x="4530" y="2909"/>
                    <a:pt x="4309" y="2096"/>
                    <a:pt x="3971" y="1423"/>
                  </a:cubicBezTo>
                  <a:cubicBezTo>
                    <a:pt x="3503" y="493"/>
                    <a:pt x="2914" y="1"/>
                    <a:pt x="226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918" name="Google Shape;1918;p43"/>
            <p:cNvSpPr/>
            <p:nvPr/>
          </p:nvSpPr>
          <p:spPr>
            <a:xfrm>
              <a:off x="5647000" y="3371750"/>
              <a:ext cx="124425" cy="136450"/>
            </a:xfrm>
            <a:custGeom>
              <a:rect b="b" l="l" r="r" t="t"/>
              <a:pathLst>
                <a:path extrusionOk="0" h="5458" w="4977">
                  <a:moveTo>
                    <a:pt x="1510" y="1131"/>
                  </a:moveTo>
                  <a:cubicBezTo>
                    <a:pt x="1680" y="1131"/>
                    <a:pt x="1994" y="1221"/>
                    <a:pt x="2422" y="1496"/>
                  </a:cubicBezTo>
                  <a:cubicBezTo>
                    <a:pt x="2969" y="1852"/>
                    <a:pt x="3425" y="2333"/>
                    <a:pt x="3594" y="2625"/>
                  </a:cubicBezTo>
                  <a:cubicBezTo>
                    <a:pt x="3908" y="3166"/>
                    <a:pt x="3721" y="3860"/>
                    <a:pt x="3180" y="4171"/>
                  </a:cubicBezTo>
                  <a:cubicBezTo>
                    <a:pt x="3000" y="4276"/>
                    <a:pt x="2801" y="4325"/>
                    <a:pt x="2603" y="4325"/>
                  </a:cubicBezTo>
                  <a:cubicBezTo>
                    <a:pt x="2200" y="4325"/>
                    <a:pt x="1804" y="4120"/>
                    <a:pt x="1595" y="3758"/>
                  </a:cubicBezTo>
                  <a:cubicBezTo>
                    <a:pt x="1423" y="3462"/>
                    <a:pt x="1233" y="2828"/>
                    <a:pt x="1193" y="2191"/>
                  </a:cubicBezTo>
                  <a:cubicBezTo>
                    <a:pt x="1157" y="1538"/>
                    <a:pt x="1296" y="1212"/>
                    <a:pt x="1399" y="1155"/>
                  </a:cubicBezTo>
                  <a:cubicBezTo>
                    <a:pt x="1432" y="1137"/>
                    <a:pt x="1471" y="1131"/>
                    <a:pt x="1510" y="1131"/>
                  </a:cubicBezTo>
                  <a:close/>
                  <a:moveTo>
                    <a:pt x="1512" y="1"/>
                  </a:moveTo>
                  <a:cubicBezTo>
                    <a:pt x="1262" y="1"/>
                    <a:pt x="1033" y="59"/>
                    <a:pt x="831" y="177"/>
                  </a:cubicBezTo>
                  <a:cubicBezTo>
                    <a:pt x="269" y="500"/>
                    <a:pt x="1" y="1221"/>
                    <a:pt x="61" y="2260"/>
                  </a:cubicBezTo>
                  <a:cubicBezTo>
                    <a:pt x="106" y="3012"/>
                    <a:pt x="324" y="3821"/>
                    <a:pt x="614" y="4325"/>
                  </a:cubicBezTo>
                  <a:cubicBezTo>
                    <a:pt x="919" y="4851"/>
                    <a:pt x="1420" y="5231"/>
                    <a:pt x="2009" y="5382"/>
                  </a:cubicBezTo>
                  <a:cubicBezTo>
                    <a:pt x="2205" y="5431"/>
                    <a:pt x="2404" y="5458"/>
                    <a:pt x="2607" y="5458"/>
                  </a:cubicBezTo>
                  <a:cubicBezTo>
                    <a:pt x="2609" y="5458"/>
                    <a:pt x="2612" y="5458"/>
                    <a:pt x="2615" y="5458"/>
                  </a:cubicBezTo>
                  <a:cubicBezTo>
                    <a:pt x="3421" y="5458"/>
                    <a:pt x="4166" y="5026"/>
                    <a:pt x="4572" y="4328"/>
                  </a:cubicBezTo>
                  <a:cubicBezTo>
                    <a:pt x="4977" y="3628"/>
                    <a:pt x="4977" y="2761"/>
                    <a:pt x="4572" y="2061"/>
                  </a:cubicBezTo>
                  <a:cubicBezTo>
                    <a:pt x="4282" y="1560"/>
                    <a:pt x="3678" y="968"/>
                    <a:pt x="3035" y="548"/>
                  </a:cubicBezTo>
                  <a:cubicBezTo>
                    <a:pt x="2471" y="185"/>
                    <a:pt x="1957" y="1"/>
                    <a:pt x="151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919" name="Google Shape;1919;p43"/>
            <p:cNvSpPr/>
            <p:nvPr/>
          </p:nvSpPr>
          <p:spPr>
            <a:xfrm>
              <a:off x="5904100" y="3252650"/>
              <a:ext cx="113275" cy="143825"/>
            </a:xfrm>
            <a:custGeom>
              <a:rect b="b" l="l" r="r" t="t"/>
              <a:pathLst>
                <a:path extrusionOk="0" h="5753" w="4531">
                  <a:moveTo>
                    <a:pt x="2266" y="1133"/>
                  </a:moveTo>
                  <a:cubicBezTo>
                    <a:pt x="2383" y="1133"/>
                    <a:pt x="2667" y="1348"/>
                    <a:pt x="2960" y="1930"/>
                  </a:cubicBezTo>
                  <a:cubicBezTo>
                    <a:pt x="3247" y="2501"/>
                    <a:pt x="3398" y="3147"/>
                    <a:pt x="3398" y="3488"/>
                  </a:cubicBezTo>
                  <a:cubicBezTo>
                    <a:pt x="3398" y="4113"/>
                    <a:pt x="2891" y="4621"/>
                    <a:pt x="2266" y="4621"/>
                  </a:cubicBezTo>
                  <a:cubicBezTo>
                    <a:pt x="1638" y="4621"/>
                    <a:pt x="1133" y="4113"/>
                    <a:pt x="1133" y="3488"/>
                  </a:cubicBezTo>
                  <a:cubicBezTo>
                    <a:pt x="1133" y="3147"/>
                    <a:pt x="1284" y="2501"/>
                    <a:pt x="1568" y="1930"/>
                  </a:cubicBezTo>
                  <a:cubicBezTo>
                    <a:pt x="1861" y="1348"/>
                    <a:pt x="2145" y="1133"/>
                    <a:pt x="2266" y="1133"/>
                  </a:cubicBezTo>
                  <a:close/>
                  <a:moveTo>
                    <a:pt x="2266" y="1"/>
                  </a:moveTo>
                  <a:cubicBezTo>
                    <a:pt x="1613" y="1"/>
                    <a:pt x="1025" y="493"/>
                    <a:pt x="557" y="1423"/>
                  </a:cubicBezTo>
                  <a:cubicBezTo>
                    <a:pt x="218" y="2096"/>
                    <a:pt x="1" y="2909"/>
                    <a:pt x="1" y="3488"/>
                  </a:cubicBezTo>
                  <a:cubicBezTo>
                    <a:pt x="1" y="4738"/>
                    <a:pt x="1012" y="5753"/>
                    <a:pt x="2266" y="5753"/>
                  </a:cubicBezTo>
                  <a:cubicBezTo>
                    <a:pt x="3516" y="5753"/>
                    <a:pt x="4530" y="4738"/>
                    <a:pt x="4530" y="3488"/>
                  </a:cubicBezTo>
                  <a:cubicBezTo>
                    <a:pt x="4530" y="2909"/>
                    <a:pt x="4310" y="2096"/>
                    <a:pt x="3972" y="1423"/>
                  </a:cubicBezTo>
                  <a:cubicBezTo>
                    <a:pt x="3507" y="493"/>
                    <a:pt x="2915" y="1"/>
                    <a:pt x="226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920" name="Google Shape;1920;p43"/>
            <p:cNvSpPr/>
            <p:nvPr/>
          </p:nvSpPr>
          <p:spPr>
            <a:xfrm>
              <a:off x="5996750" y="3371150"/>
              <a:ext cx="136025" cy="136525"/>
            </a:xfrm>
            <a:custGeom>
              <a:rect b="b" l="l" r="r" t="t"/>
              <a:pathLst>
                <a:path extrusionOk="0" h="5461" w="5441">
                  <a:moveTo>
                    <a:pt x="3955" y="1136"/>
                  </a:moveTo>
                  <a:cubicBezTo>
                    <a:pt x="3986" y="1136"/>
                    <a:pt x="4019" y="1143"/>
                    <a:pt x="4049" y="1158"/>
                  </a:cubicBezTo>
                  <a:cubicBezTo>
                    <a:pt x="4152" y="1218"/>
                    <a:pt x="4290" y="1541"/>
                    <a:pt x="4251" y="2194"/>
                  </a:cubicBezTo>
                  <a:cubicBezTo>
                    <a:pt x="4215" y="2834"/>
                    <a:pt x="4022" y="3468"/>
                    <a:pt x="3853" y="3761"/>
                  </a:cubicBezTo>
                  <a:cubicBezTo>
                    <a:pt x="3644" y="4124"/>
                    <a:pt x="3246" y="4329"/>
                    <a:pt x="2842" y="4329"/>
                  </a:cubicBezTo>
                  <a:cubicBezTo>
                    <a:pt x="2645" y="4329"/>
                    <a:pt x="2447" y="4280"/>
                    <a:pt x="2267" y="4177"/>
                  </a:cubicBezTo>
                  <a:cubicBezTo>
                    <a:pt x="2008" y="4026"/>
                    <a:pt x="1815" y="3779"/>
                    <a:pt x="1739" y="3489"/>
                  </a:cubicBezTo>
                  <a:cubicBezTo>
                    <a:pt x="1661" y="3199"/>
                    <a:pt x="1703" y="2888"/>
                    <a:pt x="1854" y="2628"/>
                  </a:cubicBezTo>
                  <a:cubicBezTo>
                    <a:pt x="2020" y="2338"/>
                    <a:pt x="2479" y="1855"/>
                    <a:pt x="3025" y="1502"/>
                  </a:cubicBezTo>
                  <a:cubicBezTo>
                    <a:pt x="3451" y="1224"/>
                    <a:pt x="3768" y="1137"/>
                    <a:pt x="3937" y="1137"/>
                  </a:cubicBezTo>
                  <a:cubicBezTo>
                    <a:pt x="3943" y="1136"/>
                    <a:pt x="3949" y="1136"/>
                    <a:pt x="3955" y="1136"/>
                  </a:cubicBezTo>
                  <a:close/>
                  <a:moveTo>
                    <a:pt x="3932" y="1"/>
                  </a:moveTo>
                  <a:cubicBezTo>
                    <a:pt x="3486" y="1"/>
                    <a:pt x="2972" y="186"/>
                    <a:pt x="2409" y="551"/>
                  </a:cubicBezTo>
                  <a:cubicBezTo>
                    <a:pt x="1766" y="968"/>
                    <a:pt x="1162" y="1562"/>
                    <a:pt x="872" y="2064"/>
                  </a:cubicBezTo>
                  <a:cubicBezTo>
                    <a:pt x="1" y="3572"/>
                    <a:pt x="1091" y="5461"/>
                    <a:pt x="2834" y="5461"/>
                  </a:cubicBezTo>
                  <a:cubicBezTo>
                    <a:pt x="2835" y="5461"/>
                    <a:pt x="2837" y="5461"/>
                    <a:pt x="2838" y="5461"/>
                  </a:cubicBezTo>
                  <a:cubicBezTo>
                    <a:pt x="3037" y="5461"/>
                    <a:pt x="3240" y="5433"/>
                    <a:pt x="3436" y="5385"/>
                  </a:cubicBezTo>
                  <a:cubicBezTo>
                    <a:pt x="4022" y="5234"/>
                    <a:pt x="4526" y="4854"/>
                    <a:pt x="4831" y="4328"/>
                  </a:cubicBezTo>
                  <a:cubicBezTo>
                    <a:pt x="5121" y="3824"/>
                    <a:pt x="5335" y="3015"/>
                    <a:pt x="5380" y="2260"/>
                  </a:cubicBezTo>
                  <a:cubicBezTo>
                    <a:pt x="5441" y="1221"/>
                    <a:pt x="5175" y="503"/>
                    <a:pt x="4614" y="177"/>
                  </a:cubicBezTo>
                  <a:cubicBezTo>
                    <a:pt x="4410" y="59"/>
                    <a:pt x="4182" y="1"/>
                    <a:pt x="393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921" name="Google Shape;1921;p43"/>
            <p:cNvSpPr/>
            <p:nvPr/>
          </p:nvSpPr>
          <p:spPr>
            <a:xfrm>
              <a:off x="5734275" y="3424700"/>
              <a:ext cx="311325" cy="226550"/>
            </a:xfrm>
            <a:custGeom>
              <a:rect b="b" l="l" r="r" t="t"/>
              <a:pathLst>
                <a:path extrusionOk="0" h="9062" w="12453">
                  <a:moveTo>
                    <a:pt x="6226" y="1135"/>
                  </a:moveTo>
                  <a:cubicBezTo>
                    <a:pt x="8575" y="1135"/>
                    <a:pt x="9059" y="1815"/>
                    <a:pt x="9059" y="2832"/>
                  </a:cubicBezTo>
                  <a:lnTo>
                    <a:pt x="9059" y="3159"/>
                  </a:lnTo>
                  <a:cubicBezTo>
                    <a:pt x="9056" y="3850"/>
                    <a:pt x="9472" y="4472"/>
                    <a:pt x="10115" y="4732"/>
                  </a:cubicBezTo>
                  <a:cubicBezTo>
                    <a:pt x="10846" y="5031"/>
                    <a:pt x="11323" y="5619"/>
                    <a:pt x="11323" y="6229"/>
                  </a:cubicBezTo>
                  <a:cubicBezTo>
                    <a:pt x="11323" y="6658"/>
                    <a:pt x="11103" y="7069"/>
                    <a:pt x="10704" y="7389"/>
                  </a:cubicBezTo>
                  <a:cubicBezTo>
                    <a:pt x="10269" y="7736"/>
                    <a:pt x="9687" y="7929"/>
                    <a:pt x="9059" y="7929"/>
                  </a:cubicBezTo>
                  <a:cubicBezTo>
                    <a:pt x="9046" y="7929"/>
                    <a:pt x="9034" y="7929"/>
                    <a:pt x="9021" y="7929"/>
                  </a:cubicBezTo>
                  <a:cubicBezTo>
                    <a:pt x="8787" y="7929"/>
                    <a:pt x="8554" y="7902"/>
                    <a:pt x="8328" y="7848"/>
                  </a:cubicBezTo>
                  <a:cubicBezTo>
                    <a:pt x="7639" y="7673"/>
                    <a:pt x="6933" y="7585"/>
                    <a:pt x="6223" y="7585"/>
                  </a:cubicBezTo>
                  <a:cubicBezTo>
                    <a:pt x="5517" y="7585"/>
                    <a:pt x="4813" y="7673"/>
                    <a:pt x="4128" y="7848"/>
                  </a:cubicBezTo>
                  <a:cubicBezTo>
                    <a:pt x="3901" y="7902"/>
                    <a:pt x="3666" y="7929"/>
                    <a:pt x="3434" y="7929"/>
                  </a:cubicBezTo>
                  <a:cubicBezTo>
                    <a:pt x="3422" y="7929"/>
                    <a:pt x="3409" y="7929"/>
                    <a:pt x="3397" y="7929"/>
                  </a:cubicBezTo>
                  <a:cubicBezTo>
                    <a:pt x="2769" y="7929"/>
                    <a:pt x="2183" y="7736"/>
                    <a:pt x="1748" y="7389"/>
                  </a:cubicBezTo>
                  <a:cubicBezTo>
                    <a:pt x="1350" y="7069"/>
                    <a:pt x="1133" y="6658"/>
                    <a:pt x="1133" y="6229"/>
                  </a:cubicBezTo>
                  <a:cubicBezTo>
                    <a:pt x="1133" y="5619"/>
                    <a:pt x="1604" y="5031"/>
                    <a:pt x="2340" y="4732"/>
                  </a:cubicBezTo>
                  <a:cubicBezTo>
                    <a:pt x="2980" y="4472"/>
                    <a:pt x="3397" y="3850"/>
                    <a:pt x="3397" y="3159"/>
                  </a:cubicBezTo>
                  <a:lnTo>
                    <a:pt x="3397" y="2832"/>
                  </a:lnTo>
                  <a:cubicBezTo>
                    <a:pt x="3397" y="1815"/>
                    <a:pt x="3877" y="1135"/>
                    <a:pt x="6226" y="1135"/>
                  </a:cubicBezTo>
                  <a:close/>
                  <a:moveTo>
                    <a:pt x="6226" y="0"/>
                  </a:moveTo>
                  <a:cubicBezTo>
                    <a:pt x="5034" y="0"/>
                    <a:pt x="4185" y="157"/>
                    <a:pt x="3557" y="498"/>
                  </a:cubicBezTo>
                  <a:cubicBezTo>
                    <a:pt x="2700" y="960"/>
                    <a:pt x="2262" y="1745"/>
                    <a:pt x="2262" y="2829"/>
                  </a:cubicBezTo>
                  <a:lnTo>
                    <a:pt x="2262" y="3156"/>
                  </a:lnTo>
                  <a:cubicBezTo>
                    <a:pt x="2265" y="3388"/>
                    <a:pt x="2123" y="3593"/>
                    <a:pt x="1912" y="3681"/>
                  </a:cubicBezTo>
                  <a:cubicBezTo>
                    <a:pt x="749" y="4158"/>
                    <a:pt x="0" y="5157"/>
                    <a:pt x="0" y="6229"/>
                  </a:cubicBezTo>
                  <a:cubicBezTo>
                    <a:pt x="0" y="7790"/>
                    <a:pt x="1522" y="9062"/>
                    <a:pt x="3397" y="9062"/>
                  </a:cubicBezTo>
                  <a:cubicBezTo>
                    <a:pt x="3409" y="9062"/>
                    <a:pt x="3421" y="9062"/>
                    <a:pt x="3433" y="9062"/>
                  </a:cubicBezTo>
                  <a:cubicBezTo>
                    <a:pt x="3760" y="9062"/>
                    <a:pt x="4088" y="9022"/>
                    <a:pt x="4409" y="8944"/>
                  </a:cubicBezTo>
                  <a:cubicBezTo>
                    <a:pt x="5005" y="8793"/>
                    <a:pt x="5616" y="8717"/>
                    <a:pt x="6228" y="8717"/>
                  </a:cubicBezTo>
                  <a:cubicBezTo>
                    <a:pt x="6839" y="8717"/>
                    <a:pt x="7451" y="8793"/>
                    <a:pt x="8047" y="8944"/>
                  </a:cubicBezTo>
                  <a:cubicBezTo>
                    <a:pt x="8366" y="9022"/>
                    <a:pt x="8691" y="9059"/>
                    <a:pt x="9017" y="9059"/>
                  </a:cubicBezTo>
                  <a:cubicBezTo>
                    <a:pt x="9030" y="9059"/>
                    <a:pt x="9043" y="9059"/>
                    <a:pt x="9056" y="9059"/>
                  </a:cubicBezTo>
                  <a:cubicBezTo>
                    <a:pt x="10931" y="9059"/>
                    <a:pt x="12452" y="7787"/>
                    <a:pt x="12452" y="6226"/>
                  </a:cubicBezTo>
                  <a:cubicBezTo>
                    <a:pt x="12452" y="5154"/>
                    <a:pt x="11704" y="4155"/>
                    <a:pt x="10541" y="3681"/>
                  </a:cubicBezTo>
                  <a:cubicBezTo>
                    <a:pt x="10330" y="3593"/>
                    <a:pt x="10188" y="3388"/>
                    <a:pt x="10188" y="3156"/>
                  </a:cubicBezTo>
                  <a:lnTo>
                    <a:pt x="10188" y="2829"/>
                  </a:lnTo>
                  <a:cubicBezTo>
                    <a:pt x="10188" y="1745"/>
                    <a:pt x="9753" y="960"/>
                    <a:pt x="8896" y="498"/>
                  </a:cubicBezTo>
                  <a:cubicBezTo>
                    <a:pt x="8267" y="157"/>
                    <a:pt x="7419" y="0"/>
                    <a:pt x="622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1922" name="Google Shape;1922;p43"/>
          <p:cNvGrpSpPr/>
          <p:nvPr/>
        </p:nvGrpSpPr>
        <p:grpSpPr>
          <a:xfrm>
            <a:off x="3339145" y="4211089"/>
            <a:ext cx="273244" cy="224641"/>
            <a:chOff x="6242450" y="3252800"/>
            <a:chExt cx="484475" cy="398300"/>
          </a:xfrm>
        </p:grpSpPr>
        <p:sp>
          <p:nvSpPr>
            <p:cNvPr id="1923" name="Google Shape;1923;p43"/>
            <p:cNvSpPr/>
            <p:nvPr/>
          </p:nvSpPr>
          <p:spPr>
            <a:xfrm>
              <a:off x="6626825" y="3427175"/>
              <a:ext cx="28325" cy="28350"/>
            </a:xfrm>
            <a:custGeom>
              <a:rect b="b" l="l" r="r" t="t"/>
              <a:pathLst>
                <a:path extrusionOk="0" h="1134" w="1133">
                  <a:moveTo>
                    <a:pt x="568" y="1"/>
                  </a:moveTo>
                  <a:cubicBezTo>
                    <a:pt x="254" y="1"/>
                    <a:pt x="0" y="254"/>
                    <a:pt x="0" y="565"/>
                  </a:cubicBezTo>
                  <a:cubicBezTo>
                    <a:pt x="0" y="879"/>
                    <a:pt x="254" y="1133"/>
                    <a:pt x="568" y="1133"/>
                  </a:cubicBezTo>
                  <a:cubicBezTo>
                    <a:pt x="879" y="1133"/>
                    <a:pt x="1132" y="879"/>
                    <a:pt x="1132" y="565"/>
                  </a:cubicBezTo>
                  <a:cubicBezTo>
                    <a:pt x="1132" y="254"/>
                    <a:pt x="879" y="1"/>
                    <a:pt x="56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924" name="Google Shape;1924;p43"/>
            <p:cNvSpPr/>
            <p:nvPr/>
          </p:nvSpPr>
          <p:spPr>
            <a:xfrm>
              <a:off x="6508150" y="3418300"/>
              <a:ext cx="45550" cy="68400"/>
            </a:xfrm>
            <a:custGeom>
              <a:rect b="b" l="l" r="r" t="t"/>
              <a:pathLst>
                <a:path extrusionOk="0" h="2736" w="1822">
                  <a:moveTo>
                    <a:pt x="1062" y="0"/>
                  </a:moveTo>
                  <a:cubicBezTo>
                    <a:pt x="917" y="0"/>
                    <a:pt x="772" y="55"/>
                    <a:pt x="662" y="166"/>
                  </a:cubicBezTo>
                  <a:cubicBezTo>
                    <a:pt x="1" y="830"/>
                    <a:pt x="1" y="1905"/>
                    <a:pt x="662" y="2569"/>
                  </a:cubicBezTo>
                  <a:cubicBezTo>
                    <a:pt x="768" y="2675"/>
                    <a:pt x="912" y="2732"/>
                    <a:pt x="1063" y="2735"/>
                  </a:cubicBezTo>
                  <a:cubicBezTo>
                    <a:pt x="1568" y="2732"/>
                    <a:pt x="1821" y="2122"/>
                    <a:pt x="1462" y="1766"/>
                  </a:cubicBezTo>
                  <a:cubicBezTo>
                    <a:pt x="1242" y="1545"/>
                    <a:pt x="1242" y="1186"/>
                    <a:pt x="1462" y="966"/>
                  </a:cubicBezTo>
                  <a:cubicBezTo>
                    <a:pt x="1685" y="745"/>
                    <a:pt x="1685" y="386"/>
                    <a:pt x="1462" y="166"/>
                  </a:cubicBezTo>
                  <a:cubicBezTo>
                    <a:pt x="1352" y="55"/>
                    <a:pt x="1207" y="0"/>
                    <a:pt x="106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925" name="Google Shape;1925;p43"/>
            <p:cNvSpPr/>
            <p:nvPr/>
          </p:nvSpPr>
          <p:spPr>
            <a:xfrm>
              <a:off x="6242450" y="3252800"/>
              <a:ext cx="484475" cy="398300"/>
            </a:xfrm>
            <a:custGeom>
              <a:rect b="b" l="l" r="r" t="t"/>
              <a:pathLst>
                <a:path extrusionOk="0" h="15932" w="19379">
                  <a:moveTo>
                    <a:pt x="9593" y="1178"/>
                  </a:moveTo>
                  <a:cubicBezTo>
                    <a:pt x="11124" y="1417"/>
                    <a:pt x="12374" y="2528"/>
                    <a:pt x="12794" y="4017"/>
                  </a:cubicBezTo>
                  <a:cubicBezTo>
                    <a:pt x="12443" y="4032"/>
                    <a:pt x="12093" y="4065"/>
                    <a:pt x="11746" y="4116"/>
                  </a:cubicBezTo>
                  <a:cubicBezTo>
                    <a:pt x="10595" y="3543"/>
                    <a:pt x="9792" y="2450"/>
                    <a:pt x="9593" y="1178"/>
                  </a:cubicBezTo>
                  <a:close/>
                  <a:moveTo>
                    <a:pt x="1697" y="2890"/>
                  </a:moveTo>
                  <a:cubicBezTo>
                    <a:pt x="3790" y="2894"/>
                    <a:pt x="5520" y="4524"/>
                    <a:pt x="5653" y="6613"/>
                  </a:cubicBezTo>
                  <a:lnTo>
                    <a:pt x="4360" y="5321"/>
                  </a:lnTo>
                  <a:cubicBezTo>
                    <a:pt x="4250" y="5211"/>
                    <a:pt x="4105" y="5156"/>
                    <a:pt x="3960" y="5156"/>
                  </a:cubicBezTo>
                  <a:cubicBezTo>
                    <a:pt x="3815" y="5156"/>
                    <a:pt x="3670" y="5211"/>
                    <a:pt x="3560" y="5321"/>
                  </a:cubicBezTo>
                  <a:cubicBezTo>
                    <a:pt x="3340" y="5542"/>
                    <a:pt x="3340" y="5901"/>
                    <a:pt x="3560" y="6121"/>
                  </a:cubicBezTo>
                  <a:lnTo>
                    <a:pt x="4852" y="7414"/>
                  </a:lnTo>
                  <a:cubicBezTo>
                    <a:pt x="2763" y="7281"/>
                    <a:pt x="1132" y="5551"/>
                    <a:pt x="1132" y="3458"/>
                  </a:cubicBezTo>
                  <a:lnTo>
                    <a:pt x="1129" y="3458"/>
                  </a:lnTo>
                  <a:lnTo>
                    <a:pt x="1129" y="2890"/>
                  </a:lnTo>
                  <a:close/>
                  <a:moveTo>
                    <a:pt x="15511" y="5593"/>
                  </a:moveTo>
                  <a:cubicBezTo>
                    <a:pt x="16553" y="6067"/>
                    <a:pt x="17477" y="6888"/>
                    <a:pt x="18135" y="7966"/>
                  </a:cubicBezTo>
                  <a:cubicBezTo>
                    <a:pt x="17471" y="9056"/>
                    <a:pt x="16532" y="9887"/>
                    <a:pt x="15472" y="10358"/>
                  </a:cubicBezTo>
                  <a:cubicBezTo>
                    <a:pt x="13748" y="9228"/>
                    <a:pt x="13766" y="6695"/>
                    <a:pt x="15511" y="5593"/>
                  </a:cubicBezTo>
                  <a:close/>
                  <a:moveTo>
                    <a:pt x="13326" y="5134"/>
                  </a:moveTo>
                  <a:cubicBezTo>
                    <a:pt x="13345" y="5134"/>
                    <a:pt x="13363" y="5134"/>
                    <a:pt x="13382" y="5134"/>
                  </a:cubicBezTo>
                  <a:cubicBezTo>
                    <a:pt x="13417" y="5140"/>
                    <a:pt x="13451" y="5143"/>
                    <a:pt x="13485" y="5143"/>
                  </a:cubicBezTo>
                  <a:cubicBezTo>
                    <a:pt x="13504" y="5143"/>
                    <a:pt x="13523" y="5142"/>
                    <a:pt x="13542" y="5140"/>
                  </a:cubicBezTo>
                  <a:cubicBezTo>
                    <a:pt x="13548" y="5140"/>
                    <a:pt x="13554" y="5137"/>
                    <a:pt x="13560" y="5137"/>
                  </a:cubicBezTo>
                  <a:cubicBezTo>
                    <a:pt x="13775" y="5143"/>
                    <a:pt x="13989" y="5161"/>
                    <a:pt x="14204" y="5197"/>
                  </a:cubicBezTo>
                  <a:cubicBezTo>
                    <a:pt x="12688" y="6728"/>
                    <a:pt x="12676" y="9189"/>
                    <a:pt x="14170" y="10738"/>
                  </a:cubicBezTo>
                  <a:cubicBezTo>
                    <a:pt x="13968" y="10771"/>
                    <a:pt x="13763" y="10789"/>
                    <a:pt x="13560" y="10792"/>
                  </a:cubicBezTo>
                  <a:lnTo>
                    <a:pt x="13542" y="10792"/>
                  </a:lnTo>
                  <a:cubicBezTo>
                    <a:pt x="13520" y="10789"/>
                    <a:pt x="13497" y="10787"/>
                    <a:pt x="13475" y="10787"/>
                  </a:cubicBezTo>
                  <a:cubicBezTo>
                    <a:pt x="13444" y="10787"/>
                    <a:pt x="13414" y="10790"/>
                    <a:pt x="13382" y="10795"/>
                  </a:cubicBezTo>
                  <a:cubicBezTo>
                    <a:pt x="13362" y="10796"/>
                    <a:pt x="13341" y="10796"/>
                    <a:pt x="13321" y="10796"/>
                  </a:cubicBezTo>
                  <a:cubicBezTo>
                    <a:pt x="12807" y="10796"/>
                    <a:pt x="12296" y="10759"/>
                    <a:pt x="11788" y="10684"/>
                  </a:cubicBezTo>
                  <a:cubicBezTo>
                    <a:pt x="11755" y="10675"/>
                    <a:pt x="11722" y="10672"/>
                    <a:pt x="11691" y="10669"/>
                  </a:cubicBezTo>
                  <a:cubicBezTo>
                    <a:pt x="9931" y="10370"/>
                    <a:pt x="8938" y="9530"/>
                    <a:pt x="7114" y="7990"/>
                  </a:cubicBezTo>
                  <a:lnTo>
                    <a:pt x="7105" y="7987"/>
                  </a:lnTo>
                  <a:lnTo>
                    <a:pt x="7177" y="7927"/>
                  </a:lnTo>
                  <a:cubicBezTo>
                    <a:pt x="8986" y="6402"/>
                    <a:pt x="9973" y="5569"/>
                    <a:pt x="11691" y="5267"/>
                  </a:cubicBezTo>
                  <a:cubicBezTo>
                    <a:pt x="11731" y="5264"/>
                    <a:pt x="11767" y="5258"/>
                    <a:pt x="11806" y="5249"/>
                  </a:cubicBezTo>
                  <a:cubicBezTo>
                    <a:pt x="12310" y="5173"/>
                    <a:pt x="12816" y="5134"/>
                    <a:pt x="13326" y="5134"/>
                  </a:cubicBezTo>
                  <a:close/>
                  <a:moveTo>
                    <a:pt x="4852" y="8561"/>
                  </a:moveTo>
                  <a:lnTo>
                    <a:pt x="3560" y="9850"/>
                  </a:lnTo>
                  <a:cubicBezTo>
                    <a:pt x="3340" y="10071"/>
                    <a:pt x="3340" y="10430"/>
                    <a:pt x="3560" y="10650"/>
                  </a:cubicBezTo>
                  <a:cubicBezTo>
                    <a:pt x="3670" y="10762"/>
                    <a:pt x="3815" y="10818"/>
                    <a:pt x="3960" y="10818"/>
                  </a:cubicBezTo>
                  <a:cubicBezTo>
                    <a:pt x="4105" y="10818"/>
                    <a:pt x="4250" y="10762"/>
                    <a:pt x="4360" y="10650"/>
                  </a:cubicBezTo>
                  <a:lnTo>
                    <a:pt x="5653" y="9361"/>
                  </a:lnTo>
                  <a:lnTo>
                    <a:pt x="5653" y="9361"/>
                  </a:lnTo>
                  <a:cubicBezTo>
                    <a:pt x="5520" y="11451"/>
                    <a:pt x="3790" y="13078"/>
                    <a:pt x="1697" y="13081"/>
                  </a:cubicBezTo>
                  <a:lnTo>
                    <a:pt x="1129" y="13081"/>
                  </a:lnTo>
                  <a:lnTo>
                    <a:pt x="1129" y="12517"/>
                  </a:lnTo>
                  <a:cubicBezTo>
                    <a:pt x="1132" y="10421"/>
                    <a:pt x="2760" y="8691"/>
                    <a:pt x="4852" y="8561"/>
                  </a:cubicBezTo>
                  <a:close/>
                  <a:moveTo>
                    <a:pt x="11734" y="11822"/>
                  </a:moveTo>
                  <a:cubicBezTo>
                    <a:pt x="12066" y="11870"/>
                    <a:pt x="12416" y="11901"/>
                    <a:pt x="12794" y="11916"/>
                  </a:cubicBezTo>
                  <a:cubicBezTo>
                    <a:pt x="12374" y="13407"/>
                    <a:pt x="11121" y="14515"/>
                    <a:pt x="9593" y="14754"/>
                  </a:cubicBezTo>
                  <a:cubicBezTo>
                    <a:pt x="9792" y="13489"/>
                    <a:pt x="10589" y="12396"/>
                    <a:pt x="11734" y="11822"/>
                  </a:cubicBezTo>
                  <a:close/>
                  <a:moveTo>
                    <a:pt x="8986" y="1"/>
                  </a:moveTo>
                  <a:cubicBezTo>
                    <a:pt x="8984" y="1"/>
                    <a:pt x="8982" y="1"/>
                    <a:pt x="8980" y="1"/>
                  </a:cubicBezTo>
                  <a:cubicBezTo>
                    <a:pt x="8666" y="1"/>
                    <a:pt x="8412" y="255"/>
                    <a:pt x="8412" y="566"/>
                  </a:cubicBezTo>
                  <a:cubicBezTo>
                    <a:pt x="8415" y="2084"/>
                    <a:pt x="9092" y="3522"/>
                    <a:pt x="10257" y="4491"/>
                  </a:cubicBezTo>
                  <a:cubicBezTo>
                    <a:pt x="9019" y="4950"/>
                    <a:pt x="8044" y="5720"/>
                    <a:pt x="6794" y="6774"/>
                  </a:cubicBezTo>
                  <a:cubicBezTo>
                    <a:pt x="6749" y="4002"/>
                    <a:pt x="4481" y="1761"/>
                    <a:pt x="1697" y="1761"/>
                  </a:cubicBezTo>
                  <a:lnTo>
                    <a:pt x="565" y="1761"/>
                  </a:lnTo>
                  <a:cubicBezTo>
                    <a:pt x="251" y="1761"/>
                    <a:pt x="0" y="2015"/>
                    <a:pt x="0" y="2326"/>
                  </a:cubicBezTo>
                  <a:lnTo>
                    <a:pt x="0" y="3458"/>
                  </a:lnTo>
                  <a:cubicBezTo>
                    <a:pt x="0" y="5366"/>
                    <a:pt x="1066" y="7115"/>
                    <a:pt x="2763" y="7987"/>
                  </a:cubicBezTo>
                  <a:cubicBezTo>
                    <a:pt x="1066" y="8863"/>
                    <a:pt x="0" y="10611"/>
                    <a:pt x="0" y="12517"/>
                  </a:cubicBezTo>
                  <a:lnTo>
                    <a:pt x="0" y="13649"/>
                  </a:lnTo>
                  <a:cubicBezTo>
                    <a:pt x="0" y="13963"/>
                    <a:pt x="254" y="14213"/>
                    <a:pt x="565" y="14213"/>
                  </a:cubicBezTo>
                  <a:lnTo>
                    <a:pt x="1697" y="14213"/>
                  </a:lnTo>
                  <a:cubicBezTo>
                    <a:pt x="4478" y="14213"/>
                    <a:pt x="6746" y="11973"/>
                    <a:pt x="6794" y="9204"/>
                  </a:cubicBezTo>
                  <a:cubicBezTo>
                    <a:pt x="7808" y="10056"/>
                    <a:pt x="8606" y="10693"/>
                    <a:pt x="9523" y="11149"/>
                  </a:cubicBezTo>
                  <a:cubicBezTo>
                    <a:pt x="9756" y="11263"/>
                    <a:pt x="9998" y="11366"/>
                    <a:pt x="10242" y="11457"/>
                  </a:cubicBezTo>
                  <a:cubicBezTo>
                    <a:pt x="9086" y="12426"/>
                    <a:pt x="8415" y="13857"/>
                    <a:pt x="8412" y="15367"/>
                  </a:cubicBezTo>
                  <a:cubicBezTo>
                    <a:pt x="8412" y="15678"/>
                    <a:pt x="8666" y="15932"/>
                    <a:pt x="8980" y="15932"/>
                  </a:cubicBezTo>
                  <a:cubicBezTo>
                    <a:pt x="8982" y="15932"/>
                    <a:pt x="8984" y="15932"/>
                    <a:pt x="8986" y="15932"/>
                  </a:cubicBezTo>
                  <a:cubicBezTo>
                    <a:pt x="11387" y="15932"/>
                    <a:pt x="13461" y="14254"/>
                    <a:pt x="13962" y="11907"/>
                  </a:cubicBezTo>
                  <a:cubicBezTo>
                    <a:pt x="14971" y="11813"/>
                    <a:pt x="15943" y="11481"/>
                    <a:pt x="16794" y="10934"/>
                  </a:cubicBezTo>
                  <a:cubicBezTo>
                    <a:pt x="17812" y="10288"/>
                    <a:pt x="18672" y="9355"/>
                    <a:pt x="19285" y="8238"/>
                  </a:cubicBezTo>
                  <a:cubicBezTo>
                    <a:pt x="19379" y="8069"/>
                    <a:pt x="19379" y="7864"/>
                    <a:pt x="19285" y="7694"/>
                  </a:cubicBezTo>
                  <a:cubicBezTo>
                    <a:pt x="18672" y="6577"/>
                    <a:pt x="17809" y="5644"/>
                    <a:pt x="16794" y="4998"/>
                  </a:cubicBezTo>
                  <a:cubicBezTo>
                    <a:pt x="15943" y="4452"/>
                    <a:pt x="14971" y="4119"/>
                    <a:pt x="13962" y="4026"/>
                  </a:cubicBezTo>
                  <a:cubicBezTo>
                    <a:pt x="13461" y="1679"/>
                    <a:pt x="11387" y="1"/>
                    <a:pt x="898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1926" name="Google Shape;1926;p43"/>
          <p:cNvGrpSpPr/>
          <p:nvPr/>
        </p:nvGrpSpPr>
        <p:grpSpPr>
          <a:xfrm>
            <a:off x="5100592" y="3304166"/>
            <a:ext cx="250104" cy="284561"/>
            <a:chOff x="922025" y="3804850"/>
            <a:chExt cx="424625" cy="483125"/>
          </a:xfrm>
        </p:grpSpPr>
        <p:sp>
          <p:nvSpPr>
            <p:cNvPr id="1927" name="Google Shape;1927;p43"/>
            <p:cNvSpPr/>
            <p:nvPr/>
          </p:nvSpPr>
          <p:spPr>
            <a:xfrm>
              <a:off x="922025" y="3804850"/>
              <a:ext cx="424625" cy="483125"/>
            </a:xfrm>
            <a:custGeom>
              <a:rect b="b" l="l" r="r" t="t"/>
              <a:pathLst>
                <a:path extrusionOk="0" h="19325" w="16985">
                  <a:moveTo>
                    <a:pt x="14153" y="1132"/>
                  </a:moveTo>
                  <a:cubicBezTo>
                    <a:pt x="15092" y="1132"/>
                    <a:pt x="15850" y="1893"/>
                    <a:pt x="15853" y="2832"/>
                  </a:cubicBezTo>
                  <a:lnTo>
                    <a:pt x="15853" y="3560"/>
                  </a:lnTo>
                  <a:cubicBezTo>
                    <a:pt x="15472" y="3162"/>
                    <a:pt x="15037" y="2769"/>
                    <a:pt x="14648" y="2558"/>
                  </a:cubicBezTo>
                  <a:cubicBezTo>
                    <a:pt x="14158" y="2296"/>
                    <a:pt x="13305" y="2239"/>
                    <a:pt x="12660" y="2239"/>
                  </a:cubicBezTo>
                  <a:cubicBezTo>
                    <a:pt x="12589" y="2239"/>
                    <a:pt x="12521" y="2239"/>
                    <a:pt x="12456" y="2241"/>
                  </a:cubicBezTo>
                  <a:lnTo>
                    <a:pt x="12456" y="1132"/>
                  </a:lnTo>
                  <a:close/>
                  <a:moveTo>
                    <a:pt x="12611" y="3372"/>
                  </a:moveTo>
                  <a:cubicBezTo>
                    <a:pt x="13207" y="3372"/>
                    <a:pt x="13858" y="3421"/>
                    <a:pt x="14110" y="3557"/>
                  </a:cubicBezTo>
                  <a:cubicBezTo>
                    <a:pt x="14430" y="3726"/>
                    <a:pt x="14844" y="4128"/>
                    <a:pt x="15209" y="4529"/>
                  </a:cubicBezTo>
                  <a:lnTo>
                    <a:pt x="12456" y="4529"/>
                  </a:lnTo>
                  <a:lnTo>
                    <a:pt x="12456" y="3373"/>
                  </a:lnTo>
                  <a:cubicBezTo>
                    <a:pt x="12507" y="3372"/>
                    <a:pt x="12559" y="3372"/>
                    <a:pt x="12611" y="3372"/>
                  </a:cubicBezTo>
                  <a:close/>
                  <a:moveTo>
                    <a:pt x="7927" y="6794"/>
                  </a:moveTo>
                  <a:lnTo>
                    <a:pt x="7927" y="9626"/>
                  </a:lnTo>
                  <a:cubicBezTo>
                    <a:pt x="7924" y="11812"/>
                    <a:pt x="6151" y="13585"/>
                    <a:pt x="3962" y="13588"/>
                  </a:cubicBezTo>
                  <a:lnTo>
                    <a:pt x="3397" y="13588"/>
                  </a:lnTo>
                  <a:lnTo>
                    <a:pt x="3397" y="12455"/>
                  </a:lnTo>
                  <a:lnTo>
                    <a:pt x="3962" y="12455"/>
                  </a:lnTo>
                  <a:cubicBezTo>
                    <a:pt x="5526" y="12452"/>
                    <a:pt x="6791" y="11187"/>
                    <a:pt x="6794" y="9626"/>
                  </a:cubicBezTo>
                  <a:cubicBezTo>
                    <a:pt x="6794" y="9312"/>
                    <a:pt x="6541" y="9058"/>
                    <a:pt x="6227" y="9058"/>
                  </a:cubicBezTo>
                  <a:cubicBezTo>
                    <a:pt x="5913" y="9058"/>
                    <a:pt x="5662" y="9312"/>
                    <a:pt x="5662" y="9626"/>
                  </a:cubicBezTo>
                  <a:cubicBezTo>
                    <a:pt x="5659" y="10562"/>
                    <a:pt x="4901" y="11323"/>
                    <a:pt x="3962" y="11323"/>
                  </a:cubicBezTo>
                  <a:lnTo>
                    <a:pt x="3397" y="11323"/>
                  </a:lnTo>
                  <a:lnTo>
                    <a:pt x="3397" y="10758"/>
                  </a:lnTo>
                  <a:cubicBezTo>
                    <a:pt x="3397" y="8569"/>
                    <a:pt x="5170" y="6797"/>
                    <a:pt x="7359" y="6794"/>
                  </a:cubicBezTo>
                  <a:close/>
                  <a:moveTo>
                    <a:pt x="11323" y="1132"/>
                  </a:moveTo>
                  <a:lnTo>
                    <a:pt x="11323" y="10758"/>
                  </a:lnTo>
                  <a:cubicBezTo>
                    <a:pt x="11320" y="12320"/>
                    <a:pt x="10055" y="13585"/>
                    <a:pt x="8491" y="13588"/>
                  </a:cubicBezTo>
                  <a:lnTo>
                    <a:pt x="7160" y="13588"/>
                  </a:lnTo>
                  <a:cubicBezTo>
                    <a:pt x="8361" y="12621"/>
                    <a:pt x="9059" y="11166"/>
                    <a:pt x="9059" y="9626"/>
                  </a:cubicBezTo>
                  <a:lnTo>
                    <a:pt x="9059" y="6229"/>
                  </a:lnTo>
                  <a:cubicBezTo>
                    <a:pt x="9059" y="5915"/>
                    <a:pt x="8805" y="5662"/>
                    <a:pt x="8491" y="5662"/>
                  </a:cubicBezTo>
                  <a:lnTo>
                    <a:pt x="7359" y="5662"/>
                  </a:lnTo>
                  <a:cubicBezTo>
                    <a:pt x="6779" y="5662"/>
                    <a:pt x="6206" y="5761"/>
                    <a:pt x="5662" y="5954"/>
                  </a:cubicBezTo>
                  <a:lnTo>
                    <a:pt x="5662" y="5097"/>
                  </a:lnTo>
                  <a:cubicBezTo>
                    <a:pt x="5662" y="2908"/>
                    <a:pt x="7434" y="1135"/>
                    <a:pt x="9624" y="1132"/>
                  </a:cubicBezTo>
                  <a:close/>
                  <a:moveTo>
                    <a:pt x="6794" y="14720"/>
                  </a:moveTo>
                  <a:lnTo>
                    <a:pt x="6794" y="16957"/>
                  </a:lnTo>
                  <a:cubicBezTo>
                    <a:pt x="6115" y="16698"/>
                    <a:pt x="5665" y="16049"/>
                    <a:pt x="5662" y="15324"/>
                  </a:cubicBezTo>
                  <a:lnTo>
                    <a:pt x="5662" y="14720"/>
                  </a:lnTo>
                  <a:close/>
                  <a:moveTo>
                    <a:pt x="4530" y="14720"/>
                  </a:moveTo>
                  <a:lnTo>
                    <a:pt x="4530" y="18096"/>
                  </a:lnTo>
                  <a:cubicBezTo>
                    <a:pt x="3850" y="17854"/>
                    <a:pt x="3397" y="17214"/>
                    <a:pt x="3397" y="16495"/>
                  </a:cubicBezTo>
                  <a:lnTo>
                    <a:pt x="3397" y="14720"/>
                  </a:lnTo>
                  <a:close/>
                  <a:moveTo>
                    <a:pt x="3326" y="1"/>
                  </a:moveTo>
                  <a:cubicBezTo>
                    <a:pt x="3182" y="1"/>
                    <a:pt x="3037" y="56"/>
                    <a:pt x="2926" y="166"/>
                  </a:cubicBezTo>
                  <a:cubicBezTo>
                    <a:pt x="2480" y="613"/>
                    <a:pt x="2265" y="1114"/>
                    <a:pt x="2265" y="1700"/>
                  </a:cubicBezTo>
                  <a:cubicBezTo>
                    <a:pt x="2265" y="2950"/>
                    <a:pt x="3277" y="3965"/>
                    <a:pt x="4530" y="3965"/>
                  </a:cubicBezTo>
                  <a:cubicBezTo>
                    <a:pt x="4572" y="3965"/>
                    <a:pt x="4614" y="3965"/>
                    <a:pt x="4657" y="3959"/>
                  </a:cubicBezTo>
                  <a:lnTo>
                    <a:pt x="4657" y="3959"/>
                  </a:lnTo>
                  <a:cubicBezTo>
                    <a:pt x="4572" y="4333"/>
                    <a:pt x="4527" y="4714"/>
                    <a:pt x="4530" y="5097"/>
                  </a:cubicBezTo>
                  <a:lnTo>
                    <a:pt x="4530" y="6522"/>
                  </a:lnTo>
                  <a:cubicBezTo>
                    <a:pt x="3114" y="7467"/>
                    <a:pt x="2265" y="9055"/>
                    <a:pt x="2265" y="10758"/>
                  </a:cubicBezTo>
                  <a:lnTo>
                    <a:pt x="2265" y="13588"/>
                  </a:lnTo>
                  <a:lnTo>
                    <a:pt x="565" y="13588"/>
                  </a:lnTo>
                  <a:cubicBezTo>
                    <a:pt x="251" y="13588"/>
                    <a:pt x="1" y="13841"/>
                    <a:pt x="1" y="14155"/>
                  </a:cubicBezTo>
                  <a:cubicBezTo>
                    <a:pt x="1" y="14466"/>
                    <a:pt x="251" y="14720"/>
                    <a:pt x="565" y="14720"/>
                  </a:cubicBezTo>
                  <a:lnTo>
                    <a:pt x="2265" y="14720"/>
                  </a:lnTo>
                  <a:lnTo>
                    <a:pt x="2265" y="16495"/>
                  </a:lnTo>
                  <a:cubicBezTo>
                    <a:pt x="2265" y="18056"/>
                    <a:pt x="3530" y="19322"/>
                    <a:pt x="5094" y="19325"/>
                  </a:cubicBezTo>
                  <a:cubicBezTo>
                    <a:pt x="5408" y="19325"/>
                    <a:pt x="5662" y="19071"/>
                    <a:pt x="5662" y="18760"/>
                  </a:cubicBezTo>
                  <a:lnTo>
                    <a:pt x="5662" y="17613"/>
                  </a:lnTo>
                  <a:cubicBezTo>
                    <a:pt x="6148" y="17990"/>
                    <a:pt x="6743" y="18192"/>
                    <a:pt x="7359" y="18192"/>
                  </a:cubicBezTo>
                  <a:cubicBezTo>
                    <a:pt x="7673" y="18192"/>
                    <a:pt x="7927" y="17939"/>
                    <a:pt x="7927" y="17628"/>
                  </a:cubicBezTo>
                  <a:lnTo>
                    <a:pt x="7927" y="14720"/>
                  </a:lnTo>
                  <a:lnTo>
                    <a:pt x="9059" y="14720"/>
                  </a:lnTo>
                  <a:lnTo>
                    <a:pt x="9059" y="18760"/>
                  </a:lnTo>
                  <a:cubicBezTo>
                    <a:pt x="9059" y="19071"/>
                    <a:pt x="9309" y="19325"/>
                    <a:pt x="9624" y="19325"/>
                  </a:cubicBezTo>
                  <a:cubicBezTo>
                    <a:pt x="9938" y="19325"/>
                    <a:pt x="10191" y="19071"/>
                    <a:pt x="10191" y="18760"/>
                  </a:cubicBezTo>
                  <a:lnTo>
                    <a:pt x="10191" y="14720"/>
                  </a:lnTo>
                  <a:lnTo>
                    <a:pt x="16417" y="14720"/>
                  </a:lnTo>
                  <a:cubicBezTo>
                    <a:pt x="16731" y="14720"/>
                    <a:pt x="16982" y="14466"/>
                    <a:pt x="16982" y="14155"/>
                  </a:cubicBezTo>
                  <a:cubicBezTo>
                    <a:pt x="16982" y="13841"/>
                    <a:pt x="16731" y="13588"/>
                    <a:pt x="16417" y="13588"/>
                  </a:cubicBezTo>
                  <a:lnTo>
                    <a:pt x="11263" y="13588"/>
                  </a:lnTo>
                  <a:cubicBezTo>
                    <a:pt x="12024" y="12845"/>
                    <a:pt x="12456" y="11821"/>
                    <a:pt x="12456" y="10758"/>
                  </a:cubicBezTo>
                  <a:lnTo>
                    <a:pt x="12456" y="5662"/>
                  </a:lnTo>
                  <a:lnTo>
                    <a:pt x="16417" y="5662"/>
                  </a:lnTo>
                  <a:cubicBezTo>
                    <a:pt x="16435" y="5662"/>
                    <a:pt x="16454" y="5662"/>
                    <a:pt x="16472" y="5659"/>
                  </a:cubicBezTo>
                  <a:lnTo>
                    <a:pt x="16484" y="5659"/>
                  </a:lnTo>
                  <a:cubicBezTo>
                    <a:pt x="16496" y="5659"/>
                    <a:pt x="16511" y="5656"/>
                    <a:pt x="16523" y="5653"/>
                  </a:cubicBezTo>
                  <a:cubicBezTo>
                    <a:pt x="16529" y="5653"/>
                    <a:pt x="16535" y="5653"/>
                    <a:pt x="16538" y="5650"/>
                  </a:cubicBezTo>
                  <a:cubicBezTo>
                    <a:pt x="16550" y="5647"/>
                    <a:pt x="16562" y="5643"/>
                    <a:pt x="16577" y="5640"/>
                  </a:cubicBezTo>
                  <a:lnTo>
                    <a:pt x="16592" y="5637"/>
                  </a:lnTo>
                  <a:cubicBezTo>
                    <a:pt x="16607" y="5631"/>
                    <a:pt x="16623" y="5625"/>
                    <a:pt x="16638" y="5619"/>
                  </a:cubicBezTo>
                  <a:lnTo>
                    <a:pt x="16644" y="5616"/>
                  </a:lnTo>
                  <a:cubicBezTo>
                    <a:pt x="16659" y="5610"/>
                    <a:pt x="16671" y="5604"/>
                    <a:pt x="16683" y="5598"/>
                  </a:cubicBezTo>
                  <a:lnTo>
                    <a:pt x="16701" y="5586"/>
                  </a:lnTo>
                  <a:cubicBezTo>
                    <a:pt x="16710" y="5583"/>
                    <a:pt x="16719" y="5577"/>
                    <a:pt x="16728" y="5571"/>
                  </a:cubicBezTo>
                  <a:cubicBezTo>
                    <a:pt x="16734" y="5568"/>
                    <a:pt x="16740" y="5562"/>
                    <a:pt x="16746" y="5559"/>
                  </a:cubicBezTo>
                  <a:lnTo>
                    <a:pt x="16758" y="5550"/>
                  </a:lnTo>
                  <a:lnTo>
                    <a:pt x="16768" y="5541"/>
                  </a:lnTo>
                  <a:lnTo>
                    <a:pt x="16792" y="5523"/>
                  </a:lnTo>
                  <a:cubicBezTo>
                    <a:pt x="16798" y="5517"/>
                    <a:pt x="16807" y="5511"/>
                    <a:pt x="16813" y="5505"/>
                  </a:cubicBezTo>
                  <a:lnTo>
                    <a:pt x="16831" y="5486"/>
                  </a:lnTo>
                  <a:lnTo>
                    <a:pt x="16849" y="5462"/>
                  </a:lnTo>
                  <a:lnTo>
                    <a:pt x="16864" y="5444"/>
                  </a:lnTo>
                  <a:cubicBezTo>
                    <a:pt x="16870" y="5435"/>
                    <a:pt x="16879" y="5429"/>
                    <a:pt x="16885" y="5420"/>
                  </a:cubicBezTo>
                  <a:lnTo>
                    <a:pt x="16897" y="5399"/>
                  </a:lnTo>
                  <a:cubicBezTo>
                    <a:pt x="16903" y="5390"/>
                    <a:pt x="16906" y="5381"/>
                    <a:pt x="16912" y="5375"/>
                  </a:cubicBezTo>
                  <a:lnTo>
                    <a:pt x="16925" y="5351"/>
                  </a:lnTo>
                  <a:cubicBezTo>
                    <a:pt x="16928" y="5342"/>
                    <a:pt x="16934" y="5332"/>
                    <a:pt x="16937" y="5326"/>
                  </a:cubicBezTo>
                  <a:cubicBezTo>
                    <a:pt x="16940" y="5317"/>
                    <a:pt x="16943" y="5305"/>
                    <a:pt x="16949" y="5296"/>
                  </a:cubicBezTo>
                  <a:cubicBezTo>
                    <a:pt x="16952" y="5287"/>
                    <a:pt x="16955" y="5281"/>
                    <a:pt x="16958" y="5275"/>
                  </a:cubicBezTo>
                  <a:cubicBezTo>
                    <a:pt x="16958" y="5266"/>
                    <a:pt x="16964" y="5254"/>
                    <a:pt x="16964" y="5245"/>
                  </a:cubicBezTo>
                  <a:cubicBezTo>
                    <a:pt x="16967" y="5236"/>
                    <a:pt x="16970" y="5230"/>
                    <a:pt x="16970" y="5221"/>
                  </a:cubicBezTo>
                  <a:cubicBezTo>
                    <a:pt x="16973" y="5215"/>
                    <a:pt x="16976" y="5203"/>
                    <a:pt x="16976" y="5194"/>
                  </a:cubicBezTo>
                  <a:cubicBezTo>
                    <a:pt x="16979" y="5182"/>
                    <a:pt x="16979" y="5175"/>
                    <a:pt x="16982" y="5166"/>
                  </a:cubicBezTo>
                  <a:cubicBezTo>
                    <a:pt x="16982" y="5157"/>
                    <a:pt x="16982" y="5148"/>
                    <a:pt x="16982" y="5139"/>
                  </a:cubicBezTo>
                  <a:cubicBezTo>
                    <a:pt x="16982" y="5130"/>
                    <a:pt x="16982" y="5118"/>
                    <a:pt x="16985" y="5109"/>
                  </a:cubicBezTo>
                  <a:lnTo>
                    <a:pt x="16985" y="5097"/>
                  </a:lnTo>
                  <a:lnTo>
                    <a:pt x="16985" y="2832"/>
                  </a:lnTo>
                  <a:cubicBezTo>
                    <a:pt x="16982" y="1271"/>
                    <a:pt x="15717" y="3"/>
                    <a:pt x="14153" y="3"/>
                  </a:cubicBezTo>
                  <a:lnTo>
                    <a:pt x="9624" y="3"/>
                  </a:lnTo>
                  <a:cubicBezTo>
                    <a:pt x="7754" y="3"/>
                    <a:pt x="6033" y="1027"/>
                    <a:pt x="5143" y="2672"/>
                  </a:cubicBezTo>
                  <a:cubicBezTo>
                    <a:pt x="5106" y="2681"/>
                    <a:pt x="5067" y="2697"/>
                    <a:pt x="5034" y="2715"/>
                  </a:cubicBezTo>
                  <a:cubicBezTo>
                    <a:pt x="4869" y="2797"/>
                    <a:pt x="4697" y="2834"/>
                    <a:pt x="4530" y="2834"/>
                  </a:cubicBezTo>
                  <a:cubicBezTo>
                    <a:pt x="3934" y="2834"/>
                    <a:pt x="3395" y="2356"/>
                    <a:pt x="3397" y="1700"/>
                  </a:cubicBezTo>
                  <a:cubicBezTo>
                    <a:pt x="3397" y="1419"/>
                    <a:pt x="3494" y="1199"/>
                    <a:pt x="3727" y="966"/>
                  </a:cubicBezTo>
                  <a:cubicBezTo>
                    <a:pt x="3950" y="746"/>
                    <a:pt x="3950" y="387"/>
                    <a:pt x="3727" y="166"/>
                  </a:cubicBezTo>
                  <a:cubicBezTo>
                    <a:pt x="3616" y="56"/>
                    <a:pt x="3471" y="1"/>
                    <a:pt x="332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928" name="Google Shape;1928;p43"/>
            <p:cNvSpPr/>
            <p:nvPr/>
          </p:nvSpPr>
          <p:spPr>
            <a:xfrm>
              <a:off x="1135200" y="3869900"/>
              <a:ext cx="37850" cy="28400"/>
            </a:xfrm>
            <a:custGeom>
              <a:rect b="b" l="l" r="r" t="t"/>
              <a:pathLst>
                <a:path extrusionOk="0" h="1136" w="1514">
                  <a:moveTo>
                    <a:pt x="758" y="1"/>
                  </a:moveTo>
                  <a:cubicBezTo>
                    <a:pt x="254" y="1"/>
                    <a:pt x="0" y="611"/>
                    <a:pt x="357" y="970"/>
                  </a:cubicBezTo>
                  <a:cubicBezTo>
                    <a:pt x="467" y="1080"/>
                    <a:pt x="612" y="1135"/>
                    <a:pt x="757" y="1135"/>
                  </a:cubicBezTo>
                  <a:cubicBezTo>
                    <a:pt x="902" y="1135"/>
                    <a:pt x="1047" y="1080"/>
                    <a:pt x="1157" y="970"/>
                  </a:cubicBezTo>
                  <a:cubicBezTo>
                    <a:pt x="1513" y="611"/>
                    <a:pt x="1263" y="1"/>
                    <a:pt x="75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1929" name="Google Shape;1929;p43"/>
          <p:cNvSpPr/>
          <p:nvPr/>
        </p:nvSpPr>
        <p:spPr>
          <a:xfrm>
            <a:off x="5521393" y="3303643"/>
            <a:ext cx="291364" cy="285606"/>
          </a:xfrm>
          <a:custGeom>
            <a:rect b="b" l="l" r="r" t="t"/>
            <a:pathLst>
              <a:path extrusionOk="0" h="19396" w="19787">
                <a:moveTo>
                  <a:pt x="16583" y="1203"/>
                </a:moveTo>
                <a:cubicBezTo>
                  <a:pt x="17017" y="1203"/>
                  <a:pt x="17451" y="1370"/>
                  <a:pt x="17782" y="1702"/>
                </a:cubicBezTo>
                <a:cubicBezTo>
                  <a:pt x="18446" y="2363"/>
                  <a:pt x="18446" y="3438"/>
                  <a:pt x="17782" y="4102"/>
                </a:cubicBezTo>
                <a:lnTo>
                  <a:pt x="16565" y="5319"/>
                </a:lnTo>
                <a:lnTo>
                  <a:pt x="14165" y="2918"/>
                </a:lnTo>
                <a:lnTo>
                  <a:pt x="15382" y="1702"/>
                </a:lnTo>
                <a:cubicBezTo>
                  <a:pt x="15714" y="1370"/>
                  <a:pt x="16149" y="1203"/>
                  <a:pt x="16583" y="1203"/>
                </a:cubicBezTo>
                <a:close/>
                <a:moveTo>
                  <a:pt x="13362" y="3719"/>
                </a:moveTo>
                <a:lnTo>
                  <a:pt x="14162" y="4519"/>
                </a:lnTo>
                <a:lnTo>
                  <a:pt x="4587" y="14096"/>
                </a:lnTo>
                <a:cubicBezTo>
                  <a:pt x="4255" y="13861"/>
                  <a:pt x="3884" y="13692"/>
                  <a:pt x="3488" y="13595"/>
                </a:cubicBezTo>
                <a:lnTo>
                  <a:pt x="13310" y="3770"/>
                </a:lnTo>
                <a:lnTo>
                  <a:pt x="13362" y="3719"/>
                </a:lnTo>
                <a:close/>
                <a:moveTo>
                  <a:pt x="14965" y="5322"/>
                </a:moveTo>
                <a:lnTo>
                  <a:pt x="15765" y="6122"/>
                </a:lnTo>
                <a:lnTo>
                  <a:pt x="15714" y="6173"/>
                </a:lnTo>
                <a:lnTo>
                  <a:pt x="5888" y="15996"/>
                </a:lnTo>
                <a:cubicBezTo>
                  <a:pt x="5792" y="15600"/>
                  <a:pt x="5623" y="15229"/>
                  <a:pt x="5387" y="14897"/>
                </a:cubicBezTo>
                <a:lnTo>
                  <a:pt x="14965" y="5322"/>
                </a:lnTo>
                <a:close/>
                <a:moveTo>
                  <a:pt x="2704" y="14631"/>
                </a:moveTo>
                <a:cubicBezTo>
                  <a:pt x="3925" y="14631"/>
                  <a:pt x="4911" y="15655"/>
                  <a:pt x="4850" y="16889"/>
                </a:cubicBezTo>
                <a:lnTo>
                  <a:pt x="3736" y="17249"/>
                </a:lnTo>
                <a:cubicBezTo>
                  <a:pt x="3449" y="16572"/>
                  <a:pt x="2911" y="16035"/>
                  <a:pt x="2235" y="15748"/>
                </a:cubicBezTo>
                <a:lnTo>
                  <a:pt x="2594" y="14634"/>
                </a:lnTo>
                <a:cubicBezTo>
                  <a:pt x="2631" y="14632"/>
                  <a:pt x="2667" y="14631"/>
                  <a:pt x="2704" y="14631"/>
                </a:cubicBezTo>
                <a:close/>
                <a:moveTo>
                  <a:pt x="1888" y="16835"/>
                </a:moveTo>
                <a:cubicBezTo>
                  <a:pt x="2217" y="17001"/>
                  <a:pt x="2483" y="17267"/>
                  <a:pt x="2649" y="17596"/>
                </a:cubicBezTo>
                <a:lnTo>
                  <a:pt x="1528" y="17955"/>
                </a:lnTo>
                <a:lnTo>
                  <a:pt x="1888" y="16835"/>
                </a:lnTo>
                <a:close/>
                <a:moveTo>
                  <a:pt x="16654" y="1"/>
                </a:moveTo>
                <a:cubicBezTo>
                  <a:pt x="15897" y="1"/>
                  <a:pt x="15141" y="302"/>
                  <a:pt x="14581" y="901"/>
                </a:cubicBezTo>
                <a:lnTo>
                  <a:pt x="11710" y="3770"/>
                </a:lnTo>
                <a:lnTo>
                  <a:pt x="1882" y="13601"/>
                </a:lnTo>
                <a:cubicBezTo>
                  <a:pt x="1861" y="13619"/>
                  <a:pt x="1842" y="13641"/>
                  <a:pt x="1827" y="13662"/>
                </a:cubicBezTo>
                <a:lnTo>
                  <a:pt x="1809" y="13677"/>
                </a:lnTo>
                <a:lnTo>
                  <a:pt x="1788" y="13695"/>
                </a:lnTo>
                <a:cubicBezTo>
                  <a:pt x="1782" y="13701"/>
                  <a:pt x="1773" y="13707"/>
                  <a:pt x="1767" y="13716"/>
                </a:cubicBezTo>
                <a:cubicBezTo>
                  <a:pt x="1761" y="13722"/>
                  <a:pt x="1755" y="13725"/>
                  <a:pt x="1752" y="13731"/>
                </a:cubicBezTo>
                <a:cubicBezTo>
                  <a:pt x="1746" y="13737"/>
                  <a:pt x="1737" y="13746"/>
                  <a:pt x="1728" y="13755"/>
                </a:cubicBezTo>
                <a:lnTo>
                  <a:pt x="1716" y="13773"/>
                </a:lnTo>
                <a:cubicBezTo>
                  <a:pt x="1710" y="13782"/>
                  <a:pt x="1704" y="13789"/>
                  <a:pt x="1698" y="13801"/>
                </a:cubicBezTo>
                <a:cubicBezTo>
                  <a:pt x="1688" y="13810"/>
                  <a:pt x="1688" y="13813"/>
                  <a:pt x="1685" y="13819"/>
                </a:cubicBezTo>
                <a:cubicBezTo>
                  <a:pt x="1679" y="13825"/>
                  <a:pt x="1673" y="13837"/>
                  <a:pt x="1667" y="13846"/>
                </a:cubicBezTo>
                <a:cubicBezTo>
                  <a:pt x="1661" y="13855"/>
                  <a:pt x="1658" y="13861"/>
                  <a:pt x="1655" y="13870"/>
                </a:cubicBezTo>
                <a:cubicBezTo>
                  <a:pt x="1652" y="13879"/>
                  <a:pt x="1646" y="13885"/>
                  <a:pt x="1643" y="13894"/>
                </a:cubicBezTo>
                <a:cubicBezTo>
                  <a:pt x="1640" y="13903"/>
                  <a:pt x="1634" y="13918"/>
                  <a:pt x="1631" y="13933"/>
                </a:cubicBezTo>
                <a:cubicBezTo>
                  <a:pt x="1631" y="13936"/>
                  <a:pt x="1625" y="13939"/>
                  <a:pt x="1625" y="13943"/>
                </a:cubicBezTo>
                <a:lnTo>
                  <a:pt x="1625" y="13949"/>
                </a:lnTo>
                <a:cubicBezTo>
                  <a:pt x="1625" y="13949"/>
                  <a:pt x="1625" y="13952"/>
                  <a:pt x="1625" y="13952"/>
                </a:cubicBezTo>
                <a:lnTo>
                  <a:pt x="118" y="18656"/>
                </a:lnTo>
                <a:cubicBezTo>
                  <a:pt x="1" y="19021"/>
                  <a:pt x="272" y="19393"/>
                  <a:pt x="656" y="19396"/>
                </a:cubicBezTo>
                <a:cubicBezTo>
                  <a:pt x="713" y="19396"/>
                  <a:pt x="771" y="19387"/>
                  <a:pt x="828" y="19368"/>
                </a:cubicBezTo>
                <a:lnTo>
                  <a:pt x="5538" y="17859"/>
                </a:lnTo>
                <a:lnTo>
                  <a:pt x="5547" y="17856"/>
                </a:lnTo>
                <a:cubicBezTo>
                  <a:pt x="5559" y="17853"/>
                  <a:pt x="5571" y="17847"/>
                  <a:pt x="5584" y="17844"/>
                </a:cubicBezTo>
                <a:lnTo>
                  <a:pt x="5599" y="17838"/>
                </a:lnTo>
                <a:cubicBezTo>
                  <a:pt x="5611" y="17832"/>
                  <a:pt x="5623" y="17826"/>
                  <a:pt x="5635" y="17819"/>
                </a:cubicBezTo>
                <a:cubicBezTo>
                  <a:pt x="5650" y="17810"/>
                  <a:pt x="5653" y="17810"/>
                  <a:pt x="5659" y="17804"/>
                </a:cubicBezTo>
                <a:cubicBezTo>
                  <a:pt x="5668" y="17798"/>
                  <a:pt x="5680" y="17792"/>
                  <a:pt x="5689" y="17786"/>
                </a:cubicBezTo>
                <a:cubicBezTo>
                  <a:pt x="5698" y="17780"/>
                  <a:pt x="5701" y="17777"/>
                  <a:pt x="5710" y="17771"/>
                </a:cubicBezTo>
                <a:lnTo>
                  <a:pt x="5728" y="17756"/>
                </a:lnTo>
                <a:lnTo>
                  <a:pt x="5750" y="17738"/>
                </a:lnTo>
                <a:cubicBezTo>
                  <a:pt x="5756" y="17732"/>
                  <a:pt x="5762" y="17726"/>
                  <a:pt x="5768" y="17720"/>
                </a:cubicBezTo>
                <a:cubicBezTo>
                  <a:pt x="5774" y="17714"/>
                  <a:pt x="5780" y="17708"/>
                  <a:pt x="5783" y="17702"/>
                </a:cubicBezTo>
                <a:lnTo>
                  <a:pt x="5798" y="17687"/>
                </a:lnTo>
                <a:cubicBezTo>
                  <a:pt x="5810" y="17678"/>
                  <a:pt x="5819" y="17669"/>
                  <a:pt x="5828" y="17659"/>
                </a:cubicBezTo>
                <a:lnTo>
                  <a:pt x="15714" y="7777"/>
                </a:lnTo>
                <a:lnTo>
                  <a:pt x="18582" y="4902"/>
                </a:lnTo>
                <a:cubicBezTo>
                  <a:pt x="19754" y="3809"/>
                  <a:pt x="19787" y="1961"/>
                  <a:pt x="18655" y="829"/>
                </a:cubicBezTo>
                <a:cubicBezTo>
                  <a:pt x="18102" y="276"/>
                  <a:pt x="17378" y="1"/>
                  <a:pt x="1665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1930" name="Google Shape;1930;p43"/>
          <p:cNvGrpSpPr/>
          <p:nvPr/>
        </p:nvGrpSpPr>
        <p:grpSpPr>
          <a:xfrm>
            <a:off x="6415928" y="3304166"/>
            <a:ext cx="261796" cy="284561"/>
            <a:chOff x="2100300" y="3804850"/>
            <a:chExt cx="444475" cy="483125"/>
          </a:xfrm>
        </p:grpSpPr>
        <p:sp>
          <p:nvSpPr>
            <p:cNvPr id="1931" name="Google Shape;1931;p43"/>
            <p:cNvSpPr/>
            <p:nvPr/>
          </p:nvSpPr>
          <p:spPr>
            <a:xfrm>
              <a:off x="2100300" y="3804850"/>
              <a:ext cx="444475" cy="483125"/>
            </a:xfrm>
            <a:custGeom>
              <a:rect b="b" l="l" r="r" t="t"/>
              <a:pathLst>
                <a:path extrusionOk="0" h="19325" w="17779">
                  <a:moveTo>
                    <a:pt x="2123" y="4001"/>
                  </a:moveTo>
                  <a:cubicBezTo>
                    <a:pt x="2627" y="4001"/>
                    <a:pt x="2881" y="4611"/>
                    <a:pt x="2524" y="4967"/>
                  </a:cubicBezTo>
                  <a:cubicBezTo>
                    <a:pt x="2408" y="5083"/>
                    <a:pt x="2265" y="5134"/>
                    <a:pt x="2126" y="5134"/>
                  </a:cubicBezTo>
                  <a:cubicBezTo>
                    <a:pt x="1835" y="5134"/>
                    <a:pt x="1558" y="4909"/>
                    <a:pt x="1558" y="4569"/>
                  </a:cubicBezTo>
                  <a:cubicBezTo>
                    <a:pt x="1558" y="4255"/>
                    <a:pt x="1809" y="4001"/>
                    <a:pt x="2123" y="4001"/>
                  </a:cubicBezTo>
                  <a:close/>
                  <a:moveTo>
                    <a:pt x="15710" y="4001"/>
                  </a:moveTo>
                  <a:cubicBezTo>
                    <a:pt x="16215" y="4001"/>
                    <a:pt x="16468" y="4611"/>
                    <a:pt x="16112" y="4967"/>
                  </a:cubicBezTo>
                  <a:cubicBezTo>
                    <a:pt x="15995" y="5083"/>
                    <a:pt x="15853" y="5134"/>
                    <a:pt x="15714" y="5134"/>
                  </a:cubicBezTo>
                  <a:cubicBezTo>
                    <a:pt x="15423" y="5134"/>
                    <a:pt x="15146" y="4909"/>
                    <a:pt x="15146" y="4569"/>
                  </a:cubicBezTo>
                  <a:cubicBezTo>
                    <a:pt x="15146" y="4255"/>
                    <a:pt x="15396" y="4001"/>
                    <a:pt x="15710" y="4001"/>
                  </a:cubicBezTo>
                  <a:close/>
                  <a:moveTo>
                    <a:pt x="8917" y="1132"/>
                  </a:moveTo>
                  <a:cubicBezTo>
                    <a:pt x="9551" y="1132"/>
                    <a:pt x="10251" y="1993"/>
                    <a:pt x="10789" y="3436"/>
                  </a:cubicBezTo>
                  <a:cubicBezTo>
                    <a:pt x="10894" y="3723"/>
                    <a:pt x="10994" y="4028"/>
                    <a:pt x="11084" y="4345"/>
                  </a:cubicBezTo>
                  <a:cubicBezTo>
                    <a:pt x="10345" y="4590"/>
                    <a:pt x="9623" y="4877"/>
                    <a:pt x="8917" y="5203"/>
                  </a:cubicBezTo>
                  <a:cubicBezTo>
                    <a:pt x="8210" y="4877"/>
                    <a:pt x="7488" y="4590"/>
                    <a:pt x="6749" y="4345"/>
                  </a:cubicBezTo>
                  <a:cubicBezTo>
                    <a:pt x="6842" y="4028"/>
                    <a:pt x="6939" y="3723"/>
                    <a:pt x="7044" y="3436"/>
                  </a:cubicBezTo>
                  <a:cubicBezTo>
                    <a:pt x="7582" y="1993"/>
                    <a:pt x="8282" y="1132"/>
                    <a:pt x="8917" y="1132"/>
                  </a:cubicBezTo>
                  <a:close/>
                  <a:moveTo>
                    <a:pt x="6483" y="5453"/>
                  </a:moveTo>
                  <a:cubicBezTo>
                    <a:pt x="6845" y="5577"/>
                    <a:pt x="7217" y="5713"/>
                    <a:pt x="7591" y="5867"/>
                  </a:cubicBezTo>
                  <a:cubicBezTo>
                    <a:pt x="7371" y="5985"/>
                    <a:pt x="7153" y="6105"/>
                    <a:pt x="6936" y="6229"/>
                  </a:cubicBezTo>
                  <a:cubicBezTo>
                    <a:pt x="6715" y="6356"/>
                    <a:pt x="6501" y="6486"/>
                    <a:pt x="6287" y="6619"/>
                  </a:cubicBezTo>
                  <a:cubicBezTo>
                    <a:pt x="6341" y="6217"/>
                    <a:pt x="6407" y="5831"/>
                    <a:pt x="6483" y="5453"/>
                  </a:cubicBezTo>
                  <a:close/>
                  <a:moveTo>
                    <a:pt x="11350" y="5453"/>
                  </a:moveTo>
                  <a:cubicBezTo>
                    <a:pt x="11426" y="5831"/>
                    <a:pt x="11492" y="6217"/>
                    <a:pt x="11546" y="6619"/>
                  </a:cubicBezTo>
                  <a:cubicBezTo>
                    <a:pt x="11335" y="6486"/>
                    <a:pt x="11118" y="6356"/>
                    <a:pt x="10897" y="6229"/>
                  </a:cubicBezTo>
                  <a:cubicBezTo>
                    <a:pt x="10677" y="6102"/>
                    <a:pt x="10459" y="5982"/>
                    <a:pt x="10242" y="5867"/>
                  </a:cubicBezTo>
                  <a:cubicBezTo>
                    <a:pt x="10619" y="5716"/>
                    <a:pt x="10988" y="5574"/>
                    <a:pt x="11350" y="5453"/>
                  </a:cubicBezTo>
                  <a:close/>
                  <a:moveTo>
                    <a:pt x="3799" y="4852"/>
                  </a:moveTo>
                  <a:cubicBezTo>
                    <a:pt x="4336" y="4904"/>
                    <a:pt x="4870" y="4997"/>
                    <a:pt x="5396" y="5133"/>
                  </a:cubicBezTo>
                  <a:cubicBezTo>
                    <a:pt x="5239" y="5894"/>
                    <a:pt x="5124" y="6661"/>
                    <a:pt x="5055" y="7434"/>
                  </a:cubicBezTo>
                  <a:cubicBezTo>
                    <a:pt x="4421" y="7881"/>
                    <a:pt x="3811" y="8361"/>
                    <a:pt x="3231" y="8877"/>
                  </a:cubicBezTo>
                  <a:cubicBezTo>
                    <a:pt x="3004" y="8645"/>
                    <a:pt x="2796" y="8412"/>
                    <a:pt x="2606" y="8180"/>
                  </a:cubicBezTo>
                  <a:cubicBezTo>
                    <a:pt x="1969" y="7404"/>
                    <a:pt x="1579" y="6691"/>
                    <a:pt x="1483" y="6139"/>
                  </a:cubicBezTo>
                  <a:lnTo>
                    <a:pt x="1483" y="6139"/>
                  </a:lnTo>
                  <a:cubicBezTo>
                    <a:pt x="1695" y="6225"/>
                    <a:pt x="1912" y="6266"/>
                    <a:pt x="2125" y="6266"/>
                  </a:cubicBezTo>
                  <a:cubicBezTo>
                    <a:pt x="2922" y="6266"/>
                    <a:pt x="3656" y="5698"/>
                    <a:pt x="3799" y="4852"/>
                  </a:cubicBezTo>
                  <a:close/>
                  <a:moveTo>
                    <a:pt x="14037" y="4852"/>
                  </a:moveTo>
                  <a:cubicBezTo>
                    <a:pt x="14180" y="5698"/>
                    <a:pt x="14914" y="6266"/>
                    <a:pt x="15711" y="6266"/>
                  </a:cubicBezTo>
                  <a:cubicBezTo>
                    <a:pt x="15924" y="6266"/>
                    <a:pt x="16141" y="6225"/>
                    <a:pt x="16353" y="6139"/>
                  </a:cubicBezTo>
                  <a:lnTo>
                    <a:pt x="16353" y="6139"/>
                  </a:lnTo>
                  <a:cubicBezTo>
                    <a:pt x="16254" y="6691"/>
                    <a:pt x="15867" y="7404"/>
                    <a:pt x="15227" y="8180"/>
                  </a:cubicBezTo>
                  <a:cubicBezTo>
                    <a:pt x="15037" y="8412"/>
                    <a:pt x="14829" y="8645"/>
                    <a:pt x="14602" y="8877"/>
                  </a:cubicBezTo>
                  <a:cubicBezTo>
                    <a:pt x="14022" y="8361"/>
                    <a:pt x="13412" y="7881"/>
                    <a:pt x="12778" y="7434"/>
                  </a:cubicBezTo>
                  <a:cubicBezTo>
                    <a:pt x="12709" y="6661"/>
                    <a:pt x="12594" y="5894"/>
                    <a:pt x="12440" y="5133"/>
                  </a:cubicBezTo>
                  <a:cubicBezTo>
                    <a:pt x="12963" y="4997"/>
                    <a:pt x="13497" y="4904"/>
                    <a:pt x="14037" y="4852"/>
                  </a:cubicBezTo>
                  <a:close/>
                  <a:moveTo>
                    <a:pt x="4964" y="8908"/>
                  </a:moveTo>
                  <a:lnTo>
                    <a:pt x="4964" y="8908"/>
                  </a:lnTo>
                  <a:cubicBezTo>
                    <a:pt x="4958" y="9158"/>
                    <a:pt x="4955" y="9409"/>
                    <a:pt x="4955" y="9662"/>
                  </a:cubicBezTo>
                  <a:cubicBezTo>
                    <a:pt x="4952" y="9916"/>
                    <a:pt x="4958" y="10167"/>
                    <a:pt x="4964" y="10417"/>
                  </a:cubicBezTo>
                  <a:cubicBezTo>
                    <a:pt x="4644" y="10170"/>
                    <a:pt x="4339" y="9916"/>
                    <a:pt x="4052" y="9662"/>
                  </a:cubicBezTo>
                  <a:cubicBezTo>
                    <a:pt x="4339" y="9409"/>
                    <a:pt x="4644" y="9155"/>
                    <a:pt x="4964" y="8908"/>
                  </a:cubicBezTo>
                  <a:close/>
                  <a:moveTo>
                    <a:pt x="12869" y="8908"/>
                  </a:moveTo>
                  <a:lnTo>
                    <a:pt x="12869" y="8908"/>
                  </a:lnTo>
                  <a:cubicBezTo>
                    <a:pt x="13189" y="9155"/>
                    <a:pt x="13491" y="9409"/>
                    <a:pt x="13781" y="9662"/>
                  </a:cubicBezTo>
                  <a:cubicBezTo>
                    <a:pt x="13494" y="9916"/>
                    <a:pt x="13189" y="10170"/>
                    <a:pt x="12869" y="10417"/>
                  </a:cubicBezTo>
                  <a:cubicBezTo>
                    <a:pt x="12875" y="10167"/>
                    <a:pt x="12878" y="9916"/>
                    <a:pt x="12881" y="9662"/>
                  </a:cubicBezTo>
                  <a:cubicBezTo>
                    <a:pt x="12881" y="9409"/>
                    <a:pt x="12875" y="9158"/>
                    <a:pt x="12869" y="8908"/>
                  </a:cubicBezTo>
                  <a:close/>
                  <a:moveTo>
                    <a:pt x="8917" y="6459"/>
                  </a:moveTo>
                  <a:cubicBezTo>
                    <a:pt x="9391" y="6688"/>
                    <a:pt x="9865" y="6942"/>
                    <a:pt x="10333" y="7211"/>
                  </a:cubicBezTo>
                  <a:cubicBezTo>
                    <a:pt x="10801" y="7482"/>
                    <a:pt x="11260" y="7766"/>
                    <a:pt x="11694" y="8059"/>
                  </a:cubicBezTo>
                  <a:cubicBezTo>
                    <a:pt x="11728" y="8581"/>
                    <a:pt x="11749" y="9119"/>
                    <a:pt x="11749" y="9662"/>
                  </a:cubicBezTo>
                  <a:cubicBezTo>
                    <a:pt x="11749" y="10206"/>
                    <a:pt x="11728" y="10743"/>
                    <a:pt x="11694" y="11266"/>
                  </a:cubicBezTo>
                  <a:cubicBezTo>
                    <a:pt x="11260" y="11559"/>
                    <a:pt x="10804" y="11839"/>
                    <a:pt x="10333" y="12114"/>
                  </a:cubicBezTo>
                  <a:cubicBezTo>
                    <a:pt x="9862" y="12386"/>
                    <a:pt x="9388" y="12637"/>
                    <a:pt x="8920" y="12869"/>
                  </a:cubicBezTo>
                  <a:cubicBezTo>
                    <a:pt x="8445" y="12640"/>
                    <a:pt x="7971" y="12386"/>
                    <a:pt x="7500" y="12114"/>
                  </a:cubicBezTo>
                  <a:cubicBezTo>
                    <a:pt x="7032" y="11842"/>
                    <a:pt x="6576" y="11559"/>
                    <a:pt x="6139" y="11266"/>
                  </a:cubicBezTo>
                  <a:cubicBezTo>
                    <a:pt x="6105" y="10743"/>
                    <a:pt x="6087" y="10206"/>
                    <a:pt x="6087" y="9662"/>
                  </a:cubicBezTo>
                  <a:cubicBezTo>
                    <a:pt x="6087" y="9119"/>
                    <a:pt x="6105" y="8581"/>
                    <a:pt x="6139" y="8059"/>
                  </a:cubicBezTo>
                  <a:cubicBezTo>
                    <a:pt x="6576" y="7766"/>
                    <a:pt x="7029" y="7485"/>
                    <a:pt x="7500" y="7211"/>
                  </a:cubicBezTo>
                  <a:cubicBezTo>
                    <a:pt x="7971" y="6942"/>
                    <a:pt x="8445" y="6688"/>
                    <a:pt x="8917" y="6459"/>
                  </a:cubicBezTo>
                  <a:close/>
                  <a:moveTo>
                    <a:pt x="11546" y="12706"/>
                  </a:moveTo>
                  <a:lnTo>
                    <a:pt x="11546" y="12706"/>
                  </a:lnTo>
                  <a:cubicBezTo>
                    <a:pt x="11492" y="13108"/>
                    <a:pt x="11426" y="13497"/>
                    <a:pt x="11350" y="13872"/>
                  </a:cubicBezTo>
                  <a:cubicBezTo>
                    <a:pt x="10988" y="13751"/>
                    <a:pt x="10619" y="13612"/>
                    <a:pt x="10242" y="13461"/>
                  </a:cubicBezTo>
                  <a:cubicBezTo>
                    <a:pt x="10462" y="13343"/>
                    <a:pt x="10680" y="13219"/>
                    <a:pt x="10897" y="13096"/>
                  </a:cubicBezTo>
                  <a:cubicBezTo>
                    <a:pt x="11115" y="12969"/>
                    <a:pt x="11332" y="12839"/>
                    <a:pt x="11546" y="12706"/>
                  </a:cubicBezTo>
                  <a:close/>
                  <a:moveTo>
                    <a:pt x="6287" y="12706"/>
                  </a:moveTo>
                  <a:cubicBezTo>
                    <a:pt x="6498" y="12836"/>
                    <a:pt x="6715" y="12966"/>
                    <a:pt x="6936" y="13092"/>
                  </a:cubicBezTo>
                  <a:cubicBezTo>
                    <a:pt x="7153" y="13219"/>
                    <a:pt x="7374" y="13343"/>
                    <a:pt x="7597" y="13461"/>
                  </a:cubicBezTo>
                  <a:lnTo>
                    <a:pt x="7594" y="13461"/>
                  </a:lnTo>
                  <a:cubicBezTo>
                    <a:pt x="7217" y="13615"/>
                    <a:pt x="6848" y="13754"/>
                    <a:pt x="6483" y="13875"/>
                  </a:cubicBezTo>
                  <a:cubicBezTo>
                    <a:pt x="6407" y="13497"/>
                    <a:pt x="6341" y="13108"/>
                    <a:pt x="6287" y="12706"/>
                  </a:cubicBezTo>
                  <a:close/>
                  <a:moveTo>
                    <a:pt x="14602" y="10447"/>
                  </a:moveTo>
                  <a:cubicBezTo>
                    <a:pt x="14829" y="10680"/>
                    <a:pt x="15037" y="10912"/>
                    <a:pt x="15227" y="11145"/>
                  </a:cubicBezTo>
                  <a:cubicBezTo>
                    <a:pt x="15867" y="11921"/>
                    <a:pt x="16254" y="12634"/>
                    <a:pt x="16353" y="13186"/>
                  </a:cubicBezTo>
                  <a:cubicBezTo>
                    <a:pt x="16141" y="13099"/>
                    <a:pt x="15923" y="13059"/>
                    <a:pt x="15710" y="13059"/>
                  </a:cubicBezTo>
                  <a:cubicBezTo>
                    <a:pt x="14912" y="13059"/>
                    <a:pt x="14180" y="13627"/>
                    <a:pt x="14034" y="14472"/>
                  </a:cubicBezTo>
                  <a:cubicBezTo>
                    <a:pt x="13497" y="14421"/>
                    <a:pt x="12963" y="14327"/>
                    <a:pt x="12440" y="14192"/>
                  </a:cubicBezTo>
                  <a:cubicBezTo>
                    <a:pt x="12594" y="13431"/>
                    <a:pt x="12709" y="12664"/>
                    <a:pt x="12778" y="11891"/>
                  </a:cubicBezTo>
                  <a:cubicBezTo>
                    <a:pt x="13412" y="11444"/>
                    <a:pt x="14022" y="10964"/>
                    <a:pt x="14602" y="10447"/>
                  </a:cubicBezTo>
                  <a:close/>
                  <a:moveTo>
                    <a:pt x="3231" y="10447"/>
                  </a:moveTo>
                  <a:cubicBezTo>
                    <a:pt x="3811" y="10964"/>
                    <a:pt x="4421" y="11444"/>
                    <a:pt x="5055" y="11891"/>
                  </a:cubicBezTo>
                  <a:cubicBezTo>
                    <a:pt x="5124" y="12664"/>
                    <a:pt x="5239" y="13434"/>
                    <a:pt x="5393" y="14195"/>
                  </a:cubicBezTo>
                  <a:cubicBezTo>
                    <a:pt x="5079" y="14273"/>
                    <a:pt x="4774" y="14336"/>
                    <a:pt x="4478" y="14388"/>
                  </a:cubicBezTo>
                  <a:cubicBezTo>
                    <a:pt x="4028" y="14462"/>
                    <a:pt x="3616" y="14499"/>
                    <a:pt x="3250" y="14499"/>
                  </a:cubicBezTo>
                  <a:cubicBezTo>
                    <a:pt x="2389" y="14499"/>
                    <a:pt x="1786" y="14296"/>
                    <a:pt x="1561" y="13908"/>
                  </a:cubicBezTo>
                  <a:cubicBezTo>
                    <a:pt x="1244" y="13358"/>
                    <a:pt x="1634" y="12326"/>
                    <a:pt x="2606" y="11145"/>
                  </a:cubicBezTo>
                  <a:cubicBezTo>
                    <a:pt x="2796" y="10912"/>
                    <a:pt x="3007" y="10680"/>
                    <a:pt x="3231" y="10447"/>
                  </a:cubicBezTo>
                  <a:close/>
                  <a:moveTo>
                    <a:pt x="15707" y="14191"/>
                  </a:moveTo>
                  <a:cubicBezTo>
                    <a:pt x="15999" y="14191"/>
                    <a:pt x="16278" y="14416"/>
                    <a:pt x="16278" y="14759"/>
                  </a:cubicBezTo>
                  <a:cubicBezTo>
                    <a:pt x="16278" y="15070"/>
                    <a:pt x="16024" y="15324"/>
                    <a:pt x="15710" y="15324"/>
                  </a:cubicBezTo>
                  <a:cubicBezTo>
                    <a:pt x="15206" y="15324"/>
                    <a:pt x="14952" y="14714"/>
                    <a:pt x="15309" y="14358"/>
                  </a:cubicBezTo>
                  <a:cubicBezTo>
                    <a:pt x="15425" y="14242"/>
                    <a:pt x="15568" y="14191"/>
                    <a:pt x="15707" y="14191"/>
                  </a:cubicBezTo>
                  <a:close/>
                  <a:moveTo>
                    <a:pt x="8917" y="14122"/>
                  </a:moveTo>
                  <a:cubicBezTo>
                    <a:pt x="9623" y="14448"/>
                    <a:pt x="10348" y="14735"/>
                    <a:pt x="11084" y="14980"/>
                  </a:cubicBezTo>
                  <a:cubicBezTo>
                    <a:pt x="10994" y="15297"/>
                    <a:pt x="10894" y="15602"/>
                    <a:pt x="10789" y="15892"/>
                  </a:cubicBezTo>
                  <a:cubicBezTo>
                    <a:pt x="10251" y="17332"/>
                    <a:pt x="9551" y="18192"/>
                    <a:pt x="8917" y="18192"/>
                  </a:cubicBezTo>
                  <a:cubicBezTo>
                    <a:pt x="8282" y="18192"/>
                    <a:pt x="7582" y="17332"/>
                    <a:pt x="7044" y="15892"/>
                  </a:cubicBezTo>
                  <a:cubicBezTo>
                    <a:pt x="6939" y="15602"/>
                    <a:pt x="6839" y="15300"/>
                    <a:pt x="6749" y="14980"/>
                  </a:cubicBezTo>
                  <a:cubicBezTo>
                    <a:pt x="7488" y="14735"/>
                    <a:pt x="8213" y="14448"/>
                    <a:pt x="8917" y="14122"/>
                  </a:cubicBezTo>
                  <a:close/>
                  <a:moveTo>
                    <a:pt x="8917" y="0"/>
                  </a:moveTo>
                  <a:cubicBezTo>
                    <a:pt x="7757" y="0"/>
                    <a:pt x="6715" y="1081"/>
                    <a:pt x="5985" y="3041"/>
                  </a:cubicBezTo>
                  <a:cubicBezTo>
                    <a:pt x="5867" y="3355"/>
                    <a:pt x="5758" y="3687"/>
                    <a:pt x="5662" y="4031"/>
                  </a:cubicBezTo>
                  <a:cubicBezTo>
                    <a:pt x="4919" y="3844"/>
                    <a:pt x="4215" y="3732"/>
                    <a:pt x="3587" y="3702"/>
                  </a:cubicBezTo>
                  <a:cubicBezTo>
                    <a:pt x="3271" y="3173"/>
                    <a:pt x="2709" y="2871"/>
                    <a:pt x="2126" y="2871"/>
                  </a:cubicBezTo>
                  <a:cubicBezTo>
                    <a:pt x="1901" y="2871"/>
                    <a:pt x="1673" y="2916"/>
                    <a:pt x="1455" y="3011"/>
                  </a:cubicBezTo>
                  <a:cubicBezTo>
                    <a:pt x="670" y="3346"/>
                    <a:pt x="260" y="4212"/>
                    <a:pt x="492" y="5034"/>
                  </a:cubicBezTo>
                  <a:cubicBezTo>
                    <a:pt x="54" y="6024"/>
                    <a:pt x="489" y="7389"/>
                    <a:pt x="1733" y="8898"/>
                  </a:cubicBezTo>
                  <a:cubicBezTo>
                    <a:pt x="1942" y="9152"/>
                    <a:pt x="2171" y="9409"/>
                    <a:pt x="2416" y="9662"/>
                  </a:cubicBezTo>
                  <a:cubicBezTo>
                    <a:pt x="2171" y="9916"/>
                    <a:pt x="1942" y="10170"/>
                    <a:pt x="1733" y="10426"/>
                  </a:cubicBezTo>
                  <a:cubicBezTo>
                    <a:pt x="411" y="12033"/>
                    <a:pt x="0" y="13470"/>
                    <a:pt x="583" y="14475"/>
                  </a:cubicBezTo>
                  <a:cubicBezTo>
                    <a:pt x="1021" y="15233"/>
                    <a:pt x="1954" y="15629"/>
                    <a:pt x="3270" y="15629"/>
                  </a:cubicBezTo>
                  <a:cubicBezTo>
                    <a:pt x="3738" y="15626"/>
                    <a:pt x="4203" y="15584"/>
                    <a:pt x="4662" y="15505"/>
                  </a:cubicBezTo>
                  <a:cubicBezTo>
                    <a:pt x="4985" y="15451"/>
                    <a:pt x="5320" y="15378"/>
                    <a:pt x="5662" y="15294"/>
                  </a:cubicBezTo>
                  <a:cubicBezTo>
                    <a:pt x="5761" y="15641"/>
                    <a:pt x="5867" y="15970"/>
                    <a:pt x="5985" y="16284"/>
                  </a:cubicBezTo>
                  <a:cubicBezTo>
                    <a:pt x="6715" y="18244"/>
                    <a:pt x="7757" y="19325"/>
                    <a:pt x="8917" y="19325"/>
                  </a:cubicBezTo>
                  <a:cubicBezTo>
                    <a:pt x="10076" y="19325"/>
                    <a:pt x="11118" y="18244"/>
                    <a:pt x="11848" y="16284"/>
                  </a:cubicBezTo>
                  <a:cubicBezTo>
                    <a:pt x="11966" y="15970"/>
                    <a:pt x="12075" y="15638"/>
                    <a:pt x="12171" y="15294"/>
                  </a:cubicBezTo>
                  <a:cubicBezTo>
                    <a:pt x="12917" y="15481"/>
                    <a:pt x="13618" y="15593"/>
                    <a:pt x="14246" y="15623"/>
                  </a:cubicBezTo>
                  <a:cubicBezTo>
                    <a:pt x="14562" y="16152"/>
                    <a:pt x="15123" y="16453"/>
                    <a:pt x="15705" y="16453"/>
                  </a:cubicBezTo>
                  <a:cubicBezTo>
                    <a:pt x="15930" y="16453"/>
                    <a:pt x="16159" y="16408"/>
                    <a:pt x="16378" y="16314"/>
                  </a:cubicBezTo>
                  <a:cubicBezTo>
                    <a:pt x="17163" y="15979"/>
                    <a:pt x="17573" y="15112"/>
                    <a:pt x="17341" y="14291"/>
                  </a:cubicBezTo>
                  <a:cubicBezTo>
                    <a:pt x="17779" y="13301"/>
                    <a:pt x="17344" y="11936"/>
                    <a:pt x="16100" y="10426"/>
                  </a:cubicBezTo>
                  <a:cubicBezTo>
                    <a:pt x="15891" y="10170"/>
                    <a:pt x="15662" y="9916"/>
                    <a:pt x="15417" y="9662"/>
                  </a:cubicBezTo>
                  <a:cubicBezTo>
                    <a:pt x="15662" y="9409"/>
                    <a:pt x="15891" y="9152"/>
                    <a:pt x="16100" y="8898"/>
                  </a:cubicBezTo>
                  <a:cubicBezTo>
                    <a:pt x="17347" y="7389"/>
                    <a:pt x="17779" y="6024"/>
                    <a:pt x="17341" y="5034"/>
                  </a:cubicBezTo>
                  <a:cubicBezTo>
                    <a:pt x="17573" y="4212"/>
                    <a:pt x="17163" y="3346"/>
                    <a:pt x="16378" y="3011"/>
                  </a:cubicBezTo>
                  <a:cubicBezTo>
                    <a:pt x="16159" y="2916"/>
                    <a:pt x="15930" y="2871"/>
                    <a:pt x="15705" y="2871"/>
                  </a:cubicBezTo>
                  <a:cubicBezTo>
                    <a:pt x="15123" y="2871"/>
                    <a:pt x="14562" y="3173"/>
                    <a:pt x="14246" y="3702"/>
                  </a:cubicBezTo>
                  <a:cubicBezTo>
                    <a:pt x="13615" y="3732"/>
                    <a:pt x="12914" y="3844"/>
                    <a:pt x="12171" y="4031"/>
                  </a:cubicBezTo>
                  <a:cubicBezTo>
                    <a:pt x="12075" y="3684"/>
                    <a:pt x="11966" y="3355"/>
                    <a:pt x="11848" y="3041"/>
                  </a:cubicBezTo>
                  <a:cubicBezTo>
                    <a:pt x="11118" y="1081"/>
                    <a:pt x="10076" y="0"/>
                    <a:pt x="891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932" name="Google Shape;1932;p43"/>
            <p:cNvSpPr/>
            <p:nvPr/>
          </p:nvSpPr>
          <p:spPr>
            <a:xfrm>
              <a:off x="2280775" y="4003900"/>
              <a:ext cx="88275" cy="85025"/>
            </a:xfrm>
            <a:custGeom>
              <a:rect b="b" l="l" r="r" t="t"/>
              <a:pathLst>
                <a:path extrusionOk="0" h="3401" w="3531">
                  <a:moveTo>
                    <a:pt x="1698" y="1136"/>
                  </a:moveTo>
                  <a:cubicBezTo>
                    <a:pt x="2202" y="1136"/>
                    <a:pt x="2455" y="1743"/>
                    <a:pt x="2099" y="2102"/>
                  </a:cubicBezTo>
                  <a:cubicBezTo>
                    <a:pt x="1983" y="2217"/>
                    <a:pt x="1841" y="2268"/>
                    <a:pt x="1703" y="2268"/>
                  </a:cubicBezTo>
                  <a:cubicBezTo>
                    <a:pt x="1411" y="2268"/>
                    <a:pt x="1133" y="2042"/>
                    <a:pt x="1133" y="1700"/>
                  </a:cubicBezTo>
                  <a:cubicBezTo>
                    <a:pt x="1133" y="1386"/>
                    <a:pt x="1383" y="1136"/>
                    <a:pt x="1698" y="1136"/>
                  </a:cubicBezTo>
                  <a:close/>
                  <a:moveTo>
                    <a:pt x="1698" y="1"/>
                  </a:moveTo>
                  <a:cubicBezTo>
                    <a:pt x="1479" y="1"/>
                    <a:pt x="1258" y="43"/>
                    <a:pt x="1048" y="130"/>
                  </a:cubicBezTo>
                  <a:cubicBezTo>
                    <a:pt x="414" y="393"/>
                    <a:pt x="1" y="1012"/>
                    <a:pt x="1" y="1700"/>
                  </a:cubicBezTo>
                  <a:cubicBezTo>
                    <a:pt x="1" y="2639"/>
                    <a:pt x="758" y="3397"/>
                    <a:pt x="1698" y="3400"/>
                  </a:cubicBezTo>
                  <a:cubicBezTo>
                    <a:pt x="2386" y="3400"/>
                    <a:pt x="3005" y="2984"/>
                    <a:pt x="3268" y="2350"/>
                  </a:cubicBezTo>
                  <a:cubicBezTo>
                    <a:pt x="3530" y="1715"/>
                    <a:pt x="3385" y="985"/>
                    <a:pt x="2899" y="499"/>
                  </a:cubicBezTo>
                  <a:cubicBezTo>
                    <a:pt x="2574" y="173"/>
                    <a:pt x="2140" y="1"/>
                    <a:pt x="16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1933" name="Google Shape;1933;p43"/>
          <p:cNvGrpSpPr/>
          <p:nvPr/>
        </p:nvGrpSpPr>
        <p:grpSpPr>
          <a:xfrm>
            <a:off x="6862186" y="3304166"/>
            <a:ext cx="246158" cy="284561"/>
            <a:chOff x="2708700" y="3804850"/>
            <a:chExt cx="417925" cy="483125"/>
          </a:xfrm>
        </p:grpSpPr>
        <p:sp>
          <p:nvSpPr>
            <p:cNvPr id="1934" name="Google Shape;1934;p43"/>
            <p:cNvSpPr/>
            <p:nvPr/>
          </p:nvSpPr>
          <p:spPr>
            <a:xfrm>
              <a:off x="2708700" y="3804850"/>
              <a:ext cx="417925" cy="483125"/>
            </a:xfrm>
            <a:custGeom>
              <a:rect b="b" l="l" r="r" t="t"/>
              <a:pathLst>
                <a:path extrusionOk="0" h="19325" w="16717">
                  <a:moveTo>
                    <a:pt x="10354" y="1132"/>
                  </a:moveTo>
                  <a:lnTo>
                    <a:pt x="10354" y="8618"/>
                  </a:lnTo>
                  <a:cubicBezTo>
                    <a:pt x="10354" y="8714"/>
                    <a:pt x="10379" y="8811"/>
                    <a:pt x="10430" y="8898"/>
                  </a:cubicBezTo>
                  <a:lnTo>
                    <a:pt x="12447" y="12425"/>
                  </a:lnTo>
                  <a:lnTo>
                    <a:pt x="4273" y="12425"/>
                  </a:lnTo>
                  <a:lnTo>
                    <a:pt x="6290" y="8898"/>
                  </a:lnTo>
                  <a:cubicBezTo>
                    <a:pt x="6339" y="8811"/>
                    <a:pt x="6366" y="8714"/>
                    <a:pt x="6366" y="8618"/>
                  </a:cubicBezTo>
                  <a:lnTo>
                    <a:pt x="6366" y="1132"/>
                  </a:lnTo>
                  <a:close/>
                  <a:moveTo>
                    <a:pt x="13090" y="13557"/>
                  </a:moveTo>
                  <a:lnTo>
                    <a:pt x="15469" y="17718"/>
                  </a:lnTo>
                  <a:cubicBezTo>
                    <a:pt x="15527" y="17818"/>
                    <a:pt x="15530" y="17939"/>
                    <a:pt x="15472" y="18038"/>
                  </a:cubicBezTo>
                  <a:cubicBezTo>
                    <a:pt x="15418" y="18135"/>
                    <a:pt x="15318" y="18192"/>
                    <a:pt x="15210" y="18192"/>
                  </a:cubicBezTo>
                  <a:lnTo>
                    <a:pt x="1511" y="18192"/>
                  </a:lnTo>
                  <a:cubicBezTo>
                    <a:pt x="1399" y="18192"/>
                    <a:pt x="1299" y="18135"/>
                    <a:pt x="1245" y="18038"/>
                  </a:cubicBezTo>
                  <a:cubicBezTo>
                    <a:pt x="1187" y="17939"/>
                    <a:pt x="1187" y="17818"/>
                    <a:pt x="1245" y="17718"/>
                  </a:cubicBezTo>
                  <a:lnTo>
                    <a:pt x="3624" y="13557"/>
                  </a:lnTo>
                  <a:close/>
                  <a:moveTo>
                    <a:pt x="4717" y="0"/>
                  </a:moveTo>
                  <a:cubicBezTo>
                    <a:pt x="4403" y="0"/>
                    <a:pt x="4153" y="254"/>
                    <a:pt x="4153" y="568"/>
                  </a:cubicBezTo>
                  <a:cubicBezTo>
                    <a:pt x="4153" y="879"/>
                    <a:pt x="4403" y="1132"/>
                    <a:pt x="4717" y="1132"/>
                  </a:cubicBezTo>
                  <a:lnTo>
                    <a:pt x="5234" y="1132"/>
                  </a:lnTo>
                  <a:lnTo>
                    <a:pt x="5234" y="8467"/>
                  </a:lnTo>
                  <a:lnTo>
                    <a:pt x="264" y="17157"/>
                  </a:lnTo>
                  <a:cubicBezTo>
                    <a:pt x="1" y="17604"/>
                    <a:pt x="4" y="18159"/>
                    <a:pt x="267" y="18606"/>
                  </a:cubicBezTo>
                  <a:cubicBezTo>
                    <a:pt x="519" y="19050"/>
                    <a:pt x="992" y="19325"/>
                    <a:pt x="1502" y="19325"/>
                  </a:cubicBezTo>
                  <a:cubicBezTo>
                    <a:pt x="1505" y="19325"/>
                    <a:pt x="1508" y="19325"/>
                    <a:pt x="1511" y="19325"/>
                  </a:cubicBezTo>
                  <a:lnTo>
                    <a:pt x="15207" y="19325"/>
                  </a:lnTo>
                  <a:cubicBezTo>
                    <a:pt x="15210" y="19325"/>
                    <a:pt x="15212" y="19325"/>
                    <a:pt x="15215" y="19325"/>
                  </a:cubicBezTo>
                  <a:cubicBezTo>
                    <a:pt x="15725" y="19325"/>
                    <a:pt x="16198" y="19050"/>
                    <a:pt x="16451" y="18606"/>
                  </a:cubicBezTo>
                  <a:cubicBezTo>
                    <a:pt x="16713" y="18159"/>
                    <a:pt x="16716" y="17607"/>
                    <a:pt x="16454" y="17157"/>
                  </a:cubicBezTo>
                  <a:lnTo>
                    <a:pt x="11487" y="8467"/>
                  </a:lnTo>
                  <a:lnTo>
                    <a:pt x="11487" y="1132"/>
                  </a:lnTo>
                  <a:lnTo>
                    <a:pt x="12003" y="1132"/>
                  </a:lnTo>
                  <a:cubicBezTo>
                    <a:pt x="12314" y="1132"/>
                    <a:pt x="12568" y="879"/>
                    <a:pt x="12568" y="568"/>
                  </a:cubicBezTo>
                  <a:cubicBezTo>
                    <a:pt x="12568" y="254"/>
                    <a:pt x="12314" y="0"/>
                    <a:pt x="120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935" name="Google Shape;1935;p43"/>
            <p:cNvSpPr/>
            <p:nvPr/>
          </p:nvSpPr>
          <p:spPr>
            <a:xfrm>
              <a:off x="2875975" y="4055200"/>
              <a:ext cx="33100" cy="28350"/>
            </a:xfrm>
            <a:custGeom>
              <a:rect b="b" l="l" r="r" t="t"/>
              <a:pathLst>
                <a:path extrusionOk="0" h="1134" w="1324">
                  <a:moveTo>
                    <a:pt x="570" y="1"/>
                  </a:moveTo>
                  <a:cubicBezTo>
                    <a:pt x="280" y="1"/>
                    <a:pt x="1" y="225"/>
                    <a:pt x="1" y="566"/>
                  </a:cubicBezTo>
                  <a:cubicBezTo>
                    <a:pt x="1" y="880"/>
                    <a:pt x="255" y="1134"/>
                    <a:pt x="569" y="1134"/>
                  </a:cubicBezTo>
                  <a:cubicBezTo>
                    <a:pt x="1073" y="1134"/>
                    <a:pt x="1323" y="524"/>
                    <a:pt x="967" y="168"/>
                  </a:cubicBezTo>
                  <a:cubicBezTo>
                    <a:pt x="852" y="52"/>
                    <a:pt x="710" y="1"/>
                    <a:pt x="57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936" name="Google Shape;1936;p43"/>
            <p:cNvSpPr/>
            <p:nvPr/>
          </p:nvSpPr>
          <p:spPr>
            <a:xfrm>
              <a:off x="2931025" y="4055200"/>
              <a:ext cx="33075" cy="28350"/>
            </a:xfrm>
            <a:custGeom>
              <a:rect b="b" l="l" r="r" t="t"/>
              <a:pathLst>
                <a:path extrusionOk="0" h="1134" w="1323">
                  <a:moveTo>
                    <a:pt x="569" y="1"/>
                  </a:moveTo>
                  <a:cubicBezTo>
                    <a:pt x="279" y="1"/>
                    <a:pt x="0" y="225"/>
                    <a:pt x="0" y="566"/>
                  </a:cubicBezTo>
                  <a:cubicBezTo>
                    <a:pt x="0" y="880"/>
                    <a:pt x="254" y="1134"/>
                    <a:pt x="565" y="1134"/>
                  </a:cubicBezTo>
                  <a:cubicBezTo>
                    <a:pt x="1069" y="1134"/>
                    <a:pt x="1323" y="524"/>
                    <a:pt x="966" y="168"/>
                  </a:cubicBezTo>
                  <a:cubicBezTo>
                    <a:pt x="851" y="52"/>
                    <a:pt x="709" y="1"/>
                    <a:pt x="56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937" name="Google Shape;1937;p43"/>
            <p:cNvSpPr/>
            <p:nvPr/>
          </p:nvSpPr>
          <p:spPr>
            <a:xfrm>
              <a:off x="2903525" y="4008200"/>
              <a:ext cx="28350" cy="28325"/>
            </a:xfrm>
            <a:custGeom>
              <a:rect b="b" l="l" r="r" t="t"/>
              <a:pathLst>
                <a:path extrusionOk="0" h="1133" w="1134">
                  <a:moveTo>
                    <a:pt x="566" y="1"/>
                  </a:moveTo>
                  <a:cubicBezTo>
                    <a:pt x="252" y="1"/>
                    <a:pt x="1" y="254"/>
                    <a:pt x="1" y="568"/>
                  </a:cubicBezTo>
                  <a:cubicBezTo>
                    <a:pt x="1" y="879"/>
                    <a:pt x="252" y="1133"/>
                    <a:pt x="566" y="1133"/>
                  </a:cubicBezTo>
                  <a:cubicBezTo>
                    <a:pt x="880" y="1133"/>
                    <a:pt x="1133" y="879"/>
                    <a:pt x="1133" y="568"/>
                  </a:cubicBezTo>
                  <a:cubicBezTo>
                    <a:pt x="1133" y="254"/>
                    <a:pt x="880" y="1"/>
                    <a:pt x="56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1938" name="Google Shape;1938;p43"/>
          <p:cNvSpPr/>
          <p:nvPr/>
        </p:nvSpPr>
        <p:spPr>
          <a:xfrm>
            <a:off x="5953764" y="3349160"/>
            <a:ext cx="284561" cy="216723"/>
          </a:xfrm>
          <a:custGeom>
            <a:rect b="b" l="l" r="r" t="t"/>
            <a:pathLst>
              <a:path extrusionOk="0" h="14718" w="19325">
                <a:moveTo>
                  <a:pt x="14192" y="1133"/>
                </a:moveTo>
                <a:cubicBezTo>
                  <a:pt x="14974" y="1133"/>
                  <a:pt x="15520" y="1906"/>
                  <a:pt x="15261" y="2643"/>
                </a:cubicBezTo>
                <a:cubicBezTo>
                  <a:pt x="15131" y="3008"/>
                  <a:pt x="15403" y="3395"/>
                  <a:pt x="15792" y="3398"/>
                </a:cubicBezTo>
                <a:lnTo>
                  <a:pt x="17628" y="3398"/>
                </a:lnTo>
                <a:cubicBezTo>
                  <a:pt x="17939" y="3398"/>
                  <a:pt x="18193" y="3648"/>
                  <a:pt x="18193" y="3962"/>
                </a:cubicBezTo>
                <a:lnTo>
                  <a:pt x="18193" y="10756"/>
                </a:lnTo>
                <a:cubicBezTo>
                  <a:pt x="18193" y="11070"/>
                  <a:pt x="17939" y="11324"/>
                  <a:pt x="17628" y="11324"/>
                </a:cubicBezTo>
                <a:lnTo>
                  <a:pt x="10230" y="11324"/>
                </a:lnTo>
                <a:lnTo>
                  <a:pt x="10230" y="9624"/>
                </a:lnTo>
                <a:cubicBezTo>
                  <a:pt x="11480" y="9624"/>
                  <a:pt x="12492" y="8609"/>
                  <a:pt x="12492" y="7359"/>
                </a:cubicBezTo>
                <a:cubicBezTo>
                  <a:pt x="12492" y="6109"/>
                  <a:pt x="11480" y="5095"/>
                  <a:pt x="10230" y="5095"/>
                </a:cubicBezTo>
                <a:lnTo>
                  <a:pt x="10230" y="3398"/>
                </a:lnTo>
                <a:lnTo>
                  <a:pt x="12592" y="3398"/>
                </a:lnTo>
                <a:cubicBezTo>
                  <a:pt x="12981" y="3395"/>
                  <a:pt x="13253" y="3008"/>
                  <a:pt x="13123" y="2643"/>
                </a:cubicBezTo>
                <a:cubicBezTo>
                  <a:pt x="12863" y="1906"/>
                  <a:pt x="13410" y="1133"/>
                  <a:pt x="14192" y="1133"/>
                </a:cubicBezTo>
                <a:close/>
                <a:moveTo>
                  <a:pt x="9098" y="3398"/>
                </a:moveTo>
                <a:lnTo>
                  <a:pt x="9098" y="5759"/>
                </a:lnTo>
                <a:cubicBezTo>
                  <a:pt x="9098" y="6082"/>
                  <a:pt x="9363" y="6323"/>
                  <a:pt x="9663" y="6323"/>
                </a:cubicBezTo>
                <a:cubicBezTo>
                  <a:pt x="9726" y="6323"/>
                  <a:pt x="9790" y="6313"/>
                  <a:pt x="9853" y="6290"/>
                </a:cubicBezTo>
                <a:cubicBezTo>
                  <a:pt x="9979" y="6247"/>
                  <a:pt x="10105" y="6226"/>
                  <a:pt x="10229" y="6226"/>
                </a:cubicBezTo>
                <a:cubicBezTo>
                  <a:pt x="10828" y="6226"/>
                  <a:pt x="11357" y="6708"/>
                  <a:pt x="11360" y="7353"/>
                </a:cubicBezTo>
                <a:cubicBezTo>
                  <a:pt x="11362" y="8003"/>
                  <a:pt x="10832" y="8493"/>
                  <a:pt x="10229" y="8493"/>
                </a:cubicBezTo>
                <a:cubicBezTo>
                  <a:pt x="10108" y="8493"/>
                  <a:pt x="9985" y="8473"/>
                  <a:pt x="9862" y="8431"/>
                </a:cubicBezTo>
                <a:cubicBezTo>
                  <a:pt x="9829" y="8419"/>
                  <a:pt x="9796" y="8410"/>
                  <a:pt x="9759" y="8404"/>
                </a:cubicBezTo>
                <a:cubicBezTo>
                  <a:pt x="9726" y="8398"/>
                  <a:pt x="9692" y="8395"/>
                  <a:pt x="9659" y="8395"/>
                </a:cubicBezTo>
                <a:cubicBezTo>
                  <a:pt x="9350" y="8395"/>
                  <a:pt x="9090" y="8653"/>
                  <a:pt x="9098" y="8975"/>
                </a:cubicBezTo>
                <a:lnTo>
                  <a:pt x="9098" y="11324"/>
                </a:lnTo>
                <a:lnTo>
                  <a:pt x="6737" y="11324"/>
                </a:lnTo>
                <a:cubicBezTo>
                  <a:pt x="6344" y="11324"/>
                  <a:pt x="6073" y="11710"/>
                  <a:pt x="6202" y="12079"/>
                </a:cubicBezTo>
                <a:cubicBezTo>
                  <a:pt x="6462" y="12813"/>
                  <a:pt x="5916" y="13585"/>
                  <a:pt x="5134" y="13585"/>
                </a:cubicBezTo>
                <a:cubicBezTo>
                  <a:pt x="4352" y="13585"/>
                  <a:pt x="3805" y="12813"/>
                  <a:pt x="4065" y="12079"/>
                </a:cubicBezTo>
                <a:cubicBezTo>
                  <a:pt x="4195" y="11710"/>
                  <a:pt x="3923" y="11324"/>
                  <a:pt x="3533" y="11324"/>
                </a:cubicBezTo>
                <a:lnTo>
                  <a:pt x="1700" y="11324"/>
                </a:lnTo>
                <a:cubicBezTo>
                  <a:pt x="1386" y="11324"/>
                  <a:pt x="1133" y="11070"/>
                  <a:pt x="1133" y="10756"/>
                </a:cubicBezTo>
                <a:lnTo>
                  <a:pt x="1133" y="3962"/>
                </a:lnTo>
                <a:cubicBezTo>
                  <a:pt x="1133" y="3648"/>
                  <a:pt x="1386" y="3398"/>
                  <a:pt x="1700" y="3398"/>
                </a:cubicBezTo>
                <a:lnTo>
                  <a:pt x="2941" y="3398"/>
                </a:lnTo>
                <a:cubicBezTo>
                  <a:pt x="2570" y="4829"/>
                  <a:pt x="3654" y="6227"/>
                  <a:pt x="5134" y="6227"/>
                </a:cubicBezTo>
                <a:cubicBezTo>
                  <a:pt x="6613" y="6227"/>
                  <a:pt x="7697" y="4829"/>
                  <a:pt x="7326" y="3398"/>
                </a:cubicBezTo>
                <a:close/>
                <a:moveTo>
                  <a:pt x="14192" y="1"/>
                </a:moveTo>
                <a:cubicBezTo>
                  <a:pt x="12942" y="1"/>
                  <a:pt x="11927" y="1012"/>
                  <a:pt x="11927" y="2266"/>
                </a:cubicBezTo>
                <a:lnTo>
                  <a:pt x="6399" y="2266"/>
                </a:lnTo>
                <a:cubicBezTo>
                  <a:pt x="5910" y="2266"/>
                  <a:pt x="5650" y="2842"/>
                  <a:pt x="5979" y="3208"/>
                </a:cubicBezTo>
                <a:cubicBezTo>
                  <a:pt x="6631" y="3938"/>
                  <a:pt x="6112" y="5095"/>
                  <a:pt x="5134" y="5095"/>
                </a:cubicBezTo>
                <a:cubicBezTo>
                  <a:pt x="4155" y="5095"/>
                  <a:pt x="3636" y="3938"/>
                  <a:pt x="4291" y="3208"/>
                </a:cubicBezTo>
                <a:cubicBezTo>
                  <a:pt x="4617" y="2842"/>
                  <a:pt x="4358" y="2266"/>
                  <a:pt x="3868" y="2266"/>
                </a:cubicBezTo>
                <a:lnTo>
                  <a:pt x="1700" y="2266"/>
                </a:lnTo>
                <a:cubicBezTo>
                  <a:pt x="761" y="2266"/>
                  <a:pt x="1" y="3023"/>
                  <a:pt x="1" y="3962"/>
                </a:cubicBezTo>
                <a:lnTo>
                  <a:pt x="1" y="10756"/>
                </a:lnTo>
                <a:cubicBezTo>
                  <a:pt x="1" y="11695"/>
                  <a:pt x="761" y="12453"/>
                  <a:pt x="1700" y="12456"/>
                </a:cubicBezTo>
                <a:lnTo>
                  <a:pt x="2869" y="12456"/>
                </a:lnTo>
                <a:cubicBezTo>
                  <a:pt x="2869" y="13706"/>
                  <a:pt x="3884" y="14718"/>
                  <a:pt x="5134" y="14718"/>
                </a:cubicBezTo>
                <a:cubicBezTo>
                  <a:pt x="6384" y="14718"/>
                  <a:pt x="7398" y="13706"/>
                  <a:pt x="7398" y="12456"/>
                </a:cubicBezTo>
                <a:lnTo>
                  <a:pt x="17628" y="12456"/>
                </a:lnTo>
                <a:cubicBezTo>
                  <a:pt x="18564" y="12453"/>
                  <a:pt x="19325" y="11695"/>
                  <a:pt x="19325" y="10756"/>
                </a:cubicBezTo>
                <a:lnTo>
                  <a:pt x="19325" y="3962"/>
                </a:lnTo>
                <a:cubicBezTo>
                  <a:pt x="19325" y="3023"/>
                  <a:pt x="18564" y="2266"/>
                  <a:pt x="17628" y="2266"/>
                </a:cubicBezTo>
                <a:lnTo>
                  <a:pt x="16457" y="2266"/>
                </a:lnTo>
                <a:cubicBezTo>
                  <a:pt x="16457" y="1012"/>
                  <a:pt x="15442" y="1"/>
                  <a:pt x="1419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939" name="Google Shape;1939;p43"/>
          <p:cNvSpPr/>
          <p:nvPr/>
        </p:nvSpPr>
        <p:spPr>
          <a:xfrm>
            <a:off x="7279956" y="3304158"/>
            <a:ext cx="262561" cy="284575"/>
          </a:xfrm>
          <a:custGeom>
            <a:rect b="b" l="l" r="r" t="t"/>
            <a:pathLst>
              <a:path extrusionOk="0" h="19326" w="17831">
                <a:moveTo>
                  <a:pt x="7090" y="1417"/>
                </a:moveTo>
                <a:lnTo>
                  <a:pt x="7090" y="1417"/>
                </a:lnTo>
                <a:cubicBezTo>
                  <a:pt x="7570" y="1746"/>
                  <a:pt x="8228" y="2317"/>
                  <a:pt x="8533" y="3111"/>
                </a:cubicBezTo>
                <a:cubicBezTo>
                  <a:pt x="8835" y="3905"/>
                  <a:pt x="8727" y="4766"/>
                  <a:pt x="8591" y="5337"/>
                </a:cubicBezTo>
                <a:cubicBezTo>
                  <a:pt x="8111" y="5004"/>
                  <a:pt x="7452" y="4437"/>
                  <a:pt x="7148" y="3643"/>
                </a:cubicBezTo>
                <a:cubicBezTo>
                  <a:pt x="6843" y="2848"/>
                  <a:pt x="6954" y="1985"/>
                  <a:pt x="7090" y="1417"/>
                </a:cubicBezTo>
                <a:close/>
                <a:moveTo>
                  <a:pt x="12577" y="5533"/>
                </a:moveTo>
                <a:cubicBezTo>
                  <a:pt x="12772" y="5533"/>
                  <a:pt x="12967" y="5549"/>
                  <a:pt x="13162" y="5581"/>
                </a:cubicBezTo>
                <a:cubicBezTo>
                  <a:pt x="15215" y="5913"/>
                  <a:pt x="16623" y="7906"/>
                  <a:pt x="16299" y="10023"/>
                </a:cubicBezTo>
                <a:cubicBezTo>
                  <a:pt x="15711" y="13866"/>
                  <a:pt x="14596" y="16484"/>
                  <a:pt x="13078" y="17592"/>
                </a:cubicBezTo>
                <a:cubicBezTo>
                  <a:pt x="12526" y="17996"/>
                  <a:pt x="11929" y="18194"/>
                  <a:pt x="11264" y="18194"/>
                </a:cubicBezTo>
                <a:cubicBezTo>
                  <a:pt x="11073" y="18194"/>
                  <a:pt x="10877" y="18177"/>
                  <a:pt x="10674" y="18145"/>
                </a:cubicBezTo>
                <a:cubicBezTo>
                  <a:pt x="10119" y="18054"/>
                  <a:pt x="9681" y="17828"/>
                  <a:pt x="9334" y="17454"/>
                </a:cubicBezTo>
                <a:cubicBezTo>
                  <a:pt x="9222" y="17333"/>
                  <a:pt x="9070" y="17272"/>
                  <a:pt x="8918" y="17272"/>
                </a:cubicBezTo>
                <a:cubicBezTo>
                  <a:pt x="8767" y="17272"/>
                  <a:pt x="8615" y="17333"/>
                  <a:pt x="8503" y="17454"/>
                </a:cubicBezTo>
                <a:cubicBezTo>
                  <a:pt x="8156" y="17831"/>
                  <a:pt x="7715" y="18057"/>
                  <a:pt x="7160" y="18145"/>
                </a:cubicBezTo>
                <a:cubicBezTo>
                  <a:pt x="6958" y="18177"/>
                  <a:pt x="6762" y="18194"/>
                  <a:pt x="6571" y="18194"/>
                </a:cubicBezTo>
                <a:cubicBezTo>
                  <a:pt x="5907" y="18194"/>
                  <a:pt x="5310" y="17996"/>
                  <a:pt x="4756" y="17592"/>
                </a:cubicBezTo>
                <a:cubicBezTo>
                  <a:pt x="3237" y="16484"/>
                  <a:pt x="2126" y="13869"/>
                  <a:pt x="1537" y="10023"/>
                </a:cubicBezTo>
                <a:cubicBezTo>
                  <a:pt x="1214" y="7906"/>
                  <a:pt x="2621" y="5913"/>
                  <a:pt x="4675" y="5581"/>
                </a:cubicBezTo>
                <a:cubicBezTo>
                  <a:pt x="4869" y="5549"/>
                  <a:pt x="5065" y="5533"/>
                  <a:pt x="5260" y="5533"/>
                </a:cubicBezTo>
                <a:cubicBezTo>
                  <a:pt x="6062" y="5533"/>
                  <a:pt x="6848" y="5799"/>
                  <a:pt x="7492" y="6300"/>
                </a:cubicBezTo>
                <a:cubicBezTo>
                  <a:pt x="7913" y="6620"/>
                  <a:pt x="8416" y="6780"/>
                  <a:pt x="8918" y="6780"/>
                </a:cubicBezTo>
                <a:cubicBezTo>
                  <a:pt x="9421" y="6780"/>
                  <a:pt x="9924" y="6620"/>
                  <a:pt x="10345" y="6300"/>
                </a:cubicBezTo>
                <a:cubicBezTo>
                  <a:pt x="10989" y="5799"/>
                  <a:pt x="11775" y="5533"/>
                  <a:pt x="12577" y="5533"/>
                </a:cubicBezTo>
                <a:close/>
                <a:moveTo>
                  <a:pt x="6762" y="0"/>
                </a:moveTo>
                <a:cubicBezTo>
                  <a:pt x="6543" y="0"/>
                  <a:pt x="6335" y="128"/>
                  <a:pt x="6242" y="345"/>
                </a:cubicBezTo>
                <a:cubicBezTo>
                  <a:pt x="6208" y="424"/>
                  <a:pt x="5420" y="2302"/>
                  <a:pt x="6091" y="4047"/>
                </a:cubicBezTo>
                <a:cubicBezTo>
                  <a:pt x="6154" y="4207"/>
                  <a:pt x="6227" y="4364"/>
                  <a:pt x="6308" y="4518"/>
                </a:cubicBezTo>
                <a:cubicBezTo>
                  <a:pt x="5965" y="4440"/>
                  <a:pt x="5614" y="4401"/>
                  <a:pt x="5262" y="4401"/>
                </a:cubicBezTo>
                <a:cubicBezTo>
                  <a:pt x="5004" y="4401"/>
                  <a:pt x="4746" y="4422"/>
                  <a:pt x="4490" y="4464"/>
                </a:cubicBezTo>
                <a:cubicBezTo>
                  <a:pt x="1827" y="4893"/>
                  <a:pt x="0" y="7462"/>
                  <a:pt x="417" y="10192"/>
                </a:cubicBezTo>
                <a:cubicBezTo>
                  <a:pt x="713" y="12139"/>
                  <a:pt x="1148" y="13812"/>
                  <a:pt x="1706" y="15162"/>
                </a:cubicBezTo>
                <a:cubicBezTo>
                  <a:pt x="2341" y="16693"/>
                  <a:pt x="3141" y="17819"/>
                  <a:pt x="4086" y="18507"/>
                </a:cubicBezTo>
                <a:cubicBezTo>
                  <a:pt x="4833" y="19051"/>
                  <a:pt x="5666" y="19325"/>
                  <a:pt x="6571" y="19325"/>
                </a:cubicBezTo>
                <a:cubicBezTo>
                  <a:pt x="6821" y="19325"/>
                  <a:pt x="7077" y="19304"/>
                  <a:pt x="7338" y="19262"/>
                </a:cubicBezTo>
                <a:cubicBezTo>
                  <a:pt x="7942" y="19163"/>
                  <a:pt x="8470" y="18942"/>
                  <a:pt x="8914" y="18601"/>
                </a:cubicBezTo>
                <a:cubicBezTo>
                  <a:pt x="9361" y="18942"/>
                  <a:pt x="9889" y="19163"/>
                  <a:pt x="10493" y="19262"/>
                </a:cubicBezTo>
                <a:cubicBezTo>
                  <a:pt x="10747" y="19301"/>
                  <a:pt x="11000" y="19323"/>
                  <a:pt x="11260" y="19326"/>
                </a:cubicBezTo>
                <a:cubicBezTo>
                  <a:pt x="12163" y="19326"/>
                  <a:pt x="12996" y="19051"/>
                  <a:pt x="13742" y="18504"/>
                </a:cubicBezTo>
                <a:cubicBezTo>
                  <a:pt x="14687" y="17816"/>
                  <a:pt x="15490" y="16693"/>
                  <a:pt x="16124" y="15162"/>
                </a:cubicBezTo>
                <a:cubicBezTo>
                  <a:pt x="16686" y="13812"/>
                  <a:pt x="17121" y="12139"/>
                  <a:pt x="17417" y="10195"/>
                </a:cubicBezTo>
                <a:cubicBezTo>
                  <a:pt x="17830" y="7465"/>
                  <a:pt x="16007" y="4893"/>
                  <a:pt x="13343" y="4464"/>
                </a:cubicBezTo>
                <a:cubicBezTo>
                  <a:pt x="13086" y="4421"/>
                  <a:pt x="12827" y="4400"/>
                  <a:pt x="12570" y="4400"/>
                </a:cubicBezTo>
                <a:cubicBezTo>
                  <a:pt x="11637" y="4400"/>
                  <a:pt x="10720" y="4675"/>
                  <a:pt x="9934" y="5201"/>
                </a:cubicBezTo>
                <a:cubicBezTo>
                  <a:pt x="10233" y="4524"/>
                  <a:pt x="10710" y="3917"/>
                  <a:pt x="11360" y="3380"/>
                </a:cubicBezTo>
                <a:cubicBezTo>
                  <a:pt x="11807" y="3005"/>
                  <a:pt x="12305" y="2698"/>
                  <a:pt x="12842" y="2465"/>
                </a:cubicBezTo>
                <a:cubicBezTo>
                  <a:pt x="13132" y="2350"/>
                  <a:pt x="13277" y="2024"/>
                  <a:pt x="13165" y="1731"/>
                </a:cubicBezTo>
                <a:cubicBezTo>
                  <a:pt x="13080" y="1507"/>
                  <a:pt x="12866" y="1369"/>
                  <a:pt x="12640" y="1369"/>
                </a:cubicBezTo>
                <a:cubicBezTo>
                  <a:pt x="12572" y="1369"/>
                  <a:pt x="12502" y="1382"/>
                  <a:pt x="12435" y="1408"/>
                </a:cubicBezTo>
                <a:cubicBezTo>
                  <a:pt x="12398" y="1420"/>
                  <a:pt x="11565" y="1746"/>
                  <a:pt x="10668" y="2480"/>
                </a:cubicBezTo>
                <a:cubicBezTo>
                  <a:pt x="10345" y="2743"/>
                  <a:pt x="10046" y="3039"/>
                  <a:pt x="9777" y="3356"/>
                </a:cubicBezTo>
                <a:cubicBezTo>
                  <a:pt x="9732" y="3135"/>
                  <a:pt x="9669" y="2915"/>
                  <a:pt x="9590" y="2704"/>
                </a:cubicBezTo>
                <a:cubicBezTo>
                  <a:pt x="8920" y="958"/>
                  <a:pt x="7078" y="89"/>
                  <a:pt x="7000" y="52"/>
                </a:cubicBezTo>
                <a:cubicBezTo>
                  <a:pt x="6922" y="17"/>
                  <a:pt x="6842" y="0"/>
                  <a:pt x="676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1940" name="Google Shape;1940;p43"/>
          <p:cNvGrpSpPr/>
          <p:nvPr/>
        </p:nvGrpSpPr>
        <p:grpSpPr>
          <a:xfrm>
            <a:off x="7711529" y="3305233"/>
            <a:ext cx="276918" cy="282425"/>
            <a:chOff x="4467450" y="3808475"/>
            <a:chExt cx="470150" cy="479500"/>
          </a:xfrm>
        </p:grpSpPr>
        <p:sp>
          <p:nvSpPr>
            <p:cNvPr id="1941" name="Google Shape;1941;p43"/>
            <p:cNvSpPr/>
            <p:nvPr/>
          </p:nvSpPr>
          <p:spPr>
            <a:xfrm>
              <a:off x="4729325" y="3808475"/>
              <a:ext cx="56625" cy="138200"/>
            </a:xfrm>
            <a:custGeom>
              <a:rect b="b" l="l" r="r" t="t"/>
              <a:pathLst>
                <a:path extrusionOk="0" h="5528" w="2265">
                  <a:moveTo>
                    <a:pt x="1510" y="0"/>
                  </a:moveTo>
                  <a:lnTo>
                    <a:pt x="1133" y="423"/>
                  </a:lnTo>
                  <a:lnTo>
                    <a:pt x="752" y="839"/>
                  </a:lnTo>
                  <a:cubicBezTo>
                    <a:pt x="852" y="930"/>
                    <a:pt x="1133" y="1256"/>
                    <a:pt x="1133" y="1555"/>
                  </a:cubicBezTo>
                  <a:cubicBezTo>
                    <a:pt x="1133" y="1851"/>
                    <a:pt x="852" y="2177"/>
                    <a:pt x="755" y="2265"/>
                  </a:cubicBezTo>
                  <a:cubicBezTo>
                    <a:pt x="680" y="2334"/>
                    <a:pt x="0" y="2965"/>
                    <a:pt x="0" y="3820"/>
                  </a:cubicBezTo>
                  <a:cubicBezTo>
                    <a:pt x="0" y="4671"/>
                    <a:pt x="677" y="5302"/>
                    <a:pt x="755" y="5372"/>
                  </a:cubicBezTo>
                  <a:cubicBezTo>
                    <a:pt x="866" y="5476"/>
                    <a:pt x="1007" y="5528"/>
                    <a:pt x="1147" y="5528"/>
                  </a:cubicBezTo>
                  <a:cubicBezTo>
                    <a:pt x="1302" y="5528"/>
                    <a:pt x="1457" y="5465"/>
                    <a:pt x="1567" y="5341"/>
                  </a:cubicBezTo>
                  <a:cubicBezTo>
                    <a:pt x="1782" y="5103"/>
                    <a:pt x="1755" y="4735"/>
                    <a:pt x="1510" y="4529"/>
                  </a:cubicBezTo>
                  <a:cubicBezTo>
                    <a:pt x="1432" y="4457"/>
                    <a:pt x="1133" y="4128"/>
                    <a:pt x="1133" y="3820"/>
                  </a:cubicBezTo>
                  <a:cubicBezTo>
                    <a:pt x="1133" y="3521"/>
                    <a:pt x="1413" y="3195"/>
                    <a:pt x="1510" y="3107"/>
                  </a:cubicBezTo>
                  <a:cubicBezTo>
                    <a:pt x="1586" y="3038"/>
                    <a:pt x="2265" y="2407"/>
                    <a:pt x="2265" y="1555"/>
                  </a:cubicBezTo>
                  <a:cubicBezTo>
                    <a:pt x="2265" y="701"/>
                    <a:pt x="1589" y="70"/>
                    <a:pt x="151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942" name="Google Shape;1942;p43"/>
            <p:cNvSpPr/>
            <p:nvPr/>
          </p:nvSpPr>
          <p:spPr>
            <a:xfrm>
              <a:off x="4644400" y="3808475"/>
              <a:ext cx="56650" cy="138200"/>
            </a:xfrm>
            <a:custGeom>
              <a:rect b="b" l="l" r="r" t="t"/>
              <a:pathLst>
                <a:path extrusionOk="0" h="5528" w="2266">
                  <a:moveTo>
                    <a:pt x="1510" y="0"/>
                  </a:moveTo>
                  <a:lnTo>
                    <a:pt x="1133" y="423"/>
                  </a:lnTo>
                  <a:lnTo>
                    <a:pt x="752" y="839"/>
                  </a:lnTo>
                  <a:cubicBezTo>
                    <a:pt x="852" y="930"/>
                    <a:pt x="1133" y="1256"/>
                    <a:pt x="1133" y="1555"/>
                  </a:cubicBezTo>
                  <a:cubicBezTo>
                    <a:pt x="1133" y="1851"/>
                    <a:pt x="852" y="2177"/>
                    <a:pt x="755" y="2265"/>
                  </a:cubicBezTo>
                  <a:cubicBezTo>
                    <a:pt x="680" y="2334"/>
                    <a:pt x="0" y="2965"/>
                    <a:pt x="0" y="3820"/>
                  </a:cubicBezTo>
                  <a:cubicBezTo>
                    <a:pt x="0" y="4671"/>
                    <a:pt x="677" y="5302"/>
                    <a:pt x="755" y="5372"/>
                  </a:cubicBezTo>
                  <a:cubicBezTo>
                    <a:pt x="866" y="5476"/>
                    <a:pt x="1007" y="5528"/>
                    <a:pt x="1147" y="5528"/>
                  </a:cubicBezTo>
                  <a:cubicBezTo>
                    <a:pt x="1302" y="5528"/>
                    <a:pt x="1457" y="5465"/>
                    <a:pt x="1568" y="5341"/>
                  </a:cubicBezTo>
                  <a:cubicBezTo>
                    <a:pt x="1782" y="5103"/>
                    <a:pt x="1755" y="4735"/>
                    <a:pt x="1510" y="4529"/>
                  </a:cubicBezTo>
                  <a:cubicBezTo>
                    <a:pt x="1432" y="4457"/>
                    <a:pt x="1133" y="4128"/>
                    <a:pt x="1133" y="3820"/>
                  </a:cubicBezTo>
                  <a:cubicBezTo>
                    <a:pt x="1133" y="3521"/>
                    <a:pt x="1414" y="3195"/>
                    <a:pt x="1510" y="3107"/>
                  </a:cubicBezTo>
                  <a:cubicBezTo>
                    <a:pt x="1586" y="3038"/>
                    <a:pt x="2265" y="2407"/>
                    <a:pt x="2265" y="1555"/>
                  </a:cubicBezTo>
                  <a:cubicBezTo>
                    <a:pt x="2265" y="701"/>
                    <a:pt x="1589" y="70"/>
                    <a:pt x="151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943" name="Google Shape;1943;p43"/>
            <p:cNvSpPr/>
            <p:nvPr/>
          </p:nvSpPr>
          <p:spPr>
            <a:xfrm>
              <a:off x="4559475" y="3808475"/>
              <a:ext cx="56650" cy="138200"/>
            </a:xfrm>
            <a:custGeom>
              <a:rect b="b" l="l" r="r" t="t"/>
              <a:pathLst>
                <a:path extrusionOk="0" h="5528" w="2266">
                  <a:moveTo>
                    <a:pt x="1510" y="0"/>
                  </a:moveTo>
                  <a:lnTo>
                    <a:pt x="1133" y="423"/>
                  </a:lnTo>
                  <a:lnTo>
                    <a:pt x="752" y="839"/>
                  </a:lnTo>
                  <a:cubicBezTo>
                    <a:pt x="852" y="930"/>
                    <a:pt x="1133" y="1256"/>
                    <a:pt x="1133" y="1555"/>
                  </a:cubicBezTo>
                  <a:cubicBezTo>
                    <a:pt x="1133" y="1851"/>
                    <a:pt x="852" y="2177"/>
                    <a:pt x="755" y="2265"/>
                  </a:cubicBezTo>
                  <a:cubicBezTo>
                    <a:pt x="680" y="2334"/>
                    <a:pt x="1" y="2965"/>
                    <a:pt x="1" y="3820"/>
                  </a:cubicBezTo>
                  <a:cubicBezTo>
                    <a:pt x="1" y="4671"/>
                    <a:pt x="677" y="5302"/>
                    <a:pt x="755" y="5372"/>
                  </a:cubicBezTo>
                  <a:cubicBezTo>
                    <a:pt x="866" y="5476"/>
                    <a:pt x="1007" y="5528"/>
                    <a:pt x="1148" y="5528"/>
                  </a:cubicBezTo>
                  <a:cubicBezTo>
                    <a:pt x="1303" y="5528"/>
                    <a:pt x="1457" y="5465"/>
                    <a:pt x="1568" y="5341"/>
                  </a:cubicBezTo>
                  <a:cubicBezTo>
                    <a:pt x="1782" y="5103"/>
                    <a:pt x="1755" y="4735"/>
                    <a:pt x="1510" y="4529"/>
                  </a:cubicBezTo>
                  <a:cubicBezTo>
                    <a:pt x="1432" y="4457"/>
                    <a:pt x="1133" y="4128"/>
                    <a:pt x="1133" y="3820"/>
                  </a:cubicBezTo>
                  <a:cubicBezTo>
                    <a:pt x="1133" y="3521"/>
                    <a:pt x="1414" y="3195"/>
                    <a:pt x="1510" y="3107"/>
                  </a:cubicBezTo>
                  <a:cubicBezTo>
                    <a:pt x="1586" y="3038"/>
                    <a:pt x="2265" y="2407"/>
                    <a:pt x="2265" y="1555"/>
                  </a:cubicBezTo>
                  <a:cubicBezTo>
                    <a:pt x="2265" y="701"/>
                    <a:pt x="1589" y="70"/>
                    <a:pt x="151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944" name="Google Shape;1944;p43"/>
            <p:cNvSpPr/>
            <p:nvPr/>
          </p:nvSpPr>
          <p:spPr>
            <a:xfrm>
              <a:off x="4467450" y="3975675"/>
              <a:ext cx="470150" cy="312300"/>
            </a:xfrm>
            <a:custGeom>
              <a:rect b="b" l="l" r="r" t="t"/>
              <a:pathLst>
                <a:path extrusionOk="0" h="12492" w="18806">
                  <a:moveTo>
                    <a:pt x="16340" y="2263"/>
                  </a:moveTo>
                  <a:cubicBezTo>
                    <a:pt x="16709" y="2263"/>
                    <a:pt x="17020" y="2371"/>
                    <a:pt x="17233" y="2582"/>
                  </a:cubicBezTo>
                  <a:cubicBezTo>
                    <a:pt x="17622" y="2974"/>
                    <a:pt x="17571" y="3581"/>
                    <a:pt x="17505" y="3907"/>
                  </a:cubicBezTo>
                  <a:cubicBezTo>
                    <a:pt x="17375" y="4553"/>
                    <a:pt x="16994" y="5221"/>
                    <a:pt x="16430" y="5785"/>
                  </a:cubicBezTo>
                  <a:cubicBezTo>
                    <a:pt x="15793" y="6426"/>
                    <a:pt x="15014" y="6824"/>
                    <a:pt x="14337" y="6897"/>
                  </a:cubicBezTo>
                  <a:cubicBezTo>
                    <a:pt x="15056" y="5562"/>
                    <a:pt x="15539" y="4007"/>
                    <a:pt x="15744" y="2346"/>
                  </a:cubicBezTo>
                  <a:cubicBezTo>
                    <a:pt x="15954" y="2291"/>
                    <a:pt x="16154" y="2263"/>
                    <a:pt x="16340" y="2263"/>
                  </a:cubicBezTo>
                  <a:close/>
                  <a:moveTo>
                    <a:pt x="14709" y="1132"/>
                  </a:moveTo>
                  <a:cubicBezTo>
                    <a:pt x="14618" y="3340"/>
                    <a:pt x="13999" y="5390"/>
                    <a:pt x="12978" y="6987"/>
                  </a:cubicBezTo>
                  <a:cubicBezTo>
                    <a:pt x="12948" y="7023"/>
                    <a:pt x="12921" y="7066"/>
                    <a:pt x="12900" y="7108"/>
                  </a:cubicBezTo>
                  <a:cubicBezTo>
                    <a:pt x="12390" y="7881"/>
                    <a:pt x="11786" y="8542"/>
                    <a:pt x="11103" y="9059"/>
                  </a:cubicBezTo>
                  <a:lnTo>
                    <a:pt x="4750" y="9059"/>
                  </a:lnTo>
                  <a:cubicBezTo>
                    <a:pt x="2634" y="7461"/>
                    <a:pt x="1281" y="4478"/>
                    <a:pt x="1145" y="1132"/>
                  </a:cubicBezTo>
                  <a:close/>
                  <a:moveTo>
                    <a:pt x="13247" y="10191"/>
                  </a:moveTo>
                  <a:lnTo>
                    <a:pt x="12827" y="11048"/>
                  </a:lnTo>
                  <a:cubicBezTo>
                    <a:pt x="12731" y="11239"/>
                    <a:pt x="12538" y="11359"/>
                    <a:pt x="12326" y="11359"/>
                  </a:cubicBezTo>
                  <a:lnTo>
                    <a:pt x="3531" y="11359"/>
                  </a:lnTo>
                  <a:cubicBezTo>
                    <a:pt x="3316" y="11359"/>
                    <a:pt x="3120" y="11239"/>
                    <a:pt x="3026" y="11048"/>
                  </a:cubicBezTo>
                  <a:lnTo>
                    <a:pt x="2607" y="10191"/>
                  </a:lnTo>
                  <a:close/>
                  <a:moveTo>
                    <a:pt x="569" y="0"/>
                  </a:moveTo>
                  <a:cubicBezTo>
                    <a:pt x="255" y="0"/>
                    <a:pt x="1" y="254"/>
                    <a:pt x="1" y="565"/>
                  </a:cubicBezTo>
                  <a:cubicBezTo>
                    <a:pt x="1" y="3931"/>
                    <a:pt x="1145" y="7045"/>
                    <a:pt x="3060" y="9059"/>
                  </a:cubicBezTo>
                  <a:lnTo>
                    <a:pt x="569" y="9059"/>
                  </a:lnTo>
                  <a:cubicBezTo>
                    <a:pt x="255" y="9059"/>
                    <a:pt x="1" y="9312"/>
                    <a:pt x="1" y="9623"/>
                  </a:cubicBezTo>
                  <a:cubicBezTo>
                    <a:pt x="1" y="9937"/>
                    <a:pt x="255" y="10191"/>
                    <a:pt x="569" y="10191"/>
                  </a:cubicBezTo>
                  <a:lnTo>
                    <a:pt x="1348" y="10191"/>
                  </a:lnTo>
                  <a:lnTo>
                    <a:pt x="2012" y="11550"/>
                  </a:lnTo>
                  <a:lnTo>
                    <a:pt x="2012" y="11556"/>
                  </a:lnTo>
                  <a:cubicBezTo>
                    <a:pt x="2298" y="12127"/>
                    <a:pt x="2883" y="12492"/>
                    <a:pt x="3523" y="12492"/>
                  </a:cubicBezTo>
                  <a:cubicBezTo>
                    <a:pt x="3525" y="12492"/>
                    <a:pt x="3528" y="12492"/>
                    <a:pt x="3531" y="12492"/>
                  </a:cubicBezTo>
                  <a:lnTo>
                    <a:pt x="12326" y="12492"/>
                  </a:lnTo>
                  <a:cubicBezTo>
                    <a:pt x="12329" y="12492"/>
                    <a:pt x="12332" y="12492"/>
                    <a:pt x="12334" y="12492"/>
                  </a:cubicBezTo>
                  <a:cubicBezTo>
                    <a:pt x="12974" y="12492"/>
                    <a:pt x="13559" y="12127"/>
                    <a:pt x="13845" y="11553"/>
                  </a:cubicBezTo>
                  <a:lnTo>
                    <a:pt x="13845" y="11550"/>
                  </a:lnTo>
                  <a:lnTo>
                    <a:pt x="14509" y="10191"/>
                  </a:lnTo>
                  <a:lnTo>
                    <a:pt x="15288" y="10191"/>
                  </a:lnTo>
                  <a:cubicBezTo>
                    <a:pt x="15602" y="10191"/>
                    <a:pt x="15856" y="9937"/>
                    <a:pt x="15856" y="9623"/>
                  </a:cubicBezTo>
                  <a:cubicBezTo>
                    <a:pt x="15856" y="9309"/>
                    <a:pt x="15602" y="9059"/>
                    <a:pt x="15288" y="9059"/>
                  </a:cubicBezTo>
                  <a:lnTo>
                    <a:pt x="12797" y="9059"/>
                  </a:lnTo>
                  <a:cubicBezTo>
                    <a:pt x="13111" y="8726"/>
                    <a:pt x="13401" y="8373"/>
                    <a:pt x="13664" y="8002"/>
                  </a:cubicBezTo>
                  <a:cubicBezTo>
                    <a:pt x="13812" y="8026"/>
                    <a:pt x="13963" y="8038"/>
                    <a:pt x="14114" y="8038"/>
                  </a:cubicBezTo>
                  <a:cubicBezTo>
                    <a:pt x="15143" y="8038"/>
                    <a:pt x="16303" y="7516"/>
                    <a:pt x="17233" y="6589"/>
                  </a:cubicBezTo>
                  <a:cubicBezTo>
                    <a:pt x="17951" y="5867"/>
                    <a:pt x="18444" y="4994"/>
                    <a:pt x="18619" y="4131"/>
                  </a:cubicBezTo>
                  <a:cubicBezTo>
                    <a:pt x="18806" y="3183"/>
                    <a:pt x="18601" y="2349"/>
                    <a:pt x="18033" y="1785"/>
                  </a:cubicBezTo>
                  <a:cubicBezTo>
                    <a:pt x="17604" y="1353"/>
                    <a:pt x="17013" y="1132"/>
                    <a:pt x="16345" y="1132"/>
                  </a:cubicBezTo>
                  <a:cubicBezTo>
                    <a:pt x="16181" y="1132"/>
                    <a:pt x="16013" y="1145"/>
                    <a:pt x="15841" y="1172"/>
                  </a:cubicBezTo>
                  <a:cubicBezTo>
                    <a:pt x="15850" y="972"/>
                    <a:pt x="15853" y="770"/>
                    <a:pt x="15853" y="565"/>
                  </a:cubicBezTo>
                  <a:cubicBezTo>
                    <a:pt x="15853" y="254"/>
                    <a:pt x="15599" y="0"/>
                    <a:pt x="1528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1945" name="Google Shape;1945;p43"/>
          <p:cNvGrpSpPr/>
          <p:nvPr/>
        </p:nvGrpSpPr>
        <p:grpSpPr>
          <a:xfrm>
            <a:off x="4640760" y="4174916"/>
            <a:ext cx="284575" cy="284561"/>
            <a:chOff x="5053900" y="3804850"/>
            <a:chExt cx="483150" cy="483125"/>
          </a:xfrm>
        </p:grpSpPr>
        <p:sp>
          <p:nvSpPr>
            <p:cNvPr id="1946" name="Google Shape;1946;p43"/>
            <p:cNvSpPr/>
            <p:nvPr/>
          </p:nvSpPr>
          <p:spPr>
            <a:xfrm>
              <a:off x="5053900" y="3804850"/>
              <a:ext cx="483150" cy="483125"/>
            </a:xfrm>
            <a:custGeom>
              <a:rect b="b" l="l" r="r" t="t"/>
              <a:pathLst>
                <a:path extrusionOk="0" h="19325" w="19326">
                  <a:moveTo>
                    <a:pt x="9663" y="1132"/>
                  </a:moveTo>
                  <a:cubicBezTo>
                    <a:pt x="14367" y="1132"/>
                    <a:pt x="18193" y="4958"/>
                    <a:pt x="18193" y="9662"/>
                  </a:cubicBezTo>
                  <a:cubicBezTo>
                    <a:pt x="18193" y="14367"/>
                    <a:pt x="14367" y="18192"/>
                    <a:pt x="9663" y="18192"/>
                  </a:cubicBezTo>
                  <a:cubicBezTo>
                    <a:pt x="4959" y="18192"/>
                    <a:pt x="1133" y="14367"/>
                    <a:pt x="1133" y="9662"/>
                  </a:cubicBezTo>
                  <a:cubicBezTo>
                    <a:pt x="1133" y="4958"/>
                    <a:pt x="4959" y="1132"/>
                    <a:pt x="9663" y="1132"/>
                  </a:cubicBezTo>
                  <a:close/>
                  <a:moveTo>
                    <a:pt x="9663" y="0"/>
                  </a:moveTo>
                  <a:cubicBezTo>
                    <a:pt x="7094" y="0"/>
                    <a:pt x="4669" y="1009"/>
                    <a:pt x="2839" y="2838"/>
                  </a:cubicBezTo>
                  <a:cubicBezTo>
                    <a:pt x="1009" y="4668"/>
                    <a:pt x="1" y="7093"/>
                    <a:pt x="1" y="9662"/>
                  </a:cubicBezTo>
                  <a:cubicBezTo>
                    <a:pt x="1" y="12232"/>
                    <a:pt x="1009" y="14657"/>
                    <a:pt x="2839" y="16486"/>
                  </a:cubicBezTo>
                  <a:cubicBezTo>
                    <a:pt x="4669" y="18316"/>
                    <a:pt x="7094" y="19325"/>
                    <a:pt x="9663" y="19325"/>
                  </a:cubicBezTo>
                  <a:cubicBezTo>
                    <a:pt x="12233" y="19325"/>
                    <a:pt x="14657" y="18316"/>
                    <a:pt x="16487" y="16486"/>
                  </a:cubicBezTo>
                  <a:cubicBezTo>
                    <a:pt x="18317" y="14657"/>
                    <a:pt x="19325" y="12232"/>
                    <a:pt x="19325" y="9662"/>
                  </a:cubicBezTo>
                  <a:cubicBezTo>
                    <a:pt x="19325" y="7093"/>
                    <a:pt x="18317" y="4668"/>
                    <a:pt x="16487" y="2838"/>
                  </a:cubicBezTo>
                  <a:cubicBezTo>
                    <a:pt x="14657" y="1009"/>
                    <a:pt x="12233" y="0"/>
                    <a:pt x="966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947" name="Google Shape;1947;p43"/>
            <p:cNvSpPr/>
            <p:nvPr/>
          </p:nvSpPr>
          <p:spPr>
            <a:xfrm>
              <a:off x="5168125" y="3947300"/>
              <a:ext cx="88275" cy="85000"/>
            </a:xfrm>
            <a:custGeom>
              <a:rect b="b" l="l" r="r" t="t"/>
              <a:pathLst>
                <a:path extrusionOk="0" h="3400" w="3531">
                  <a:moveTo>
                    <a:pt x="1697" y="1135"/>
                  </a:moveTo>
                  <a:cubicBezTo>
                    <a:pt x="2202" y="1135"/>
                    <a:pt x="2455" y="1742"/>
                    <a:pt x="2099" y="2101"/>
                  </a:cubicBezTo>
                  <a:cubicBezTo>
                    <a:pt x="1983" y="2216"/>
                    <a:pt x="1841" y="2268"/>
                    <a:pt x="1702" y="2268"/>
                  </a:cubicBezTo>
                  <a:cubicBezTo>
                    <a:pt x="1411" y="2268"/>
                    <a:pt x="1133" y="2041"/>
                    <a:pt x="1133" y="1700"/>
                  </a:cubicBezTo>
                  <a:cubicBezTo>
                    <a:pt x="1133" y="1386"/>
                    <a:pt x="1383" y="1135"/>
                    <a:pt x="1697" y="1135"/>
                  </a:cubicBezTo>
                  <a:close/>
                  <a:moveTo>
                    <a:pt x="1697" y="0"/>
                  </a:moveTo>
                  <a:cubicBezTo>
                    <a:pt x="1479" y="0"/>
                    <a:pt x="1258" y="43"/>
                    <a:pt x="1048" y="130"/>
                  </a:cubicBezTo>
                  <a:cubicBezTo>
                    <a:pt x="414" y="392"/>
                    <a:pt x="0" y="1011"/>
                    <a:pt x="0" y="1700"/>
                  </a:cubicBezTo>
                  <a:cubicBezTo>
                    <a:pt x="0" y="2639"/>
                    <a:pt x="758" y="3397"/>
                    <a:pt x="1697" y="3400"/>
                  </a:cubicBezTo>
                  <a:cubicBezTo>
                    <a:pt x="2386" y="3400"/>
                    <a:pt x="3005" y="2983"/>
                    <a:pt x="3267" y="2349"/>
                  </a:cubicBezTo>
                  <a:cubicBezTo>
                    <a:pt x="3530" y="1715"/>
                    <a:pt x="3385" y="984"/>
                    <a:pt x="2899" y="498"/>
                  </a:cubicBezTo>
                  <a:cubicBezTo>
                    <a:pt x="2574" y="173"/>
                    <a:pt x="2139" y="0"/>
                    <a:pt x="169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948" name="Google Shape;1948;p43"/>
            <p:cNvSpPr/>
            <p:nvPr/>
          </p:nvSpPr>
          <p:spPr>
            <a:xfrm>
              <a:off x="5334575" y="3947350"/>
              <a:ext cx="88325" cy="84950"/>
            </a:xfrm>
            <a:custGeom>
              <a:rect b="b" l="l" r="r" t="t"/>
              <a:pathLst>
                <a:path extrusionOk="0" h="3398" w="3533">
                  <a:moveTo>
                    <a:pt x="1829" y="1130"/>
                  </a:moveTo>
                  <a:cubicBezTo>
                    <a:pt x="2121" y="1130"/>
                    <a:pt x="2401" y="1356"/>
                    <a:pt x="2401" y="1698"/>
                  </a:cubicBezTo>
                  <a:cubicBezTo>
                    <a:pt x="2401" y="2012"/>
                    <a:pt x="2147" y="2265"/>
                    <a:pt x="1833" y="2265"/>
                  </a:cubicBezTo>
                  <a:cubicBezTo>
                    <a:pt x="1329" y="2265"/>
                    <a:pt x="1075" y="1656"/>
                    <a:pt x="1431" y="1296"/>
                  </a:cubicBezTo>
                  <a:cubicBezTo>
                    <a:pt x="1547" y="1181"/>
                    <a:pt x="1690" y="1130"/>
                    <a:pt x="1829" y="1130"/>
                  </a:cubicBezTo>
                  <a:close/>
                  <a:moveTo>
                    <a:pt x="1833" y="1"/>
                  </a:moveTo>
                  <a:cubicBezTo>
                    <a:pt x="1145" y="1"/>
                    <a:pt x="526" y="415"/>
                    <a:pt x="263" y="1049"/>
                  </a:cubicBezTo>
                  <a:cubicBezTo>
                    <a:pt x="0" y="1683"/>
                    <a:pt x="145" y="2413"/>
                    <a:pt x="631" y="2900"/>
                  </a:cubicBezTo>
                  <a:cubicBezTo>
                    <a:pt x="956" y="3225"/>
                    <a:pt x="1391" y="3397"/>
                    <a:pt x="1833" y="3397"/>
                  </a:cubicBezTo>
                  <a:cubicBezTo>
                    <a:pt x="2052" y="3397"/>
                    <a:pt x="2272" y="3355"/>
                    <a:pt x="2482" y="3268"/>
                  </a:cubicBezTo>
                  <a:cubicBezTo>
                    <a:pt x="3116" y="3005"/>
                    <a:pt x="3533" y="2386"/>
                    <a:pt x="3533" y="1698"/>
                  </a:cubicBezTo>
                  <a:cubicBezTo>
                    <a:pt x="3530" y="759"/>
                    <a:pt x="2772" y="1"/>
                    <a:pt x="183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949" name="Google Shape;1949;p43"/>
            <p:cNvSpPr/>
            <p:nvPr/>
          </p:nvSpPr>
          <p:spPr>
            <a:xfrm>
              <a:off x="5170150" y="4060600"/>
              <a:ext cx="250650" cy="113225"/>
            </a:xfrm>
            <a:custGeom>
              <a:rect b="b" l="l" r="r" t="t"/>
              <a:pathLst>
                <a:path extrusionOk="0" h="4529" w="10026">
                  <a:moveTo>
                    <a:pt x="5006" y="0"/>
                  </a:moveTo>
                  <a:cubicBezTo>
                    <a:pt x="2684" y="0"/>
                    <a:pt x="659" y="1572"/>
                    <a:pt x="79" y="3820"/>
                  </a:cubicBezTo>
                  <a:cubicBezTo>
                    <a:pt x="1" y="4125"/>
                    <a:pt x="182" y="4433"/>
                    <a:pt x="487" y="4511"/>
                  </a:cubicBezTo>
                  <a:cubicBezTo>
                    <a:pt x="533" y="4523"/>
                    <a:pt x="580" y="4528"/>
                    <a:pt x="625" y="4528"/>
                  </a:cubicBezTo>
                  <a:cubicBezTo>
                    <a:pt x="878" y="4528"/>
                    <a:pt x="1109" y="4359"/>
                    <a:pt x="1175" y="4103"/>
                  </a:cubicBezTo>
                  <a:cubicBezTo>
                    <a:pt x="1625" y="2352"/>
                    <a:pt x="3205" y="1126"/>
                    <a:pt x="5013" y="1126"/>
                  </a:cubicBezTo>
                  <a:cubicBezTo>
                    <a:pt x="6822" y="1126"/>
                    <a:pt x="8401" y="2352"/>
                    <a:pt x="8851" y="4103"/>
                  </a:cubicBezTo>
                  <a:cubicBezTo>
                    <a:pt x="8917" y="4359"/>
                    <a:pt x="9148" y="4528"/>
                    <a:pt x="9401" y="4528"/>
                  </a:cubicBezTo>
                  <a:cubicBezTo>
                    <a:pt x="9447" y="4528"/>
                    <a:pt x="9493" y="4523"/>
                    <a:pt x="9539" y="4511"/>
                  </a:cubicBezTo>
                  <a:cubicBezTo>
                    <a:pt x="9844" y="4433"/>
                    <a:pt x="10025" y="4125"/>
                    <a:pt x="9947" y="3820"/>
                  </a:cubicBezTo>
                  <a:cubicBezTo>
                    <a:pt x="9368" y="1572"/>
                    <a:pt x="7342" y="0"/>
                    <a:pt x="5020" y="0"/>
                  </a:cubicBezTo>
                  <a:cubicBezTo>
                    <a:pt x="5018" y="0"/>
                    <a:pt x="5015" y="0"/>
                    <a:pt x="5013" y="0"/>
                  </a:cubicBezTo>
                  <a:cubicBezTo>
                    <a:pt x="5011" y="0"/>
                    <a:pt x="5009" y="0"/>
                    <a:pt x="50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1950" name="Google Shape;1950;p43"/>
          <p:cNvGrpSpPr/>
          <p:nvPr/>
        </p:nvGrpSpPr>
        <p:grpSpPr>
          <a:xfrm>
            <a:off x="5077922" y="4174956"/>
            <a:ext cx="284561" cy="284561"/>
            <a:chOff x="5648375" y="3804850"/>
            <a:chExt cx="483125" cy="483125"/>
          </a:xfrm>
        </p:grpSpPr>
        <p:sp>
          <p:nvSpPr>
            <p:cNvPr id="1951" name="Google Shape;1951;p43"/>
            <p:cNvSpPr/>
            <p:nvPr/>
          </p:nvSpPr>
          <p:spPr>
            <a:xfrm>
              <a:off x="5648375" y="3804850"/>
              <a:ext cx="483125" cy="483125"/>
            </a:xfrm>
            <a:custGeom>
              <a:rect b="b" l="l" r="r" t="t"/>
              <a:pathLst>
                <a:path extrusionOk="0" h="19325" w="19325">
                  <a:moveTo>
                    <a:pt x="9662" y="1132"/>
                  </a:moveTo>
                  <a:cubicBezTo>
                    <a:pt x="14367" y="1132"/>
                    <a:pt x="18192" y="4958"/>
                    <a:pt x="18192" y="9662"/>
                  </a:cubicBezTo>
                  <a:cubicBezTo>
                    <a:pt x="18192" y="14367"/>
                    <a:pt x="14367" y="18192"/>
                    <a:pt x="9662" y="18192"/>
                  </a:cubicBezTo>
                  <a:cubicBezTo>
                    <a:pt x="4958" y="18192"/>
                    <a:pt x="1132" y="14367"/>
                    <a:pt x="1132" y="9662"/>
                  </a:cubicBezTo>
                  <a:cubicBezTo>
                    <a:pt x="1132" y="4958"/>
                    <a:pt x="4958" y="1132"/>
                    <a:pt x="9662" y="1132"/>
                  </a:cubicBezTo>
                  <a:close/>
                  <a:moveTo>
                    <a:pt x="9662" y="0"/>
                  </a:moveTo>
                  <a:cubicBezTo>
                    <a:pt x="7093" y="0"/>
                    <a:pt x="4668" y="1009"/>
                    <a:pt x="2838" y="2838"/>
                  </a:cubicBezTo>
                  <a:cubicBezTo>
                    <a:pt x="1009" y="4668"/>
                    <a:pt x="0" y="7093"/>
                    <a:pt x="0" y="9662"/>
                  </a:cubicBezTo>
                  <a:cubicBezTo>
                    <a:pt x="0" y="12232"/>
                    <a:pt x="1009" y="14657"/>
                    <a:pt x="2838" y="16486"/>
                  </a:cubicBezTo>
                  <a:cubicBezTo>
                    <a:pt x="4668" y="18316"/>
                    <a:pt x="7093" y="19325"/>
                    <a:pt x="9662" y="19325"/>
                  </a:cubicBezTo>
                  <a:cubicBezTo>
                    <a:pt x="12232" y="19325"/>
                    <a:pt x="14656" y="18316"/>
                    <a:pt x="16486" y="16486"/>
                  </a:cubicBezTo>
                  <a:cubicBezTo>
                    <a:pt x="18316" y="14657"/>
                    <a:pt x="19325" y="12232"/>
                    <a:pt x="19325" y="9662"/>
                  </a:cubicBezTo>
                  <a:cubicBezTo>
                    <a:pt x="19325" y="7093"/>
                    <a:pt x="18316" y="4668"/>
                    <a:pt x="16486" y="2838"/>
                  </a:cubicBezTo>
                  <a:cubicBezTo>
                    <a:pt x="14656" y="1009"/>
                    <a:pt x="12232" y="0"/>
                    <a:pt x="966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952" name="Google Shape;1952;p43"/>
            <p:cNvSpPr/>
            <p:nvPr/>
          </p:nvSpPr>
          <p:spPr>
            <a:xfrm>
              <a:off x="5762575" y="3947300"/>
              <a:ext cx="88275" cy="85000"/>
            </a:xfrm>
            <a:custGeom>
              <a:rect b="b" l="l" r="r" t="t"/>
              <a:pathLst>
                <a:path extrusionOk="0" h="3400" w="3531">
                  <a:moveTo>
                    <a:pt x="1697" y="1135"/>
                  </a:moveTo>
                  <a:cubicBezTo>
                    <a:pt x="2202" y="1135"/>
                    <a:pt x="2455" y="1742"/>
                    <a:pt x="2099" y="2101"/>
                  </a:cubicBezTo>
                  <a:cubicBezTo>
                    <a:pt x="1983" y="2216"/>
                    <a:pt x="1841" y="2268"/>
                    <a:pt x="1702" y="2268"/>
                  </a:cubicBezTo>
                  <a:cubicBezTo>
                    <a:pt x="1411" y="2268"/>
                    <a:pt x="1133" y="2041"/>
                    <a:pt x="1133" y="1700"/>
                  </a:cubicBezTo>
                  <a:cubicBezTo>
                    <a:pt x="1133" y="1386"/>
                    <a:pt x="1383" y="1135"/>
                    <a:pt x="1697" y="1135"/>
                  </a:cubicBezTo>
                  <a:close/>
                  <a:moveTo>
                    <a:pt x="1698" y="0"/>
                  </a:moveTo>
                  <a:cubicBezTo>
                    <a:pt x="1479" y="0"/>
                    <a:pt x="1258" y="43"/>
                    <a:pt x="1048" y="130"/>
                  </a:cubicBezTo>
                  <a:cubicBezTo>
                    <a:pt x="414" y="392"/>
                    <a:pt x="1" y="1011"/>
                    <a:pt x="1" y="1700"/>
                  </a:cubicBezTo>
                  <a:cubicBezTo>
                    <a:pt x="1" y="2639"/>
                    <a:pt x="758" y="3397"/>
                    <a:pt x="1697" y="3400"/>
                  </a:cubicBezTo>
                  <a:cubicBezTo>
                    <a:pt x="2386" y="3400"/>
                    <a:pt x="3005" y="2983"/>
                    <a:pt x="3268" y="2349"/>
                  </a:cubicBezTo>
                  <a:cubicBezTo>
                    <a:pt x="3530" y="1715"/>
                    <a:pt x="3385" y="984"/>
                    <a:pt x="2899" y="498"/>
                  </a:cubicBezTo>
                  <a:cubicBezTo>
                    <a:pt x="2574" y="173"/>
                    <a:pt x="2139" y="0"/>
                    <a:pt x="169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953" name="Google Shape;1953;p43"/>
            <p:cNvSpPr/>
            <p:nvPr/>
          </p:nvSpPr>
          <p:spPr>
            <a:xfrm>
              <a:off x="5932425" y="3947300"/>
              <a:ext cx="88250" cy="85000"/>
            </a:xfrm>
            <a:custGeom>
              <a:rect b="b" l="l" r="r" t="t"/>
              <a:pathLst>
                <a:path extrusionOk="0" h="3400" w="3530">
                  <a:moveTo>
                    <a:pt x="1697" y="1135"/>
                  </a:moveTo>
                  <a:cubicBezTo>
                    <a:pt x="2201" y="1135"/>
                    <a:pt x="2455" y="1742"/>
                    <a:pt x="2099" y="2101"/>
                  </a:cubicBezTo>
                  <a:cubicBezTo>
                    <a:pt x="1983" y="2216"/>
                    <a:pt x="1841" y="2268"/>
                    <a:pt x="1702" y="2268"/>
                  </a:cubicBezTo>
                  <a:cubicBezTo>
                    <a:pt x="1411" y="2268"/>
                    <a:pt x="1133" y="2041"/>
                    <a:pt x="1133" y="1700"/>
                  </a:cubicBezTo>
                  <a:cubicBezTo>
                    <a:pt x="1133" y="1386"/>
                    <a:pt x="1383" y="1135"/>
                    <a:pt x="1697" y="1135"/>
                  </a:cubicBezTo>
                  <a:close/>
                  <a:moveTo>
                    <a:pt x="1697" y="0"/>
                  </a:moveTo>
                  <a:cubicBezTo>
                    <a:pt x="1479" y="0"/>
                    <a:pt x="1258" y="43"/>
                    <a:pt x="1048" y="130"/>
                  </a:cubicBezTo>
                  <a:cubicBezTo>
                    <a:pt x="414" y="392"/>
                    <a:pt x="0" y="1011"/>
                    <a:pt x="0" y="1700"/>
                  </a:cubicBezTo>
                  <a:cubicBezTo>
                    <a:pt x="0" y="2639"/>
                    <a:pt x="758" y="3397"/>
                    <a:pt x="1697" y="3400"/>
                  </a:cubicBezTo>
                  <a:cubicBezTo>
                    <a:pt x="2386" y="3400"/>
                    <a:pt x="3005" y="2983"/>
                    <a:pt x="3267" y="2349"/>
                  </a:cubicBezTo>
                  <a:cubicBezTo>
                    <a:pt x="3530" y="1715"/>
                    <a:pt x="3385" y="984"/>
                    <a:pt x="2899" y="498"/>
                  </a:cubicBezTo>
                  <a:cubicBezTo>
                    <a:pt x="2574" y="173"/>
                    <a:pt x="2139" y="0"/>
                    <a:pt x="169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954" name="Google Shape;1954;p43"/>
            <p:cNvSpPr/>
            <p:nvPr/>
          </p:nvSpPr>
          <p:spPr>
            <a:xfrm>
              <a:off x="5762575" y="4060600"/>
              <a:ext cx="254800" cy="141550"/>
            </a:xfrm>
            <a:custGeom>
              <a:rect b="b" l="l" r="r" t="t"/>
              <a:pathLst>
                <a:path extrusionOk="0" h="5662" w="10192">
                  <a:moveTo>
                    <a:pt x="9017" y="1132"/>
                  </a:moveTo>
                  <a:cubicBezTo>
                    <a:pt x="8736" y="3083"/>
                    <a:pt x="7066" y="4529"/>
                    <a:pt x="5094" y="4529"/>
                  </a:cubicBezTo>
                  <a:cubicBezTo>
                    <a:pt x="3123" y="4529"/>
                    <a:pt x="1453" y="3083"/>
                    <a:pt x="1172" y="1132"/>
                  </a:cubicBezTo>
                  <a:close/>
                  <a:moveTo>
                    <a:pt x="565" y="0"/>
                  </a:moveTo>
                  <a:cubicBezTo>
                    <a:pt x="251" y="0"/>
                    <a:pt x="1" y="251"/>
                    <a:pt x="1" y="565"/>
                  </a:cubicBezTo>
                  <a:cubicBezTo>
                    <a:pt x="1" y="3373"/>
                    <a:pt x="2286" y="5662"/>
                    <a:pt x="5094" y="5662"/>
                  </a:cubicBezTo>
                  <a:cubicBezTo>
                    <a:pt x="7905" y="5662"/>
                    <a:pt x="10191" y="3373"/>
                    <a:pt x="10191" y="565"/>
                  </a:cubicBezTo>
                  <a:cubicBezTo>
                    <a:pt x="10191" y="251"/>
                    <a:pt x="9938" y="0"/>
                    <a:pt x="962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1955" name="Google Shape;1955;p43"/>
          <p:cNvGrpSpPr/>
          <p:nvPr/>
        </p:nvGrpSpPr>
        <p:grpSpPr>
          <a:xfrm>
            <a:off x="2923723" y="4174916"/>
            <a:ext cx="246162" cy="276462"/>
            <a:chOff x="6276025" y="3812400"/>
            <a:chExt cx="416800" cy="468025"/>
          </a:xfrm>
        </p:grpSpPr>
        <p:sp>
          <p:nvSpPr>
            <p:cNvPr id="1956" name="Google Shape;1956;p43"/>
            <p:cNvSpPr/>
            <p:nvPr/>
          </p:nvSpPr>
          <p:spPr>
            <a:xfrm>
              <a:off x="6276025" y="3812400"/>
              <a:ext cx="416800" cy="468025"/>
            </a:xfrm>
            <a:custGeom>
              <a:rect b="b" l="l" r="r" t="t"/>
              <a:pathLst>
                <a:path extrusionOk="0" h="18721" w="16672">
                  <a:moveTo>
                    <a:pt x="8334" y="1132"/>
                  </a:moveTo>
                  <a:cubicBezTo>
                    <a:pt x="12311" y="1132"/>
                    <a:pt x="15536" y="4354"/>
                    <a:pt x="15536" y="8334"/>
                  </a:cubicBezTo>
                  <a:lnTo>
                    <a:pt x="15536" y="8346"/>
                  </a:lnTo>
                  <a:lnTo>
                    <a:pt x="15536" y="11652"/>
                  </a:lnTo>
                  <a:cubicBezTo>
                    <a:pt x="15536" y="12332"/>
                    <a:pt x="15240" y="12981"/>
                    <a:pt x="14724" y="13425"/>
                  </a:cubicBezTo>
                  <a:lnTo>
                    <a:pt x="12849" y="15034"/>
                  </a:lnTo>
                  <a:cubicBezTo>
                    <a:pt x="12725" y="15143"/>
                    <a:pt x="12652" y="15300"/>
                    <a:pt x="12652" y="15466"/>
                  </a:cubicBezTo>
                  <a:lnTo>
                    <a:pt x="12652" y="17588"/>
                  </a:lnTo>
                  <a:lnTo>
                    <a:pt x="11197" y="17588"/>
                  </a:lnTo>
                  <a:lnTo>
                    <a:pt x="11197" y="16254"/>
                  </a:lnTo>
                  <a:cubicBezTo>
                    <a:pt x="11197" y="15943"/>
                    <a:pt x="10943" y="15689"/>
                    <a:pt x="10629" y="15689"/>
                  </a:cubicBezTo>
                  <a:cubicBezTo>
                    <a:pt x="10318" y="15689"/>
                    <a:pt x="10065" y="15943"/>
                    <a:pt x="10065" y="16254"/>
                  </a:cubicBezTo>
                  <a:lnTo>
                    <a:pt x="10065" y="17588"/>
                  </a:lnTo>
                  <a:lnTo>
                    <a:pt x="8902" y="17588"/>
                  </a:lnTo>
                  <a:lnTo>
                    <a:pt x="8902" y="16254"/>
                  </a:lnTo>
                  <a:cubicBezTo>
                    <a:pt x="8902" y="15943"/>
                    <a:pt x="8648" y="15689"/>
                    <a:pt x="8334" y="15689"/>
                  </a:cubicBezTo>
                  <a:cubicBezTo>
                    <a:pt x="8020" y="15689"/>
                    <a:pt x="7770" y="15943"/>
                    <a:pt x="7770" y="16254"/>
                  </a:cubicBezTo>
                  <a:lnTo>
                    <a:pt x="7770" y="17588"/>
                  </a:lnTo>
                  <a:lnTo>
                    <a:pt x="6604" y="17588"/>
                  </a:lnTo>
                  <a:lnTo>
                    <a:pt x="6604" y="16254"/>
                  </a:lnTo>
                  <a:cubicBezTo>
                    <a:pt x="6604" y="15943"/>
                    <a:pt x="6351" y="15689"/>
                    <a:pt x="6040" y="15689"/>
                  </a:cubicBezTo>
                  <a:cubicBezTo>
                    <a:pt x="5726" y="15689"/>
                    <a:pt x="5472" y="15943"/>
                    <a:pt x="5472" y="16254"/>
                  </a:cubicBezTo>
                  <a:lnTo>
                    <a:pt x="5472" y="17588"/>
                  </a:lnTo>
                  <a:lnTo>
                    <a:pt x="4017" y="17588"/>
                  </a:lnTo>
                  <a:lnTo>
                    <a:pt x="4017" y="15466"/>
                  </a:lnTo>
                  <a:cubicBezTo>
                    <a:pt x="4017" y="15300"/>
                    <a:pt x="3944" y="15143"/>
                    <a:pt x="3820" y="15037"/>
                  </a:cubicBezTo>
                  <a:lnTo>
                    <a:pt x="1945" y="13425"/>
                  </a:lnTo>
                  <a:cubicBezTo>
                    <a:pt x="1429" y="12981"/>
                    <a:pt x="1133" y="12335"/>
                    <a:pt x="1133" y="11652"/>
                  </a:cubicBezTo>
                  <a:lnTo>
                    <a:pt x="1133" y="8406"/>
                  </a:lnTo>
                  <a:cubicBezTo>
                    <a:pt x="1133" y="4396"/>
                    <a:pt x="4361" y="1132"/>
                    <a:pt x="8331" y="1132"/>
                  </a:cubicBezTo>
                  <a:close/>
                  <a:moveTo>
                    <a:pt x="8331" y="0"/>
                  </a:moveTo>
                  <a:cubicBezTo>
                    <a:pt x="3736" y="3"/>
                    <a:pt x="1" y="3774"/>
                    <a:pt x="1" y="8409"/>
                  </a:cubicBezTo>
                  <a:lnTo>
                    <a:pt x="1" y="11655"/>
                  </a:lnTo>
                  <a:cubicBezTo>
                    <a:pt x="1" y="12664"/>
                    <a:pt x="442" y="13627"/>
                    <a:pt x="1209" y="14285"/>
                  </a:cubicBezTo>
                  <a:lnTo>
                    <a:pt x="2884" y="15725"/>
                  </a:lnTo>
                  <a:lnTo>
                    <a:pt x="2884" y="18156"/>
                  </a:lnTo>
                  <a:cubicBezTo>
                    <a:pt x="2884" y="18467"/>
                    <a:pt x="3138" y="18721"/>
                    <a:pt x="3449" y="18721"/>
                  </a:cubicBezTo>
                  <a:lnTo>
                    <a:pt x="13220" y="18721"/>
                  </a:lnTo>
                  <a:cubicBezTo>
                    <a:pt x="13531" y="18721"/>
                    <a:pt x="13785" y="18467"/>
                    <a:pt x="13785" y="18156"/>
                  </a:cubicBezTo>
                  <a:lnTo>
                    <a:pt x="13785" y="15725"/>
                  </a:lnTo>
                  <a:lnTo>
                    <a:pt x="15463" y="14282"/>
                  </a:lnTo>
                  <a:cubicBezTo>
                    <a:pt x="16227" y="13624"/>
                    <a:pt x="16671" y="12664"/>
                    <a:pt x="16671" y="11652"/>
                  </a:cubicBezTo>
                  <a:lnTo>
                    <a:pt x="16671" y="8334"/>
                  </a:lnTo>
                  <a:lnTo>
                    <a:pt x="16671" y="8322"/>
                  </a:lnTo>
                  <a:cubicBezTo>
                    <a:pt x="16662" y="3723"/>
                    <a:pt x="12933" y="0"/>
                    <a:pt x="833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957" name="Google Shape;1957;p43"/>
            <p:cNvSpPr/>
            <p:nvPr/>
          </p:nvSpPr>
          <p:spPr>
            <a:xfrm>
              <a:off x="6436375" y="4078825"/>
              <a:ext cx="96025" cy="80400"/>
            </a:xfrm>
            <a:custGeom>
              <a:rect b="b" l="l" r="r" t="t"/>
              <a:pathLst>
                <a:path extrusionOk="0" h="3216" w="3841">
                  <a:moveTo>
                    <a:pt x="1922" y="1"/>
                  </a:moveTo>
                  <a:cubicBezTo>
                    <a:pt x="1736" y="1"/>
                    <a:pt x="1551" y="91"/>
                    <a:pt x="1440" y="270"/>
                  </a:cubicBezTo>
                  <a:lnTo>
                    <a:pt x="166" y="2354"/>
                  </a:lnTo>
                  <a:cubicBezTo>
                    <a:pt x="0" y="2623"/>
                    <a:pt x="85" y="2970"/>
                    <a:pt x="350" y="3133"/>
                  </a:cubicBezTo>
                  <a:cubicBezTo>
                    <a:pt x="443" y="3189"/>
                    <a:pt x="545" y="3216"/>
                    <a:pt x="646" y="3216"/>
                  </a:cubicBezTo>
                  <a:cubicBezTo>
                    <a:pt x="837" y="3216"/>
                    <a:pt x="1023" y="3120"/>
                    <a:pt x="1129" y="2946"/>
                  </a:cubicBezTo>
                  <a:lnTo>
                    <a:pt x="1923" y="1653"/>
                  </a:lnTo>
                  <a:lnTo>
                    <a:pt x="2712" y="2946"/>
                  </a:lnTo>
                  <a:cubicBezTo>
                    <a:pt x="2818" y="3120"/>
                    <a:pt x="3005" y="3216"/>
                    <a:pt x="3196" y="3216"/>
                  </a:cubicBezTo>
                  <a:cubicBezTo>
                    <a:pt x="3297" y="3216"/>
                    <a:pt x="3399" y="3189"/>
                    <a:pt x="3491" y="3133"/>
                  </a:cubicBezTo>
                  <a:cubicBezTo>
                    <a:pt x="3759" y="2970"/>
                    <a:pt x="3841" y="2623"/>
                    <a:pt x="3678" y="2354"/>
                  </a:cubicBezTo>
                  <a:lnTo>
                    <a:pt x="2407" y="270"/>
                  </a:lnTo>
                  <a:cubicBezTo>
                    <a:pt x="2295" y="91"/>
                    <a:pt x="2108" y="1"/>
                    <a:pt x="19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958" name="Google Shape;1958;p43"/>
            <p:cNvSpPr/>
            <p:nvPr/>
          </p:nvSpPr>
          <p:spPr>
            <a:xfrm>
              <a:off x="6327450" y="3974775"/>
              <a:ext cx="125550" cy="118300"/>
            </a:xfrm>
            <a:custGeom>
              <a:rect b="b" l="l" r="r" t="t"/>
              <a:pathLst>
                <a:path extrusionOk="0" h="4732" w="5022">
                  <a:moveTo>
                    <a:pt x="2505" y="1115"/>
                  </a:moveTo>
                  <a:cubicBezTo>
                    <a:pt x="2806" y="1115"/>
                    <a:pt x="3107" y="1230"/>
                    <a:pt x="3337" y="1461"/>
                  </a:cubicBezTo>
                  <a:cubicBezTo>
                    <a:pt x="3795" y="1920"/>
                    <a:pt x="3795" y="2663"/>
                    <a:pt x="3337" y="3125"/>
                  </a:cubicBezTo>
                  <a:cubicBezTo>
                    <a:pt x="3049" y="3413"/>
                    <a:pt x="2565" y="3600"/>
                    <a:pt x="2133" y="3600"/>
                  </a:cubicBezTo>
                  <a:cubicBezTo>
                    <a:pt x="1861" y="3600"/>
                    <a:pt x="1610" y="3526"/>
                    <a:pt x="1440" y="3358"/>
                  </a:cubicBezTo>
                  <a:cubicBezTo>
                    <a:pt x="1253" y="3167"/>
                    <a:pt x="1166" y="2844"/>
                    <a:pt x="1208" y="2473"/>
                  </a:cubicBezTo>
                  <a:cubicBezTo>
                    <a:pt x="1253" y="2089"/>
                    <a:pt x="1431" y="1703"/>
                    <a:pt x="1673" y="1461"/>
                  </a:cubicBezTo>
                  <a:cubicBezTo>
                    <a:pt x="1902" y="1230"/>
                    <a:pt x="2203" y="1115"/>
                    <a:pt x="2505" y="1115"/>
                  </a:cubicBezTo>
                  <a:close/>
                  <a:moveTo>
                    <a:pt x="2486" y="0"/>
                  </a:moveTo>
                  <a:cubicBezTo>
                    <a:pt x="1903" y="0"/>
                    <a:pt x="1321" y="219"/>
                    <a:pt x="873" y="658"/>
                  </a:cubicBezTo>
                  <a:cubicBezTo>
                    <a:pt x="444" y="1084"/>
                    <a:pt x="157" y="1697"/>
                    <a:pt x="85" y="2340"/>
                  </a:cubicBezTo>
                  <a:cubicBezTo>
                    <a:pt x="0" y="3059"/>
                    <a:pt x="202" y="3717"/>
                    <a:pt x="640" y="4155"/>
                  </a:cubicBezTo>
                  <a:cubicBezTo>
                    <a:pt x="1042" y="4556"/>
                    <a:pt x="1582" y="4731"/>
                    <a:pt x="2138" y="4731"/>
                  </a:cubicBezTo>
                  <a:cubicBezTo>
                    <a:pt x="2141" y="4731"/>
                    <a:pt x="2145" y="4731"/>
                    <a:pt x="2149" y="4731"/>
                  </a:cubicBezTo>
                  <a:cubicBezTo>
                    <a:pt x="2882" y="4731"/>
                    <a:pt x="3638" y="4424"/>
                    <a:pt x="4137" y="3922"/>
                  </a:cubicBezTo>
                  <a:cubicBezTo>
                    <a:pt x="5021" y="3016"/>
                    <a:pt x="5012" y="1570"/>
                    <a:pt x="4119" y="676"/>
                  </a:cubicBezTo>
                  <a:cubicBezTo>
                    <a:pt x="3668" y="226"/>
                    <a:pt x="3077" y="0"/>
                    <a:pt x="24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959" name="Google Shape;1959;p43"/>
            <p:cNvSpPr/>
            <p:nvPr/>
          </p:nvSpPr>
          <p:spPr>
            <a:xfrm>
              <a:off x="6515325" y="3974300"/>
              <a:ext cx="126000" cy="118775"/>
            </a:xfrm>
            <a:custGeom>
              <a:rect b="b" l="l" r="r" t="t"/>
              <a:pathLst>
                <a:path extrusionOk="0" h="4751" w="5040">
                  <a:moveTo>
                    <a:pt x="2535" y="1133"/>
                  </a:moveTo>
                  <a:cubicBezTo>
                    <a:pt x="2836" y="1133"/>
                    <a:pt x="3138" y="1248"/>
                    <a:pt x="3367" y="1477"/>
                  </a:cubicBezTo>
                  <a:cubicBezTo>
                    <a:pt x="3609" y="1722"/>
                    <a:pt x="3787" y="2108"/>
                    <a:pt x="3832" y="2492"/>
                  </a:cubicBezTo>
                  <a:cubicBezTo>
                    <a:pt x="3874" y="2860"/>
                    <a:pt x="3790" y="3183"/>
                    <a:pt x="3600" y="3374"/>
                  </a:cubicBezTo>
                  <a:cubicBezTo>
                    <a:pt x="3429" y="3544"/>
                    <a:pt x="3178" y="3618"/>
                    <a:pt x="2906" y="3618"/>
                  </a:cubicBezTo>
                  <a:cubicBezTo>
                    <a:pt x="2474" y="3618"/>
                    <a:pt x="1991" y="3430"/>
                    <a:pt x="1703" y="3141"/>
                  </a:cubicBezTo>
                  <a:cubicBezTo>
                    <a:pt x="1244" y="2682"/>
                    <a:pt x="1244" y="1936"/>
                    <a:pt x="1703" y="1477"/>
                  </a:cubicBezTo>
                  <a:cubicBezTo>
                    <a:pt x="1933" y="1248"/>
                    <a:pt x="2234" y="1133"/>
                    <a:pt x="2535" y="1133"/>
                  </a:cubicBezTo>
                  <a:close/>
                  <a:moveTo>
                    <a:pt x="2535" y="0"/>
                  </a:moveTo>
                  <a:cubicBezTo>
                    <a:pt x="1944" y="0"/>
                    <a:pt x="1353" y="226"/>
                    <a:pt x="903" y="677"/>
                  </a:cubicBezTo>
                  <a:cubicBezTo>
                    <a:pt x="0" y="1580"/>
                    <a:pt x="0" y="3041"/>
                    <a:pt x="903" y="3941"/>
                  </a:cubicBezTo>
                  <a:cubicBezTo>
                    <a:pt x="1329" y="4370"/>
                    <a:pt x="1945" y="4660"/>
                    <a:pt x="2588" y="4732"/>
                  </a:cubicBezTo>
                  <a:cubicBezTo>
                    <a:pt x="2691" y="4744"/>
                    <a:pt x="2793" y="4750"/>
                    <a:pt x="2899" y="4750"/>
                  </a:cubicBezTo>
                  <a:cubicBezTo>
                    <a:pt x="3491" y="4750"/>
                    <a:pt x="4028" y="4548"/>
                    <a:pt x="4400" y="4174"/>
                  </a:cubicBezTo>
                  <a:cubicBezTo>
                    <a:pt x="4838" y="3739"/>
                    <a:pt x="5040" y="3078"/>
                    <a:pt x="4958" y="2362"/>
                  </a:cubicBezTo>
                  <a:cubicBezTo>
                    <a:pt x="4883" y="1719"/>
                    <a:pt x="4596" y="1103"/>
                    <a:pt x="4167" y="677"/>
                  </a:cubicBezTo>
                  <a:cubicBezTo>
                    <a:pt x="3717" y="226"/>
                    <a:pt x="3126" y="0"/>
                    <a:pt x="253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1960" name="Google Shape;1960;p43"/>
          <p:cNvGrpSpPr/>
          <p:nvPr/>
        </p:nvGrpSpPr>
        <p:grpSpPr>
          <a:xfrm>
            <a:off x="5082340" y="3739547"/>
            <a:ext cx="286607" cy="284575"/>
            <a:chOff x="890400" y="4399350"/>
            <a:chExt cx="486600" cy="483150"/>
          </a:xfrm>
        </p:grpSpPr>
        <p:sp>
          <p:nvSpPr>
            <p:cNvPr id="1961" name="Google Shape;1961;p43"/>
            <p:cNvSpPr/>
            <p:nvPr/>
          </p:nvSpPr>
          <p:spPr>
            <a:xfrm>
              <a:off x="1125300" y="4503075"/>
              <a:ext cx="153800" cy="141650"/>
            </a:xfrm>
            <a:custGeom>
              <a:rect b="b" l="l" r="r" t="t"/>
              <a:pathLst>
                <a:path extrusionOk="0" h="5666" w="6152">
                  <a:moveTo>
                    <a:pt x="3044" y="1140"/>
                  </a:moveTo>
                  <a:cubicBezTo>
                    <a:pt x="3263" y="1140"/>
                    <a:pt x="3484" y="1182"/>
                    <a:pt x="3694" y="1269"/>
                  </a:cubicBezTo>
                  <a:cubicBezTo>
                    <a:pt x="4328" y="1532"/>
                    <a:pt x="4741" y="2151"/>
                    <a:pt x="4741" y="2836"/>
                  </a:cubicBezTo>
                  <a:cubicBezTo>
                    <a:pt x="4741" y="3525"/>
                    <a:pt x="4328" y="4144"/>
                    <a:pt x="3694" y="4406"/>
                  </a:cubicBezTo>
                  <a:cubicBezTo>
                    <a:pt x="3484" y="4493"/>
                    <a:pt x="3263" y="4536"/>
                    <a:pt x="3044" y="4536"/>
                  </a:cubicBezTo>
                  <a:cubicBezTo>
                    <a:pt x="2602" y="4536"/>
                    <a:pt x="2168" y="4363"/>
                    <a:pt x="1843" y="4038"/>
                  </a:cubicBezTo>
                  <a:cubicBezTo>
                    <a:pt x="1178" y="3377"/>
                    <a:pt x="1178" y="2299"/>
                    <a:pt x="1843" y="1638"/>
                  </a:cubicBezTo>
                  <a:cubicBezTo>
                    <a:pt x="2168" y="1312"/>
                    <a:pt x="2602" y="1140"/>
                    <a:pt x="3044" y="1140"/>
                  </a:cubicBezTo>
                  <a:close/>
                  <a:moveTo>
                    <a:pt x="3043" y="0"/>
                  </a:moveTo>
                  <a:cubicBezTo>
                    <a:pt x="2680" y="0"/>
                    <a:pt x="2313" y="70"/>
                    <a:pt x="1961" y="215"/>
                  </a:cubicBezTo>
                  <a:cubicBezTo>
                    <a:pt x="710" y="732"/>
                    <a:pt x="1" y="2060"/>
                    <a:pt x="264" y="3386"/>
                  </a:cubicBezTo>
                  <a:cubicBezTo>
                    <a:pt x="529" y="4709"/>
                    <a:pt x="1688" y="5666"/>
                    <a:pt x="3038" y="5666"/>
                  </a:cubicBezTo>
                  <a:cubicBezTo>
                    <a:pt x="3040" y="5666"/>
                    <a:pt x="3042" y="5666"/>
                    <a:pt x="3045" y="5666"/>
                  </a:cubicBezTo>
                  <a:cubicBezTo>
                    <a:pt x="3048" y="5666"/>
                    <a:pt x="3052" y="5666"/>
                    <a:pt x="3056" y="5666"/>
                  </a:cubicBezTo>
                  <a:cubicBezTo>
                    <a:pt x="3801" y="5666"/>
                    <a:pt x="4518" y="5367"/>
                    <a:pt x="5046" y="4838"/>
                  </a:cubicBezTo>
                  <a:cubicBezTo>
                    <a:pt x="6004" y="3884"/>
                    <a:pt x="6152" y="2386"/>
                    <a:pt x="5400" y="1260"/>
                  </a:cubicBezTo>
                  <a:cubicBezTo>
                    <a:pt x="4862" y="453"/>
                    <a:pt x="3967" y="0"/>
                    <a:pt x="304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962" name="Google Shape;1962;p43"/>
            <p:cNvSpPr/>
            <p:nvPr/>
          </p:nvSpPr>
          <p:spPr>
            <a:xfrm>
              <a:off x="890400" y="4399350"/>
              <a:ext cx="486600" cy="483150"/>
            </a:xfrm>
            <a:custGeom>
              <a:rect b="b" l="l" r="r" t="t"/>
              <a:pathLst>
                <a:path extrusionOk="0" h="19326" w="19464">
                  <a:moveTo>
                    <a:pt x="17908" y="1131"/>
                  </a:moveTo>
                  <a:cubicBezTo>
                    <a:pt x="18031" y="1131"/>
                    <a:pt x="18157" y="1132"/>
                    <a:pt x="18283" y="1134"/>
                  </a:cubicBezTo>
                  <a:cubicBezTo>
                    <a:pt x="18301" y="2369"/>
                    <a:pt x="18232" y="3465"/>
                    <a:pt x="18057" y="4449"/>
                  </a:cubicBezTo>
                  <a:cubicBezTo>
                    <a:pt x="16453" y="4223"/>
                    <a:pt x="15191" y="2960"/>
                    <a:pt x="14968" y="1357"/>
                  </a:cubicBezTo>
                  <a:cubicBezTo>
                    <a:pt x="15851" y="1203"/>
                    <a:pt x="16825" y="1131"/>
                    <a:pt x="17908" y="1131"/>
                  </a:cubicBezTo>
                  <a:close/>
                  <a:moveTo>
                    <a:pt x="6462" y="6683"/>
                  </a:moveTo>
                  <a:lnTo>
                    <a:pt x="6462" y="6686"/>
                  </a:lnTo>
                  <a:cubicBezTo>
                    <a:pt x="6003" y="7471"/>
                    <a:pt x="5574" y="8281"/>
                    <a:pt x="5173" y="9066"/>
                  </a:cubicBezTo>
                  <a:lnTo>
                    <a:pt x="2712" y="8839"/>
                  </a:lnTo>
                  <a:cubicBezTo>
                    <a:pt x="3545" y="7571"/>
                    <a:pt x="4952" y="6756"/>
                    <a:pt x="6462" y="6683"/>
                  </a:cubicBezTo>
                  <a:close/>
                  <a:moveTo>
                    <a:pt x="13863" y="1608"/>
                  </a:moveTo>
                  <a:cubicBezTo>
                    <a:pt x="14195" y="3637"/>
                    <a:pt x="15783" y="5225"/>
                    <a:pt x="17809" y="5557"/>
                  </a:cubicBezTo>
                  <a:cubicBezTo>
                    <a:pt x="17347" y="7209"/>
                    <a:pt x="16532" y="8534"/>
                    <a:pt x="15303" y="9718"/>
                  </a:cubicBezTo>
                  <a:cubicBezTo>
                    <a:pt x="13932" y="11043"/>
                    <a:pt x="11825" y="12218"/>
                    <a:pt x="9868" y="13221"/>
                  </a:cubicBezTo>
                  <a:lnTo>
                    <a:pt x="6196" y="9552"/>
                  </a:lnTo>
                  <a:cubicBezTo>
                    <a:pt x="7199" y="7592"/>
                    <a:pt x="8376" y="5485"/>
                    <a:pt x="9699" y="4114"/>
                  </a:cubicBezTo>
                  <a:cubicBezTo>
                    <a:pt x="10886" y="2885"/>
                    <a:pt x="12208" y="2073"/>
                    <a:pt x="13863" y="1608"/>
                  </a:cubicBezTo>
                  <a:close/>
                  <a:moveTo>
                    <a:pt x="5659" y="10612"/>
                  </a:moveTo>
                  <a:lnTo>
                    <a:pt x="8805" y="13758"/>
                  </a:lnTo>
                  <a:lnTo>
                    <a:pt x="8503" y="13909"/>
                  </a:lnTo>
                  <a:cubicBezTo>
                    <a:pt x="8237" y="14039"/>
                    <a:pt x="7984" y="14169"/>
                    <a:pt x="7736" y="14292"/>
                  </a:cubicBezTo>
                  <a:lnTo>
                    <a:pt x="5124" y="11681"/>
                  </a:lnTo>
                  <a:cubicBezTo>
                    <a:pt x="5248" y="11433"/>
                    <a:pt x="5378" y="11179"/>
                    <a:pt x="5508" y="10914"/>
                  </a:cubicBezTo>
                  <a:lnTo>
                    <a:pt x="5659" y="10612"/>
                  </a:lnTo>
                  <a:close/>
                  <a:moveTo>
                    <a:pt x="12658" y="13000"/>
                  </a:moveTo>
                  <a:lnTo>
                    <a:pt x="12658" y="13000"/>
                  </a:lnTo>
                  <a:cubicBezTo>
                    <a:pt x="12567" y="14483"/>
                    <a:pt x="11782" y="15835"/>
                    <a:pt x="10538" y="16651"/>
                  </a:cubicBezTo>
                  <a:lnTo>
                    <a:pt x="10348" y="14247"/>
                  </a:lnTo>
                  <a:cubicBezTo>
                    <a:pt x="11109" y="13858"/>
                    <a:pt x="11894" y="13441"/>
                    <a:pt x="12658" y="13000"/>
                  </a:cubicBezTo>
                  <a:close/>
                  <a:moveTo>
                    <a:pt x="4596" y="12756"/>
                  </a:moveTo>
                  <a:lnTo>
                    <a:pt x="5233" y="13393"/>
                  </a:lnTo>
                  <a:lnTo>
                    <a:pt x="4034" y="14594"/>
                  </a:lnTo>
                  <a:cubicBezTo>
                    <a:pt x="3814" y="14815"/>
                    <a:pt x="3811" y="15174"/>
                    <a:pt x="4034" y="15395"/>
                  </a:cubicBezTo>
                  <a:cubicBezTo>
                    <a:pt x="4145" y="15505"/>
                    <a:pt x="4290" y="15560"/>
                    <a:pt x="4434" y="15560"/>
                  </a:cubicBezTo>
                  <a:cubicBezTo>
                    <a:pt x="4579" y="15560"/>
                    <a:pt x="4724" y="15505"/>
                    <a:pt x="4835" y="15395"/>
                  </a:cubicBezTo>
                  <a:lnTo>
                    <a:pt x="6036" y="14193"/>
                  </a:lnTo>
                  <a:lnTo>
                    <a:pt x="6673" y="14833"/>
                  </a:lnTo>
                  <a:cubicBezTo>
                    <a:pt x="6528" y="15192"/>
                    <a:pt x="6311" y="15521"/>
                    <a:pt x="6036" y="15796"/>
                  </a:cubicBezTo>
                  <a:cubicBezTo>
                    <a:pt x="5387" y="16445"/>
                    <a:pt x="3110" y="17327"/>
                    <a:pt x="1555" y="17864"/>
                  </a:cubicBezTo>
                  <a:cubicBezTo>
                    <a:pt x="2096" y="16312"/>
                    <a:pt x="2984" y="14042"/>
                    <a:pt x="3633" y="13393"/>
                  </a:cubicBezTo>
                  <a:cubicBezTo>
                    <a:pt x="3908" y="13115"/>
                    <a:pt x="4234" y="12900"/>
                    <a:pt x="4596" y="12756"/>
                  </a:cubicBezTo>
                  <a:close/>
                  <a:moveTo>
                    <a:pt x="17939" y="0"/>
                  </a:moveTo>
                  <a:cubicBezTo>
                    <a:pt x="16582" y="0"/>
                    <a:pt x="15371" y="113"/>
                    <a:pt x="14282" y="349"/>
                  </a:cubicBezTo>
                  <a:cubicBezTo>
                    <a:pt x="14258" y="352"/>
                    <a:pt x="14234" y="358"/>
                    <a:pt x="14213" y="364"/>
                  </a:cubicBezTo>
                  <a:cubicBezTo>
                    <a:pt x="12057" y="841"/>
                    <a:pt x="10360" y="1801"/>
                    <a:pt x="8887" y="3329"/>
                  </a:cubicBezTo>
                  <a:cubicBezTo>
                    <a:pt x="8277" y="3960"/>
                    <a:pt x="7703" y="4724"/>
                    <a:pt x="7166" y="5548"/>
                  </a:cubicBezTo>
                  <a:lnTo>
                    <a:pt x="6676" y="5548"/>
                  </a:lnTo>
                  <a:cubicBezTo>
                    <a:pt x="5583" y="5548"/>
                    <a:pt x="4511" y="5856"/>
                    <a:pt x="3584" y="6436"/>
                  </a:cubicBezTo>
                  <a:cubicBezTo>
                    <a:pt x="2658" y="7016"/>
                    <a:pt x="1909" y="7837"/>
                    <a:pt x="1420" y="8815"/>
                  </a:cubicBezTo>
                  <a:lnTo>
                    <a:pt x="1284" y="9084"/>
                  </a:lnTo>
                  <a:cubicBezTo>
                    <a:pt x="1096" y="9458"/>
                    <a:pt x="1368" y="9902"/>
                    <a:pt x="1791" y="9905"/>
                  </a:cubicBezTo>
                  <a:lnTo>
                    <a:pt x="1948" y="9905"/>
                  </a:lnTo>
                  <a:lnTo>
                    <a:pt x="4623" y="10153"/>
                  </a:lnTo>
                  <a:cubicBezTo>
                    <a:pt x="4581" y="10237"/>
                    <a:pt x="4539" y="10322"/>
                    <a:pt x="4496" y="10409"/>
                  </a:cubicBezTo>
                  <a:cubicBezTo>
                    <a:pt x="4297" y="10802"/>
                    <a:pt x="4113" y="11176"/>
                    <a:pt x="3929" y="11533"/>
                  </a:cubicBezTo>
                  <a:cubicBezTo>
                    <a:pt x="3880" y="11626"/>
                    <a:pt x="3859" y="11732"/>
                    <a:pt x="3868" y="11838"/>
                  </a:cubicBezTo>
                  <a:cubicBezTo>
                    <a:pt x="3485" y="12031"/>
                    <a:pt x="3135" y="12287"/>
                    <a:pt x="2833" y="12592"/>
                  </a:cubicBezTo>
                  <a:cubicBezTo>
                    <a:pt x="1664" y="13761"/>
                    <a:pt x="275" y="18097"/>
                    <a:pt x="121" y="18586"/>
                  </a:cubicBezTo>
                  <a:cubicBezTo>
                    <a:pt x="1" y="18966"/>
                    <a:pt x="294" y="19325"/>
                    <a:pt x="657" y="19325"/>
                  </a:cubicBezTo>
                  <a:cubicBezTo>
                    <a:pt x="713" y="19325"/>
                    <a:pt x="770" y="19317"/>
                    <a:pt x="828" y="19299"/>
                  </a:cubicBezTo>
                  <a:cubicBezTo>
                    <a:pt x="1320" y="19145"/>
                    <a:pt x="5665" y="17765"/>
                    <a:pt x="6836" y="16593"/>
                  </a:cubicBezTo>
                  <a:cubicBezTo>
                    <a:pt x="7144" y="16288"/>
                    <a:pt x="7398" y="15935"/>
                    <a:pt x="7594" y="15549"/>
                  </a:cubicBezTo>
                  <a:lnTo>
                    <a:pt x="7628" y="15549"/>
                  </a:lnTo>
                  <a:cubicBezTo>
                    <a:pt x="7715" y="15549"/>
                    <a:pt x="7806" y="15527"/>
                    <a:pt x="7884" y="15485"/>
                  </a:cubicBezTo>
                  <a:cubicBezTo>
                    <a:pt x="8240" y="15304"/>
                    <a:pt x="8615" y="15117"/>
                    <a:pt x="9010" y="14920"/>
                  </a:cubicBezTo>
                  <a:lnTo>
                    <a:pt x="9255" y="14797"/>
                  </a:lnTo>
                  <a:lnTo>
                    <a:pt x="9463" y="17418"/>
                  </a:lnTo>
                  <a:lnTo>
                    <a:pt x="9463" y="17578"/>
                  </a:lnTo>
                  <a:cubicBezTo>
                    <a:pt x="9463" y="17906"/>
                    <a:pt x="9732" y="18144"/>
                    <a:pt x="10028" y="18144"/>
                  </a:cubicBezTo>
                  <a:cubicBezTo>
                    <a:pt x="10113" y="18144"/>
                    <a:pt x="10201" y="18124"/>
                    <a:pt x="10285" y="18082"/>
                  </a:cubicBezTo>
                  <a:lnTo>
                    <a:pt x="10553" y="17946"/>
                  </a:lnTo>
                  <a:cubicBezTo>
                    <a:pt x="12543" y="16950"/>
                    <a:pt x="13802" y="14914"/>
                    <a:pt x="13799" y="12689"/>
                  </a:cubicBezTo>
                  <a:lnTo>
                    <a:pt x="13799" y="12303"/>
                  </a:lnTo>
                  <a:cubicBezTo>
                    <a:pt x="14654" y="11750"/>
                    <a:pt x="15442" y="11161"/>
                    <a:pt x="16091" y="10536"/>
                  </a:cubicBezTo>
                  <a:cubicBezTo>
                    <a:pt x="17619" y="9060"/>
                    <a:pt x="18582" y="7366"/>
                    <a:pt x="19059" y="5207"/>
                  </a:cubicBezTo>
                  <a:cubicBezTo>
                    <a:pt x="19065" y="5186"/>
                    <a:pt x="19068" y="5165"/>
                    <a:pt x="19071" y="5140"/>
                  </a:cubicBezTo>
                  <a:cubicBezTo>
                    <a:pt x="19361" y="3809"/>
                    <a:pt x="19464" y="2302"/>
                    <a:pt x="19403" y="563"/>
                  </a:cubicBezTo>
                  <a:cubicBezTo>
                    <a:pt x="19394" y="264"/>
                    <a:pt x="19156" y="25"/>
                    <a:pt x="18857" y="16"/>
                  </a:cubicBezTo>
                  <a:cubicBezTo>
                    <a:pt x="18544" y="6"/>
                    <a:pt x="18238" y="0"/>
                    <a:pt x="1793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963" name="Google Shape;1963;p43"/>
            <p:cNvSpPr/>
            <p:nvPr/>
          </p:nvSpPr>
          <p:spPr>
            <a:xfrm>
              <a:off x="1106975" y="4639875"/>
              <a:ext cx="28325" cy="28325"/>
            </a:xfrm>
            <a:custGeom>
              <a:rect b="b" l="l" r="r" t="t"/>
              <a:pathLst>
                <a:path extrusionOk="0" h="1133" w="1133">
                  <a:moveTo>
                    <a:pt x="565" y="0"/>
                  </a:moveTo>
                  <a:cubicBezTo>
                    <a:pt x="254" y="0"/>
                    <a:pt x="0" y="254"/>
                    <a:pt x="0" y="568"/>
                  </a:cubicBezTo>
                  <a:cubicBezTo>
                    <a:pt x="0" y="879"/>
                    <a:pt x="254" y="1133"/>
                    <a:pt x="565" y="1133"/>
                  </a:cubicBezTo>
                  <a:cubicBezTo>
                    <a:pt x="879" y="1133"/>
                    <a:pt x="1132" y="879"/>
                    <a:pt x="1132" y="568"/>
                  </a:cubicBezTo>
                  <a:cubicBezTo>
                    <a:pt x="1132" y="254"/>
                    <a:pt x="879" y="0"/>
                    <a:pt x="56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1964" name="Google Shape;1964;p43"/>
          <p:cNvGrpSpPr/>
          <p:nvPr/>
        </p:nvGrpSpPr>
        <p:grpSpPr>
          <a:xfrm>
            <a:off x="5524794" y="3752328"/>
            <a:ext cx="284561" cy="259013"/>
            <a:chOff x="1487200" y="4421025"/>
            <a:chExt cx="483125" cy="439750"/>
          </a:xfrm>
        </p:grpSpPr>
        <p:sp>
          <p:nvSpPr>
            <p:cNvPr id="1965" name="Google Shape;1965;p43"/>
            <p:cNvSpPr/>
            <p:nvPr/>
          </p:nvSpPr>
          <p:spPr>
            <a:xfrm>
              <a:off x="1487200" y="4421025"/>
              <a:ext cx="483125" cy="439750"/>
            </a:xfrm>
            <a:custGeom>
              <a:rect b="b" l="l" r="r" t="t"/>
              <a:pathLst>
                <a:path extrusionOk="0" h="17590" w="19325">
                  <a:moveTo>
                    <a:pt x="12818" y="1130"/>
                  </a:moveTo>
                  <a:cubicBezTo>
                    <a:pt x="14361" y="1130"/>
                    <a:pt x="15671" y="2389"/>
                    <a:pt x="15867" y="4059"/>
                  </a:cubicBezTo>
                  <a:cubicBezTo>
                    <a:pt x="15867" y="4077"/>
                    <a:pt x="15870" y="4095"/>
                    <a:pt x="15873" y="4110"/>
                  </a:cubicBezTo>
                  <a:lnTo>
                    <a:pt x="16242" y="5871"/>
                  </a:lnTo>
                  <a:lnTo>
                    <a:pt x="9406" y="5871"/>
                  </a:lnTo>
                  <a:lnTo>
                    <a:pt x="11707" y="4110"/>
                  </a:lnTo>
                  <a:cubicBezTo>
                    <a:pt x="11957" y="3920"/>
                    <a:pt x="12008" y="3561"/>
                    <a:pt x="11815" y="3310"/>
                  </a:cubicBezTo>
                  <a:cubicBezTo>
                    <a:pt x="11703" y="3166"/>
                    <a:pt x="11534" y="3091"/>
                    <a:pt x="11364" y="3091"/>
                  </a:cubicBezTo>
                  <a:cubicBezTo>
                    <a:pt x="11242" y="3091"/>
                    <a:pt x="11119" y="3130"/>
                    <a:pt x="11015" y="3211"/>
                  </a:cubicBezTo>
                  <a:lnTo>
                    <a:pt x="7618" y="5816"/>
                  </a:lnTo>
                  <a:cubicBezTo>
                    <a:pt x="7597" y="5835"/>
                    <a:pt x="7576" y="5853"/>
                    <a:pt x="7558" y="5871"/>
                  </a:cubicBezTo>
                  <a:lnTo>
                    <a:pt x="3083" y="5871"/>
                  </a:lnTo>
                  <a:lnTo>
                    <a:pt x="3451" y="4110"/>
                  </a:lnTo>
                  <a:cubicBezTo>
                    <a:pt x="3454" y="4095"/>
                    <a:pt x="3457" y="4077"/>
                    <a:pt x="3460" y="4059"/>
                  </a:cubicBezTo>
                  <a:cubicBezTo>
                    <a:pt x="3654" y="2389"/>
                    <a:pt x="4964" y="1130"/>
                    <a:pt x="6507" y="1130"/>
                  </a:cubicBezTo>
                  <a:close/>
                  <a:moveTo>
                    <a:pt x="16939" y="7021"/>
                  </a:moveTo>
                  <a:cubicBezTo>
                    <a:pt x="17631" y="7021"/>
                    <a:pt x="18192" y="7580"/>
                    <a:pt x="18192" y="8274"/>
                  </a:cubicBezTo>
                  <a:lnTo>
                    <a:pt x="18192" y="11913"/>
                  </a:lnTo>
                  <a:cubicBezTo>
                    <a:pt x="18192" y="12604"/>
                    <a:pt x="17631" y="13163"/>
                    <a:pt x="16939" y="13166"/>
                  </a:cubicBezTo>
                  <a:lnTo>
                    <a:pt x="2385" y="13166"/>
                  </a:lnTo>
                  <a:cubicBezTo>
                    <a:pt x="1694" y="13163"/>
                    <a:pt x="1132" y="12604"/>
                    <a:pt x="1132" y="11913"/>
                  </a:cubicBezTo>
                  <a:lnTo>
                    <a:pt x="1132" y="8274"/>
                  </a:lnTo>
                  <a:cubicBezTo>
                    <a:pt x="1132" y="7580"/>
                    <a:pt x="1694" y="7021"/>
                    <a:pt x="2385" y="7021"/>
                  </a:cubicBezTo>
                  <a:close/>
                  <a:moveTo>
                    <a:pt x="5813" y="14304"/>
                  </a:moveTo>
                  <a:lnTo>
                    <a:pt x="5813" y="15889"/>
                  </a:lnTo>
                  <a:cubicBezTo>
                    <a:pt x="5813" y="16203"/>
                    <a:pt x="5559" y="16457"/>
                    <a:pt x="5248" y="16457"/>
                  </a:cubicBezTo>
                  <a:lnTo>
                    <a:pt x="3874" y="16457"/>
                  </a:lnTo>
                  <a:cubicBezTo>
                    <a:pt x="3560" y="16457"/>
                    <a:pt x="3306" y="16203"/>
                    <a:pt x="3306" y="15889"/>
                  </a:cubicBezTo>
                  <a:lnTo>
                    <a:pt x="3306" y="14304"/>
                  </a:lnTo>
                  <a:close/>
                  <a:moveTo>
                    <a:pt x="16018" y="14304"/>
                  </a:moveTo>
                  <a:lnTo>
                    <a:pt x="16018" y="15889"/>
                  </a:lnTo>
                  <a:cubicBezTo>
                    <a:pt x="16018" y="16203"/>
                    <a:pt x="15765" y="16457"/>
                    <a:pt x="15454" y="16457"/>
                  </a:cubicBezTo>
                  <a:lnTo>
                    <a:pt x="14080" y="16457"/>
                  </a:lnTo>
                  <a:cubicBezTo>
                    <a:pt x="13766" y="16457"/>
                    <a:pt x="13512" y="16203"/>
                    <a:pt x="13512" y="15889"/>
                  </a:cubicBezTo>
                  <a:lnTo>
                    <a:pt x="13512" y="14304"/>
                  </a:lnTo>
                  <a:close/>
                  <a:moveTo>
                    <a:pt x="6507" y="1"/>
                  </a:moveTo>
                  <a:cubicBezTo>
                    <a:pt x="4396" y="1"/>
                    <a:pt x="2609" y="1677"/>
                    <a:pt x="2337" y="3902"/>
                  </a:cubicBezTo>
                  <a:lnTo>
                    <a:pt x="1911" y="5934"/>
                  </a:lnTo>
                  <a:cubicBezTo>
                    <a:pt x="800" y="6161"/>
                    <a:pt x="0" y="7139"/>
                    <a:pt x="0" y="8274"/>
                  </a:cubicBezTo>
                  <a:lnTo>
                    <a:pt x="0" y="11910"/>
                  </a:lnTo>
                  <a:cubicBezTo>
                    <a:pt x="3" y="13145"/>
                    <a:pt x="945" y="14177"/>
                    <a:pt x="2174" y="14286"/>
                  </a:cubicBezTo>
                  <a:lnTo>
                    <a:pt x="2174" y="15889"/>
                  </a:lnTo>
                  <a:cubicBezTo>
                    <a:pt x="2174" y="16828"/>
                    <a:pt x="2935" y="17586"/>
                    <a:pt x="3874" y="17589"/>
                  </a:cubicBezTo>
                  <a:lnTo>
                    <a:pt x="5248" y="17589"/>
                  </a:lnTo>
                  <a:cubicBezTo>
                    <a:pt x="6184" y="17586"/>
                    <a:pt x="6945" y="16828"/>
                    <a:pt x="6945" y="15889"/>
                  </a:cubicBezTo>
                  <a:lnTo>
                    <a:pt x="6945" y="14298"/>
                  </a:lnTo>
                  <a:lnTo>
                    <a:pt x="12380" y="14298"/>
                  </a:lnTo>
                  <a:lnTo>
                    <a:pt x="12380" y="15889"/>
                  </a:lnTo>
                  <a:cubicBezTo>
                    <a:pt x="12380" y="16828"/>
                    <a:pt x="13141" y="17586"/>
                    <a:pt x="14080" y="17589"/>
                  </a:cubicBezTo>
                  <a:lnTo>
                    <a:pt x="15454" y="17589"/>
                  </a:lnTo>
                  <a:cubicBezTo>
                    <a:pt x="16390" y="17586"/>
                    <a:pt x="17151" y="16828"/>
                    <a:pt x="17151" y="15889"/>
                  </a:cubicBezTo>
                  <a:lnTo>
                    <a:pt x="17151" y="14286"/>
                  </a:lnTo>
                  <a:cubicBezTo>
                    <a:pt x="18380" y="14177"/>
                    <a:pt x="19322" y="13145"/>
                    <a:pt x="19325" y="11913"/>
                  </a:cubicBezTo>
                  <a:lnTo>
                    <a:pt x="19325" y="8274"/>
                  </a:lnTo>
                  <a:cubicBezTo>
                    <a:pt x="19325" y="7139"/>
                    <a:pt x="18524" y="6161"/>
                    <a:pt x="17413" y="5934"/>
                  </a:cubicBezTo>
                  <a:lnTo>
                    <a:pt x="16988" y="3902"/>
                  </a:lnTo>
                  <a:cubicBezTo>
                    <a:pt x="16716" y="1677"/>
                    <a:pt x="14928" y="1"/>
                    <a:pt x="1281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966" name="Google Shape;1966;p43"/>
            <p:cNvSpPr/>
            <p:nvPr/>
          </p:nvSpPr>
          <p:spPr>
            <a:xfrm>
              <a:off x="1544950" y="4622200"/>
              <a:ext cx="103950" cy="100025"/>
            </a:xfrm>
            <a:custGeom>
              <a:rect b="b" l="l" r="r" t="t"/>
              <a:pathLst>
                <a:path extrusionOk="0" h="4001" w="4158">
                  <a:moveTo>
                    <a:pt x="2152" y="1131"/>
                  </a:moveTo>
                  <a:cubicBezTo>
                    <a:pt x="2599" y="1131"/>
                    <a:pt x="3025" y="1477"/>
                    <a:pt x="3025" y="2000"/>
                  </a:cubicBezTo>
                  <a:cubicBezTo>
                    <a:pt x="3025" y="2480"/>
                    <a:pt x="2639" y="2869"/>
                    <a:pt x="2159" y="2869"/>
                  </a:cubicBezTo>
                  <a:cubicBezTo>
                    <a:pt x="1386" y="2869"/>
                    <a:pt x="996" y="1933"/>
                    <a:pt x="1543" y="1387"/>
                  </a:cubicBezTo>
                  <a:cubicBezTo>
                    <a:pt x="1721" y="1210"/>
                    <a:pt x="1939" y="1131"/>
                    <a:pt x="2152" y="1131"/>
                  </a:cubicBezTo>
                  <a:close/>
                  <a:moveTo>
                    <a:pt x="2159" y="1"/>
                  </a:moveTo>
                  <a:cubicBezTo>
                    <a:pt x="1350" y="1"/>
                    <a:pt x="619" y="487"/>
                    <a:pt x="311" y="1233"/>
                  </a:cubicBezTo>
                  <a:cubicBezTo>
                    <a:pt x="0" y="1982"/>
                    <a:pt x="172" y="2842"/>
                    <a:pt x="743" y="3413"/>
                  </a:cubicBezTo>
                  <a:cubicBezTo>
                    <a:pt x="1127" y="3796"/>
                    <a:pt x="1639" y="4001"/>
                    <a:pt x="2159" y="4001"/>
                  </a:cubicBezTo>
                  <a:cubicBezTo>
                    <a:pt x="2416" y="4001"/>
                    <a:pt x="2676" y="3951"/>
                    <a:pt x="2923" y="3848"/>
                  </a:cubicBezTo>
                  <a:cubicBezTo>
                    <a:pt x="3672" y="3540"/>
                    <a:pt x="4158" y="2809"/>
                    <a:pt x="4158" y="2000"/>
                  </a:cubicBezTo>
                  <a:cubicBezTo>
                    <a:pt x="4158" y="895"/>
                    <a:pt x="3261" y="1"/>
                    <a:pt x="215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967" name="Google Shape;1967;p43"/>
            <p:cNvSpPr/>
            <p:nvPr/>
          </p:nvSpPr>
          <p:spPr>
            <a:xfrm>
              <a:off x="1804675" y="4622200"/>
              <a:ext cx="103975" cy="100025"/>
            </a:xfrm>
            <a:custGeom>
              <a:rect b="b" l="l" r="r" t="t"/>
              <a:pathLst>
                <a:path extrusionOk="0" h="4001" w="4159">
                  <a:moveTo>
                    <a:pt x="2152" y="1131"/>
                  </a:moveTo>
                  <a:cubicBezTo>
                    <a:pt x="2598" y="1131"/>
                    <a:pt x="3026" y="1477"/>
                    <a:pt x="3026" y="2000"/>
                  </a:cubicBezTo>
                  <a:cubicBezTo>
                    <a:pt x="3026" y="2480"/>
                    <a:pt x="2637" y="2869"/>
                    <a:pt x="2157" y="2869"/>
                  </a:cubicBezTo>
                  <a:cubicBezTo>
                    <a:pt x="1384" y="2869"/>
                    <a:pt x="997" y="1933"/>
                    <a:pt x="1544" y="1387"/>
                  </a:cubicBezTo>
                  <a:cubicBezTo>
                    <a:pt x="1721" y="1210"/>
                    <a:pt x="1938" y="1131"/>
                    <a:pt x="2152" y="1131"/>
                  </a:cubicBezTo>
                  <a:close/>
                  <a:moveTo>
                    <a:pt x="2157" y="1"/>
                  </a:moveTo>
                  <a:cubicBezTo>
                    <a:pt x="1348" y="1"/>
                    <a:pt x="620" y="487"/>
                    <a:pt x="309" y="1233"/>
                  </a:cubicBezTo>
                  <a:cubicBezTo>
                    <a:pt x="1" y="1982"/>
                    <a:pt x="170" y="2842"/>
                    <a:pt x="744" y="3413"/>
                  </a:cubicBezTo>
                  <a:cubicBezTo>
                    <a:pt x="1125" y="3796"/>
                    <a:pt x="1637" y="4001"/>
                    <a:pt x="2158" y="4001"/>
                  </a:cubicBezTo>
                  <a:cubicBezTo>
                    <a:pt x="2416" y="4001"/>
                    <a:pt x="2676" y="3951"/>
                    <a:pt x="2924" y="3848"/>
                  </a:cubicBezTo>
                  <a:cubicBezTo>
                    <a:pt x="3670" y="3540"/>
                    <a:pt x="4159" y="2809"/>
                    <a:pt x="4159" y="2000"/>
                  </a:cubicBezTo>
                  <a:cubicBezTo>
                    <a:pt x="4156" y="895"/>
                    <a:pt x="3262" y="1"/>
                    <a:pt x="215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968" name="Google Shape;1968;p43"/>
            <p:cNvSpPr/>
            <p:nvPr/>
          </p:nvSpPr>
          <p:spPr>
            <a:xfrm>
              <a:off x="1667450" y="4661825"/>
              <a:ext cx="119825" cy="28350"/>
            </a:xfrm>
            <a:custGeom>
              <a:rect b="b" l="l" r="r" t="t"/>
              <a:pathLst>
                <a:path extrusionOk="0" h="1134" w="4793">
                  <a:moveTo>
                    <a:pt x="565" y="1"/>
                  </a:moveTo>
                  <a:cubicBezTo>
                    <a:pt x="251" y="1"/>
                    <a:pt x="1" y="252"/>
                    <a:pt x="1" y="566"/>
                  </a:cubicBezTo>
                  <a:cubicBezTo>
                    <a:pt x="1" y="880"/>
                    <a:pt x="251" y="1133"/>
                    <a:pt x="565" y="1133"/>
                  </a:cubicBezTo>
                  <a:lnTo>
                    <a:pt x="4228" y="1133"/>
                  </a:lnTo>
                  <a:cubicBezTo>
                    <a:pt x="4539" y="1133"/>
                    <a:pt x="4792" y="880"/>
                    <a:pt x="4792" y="566"/>
                  </a:cubicBezTo>
                  <a:cubicBezTo>
                    <a:pt x="4792" y="252"/>
                    <a:pt x="4539" y="1"/>
                    <a:pt x="422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1969" name="Google Shape;1969;p43"/>
          <p:cNvGrpSpPr/>
          <p:nvPr/>
        </p:nvGrpSpPr>
        <p:grpSpPr>
          <a:xfrm>
            <a:off x="5955815" y="3739562"/>
            <a:ext cx="288522" cy="284546"/>
            <a:chOff x="2079300" y="4399325"/>
            <a:chExt cx="489850" cy="483100"/>
          </a:xfrm>
        </p:grpSpPr>
        <p:sp>
          <p:nvSpPr>
            <p:cNvPr id="1970" name="Google Shape;1970;p43"/>
            <p:cNvSpPr/>
            <p:nvPr/>
          </p:nvSpPr>
          <p:spPr>
            <a:xfrm>
              <a:off x="2079300" y="4399325"/>
              <a:ext cx="489850" cy="483100"/>
            </a:xfrm>
            <a:custGeom>
              <a:rect b="b" l="l" r="r" t="t"/>
              <a:pathLst>
                <a:path extrusionOk="0" h="19324" w="19594">
                  <a:moveTo>
                    <a:pt x="17109" y="1134"/>
                  </a:moveTo>
                  <a:cubicBezTo>
                    <a:pt x="17415" y="1134"/>
                    <a:pt x="17714" y="1254"/>
                    <a:pt x="17939" y="1479"/>
                  </a:cubicBezTo>
                  <a:cubicBezTo>
                    <a:pt x="18268" y="1805"/>
                    <a:pt x="18371" y="2297"/>
                    <a:pt x="18205" y="2732"/>
                  </a:cubicBezTo>
                  <a:cubicBezTo>
                    <a:pt x="18003" y="3260"/>
                    <a:pt x="17770" y="3774"/>
                    <a:pt x="17507" y="4275"/>
                  </a:cubicBezTo>
                  <a:cubicBezTo>
                    <a:pt x="16288" y="4088"/>
                    <a:pt x="15330" y="3130"/>
                    <a:pt x="15143" y="1911"/>
                  </a:cubicBezTo>
                  <a:cubicBezTo>
                    <a:pt x="15644" y="1648"/>
                    <a:pt x="16158" y="1415"/>
                    <a:pt x="16686" y="1210"/>
                  </a:cubicBezTo>
                  <a:lnTo>
                    <a:pt x="16686" y="1213"/>
                  </a:lnTo>
                  <a:cubicBezTo>
                    <a:pt x="16824" y="1160"/>
                    <a:pt x="16967" y="1134"/>
                    <a:pt x="17109" y="1134"/>
                  </a:cubicBezTo>
                  <a:close/>
                  <a:moveTo>
                    <a:pt x="2905" y="2901"/>
                  </a:moveTo>
                  <a:lnTo>
                    <a:pt x="10016" y="4541"/>
                  </a:lnTo>
                  <a:cubicBezTo>
                    <a:pt x="9744" y="4855"/>
                    <a:pt x="9485" y="5178"/>
                    <a:pt x="9234" y="5513"/>
                  </a:cubicBezTo>
                  <a:lnTo>
                    <a:pt x="9234" y="5516"/>
                  </a:lnTo>
                  <a:lnTo>
                    <a:pt x="7812" y="7463"/>
                  </a:lnTo>
                  <a:lnTo>
                    <a:pt x="2027" y="3780"/>
                  </a:lnTo>
                  <a:lnTo>
                    <a:pt x="2905" y="2901"/>
                  </a:lnTo>
                  <a:close/>
                  <a:moveTo>
                    <a:pt x="2465" y="11352"/>
                  </a:moveTo>
                  <a:lnTo>
                    <a:pt x="4738" y="11676"/>
                  </a:lnTo>
                  <a:lnTo>
                    <a:pt x="3488" y="13388"/>
                  </a:lnTo>
                  <a:lnTo>
                    <a:pt x="1574" y="12240"/>
                  </a:lnTo>
                  <a:lnTo>
                    <a:pt x="2465" y="11352"/>
                  </a:lnTo>
                  <a:close/>
                  <a:moveTo>
                    <a:pt x="14111" y="2502"/>
                  </a:moveTo>
                  <a:cubicBezTo>
                    <a:pt x="14479" y="3870"/>
                    <a:pt x="15545" y="4939"/>
                    <a:pt x="16913" y="5308"/>
                  </a:cubicBezTo>
                  <a:cubicBezTo>
                    <a:pt x="16318" y="6250"/>
                    <a:pt x="15617" y="7122"/>
                    <a:pt x="14823" y="7907"/>
                  </a:cubicBezTo>
                  <a:cubicBezTo>
                    <a:pt x="14811" y="7916"/>
                    <a:pt x="14802" y="7928"/>
                    <a:pt x="14793" y="7937"/>
                  </a:cubicBezTo>
                  <a:cubicBezTo>
                    <a:pt x="14304" y="8418"/>
                    <a:pt x="13784" y="8861"/>
                    <a:pt x="13235" y="9269"/>
                  </a:cubicBezTo>
                  <a:lnTo>
                    <a:pt x="5140" y="15184"/>
                  </a:lnTo>
                  <a:cubicBezTo>
                    <a:pt x="5128" y="15196"/>
                    <a:pt x="5113" y="15208"/>
                    <a:pt x="5101" y="15217"/>
                  </a:cubicBezTo>
                  <a:cubicBezTo>
                    <a:pt x="5082" y="15235"/>
                    <a:pt x="5061" y="15248"/>
                    <a:pt x="5040" y="15260"/>
                  </a:cubicBezTo>
                  <a:cubicBezTo>
                    <a:pt x="5031" y="15263"/>
                    <a:pt x="5022" y="15269"/>
                    <a:pt x="5016" y="15272"/>
                  </a:cubicBezTo>
                  <a:cubicBezTo>
                    <a:pt x="4925" y="15314"/>
                    <a:pt x="4801" y="15339"/>
                    <a:pt x="4674" y="15339"/>
                  </a:cubicBezTo>
                  <a:cubicBezTo>
                    <a:pt x="4506" y="15339"/>
                    <a:pt x="4333" y="15295"/>
                    <a:pt x="4228" y="15190"/>
                  </a:cubicBezTo>
                  <a:cubicBezTo>
                    <a:pt x="3998" y="14961"/>
                    <a:pt x="4004" y="14544"/>
                    <a:pt x="4237" y="14278"/>
                  </a:cubicBezTo>
                  <a:cubicBezTo>
                    <a:pt x="4249" y="14266"/>
                    <a:pt x="4261" y="14251"/>
                    <a:pt x="4270" y="14239"/>
                  </a:cubicBezTo>
                  <a:lnTo>
                    <a:pt x="10149" y="6186"/>
                  </a:lnTo>
                  <a:cubicBezTo>
                    <a:pt x="11230" y="4722"/>
                    <a:pt x="12574" y="3475"/>
                    <a:pt x="14111" y="2502"/>
                  </a:cubicBezTo>
                  <a:close/>
                  <a:moveTo>
                    <a:pt x="14877" y="9402"/>
                  </a:moveTo>
                  <a:lnTo>
                    <a:pt x="16517" y="16513"/>
                  </a:lnTo>
                  <a:lnTo>
                    <a:pt x="15635" y="17391"/>
                  </a:lnTo>
                  <a:lnTo>
                    <a:pt x="11955" y="11606"/>
                  </a:lnTo>
                  <a:lnTo>
                    <a:pt x="13905" y="10181"/>
                  </a:lnTo>
                  <a:cubicBezTo>
                    <a:pt x="14240" y="9933"/>
                    <a:pt x="14563" y="9674"/>
                    <a:pt x="14877" y="9402"/>
                  </a:cubicBezTo>
                  <a:close/>
                  <a:moveTo>
                    <a:pt x="7743" y="14686"/>
                  </a:moveTo>
                  <a:lnTo>
                    <a:pt x="8069" y="16957"/>
                  </a:lnTo>
                  <a:lnTo>
                    <a:pt x="7181" y="17844"/>
                  </a:lnTo>
                  <a:lnTo>
                    <a:pt x="6034" y="15936"/>
                  </a:lnTo>
                  <a:lnTo>
                    <a:pt x="7743" y="14686"/>
                  </a:lnTo>
                  <a:close/>
                  <a:moveTo>
                    <a:pt x="17108" y="0"/>
                  </a:moveTo>
                  <a:cubicBezTo>
                    <a:pt x="16830" y="0"/>
                    <a:pt x="16550" y="50"/>
                    <a:pt x="16282" y="153"/>
                  </a:cubicBezTo>
                  <a:cubicBezTo>
                    <a:pt x="14280" y="923"/>
                    <a:pt x="12456" y="2092"/>
                    <a:pt x="10919" y="3586"/>
                  </a:cubicBezTo>
                  <a:lnTo>
                    <a:pt x="7758" y="2856"/>
                  </a:lnTo>
                  <a:lnTo>
                    <a:pt x="7978" y="2635"/>
                  </a:lnTo>
                  <a:cubicBezTo>
                    <a:pt x="8198" y="2415"/>
                    <a:pt x="8198" y="2056"/>
                    <a:pt x="7978" y="1835"/>
                  </a:cubicBezTo>
                  <a:cubicBezTo>
                    <a:pt x="7868" y="1724"/>
                    <a:pt x="7724" y="1669"/>
                    <a:pt x="7579" y="1669"/>
                  </a:cubicBezTo>
                  <a:cubicBezTo>
                    <a:pt x="7434" y="1669"/>
                    <a:pt x="7288" y="1725"/>
                    <a:pt x="7178" y="1835"/>
                  </a:cubicBezTo>
                  <a:lnTo>
                    <a:pt x="6456" y="2557"/>
                  </a:lnTo>
                  <a:lnTo>
                    <a:pt x="3850" y="1956"/>
                  </a:lnTo>
                  <a:lnTo>
                    <a:pt x="4074" y="1736"/>
                  </a:lnTo>
                  <a:cubicBezTo>
                    <a:pt x="4300" y="1515"/>
                    <a:pt x="4303" y="1150"/>
                    <a:pt x="4080" y="926"/>
                  </a:cubicBezTo>
                  <a:cubicBezTo>
                    <a:pt x="3969" y="816"/>
                    <a:pt x="3824" y="761"/>
                    <a:pt x="3679" y="761"/>
                  </a:cubicBezTo>
                  <a:cubicBezTo>
                    <a:pt x="3531" y="761"/>
                    <a:pt x="3384" y="818"/>
                    <a:pt x="3274" y="932"/>
                  </a:cubicBezTo>
                  <a:lnTo>
                    <a:pt x="1945" y="2261"/>
                  </a:lnTo>
                  <a:lnTo>
                    <a:pt x="725" y="3478"/>
                  </a:lnTo>
                  <a:cubicBezTo>
                    <a:pt x="469" y="3734"/>
                    <a:pt x="517" y="4163"/>
                    <a:pt x="822" y="4356"/>
                  </a:cubicBezTo>
                  <a:lnTo>
                    <a:pt x="7145" y="8378"/>
                  </a:lnTo>
                  <a:lnTo>
                    <a:pt x="5496" y="10640"/>
                  </a:lnTo>
                  <a:lnTo>
                    <a:pt x="2344" y="10190"/>
                  </a:lnTo>
                  <a:cubicBezTo>
                    <a:pt x="2317" y="10186"/>
                    <a:pt x="2290" y="10185"/>
                    <a:pt x="2264" y="10185"/>
                  </a:cubicBezTo>
                  <a:cubicBezTo>
                    <a:pt x="2113" y="10185"/>
                    <a:pt x="1969" y="10242"/>
                    <a:pt x="1864" y="10350"/>
                  </a:cubicBezTo>
                  <a:lnTo>
                    <a:pt x="260" y="11950"/>
                  </a:lnTo>
                  <a:cubicBezTo>
                    <a:pt x="1" y="12213"/>
                    <a:pt x="55" y="12648"/>
                    <a:pt x="369" y="12838"/>
                  </a:cubicBezTo>
                  <a:lnTo>
                    <a:pt x="2966" y="14393"/>
                  </a:lnTo>
                  <a:cubicBezTo>
                    <a:pt x="2851" y="14964"/>
                    <a:pt x="3008" y="15574"/>
                    <a:pt x="3428" y="15990"/>
                  </a:cubicBezTo>
                  <a:cubicBezTo>
                    <a:pt x="3757" y="16322"/>
                    <a:pt x="4219" y="16467"/>
                    <a:pt x="4669" y="16467"/>
                  </a:cubicBezTo>
                  <a:cubicBezTo>
                    <a:pt x="4786" y="16467"/>
                    <a:pt x="4901" y="16458"/>
                    <a:pt x="5016" y="16440"/>
                  </a:cubicBezTo>
                  <a:lnTo>
                    <a:pt x="6580" y="19049"/>
                  </a:lnTo>
                  <a:cubicBezTo>
                    <a:pt x="6671" y="19197"/>
                    <a:pt x="6825" y="19297"/>
                    <a:pt x="6997" y="19318"/>
                  </a:cubicBezTo>
                  <a:cubicBezTo>
                    <a:pt x="7021" y="19321"/>
                    <a:pt x="7042" y="19324"/>
                    <a:pt x="7066" y="19324"/>
                  </a:cubicBezTo>
                  <a:cubicBezTo>
                    <a:pt x="7217" y="19324"/>
                    <a:pt x="7359" y="19263"/>
                    <a:pt x="7465" y="19158"/>
                  </a:cubicBezTo>
                  <a:lnTo>
                    <a:pt x="9068" y="17554"/>
                  </a:lnTo>
                  <a:cubicBezTo>
                    <a:pt x="9192" y="17431"/>
                    <a:pt x="9252" y="17252"/>
                    <a:pt x="9228" y="17074"/>
                  </a:cubicBezTo>
                  <a:lnTo>
                    <a:pt x="8778" y="13931"/>
                  </a:lnTo>
                  <a:lnTo>
                    <a:pt x="11040" y="12276"/>
                  </a:lnTo>
                  <a:lnTo>
                    <a:pt x="15062" y="18596"/>
                  </a:lnTo>
                  <a:cubicBezTo>
                    <a:pt x="15152" y="18741"/>
                    <a:pt x="15306" y="18835"/>
                    <a:pt x="15475" y="18853"/>
                  </a:cubicBezTo>
                  <a:cubicBezTo>
                    <a:pt x="15496" y="18856"/>
                    <a:pt x="15518" y="18859"/>
                    <a:pt x="15539" y="18859"/>
                  </a:cubicBezTo>
                  <a:cubicBezTo>
                    <a:pt x="15687" y="18859"/>
                    <a:pt x="15832" y="18798"/>
                    <a:pt x="15937" y="18693"/>
                  </a:cubicBezTo>
                  <a:lnTo>
                    <a:pt x="16740" y="17890"/>
                  </a:lnTo>
                  <a:lnTo>
                    <a:pt x="18483" y="16144"/>
                  </a:lnTo>
                  <a:cubicBezTo>
                    <a:pt x="18712" y="15924"/>
                    <a:pt x="18715" y="15562"/>
                    <a:pt x="18492" y="15338"/>
                  </a:cubicBezTo>
                  <a:cubicBezTo>
                    <a:pt x="18381" y="15228"/>
                    <a:pt x="18236" y="15172"/>
                    <a:pt x="18090" y="15172"/>
                  </a:cubicBezTo>
                  <a:cubicBezTo>
                    <a:pt x="17942" y="15172"/>
                    <a:pt x="17794" y="15230"/>
                    <a:pt x="17683" y="15344"/>
                  </a:cubicBezTo>
                  <a:lnTo>
                    <a:pt x="17462" y="15568"/>
                  </a:lnTo>
                  <a:lnTo>
                    <a:pt x="16861" y="12965"/>
                  </a:lnTo>
                  <a:lnTo>
                    <a:pt x="17583" y="12243"/>
                  </a:lnTo>
                  <a:cubicBezTo>
                    <a:pt x="17803" y="12020"/>
                    <a:pt x="17803" y="11660"/>
                    <a:pt x="17583" y="11440"/>
                  </a:cubicBezTo>
                  <a:cubicBezTo>
                    <a:pt x="17473" y="11330"/>
                    <a:pt x="17328" y="11275"/>
                    <a:pt x="17183" y="11275"/>
                  </a:cubicBezTo>
                  <a:cubicBezTo>
                    <a:pt x="17038" y="11275"/>
                    <a:pt x="16893" y="11330"/>
                    <a:pt x="16783" y="11440"/>
                  </a:cubicBezTo>
                  <a:lnTo>
                    <a:pt x="16559" y="11663"/>
                  </a:lnTo>
                  <a:lnTo>
                    <a:pt x="15835" y="8499"/>
                  </a:lnTo>
                  <a:cubicBezTo>
                    <a:pt x="17329" y="6962"/>
                    <a:pt x="18498" y="5138"/>
                    <a:pt x="19265" y="3137"/>
                  </a:cubicBezTo>
                  <a:cubicBezTo>
                    <a:pt x="19594" y="2285"/>
                    <a:pt x="19389" y="1322"/>
                    <a:pt x="18742" y="676"/>
                  </a:cubicBezTo>
                  <a:cubicBezTo>
                    <a:pt x="18302" y="236"/>
                    <a:pt x="17711" y="0"/>
                    <a:pt x="1710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971" name="Google Shape;1971;p43"/>
            <p:cNvSpPr/>
            <p:nvPr/>
          </p:nvSpPr>
          <p:spPr>
            <a:xfrm>
              <a:off x="2348725" y="4522375"/>
              <a:ext cx="94375" cy="88150"/>
            </a:xfrm>
            <a:custGeom>
              <a:rect b="b" l="l" r="r" t="t"/>
              <a:pathLst>
                <a:path extrusionOk="0" h="3526" w="3775">
                  <a:moveTo>
                    <a:pt x="3155" y="0"/>
                  </a:moveTo>
                  <a:cubicBezTo>
                    <a:pt x="3013" y="0"/>
                    <a:pt x="2870" y="53"/>
                    <a:pt x="2760" y="159"/>
                  </a:cubicBezTo>
                  <a:lnTo>
                    <a:pt x="359" y="2560"/>
                  </a:lnTo>
                  <a:cubicBezTo>
                    <a:pt x="0" y="2916"/>
                    <a:pt x="254" y="3526"/>
                    <a:pt x="758" y="3526"/>
                  </a:cubicBezTo>
                  <a:cubicBezTo>
                    <a:pt x="909" y="3526"/>
                    <a:pt x="1054" y="3468"/>
                    <a:pt x="1160" y="3360"/>
                  </a:cubicBezTo>
                  <a:lnTo>
                    <a:pt x="3560" y="959"/>
                  </a:lnTo>
                  <a:cubicBezTo>
                    <a:pt x="3774" y="736"/>
                    <a:pt x="3771" y="383"/>
                    <a:pt x="3554" y="165"/>
                  </a:cubicBezTo>
                  <a:cubicBezTo>
                    <a:pt x="3444" y="55"/>
                    <a:pt x="3300" y="0"/>
                    <a:pt x="31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1972" name="Google Shape;1972;p43"/>
          <p:cNvSpPr/>
          <p:nvPr/>
        </p:nvSpPr>
        <p:spPr>
          <a:xfrm>
            <a:off x="8157458" y="3295444"/>
            <a:ext cx="250163" cy="284531"/>
          </a:xfrm>
          <a:custGeom>
            <a:rect b="b" l="l" r="r" t="t"/>
            <a:pathLst>
              <a:path extrusionOk="0" h="19323" w="16989">
                <a:moveTo>
                  <a:pt x="8495" y="2378"/>
                </a:moveTo>
                <a:cubicBezTo>
                  <a:pt x="9434" y="2378"/>
                  <a:pt x="10195" y="3136"/>
                  <a:pt x="10195" y="4075"/>
                </a:cubicBezTo>
                <a:lnTo>
                  <a:pt x="10195" y="4642"/>
                </a:lnTo>
                <a:lnTo>
                  <a:pt x="6798" y="4642"/>
                </a:lnTo>
                <a:lnTo>
                  <a:pt x="6798" y="4075"/>
                </a:lnTo>
                <a:cubicBezTo>
                  <a:pt x="6798" y="3136"/>
                  <a:pt x="7556" y="2378"/>
                  <a:pt x="8495" y="2378"/>
                </a:cubicBezTo>
                <a:close/>
                <a:moveTo>
                  <a:pt x="4242" y="1130"/>
                </a:moveTo>
                <a:cubicBezTo>
                  <a:pt x="4665" y="1130"/>
                  <a:pt x="5096" y="1267"/>
                  <a:pt x="5469" y="1565"/>
                </a:cubicBezTo>
                <a:lnTo>
                  <a:pt x="6330" y="2251"/>
                </a:lnTo>
                <a:cubicBezTo>
                  <a:pt x="5901" y="2761"/>
                  <a:pt x="5662" y="3407"/>
                  <a:pt x="5665" y="4075"/>
                </a:cubicBezTo>
                <a:lnTo>
                  <a:pt x="5665" y="4642"/>
                </a:lnTo>
                <a:lnTo>
                  <a:pt x="3872" y="4642"/>
                </a:lnTo>
                <a:cubicBezTo>
                  <a:pt x="3870" y="4642"/>
                  <a:pt x="3869" y="4642"/>
                  <a:pt x="3867" y="4642"/>
                </a:cubicBezTo>
                <a:cubicBezTo>
                  <a:pt x="2879" y="4642"/>
                  <a:pt x="2127" y="3756"/>
                  <a:pt x="2290" y="2782"/>
                </a:cubicBezTo>
                <a:cubicBezTo>
                  <a:pt x="2459" y="1765"/>
                  <a:pt x="3331" y="1130"/>
                  <a:pt x="4242" y="1130"/>
                </a:cubicBezTo>
                <a:close/>
                <a:moveTo>
                  <a:pt x="12746" y="1131"/>
                </a:moveTo>
                <a:cubicBezTo>
                  <a:pt x="13657" y="1131"/>
                  <a:pt x="14530" y="1767"/>
                  <a:pt x="14700" y="2782"/>
                </a:cubicBezTo>
                <a:cubicBezTo>
                  <a:pt x="14862" y="3756"/>
                  <a:pt x="14110" y="4642"/>
                  <a:pt x="13122" y="4642"/>
                </a:cubicBezTo>
                <a:cubicBezTo>
                  <a:pt x="13121" y="4642"/>
                  <a:pt x="13119" y="4642"/>
                  <a:pt x="13117" y="4642"/>
                </a:cubicBezTo>
                <a:lnTo>
                  <a:pt x="11327" y="4642"/>
                </a:lnTo>
                <a:lnTo>
                  <a:pt x="11327" y="4075"/>
                </a:lnTo>
                <a:cubicBezTo>
                  <a:pt x="11327" y="3407"/>
                  <a:pt x="11088" y="2761"/>
                  <a:pt x="10660" y="2251"/>
                </a:cubicBezTo>
                <a:lnTo>
                  <a:pt x="11523" y="1565"/>
                </a:lnTo>
                <a:cubicBezTo>
                  <a:pt x="11895" y="1267"/>
                  <a:pt x="12325" y="1131"/>
                  <a:pt x="12746" y="1131"/>
                </a:cubicBezTo>
                <a:close/>
                <a:moveTo>
                  <a:pt x="6798" y="5775"/>
                </a:moveTo>
                <a:lnTo>
                  <a:pt x="6798" y="8039"/>
                </a:lnTo>
                <a:lnTo>
                  <a:pt x="1136" y="8039"/>
                </a:lnTo>
                <a:lnTo>
                  <a:pt x="1136" y="6339"/>
                </a:lnTo>
                <a:cubicBezTo>
                  <a:pt x="1136" y="6025"/>
                  <a:pt x="1387" y="5775"/>
                  <a:pt x="1701" y="5775"/>
                </a:cubicBezTo>
                <a:close/>
                <a:moveTo>
                  <a:pt x="15288" y="5775"/>
                </a:moveTo>
                <a:cubicBezTo>
                  <a:pt x="15602" y="5775"/>
                  <a:pt x="15856" y="6025"/>
                  <a:pt x="15856" y="6339"/>
                </a:cubicBezTo>
                <a:lnTo>
                  <a:pt x="15856" y="8039"/>
                </a:lnTo>
                <a:lnTo>
                  <a:pt x="10195" y="8039"/>
                </a:lnTo>
                <a:lnTo>
                  <a:pt x="10195" y="5775"/>
                </a:lnTo>
                <a:close/>
                <a:moveTo>
                  <a:pt x="6798" y="9171"/>
                </a:moveTo>
                <a:lnTo>
                  <a:pt x="6798" y="11361"/>
                </a:lnTo>
                <a:lnTo>
                  <a:pt x="2269" y="11361"/>
                </a:lnTo>
                <a:lnTo>
                  <a:pt x="2269" y="9171"/>
                </a:lnTo>
                <a:close/>
                <a:moveTo>
                  <a:pt x="14724" y="9171"/>
                </a:moveTo>
                <a:lnTo>
                  <a:pt x="14724" y="11361"/>
                </a:lnTo>
                <a:lnTo>
                  <a:pt x="10195" y="11361"/>
                </a:lnTo>
                <a:lnTo>
                  <a:pt x="10195" y="9171"/>
                </a:lnTo>
                <a:close/>
                <a:moveTo>
                  <a:pt x="6798" y="12493"/>
                </a:moveTo>
                <a:lnTo>
                  <a:pt x="6798" y="13625"/>
                </a:lnTo>
                <a:lnTo>
                  <a:pt x="2269" y="13625"/>
                </a:lnTo>
                <a:lnTo>
                  <a:pt x="2269" y="12493"/>
                </a:lnTo>
                <a:close/>
                <a:moveTo>
                  <a:pt x="14724" y="12493"/>
                </a:moveTo>
                <a:lnTo>
                  <a:pt x="14724" y="13625"/>
                </a:lnTo>
                <a:lnTo>
                  <a:pt x="10195" y="13625"/>
                </a:lnTo>
                <a:lnTo>
                  <a:pt x="10195" y="12493"/>
                </a:lnTo>
                <a:close/>
                <a:moveTo>
                  <a:pt x="6798" y="14757"/>
                </a:moveTo>
                <a:lnTo>
                  <a:pt x="6798" y="18191"/>
                </a:lnTo>
                <a:lnTo>
                  <a:pt x="2833" y="18191"/>
                </a:lnTo>
                <a:cubicBezTo>
                  <a:pt x="2519" y="18191"/>
                  <a:pt x="2269" y="17937"/>
                  <a:pt x="2269" y="17626"/>
                </a:cubicBezTo>
                <a:lnTo>
                  <a:pt x="2269" y="14757"/>
                </a:lnTo>
                <a:close/>
                <a:moveTo>
                  <a:pt x="9062" y="5775"/>
                </a:moveTo>
                <a:lnTo>
                  <a:pt x="9062" y="18191"/>
                </a:lnTo>
                <a:lnTo>
                  <a:pt x="7930" y="18191"/>
                </a:lnTo>
                <a:lnTo>
                  <a:pt x="7930" y="5775"/>
                </a:lnTo>
                <a:close/>
                <a:moveTo>
                  <a:pt x="14724" y="14757"/>
                </a:moveTo>
                <a:lnTo>
                  <a:pt x="14724" y="17626"/>
                </a:lnTo>
                <a:cubicBezTo>
                  <a:pt x="14724" y="17937"/>
                  <a:pt x="14470" y="18191"/>
                  <a:pt x="14156" y="18191"/>
                </a:cubicBezTo>
                <a:lnTo>
                  <a:pt x="10195" y="18191"/>
                </a:lnTo>
                <a:lnTo>
                  <a:pt x="10195" y="14757"/>
                </a:lnTo>
                <a:close/>
                <a:moveTo>
                  <a:pt x="4235" y="0"/>
                </a:moveTo>
                <a:cubicBezTo>
                  <a:pt x="3860" y="0"/>
                  <a:pt x="3484" y="68"/>
                  <a:pt x="3123" y="207"/>
                </a:cubicBezTo>
                <a:cubicBezTo>
                  <a:pt x="2096" y="599"/>
                  <a:pt x="1351" y="1508"/>
                  <a:pt x="1172" y="2595"/>
                </a:cubicBezTo>
                <a:cubicBezTo>
                  <a:pt x="1052" y="3314"/>
                  <a:pt x="1224" y="4050"/>
                  <a:pt x="1653" y="4642"/>
                </a:cubicBezTo>
                <a:cubicBezTo>
                  <a:pt x="732" y="4666"/>
                  <a:pt x="1" y="5421"/>
                  <a:pt x="1" y="6339"/>
                </a:cubicBezTo>
                <a:lnTo>
                  <a:pt x="4" y="8604"/>
                </a:lnTo>
                <a:cubicBezTo>
                  <a:pt x="4" y="8918"/>
                  <a:pt x="255" y="9171"/>
                  <a:pt x="569" y="9171"/>
                </a:cubicBezTo>
                <a:lnTo>
                  <a:pt x="1136" y="9171"/>
                </a:lnTo>
                <a:lnTo>
                  <a:pt x="1136" y="17626"/>
                </a:lnTo>
                <a:cubicBezTo>
                  <a:pt x="1136" y="18562"/>
                  <a:pt x="1894" y="19323"/>
                  <a:pt x="2833" y="19323"/>
                </a:cubicBezTo>
                <a:lnTo>
                  <a:pt x="14156" y="19323"/>
                </a:lnTo>
                <a:cubicBezTo>
                  <a:pt x="15095" y="19323"/>
                  <a:pt x="15853" y="18562"/>
                  <a:pt x="15856" y="17626"/>
                </a:cubicBezTo>
                <a:lnTo>
                  <a:pt x="15856" y="9171"/>
                </a:lnTo>
                <a:lnTo>
                  <a:pt x="16421" y="9171"/>
                </a:lnTo>
                <a:cubicBezTo>
                  <a:pt x="16735" y="9171"/>
                  <a:pt x="16988" y="8918"/>
                  <a:pt x="16988" y="8604"/>
                </a:cubicBezTo>
                <a:lnTo>
                  <a:pt x="16988" y="6339"/>
                </a:lnTo>
                <a:cubicBezTo>
                  <a:pt x="16988" y="5418"/>
                  <a:pt x="16255" y="4666"/>
                  <a:pt x="15337" y="4642"/>
                </a:cubicBezTo>
                <a:cubicBezTo>
                  <a:pt x="15762" y="4050"/>
                  <a:pt x="15938" y="3314"/>
                  <a:pt x="15817" y="2595"/>
                </a:cubicBezTo>
                <a:cubicBezTo>
                  <a:pt x="15636" y="1508"/>
                  <a:pt x="14893" y="599"/>
                  <a:pt x="13866" y="207"/>
                </a:cubicBezTo>
                <a:cubicBezTo>
                  <a:pt x="13506" y="68"/>
                  <a:pt x="13129" y="0"/>
                  <a:pt x="12755" y="0"/>
                </a:cubicBezTo>
                <a:cubicBezTo>
                  <a:pt x="12061" y="0"/>
                  <a:pt x="11376" y="233"/>
                  <a:pt x="10817" y="681"/>
                </a:cubicBezTo>
                <a:lnTo>
                  <a:pt x="9742" y="1535"/>
                </a:lnTo>
                <a:cubicBezTo>
                  <a:pt x="9348" y="1340"/>
                  <a:pt x="8920" y="1243"/>
                  <a:pt x="8494" y="1243"/>
                </a:cubicBezTo>
                <a:cubicBezTo>
                  <a:pt x="8067" y="1243"/>
                  <a:pt x="7640" y="1340"/>
                  <a:pt x="7248" y="1535"/>
                </a:cubicBezTo>
                <a:lnTo>
                  <a:pt x="6173" y="681"/>
                </a:lnTo>
                <a:cubicBezTo>
                  <a:pt x="5614" y="233"/>
                  <a:pt x="4928" y="0"/>
                  <a:pt x="423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1973" name="Google Shape;1973;p43"/>
          <p:cNvGrpSpPr/>
          <p:nvPr/>
        </p:nvGrpSpPr>
        <p:grpSpPr>
          <a:xfrm>
            <a:off x="6864717" y="4179212"/>
            <a:ext cx="231079" cy="284546"/>
            <a:chOff x="3316000" y="4399325"/>
            <a:chExt cx="392325" cy="483100"/>
          </a:xfrm>
        </p:grpSpPr>
        <p:sp>
          <p:nvSpPr>
            <p:cNvPr id="1974" name="Google Shape;1974;p43"/>
            <p:cNvSpPr/>
            <p:nvPr/>
          </p:nvSpPr>
          <p:spPr>
            <a:xfrm>
              <a:off x="3316000" y="4399325"/>
              <a:ext cx="392325" cy="483100"/>
            </a:xfrm>
            <a:custGeom>
              <a:rect b="b" l="l" r="r" t="t"/>
              <a:pathLst>
                <a:path extrusionOk="0" h="19324" w="15693">
                  <a:moveTo>
                    <a:pt x="7824" y="1132"/>
                  </a:moveTo>
                  <a:cubicBezTo>
                    <a:pt x="8714" y="1132"/>
                    <a:pt x="9554" y="1551"/>
                    <a:pt x="10088" y="2264"/>
                  </a:cubicBezTo>
                  <a:cubicBezTo>
                    <a:pt x="9551" y="2977"/>
                    <a:pt x="8711" y="3393"/>
                    <a:pt x="7824" y="3396"/>
                  </a:cubicBezTo>
                  <a:lnTo>
                    <a:pt x="5049" y="3396"/>
                  </a:lnTo>
                  <a:cubicBezTo>
                    <a:pt x="5321" y="2080"/>
                    <a:pt x="6477" y="1135"/>
                    <a:pt x="7824" y="1132"/>
                  </a:cubicBezTo>
                  <a:close/>
                  <a:moveTo>
                    <a:pt x="10595" y="3393"/>
                  </a:moveTo>
                  <a:cubicBezTo>
                    <a:pt x="10635" y="3580"/>
                    <a:pt x="10653" y="3771"/>
                    <a:pt x="10653" y="3964"/>
                  </a:cubicBezTo>
                  <a:lnTo>
                    <a:pt x="10653" y="6304"/>
                  </a:lnTo>
                  <a:cubicBezTo>
                    <a:pt x="10653" y="7865"/>
                    <a:pt x="9385" y="9133"/>
                    <a:pt x="7824" y="9133"/>
                  </a:cubicBezTo>
                  <a:cubicBezTo>
                    <a:pt x="6260" y="9133"/>
                    <a:pt x="4991" y="7865"/>
                    <a:pt x="4991" y="6304"/>
                  </a:cubicBezTo>
                  <a:lnTo>
                    <a:pt x="4991" y="4529"/>
                  </a:lnTo>
                  <a:lnTo>
                    <a:pt x="7824" y="4529"/>
                  </a:lnTo>
                  <a:cubicBezTo>
                    <a:pt x="8859" y="4525"/>
                    <a:pt x="9856" y="4121"/>
                    <a:pt x="10595" y="3393"/>
                  </a:cubicBezTo>
                  <a:close/>
                  <a:moveTo>
                    <a:pt x="6465" y="10027"/>
                  </a:moveTo>
                  <a:cubicBezTo>
                    <a:pt x="6903" y="10187"/>
                    <a:pt x="7362" y="10267"/>
                    <a:pt x="7823" y="10267"/>
                  </a:cubicBezTo>
                  <a:cubicBezTo>
                    <a:pt x="8283" y="10267"/>
                    <a:pt x="8743" y="10187"/>
                    <a:pt x="9182" y="10027"/>
                  </a:cubicBezTo>
                  <a:lnTo>
                    <a:pt x="9182" y="10027"/>
                  </a:lnTo>
                  <a:lnTo>
                    <a:pt x="7824" y="12071"/>
                  </a:lnTo>
                  <a:lnTo>
                    <a:pt x="6465" y="10027"/>
                  </a:lnTo>
                  <a:close/>
                  <a:moveTo>
                    <a:pt x="10152" y="10610"/>
                  </a:moveTo>
                  <a:lnTo>
                    <a:pt x="11051" y="11476"/>
                  </a:lnTo>
                  <a:lnTo>
                    <a:pt x="9433" y="13904"/>
                  </a:lnTo>
                  <a:lnTo>
                    <a:pt x="8551" y="13022"/>
                  </a:lnTo>
                  <a:lnTo>
                    <a:pt x="10152" y="10610"/>
                  </a:lnTo>
                  <a:close/>
                  <a:moveTo>
                    <a:pt x="5493" y="10610"/>
                  </a:moveTo>
                  <a:lnTo>
                    <a:pt x="7096" y="13022"/>
                  </a:lnTo>
                  <a:lnTo>
                    <a:pt x="6211" y="13907"/>
                  </a:lnTo>
                  <a:lnTo>
                    <a:pt x="4593" y="11476"/>
                  </a:lnTo>
                  <a:lnTo>
                    <a:pt x="5493" y="10610"/>
                  </a:lnTo>
                  <a:close/>
                  <a:moveTo>
                    <a:pt x="3630" y="12074"/>
                  </a:moveTo>
                  <a:lnTo>
                    <a:pt x="5653" y="15109"/>
                  </a:lnTo>
                  <a:cubicBezTo>
                    <a:pt x="5746" y="15251"/>
                    <a:pt x="5900" y="15341"/>
                    <a:pt x="6069" y="15356"/>
                  </a:cubicBezTo>
                  <a:cubicBezTo>
                    <a:pt x="6087" y="15359"/>
                    <a:pt x="6106" y="15359"/>
                    <a:pt x="6124" y="15359"/>
                  </a:cubicBezTo>
                  <a:cubicBezTo>
                    <a:pt x="6275" y="15359"/>
                    <a:pt x="6417" y="15302"/>
                    <a:pt x="6525" y="15193"/>
                  </a:cubicBezTo>
                  <a:lnTo>
                    <a:pt x="7256" y="14463"/>
                  </a:lnTo>
                  <a:lnTo>
                    <a:pt x="7256" y="18192"/>
                  </a:lnTo>
                  <a:lnTo>
                    <a:pt x="2247" y="18192"/>
                  </a:lnTo>
                  <a:lnTo>
                    <a:pt x="1332" y="13502"/>
                  </a:lnTo>
                  <a:cubicBezTo>
                    <a:pt x="1329" y="13493"/>
                    <a:pt x="1326" y="13484"/>
                    <a:pt x="1326" y="13475"/>
                  </a:cubicBezTo>
                  <a:cubicBezTo>
                    <a:pt x="1235" y="13110"/>
                    <a:pt x="1438" y="12735"/>
                    <a:pt x="1791" y="12612"/>
                  </a:cubicBezTo>
                  <a:lnTo>
                    <a:pt x="3630" y="12074"/>
                  </a:lnTo>
                  <a:close/>
                  <a:moveTo>
                    <a:pt x="12015" y="12074"/>
                  </a:moveTo>
                  <a:lnTo>
                    <a:pt x="13899" y="12612"/>
                  </a:lnTo>
                  <a:cubicBezTo>
                    <a:pt x="14252" y="12735"/>
                    <a:pt x="14454" y="13110"/>
                    <a:pt x="14367" y="13475"/>
                  </a:cubicBezTo>
                  <a:cubicBezTo>
                    <a:pt x="14364" y="13481"/>
                    <a:pt x="14361" y="13490"/>
                    <a:pt x="14361" y="13496"/>
                  </a:cubicBezTo>
                  <a:lnTo>
                    <a:pt x="13395" y="18192"/>
                  </a:lnTo>
                  <a:lnTo>
                    <a:pt x="8388" y="18192"/>
                  </a:lnTo>
                  <a:lnTo>
                    <a:pt x="8388" y="14463"/>
                  </a:lnTo>
                  <a:lnTo>
                    <a:pt x="9119" y="15196"/>
                  </a:lnTo>
                  <a:cubicBezTo>
                    <a:pt x="9228" y="15302"/>
                    <a:pt x="9370" y="15362"/>
                    <a:pt x="9521" y="15362"/>
                  </a:cubicBezTo>
                  <a:cubicBezTo>
                    <a:pt x="9539" y="15362"/>
                    <a:pt x="9557" y="15359"/>
                    <a:pt x="9578" y="15359"/>
                  </a:cubicBezTo>
                  <a:cubicBezTo>
                    <a:pt x="9744" y="15341"/>
                    <a:pt x="9898" y="15251"/>
                    <a:pt x="9992" y="15109"/>
                  </a:cubicBezTo>
                  <a:lnTo>
                    <a:pt x="12015" y="12074"/>
                  </a:lnTo>
                  <a:close/>
                  <a:moveTo>
                    <a:pt x="7823" y="1"/>
                  </a:moveTo>
                  <a:cubicBezTo>
                    <a:pt x="7476" y="1"/>
                    <a:pt x="7126" y="46"/>
                    <a:pt x="6779" y="141"/>
                  </a:cubicBezTo>
                  <a:cubicBezTo>
                    <a:pt x="5055" y="612"/>
                    <a:pt x="3859" y="2176"/>
                    <a:pt x="3859" y="3964"/>
                  </a:cubicBezTo>
                  <a:lnTo>
                    <a:pt x="3859" y="6304"/>
                  </a:lnTo>
                  <a:cubicBezTo>
                    <a:pt x="3859" y="7355"/>
                    <a:pt x="4279" y="8363"/>
                    <a:pt x="5022" y="9106"/>
                  </a:cubicBezTo>
                  <a:lnTo>
                    <a:pt x="5022" y="9489"/>
                  </a:lnTo>
                  <a:lnTo>
                    <a:pt x="3539" y="10921"/>
                  </a:lnTo>
                  <a:lnTo>
                    <a:pt x="1462" y="11528"/>
                  </a:lnTo>
                  <a:lnTo>
                    <a:pt x="1444" y="11534"/>
                  </a:lnTo>
                  <a:cubicBezTo>
                    <a:pt x="529" y="11842"/>
                    <a:pt x="0" y="12796"/>
                    <a:pt x="221" y="13735"/>
                  </a:cubicBezTo>
                  <a:lnTo>
                    <a:pt x="1223" y="18868"/>
                  </a:lnTo>
                  <a:cubicBezTo>
                    <a:pt x="1274" y="19131"/>
                    <a:pt x="1507" y="19324"/>
                    <a:pt x="1779" y="19324"/>
                  </a:cubicBezTo>
                  <a:cubicBezTo>
                    <a:pt x="1794" y="19324"/>
                    <a:pt x="1809" y="19324"/>
                    <a:pt x="1824" y="19321"/>
                  </a:cubicBezTo>
                  <a:cubicBezTo>
                    <a:pt x="1839" y="19321"/>
                    <a:pt x="1854" y="19324"/>
                    <a:pt x="1869" y="19324"/>
                  </a:cubicBezTo>
                  <a:lnTo>
                    <a:pt x="13856" y="19324"/>
                  </a:lnTo>
                  <a:cubicBezTo>
                    <a:pt x="14125" y="19324"/>
                    <a:pt x="14358" y="19134"/>
                    <a:pt x="14412" y="18871"/>
                  </a:cubicBezTo>
                  <a:lnTo>
                    <a:pt x="15469" y="13735"/>
                  </a:lnTo>
                  <a:cubicBezTo>
                    <a:pt x="15692" y="12796"/>
                    <a:pt x="15164" y="11842"/>
                    <a:pt x="14249" y="11534"/>
                  </a:cubicBezTo>
                  <a:lnTo>
                    <a:pt x="14225" y="11525"/>
                  </a:lnTo>
                  <a:lnTo>
                    <a:pt x="12108" y="10921"/>
                  </a:lnTo>
                  <a:lnTo>
                    <a:pt x="10623" y="9489"/>
                  </a:lnTo>
                  <a:lnTo>
                    <a:pt x="10623" y="9103"/>
                  </a:lnTo>
                  <a:cubicBezTo>
                    <a:pt x="11368" y="8363"/>
                    <a:pt x="11785" y="7355"/>
                    <a:pt x="11785" y="6304"/>
                  </a:cubicBezTo>
                  <a:lnTo>
                    <a:pt x="11785" y="3964"/>
                  </a:lnTo>
                  <a:cubicBezTo>
                    <a:pt x="11785" y="3281"/>
                    <a:pt x="11610" y="2611"/>
                    <a:pt x="11275" y="2019"/>
                  </a:cubicBezTo>
                  <a:cubicBezTo>
                    <a:pt x="11263" y="1995"/>
                    <a:pt x="11251" y="1971"/>
                    <a:pt x="11233" y="1950"/>
                  </a:cubicBezTo>
                  <a:cubicBezTo>
                    <a:pt x="10507" y="720"/>
                    <a:pt x="9197" y="1"/>
                    <a:pt x="782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975" name="Google Shape;1975;p43"/>
            <p:cNvSpPr/>
            <p:nvPr/>
          </p:nvSpPr>
          <p:spPr>
            <a:xfrm>
              <a:off x="3582300" y="4797475"/>
              <a:ext cx="56650" cy="28350"/>
            </a:xfrm>
            <a:custGeom>
              <a:rect b="b" l="l" r="r" t="t"/>
              <a:pathLst>
                <a:path extrusionOk="0" h="1134" w="2266">
                  <a:moveTo>
                    <a:pt x="569" y="1"/>
                  </a:moveTo>
                  <a:cubicBezTo>
                    <a:pt x="254" y="1"/>
                    <a:pt x="1" y="255"/>
                    <a:pt x="1" y="569"/>
                  </a:cubicBezTo>
                  <a:cubicBezTo>
                    <a:pt x="1" y="880"/>
                    <a:pt x="254" y="1133"/>
                    <a:pt x="569" y="1133"/>
                  </a:cubicBezTo>
                  <a:lnTo>
                    <a:pt x="1701" y="1133"/>
                  </a:lnTo>
                  <a:cubicBezTo>
                    <a:pt x="2012" y="1133"/>
                    <a:pt x="2265" y="880"/>
                    <a:pt x="2265" y="569"/>
                  </a:cubicBezTo>
                  <a:cubicBezTo>
                    <a:pt x="2265" y="255"/>
                    <a:pt x="2012" y="1"/>
                    <a:pt x="170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1976" name="Google Shape;1976;p43"/>
          <p:cNvGrpSpPr/>
          <p:nvPr/>
        </p:nvGrpSpPr>
        <p:grpSpPr>
          <a:xfrm>
            <a:off x="7310888" y="4179197"/>
            <a:ext cx="212496" cy="284575"/>
            <a:chOff x="3926225" y="4399275"/>
            <a:chExt cx="360775" cy="483150"/>
          </a:xfrm>
        </p:grpSpPr>
        <p:sp>
          <p:nvSpPr>
            <p:cNvPr id="1977" name="Google Shape;1977;p43"/>
            <p:cNvSpPr/>
            <p:nvPr/>
          </p:nvSpPr>
          <p:spPr>
            <a:xfrm>
              <a:off x="4163400" y="4797475"/>
              <a:ext cx="56650" cy="28350"/>
            </a:xfrm>
            <a:custGeom>
              <a:rect b="b" l="l" r="r" t="t"/>
              <a:pathLst>
                <a:path extrusionOk="0" h="1134" w="2266">
                  <a:moveTo>
                    <a:pt x="568" y="1"/>
                  </a:moveTo>
                  <a:cubicBezTo>
                    <a:pt x="254" y="1"/>
                    <a:pt x="1" y="255"/>
                    <a:pt x="1" y="569"/>
                  </a:cubicBezTo>
                  <a:cubicBezTo>
                    <a:pt x="1" y="880"/>
                    <a:pt x="254" y="1133"/>
                    <a:pt x="568" y="1133"/>
                  </a:cubicBezTo>
                  <a:lnTo>
                    <a:pt x="1701" y="1133"/>
                  </a:lnTo>
                  <a:cubicBezTo>
                    <a:pt x="2012" y="1133"/>
                    <a:pt x="2265" y="880"/>
                    <a:pt x="2265" y="569"/>
                  </a:cubicBezTo>
                  <a:cubicBezTo>
                    <a:pt x="2265" y="255"/>
                    <a:pt x="2012" y="1"/>
                    <a:pt x="170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978" name="Google Shape;1978;p43"/>
            <p:cNvSpPr/>
            <p:nvPr/>
          </p:nvSpPr>
          <p:spPr>
            <a:xfrm>
              <a:off x="3926225" y="4399275"/>
              <a:ext cx="360775" cy="483150"/>
            </a:xfrm>
            <a:custGeom>
              <a:rect b="b" l="l" r="r" t="t"/>
              <a:pathLst>
                <a:path extrusionOk="0" h="19326" w="14431">
                  <a:moveTo>
                    <a:pt x="10055" y="1134"/>
                  </a:moveTo>
                  <a:cubicBezTo>
                    <a:pt x="10547" y="1134"/>
                    <a:pt x="10985" y="1457"/>
                    <a:pt x="11133" y="1928"/>
                  </a:cubicBezTo>
                  <a:cubicBezTo>
                    <a:pt x="11281" y="2399"/>
                    <a:pt x="11106" y="2912"/>
                    <a:pt x="10698" y="3196"/>
                  </a:cubicBezTo>
                  <a:cubicBezTo>
                    <a:pt x="10692" y="3181"/>
                    <a:pt x="10683" y="3169"/>
                    <a:pt x="10677" y="3154"/>
                  </a:cubicBezTo>
                  <a:cubicBezTo>
                    <a:pt x="10665" y="3129"/>
                    <a:pt x="10650" y="3105"/>
                    <a:pt x="10635" y="3081"/>
                  </a:cubicBezTo>
                  <a:cubicBezTo>
                    <a:pt x="10270" y="2468"/>
                    <a:pt x="9750" y="1964"/>
                    <a:pt x="9125" y="1620"/>
                  </a:cubicBezTo>
                  <a:cubicBezTo>
                    <a:pt x="9337" y="1318"/>
                    <a:pt x="9684" y="1134"/>
                    <a:pt x="10055" y="1134"/>
                  </a:cubicBezTo>
                  <a:close/>
                  <a:moveTo>
                    <a:pt x="7223" y="2266"/>
                  </a:moveTo>
                  <a:cubicBezTo>
                    <a:pt x="8114" y="2266"/>
                    <a:pt x="8953" y="2686"/>
                    <a:pt x="9488" y="3398"/>
                  </a:cubicBezTo>
                  <a:cubicBezTo>
                    <a:pt x="8953" y="4111"/>
                    <a:pt x="8114" y="4527"/>
                    <a:pt x="7223" y="4531"/>
                  </a:cubicBezTo>
                  <a:lnTo>
                    <a:pt x="4448" y="4531"/>
                  </a:lnTo>
                  <a:cubicBezTo>
                    <a:pt x="4720" y="3214"/>
                    <a:pt x="5879" y="2269"/>
                    <a:pt x="7223" y="2266"/>
                  </a:cubicBezTo>
                  <a:close/>
                  <a:moveTo>
                    <a:pt x="9998" y="4527"/>
                  </a:moveTo>
                  <a:cubicBezTo>
                    <a:pt x="10034" y="4715"/>
                    <a:pt x="10055" y="4905"/>
                    <a:pt x="10055" y="5098"/>
                  </a:cubicBezTo>
                  <a:lnTo>
                    <a:pt x="10055" y="7363"/>
                  </a:lnTo>
                  <a:cubicBezTo>
                    <a:pt x="10055" y="8924"/>
                    <a:pt x="8787" y="10192"/>
                    <a:pt x="7223" y="10192"/>
                  </a:cubicBezTo>
                  <a:cubicBezTo>
                    <a:pt x="5659" y="10192"/>
                    <a:pt x="4394" y="8924"/>
                    <a:pt x="4394" y="7363"/>
                  </a:cubicBezTo>
                  <a:lnTo>
                    <a:pt x="4394" y="5663"/>
                  </a:lnTo>
                  <a:lnTo>
                    <a:pt x="7223" y="5663"/>
                  </a:lnTo>
                  <a:cubicBezTo>
                    <a:pt x="8262" y="5660"/>
                    <a:pt x="9255" y="5255"/>
                    <a:pt x="9998" y="4527"/>
                  </a:cubicBezTo>
                  <a:close/>
                  <a:moveTo>
                    <a:pt x="5526" y="10941"/>
                  </a:moveTo>
                  <a:cubicBezTo>
                    <a:pt x="6063" y="11196"/>
                    <a:pt x="6643" y="11324"/>
                    <a:pt x="7224" y="11324"/>
                  </a:cubicBezTo>
                  <a:cubicBezTo>
                    <a:pt x="7777" y="11324"/>
                    <a:pt x="8331" y="11208"/>
                    <a:pt x="8847" y="10977"/>
                  </a:cubicBezTo>
                  <a:lnTo>
                    <a:pt x="8847" y="11967"/>
                  </a:lnTo>
                  <a:cubicBezTo>
                    <a:pt x="8847" y="12227"/>
                    <a:pt x="9026" y="12454"/>
                    <a:pt x="9279" y="12517"/>
                  </a:cubicBezTo>
                  <a:lnTo>
                    <a:pt x="9466" y="12562"/>
                  </a:lnTo>
                  <a:cubicBezTo>
                    <a:pt x="8899" y="13298"/>
                    <a:pt x="8061" y="13665"/>
                    <a:pt x="7223" y="13665"/>
                  </a:cubicBezTo>
                  <a:cubicBezTo>
                    <a:pt x="6379" y="13665"/>
                    <a:pt x="5536" y="13293"/>
                    <a:pt x="4970" y="12547"/>
                  </a:cubicBezTo>
                  <a:lnTo>
                    <a:pt x="5097" y="12514"/>
                  </a:lnTo>
                  <a:cubicBezTo>
                    <a:pt x="5348" y="12454"/>
                    <a:pt x="5526" y="12227"/>
                    <a:pt x="5526" y="11964"/>
                  </a:cubicBezTo>
                  <a:lnTo>
                    <a:pt x="5526" y="10941"/>
                  </a:lnTo>
                  <a:close/>
                  <a:moveTo>
                    <a:pt x="3805" y="12837"/>
                  </a:moveTo>
                  <a:cubicBezTo>
                    <a:pt x="4515" y="14051"/>
                    <a:pt x="5813" y="14794"/>
                    <a:pt x="7217" y="14797"/>
                  </a:cubicBezTo>
                  <a:cubicBezTo>
                    <a:pt x="7220" y="14797"/>
                    <a:pt x="7223" y="14797"/>
                    <a:pt x="7225" y="14797"/>
                  </a:cubicBezTo>
                  <a:cubicBezTo>
                    <a:pt x="8626" y="14797"/>
                    <a:pt x="9924" y="14054"/>
                    <a:pt x="10635" y="12849"/>
                  </a:cubicBezTo>
                  <a:lnTo>
                    <a:pt x="11767" y="13124"/>
                  </a:lnTo>
                  <a:cubicBezTo>
                    <a:pt x="12649" y="13344"/>
                    <a:pt x="13201" y="14217"/>
                    <a:pt x="13020" y="15105"/>
                  </a:cubicBezTo>
                  <a:lnTo>
                    <a:pt x="12404" y="18194"/>
                  </a:lnTo>
                  <a:lnTo>
                    <a:pt x="2027" y="18194"/>
                  </a:lnTo>
                  <a:lnTo>
                    <a:pt x="1408" y="15105"/>
                  </a:lnTo>
                  <a:cubicBezTo>
                    <a:pt x="1229" y="14214"/>
                    <a:pt x="1782" y="13341"/>
                    <a:pt x="2661" y="13124"/>
                  </a:cubicBezTo>
                  <a:lnTo>
                    <a:pt x="3805" y="12837"/>
                  </a:lnTo>
                  <a:close/>
                  <a:moveTo>
                    <a:pt x="10061" y="0"/>
                  </a:moveTo>
                  <a:cubicBezTo>
                    <a:pt x="9256" y="0"/>
                    <a:pt x="8461" y="426"/>
                    <a:pt x="8047" y="1221"/>
                  </a:cubicBezTo>
                  <a:cubicBezTo>
                    <a:pt x="7767" y="1162"/>
                    <a:pt x="7489" y="1134"/>
                    <a:pt x="7216" y="1134"/>
                  </a:cubicBezTo>
                  <a:cubicBezTo>
                    <a:pt x="5084" y="1134"/>
                    <a:pt x="3261" y="2863"/>
                    <a:pt x="3261" y="5098"/>
                  </a:cubicBezTo>
                  <a:lnTo>
                    <a:pt x="3261" y="7363"/>
                  </a:lnTo>
                  <a:cubicBezTo>
                    <a:pt x="3258" y="8398"/>
                    <a:pt x="3666" y="9392"/>
                    <a:pt x="4394" y="10132"/>
                  </a:cubicBezTo>
                  <a:lnTo>
                    <a:pt x="4394" y="11524"/>
                  </a:lnTo>
                  <a:lnTo>
                    <a:pt x="2386" y="12025"/>
                  </a:lnTo>
                  <a:cubicBezTo>
                    <a:pt x="921" y="12390"/>
                    <a:pt x="0" y="13846"/>
                    <a:pt x="299" y="15328"/>
                  </a:cubicBezTo>
                  <a:lnTo>
                    <a:pt x="1006" y="18870"/>
                  </a:lnTo>
                  <a:cubicBezTo>
                    <a:pt x="1060" y="19136"/>
                    <a:pt x="1293" y="19326"/>
                    <a:pt x="1562" y="19326"/>
                  </a:cubicBezTo>
                  <a:lnTo>
                    <a:pt x="12866" y="19326"/>
                  </a:lnTo>
                  <a:cubicBezTo>
                    <a:pt x="13138" y="19326"/>
                    <a:pt x="13371" y="19136"/>
                    <a:pt x="13422" y="18870"/>
                  </a:cubicBezTo>
                  <a:lnTo>
                    <a:pt x="14131" y="15328"/>
                  </a:lnTo>
                  <a:cubicBezTo>
                    <a:pt x="14430" y="13842"/>
                    <a:pt x="13506" y="12387"/>
                    <a:pt x="12039" y="12025"/>
                  </a:cubicBezTo>
                  <a:lnTo>
                    <a:pt x="10569" y="11665"/>
                  </a:lnTo>
                  <a:lnTo>
                    <a:pt x="10565" y="11665"/>
                  </a:lnTo>
                  <a:cubicBezTo>
                    <a:pt x="10505" y="11638"/>
                    <a:pt x="10445" y="11626"/>
                    <a:pt x="10378" y="11620"/>
                  </a:cubicBezTo>
                  <a:lnTo>
                    <a:pt x="9980" y="11524"/>
                  </a:lnTo>
                  <a:lnTo>
                    <a:pt x="9980" y="10207"/>
                  </a:lnTo>
                  <a:cubicBezTo>
                    <a:pt x="10750" y="9461"/>
                    <a:pt x="11188" y="8435"/>
                    <a:pt x="11188" y="7363"/>
                  </a:cubicBezTo>
                  <a:lnTo>
                    <a:pt x="11188" y="5098"/>
                  </a:lnTo>
                  <a:cubicBezTo>
                    <a:pt x="11188" y="4820"/>
                    <a:pt x="11157" y="4546"/>
                    <a:pt x="11100" y="4274"/>
                  </a:cubicBezTo>
                  <a:cubicBezTo>
                    <a:pt x="12459" y="3567"/>
                    <a:pt x="12739" y="1747"/>
                    <a:pt x="11659" y="663"/>
                  </a:cubicBezTo>
                  <a:cubicBezTo>
                    <a:pt x="11209" y="214"/>
                    <a:pt x="10632" y="0"/>
                    <a:pt x="1006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1979" name="Google Shape;1979;p43"/>
          <p:cNvSpPr/>
          <p:nvPr/>
        </p:nvSpPr>
        <p:spPr>
          <a:xfrm>
            <a:off x="7780857" y="4179226"/>
            <a:ext cx="150062" cy="284516"/>
          </a:xfrm>
          <a:custGeom>
            <a:rect b="b" l="l" r="r" t="t"/>
            <a:pathLst>
              <a:path extrusionOk="0" h="19322" w="10191">
                <a:moveTo>
                  <a:pt x="5102" y="1126"/>
                </a:moveTo>
                <a:cubicBezTo>
                  <a:pt x="5353" y="1126"/>
                  <a:pt x="5610" y="1220"/>
                  <a:pt x="5819" y="1429"/>
                </a:cubicBezTo>
                <a:cubicBezTo>
                  <a:pt x="6115" y="1724"/>
                  <a:pt x="6202" y="2165"/>
                  <a:pt x="6042" y="2549"/>
                </a:cubicBezTo>
                <a:cubicBezTo>
                  <a:pt x="5882" y="2932"/>
                  <a:pt x="5508" y="3180"/>
                  <a:pt x="5094" y="3180"/>
                </a:cubicBezTo>
                <a:cubicBezTo>
                  <a:pt x="4526" y="3180"/>
                  <a:pt x="4070" y="2721"/>
                  <a:pt x="4067" y="2156"/>
                </a:cubicBezTo>
                <a:cubicBezTo>
                  <a:pt x="4067" y="1537"/>
                  <a:pt x="4574" y="1126"/>
                  <a:pt x="5102" y="1126"/>
                </a:cubicBezTo>
                <a:close/>
                <a:moveTo>
                  <a:pt x="7513" y="5432"/>
                </a:moveTo>
                <a:cubicBezTo>
                  <a:pt x="8364" y="5432"/>
                  <a:pt x="9059" y="6214"/>
                  <a:pt x="9059" y="7175"/>
                </a:cubicBezTo>
                <a:lnTo>
                  <a:pt x="9059" y="10433"/>
                </a:lnTo>
                <a:cubicBezTo>
                  <a:pt x="9059" y="10747"/>
                  <a:pt x="8805" y="11000"/>
                  <a:pt x="8491" y="11000"/>
                </a:cubicBezTo>
                <a:cubicBezTo>
                  <a:pt x="8177" y="11000"/>
                  <a:pt x="7926" y="10747"/>
                  <a:pt x="7926" y="10433"/>
                </a:cubicBezTo>
                <a:lnTo>
                  <a:pt x="7926" y="7395"/>
                </a:lnTo>
                <a:cubicBezTo>
                  <a:pt x="7926" y="7081"/>
                  <a:pt x="7673" y="6830"/>
                  <a:pt x="7359" y="6830"/>
                </a:cubicBezTo>
                <a:cubicBezTo>
                  <a:pt x="7045" y="6830"/>
                  <a:pt x="6794" y="7081"/>
                  <a:pt x="6794" y="7395"/>
                </a:cubicBezTo>
                <a:lnTo>
                  <a:pt x="6794" y="17625"/>
                </a:lnTo>
                <a:cubicBezTo>
                  <a:pt x="6794" y="17936"/>
                  <a:pt x="6540" y="18190"/>
                  <a:pt x="6226" y="18190"/>
                </a:cubicBezTo>
                <a:cubicBezTo>
                  <a:pt x="5912" y="18190"/>
                  <a:pt x="5662" y="17936"/>
                  <a:pt x="5662" y="17625"/>
                </a:cubicBezTo>
                <a:lnTo>
                  <a:pt x="5662" y="11867"/>
                </a:lnTo>
                <a:cubicBezTo>
                  <a:pt x="5662" y="11556"/>
                  <a:pt x="5408" y="11302"/>
                  <a:pt x="5094" y="11302"/>
                </a:cubicBezTo>
                <a:cubicBezTo>
                  <a:pt x="4780" y="11302"/>
                  <a:pt x="4529" y="11556"/>
                  <a:pt x="4529" y="11867"/>
                </a:cubicBezTo>
                <a:lnTo>
                  <a:pt x="4529" y="17625"/>
                </a:lnTo>
                <a:cubicBezTo>
                  <a:pt x="4529" y="17936"/>
                  <a:pt x="4276" y="18190"/>
                  <a:pt x="3962" y="18190"/>
                </a:cubicBezTo>
                <a:cubicBezTo>
                  <a:pt x="3648" y="18190"/>
                  <a:pt x="3397" y="17936"/>
                  <a:pt x="3397" y="17625"/>
                </a:cubicBezTo>
                <a:lnTo>
                  <a:pt x="3397" y="7395"/>
                </a:lnTo>
                <a:cubicBezTo>
                  <a:pt x="3397" y="7081"/>
                  <a:pt x="3143" y="6830"/>
                  <a:pt x="2829" y="6830"/>
                </a:cubicBezTo>
                <a:cubicBezTo>
                  <a:pt x="2515" y="6830"/>
                  <a:pt x="2265" y="7081"/>
                  <a:pt x="2265" y="7395"/>
                </a:cubicBezTo>
                <a:lnTo>
                  <a:pt x="2265" y="10433"/>
                </a:lnTo>
                <a:cubicBezTo>
                  <a:pt x="2265" y="10747"/>
                  <a:pt x="2011" y="11000"/>
                  <a:pt x="1697" y="11000"/>
                </a:cubicBezTo>
                <a:cubicBezTo>
                  <a:pt x="1383" y="11000"/>
                  <a:pt x="1133" y="10747"/>
                  <a:pt x="1133" y="10433"/>
                </a:cubicBezTo>
                <a:lnTo>
                  <a:pt x="1133" y="7175"/>
                </a:lnTo>
                <a:cubicBezTo>
                  <a:pt x="1133" y="6214"/>
                  <a:pt x="1824" y="5432"/>
                  <a:pt x="2675" y="5432"/>
                </a:cubicBezTo>
                <a:close/>
                <a:moveTo>
                  <a:pt x="5094" y="0"/>
                </a:moveTo>
                <a:cubicBezTo>
                  <a:pt x="3950" y="0"/>
                  <a:pt x="3002" y="894"/>
                  <a:pt x="2938" y="2038"/>
                </a:cubicBezTo>
                <a:cubicBezTo>
                  <a:pt x="2878" y="3180"/>
                  <a:pt x="3720" y="4173"/>
                  <a:pt x="4859" y="4300"/>
                </a:cubicBezTo>
                <a:lnTo>
                  <a:pt x="2675" y="4300"/>
                </a:lnTo>
                <a:cubicBezTo>
                  <a:pt x="1199" y="4300"/>
                  <a:pt x="0" y="5589"/>
                  <a:pt x="0" y="7175"/>
                </a:cubicBezTo>
                <a:lnTo>
                  <a:pt x="0" y="10433"/>
                </a:lnTo>
                <a:cubicBezTo>
                  <a:pt x="0" y="11403"/>
                  <a:pt x="797" y="12134"/>
                  <a:pt x="1698" y="12134"/>
                </a:cubicBezTo>
                <a:cubicBezTo>
                  <a:pt x="1885" y="12134"/>
                  <a:pt x="2076" y="12103"/>
                  <a:pt x="2265" y="12036"/>
                </a:cubicBezTo>
                <a:lnTo>
                  <a:pt x="2265" y="17625"/>
                </a:lnTo>
                <a:cubicBezTo>
                  <a:pt x="2265" y="18561"/>
                  <a:pt x="3023" y="19322"/>
                  <a:pt x="3962" y="19322"/>
                </a:cubicBezTo>
                <a:cubicBezTo>
                  <a:pt x="4378" y="19322"/>
                  <a:pt x="4783" y="19168"/>
                  <a:pt x="5094" y="18887"/>
                </a:cubicBezTo>
                <a:cubicBezTo>
                  <a:pt x="5412" y="19172"/>
                  <a:pt x="5817" y="19321"/>
                  <a:pt x="6228" y="19321"/>
                </a:cubicBezTo>
                <a:cubicBezTo>
                  <a:pt x="6462" y="19321"/>
                  <a:pt x="6697" y="19272"/>
                  <a:pt x="6918" y="19174"/>
                </a:cubicBezTo>
                <a:cubicBezTo>
                  <a:pt x="7531" y="18899"/>
                  <a:pt x="7923" y="18292"/>
                  <a:pt x="7926" y="17625"/>
                </a:cubicBezTo>
                <a:lnTo>
                  <a:pt x="7926" y="12036"/>
                </a:lnTo>
                <a:cubicBezTo>
                  <a:pt x="8115" y="12103"/>
                  <a:pt x="8305" y="12134"/>
                  <a:pt x="8492" y="12134"/>
                </a:cubicBezTo>
                <a:cubicBezTo>
                  <a:pt x="9392" y="12134"/>
                  <a:pt x="10188" y="11403"/>
                  <a:pt x="10191" y="10433"/>
                </a:cubicBezTo>
                <a:lnTo>
                  <a:pt x="10191" y="7175"/>
                </a:lnTo>
                <a:cubicBezTo>
                  <a:pt x="10191" y="5589"/>
                  <a:pt x="8989" y="4300"/>
                  <a:pt x="7513" y="4300"/>
                </a:cubicBezTo>
                <a:lnTo>
                  <a:pt x="5330" y="4300"/>
                </a:lnTo>
                <a:cubicBezTo>
                  <a:pt x="6468" y="4173"/>
                  <a:pt x="7310" y="3180"/>
                  <a:pt x="7250" y="2038"/>
                </a:cubicBezTo>
                <a:cubicBezTo>
                  <a:pt x="7187" y="894"/>
                  <a:pt x="6238" y="0"/>
                  <a:pt x="509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1980" name="Google Shape;1980;p43"/>
          <p:cNvGrpSpPr/>
          <p:nvPr/>
        </p:nvGrpSpPr>
        <p:grpSpPr>
          <a:xfrm>
            <a:off x="8143366" y="3739598"/>
            <a:ext cx="284487" cy="284472"/>
            <a:chOff x="5053975" y="4399375"/>
            <a:chExt cx="483000" cy="482975"/>
          </a:xfrm>
        </p:grpSpPr>
        <p:sp>
          <p:nvSpPr>
            <p:cNvPr id="1981" name="Google Shape;1981;p43"/>
            <p:cNvSpPr/>
            <p:nvPr/>
          </p:nvSpPr>
          <p:spPr>
            <a:xfrm>
              <a:off x="5053975" y="4399375"/>
              <a:ext cx="483000" cy="482975"/>
            </a:xfrm>
            <a:custGeom>
              <a:rect b="b" l="l" r="r" t="t"/>
              <a:pathLst>
                <a:path extrusionOk="0" h="19319" w="19320">
                  <a:moveTo>
                    <a:pt x="9660" y="1130"/>
                  </a:moveTo>
                  <a:cubicBezTo>
                    <a:pt x="11822" y="1130"/>
                    <a:pt x="13981" y="1972"/>
                    <a:pt x="15666" y="3654"/>
                  </a:cubicBezTo>
                  <a:cubicBezTo>
                    <a:pt x="19033" y="7021"/>
                    <a:pt x="19033" y="12299"/>
                    <a:pt x="15666" y="15665"/>
                  </a:cubicBezTo>
                  <a:cubicBezTo>
                    <a:pt x="13983" y="17349"/>
                    <a:pt x="11821" y="18190"/>
                    <a:pt x="9660" y="18190"/>
                  </a:cubicBezTo>
                  <a:cubicBezTo>
                    <a:pt x="7499" y="18190"/>
                    <a:pt x="5338" y="17349"/>
                    <a:pt x="3655" y="15665"/>
                  </a:cubicBezTo>
                  <a:cubicBezTo>
                    <a:pt x="288" y="12299"/>
                    <a:pt x="288" y="7024"/>
                    <a:pt x="3655" y="3654"/>
                  </a:cubicBezTo>
                  <a:cubicBezTo>
                    <a:pt x="5339" y="1972"/>
                    <a:pt x="7498" y="1130"/>
                    <a:pt x="9660" y="1130"/>
                  </a:cubicBezTo>
                  <a:close/>
                  <a:moveTo>
                    <a:pt x="9660" y="0"/>
                  </a:moveTo>
                  <a:cubicBezTo>
                    <a:pt x="7112" y="0"/>
                    <a:pt x="4693" y="1015"/>
                    <a:pt x="2854" y="2854"/>
                  </a:cubicBezTo>
                  <a:cubicBezTo>
                    <a:pt x="1016" y="4693"/>
                    <a:pt x="1" y="7111"/>
                    <a:pt x="1" y="9660"/>
                  </a:cubicBezTo>
                  <a:cubicBezTo>
                    <a:pt x="1" y="12208"/>
                    <a:pt x="1016" y="14627"/>
                    <a:pt x="2854" y="16465"/>
                  </a:cubicBezTo>
                  <a:cubicBezTo>
                    <a:pt x="4693" y="18304"/>
                    <a:pt x="7112" y="19319"/>
                    <a:pt x="9660" y="19319"/>
                  </a:cubicBezTo>
                  <a:cubicBezTo>
                    <a:pt x="12209" y="19319"/>
                    <a:pt x="14627" y="18304"/>
                    <a:pt x="16466" y="16465"/>
                  </a:cubicBezTo>
                  <a:cubicBezTo>
                    <a:pt x="18305" y="14627"/>
                    <a:pt x="19319" y="12208"/>
                    <a:pt x="19319" y="9660"/>
                  </a:cubicBezTo>
                  <a:cubicBezTo>
                    <a:pt x="19319" y="7111"/>
                    <a:pt x="18305" y="4693"/>
                    <a:pt x="16466" y="2854"/>
                  </a:cubicBezTo>
                  <a:cubicBezTo>
                    <a:pt x="14627" y="1015"/>
                    <a:pt x="12209" y="0"/>
                    <a:pt x="966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982" name="Google Shape;1982;p43"/>
            <p:cNvSpPr/>
            <p:nvPr/>
          </p:nvSpPr>
          <p:spPr>
            <a:xfrm>
              <a:off x="5100725" y="4528375"/>
              <a:ext cx="309350" cy="296450"/>
            </a:xfrm>
            <a:custGeom>
              <a:rect b="b" l="l" r="r" t="t"/>
              <a:pathLst>
                <a:path extrusionOk="0" h="11858" w="12374">
                  <a:moveTo>
                    <a:pt x="2352" y="1462"/>
                  </a:moveTo>
                  <a:lnTo>
                    <a:pt x="10828" y="9938"/>
                  </a:lnTo>
                  <a:cubicBezTo>
                    <a:pt x="9875" y="10469"/>
                    <a:pt x="8830" y="10728"/>
                    <a:pt x="7793" y="10728"/>
                  </a:cubicBezTo>
                  <a:cubicBezTo>
                    <a:pt x="6180" y="10728"/>
                    <a:pt x="4586" y="10102"/>
                    <a:pt x="3388" y="8902"/>
                  </a:cubicBezTo>
                  <a:cubicBezTo>
                    <a:pt x="1416" y="6933"/>
                    <a:pt x="993" y="3896"/>
                    <a:pt x="2352" y="1462"/>
                  </a:cubicBezTo>
                  <a:close/>
                  <a:moveTo>
                    <a:pt x="2253" y="0"/>
                  </a:moveTo>
                  <a:cubicBezTo>
                    <a:pt x="2078" y="0"/>
                    <a:pt x="1904" y="81"/>
                    <a:pt x="1794" y="236"/>
                  </a:cubicBezTo>
                  <a:cubicBezTo>
                    <a:pt x="257" y="2395"/>
                    <a:pt x="0" y="5215"/>
                    <a:pt x="1120" y="7616"/>
                  </a:cubicBezTo>
                  <a:cubicBezTo>
                    <a:pt x="2243" y="10016"/>
                    <a:pt x="4568" y="11628"/>
                    <a:pt x="7210" y="11837"/>
                  </a:cubicBezTo>
                  <a:lnTo>
                    <a:pt x="7210" y="11834"/>
                  </a:lnTo>
                  <a:cubicBezTo>
                    <a:pt x="7404" y="11849"/>
                    <a:pt x="7597" y="11858"/>
                    <a:pt x="7787" y="11858"/>
                  </a:cubicBezTo>
                  <a:cubicBezTo>
                    <a:pt x="9318" y="11858"/>
                    <a:pt x="10807" y="11384"/>
                    <a:pt x="12057" y="10502"/>
                  </a:cubicBezTo>
                  <a:cubicBezTo>
                    <a:pt x="12340" y="10297"/>
                    <a:pt x="12374" y="9886"/>
                    <a:pt x="12126" y="9639"/>
                  </a:cubicBezTo>
                  <a:lnTo>
                    <a:pt x="2654" y="167"/>
                  </a:lnTo>
                  <a:cubicBezTo>
                    <a:pt x="2542" y="55"/>
                    <a:pt x="2397" y="0"/>
                    <a:pt x="225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983" name="Google Shape;1983;p43"/>
            <p:cNvSpPr/>
            <p:nvPr/>
          </p:nvSpPr>
          <p:spPr>
            <a:xfrm>
              <a:off x="5180875" y="4456850"/>
              <a:ext cx="316625" cy="296575"/>
            </a:xfrm>
            <a:custGeom>
              <a:rect b="b" l="l" r="r" t="t"/>
              <a:pathLst>
                <a:path extrusionOk="0" h="11863" w="12665">
                  <a:moveTo>
                    <a:pt x="4584" y="1128"/>
                  </a:moveTo>
                  <a:cubicBezTo>
                    <a:pt x="6196" y="1128"/>
                    <a:pt x="7791" y="1755"/>
                    <a:pt x="8987" y="2958"/>
                  </a:cubicBezTo>
                  <a:cubicBezTo>
                    <a:pt x="10964" y="4924"/>
                    <a:pt x="11387" y="7967"/>
                    <a:pt x="10022" y="10398"/>
                  </a:cubicBezTo>
                  <a:lnTo>
                    <a:pt x="1547" y="1923"/>
                  </a:lnTo>
                  <a:cubicBezTo>
                    <a:pt x="2499" y="1388"/>
                    <a:pt x="3545" y="1128"/>
                    <a:pt x="4584" y="1128"/>
                  </a:cubicBezTo>
                  <a:close/>
                  <a:moveTo>
                    <a:pt x="4578" y="1"/>
                  </a:moveTo>
                  <a:cubicBezTo>
                    <a:pt x="3095" y="1"/>
                    <a:pt x="1604" y="448"/>
                    <a:pt x="321" y="1361"/>
                  </a:cubicBezTo>
                  <a:cubicBezTo>
                    <a:pt x="34" y="1563"/>
                    <a:pt x="1" y="1977"/>
                    <a:pt x="248" y="2224"/>
                  </a:cubicBezTo>
                  <a:lnTo>
                    <a:pt x="9723" y="11697"/>
                  </a:lnTo>
                  <a:cubicBezTo>
                    <a:pt x="9829" y="11802"/>
                    <a:pt x="9971" y="11863"/>
                    <a:pt x="10122" y="11863"/>
                  </a:cubicBezTo>
                  <a:lnTo>
                    <a:pt x="10170" y="11863"/>
                  </a:lnTo>
                  <a:cubicBezTo>
                    <a:pt x="10336" y="11847"/>
                    <a:pt x="10487" y="11763"/>
                    <a:pt x="10584" y="11624"/>
                  </a:cubicBezTo>
                  <a:cubicBezTo>
                    <a:pt x="12664" y="8698"/>
                    <a:pt x="12326" y="4697"/>
                    <a:pt x="9787" y="2158"/>
                  </a:cubicBezTo>
                  <a:cubicBezTo>
                    <a:pt x="8361" y="733"/>
                    <a:pt x="6476" y="1"/>
                    <a:pt x="457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1984" name="Google Shape;1984;p43"/>
          <p:cNvGrpSpPr/>
          <p:nvPr/>
        </p:nvGrpSpPr>
        <p:grpSpPr>
          <a:xfrm>
            <a:off x="6397827" y="3741443"/>
            <a:ext cx="284561" cy="284561"/>
            <a:chOff x="5648375" y="4399300"/>
            <a:chExt cx="483125" cy="483125"/>
          </a:xfrm>
        </p:grpSpPr>
        <p:sp>
          <p:nvSpPr>
            <p:cNvPr id="1985" name="Google Shape;1985;p43"/>
            <p:cNvSpPr/>
            <p:nvPr/>
          </p:nvSpPr>
          <p:spPr>
            <a:xfrm>
              <a:off x="5648375" y="4399300"/>
              <a:ext cx="483125" cy="483125"/>
            </a:xfrm>
            <a:custGeom>
              <a:rect b="b" l="l" r="r" t="t"/>
              <a:pathLst>
                <a:path extrusionOk="0" h="19325" w="19325">
                  <a:moveTo>
                    <a:pt x="9662" y="1133"/>
                  </a:moveTo>
                  <a:cubicBezTo>
                    <a:pt x="11906" y="1133"/>
                    <a:pt x="14041" y="2029"/>
                    <a:pt x="15668" y="3657"/>
                  </a:cubicBezTo>
                  <a:cubicBezTo>
                    <a:pt x="17295" y="5287"/>
                    <a:pt x="18192" y="7419"/>
                    <a:pt x="18192" y="9663"/>
                  </a:cubicBezTo>
                  <a:cubicBezTo>
                    <a:pt x="18192" y="11906"/>
                    <a:pt x="17295" y="14041"/>
                    <a:pt x="15668" y="15668"/>
                  </a:cubicBezTo>
                  <a:cubicBezTo>
                    <a:pt x="14041" y="17296"/>
                    <a:pt x="11906" y="18193"/>
                    <a:pt x="9662" y="18193"/>
                  </a:cubicBezTo>
                  <a:cubicBezTo>
                    <a:pt x="7419" y="18193"/>
                    <a:pt x="5284" y="17296"/>
                    <a:pt x="3657" y="15668"/>
                  </a:cubicBezTo>
                  <a:cubicBezTo>
                    <a:pt x="290" y="12302"/>
                    <a:pt x="290" y="7024"/>
                    <a:pt x="3657" y="3657"/>
                  </a:cubicBezTo>
                  <a:cubicBezTo>
                    <a:pt x="5287" y="2029"/>
                    <a:pt x="7419" y="1133"/>
                    <a:pt x="9662" y="1133"/>
                  </a:cubicBezTo>
                  <a:close/>
                  <a:moveTo>
                    <a:pt x="9662" y="0"/>
                  </a:moveTo>
                  <a:cubicBezTo>
                    <a:pt x="7117" y="0"/>
                    <a:pt x="4698" y="1015"/>
                    <a:pt x="2856" y="2857"/>
                  </a:cubicBezTo>
                  <a:cubicBezTo>
                    <a:pt x="1015" y="4699"/>
                    <a:pt x="0" y="7117"/>
                    <a:pt x="0" y="9663"/>
                  </a:cubicBezTo>
                  <a:cubicBezTo>
                    <a:pt x="0" y="12208"/>
                    <a:pt x="1015" y="14627"/>
                    <a:pt x="2856" y="16468"/>
                  </a:cubicBezTo>
                  <a:cubicBezTo>
                    <a:pt x="4698" y="18310"/>
                    <a:pt x="7117" y="19325"/>
                    <a:pt x="9662" y="19325"/>
                  </a:cubicBezTo>
                  <a:cubicBezTo>
                    <a:pt x="12208" y="19325"/>
                    <a:pt x="14626" y="18310"/>
                    <a:pt x="16468" y="16468"/>
                  </a:cubicBezTo>
                  <a:cubicBezTo>
                    <a:pt x="18310" y="14627"/>
                    <a:pt x="19325" y="12208"/>
                    <a:pt x="19325" y="9663"/>
                  </a:cubicBezTo>
                  <a:cubicBezTo>
                    <a:pt x="19325" y="7117"/>
                    <a:pt x="18310" y="4699"/>
                    <a:pt x="16468" y="2857"/>
                  </a:cubicBezTo>
                  <a:cubicBezTo>
                    <a:pt x="14626" y="1015"/>
                    <a:pt x="12211" y="0"/>
                    <a:pt x="966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986" name="Google Shape;1986;p43"/>
            <p:cNvSpPr/>
            <p:nvPr/>
          </p:nvSpPr>
          <p:spPr>
            <a:xfrm>
              <a:off x="5734275" y="4598425"/>
              <a:ext cx="311400" cy="84950"/>
            </a:xfrm>
            <a:custGeom>
              <a:rect b="b" l="l" r="r" t="t"/>
              <a:pathLst>
                <a:path extrusionOk="0" h="3398" w="12456">
                  <a:moveTo>
                    <a:pt x="11323" y="1133"/>
                  </a:moveTo>
                  <a:lnTo>
                    <a:pt x="11323" y="2265"/>
                  </a:lnTo>
                  <a:lnTo>
                    <a:pt x="1133" y="2265"/>
                  </a:lnTo>
                  <a:lnTo>
                    <a:pt x="1133" y="1133"/>
                  </a:lnTo>
                  <a:close/>
                  <a:moveTo>
                    <a:pt x="565" y="1"/>
                  </a:moveTo>
                  <a:cubicBezTo>
                    <a:pt x="251" y="1"/>
                    <a:pt x="0" y="251"/>
                    <a:pt x="0" y="565"/>
                  </a:cubicBezTo>
                  <a:lnTo>
                    <a:pt x="0" y="2830"/>
                  </a:lnTo>
                  <a:cubicBezTo>
                    <a:pt x="0" y="3144"/>
                    <a:pt x="251" y="3398"/>
                    <a:pt x="565" y="3398"/>
                  </a:cubicBezTo>
                  <a:lnTo>
                    <a:pt x="11888" y="3398"/>
                  </a:lnTo>
                  <a:cubicBezTo>
                    <a:pt x="12202" y="3398"/>
                    <a:pt x="12455" y="3144"/>
                    <a:pt x="12455" y="2830"/>
                  </a:cubicBezTo>
                  <a:lnTo>
                    <a:pt x="12455" y="565"/>
                  </a:lnTo>
                  <a:cubicBezTo>
                    <a:pt x="12455" y="251"/>
                    <a:pt x="12202" y="1"/>
                    <a:pt x="1188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1987" name="Google Shape;1987;p43"/>
          <p:cNvGrpSpPr/>
          <p:nvPr/>
        </p:nvGrpSpPr>
        <p:grpSpPr>
          <a:xfrm>
            <a:off x="1601495" y="4194668"/>
            <a:ext cx="276149" cy="253335"/>
            <a:chOff x="6239575" y="4416275"/>
            <a:chExt cx="489625" cy="449175"/>
          </a:xfrm>
        </p:grpSpPr>
        <p:sp>
          <p:nvSpPr>
            <p:cNvPr id="1988" name="Google Shape;1988;p43"/>
            <p:cNvSpPr/>
            <p:nvPr/>
          </p:nvSpPr>
          <p:spPr>
            <a:xfrm>
              <a:off x="6239575" y="4416275"/>
              <a:ext cx="489625" cy="449175"/>
            </a:xfrm>
            <a:custGeom>
              <a:rect b="b" l="l" r="r" t="t"/>
              <a:pathLst>
                <a:path extrusionOk="0" h="17967" w="19585">
                  <a:moveTo>
                    <a:pt x="9792" y="1132"/>
                  </a:moveTo>
                  <a:cubicBezTo>
                    <a:pt x="10374" y="1132"/>
                    <a:pt x="10955" y="1424"/>
                    <a:pt x="11278" y="2009"/>
                  </a:cubicBezTo>
                  <a:lnTo>
                    <a:pt x="18111" y="14313"/>
                  </a:lnTo>
                  <a:cubicBezTo>
                    <a:pt x="18404" y="14838"/>
                    <a:pt x="18395" y="15481"/>
                    <a:pt x="18087" y="15998"/>
                  </a:cubicBezTo>
                  <a:cubicBezTo>
                    <a:pt x="17786" y="16518"/>
                    <a:pt x="17232" y="16834"/>
                    <a:pt x="16634" y="16834"/>
                  </a:cubicBezTo>
                  <a:cubicBezTo>
                    <a:pt x="16631" y="16834"/>
                    <a:pt x="16628" y="16834"/>
                    <a:pt x="16625" y="16834"/>
                  </a:cubicBezTo>
                  <a:lnTo>
                    <a:pt x="2962" y="16834"/>
                  </a:lnTo>
                  <a:cubicBezTo>
                    <a:pt x="1667" y="16834"/>
                    <a:pt x="849" y="15445"/>
                    <a:pt x="1474" y="14313"/>
                  </a:cubicBezTo>
                  <a:lnTo>
                    <a:pt x="8307" y="2009"/>
                  </a:lnTo>
                  <a:cubicBezTo>
                    <a:pt x="8630" y="1424"/>
                    <a:pt x="9211" y="1132"/>
                    <a:pt x="9792" y="1132"/>
                  </a:cubicBezTo>
                  <a:close/>
                  <a:moveTo>
                    <a:pt x="9792" y="1"/>
                  </a:moveTo>
                  <a:cubicBezTo>
                    <a:pt x="8763" y="1"/>
                    <a:pt x="7815" y="559"/>
                    <a:pt x="7317" y="1462"/>
                  </a:cubicBezTo>
                  <a:lnTo>
                    <a:pt x="483" y="13766"/>
                  </a:lnTo>
                  <a:cubicBezTo>
                    <a:pt x="0" y="14642"/>
                    <a:pt x="15" y="15711"/>
                    <a:pt x="523" y="16574"/>
                  </a:cubicBezTo>
                  <a:cubicBezTo>
                    <a:pt x="1033" y="17435"/>
                    <a:pt x="1960" y="17966"/>
                    <a:pt x="2962" y="17966"/>
                  </a:cubicBezTo>
                  <a:lnTo>
                    <a:pt x="16625" y="17966"/>
                  </a:lnTo>
                  <a:cubicBezTo>
                    <a:pt x="17625" y="17966"/>
                    <a:pt x="18555" y="17435"/>
                    <a:pt x="19062" y="16574"/>
                  </a:cubicBezTo>
                  <a:cubicBezTo>
                    <a:pt x="19572" y="15711"/>
                    <a:pt x="19585" y="14642"/>
                    <a:pt x="19101" y="13766"/>
                  </a:cubicBezTo>
                  <a:lnTo>
                    <a:pt x="12271" y="1462"/>
                  </a:lnTo>
                  <a:cubicBezTo>
                    <a:pt x="11770" y="559"/>
                    <a:pt x="10822" y="1"/>
                    <a:pt x="979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989" name="Google Shape;1989;p43"/>
            <p:cNvSpPr/>
            <p:nvPr/>
          </p:nvSpPr>
          <p:spPr>
            <a:xfrm>
              <a:off x="6438550" y="4723875"/>
              <a:ext cx="88350" cy="84950"/>
            </a:xfrm>
            <a:custGeom>
              <a:rect b="b" l="l" r="r" t="t"/>
              <a:pathLst>
                <a:path extrusionOk="0" h="3398" w="3534">
                  <a:moveTo>
                    <a:pt x="1830" y="1132"/>
                  </a:moveTo>
                  <a:cubicBezTo>
                    <a:pt x="2122" y="1132"/>
                    <a:pt x="2401" y="1358"/>
                    <a:pt x="2401" y="1701"/>
                  </a:cubicBezTo>
                  <a:cubicBezTo>
                    <a:pt x="2401" y="2012"/>
                    <a:pt x="2147" y="2266"/>
                    <a:pt x="1833" y="2266"/>
                  </a:cubicBezTo>
                  <a:cubicBezTo>
                    <a:pt x="1329" y="2266"/>
                    <a:pt x="1076" y="1656"/>
                    <a:pt x="1432" y="1299"/>
                  </a:cubicBezTo>
                  <a:cubicBezTo>
                    <a:pt x="1548" y="1184"/>
                    <a:pt x="1691" y="1132"/>
                    <a:pt x="1830" y="1132"/>
                  </a:cubicBezTo>
                  <a:close/>
                  <a:moveTo>
                    <a:pt x="1833" y="1"/>
                  </a:moveTo>
                  <a:cubicBezTo>
                    <a:pt x="1145" y="1"/>
                    <a:pt x="526" y="415"/>
                    <a:pt x="263" y="1049"/>
                  </a:cubicBezTo>
                  <a:cubicBezTo>
                    <a:pt x="1" y="1683"/>
                    <a:pt x="146" y="2414"/>
                    <a:pt x="632" y="2900"/>
                  </a:cubicBezTo>
                  <a:cubicBezTo>
                    <a:pt x="957" y="3225"/>
                    <a:pt x="1391" y="3397"/>
                    <a:pt x="1833" y="3397"/>
                  </a:cubicBezTo>
                  <a:cubicBezTo>
                    <a:pt x="2052" y="3397"/>
                    <a:pt x="2273" y="3355"/>
                    <a:pt x="2483" y="3268"/>
                  </a:cubicBezTo>
                  <a:cubicBezTo>
                    <a:pt x="3117" y="3005"/>
                    <a:pt x="3533" y="2386"/>
                    <a:pt x="3533" y="1701"/>
                  </a:cubicBezTo>
                  <a:cubicBezTo>
                    <a:pt x="3530" y="762"/>
                    <a:pt x="2772" y="1"/>
                    <a:pt x="183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990" name="Google Shape;1990;p43"/>
            <p:cNvSpPr/>
            <p:nvPr/>
          </p:nvSpPr>
          <p:spPr>
            <a:xfrm>
              <a:off x="6441950" y="4497425"/>
              <a:ext cx="84950" cy="198250"/>
            </a:xfrm>
            <a:custGeom>
              <a:rect b="b" l="l" r="r" t="t"/>
              <a:pathLst>
                <a:path extrusionOk="0" h="7930" w="3398">
                  <a:moveTo>
                    <a:pt x="1697" y="1133"/>
                  </a:moveTo>
                  <a:cubicBezTo>
                    <a:pt x="2011" y="1133"/>
                    <a:pt x="2265" y="1387"/>
                    <a:pt x="2265" y="1701"/>
                  </a:cubicBezTo>
                  <a:lnTo>
                    <a:pt x="2265" y="6230"/>
                  </a:lnTo>
                  <a:cubicBezTo>
                    <a:pt x="2265" y="6544"/>
                    <a:pt x="2011" y="6797"/>
                    <a:pt x="1697" y="6797"/>
                  </a:cubicBezTo>
                  <a:cubicBezTo>
                    <a:pt x="1383" y="6797"/>
                    <a:pt x="1133" y="6544"/>
                    <a:pt x="1133" y="6230"/>
                  </a:cubicBezTo>
                  <a:lnTo>
                    <a:pt x="1133" y="1701"/>
                  </a:lnTo>
                  <a:cubicBezTo>
                    <a:pt x="1133" y="1387"/>
                    <a:pt x="1383" y="1133"/>
                    <a:pt x="1697" y="1133"/>
                  </a:cubicBezTo>
                  <a:close/>
                  <a:moveTo>
                    <a:pt x="1697" y="1"/>
                  </a:moveTo>
                  <a:cubicBezTo>
                    <a:pt x="758" y="1"/>
                    <a:pt x="1" y="762"/>
                    <a:pt x="1" y="1701"/>
                  </a:cubicBezTo>
                  <a:lnTo>
                    <a:pt x="1" y="6233"/>
                  </a:lnTo>
                  <a:cubicBezTo>
                    <a:pt x="1" y="7169"/>
                    <a:pt x="758" y="7930"/>
                    <a:pt x="1697" y="7930"/>
                  </a:cubicBezTo>
                  <a:cubicBezTo>
                    <a:pt x="2636" y="7930"/>
                    <a:pt x="3397" y="7169"/>
                    <a:pt x="3397" y="6233"/>
                  </a:cubicBezTo>
                  <a:lnTo>
                    <a:pt x="3397" y="1701"/>
                  </a:lnTo>
                  <a:cubicBezTo>
                    <a:pt x="3397" y="762"/>
                    <a:pt x="2636" y="1"/>
                    <a:pt x="169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1991" name="Google Shape;1991;p43"/>
          <p:cNvGrpSpPr/>
          <p:nvPr/>
        </p:nvGrpSpPr>
        <p:grpSpPr>
          <a:xfrm>
            <a:off x="7703553" y="3741018"/>
            <a:ext cx="284947" cy="284802"/>
            <a:chOff x="892750" y="4993750"/>
            <a:chExt cx="483125" cy="483125"/>
          </a:xfrm>
        </p:grpSpPr>
        <p:sp>
          <p:nvSpPr>
            <p:cNvPr id="1992" name="Google Shape;1992;p43"/>
            <p:cNvSpPr/>
            <p:nvPr/>
          </p:nvSpPr>
          <p:spPr>
            <a:xfrm>
              <a:off x="892750" y="4993750"/>
              <a:ext cx="483125" cy="483125"/>
            </a:xfrm>
            <a:custGeom>
              <a:rect b="b" l="l" r="r" t="t"/>
              <a:pathLst>
                <a:path extrusionOk="0" h="19325" w="19325">
                  <a:moveTo>
                    <a:pt x="9662" y="1133"/>
                  </a:moveTo>
                  <a:cubicBezTo>
                    <a:pt x="11824" y="1133"/>
                    <a:pt x="13983" y="1975"/>
                    <a:pt x="15668" y="3657"/>
                  </a:cubicBezTo>
                  <a:cubicBezTo>
                    <a:pt x="19035" y="7027"/>
                    <a:pt x="19035" y="12302"/>
                    <a:pt x="15668" y="15668"/>
                  </a:cubicBezTo>
                  <a:cubicBezTo>
                    <a:pt x="13985" y="17352"/>
                    <a:pt x="11823" y="18193"/>
                    <a:pt x="9662" y="18193"/>
                  </a:cubicBezTo>
                  <a:cubicBezTo>
                    <a:pt x="7501" y="18193"/>
                    <a:pt x="5340" y="17352"/>
                    <a:pt x="3657" y="15668"/>
                  </a:cubicBezTo>
                  <a:cubicBezTo>
                    <a:pt x="290" y="12302"/>
                    <a:pt x="290" y="7024"/>
                    <a:pt x="3657" y="3657"/>
                  </a:cubicBezTo>
                  <a:cubicBezTo>
                    <a:pt x="5341" y="1975"/>
                    <a:pt x="7500" y="1133"/>
                    <a:pt x="9662" y="1133"/>
                  </a:cubicBezTo>
                  <a:close/>
                  <a:moveTo>
                    <a:pt x="9662" y="1"/>
                  </a:moveTo>
                  <a:cubicBezTo>
                    <a:pt x="7117" y="1"/>
                    <a:pt x="4698" y="1015"/>
                    <a:pt x="2856" y="2857"/>
                  </a:cubicBezTo>
                  <a:cubicBezTo>
                    <a:pt x="1015" y="4699"/>
                    <a:pt x="0" y="7117"/>
                    <a:pt x="0" y="9663"/>
                  </a:cubicBezTo>
                  <a:cubicBezTo>
                    <a:pt x="0" y="12208"/>
                    <a:pt x="1015" y="14627"/>
                    <a:pt x="2856" y="16469"/>
                  </a:cubicBezTo>
                  <a:cubicBezTo>
                    <a:pt x="4698" y="18310"/>
                    <a:pt x="7117" y="19325"/>
                    <a:pt x="9662" y="19325"/>
                  </a:cubicBezTo>
                  <a:cubicBezTo>
                    <a:pt x="12208" y="19325"/>
                    <a:pt x="14626" y="18310"/>
                    <a:pt x="16468" y="16469"/>
                  </a:cubicBezTo>
                  <a:cubicBezTo>
                    <a:pt x="18310" y="14627"/>
                    <a:pt x="19324" y="12208"/>
                    <a:pt x="19324" y="9663"/>
                  </a:cubicBezTo>
                  <a:cubicBezTo>
                    <a:pt x="19324" y="7117"/>
                    <a:pt x="18310" y="4699"/>
                    <a:pt x="16468" y="2857"/>
                  </a:cubicBezTo>
                  <a:cubicBezTo>
                    <a:pt x="14626" y="1015"/>
                    <a:pt x="12208" y="1"/>
                    <a:pt x="96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993" name="Google Shape;1993;p43"/>
            <p:cNvSpPr/>
            <p:nvPr/>
          </p:nvSpPr>
          <p:spPr>
            <a:xfrm>
              <a:off x="1021000" y="5052250"/>
              <a:ext cx="230775" cy="253450"/>
            </a:xfrm>
            <a:custGeom>
              <a:rect b="b" l="l" r="r" t="t"/>
              <a:pathLst>
                <a:path extrusionOk="0" h="10138" w="9231">
                  <a:moveTo>
                    <a:pt x="4532" y="1133"/>
                  </a:moveTo>
                  <a:cubicBezTo>
                    <a:pt x="5450" y="1133"/>
                    <a:pt x="6326" y="1483"/>
                    <a:pt x="6936" y="2090"/>
                  </a:cubicBezTo>
                  <a:cubicBezTo>
                    <a:pt x="8261" y="3419"/>
                    <a:pt x="8261" y="5568"/>
                    <a:pt x="6936" y="6894"/>
                  </a:cubicBezTo>
                  <a:lnTo>
                    <a:pt x="6933" y="6894"/>
                  </a:lnTo>
                  <a:cubicBezTo>
                    <a:pt x="6688" y="7142"/>
                    <a:pt x="6404" y="7347"/>
                    <a:pt x="6096" y="7510"/>
                  </a:cubicBezTo>
                  <a:cubicBezTo>
                    <a:pt x="5595" y="7767"/>
                    <a:pt x="5275" y="8135"/>
                    <a:pt x="5154" y="8600"/>
                  </a:cubicBezTo>
                  <a:cubicBezTo>
                    <a:pt x="5079" y="8842"/>
                    <a:pt x="4856" y="9000"/>
                    <a:pt x="4614" y="9000"/>
                  </a:cubicBezTo>
                  <a:cubicBezTo>
                    <a:pt x="4566" y="9000"/>
                    <a:pt x="4517" y="8993"/>
                    <a:pt x="4469" y="8980"/>
                  </a:cubicBezTo>
                  <a:cubicBezTo>
                    <a:pt x="4176" y="8905"/>
                    <a:pt x="3995" y="8612"/>
                    <a:pt x="4058" y="8316"/>
                  </a:cubicBezTo>
                  <a:cubicBezTo>
                    <a:pt x="4254" y="7534"/>
                    <a:pt x="4765" y="6924"/>
                    <a:pt x="5574" y="6504"/>
                  </a:cubicBezTo>
                  <a:cubicBezTo>
                    <a:pt x="6936" y="5801"/>
                    <a:pt x="7220" y="3974"/>
                    <a:pt x="6136" y="2890"/>
                  </a:cubicBezTo>
                  <a:cubicBezTo>
                    <a:pt x="5690" y="2458"/>
                    <a:pt x="5113" y="2243"/>
                    <a:pt x="4535" y="2243"/>
                  </a:cubicBezTo>
                  <a:cubicBezTo>
                    <a:pt x="3958" y="2243"/>
                    <a:pt x="3380" y="2458"/>
                    <a:pt x="2935" y="2890"/>
                  </a:cubicBezTo>
                  <a:cubicBezTo>
                    <a:pt x="2506" y="3313"/>
                    <a:pt x="2268" y="3890"/>
                    <a:pt x="2268" y="4494"/>
                  </a:cubicBezTo>
                  <a:cubicBezTo>
                    <a:pt x="2268" y="4805"/>
                    <a:pt x="2014" y="5058"/>
                    <a:pt x="1703" y="5058"/>
                  </a:cubicBezTo>
                  <a:cubicBezTo>
                    <a:pt x="1389" y="5058"/>
                    <a:pt x="1135" y="4805"/>
                    <a:pt x="1135" y="4494"/>
                  </a:cubicBezTo>
                  <a:cubicBezTo>
                    <a:pt x="1132" y="3591"/>
                    <a:pt x="1492" y="2724"/>
                    <a:pt x="2132" y="2090"/>
                  </a:cubicBezTo>
                  <a:cubicBezTo>
                    <a:pt x="2739" y="1483"/>
                    <a:pt x="3614" y="1133"/>
                    <a:pt x="4532" y="1133"/>
                  </a:cubicBezTo>
                  <a:close/>
                  <a:moveTo>
                    <a:pt x="4532" y="1"/>
                  </a:moveTo>
                  <a:cubicBezTo>
                    <a:pt x="3315" y="1"/>
                    <a:pt x="2150" y="469"/>
                    <a:pt x="1332" y="1290"/>
                  </a:cubicBezTo>
                  <a:cubicBezTo>
                    <a:pt x="477" y="2135"/>
                    <a:pt x="0" y="3289"/>
                    <a:pt x="3" y="4494"/>
                  </a:cubicBezTo>
                  <a:cubicBezTo>
                    <a:pt x="3" y="5430"/>
                    <a:pt x="764" y="6190"/>
                    <a:pt x="1703" y="6190"/>
                  </a:cubicBezTo>
                  <a:cubicBezTo>
                    <a:pt x="2639" y="6190"/>
                    <a:pt x="3400" y="5430"/>
                    <a:pt x="3400" y="4494"/>
                  </a:cubicBezTo>
                  <a:cubicBezTo>
                    <a:pt x="3400" y="3830"/>
                    <a:pt x="3944" y="3358"/>
                    <a:pt x="4535" y="3358"/>
                  </a:cubicBezTo>
                  <a:cubicBezTo>
                    <a:pt x="4731" y="3358"/>
                    <a:pt x="4933" y="3410"/>
                    <a:pt x="5121" y="3524"/>
                  </a:cubicBezTo>
                  <a:cubicBezTo>
                    <a:pt x="5876" y="3986"/>
                    <a:pt x="5837" y="5094"/>
                    <a:pt x="5052" y="5499"/>
                  </a:cubicBezTo>
                  <a:cubicBezTo>
                    <a:pt x="3959" y="6064"/>
                    <a:pt x="3234" y="6945"/>
                    <a:pt x="2959" y="8041"/>
                  </a:cubicBezTo>
                  <a:cubicBezTo>
                    <a:pt x="2742" y="8941"/>
                    <a:pt x="3288" y="9850"/>
                    <a:pt x="4185" y="10083"/>
                  </a:cubicBezTo>
                  <a:cubicBezTo>
                    <a:pt x="4327" y="10119"/>
                    <a:pt x="4470" y="10137"/>
                    <a:pt x="4611" y="10137"/>
                  </a:cubicBezTo>
                  <a:cubicBezTo>
                    <a:pt x="5356" y="10137"/>
                    <a:pt x="6039" y="9642"/>
                    <a:pt x="6247" y="8893"/>
                  </a:cubicBezTo>
                  <a:cubicBezTo>
                    <a:pt x="6262" y="8832"/>
                    <a:pt x="6305" y="8675"/>
                    <a:pt x="6616" y="8515"/>
                  </a:cubicBezTo>
                  <a:cubicBezTo>
                    <a:pt x="7899" y="7851"/>
                    <a:pt x="8787" y="6613"/>
                    <a:pt x="9007" y="5188"/>
                  </a:cubicBezTo>
                  <a:cubicBezTo>
                    <a:pt x="9230" y="3760"/>
                    <a:pt x="8756" y="2313"/>
                    <a:pt x="7736" y="1290"/>
                  </a:cubicBezTo>
                  <a:cubicBezTo>
                    <a:pt x="6918" y="472"/>
                    <a:pt x="5749" y="1"/>
                    <a:pt x="453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994" name="Google Shape;1994;p43"/>
            <p:cNvSpPr/>
            <p:nvPr/>
          </p:nvSpPr>
          <p:spPr>
            <a:xfrm>
              <a:off x="1088475" y="5334425"/>
              <a:ext cx="88350" cy="84925"/>
            </a:xfrm>
            <a:custGeom>
              <a:rect b="b" l="l" r="r" t="t"/>
              <a:pathLst>
                <a:path extrusionOk="0" h="3397" w="3534">
                  <a:moveTo>
                    <a:pt x="1829" y="1129"/>
                  </a:moveTo>
                  <a:cubicBezTo>
                    <a:pt x="2121" y="1129"/>
                    <a:pt x="2401" y="1356"/>
                    <a:pt x="2401" y="1697"/>
                  </a:cubicBezTo>
                  <a:cubicBezTo>
                    <a:pt x="2401" y="2011"/>
                    <a:pt x="2147" y="2265"/>
                    <a:pt x="1833" y="2265"/>
                  </a:cubicBezTo>
                  <a:cubicBezTo>
                    <a:pt x="1329" y="2265"/>
                    <a:pt x="1075" y="1655"/>
                    <a:pt x="1432" y="1296"/>
                  </a:cubicBezTo>
                  <a:cubicBezTo>
                    <a:pt x="1548" y="1181"/>
                    <a:pt x="1690" y="1129"/>
                    <a:pt x="1829" y="1129"/>
                  </a:cubicBezTo>
                  <a:close/>
                  <a:moveTo>
                    <a:pt x="1833" y="0"/>
                  </a:moveTo>
                  <a:cubicBezTo>
                    <a:pt x="1145" y="0"/>
                    <a:pt x="526" y="414"/>
                    <a:pt x="263" y="1048"/>
                  </a:cubicBezTo>
                  <a:cubicBezTo>
                    <a:pt x="0" y="1682"/>
                    <a:pt x="145" y="2413"/>
                    <a:pt x="631" y="2899"/>
                  </a:cubicBezTo>
                  <a:cubicBezTo>
                    <a:pt x="957" y="3224"/>
                    <a:pt x="1391" y="3397"/>
                    <a:pt x="1833" y="3397"/>
                  </a:cubicBezTo>
                  <a:cubicBezTo>
                    <a:pt x="2052" y="3397"/>
                    <a:pt x="2272" y="3354"/>
                    <a:pt x="2482" y="3267"/>
                  </a:cubicBezTo>
                  <a:cubicBezTo>
                    <a:pt x="3116" y="3005"/>
                    <a:pt x="3533" y="2386"/>
                    <a:pt x="3533" y="1697"/>
                  </a:cubicBezTo>
                  <a:cubicBezTo>
                    <a:pt x="3530" y="758"/>
                    <a:pt x="2772" y="0"/>
                    <a:pt x="18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1995" name="Google Shape;1995;p43"/>
          <p:cNvGrpSpPr/>
          <p:nvPr/>
        </p:nvGrpSpPr>
        <p:grpSpPr>
          <a:xfrm>
            <a:off x="721430" y="4181325"/>
            <a:ext cx="276444" cy="276444"/>
            <a:chOff x="2676100" y="4993750"/>
            <a:chExt cx="483125" cy="483125"/>
          </a:xfrm>
        </p:grpSpPr>
        <p:sp>
          <p:nvSpPr>
            <p:cNvPr id="1996" name="Google Shape;1996;p43"/>
            <p:cNvSpPr/>
            <p:nvPr/>
          </p:nvSpPr>
          <p:spPr>
            <a:xfrm>
              <a:off x="2676100" y="4993750"/>
              <a:ext cx="483125" cy="483125"/>
            </a:xfrm>
            <a:custGeom>
              <a:rect b="b" l="l" r="r" t="t"/>
              <a:pathLst>
                <a:path extrusionOk="0" h="19325" w="19325">
                  <a:moveTo>
                    <a:pt x="17628" y="1133"/>
                  </a:moveTo>
                  <a:cubicBezTo>
                    <a:pt x="17939" y="1133"/>
                    <a:pt x="18193" y="1386"/>
                    <a:pt x="18193" y="1700"/>
                  </a:cubicBezTo>
                  <a:lnTo>
                    <a:pt x="18193" y="17628"/>
                  </a:lnTo>
                  <a:cubicBezTo>
                    <a:pt x="18193" y="17939"/>
                    <a:pt x="17939" y="18193"/>
                    <a:pt x="17628" y="18193"/>
                  </a:cubicBezTo>
                  <a:lnTo>
                    <a:pt x="1700" y="18193"/>
                  </a:lnTo>
                  <a:cubicBezTo>
                    <a:pt x="1386" y="18193"/>
                    <a:pt x="1133" y="17939"/>
                    <a:pt x="1133" y="17628"/>
                  </a:cubicBezTo>
                  <a:lnTo>
                    <a:pt x="1133" y="1700"/>
                  </a:lnTo>
                  <a:cubicBezTo>
                    <a:pt x="1133" y="1386"/>
                    <a:pt x="1386" y="1133"/>
                    <a:pt x="1700" y="1133"/>
                  </a:cubicBezTo>
                  <a:close/>
                  <a:moveTo>
                    <a:pt x="1700" y="1"/>
                  </a:moveTo>
                  <a:cubicBezTo>
                    <a:pt x="761" y="1"/>
                    <a:pt x="0" y="761"/>
                    <a:pt x="0" y="1700"/>
                  </a:cubicBezTo>
                  <a:lnTo>
                    <a:pt x="0" y="17628"/>
                  </a:lnTo>
                  <a:cubicBezTo>
                    <a:pt x="0" y="18564"/>
                    <a:pt x="761" y="19325"/>
                    <a:pt x="1700" y="19325"/>
                  </a:cubicBezTo>
                  <a:lnTo>
                    <a:pt x="17628" y="19325"/>
                  </a:lnTo>
                  <a:cubicBezTo>
                    <a:pt x="18564" y="19325"/>
                    <a:pt x="19325" y="18564"/>
                    <a:pt x="19325" y="17628"/>
                  </a:cubicBezTo>
                  <a:lnTo>
                    <a:pt x="19325" y="1700"/>
                  </a:lnTo>
                  <a:cubicBezTo>
                    <a:pt x="19325" y="761"/>
                    <a:pt x="18564" y="1"/>
                    <a:pt x="1762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997" name="Google Shape;1997;p43"/>
            <p:cNvSpPr/>
            <p:nvPr/>
          </p:nvSpPr>
          <p:spPr>
            <a:xfrm>
              <a:off x="2776125" y="5051350"/>
              <a:ext cx="141550" cy="367950"/>
            </a:xfrm>
            <a:custGeom>
              <a:rect b="b" l="l" r="r" t="t"/>
              <a:pathLst>
                <a:path extrusionOk="0" h="14718" w="5662">
                  <a:moveTo>
                    <a:pt x="4529" y="4530"/>
                  </a:moveTo>
                  <a:lnTo>
                    <a:pt x="4529" y="5094"/>
                  </a:lnTo>
                  <a:cubicBezTo>
                    <a:pt x="4529" y="5408"/>
                    <a:pt x="4276" y="5662"/>
                    <a:pt x="3965" y="5662"/>
                  </a:cubicBezTo>
                  <a:cubicBezTo>
                    <a:pt x="3651" y="5662"/>
                    <a:pt x="3397" y="5912"/>
                    <a:pt x="3397" y="6226"/>
                  </a:cubicBezTo>
                  <a:lnTo>
                    <a:pt x="3397" y="13020"/>
                  </a:lnTo>
                  <a:cubicBezTo>
                    <a:pt x="3397" y="13334"/>
                    <a:pt x="3143" y="13585"/>
                    <a:pt x="2832" y="13585"/>
                  </a:cubicBezTo>
                  <a:cubicBezTo>
                    <a:pt x="2518" y="13585"/>
                    <a:pt x="2265" y="13334"/>
                    <a:pt x="2265" y="13020"/>
                  </a:cubicBezTo>
                  <a:lnTo>
                    <a:pt x="2265" y="6226"/>
                  </a:lnTo>
                  <a:cubicBezTo>
                    <a:pt x="2265" y="5912"/>
                    <a:pt x="2011" y="5662"/>
                    <a:pt x="1700" y="5662"/>
                  </a:cubicBezTo>
                  <a:cubicBezTo>
                    <a:pt x="1386" y="5662"/>
                    <a:pt x="1132" y="5408"/>
                    <a:pt x="1132" y="5094"/>
                  </a:cubicBezTo>
                  <a:lnTo>
                    <a:pt x="1132" y="4530"/>
                  </a:lnTo>
                  <a:close/>
                  <a:moveTo>
                    <a:pt x="568" y="0"/>
                  </a:moveTo>
                  <a:cubicBezTo>
                    <a:pt x="254" y="0"/>
                    <a:pt x="0" y="251"/>
                    <a:pt x="0" y="565"/>
                  </a:cubicBezTo>
                  <a:lnTo>
                    <a:pt x="0" y="5094"/>
                  </a:lnTo>
                  <a:cubicBezTo>
                    <a:pt x="0" y="5813"/>
                    <a:pt x="453" y="6456"/>
                    <a:pt x="1132" y="6694"/>
                  </a:cubicBezTo>
                  <a:lnTo>
                    <a:pt x="1132" y="13020"/>
                  </a:lnTo>
                  <a:cubicBezTo>
                    <a:pt x="1132" y="13959"/>
                    <a:pt x="1893" y="14717"/>
                    <a:pt x="2832" y="14717"/>
                  </a:cubicBezTo>
                  <a:cubicBezTo>
                    <a:pt x="3768" y="14717"/>
                    <a:pt x="4529" y="13959"/>
                    <a:pt x="4529" y="13020"/>
                  </a:cubicBezTo>
                  <a:lnTo>
                    <a:pt x="4529" y="6694"/>
                  </a:lnTo>
                  <a:cubicBezTo>
                    <a:pt x="5209" y="6456"/>
                    <a:pt x="5662" y="5813"/>
                    <a:pt x="5662" y="5094"/>
                  </a:cubicBezTo>
                  <a:lnTo>
                    <a:pt x="5662" y="565"/>
                  </a:lnTo>
                  <a:cubicBezTo>
                    <a:pt x="5662" y="251"/>
                    <a:pt x="5408" y="0"/>
                    <a:pt x="5097" y="0"/>
                  </a:cubicBezTo>
                  <a:cubicBezTo>
                    <a:pt x="4783" y="0"/>
                    <a:pt x="4529" y="251"/>
                    <a:pt x="4529" y="565"/>
                  </a:cubicBezTo>
                  <a:lnTo>
                    <a:pt x="4529" y="3397"/>
                  </a:lnTo>
                  <a:lnTo>
                    <a:pt x="3397" y="3397"/>
                  </a:lnTo>
                  <a:lnTo>
                    <a:pt x="3397" y="565"/>
                  </a:lnTo>
                  <a:cubicBezTo>
                    <a:pt x="3397" y="251"/>
                    <a:pt x="3143" y="0"/>
                    <a:pt x="2832" y="0"/>
                  </a:cubicBezTo>
                  <a:cubicBezTo>
                    <a:pt x="2518" y="0"/>
                    <a:pt x="2265" y="251"/>
                    <a:pt x="2265" y="565"/>
                  </a:cubicBezTo>
                  <a:lnTo>
                    <a:pt x="2265" y="3397"/>
                  </a:lnTo>
                  <a:lnTo>
                    <a:pt x="1132" y="3397"/>
                  </a:lnTo>
                  <a:lnTo>
                    <a:pt x="1132" y="565"/>
                  </a:lnTo>
                  <a:cubicBezTo>
                    <a:pt x="1132" y="251"/>
                    <a:pt x="879" y="0"/>
                    <a:pt x="56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998" name="Google Shape;1998;p43"/>
            <p:cNvSpPr/>
            <p:nvPr/>
          </p:nvSpPr>
          <p:spPr>
            <a:xfrm>
              <a:off x="2945950" y="5051350"/>
              <a:ext cx="113275" cy="367950"/>
            </a:xfrm>
            <a:custGeom>
              <a:rect b="b" l="l" r="r" t="t"/>
              <a:pathLst>
                <a:path extrusionOk="0" h="14718" w="4531">
                  <a:moveTo>
                    <a:pt x="3398" y="1187"/>
                  </a:moveTo>
                  <a:lnTo>
                    <a:pt x="3398" y="13020"/>
                  </a:lnTo>
                  <a:cubicBezTo>
                    <a:pt x="3398" y="13334"/>
                    <a:pt x="3144" y="13585"/>
                    <a:pt x="2833" y="13585"/>
                  </a:cubicBezTo>
                  <a:cubicBezTo>
                    <a:pt x="2519" y="13585"/>
                    <a:pt x="2266" y="13334"/>
                    <a:pt x="2266" y="13020"/>
                  </a:cubicBezTo>
                  <a:lnTo>
                    <a:pt x="2266" y="8491"/>
                  </a:lnTo>
                  <a:cubicBezTo>
                    <a:pt x="2266" y="8177"/>
                    <a:pt x="2012" y="7926"/>
                    <a:pt x="1701" y="7926"/>
                  </a:cubicBezTo>
                  <a:lnTo>
                    <a:pt x="1133" y="7926"/>
                  </a:lnTo>
                  <a:lnTo>
                    <a:pt x="1133" y="3962"/>
                  </a:lnTo>
                  <a:cubicBezTo>
                    <a:pt x="1136" y="2618"/>
                    <a:pt x="2081" y="1459"/>
                    <a:pt x="3398" y="1187"/>
                  </a:cubicBezTo>
                  <a:close/>
                  <a:moveTo>
                    <a:pt x="3965" y="0"/>
                  </a:moveTo>
                  <a:cubicBezTo>
                    <a:pt x="1776" y="0"/>
                    <a:pt x="4" y="1773"/>
                    <a:pt x="1" y="3962"/>
                  </a:cubicBezTo>
                  <a:lnTo>
                    <a:pt x="1" y="8491"/>
                  </a:lnTo>
                  <a:cubicBezTo>
                    <a:pt x="1" y="8805"/>
                    <a:pt x="255" y="9059"/>
                    <a:pt x="569" y="9059"/>
                  </a:cubicBezTo>
                  <a:lnTo>
                    <a:pt x="1133" y="9059"/>
                  </a:lnTo>
                  <a:lnTo>
                    <a:pt x="1133" y="13020"/>
                  </a:lnTo>
                  <a:cubicBezTo>
                    <a:pt x="1133" y="13959"/>
                    <a:pt x="1894" y="14717"/>
                    <a:pt x="2833" y="14717"/>
                  </a:cubicBezTo>
                  <a:cubicBezTo>
                    <a:pt x="3769" y="14717"/>
                    <a:pt x="4530" y="13959"/>
                    <a:pt x="4530" y="13020"/>
                  </a:cubicBezTo>
                  <a:lnTo>
                    <a:pt x="4530" y="565"/>
                  </a:lnTo>
                  <a:cubicBezTo>
                    <a:pt x="4530" y="251"/>
                    <a:pt x="4276" y="0"/>
                    <a:pt x="396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1999" name="Google Shape;1999;p43"/>
          <p:cNvGrpSpPr/>
          <p:nvPr/>
        </p:nvGrpSpPr>
        <p:grpSpPr>
          <a:xfrm>
            <a:off x="1159768" y="4181469"/>
            <a:ext cx="279826" cy="279729"/>
            <a:chOff x="3270550" y="4993750"/>
            <a:chExt cx="483125" cy="483125"/>
          </a:xfrm>
        </p:grpSpPr>
        <p:sp>
          <p:nvSpPr>
            <p:cNvPr id="2000" name="Google Shape;2000;p43"/>
            <p:cNvSpPr/>
            <p:nvPr/>
          </p:nvSpPr>
          <p:spPr>
            <a:xfrm>
              <a:off x="3270550" y="4993750"/>
              <a:ext cx="483125" cy="483125"/>
            </a:xfrm>
            <a:custGeom>
              <a:rect b="b" l="l" r="r" t="t"/>
              <a:pathLst>
                <a:path extrusionOk="0" h="19325" w="19325">
                  <a:moveTo>
                    <a:pt x="17628" y="1133"/>
                  </a:moveTo>
                  <a:cubicBezTo>
                    <a:pt x="17939" y="1133"/>
                    <a:pt x="18193" y="1386"/>
                    <a:pt x="18193" y="1700"/>
                  </a:cubicBezTo>
                  <a:lnTo>
                    <a:pt x="18193" y="17628"/>
                  </a:lnTo>
                  <a:cubicBezTo>
                    <a:pt x="18193" y="17939"/>
                    <a:pt x="17939" y="18193"/>
                    <a:pt x="17628" y="18193"/>
                  </a:cubicBezTo>
                  <a:lnTo>
                    <a:pt x="1700" y="18193"/>
                  </a:lnTo>
                  <a:cubicBezTo>
                    <a:pt x="1386" y="18193"/>
                    <a:pt x="1133" y="17939"/>
                    <a:pt x="1133" y="17628"/>
                  </a:cubicBezTo>
                  <a:lnTo>
                    <a:pt x="1133" y="1700"/>
                  </a:lnTo>
                  <a:cubicBezTo>
                    <a:pt x="1133" y="1386"/>
                    <a:pt x="1386" y="1133"/>
                    <a:pt x="1700" y="1133"/>
                  </a:cubicBezTo>
                  <a:close/>
                  <a:moveTo>
                    <a:pt x="1700" y="1"/>
                  </a:moveTo>
                  <a:cubicBezTo>
                    <a:pt x="761" y="1"/>
                    <a:pt x="1" y="761"/>
                    <a:pt x="1" y="1700"/>
                  </a:cubicBezTo>
                  <a:lnTo>
                    <a:pt x="1" y="17628"/>
                  </a:lnTo>
                  <a:cubicBezTo>
                    <a:pt x="1" y="18564"/>
                    <a:pt x="761" y="19325"/>
                    <a:pt x="1700" y="19325"/>
                  </a:cubicBezTo>
                  <a:lnTo>
                    <a:pt x="17628" y="19325"/>
                  </a:lnTo>
                  <a:cubicBezTo>
                    <a:pt x="18564" y="19325"/>
                    <a:pt x="19325" y="18564"/>
                    <a:pt x="19325" y="17628"/>
                  </a:cubicBezTo>
                  <a:lnTo>
                    <a:pt x="19325" y="1700"/>
                  </a:lnTo>
                  <a:cubicBezTo>
                    <a:pt x="19325" y="761"/>
                    <a:pt x="18564" y="1"/>
                    <a:pt x="1762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001" name="Google Shape;2001;p43"/>
            <p:cNvSpPr/>
            <p:nvPr/>
          </p:nvSpPr>
          <p:spPr>
            <a:xfrm>
              <a:off x="3469675" y="5079600"/>
              <a:ext cx="88275" cy="85000"/>
            </a:xfrm>
            <a:custGeom>
              <a:rect b="b" l="l" r="r" t="t"/>
              <a:pathLst>
                <a:path extrusionOk="0" h="3400" w="3531">
                  <a:moveTo>
                    <a:pt x="1698" y="1135"/>
                  </a:moveTo>
                  <a:cubicBezTo>
                    <a:pt x="2202" y="1135"/>
                    <a:pt x="2456" y="1742"/>
                    <a:pt x="2099" y="2101"/>
                  </a:cubicBezTo>
                  <a:cubicBezTo>
                    <a:pt x="1983" y="2216"/>
                    <a:pt x="1842" y="2268"/>
                    <a:pt x="1703" y="2268"/>
                  </a:cubicBezTo>
                  <a:cubicBezTo>
                    <a:pt x="1411" y="2268"/>
                    <a:pt x="1133" y="2041"/>
                    <a:pt x="1133" y="1700"/>
                  </a:cubicBezTo>
                  <a:cubicBezTo>
                    <a:pt x="1133" y="1386"/>
                    <a:pt x="1384" y="1135"/>
                    <a:pt x="1698" y="1135"/>
                  </a:cubicBezTo>
                  <a:close/>
                  <a:moveTo>
                    <a:pt x="1698" y="0"/>
                  </a:moveTo>
                  <a:cubicBezTo>
                    <a:pt x="1479" y="0"/>
                    <a:pt x="1259" y="42"/>
                    <a:pt x="1049" y="129"/>
                  </a:cubicBezTo>
                  <a:cubicBezTo>
                    <a:pt x="415" y="392"/>
                    <a:pt x="1" y="1011"/>
                    <a:pt x="1" y="1700"/>
                  </a:cubicBezTo>
                  <a:cubicBezTo>
                    <a:pt x="1" y="2639"/>
                    <a:pt x="759" y="3397"/>
                    <a:pt x="1698" y="3400"/>
                  </a:cubicBezTo>
                  <a:cubicBezTo>
                    <a:pt x="2386" y="3400"/>
                    <a:pt x="3005" y="2983"/>
                    <a:pt x="3268" y="2349"/>
                  </a:cubicBezTo>
                  <a:cubicBezTo>
                    <a:pt x="3531" y="1715"/>
                    <a:pt x="3386" y="984"/>
                    <a:pt x="2900" y="498"/>
                  </a:cubicBezTo>
                  <a:cubicBezTo>
                    <a:pt x="2574" y="173"/>
                    <a:pt x="2140" y="0"/>
                    <a:pt x="169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002" name="Google Shape;2002;p43"/>
            <p:cNvSpPr/>
            <p:nvPr/>
          </p:nvSpPr>
          <p:spPr>
            <a:xfrm>
              <a:off x="3441375" y="5192875"/>
              <a:ext cx="141475" cy="198175"/>
            </a:xfrm>
            <a:custGeom>
              <a:rect b="b" l="l" r="r" t="t"/>
              <a:pathLst>
                <a:path extrusionOk="0" h="7927" w="5659">
                  <a:moveTo>
                    <a:pt x="3397" y="1133"/>
                  </a:moveTo>
                  <a:lnTo>
                    <a:pt x="3397" y="6795"/>
                  </a:lnTo>
                  <a:lnTo>
                    <a:pt x="2265" y="6795"/>
                  </a:lnTo>
                  <a:lnTo>
                    <a:pt x="2265" y="1133"/>
                  </a:lnTo>
                  <a:close/>
                  <a:moveTo>
                    <a:pt x="565" y="1"/>
                  </a:moveTo>
                  <a:cubicBezTo>
                    <a:pt x="251" y="1"/>
                    <a:pt x="1" y="251"/>
                    <a:pt x="1" y="565"/>
                  </a:cubicBezTo>
                  <a:cubicBezTo>
                    <a:pt x="1" y="879"/>
                    <a:pt x="251" y="1133"/>
                    <a:pt x="565" y="1133"/>
                  </a:cubicBezTo>
                  <a:lnTo>
                    <a:pt x="1133" y="1133"/>
                  </a:lnTo>
                  <a:lnTo>
                    <a:pt x="1133" y="6795"/>
                  </a:lnTo>
                  <a:lnTo>
                    <a:pt x="565" y="6795"/>
                  </a:lnTo>
                  <a:cubicBezTo>
                    <a:pt x="251" y="6795"/>
                    <a:pt x="1" y="7045"/>
                    <a:pt x="1" y="7359"/>
                  </a:cubicBezTo>
                  <a:cubicBezTo>
                    <a:pt x="1" y="7673"/>
                    <a:pt x="251" y="7927"/>
                    <a:pt x="565" y="7927"/>
                  </a:cubicBezTo>
                  <a:lnTo>
                    <a:pt x="5094" y="7927"/>
                  </a:lnTo>
                  <a:cubicBezTo>
                    <a:pt x="5408" y="7927"/>
                    <a:pt x="5659" y="7673"/>
                    <a:pt x="5659" y="7359"/>
                  </a:cubicBezTo>
                  <a:cubicBezTo>
                    <a:pt x="5659" y="7045"/>
                    <a:pt x="5408" y="6795"/>
                    <a:pt x="5094" y="6795"/>
                  </a:cubicBezTo>
                  <a:lnTo>
                    <a:pt x="4530" y="6795"/>
                  </a:lnTo>
                  <a:lnTo>
                    <a:pt x="4530" y="565"/>
                  </a:lnTo>
                  <a:cubicBezTo>
                    <a:pt x="4530" y="251"/>
                    <a:pt x="4276" y="1"/>
                    <a:pt x="39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2003" name="Google Shape;2003;p43"/>
          <p:cNvGrpSpPr/>
          <p:nvPr/>
        </p:nvGrpSpPr>
        <p:grpSpPr>
          <a:xfrm>
            <a:off x="7263314" y="3747764"/>
            <a:ext cx="285382" cy="285285"/>
            <a:chOff x="1487200" y="4993750"/>
            <a:chExt cx="483125" cy="483125"/>
          </a:xfrm>
        </p:grpSpPr>
        <p:sp>
          <p:nvSpPr>
            <p:cNvPr id="2004" name="Google Shape;2004;p43"/>
            <p:cNvSpPr/>
            <p:nvPr/>
          </p:nvSpPr>
          <p:spPr>
            <a:xfrm>
              <a:off x="1487200" y="4993750"/>
              <a:ext cx="483125" cy="483125"/>
            </a:xfrm>
            <a:custGeom>
              <a:rect b="b" l="l" r="r" t="t"/>
              <a:pathLst>
                <a:path extrusionOk="0" h="19325" w="19325">
                  <a:moveTo>
                    <a:pt x="9662" y="1133"/>
                  </a:moveTo>
                  <a:cubicBezTo>
                    <a:pt x="11824" y="1133"/>
                    <a:pt x="13983" y="1975"/>
                    <a:pt x="15668" y="3657"/>
                  </a:cubicBezTo>
                  <a:cubicBezTo>
                    <a:pt x="19035" y="7027"/>
                    <a:pt x="19035" y="12302"/>
                    <a:pt x="15668" y="15668"/>
                  </a:cubicBezTo>
                  <a:cubicBezTo>
                    <a:pt x="13983" y="17352"/>
                    <a:pt x="11822" y="18193"/>
                    <a:pt x="9661" y="18193"/>
                  </a:cubicBezTo>
                  <a:cubicBezTo>
                    <a:pt x="7500" y="18193"/>
                    <a:pt x="5340" y="17352"/>
                    <a:pt x="3657" y="15668"/>
                  </a:cubicBezTo>
                  <a:cubicBezTo>
                    <a:pt x="290" y="12302"/>
                    <a:pt x="290" y="7024"/>
                    <a:pt x="3657" y="3657"/>
                  </a:cubicBezTo>
                  <a:cubicBezTo>
                    <a:pt x="5342" y="1975"/>
                    <a:pt x="7500" y="1133"/>
                    <a:pt x="9662" y="1133"/>
                  </a:cubicBezTo>
                  <a:close/>
                  <a:moveTo>
                    <a:pt x="9662" y="1"/>
                  </a:moveTo>
                  <a:cubicBezTo>
                    <a:pt x="7117" y="1"/>
                    <a:pt x="4698" y="1015"/>
                    <a:pt x="2857" y="2857"/>
                  </a:cubicBezTo>
                  <a:cubicBezTo>
                    <a:pt x="1015" y="4699"/>
                    <a:pt x="0" y="7117"/>
                    <a:pt x="0" y="9663"/>
                  </a:cubicBezTo>
                  <a:cubicBezTo>
                    <a:pt x="0" y="12208"/>
                    <a:pt x="1015" y="14627"/>
                    <a:pt x="2857" y="16469"/>
                  </a:cubicBezTo>
                  <a:cubicBezTo>
                    <a:pt x="4698" y="18310"/>
                    <a:pt x="7117" y="19325"/>
                    <a:pt x="9662" y="19325"/>
                  </a:cubicBezTo>
                  <a:cubicBezTo>
                    <a:pt x="12208" y="19325"/>
                    <a:pt x="14626" y="18310"/>
                    <a:pt x="16468" y="16469"/>
                  </a:cubicBezTo>
                  <a:cubicBezTo>
                    <a:pt x="18310" y="14627"/>
                    <a:pt x="19325" y="12208"/>
                    <a:pt x="19325" y="9663"/>
                  </a:cubicBezTo>
                  <a:cubicBezTo>
                    <a:pt x="19325" y="7117"/>
                    <a:pt x="18310" y="4699"/>
                    <a:pt x="16468" y="2857"/>
                  </a:cubicBezTo>
                  <a:cubicBezTo>
                    <a:pt x="14626" y="1015"/>
                    <a:pt x="12208" y="1"/>
                    <a:pt x="96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005" name="Google Shape;2005;p43"/>
            <p:cNvSpPr/>
            <p:nvPr/>
          </p:nvSpPr>
          <p:spPr>
            <a:xfrm>
              <a:off x="1602600" y="5143950"/>
              <a:ext cx="250350" cy="182725"/>
            </a:xfrm>
            <a:custGeom>
              <a:rect b="b" l="l" r="r" t="t"/>
              <a:pathLst>
                <a:path extrusionOk="0" h="7309" w="10014">
                  <a:moveTo>
                    <a:pt x="8149" y="1134"/>
                  </a:moveTo>
                  <a:cubicBezTo>
                    <a:pt x="8294" y="1134"/>
                    <a:pt x="8439" y="1189"/>
                    <a:pt x="8549" y="1300"/>
                  </a:cubicBezTo>
                  <a:cubicBezTo>
                    <a:pt x="8769" y="1520"/>
                    <a:pt x="8769" y="1879"/>
                    <a:pt x="8549" y="2100"/>
                  </a:cubicBezTo>
                  <a:lnTo>
                    <a:pt x="4639" y="6007"/>
                  </a:lnTo>
                  <a:cubicBezTo>
                    <a:pt x="4527" y="6120"/>
                    <a:pt x="4377" y="6177"/>
                    <a:pt x="4227" y="6177"/>
                  </a:cubicBezTo>
                  <a:cubicBezTo>
                    <a:pt x="4081" y="6177"/>
                    <a:pt x="3937" y="6123"/>
                    <a:pt x="3830" y="6016"/>
                  </a:cubicBezTo>
                  <a:lnTo>
                    <a:pt x="1547" y="3748"/>
                  </a:lnTo>
                  <a:cubicBezTo>
                    <a:pt x="1296" y="3534"/>
                    <a:pt x="1281" y="3151"/>
                    <a:pt x="1514" y="2918"/>
                  </a:cubicBezTo>
                  <a:cubicBezTo>
                    <a:pt x="1626" y="2806"/>
                    <a:pt x="1771" y="2750"/>
                    <a:pt x="1916" y="2750"/>
                  </a:cubicBezTo>
                  <a:cubicBezTo>
                    <a:pt x="2074" y="2750"/>
                    <a:pt x="2232" y="2817"/>
                    <a:pt x="2344" y="2948"/>
                  </a:cubicBezTo>
                  <a:lnTo>
                    <a:pt x="3784" y="4388"/>
                  </a:lnTo>
                  <a:cubicBezTo>
                    <a:pt x="3793" y="4401"/>
                    <a:pt x="3805" y="4410"/>
                    <a:pt x="3817" y="4419"/>
                  </a:cubicBezTo>
                  <a:cubicBezTo>
                    <a:pt x="3817" y="4422"/>
                    <a:pt x="3820" y="4422"/>
                    <a:pt x="3823" y="4425"/>
                  </a:cubicBezTo>
                  <a:cubicBezTo>
                    <a:pt x="3934" y="4535"/>
                    <a:pt x="4078" y="4590"/>
                    <a:pt x="4222" y="4590"/>
                  </a:cubicBezTo>
                  <a:cubicBezTo>
                    <a:pt x="4367" y="4590"/>
                    <a:pt x="4512" y="4535"/>
                    <a:pt x="4624" y="4425"/>
                  </a:cubicBezTo>
                  <a:lnTo>
                    <a:pt x="7749" y="1300"/>
                  </a:lnTo>
                  <a:cubicBezTo>
                    <a:pt x="7859" y="1189"/>
                    <a:pt x="8004" y="1134"/>
                    <a:pt x="8149" y="1134"/>
                  </a:cubicBezTo>
                  <a:close/>
                  <a:moveTo>
                    <a:pt x="8146" y="1"/>
                  </a:moveTo>
                  <a:cubicBezTo>
                    <a:pt x="7712" y="1"/>
                    <a:pt x="7279" y="166"/>
                    <a:pt x="6949" y="496"/>
                  </a:cubicBezTo>
                  <a:lnTo>
                    <a:pt x="6946" y="496"/>
                  </a:lnTo>
                  <a:lnTo>
                    <a:pt x="4219" y="3223"/>
                  </a:lnTo>
                  <a:lnTo>
                    <a:pt x="3144" y="2148"/>
                  </a:lnTo>
                  <a:cubicBezTo>
                    <a:pt x="2808" y="1779"/>
                    <a:pt x="2348" y="1594"/>
                    <a:pt x="1887" y="1594"/>
                  </a:cubicBezTo>
                  <a:cubicBezTo>
                    <a:pt x="1453" y="1594"/>
                    <a:pt x="1019" y="1758"/>
                    <a:pt x="686" y="2091"/>
                  </a:cubicBezTo>
                  <a:cubicBezTo>
                    <a:pt x="1" y="2776"/>
                    <a:pt x="28" y="3896"/>
                    <a:pt x="747" y="4549"/>
                  </a:cubicBezTo>
                  <a:lnTo>
                    <a:pt x="3029" y="6819"/>
                  </a:lnTo>
                  <a:cubicBezTo>
                    <a:pt x="3344" y="7131"/>
                    <a:pt x="3768" y="7308"/>
                    <a:pt x="4214" y="7308"/>
                  </a:cubicBezTo>
                  <a:cubicBezTo>
                    <a:pt x="4218" y="7308"/>
                    <a:pt x="4221" y="7308"/>
                    <a:pt x="4225" y="7308"/>
                  </a:cubicBezTo>
                  <a:cubicBezTo>
                    <a:pt x="4678" y="7308"/>
                    <a:pt x="5116" y="7127"/>
                    <a:pt x="5439" y="6807"/>
                  </a:cubicBezTo>
                  <a:lnTo>
                    <a:pt x="9349" y="2900"/>
                  </a:lnTo>
                  <a:cubicBezTo>
                    <a:pt x="10013" y="2236"/>
                    <a:pt x="10013" y="1161"/>
                    <a:pt x="9349" y="499"/>
                  </a:cubicBezTo>
                  <a:cubicBezTo>
                    <a:pt x="9017" y="167"/>
                    <a:pt x="8581" y="1"/>
                    <a:pt x="81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2006" name="Google Shape;2006;p43"/>
          <p:cNvGrpSpPr/>
          <p:nvPr/>
        </p:nvGrpSpPr>
        <p:grpSpPr>
          <a:xfrm>
            <a:off x="6834368" y="3740501"/>
            <a:ext cx="283981" cy="283836"/>
            <a:chOff x="2081650" y="4993750"/>
            <a:chExt cx="483125" cy="483125"/>
          </a:xfrm>
        </p:grpSpPr>
        <p:sp>
          <p:nvSpPr>
            <p:cNvPr id="2007" name="Google Shape;2007;p43"/>
            <p:cNvSpPr/>
            <p:nvPr/>
          </p:nvSpPr>
          <p:spPr>
            <a:xfrm>
              <a:off x="2081650" y="4993750"/>
              <a:ext cx="483125" cy="483125"/>
            </a:xfrm>
            <a:custGeom>
              <a:rect b="b" l="l" r="r" t="t"/>
              <a:pathLst>
                <a:path extrusionOk="0" h="19325" w="19325">
                  <a:moveTo>
                    <a:pt x="9663" y="1133"/>
                  </a:moveTo>
                  <a:cubicBezTo>
                    <a:pt x="11824" y="1133"/>
                    <a:pt x="13983" y="1975"/>
                    <a:pt x="15668" y="3657"/>
                  </a:cubicBezTo>
                  <a:cubicBezTo>
                    <a:pt x="19035" y="7027"/>
                    <a:pt x="19035" y="12302"/>
                    <a:pt x="15668" y="15668"/>
                  </a:cubicBezTo>
                  <a:cubicBezTo>
                    <a:pt x="13983" y="17350"/>
                    <a:pt x="11824" y="18193"/>
                    <a:pt x="9663" y="18193"/>
                  </a:cubicBezTo>
                  <a:cubicBezTo>
                    <a:pt x="7501" y="18193"/>
                    <a:pt x="5342" y="17350"/>
                    <a:pt x="3657" y="15668"/>
                  </a:cubicBezTo>
                  <a:cubicBezTo>
                    <a:pt x="290" y="12302"/>
                    <a:pt x="290" y="7024"/>
                    <a:pt x="3657" y="3657"/>
                  </a:cubicBezTo>
                  <a:cubicBezTo>
                    <a:pt x="5342" y="1975"/>
                    <a:pt x="7501" y="1133"/>
                    <a:pt x="9663" y="1133"/>
                  </a:cubicBezTo>
                  <a:close/>
                  <a:moveTo>
                    <a:pt x="9663" y="1"/>
                  </a:moveTo>
                  <a:cubicBezTo>
                    <a:pt x="7117" y="1"/>
                    <a:pt x="4699" y="1015"/>
                    <a:pt x="2857" y="2857"/>
                  </a:cubicBezTo>
                  <a:cubicBezTo>
                    <a:pt x="1015" y="4699"/>
                    <a:pt x="0" y="7117"/>
                    <a:pt x="0" y="9663"/>
                  </a:cubicBezTo>
                  <a:cubicBezTo>
                    <a:pt x="0" y="12208"/>
                    <a:pt x="1015" y="14627"/>
                    <a:pt x="2857" y="16469"/>
                  </a:cubicBezTo>
                  <a:cubicBezTo>
                    <a:pt x="4699" y="18310"/>
                    <a:pt x="7117" y="19325"/>
                    <a:pt x="9663" y="19325"/>
                  </a:cubicBezTo>
                  <a:cubicBezTo>
                    <a:pt x="12208" y="19325"/>
                    <a:pt x="14626" y="18310"/>
                    <a:pt x="16468" y="16469"/>
                  </a:cubicBezTo>
                  <a:cubicBezTo>
                    <a:pt x="18310" y="14627"/>
                    <a:pt x="19325" y="12208"/>
                    <a:pt x="19325" y="9663"/>
                  </a:cubicBezTo>
                  <a:cubicBezTo>
                    <a:pt x="19325" y="7117"/>
                    <a:pt x="18310" y="4699"/>
                    <a:pt x="16468" y="2857"/>
                  </a:cubicBezTo>
                  <a:cubicBezTo>
                    <a:pt x="14626" y="1015"/>
                    <a:pt x="12208" y="1"/>
                    <a:pt x="966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008" name="Google Shape;2008;p43"/>
            <p:cNvSpPr/>
            <p:nvPr/>
          </p:nvSpPr>
          <p:spPr>
            <a:xfrm>
              <a:off x="2209375" y="5125625"/>
              <a:ext cx="227600" cy="219350"/>
            </a:xfrm>
            <a:custGeom>
              <a:rect b="b" l="l" r="r" t="t"/>
              <a:pathLst>
                <a:path extrusionOk="0" h="8774" w="9104">
                  <a:moveTo>
                    <a:pt x="7232" y="1143"/>
                  </a:moveTo>
                  <a:cubicBezTo>
                    <a:pt x="7377" y="1143"/>
                    <a:pt x="7522" y="1198"/>
                    <a:pt x="7633" y="1308"/>
                  </a:cubicBezTo>
                  <a:cubicBezTo>
                    <a:pt x="7851" y="1528"/>
                    <a:pt x="7854" y="1882"/>
                    <a:pt x="7639" y="2102"/>
                  </a:cubicBezTo>
                  <a:lnTo>
                    <a:pt x="5755" y="3986"/>
                  </a:lnTo>
                  <a:cubicBezTo>
                    <a:pt x="5532" y="4210"/>
                    <a:pt x="5532" y="4566"/>
                    <a:pt x="5755" y="4789"/>
                  </a:cubicBezTo>
                  <a:lnTo>
                    <a:pt x="7639" y="6673"/>
                  </a:lnTo>
                  <a:cubicBezTo>
                    <a:pt x="7854" y="6894"/>
                    <a:pt x="7851" y="7247"/>
                    <a:pt x="7633" y="7468"/>
                  </a:cubicBezTo>
                  <a:cubicBezTo>
                    <a:pt x="7522" y="7577"/>
                    <a:pt x="7377" y="7633"/>
                    <a:pt x="7232" y="7633"/>
                  </a:cubicBezTo>
                  <a:cubicBezTo>
                    <a:pt x="7090" y="7633"/>
                    <a:pt x="6948" y="7580"/>
                    <a:pt x="6839" y="7474"/>
                  </a:cubicBezTo>
                  <a:lnTo>
                    <a:pt x="6830" y="7468"/>
                  </a:lnTo>
                  <a:lnTo>
                    <a:pt x="4946" y="5650"/>
                  </a:lnTo>
                  <a:cubicBezTo>
                    <a:pt x="4836" y="5544"/>
                    <a:pt x="4695" y="5491"/>
                    <a:pt x="4554" y="5491"/>
                  </a:cubicBezTo>
                  <a:cubicBezTo>
                    <a:pt x="4412" y="5491"/>
                    <a:pt x="4271" y="5544"/>
                    <a:pt x="4161" y="5650"/>
                  </a:cubicBezTo>
                  <a:lnTo>
                    <a:pt x="2277" y="7468"/>
                  </a:lnTo>
                  <a:lnTo>
                    <a:pt x="2268" y="7474"/>
                  </a:lnTo>
                  <a:cubicBezTo>
                    <a:pt x="2159" y="7580"/>
                    <a:pt x="2017" y="7633"/>
                    <a:pt x="1875" y="7633"/>
                  </a:cubicBezTo>
                  <a:cubicBezTo>
                    <a:pt x="1730" y="7633"/>
                    <a:pt x="1585" y="7577"/>
                    <a:pt x="1474" y="7468"/>
                  </a:cubicBezTo>
                  <a:cubicBezTo>
                    <a:pt x="1256" y="7247"/>
                    <a:pt x="1253" y="6894"/>
                    <a:pt x="1468" y="6673"/>
                  </a:cubicBezTo>
                  <a:lnTo>
                    <a:pt x="3352" y="4789"/>
                  </a:lnTo>
                  <a:cubicBezTo>
                    <a:pt x="3575" y="4566"/>
                    <a:pt x="3575" y="4210"/>
                    <a:pt x="3352" y="3986"/>
                  </a:cubicBezTo>
                  <a:lnTo>
                    <a:pt x="1468" y="2102"/>
                  </a:lnTo>
                  <a:cubicBezTo>
                    <a:pt x="1253" y="1882"/>
                    <a:pt x="1256" y="1528"/>
                    <a:pt x="1474" y="1308"/>
                  </a:cubicBezTo>
                  <a:cubicBezTo>
                    <a:pt x="1585" y="1198"/>
                    <a:pt x="1730" y="1143"/>
                    <a:pt x="1875" y="1143"/>
                  </a:cubicBezTo>
                  <a:cubicBezTo>
                    <a:pt x="2017" y="1143"/>
                    <a:pt x="2159" y="1196"/>
                    <a:pt x="2268" y="1302"/>
                  </a:cubicBezTo>
                  <a:lnTo>
                    <a:pt x="2277" y="1308"/>
                  </a:lnTo>
                  <a:lnTo>
                    <a:pt x="4161" y="3126"/>
                  </a:lnTo>
                  <a:cubicBezTo>
                    <a:pt x="4271" y="3231"/>
                    <a:pt x="4412" y="3284"/>
                    <a:pt x="4554" y="3284"/>
                  </a:cubicBezTo>
                  <a:cubicBezTo>
                    <a:pt x="4695" y="3284"/>
                    <a:pt x="4836" y="3231"/>
                    <a:pt x="4946" y="3126"/>
                  </a:cubicBezTo>
                  <a:lnTo>
                    <a:pt x="6830" y="1308"/>
                  </a:lnTo>
                  <a:lnTo>
                    <a:pt x="6839" y="1302"/>
                  </a:lnTo>
                  <a:cubicBezTo>
                    <a:pt x="6948" y="1196"/>
                    <a:pt x="7090" y="1143"/>
                    <a:pt x="7232" y="1143"/>
                  </a:cubicBezTo>
                  <a:close/>
                  <a:moveTo>
                    <a:pt x="1865" y="0"/>
                  </a:moveTo>
                  <a:cubicBezTo>
                    <a:pt x="1430" y="0"/>
                    <a:pt x="995" y="166"/>
                    <a:pt x="664" y="499"/>
                  </a:cubicBezTo>
                  <a:cubicBezTo>
                    <a:pt x="0" y="1163"/>
                    <a:pt x="3" y="2241"/>
                    <a:pt x="667" y="2902"/>
                  </a:cubicBezTo>
                  <a:lnTo>
                    <a:pt x="2153" y="4388"/>
                  </a:lnTo>
                  <a:lnTo>
                    <a:pt x="667" y="5873"/>
                  </a:lnTo>
                  <a:cubicBezTo>
                    <a:pt x="0" y="6535"/>
                    <a:pt x="0" y="7610"/>
                    <a:pt x="661" y="8274"/>
                  </a:cubicBezTo>
                  <a:cubicBezTo>
                    <a:pt x="995" y="8607"/>
                    <a:pt x="1431" y="8774"/>
                    <a:pt x="1868" y="8774"/>
                  </a:cubicBezTo>
                  <a:cubicBezTo>
                    <a:pt x="2301" y="8774"/>
                    <a:pt x="2734" y="8609"/>
                    <a:pt x="3065" y="8280"/>
                  </a:cubicBezTo>
                  <a:lnTo>
                    <a:pt x="4554" y="6846"/>
                  </a:lnTo>
                  <a:lnTo>
                    <a:pt x="6042" y="8280"/>
                  </a:lnTo>
                  <a:cubicBezTo>
                    <a:pt x="6373" y="8609"/>
                    <a:pt x="6806" y="8774"/>
                    <a:pt x="7239" y="8774"/>
                  </a:cubicBezTo>
                  <a:cubicBezTo>
                    <a:pt x="7675" y="8774"/>
                    <a:pt x="8111" y="8607"/>
                    <a:pt x="8443" y="8274"/>
                  </a:cubicBezTo>
                  <a:cubicBezTo>
                    <a:pt x="9104" y="7610"/>
                    <a:pt x="9104" y="6535"/>
                    <a:pt x="8440" y="5873"/>
                  </a:cubicBezTo>
                  <a:lnTo>
                    <a:pt x="6957" y="4388"/>
                  </a:lnTo>
                  <a:lnTo>
                    <a:pt x="8440" y="2902"/>
                  </a:lnTo>
                  <a:cubicBezTo>
                    <a:pt x="8760" y="2585"/>
                    <a:pt x="8938" y="2153"/>
                    <a:pt x="8938" y="1703"/>
                  </a:cubicBezTo>
                  <a:cubicBezTo>
                    <a:pt x="8938" y="1018"/>
                    <a:pt x="8524" y="399"/>
                    <a:pt x="7893" y="133"/>
                  </a:cubicBezTo>
                  <a:cubicBezTo>
                    <a:pt x="7682" y="46"/>
                    <a:pt x="7460" y="3"/>
                    <a:pt x="7239" y="3"/>
                  </a:cubicBezTo>
                  <a:cubicBezTo>
                    <a:pt x="6799" y="3"/>
                    <a:pt x="6366" y="174"/>
                    <a:pt x="6042" y="496"/>
                  </a:cubicBezTo>
                  <a:lnTo>
                    <a:pt x="4554" y="1930"/>
                  </a:lnTo>
                  <a:lnTo>
                    <a:pt x="3065" y="496"/>
                  </a:lnTo>
                  <a:cubicBezTo>
                    <a:pt x="2733" y="165"/>
                    <a:pt x="2299" y="0"/>
                    <a:pt x="186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2009" name="Google Shape;2009;p43"/>
          <p:cNvGrpSpPr/>
          <p:nvPr/>
        </p:nvGrpSpPr>
        <p:grpSpPr>
          <a:xfrm>
            <a:off x="4213744" y="4174954"/>
            <a:ext cx="280662" cy="280638"/>
            <a:chOff x="5053900" y="4993700"/>
            <a:chExt cx="483150" cy="483275"/>
          </a:xfrm>
        </p:grpSpPr>
        <p:sp>
          <p:nvSpPr>
            <p:cNvPr id="2010" name="Google Shape;2010;p43"/>
            <p:cNvSpPr/>
            <p:nvPr/>
          </p:nvSpPr>
          <p:spPr>
            <a:xfrm>
              <a:off x="5053900" y="4993700"/>
              <a:ext cx="483150" cy="483275"/>
            </a:xfrm>
            <a:custGeom>
              <a:rect b="b" l="l" r="r" t="t"/>
              <a:pathLst>
                <a:path extrusionOk="0" h="19331" w="19326">
                  <a:moveTo>
                    <a:pt x="9470" y="1131"/>
                  </a:moveTo>
                  <a:cubicBezTo>
                    <a:pt x="9519" y="1131"/>
                    <a:pt x="9569" y="1143"/>
                    <a:pt x="9615" y="1165"/>
                  </a:cubicBezTo>
                  <a:lnTo>
                    <a:pt x="17505" y="5208"/>
                  </a:lnTo>
                  <a:lnTo>
                    <a:pt x="14283" y="6820"/>
                  </a:lnTo>
                  <a:lnTo>
                    <a:pt x="6429" y="2720"/>
                  </a:lnTo>
                  <a:lnTo>
                    <a:pt x="9325" y="1168"/>
                  </a:lnTo>
                  <a:cubicBezTo>
                    <a:pt x="9369" y="1143"/>
                    <a:pt x="9419" y="1131"/>
                    <a:pt x="9470" y="1131"/>
                  </a:cubicBezTo>
                  <a:close/>
                  <a:moveTo>
                    <a:pt x="5222" y="3366"/>
                  </a:moveTo>
                  <a:lnTo>
                    <a:pt x="13033" y="7445"/>
                  </a:lnTo>
                  <a:lnTo>
                    <a:pt x="9467" y="9230"/>
                  </a:lnTo>
                  <a:lnTo>
                    <a:pt x="1779" y="5208"/>
                  </a:lnTo>
                  <a:lnTo>
                    <a:pt x="5222" y="3366"/>
                  </a:lnTo>
                  <a:close/>
                  <a:moveTo>
                    <a:pt x="1133" y="6150"/>
                  </a:moveTo>
                  <a:lnTo>
                    <a:pt x="8896" y="10208"/>
                  </a:lnTo>
                  <a:lnTo>
                    <a:pt x="8896" y="17935"/>
                  </a:lnTo>
                  <a:lnTo>
                    <a:pt x="1299" y="13916"/>
                  </a:lnTo>
                  <a:cubicBezTo>
                    <a:pt x="1197" y="13862"/>
                    <a:pt x="1133" y="13753"/>
                    <a:pt x="1133" y="13638"/>
                  </a:cubicBezTo>
                  <a:lnTo>
                    <a:pt x="1133" y="6150"/>
                  </a:lnTo>
                  <a:close/>
                  <a:moveTo>
                    <a:pt x="18193" y="6132"/>
                  </a:moveTo>
                  <a:lnTo>
                    <a:pt x="18193" y="13629"/>
                  </a:lnTo>
                  <a:cubicBezTo>
                    <a:pt x="18193" y="13744"/>
                    <a:pt x="18127" y="13853"/>
                    <a:pt x="18021" y="13907"/>
                  </a:cubicBezTo>
                  <a:lnTo>
                    <a:pt x="10029" y="17953"/>
                  </a:lnTo>
                  <a:lnTo>
                    <a:pt x="10029" y="10217"/>
                  </a:lnTo>
                  <a:lnTo>
                    <a:pt x="13730" y="8363"/>
                  </a:lnTo>
                  <a:lnTo>
                    <a:pt x="13730" y="10281"/>
                  </a:lnTo>
                  <a:cubicBezTo>
                    <a:pt x="13730" y="10592"/>
                    <a:pt x="13984" y="10845"/>
                    <a:pt x="14298" y="10845"/>
                  </a:cubicBezTo>
                  <a:cubicBezTo>
                    <a:pt x="14609" y="10845"/>
                    <a:pt x="14863" y="10592"/>
                    <a:pt x="14863" y="10281"/>
                  </a:cubicBezTo>
                  <a:lnTo>
                    <a:pt x="14863" y="7796"/>
                  </a:lnTo>
                  <a:lnTo>
                    <a:pt x="18193" y="6132"/>
                  </a:lnTo>
                  <a:close/>
                  <a:moveTo>
                    <a:pt x="9472" y="0"/>
                  </a:moveTo>
                  <a:cubicBezTo>
                    <a:pt x="9237" y="0"/>
                    <a:pt x="9002" y="58"/>
                    <a:pt x="8788" y="172"/>
                  </a:cubicBezTo>
                  <a:lnTo>
                    <a:pt x="765" y="4468"/>
                  </a:lnTo>
                  <a:cubicBezTo>
                    <a:pt x="294" y="4719"/>
                    <a:pt x="1" y="5208"/>
                    <a:pt x="1" y="5739"/>
                  </a:cubicBezTo>
                  <a:lnTo>
                    <a:pt x="1" y="13638"/>
                  </a:lnTo>
                  <a:cubicBezTo>
                    <a:pt x="1" y="14173"/>
                    <a:pt x="297" y="14665"/>
                    <a:pt x="771" y="14913"/>
                  </a:cubicBezTo>
                  <a:lnTo>
                    <a:pt x="8797" y="19164"/>
                  </a:lnTo>
                  <a:cubicBezTo>
                    <a:pt x="9008" y="19275"/>
                    <a:pt x="9240" y="19331"/>
                    <a:pt x="9473" y="19331"/>
                  </a:cubicBezTo>
                  <a:cubicBezTo>
                    <a:pt x="9696" y="19331"/>
                    <a:pt x="9920" y="19279"/>
                    <a:pt x="10125" y="19176"/>
                  </a:cubicBezTo>
                  <a:lnTo>
                    <a:pt x="18534" y="14916"/>
                  </a:lnTo>
                  <a:cubicBezTo>
                    <a:pt x="19020" y="14671"/>
                    <a:pt x="19325" y="14173"/>
                    <a:pt x="19325" y="13629"/>
                  </a:cubicBezTo>
                  <a:lnTo>
                    <a:pt x="19325" y="5752"/>
                  </a:lnTo>
                  <a:cubicBezTo>
                    <a:pt x="19325" y="5208"/>
                    <a:pt x="19023" y="4713"/>
                    <a:pt x="18537" y="4465"/>
                  </a:cubicBezTo>
                  <a:lnTo>
                    <a:pt x="10128" y="160"/>
                  </a:lnTo>
                  <a:cubicBezTo>
                    <a:pt x="9923" y="53"/>
                    <a:pt x="9698" y="0"/>
                    <a:pt x="94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011" name="Google Shape;2011;p43"/>
            <p:cNvSpPr/>
            <p:nvPr/>
          </p:nvSpPr>
          <p:spPr>
            <a:xfrm>
              <a:off x="5123725" y="5264025"/>
              <a:ext cx="105200" cy="61775"/>
            </a:xfrm>
            <a:custGeom>
              <a:rect b="b" l="l" r="r" t="t"/>
              <a:pathLst>
                <a:path extrusionOk="0" h="2471" w="4208">
                  <a:moveTo>
                    <a:pt x="3561" y="1"/>
                  </a:moveTo>
                  <a:cubicBezTo>
                    <a:pt x="3462" y="1"/>
                    <a:pt x="3362" y="26"/>
                    <a:pt x="3271" y="81"/>
                  </a:cubicBezTo>
                  <a:lnTo>
                    <a:pt x="1523" y="1122"/>
                  </a:lnTo>
                  <a:lnTo>
                    <a:pt x="1139" y="449"/>
                  </a:lnTo>
                  <a:cubicBezTo>
                    <a:pt x="1035" y="266"/>
                    <a:pt x="844" y="162"/>
                    <a:pt x="647" y="162"/>
                  </a:cubicBezTo>
                  <a:cubicBezTo>
                    <a:pt x="551" y="162"/>
                    <a:pt x="455" y="187"/>
                    <a:pt x="366" y="238"/>
                  </a:cubicBezTo>
                  <a:cubicBezTo>
                    <a:pt x="95" y="392"/>
                    <a:pt x="1" y="736"/>
                    <a:pt x="155" y="1008"/>
                  </a:cubicBezTo>
                  <a:lnTo>
                    <a:pt x="825" y="2185"/>
                  </a:lnTo>
                  <a:lnTo>
                    <a:pt x="831" y="2191"/>
                  </a:lnTo>
                  <a:cubicBezTo>
                    <a:pt x="831" y="2194"/>
                    <a:pt x="831" y="2194"/>
                    <a:pt x="831" y="2194"/>
                  </a:cubicBezTo>
                  <a:cubicBezTo>
                    <a:pt x="834" y="2200"/>
                    <a:pt x="837" y="2203"/>
                    <a:pt x="840" y="2206"/>
                  </a:cubicBezTo>
                  <a:lnTo>
                    <a:pt x="849" y="2224"/>
                  </a:lnTo>
                  <a:lnTo>
                    <a:pt x="861" y="2240"/>
                  </a:lnTo>
                  <a:lnTo>
                    <a:pt x="874" y="2255"/>
                  </a:lnTo>
                  <a:lnTo>
                    <a:pt x="883" y="2270"/>
                  </a:lnTo>
                  <a:lnTo>
                    <a:pt x="898" y="2282"/>
                  </a:lnTo>
                  <a:lnTo>
                    <a:pt x="910" y="2297"/>
                  </a:lnTo>
                  <a:lnTo>
                    <a:pt x="922" y="2312"/>
                  </a:lnTo>
                  <a:lnTo>
                    <a:pt x="937" y="2324"/>
                  </a:lnTo>
                  <a:lnTo>
                    <a:pt x="949" y="2336"/>
                  </a:lnTo>
                  <a:lnTo>
                    <a:pt x="964" y="2348"/>
                  </a:lnTo>
                  <a:cubicBezTo>
                    <a:pt x="970" y="2351"/>
                    <a:pt x="973" y="2354"/>
                    <a:pt x="979" y="2357"/>
                  </a:cubicBezTo>
                  <a:lnTo>
                    <a:pt x="994" y="2369"/>
                  </a:lnTo>
                  <a:lnTo>
                    <a:pt x="1009" y="2378"/>
                  </a:lnTo>
                  <a:lnTo>
                    <a:pt x="1028" y="2391"/>
                  </a:lnTo>
                  <a:lnTo>
                    <a:pt x="1040" y="2400"/>
                  </a:lnTo>
                  <a:lnTo>
                    <a:pt x="1058" y="2409"/>
                  </a:lnTo>
                  <a:lnTo>
                    <a:pt x="1073" y="2415"/>
                  </a:lnTo>
                  <a:cubicBezTo>
                    <a:pt x="1079" y="2418"/>
                    <a:pt x="1085" y="2421"/>
                    <a:pt x="1091" y="2424"/>
                  </a:cubicBezTo>
                  <a:lnTo>
                    <a:pt x="1106" y="2430"/>
                  </a:lnTo>
                  <a:lnTo>
                    <a:pt x="1124" y="2436"/>
                  </a:lnTo>
                  <a:lnTo>
                    <a:pt x="1139" y="2442"/>
                  </a:lnTo>
                  <a:lnTo>
                    <a:pt x="1160" y="2448"/>
                  </a:lnTo>
                  <a:lnTo>
                    <a:pt x="1176" y="2454"/>
                  </a:lnTo>
                  <a:lnTo>
                    <a:pt x="1197" y="2457"/>
                  </a:lnTo>
                  <a:lnTo>
                    <a:pt x="1212" y="2460"/>
                  </a:lnTo>
                  <a:lnTo>
                    <a:pt x="1233" y="2463"/>
                  </a:lnTo>
                  <a:lnTo>
                    <a:pt x="1245" y="2466"/>
                  </a:lnTo>
                  <a:cubicBezTo>
                    <a:pt x="1254" y="2466"/>
                    <a:pt x="1263" y="2466"/>
                    <a:pt x="1269" y="2469"/>
                  </a:cubicBezTo>
                  <a:cubicBezTo>
                    <a:pt x="1272" y="2470"/>
                    <a:pt x="1274" y="2470"/>
                    <a:pt x="1276" y="2470"/>
                  </a:cubicBezTo>
                  <a:cubicBezTo>
                    <a:pt x="1279" y="2470"/>
                    <a:pt x="1279" y="2469"/>
                    <a:pt x="1281" y="2469"/>
                  </a:cubicBezTo>
                  <a:lnTo>
                    <a:pt x="1369" y="2469"/>
                  </a:lnTo>
                  <a:lnTo>
                    <a:pt x="1393" y="2466"/>
                  </a:lnTo>
                  <a:lnTo>
                    <a:pt x="1408" y="2463"/>
                  </a:lnTo>
                  <a:cubicBezTo>
                    <a:pt x="1414" y="2463"/>
                    <a:pt x="1420" y="2463"/>
                    <a:pt x="1426" y="2460"/>
                  </a:cubicBezTo>
                  <a:lnTo>
                    <a:pt x="1444" y="2457"/>
                  </a:lnTo>
                  <a:lnTo>
                    <a:pt x="1462" y="2451"/>
                  </a:lnTo>
                  <a:lnTo>
                    <a:pt x="1480" y="2448"/>
                  </a:lnTo>
                  <a:lnTo>
                    <a:pt x="1499" y="2442"/>
                  </a:lnTo>
                  <a:lnTo>
                    <a:pt x="1517" y="2436"/>
                  </a:lnTo>
                  <a:cubicBezTo>
                    <a:pt x="1523" y="2433"/>
                    <a:pt x="1529" y="2430"/>
                    <a:pt x="1535" y="2427"/>
                  </a:cubicBezTo>
                  <a:lnTo>
                    <a:pt x="1553" y="2421"/>
                  </a:lnTo>
                  <a:lnTo>
                    <a:pt x="1568" y="2412"/>
                  </a:lnTo>
                  <a:lnTo>
                    <a:pt x="1586" y="2403"/>
                  </a:lnTo>
                  <a:cubicBezTo>
                    <a:pt x="1589" y="2403"/>
                    <a:pt x="1595" y="2400"/>
                    <a:pt x="1598" y="2397"/>
                  </a:cubicBezTo>
                  <a:cubicBezTo>
                    <a:pt x="1600" y="2395"/>
                    <a:pt x="1600" y="2395"/>
                    <a:pt x="1601" y="2395"/>
                  </a:cubicBezTo>
                  <a:cubicBezTo>
                    <a:pt x="1601" y="2395"/>
                    <a:pt x="1601" y="2395"/>
                    <a:pt x="1601" y="2394"/>
                  </a:cubicBezTo>
                  <a:lnTo>
                    <a:pt x="1607" y="2391"/>
                  </a:lnTo>
                  <a:lnTo>
                    <a:pt x="3851" y="1053"/>
                  </a:lnTo>
                  <a:cubicBezTo>
                    <a:pt x="4119" y="893"/>
                    <a:pt x="4207" y="546"/>
                    <a:pt x="4047" y="277"/>
                  </a:cubicBezTo>
                  <a:cubicBezTo>
                    <a:pt x="3941" y="99"/>
                    <a:pt x="3753" y="1"/>
                    <a:pt x="356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2012" name="Google Shape;2012;p43"/>
          <p:cNvGrpSpPr/>
          <p:nvPr/>
        </p:nvGrpSpPr>
        <p:grpSpPr>
          <a:xfrm>
            <a:off x="5586461" y="4192071"/>
            <a:ext cx="147601" cy="257881"/>
            <a:chOff x="1426400" y="1814750"/>
            <a:chExt cx="407850" cy="712575"/>
          </a:xfrm>
        </p:grpSpPr>
        <p:sp>
          <p:nvSpPr>
            <p:cNvPr id="2013" name="Google Shape;2013;p43"/>
            <p:cNvSpPr/>
            <p:nvPr/>
          </p:nvSpPr>
          <p:spPr>
            <a:xfrm>
              <a:off x="1426400" y="1814750"/>
              <a:ext cx="407850" cy="407925"/>
            </a:xfrm>
            <a:custGeom>
              <a:rect b="b" l="l" r="r" t="t"/>
              <a:pathLst>
                <a:path extrusionOk="0" fill="none" h="16317" w="16314">
                  <a:moveTo>
                    <a:pt x="16313" y="8193"/>
                  </a:moveTo>
                  <a:cubicBezTo>
                    <a:pt x="16313" y="12682"/>
                    <a:pt x="12678" y="16317"/>
                    <a:pt x="8190" y="16317"/>
                  </a:cubicBezTo>
                  <a:cubicBezTo>
                    <a:pt x="3701" y="16317"/>
                    <a:pt x="1" y="12682"/>
                    <a:pt x="1" y="8193"/>
                  </a:cubicBezTo>
                  <a:cubicBezTo>
                    <a:pt x="1" y="3705"/>
                    <a:pt x="3705" y="0"/>
                    <a:pt x="8190" y="0"/>
                  </a:cubicBezTo>
                  <a:cubicBezTo>
                    <a:pt x="12674" y="0"/>
                    <a:pt x="16313" y="3705"/>
                    <a:pt x="16313" y="8193"/>
                  </a:cubicBezTo>
                  <a:close/>
                </a:path>
              </a:pathLst>
            </a:custGeom>
            <a:solidFill>
              <a:schemeClr val="lt2"/>
            </a:solidFill>
            <a:ln cap="rnd"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4" name="Google Shape;2014;p43"/>
            <p:cNvSpPr/>
            <p:nvPr/>
          </p:nvSpPr>
          <p:spPr>
            <a:xfrm>
              <a:off x="1631125" y="2222650"/>
              <a:ext cx="25" cy="304675"/>
            </a:xfrm>
            <a:custGeom>
              <a:rect b="b" l="l" r="r" t="t"/>
              <a:pathLst>
                <a:path extrusionOk="0" fill="none" h="12187" w="1">
                  <a:moveTo>
                    <a:pt x="1" y="1"/>
                  </a:moveTo>
                  <a:lnTo>
                    <a:pt x="1" y="12187"/>
                  </a:lnTo>
                </a:path>
              </a:pathLst>
            </a:custGeom>
            <a:solidFill>
              <a:schemeClr val="lt2"/>
            </a:solidFill>
            <a:ln cap="rnd"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5" name="Google Shape;2015;p43"/>
            <p:cNvSpPr/>
            <p:nvPr/>
          </p:nvSpPr>
          <p:spPr>
            <a:xfrm>
              <a:off x="1529575" y="2425750"/>
              <a:ext cx="203125" cy="25"/>
            </a:xfrm>
            <a:custGeom>
              <a:rect b="b" l="l" r="r" t="t"/>
              <a:pathLst>
                <a:path extrusionOk="0" fill="none" h="1" w="8125">
                  <a:moveTo>
                    <a:pt x="1" y="1"/>
                  </a:moveTo>
                  <a:lnTo>
                    <a:pt x="8125" y="1"/>
                  </a:lnTo>
                </a:path>
              </a:pathLst>
            </a:custGeom>
            <a:solidFill>
              <a:schemeClr val="lt2"/>
            </a:solidFill>
            <a:ln cap="rnd"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16" name="Google Shape;2016;p43"/>
          <p:cNvGrpSpPr/>
          <p:nvPr/>
        </p:nvGrpSpPr>
        <p:grpSpPr>
          <a:xfrm>
            <a:off x="5993478" y="4215458"/>
            <a:ext cx="211069" cy="211105"/>
            <a:chOff x="1910075" y="2021700"/>
            <a:chExt cx="583225" cy="583325"/>
          </a:xfrm>
        </p:grpSpPr>
        <p:sp>
          <p:nvSpPr>
            <p:cNvPr id="2017" name="Google Shape;2017;p43"/>
            <p:cNvSpPr/>
            <p:nvPr/>
          </p:nvSpPr>
          <p:spPr>
            <a:xfrm>
              <a:off x="1910075" y="2157875"/>
              <a:ext cx="448375" cy="447150"/>
            </a:xfrm>
            <a:custGeom>
              <a:rect b="b" l="l" r="r" t="t"/>
              <a:pathLst>
                <a:path extrusionOk="0" fill="none" h="17886" w="17935">
                  <a:moveTo>
                    <a:pt x="14762" y="14709"/>
                  </a:moveTo>
                  <a:cubicBezTo>
                    <a:pt x="11589" y="17885"/>
                    <a:pt x="6349" y="17885"/>
                    <a:pt x="3177" y="14709"/>
                  </a:cubicBezTo>
                  <a:cubicBezTo>
                    <a:pt x="1" y="11536"/>
                    <a:pt x="54" y="6349"/>
                    <a:pt x="3222" y="3173"/>
                  </a:cubicBezTo>
                  <a:cubicBezTo>
                    <a:pt x="6394" y="0"/>
                    <a:pt x="11537" y="0"/>
                    <a:pt x="14713" y="3173"/>
                  </a:cubicBezTo>
                  <a:cubicBezTo>
                    <a:pt x="17889" y="6341"/>
                    <a:pt x="17934" y="11536"/>
                    <a:pt x="14762" y="14709"/>
                  </a:cubicBezTo>
                  <a:close/>
                </a:path>
              </a:pathLst>
            </a:custGeom>
            <a:solidFill>
              <a:schemeClr val="lt2"/>
            </a:solidFill>
            <a:ln cap="rnd"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8" name="Google Shape;2018;p43"/>
            <p:cNvSpPr/>
            <p:nvPr/>
          </p:nvSpPr>
          <p:spPr>
            <a:xfrm>
              <a:off x="2277975" y="2026475"/>
              <a:ext cx="210650" cy="210625"/>
            </a:xfrm>
            <a:custGeom>
              <a:rect b="b" l="l" r="r" t="t"/>
              <a:pathLst>
                <a:path extrusionOk="0" fill="none" h="8425" w="8426">
                  <a:moveTo>
                    <a:pt x="8425" y="0"/>
                  </a:moveTo>
                  <a:lnTo>
                    <a:pt x="1" y="8425"/>
                  </a:lnTo>
                </a:path>
              </a:pathLst>
            </a:custGeom>
            <a:solidFill>
              <a:schemeClr val="lt2"/>
            </a:solidFill>
            <a:ln cap="rnd"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9" name="Google Shape;2019;p43"/>
            <p:cNvSpPr/>
            <p:nvPr/>
          </p:nvSpPr>
          <p:spPr>
            <a:xfrm>
              <a:off x="2349675" y="2021700"/>
              <a:ext cx="143625" cy="143500"/>
            </a:xfrm>
            <a:custGeom>
              <a:rect b="b" l="l" r="r" t="t"/>
              <a:pathLst>
                <a:path extrusionOk="0" fill="none" h="5740" w="5745">
                  <a:moveTo>
                    <a:pt x="1" y="0"/>
                  </a:moveTo>
                  <a:lnTo>
                    <a:pt x="5744" y="0"/>
                  </a:lnTo>
                  <a:lnTo>
                    <a:pt x="5744" y="5740"/>
                  </a:lnTo>
                </a:path>
              </a:pathLst>
            </a:custGeom>
            <a:solidFill>
              <a:schemeClr val="lt2"/>
            </a:solidFill>
            <a:ln cap="rnd"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20" name="Google Shape;2020;p43"/>
          <p:cNvGrpSpPr/>
          <p:nvPr/>
        </p:nvGrpSpPr>
        <p:grpSpPr>
          <a:xfrm>
            <a:off x="6386251" y="4242212"/>
            <a:ext cx="296767" cy="157598"/>
            <a:chOff x="2749275" y="2099575"/>
            <a:chExt cx="820025" cy="435475"/>
          </a:xfrm>
        </p:grpSpPr>
        <p:sp>
          <p:nvSpPr>
            <p:cNvPr id="2021" name="Google Shape;2021;p43"/>
            <p:cNvSpPr/>
            <p:nvPr/>
          </p:nvSpPr>
          <p:spPr>
            <a:xfrm>
              <a:off x="3163375" y="2317300"/>
              <a:ext cx="389050" cy="25"/>
            </a:xfrm>
            <a:custGeom>
              <a:rect b="b" l="l" r="r" t="t"/>
              <a:pathLst>
                <a:path extrusionOk="0" fill="none" h="1" w="15562">
                  <a:moveTo>
                    <a:pt x="15562" y="1"/>
                  </a:moveTo>
                  <a:lnTo>
                    <a:pt x="1" y="1"/>
                  </a:lnTo>
                </a:path>
              </a:pathLst>
            </a:custGeom>
            <a:solidFill>
              <a:schemeClr val="lt2"/>
            </a:solidFill>
            <a:ln cap="sq" cmpd="sng" w="19050">
              <a:solidFill>
                <a:schemeClr val="lt2"/>
              </a:solidFill>
              <a:prstDash val="solid"/>
              <a:miter lim="406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2" name="Google Shape;2022;p43"/>
            <p:cNvSpPr/>
            <p:nvPr/>
          </p:nvSpPr>
          <p:spPr>
            <a:xfrm>
              <a:off x="3299975" y="2175125"/>
              <a:ext cx="25" cy="284375"/>
            </a:xfrm>
            <a:custGeom>
              <a:rect b="b" l="l" r="r" t="t"/>
              <a:pathLst>
                <a:path extrusionOk="0" fill="none" h="11375" w="1">
                  <a:moveTo>
                    <a:pt x="0" y="1"/>
                  </a:moveTo>
                  <a:lnTo>
                    <a:pt x="0" y="11374"/>
                  </a:lnTo>
                </a:path>
              </a:pathLst>
            </a:custGeom>
            <a:solidFill>
              <a:schemeClr val="lt2"/>
            </a:solidFill>
            <a:ln cap="rnd" cmpd="sng" w="19050">
              <a:solidFill>
                <a:schemeClr val="lt2"/>
              </a:solidFill>
              <a:prstDash val="solid"/>
              <a:miter lim="406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3" name="Google Shape;2023;p43"/>
            <p:cNvSpPr/>
            <p:nvPr/>
          </p:nvSpPr>
          <p:spPr>
            <a:xfrm>
              <a:off x="3438275" y="2186300"/>
              <a:ext cx="131025" cy="261925"/>
            </a:xfrm>
            <a:custGeom>
              <a:rect b="b" l="l" r="r" t="t"/>
              <a:pathLst>
                <a:path extrusionOk="0" fill="none" h="10477" w="5241">
                  <a:moveTo>
                    <a:pt x="0" y="10476"/>
                  </a:moveTo>
                  <a:lnTo>
                    <a:pt x="5240" y="5241"/>
                  </a:lnTo>
                  <a:lnTo>
                    <a:pt x="0" y="1"/>
                  </a:lnTo>
                </a:path>
              </a:pathLst>
            </a:custGeom>
            <a:solidFill>
              <a:schemeClr val="lt2"/>
            </a:solidFill>
            <a:ln cap="rnd"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4" name="Google Shape;2024;p43"/>
            <p:cNvSpPr/>
            <p:nvPr/>
          </p:nvSpPr>
          <p:spPr>
            <a:xfrm>
              <a:off x="2749275" y="2099575"/>
              <a:ext cx="435450" cy="435475"/>
            </a:xfrm>
            <a:custGeom>
              <a:rect b="b" l="l" r="r" t="t"/>
              <a:pathLst>
                <a:path extrusionOk="0" fill="none" h="17419" w="17418">
                  <a:moveTo>
                    <a:pt x="14319" y="14319"/>
                  </a:moveTo>
                  <a:cubicBezTo>
                    <a:pt x="17418" y="11224"/>
                    <a:pt x="17418" y="6195"/>
                    <a:pt x="14319" y="3100"/>
                  </a:cubicBezTo>
                  <a:cubicBezTo>
                    <a:pt x="11223" y="1"/>
                    <a:pt x="6195" y="1"/>
                    <a:pt x="3100" y="3100"/>
                  </a:cubicBezTo>
                  <a:cubicBezTo>
                    <a:pt x="0" y="6195"/>
                    <a:pt x="0" y="11224"/>
                    <a:pt x="3100" y="14319"/>
                  </a:cubicBezTo>
                  <a:cubicBezTo>
                    <a:pt x="6195" y="17418"/>
                    <a:pt x="11223" y="17418"/>
                    <a:pt x="14319" y="14319"/>
                  </a:cubicBezTo>
                  <a:close/>
                </a:path>
              </a:pathLst>
            </a:custGeom>
            <a:solidFill>
              <a:schemeClr val="lt2"/>
            </a:solidFill>
            <a:ln cap="sq" cmpd="sng" w="19050">
              <a:solidFill>
                <a:schemeClr val="lt2"/>
              </a:solidFill>
              <a:prstDash val="solid"/>
              <a:miter lim="406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25" name="Google Shape;2025;p43"/>
          <p:cNvSpPr/>
          <p:nvPr/>
        </p:nvSpPr>
        <p:spPr>
          <a:xfrm>
            <a:off x="8208550" y="4180788"/>
            <a:ext cx="166215" cy="280416"/>
          </a:xfrm>
          <a:custGeom>
            <a:rect b="b" l="l" r="r" t="t"/>
            <a:pathLst>
              <a:path extrusionOk="0" h="4876800" w="2890704">
                <a:moveTo>
                  <a:pt x="2885315" y="2753220"/>
                </a:moveTo>
                <a:lnTo>
                  <a:pt x="2743412" y="1787309"/>
                </a:lnTo>
                <a:cubicBezTo>
                  <a:pt x="2743297" y="1786566"/>
                  <a:pt x="2743193" y="1785833"/>
                  <a:pt x="2743069" y="1785099"/>
                </a:cubicBezTo>
                <a:cubicBezTo>
                  <a:pt x="2706740" y="1562157"/>
                  <a:pt x="2591955" y="1358808"/>
                  <a:pt x="2419867" y="1212485"/>
                </a:cubicBezTo>
                <a:cubicBezTo>
                  <a:pt x="2289679" y="1101795"/>
                  <a:pt x="2132535" y="1028814"/>
                  <a:pt x="1965933" y="999801"/>
                </a:cubicBezTo>
                <a:cubicBezTo>
                  <a:pt x="2038352" y="896588"/>
                  <a:pt x="2081024" y="771049"/>
                  <a:pt x="2081024" y="635670"/>
                </a:cubicBezTo>
                <a:cubicBezTo>
                  <a:pt x="2081024" y="285159"/>
                  <a:pt x="1795865" y="0"/>
                  <a:pt x="1445354" y="0"/>
                </a:cubicBezTo>
                <a:cubicBezTo>
                  <a:pt x="1094844" y="0"/>
                  <a:pt x="809684" y="285159"/>
                  <a:pt x="809684" y="635670"/>
                </a:cubicBezTo>
                <a:cubicBezTo>
                  <a:pt x="809684" y="771049"/>
                  <a:pt x="852356" y="896579"/>
                  <a:pt x="924775" y="999801"/>
                </a:cubicBezTo>
                <a:cubicBezTo>
                  <a:pt x="758173" y="1028824"/>
                  <a:pt x="601030" y="1101804"/>
                  <a:pt x="470842" y="1212485"/>
                </a:cubicBezTo>
                <a:cubicBezTo>
                  <a:pt x="298754" y="1358799"/>
                  <a:pt x="183977" y="1562157"/>
                  <a:pt x="147640" y="1785099"/>
                </a:cubicBezTo>
                <a:cubicBezTo>
                  <a:pt x="147516" y="1785833"/>
                  <a:pt x="147411" y="1786576"/>
                  <a:pt x="147297" y="1787309"/>
                </a:cubicBezTo>
                <a:lnTo>
                  <a:pt x="5393" y="2753220"/>
                </a:lnTo>
                <a:cubicBezTo>
                  <a:pt x="-14371" y="2876731"/>
                  <a:pt x="20728" y="3002137"/>
                  <a:pt x="101786" y="3097463"/>
                </a:cubicBezTo>
                <a:cubicBezTo>
                  <a:pt x="183111" y="3193113"/>
                  <a:pt x="301764" y="3247977"/>
                  <a:pt x="427313" y="3247977"/>
                </a:cubicBezTo>
                <a:cubicBezTo>
                  <a:pt x="453887" y="3247977"/>
                  <a:pt x="479957" y="3245587"/>
                  <a:pt x="505303" y="3240996"/>
                </a:cubicBezTo>
                <a:lnTo>
                  <a:pt x="447058" y="3601736"/>
                </a:lnTo>
                <a:cubicBezTo>
                  <a:pt x="440381" y="3643075"/>
                  <a:pt x="452182" y="3685261"/>
                  <a:pt x="479319" y="3717141"/>
                </a:cubicBezTo>
                <a:cubicBezTo>
                  <a:pt x="506465" y="3749021"/>
                  <a:pt x="546232" y="3767385"/>
                  <a:pt x="588104" y="3767385"/>
                </a:cubicBezTo>
                <a:lnTo>
                  <a:pt x="730979" y="3767385"/>
                </a:lnTo>
                <a:lnTo>
                  <a:pt x="730979" y="4448175"/>
                </a:lnTo>
                <a:cubicBezTo>
                  <a:pt x="730979" y="4684519"/>
                  <a:pt x="923260" y="4876800"/>
                  <a:pt x="1159604" y="4876800"/>
                </a:cubicBezTo>
                <a:cubicBezTo>
                  <a:pt x="1269285" y="4876800"/>
                  <a:pt x="1369469" y="4835395"/>
                  <a:pt x="1445354" y="4767396"/>
                </a:cubicBezTo>
                <a:cubicBezTo>
                  <a:pt x="1521240" y="4835395"/>
                  <a:pt x="1621424" y="4876800"/>
                  <a:pt x="1731104" y="4876800"/>
                </a:cubicBezTo>
                <a:cubicBezTo>
                  <a:pt x="1967448" y="4876800"/>
                  <a:pt x="2159729" y="4684519"/>
                  <a:pt x="2159729" y="4448175"/>
                </a:cubicBezTo>
                <a:lnTo>
                  <a:pt x="2159729" y="3767376"/>
                </a:lnTo>
                <a:lnTo>
                  <a:pt x="2302604" y="3767376"/>
                </a:lnTo>
                <a:cubicBezTo>
                  <a:pt x="2344476" y="3767376"/>
                  <a:pt x="2384243" y="3749011"/>
                  <a:pt x="2411389" y="3717131"/>
                </a:cubicBezTo>
                <a:cubicBezTo>
                  <a:pt x="2438535" y="3685251"/>
                  <a:pt x="2450328" y="3643065"/>
                  <a:pt x="2443651" y="3601727"/>
                </a:cubicBezTo>
                <a:lnTo>
                  <a:pt x="2385386" y="3240910"/>
                </a:lnTo>
                <a:cubicBezTo>
                  <a:pt x="2410742" y="3245558"/>
                  <a:pt x="2436811" y="3247977"/>
                  <a:pt x="2463396" y="3247977"/>
                </a:cubicBezTo>
                <a:cubicBezTo>
                  <a:pt x="2588945" y="3247977"/>
                  <a:pt x="2707598" y="3193113"/>
                  <a:pt x="2788922" y="3097463"/>
                </a:cubicBezTo>
                <a:cubicBezTo>
                  <a:pt x="2869971" y="3002137"/>
                  <a:pt x="2905070" y="2876731"/>
                  <a:pt x="2885315" y="2753220"/>
                </a:cubicBezTo>
                <a:close/>
                <a:moveTo>
                  <a:pt x="1445354" y="285750"/>
                </a:moveTo>
                <a:cubicBezTo>
                  <a:pt x="1638302" y="285750"/>
                  <a:pt x="1795274" y="442722"/>
                  <a:pt x="1795274" y="635670"/>
                </a:cubicBezTo>
                <a:cubicBezTo>
                  <a:pt x="1795274" y="828618"/>
                  <a:pt x="1638302" y="985590"/>
                  <a:pt x="1445354" y="985590"/>
                </a:cubicBezTo>
                <a:cubicBezTo>
                  <a:pt x="1252406" y="985590"/>
                  <a:pt x="1095434" y="828618"/>
                  <a:pt x="1095434" y="635670"/>
                </a:cubicBezTo>
                <a:cubicBezTo>
                  <a:pt x="1095434" y="442722"/>
                  <a:pt x="1252406" y="285750"/>
                  <a:pt x="1445354" y="285750"/>
                </a:cubicBezTo>
                <a:close/>
                <a:moveTo>
                  <a:pt x="1159604" y="4591050"/>
                </a:moveTo>
                <a:cubicBezTo>
                  <a:pt x="1080823" y="4591050"/>
                  <a:pt x="1016729" y="4526956"/>
                  <a:pt x="1016729" y="4448175"/>
                </a:cubicBezTo>
                <a:lnTo>
                  <a:pt x="1016729" y="3767376"/>
                </a:lnTo>
                <a:lnTo>
                  <a:pt x="1302479" y="3767376"/>
                </a:lnTo>
                <a:lnTo>
                  <a:pt x="1302479" y="4448175"/>
                </a:lnTo>
                <a:cubicBezTo>
                  <a:pt x="1302479" y="4526956"/>
                  <a:pt x="1238385" y="4591050"/>
                  <a:pt x="1159604" y="4591050"/>
                </a:cubicBezTo>
                <a:close/>
                <a:moveTo>
                  <a:pt x="1873979" y="4448175"/>
                </a:moveTo>
                <a:cubicBezTo>
                  <a:pt x="1873979" y="4526956"/>
                  <a:pt x="1809885" y="4591050"/>
                  <a:pt x="1731104" y="4591050"/>
                </a:cubicBezTo>
                <a:cubicBezTo>
                  <a:pt x="1652323" y="4591050"/>
                  <a:pt x="1588229" y="4526956"/>
                  <a:pt x="1588229" y="4448175"/>
                </a:cubicBezTo>
                <a:lnTo>
                  <a:pt x="1588229" y="3767376"/>
                </a:lnTo>
                <a:lnTo>
                  <a:pt x="1873979" y="3767376"/>
                </a:lnTo>
                <a:close/>
                <a:moveTo>
                  <a:pt x="2571228" y="2912374"/>
                </a:moveTo>
                <a:cubicBezTo>
                  <a:pt x="2543892" y="2944520"/>
                  <a:pt x="2505601" y="2962227"/>
                  <a:pt x="2463405" y="2962227"/>
                </a:cubicBezTo>
                <a:cubicBezTo>
                  <a:pt x="2394511" y="2962227"/>
                  <a:pt x="2335637" y="2913793"/>
                  <a:pt x="2323035" y="2846908"/>
                </a:cubicBezTo>
                <a:lnTo>
                  <a:pt x="2157919" y="1832172"/>
                </a:lnTo>
                <a:lnTo>
                  <a:pt x="2157881" y="1831915"/>
                </a:lnTo>
                <a:cubicBezTo>
                  <a:pt x="2145213" y="1754067"/>
                  <a:pt x="2071833" y="1701194"/>
                  <a:pt x="1994004" y="1713833"/>
                </a:cubicBezTo>
                <a:cubicBezTo>
                  <a:pt x="1916146" y="1726454"/>
                  <a:pt x="1863235" y="1799777"/>
                  <a:pt x="1875817" y="1877644"/>
                </a:cubicBezTo>
                <a:lnTo>
                  <a:pt x="2134821" y="3481635"/>
                </a:lnTo>
                <a:lnTo>
                  <a:pt x="755897" y="3481635"/>
                </a:lnTo>
                <a:lnTo>
                  <a:pt x="847146" y="2916546"/>
                </a:lnTo>
                <a:cubicBezTo>
                  <a:pt x="848651" y="2910021"/>
                  <a:pt x="850004" y="2903420"/>
                  <a:pt x="851204" y="2896772"/>
                </a:cubicBezTo>
                <a:cubicBezTo>
                  <a:pt x="851375" y="2895848"/>
                  <a:pt x="851528" y="2894924"/>
                  <a:pt x="851680" y="2893990"/>
                </a:cubicBezTo>
                <a:lnTo>
                  <a:pt x="1014919" y="1877520"/>
                </a:lnTo>
                <a:cubicBezTo>
                  <a:pt x="1027426" y="1799635"/>
                  <a:pt x="974448" y="1726349"/>
                  <a:pt x="896571" y="1713805"/>
                </a:cubicBezTo>
                <a:cubicBezTo>
                  <a:pt x="818695" y="1701232"/>
                  <a:pt x="745381" y="1754210"/>
                  <a:pt x="732808" y="1832086"/>
                </a:cubicBezTo>
                <a:lnTo>
                  <a:pt x="567025" y="2858757"/>
                </a:lnTo>
                <a:cubicBezTo>
                  <a:pt x="549918" y="2918574"/>
                  <a:pt x="492111" y="2962227"/>
                  <a:pt x="427313" y="2962227"/>
                </a:cubicBezTo>
                <a:cubicBezTo>
                  <a:pt x="385117" y="2962227"/>
                  <a:pt x="346817" y="2944520"/>
                  <a:pt x="319490" y="2912374"/>
                </a:cubicBezTo>
                <a:cubicBezTo>
                  <a:pt x="292153" y="2880227"/>
                  <a:pt x="280847" y="2839583"/>
                  <a:pt x="287628" y="2797940"/>
                </a:cubicBezTo>
                <a:cubicBezTo>
                  <a:pt x="287752" y="2797197"/>
                  <a:pt x="287857" y="2796464"/>
                  <a:pt x="287971" y="2795721"/>
                </a:cubicBezTo>
                <a:lnTo>
                  <a:pt x="429846" y="1830010"/>
                </a:lnTo>
                <a:cubicBezTo>
                  <a:pt x="483129" y="1506245"/>
                  <a:pt x="759745" y="1271349"/>
                  <a:pt x="1087986" y="1271349"/>
                </a:cubicBezTo>
                <a:lnTo>
                  <a:pt x="1802732" y="1271349"/>
                </a:lnTo>
                <a:cubicBezTo>
                  <a:pt x="2130964" y="1271349"/>
                  <a:pt x="2407579" y="1506245"/>
                  <a:pt x="2460872" y="1830010"/>
                </a:cubicBezTo>
                <a:lnTo>
                  <a:pt x="2602746" y="2795721"/>
                </a:lnTo>
                <a:cubicBezTo>
                  <a:pt x="2602861" y="2796464"/>
                  <a:pt x="2602966" y="2797197"/>
                  <a:pt x="2603089" y="2797940"/>
                </a:cubicBezTo>
                <a:cubicBezTo>
                  <a:pt x="2609871" y="2839583"/>
                  <a:pt x="2598556" y="2880227"/>
                  <a:pt x="2571228" y="2912374"/>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9" name="Shape 2029"/>
        <p:cNvGrpSpPr/>
        <p:nvPr/>
      </p:nvGrpSpPr>
      <p:grpSpPr>
        <a:xfrm>
          <a:off x="0" y="0"/>
          <a:ext cx="0" cy="0"/>
          <a:chOff x="0" y="0"/>
          <a:chExt cx="0" cy="0"/>
        </a:xfrm>
      </p:grpSpPr>
      <p:sp>
        <p:nvSpPr>
          <p:cNvPr id="2030" name="Google Shape;2030;p44"/>
          <p:cNvSpPr txBox="1"/>
          <p:nvPr>
            <p:ph type="title"/>
          </p:nvPr>
        </p:nvSpPr>
        <p:spPr>
          <a:xfrm>
            <a:off x="728527" y="539500"/>
            <a:ext cx="3347700" cy="48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Educational icons</a:t>
            </a:r>
            <a:endParaRPr/>
          </a:p>
        </p:txBody>
      </p:sp>
      <p:sp>
        <p:nvSpPr>
          <p:cNvPr id="2031" name="Google Shape;2031;p44"/>
          <p:cNvSpPr txBox="1"/>
          <p:nvPr>
            <p:ph idx="2" type="title"/>
          </p:nvPr>
        </p:nvSpPr>
        <p:spPr>
          <a:xfrm>
            <a:off x="4977550" y="539500"/>
            <a:ext cx="3458400" cy="48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Medical icons</a:t>
            </a:r>
            <a:endParaRPr/>
          </a:p>
        </p:txBody>
      </p:sp>
      <p:sp>
        <p:nvSpPr>
          <p:cNvPr id="2032" name="Google Shape;2032;p44"/>
          <p:cNvSpPr/>
          <p:nvPr/>
        </p:nvSpPr>
        <p:spPr>
          <a:xfrm>
            <a:off x="733704" y="1554328"/>
            <a:ext cx="249307" cy="287737"/>
          </a:xfrm>
          <a:custGeom>
            <a:rect b="b" l="l" r="r" t="t"/>
            <a:pathLst>
              <a:path extrusionOk="0" h="12691" w="10996">
                <a:moveTo>
                  <a:pt x="6050" y="820"/>
                </a:moveTo>
                <a:lnTo>
                  <a:pt x="6050" y="1639"/>
                </a:lnTo>
                <a:lnTo>
                  <a:pt x="5199" y="1639"/>
                </a:lnTo>
                <a:lnTo>
                  <a:pt x="5199" y="820"/>
                </a:lnTo>
                <a:close/>
                <a:moveTo>
                  <a:pt x="9358" y="2458"/>
                </a:moveTo>
                <a:lnTo>
                  <a:pt x="9358" y="8255"/>
                </a:lnTo>
                <a:lnTo>
                  <a:pt x="1923" y="8255"/>
                </a:lnTo>
                <a:lnTo>
                  <a:pt x="1923" y="2458"/>
                </a:lnTo>
                <a:close/>
                <a:moveTo>
                  <a:pt x="9767" y="9074"/>
                </a:moveTo>
                <a:cubicBezTo>
                  <a:pt x="10019" y="9074"/>
                  <a:pt x="10177" y="9295"/>
                  <a:pt x="10208" y="9515"/>
                </a:cubicBezTo>
                <a:cubicBezTo>
                  <a:pt x="10177" y="9704"/>
                  <a:pt x="10051" y="9830"/>
                  <a:pt x="9893" y="9925"/>
                </a:cubicBezTo>
                <a:cubicBezTo>
                  <a:pt x="9862" y="9940"/>
                  <a:pt x="9893" y="9948"/>
                  <a:pt x="9594" y="9948"/>
                </a:cubicBezTo>
                <a:cubicBezTo>
                  <a:pt x="9295" y="9948"/>
                  <a:pt x="8665" y="9940"/>
                  <a:pt x="7310" y="9925"/>
                </a:cubicBezTo>
                <a:lnTo>
                  <a:pt x="1513" y="9925"/>
                </a:lnTo>
                <a:cubicBezTo>
                  <a:pt x="1324" y="9925"/>
                  <a:pt x="1166" y="9799"/>
                  <a:pt x="1103" y="9641"/>
                </a:cubicBezTo>
                <a:cubicBezTo>
                  <a:pt x="1040" y="9358"/>
                  <a:pt x="1229" y="9074"/>
                  <a:pt x="1513" y="9074"/>
                </a:cubicBezTo>
                <a:close/>
                <a:moveTo>
                  <a:pt x="4790" y="1"/>
                </a:moveTo>
                <a:cubicBezTo>
                  <a:pt x="4538" y="1"/>
                  <a:pt x="4348" y="190"/>
                  <a:pt x="4348" y="379"/>
                </a:cubicBezTo>
                <a:lnTo>
                  <a:pt x="4348" y="1639"/>
                </a:lnTo>
                <a:lnTo>
                  <a:pt x="1419" y="1639"/>
                </a:lnTo>
                <a:cubicBezTo>
                  <a:pt x="1198" y="1639"/>
                  <a:pt x="1040" y="1828"/>
                  <a:pt x="1040" y="2080"/>
                </a:cubicBezTo>
                <a:lnTo>
                  <a:pt x="1040" y="8349"/>
                </a:lnTo>
                <a:cubicBezTo>
                  <a:pt x="788" y="8413"/>
                  <a:pt x="568" y="8570"/>
                  <a:pt x="410" y="8791"/>
                </a:cubicBezTo>
                <a:cubicBezTo>
                  <a:pt x="1" y="9358"/>
                  <a:pt x="158" y="10145"/>
                  <a:pt x="725" y="10555"/>
                </a:cubicBezTo>
                <a:cubicBezTo>
                  <a:pt x="914" y="10649"/>
                  <a:pt x="1166" y="10744"/>
                  <a:pt x="1419" y="10744"/>
                </a:cubicBezTo>
                <a:lnTo>
                  <a:pt x="3277" y="10744"/>
                </a:lnTo>
                <a:lnTo>
                  <a:pt x="2679" y="12067"/>
                </a:lnTo>
                <a:cubicBezTo>
                  <a:pt x="2616" y="12288"/>
                  <a:pt x="2679" y="12508"/>
                  <a:pt x="2836" y="12634"/>
                </a:cubicBezTo>
                <a:cubicBezTo>
                  <a:pt x="2913" y="12673"/>
                  <a:pt x="2987" y="12691"/>
                  <a:pt x="3057" y="12691"/>
                </a:cubicBezTo>
                <a:cubicBezTo>
                  <a:pt x="3214" y="12691"/>
                  <a:pt x="3347" y="12598"/>
                  <a:pt x="3435" y="12445"/>
                </a:cubicBezTo>
                <a:lnTo>
                  <a:pt x="4159" y="10744"/>
                </a:lnTo>
                <a:lnTo>
                  <a:pt x="5136" y="10744"/>
                </a:lnTo>
                <a:lnTo>
                  <a:pt x="5136" y="12225"/>
                </a:lnTo>
                <a:cubicBezTo>
                  <a:pt x="5136" y="12445"/>
                  <a:pt x="5294" y="12634"/>
                  <a:pt x="5483" y="12666"/>
                </a:cubicBezTo>
                <a:cubicBezTo>
                  <a:pt x="5501" y="12668"/>
                  <a:pt x="5520" y="12669"/>
                  <a:pt x="5538" y="12669"/>
                </a:cubicBezTo>
                <a:cubicBezTo>
                  <a:pt x="5766" y="12669"/>
                  <a:pt x="5955" y="12492"/>
                  <a:pt x="5955" y="12288"/>
                </a:cubicBezTo>
                <a:lnTo>
                  <a:pt x="5955" y="10744"/>
                </a:lnTo>
                <a:lnTo>
                  <a:pt x="6932" y="10744"/>
                </a:lnTo>
                <a:lnTo>
                  <a:pt x="7657" y="12382"/>
                </a:lnTo>
                <a:cubicBezTo>
                  <a:pt x="7708" y="12538"/>
                  <a:pt x="7888" y="12651"/>
                  <a:pt x="8056" y="12651"/>
                </a:cubicBezTo>
                <a:cubicBezTo>
                  <a:pt x="8092" y="12651"/>
                  <a:pt x="8127" y="12645"/>
                  <a:pt x="8161" y="12634"/>
                </a:cubicBezTo>
                <a:cubicBezTo>
                  <a:pt x="8413" y="12540"/>
                  <a:pt x="8507" y="12256"/>
                  <a:pt x="8444" y="12067"/>
                </a:cubicBezTo>
                <a:lnTo>
                  <a:pt x="7846" y="10744"/>
                </a:lnTo>
                <a:lnTo>
                  <a:pt x="9704" y="10744"/>
                </a:lnTo>
                <a:cubicBezTo>
                  <a:pt x="10366" y="10744"/>
                  <a:pt x="10965" y="10177"/>
                  <a:pt x="10965" y="9484"/>
                </a:cubicBezTo>
                <a:cubicBezTo>
                  <a:pt x="10996" y="8980"/>
                  <a:pt x="10681" y="8507"/>
                  <a:pt x="10177" y="8349"/>
                </a:cubicBezTo>
                <a:lnTo>
                  <a:pt x="10177" y="2080"/>
                </a:lnTo>
                <a:cubicBezTo>
                  <a:pt x="10177" y="1828"/>
                  <a:pt x="9988" y="1639"/>
                  <a:pt x="9736" y="1639"/>
                </a:cubicBezTo>
                <a:lnTo>
                  <a:pt x="6869" y="1639"/>
                </a:lnTo>
                <a:lnTo>
                  <a:pt x="6869" y="379"/>
                </a:lnTo>
                <a:cubicBezTo>
                  <a:pt x="6869" y="158"/>
                  <a:pt x="6680" y="1"/>
                  <a:pt x="642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3" name="Google Shape;2033;p44"/>
          <p:cNvSpPr/>
          <p:nvPr/>
        </p:nvSpPr>
        <p:spPr>
          <a:xfrm>
            <a:off x="710850" y="2009008"/>
            <a:ext cx="295015" cy="260915"/>
          </a:xfrm>
          <a:custGeom>
            <a:rect b="b" l="l" r="r" t="t"/>
            <a:pathLst>
              <a:path extrusionOk="0" h="11508" w="13012">
                <a:moveTo>
                  <a:pt x="9306" y="836"/>
                </a:moveTo>
                <a:cubicBezTo>
                  <a:pt x="9412" y="836"/>
                  <a:pt x="9515" y="875"/>
                  <a:pt x="9578" y="954"/>
                </a:cubicBezTo>
                <a:lnTo>
                  <a:pt x="11909" y="3285"/>
                </a:lnTo>
                <a:cubicBezTo>
                  <a:pt x="12067" y="3443"/>
                  <a:pt x="12067" y="3695"/>
                  <a:pt x="11909" y="3884"/>
                </a:cubicBezTo>
                <a:lnTo>
                  <a:pt x="6900" y="8861"/>
                </a:lnTo>
                <a:lnTo>
                  <a:pt x="4001" y="5963"/>
                </a:lnTo>
                <a:lnTo>
                  <a:pt x="9011" y="954"/>
                </a:lnTo>
                <a:cubicBezTo>
                  <a:pt x="9089" y="875"/>
                  <a:pt x="9200" y="836"/>
                  <a:pt x="9306" y="836"/>
                </a:cubicBezTo>
                <a:close/>
                <a:moveTo>
                  <a:pt x="3466" y="6499"/>
                </a:moveTo>
                <a:lnTo>
                  <a:pt x="6364" y="9428"/>
                </a:lnTo>
                <a:lnTo>
                  <a:pt x="6049" y="9744"/>
                </a:lnTo>
                <a:cubicBezTo>
                  <a:pt x="5986" y="9807"/>
                  <a:pt x="5892" y="9870"/>
                  <a:pt x="5766" y="9870"/>
                </a:cubicBezTo>
                <a:cubicBezTo>
                  <a:pt x="5640" y="9870"/>
                  <a:pt x="5577" y="9807"/>
                  <a:pt x="5514" y="9744"/>
                </a:cubicBezTo>
                <a:cubicBezTo>
                  <a:pt x="5255" y="9506"/>
                  <a:pt x="4936" y="9372"/>
                  <a:pt x="4610" y="9372"/>
                </a:cubicBezTo>
                <a:cubicBezTo>
                  <a:pt x="4460" y="9372"/>
                  <a:pt x="4308" y="9400"/>
                  <a:pt x="4159" y="9460"/>
                </a:cubicBezTo>
                <a:cubicBezTo>
                  <a:pt x="3938" y="9555"/>
                  <a:pt x="3812" y="9712"/>
                  <a:pt x="3686" y="9807"/>
                </a:cubicBezTo>
                <a:lnTo>
                  <a:pt x="3088" y="9239"/>
                </a:lnTo>
                <a:lnTo>
                  <a:pt x="3182" y="9145"/>
                </a:lnTo>
                <a:cubicBezTo>
                  <a:pt x="3655" y="8672"/>
                  <a:pt x="3686" y="7853"/>
                  <a:pt x="3151" y="7381"/>
                </a:cubicBezTo>
                <a:cubicBezTo>
                  <a:pt x="2993" y="7223"/>
                  <a:pt x="3025" y="6940"/>
                  <a:pt x="3182" y="6782"/>
                </a:cubicBezTo>
                <a:lnTo>
                  <a:pt x="3466" y="6499"/>
                </a:lnTo>
                <a:close/>
                <a:moveTo>
                  <a:pt x="2426" y="9807"/>
                </a:moveTo>
                <a:lnTo>
                  <a:pt x="3025" y="10405"/>
                </a:lnTo>
                <a:lnTo>
                  <a:pt x="2773" y="10657"/>
                </a:lnTo>
                <a:lnTo>
                  <a:pt x="1544" y="10657"/>
                </a:lnTo>
                <a:lnTo>
                  <a:pt x="2426" y="9807"/>
                </a:lnTo>
                <a:close/>
                <a:moveTo>
                  <a:pt x="9310" y="1"/>
                </a:moveTo>
                <a:cubicBezTo>
                  <a:pt x="8995" y="1"/>
                  <a:pt x="8680" y="119"/>
                  <a:pt x="8443" y="355"/>
                </a:cubicBezTo>
                <a:lnTo>
                  <a:pt x="2584" y="6247"/>
                </a:lnTo>
                <a:cubicBezTo>
                  <a:pt x="2111" y="6719"/>
                  <a:pt x="2079" y="7538"/>
                  <a:pt x="2552" y="8011"/>
                </a:cubicBezTo>
                <a:cubicBezTo>
                  <a:pt x="2710" y="8137"/>
                  <a:pt x="2710" y="8357"/>
                  <a:pt x="2615" y="8483"/>
                </a:cubicBezTo>
                <a:cubicBezTo>
                  <a:pt x="2584" y="8546"/>
                  <a:pt x="2584" y="8546"/>
                  <a:pt x="2552" y="8609"/>
                </a:cubicBezTo>
                <a:lnTo>
                  <a:pt x="252" y="10815"/>
                </a:lnTo>
                <a:cubicBezTo>
                  <a:pt x="0" y="11067"/>
                  <a:pt x="189" y="11508"/>
                  <a:pt x="536" y="11508"/>
                </a:cubicBezTo>
                <a:lnTo>
                  <a:pt x="2930" y="11508"/>
                </a:lnTo>
                <a:cubicBezTo>
                  <a:pt x="3056" y="11508"/>
                  <a:pt x="3182" y="11476"/>
                  <a:pt x="3245" y="11382"/>
                </a:cubicBezTo>
                <a:lnTo>
                  <a:pt x="4285" y="10374"/>
                </a:lnTo>
                <a:cubicBezTo>
                  <a:pt x="4364" y="10295"/>
                  <a:pt x="4474" y="10255"/>
                  <a:pt x="4584" y="10255"/>
                </a:cubicBezTo>
                <a:cubicBezTo>
                  <a:pt x="4694" y="10255"/>
                  <a:pt x="4805" y="10295"/>
                  <a:pt x="4883" y="10374"/>
                </a:cubicBezTo>
                <a:cubicBezTo>
                  <a:pt x="5092" y="10614"/>
                  <a:pt x="5413" y="10740"/>
                  <a:pt x="5742" y="10740"/>
                </a:cubicBezTo>
                <a:cubicBezTo>
                  <a:pt x="6060" y="10740"/>
                  <a:pt x="6384" y="10622"/>
                  <a:pt x="6616" y="10374"/>
                </a:cubicBezTo>
                <a:lnTo>
                  <a:pt x="12476" y="4482"/>
                </a:lnTo>
                <a:cubicBezTo>
                  <a:pt x="12980" y="3978"/>
                  <a:pt x="13012" y="3191"/>
                  <a:pt x="12508" y="2686"/>
                </a:cubicBezTo>
                <a:lnTo>
                  <a:pt x="10176" y="355"/>
                </a:lnTo>
                <a:cubicBezTo>
                  <a:pt x="9940" y="119"/>
                  <a:pt x="9625" y="1"/>
                  <a:pt x="931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4" name="Google Shape;2034;p44"/>
          <p:cNvSpPr/>
          <p:nvPr/>
        </p:nvSpPr>
        <p:spPr>
          <a:xfrm>
            <a:off x="717267" y="2431315"/>
            <a:ext cx="282182" cy="287623"/>
          </a:xfrm>
          <a:custGeom>
            <a:rect b="b" l="l" r="r" t="t"/>
            <a:pathLst>
              <a:path extrusionOk="0" h="12686" w="12446">
                <a:moveTo>
                  <a:pt x="6176" y="808"/>
                </a:moveTo>
                <a:cubicBezTo>
                  <a:pt x="6428" y="808"/>
                  <a:pt x="6554" y="997"/>
                  <a:pt x="6554" y="1249"/>
                </a:cubicBezTo>
                <a:cubicBezTo>
                  <a:pt x="6554" y="1497"/>
                  <a:pt x="6359" y="1667"/>
                  <a:pt x="6153" y="1667"/>
                </a:cubicBezTo>
                <a:cubicBezTo>
                  <a:pt x="6097" y="1667"/>
                  <a:pt x="6041" y="1654"/>
                  <a:pt x="5987" y="1627"/>
                </a:cubicBezTo>
                <a:cubicBezTo>
                  <a:pt x="5829" y="1564"/>
                  <a:pt x="5735" y="1438"/>
                  <a:pt x="5735" y="1249"/>
                </a:cubicBezTo>
                <a:cubicBezTo>
                  <a:pt x="5766" y="997"/>
                  <a:pt x="5924" y="808"/>
                  <a:pt x="6176" y="808"/>
                </a:cubicBezTo>
                <a:close/>
                <a:moveTo>
                  <a:pt x="1986" y="2541"/>
                </a:moveTo>
                <a:lnTo>
                  <a:pt x="3088" y="5755"/>
                </a:lnTo>
                <a:lnTo>
                  <a:pt x="946" y="5755"/>
                </a:lnTo>
                <a:lnTo>
                  <a:pt x="1986" y="2541"/>
                </a:lnTo>
                <a:close/>
                <a:moveTo>
                  <a:pt x="10303" y="2541"/>
                </a:moveTo>
                <a:lnTo>
                  <a:pt x="11374" y="5755"/>
                </a:lnTo>
                <a:lnTo>
                  <a:pt x="9200" y="5755"/>
                </a:lnTo>
                <a:lnTo>
                  <a:pt x="10303" y="2541"/>
                </a:lnTo>
                <a:close/>
                <a:moveTo>
                  <a:pt x="3183" y="6605"/>
                </a:moveTo>
                <a:cubicBezTo>
                  <a:pt x="3025" y="7109"/>
                  <a:pt x="2584" y="7424"/>
                  <a:pt x="2049" y="7424"/>
                </a:cubicBezTo>
                <a:cubicBezTo>
                  <a:pt x="1481" y="7424"/>
                  <a:pt x="1040" y="7078"/>
                  <a:pt x="851" y="6605"/>
                </a:cubicBezTo>
                <a:close/>
                <a:moveTo>
                  <a:pt x="11437" y="6605"/>
                </a:moveTo>
                <a:cubicBezTo>
                  <a:pt x="11279" y="7109"/>
                  <a:pt x="10870" y="7424"/>
                  <a:pt x="10303" y="7424"/>
                </a:cubicBezTo>
                <a:cubicBezTo>
                  <a:pt x="9767" y="7424"/>
                  <a:pt x="9326" y="7078"/>
                  <a:pt x="9137" y="6605"/>
                </a:cubicBezTo>
                <a:close/>
                <a:moveTo>
                  <a:pt x="6617" y="2415"/>
                </a:moveTo>
                <a:lnTo>
                  <a:pt x="6617" y="8558"/>
                </a:lnTo>
                <a:lnTo>
                  <a:pt x="5766" y="8558"/>
                </a:lnTo>
                <a:lnTo>
                  <a:pt x="5766" y="2415"/>
                </a:lnTo>
                <a:cubicBezTo>
                  <a:pt x="5908" y="2462"/>
                  <a:pt x="6050" y="2486"/>
                  <a:pt x="6191" y="2486"/>
                </a:cubicBezTo>
                <a:cubicBezTo>
                  <a:pt x="6333" y="2486"/>
                  <a:pt x="6475" y="2462"/>
                  <a:pt x="6617" y="2415"/>
                </a:cubicBezTo>
                <a:close/>
                <a:moveTo>
                  <a:pt x="8255" y="9346"/>
                </a:moveTo>
                <a:lnTo>
                  <a:pt x="8255" y="10165"/>
                </a:lnTo>
                <a:lnTo>
                  <a:pt x="4128" y="10165"/>
                </a:lnTo>
                <a:lnTo>
                  <a:pt x="4128" y="9346"/>
                </a:lnTo>
                <a:close/>
                <a:moveTo>
                  <a:pt x="9074" y="11016"/>
                </a:moveTo>
                <a:lnTo>
                  <a:pt x="9074" y="11835"/>
                </a:lnTo>
                <a:lnTo>
                  <a:pt x="3309" y="11835"/>
                </a:lnTo>
                <a:lnTo>
                  <a:pt x="3309" y="11016"/>
                </a:lnTo>
                <a:close/>
                <a:moveTo>
                  <a:pt x="6265" y="1"/>
                </a:moveTo>
                <a:cubicBezTo>
                  <a:pt x="5747" y="1"/>
                  <a:pt x="5253" y="326"/>
                  <a:pt x="5073" y="840"/>
                </a:cubicBezTo>
                <a:lnTo>
                  <a:pt x="1292" y="840"/>
                </a:lnTo>
                <a:cubicBezTo>
                  <a:pt x="1103" y="840"/>
                  <a:pt x="914" y="997"/>
                  <a:pt x="851" y="1186"/>
                </a:cubicBezTo>
                <a:cubicBezTo>
                  <a:pt x="820" y="1438"/>
                  <a:pt x="1009" y="1659"/>
                  <a:pt x="1261" y="1659"/>
                </a:cubicBezTo>
                <a:lnTo>
                  <a:pt x="1481" y="1659"/>
                </a:lnTo>
                <a:cubicBezTo>
                  <a:pt x="30" y="6044"/>
                  <a:pt x="1" y="6133"/>
                  <a:pt x="1" y="6133"/>
                </a:cubicBezTo>
                <a:lnTo>
                  <a:pt x="1" y="6133"/>
                </a:lnTo>
                <a:cubicBezTo>
                  <a:pt x="1" y="6133"/>
                  <a:pt x="1" y="6133"/>
                  <a:pt x="1" y="6133"/>
                </a:cubicBezTo>
                <a:lnTo>
                  <a:pt x="1" y="6196"/>
                </a:lnTo>
                <a:cubicBezTo>
                  <a:pt x="1" y="6479"/>
                  <a:pt x="64" y="6763"/>
                  <a:pt x="158" y="6983"/>
                </a:cubicBezTo>
                <a:cubicBezTo>
                  <a:pt x="464" y="7784"/>
                  <a:pt x="1229" y="8250"/>
                  <a:pt x="2042" y="8250"/>
                </a:cubicBezTo>
                <a:cubicBezTo>
                  <a:pt x="2317" y="8250"/>
                  <a:pt x="2597" y="8197"/>
                  <a:pt x="2868" y="8086"/>
                </a:cubicBezTo>
                <a:cubicBezTo>
                  <a:pt x="3403" y="7865"/>
                  <a:pt x="3844" y="7393"/>
                  <a:pt x="4033" y="6794"/>
                </a:cubicBezTo>
                <a:cubicBezTo>
                  <a:pt x="4128" y="6542"/>
                  <a:pt x="4159" y="6290"/>
                  <a:pt x="4128" y="6164"/>
                </a:cubicBezTo>
                <a:lnTo>
                  <a:pt x="4128" y="6038"/>
                </a:lnTo>
                <a:cubicBezTo>
                  <a:pt x="4128" y="6007"/>
                  <a:pt x="2679" y="1659"/>
                  <a:pt x="2679" y="1627"/>
                </a:cubicBezTo>
                <a:lnTo>
                  <a:pt x="4978" y="1627"/>
                </a:lnTo>
                <a:lnTo>
                  <a:pt x="4978" y="8527"/>
                </a:lnTo>
                <a:lnTo>
                  <a:pt x="3781" y="8527"/>
                </a:lnTo>
                <a:cubicBezTo>
                  <a:pt x="3529" y="8527"/>
                  <a:pt x="3340" y="8716"/>
                  <a:pt x="3340" y="8968"/>
                </a:cubicBezTo>
                <a:lnTo>
                  <a:pt x="3340" y="10165"/>
                </a:lnTo>
                <a:lnTo>
                  <a:pt x="2931" y="10165"/>
                </a:lnTo>
                <a:cubicBezTo>
                  <a:pt x="2710" y="10165"/>
                  <a:pt x="2521" y="10386"/>
                  <a:pt x="2521" y="10606"/>
                </a:cubicBezTo>
                <a:lnTo>
                  <a:pt x="2521" y="12245"/>
                </a:lnTo>
                <a:cubicBezTo>
                  <a:pt x="2521" y="12497"/>
                  <a:pt x="2710" y="12686"/>
                  <a:pt x="2931" y="12686"/>
                </a:cubicBezTo>
                <a:lnTo>
                  <a:pt x="9547" y="12686"/>
                </a:lnTo>
                <a:cubicBezTo>
                  <a:pt x="9673" y="12686"/>
                  <a:pt x="9767" y="12654"/>
                  <a:pt x="9830" y="12560"/>
                </a:cubicBezTo>
                <a:cubicBezTo>
                  <a:pt x="9925" y="12497"/>
                  <a:pt x="9956" y="12371"/>
                  <a:pt x="9956" y="12308"/>
                </a:cubicBezTo>
                <a:lnTo>
                  <a:pt x="9956" y="10638"/>
                </a:lnTo>
                <a:cubicBezTo>
                  <a:pt x="9956" y="10417"/>
                  <a:pt x="9767" y="10228"/>
                  <a:pt x="9515" y="10228"/>
                </a:cubicBezTo>
                <a:lnTo>
                  <a:pt x="9137" y="10228"/>
                </a:lnTo>
                <a:lnTo>
                  <a:pt x="9137" y="8968"/>
                </a:lnTo>
                <a:cubicBezTo>
                  <a:pt x="9137" y="8716"/>
                  <a:pt x="8917" y="8527"/>
                  <a:pt x="8696" y="8527"/>
                </a:cubicBezTo>
                <a:lnTo>
                  <a:pt x="7467" y="8527"/>
                </a:lnTo>
                <a:lnTo>
                  <a:pt x="7467" y="1627"/>
                </a:lnTo>
                <a:lnTo>
                  <a:pt x="9799" y="1627"/>
                </a:lnTo>
                <a:cubicBezTo>
                  <a:pt x="9799" y="1659"/>
                  <a:pt x="8350" y="6038"/>
                  <a:pt x="8350" y="6070"/>
                </a:cubicBezTo>
                <a:lnTo>
                  <a:pt x="8350" y="6164"/>
                </a:lnTo>
                <a:lnTo>
                  <a:pt x="8350" y="6227"/>
                </a:lnTo>
                <a:cubicBezTo>
                  <a:pt x="8350" y="6952"/>
                  <a:pt x="8696" y="7550"/>
                  <a:pt x="9232" y="7928"/>
                </a:cubicBezTo>
                <a:cubicBezTo>
                  <a:pt x="9601" y="8178"/>
                  <a:pt x="10011" y="8295"/>
                  <a:pt x="10411" y="8295"/>
                </a:cubicBezTo>
                <a:cubicBezTo>
                  <a:pt x="11275" y="8295"/>
                  <a:pt x="12092" y="7751"/>
                  <a:pt x="12351" y="6826"/>
                </a:cubicBezTo>
                <a:cubicBezTo>
                  <a:pt x="12382" y="6637"/>
                  <a:pt x="12445" y="6448"/>
                  <a:pt x="12445" y="6227"/>
                </a:cubicBezTo>
                <a:cubicBezTo>
                  <a:pt x="12382" y="6164"/>
                  <a:pt x="12351" y="6133"/>
                  <a:pt x="12351" y="6070"/>
                </a:cubicBezTo>
                <a:lnTo>
                  <a:pt x="10901" y="1659"/>
                </a:lnTo>
                <a:lnTo>
                  <a:pt x="11153" y="1659"/>
                </a:lnTo>
                <a:cubicBezTo>
                  <a:pt x="11342" y="1659"/>
                  <a:pt x="11532" y="1501"/>
                  <a:pt x="11563" y="1312"/>
                </a:cubicBezTo>
                <a:cubicBezTo>
                  <a:pt x="11626" y="1092"/>
                  <a:pt x="11406" y="840"/>
                  <a:pt x="11185" y="840"/>
                </a:cubicBezTo>
                <a:lnTo>
                  <a:pt x="7404" y="840"/>
                </a:lnTo>
                <a:cubicBezTo>
                  <a:pt x="7278" y="462"/>
                  <a:pt x="6963" y="178"/>
                  <a:pt x="6617" y="52"/>
                </a:cubicBezTo>
                <a:cubicBezTo>
                  <a:pt x="6501" y="17"/>
                  <a:pt x="6382" y="1"/>
                  <a:pt x="626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35" name="Google Shape;2035;p44"/>
          <p:cNvGrpSpPr/>
          <p:nvPr/>
        </p:nvGrpSpPr>
        <p:grpSpPr>
          <a:xfrm>
            <a:off x="2899575" y="1554249"/>
            <a:ext cx="286444" cy="287895"/>
            <a:chOff x="-41270450" y="1973375"/>
            <a:chExt cx="315850" cy="317450"/>
          </a:xfrm>
        </p:grpSpPr>
        <p:sp>
          <p:nvSpPr>
            <p:cNvPr id="2036" name="Google Shape;2036;p44"/>
            <p:cNvSpPr/>
            <p:nvPr/>
          </p:nvSpPr>
          <p:spPr>
            <a:xfrm>
              <a:off x="-41270450" y="1973375"/>
              <a:ext cx="315850" cy="317450"/>
            </a:xfrm>
            <a:custGeom>
              <a:rect b="b" l="l" r="r" t="t"/>
              <a:pathLst>
                <a:path extrusionOk="0" h="12698" w="12634">
                  <a:moveTo>
                    <a:pt x="11814" y="820"/>
                  </a:moveTo>
                  <a:lnTo>
                    <a:pt x="11814" y="11847"/>
                  </a:lnTo>
                  <a:lnTo>
                    <a:pt x="788" y="11847"/>
                  </a:lnTo>
                  <a:lnTo>
                    <a:pt x="788" y="820"/>
                  </a:lnTo>
                  <a:close/>
                  <a:moveTo>
                    <a:pt x="378" y="1"/>
                  </a:moveTo>
                  <a:cubicBezTo>
                    <a:pt x="158" y="1"/>
                    <a:pt x="0" y="190"/>
                    <a:pt x="0" y="410"/>
                  </a:cubicBezTo>
                  <a:lnTo>
                    <a:pt x="0" y="12288"/>
                  </a:lnTo>
                  <a:cubicBezTo>
                    <a:pt x="0" y="12508"/>
                    <a:pt x="189" y="12697"/>
                    <a:pt x="378" y="12697"/>
                  </a:cubicBezTo>
                  <a:lnTo>
                    <a:pt x="12224" y="12697"/>
                  </a:lnTo>
                  <a:cubicBezTo>
                    <a:pt x="12476" y="12697"/>
                    <a:pt x="12634" y="12508"/>
                    <a:pt x="12634" y="12288"/>
                  </a:cubicBezTo>
                  <a:lnTo>
                    <a:pt x="12634" y="410"/>
                  </a:lnTo>
                  <a:cubicBezTo>
                    <a:pt x="12634" y="158"/>
                    <a:pt x="12476" y="1"/>
                    <a:pt x="1222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7" name="Google Shape;2037;p44"/>
            <p:cNvSpPr/>
            <p:nvPr/>
          </p:nvSpPr>
          <p:spPr>
            <a:xfrm>
              <a:off x="-41230300" y="2015125"/>
              <a:ext cx="235525" cy="192200"/>
            </a:xfrm>
            <a:custGeom>
              <a:rect b="b" l="l" r="r" t="t"/>
              <a:pathLst>
                <a:path extrusionOk="0" h="7688" w="9421">
                  <a:moveTo>
                    <a:pt x="8539" y="788"/>
                  </a:moveTo>
                  <a:lnTo>
                    <a:pt x="8539" y="6869"/>
                  </a:lnTo>
                  <a:lnTo>
                    <a:pt x="820" y="6869"/>
                  </a:lnTo>
                  <a:lnTo>
                    <a:pt x="820" y="788"/>
                  </a:lnTo>
                  <a:close/>
                  <a:moveTo>
                    <a:pt x="442" y="1"/>
                  </a:moveTo>
                  <a:cubicBezTo>
                    <a:pt x="190" y="1"/>
                    <a:pt x="1" y="221"/>
                    <a:pt x="1" y="410"/>
                  </a:cubicBezTo>
                  <a:lnTo>
                    <a:pt x="1" y="7310"/>
                  </a:lnTo>
                  <a:cubicBezTo>
                    <a:pt x="1" y="7404"/>
                    <a:pt x="32" y="7499"/>
                    <a:pt x="127" y="7562"/>
                  </a:cubicBezTo>
                  <a:cubicBezTo>
                    <a:pt x="190" y="7656"/>
                    <a:pt x="316" y="7688"/>
                    <a:pt x="442" y="7688"/>
                  </a:cubicBezTo>
                  <a:lnTo>
                    <a:pt x="8980" y="7688"/>
                  </a:lnTo>
                  <a:cubicBezTo>
                    <a:pt x="9232" y="7688"/>
                    <a:pt x="9421" y="7499"/>
                    <a:pt x="9421" y="7310"/>
                  </a:cubicBezTo>
                  <a:lnTo>
                    <a:pt x="9421" y="410"/>
                  </a:lnTo>
                  <a:cubicBezTo>
                    <a:pt x="9421" y="158"/>
                    <a:pt x="9232" y="1"/>
                    <a:pt x="898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8" name="Google Shape;2038;p44"/>
            <p:cNvSpPr/>
            <p:nvPr/>
          </p:nvSpPr>
          <p:spPr>
            <a:xfrm>
              <a:off x="-41139725" y="2061750"/>
              <a:ext cx="83525" cy="103675"/>
            </a:xfrm>
            <a:custGeom>
              <a:rect b="b" l="l" r="r" t="t"/>
              <a:pathLst>
                <a:path extrusionOk="0" h="4147" w="3341">
                  <a:moveTo>
                    <a:pt x="789" y="1223"/>
                  </a:moveTo>
                  <a:lnTo>
                    <a:pt x="2112" y="2074"/>
                  </a:lnTo>
                  <a:lnTo>
                    <a:pt x="789" y="2987"/>
                  </a:lnTo>
                  <a:lnTo>
                    <a:pt x="789" y="1223"/>
                  </a:lnTo>
                  <a:close/>
                  <a:moveTo>
                    <a:pt x="389" y="0"/>
                  </a:moveTo>
                  <a:cubicBezTo>
                    <a:pt x="182" y="0"/>
                    <a:pt x="1" y="185"/>
                    <a:pt x="1" y="435"/>
                  </a:cubicBezTo>
                  <a:lnTo>
                    <a:pt x="1" y="3743"/>
                  </a:lnTo>
                  <a:cubicBezTo>
                    <a:pt x="1" y="3981"/>
                    <a:pt x="198" y="4147"/>
                    <a:pt x="416" y="4147"/>
                  </a:cubicBezTo>
                  <a:cubicBezTo>
                    <a:pt x="487" y="4147"/>
                    <a:pt x="561" y="4129"/>
                    <a:pt x="631" y="4090"/>
                  </a:cubicBezTo>
                  <a:lnTo>
                    <a:pt x="3120" y="2452"/>
                  </a:lnTo>
                  <a:cubicBezTo>
                    <a:pt x="3340" y="2294"/>
                    <a:pt x="3340" y="1916"/>
                    <a:pt x="3120" y="1727"/>
                  </a:cubicBezTo>
                  <a:lnTo>
                    <a:pt x="631" y="89"/>
                  </a:lnTo>
                  <a:cubicBezTo>
                    <a:pt x="552" y="28"/>
                    <a:pt x="469" y="0"/>
                    <a:pt x="38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9" name="Google Shape;2039;p44"/>
            <p:cNvSpPr/>
            <p:nvPr/>
          </p:nvSpPr>
          <p:spPr>
            <a:xfrm>
              <a:off x="-41230300" y="2227000"/>
              <a:ext cx="235525" cy="21300"/>
            </a:xfrm>
            <a:custGeom>
              <a:rect b="b" l="l" r="r" t="t"/>
              <a:pathLst>
                <a:path extrusionOk="0" h="852" w="9421">
                  <a:moveTo>
                    <a:pt x="442" y="0"/>
                  </a:moveTo>
                  <a:cubicBezTo>
                    <a:pt x="190" y="0"/>
                    <a:pt x="1" y="189"/>
                    <a:pt x="1" y="441"/>
                  </a:cubicBezTo>
                  <a:cubicBezTo>
                    <a:pt x="1" y="662"/>
                    <a:pt x="190" y="851"/>
                    <a:pt x="442" y="851"/>
                  </a:cubicBezTo>
                  <a:lnTo>
                    <a:pt x="8980" y="851"/>
                  </a:lnTo>
                  <a:cubicBezTo>
                    <a:pt x="9232" y="851"/>
                    <a:pt x="9421" y="662"/>
                    <a:pt x="9421" y="441"/>
                  </a:cubicBezTo>
                  <a:cubicBezTo>
                    <a:pt x="9421" y="189"/>
                    <a:pt x="9232" y="0"/>
                    <a:pt x="898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40" name="Google Shape;2040;p44"/>
          <p:cNvGrpSpPr/>
          <p:nvPr/>
        </p:nvGrpSpPr>
        <p:grpSpPr>
          <a:xfrm>
            <a:off x="2890336" y="1996164"/>
            <a:ext cx="304922" cy="286603"/>
            <a:chOff x="-41291625" y="2339025"/>
            <a:chExt cx="336225" cy="316025"/>
          </a:xfrm>
        </p:grpSpPr>
        <p:sp>
          <p:nvSpPr>
            <p:cNvPr id="2041" name="Google Shape;2041;p44"/>
            <p:cNvSpPr/>
            <p:nvPr/>
          </p:nvSpPr>
          <p:spPr>
            <a:xfrm>
              <a:off x="-41291625" y="2339025"/>
              <a:ext cx="336225" cy="316025"/>
            </a:xfrm>
            <a:custGeom>
              <a:rect b="b" l="l" r="r" t="t"/>
              <a:pathLst>
                <a:path extrusionOk="0" h="12641" w="13449">
                  <a:moveTo>
                    <a:pt x="6644" y="1064"/>
                  </a:moveTo>
                  <a:lnTo>
                    <a:pt x="7810" y="2261"/>
                  </a:lnTo>
                  <a:lnTo>
                    <a:pt x="6644" y="3427"/>
                  </a:lnTo>
                  <a:lnTo>
                    <a:pt x="5447" y="2261"/>
                  </a:lnTo>
                  <a:lnTo>
                    <a:pt x="6644" y="1064"/>
                  </a:lnTo>
                  <a:close/>
                  <a:moveTo>
                    <a:pt x="11307" y="5727"/>
                  </a:moveTo>
                  <a:lnTo>
                    <a:pt x="12504" y="6893"/>
                  </a:lnTo>
                  <a:lnTo>
                    <a:pt x="11307" y="8090"/>
                  </a:lnTo>
                  <a:lnTo>
                    <a:pt x="10141" y="6893"/>
                  </a:lnTo>
                  <a:lnTo>
                    <a:pt x="11307" y="5727"/>
                  </a:lnTo>
                  <a:close/>
                  <a:moveTo>
                    <a:pt x="4848" y="2829"/>
                  </a:moveTo>
                  <a:lnTo>
                    <a:pt x="6045" y="4026"/>
                  </a:lnTo>
                  <a:cubicBezTo>
                    <a:pt x="3872" y="6200"/>
                    <a:pt x="3935" y="6105"/>
                    <a:pt x="3809" y="6294"/>
                  </a:cubicBezTo>
                  <a:cubicBezTo>
                    <a:pt x="2769" y="7712"/>
                    <a:pt x="3494" y="9728"/>
                    <a:pt x="5226" y="10169"/>
                  </a:cubicBezTo>
                  <a:cubicBezTo>
                    <a:pt x="5463" y="10232"/>
                    <a:pt x="5675" y="10248"/>
                    <a:pt x="5825" y="10248"/>
                  </a:cubicBezTo>
                  <a:cubicBezTo>
                    <a:pt x="5975" y="10248"/>
                    <a:pt x="6061" y="10232"/>
                    <a:pt x="6045" y="10232"/>
                  </a:cubicBezTo>
                  <a:cubicBezTo>
                    <a:pt x="6045" y="10232"/>
                    <a:pt x="6108" y="10232"/>
                    <a:pt x="6234" y="10201"/>
                  </a:cubicBezTo>
                  <a:cubicBezTo>
                    <a:pt x="6739" y="10138"/>
                    <a:pt x="7180" y="9886"/>
                    <a:pt x="7526" y="9539"/>
                  </a:cubicBezTo>
                  <a:lnTo>
                    <a:pt x="9542" y="7523"/>
                  </a:lnTo>
                  <a:lnTo>
                    <a:pt x="10740" y="8720"/>
                  </a:lnTo>
                  <a:cubicBezTo>
                    <a:pt x="8566" y="10831"/>
                    <a:pt x="8629" y="10768"/>
                    <a:pt x="8440" y="10925"/>
                  </a:cubicBezTo>
                  <a:cubicBezTo>
                    <a:pt x="7699" y="11547"/>
                    <a:pt x="6741" y="11878"/>
                    <a:pt x="5785" y="11878"/>
                  </a:cubicBezTo>
                  <a:cubicBezTo>
                    <a:pt x="5480" y="11878"/>
                    <a:pt x="5176" y="11844"/>
                    <a:pt x="4880" y="11776"/>
                  </a:cubicBezTo>
                  <a:cubicBezTo>
                    <a:pt x="2769" y="11303"/>
                    <a:pt x="1257" y="9192"/>
                    <a:pt x="1729" y="6924"/>
                  </a:cubicBezTo>
                  <a:cubicBezTo>
                    <a:pt x="1887" y="6231"/>
                    <a:pt x="2202" y="5506"/>
                    <a:pt x="2769" y="4939"/>
                  </a:cubicBezTo>
                  <a:lnTo>
                    <a:pt x="4848" y="2829"/>
                  </a:lnTo>
                  <a:close/>
                  <a:moveTo>
                    <a:pt x="6565" y="1"/>
                  </a:moveTo>
                  <a:cubicBezTo>
                    <a:pt x="6455" y="1"/>
                    <a:pt x="6345" y="40"/>
                    <a:pt x="6266" y="119"/>
                  </a:cubicBezTo>
                  <a:lnTo>
                    <a:pt x="2202" y="4183"/>
                  </a:lnTo>
                  <a:cubicBezTo>
                    <a:pt x="1635" y="4782"/>
                    <a:pt x="1194" y="5538"/>
                    <a:pt x="942" y="6263"/>
                  </a:cubicBezTo>
                  <a:cubicBezTo>
                    <a:pt x="0" y="9451"/>
                    <a:pt x="2425" y="12640"/>
                    <a:pt x="5705" y="12640"/>
                  </a:cubicBezTo>
                  <a:cubicBezTo>
                    <a:pt x="5828" y="12640"/>
                    <a:pt x="5952" y="12636"/>
                    <a:pt x="6077" y="12627"/>
                  </a:cubicBezTo>
                  <a:cubicBezTo>
                    <a:pt x="6077" y="12627"/>
                    <a:pt x="6203" y="12627"/>
                    <a:pt x="6266" y="12564"/>
                  </a:cubicBezTo>
                  <a:cubicBezTo>
                    <a:pt x="7243" y="12469"/>
                    <a:pt x="8188" y="12059"/>
                    <a:pt x="8975" y="11366"/>
                  </a:cubicBezTo>
                  <a:cubicBezTo>
                    <a:pt x="9133" y="11240"/>
                    <a:pt x="8786" y="11555"/>
                    <a:pt x="13229" y="7113"/>
                  </a:cubicBezTo>
                  <a:cubicBezTo>
                    <a:pt x="13323" y="7019"/>
                    <a:pt x="13355" y="6893"/>
                    <a:pt x="13355" y="6830"/>
                  </a:cubicBezTo>
                  <a:cubicBezTo>
                    <a:pt x="13355" y="6735"/>
                    <a:pt x="13449" y="6704"/>
                    <a:pt x="13355" y="6641"/>
                  </a:cubicBezTo>
                  <a:lnTo>
                    <a:pt x="11590" y="4845"/>
                  </a:lnTo>
                  <a:cubicBezTo>
                    <a:pt x="11512" y="4766"/>
                    <a:pt x="11401" y="4727"/>
                    <a:pt x="11291" y="4727"/>
                  </a:cubicBezTo>
                  <a:cubicBezTo>
                    <a:pt x="11181" y="4727"/>
                    <a:pt x="11070" y="4766"/>
                    <a:pt x="10992" y="4845"/>
                  </a:cubicBezTo>
                  <a:lnTo>
                    <a:pt x="6928" y="8909"/>
                  </a:lnTo>
                  <a:cubicBezTo>
                    <a:pt x="6588" y="9236"/>
                    <a:pt x="6159" y="9392"/>
                    <a:pt x="5737" y="9392"/>
                  </a:cubicBezTo>
                  <a:cubicBezTo>
                    <a:pt x="5102" y="9392"/>
                    <a:pt x="4483" y="9036"/>
                    <a:pt x="4218" y="8373"/>
                  </a:cubicBezTo>
                  <a:cubicBezTo>
                    <a:pt x="3998" y="7743"/>
                    <a:pt x="4092" y="7019"/>
                    <a:pt x="4565" y="6546"/>
                  </a:cubicBezTo>
                  <a:lnTo>
                    <a:pt x="8629" y="2482"/>
                  </a:lnTo>
                  <a:cubicBezTo>
                    <a:pt x="8786" y="2324"/>
                    <a:pt x="8786" y="2072"/>
                    <a:pt x="8629" y="1883"/>
                  </a:cubicBezTo>
                  <a:lnTo>
                    <a:pt x="6865" y="119"/>
                  </a:lnTo>
                  <a:cubicBezTo>
                    <a:pt x="6786" y="40"/>
                    <a:pt x="6676" y="1"/>
                    <a:pt x="656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2" name="Google Shape;2042;p44"/>
            <p:cNvSpPr/>
            <p:nvPr/>
          </p:nvSpPr>
          <p:spPr>
            <a:xfrm>
              <a:off x="-41234225" y="2620800"/>
              <a:ext cx="25" cy="25"/>
            </a:xfrm>
            <a:custGeom>
              <a:rect b="b" l="l" r="r" t="t"/>
              <a:pathLst>
                <a:path extrusionOk="0" h="1" w="1">
                  <a:moveTo>
                    <a:pt x="0" y="1"/>
                  </a:move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43" name="Google Shape;2043;p44"/>
          <p:cNvSpPr/>
          <p:nvPr/>
        </p:nvSpPr>
        <p:spPr>
          <a:xfrm>
            <a:off x="2363869" y="2066724"/>
            <a:ext cx="0" cy="23"/>
          </a:xfrm>
          <a:custGeom>
            <a:rect b="b" l="l" r="r" t="t"/>
            <a:pathLst>
              <a:path extrusionOk="0" h="1" w="0">
                <a:moveTo>
                  <a:pt x="0" y="0"/>
                </a:move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4" name="Google Shape;2044;p44"/>
          <p:cNvSpPr/>
          <p:nvPr/>
        </p:nvSpPr>
        <p:spPr>
          <a:xfrm>
            <a:off x="2897795" y="2431304"/>
            <a:ext cx="290004" cy="287646"/>
          </a:xfrm>
          <a:custGeom>
            <a:rect b="b" l="l" r="r" t="t"/>
            <a:pathLst>
              <a:path extrusionOk="0" h="12687" w="12791">
                <a:moveTo>
                  <a:pt x="2986" y="7684"/>
                </a:moveTo>
                <a:cubicBezTo>
                  <a:pt x="4110" y="7684"/>
                  <a:pt x="5072" y="8568"/>
                  <a:pt x="5072" y="9751"/>
                </a:cubicBezTo>
                <a:cubicBezTo>
                  <a:pt x="5072" y="10727"/>
                  <a:pt x="4474" y="11484"/>
                  <a:pt x="3623" y="11736"/>
                </a:cubicBezTo>
                <a:cubicBezTo>
                  <a:pt x="3405" y="11810"/>
                  <a:pt x="3185" y="11846"/>
                  <a:pt x="2971" y="11846"/>
                </a:cubicBezTo>
                <a:cubicBezTo>
                  <a:pt x="2101" y="11846"/>
                  <a:pt x="1311" y="11265"/>
                  <a:pt x="1008" y="10381"/>
                </a:cubicBezTo>
                <a:cubicBezTo>
                  <a:pt x="662" y="9278"/>
                  <a:pt x="1292" y="8113"/>
                  <a:pt x="2394" y="7766"/>
                </a:cubicBezTo>
                <a:cubicBezTo>
                  <a:pt x="2594" y="7710"/>
                  <a:pt x="2792" y="7684"/>
                  <a:pt x="2986" y="7684"/>
                </a:cubicBezTo>
                <a:close/>
                <a:moveTo>
                  <a:pt x="9886" y="7696"/>
                </a:moveTo>
                <a:cubicBezTo>
                  <a:pt x="10161" y="7696"/>
                  <a:pt x="10441" y="7749"/>
                  <a:pt x="10712" y="7861"/>
                </a:cubicBezTo>
                <a:cubicBezTo>
                  <a:pt x="11468" y="8176"/>
                  <a:pt x="11972" y="8869"/>
                  <a:pt x="11972" y="9751"/>
                </a:cubicBezTo>
                <a:cubicBezTo>
                  <a:pt x="11972" y="10696"/>
                  <a:pt x="11373" y="11484"/>
                  <a:pt x="10523" y="11736"/>
                </a:cubicBezTo>
                <a:cubicBezTo>
                  <a:pt x="10305" y="11810"/>
                  <a:pt x="10085" y="11846"/>
                  <a:pt x="9870" y="11846"/>
                </a:cubicBezTo>
                <a:cubicBezTo>
                  <a:pt x="9001" y="11846"/>
                  <a:pt x="8211" y="11265"/>
                  <a:pt x="7908" y="10381"/>
                </a:cubicBezTo>
                <a:cubicBezTo>
                  <a:pt x="7750" y="9940"/>
                  <a:pt x="7782" y="9436"/>
                  <a:pt x="8002" y="8963"/>
                </a:cubicBezTo>
                <a:cubicBezTo>
                  <a:pt x="8309" y="8162"/>
                  <a:pt x="9073" y="7696"/>
                  <a:pt x="9886" y="7696"/>
                </a:cubicBezTo>
                <a:close/>
                <a:moveTo>
                  <a:pt x="2151" y="1"/>
                </a:moveTo>
                <a:cubicBezTo>
                  <a:pt x="1058" y="1"/>
                  <a:pt x="63" y="900"/>
                  <a:pt x="63" y="2064"/>
                </a:cubicBezTo>
                <a:lnTo>
                  <a:pt x="63" y="9593"/>
                </a:lnTo>
                <a:cubicBezTo>
                  <a:pt x="0" y="10633"/>
                  <a:pt x="504" y="11578"/>
                  <a:pt x="1323" y="12177"/>
                </a:cubicBezTo>
                <a:cubicBezTo>
                  <a:pt x="1822" y="12521"/>
                  <a:pt x="2387" y="12686"/>
                  <a:pt x="2947" y="12686"/>
                </a:cubicBezTo>
                <a:cubicBezTo>
                  <a:pt x="3874" y="12686"/>
                  <a:pt x="4786" y="12233"/>
                  <a:pt x="5356" y="11389"/>
                </a:cubicBezTo>
                <a:cubicBezTo>
                  <a:pt x="5671" y="10916"/>
                  <a:pt x="5860" y="10381"/>
                  <a:pt x="5860" y="9782"/>
                </a:cubicBezTo>
                <a:cubicBezTo>
                  <a:pt x="5860" y="9625"/>
                  <a:pt x="6018" y="9467"/>
                  <a:pt x="6207" y="9373"/>
                </a:cubicBezTo>
                <a:cubicBezTo>
                  <a:pt x="6270" y="9357"/>
                  <a:pt x="6340" y="9349"/>
                  <a:pt x="6411" y="9349"/>
                </a:cubicBezTo>
                <a:cubicBezTo>
                  <a:pt x="6482" y="9349"/>
                  <a:pt x="6553" y="9357"/>
                  <a:pt x="6616" y="9373"/>
                </a:cubicBezTo>
                <a:cubicBezTo>
                  <a:pt x="6805" y="9467"/>
                  <a:pt x="6963" y="9625"/>
                  <a:pt x="6963" y="9782"/>
                </a:cubicBezTo>
                <a:cubicBezTo>
                  <a:pt x="6963" y="10759"/>
                  <a:pt x="7467" y="11641"/>
                  <a:pt x="8223" y="12177"/>
                </a:cubicBezTo>
                <a:cubicBezTo>
                  <a:pt x="8709" y="12521"/>
                  <a:pt x="9272" y="12686"/>
                  <a:pt x="9833" y="12686"/>
                </a:cubicBezTo>
                <a:cubicBezTo>
                  <a:pt x="10762" y="12686"/>
                  <a:pt x="11686" y="12233"/>
                  <a:pt x="12256" y="11389"/>
                </a:cubicBezTo>
                <a:cubicBezTo>
                  <a:pt x="12602" y="10885"/>
                  <a:pt x="12791" y="10223"/>
                  <a:pt x="12728" y="9530"/>
                </a:cubicBezTo>
                <a:cubicBezTo>
                  <a:pt x="12791" y="9467"/>
                  <a:pt x="12791" y="9971"/>
                  <a:pt x="12791" y="2064"/>
                </a:cubicBezTo>
                <a:cubicBezTo>
                  <a:pt x="12791" y="1780"/>
                  <a:pt x="12760" y="1497"/>
                  <a:pt x="12634" y="1276"/>
                </a:cubicBezTo>
                <a:cubicBezTo>
                  <a:pt x="12310" y="458"/>
                  <a:pt x="11539" y="8"/>
                  <a:pt x="10750" y="8"/>
                </a:cubicBezTo>
                <a:cubicBezTo>
                  <a:pt x="10232" y="8"/>
                  <a:pt x="9706" y="202"/>
                  <a:pt x="9294" y="614"/>
                </a:cubicBezTo>
                <a:cubicBezTo>
                  <a:pt x="9137" y="772"/>
                  <a:pt x="9137" y="1024"/>
                  <a:pt x="9294" y="1182"/>
                </a:cubicBezTo>
                <a:cubicBezTo>
                  <a:pt x="9373" y="1260"/>
                  <a:pt x="9483" y="1300"/>
                  <a:pt x="9593" y="1300"/>
                </a:cubicBezTo>
                <a:cubicBezTo>
                  <a:pt x="9704" y="1300"/>
                  <a:pt x="9814" y="1260"/>
                  <a:pt x="9893" y="1182"/>
                </a:cubicBezTo>
                <a:cubicBezTo>
                  <a:pt x="10140" y="935"/>
                  <a:pt x="10448" y="819"/>
                  <a:pt x="10752" y="819"/>
                </a:cubicBezTo>
                <a:cubicBezTo>
                  <a:pt x="11263" y="819"/>
                  <a:pt x="11763" y="1144"/>
                  <a:pt x="11940" y="1717"/>
                </a:cubicBezTo>
                <a:cubicBezTo>
                  <a:pt x="11972" y="1812"/>
                  <a:pt x="11972" y="1938"/>
                  <a:pt x="11972" y="2064"/>
                </a:cubicBezTo>
                <a:lnTo>
                  <a:pt x="11972" y="7766"/>
                </a:lnTo>
                <a:cubicBezTo>
                  <a:pt x="11389" y="7183"/>
                  <a:pt x="10644" y="6907"/>
                  <a:pt x="9909" y="6907"/>
                </a:cubicBezTo>
                <a:cubicBezTo>
                  <a:pt x="8779" y="6907"/>
                  <a:pt x="7673" y="7559"/>
                  <a:pt x="7215" y="8743"/>
                </a:cubicBezTo>
                <a:cubicBezTo>
                  <a:pt x="6994" y="8617"/>
                  <a:pt x="6750" y="8554"/>
                  <a:pt x="6494" y="8554"/>
                </a:cubicBezTo>
                <a:cubicBezTo>
                  <a:pt x="6238" y="8554"/>
                  <a:pt x="5970" y="8617"/>
                  <a:pt x="5702" y="8743"/>
                </a:cubicBezTo>
                <a:cubicBezTo>
                  <a:pt x="5513" y="8207"/>
                  <a:pt x="5135" y="7735"/>
                  <a:pt x="4600" y="7388"/>
                </a:cubicBezTo>
                <a:cubicBezTo>
                  <a:pt x="4117" y="7053"/>
                  <a:pt x="3560" y="6889"/>
                  <a:pt x="3001" y="6889"/>
                </a:cubicBezTo>
                <a:cubicBezTo>
                  <a:pt x="2248" y="6889"/>
                  <a:pt x="1493" y="7187"/>
                  <a:pt x="914" y="7766"/>
                </a:cubicBezTo>
                <a:lnTo>
                  <a:pt x="914" y="2064"/>
                </a:lnTo>
                <a:cubicBezTo>
                  <a:pt x="914" y="1340"/>
                  <a:pt x="1486" y="814"/>
                  <a:pt x="2132" y="814"/>
                </a:cubicBezTo>
                <a:cubicBezTo>
                  <a:pt x="2301" y="814"/>
                  <a:pt x="2476" y="851"/>
                  <a:pt x="2646" y="929"/>
                </a:cubicBezTo>
                <a:cubicBezTo>
                  <a:pt x="2804" y="992"/>
                  <a:pt x="2899" y="1087"/>
                  <a:pt x="3025" y="1182"/>
                </a:cubicBezTo>
                <a:cubicBezTo>
                  <a:pt x="3103" y="1260"/>
                  <a:pt x="3214" y="1300"/>
                  <a:pt x="3324" y="1300"/>
                </a:cubicBezTo>
                <a:cubicBezTo>
                  <a:pt x="3434" y="1300"/>
                  <a:pt x="3544" y="1260"/>
                  <a:pt x="3623" y="1182"/>
                </a:cubicBezTo>
                <a:cubicBezTo>
                  <a:pt x="3781" y="1024"/>
                  <a:pt x="3781" y="772"/>
                  <a:pt x="3623" y="614"/>
                </a:cubicBezTo>
                <a:cubicBezTo>
                  <a:pt x="3434" y="394"/>
                  <a:pt x="3214" y="236"/>
                  <a:pt x="2962" y="173"/>
                </a:cubicBezTo>
                <a:cubicBezTo>
                  <a:pt x="2694" y="55"/>
                  <a:pt x="2420" y="1"/>
                  <a:pt x="215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5" name="Google Shape;2045;p44"/>
          <p:cNvSpPr/>
          <p:nvPr/>
        </p:nvSpPr>
        <p:spPr>
          <a:xfrm>
            <a:off x="1639915" y="2868943"/>
            <a:ext cx="178591" cy="287170"/>
          </a:xfrm>
          <a:custGeom>
            <a:rect b="b" l="l" r="r" t="t"/>
            <a:pathLst>
              <a:path extrusionOk="0" h="12666" w="7877">
                <a:moveTo>
                  <a:pt x="6491" y="788"/>
                </a:moveTo>
                <a:cubicBezTo>
                  <a:pt x="6743" y="788"/>
                  <a:pt x="6900" y="977"/>
                  <a:pt x="6932" y="1197"/>
                </a:cubicBezTo>
                <a:cubicBezTo>
                  <a:pt x="6869" y="1449"/>
                  <a:pt x="6711" y="1607"/>
                  <a:pt x="6459" y="1607"/>
                </a:cubicBezTo>
                <a:lnTo>
                  <a:pt x="5640" y="1607"/>
                </a:lnTo>
                <a:cubicBezTo>
                  <a:pt x="5388" y="1607"/>
                  <a:pt x="5230" y="1827"/>
                  <a:pt x="5230" y="2017"/>
                </a:cubicBezTo>
                <a:cubicBezTo>
                  <a:pt x="5230" y="2237"/>
                  <a:pt x="5451" y="2458"/>
                  <a:pt x="5640" y="2458"/>
                </a:cubicBezTo>
                <a:lnTo>
                  <a:pt x="6081" y="2458"/>
                </a:lnTo>
                <a:lnTo>
                  <a:pt x="6081" y="4379"/>
                </a:lnTo>
                <a:lnTo>
                  <a:pt x="1922" y="4379"/>
                </a:lnTo>
                <a:lnTo>
                  <a:pt x="1922" y="2458"/>
                </a:lnTo>
                <a:lnTo>
                  <a:pt x="2364" y="2458"/>
                </a:lnTo>
                <a:cubicBezTo>
                  <a:pt x="2616" y="2458"/>
                  <a:pt x="2805" y="2237"/>
                  <a:pt x="2805" y="2017"/>
                </a:cubicBezTo>
                <a:cubicBezTo>
                  <a:pt x="2805" y="1764"/>
                  <a:pt x="2616" y="1607"/>
                  <a:pt x="2364" y="1607"/>
                </a:cubicBezTo>
                <a:lnTo>
                  <a:pt x="1544" y="1607"/>
                </a:lnTo>
                <a:cubicBezTo>
                  <a:pt x="1292" y="1607"/>
                  <a:pt x="1135" y="1418"/>
                  <a:pt x="1135" y="1197"/>
                </a:cubicBezTo>
                <a:cubicBezTo>
                  <a:pt x="1135" y="945"/>
                  <a:pt x="1355" y="788"/>
                  <a:pt x="1544" y="788"/>
                </a:cubicBezTo>
                <a:close/>
                <a:moveTo>
                  <a:pt x="6018" y="5135"/>
                </a:moveTo>
                <a:lnTo>
                  <a:pt x="6018" y="9641"/>
                </a:lnTo>
                <a:cubicBezTo>
                  <a:pt x="6018" y="10901"/>
                  <a:pt x="5136" y="11815"/>
                  <a:pt x="3970" y="11815"/>
                </a:cubicBezTo>
                <a:cubicBezTo>
                  <a:pt x="2994" y="11815"/>
                  <a:pt x="2143" y="11090"/>
                  <a:pt x="1985" y="10176"/>
                </a:cubicBezTo>
                <a:lnTo>
                  <a:pt x="3151" y="10176"/>
                </a:lnTo>
                <a:cubicBezTo>
                  <a:pt x="3403" y="10176"/>
                  <a:pt x="3561" y="9956"/>
                  <a:pt x="3561" y="9735"/>
                </a:cubicBezTo>
                <a:cubicBezTo>
                  <a:pt x="3561" y="9483"/>
                  <a:pt x="3340" y="9326"/>
                  <a:pt x="3151" y="9326"/>
                </a:cubicBezTo>
                <a:lnTo>
                  <a:pt x="1891" y="9326"/>
                </a:lnTo>
                <a:lnTo>
                  <a:pt x="1891" y="8507"/>
                </a:lnTo>
                <a:lnTo>
                  <a:pt x="3151" y="8507"/>
                </a:lnTo>
                <a:cubicBezTo>
                  <a:pt x="3403" y="8507"/>
                  <a:pt x="3561" y="8317"/>
                  <a:pt x="3561" y="8065"/>
                </a:cubicBezTo>
                <a:cubicBezTo>
                  <a:pt x="3561" y="7845"/>
                  <a:pt x="3340" y="7656"/>
                  <a:pt x="3151" y="7656"/>
                </a:cubicBezTo>
                <a:lnTo>
                  <a:pt x="1891" y="7656"/>
                </a:lnTo>
                <a:lnTo>
                  <a:pt x="1891" y="6805"/>
                </a:lnTo>
                <a:lnTo>
                  <a:pt x="3151" y="6805"/>
                </a:lnTo>
                <a:cubicBezTo>
                  <a:pt x="3403" y="6805"/>
                  <a:pt x="3561" y="6616"/>
                  <a:pt x="3561" y="6396"/>
                </a:cubicBezTo>
                <a:cubicBezTo>
                  <a:pt x="3561" y="6144"/>
                  <a:pt x="3340" y="5955"/>
                  <a:pt x="3151" y="5955"/>
                </a:cubicBezTo>
                <a:lnTo>
                  <a:pt x="1891" y="5955"/>
                </a:lnTo>
                <a:lnTo>
                  <a:pt x="1891" y="5135"/>
                </a:lnTo>
                <a:close/>
                <a:moveTo>
                  <a:pt x="1513" y="0"/>
                </a:moveTo>
                <a:cubicBezTo>
                  <a:pt x="1072" y="0"/>
                  <a:pt x="725" y="189"/>
                  <a:pt x="473" y="567"/>
                </a:cubicBezTo>
                <a:cubicBezTo>
                  <a:pt x="1" y="1229"/>
                  <a:pt x="316" y="2143"/>
                  <a:pt x="1103" y="2395"/>
                </a:cubicBezTo>
                <a:lnTo>
                  <a:pt x="1103" y="9767"/>
                </a:lnTo>
                <a:cubicBezTo>
                  <a:pt x="1103" y="11422"/>
                  <a:pt x="2503" y="12666"/>
                  <a:pt x="4038" y="12666"/>
                </a:cubicBezTo>
                <a:cubicBezTo>
                  <a:pt x="4402" y="12666"/>
                  <a:pt x="4774" y="12596"/>
                  <a:pt x="5136" y="12445"/>
                </a:cubicBezTo>
                <a:cubicBezTo>
                  <a:pt x="6176" y="12004"/>
                  <a:pt x="6900" y="10964"/>
                  <a:pt x="6900" y="9767"/>
                </a:cubicBezTo>
                <a:lnTo>
                  <a:pt x="6900" y="2395"/>
                </a:lnTo>
                <a:cubicBezTo>
                  <a:pt x="7121" y="2332"/>
                  <a:pt x="7373" y="2174"/>
                  <a:pt x="7530" y="1922"/>
                </a:cubicBezTo>
                <a:cubicBezTo>
                  <a:pt x="7877" y="1355"/>
                  <a:pt x="7719" y="599"/>
                  <a:pt x="7184" y="189"/>
                </a:cubicBezTo>
                <a:cubicBezTo>
                  <a:pt x="6963" y="95"/>
                  <a:pt x="6743" y="0"/>
                  <a:pt x="645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6" name="Google Shape;2046;p44"/>
          <p:cNvSpPr/>
          <p:nvPr/>
        </p:nvSpPr>
        <p:spPr>
          <a:xfrm>
            <a:off x="1602778" y="3301410"/>
            <a:ext cx="252866" cy="288780"/>
          </a:xfrm>
          <a:custGeom>
            <a:rect b="b" l="l" r="r" t="t"/>
            <a:pathLst>
              <a:path extrusionOk="0" h="12737" w="11153">
                <a:moveTo>
                  <a:pt x="9452" y="4262"/>
                </a:moveTo>
                <a:lnTo>
                  <a:pt x="9452" y="4262"/>
                </a:lnTo>
                <a:cubicBezTo>
                  <a:pt x="9704" y="4703"/>
                  <a:pt x="9609" y="5270"/>
                  <a:pt x="9231" y="5679"/>
                </a:cubicBezTo>
                <a:cubicBezTo>
                  <a:pt x="8976" y="5915"/>
                  <a:pt x="8672" y="6040"/>
                  <a:pt x="8364" y="6040"/>
                </a:cubicBezTo>
                <a:cubicBezTo>
                  <a:pt x="8178" y="6040"/>
                  <a:pt x="7992" y="5995"/>
                  <a:pt x="7814" y="5900"/>
                </a:cubicBezTo>
                <a:lnTo>
                  <a:pt x="9452" y="4262"/>
                </a:lnTo>
                <a:close/>
                <a:moveTo>
                  <a:pt x="6018" y="835"/>
                </a:moveTo>
                <a:cubicBezTo>
                  <a:pt x="6120" y="835"/>
                  <a:pt x="6223" y="875"/>
                  <a:pt x="6301" y="954"/>
                </a:cubicBezTo>
                <a:lnTo>
                  <a:pt x="7215" y="1867"/>
                </a:lnTo>
                <a:cubicBezTo>
                  <a:pt x="7306" y="1935"/>
                  <a:pt x="7397" y="1987"/>
                  <a:pt x="7499" y="1987"/>
                </a:cubicBezTo>
                <a:cubicBezTo>
                  <a:pt x="7539" y="1987"/>
                  <a:pt x="7581" y="1979"/>
                  <a:pt x="7625" y="1962"/>
                </a:cubicBezTo>
                <a:cubicBezTo>
                  <a:pt x="7863" y="1897"/>
                  <a:pt x="8110" y="1865"/>
                  <a:pt x="8359" y="1865"/>
                </a:cubicBezTo>
                <a:cubicBezTo>
                  <a:pt x="8963" y="1865"/>
                  <a:pt x="9578" y="2055"/>
                  <a:pt x="10113" y="2434"/>
                </a:cubicBezTo>
                <a:lnTo>
                  <a:pt x="6049" y="6498"/>
                </a:lnTo>
                <a:cubicBezTo>
                  <a:pt x="5482" y="5774"/>
                  <a:pt x="5356" y="4892"/>
                  <a:pt x="5577" y="4010"/>
                </a:cubicBezTo>
                <a:cubicBezTo>
                  <a:pt x="5608" y="3852"/>
                  <a:pt x="5577" y="3726"/>
                  <a:pt x="5451" y="3631"/>
                </a:cubicBezTo>
                <a:lnTo>
                  <a:pt x="5199" y="3379"/>
                </a:lnTo>
                <a:lnTo>
                  <a:pt x="4537" y="2718"/>
                </a:lnTo>
                <a:cubicBezTo>
                  <a:pt x="4380" y="2560"/>
                  <a:pt x="4380" y="2277"/>
                  <a:pt x="4537" y="2119"/>
                </a:cubicBezTo>
                <a:lnTo>
                  <a:pt x="5734" y="954"/>
                </a:lnTo>
                <a:cubicBezTo>
                  <a:pt x="5813" y="875"/>
                  <a:pt x="5915" y="835"/>
                  <a:pt x="6018" y="835"/>
                </a:cubicBezTo>
                <a:close/>
                <a:moveTo>
                  <a:pt x="1290" y="6917"/>
                </a:moveTo>
                <a:cubicBezTo>
                  <a:pt x="1502" y="6917"/>
                  <a:pt x="1702" y="7106"/>
                  <a:pt x="1702" y="7318"/>
                </a:cubicBezTo>
                <a:cubicBezTo>
                  <a:pt x="1670" y="7538"/>
                  <a:pt x="1544" y="7696"/>
                  <a:pt x="1387" y="7727"/>
                </a:cubicBezTo>
                <a:cubicBezTo>
                  <a:pt x="1342" y="7740"/>
                  <a:pt x="1298" y="7746"/>
                  <a:pt x="1256" y="7746"/>
                </a:cubicBezTo>
                <a:cubicBezTo>
                  <a:pt x="1084" y="7746"/>
                  <a:pt x="933" y="7645"/>
                  <a:pt x="883" y="7444"/>
                </a:cubicBezTo>
                <a:cubicBezTo>
                  <a:pt x="788" y="7223"/>
                  <a:pt x="914" y="7002"/>
                  <a:pt x="1166" y="6939"/>
                </a:cubicBezTo>
                <a:cubicBezTo>
                  <a:pt x="1207" y="6924"/>
                  <a:pt x="1248" y="6917"/>
                  <a:pt x="1290" y="6917"/>
                </a:cubicBezTo>
                <a:close/>
                <a:moveTo>
                  <a:pt x="5807" y="10240"/>
                </a:moveTo>
                <a:cubicBezTo>
                  <a:pt x="6104" y="10240"/>
                  <a:pt x="6409" y="10293"/>
                  <a:pt x="6711" y="10405"/>
                </a:cubicBezTo>
                <a:cubicBezTo>
                  <a:pt x="7373" y="10626"/>
                  <a:pt x="7877" y="11193"/>
                  <a:pt x="8160" y="11886"/>
                </a:cubicBezTo>
                <a:lnTo>
                  <a:pt x="3529" y="11886"/>
                </a:lnTo>
                <a:cubicBezTo>
                  <a:pt x="3847" y="10882"/>
                  <a:pt x="4774" y="10240"/>
                  <a:pt x="5807" y="10240"/>
                </a:cubicBezTo>
                <a:close/>
                <a:moveTo>
                  <a:pt x="6030" y="1"/>
                </a:moveTo>
                <a:cubicBezTo>
                  <a:pt x="5711" y="1"/>
                  <a:pt x="5388" y="119"/>
                  <a:pt x="5136" y="355"/>
                </a:cubicBezTo>
                <a:lnTo>
                  <a:pt x="3938" y="1552"/>
                </a:lnTo>
                <a:cubicBezTo>
                  <a:pt x="3466" y="1993"/>
                  <a:pt x="3466" y="2781"/>
                  <a:pt x="3938" y="3316"/>
                </a:cubicBezTo>
                <a:lnTo>
                  <a:pt x="4348" y="3694"/>
                </a:lnTo>
                <a:lnTo>
                  <a:pt x="1828" y="6215"/>
                </a:lnTo>
                <a:cubicBezTo>
                  <a:pt x="1652" y="6127"/>
                  <a:pt x="1468" y="6087"/>
                  <a:pt x="1287" y="6087"/>
                </a:cubicBezTo>
                <a:cubicBezTo>
                  <a:pt x="623" y="6087"/>
                  <a:pt x="0" y="6625"/>
                  <a:pt x="0" y="7318"/>
                </a:cubicBezTo>
                <a:cubicBezTo>
                  <a:pt x="0" y="8052"/>
                  <a:pt x="611" y="8583"/>
                  <a:pt x="1293" y="8583"/>
                </a:cubicBezTo>
                <a:cubicBezTo>
                  <a:pt x="1459" y="8583"/>
                  <a:pt x="1629" y="8551"/>
                  <a:pt x="1796" y="8483"/>
                </a:cubicBezTo>
                <a:lnTo>
                  <a:pt x="3592" y="10279"/>
                </a:lnTo>
                <a:cubicBezTo>
                  <a:pt x="3056" y="10783"/>
                  <a:pt x="2647" y="11476"/>
                  <a:pt x="2584" y="12264"/>
                </a:cubicBezTo>
                <a:cubicBezTo>
                  <a:pt x="2521" y="12484"/>
                  <a:pt x="2741" y="12736"/>
                  <a:pt x="2962" y="12736"/>
                </a:cubicBezTo>
                <a:lnTo>
                  <a:pt x="8664" y="12736"/>
                </a:lnTo>
                <a:cubicBezTo>
                  <a:pt x="8916" y="12736"/>
                  <a:pt x="9105" y="12484"/>
                  <a:pt x="9074" y="12264"/>
                </a:cubicBezTo>
                <a:cubicBezTo>
                  <a:pt x="8837" y="10556"/>
                  <a:pt x="7367" y="9419"/>
                  <a:pt x="5795" y="9419"/>
                </a:cubicBezTo>
                <a:cubicBezTo>
                  <a:pt x="5279" y="9419"/>
                  <a:pt x="4752" y="9542"/>
                  <a:pt x="4254" y="9806"/>
                </a:cubicBezTo>
                <a:lnTo>
                  <a:pt x="2363" y="7916"/>
                </a:lnTo>
                <a:cubicBezTo>
                  <a:pt x="2521" y="7601"/>
                  <a:pt x="2521" y="7223"/>
                  <a:pt x="2426" y="6845"/>
                </a:cubicBezTo>
                <a:lnTo>
                  <a:pt x="4663" y="4608"/>
                </a:lnTo>
                <a:lnTo>
                  <a:pt x="4663" y="4608"/>
                </a:lnTo>
                <a:cubicBezTo>
                  <a:pt x="4632" y="5679"/>
                  <a:pt x="4978" y="6687"/>
                  <a:pt x="5734" y="7444"/>
                </a:cubicBezTo>
                <a:cubicBezTo>
                  <a:pt x="5813" y="7522"/>
                  <a:pt x="5915" y="7562"/>
                  <a:pt x="6018" y="7562"/>
                </a:cubicBezTo>
                <a:cubicBezTo>
                  <a:pt x="6120" y="7562"/>
                  <a:pt x="6223" y="7522"/>
                  <a:pt x="6301" y="7444"/>
                </a:cubicBezTo>
                <a:lnTo>
                  <a:pt x="7215" y="6530"/>
                </a:lnTo>
                <a:cubicBezTo>
                  <a:pt x="7564" y="6771"/>
                  <a:pt x="7958" y="6887"/>
                  <a:pt x="8352" y="6887"/>
                </a:cubicBezTo>
                <a:cubicBezTo>
                  <a:pt x="8883" y="6887"/>
                  <a:pt x="9414" y="6676"/>
                  <a:pt x="9830" y="6278"/>
                </a:cubicBezTo>
                <a:cubicBezTo>
                  <a:pt x="10523" y="5553"/>
                  <a:pt x="10618" y="4451"/>
                  <a:pt x="10082" y="3663"/>
                </a:cubicBezTo>
                <a:lnTo>
                  <a:pt x="10996" y="2749"/>
                </a:lnTo>
                <a:cubicBezTo>
                  <a:pt x="11153" y="2560"/>
                  <a:pt x="11153" y="2340"/>
                  <a:pt x="10996" y="2119"/>
                </a:cubicBezTo>
                <a:cubicBezTo>
                  <a:pt x="10259" y="1383"/>
                  <a:pt x="9297" y="1056"/>
                  <a:pt x="8341" y="1056"/>
                </a:cubicBezTo>
                <a:cubicBezTo>
                  <a:pt x="8111" y="1056"/>
                  <a:pt x="7882" y="1074"/>
                  <a:pt x="7656" y="1111"/>
                </a:cubicBezTo>
                <a:lnTo>
                  <a:pt x="6900" y="355"/>
                </a:lnTo>
                <a:cubicBezTo>
                  <a:pt x="6664" y="119"/>
                  <a:pt x="6349" y="1"/>
                  <a:pt x="603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7" name="Google Shape;2047;p44"/>
          <p:cNvSpPr/>
          <p:nvPr/>
        </p:nvSpPr>
        <p:spPr>
          <a:xfrm>
            <a:off x="1585626" y="3737004"/>
            <a:ext cx="287170" cy="288122"/>
          </a:xfrm>
          <a:custGeom>
            <a:rect b="b" l="l" r="r" t="t"/>
            <a:pathLst>
              <a:path extrusionOk="0" h="12708" w="12666">
                <a:moveTo>
                  <a:pt x="6347" y="841"/>
                </a:moveTo>
                <a:cubicBezTo>
                  <a:pt x="6876" y="841"/>
                  <a:pt x="7350" y="1172"/>
                  <a:pt x="7530" y="1712"/>
                </a:cubicBezTo>
                <a:cubicBezTo>
                  <a:pt x="7719" y="2405"/>
                  <a:pt x="7372" y="3067"/>
                  <a:pt x="6679" y="3256"/>
                </a:cubicBezTo>
                <a:cubicBezTo>
                  <a:pt x="6569" y="3289"/>
                  <a:pt x="6457" y="3305"/>
                  <a:pt x="6345" y="3305"/>
                </a:cubicBezTo>
                <a:cubicBezTo>
                  <a:pt x="5822" y="3305"/>
                  <a:pt x="5323" y="2956"/>
                  <a:pt x="5167" y="2437"/>
                </a:cubicBezTo>
                <a:cubicBezTo>
                  <a:pt x="4947" y="1775"/>
                  <a:pt x="5325" y="1082"/>
                  <a:pt x="5986" y="893"/>
                </a:cubicBezTo>
                <a:cubicBezTo>
                  <a:pt x="6108" y="858"/>
                  <a:pt x="6229" y="841"/>
                  <a:pt x="6347" y="841"/>
                </a:cubicBezTo>
                <a:close/>
                <a:moveTo>
                  <a:pt x="6353" y="5919"/>
                </a:moveTo>
                <a:cubicBezTo>
                  <a:pt x="7021" y="5919"/>
                  <a:pt x="7624" y="6459"/>
                  <a:pt x="7624" y="7162"/>
                </a:cubicBezTo>
                <a:cubicBezTo>
                  <a:pt x="7593" y="7698"/>
                  <a:pt x="7215" y="8170"/>
                  <a:pt x="6742" y="8328"/>
                </a:cubicBezTo>
                <a:cubicBezTo>
                  <a:pt x="6608" y="8371"/>
                  <a:pt x="6474" y="8391"/>
                  <a:pt x="6345" y="8391"/>
                </a:cubicBezTo>
                <a:cubicBezTo>
                  <a:pt x="5810" y="8391"/>
                  <a:pt x="5351" y="8042"/>
                  <a:pt x="5199" y="7509"/>
                </a:cubicBezTo>
                <a:cubicBezTo>
                  <a:pt x="5010" y="6847"/>
                  <a:pt x="5356" y="6186"/>
                  <a:pt x="6018" y="5965"/>
                </a:cubicBezTo>
                <a:cubicBezTo>
                  <a:pt x="6130" y="5934"/>
                  <a:pt x="6242" y="5919"/>
                  <a:pt x="6353" y="5919"/>
                </a:cubicBezTo>
                <a:close/>
                <a:moveTo>
                  <a:pt x="2079" y="9351"/>
                </a:moveTo>
                <a:cubicBezTo>
                  <a:pt x="2744" y="9351"/>
                  <a:pt x="3340" y="9871"/>
                  <a:pt x="3340" y="10596"/>
                </a:cubicBezTo>
                <a:cubicBezTo>
                  <a:pt x="3308" y="11163"/>
                  <a:pt x="2962" y="11604"/>
                  <a:pt x="2426" y="11762"/>
                </a:cubicBezTo>
                <a:cubicBezTo>
                  <a:pt x="2305" y="11797"/>
                  <a:pt x="2183" y="11813"/>
                  <a:pt x="2065" y="11813"/>
                </a:cubicBezTo>
                <a:cubicBezTo>
                  <a:pt x="1538" y="11813"/>
                  <a:pt x="1068" y="11483"/>
                  <a:pt x="914" y="10943"/>
                </a:cubicBezTo>
                <a:cubicBezTo>
                  <a:pt x="693" y="10281"/>
                  <a:pt x="1071" y="9588"/>
                  <a:pt x="1733" y="9399"/>
                </a:cubicBezTo>
                <a:cubicBezTo>
                  <a:pt x="1849" y="9367"/>
                  <a:pt x="1965" y="9351"/>
                  <a:pt x="2079" y="9351"/>
                </a:cubicBezTo>
                <a:close/>
                <a:moveTo>
                  <a:pt x="10617" y="9351"/>
                </a:moveTo>
                <a:cubicBezTo>
                  <a:pt x="11281" y="9351"/>
                  <a:pt x="11878" y="9871"/>
                  <a:pt x="11878" y="10596"/>
                </a:cubicBezTo>
                <a:cubicBezTo>
                  <a:pt x="11846" y="11163"/>
                  <a:pt x="11500" y="11604"/>
                  <a:pt x="10995" y="11762"/>
                </a:cubicBezTo>
                <a:cubicBezTo>
                  <a:pt x="10868" y="11797"/>
                  <a:pt x="10742" y="11813"/>
                  <a:pt x="10620" y="11813"/>
                </a:cubicBezTo>
                <a:cubicBezTo>
                  <a:pt x="10076" y="11813"/>
                  <a:pt x="9606" y="11483"/>
                  <a:pt x="9452" y="10943"/>
                </a:cubicBezTo>
                <a:cubicBezTo>
                  <a:pt x="9263" y="10281"/>
                  <a:pt x="9609" y="9588"/>
                  <a:pt x="10271" y="9399"/>
                </a:cubicBezTo>
                <a:cubicBezTo>
                  <a:pt x="10387" y="9367"/>
                  <a:pt x="10503" y="9351"/>
                  <a:pt x="10617" y="9351"/>
                </a:cubicBezTo>
                <a:close/>
                <a:moveTo>
                  <a:pt x="6344" y="0"/>
                </a:moveTo>
                <a:cubicBezTo>
                  <a:pt x="5677" y="0"/>
                  <a:pt x="5021" y="308"/>
                  <a:pt x="4631" y="893"/>
                </a:cubicBezTo>
                <a:cubicBezTo>
                  <a:pt x="3812" y="2122"/>
                  <a:pt x="4474" y="3760"/>
                  <a:pt x="5955" y="4075"/>
                </a:cubicBezTo>
                <a:lnTo>
                  <a:pt x="5955" y="5146"/>
                </a:lnTo>
                <a:cubicBezTo>
                  <a:pt x="4600" y="5430"/>
                  <a:pt x="3907" y="6910"/>
                  <a:pt x="4537" y="8107"/>
                </a:cubicBezTo>
                <a:lnTo>
                  <a:pt x="3434" y="9021"/>
                </a:lnTo>
                <a:cubicBezTo>
                  <a:pt x="3025" y="8706"/>
                  <a:pt x="2584" y="8548"/>
                  <a:pt x="2080" y="8548"/>
                </a:cubicBezTo>
                <a:cubicBezTo>
                  <a:pt x="945" y="8548"/>
                  <a:pt x="0" y="9494"/>
                  <a:pt x="0" y="10628"/>
                </a:cubicBezTo>
                <a:cubicBezTo>
                  <a:pt x="0" y="11762"/>
                  <a:pt x="945" y="12707"/>
                  <a:pt x="2080" y="12707"/>
                </a:cubicBezTo>
                <a:cubicBezTo>
                  <a:pt x="3214" y="12707"/>
                  <a:pt x="4159" y="11793"/>
                  <a:pt x="4159" y="10628"/>
                </a:cubicBezTo>
                <a:cubicBezTo>
                  <a:pt x="4159" y="10281"/>
                  <a:pt x="4096" y="9966"/>
                  <a:pt x="3938" y="9683"/>
                </a:cubicBezTo>
                <a:lnTo>
                  <a:pt x="5041" y="8769"/>
                </a:lnTo>
                <a:cubicBezTo>
                  <a:pt x="5435" y="9084"/>
                  <a:pt x="5907" y="9242"/>
                  <a:pt x="6376" y="9242"/>
                </a:cubicBezTo>
                <a:cubicBezTo>
                  <a:pt x="6845" y="9242"/>
                  <a:pt x="7309" y="9084"/>
                  <a:pt x="7687" y="8769"/>
                </a:cubicBezTo>
                <a:lnTo>
                  <a:pt x="8790" y="9683"/>
                </a:lnTo>
                <a:cubicBezTo>
                  <a:pt x="8318" y="10596"/>
                  <a:pt x="8570" y="11730"/>
                  <a:pt x="9452" y="12361"/>
                </a:cubicBezTo>
                <a:cubicBezTo>
                  <a:pt x="9803" y="12595"/>
                  <a:pt x="10203" y="12707"/>
                  <a:pt x="10598" y="12707"/>
                </a:cubicBezTo>
                <a:cubicBezTo>
                  <a:pt x="11266" y="12707"/>
                  <a:pt x="11923" y="12387"/>
                  <a:pt x="12319" y="11793"/>
                </a:cubicBezTo>
                <a:cubicBezTo>
                  <a:pt x="12571" y="11478"/>
                  <a:pt x="12665" y="11069"/>
                  <a:pt x="12665" y="10659"/>
                </a:cubicBezTo>
                <a:cubicBezTo>
                  <a:pt x="12665" y="9431"/>
                  <a:pt x="11783" y="8548"/>
                  <a:pt x="10617" y="8548"/>
                </a:cubicBezTo>
                <a:cubicBezTo>
                  <a:pt x="10113" y="8548"/>
                  <a:pt x="9672" y="8706"/>
                  <a:pt x="9294" y="9021"/>
                </a:cubicBezTo>
                <a:lnTo>
                  <a:pt x="8192" y="8107"/>
                </a:lnTo>
                <a:cubicBezTo>
                  <a:pt x="8822" y="6879"/>
                  <a:pt x="8097" y="5398"/>
                  <a:pt x="6774" y="5146"/>
                </a:cubicBezTo>
                <a:lnTo>
                  <a:pt x="6774" y="4075"/>
                </a:lnTo>
                <a:cubicBezTo>
                  <a:pt x="7530" y="3917"/>
                  <a:pt x="8097" y="3382"/>
                  <a:pt x="8349" y="2657"/>
                </a:cubicBezTo>
                <a:cubicBezTo>
                  <a:pt x="8633" y="1806"/>
                  <a:pt x="8318" y="861"/>
                  <a:pt x="7530" y="357"/>
                </a:cubicBezTo>
                <a:cubicBezTo>
                  <a:pt x="7170" y="117"/>
                  <a:pt x="6755" y="0"/>
                  <a:pt x="634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8" name="Google Shape;2048;p44"/>
          <p:cNvSpPr/>
          <p:nvPr/>
        </p:nvSpPr>
        <p:spPr>
          <a:xfrm>
            <a:off x="3770523" y="2869125"/>
            <a:ext cx="288598" cy="286807"/>
          </a:xfrm>
          <a:custGeom>
            <a:rect b="b" l="l" r="r" t="t"/>
            <a:pathLst>
              <a:path extrusionOk="0" h="12650" w="12729">
                <a:moveTo>
                  <a:pt x="9326" y="1000"/>
                </a:moveTo>
                <a:lnTo>
                  <a:pt x="11657" y="3332"/>
                </a:lnTo>
                <a:lnTo>
                  <a:pt x="3403" y="11617"/>
                </a:lnTo>
                <a:lnTo>
                  <a:pt x="1072" y="9286"/>
                </a:lnTo>
                <a:lnTo>
                  <a:pt x="2521" y="7837"/>
                </a:lnTo>
                <a:lnTo>
                  <a:pt x="3403" y="8688"/>
                </a:lnTo>
                <a:cubicBezTo>
                  <a:pt x="3482" y="8766"/>
                  <a:pt x="3584" y="8806"/>
                  <a:pt x="3686" y="8806"/>
                </a:cubicBezTo>
                <a:cubicBezTo>
                  <a:pt x="3789" y="8806"/>
                  <a:pt x="3891" y="8766"/>
                  <a:pt x="3970" y="8688"/>
                </a:cubicBezTo>
                <a:cubicBezTo>
                  <a:pt x="4128" y="8530"/>
                  <a:pt x="4128" y="8278"/>
                  <a:pt x="3970" y="8089"/>
                </a:cubicBezTo>
                <a:lnTo>
                  <a:pt x="3119" y="7238"/>
                </a:lnTo>
                <a:lnTo>
                  <a:pt x="4191" y="6167"/>
                </a:lnTo>
                <a:lnTo>
                  <a:pt x="5041" y="7049"/>
                </a:lnTo>
                <a:cubicBezTo>
                  <a:pt x="5120" y="7128"/>
                  <a:pt x="5230" y="7167"/>
                  <a:pt x="5340" y="7167"/>
                </a:cubicBezTo>
                <a:cubicBezTo>
                  <a:pt x="5451" y="7167"/>
                  <a:pt x="5561" y="7128"/>
                  <a:pt x="5640" y="7049"/>
                </a:cubicBezTo>
                <a:cubicBezTo>
                  <a:pt x="5797" y="6892"/>
                  <a:pt x="5797" y="6608"/>
                  <a:pt x="5640" y="6451"/>
                </a:cubicBezTo>
                <a:lnTo>
                  <a:pt x="4758" y="5600"/>
                </a:lnTo>
                <a:lnTo>
                  <a:pt x="5829" y="4529"/>
                </a:lnTo>
                <a:lnTo>
                  <a:pt x="6711" y="5380"/>
                </a:lnTo>
                <a:cubicBezTo>
                  <a:pt x="6790" y="5458"/>
                  <a:pt x="6892" y="5498"/>
                  <a:pt x="6994" y="5498"/>
                </a:cubicBezTo>
                <a:cubicBezTo>
                  <a:pt x="7097" y="5498"/>
                  <a:pt x="7199" y="5458"/>
                  <a:pt x="7278" y="5380"/>
                </a:cubicBezTo>
                <a:cubicBezTo>
                  <a:pt x="7436" y="5222"/>
                  <a:pt x="7436" y="4970"/>
                  <a:pt x="7278" y="4812"/>
                </a:cubicBezTo>
                <a:lnTo>
                  <a:pt x="6427" y="3930"/>
                </a:lnTo>
                <a:lnTo>
                  <a:pt x="7499" y="2859"/>
                </a:lnTo>
                <a:lnTo>
                  <a:pt x="8349" y="3741"/>
                </a:lnTo>
                <a:cubicBezTo>
                  <a:pt x="8428" y="3820"/>
                  <a:pt x="8538" y="3859"/>
                  <a:pt x="8648" y="3859"/>
                </a:cubicBezTo>
                <a:cubicBezTo>
                  <a:pt x="8759" y="3859"/>
                  <a:pt x="8869" y="3820"/>
                  <a:pt x="8948" y="3741"/>
                </a:cubicBezTo>
                <a:cubicBezTo>
                  <a:pt x="9105" y="3584"/>
                  <a:pt x="9105" y="3300"/>
                  <a:pt x="8948" y="3143"/>
                </a:cubicBezTo>
                <a:lnTo>
                  <a:pt x="8066" y="2292"/>
                </a:lnTo>
                <a:lnTo>
                  <a:pt x="9326" y="1000"/>
                </a:lnTo>
                <a:close/>
                <a:moveTo>
                  <a:pt x="9357" y="0"/>
                </a:moveTo>
                <a:cubicBezTo>
                  <a:pt x="9255" y="0"/>
                  <a:pt x="9153" y="39"/>
                  <a:pt x="9074" y="118"/>
                </a:cubicBezTo>
                <a:lnTo>
                  <a:pt x="7247" y="1914"/>
                </a:lnTo>
                <a:lnTo>
                  <a:pt x="7120" y="2040"/>
                </a:lnTo>
                <a:lnTo>
                  <a:pt x="5608" y="3584"/>
                </a:lnTo>
                <a:lnTo>
                  <a:pt x="5482" y="3678"/>
                </a:lnTo>
                <a:lnTo>
                  <a:pt x="3938" y="5222"/>
                </a:lnTo>
                <a:lnTo>
                  <a:pt x="3812" y="5348"/>
                </a:lnTo>
                <a:lnTo>
                  <a:pt x="2300" y="6892"/>
                </a:lnTo>
                <a:lnTo>
                  <a:pt x="2174" y="7018"/>
                </a:lnTo>
                <a:lnTo>
                  <a:pt x="158" y="9003"/>
                </a:lnTo>
                <a:cubicBezTo>
                  <a:pt x="0" y="9160"/>
                  <a:pt x="0" y="9444"/>
                  <a:pt x="158" y="9601"/>
                </a:cubicBezTo>
                <a:lnTo>
                  <a:pt x="3088" y="12531"/>
                </a:lnTo>
                <a:cubicBezTo>
                  <a:pt x="3167" y="12610"/>
                  <a:pt x="3269" y="12649"/>
                  <a:pt x="3371" y="12649"/>
                </a:cubicBezTo>
                <a:cubicBezTo>
                  <a:pt x="3474" y="12649"/>
                  <a:pt x="3576" y="12610"/>
                  <a:pt x="3655" y="12531"/>
                </a:cubicBezTo>
                <a:lnTo>
                  <a:pt x="12539" y="3647"/>
                </a:lnTo>
                <a:cubicBezTo>
                  <a:pt x="12728" y="3458"/>
                  <a:pt x="12728" y="3174"/>
                  <a:pt x="12571" y="3017"/>
                </a:cubicBezTo>
                <a:lnTo>
                  <a:pt x="9641" y="118"/>
                </a:lnTo>
                <a:cubicBezTo>
                  <a:pt x="9562" y="39"/>
                  <a:pt x="9460" y="0"/>
                  <a:pt x="935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49" name="Google Shape;2049;p44"/>
          <p:cNvGrpSpPr/>
          <p:nvPr/>
        </p:nvGrpSpPr>
        <p:grpSpPr>
          <a:xfrm>
            <a:off x="1145974" y="1554487"/>
            <a:ext cx="305739" cy="287419"/>
            <a:chOff x="-42804750" y="1949600"/>
            <a:chExt cx="337125" cy="316925"/>
          </a:xfrm>
        </p:grpSpPr>
        <p:sp>
          <p:nvSpPr>
            <p:cNvPr id="2050" name="Google Shape;2050;p44"/>
            <p:cNvSpPr/>
            <p:nvPr/>
          </p:nvSpPr>
          <p:spPr>
            <a:xfrm>
              <a:off x="-42731500" y="2013125"/>
              <a:ext cx="189825" cy="189900"/>
            </a:xfrm>
            <a:custGeom>
              <a:rect b="b" l="l" r="r" t="t"/>
              <a:pathLst>
                <a:path extrusionOk="0" h="7596" w="7593">
                  <a:moveTo>
                    <a:pt x="3781" y="805"/>
                  </a:moveTo>
                  <a:cubicBezTo>
                    <a:pt x="5419" y="805"/>
                    <a:pt x="6742" y="2128"/>
                    <a:pt x="6742" y="3767"/>
                  </a:cubicBezTo>
                  <a:cubicBezTo>
                    <a:pt x="6774" y="5405"/>
                    <a:pt x="5419" y="6760"/>
                    <a:pt x="3781" y="6760"/>
                  </a:cubicBezTo>
                  <a:cubicBezTo>
                    <a:pt x="2426" y="6760"/>
                    <a:pt x="1292" y="5878"/>
                    <a:pt x="946" y="4649"/>
                  </a:cubicBezTo>
                  <a:cubicBezTo>
                    <a:pt x="347" y="2727"/>
                    <a:pt x="1765" y="805"/>
                    <a:pt x="3781" y="805"/>
                  </a:cubicBezTo>
                  <a:close/>
                  <a:moveTo>
                    <a:pt x="3809" y="1"/>
                  </a:moveTo>
                  <a:cubicBezTo>
                    <a:pt x="3297" y="1"/>
                    <a:pt x="2785" y="105"/>
                    <a:pt x="2300" y="301"/>
                  </a:cubicBezTo>
                  <a:cubicBezTo>
                    <a:pt x="946" y="868"/>
                    <a:pt x="0" y="2223"/>
                    <a:pt x="0" y="3798"/>
                  </a:cubicBezTo>
                  <a:cubicBezTo>
                    <a:pt x="0" y="5058"/>
                    <a:pt x="630" y="6224"/>
                    <a:pt x="1670" y="6949"/>
                  </a:cubicBezTo>
                  <a:cubicBezTo>
                    <a:pt x="2333" y="7390"/>
                    <a:pt x="3060" y="7596"/>
                    <a:pt x="3776" y="7596"/>
                  </a:cubicBezTo>
                  <a:cubicBezTo>
                    <a:pt x="4286" y="7596"/>
                    <a:pt x="4790" y="7492"/>
                    <a:pt x="5262" y="7295"/>
                  </a:cubicBezTo>
                  <a:cubicBezTo>
                    <a:pt x="6648" y="6697"/>
                    <a:pt x="7593" y="5373"/>
                    <a:pt x="7593" y="3798"/>
                  </a:cubicBezTo>
                  <a:cubicBezTo>
                    <a:pt x="7593" y="2506"/>
                    <a:pt x="6931" y="1341"/>
                    <a:pt x="5892" y="648"/>
                  </a:cubicBezTo>
                  <a:cubicBezTo>
                    <a:pt x="5248" y="206"/>
                    <a:pt x="4528" y="1"/>
                    <a:pt x="380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1" name="Google Shape;2051;p44"/>
            <p:cNvSpPr/>
            <p:nvPr/>
          </p:nvSpPr>
          <p:spPr>
            <a:xfrm>
              <a:off x="-42804750" y="1949600"/>
              <a:ext cx="337125" cy="316925"/>
            </a:xfrm>
            <a:custGeom>
              <a:rect b="b" l="l" r="r" t="t"/>
              <a:pathLst>
                <a:path extrusionOk="0" h="12677" w="13485">
                  <a:moveTo>
                    <a:pt x="3306" y="817"/>
                  </a:moveTo>
                  <a:cubicBezTo>
                    <a:pt x="3769" y="817"/>
                    <a:pt x="4233" y="967"/>
                    <a:pt x="4600" y="1267"/>
                  </a:cubicBezTo>
                  <a:cubicBezTo>
                    <a:pt x="3277" y="1802"/>
                    <a:pt x="2174" y="2905"/>
                    <a:pt x="1607" y="4260"/>
                  </a:cubicBezTo>
                  <a:cubicBezTo>
                    <a:pt x="914" y="3283"/>
                    <a:pt x="1072" y="1897"/>
                    <a:pt x="2143" y="1172"/>
                  </a:cubicBezTo>
                  <a:cubicBezTo>
                    <a:pt x="2484" y="935"/>
                    <a:pt x="2895" y="817"/>
                    <a:pt x="3306" y="817"/>
                  </a:cubicBezTo>
                  <a:close/>
                  <a:moveTo>
                    <a:pt x="10101" y="823"/>
                  </a:moveTo>
                  <a:cubicBezTo>
                    <a:pt x="10771" y="823"/>
                    <a:pt x="11436" y="1137"/>
                    <a:pt x="11846" y="1771"/>
                  </a:cubicBezTo>
                  <a:cubicBezTo>
                    <a:pt x="12382" y="2527"/>
                    <a:pt x="12319" y="3535"/>
                    <a:pt x="11783" y="4260"/>
                  </a:cubicBezTo>
                  <a:cubicBezTo>
                    <a:pt x="11248" y="2905"/>
                    <a:pt x="10177" y="1802"/>
                    <a:pt x="8790" y="1267"/>
                  </a:cubicBezTo>
                  <a:cubicBezTo>
                    <a:pt x="9176" y="971"/>
                    <a:pt x="9640" y="823"/>
                    <a:pt x="10101" y="823"/>
                  </a:cubicBezTo>
                  <a:close/>
                  <a:moveTo>
                    <a:pt x="6662" y="1686"/>
                  </a:moveTo>
                  <a:cubicBezTo>
                    <a:pt x="7287" y="1686"/>
                    <a:pt x="7908" y="1809"/>
                    <a:pt x="8475" y="2055"/>
                  </a:cubicBezTo>
                  <a:cubicBezTo>
                    <a:pt x="10177" y="2748"/>
                    <a:pt x="11311" y="4417"/>
                    <a:pt x="11311" y="6339"/>
                  </a:cubicBezTo>
                  <a:cubicBezTo>
                    <a:pt x="11374" y="8891"/>
                    <a:pt x="9263" y="10970"/>
                    <a:pt x="6711" y="10970"/>
                  </a:cubicBezTo>
                  <a:cubicBezTo>
                    <a:pt x="4159" y="10970"/>
                    <a:pt x="2048" y="8891"/>
                    <a:pt x="2017" y="6339"/>
                  </a:cubicBezTo>
                  <a:cubicBezTo>
                    <a:pt x="2017" y="4764"/>
                    <a:pt x="2804" y="3346"/>
                    <a:pt x="4065" y="2464"/>
                  </a:cubicBezTo>
                  <a:cubicBezTo>
                    <a:pt x="4846" y="1943"/>
                    <a:pt x="5759" y="1686"/>
                    <a:pt x="6662" y="1686"/>
                  </a:cubicBezTo>
                  <a:close/>
                  <a:moveTo>
                    <a:pt x="3282" y="1"/>
                  </a:moveTo>
                  <a:cubicBezTo>
                    <a:pt x="2347" y="1"/>
                    <a:pt x="1411" y="437"/>
                    <a:pt x="820" y="1298"/>
                  </a:cubicBezTo>
                  <a:cubicBezTo>
                    <a:pt x="0" y="2496"/>
                    <a:pt x="189" y="4165"/>
                    <a:pt x="1292" y="5142"/>
                  </a:cubicBezTo>
                  <a:cubicBezTo>
                    <a:pt x="820" y="7316"/>
                    <a:pt x="1702" y="9553"/>
                    <a:pt x="3497" y="10844"/>
                  </a:cubicBezTo>
                  <a:lnTo>
                    <a:pt x="2867" y="12073"/>
                  </a:lnTo>
                  <a:cubicBezTo>
                    <a:pt x="2773" y="12262"/>
                    <a:pt x="2867" y="12514"/>
                    <a:pt x="3088" y="12640"/>
                  </a:cubicBezTo>
                  <a:cubicBezTo>
                    <a:pt x="3137" y="12665"/>
                    <a:pt x="3189" y="12677"/>
                    <a:pt x="3240" y="12677"/>
                  </a:cubicBezTo>
                  <a:cubicBezTo>
                    <a:pt x="3386" y="12677"/>
                    <a:pt x="3530" y="12582"/>
                    <a:pt x="3623" y="12420"/>
                  </a:cubicBezTo>
                  <a:lnTo>
                    <a:pt x="4222" y="11254"/>
                  </a:lnTo>
                  <a:cubicBezTo>
                    <a:pt x="4994" y="11632"/>
                    <a:pt x="5821" y="11821"/>
                    <a:pt x="6648" y="11821"/>
                  </a:cubicBezTo>
                  <a:cubicBezTo>
                    <a:pt x="7475" y="11821"/>
                    <a:pt x="8302" y="11632"/>
                    <a:pt x="9074" y="11254"/>
                  </a:cubicBezTo>
                  <a:lnTo>
                    <a:pt x="9641" y="12420"/>
                  </a:lnTo>
                  <a:cubicBezTo>
                    <a:pt x="9736" y="12587"/>
                    <a:pt x="9904" y="12663"/>
                    <a:pt x="10062" y="12663"/>
                  </a:cubicBezTo>
                  <a:cubicBezTo>
                    <a:pt x="10113" y="12663"/>
                    <a:pt x="10162" y="12655"/>
                    <a:pt x="10208" y="12640"/>
                  </a:cubicBezTo>
                  <a:cubicBezTo>
                    <a:pt x="10397" y="12514"/>
                    <a:pt x="10492" y="12262"/>
                    <a:pt x="10397" y="12073"/>
                  </a:cubicBezTo>
                  <a:lnTo>
                    <a:pt x="9767" y="10844"/>
                  </a:lnTo>
                  <a:cubicBezTo>
                    <a:pt x="11594" y="9584"/>
                    <a:pt x="12476" y="7347"/>
                    <a:pt x="11972" y="5142"/>
                  </a:cubicBezTo>
                  <a:cubicBezTo>
                    <a:pt x="13485" y="3882"/>
                    <a:pt x="13359" y="1582"/>
                    <a:pt x="11752" y="511"/>
                  </a:cubicBezTo>
                  <a:cubicBezTo>
                    <a:pt x="11243" y="171"/>
                    <a:pt x="10658" y="5"/>
                    <a:pt x="10078" y="5"/>
                  </a:cubicBezTo>
                  <a:cubicBezTo>
                    <a:pt x="9258" y="5"/>
                    <a:pt x="8449" y="338"/>
                    <a:pt x="7877" y="983"/>
                  </a:cubicBezTo>
                  <a:cubicBezTo>
                    <a:pt x="7483" y="905"/>
                    <a:pt x="7081" y="865"/>
                    <a:pt x="6679" y="865"/>
                  </a:cubicBezTo>
                  <a:cubicBezTo>
                    <a:pt x="6278" y="865"/>
                    <a:pt x="5876" y="905"/>
                    <a:pt x="5482" y="983"/>
                  </a:cubicBezTo>
                  <a:cubicBezTo>
                    <a:pt x="4898" y="326"/>
                    <a:pt x="4090" y="1"/>
                    <a:pt x="328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2" name="Google Shape;2052;p44"/>
            <p:cNvSpPr/>
            <p:nvPr/>
          </p:nvSpPr>
          <p:spPr>
            <a:xfrm>
              <a:off x="-42644075" y="2060025"/>
              <a:ext cx="59100" cy="65400"/>
            </a:xfrm>
            <a:custGeom>
              <a:rect b="b" l="l" r="r" t="t"/>
              <a:pathLst>
                <a:path extrusionOk="0" h="2616" w="2364">
                  <a:moveTo>
                    <a:pt x="442" y="0"/>
                  </a:moveTo>
                  <a:cubicBezTo>
                    <a:pt x="189" y="0"/>
                    <a:pt x="0" y="189"/>
                    <a:pt x="0" y="410"/>
                  </a:cubicBezTo>
                  <a:lnTo>
                    <a:pt x="0" y="2237"/>
                  </a:lnTo>
                  <a:cubicBezTo>
                    <a:pt x="0" y="2458"/>
                    <a:pt x="189" y="2615"/>
                    <a:pt x="442" y="2615"/>
                  </a:cubicBezTo>
                  <a:lnTo>
                    <a:pt x="1922" y="2615"/>
                  </a:lnTo>
                  <a:cubicBezTo>
                    <a:pt x="2174" y="2615"/>
                    <a:pt x="2363" y="2426"/>
                    <a:pt x="2363" y="2237"/>
                  </a:cubicBezTo>
                  <a:cubicBezTo>
                    <a:pt x="2363" y="1954"/>
                    <a:pt x="2174" y="1796"/>
                    <a:pt x="1922" y="1796"/>
                  </a:cubicBezTo>
                  <a:lnTo>
                    <a:pt x="820" y="1796"/>
                  </a:lnTo>
                  <a:lnTo>
                    <a:pt x="820" y="410"/>
                  </a:lnTo>
                  <a:cubicBezTo>
                    <a:pt x="820" y="189"/>
                    <a:pt x="631" y="0"/>
                    <a:pt x="4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53" name="Google Shape;2053;p44"/>
          <p:cNvGrpSpPr/>
          <p:nvPr/>
        </p:nvGrpSpPr>
        <p:grpSpPr>
          <a:xfrm>
            <a:off x="1169553" y="1999180"/>
            <a:ext cx="258580" cy="280572"/>
            <a:chOff x="-42778750" y="2320125"/>
            <a:chExt cx="285125" cy="309375"/>
          </a:xfrm>
        </p:grpSpPr>
        <p:sp>
          <p:nvSpPr>
            <p:cNvPr id="2054" name="Google Shape;2054;p44"/>
            <p:cNvSpPr/>
            <p:nvPr/>
          </p:nvSpPr>
          <p:spPr>
            <a:xfrm>
              <a:off x="-42778750" y="2320125"/>
              <a:ext cx="285125" cy="309375"/>
            </a:xfrm>
            <a:custGeom>
              <a:rect b="b" l="l" r="r" t="t"/>
              <a:pathLst>
                <a:path extrusionOk="0" h="12375" w="11405">
                  <a:moveTo>
                    <a:pt x="5654" y="815"/>
                  </a:moveTo>
                  <a:cubicBezTo>
                    <a:pt x="5920" y="815"/>
                    <a:pt x="6185" y="965"/>
                    <a:pt x="6459" y="1253"/>
                  </a:cubicBezTo>
                  <a:cubicBezTo>
                    <a:pt x="6711" y="1568"/>
                    <a:pt x="6963" y="1978"/>
                    <a:pt x="7120" y="2419"/>
                  </a:cubicBezTo>
                  <a:cubicBezTo>
                    <a:pt x="6616" y="2545"/>
                    <a:pt x="6144" y="2734"/>
                    <a:pt x="5671" y="2923"/>
                  </a:cubicBezTo>
                  <a:cubicBezTo>
                    <a:pt x="5198" y="2734"/>
                    <a:pt x="4726" y="2545"/>
                    <a:pt x="4190" y="2419"/>
                  </a:cubicBezTo>
                  <a:cubicBezTo>
                    <a:pt x="4348" y="2072"/>
                    <a:pt x="4568" y="1663"/>
                    <a:pt x="4789" y="1348"/>
                  </a:cubicBezTo>
                  <a:cubicBezTo>
                    <a:pt x="5083" y="988"/>
                    <a:pt x="5368" y="815"/>
                    <a:pt x="5654" y="815"/>
                  </a:cubicBezTo>
                  <a:close/>
                  <a:moveTo>
                    <a:pt x="3938" y="3238"/>
                  </a:moveTo>
                  <a:cubicBezTo>
                    <a:pt x="4159" y="3332"/>
                    <a:pt x="4411" y="3364"/>
                    <a:pt x="4600" y="3427"/>
                  </a:cubicBezTo>
                  <a:cubicBezTo>
                    <a:pt x="4285" y="3616"/>
                    <a:pt x="4033" y="3774"/>
                    <a:pt x="3781" y="3900"/>
                  </a:cubicBezTo>
                  <a:cubicBezTo>
                    <a:pt x="3844" y="3679"/>
                    <a:pt x="3907" y="3427"/>
                    <a:pt x="3938" y="3238"/>
                  </a:cubicBezTo>
                  <a:close/>
                  <a:moveTo>
                    <a:pt x="7341" y="3238"/>
                  </a:moveTo>
                  <a:cubicBezTo>
                    <a:pt x="7435" y="3490"/>
                    <a:pt x="7467" y="3711"/>
                    <a:pt x="7498" y="3963"/>
                  </a:cubicBezTo>
                  <a:cubicBezTo>
                    <a:pt x="7246" y="3805"/>
                    <a:pt x="6963" y="3616"/>
                    <a:pt x="6679" y="3490"/>
                  </a:cubicBezTo>
                  <a:cubicBezTo>
                    <a:pt x="6868" y="3364"/>
                    <a:pt x="7120" y="3301"/>
                    <a:pt x="7341" y="3238"/>
                  </a:cubicBezTo>
                  <a:close/>
                  <a:moveTo>
                    <a:pt x="2340" y="2993"/>
                  </a:moveTo>
                  <a:cubicBezTo>
                    <a:pt x="2618" y="2993"/>
                    <a:pt x="2897" y="3021"/>
                    <a:pt x="3151" y="3049"/>
                  </a:cubicBezTo>
                  <a:cubicBezTo>
                    <a:pt x="3025" y="3522"/>
                    <a:pt x="2899" y="3994"/>
                    <a:pt x="2867" y="4593"/>
                  </a:cubicBezTo>
                  <a:cubicBezTo>
                    <a:pt x="2457" y="4908"/>
                    <a:pt x="2048" y="5223"/>
                    <a:pt x="1670" y="5569"/>
                  </a:cubicBezTo>
                  <a:cubicBezTo>
                    <a:pt x="1040" y="4782"/>
                    <a:pt x="473" y="3616"/>
                    <a:pt x="1355" y="3175"/>
                  </a:cubicBezTo>
                  <a:cubicBezTo>
                    <a:pt x="1651" y="3036"/>
                    <a:pt x="1995" y="2993"/>
                    <a:pt x="2340" y="2993"/>
                  </a:cubicBezTo>
                  <a:close/>
                  <a:moveTo>
                    <a:pt x="8935" y="3013"/>
                  </a:moveTo>
                  <a:cubicBezTo>
                    <a:pt x="9678" y="3013"/>
                    <a:pt x="10397" y="3218"/>
                    <a:pt x="10397" y="3868"/>
                  </a:cubicBezTo>
                  <a:cubicBezTo>
                    <a:pt x="10397" y="4435"/>
                    <a:pt x="9956" y="5097"/>
                    <a:pt x="9609" y="5569"/>
                  </a:cubicBezTo>
                  <a:cubicBezTo>
                    <a:pt x="9294" y="5254"/>
                    <a:pt x="8884" y="4908"/>
                    <a:pt x="8412" y="4593"/>
                  </a:cubicBezTo>
                  <a:cubicBezTo>
                    <a:pt x="8349" y="4089"/>
                    <a:pt x="8254" y="3553"/>
                    <a:pt x="8160" y="3080"/>
                  </a:cubicBezTo>
                  <a:cubicBezTo>
                    <a:pt x="8400" y="3039"/>
                    <a:pt x="8669" y="3013"/>
                    <a:pt x="8935" y="3013"/>
                  </a:cubicBezTo>
                  <a:close/>
                  <a:moveTo>
                    <a:pt x="8538" y="5695"/>
                  </a:moveTo>
                  <a:cubicBezTo>
                    <a:pt x="8727" y="5853"/>
                    <a:pt x="8884" y="6010"/>
                    <a:pt x="9042" y="6168"/>
                  </a:cubicBezTo>
                  <a:cubicBezTo>
                    <a:pt x="8884" y="6325"/>
                    <a:pt x="8695" y="6483"/>
                    <a:pt x="8538" y="6640"/>
                  </a:cubicBezTo>
                  <a:lnTo>
                    <a:pt x="8538" y="5695"/>
                  </a:lnTo>
                  <a:close/>
                  <a:moveTo>
                    <a:pt x="2741" y="5727"/>
                  </a:moveTo>
                  <a:lnTo>
                    <a:pt x="2741" y="6672"/>
                  </a:lnTo>
                  <a:cubicBezTo>
                    <a:pt x="2552" y="6514"/>
                    <a:pt x="2394" y="6357"/>
                    <a:pt x="2237" y="6199"/>
                  </a:cubicBezTo>
                  <a:cubicBezTo>
                    <a:pt x="2426" y="6010"/>
                    <a:pt x="2583" y="5884"/>
                    <a:pt x="2741" y="5727"/>
                  </a:cubicBezTo>
                  <a:close/>
                  <a:moveTo>
                    <a:pt x="5671" y="3837"/>
                  </a:moveTo>
                  <a:cubicBezTo>
                    <a:pt x="6364" y="4152"/>
                    <a:pt x="7026" y="4561"/>
                    <a:pt x="7656" y="5002"/>
                  </a:cubicBezTo>
                  <a:cubicBezTo>
                    <a:pt x="7750" y="5821"/>
                    <a:pt x="7750" y="6609"/>
                    <a:pt x="7656" y="7334"/>
                  </a:cubicBezTo>
                  <a:cubicBezTo>
                    <a:pt x="7026" y="7775"/>
                    <a:pt x="6364" y="8184"/>
                    <a:pt x="5671" y="8531"/>
                  </a:cubicBezTo>
                  <a:cubicBezTo>
                    <a:pt x="4946" y="8216"/>
                    <a:pt x="4285" y="7806"/>
                    <a:pt x="3655" y="7334"/>
                  </a:cubicBezTo>
                  <a:cubicBezTo>
                    <a:pt x="3560" y="6609"/>
                    <a:pt x="3560" y="5821"/>
                    <a:pt x="3655" y="5002"/>
                  </a:cubicBezTo>
                  <a:cubicBezTo>
                    <a:pt x="3970" y="4782"/>
                    <a:pt x="4285" y="4593"/>
                    <a:pt x="4631" y="4404"/>
                  </a:cubicBezTo>
                  <a:cubicBezTo>
                    <a:pt x="4978" y="4183"/>
                    <a:pt x="5356" y="3994"/>
                    <a:pt x="5671" y="3837"/>
                  </a:cubicBezTo>
                  <a:close/>
                  <a:moveTo>
                    <a:pt x="3781" y="8436"/>
                  </a:moveTo>
                  <a:lnTo>
                    <a:pt x="3781" y="8436"/>
                  </a:lnTo>
                  <a:cubicBezTo>
                    <a:pt x="3907" y="8531"/>
                    <a:pt x="4033" y="8594"/>
                    <a:pt x="4222" y="8688"/>
                  </a:cubicBezTo>
                  <a:cubicBezTo>
                    <a:pt x="4241" y="8641"/>
                    <a:pt x="4248" y="8625"/>
                    <a:pt x="4250" y="8625"/>
                  </a:cubicBezTo>
                  <a:lnTo>
                    <a:pt x="4250" y="8625"/>
                  </a:lnTo>
                  <a:cubicBezTo>
                    <a:pt x="4252" y="8625"/>
                    <a:pt x="4233" y="8679"/>
                    <a:pt x="4225" y="8690"/>
                  </a:cubicBezTo>
                  <a:lnTo>
                    <a:pt x="4225" y="8690"/>
                  </a:lnTo>
                  <a:cubicBezTo>
                    <a:pt x="4224" y="8689"/>
                    <a:pt x="4223" y="8689"/>
                    <a:pt x="4222" y="8688"/>
                  </a:cubicBezTo>
                  <a:lnTo>
                    <a:pt x="4222" y="8688"/>
                  </a:lnTo>
                  <a:cubicBezTo>
                    <a:pt x="4222" y="8691"/>
                    <a:pt x="4222" y="8692"/>
                    <a:pt x="4223" y="8692"/>
                  </a:cubicBezTo>
                  <a:cubicBezTo>
                    <a:pt x="4223" y="8692"/>
                    <a:pt x="4224" y="8691"/>
                    <a:pt x="4225" y="8690"/>
                  </a:cubicBezTo>
                  <a:lnTo>
                    <a:pt x="4225" y="8690"/>
                  </a:lnTo>
                  <a:cubicBezTo>
                    <a:pt x="4350" y="8753"/>
                    <a:pt x="4475" y="8846"/>
                    <a:pt x="4631" y="8909"/>
                  </a:cubicBezTo>
                  <a:cubicBezTo>
                    <a:pt x="4411" y="9003"/>
                    <a:pt x="4159" y="9066"/>
                    <a:pt x="3970" y="9129"/>
                  </a:cubicBezTo>
                  <a:cubicBezTo>
                    <a:pt x="3907" y="8909"/>
                    <a:pt x="3844" y="8688"/>
                    <a:pt x="3781" y="8436"/>
                  </a:cubicBezTo>
                  <a:close/>
                  <a:moveTo>
                    <a:pt x="7498" y="8499"/>
                  </a:moveTo>
                  <a:cubicBezTo>
                    <a:pt x="7467" y="8688"/>
                    <a:pt x="7435" y="8909"/>
                    <a:pt x="7341" y="9161"/>
                  </a:cubicBezTo>
                  <a:cubicBezTo>
                    <a:pt x="7120" y="9066"/>
                    <a:pt x="6868" y="9035"/>
                    <a:pt x="6679" y="8972"/>
                  </a:cubicBezTo>
                  <a:cubicBezTo>
                    <a:pt x="6994" y="8814"/>
                    <a:pt x="7278" y="8625"/>
                    <a:pt x="7498" y="8499"/>
                  </a:cubicBezTo>
                  <a:close/>
                  <a:moveTo>
                    <a:pt x="1638" y="6798"/>
                  </a:moveTo>
                  <a:cubicBezTo>
                    <a:pt x="1985" y="7145"/>
                    <a:pt x="2394" y="7491"/>
                    <a:pt x="2836" y="7775"/>
                  </a:cubicBezTo>
                  <a:cubicBezTo>
                    <a:pt x="2899" y="8279"/>
                    <a:pt x="2993" y="8814"/>
                    <a:pt x="3088" y="9287"/>
                  </a:cubicBezTo>
                  <a:cubicBezTo>
                    <a:pt x="2848" y="9347"/>
                    <a:pt x="2583" y="9369"/>
                    <a:pt x="2309" y="9369"/>
                  </a:cubicBezTo>
                  <a:cubicBezTo>
                    <a:pt x="2150" y="9369"/>
                    <a:pt x="1989" y="9361"/>
                    <a:pt x="1827" y="9350"/>
                  </a:cubicBezTo>
                  <a:cubicBezTo>
                    <a:pt x="1103" y="9224"/>
                    <a:pt x="725" y="8846"/>
                    <a:pt x="945" y="8090"/>
                  </a:cubicBezTo>
                  <a:cubicBezTo>
                    <a:pt x="1040" y="7649"/>
                    <a:pt x="1323" y="7239"/>
                    <a:pt x="1638" y="6798"/>
                  </a:cubicBezTo>
                  <a:close/>
                  <a:moveTo>
                    <a:pt x="9641" y="6830"/>
                  </a:moveTo>
                  <a:cubicBezTo>
                    <a:pt x="9987" y="7271"/>
                    <a:pt x="10428" y="7932"/>
                    <a:pt x="10428" y="8531"/>
                  </a:cubicBezTo>
                  <a:cubicBezTo>
                    <a:pt x="10405" y="9192"/>
                    <a:pt x="9707" y="9391"/>
                    <a:pt x="8988" y="9391"/>
                  </a:cubicBezTo>
                  <a:cubicBezTo>
                    <a:pt x="8713" y="9391"/>
                    <a:pt x="8435" y="9362"/>
                    <a:pt x="8191" y="9318"/>
                  </a:cubicBezTo>
                  <a:cubicBezTo>
                    <a:pt x="8286" y="8846"/>
                    <a:pt x="8412" y="8373"/>
                    <a:pt x="8443" y="7806"/>
                  </a:cubicBezTo>
                  <a:cubicBezTo>
                    <a:pt x="8853" y="7491"/>
                    <a:pt x="9294" y="7176"/>
                    <a:pt x="9641" y="6830"/>
                  </a:cubicBezTo>
                  <a:close/>
                  <a:moveTo>
                    <a:pt x="5671" y="9444"/>
                  </a:moveTo>
                  <a:cubicBezTo>
                    <a:pt x="6144" y="9633"/>
                    <a:pt x="6616" y="9822"/>
                    <a:pt x="7120" y="9948"/>
                  </a:cubicBezTo>
                  <a:cubicBezTo>
                    <a:pt x="6868" y="10453"/>
                    <a:pt x="6522" y="11177"/>
                    <a:pt x="6049" y="11429"/>
                  </a:cubicBezTo>
                  <a:cubicBezTo>
                    <a:pt x="5909" y="11527"/>
                    <a:pt x="5782" y="11569"/>
                    <a:pt x="5659" y="11569"/>
                  </a:cubicBezTo>
                  <a:cubicBezTo>
                    <a:pt x="5504" y="11569"/>
                    <a:pt x="5356" y="11503"/>
                    <a:pt x="5198" y="11398"/>
                  </a:cubicBezTo>
                  <a:cubicBezTo>
                    <a:pt x="4757" y="11083"/>
                    <a:pt x="4411" y="10453"/>
                    <a:pt x="4222" y="9948"/>
                  </a:cubicBezTo>
                  <a:cubicBezTo>
                    <a:pt x="4694" y="9822"/>
                    <a:pt x="5198" y="9633"/>
                    <a:pt x="5671" y="9444"/>
                  </a:cubicBezTo>
                  <a:close/>
                  <a:moveTo>
                    <a:pt x="5689" y="1"/>
                  </a:moveTo>
                  <a:cubicBezTo>
                    <a:pt x="5142" y="1"/>
                    <a:pt x="4663" y="283"/>
                    <a:pt x="4285" y="686"/>
                  </a:cubicBezTo>
                  <a:cubicBezTo>
                    <a:pt x="3907" y="1127"/>
                    <a:pt x="3623" y="1663"/>
                    <a:pt x="3434" y="2261"/>
                  </a:cubicBezTo>
                  <a:cubicBezTo>
                    <a:pt x="3054" y="2197"/>
                    <a:pt x="2712" y="2168"/>
                    <a:pt x="2405" y="2168"/>
                  </a:cubicBezTo>
                  <a:cubicBezTo>
                    <a:pt x="753" y="2168"/>
                    <a:pt x="126" y="3018"/>
                    <a:pt x="126" y="3868"/>
                  </a:cubicBezTo>
                  <a:cubicBezTo>
                    <a:pt x="126" y="4687"/>
                    <a:pt x="630" y="5538"/>
                    <a:pt x="1166" y="6168"/>
                  </a:cubicBezTo>
                  <a:cubicBezTo>
                    <a:pt x="788" y="6640"/>
                    <a:pt x="441" y="7176"/>
                    <a:pt x="221" y="7775"/>
                  </a:cubicBezTo>
                  <a:cubicBezTo>
                    <a:pt x="0" y="8499"/>
                    <a:pt x="126" y="9224"/>
                    <a:pt x="693" y="9696"/>
                  </a:cubicBezTo>
                  <a:cubicBezTo>
                    <a:pt x="1155" y="10078"/>
                    <a:pt x="1784" y="10204"/>
                    <a:pt x="2416" y="10204"/>
                  </a:cubicBezTo>
                  <a:cubicBezTo>
                    <a:pt x="2775" y="10204"/>
                    <a:pt x="3135" y="10163"/>
                    <a:pt x="3466" y="10106"/>
                  </a:cubicBezTo>
                  <a:lnTo>
                    <a:pt x="3812" y="10925"/>
                  </a:lnTo>
                  <a:cubicBezTo>
                    <a:pt x="4442" y="12059"/>
                    <a:pt x="5135" y="12374"/>
                    <a:pt x="5702" y="12374"/>
                  </a:cubicBezTo>
                  <a:cubicBezTo>
                    <a:pt x="6837" y="12374"/>
                    <a:pt x="7593" y="11177"/>
                    <a:pt x="8002" y="10106"/>
                  </a:cubicBezTo>
                  <a:cubicBezTo>
                    <a:pt x="8317" y="10159"/>
                    <a:pt x="8660" y="10194"/>
                    <a:pt x="9004" y="10194"/>
                  </a:cubicBezTo>
                  <a:cubicBezTo>
                    <a:pt x="9690" y="10194"/>
                    <a:pt x="10376" y="10054"/>
                    <a:pt x="10838" y="9633"/>
                  </a:cubicBezTo>
                  <a:cubicBezTo>
                    <a:pt x="11310" y="9161"/>
                    <a:pt x="11373" y="8531"/>
                    <a:pt x="11216" y="7901"/>
                  </a:cubicBezTo>
                  <a:cubicBezTo>
                    <a:pt x="10995" y="7302"/>
                    <a:pt x="10617" y="6703"/>
                    <a:pt x="10208" y="6199"/>
                  </a:cubicBezTo>
                  <a:cubicBezTo>
                    <a:pt x="10838" y="5443"/>
                    <a:pt x="11405" y="4435"/>
                    <a:pt x="11184" y="3490"/>
                  </a:cubicBezTo>
                  <a:cubicBezTo>
                    <a:pt x="10995" y="2765"/>
                    <a:pt x="10397" y="2387"/>
                    <a:pt x="9641" y="2230"/>
                  </a:cubicBezTo>
                  <a:cubicBezTo>
                    <a:pt x="9406" y="2175"/>
                    <a:pt x="9153" y="2150"/>
                    <a:pt x="8895" y="2150"/>
                  </a:cubicBezTo>
                  <a:cubicBezTo>
                    <a:pt x="8565" y="2150"/>
                    <a:pt x="8226" y="2191"/>
                    <a:pt x="7908" y="2261"/>
                  </a:cubicBezTo>
                  <a:cubicBezTo>
                    <a:pt x="7593" y="1348"/>
                    <a:pt x="6994" y="340"/>
                    <a:pt x="6112" y="56"/>
                  </a:cubicBezTo>
                  <a:cubicBezTo>
                    <a:pt x="5967" y="18"/>
                    <a:pt x="5826" y="1"/>
                    <a:pt x="568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5" name="Google Shape;2055;p44"/>
            <p:cNvSpPr/>
            <p:nvPr/>
          </p:nvSpPr>
          <p:spPr>
            <a:xfrm>
              <a:off x="-42667700" y="2443600"/>
              <a:ext cx="62250" cy="61475"/>
            </a:xfrm>
            <a:custGeom>
              <a:rect b="b" l="l" r="r" t="t"/>
              <a:pathLst>
                <a:path extrusionOk="0" h="2459" w="2490">
                  <a:moveTo>
                    <a:pt x="1249" y="858"/>
                  </a:moveTo>
                  <a:cubicBezTo>
                    <a:pt x="1468" y="858"/>
                    <a:pt x="1639" y="1027"/>
                    <a:pt x="1639" y="1260"/>
                  </a:cubicBezTo>
                  <a:cubicBezTo>
                    <a:pt x="1607" y="1418"/>
                    <a:pt x="1481" y="1575"/>
                    <a:pt x="1323" y="1670"/>
                  </a:cubicBezTo>
                  <a:cubicBezTo>
                    <a:pt x="1285" y="1681"/>
                    <a:pt x="1248" y="1686"/>
                    <a:pt x="1211" y="1686"/>
                  </a:cubicBezTo>
                  <a:cubicBezTo>
                    <a:pt x="1040" y="1686"/>
                    <a:pt x="897" y="1569"/>
                    <a:pt x="819" y="1386"/>
                  </a:cubicBezTo>
                  <a:cubicBezTo>
                    <a:pt x="756" y="1134"/>
                    <a:pt x="851" y="945"/>
                    <a:pt x="1103" y="882"/>
                  </a:cubicBezTo>
                  <a:cubicBezTo>
                    <a:pt x="1153" y="866"/>
                    <a:pt x="1202" y="858"/>
                    <a:pt x="1249" y="858"/>
                  </a:cubicBezTo>
                  <a:close/>
                  <a:moveTo>
                    <a:pt x="1229" y="0"/>
                  </a:moveTo>
                  <a:cubicBezTo>
                    <a:pt x="567" y="0"/>
                    <a:pt x="0" y="567"/>
                    <a:pt x="0" y="1229"/>
                  </a:cubicBezTo>
                  <a:cubicBezTo>
                    <a:pt x="0" y="1874"/>
                    <a:pt x="509" y="2459"/>
                    <a:pt x="1177" y="2459"/>
                  </a:cubicBezTo>
                  <a:cubicBezTo>
                    <a:pt x="1194" y="2459"/>
                    <a:pt x="1211" y="2458"/>
                    <a:pt x="1229" y="2458"/>
                  </a:cubicBezTo>
                  <a:cubicBezTo>
                    <a:pt x="1891" y="2458"/>
                    <a:pt x="2489" y="1891"/>
                    <a:pt x="2489" y="1229"/>
                  </a:cubicBezTo>
                  <a:cubicBezTo>
                    <a:pt x="2426" y="567"/>
                    <a:pt x="1891" y="0"/>
                    <a:pt x="122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56" name="Google Shape;2056;p44"/>
          <p:cNvGrpSpPr/>
          <p:nvPr/>
        </p:nvGrpSpPr>
        <p:grpSpPr>
          <a:xfrm>
            <a:off x="1154193" y="2430828"/>
            <a:ext cx="289301" cy="288598"/>
            <a:chOff x="-42796875" y="2680675"/>
            <a:chExt cx="319000" cy="318225"/>
          </a:xfrm>
        </p:grpSpPr>
        <p:sp>
          <p:nvSpPr>
            <p:cNvPr id="2057" name="Google Shape;2057;p44"/>
            <p:cNvSpPr/>
            <p:nvPr/>
          </p:nvSpPr>
          <p:spPr>
            <a:xfrm>
              <a:off x="-42671650" y="2853950"/>
              <a:ext cx="70125" cy="21275"/>
            </a:xfrm>
            <a:custGeom>
              <a:rect b="b" l="l" r="r" t="t"/>
              <a:pathLst>
                <a:path extrusionOk="0" h="851" w="2805">
                  <a:moveTo>
                    <a:pt x="442" y="0"/>
                  </a:moveTo>
                  <a:cubicBezTo>
                    <a:pt x="190" y="0"/>
                    <a:pt x="1" y="221"/>
                    <a:pt x="1" y="410"/>
                  </a:cubicBezTo>
                  <a:cubicBezTo>
                    <a:pt x="1" y="630"/>
                    <a:pt x="190" y="851"/>
                    <a:pt x="442" y="851"/>
                  </a:cubicBezTo>
                  <a:lnTo>
                    <a:pt x="2364" y="851"/>
                  </a:lnTo>
                  <a:cubicBezTo>
                    <a:pt x="2616" y="851"/>
                    <a:pt x="2773" y="630"/>
                    <a:pt x="2773" y="410"/>
                  </a:cubicBezTo>
                  <a:cubicBezTo>
                    <a:pt x="2805" y="221"/>
                    <a:pt x="2584" y="0"/>
                    <a:pt x="236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8" name="Google Shape;2058;p44"/>
            <p:cNvSpPr/>
            <p:nvPr/>
          </p:nvSpPr>
          <p:spPr>
            <a:xfrm>
              <a:off x="-42671650" y="2895675"/>
              <a:ext cx="70125" cy="20525"/>
            </a:xfrm>
            <a:custGeom>
              <a:rect b="b" l="l" r="r" t="t"/>
              <a:pathLst>
                <a:path extrusionOk="0" h="821" w="2805">
                  <a:moveTo>
                    <a:pt x="442" y="1"/>
                  </a:moveTo>
                  <a:cubicBezTo>
                    <a:pt x="190" y="1"/>
                    <a:pt x="1" y="190"/>
                    <a:pt x="1" y="442"/>
                  </a:cubicBezTo>
                  <a:cubicBezTo>
                    <a:pt x="1" y="663"/>
                    <a:pt x="190" y="820"/>
                    <a:pt x="442" y="820"/>
                  </a:cubicBezTo>
                  <a:lnTo>
                    <a:pt x="2364" y="820"/>
                  </a:lnTo>
                  <a:cubicBezTo>
                    <a:pt x="2616" y="820"/>
                    <a:pt x="2773" y="631"/>
                    <a:pt x="2773" y="442"/>
                  </a:cubicBezTo>
                  <a:cubicBezTo>
                    <a:pt x="2805" y="190"/>
                    <a:pt x="2584" y="1"/>
                    <a:pt x="236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9" name="Google Shape;2059;p44"/>
            <p:cNvSpPr/>
            <p:nvPr/>
          </p:nvSpPr>
          <p:spPr>
            <a:xfrm>
              <a:off x="-42796875" y="2680675"/>
              <a:ext cx="319000" cy="318225"/>
            </a:xfrm>
            <a:custGeom>
              <a:rect b="b" l="l" r="r" t="t"/>
              <a:pathLst>
                <a:path extrusionOk="0" h="12729" w="12760">
                  <a:moveTo>
                    <a:pt x="9011" y="882"/>
                  </a:moveTo>
                  <a:cubicBezTo>
                    <a:pt x="9168" y="882"/>
                    <a:pt x="9357" y="914"/>
                    <a:pt x="9483" y="945"/>
                  </a:cubicBezTo>
                  <a:cubicBezTo>
                    <a:pt x="9799" y="1071"/>
                    <a:pt x="10051" y="1355"/>
                    <a:pt x="10177" y="1701"/>
                  </a:cubicBezTo>
                  <a:lnTo>
                    <a:pt x="2615" y="1701"/>
                  </a:lnTo>
                  <a:cubicBezTo>
                    <a:pt x="2804" y="1229"/>
                    <a:pt x="3245" y="882"/>
                    <a:pt x="3781" y="882"/>
                  </a:cubicBezTo>
                  <a:close/>
                  <a:moveTo>
                    <a:pt x="1733" y="3623"/>
                  </a:moveTo>
                  <a:lnTo>
                    <a:pt x="1733" y="5293"/>
                  </a:lnTo>
                  <a:lnTo>
                    <a:pt x="914" y="5293"/>
                  </a:lnTo>
                  <a:lnTo>
                    <a:pt x="914" y="3623"/>
                  </a:lnTo>
                  <a:close/>
                  <a:moveTo>
                    <a:pt x="11941" y="3623"/>
                  </a:moveTo>
                  <a:lnTo>
                    <a:pt x="11941" y="5293"/>
                  </a:lnTo>
                  <a:lnTo>
                    <a:pt x="11122" y="5293"/>
                  </a:lnTo>
                  <a:lnTo>
                    <a:pt x="11122" y="3623"/>
                  </a:lnTo>
                  <a:close/>
                  <a:moveTo>
                    <a:pt x="10240" y="2521"/>
                  </a:moveTo>
                  <a:lnTo>
                    <a:pt x="10240" y="5316"/>
                  </a:lnTo>
                  <a:lnTo>
                    <a:pt x="10240" y="5316"/>
                  </a:lnTo>
                  <a:cubicBezTo>
                    <a:pt x="10144" y="5293"/>
                    <a:pt x="10003" y="5293"/>
                    <a:pt x="9862" y="5293"/>
                  </a:cubicBezTo>
                  <a:lnTo>
                    <a:pt x="6932" y="5293"/>
                  </a:lnTo>
                  <a:lnTo>
                    <a:pt x="6932" y="2521"/>
                  </a:lnTo>
                  <a:close/>
                  <a:moveTo>
                    <a:pt x="6144" y="2521"/>
                  </a:moveTo>
                  <a:lnTo>
                    <a:pt x="6144" y="5293"/>
                  </a:lnTo>
                  <a:lnTo>
                    <a:pt x="2962" y="5293"/>
                  </a:lnTo>
                  <a:cubicBezTo>
                    <a:pt x="2804" y="5293"/>
                    <a:pt x="2678" y="5293"/>
                    <a:pt x="2552" y="5324"/>
                  </a:cubicBezTo>
                  <a:lnTo>
                    <a:pt x="2552" y="2521"/>
                  </a:lnTo>
                  <a:close/>
                  <a:moveTo>
                    <a:pt x="9893" y="6207"/>
                  </a:moveTo>
                  <a:cubicBezTo>
                    <a:pt x="10555" y="6207"/>
                    <a:pt x="11122" y="6742"/>
                    <a:pt x="11122" y="7404"/>
                  </a:cubicBezTo>
                  <a:lnTo>
                    <a:pt x="11122" y="9861"/>
                  </a:lnTo>
                  <a:cubicBezTo>
                    <a:pt x="11122" y="10019"/>
                    <a:pt x="11027" y="10145"/>
                    <a:pt x="10933" y="10208"/>
                  </a:cubicBezTo>
                  <a:cubicBezTo>
                    <a:pt x="10838" y="10239"/>
                    <a:pt x="10775" y="10302"/>
                    <a:pt x="10681" y="10302"/>
                  </a:cubicBezTo>
                  <a:lnTo>
                    <a:pt x="2143" y="10302"/>
                  </a:lnTo>
                  <a:cubicBezTo>
                    <a:pt x="1922" y="10302"/>
                    <a:pt x="1796" y="10176"/>
                    <a:pt x="1733" y="10019"/>
                  </a:cubicBezTo>
                  <a:cubicBezTo>
                    <a:pt x="1702" y="9924"/>
                    <a:pt x="1733" y="10050"/>
                    <a:pt x="1733" y="8254"/>
                  </a:cubicBezTo>
                  <a:lnTo>
                    <a:pt x="1733" y="7404"/>
                  </a:lnTo>
                  <a:cubicBezTo>
                    <a:pt x="1733" y="6994"/>
                    <a:pt x="1922" y="6616"/>
                    <a:pt x="2300" y="6396"/>
                  </a:cubicBezTo>
                  <a:cubicBezTo>
                    <a:pt x="2489" y="6270"/>
                    <a:pt x="2710" y="6207"/>
                    <a:pt x="2993" y="6207"/>
                  </a:cubicBezTo>
                  <a:close/>
                  <a:moveTo>
                    <a:pt x="3403" y="11090"/>
                  </a:moveTo>
                  <a:lnTo>
                    <a:pt x="3403" y="11909"/>
                  </a:lnTo>
                  <a:lnTo>
                    <a:pt x="2552" y="11909"/>
                  </a:lnTo>
                  <a:lnTo>
                    <a:pt x="2552" y="11090"/>
                  </a:lnTo>
                  <a:close/>
                  <a:moveTo>
                    <a:pt x="10271" y="11090"/>
                  </a:moveTo>
                  <a:lnTo>
                    <a:pt x="10271" y="11909"/>
                  </a:lnTo>
                  <a:lnTo>
                    <a:pt x="9452" y="11909"/>
                  </a:lnTo>
                  <a:lnTo>
                    <a:pt x="9452" y="11090"/>
                  </a:lnTo>
                  <a:close/>
                  <a:moveTo>
                    <a:pt x="3750" y="0"/>
                  </a:moveTo>
                  <a:cubicBezTo>
                    <a:pt x="2615" y="0"/>
                    <a:pt x="1670" y="945"/>
                    <a:pt x="1670" y="2079"/>
                  </a:cubicBezTo>
                  <a:lnTo>
                    <a:pt x="1670" y="2804"/>
                  </a:lnTo>
                  <a:lnTo>
                    <a:pt x="442" y="2804"/>
                  </a:lnTo>
                  <a:cubicBezTo>
                    <a:pt x="190" y="2804"/>
                    <a:pt x="0" y="2993"/>
                    <a:pt x="0" y="3214"/>
                  </a:cubicBezTo>
                  <a:lnTo>
                    <a:pt x="0" y="5671"/>
                  </a:lnTo>
                  <a:cubicBezTo>
                    <a:pt x="0" y="5923"/>
                    <a:pt x="190" y="6112"/>
                    <a:pt x="442" y="6112"/>
                  </a:cubicBezTo>
                  <a:lnTo>
                    <a:pt x="1261" y="6112"/>
                  </a:lnTo>
                  <a:cubicBezTo>
                    <a:pt x="977" y="6459"/>
                    <a:pt x="820" y="6900"/>
                    <a:pt x="820" y="7341"/>
                  </a:cubicBezTo>
                  <a:lnTo>
                    <a:pt x="820" y="9830"/>
                  </a:lnTo>
                  <a:cubicBezTo>
                    <a:pt x="820" y="10365"/>
                    <a:pt x="1198" y="10806"/>
                    <a:pt x="1670" y="10995"/>
                  </a:cubicBezTo>
                  <a:lnTo>
                    <a:pt x="1670" y="12287"/>
                  </a:lnTo>
                  <a:cubicBezTo>
                    <a:pt x="1670" y="12539"/>
                    <a:pt x="1859" y="12728"/>
                    <a:pt x="2048" y="12728"/>
                  </a:cubicBezTo>
                  <a:lnTo>
                    <a:pt x="3718" y="12728"/>
                  </a:lnTo>
                  <a:cubicBezTo>
                    <a:pt x="3939" y="12728"/>
                    <a:pt x="4096" y="12539"/>
                    <a:pt x="4096" y="12287"/>
                  </a:cubicBezTo>
                  <a:lnTo>
                    <a:pt x="4096" y="11090"/>
                  </a:lnTo>
                  <a:lnTo>
                    <a:pt x="8507" y="11090"/>
                  </a:lnTo>
                  <a:lnTo>
                    <a:pt x="8507" y="12287"/>
                  </a:lnTo>
                  <a:cubicBezTo>
                    <a:pt x="8507" y="12539"/>
                    <a:pt x="8696" y="12728"/>
                    <a:pt x="8916" y="12728"/>
                  </a:cubicBezTo>
                  <a:lnTo>
                    <a:pt x="10555" y="12728"/>
                  </a:lnTo>
                  <a:cubicBezTo>
                    <a:pt x="10807" y="12728"/>
                    <a:pt x="10964" y="12539"/>
                    <a:pt x="10964" y="12287"/>
                  </a:cubicBezTo>
                  <a:lnTo>
                    <a:pt x="10964" y="10995"/>
                  </a:lnTo>
                  <a:cubicBezTo>
                    <a:pt x="11468" y="10838"/>
                    <a:pt x="11783" y="10365"/>
                    <a:pt x="11783" y="9830"/>
                  </a:cubicBezTo>
                  <a:lnTo>
                    <a:pt x="11783" y="7341"/>
                  </a:lnTo>
                  <a:cubicBezTo>
                    <a:pt x="11783" y="6868"/>
                    <a:pt x="11626" y="6427"/>
                    <a:pt x="11374" y="6112"/>
                  </a:cubicBezTo>
                  <a:lnTo>
                    <a:pt x="12224" y="6112"/>
                  </a:lnTo>
                  <a:cubicBezTo>
                    <a:pt x="12445" y="6112"/>
                    <a:pt x="12602" y="5923"/>
                    <a:pt x="12602" y="5671"/>
                  </a:cubicBezTo>
                  <a:lnTo>
                    <a:pt x="12602" y="3214"/>
                  </a:lnTo>
                  <a:cubicBezTo>
                    <a:pt x="12760" y="2993"/>
                    <a:pt x="12571" y="2804"/>
                    <a:pt x="12319" y="2804"/>
                  </a:cubicBezTo>
                  <a:lnTo>
                    <a:pt x="11059" y="2804"/>
                  </a:lnTo>
                  <a:lnTo>
                    <a:pt x="11059" y="2079"/>
                  </a:lnTo>
                  <a:cubicBezTo>
                    <a:pt x="11059" y="945"/>
                    <a:pt x="10145" y="0"/>
                    <a:pt x="897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0" name="Google Shape;2060;p44"/>
            <p:cNvSpPr/>
            <p:nvPr/>
          </p:nvSpPr>
          <p:spPr>
            <a:xfrm>
              <a:off x="-42753550" y="2854500"/>
              <a:ext cx="63825" cy="61700"/>
            </a:xfrm>
            <a:custGeom>
              <a:rect b="b" l="l" r="r" t="t"/>
              <a:pathLst>
                <a:path extrusionOk="0" h="2468" w="2553">
                  <a:moveTo>
                    <a:pt x="1263" y="829"/>
                  </a:moveTo>
                  <a:cubicBezTo>
                    <a:pt x="1435" y="829"/>
                    <a:pt x="1565" y="949"/>
                    <a:pt x="1639" y="1144"/>
                  </a:cubicBezTo>
                  <a:cubicBezTo>
                    <a:pt x="1718" y="1410"/>
                    <a:pt x="1483" y="1676"/>
                    <a:pt x="1218" y="1676"/>
                  </a:cubicBezTo>
                  <a:cubicBezTo>
                    <a:pt x="1170" y="1676"/>
                    <a:pt x="1120" y="1668"/>
                    <a:pt x="1071" y="1648"/>
                  </a:cubicBezTo>
                  <a:cubicBezTo>
                    <a:pt x="945" y="1616"/>
                    <a:pt x="882" y="1490"/>
                    <a:pt x="851" y="1364"/>
                  </a:cubicBezTo>
                  <a:cubicBezTo>
                    <a:pt x="756" y="1144"/>
                    <a:pt x="914" y="892"/>
                    <a:pt x="1103" y="860"/>
                  </a:cubicBezTo>
                  <a:cubicBezTo>
                    <a:pt x="1160" y="839"/>
                    <a:pt x="1213" y="829"/>
                    <a:pt x="1263" y="829"/>
                  </a:cubicBezTo>
                  <a:close/>
                  <a:moveTo>
                    <a:pt x="1234" y="0"/>
                  </a:moveTo>
                  <a:cubicBezTo>
                    <a:pt x="841" y="0"/>
                    <a:pt x="443" y="194"/>
                    <a:pt x="189" y="545"/>
                  </a:cubicBezTo>
                  <a:cubicBezTo>
                    <a:pt x="95" y="734"/>
                    <a:pt x="0" y="986"/>
                    <a:pt x="0" y="1238"/>
                  </a:cubicBezTo>
                  <a:cubicBezTo>
                    <a:pt x="0" y="1932"/>
                    <a:pt x="567" y="2467"/>
                    <a:pt x="1229" y="2467"/>
                  </a:cubicBezTo>
                  <a:cubicBezTo>
                    <a:pt x="1765" y="2467"/>
                    <a:pt x="2237" y="2121"/>
                    <a:pt x="2395" y="1616"/>
                  </a:cubicBezTo>
                  <a:cubicBezTo>
                    <a:pt x="2552" y="1081"/>
                    <a:pt x="2363" y="514"/>
                    <a:pt x="1922" y="230"/>
                  </a:cubicBezTo>
                  <a:cubicBezTo>
                    <a:pt x="1718" y="74"/>
                    <a:pt x="1477" y="0"/>
                    <a:pt x="123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1" name="Google Shape;2061;p44"/>
            <p:cNvSpPr/>
            <p:nvPr/>
          </p:nvSpPr>
          <p:spPr>
            <a:xfrm>
              <a:off x="-42581850" y="2853950"/>
              <a:ext cx="63025" cy="61475"/>
            </a:xfrm>
            <a:custGeom>
              <a:rect b="b" l="l" r="r" t="t"/>
              <a:pathLst>
                <a:path extrusionOk="0" h="2459" w="2521">
                  <a:moveTo>
                    <a:pt x="1269" y="860"/>
                  </a:moveTo>
                  <a:cubicBezTo>
                    <a:pt x="1493" y="860"/>
                    <a:pt x="1670" y="1049"/>
                    <a:pt x="1670" y="1260"/>
                  </a:cubicBezTo>
                  <a:cubicBezTo>
                    <a:pt x="1670" y="1481"/>
                    <a:pt x="1576" y="1638"/>
                    <a:pt x="1355" y="1670"/>
                  </a:cubicBezTo>
                  <a:cubicBezTo>
                    <a:pt x="1311" y="1683"/>
                    <a:pt x="1268" y="1689"/>
                    <a:pt x="1227" y="1689"/>
                  </a:cubicBezTo>
                  <a:cubicBezTo>
                    <a:pt x="1063" y="1689"/>
                    <a:pt x="927" y="1588"/>
                    <a:pt x="851" y="1386"/>
                  </a:cubicBezTo>
                  <a:cubicBezTo>
                    <a:pt x="788" y="1166"/>
                    <a:pt x="882" y="945"/>
                    <a:pt x="1135" y="882"/>
                  </a:cubicBezTo>
                  <a:cubicBezTo>
                    <a:pt x="1180" y="867"/>
                    <a:pt x="1225" y="860"/>
                    <a:pt x="1269" y="860"/>
                  </a:cubicBezTo>
                  <a:close/>
                  <a:moveTo>
                    <a:pt x="1261" y="0"/>
                  </a:moveTo>
                  <a:cubicBezTo>
                    <a:pt x="567" y="0"/>
                    <a:pt x="0" y="567"/>
                    <a:pt x="32" y="1229"/>
                  </a:cubicBezTo>
                  <a:cubicBezTo>
                    <a:pt x="32" y="1874"/>
                    <a:pt x="541" y="2459"/>
                    <a:pt x="1208" y="2459"/>
                  </a:cubicBezTo>
                  <a:cubicBezTo>
                    <a:pt x="1226" y="2459"/>
                    <a:pt x="1243" y="2458"/>
                    <a:pt x="1261" y="2458"/>
                  </a:cubicBezTo>
                  <a:cubicBezTo>
                    <a:pt x="1922" y="2458"/>
                    <a:pt x="2521" y="1891"/>
                    <a:pt x="2458" y="1229"/>
                  </a:cubicBezTo>
                  <a:cubicBezTo>
                    <a:pt x="2521" y="567"/>
                    <a:pt x="1954" y="0"/>
                    <a:pt x="126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62" name="Google Shape;2062;p44"/>
          <p:cNvSpPr/>
          <p:nvPr/>
        </p:nvSpPr>
        <p:spPr>
          <a:xfrm>
            <a:off x="3336614" y="1554532"/>
            <a:ext cx="289301" cy="287329"/>
          </a:xfrm>
          <a:custGeom>
            <a:rect b="b" l="l" r="r" t="t"/>
            <a:pathLst>
              <a:path extrusionOk="0" h="12673" w="12760">
                <a:moveTo>
                  <a:pt x="2225" y="866"/>
                </a:moveTo>
                <a:cubicBezTo>
                  <a:pt x="2371" y="866"/>
                  <a:pt x="2521" y="929"/>
                  <a:pt x="2647" y="1056"/>
                </a:cubicBezTo>
                <a:lnTo>
                  <a:pt x="3245" y="1654"/>
                </a:lnTo>
                <a:lnTo>
                  <a:pt x="1702" y="3166"/>
                </a:lnTo>
                <a:lnTo>
                  <a:pt x="1103" y="2599"/>
                </a:lnTo>
                <a:cubicBezTo>
                  <a:pt x="1072" y="2536"/>
                  <a:pt x="977" y="2473"/>
                  <a:pt x="977" y="2379"/>
                </a:cubicBezTo>
                <a:cubicBezTo>
                  <a:pt x="914" y="2190"/>
                  <a:pt x="946" y="1906"/>
                  <a:pt x="1103" y="1749"/>
                </a:cubicBezTo>
                <a:lnTo>
                  <a:pt x="1828" y="1056"/>
                </a:lnTo>
                <a:cubicBezTo>
                  <a:pt x="1938" y="929"/>
                  <a:pt x="2080" y="866"/>
                  <a:pt x="2225" y="866"/>
                </a:cubicBezTo>
                <a:close/>
                <a:moveTo>
                  <a:pt x="3812" y="2221"/>
                </a:moveTo>
                <a:lnTo>
                  <a:pt x="4506" y="2914"/>
                </a:lnTo>
                <a:lnTo>
                  <a:pt x="2962" y="4427"/>
                </a:lnTo>
                <a:lnTo>
                  <a:pt x="2300" y="3765"/>
                </a:lnTo>
                <a:lnTo>
                  <a:pt x="3812" y="2221"/>
                </a:lnTo>
                <a:close/>
                <a:moveTo>
                  <a:pt x="9452" y="1056"/>
                </a:moveTo>
                <a:lnTo>
                  <a:pt x="11783" y="3387"/>
                </a:lnTo>
                <a:lnTo>
                  <a:pt x="8979" y="6159"/>
                </a:lnTo>
                <a:lnTo>
                  <a:pt x="6648" y="3828"/>
                </a:lnTo>
                <a:lnTo>
                  <a:pt x="7908" y="2599"/>
                </a:lnTo>
                <a:lnTo>
                  <a:pt x="8790" y="3450"/>
                </a:lnTo>
                <a:cubicBezTo>
                  <a:pt x="8869" y="3529"/>
                  <a:pt x="8979" y="3568"/>
                  <a:pt x="9090" y="3568"/>
                </a:cubicBezTo>
                <a:cubicBezTo>
                  <a:pt x="9200" y="3568"/>
                  <a:pt x="9310" y="3529"/>
                  <a:pt x="9389" y="3450"/>
                </a:cubicBezTo>
                <a:cubicBezTo>
                  <a:pt x="9546" y="3292"/>
                  <a:pt x="9546" y="3009"/>
                  <a:pt x="9389" y="2851"/>
                </a:cubicBezTo>
                <a:lnTo>
                  <a:pt x="8507" y="2001"/>
                </a:lnTo>
                <a:lnTo>
                  <a:pt x="9452" y="1056"/>
                </a:lnTo>
                <a:close/>
                <a:moveTo>
                  <a:pt x="5041" y="3450"/>
                </a:moveTo>
                <a:cubicBezTo>
                  <a:pt x="5356" y="3765"/>
                  <a:pt x="10366" y="8711"/>
                  <a:pt x="10523" y="8932"/>
                </a:cubicBezTo>
                <a:lnTo>
                  <a:pt x="8948" y="10412"/>
                </a:lnTo>
                <a:lnTo>
                  <a:pt x="3497" y="4994"/>
                </a:lnTo>
                <a:lnTo>
                  <a:pt x="5041" y="3450"/>
                </a:lnTo>
                <a:close/>
                <a:moveTo>
                  <a:pt x="10996" y="9625"/>
                </a:moveTo>
                <a:lnTo>
                  <a:pt x="11657" y="11610"/>
                </a:lnTo>
                <a:lnTo>
                  <a:pt x="9609" y="10948"/>
                </a:lnTo>
                <a:lnTo>
                  <a:pt x="10996" y="9625"/>
                </a:lnTo>
                <a:close/>
                <a:moveTo>
                  <a:pt x="3939" y="6600"/>
                </a:moveTo>
                <a:lnTo>
                  <a:pt x="6270" y="8932"/>
                </a:lnTo>
                <a:lnTo>
                  <a:pt x="3466" y="11736"/>
                </a:lnTo>
                <a:lnTo>
                  <a:pt x="1135" y="9404"/>
                </a:lnTo>
                <a:lnTo>
                  <a:pt x="2489" y="8050"/>
                </a:lnTo>
                <a:lnTo>
                  <a:pt x="3340" y="8932"/>
                </a:lnTo>
                <a:cubicBezTo>
                  <a:pt x="3419" y="9010"/>
                  <a:pt x="3529" y="9050"/>
                  <a:pt x="3639" y="9050"/>
                </a:cubicBezTo>
                <a:cubicBezTo>
                  <a:pt x="3749" y="9050"/>
                  <a:pt x="3860" y="9010"/>
                  <a:pt x="3939" y="8932"/>
                </a:cubicBezTo>
                <a:cubicBezTo>
                  <a:pt x="4096" y="8774"/>
                  <a:pt x="4096" y="8491"/>
                  <a:pt x="3939" y="8333"/>
                </a:cubicBezTo>
                <a:lnTo>
                  <a:pt x="3088" y="7482"/>
                </a:lnTo>
                <a:lnTo>
                  <a:pt x="3939" y="6600"/>
                </a:lnTo>
                <a:close/>
                <a:moveTo>
                  <a:pt x="2194" y="0"/>
                </a:moveTo>
                <a:cubicBezTo>
                  <a:pt x="1828" y="0"/>
                  <a:pt x="1465" y="142"/>
                  <a:pt x="1198" y="425"/>
                </a:cubicBezTo>
                <a:lnTo>
                  <a:pt x="473" y="1119"/>
                </a:lnTo>
                <a:cubicBezTo>
                  <a:pt x="221" y="1402"/>
                  <a:pt x="95" y="1749"/>
                  <a:pt x="95" y="2127"/>
                </a:cubicBezTo>
                <a:cubicBezTo>
                  <a:pt x="95" y="2473"/>
                  <a:pt x="252" y="2851"/>
                  <a:pt x="473" y="3103"/>
                </a:cubicBezTo>
                <a:lnTo>
                  <a:pt x="1387" y="4017"/>
                </a:lnTo>
                <a:cubicBezTo>
                  <a:pt x="1387" y="4017"/>
                  <a:pt x="2647" y="5277"/>
                  <a:pt x="2615" y="5277"/>
                </a:cubicBezTo>
                <a:lnTo>
                  <a:pt x="3277" y="5939"/>
                </a:lnTo>
                <a:lnTo>
                  <a:pt x="2174" y="7041"/>
                </a:lnTo>
                <a:lnTo>
                  <a:pt x="2048" y="7167"/>
                </a:lnTo>
                <a:lnTo>
                  <a:pt x="158" y="9058"/>
                </a:lnTo>
                <a:cubicBezTo>
                  <a:pt x="0" y="9215"/>
                  <a:pt x="0" y="9467"/>
                  <a:pt x="158" y="9625"/>
                </a:cubicBezTo>
                <a:lnTo>
                  <a:pt x="3088" y="12555"/>
                </a:lnTo>
                <a:cubicBezTo>
                  <a:pt x="3167" y="12634"/>
                  <a:pt x="3269" y="12673"/>
                  <a:pt x="3371" y="12673"/>
                </a:cubicBezTo>
                <a:cubicBezTo>
                  <a:pt x="3474" y="12673"/>
                  <a:pt x="3576" y="12634"/>
                  <a:pt x="3655" y="12555"/>
                </a:cubicBezTo>
                <a:lnTo>
                  <a:pt x="6742" y="9467"/>
                </a:lnTo>
                <a:lnTo>
                  <a:pt x="8570" y="11295"/>
                </a:lnTo>
                <a:cubicBezTo>
                  <a:pt x="8601" y="11326"/>
                  <a:pt x="8633" y="11358"/>
                  <a:pt x="8696" y="11358"/>
                </a:cubicBezTo>
                <a:cubicBezTo>
                  <a:pt x="8759" y="11452"/>
                  <a:pt x="8822" y="11515"/>
                  <a:pt x="8948" y="11578"/>
                </a:cubicBezTo>
                <a:lnTo>
                  <a:pt x="12098" y="12618"/>
                </a:lnTo>
                <a:cubicBezTo>
                  <a:pt x="12147" y="12637"/>
                  <a:pt x="12196" y="12646"/>
                  <a:pt x="12243" y="12646"/>
                </a:cubicBezTo>
                <a:cubicBezTo>
                  <a:pt x="12500" y="12646"/>
                  <a:pt x="12709" y="12380"/>
                  <a:pt x="12602" y="12114"/>
                </a:cubicBezTo>
                <a:lnTo>
                  <a:pt x="11657" y="8963"/>
                </a:lnTo>
                <a:cubicBezTo>
                  <a:pt x="11626" y="8900"/>
                  <a:pt x="11594" y="8806"/>
                  <a:pt x="11468" y="8743"/>
                </a:cubicBezTo>
                <a:cubicBezTo>
                  <a:pt x="11437" y="8648"/>
                  <a:pt x="11531" y="8806"/>
                  <a:pt x="9546" y="6758"/>
                </a:cubicBezTo>
                <a:lnTo>
                  <a:pt x="12602" y="3702"/>
                </a:lnTo>
                <a:cubicBezTo>
                  <a:pt x="12760" y="3544"/>
                  <a:pt x="12760" y="3261"/>
                  <a:pt x="12602" y="3103"/>
                </a:cubicBezTo>
                <a:lnTo>
                  <a:pt x="9704" y="173"/>
                </a:lnTo>
                <a:cubicBezTo>
                  <a:pt x="9625" y="95"/>
                  <a:pt x="9515" y="55"/>
                  <a:pt x="9405" y="55"/>
                </a:cubicBezTo>
                <a:cubicBezTo>
                  <a:pt x="9294" y="55"/>
                  <a:pt x="9184" y="95"/>
                  <a:pt x="9105" y="173"/>
                </a:cubicBezTo>
                <a:lnTo>
                  <a:pt x="7656" y="1654"/>
                </a:lnTo>
                <a:lnTo>
                  <a:pt x="7530" y="1749"/>
                </a:lnTo>
                <a:lnTo>
                  <a:pt x="6049" y="3261"/>
                </a:lnTo>
                <a:lnTo>
                  <a:pt x="3214" y="425"/>
                </a:lnTo>
                <a:cubicBezTo>
                  <a:pt x="2930" y="142"/>
                  <a:pt x="2560" y="0"/>
                  <a:pt x="219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3" name="Google Shape;2063;p44"/>
          <p:cNvSpPr/>
          <p:nvPr/>
        </p:nvSpPr>
        <p:spPr>
          <a:xfrm>
            <a:off x="3334823" y="2016955"/>
            <a:ext cx="292883" cy="245022"/>
          </a:xfrm>
          <a:custGeom>
            <a:rect b="b" l="l" r="r" t="t"/>
            <a:pathLst>
              <a:path extrusionOk="0" h="10807" w="12918">
                <a:moveTo>
                  <a:pt x="10807" y="851"/>
                </a:moveTo>
                <a:cubicBezTo>
                  <a:pt x="10366" y="1608"/>
                  <a:pt x="10366" y="2584"/>
                  <a:pt x="10807" y="3340"/>
                </a:cubicBezTo>
                <a:lnTo>
                  <a:pt x="2332" y="3340"/>
                </a:lnTo>
                <a:cubicBezTo>
                  <a:pt x="1765" y="3340"/>
                  <a:pt x="1293" y="2962"/>
                  <a:pt x="1135" y="2458"/>
                </a:cubicBezTo>
                <a:cubicBezTo>
                  <a:pt x="915" y="1671"/>
                  <a:pt x="1513" y="851"/>
                  <a:pt x="2332" y="851"/>
                </a:cubicBezTo>
                <a:close/>
                <a:moveTo>
                  <a:pt x="8822" y="4159"/>
                </a:moveTo>
                <a:lnTo>
                  <a:pt x="8822" y="6648"/>
                </a:lnTo>
                <a:lnTo>
                  <a:pt x="1891" y="6648"/>
                </a:lnTo>
                <a:lnTo>
                  <a:pt x="1891" y="4159"/>
                </a:lnTo>
                <a:close/>
                <a:moveTo>
                  <a:pt x="10524" y="4159"/>
                </a:moveTo>
                <a:lnTo>
                  <a:pt x="10524" y="6648"/>
                </a:lnTo>
                <a:lnTo>
                  <a:pt x="9704" y="6648"/>
                </a:lnTo>
                <a:lnTo>
                  <a:pt x="9704" y="4159"/>
                </a:lnTo>
                <a:close/>
                <a:moveTo>
                  <a:pt x="12130" y="4159"/>
                </a:moveTo>
                <a:lnTo>
                  <a:pt x="12130" y="6648"/>
                </a:lnTo>
                <a:lnTo>
                  <a:pt x="11343" y="6648"/>
                </a:lnTo>
                <a:lnTo>
                  <a:pt x="11343" y="4159"/>
                </a:lnTo>
                <a:close/>
                <a:moveTo>
                  <a:pt x="1986" y="7467"/>
                </a:moveTo>
                <a:lnTo>
                  <a:pt x="1986" y="9956"/>
                </a:lnTo>
                <a:lnTo>
                  <a:pt x="1104" y="9956"/>
                </a:lnTo>
                <a:lnTo>
                  <a:pt x="1104" y="7467"/>
                </a:lnTo>
                <a:close/>
                <a:moveTo>
                  <a:pt x="3624" y="7467"/>
                </a:moveTo>
                <a:lnTo>
                  <a:pt x="3624" y="9956"/>
                </a:lnTo>
                <a:lnTo>
                  <a:pt x="2805" y="9956"/>
                </a:lnTo>
                <a:lnTo>
                  <a:pt x="2805" y="7467"/>
                </a:lnTo>
                <a:close/>
                <a:moveTo>
                  <a:pt x="11311" y="7467"/>
                </a:moveTo>
                <a:lnTo>
                  <a:pt x="11311" y="9956"/>
                </a:lnTo>
                <a:lnTo>
                  <a:pt x="4443" y="9956"/>
                </a:lnTo>
                <a:lnTo>
                  <a:pt x="4443" y="7467"/>
                </a:lnTo>
                <a:close/>
                <a:moveTo>
                  <a:pt x="2364" y="1"/>
                </a:moveTo>
                <a:cubicBezTo>
                  <a:pt x="1671" y="1"/>
                  <a:pt x="1041" y="379"/>
                  <a:pt x="631" y="914"/>
                </a:cubicBezTo>
                <a:cubicBezTo>
                  <a:pt x="1" y="1828"/>
                  <a:pt x="253" y="3088"/>
                  <a:pt x="1104" y="3718"/>
                </a:cubicBezTo>
                <a:lnTo>
                  <a:pt x="1104" y="6648"/>
                </a:lnTo>
                <a:lnTo>
                  <a:pt x="694" y="6648"/>
                </a:lnTo>
                <a:cubicBezTo>
                  <a:pt x="442" y="6648"/>
                  <a:pt x="284" y="6837"/>
                  <a:pt x="284" y="7058"/>
                </a:cubicBezTo>
                <a:lnTo>
                  <a:pt x="284" y="10366"/>
                </a:lnTo>
                <a:cubicBezTo>
                  <a:pt x="284" y="10618"/>
                  <a:pt x="473" y="10807"/>
                  <a:pt x="694" y="10807"/>
                </a:cubicBezTo>
                <a:lnTo>
                  <a:pt x="11721" y="10807"/>
                </a:lnTo>
                <a:cubicBezTo>
                  <a:pt x="11941" y="10807"/>
                  <a:pt x="12130" y="10618"/>
                  <a:pt x="12130" y="10366"/>
                </a:cubicBezTo>
                <a:lnTo>
                  <a:pt x="12130" y="7499"/>
                </a:lnTo>
                <a:lnTo>
                  <a:pt x="12540" y="7499"/>
                </a:lnTo>
                <a:cubicBezTo>
                  <a:pt x="12760" y="7499"/>
                  <a:pt x="12918" y="7310"/>
                  <a:pt x="12918" y="7058"/>
                </a:cubicBezTo>
                <a:lnTo>
                  <a:pt x="12918" y="3750"/>
                </a:lnTo>
                <a:cubicBezTo>
                  <a:pt x="12918" y="3529"/>
                  <a:pt x="12760" y="3340"/>
                  <a:pt x="12540" y="3340"/>
                </a:cubicBezTo>
                <a:lnTo>
                  <a:pt x="11878" y="3340"/>
                </a:lnTo>
                <a:cubicBezTo>
                  <a:pt x="11091" y="2647"/>
                  <a:pt x="11122" y="1387"/>
                  <a:pt x="11973" y="757"/>
                </a:cubicBezTo>
                <a:cubicBezTo>
                  <a:pt x="12256" y="536"/>
                  <a:pt x="12130" y="64"/>
                  <a:pt x="1178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4" name="Google Shape;2064;p44"/>
          <p:cNvSpPr/>
          <p:nvPr/>
        </p:nvSpPr>
        <p:spPr>
          <a:xfrm>
            <a:off x="3336603" y="2431689"/>
            <a:ext cx="289324" cy="286875"/>
          </a:xfrm>
          <a:custGeom>
            <a:rect b="b" l="l" r="r" t="t"/>
            <a:pathLst>
              <a:path extrusionOk="0" h="12653" w="12761">
                <a:moveTo>
                  <a:pt x="6396" y="866"/>
                </a:moveTo>
                <a:lnTo>
                  <a:pt x="11469" y="3796"/>
                </a:lnTo>
                <a:cubicBezTo>
                  <a:pt x="8759" y="5340"/>
                  <a:pt x="12729" y="3072"/>
                  <a:pt x="6396" y="6695"/>
                </a:cubicBezTo>
                <a:cubicBezTo>
                  <a:pt x="1" y="3072"/>
                  <a:pt x="4097" y="5403"/>
                  <a:pt x="1324" y="3796"/>
                </a:cubicBezTo>
                <a:lnTo>
                  <a:pt x="6396" y="866"/>
                </a:lnTo>
                <a:close/>
                <a:moveTo>
                  <a:pt x="10208" y="5498"/>
                </a:moveTo>
                <a:lnTo>
                  <a:pt x="10208" y="8081"/>
                </a:lnTo>
                <a:cubicBezTo>
                  <a:pt x="10177" y="8207"/>
                  <a:pt x="10051" y="8365"/>
                  <a:pt x="9925" y="8428"/>
                </a:cubicBezTo>
                <a:cubicBezTo>
                  <a:pt x="9312" y="8970"/>
                  <a:pt x="7887" y="9300"/>
                  <a:pt x="6364" y="9300"/>
                </a:cubicBezTo>
                <a:cubicBezTo>
                  <a:pt x="5852" y="9300"/>
                  <a:pt x="5329" y="9263"/>
                  <a:pt x="4821" y="9184"/>
                </a:cubicBezTo>
                <a:cubicBezTo>
                  <a:pt x="4317" y="9121"/>
                  <a:pt x="3718" y="8963"/>
                  <a:pt x="3246" y="8711"/>
                </a:cubicBezTo>
                <a:cubicBezTo>
                  <a:pt x="2994" y="8585"/>
                  <a:pt x="2584" y="8333"/>
                  <a:pt x="2584" y="8050"/>
                </a:cubicBezTo>
                <a:lnTo>
                  <a:pt x="2584" y="5498"/>
                </a:lnTo>
                <a:cubicBezTo>
                  <a:pt x="4412" y="6537"/>
                  <a:pt x="4317" y="6474"/>
                  <a:pt x="6207" y="7545"/>
                </a:cubicBezTo>
                <a:cubicBezTo>
                  <a:pt x="6255" y="7577"/>
                  <a:pt x="6318" y="7593"/>
                  <a:pt x="6385" y="7593"/>
                </a:cubicBezTo>
                <a:cubicBezTo>
                  <a:pt x="6452" y="7593"/>
                  <a:pt x="6522" y="7577"/>
                  <a:pt x="6585" y="7545"/>
                </a:cubicBezTo>
                <a:cubicBezTo>
                  <a:pt x="6617" y="7482"/>
                  <a:pt x="9925" y="5592"/>
                  <a:pt x="10208" y="5498"/>
                </a:cubicBezTo>
                <a:close/>
                <a:moveTo>
                  <a:pt x="6385" y="0"/>
                </a:moveTo>
                <a:cubicBezTo>
                  <a:pt x="6318" y="0"/>
                  <a:pt x="6255" y="16"/>
                  <a:pt x="6207" y="47"/>
                </a:cubicBezTo>
                <a:lnTo>
                  <a:pt x="284" y="3450"/>
                </a:lnTo>
                <a:cubicBezTo>
                  <a:pt x="1" y="3607"/>
                  <a:pt x="1" y="3985"/>
                  <a:pt x="284" y="4143"/>
                </a:cubicBezTo>
                <a:lnTo>
                  <a:pt x="1797" y="4962"/>
                </a:lnTo>
                <a:lnTo>
                  <a:pt x="1797" y="8018"/>
                </a:lnTo>
                <a:cubicBezTo>
                  <a:pt x="1797" y="8711"/>
                  <a:pt x="2458" y="9215"/>
                  <a:pt x="3088" y="9499"/>
                </a:cubicBezTo>
                <a:cubicBezTo>
                  <a:pt x="3994" y="9903"/>
                  <a:pt x="5215" y="10104"/>
                  <a:pt x="6430" y="10104"/>
                </a:cubicBezTo>
                <a:cubicBezTo>
                  <a:pt x="7963" y="10104"/>
                  <a:pt x="9488" y="9785"/>
                  <a:pt x="10366" y="9152"/>
                </a:cubicBezTo>
                <a:cubicBezTo>
                  <a:pt x="10776" y="8869"/>
                  <a:pt x="11091" y="8491"/>
                  <a:pt x="11091" y="8018"/>
                </a:cubicBezTo>
                <a:lnTo>
                  <a:pt x="11091" y="4962"/>
                </a:lnTo>
                <a:lnTo>
                  <a:pt x="11941" y="4490"/>
                </a:lnTo>
                <a:lnTo>
                  <a:pt x="11941" y="12208"/>
                </a:lnTo>
                <a:cubicBezTo>
                  <a:pt x="11941" y="12429"/>
                  <a:pt x="12099" y="12618"/>
                  <a:pt x="12288" y="12649"/>
                </a:cubicBezTo>
                <a:cubicBezTo>
                  <a:pt x="12306" y="12652"/>
                  <a:pt x="12325" y="12653"/>
                  <a:pt x="12343" y="12653"/>
                </a:cubicBezTo>
                <a:cubicBezTo>
                  <a:pt x="12571" y="12653"/>
                  <a:pt x="12760" y="12475"/>
                  <a:pt x="12760" y="12271"/>
                </a:cubicBezTo>
                <a:lnTo>
                  <a:pt x="12760" y="3796"/>
                </a:lnTo>
                <a:cubicBezTo>
                  <a:pt x="12729" y="3639"/>
                  <a:pt x="12666" y="3513"/>
                  <a:pt x="12508" y="3450"/>
                </a:cubicBezTo>
                <a:lnTo>
                  <a:pt x="6585" y="47"/>
                </a:lnTo>
                <a:cubicBezTo>
                  <a:pt x="6522" y="16"/>
                  <a:pt x="6452" y="0"/>
                  <a:pt x="638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5" name="Google Shape;2065;p44"/>
          <p:cNvSpPr/>
          <p:nvPr/>
        </p:nvSpPr>
        <p:spPr>
          <a:xfrm>
            <a:off x="2066915" y="2869657"/>
            <a:ext cx="207181" cy="285742"/>
          </a:xfrm>
          <a:custGeom>
            <a:rect b="b" l="l" r="r" t="t"/>
            <a:pathLst>
              <a:path extrusionOk="0" h="12603" w="9138">
                <a:moveTo>
                  <a:pt x="5420" y="788"/>
                </a:moveTo>
                <a:cubicBezTo>
                  <a:pt x="7026" y="788"/>
                  <a:pt x="8287" y="2080"/>
                  <a:pt x="8287" y="3655"/>
                </a:cubicBezTo>
                <a:lnTo>
                  <a:pt x="8287" y="4978"/>
                </a:lnTo>
                <a:lnTo>
                  <a:pt x="5829" y="4978"/>
                </a:lnTo>
                <a:lnTo>
                  <a:pt x="5829" y="3718"/>
                </a:lnTo>
                <a:cubicBezTo>
                  <a:pt x="5829" y="3151"/>
                  <a:pt x="5451" y="2710"/>
                  <a:pt x="4979" y="2521"/>
                </a:cubicBezTo>
                <a:lnTo>
                  <a:pt x="4979" y="788"/>
                </a:lnTo>
                <a:close/>
                <a:moveTo>
                  <a:pt x="4159" y="882"/>
                </a:moveTo>
                <a:lnTo>
                  <a:pt x="4159" y="2615"/>
                </a:lnTo>
                <a:cubicBezTo>
                  <a:pt x="3687" y="2773"/>
                  <a:pt x="3340" y="3245"/>
                  <a:pt x="3340" y="3781"/>
                </a:cubicBezTo>
                <a:lnTo>
                  <a:pt x="3340" y="5041"/>
                </a:lnTo>
                <a:lnTo>
                  <a:pt x="851" y="5041"/>
                </a:lnTo>
                <a:lnTo>
                  <a:pt x="851" y="3749"/>
                </a:lnTo>
                <a:cubicBezTo>
                  <a:pt x="851" y="2143"/>
                  <a:pt x="2175" y="882"/>
                  <a:pt x="3781" y="882"/>
                </a:cubicBezTo>
                <a:close/>
                <a:moveTo>
                  <a:pt x="4569" y="3308"/>
                </a:moveTo>
                <a:cubicBezTo>
                  <a:pt x="4790" y="3308"/>
                  <a:pt x="4947" y="3497"/>
                  <a:pt x="4947" y="3749"/>
                </a:cubicBezTo>
                <a:lnTo>
                  <a:pt x="4947" y="5388"/>
                </a:lnTo>
                <a:cubicBezTo>
                  <a:pt x="4947" y="5620"/>
                  <a:pt x="4736" y="5830"/>
                  <a:pt x="4504" y="5830"/>
                </a:cubicBezTo>
                <a:cubicBezTo>
                  <a:pt x="4453" y="5830"/>
                  <a:pt x="4400" y="5820"/>
                  <a:pt x="4348" y="5797"/>
                </a:cubicBezTo>
                <a:cubicBezTo>
                  <a:pt x="4191" y="5703"/>
                  <a:pt x="4128" y="5608"/>
                  <a:pt x="4128" y="5388"/>
                </a:cubicBezTo>
                <a:lnTo>
                  <a:pt x="4128" y="3718"/>
                </a:lnTo>
                <a:cubicBezTo>
                  <a:pt x="4159" y="3466"/>
                  <a:pt x="4348" y="3308"/>
                  <a:pt x="4569" y="3308"/>
                </a:cubicBezTo>
                <a:close/>
                <a:moveTo>
                  <a:pt x="8287" y="5797"/>
                </a:moveTo>
                <a:lnTo>
                  <a:pt x="8287" y="8948"/>
                </a:lnTo>
                <a:cubicBezTo>
                  <a:pt x="8287" y="10554"/>
                  <a:pt x="6995" y="11815"/>
                  <a:pt x="5420" y="11815"/>
                </a:cubicBezTo>
                <a:lnTo>
                  <a:pt x="3781" y="11815"/>
                </a:lnTo>
                <a:cubicBezTo>
                  <a:pt x="2143" y="11815"/>
                  <a:pt x="883" y="10523"/>
                  <a:pt x="851" y="8948"/>
                </a:cubicBezTo>
                <a:lnTo>
                  <a:pt x="851" y="5797"/>
                </a:lnTo>
                <a:lnTo>
                  <a:pt x="3403" y="5797"/>
                </a:lnTo>
                <a:cubicBezTo>
                  <a:pt x="3498" y="6018"/>
                  <a:pt x="3655" y="6270"/>
                  <a:pt x="3876" y="6427"/>
                </a:cubicBezTo>
                <a:cubicBezTo>
                  <a:pt x="4098" y="6579"/>
                  <a:pt x="4340" y="6649"/>
                  <a:pt x="4575" y="6649"/>
                </a:cubicBezTo>
                <a:cubicBezTo>
                  <a:pt x="5073" y="6649"/>
                  <a:pt x="5542" y="6332"/>
                  <a:pt x="5735" y="5797"/>
                </a:cubicBezTo>
                <a:close/>
                <a:moveTo>
                  <a:pt x="3750" y="0"/>
                </a:moveTo>
                <a:cubicBezTo>
                  <a:pt x="1702" y="0"/>
                  <a:pt x="1" y="1670"/>
                  <a:pt x="1" y="3718"/>
                </a:cubicBezTo>
                <a:lnTo>
                  <a:pt x="1" y="8885"/>
                </a:lnTo>
                <a:cubicBezTo>
                  <a:pt x="1" y="10932"/>
                  <a:pt x="1639" y="12602"/>
                  <a:pt x="3750" y="12602"/>
                </a:cubicBezTo>
                <a:lnTo>
                  <a:pt x="5388" y="12602"/>
                </a:lnTo>
                <a:cubicBezTo>
                  <a:pt x="7436" y="12602"/>
                  <a:pt x="9137" y="10964"/>
                  <a:pt x="9074" y="8885"/>
                </a:cubicBezTo>
                <a:lnTo>
                  <a:pt x="9074" y="3686"/>
                </a:lnTo>
                <a:cubicBezTo>
                  <a:pt x="9137" y="1670"/>
                  <a:pt x="7467" y="0"/>
                  <a:pt x="538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66" name="Google Shape;2066;p44"/>
          <p:cNvGrpSpPr/>
          <p:nvPr/>
        </p:nvGrpSpPr>
        <p:grpSpPr>
          <a:xfrm>
            <a:off x="2020142" y="3303462"/>
            <a:ext cx="300728" cy="284676"/>
            <a:chOff x="-39055650" y="2315975"/>
            <a:chExt cx="331600" cy="313900"/>
          </a:xfrm>
        </p:grpSpPr>
        <p:sp>
          <p:nvSpPr>
            <p:cNvPr id="2067" name="Google Shape;2067;p44"/>
            <p:cNvSpPr/>
            <p:nvPr/>
          </p:nvSpPr>
          <p:spPr>
            <a:xfrm>
              <a:off x="-38976900" y="2390225"/>
              <a:ext cx="167775" cy="165825"/>
            </a:xfrm>
            <a:custGeom>
              <a:rect b="b" l="l" r="r" t="t"/>
              <a:pathLst>
                <a:path extrusionOk="0" h="6633" w="6711">
                  <a:moveTo>
                    <a:pt x="3765" y="1"/>
                  </a:moveTo>
                  <a:cubicBezTo>
                    <a:pt x="3655" y="1"/>
                    <a:pt x="3545" y="40"/>
                    <a:pt x="3466" y="119"/>
                  </a:cubicBezTo>
                  <a:cubicBezTo>
                    <a:pt x="3309" y="276"/>
                    <a:pt x="3309" y="560"/>
                    <a:pt x="3466" y="718"/>
                  </a:cubicBezTo>
                  <a:lnTo>
                    <a:pt x="4411" y="1663"/>
                  </a:lnTo>
                  <a:lnTo>
                    <a:pt x="3340" y="2734"/>
                  </a:lnTo>
                  <a:lnTo>
                    <a:pt x="2395" y="1789"/>
                  </a:lnTo>
                  <a:cubicBezTo>
                    <a:pt x="2316" y="1710"/>
                    <a:pt x="2214" y="1671"/>
                    <a:pt x="2111" y="1671"/>
                  </a:cubicBezTo>
                  <a:cubicBezTo>
                    <a:pt x="2009" y="1671"/>
                    <a:pt x="1907" y="1710"/>
                    <a:pt x="1828" y="1789"/>
                  </a:cubicBezTo>
                  <a:cubicBezTo>
                    <a:pt x="1670" y="1946"/>
                    <a:pt x="1670" y="2198"/>
                    <a:pt x="1828" y="2387"/>
                  </a:cubicBezTo>
                  <a:lnTo>
                    <a:pt x="2773" y="3332"/>
                  </a:lnTo>
                  <a:lnTo>
                    <a:pt x="1702" y="4372"/>
                  </a:lnTo>
                  <a:lnTo>
                    <a:pt x="757" y="3427"/>
                  </a:lnTo>
                  <a:cubicBezTo>
                    <a:pt x="678" y="3348"/>
                    <a:pt x="568" y="3309"/>
                    <a:pt x="457" y="3309"/>
                  </a:cubicBezTo>
                  <a:cubicBezTo>
                    <a:pt x="347" y="3309"/>
                    <a:pt x="237" y="3348"/>
                    <a:pt x="158" y="3427"/>
                  </a:cubicBezTo>
                  <a:cubicBezTo>
                    <a:pt x="1" y="3584"/>
                    <a:pt x="1" y="3868"/>
                    <a:pt x="158" y="4026"/>
                  </a:cubicBezTo>
                  <a:lnTo>
                    <a:pt x="1103" y="4971"/>
                  </a:lnTo>
                  <a:lnTo>
                    <a:pt x="977" y="5097"/>
                  </a:lnTo>
                  <a:cubicBezTo>
                    <a:pt x="820" y="5254"/>
                    <a:pt x="820" y="5538"/>
                    <a:pt x="977" y="5695"/>
                  </a:cubicBezTo>
                  <a:cubicBezTo>
                    <a:pt x="1056" y="5774"/>
                    <a:pt x="1166" y="5813"/>
                    <a:pt x="1276" y="5813"/>
                  </a:cubicBezTo>
                  <a:cubicBezTo>
                    <a:pt x="1387" y="5813"/>
                    <a:pt x="1497" y="5774"/>
                    <a:pt x="1576" y="5695"/>
                  </a:cubicBezTo>
                  <a:lnTo>
                    <a:pt x="1702" y="5569"/>
                  </a:lnTo>
                  <a:lnTo>
                    <a:pt x="2647" y="6514"/>
                  </a:lnTo>
                  <a:cubicBezTo>
                    <a:pt x="2726" y="6593"/>
                    <a:pt x="2836" y="6633"/>
                    <a:pt x="2946" y="6633"/>
                  </a:cubicBezTo>
                  <a:cubicBezTo>
                    <a:pt x="3057" y="6633"/>
                    <a:pt x="3167" y="6593"/>
                    <a:pt x="3246" y="6514"/>
                  </a:cubicBezTo>
                  <a:cubicBezTo>
                    <a:pt x="3403" y="6357"/>
                    <a:pt x="3403" y="6073"/>
                    <a:pt x="3246" y="5916"/>
                  </a:cubicBezTo>
                  <a:lnTo>
                    <a:pt x="2300" y="4971"/>
                  </a:lnTo>
                  <a:lnTo>
                    <a:pt x="3340" y="3899"/>
                  </a:lnTo>
                  <a:lnTo>
                    <a:pt x="4285" y="4845"/>
                  </a:lnTo>
                  <a:cubicBezTo>
                    <a:pt x="4364" y="4923"/>
                    <a:pt x="4474" y="4963"/>
                    <a:pt x="4585" y="4963"/>
                  </a:cubicBezTo>
                  <a:cubicBezTo>
                    <a:pt x="4695" y="4963"/>
                    <a:pt x="4805" y="4923"/>
                    <a:pt x="4884" y="4845"/>
                  </a:cubicBezTo>
                  <a:cubicBezTo>
                    <a:pt x="5041" y="4687"/>
                    <a:pt x="5041" y="4435"/>
                    <a:pt x="4884" y="4278"/>
                  </a:cubicBezTo>
                  <a:lnTo>
                    <a:pt x="3939" y="3332"/>
                  </a:lnTo>
                  <a:lnTo>
                    <a:pt x="5010" y="2261"/>
                  </a:lnTo>
                  <a:lnTo>
                    <a:pt x="5955" y="3206"/>
                  </a:lnTo>
                  <a:cubicBezTo>
                    <a:pt x="6034" y="3285"/>
                    <a:pt x="6144" y="3325"/>
                    <a:pt x="6254" y="3325"/>
                  </a:cubicBezTo>
                  <a:cubicBezTo>
                    <a:pt x="6365" y="3325"/>
                    <a:pt x="6475" y="3285"/>
                    <a:pt x="6554" y="3206"/>
                  </a:cubicBezTo>
                  <a:cubicBezTo>
                    <a:pt x="6711" y="3049"/>
                    <a:pt x="6711" y="2765"/>
                    <a:pt x="6554" y="2608"/>
                  </a:cubicBezTo>
                  <a:lnTo>
                    <a:pt x="5608" y="1663"/>
                  </a:lnTo>
                  <a:lnTo>
                    <a:pt x="5703" y="1537"/>
                  </a:lnTo>
                  <a:cubicBezTo>
                    <a:pt x="5860" y="1379"/>
                    <a:pt x="5860" y="1127"/>
                    <a:pt x="5703" y="970"/>
                  </a:cubicBezTo>
                  <a:cubicBezTo>
                    <a:pt x="5624" y="891"/>
                    <a:pt x="5522" y="851"/>
                    <a:pt x="5419" y="851"/>
                  </a:cubicBezTo>
                  <a:cubicBezTo>
                    <a:pt x="5317" y="851"/>
                    <a:pt x="5215" y="891"/>
                    <a:pt x="5136" y="970"/>
                  </a:cubicBezTo>
                  <a:lnTo>
                    <a:pt x="5010" y="1064"/>
                  </a:lnTo>
                  <a:lnTo>
                    <a:pt x="4065" y="119"/>
                  </a:lnTo>
                  <a:cubicBezTo>
                    <a:pt x="3986" y="40"/>
                    <a:pt x="3876" y="1"/>
                    <a:pt x="376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8" name="Google Shape;2068;p44"/>
            <p:cNvSpPr/>
            <p:nvPr/>
          </p:nvSpPr>
          <p:spPr>
            <a:xfrm>
              <a:off x="-39055650" y="2315975"/>
              <a:ext cx="331600" cy="313900"/>
            </a:xfrm>
            <a:custGeom>
              <a:rect b="b" l="l" r="r" t="t"/>
              <a:pathLst>
                <a:path extrusionOk="0" h="12556" w="13264">
                  <a:moveTo>
                    <a:pt x="9083" y="792"/>
                  </a:moveTo>
                  <a:cubicBezTo>
                    <a:pt x="9988" y="792"/>
                    <a:pt x="10673" y="917"/>
                    <a:pt x="11121" y="1041"/>
                  </a:cubicBezTo>
                  <a:cubicBezTo>
                    <a:pt x="11216" y="1073"/>
                    <a:pt x="11373" y="1167"/>
                    <a:pt x="11499" y="1199"/>
                  </a:cubicBezTo>
                  <a:lnTo>
                    <a:pt x="11625" y="1325"/>
                  </a:lnTo>
                  <a:cubicBezTo>
                    <a:pt x="11814" y="1608"/>
                    <a:pt x="11909" y="2144"/>
                    <a:pt x="11940" y="2459"/>
                  </a:cubicBezTo>
                  <a:cubicBezTo>
                    <a:pt x="12003" y="3152"/>
                    <a:pt x="12003" y="3845"/>
                    <a:pt x="11972" y="4475"/>
                  </a:cubicBezTo>
                  <a:lnTo>
                    <a:pt x="8317" y="821"/>
                  </a:lnTo>
                  <a:cubicBezTo>
                    <a:pt x="8588" y="801"/>
                    <a:pt x="8843" y="792"/>
                    <a:pt x="9083" y="792"/>
                  </a:cubicBezTo>
                  <a:close/>
                  <a:moveTo>
                    <a:pt x="7246" y="978"/>
                  </a:moveTo>
                  <a:lnTo>
                    <a:pt x="11814" y="5546"/>
                  </a:lnTo>
                  <a:cubicBezTo>
                    <a:pt x="11184" y="8728"/>
                    <a:pt x="9136" y="11028"/>
                    <a:pt x="5797" y="11595"/>
                  </a:cubicBezTo>
                  <a:lnTo>
                    <a:pt x="1229" y="7027"/>
                  </a:lnTo>
                  <a:cubicBezTo>
                    <a:pt x="1890" y="3845"/>
                    <a:pt x="3907" y="1608"/>
                    <a:pt x="7246" y="978"/>
                  </a:cubicBezTo>
                  <a:close/>
                  <a:moveTo>
                    <a:pt x="1071" y="8004"/>
                  </a:moveTo>
                  <a:lnTo>
                    <a:pt x="4726" y="11690"/>
                  </a:lnTo>
                  <a:cubicBezTo>
                    <a:pt x="4391" y="11722"/>
                    <a:pt x="4083" y="11736"/>
                    <a:pt x="3800" y="11736"/>
                  </a:cubicBezTo>
                  <a:cubicBezTo>
                    <a:pt x="2431" y="11736"/>
                    <a:pt x="1669" y="11411"/>
                    <a:pt x="1512" y="11280"/>
                  </a:cubicBezTo>
                  <a:cubicBezTo>
                    <a:pt x="1229" y="11028"/>
                    <a:pt x="914" y="9799"/>
                    <a:pt x="1071" y="8004"/>
                  </a:cubicBezTo>
                  <a:close/>
                  <a:moveTo>
                    <a:pt x="9132" y="0"/>
                  </a:moveTo>
                  <a:cubicBezTo>
                    <a:pt x="8355" y="0"/>
                    <a:pt x="7508" y="77"/>
                    <a:pt x="6742" y="222"/>
                  </a:cubicBezTo>
                  <a:cubicBezTo>
                    <a:pt x="5482" y="506"/>
                    <a:pt x="4411" y="978"/>
                    <a:pt x="3560" y="1640"/>
                  </a:cubicBezTo>
                  <a:cubicBezTo>
                    <a:pt x="1764" y="2931"/>
                    <a:pt x="756" y="4948"/>
                    <a:pt x="347" y="7090"/>
                  </a:cubicBezTo>
                  <a:lnTo>
                    <a:pt x="347" y="7122"/>
                  </a:lnTo>
                  <a:cubicBezTo>
                    <a:pt x="0" y="9012"/>
                    <a:pt x="189" y="10934"/>
                    <a:pt x="756" y="11721"/>
                  </a:cubicBezTo>
                  <a:cubicBezTo>
                    <a:pt x="882" y="11879"/>
                    <a:pt x="945" y="11942"/>
                    <a:pt x="1103" y="12036"/>
                  </a:cubicBezTo>
                  <a:cubicBezTo>
                    <a:pt x="1678" y="12389"/>
                    <a:pt x="2725" y="12556"/>
                    <a:pt x="3868" y="12556"/>
                  </a:cubicBezTo>
                  <a:cubicBezTo>
                    <a:pt x="4664" y="12556"/>
                    <a:pt x="5506" y="12475"/>
                    <a:pt x="6270" y="12320"/>
                  </a:cubicBezTo>
                  <a:cubicBezTo>
                    <a:pt x="8380" y="11879"/>
                    <a:pt x="9956" y="10776"/>
                    <a:pt x="11058" y="9295"/>
                  </a:cubicBezTo>
                  <a:cubicBezTo>
                    <a:pt x="13264" y="6302"/>
                    <a:pt x="13075" y="2018"/>
                    <a:pt x="12255" y="852"/>
                  </a:cubicBezTo>
                  <a:cubicBezTo>
                    <a:pt x="12129" y="695"/>
                    <a:pt x="11972" y="537"/>
                    <a:pt x="11657" y="411"/>
                  </a:cubicBezTo>
                  <a:cubicBezTo>
                    <a:pt x="11279" y="222"/>
                    <a:pt x="10712" y="159"/>
                    <a:pt x="10271" y="64"/>
                  </a:cubicBezTo>
                  <a:cubicBezTo>
                    <a:pt x="9925" y="21"/>
                    <a:pt x="9538" y="0"/>
                    <a:pt x="913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69" name="Google Shape;2069;p44"/>
          <p:cNvSpPr/>
          <p:nvPr/>
        </p:nvSpPr>
        <p:spPr>
          <a:xfrm>
            <a:off x="2026218" y="3758555"/>
            <a:ext cx="288576" cy="245022"/>
          </a:xfrm>
          <a:custGeom>
            <a:rect b="b" l="l" r="r" t="t"/>
            <a:pathLst>
              <a:path extrusionOk="0" h="10807" w="12728">
                <a:moveTo>
                  <a:pt x="11877" y="819"/>
                </a:moveTo>
                <a:lnTo>
                  <a:pt x="11877" y="2489"/>
                </a:lnTo>
                <a:lnTo>
                  <a:pt x="851" y="2489"/>
                </a:lnTo>
                <a:lnTo>
                  <a:pt x="851" y="819"/>
                </a:lnTo>
                <a:close/>
                <a:moveTo>
                  <a:pt x="3340" y="3308"/>
                </a:moveTo>
                <a:lnTo>
                  <a:pt x="3340" y="6616"/>
                </a:lnTo>
                <a:lnTo>
                  <a:pt x="2520" y="6616"/>
                </a:lnTo>
                <a:lnTo>
                  <a:pt x="2520" y="3308"/>
                </a:lnTo>
                <a:close/>
                <a:moveTo>
                  <a:pt x="6648" y="3308"/>
                </a:moveTo>
                <a:lnTo>
                  <a:pt x="6648" y="6616"/>
                </a:lnTo>
                <a:lnTo>
                  <a:pt x="5828" y="6616"/>
                </a:lnTo>
                <a:lnTo>
                  <a:pt x="5828" y="3308"/>
                </a:lnTo>
                <a:close/>
                <a:moveTo>
                  <a:pt x="10239" y="3308"/>
                </a:moveTo>
                <a:lnTo>
                  <a:pt x="10239" y="6616"/>
                </a:lnTo>
                <a:lnTo>
                  <a:pt x="9420" y="6616"/>
                </a:lnTo>
                <a:lnTo>
                  <a:pt x="9420" y="3308"/>
                </a:lnTo>
                <a:close/>
                <a:moveTo>
                  <a:pt x="1701" y="3308"/>
                </a:moveTo>
                <a:lnTo>
                  <a:pt x="1701" y="7026"/>
                </a:lnTo>
                <a:cubicBezTo>
                  <a:pt x="1701" y="7246"/>
                  <a:pt x="1890" y="7435"/>
                  <a:pt x="2111" y="7435"/>
                </a:cubicBezTo>
                <a:lnTo>
                  <a:pt x="2552" y="7435"/>
                </a:lnTo>
                <a:lnTo>
                  <a:pt x="2552" y="9924"/>
                </a:lnTo>
                <a:lnTo>
                  <a:pt x="851" y="9924"/>
                </a:lnTo>
                <a:lnTo>
                  <a:pt x="851" y="3308"/>
                </a:lnTo>
                <a:close/>
                <a:moveTo>
                  <a:pt x="5009" y="3308"/>
                </a:moveTo>
                <a:lnTo>
                  <a:pt x="5009" y="7026"/>
                </a:lnTo>
                <a:cubicBezTo>
                  <a:pt x="5009" y="7246"/>
                  <a:pt x="5198" y="7435"/>
                  <a:pt x="5387" y="7435"/>
                </a:cubicBezTo>
                <a:lnTo>
                  <a:pt x="5828" y="7435"/>
                </a:lnTo>
                <a:lnTo>
                  <a:pt x="5828" y="9924"/>
                </a:lnTo>
                <a:lnTo>
                  <a:pt x="3340" y="9924"/>
                </a:lnTo>
                <a:lnTo>
                  <a:pt x="3340" y="7435"/>
                </a:lnTo>
                <a:lnTo>
                  <a:pt x="3781" y="7435"/>
                </a:lnTo>
                <a:cubicBezTo>
                  <a:pt x="4001" y="7435"/>
                  <a:pt x="4159" y="7246"/>
                  <a:pt x="4159" y="7026"/>
                </a:cubicBezTo>
                <a:lnTo>
                  <a:pt x="4159" y="3308"/>
                </a:lnTo>
                <a:close/>
                <a:moveTo>
                  <a:pt x="8569" y="3308"/>
                </a:moveTo>
                <a:lnTo>
                  <a:pt x="8569" y="7026"/>
                </a:lnTo>
                <a:cubicBezTo>
                  <a:pt x="8569" y="7246"/>
                  <a:pt x="8790" y="7435"/>
                  <a:pt x="9010" y="7435"/>
                </a:cubicBezTo>
                <a:lnTo>
                  <a:pt x="9452" y="7435"/>
                </a:lnTo>
                <a:lnTo>
                  <a:pt x="9452" y="9924"/>
                </a:lnTo>
                <a:lnTo>
                  <a:pt x="6648" y="9924"/>
                </a:lnTo>
                <a:lnTo>
                  <a:pt x="6648" y="7435"/>
                </a:lnTo>
                <a:lnTo>
                  <a:pt x="7089" y="7435"/>
                </a:lnTo>
                <a:cubicBezTo>
                  <a:pt x="7309" y="7435"/>
                  <a:pt x="7467" y="7246"/>
                  <a:pt x="7467" y="7026"/>
                </a:cubicBezTo>
                <a:lnTo>
                  <a:pt x="7467" y="3308"/>
                </a:lnTo>
                <a:close/>
                <a:moveTo>
                  <a:pt x="11940" y="3308"/>
                </a:moveTo>
                <a:lnTo>
                  <a:pt x="11940" y="9924"/>
                </a:lnTo>
                <a:lnTo>
                  <a:pt x="10239" y="9924"/>
                </a:lnTo>
                <a:lnTo>
                  <a:pt x="10239" y="7435"/>
                </a:lnTo>
                <a:lnTo>
                  <a:pt x="10680" y="7435"/>
                </a:lnTo>
                <a:cubicBezTo>
                  <a:pt x="10901" y="7435"/>
                  <a:pt x="11090" y="7246"/>
                  <a:pt x="11090" y="7026"/>
                </a:cubicBezTo>
                <a:lnTo>
                  <a:pt x="11090" y="3308"/>
                </a:lnTo>
                <a:close/>
                <a:moveTo>
                  <a:pt x="441" y="0"/>
                </a:moveTo>
                <a:cubicBezTo>
                  <a:pt x="189" y="0"/>
                  <a:pt x="0" y="189"/>
                  <a:pt x="0" y="441"/>
                </a:cubicBezTo>
                <a:lnTo>
                  <a:pt x="0" y="10365"/>
                </a:lnTo>
                <a:cubicBezTo>
                  <a:pt x="0" y="10586"/>
                  <a:pt x="189" y="10806"/>
                  <a:pt x="441" y="10806"/>
                </a:cubicBezTo>
                <a:lnTo>
                  <a:pt x="12287" y="10806"/>
                </a:lnTo>
                <a:cubicBezTo>
                  <a:pt x="12508" y="10806"/>
                  <a:pt x="12728" y="10586"/>
                  <a:pt x="12728" y="10365"/>
                </a:cubicBezTo>
                <a:lnTo>
                  <a:pt x="12728" y="2930"/>
                </a:lnTo>
                <a:lnTo>
                  <a:pt x="12728" y="441"/>
                </a:lnTo>
                <a:cubicBezTo>
                  <a:pt x="12728" y="189"/>
                  <a:pt x="12508" y="0"/>
                  <a:pt x="1228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0" name="Google Shape;2070;p44"/>
          <p:cNvSpPr/>
          <p:nvPr/>
        </p:nvSpPr>
        <p:spPr>
          <a:xfrm>
            <a:off x="3803024" y="3301240"/>
            <a:ext cx="223596" cy="289120"/>
          </a:xfrm>
          <a:custGeom>
            <a:rect b="b" l="l" r="r" t="t"/>
            <a:pathLst>
              <a:path extrusionOk="0" h="12752" w="9862">
                <a:moveTo>
                  <a:pt x="2395" y="1001"/>
                </a:moveTo>
                <a:lnTo>
                  <a:pt x="5042" y="3552"/>
                </a:lnTo>
                <a:lnTo>
                  <a:pt x="3971" y="4655"/>
                </a:lnTo>
                <a:lnTo>
                  <a:pt x="1356" y="2103"/>
                </a:lnTo>
                <a:lnTo>
                  <a:pt x="2395" y="1001"/>
                </a:lnTo>
                <a:close/>
                <a:moveTo>
                  <a:pt x="5640" y="4151"/>
                </a:moveTo>
                <a:lnTo>
                  <a:pt x="6302" y="4781"/>
                </a:lnTo>
                <a:lnTo>
                  <a:pt x="5231" y="5884"/>
                </a:lnTo>
                <a:lnTo>
                  <a:pt x="4569" y="5254"/>
                </a:lnTo>
                <a:lnTo>
                  <a:pt x="5640" y="4151"/>
                </a:lnTo>
                <a:close/>
                <a:moveTo>
                  <a:pt x="4443" y="8562"/>
                </a:moveTo>
                <a:cubicBezTo>
                  <a:pt x="4664" y="8562"/>
                  <a:pt x="4821" y="8688"/>
                  <a:pt x="4853" y="8845"/>
                </a:cubicBezTo>
                <a:cubicBezTo>
                  <a:pt x="4884" y="8908"/>
                  <a:pt x="4853" y="8877"/>
                  <a:pt x="4884" y="9790"/>
                </a:cubicBezTo>
                <a:lnTo>
                  <a:pt x="4884" y="10200"/>
                </a:lnTo>
                <a:lnTo>
                  <a:pt x="4065" y="10200"/>
                </a:lnTo>
                <a:lnTo>
                  <a:pt x="4065" y="9003"/>
                </a:lnTo>
                <a:cubicBezTo>
                  <a:pt x="4065" y="8751"/>
                  <a:pt x="4254" y="8562"/>
                  <a:pt x="4443" y="8562"/>
                </a:cubicBezTo>
                <a:close/>
                <a:moveTo>
                  <a:pt x="7814" y="10956"/>
                </a:moveTo>
                <a:cubicBezTo>
                  <a:pt x="8035" y="10956"/>
                  <a:pt x="8224" y="11145"/>
                  <a:pt x="8224" y="11366"/>
                </a:cubicBezTo>
                <a:lnTo>
                  <a:pt x="8224" y="11744"/>
                </a:lnTo>
                <a:lnTo>
                  <a:pt x="789" y="11870"/>
                </a:lnTo>
                <a:lnTo>
                  <a:pt x="789" y="11460"/>
                </a:lnTo>
                <a:cubicBezTo>
                  <a:pt x="789" y="11271"/>
                  <a:pt x="915" y="11114"/>
                  <a:pt x="1072" y="11082"/>
                </a:cubicBezTo>
                <a:cubicBezTo>
                  <a:pt x="1104" y="11066"/>
                  <a:pt x="1072" y="11066"/>
                  <a:pt x="1371" y="11066"/>
                </a:cubicBezTo>
                <a:cubicBezTo>
                  <a:pt x="1671" y="11066"/>
                  <a:pt x="2301" y="11066"/>
                  <a:pt x="3656" y="11051"/>
                </a:cubicBezTo>
                <a:cubicBezTo>
                  <a:pt x="3719" y="11051"/>
                  <a:pt x="5357" y="10988"/>
                  <a:pt x="5325" y="10988"/>
                </a:cubicBezTo>
                <a:cubicBezTo>
                  <a:pt x="5483" y="10988"/>
                  <a:pt x="7121" y="10956"/>
                  <a:pt x="7814" y="10956"/>
                </a:cubicBezTo>
                <a:close/>
                <a:moveTo>
                  <a:pt x="2427" y="0"/>
                </a:moveTo>
                <a:cubicBezTo>
                  <a:pt x="2324" y="0"/>
                  <a:pt x="2222" y="40"/>
                  <a:pt x="2143" y="118"/>
                </a:cubicBezTo>
                <a:lnTo>
                  <a:pt x="505" y="1820"/>
                </a:lnTo>
                <a:cubicBezTo>
                  <a:pt x="348" y="1977"/>
                  <a:pt x="348" y="2261"/>
                  <a:pt x="505" y="2418"/>
                </a:cubicBezTo>
                <a:lnTo>
                  <a:pt x="1608" y="3458"/>
                </a:lnTo>
                <a:cubicBezTo>
                  <a:pt x="726" y="4624"/>
                  <a:pt x="505" y="6104"/>
                  <a:pt x="946" y="7396"/>
                </a:cubicBezTo>
                <a:cubicBezTo>
                  <a:pt x="1356" y="8499"/>
                  <a:pt x="2175" y="9412"/>
                  <a:pt x="3277" y="9885"/>
                </a:cubicBezTo>
                <a:lnTo>
                  <a:pt x="3277" y="10263"/>
                </a:lnTo>
                <a:lnTo>
                  <a:pt x="1230" y="10294"/>
                </a:lnTo>
                <a:cubicBezTo>
                  <a:pt x="568" y="10294"/>
                  <a:pt x="1" y="10862"/>
                  <a:pt x="1" y="11555"/>
                </a:cubicBezTo>
                <a:lnTo>
                  <a:pt x="1" y="12374"/>
                </a:lnTo>
                <a:cubicBezTo>
                  <a:pt x="1" y="12594"/>
                  <a:pt x="222" y="12752"/>
                  <a:pt x="442" y="12752"/>
                </a:cubicBezTo>
                <a:lnTo>
                  <a:pt x="8728" y="12657"/>
                </a:lnTo>
                <a:cubicBezTo>
                  <a:pt x="8948" y="12657"/>
                  <a:pt x="9106" y="12437"/>
                  <a:pt x="9106" y="12216"/>
                </a:cubicBezTo>
                <a:lnTo>
                  <a:pt x="9106" y="11397"/>
                </a:lnTo>
                <a:cubicBezTo>
                  <a:pt x="9106" y="10704"/>
                  <a:pt x="8507" y="10168"/>
                  <a:pt x="7846" y="10168"/>
                </a:cubicBezTo>
                <a:lnTo>
                  <a:pt x="5798" y="10200"/>
                </a:lnTo>
                <a:lnTo>
                  <a:pt x="5798" y="10137"/>
                </a:lnTo>
                <a:cubicBezTo>
                  <a:pt x="7153" y="9853"/>
                  <a:pt x="8255" y="8908"/>
                  <a:pt x="8759" y="7680"/>
                </a:cubicBezTo>
                <a:lnTo>
                  <a:pt x="9452" y="7680"/>
                </a:lnTo>
                <a:cubicBezTo>
                  <a:pt x="9704" y="7680"/>
                  <a:pt x="9862" y="7491"/>
                  <a:pt x="9862" y="7270"/>
                </a:cubicBezTo>
                <a:cubicBezTo>
                  <a:pt x="9799" y="6986"/>
                  <a:pt x="9610" y="6797"/>
                  <a:pt x="9389" y="6797"/>
                </a:cubicBezTo>
                <a:lnTo>
                  <a:pt x="6901" y="6829"/>
                </a:lnTo>
                <a:cubicBezTo>
                  <a:pt x="6649" y="6829"/>
                  <a:pt x="6491" y="7018"/>
                  <a:pt x="6491" y="7270"/>
                </a:cubicBezTo>
                <a:cubicBezTo>
                  <a:pt x="6491" y="7491"/>
                  <a:pt x="6712" y="7648"/>
                  <a:pt x="6932" y="7648"/>
                </a:cubicBezTo>
                <a:lnTo>
                  <a:pt x="7751" y="7648"/>
                </a:lnTo>
                <a:cubicBezTo>
                  <a:pt x="7342" y="8436"/>
                  <a:pt x="6586" y="9003"/>
                  <a:pt x="5703" y="9223"/>
                </a:cubicBezTo>
                <a:lnTo>
                  <a:pt x="5703" y="8908"/>
                </a:lnTo>
                <a:cubicBezTo>
                  <a:pt x="5703" y="8341"/>
                  <a:pt x="5357" y="7900"/>
                  <a:pt x="4821" y="7711"/>
                </a:cubicBezTo>
                <a:cubicBezTo>
                  <a:pt x="4709" y="7680"/>
                  <a:pt x="4598" y="7665"/>
                  <a:pt x="4488" y="7665"/>
                </a:cubicBezTo>
                <a:cubicBezTo>
                  <a:pt x="3826" y="7665"/>
                  <a:pt x="3246" y="8205"/>
                  <a:pt x="3246" y="8908"/>
                </a:cubicBezTo>
                <a:cubicBezTo>
                  <a:pt x="1450" y="7932"/>
                  <a:pt x="1041" y="5569"/>
                  <a:pt x="2206" y="4025"/>
                </a:cubicBezTo>
                <a:lnTo>
                  <a:pt x="2206" y="4025"/>
                </a:lnTo>
                <a:lnTo>
                  <a:pt x="5010" y="6734"/>
                </a:lnTo>
                <a:cubicBezTo>
                  <a:pt x="5089" y="6813"/>
                  <a:pt x="5199" y="6853"/>
                  <a:pt x="5310" y="6853"/>
                </a:cubicBezTo>
                <a:cubicBezTo>
                  <a:pt x="5420" y="6853"/>
                  <a:pt x="5530" y="6813"/>
                  <a:pt x="5609" y="6734"/>
                </a:cubicBezTo>
                <a:lnTo>
                  <a:pt x="7216" y="5033"/>
                </a:lnTo>
                <a:cubicBezTo>
                  <a:pt x="7373" y="4876"/>
                  <a:pt x="7373" y="4624"/>
                  <a:pt x="7216" y="4466"/>
                </a:cubicBezTo>
                <a:lnTo>
                  <a:pt x="5955" y="3237"/>
                </a:lnTo>
                <a:lnTo>
                  <a:pt x="2710" y="118"/>
                </a:lnTo>
                <a:cubicBezTo>
                  <a:pt x="2632" y="40"/>
                  <a:pt x="2529" y="0"/>
                  <a:pt x="242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71" name="Google Shape;2071;p44"/>
          <p:cNvGrpSpPr/>
          <p:nvPr/>
        </p:nvGrpSpPr>
        <p:grpSpPr>
          <a:xfrm>
            <a:off x="1582769" y="1555008"/>
            <a:ext cx="292883" cy="286376"/>
            <a:chOff x="-42430625" y="1949750"/>
            <a:chExt cx="322950" cy="315775"/>
          </a:xfrm>
        </p:grpSpPr>
        <p:sp>
          <p:nvSpPr>
            <p:cNvPr id="2072" name="Google Shape;2072;p44"/>
            <p:cNvSpPr/>
            <p:nvPr/>
          </p:nvSpPr>
          <p:spPr>
            <a:xfrm>
              <a:off x="-42353450" y="2065525"/>
              <a:ext cx="40975" cy="41000"/>
            </a:xfrm>
            <a:custGeom>
              <a:rect b="b" l="l" r="r" t="t"/>
              <a:pathLst>
                <a:path extrusionOk="0" h="1640" w="1639">
                  <a:moveTo>
                    <a:pt x="820" y="1"/>
                  </a:moveTo>
                  <a:cubicBezTo>
                    <a:pt x="379" y="1"/>
                    <a:pt x="1" y="379"/>
                    <a:pt x="1" y="820"/>
                  </a:cubicBezTo>
                  <a:cubicBezTo>
                    <a:pt x="1" y="1293"/>
                    <a:pt x="379" y="1639"/>
                    <a:pt x="820" y="1639"/>
                  </a:cubicBezTo>
                  <a:cubicBezTo>
                    <a:pt x="1261" y="1639"/>
                    <a:pt x="1639" y="1293"/>
                    <a:pt x="1639" y="820"/>
                  </a:cubicBezTo>
                  <a:cubicBezTo>
                    <a:pt x="1639" y="379"/>
                    <a:pt x="1261" y="1"/>
                    <a:pt x="8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3" name="Google Shape;2073;p44"/>
            <p:cNvSpPr/>
            <p:nvPr/>
          </p:nvSpPr>
          <p:spPr>
            <a:xfrm>
              <a:off x="-42289650" y="2065525"/>
              <a:ext cx="40975" cy="41000"/>
            </a:xfrm>
            <a:custGeom>
              <a:rect b="b" l="l" r="r" t="t"/>
              <a:pathLst>
                <a:path extrusionOk="0" h="1640" w="1639">
                  <a:moveTo>
                    <a:pt x="820" y="1"/>
                  </a:moveTo>
                  <a:cubicBezTo>
                    <a:pt x="379" y="1"/>
                    <a:pt x="1" y="379"/>
                    <a:pt x="1" y="820"/>
                  </a:cubicBezTo>
                  <a:cubicBezTo>
                    <a:pt x="1" y="1293"/>
                    <a:pt x="379" y="1639"/>
                    <a:pt x="820" y="1639"/>
                  </a:cubicBezTo>
                  <a:cubicBezTo>
                    <a:pt x="1292" y="1639"/>
                    <a:pt x="1639" y="1293"/>
                    <a:pt x="1639" y="820"/>
                  </a:cubicBezTo>
                  <a:cubicBezTo>
                    <a:pt x="1639" y="379"/>
                    <a:pt x="1292" y="1"/>
                    <a:pt x="8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4" name="Google Shape;2074;p44"/>
            <p:cNvSpPr/>
            <p:nvPr/>
          </p:nvSpPr>
          <p:spPr>
            <a:xfrm>
              <a:off x="-42226625" y="2065525"/>
              <a:ext cx="40975" cy="41000"/>
            </a:xfrm>
            <a:custGeom>
              <a:rect b="b" l="l" r="r" t="t"/>
              <a:pathLst>
                <a:path extrusionOk="0" h="1640" w="1639">
                  <a:moveTo>
                    <a:pt x="819" y="1"/>
                  </a:moveTo>
                  <a:cubicBezTo>
                    <a:pt x="378" y="1"/>
                    <a:pt x="0" y="379"/>
                    <a:pt x="0" y="820"/>
                  </a:cubicBezTo>
                  <a:cubicBezTo>
                    <a:pt x="0" y="1293"/>
                    <a:pt x="378" y="1639"/>
                    <a:pt x="819" y="1639"/>
                  </a:cubicBezTo>
                  <a:cubicBezTo>
                    <a:pt x="1292" y="1639"/>
                    <a:pt x="1638" y="1293"/>
                    <a:pt x="1638" y="820"/>
                  </a:cubicBezTo>
                  <a:cubicBezTo>
                    <a:pt x="1638" y="379"/>
                    <a:pt x="1292" y="1"/>
                    <a:pt x="81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5" name="Google Shape;2075;p44"/>
            <p:cNvSpPr/>
            <p:nvPr/>
          </p:nvSpPr>
          <p:spPr>
            <a:xfrm>
              <a:off x="-42430625" y="1949750"/>
              <a:ext cx="322950" cy="315775"/>
            </a:xfrm>
            <a:custGeom>
              <a:rect b="b" l="l" r="r" t="t"/>
              <a:pathLst>
                <a:path extrusionOk="0" h="12631" w="12918">
                  <a:moveTo>
                    <a:pt x="6427" y="757"/>
                  </a:moveTo>
                  <a:cubicBezTo>
                    <a:pt x="8790" y="757"/>
                    <a:pt x="10712" y="2017"/>
                    <a:pt x="11500" y="3655"/>
                  </a:cubicBezTo>
                  <a:cubicBezTo>
                    <a:pt x="12098" y="4821"/>
                    <a:pt x="12098" y="6081"/>
                    <a:pt x="11500" y="7215"/>
                  </a:cubicBezTo>
                  <a:cubicBezTo>
                    <a:pt x="10679" y="8857"/>
                    <a:pt x="8789" y="10067"/>
                    <a:pt x="6472" y="10067"/>
                  </a:cubicBezTo>
                  <a:cubicBezTo>
                    <a:pt x="6210" y="10067"/>
                    <a:pt x="5943" y="10051"/>
                    <a:pt x="5671" y="10019"/>
                  </a:cubicBezTo>
                  <a:cubicBezTo>
                    <a:pt x="5545" y="10019"/>
                    <a:pt x="5451" y="10051"/>
                    <a:pt x="5325" y="10145"/>
                  </a:cubicBezTo>
                  <a:lnTo>
                    <a:pt x="4285" y="11153"/>
                  </a:lnTo>
                  <a:lnTo>
                    <a:pt x="4285" y="9988"/>
                  </a:lnTo>
                  <a:cubicBezTo>
                    <a:pt x="4285" y="9830"/>
                    <a:pt x="4190" y="9673"/>
                    <a:pt x="4033" y="9578"/>
                  </a:cubicBezTo>
                  <a:cubicBezTo>
                    <a:pt x="3088" y="9200"/>
                    <a:pt x="2300" y="8602"/>
                    <a:pt x="1796" y="7908"/>
                  </a:cubicBezTo>
                  <a:cubicBezTo>
                    <a:pt x="0" y="5577"/>
                    <a:pt x="1071" y="2458"/>
                    <a:pt x="4033" y="1229"/>
                  </a:cubicBezTo>
                  <a:cubicBezTo>
                    <a:pt x="4726" y="914"/>
                    <a:pt x="5545" y="757"/>
                    <a:pt x="6427" y="757"/>
                  </a:cubicBezTo>
                  <a:close/>
                  <a:moveTo>
                    <a:pt x="6427" y="1"/>
                  </a:moveTo>
                  <a:cubicBezTo>
                    <a:pt x="2962" y="1"/>
                    <a:pt x="126" y="2427"/>
                    <a:pt x="126" y="5451"/>
                  </a:cubicBezTo>
                  <a:cubicBezTo>
                    <a:pt x="126" y="7593"/>
                    <a:pt x="1544" y="9389"/>
                    <a:pt x="3497" y="10303"/>
                  </a:cubicBezTo>
                  <a:lnTo>
                    <a:pt x="3497" y="12193"/>
                  </a:lnTo>
                  <a:cubicBezTo>
                    <a:pt x="3497" y="12319"/>
                    <a:pt x="3560" y="12477"/>
                    <a:pt x="3655" y="12540"/>
                  </a:cubicBezTo>
                  <a:cubicBezTo>
                    <a:pt x="3729" y="12599"/>
                    <a:pt x="3825" y="12631"/>
                    <a:pt x="3921" y="12631"/>
                  </a:cubicBezTo>
                  <a:cubicBezTo>
                    <a:pt x="4029" y="12631"/>
                    <a:pt x="4139" y="12591"/>
                    <a:pt x="4222" y="12508"/>
                  </a:cubicBezTo>
                  <a:lnTo>
                    <a:pt x="5829" y="10901"/>
                  </a:lnTo>
                  <a:cubicBezTo>
                    <a:pt x="6063" y="10925"/>
                    <a:pt x="6295" y="10936"/>
                    <a:pt x="6524" y="10936"/>
                  </a:cubicBezTo>
                  <a:cubicBezTo>
                    <a:pt x="9075" y="10936"/>
                    <a:pt x="11304" y="9530"/>
                    <a:pt x="12287" y="7593"/>
                  </a:cubicBezTo>
                  <a:cubicBezTo>
                    <a:pt x="12917" y="6239"/>
                    <a:pt x="12917" y="4663"/>
                    <a:pt x="12256" y="3309"/>
                  </a:cubicBezTo>
                  <a:cubicBezTo>
                    <a:pt x="11311" y="1324"/>
                    <a:pt x="9074" y="1"/>
                    <a:pt x="642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76" name="Google Shape;2076;p44"/>
          <p:cNvSpPr/>
          <p:nvPr/>
        </p:nvSpPr>
        <p:spPr>
          <a:xfrm>
            <a:off x="1604195" y="1995881"/>
            <a:ext cx="250032" cy="287170"/>
          </a:xfrm>
          <a:custGeom>
            <a:rect b="b" l="l" r="r" t="t"/>
            <a:pathLst>
              <a:path extrusionOk="0" h="12666" w="11028">
                <a:moveTo>
                  <a:pt x="8538" y="820"/>
                </a:moveTo>
                <a:lnTo>
                  <a:pt x="8538" y="2710"/>
                </a:lnTo>
                <a:lnTo>
                  <a:pt x="8412" y="2584"/>
                </a:lnTo>
                <a:cubicBezTo>
                  <a:pt x="8333" y="2505"/>
                  <a:pt x="8223" y="2466"/>
                  <a:pt x="8113" y="2466"/>
                </a:cubicBezTo>
                <a:cubicBezTo>
                  <a:pt x="8003" y="2466"/>
                  <a:pt x="7892" y="2505"/>
                  <a:pt x="7814" y="2584"/>
                </a:cubicBezTo>
                <a:lnTo>
                  <a:pt x="7719" y="2710"/>
                </a:lnTo>
                <a:lnTo>
                  <a:pt x="7719" y="820"/>
                </a:lnTo>
                <a:close/>
                <a:moveTo>
                  <a:pt x="10177" y="820"/>
                </a:moveTo>
                <a:lnTo>
                  <a:pt x="10177" y="9357"/>
                </a:lnTo>
                <a:lnTo>
                  <a:pt x="2458" y="9357"/>
                </a:lnTo>
                <a:lnTo>
                  <a:pt x="2458" y="820"/>
                </a:lnTo>
                <a:lnTo>
                  <a:pt x="6869" y="820"/>
                </a:lnTo>
                <a:lnTo>
                  <a:pt x="6869" y="3687"/>
                </a:lnTo>
                <a:cubicBezTo>
                  <a:pt x="6869" y="3813"/>
                  <a:pt x="6932" y="3970"/>
                  <a:pt x="7026" y="4033"/>
                </a:cubicBezTo>
                <a:cubicBezTo>
                  <a:pt x="7100" y="4093"/>
                  <a:pt x="7196" y="4124"/>
                  <a:pt x="7292" y="4124"/>
                </a:cubicBezTo>
                <a:cubicBezTo>
                  <a:pt x="7400" y="4124"/>
                  <a:pt x="7510" y="4085"/>
                  <a:pt x="7593" y="4002"/>
                </a:cubicBezTo>
                <a:lnTo>
                  <a:pt x="8129" y="3466"/>
                </a:lnTo>
                <a:lnTo>
                  <a:pt x="8664" y="3970"/>
                </a:lnTo>
                <a:cubicBezTo>
                  <a:pt x="8719" y="4024"/>
                  <a:pt x="8844" y="4102"/>
                  <a:pt x="8958" y="4102"/>
                </a:cubicBezTo>
                <a:cubicBezTo>
                  <a:pt x="8976" y="4102"/>
                  <a:pt x="8994" y="4100"/>
                  <a:pt x="9011" y="4096"/>
                </a:cubicBezTo>
                <a:cubicBezTo>
                  <a:pt x="9200" y="4033"/>
                  <a:pt x="9357" y="3876"/>
                  <a:pt x="9357" y="3687"/>
                </a:cubicBezTo>
                <a:lnTo>
                  <a:pt x="9357" y="820"/>
                </a:lnTo>
                <a:close/>
                <a:moveTo>
                  <a:pt x="1639" y="851"/>
                </a:moveTo>
                <a:lnTo>
                  <a:pt x="1639" y="9326"/>
                </a:lnTo>
                <a:cubicBezTo>
                  <a:pt x="1355" y="9326"/>
                  <a:pt x="1103" y="9389"/>
                  <a:pt x="820" y="9546"/>
                </a:cubicBezTo>
                <a:lnTo>
                  <a:pt x="820" y="2017"/>
                </a:lnTo>
                <a:cubicBezTo>
                  <a:pt x="820" y="1481"/>
                  <a:pt x="1166" y="1040"/>
                  <a:pt x="1639" y="851"/>
                </a:cubicBezTo>
                <a:close/>
                <a:moveTo>
                  <a:pt x="10145" y="10177"/>
                </a:moveTo>
                <a:lnTo>
                  <a:pt x="10145" y="11846"/>
                </a:lnTo>
                <a:lnTo>
                  <a:pt x="1639" y="11846"/>
                </a:lnTo>
                <a:cubicBezTo>
                  <a:pt x="1166" y="11846"/>
                  <a:pt x="820" y="11500"/>
                  <a:pt x="820" y="11027"/>
                </a:cubicBezTo>
                <a:cubicBezTo>
                  <a:pt x="820" y="10555"/>
                  <a:pt x="1166" y="10177"/>
                  <a:pt x="1639" y="10177"/>
                </a:cubicBezTo>
                <a:close/>
                <a:moveTo>
                  <a:pt x="1985" y="0"/>
                </a:moveTo>
                <a:cubicBezTo>
                  <a:pt x="851" y="32"/>
                  <a:pt x="0" y="946"/>
                  <a:pt x="0" y="2017"/>
                </a:cubicBezTo>
                <a:lnTo>
                  <a:pt x="0" y="11027"/>
                </a:lnTo>
                <a:cubicBezTo>
                  <a:pt x="0" y="11909"/>
                  <a:pt x="725" y="12665"/>
                  <a:pt x="1639" y="12665"/>
                </a:cubicBezTo>
                <a:lnTo>
                  <a:pt x="10618" y="12665"/>
                </a:lnTo>
                <a:cubicBezTo>
                  <a:pt x="10870" y="12665"/>
                  <a:pt x="11027" y="12476"/>
                  <a:pt x="11027" y="12224"/>
                </a:cubicBezTo>
                <a:lnTo>
                  <a:pt x="11027" y="379"/>
                </a:lnTo>
                <a:cubicBezTo>
                  <a:pt x="11027" y="189"/>
                  <a:pt x="10807" y="0"/>
                  <a:pt x="105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7" name="Google Shape;2077;p44"/>
          <p:cNvSpPr/>
          <p:nvPr/>
        </p:nvSpPr>
        <p:spPr>
          <a:xfrm>
            <a:off x="1586692" y="2431610"/>
            <a:ext cx="285039" cy="287034"/>
          </a:xfrm>
          <a:custGeom>
            <a:rect b="b" l="l" r="r" t="t"/>
            <a:pathLst>
              <a:path extrusionOk="0" h="12660" w="12572">
                <a:moveTo>
                  <a:pt x="2773" y="840"/>
                </a:moveTo>
                <a:cubicBezTo>
                  <a:pt x="3025" y="840"/>
                  <a:pt x="3183" y="1061"/>
                  <a:pt x="3183" y="1250"/>
                </a:cubicBezTo>
                <a:lnTo>
                  <a:pt x="3183" y="2888"/>
                </a:lnTo>
                <a:cubicBezTo>
                  <a:pt x="3183" y="3140"/>
                  <a:pt x="2962" y="3298"/>
                  <a:pt x="2773" y="3298"/>
                </a:cubicBezTo>
                <a:cubicBezTo>
                  <a:pt x="2553" y="3298"/>
                  <a:pt x="2395" y="3109"/>
                  <a:pt x="2332" y="2888"/>
                </a:cubicBezTo>
                <a:lnTo>
                  <a:pt x="2332" y="1250"/>
                </a:lnTo>
                <a:cubicBezTo>
                  <a:pt x="2332" y="998"/>
                  <a:pt x="2553" y="840"/>
                  <a:pt x="2773" y="840"/>
                </a:cubicBezTo>
                <a:close/>
                <a:moveTo>
                  <a:pt x="9673" y="840"/>
                </a:moveTo>
                <a:cubicBezTo>
                  <a:pt x="9925" y="840"/>
                  <a:pt x="10082" y="1061"/>
                  <a:pt x="10082" y="1250"/>
                </a:cubicBezTo>
                <a:lnTo>
                  <a:pt x="10082" y="2888"/>
                </a:lnTo>
                <a:cubicBezTo>
                  <a:pt x="10082" y="3140"/>
                  <a:pt x="9862" y="3298"/>
                  <a:pt x="9673" y="3298"/>
                </a:cubicBezTo>
                <a:cubicBezTo>
                  <a:pt x="9452" y="3298"/>
                  <a:pt x="9295" y="3109"/>
                  <a:pt x="9232" y="2888"/>
                </a:cubicBezTo>
                <a:lnTo>
                  <a:pt x="9232" y="1250"/>
                </a:lnTo>
                <a:cubicBezTo>
                  <a:pt x="9232" y="998"/>
                  <a:pt x="9452" y="840"/>
                  <a:pt x="9673" y="840"/>
                </a:cubicBezTo>
                <a:close/>
                <a:moveTo>
                  <a:pt x="11374" y="2479"/>
                </a:moveTo>
                <a:cubicBezTo>
                  <a:pt x="11469" y="2479"/>
                  <a:pt x="11595" y="2542"/>
                  <a:pt x="11689" y="2668"/>
                </a:cubicBezTo>
                <a:cubicBezTo>
                  <a:pt x="11752" y="2794"/>
                  <a:pt x="11721" y="2857"/>
                  <a:pt x="11721" y="2983"/>
                </a:cubicBezTo>
                <a:lnTo>
                  <a:pt x="11721" y="4936"/>
                </a:lnTo>
                <a:lnTo>
                  <a:pt x="694" y="4936"/>
                </a:lnTo>
                <a:lnTo>
                  <a:pt x="694" y="2983"/>
                </a:lnTo>
                <a:cubicBezTo>
                  <a:pt x="694" y="2857"/>
                  <a:pt x="694" y="2794"/>
                  <a:pt x="725" y="2668"/>
                </a:cubicBezTo>
                <a:cubicBezTo>
                  <a:pt x="820" y="2542"/>
                  <a:pt x="946" y="2479"/>
                  <a:pt x="1040" y="2479"/>
                </a:cubicBezTo>
                <a:lnTo>
                  <a:pt x="1513" y="2479"/>
                </a:lnTo>
                <a:lnTo>
                  <a:pt x="1513" y="2888"/>
                </a:lnTo>
                <a:cubicBezTo>
                  <a:pt x="1513" y="3614"/>
                  <a:pt x="2132" y="4133"/>
                  <a:pt x="2803" y="4133"/>
                </a:cubicBezTo>
                <a:cubicBezTo>
                  <a:pt x="2919" y="4133"/>
                  <a:pt x="3036" y="4118"/>
                  <a:pt x="3151" y="4085"/>
                </a:cubicBezTo>
                <a:cubicBezTo>
                  <a:pt x="3655" y="3928"/>
                  <a:pt x="4002" y="3455"/>
                  <a:pt x="4002" y="2888"/>
                </a:cubicBezTo>
                <a:lnTo>
                  <a:pt x="4002" y="2479"/>
                </a:lnTo>
                <a:lnTo>
                  <a:pt x="8413" y="2479"/>
                </a:lnTo>
                <a:lnTo>
                  <a:pt x="8413" y="2888"/>
                </a:lnTo>
                <a:cubicBezTo>
                  <a:pt x="8413" y="3455"/>
                  <a:pt x="8759" y="3928"/>
                  <a:pt x="9263" y="4085"/>
                </a:cubicBezTo>
                <a:cubicBezTo>
                  <a:pt x="9379" y="4118"/>
                  <a:pt x="9496" y="4133"/>
                  <a:pt x="9612" y="4133"/>
                </a:cubicBezTo>
                <a:cubicBezTo>
                  <a:pt x="10282" y="4133"/>
                  <a:pt x="10902" y="3614"/>
                  <a:pt x="10902" y="2888"/>
                </a:cubicBezTo>
                <a:lnTo>
                  <a:pt x="10902" y="2479"/>
                </a:lnTo>
                <a:close/>
                <a:moveTo>
                  <a:pt x="11721" y="5787"/>
                </a:moveTo>
                <a:lnTo>
                  <a:pt x="11721" y="11457"/>
                </a:lnTo>
                <a:cubicBezTo>
                  <a:pt x="11721" y="11678"/>
                  <a:pt x="11532" y="11835"/>
                  <a:pt x="11280" y="11867"/>
                </a:cubicBezTo>
                <a:lnTo>
                  <a:pt x="1072" y="11867"/>
                </a:lnTo>
                <a:cubicBezTo>
                  <a:pt x="851" y="11867"/>
                  <a:pt x="694" y="11678"/>
                  <a:pt x="694" y="11457"/>
                </a:cubicBezTo>
                <a:lnTo>
                  <a:pt x="694" y="5787"/>
                </a:lnTo>
                <a:close/>
                <a:moveTo>
                  <a:pt x="2825" y="1"/>
                </a:moveTo>
                <a:cubicBezTo>
                  <a:pt x="2180" y="1"/>
                  <a:pt x="1608" y="526"/>
                  <a:pt x="1608" y="1250"/>
                </a:cubicBezTo>
                <a:lnTo>
                  <a:pt x="1608" y="1691"/>
                </a:lnTo>
                <a:lnTo>
                  <a:pt x="1135" y="1691"/>
                </a:lnTo>
                <a:cubicBezTo>
                  <a:pt x="851" y="1691"/>
                  <a:pt x="568" y="1785"/>
                  <a:pt x="379" y="2006"/>
                </a:cubicBezTo>
                <a:cubicBezTo>
                  <a:pt x="158" y="2227"/>
                  <a:pt x="1" y="2542"/>
                  <a:pt x="1" y="2888"/>
                </a:cubicBezTo>
                <a:lnTo>
                  <a:pt x="1" y="11457"/>
                </a:lnTo>
                <a:cubicBezTo>
                  <a:pt x="1" y="12087"/>
                  <a:pt x="486" y="12659"/>
                  <a:pt x="1102" y="12659"/>
                </a:cubicBezTo>
                <a:cubicBezTo>
                  <a:pt x="1134" y="12659"/>
                  <a:pt x="1166" y="12658"/>
                  <a:pt x="1198" y="12655"/>
                </a:cubicBezTo>
                <a:lnTo>
                  <a:pt x="11311" y="12655"/>
                </a:lnTo>
                <a:cubicBezTo>
                  <a:pt x="12004" y="12655"/>
                  <a:pt x="12571" y="12119"/>
                  <a:pt x="12571" y="11457"/>
                </a:cubicBezTo>
                <a:lnTo>
                  <a:pt x="12571" y="2888"/>
                </a:lnTo>
                <a:cubicBezTo>
                  <a:pt x="12571" y="2542"/>
                  <a:pt x="12414" y="2227"/>
                  <a:pt x="12193" y="2006"/>
                </a:cubicBezTo>
                <a:cubicBezTo>
                  <a:pt x="12004" y="1785"/>
                  <a:pt x="11721" y="1691"/>
                  <a:pt x="11437" y="1691"/>
                </a:cubicBezTo>
                <a:lnTo>
                  <a:pt x="10965" y="1691"/>
                </a:lnTo>
                <a:lnTo>
                  <a:pt x="10965" y="1250"/>
                </a:lnTo>
                <a:cubicBezTo>
                  <a:pt x="10965" y="526"/>
                  <a:pt x="10392" y="1"/>
                  <a:pt x="9747" y="1"/>
                </a:cubicBezTo>
                <a:cubicBezTo>
                  <a:pt x="9577" y="1"/>
                  <a:pt x="9402" y="37"/>
                  <a:pt x="9232" y="116"/>
                </a:cubicBezTo>
                <a:cubicBezTo>
                  <a:pt x="8759" y="305"/>
                  <a:pt x="8507" y="746"/>
                  <a:pt x="8507" y="1250"/>
                </a:cubicBezTo>
                <a:lnTo>
                  <a:pt x="8507" y="1691"/>
                </a:lnTo>
                <a:lnTo>
                  <a:pt x="4096" y="1691"/>
                </a:lnTo>
                <a:lnTo>
                  <a:pt x="4096" y="1250"/>
                </a:lnTo>
                <a:cubicBezTo>
                  <a:pt x="4096" y="746"/>
                  <a:pt x="3781" y="305"/>
                  <a:pt x="3340" y="116"/>
                </a:cubicBezTo>
                <a:cubicBezTo>
                  <a:pt x="3170" y="37"/>
                  <a:pt x="2995" y="1"/>
                  <a:pt x="282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8" name="Google Shape;2078;p44"/>
          <p:cNvSpPr/>
          <p:nvPr/>
        </p:nvSpPr>
        <p:spPr>
          <a:xfrm>
            <a:off x="3770874" y="1567115"/>
            <a:ext cx="287895" cy="262162"/>
          </a:xfrm>
          <a:custGeom>
            <a:rect b="b" l="l" r="r" t="t"/>
            <a:pathLst>
              <a:path extrusionOk="0" h="11563" w="12698">
                <a:moveTo>
                  <a:pt x="2490" y="820"/>
                </a:moveTo>
                <a:cubicBezTo>
                  <a:pt x="3529" y="914"/>
                  <a:pt x="4600" y="1292"/>
                  <a:pt x="5483" y="2017"/>
                </a:cubicBezTo>
                <a:lnTo>
                  <a:pt x="5798" y="2237"/>
                </a:lnTo>
                <a:lnTo>
                  <a:pt x="5798" y="10334"/>
                </a:lnTo>
                <a:lnTo>
                  <a:pt x="5766" y="10334"/>
                </a:lnTo>
                <a:cubicBezTo>
                  <a:pt x="4789" y="9609"/>
                  <a:pt x="3655" y="9168"/>
                  <a:pt x="2490" y="9105"/>
                </a:cubicBezTo>
                <a:lnTo>
                  <a:pt x="2490" y="820"/>
                </a:lnTo>
                <a:close/>
                <a:moveTo>
                  <a:pt x="9925" y="883"/>
                </a:moveTo>
                <a:lnTo>
                  <a:pt x="9925" y="9137"/>
                </a:lnTo>
                <a:cubicBezTo>
                  <a:pt x="8728" y="9200"/>
                  <a:pt x="7593" y="9609"/>
                  <a:pt x="6617" y="10334"/>
                </a:cubicBezTo>
                <a:lnTo>
                  <a:pt x="6617" y="2300"/>
                </a:lnTo>
                <a:lnTo>
                  <a:pt x="6932" y="2048"/>
                </a:lnTo>
                <a:cubicBezTo>
                  <a:pt x="7782" y="1355"/>
                  <a:pt x="8854" y="946"/>
                  <a:pt x="9925" y="883"/>
                </a:cubicBezTo>
                <a:close/>
                <a:moveTo>
                  <a:pt x="1702" y="2458"/>
                </a:moveTo>
                <a:lnTo>
                  <a:pt x="1702" y="9483"/>
                </a:lnTo>
                <a:cubicBezTo>
                  <a:pt x="1702" y="9735"/>
                  <a:pt x="1891" y="9924"/>
                  <a:pt x="2080" y="9924"/>
                </a:cubicBezTo>
                <a:cubicBezTo>
                  <a:pt x="3057" y="9924"/>
                  <a:pt x="4096" y="10208"/>
                  <a:pt x="4978" y="10744"/>
                </a:cubicBezTo>
                <a:lnTo>
                  <a:pt x="1261" y="10744"/>
                </a:lnTo>
                <a:cubicBezTo>
                  <a:pt x="1009" y="10744"/>
                  <a:pt x="851" y="10555"/>
                  <a:pt x="851" y="10334"/>
                </a:cubicBezTo>
                <a:lnTo>
                  <a:pt x="851" y="2867"/>
                </a:lnTo>
                <a:cubicBezTo>
                  <a:pt x="851" y="2647"/>
                  <a:pt x="1040" y="2489"/>
                  <a:pt x="1261" y="2458"/>
                </a:cubicBezTo>
                <a:close/>
                <a:moveTo>
                  <a:pt x="11406" y="2458"/>
                </a:moveTo>
                <a:cubicBezTo>
                  <a:pt x="11658" y="2458"/>
                  <a:pt x="11815" y="2647"/>
                  <a:pt x="11847" y="2867"/>
                </a:cubicBezTo>
                <a:lnTo>
                  <a:pt x="11847" y="10334"/>
                </a:lnTo>
                <a:cubicBezTo>
                  <a:pt x="11847" y="10555"/>
                  <a:pt x="11658" y="10712"/>
                  <a:pt x="11406" y="10744"/>
                </a:cubicBezTo>
                <a:lnTo>
                  <a:pt x="7436" y="10744"/>
                </a:lnTo>
                <a:cubicBezTo>
                  <a:pt x="8255" y="10239"/>
                  <a:pt x="9295" y="9924"/>
                  <a:pt x="10303" y="9924"/>
                </a:cubicBezTo>
                <a:cubicBezTo>
                  <a:pt x="10555" y="9924"/>
                  <a:pt x="10712" y="9735"/>
                  <a:pt x="10712" y="9483"/>
                </a:cubicBezTo>
                <a:lnTo>
                  <a:pt x="10712" y="2458"/>
                </a:lnTo>
                <a:close/>
                <a:moveTo>
                  <a:pt x="2080" y="0"/>
                </a:moveTo>
                <a:cubicBezTo>
                  <a:pt x="1828" y="0"/>
                  <a:pt x="1670" y="189"/>
                  <a:pt x="1670" y="410"/>
                </a:cubicBezTo>
                <a:lnTo>
                  <a:pt x="1670" y="1670"/>
                </a:lnTo>
                <a:lnTo>
                  <a:pt x="1261" y="1670"/>
                </a:lnTo>
                <a:cubicBezTo>
                  <a:pt x="568" y="1670"/>
                  <a:pt x="1" y="2206"/>
                  <a:pt x="32" y="2930"/>
                </a:cubicBezTo>
                <a:lnTo>
                  <a:pt x="32" y="10334"/>
                </a:lnTo>
                <a:cubicBezTo>
                  <a:pt x="32" y="10996"/>
                  <a:pt x="568" y="11563"/>
                  <a:pt x="1261" y="11563"/>
                </a:cubicBezTo>
                <a:lnTo>
                  <a:pt x="11437" y="11563"/>
                </a:lnTo>
                <a:cubicBezTo>
                  <a:pt x="12130" y="11563"/>
                  <a:pt x="12697" y="11027"/>
                  <a:pt x="12697" y="10334"/>
                </a:cubicBezTo>
                <a:lnTo>
                  <a:pt x="12697" y="2867"/>
                </a:lnTo>
                <a:cubicBezTo>
                  <a:pt x="12666" y="2206"/>
                  <a:pt x="12130" y="1670"/>
                  <a:pt x="11437" y="1670"/>
                </a:cubicBezTo>
                <a:lnTo>
                  <a:pt x="10744" y="1670"/>
                </a:lnTo>
                <a:lnTo>
                  <a:pt x="10744" y="410"/>
                </a:lnTo>
                <a:cubicBezTo>
                  <a:pt x="10744" y="158"/>
                  <a:pt x="10555" y="0"/>
                  <a:pt x="10334" y="0"/>
                </a:cubicBezTo>
                <a:cubicBezTo>
                  <a:pt x="8980" y="0"/>
                  <a:pt x="7562" y="473"/>
                  <a:pt x="6396" y="1387"/>
                </a:cubicBezTo>
                <a:lnTo>
                  <a:pt x="6207" y="1544"/>
                </a:lnTo>
                <a:lnTo>
                  <a:pt x="6018" y="1387"/>
                </a:lnTo>
                <a:cubicBezTo>
                  <a:pt x="4915" y="473"/>
                  <a:pt x="3498" y="0"/>
                  <a:pt x="208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9" name="Google Shape;2079;p44"/>
          <p:cNvSpPr/>
          <p:nvPr/>
        </p:nvSpPr>
        <p:spPr>
          <a:xfrm>
            <a:off x="3768731" y="1995518"/>
            <a:ext cx="292181" cy="287895"/>
          </a:xfrm>
          <a:custGeom>
            <a:rect b="b" l="l" r="r" t="t"/>
            <a:pathLst>
              <a:path extrusionOk="0" h="12698" w="12887">
                <a:moveTo>
                  <a:pt x="7814" y="3309"/>
                </a:moveTo>
                <a:cubicBezTo>
                  <a:pt x="7782" y="3592"/>
                  <a:pt x="7782" y="3907"/>
                  <a:pt x="7814" y="4159"/>
                </a:cubicBezTo>
                <a:lnTo>
                  <a:pt x="4947" y="4159"/>
                </a:lnTo>
                <a:cubicBezTo>
                  <a:pt x="4978" y="3876"/>
                  <a:pt x="4978" y="3592"/>
                  <a:pt x="4947" y="3309"/>
                </a:cubicBezTo>
                <a:close/>
                <a:moveTo>
                  <a:pt x="9830" y="788"/>
                </a:moveTo>
                <a:cubicBezTo>
                  <a:pt x="10082" y="788"/>
                  <a:pt x="10366" y="820"/>
                  <a:pt x="10618" y="946"/>
                </a:cubicBezTo>
                <a:cubicBezTo>
                  <a:pt x="11721" y="1481"/>
                  <a:pt x="12193" y="2678"/>
                  <a:pt x="11752" y="3718"/>
                </a:cubicBezTo>
                <a:cubicBezTo>
                  <a:pt x="11500" y="4254"/>
                  <a:pt x="11027" y="4695"/>
                  <a:pt x="10460" y="4884"/>
                </a:cubicBezTo>
                <a:cubicBezTo>
                  <a:pt x="10261" y="4950"/>
                  <a:pt x="10035" y="4990"/>
                  <a:pt x="9816" y="4990"/>
                </a:cubicBezTo>
                <a:cubicBezTo>
                  <a:pt x="9619" y="4990"/>
                  <a:pt x="9427" y="4958"/>
                  <a:pt x="9263" y="4884"/>
                </a:cubicBezTo>
                <a:cubicBezTo>
                  <a:pt x="9074" y="4821"/>
                  <a:pt x="8885" y="4663"/>
                  <a:pt x="8791" y="4474"/>
                </a:cubicBezTo>
                <a:cubicBezTo>
                  <a:pt x="8791" y="4411"/>
                  <a:pt x="8759" y="4380"/>
                  <a:pt x="8728" y="4348"/>
                </a:cubicBezTo>
                <a:cubicBezTo>
                  <a:pt x="8570" y="3970"/>
                  <a:pt x="8570" y="3561"/>
                  <a:pt x="8728" y="3183"/>
                </a:cubicBezTo>
                <a:cubicBezTo>
                  <a:pt x="8759" y="3151"/>
                  <a:pt x="8759" y="3120"/>
                  <a:pt x="8791" y="3088"/>
                </a:cubicBezTo>
                <a:cubicBezTo>
                  <a:pt x="8980" y="2710"/>
                  <a:pt x="9358" y="2521"/>
                  <a:pt x="9830" y="2521"/>
                </a:cubicBezTo>
                <a:cubicBezTo>
                  <a:pt x="9956" y="2521"/>
                  <a:pt x="10019" y="2552"/>
                  <a:pt x="10082" y="2615"/>
                </a:cubicBezTo>
                <a:cubicBezTo>
                  <a:pt x="10240" y="2773"/>
                  <a:pt x="10240" y="3025"/>
                  <a:pt x="10145" y="3183"/>
                </a:cubicBezTo>
                <a:cubicBezTo>
                  <a:pt x="10051" y="3309"/>
                  <a:pt x="9956" y="3340"/>
                  <a:pt x="9830" y="3340"/>
                </a:cubicBezTo>
                <a:cubicBezTo>
                  <a:pt x="9578" y="3340"/>
                  <a:pt x="9389" y="3561"/>
                  <a:pt x="9389" y="3781"/>
                </a:cubicBezTo>
                <a:cubicBezTo>
                  <a:pt x="9389" y="4033"/>
                  <a:pt x="9578" y="4222"/>
                  <a:pt x="9830" y="4222"/>
                </a:cubicBezTo>
                <a:cubicBezTo>
                  <a:pt x="10555" y="4222"/>
                  <a:pt x="11059" y="3655"/>
                  <a:pt x="11059" y="2962"/>
                </a:cubicBezTo>
                <a:cubicBezTo>
                  <a:pt x="11059" y="2395"/>
                  <a:pt x="10681" y="1891"/>
                  <a:pt x="10114" y="1733"/>
                </a:cubicBezTo>
                <a:cubicBezTo>
                  <a:pt x="10034" y="1721"/>
                  <a:pt x="9933" y="1712"/>
                  <a:pt x="9817" y="1712"/>
                </a:cubicBezTo>
                <a:cubicBezTo>
                  <a:pt x="9339" y="1712"/>
                  <a:pt x="8611" y="1861"/>
                  <a:pt x="8129" y="2521"/>
                </a:cubicBezTo>
                <a:lnTo>
                  <a:pt x="4600" y="2521"/>
                </a:lnTo>
                <a:cubicBezTo>
                  <a:pt x="4191" y="1985"/>
                  <a:pt x="3592" y="1702"/>
                  <a:pt x="2931" y="1702"/>
                </a:cubicBezTo>
                <a:cubicBezTo>
                  <a:pt x="2395" y="1702"/>
                  <a:pt x="1986" y="1985"/>
                  <a:pt x="1796" y="2458"/>
                </a:cubicBezTo>
                <a:cubicBezTo>
                  <a:pt x="1481" y="3246"/>
                  <a:pt x="1954" y="4191"/>
                  <a:pt x="2931" y="4191"/>
                </a:cubicBezTo>
                <a:cubicBezTo>
                  <a:pt x="3183" y="4191"/>
                  <a:pt x="3340" y="3970"/>
                  <a:pt x="3340" y="3750"/>
                </a:cubicBezTo>
                <a:cubicBezTo>
                  <a:pt x="3340" y="3498"/>
                  <a:pt x="3120" y="3309"/>
                  <a:pt x="2931" y="3309"/>
                </a:cubicBezTo>
                <a:cubicBezTo>
                  <a:pt x="2805" y="3309"/>
                  <a:pt x="2742" y="3277"/>
                  <a:pt x="2647" y="3246"/>
                </a:cubicBezTo>
                <a:cubicBezTo>
                  <a:pt x="2458" y="3057"/>
                  <a:pt x="2490" y="2615"/>
                  <a:pt x="2805" y="2521"/>
                </a:cubicBezTo>
                <a:cubicBezTo>
                  <a:pt x="2836" y="2513"/>
                  <a:pt x="2879" y="2509"/>
                  <a:pt x="2931" y="2509"/>
                </a:cubicBezTo>
                <a:cubicBezTo>
                  <a:pt x="3084" y="2509"/>
                  <a:pt x="3309" y="2545"/>
                  <a:pt x="3498" y="2615"/>
                </a:cubicBezTo>
                <a:cubicBezTo>
                  <a:pt x="3687" y="2678"/>
                  <a:pt x="3876" y="2836"/>
                  <a:pt x="3970" y="3025"/>
                </a:cubicBezTo>
                <a:cubicBezTo>
                  <a:pt x="3970" y="3088"/>
                  <a:pt x="4002" y="3120"/>
                  <a:pt x="4033" y="3151"/>
                </a:cubicBezTo>
                <a:cubicBezTo>
                  <a:pt x="4191" y="3498"/>
                  <a:pt x="4191" y="3939"/>
                  <a:pt x="4033" y="4285"/>
                </a:cubicBezTo>
                <a:cubicBezTo>
                  <a:pt x="4002" y="4348"/>
                  <a:pt x="4002" y="4380"/>
                  <a:pt x="3970" y="4411"/>
                </a:cubicBezTo>
                <a:cubicBezTo>
                  <a:pt x="3750" y="4726"/>
                  <a:pt x="3403" y="4978"/>
                  <a:pt x="2931" y="4978"/>
                </a:cubicBezTo>
                <a:cubicBezTo>
                  <a:pt x="1796" y="4978"/>
                  <a:pt x="851" y="4033"/>
                  <a:pt x="851" y="2899"/>
                </a:cubicBezTo>
                <a:cubicBezTo>
                  <a:pt x="851" y="1733"/>
                  <a:pt x="1765" y="851"/>
                  <a:pt x="2931" y="788"/>
                </a:cubicBezTo>
                <a:close/>
                <a:moveTo>
                  <a:pt x="7751" y="4915"/>
                </a:moveTo>
                <a:lnTo>
                  <a:pt x="7751" y="10618"/>
                </a:lnTo>
                <a:cubicBezTo>
                  <a:pt x="7751" y="10838"/>
                  <a:pt x="7940" y="11027"/>
                  <a:pt x="8129" y="11027"/>
                </a:cubicBezTo>
                <a:cubicBezTo>
                  <a:pt x="8318" y="11027"/>
                  <a:pt x="8570" y="10838"/>
                  <a:pt x="8570" y="10618"/>
                </a:cubicBezTo>
                <a:lnTo>
                  <a:pt x="8570" y="5419"/>
                </a:lnTo>
                <a:cubicBezTo>
                  <a:pt x="8791" y="5577"/>
                  <a:pt x="9074" y="5671"/>
                  <a:pt x="9389" y="5766"/>
                </a:cubicBezTo>
                <a:lnTo>
                  <a:pt x="9389" y="11878"/>
                </a:lnTo>
                <a:lnTo>
                  <a:pt x="3372" y="11878"/>
                </a:lnTo>
                <a:lnTo>
                  <a:pt x="3372" y="5766"/>
                </a:lnTo>
                <a:cubicBezTo>
                  <a:pt x="3687" y="5734"/>
                  <a:pt x="3970" y="5608"/>
                  <a:pt x="4191" y="5419"/>
                </a:cubicBezTo>
                <a:lnTo>
                  <a:pt x="4191" y="10618"/>
                </a:lnTo>
                <a:cubicBezTo>
                  <a:pt x="4191" y="10838"/>
                  <a:pt x="4380" y="11027"/>
                  <a:pt x="4600" y="11027"/>
                </a:cubicBezTo>
                <a:cubicBezTo>
                  <a:pt x="4821" y="11027"/>
                  <a:pt x="5010" y="10838"/>
                  <a:pt x="5010" y="10618"/>
                </a:cubicBezTo>
                <a:lnTo>
                  <a:pt x="5010" y="4915"/>
                </a:lnTo>
                <a:lnTo>
                  <a:pt x="5861" y="4915"/>
                </a:lnTo>
                <a:lnTo>
                  <a:pt x="5861" y="10618"/>
                </a:lnTo>
                <a:cubicBezTo>
                  <a:pt x="5861" y="10838"/>
                  <a:pt x="6050" y="11027"/>
                  <a:pt x="6239" y="11027"/>
                </a:cubicBezTo>
                <a:cubicBezTo>
                  <a:pt x="6428" y="11027"/>
                  <a:pt x="6648" y="10838"/>
                  <a:pt x="6648" y="10618"/>
                </a:cubicBezTo>
                <a:lnTo>
                  <a:pt x="6648" y="4915"/>
                </a:lnTo>
                <a:close/>
                <a:moveTo>
                  <a:pt x="2931" y="1"/>
                </a:moveTo>
                <a:cubicBezTo>
                  <a:pt x="1324" y="1"/>
                  <a:pt x="1" y="1324"/>
                  <a:pt x="1" y="2899"/>
                </a:cubicBezTo>
                <a:cubicBezTo>
                  <a:pt x="1" y="4348"/>
                  <a:pt x="1072" y="5514"/>
                  <a:pt x="2490" y="5766"/>
                </a:cubicBezTo>
                <a:lnTo>
                  <a:pt x="2490" y="12256"/>
                </a:lnTo>
                <a:cubicBezTo>
                  <a:pt x="2490" y="12508"/>
                  <a:pt x="2679" y="12697"/>
                  <a:pt x="2931" y="12697"/>
                </a:cubicBezTo>
                <a:lnTo>
                  <a:pt x="9830" y="12697"/>
                </a:lnTo>
                <a:cubicBezTo>
                  <a:pt x="10051" y="12697"/>
                  <a:pt x="10208" y="12508"/>
                  <a:pt x="10208" y="12256"/>
                </a:cubicBezTo>
                <a:lnTo>
                  <a:pt x="10208" y="5797"/>
                </a:lnTo>
                <a:cubicBezTo>
                  <a:pt x="10964" y="5671"/>
                  <a:pt x="11721" y="5293"/>
                  <a:pt x="12193" y="4537"/>
                </a:cubicBezTo>
                <a:cubicBezTo>
                  <a:pt x="12823" y="3718"/>
                  <a:pt x="12886" y="2678"/>
                  <a:pt x="12508" y="1796"/>
                </a:cubicBezTo>
                <a:cubicBezTo>
                  <a:pt x="12067" y="725"/>
                  <a:pt x="10996" y="1"/>
                  <a:pt x="983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0" name="Google Shape;2080;p44"/>
          <p:cNvSpPr/>
          <p:nvPr/>
        </p:nvSpPr>
        <p:spPr>
          <a:xfrm>
            <a:off x="3770874" y="2431190"/>
            <a:ext cx="287895" cy="287873"/>
          </a:xfrm>
          <a:custGeom>
            <a:rect b="b" l="l" r="r" t="t"/>
            <a:pathLst>
              <a:path extrusionOk="0" h="12697" w="12698">
                <a:moveTo>
                  <a:pt x="11784" y="970"/>
                </a:moveTo>
                <a:lnTo>
                  <a:pt x="11784" y="2577"/>
                </a:lnTo>
                <a:lnTo>
                  <a:pt x="5168" y="4026"/>
                </a:lnTo>
                <a:lnTo>
                  <a:pt x="5168" y="2420"/>
                </a:lnTo>
                <a:lnTo>
                  <a:pt x="11784" y="970"/>
                </a:lnTo>
                <a:close/>
                <a:moveTo>
                  <a:pt x="10115" y="7741"/>
                </a:moveTo>
                <a:cubicBezTo>
                  <a:pt x="10982" y="7741"/>
                  <a:pt x="11784" y="8286"/>
                  <a:pt x="11784" y="8973"/>
                </a:cubicBezTo>
                <a:cubicBezTo>
                  <a:pt x="11784" y="9666"/>
                  <a:pt x="11027" y="10201"/>
                  <a:pt x="10145" y="10201"/>
                </a:cubicBezTo>
                <a:cubicBezTo>
                  <a:pt x="9358" y="10201"/>
                  <a:pt x="8665" y="9792"/>
                  <a:pt x="8507" y="9225"/>
                </a:cubicBezTo>
                <a:cubicBezTo>
                  <a:pt x="8350" y="8689"/>
                  <a:pt x="8728" y="8154"/>
                  <a:pt x="9263" y="7933"/>
                </a:cubicBezTo>
                <a:cubicBezTo>
                  <a:pt x="9537" y="7800"/>
                  <a:pt x="9829" y="7741"/>
                  <a:pt x="10115" y="7741"/>
                </a:cubicBezTo>
                <a:close/>
                <a:moveTo>
                  <a:pt x="2665" y="9393"/>
                </a:moveTo>
                <a:cubicBezTo>
                  <a:pt x="3537" y="9393"/>
                  <a:pt x="4348" y="9928"/>
                  <a:pt x="4348" y="10642"/>
                </a:cubicBezTo>
                <a:cubicBezTo>
                  <a:pt x="4348" y="11304"/>
                  <a:pt x="3592" y="11871"/>
                  <a:pt x="2679" y="11871"/>
                </a:cubicBezTo>
                <a:cubicBezTo>
                  <a:pt x="1891" y="11871"/>
                  <a:pt x="1229" y="11430"/>
                  <a:pt x="1072" y="10894"/>
                </a:cubicBezTo>
                <a:cubicBezTo>
                  <a:pt x="914" y="10327"/>
                  <a:pt x="1261" y="9823"/>
                  <a:pt x="1828" y="9571"/>
                </a:cubicBezTo>
                <a:cubicBezTo>
                  <a:pt x="2097" y="9448"/>
                  <a:pt x="2384" y="9393"/>
                  <a:pt x="2665" y="9393"/>
                </a:cubicBezTo>
                <a:close/>
                <a:moveTo>
                  <a:pt x="12242" y="1"/>
                </a:moveTo>
                <a:cubicBezTo>
                  <a:pt x="12197" y="1"/>
                  <a:pt x="12149" y="9"/>
                  <a:pt x="12099" y="25"/>
                </a:cubicBezTo>
                <a:lnTo>
                  <a:pt x="4663" y="1664"/>
                </a:lnTo>
                <a:cubicBezTo>
                  <a:pt x="4474" y="1695"/>
                  <a:pt x="4348" y="1853"/>
                  <a:pt x="4348" y="2073"/>
                </a:cubicBezTo>
                <a:lnTo>
                  <a:pt x="4348" y="9067"/>
                </a:lnTo>
                <a:cubicBezTo>
                  <a:pt x="3876" y="8721"/>
                  <a:pt x="3277" y="8563"/>
                  <a:pt x="2679" y="8563"/>
                </a:cubicBezTo>
                <a:cubicBezTo>
                  <a:pt x="1481" y="8563"/>
                  <a:pt x="536" y="9256"/>
                  <a:pt x="284" y="10138"/>
                </a:cubicBezTo>
                <a:cubicBezTo>
                  <a:pt x="1" y="11084"/>
                  <a:pt x="568" y="12060"/>
                  <a:pt x="1670" y="12501"/>
                </a:cubicBezTo>
                <a:cubicBezTo>
                  <a:pt x="1997" y="12634"/>
                  <a:pt x="2349" y="12697"/>
                  <a:pt x="2700" y="12697"/>
                </a:cubicBezTo>
                <a:cubicBezTo>
                  <a:pt x="3600" y="12697"/>
                  <a:pt x="4494" y="12281"/>
                  <a:pt x="4947" y="11556"/>
                </a:cubicBezTo>
                <a:cubicBezTo>
                  <a:pt x="5104" y="11273"/>
                  <a:pt x="5199" y="10957"/>
                  <a:pt x="5199" y="10611"/>
                </a:cubicBezTo>
                <a:lnTo>
                  <a:pt x="5199" y="4909"/>
                </a:lnTo>
                <a:lnTo>
                  <a:pt x="11815" y="3428"/>
                </a:lnTo>
                <a:lnTo>
                  <a:pt x="11815" y="7460"/>
                </a:lnTo>
                <a:cubicBezTo>
                  <a:pt x="11342" y="7114"/>
                  <a:pt x="10775" y="6956"/>
                  <a:pt x="10177" y="6956"/>
                </a:cubicBezTo>
                <a:cubicBezTo>
                  <a:pt x="8948" y="6956"/>
                  <a:pt x="8003" y="7649"/>
                  <a:pt x="7782" y="8532"/>
                </a:cubicBezTo>
                <a:cubicBezTo>
                  <a:pt x="7499" y="9477"/>
                  <a:pt x="8034" y="10453"/>
                  <a:pt x="9137" y="10894"/>
                </a:cubicBezTo>
                <a:cubicBezTo>
                  <a:pt x="9470" y="11017"/>
                  <a:pt x="9823" y="11076"/>
                  <a:pt x="10172" y="11076"/>
                </a:cubicBezTo>
                <a:cubicBezTo>
                  <a:pt x="11077" y="11076"/>
                  <a:pt x="11959" y="10677"/>
                  <a:pt x="12414" y="9949"/>
                </a:cubicBezTo>
                <a:cubicBezTo>
                  <a:pt x="12571" y="9666"/>
                  <a:pt x="12697" y="9351"/>
                  <a:pt x="12697" y="8973"/>
                </a:cubicBezTo>
                <a:cubicBezTo>
                  <a:pt x="12603" y="8941"/>
                  <a:pt x="12603" y="403"/>
                  <a:pt x="12603" y="403"/>
                </a:cubicBezTo>
                <a:cubicBezTo>
                  <a:pt x="12603" y="170"/>
                  <a:pt x="12453" y="1"/>
                  <a:pt x="1224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1" name="Google Shape;2081;p44"/>
          <p:cNvSpPr/>
          <p:nvPr/>
        </p:nvSpPr>
        <p:spPr>
          <a:xfrm>
            <a:off x="2458919" y="2867866"/>
            <a:ext cx="288598" cy="289324"/>
          </a:xfrm>
          <a:custGeom>
            <a:rect b="b" l="l" r="r" t="t"/>
            <a:pathLst>
              <a:path extrusionOk="0" h="12761" w="12729">
                <a:moveTo>
                  <a:pt x="10595" y="882"/>
                </a:moveTo>
                <a:cubicBezTo>
                  <a:pt x="11081" y="882"/>
                  <a:pt x="11558" y="1164"/>
                  <a:pt x="11752" y="1647"/>
                </a:cubicBezTo>
                <a:cubicBezTo>
                  <a:pt x="11941" y="2120"/>
                  <a:pt x="11846" y="2624"/>
                  <a:pt x="11500" y="3033"/>
                </a:cubicBezTo>
                <a:lnTo>
                  <a:pt x="11374" y="3128"/>
                </a:lnTo>
                <a:lnTo>
                  <a:pt x="9609" y="1363"/>
                </a:lnTo>
                <a:lnTo>
                  <a:pt x="9735" y="1237"/>
                </a:lnTo>
                <a:cubicBezTo>
                  <a:pt x="9979" y="994"/>
                  <a:pt x="10288" y="882"/>
                  <a:pt x="10595" y="882"/>
                </a:cubicBezTo>
                <a:close/>
                <a:moveTo>
                  <a:pt x="9011" y="1899"/>
                </a:moveTo>
                <a:lnTo>
                  <a:pt x="10807" y="3695"/>
                </a:lnTo>
                <a:lnTo>
                  <a:pt x="7656" y="6845"/>
                </a:lnTo>
                <a:lnTo>
                  <a:pt x="5860" y="5049"/>
                </a:lnTo>
                <a:lnTo>
                  <a:pt x="9011" y="1899"/>
                </a:lnTo>
                <a:close/>
                <a:moveTo>
                  <a:pt x="5293" y="5648"/>
                </a:moveTo>
                <a:lnTo>
                  <a:pt x="7057" y="7444"/>
                </a:lnTo>
                <a:lnTo>
                  <a:pt x="4065" y="10437"/>
                </a:lnTo>
                <a:lnTo>
                  <a:pt x="2300" y="8641"/>
                </a:lnTo>
                <a:lnTo>
                  <a:pt x="5293" y="5648"/>
                </a:lnTo>
                <a:close/>
                <a:moveTo>
                  <a:pt x="2017" y="9523"/>
                </a:moveTo>
                <a:lnTo>
                  <a:pt x="3245" y="10752"/>
                </a:lnTo>
                <a:lnTo>
                  <a:pt x="1733" y="11004"/>
                </a:lnTo>
                <a:lnTo>
                  <a:pt x="2017" y="9523"/>
                </a:lnTo>
                <a:close/>
                <a:moveTo>
                  <a:pt x="7762" y="1"/>
                </a:moveTo>
                <a:cubicBezTo>
                  <a:pt x="7443" y="1"/>
                  <a:pt x="7120" y="119"/>
                  <a:pt x="6868" y="355"/>
                </a:cubicBezTo>
                <a:lnTo>
                  <a:pt x="4569" y="2624"/>
                </a:lnTo>
                <a:cubicBezTo>
                  <a:pt x="4411" y="2781"/>
                  <a:pt x="4411" y="3065"/>
                  <a:pt x="4569" y="3222"/>
                </a:cubicBezTo>
                <a:cubicBezTo>
                  <a:pt x="4647" y="3301"/>
                  <a:pt x="4758" y="3340"/>
                  <a:pt x="4868" y="3340"/>
                </a:cubicBezTo>
                <a:cubicBezTo>
                  <a:pt x="4978" y="3340"/>
                  <a:pt x="5088" y="3301"/>
                  <a:pt x="5167" y="3222"/>
                </a:cubicBezTo>
                <a:lnTo>
                  <a:pt x="7436" y="922"/>
                </a:lnTo>
                <a:cubicBezTo>
                  <a:pt x="7514" y="844"/>
                  <a:pt x="7625" y="804"/>
                  <a:pt x="7735" y="804"/>
                </a:cubicBezTo>
                <a:cubicBezTo>
                  <a:pt x="7845" y="804"/>
                  <a:pt x="7955" y="844"/>
                  <a:pt x="8034" y="922"/>
                </a:cubicBezTo>
                <a:lnTo>
                  <a:pt x="8475" y="1363"/>
                </a:lnTo>
                <a:lnTo>
                  <a:pt x="5041" y="4797"/>
                </a:lnTo>
                <a:lnTo>
                  <a:pt x="1450" y="8389"/>
                </a:lnTo>
                <a:cubicBezTo>
                  <a:pt x="1418" y="8420"/>
                  <a:pt x="1387" y="8483"/>
                  <a:pt x="1355" y="8578"/>
                </a:cubicBezTo>
                <a:cubicBezTo>
                  <a:pt x="1355" y="8610"/>
                  <a:pt x="1387" y="8420"/>
                  <a:pt x="883" y="11319"/>
                </a:cubicBezTo>
                <a:lnTo>
                  <a:pt x="158" y="12044"/>
                </a:lnTo>
                <a:cubicBezTo>
                  <a:pt x="0" y="12201"/>
                  <a:pt x="0" y="12485"/>
                  <a:pt x="158" y="12642"/>
                </a:cubicBezTo>
                <a:cubicBezTo>
                  <a:pt x="237" y="12721"/>
                  <a:pt x="347" y="12760"/>
                  <a:pt x="457" y="12760"/>
                </a:cubicBezTo>
                <a:cubicBezTo>
                  <a:pt x="567" y="12760"/>
                  <a:pt x="678" y="12721"/>
                  <a:pt x="756" y="12642"/>
                </a:cubicBezTo>
                <a:lnTo>
                  <a:pt x="1450" y="11918"/>
                </a:lnTo>
                <a:cubicBezTo>
                  <a:pt x="1513" y="11918"/>
                  <a:pt x="4191" y="11445"/>
                  <a:pt x="4191" y="11445"/>
                </a:cubicBezTo>
                <a:cubicBezTo>
                  <a:pt x="4254" y="11445"/>
                  <a:pt x="4317" y="11413"/>
                  <a:pt x="4380" y="11382"/>
                </a:cubicBezTo>
                <a:lnTo>
                  <a:pt x="12130" y="3600"/>
                </a:lnTo>
                <a:cubicBezTo>
                  <a:pt x="12539" y="3222"/>
                  <a:pt x="12728" y="2718"/>
                  <a:pt x="12728" y="2151"/>
                </a:cubicBezTo>
                <a:cubicBezTo>
                  <a:pt x="12697" y="985"/>
                  <a:pt x="11783" y="72"/>
                  <a:pt x="10649" y="72"/>
                </a:cubicBezTo>
                <a:cubicBezTo>
                  <a:pt x="10082" y="72"/>
                  <a:pt x="9578" y="261"/>
                  <a:pt x="9168" y="670"/>
                </a:cubicBezTo>
                <a:lnTo>
                  <a:pt x="9074" y="765"/>
                </a:lnTo>
                <a:lnTo>
                  <a:pt x="8633" y="355"/>
                </a:lnTo>
                <a:cubicBezTo>
                  <a:pt x="8396" y="119"/>
                  <a:pt x="8081" y="1"/>
                  <a:pt x="77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82" name="Google Shape;2082;p44"/>
          <p:cNvGrpSpPr/>
          <p:nvPr/>
        </p:nvGrpSpPr>
        <p:grpSpPr>
          <a:xfrm>
            <a:off x="2459633" y="3302510"/>
            <a:ext cx="287170" cy="286580"/>
            <a:chOff x="-38686275" y="2314400"/>
            <a:chExt cx="316650" cy="316000"/>
          </a:xfrm>
        </p:grpSpPr>
        <p:sp>
          <p:nvSpPr>
            <p:cNvPr id="2083" name="Google Shape;2083;p44"/>
            <p:cNvSpPr/>
            <p:nvPr/>
          </p:nvSpPr>
          <p:spPr>
            <a:xfrm>
              <a:off x="-38686275" y="2314400"/>
              <a:ext cx="316650" cy="316000"/>
            </a:xfrm>
            <a:custGeom>
              <a:rect b="b" l="l" r="r" t="t"/>
              <a:pathLst>
                <a:path extrusionOk="0" h="12640" w="12666">
                  <a:moveTo>
                    <a:pt x="8161" y="852"/>
                  </a:moveTo>
                  <a:cubicBezTo>
                    <a:pt x="8381" y="852"/>
                    <a:pt x="8539" y="1041"/>
                    <a:pt x="8570" y="1262"/>
                  </a:cubicBezTo>
                  <a:lnTo>
                    <a:pt x="8570" y="1703"/>
                  </a:lnTo>
                  <a:lnTo>
                    <a:pt x="4160" y="1703"/>
                  </a:lnTo>
                  <a:lnTo>
                    <a:pt x="4160" y="1230"/>
                  </a:lnTo>
                  <a:lnTo>
                    <a:pt x="4128" y="1230"/>
                  </a:lnTo>
                  <a:cubicBezTo>
                    <a:pt x="4128" y="1199"/>
                    <a:pt x="4128" y="1104"/>
                    <a:pt x="4160" y="1073"/>
                  </a:cubicBezTo>
                  <a:cubicBezTo>
                    <a:pt x="4254" y="915"/>
                    <a:pt x="4380" y="852"/>
                    <a:pt x="4569" y="852"/>
                  </a:cubicBezTo>
                  <a:close/>
                  <a:moveTo>
                    <a:pt x="11437" y="2427"/>
                  </a:moveTo>
                  <a:cubicBezTo>
                    <a:pt x="11658" y="2427"/>
                    <a:pt x="11815" y="2616"/>
                    <a:pt x="11847" y="2805"/>
                  </a:cubicBezTo>
                  <a:lnTo>
                    <a:pt x="11847" y="5641"/>
                  </a:lnTo>
                  <a:cubicBezTo>
                    <a:pt x="11847" y="5830"/>
                    <a:pt x="11721" y="5987"/>
                    <a:pt x="11563" y="6050"/>
                  </a:cubicBezTo>
                  <a:cubicBezTo>
                    <a:pt x="11542" y="6061"/>
                    <a:pt x="11532" y="6064"/>
                    <a:pt x="11478" y="6064"/>
                  </a:cubicBezTo>
                  <a:cubicBezTo>
                    <a:pt x="11371" y="6064"/>
                    <a:pt x="11091" y="6050"/>
                    <a:pt x="10208" y="6050"/>
                  </a:cubicBezTo>
                  <a:lnTo>
                    <a:pt x="10208" y="4822"/>
                  </a:lnTo>
                  <a:cubicBezTo>
                    <a:pt x="10208" y="4570"/>
                    <a:pt x="9988" y="4381"/>
                    <a:pt x="9767" y="4381"/>
                  </a:cubicBezTo>
                  <a:lnTo>
                    <a:pt x="8129" y="4381"/>
                  </a:lnTo>
                  <a:cubicBezTo>
                    <a:pt x="7877" y="4381"/>
                    <a:pt x="7688" y="4570"/>
                    <a:pt x="7688" y="4822"/>
                  </a:cubicBezTo>
                  <a:lnTo>
                    <a:pt x="7688" y="6050"/>
                  </a:lnTo>
                  <a:lnTo>
                    <a:pt x="4916" y="6050"/>
                  </a:lnTo>
                  <a:lnTo>
                    <a:pt x="4916" y="4822"/>
                  </a:lnTo>
                  <a:cubicBezTo>
                    <a:pt x="4916" y="4570"/>
                    <a:pt x="4727" y="4381"/>
                    <a:pt x="4506" y="4381"/>
                  </a:cubicBezTo>
                  <a:lnTo>
                    <a:pt x="2836" y="4381"/>
                  </a:lnTo>
                  <a:cubicBezTo>
                    <a:pt x="2710" y="4381"/>
                    <a:pt x="2647" y="4412"/>
                    <a:pt x="2553" y="4507"/>
                  </a:cubicBezTo>
                  <a:cubicBezTo>
                    <a:pt x="2490" y="4570"/>
                    <a:pt x="2458" y="4696"/>
                    <a:pt x="2458" y="4790"/>
                  </a:cubicBezTo>
                  <a:lnTo>
                    <a:pt x="2458" y="5987"/>
                  </a:lnTo>
                  <a:lnTo>
                    <a:pt x="1230" y="5987"/>
                  </a:lnTo>
                  <a:cubicBezTo>
                    <a:pt x="978" y="5987"/>
                    <a:pt x="820" y="5798"/>
                    <a:pt x="788" y="5578"/>
                  </a:cubicBezTo>
                  <a:lnTo>
                    <a:pt x="788" y="2805"/>
                  </a:lnTo>
                  <a:cubicBezTo>
                    <a:pt x="788" y="2585"/>
                    <a:pt x="978" y="2427"/>
                    <a:pt x="1230" y="2427"/>
                  </a:cubicBezTo>
                  <a:close/>
                  <a:moveTo>
                    <a:pt x="4128" y="5200"/>
                  </a:moveTo>
                  <a:lnTo>
                    <a:pt x="4128" y="6428"/>
                  </a:lnTo>
                  <a:cubicBezTo>
                    <a:pt x="4128" y="6586"/>
                    <a:pt x="4065" y="6712"/>
                    <a:pt x="3939" y="6775"/>
                  </a:cubicBezTo>
                  <a:cubicBezTo>
                    <a:pt x="3857" y="6826"/>
                    <a:pt x="3768" y="6851"/>
                    <a:pt x="3684" y="6851"/>
                  </a:cubicBezTo>
                  <a:cubicBezTo>
                    <a:pt x="3508" y="6851"/>
                    <a:pt x="3351" y="6746"/>
                    <a:pt x="3309" y="6554"/>
                  </a:cubicBezTo>
                  <a:lnTo>
                    <a:pt x="3309" y="5200"/>
                  </a:lnTo>
                  <a:close/>
                  <a:moveTo>
                    <a:pt x="9358" y="5200"/>
                  </a:moveTo>
                  <a:lnTo>
                    <a:pt x="9358" y="6428"/>
                  </a:lnTo>
                  <a:cubicBezTo>
                    <a:pt x="9358" y="6586"/>
                    <a:pt x="9295" y="6712"/>
                    <a:pt x="9169" y="6775"/>
                  </a:cubicBezTo>
                  <a:cubicBezTo>
                    <a:pt x="9097" y="6826"/>
                    <a:pt x="9015" y="6851"/>
                    <a:pt x="8934" y="6851"/>
                  </a:cubicBezTo>
                  <a:cubicBezTo>
                    <a:pt x="8766" y="6851"/>
                    <a:pt x="8602" y="6746"/>
                    <a:pt x="8539" y="6554"/>
                  </a:cubicBezTo>
                  <a:lnTo>
                    <a:pt x="8539" y="5200"/>
                  </a:lnTo>
                  <a:close/>
                  <a:moveTo>
                    <a:pt x="11059" y="6869"/>
                  </a:moveTo>
                  <a:lnTo>
                    <a:pt x="11059" y="11438"/>
                  </a:lnTo>
                  <a:lnTo>
                    <a:pt x="11028" y="11438"/>
                  </a:lnTo>
                  <a:cubicBezTo>
                    <a:pt x="11028" y="11658"/>
                    <a:pt x="10839" y="11816"/>
                    <a:pt x="10618" y="11816"/>
                  </a:cubicBezTo>
                  <a:lnTo>
                    <a:pt x="2080" y="11816"/>
                  </a:lnTo>
                  <a:cubicBezTo>
                    <a:pt x="1860" y="11816"/>
                    <a:pt x="1702" y="11627"/>
                    <a:pt x="1702" y="11438"/>
                  </a:cubicBezTo>
                  <a:lnTo>
                    <a:pt x="1702" y="6869"/>
                  </a:lnTo>
                  <a:lnTo>
                    <a:pt x="2616" y="6869"/>
                  </a:lnTo>
                  <a:cubicBezTo>
                    <a:pt x="2710" y="7216"/>
                    <a:pt x="3025" y="7531"/>
                    <a:pt x="3403" y="7657"/>
                  </a:cubicBezTo>
                  <a:cubicBezTo>
                    <a:pt x="3520" y="7692"/>
                    <a:pt x="3637" y="7709"/>
                    <a:pt x="3752" y="7709"/>
                  </a:cubicBezTo>
                  <a:cubicBezTo>
                    <a:pt x="4263" y="7709"/>
                    <a:pt x="4736" y="7383"/>
                    <a:pt x="4916" y="6869"/>
                  </a:cubicBezTo>
                  <a:lnTo>
                    <a:pt x="7846" y="6869"/>
                  </a:lnTo>
                  <a:cubicBezTo>
                    <a:pt x="8017" y="7384"/>
                    <a:pt x="8513" y="7708"/>
                    <a:pt x="9036" y="7708"/>
                  </a:cubicBezTo>
                  <a:cubicBezTo>
                    <a:pt x="9185" y="7708"/>
                    <a:pt x="9337" y="7682"/>
                    <a:pt x="9484" y="7626"/>
                  </a:cubicBezTo>
                  <a:cubicBezTo>
                    <a:pt x="9799" y="7500"/>
                    <a:pt x="10082" y="7216"/>
                    <a:pt x="10145" y="6869"/>
                  </a:cubicBezTo>
                  <a:close/>
                  <a:moveTo>
                    <a:pt x="8211" y="0"/>
                  </a:moveTo>
                  <a:cubicBezTo>
                    <a:pt x="8194" y="0"/>
                    <a:pt x="8177" y="1"/>
                    <a:pt x="8161" y="1"/>
                  </a:cubicBezTo>
                  <a:lnTo>
                    <a:pt x="4569" y="1"/>
                  </a:lnTo>
                  <a:cubicBezTo>
                    <a:pt x="3907" y="1"/>
                    <a:pt x="3309" y="569"/>
                    <a:pt x="3340" y="1230"/>
                  </a:cubicBezTo>
                  <a:lnTo>
                    <a:pt x="3340" y="1671"/>
                  </a:lnTo>
                  <a:lnTo>
                    <a:pt x="1261" y="1671"/>
                  </a:lnTo>
                  <a:cubicBezTo>
                    <a:pt x="599" y="1671"/>
                    <a:pt x="1" y="2207"/>
                    <a:pt x="1" y="2868"/>
                  </a:cubicBezTo>
                  <a:lnTo>
                    <a:pt x="1" y="5641"/>
                  </a:lnTo>
                  <a:cubicBezTo>
                    <a:pt x="1" y="6145"/>
                    <a:pt x="316" y="6617"/>
                    <a:pt x="820" y="6838"/>
                  </a:cubicBezTo>
                  <a:lnTo>
                    <a:pt x="820" y="11438"/>
                  </a:lnTo>
                  <a:cubicBezTo>
                    <a:pt x="820" y="12067"/>
                    <a:pt x="1333" y="12639"/>
                    <a:pt x="1953" y="12639"/>
                  </a:cubicBezTo>
                  <a:cubicBezTo>
                    <a:pt x="1984" y="12639"/>
                    <a:pt x="2016" y="12638"/>
                    <a:pt x="2049" y="12635"/>
                  </a:cubicBezTo>
                  <a:lnTo>
                    <a:pt x="10587" y="12635"/>
                  </a:lnTo>
                  <a:cubicBezTo>
                    <a:pt x="11248" y="12635"/>
                    <a:pt x="11847" y="12099"/>
                    <a:pt x="11815" y="11438"/>
                  </a:cubicBezTo>
                  <a:lnTo>
                    <a:pt x="11815" y="6838"/>
                  </a:lnTo>
                  <a:cubicBezTo>
                    <a:pt x="12288" y="6680"/>
                    <a:pt x="12634" y="6208"/>
                    <a:pt x="12634" y="5641"/>
                  </a:cubicBezTo>
                  <a:lnTo>
                    <a:pt x="12634" y="2868"/>
                  </a:lnTo>
                  <a:cubicBezTo>
                    <a:pt x="12666" y="2207"/>
                    <a:pt x="12130" y="1640"/>
                    <a:pt x="11469" y="1640"/>
                  </a:cubicBezTo>
                  <a:lnTo>
                    <a:pt x="9358" y="1640"/>
                  </a:lnTo>
                  <a:lnTo>
                    <a:pt x="9358" y="1230"/>
                  </a:lnTo>
                  <a:cubicBezTo>
                    <a:pt x="9358" y="585"/>
                    <a:pt x="8849" y="0"/>
                    <a:pt x="821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4" name="Google Shape;2084;p44"/>
            <p:cNvSpPr/>
            <p:nvPr/>
          </p:nvSpPr>
          <p:spPr>
            <a:xfrm>
              <a:off x="-38583075" y="2527075"/>
              <a:ext cx="111075" cy="63050"/>
            </a:xfrm>
            <a:custGeom>
              <a:rect b="b" l="l" r="r" t="t"/>
              <a:pathLst>
                <a:path extrusionOk="0" h="2522" w="4443">
                  <a:moveTo>
                    <a:pt x="3592" y="851"/>
                  </a:moveTo>
                  <a:lnTo>
                    <a:pt x="3592" y="1670"/>
                  </a:lnTo>
                  <a:lnTo>
                    <a:pt x="819" y="1670"/>
                  </a:lnTo>
                  <a:lnTo>
                    <a:pt x="819" y="851"/>
                  </a:lnTo>
                  <a:close/>
                  <a:moveTo>
                    <a:pt x="441" y="1"/>
                  </a:moveTo>
                  <a:cubicBezTo>
                    <a:pt x="189" y="1"/>
                    <a:pt x="0" y="221"/>
                    <a:pt x="0" y="442"/>
                  </a:cubicBezTo>
                  <a:lnTo>
                    <a:pt x="0" y="2112"/>
                  </a:lnTo>
                  <a:cubicBezTo>
                    <a:pt x="0" y="2332"/>
                    <a:pt x="189" y="2521"/>
                    <a:pt x="441" y="2521"/>
                  </a:cubicBezTo>
                  <a:lnTo>
                    <a:pt x="4033" y="2521"/>
                  </a:lnTo>
                  <a:cubicBezTo>
                    <a:pt x="4253" y="2521"/>
                    <a:pt x="4442" y="2332"/>
                    <a:pt x="4442" y="2112"/>
                  </a:cubicBezTo>
                  <a:lnTo>
                    <a:pt x="4442" y="442"/>
                  </a:lnTo>
                  <a:cubicBezTo>
                    <a:pt x="4411" y="221"/>
                    <a:pt x="4253" y="1"/>
                    <a:pt x="403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5" name="Google Shape;2085;p44"/>
          <p:cNvGrpSpPr/>
          <p:nvPr/>
        </p:nvGrpSpPr>
        <p:grpSpPr>
          <a:xfrm>
            <a:off x="2458556" y="3737129"/>
            <a:ext cx="289324" cy="287873"/>
            <a:chOff x="-38686275" y="2682250"/>
            <a:chExt cx="319025" cy="317425"/>
          </a:xfrm>
        </p:grpSpPr>
        <p:sp>
          <p:nvSpPr>
            <p:cNvPr id="2086" name="Google Shape;2086;p44"/>
            <p:cNvSpPr/>
            <p:nvPr/>
          </p:nvSpPr>
          <p:spPr>
            <a:xfrm>
              <a:off x="-38686275" y="2682250"/>
              <a:ext cx="319025" cy="317425"/>
            </a:xfrm>
            <a:custGeom>
              <a:rect b="b" l="l" r="r" t="t"/>
              <a:pathLst>
                <a:path extrusionOk="0" h="12697" w="12761">
                  <a:moveTo>
                    <a:pt x="11511" y="5995"/>
                  </a:moveTo>
                  <a:cubicBezTo>
                    <a:pt x="11742" y="5995"/>
                    <a:pt x="11941" y="6184"/>
                    <a:pt x="11941" y="6396"/>
                  </a:cubicBezTo>
                  <a:cubicBezTo>
                    <a:pt x="11941" y="6616"/>
                    <a:pt x="11815" y="6774"/>
                    <a:pt x="11626" y="6805"/>
                  </a:cubicBezTo>
                  <a:cubicBezTo>
                    <a:pt x="11576" y="6818"/>
                    <a:pt x="11528" y="6824"/>
                    <a:pt x="11483" y="6824"/>
                  </a:cubicBezTo>
                  <a:cubicBezTo>
                    <a:pt x="11302" y="6824"/>
                    <a:pt x="11166" y="6723"/>
                    <a:pt x="11091" y="6522"/>
                  </a:cubicBezTo>
                  <a:cubicBezTo>
                    <a:pt x="11028" y="6301"/>
                    <a:pt x="11154" y="6081"/>
                    <a:pt x="11374" y="6018"/>
                  </a:cubicBezTo>
                  <a:cubicBezTo>
                    <a:pt x="11420" y="6002"/>
                    <a:pt x="11466" y="5995"/>
                    <a:pt x="11511" y="5995"/>
                  </a:cubicBezTo>
                  <a:close/>
                  <a:moveTo>
                    <a:pt x="5042" y="788"/>
                  </a:moveTo>
                  <a:cubicBezTo>
                    <a:pt x="7310" y="788"/>
                    <a:pt x="9169" y="2615"/>
                    <a:pt x="9169" y="4915"/>
                  </a:cubicBezTo>
                  <a:cubicBezTo>
                    <a:pt x="9169" y="7183"/>
                    <a:pt x="7310" y="9042"/>
                    <a:pt x="5042" y="9042"/>
                  </a:cubicBezTo>
                  <a:cubicBezTo>
                    <a:pt x="3624" y="9042"/>
                    <a:pt x="2364" y="8317"/>
                    <a:pt x="1608" y="7246"/>
                  </a:cubicBezTo>
                  <a:cubicBezTo>
                    <a:pt x="820" y="6049"/>
                    <a:pt x="694" y="4568"/>
                    <a:pt x="1230" y="3308"/>
                  </a:cubicBezTo>
                  <a:cubicBezTo>
                    <a:pt x="1860" y="1827"/>
                    <a:pt x="3309" y="788"/>
                    <a:pt x="5042" y="788"/>
                  </a:cubicBezTo>
                  <a:close/>
                  <a:moveTo>
                    <a:pt x="7531" y="9200"/>
                  </a:moveTo>
                  <a:lnTo>
                    <a:pt x="7531" y="11373"/>
                  </a:lnTo>
                  <a:cubicBezTo>
                    <a:pt x="7531" y="11594"/>
                    <a:pt x="7310" y="11751"/>
                    <a:pt x="7089" y="11814"/>
                  </a:cubicBezTo>
                  <a:lnTo>
                    <a:pt x="2962" y="11814"/>
                  </a:lnTo>
                  <a:cubicBezTo>
                    <a:pt x="2710" y="11814"/>
                    <a:pt x="2553" y="11594"/>
                    <a:pt x="2553" y="11373"/>
                  </a:cubicBezTo>
                  <a:lnTo>
                    <a:pt x="2553" y="9200"/>
                  </a:lnTo>
                  <a:cubicBezTo>
                    <a:pt x="3316" y="9645"/>
                    <a:pt x="4174" y="9873"/>
                    <a:pt x="5041" y="9873"/>
                  </a:cubicBezTo>
                  <a:cubicBezTo>
                    <a:pt x="5892" y="9873"/>
                    <a:pt x="6750" y="9652"/>
                    <a:pt x="7531" y="9200"/>
                  </a:cubicBezTo>
                  <a:close/>
                  <a:moveTo>
                    <a:pt x="4947" y="0"/>
                  </a:moveTo>
                  <a:cubicBezTo>
                    <a:pt x="4296" y="0"/>
                    <a:pt x="3643" y="126"/>
                    <a:pt x="3025" y="378"/>
                  </a:cubicBezTo>
                  <a:cubicBezTo>
                    <a:pt x="1230" y="1134"/>
                    <a:pt x="1" y="2930"/>
                    <a:pt x="1" y="4946"/>
                  </a:cubicBezTo>
                  <a:cubicBezTo>
                    <a:pt x="1" y="6396"/>
                    <a:pt x="631" y="7750"/>
                    <a:pt x="1639" y="8664"/>
                  </a:cubicBezTo>
                  <a:lnTo>
                    <a:pt x="1639" y="11436"/>
                  </a:lnTo>
                  <a:cubicBezTo>
                    <a:pt x="1639" y="12098"/>
                    <a:pt x="2206" y="12697"/>
                    <a:pt x="2868" y="12697"/>
                  </a:cubicBezTo>
                  <a:lnTo>
                    <a:pt x="6995" y="12697"/>
                  </a:lnTo>
                  <a:cubicBezTo>
                    <a:pt x="7562" y="12697"/>
                    <a:pt x="8035" y="12350"/>
                    <a:pt x="8192" y="11877"/>
                  </a:cubicBezTo>
                  <a:cubicBezTo>
                    <a:pt x="10114" y="11720"/>
                    <a:pt x="11847" y="10113"/>
                    <a:pt x="11847" y="8160"/>
                  </a:cubicBezTo>
                  <a:lnTo>
                    <a:pt x="11847" y="7719"/>
                  </a:lnTo>
                  <a:cubicBezTo>
                    <a:pt x="12351" y="7530"/>
                    <a:pt x="12666" y="7089"/>
                    <a:pt x="12666" y="6522"/>
                  </a:cubicBezTo>
                  <a:cubicBezTo>
                    <a:pt x="12760" y="5734"/>
                    <a:pt x="12193" y="5198"/>
                    <a:pt x="11500" y="5198"/>
                  </a:cubicBezTo>
                  <a:cubicBezTo>
                    <a:pt x="10839" y="5198"/>
                    <a:pt x="10240" y="5734"/>
                    <a:pt x="10240" y="6459"/>
                  </a:cubicBezTo>
                  <a:cubicBezTo>
                    <a:pt x="10240" y="6994"/>
                    <a:pt x="10587" y="7435"/>
                    <a:pt x="11059" y="7624"/>
                  </a:cubicBezTo>
                  <a:lnTo>
                    <a:pt x="11059" y="8097"/>
                  </a:lnTo>
                  <a:cubicBezTo>
                    <a:pt x="11059" y="9546"/>
                    <a:pt x="9767" y="10775"/>
                    <a:pt x="8318" y="10964"/>
                  </a:cubicBezTo>
                  <a:lnTo>
                    <a:pt x="8318" y="8664"/>
                  </a:lnTo>
                  <a:cubicBezTo>
                    <a:pt x="8633" y="8380"/>
                    <a:pt x="8885" y="8065"/>
                    <a:pt x="9106" y="7750"/>
                  </a:cubicBezTo>
                  <a:cubicBezTo>
                    <a:pt x="10618" y="5514"/>
                    <a:pt x="10051" y="2395"/>
                    <a:pt x="7751" y="851"/>
                  </a:cubicBezTo>
                  <a:cubicBezTo>
                    <a:pt x="6900" y="284"/>
                    <a:pt x="5925" y="0"/>
                    <a:pt x="49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7" name="Google Shape;2087;p44"/>
            <p:cNvSpPr/>
            <p:nvPr/>
          </p:nvSpPr>
          <p:spPr>
            <a:xfrm>
              <a:off x="-38591750" y="2773600"/>
              <a:ext cx="63025" cy="61350"/>
            </a:xfrm>
            <a:custGeom>
              <a:rect b="b" l="l" r="r" t="t"/>
              <a:pathLst>
                <a:path extrusionOk="0" h="2454" w="2521">
                  <a:moveTo>
                    <a:pt x="1264" y="788"/>
                  </a:moveTo>
                  <a:cubicBezTo>
                    <a:pt x="1315" y="788"/>
                    <a:pt x="1368" y="798"/>
                    <a:pt x="1418" y="820"/>
                  </a:cubicBezTo>
                  <a:cubicBezTo>
                    <a:pt x="1544" y="851"/>
                    <a:pt x="1607" y="977"/>
                    <a:pt x="1639" y="1103"/>
                  </a:cubicBezTo>
                  <a:cubicBezTo>
                    <a:pt x="1716" y="1387"/>
                    <a:pt x="1519" y="1649"/>
                    <a:pt x="1273" y="1649"/>
                  </a:cubicBezTo>
                  <a:cubicBezTo>
                    <a:pt x="1218" y="1649"/>
                    <a:pt x="1161" y="1636"/>
                    <a:pt x="1103" y="1607"/>
                  </a:cubicBezTo>
                  <a:cubicBezTo>
                    <a:pt x="914" y="1544"/>
                    <a:pt x="788" y="1292"/>
                    <a:pt x="851" y="1072"/>
                  </a:cubicBezTo>
                  <a:cubicBezTo>
                    <a:pt x="924" y="902"/>
                    <a:pt x="1090" y="788"/>
                    <a:pt x="1264" y="788"/>
                  </a:cubicBezTo>
                  <a:close/>
                  <a:moveTo>
                    <a:pt x="1261" y="1"/>
                  </a:moveTo>
                  <a:cubicBezTo>
                    <a:pt x="599" y="1"/>
                    <a:pt x="0" y="536"/>
                    <a:pt x="32" y="1229"/>
                  </a:cubicBezTo>
                  <a:cubicBezTo>
                    <a:pt x="32" y="1765"/>
                    <a:pt x="379" y="2238"/>
                    <a:pt x="914" y="2395"/>
                  </a:cubicBezTo>
                  <a:cubicBezTo>
                    <a:pt x="1038" y="2435"/>
                    <a:pt x="1163" y="2453"/>
                    <a:pt x="1285" y="2453"/>
                  </a:cubicBezTo>
                  <a:cubicBezTo>
                    <a:pt x="1939" y="2453"/>
                    <a:pt x="2521" y="1920"/>
                    <a:pt x="2521" y="1229"/>
                  </a:cubicBezTo>
                  <a:cubicBezTo>
                    <a:pt x="2489" y="536"/>
                    <a:pt x="1922" y="1"/>
                    <a:pt x="126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8" name="Google Shape;2088;p44"/>
          <p:cNvGrpSpPr/>
          <p:nvPr/>
        </p:nvGrpSpPr>
        <p:grpSpPr>
          <a:xfrm>
            <a:off x="3764095" y="3736007"/>
            <a:ext cx="301454" cy="290117"/>
            <a:chOff x="-37534750" y="2668075"/>
            <a:chExt cx="332400" cy="319900"/>
          </a:xfrm>
        </p:grpSpPr>
        <p:sp>
          <p:nvSpPr>
            <p:cNvPr id="2089" name="Google Shape;2089;p44"/>
            <p:cNvSpPr/>
            <p:nvPr/>
          </p:nvSpPr>
          <p:spPr>
            <a:xfrm>
              <a:off x="-37534750" y="2668075"/>
              <a:ext cx="332400" cy="319900"/>
            </a:xfrm>
            <a:custGeom>
              <a:rect b="b" l="l" r="r" t="t"/>
              <a:pathLst>
                <a:path extrusionOk="0" h="12796" w="13296">
                  <a:moveTo>
                    <a:pt x="5258" y="834"/>
                  </a:moveTo>
                  <a:cubicBezTo>
                    <a:pt x="5799" y="834"/>
                    <a:pt x="6338" y="935"/>
                    <a:pt x="6837" y="1134"/>
                  </a:cubicBezTo>
                  <a:cubicBezTo>
                    <a:pt x="9105" y="2142"/>
                    <a:pt x="10019" y="4852"/>
                    <a:pt x="8822" y="6963"/>
                  </a:cubicBezTo>
                  <a:cubicBezTo>
                    <a:pt x="8790" y="7026"/>
                    <a:pt x="8790" y="7026"/>
                    <a:pt x="8790" y="7057"/>
                  </a:cubicBezTo>
                  <a:cubicBezTo>
                    <a:pt x="8632" y="7372"/>
                    <a:pt x="8412" y="7656"/>
                    <a:pt x="8160" y="7876"/>
                  </a:cubicBezTo>
                  <a:cubicBezTo>
                    <a:pt x="8002" y="8002"/>
                    <a:pt x="7876" y="8128"/>
                    <a:pt x="7782" y="8191"/>
                  </a:cubicBezTo>
                  <a:cubicBezTo>
                    <a:pt x="7687" y="8223"/>
                    <a:pt x="7719" y="8223"/>
                    <a:pt x="7687" y="8286"/>
                  </a:cubicBezTo>
                  <a:cubicBezTo>
                    <a:pt x="7152" y="8664"/>
                    <a:pt x="6585" y="8947"/>
                    <a:pt x="5923" y="9073"/>
                  </a:cubicBezTo>
                  <a:cubicBezTo>
                    <a:pt x="5694" y="9110"/>
                    <a:pt x="5468" y="9128"/>
                    <a:pt x="5245" y="9128"/>
                  </a:cubicBezTo>
                  <a:cubicBezTo>
                    <a:pt x="2977" y="9128"/>
                    <a:pt x="1071" y="7298"/>
                    <a:pt x="1071" y="4946"/>
                  </a:cubicBezTo>
                  <a:cubicBezTo>
                    <a:pt x="1071" y="3592"/>
                    <a:pt x="1796" y="2268"/>
                    <a:pt x="2899" y="1544"/>
                  </a:cubicBezTo>
                  <a:cubicBezTo>
                    <a:pt x="3603" y="1068"/>
                    <a:pt x="4433" y="834"/>
                    <a:pt x="5258" y="834"/>
                  </a:cubicBezTo>
                  <a:close/>
                  <a:moveTo>
                    <a:pt x="9200" y="7876"/>
                  </a:moveTo>
                  <a:lnTo>
                    <a:pt x="11909" y="10586"/>
                  </a:lnTo>
                  <a:cubicBezTo>
                    <a:pt x="12067" y="10743"/>
                    <a:pt x="12130" y="10901"/>
                    <a:pt x="12130" y="11153"/>
                  </a:cubicBezTo>
                  <a:cubicBezTo>
                    <a:pt x="12130" y="11594"/>
                    <a:pt x="11783" y="11909"/>
                    <a:pt x="11405" y="11909"/>
                  </a:cubicBezTo>
                  <a:cubicBezTo>
                    <a:pt x="11184" y="11909"/>
                    <a:pt x="10995" y="11814"/>
                    <a:pt x="10838" y="11657"/>
                  </a:cubicBezTo>
                  <a:lnTo>
                    <a:pt x="8128" y="8947"/>
                  </a:lnTo>
                  <a:cubicBezTo>
                    <a:pt x="8160" y="8916"/>
                    <a:pt x="8759" y="8506"/>
                    <a:pt x="9200" y="7876"/>
                  </a:cubicBezTo>
                  <a:close/>
                  <a:moveTo>
                    <a:pt x="5198" y="0"/>
                  </a:moveTo>
                  <a:cubicBezTo>
                    <a:pt x="3529" y="0"/>
                    <a:pt x="1985" y="882"/>
                    <a:pt x="1103" y="2205"/>
                  </a:cubicBezTo>
                  <a:cubicBezTo>
                    <a:pt x="158" y="3623"/>
                    <a:pt x="0" y="5387"/>
                    <a:pt x="630" y="6931"/>
                  </a:cubicBezTo>
                  <a:cubicBezTo>
                    <a:pt x="1470" y="8860"/>
                    <a:pt x="3356" y="9972"/>
                    <a:pt x="5251" y="9972"/>
                  </a:cubicBezTo>
                  <a:cubicBezTo>
                    <a:pt x="5988" y="9972"/>
                    <a:pt x="6725" y="9804"/>
                    <a:pt x="7404" y="9452"/>
                  </a:cubicBezTo>
                  <a:lnTo>
                    <a:pt x="10302" y="12318"/>
                  </a:lnTo>
                  <a:cubicBezTo>
                    <a:pt x="10588" y="12626"/>
                    <a:pt x="11026" y="12796"/>
                    <a:pt x="11468" y="12796"/>
                  </a:cubicBezTo>
                  <a:cubicBezTo>
                    <a:pt x="11661" y="12796"/>
                    <a:pt x="11854" y="12763"/>
                    <a:pt x="12035" y="12697"/>
                  </a:cubicBezTo>
                  <a:cubicBezTo>
                    <a:pt x="13043" y="12161"/>
                    <a:pt x="13295" y="10806"/>
                    <a:pt x="12539" y="10050"/>
                  </a:cubicBezTo>
                  <a:lnTo>
                    <a:pt x="9672" y="7183"/>
                  </a:lnTo>
                  <a:cubicBezTo>
                    <a:pt x="10334" y="5860"/>
                    <a:pt x="10334" y="4348"/>
                    <a:pt x="9767" y="3025"/>
                  </a:cubicBezTo>
                  <a:cubicBezTo>
                    <a:pt x="9042" y="1229"/>
                    <a:pt x="7215" y="0"/>
                    <a:pt x="519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0" name="Google Shape;2090;p44"/>
            <p:cNvSpPr/>
            <p:nvPr/>
          </p:nvSpPr>
          <p:spPr>
            <a:xfrm>
              <a:off x="-37487500" y="2709475"/>
              <a:ext cx="165425" cy="164450"/>
            </a:xfrm>
            <a:custGeom>
              <a:rect b="b" l="l" r="r" t="t"/>
              <a:pathLst>
                <a:path extrusionOk="0" h="6578" w="6617">
                  <a:moveTo>
                    <a:pt x="3308" y="833"/>
                  </a:moveTo>
                  <a:cubicBezTo>
                    <a:pt x="4695" y="833"/>
                    <a:pt x="5797" y="1936"/>
                    <a:pt x="5797" y="3290"/>
                  </a:cubicBezTo>
                  <a:cubicBezTo>
                    <a:pt x="5797" y="4614"/>
                    <a:pt x="4726" y="5779"/>
                    <a:pt x="3308" y="5779"/>
                  </a:cubicBezTo>
                  <a:cubicBezTo>
                    <a:pt x="1954" y="5779"/>
                    <a:pt x="851" y="4677"/>
                    <a:pt x="851" y="3290"/>
                  </a:cubicBezTo>
                  <a:cubicBezTo>
                    <a:pt x="851" y="1936"/>
                    <a:pt x="1954" y="833"/>
                    <a:pt x="3308" y="833"/>
                  </a:cubicBezTo>
                  <a:close/>
                  <a:moveTo>
                    <a:pt x="3319" y="0"/>
                  </a:moveTo>
                  <a:cubicBezTo>
                    <a:pt x="2880" y="0"/>
                    <a:pt x="2438" y="81"/>
                    <a:pt x="2017" y="234"/>
                  </a:cubicBezTo>
                  <a:cubicBezTo>
                    <a:pt x="851" y="738"/>
                    <a:pt x="0" y="1936"/>
                    <a:pt x="0" y="3259"/>
                  </a:cubicBezTo>
                  <a:cubicBezTo>
                    <a:pt x="0" y="4362"/>
                    <a:pt x="568" y="5401"/>
                    <a:pt x="1481" y="6031"/>
                  </a:cubicBezTo>
                  <a:cubicBezTo>
                    <a:pt x="2033" y="6405"/>
                    <a:pt x="2645" y="6578"/>
                    <a:pt x="3255" y="6578"/>
                  </a:cubicBezTo>
                  <a:cubicBezTo>
                    <a:pt x="3725" y="6578"/>
                    <a:pt x="4193" y="6475"/>
                    <a:pt x="4632" y="6283"/>
                  </a:cubicBezTo>
                  <a:cubicBezTo>
                    <a:pt x="5829" y="5748"/>
                    <a:pt x="6585" y="4551"/>
                    <a:pt x="6585" y="3259"/>
                  </a:cubicBezTo>
                  <a:cubicBezTo>
                    <a:pt x="6616" y="2219"/>
                    <a:pt x="6081" y="1180"/>
                    <a:pt x="5167" y="549"/>
                  </a:cubicBezTo>
                  <a:cubicBezTo>
                    <a:pt x="4605" y="175"/>
                    <a:pt x="3965" y="0"/>
                    <a:pt x="331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91" name="Google Shape;2091;p44"/>
          <p:cNvSpPr/>
          <p:nvPr/>
        </p:nvSpPr>
        <p:spPr>
          <a:xfrm>
            <a:off x="2025855" y="1554702"/>
            <a:ext cx="289301" cy="286989"/>
          </a:xfrm>
          <a:custGeom>
            <a:rect b="b" l="l" r="r" t="t"/>
            <a:pathLst>
              <a:path extrusionOk="0" h="12658" w="12760">
                <a:moveTo>
                  <a:pt x="6270" y="1032"/>
                </a:moveTo>
                <a:lnTo>
                  <a:pt x="6932" y="1693"/>
                </a:lnTo>
                <a:lnTo>
                  <a:pt x="5640" y="1693"/>
                </a:lnTo>
                <a:lnTo>
                  <a:pt x="6270" y="1032"/>
                </a:lnTo>
                <a:close/>
                <a:moveTo>
                  <a:pt x="11342" y="2481"/>
                </a:moveTo>
                <a:lnTo>
                  <a:pt x="10523" y="3300"/>
                </a:lnTo>
                <a:lnTo>
                  <a:pt x="2332" y="3300"/>
                </a:lnTo>
                <a:lnTo>
                  <a:pt x="1513" y="2481"/>
                </a:lnTo>
                <a:close/>
                <a:moveTo>
                  <a:pt x="8381" y="9381"/>
                </a:moveTo>
                <a:lnTo>
                  <a:pt x="8381" y="10200"/>
                </a:lnTo>
                <a:lnTo>
                  <a:pt x="6711" y="10200"/>
                </a:lnTo>
                <a:lnTo>
                  <a:pt x="6711" y="9381"/>
                </a:lnTo>
                <a:close/>
                <a:moveTo>
                  <a:pt x="10303" y="4151"/>
                </a:moveTo>
                <a:lnTo>
                  <a:pt x="10303" y="10200"/>
                </a:lnTo>
                <a:lnTo>
                  <a:pt x="9200" y="10200"/>
                </a:lnTo>
                <a:lnTo>
                  <a:pt x="9200" y="9003"/>
                </a:lnTo>
                <a:cubicBezTo>
                  <a:pt x="9200" y="8751"/>
                  <a:pt x="8980" y="8562"/>
                  <a:pt x="8759" y="8562"/>
                </a:cubicBezTo>
                <a:lnTo>
                  <a:pt x="6270" y="8562"/>
                </a:lnTo>
                <a:cubicBezTo>
                  <a:pt x="6050" y="8562"/>
                  <a:pt x="5892" y="8751"/>
                  <a:pt x="5892" y="9003"/>
                </a:cubicBezTo>
                <a:lnTo>
                  <a:pt x="5892" y="10200"/>
                </a:lnTo>
                <a:lnTo>
                  <a:pt x="2584" y="10200"/>
                </a:lnTo>
                <a:lnTo>
                  <a:pt x="2584" y="4151"/>
                </a:lnTo>
                <a:close/>
                <a:moveTo>
                  <a:pt x="914" y="3080"/>
                </a:moveTo>
                <a:lnTo>
                  <a:pt x="1733" y="3899"/>
                </a:lnTo>
                <a:lnTo>
                  <a:pt x="1733" y="10452"/>
                </a:lnTo>
                <a:lnTo>
                  <a:pt x="914" y="11271"/>
                </a:lnTo>
                <a:lnTo>
                  <a:pt x="914" y="3080"/>
                </a:lnTo>
                <a:close/>
                <a:moveTo>
                  <a:pt x="11941" y="3080"/>
                </a:moveTo>
                <a:lnTo>
                  <a:pt x="11941" y="11271"/>
                </a:lnTo>
                <a:lnTo>
                  <a:pt x="11122" y="10452"/>
                </a:lnTo>
                <a:lnTo>
                  <a:pt x="11122" y="3899"/>
                </a:lnTo>
                <a:lnTo>
                  <a:pt x="11941" y="3080"/>
                </a:lnTo>
                <a:close/>
                <a:moveTo>
                  <a:pt x="10492" y="11050"/>
                </a:moveTo>
                <a:lnTo>
                  <a:pt x="11311" y="11870"/>
                </a:lnTo>
                <a:lnTo>
                  <a:pt x="1481" y="11870"/>
                </a:lnTo>
                <a:lnTo>
                  <a:pt x="2300" y="11050"/>
                </a:lnTo>
                <a:close/>
                <a:moveTo>
                  <a:pt x="6254" y="0"/>
                </a:moveTo>
                <a:cubicBezTo>
                  <a:pt x="6144" y="0"/>
                  <a:pt x="6034" y="39"/>
                  <a:pt x="5955" y="118"/>
                </a:cubicBezTo>
                <a:lnTo>
                  <a:pt x="4443" y="1662"/>
                </a:lnTo>
                <a:lnTo>
                  <a:pt x="379" y="1662"/>
                </a:lnTo>
                <a:cubicBezTo>
                  <a:pt x="221" y="1693"/>
                  <a:pt x="95" y="1819"/>
                  <a:pt x="64" y="1946"/>
                </a:cubicBezTo>
                <a:cubicBezTo>
                  <a:pt x="1" y="2009"/>
                  <a:pt x="64" y="1473"/>
                  <a:pt x="64" y="12248"/>
                </a:cubicBezTo>
                <a:cubicBezTo>
                  <a:pt x="64" y="12374"/>
                  <a:pt x="95" y="12500"/>
                  <a:pt x="221" y="12563"/>
                </a:cubicBezTo>
                <a:cubicBezTo>
                  <a:pt x="284" y="12657"/>
                  <a:pt x="379" y="12657"/>
                  <a:pt x="473" y="12657"/>
                </a:cubicBezTo>
                <a:lnTo>
                  <a:pt x="12351" y="12657"/>
                </a:lnTo>
                <a:cubicBezTo>
                  <a:pt x="12571" y="12657"/>
                  <a:pt x="12729" y="12468"/>
                  <a:pt x="12729" y="12216"/>
                </a:cubicBezTo>
                <a:lnTo>
                  <a:pt x="12729" y="2009"/>
                </a:lnTo>
                <a:cubicBezTo>
                  <a:pt x="12760" y="1851"/>
                  <a:pt x="12571" y="1662"/>
                  <a:pt x="12351" y="1662"/>
                </a:cubicBezTo>
                <a:lnTo>
                  <a:pt x="8097" y="1662"/>
                </a:lnTo>
                <a:lnTo>
                  <a:pt x="6554" y="118"/>
                </a:lnTo>
                <a:cubicBezTo>
                  <a:pt x="6475" y="39"/>
                  <a:pt x="6365" y="0"/>
                  <a:pt x="625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92" name="Google Shape;2092;p44"/>
          <p:cNvGrpSpPr/>
          <p:nvPr/>
        </p:nvGrpSpPr>
        <p:grpSpPr>
          <a:xfrm>
            <a:off x="2025855" y="1995405"/>
            <a:ext cx="289301" cy="288122"/>
            <a:chOff x="-42062025" y="2316000"/>
            <a:chExt cx="319000" cy="317700"/>
          </a:xfrm>
        </p:grpSpPr>
        <p:sp>
          <p:nvSpPr>
            <p:cNvPr id="2093" name="Google Shape;2093;p44"/>
            <p:cNvSpPr/>
            <p:nvPr/>
          </p:nvSpPr>
          <p:spPr>
            <a:xfrm>
              <a:off x="-41965150" y="2477075"/>
              <a:ext cx="124475" cy="112675"/>
            </a:xfrm>
            <a:custGeom>
              <a:rect b="b" l="l" r="r" t="t"/>
              <a:pathLst>
                <a:path extrusionOk="0" h="4507" w="4979">
                  <a:moveTo>
                    <a:pt x="2521" y="1371"/>
                  </a:moveTo>
                  <a:lnTo>
                    <a:pt x="2773" y="1812"/>
                  </a:lnTo>
                  <a:cubicBezTo>
                    <a:pt x="2836" y="1938"/>
                    <a:pt x="2931" y="2001"/>
                    <a:pt x="3088" y="2064"/>
                  </a:cubicBezTo>
                  <a:lnTo>
                    <a:pt x="3592" y="2127"/>
                  </a:lnTo>
                  <a:lnTo>
                    <a:pt x="3151" y="2473"/>
                  </a:lnTo>
                  <a:cubicBezTo>
                    <a:pt x="3088" y="2568"/>
                    <a:pt x="2994" y="2725"/>
                    <a:pt x="3057" y="2851"/>
                  </a:cubicBezTo>
                  <a:lnTo>
                    <a:pt x="3120" y="3355"/>
                  </a:lnTo>
                  <a:lnTo>
                    <a:pt x="2679" y="3103"/>
                  </a:lnTo>
                  <a:cubicBezTo>
                    <a:pt x="2631" y="3072"/>
                    <a:pt x="2568" y="3056"/>
                    <a:pt x="2501" y="3056"/>
                  </a:cubicBezTo>
                  <a:cubicBezTo>
                    <a:pt x="2434" y="3056"/>
                    <a:pt x="2364" y="3072"/>
                    <a:pt x="2301" y="3103"/>
                  </a:cubicBezTo>
                  <a:lnTo>
                    <a:pt x="1860" y="3355"/>
                  </a:lnTo>
                  <a:lnTo>
                    <a:pt x="1954" y="2851"/>
                  </a:lnTo>
                  <a:cubicBezTo>
                    <a:pt x="1986" y="2725"/>
                    <a:pt x="1891" y="2568"/>
                    <a:pt x="1828" y="2473"/>
                  </a:cubicBezTo>
                  <a:lnTo>
                    <a:pt x="1481" y="2127"/>
                  </a:lnTo>
                  <a:lnTo>
                    <a:pt x="1986" y="2064"/>
                  </a:lnTo>
                  <a:cubicBezTo>
                    <a:pt x="2112" y="2064"/>
                    <a:pt x="2206" y="1938"/>
                    <a:pt x="2301" y="1812"/>
                  </a:cubicBezTo>
                  <a:lnTo>
                    <a:pt x="2521" y="1371"/>
                  </a:lnTo>
                  <a:close/>
                  <a:moveTo>
                    <a:pt x="2474" y="0"/>
                  </a:moveTo>
                  <a:cubicBezTo>
                    <a:pt x="2332" y="0"/>
                    <a:pt x="2190" y="79"/>
                    <a:pt x="2112" y="236"/>
                  </a:cubicBezTo>
                  <a:lnTo>
                    <a:pt x="1576" y="1276"/>
                  </a:lnTo>
                  <a:lnTo>
                    <a:pt x="473" y="1434"/>
                  </a:lnTo>
                  <a:cubicBezTo>
                    <a:pt x="127" y="1465"/>
                    <a:pt x="1" y="1906"/>
                    <a:pt x="253" y="2127"/>
                  </a:cubicBezTo>
                  <a:lnTo>
                    <a:pt x="1040" y="2914"/>
                  </a:lnTo>
                  <a:lnTo>
                    <a:pt x="851" y="4017"/>
                  </a:lnTo>
                  <a:cubicBezTo>
                    <a:pt x="802" y="4291"/>
                    <a:pt x="1028" y="4506"/>
                    <a:pt x="1249" y="4506"/>
                  </a:cubicBezTo>
                  <a:cubicBezTo>
                    <a:pt x="1308" y="4506"/>
                    <a:pt x="1366" y="4491"/>
                    <a:pt x="1418" y="4458"/>
                  </a:cubicBezTo>
                  <a:lnTo>
                    <a:pt x="2427" y="3954"/>
                  </a:lnTo>
                  <a:lnTo>
                    <a:pt x="3403" y="4458"/>
                  </a:lnTo>
                  <a:cubicBezTo>
                    <a:pt x="3465" y="4489"/>
                    <a:pt x="3528" y="4503"/>
                    <a:pt x="3589" y="4503"/>
                  </a:cubicBezTo>
                  <a:cubicBezTo>
                    <a:pt x="3839" y="4503"/>
                    <a:pt x="4052" y="4270"/>
                    <a:pt x="4002" y="4017"/>
                  </a:cubicBezTo>
                  <a:lnTo>
                    <a:pt x="3781" y="2914"/>
                  </a:lnTo>
                  <a:lnTo>
                    <a:pt x="4569" y="2127"/>
                  </a:lnTo>
                  <a:cubicBezTo>
                    <a:pt x="4978" y="1906"/>
                    <a:pt x="4821" y="1465"/>
                    <a:pt x="4474" y="1434"/>
                  </a:cubicBezTo>
                  <a:lnTo>
                    <a:pt x="3372" y="1276"/>
                  </a:lnTo>
                  <a:lnTo>
                    <a:pt x="2836" y="236"/>
                  </a:lnTo>
                  <a:cubicBezTo>
                    <a:pt x="2757" y="79"/>
                    <a:pt x="2616" y="0"/>
                    <a:pt x="247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4" name="Google Shape;2094;p44"/>
            <p:cNvSpPr/>
            <p:nvPr/>
          </p:nvSpPr>
          <p:spPr>
            <a:xfrm>
              <a:off x="-42062025" y="2316000"/>
              <a:ext cx="319000" cy="317700"/>
            </a:xfrm>
            <a:custGeom>
              <a:rect b="b" l="l" r="r" t="t"/>
              <a:pathLst>
                <a:path extrusionOk="0" h="12708" w="12760">
                  <a:moveTo>
                    <a:pt x="9610" y="851"/>
                  </a:moveTo>
                  <a:lnTo>
                    <a:pt x="8129" y="2615"/>
                  </a:lnTo>
                  <a:cubicBezTo>
                    <a:pt x="8097" y="2584"/>
                    <a:pt x="8034" y="2584"/>
                    <a:pt x="7940" y="2584"/>
                  </a:cubicBezTo>
                  <a:lnTo>
                    <a:pt x="4821" y="2584"/>
                  </a:lnTo>
                  <a:cubicBezTo>
                    <a:pt x="4758" y="2584"/>
                    <a:pt x="4726" y="2584"/>
                    <a:pt x="4632" y="2615"/>
                  </a:cubicBezTo>
                  <a:lnTo>
                    <a:pt x="3183" y="851"/>
                  </a:lnTo>
                  <a:close/>
                  <a:moveTo>
                    <a:pt x="7530" y="3371"/>
                  </a:moveTo>
                  <a:lnTo>
                    <a:pt x="6396" y="4726"/>
                  </a:lnTo>
                  <a:lnTo>
                    <a:pt x="5293" y="3371"/>
                  </a:lnTo>
                  <a:close/>
                  <a:moveTo>
                    <a:pt x="10555" y="1009"/>
                  </a:moveTo>
                  <a:lnTo>
                    <a:pt x="11783" y="2237"/>
                  </a:lnTo>
                  <a:lnTo>
                    <a:pt x="8759" y="5923"/>
                  </a:lnTo>
                  <a:cubicBezTo>
                    <a:pt x="8255" y="5545"/>
                    <a:pt x="7719" y="5262"/>
                    <a:pt x="7121" y="5136"/>
                  </a:cubicBezTo>
                  <a:lnTo>
                    <a:pt x="10555" y="1009"/>
                  </a:lnTo>
                  <a:close/>
                  <a:moveTo>
                    <a:pt x="2269" y="1040"/>
                  </a:moveTo>
                  <a:lnTo>
                    <a:pt x="5703" y="5199"/>
                  </a:lnTo>
                  <a:cubicBezTo>
                    <a:pt x="5104" y="5293"/>
                    <a:pt x="4506" y="5545"/>
                    <a:pt x="4033" y="5986"/>
                  </a:cubicBezTo>
                  <a:cubicBezTo>
                    <a:pt x="3214" y="4947"/>
                    <a:pt x="1040" y="2269"/>
                    <a:pt x="1040" y="2269"/>
                  </a:cubicBezTo>
                  <a:lnTo>
                    <a:pt x="2269" y="1040"/>
                  </a:lnTo>
                  <a:close/>
                  <a:moveTo>
                    <a:pt x="6349" y="5978"/>
                  </a:moveTo>
                  <a:cubicBezTo>
                    <a:pt x="7097" y="5978"/>
                    <a:pt x="7845" y="6254"/>
                    <a:pt x="8412" y="6805"/>
                  </a:cubicBezTo>
                  <a:lnTo>
                    <a:pt x="8538" y="6932"/>
                  </a:lnTo>
                  <a:cubicBezTo>
                    <a:pt x="8633" y="7026"/>
                    <a:pt x="8727" y="7152"/>
                    <a:pt x="8822" y="7278"/>
                  </a:cubicBezTo>
                  <a:cubicBezTo>
                    <a:pt x="9452" y="8097"/>
                    <a:pt x="9484" y="9168"/>
                    <a:pt x="9137" y="10082"/>
                  </a:cubicBezTo>
                  <a:cubicBezTo>
                    <a:pt x="8662" y="11199"/>
                    <a:pt x="7524" y="11885"/>
                    <a:pt x="6358" y="11885"/>
                  </a:cubicBezTo>
                  <a:cubicBezTo>
                    <a:pt x="5978" y="11885"/>
                    <a:pt x="5595" y="11812"/>
                    <a:pt x="5230" y="11657"/>
                  </a:cubicBezTo>
                  <a:cubicBezTo>
                    <a:pt x="3340" y="10870"/>
                    <a:pt x="2805" y="8412"/>
                    <a:pt x="4159" y="6932"/>
                  </a:cubicBezTo>
                  <a:lnTo>
                    <a:pt x="4285" y="6805"/>
                  </a:lnTo>
                  <a:cubicBezTo>
                    <a:pt x="4852" y="6254"/>
                    <a:pt x="5601" y="5978"/>
                    <a:pt x="6349" y="5978"/>
                  </a:cubicBezTo>
                  <a:close/>
                  <a:moveTo>
                    <a:pt x="2269" y="0"/>
                  </a:moveTo>
                  <a:cubicBezTo>
                    <a:pt x="2143" y="0"/>
                    <a:pt x="2048" y="32"/>
                    <a:pt x="1954" y="95"/>
                  </a:cubicBezTo>
                  <a:lnTo>
                    <a:pt x="158" y="1922"/>
                  </a:lnTo>
                  <a:cubicBezTo>
                    <a:pt x="1" y="2080"/>
                    <a:pt x="1" y="2300"/>
                    <a:pt x="95" y="2458"/>
                  </a:cubicBezTo>
                  <a:lnTo>
                    <a:pt x="3372" y="6522"/>
                  </a:lnTo>
                  <a:cubicBezTo>
                    <a:pt x="1985" y="8255"/>
                    <a:pt x="2395" y="10807"/>
                    <a:pt x="4254" y="12035"/>
                  </a:cubicBezTo>
                  <a:cubicBezTo>
                    <a:pt x="4911" y="12489"/>
                    <a:pt x="5659" y="12708"/>
                    <a:pt x="6397" y="12708"/>
                  </a:cubicBezTo>
                  <a:cubicBezTo>
                    <a:pt x="7606" y="12708"/>
                    <a:pt x="8791" y="12122"/>
                    <a:pt x="9515" y="11027"/>
                  </a:cubicBezTo>
                  <a:cubicBezTo>
                    <a:pt x="10429" y="9641"/>
                    <a:pt x="10397" y="7814"/>
                    <a:pt x="9326" y="6522"/>
                  </a:cubicBezTo>
                  <a:lnTo>
                    <a:pt x="12634" y="2458"/>
                  </a:lnTo>
                  <a:cubicBezTo>
                    <a:pt x="12760" y="2300"/>
                    <a:pt x="12760" y="2080"/>
                    <a:pt x="12603" y="1922"/>
                  </a:cubicBezTo>
                  <a:lnTo>
                    <a:pt x="10775" y="95"/>
                  </a:lnTo>
                  <a:cubicBezTo>
                    <a:pt x="10712" y="32"/>
                    <a:pt x="10555" y="0"/>
                    <a:pt x="1042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95" name="Google Shape;2095;p44"/>
          <p:cNvSpPr/>
          <p:nvPr/>
        </p:nvSpPr>
        <p:spPr>
          <a:xfrm>
            <a:off x="2024779" y="2430590"/>
            <a:ext cx="291455" cy="289074"/>
          </a:xfrm>
          <a:custGeom>
            <a:rect b="b" l="l" r="r" t="t"/>
            <a:pathLst>
              <a:path extrusionOk="0" h="12750" w="12855">
                <a:moveTo>
                  <a:pt x="6304" y="770"/>
                </a:moveTo>
                <a:cubicBezTo>
                  <a:pt x="6519" y="770"/>
                  <a:pt x="6711" y="952"/>
                  <a:pt x="6711" y="1186"/>
                </a:cubicBezTo>
                <a:lnTo>
                  <a:pt x="6711" y="1659"/>
                </a:lnTo>
                <a:cubicBezTo>
                  <a:pt x="6569" y="1643"/>
                  <a:pt x="6435" y="1635"/>
                  <a:pt x="6302" y="1635"/>
                </a:cubicBezTo>
                <a:cubicBezTo>
                  <a:pt x="6168" y="1635"/>
                  <a:pt x="6034" y="1643"/>
                  <a:pt x="5892" y="1659"/>
                </a:cubicBezTo>
                <a:lnTo>
                  <a:pt x="5892" y="1186"/>
                </a:lnTo>
                <a:cubicBezTo>
                  <a:pt x="5892" y="1029"/>
                  <a:pt x="5955" y="934"/>
                  <a:pt x="6081" y="840"/>
                </a:cubicBezTo>
                <a:cubicBezTo>
                  <a:pt x="6154" y="791"/>
                  <a:pt x="6230" y="770"/>
                  <a:pt x="6304" y="770"/>
                </a:cubicBezTo>
                <a:close/>
                <a:moveTo>
                  <a:pt x="6249" y="2423"/>
                </a:moveTo>
                <a:cubicBezTo>
                  <a:pt x="7067" y="2423"/>
                  <a:pt x="7748" y="3312"/>
                  <a:pt x="7373" y="4148"/>
                </a:cubicBezTo>
                <a:cubicBezTo>
                  <a:pt x="7184" y="4619"/>
                  <a:pt x="6731" y="4914"/>
                  <a:pt x="6251" y="4914"/>
                </a:cubicBezTo>
                <a:cubicBezTo>
                  <a:pt x="6089" y="4914"/>
                  <a:pt x="5925" y="4881"/>
                  <a:pt x="5766" y="4809"/>
                </a:cubicBezTo>
                <a:cubicBezTo>
                  <a:pt x="5136" y="4557"/>
                  <a:pt x="4852" y="3707"/>
                  <a:pt x="5230" y="3045"/>
                </a:cubicBezTo>
                <a:cubicBezTo>
                  <a:pt x="5325" y="2856"/>
                  <a:pt x="5482" y="2699"/>
                  <a:pt x="5640" y="2604"/>
                </a:cubicBezTo>
                <a:cubicBezTo>
                  <a:pt x="5766" y="2541"/>
                  <a:pt x="5892" y="2510"/>
                  <a:pt x="6018" y="2447"/>
                </a:cubicBezTo>
                <a:cubicBezTo>
                  <a:pt x="6096" y="2431"/>
                  <a:pt x="6173" y="2423"/>
                  <a:pt x="6249" y="2423"/>
                </a:cubicBezTo>
                <a:close/>
                <a:moveTo>
                  <a:pt x="4852" y="5156"/>
                </a:moveTo>
                <a:cubicBezTo>
                  <a:pt x="5041" y="5377"/>
                  <a:pt x="5293" y="5534"/>
                  <a:pt x="5577" y="5597"/>
                </a:cubicBezTo>
                <a:lnTo>
                  <a:pt x="3939" y="8243"/>
                </a:lnTo>
                <a:lnTo>
                  <a:pt x="2962" y="8243"/>
                </a:lnTo>
                <a:lnTo>
                  <a:pt x="4852" y="5156"/>
                </a:lnTo>
                <a:close/>
                <a:moveTo>
                  <a:pt x="7719" y="5187"/>
                </a:moveTo>
                <a:lnTo>
                  <a:pt x="9610" y="8243"/>
                </a:lnTo>
                <a:lnTo>
                  <a:pt x="8633" y="8243"/>
                </a:lnTo>
                <a:lnTo>
                  <a:pt x="7026" y="5597"/>
                </a:lnTo>
                <a:cubicBezTo>
                  <a:pt x="7310" y="5503"/>
                  <a:pt x="7530" y="5377"/>
                  <a:pt x="7719" y="5187"/>
                </a:cubicBezTo>
                <a:close/>
                <a:moveTo>
                  <a:pt x="6333" y="6007"/>
                </a:moveTo>
                <a:lnTo>
                  <a:pt x="7688" y="8275"/>
                </a:lnTo>
                <a:lnTo>
                  <a:pt x="7467" y="8275"/>
                </a:lnTo>
                <a:lnTo>
                  <a:pt x="7467" y="8243"/>
                </a:lnTo>
                <a:cubicBezTo>
                  <a:pt x="7373" y="7960"/>
                  <a:pt x="7215" y="7771"/>
                  <a:pt x="6995" y="7613"/>
                </a:cubicBezTo>
                <a:cubicBezTo>
                  <a:pt x="6783" y="7462"/>
                  <a:pt x="6545" y="7391"/>
                  <a:pt x="6310" y="7391"/>
                </a:cubicBezTo>
                <a:cubicBezTo>
                  <a:pt x="5812" y="7391"/>
                  <a:pt x="5329" y="7708"/>
                  <a:pt x="5136" y="8243"/>
                </a:cubicBezTo>
                <a:lnTo>
                  <a:pt x="4947" y="8243"/>
                </a:lnTo>
                <a:lnTo>
                  <a:pt x="6333" y="6007"/>
                </a:lnTo>
                <a:close/>
                <a:moveTo>
                  <a:pt x="6274" y="8212"/>
                </a:moveTo>
                <a:cubicBezTo>
                  <a:pt x="6325" y="8212"/>
                  <a:pt x="6377" y="8222"/>
                  <a:pt x="6428" y="8243"/>
                </a:cubicBezTo>
                <a:cubicBezTo>
                  <a:pt x="6585" y="8306"/>
                  <a:pt x="6680" y="8495"/>
                  <a:pt x="6680" y="8653"/>
                </a:cubicBezTo>
                <a:cubicBezTo>
                  <a:pt x="6704" y="8901"/>
                  <a:pt x="6515" y="9071"/>
                  <a:pt x="6295" y="9071"/>
                </a:cubicBezTo>
                <a:cubicBezTo>
                  <a:pt x="6235" y="9071"/>
                  <a:pt x="6173" y="9058"/>
                  <a:pt x="6113" y="9031"/>
                </a:cubicBezTo>
                <a:cubicBezTo>
                  <a:pt x="5924" y="8968"/>
                  <a:pt x="5798" y="8716"/>
                  <a:pt x="5892" y="8495"/>
                </a:cubicBezTo>
                <a:cubicBezTo>
                  <a:pt x="5941" y="8326"/>
                  <a:pt x="6101" y="8212"/>
                  <a:pt x="6274" y="8212"/>
                </a:cubicBezTo>
                <a:close/>
                <a:moveTo>
                  <a:pt x="3435" y="9063"/>
                </a:moveTo>
                <a:lnTo>
                  <a:pt x="1891" y="11583"/>
                </a:lnTo>
                <a:cubicBezTo>
                  <a:pt x="1576" y="11205"/>
                  <a:pt x="1513" y="10606"/>
                  <a:pt x="1796" y="10165"/>
                </a:cubicBezTo>
                <a:lnTo>
                  <a:pt x="2458" y="9063"/>
                </a:lnTo>
                <a:close/>
                <a:moveTo>
                  <a:pt x="10145" y="9063"/>
                </a:moveTo>
                <a:lnTo>
                  <a:pt x="10807" y="10165"/>
                </a:lnTo>
                <a:cubicBezTo>
                  <a:pt x="11027" y="10606"/>
                  <a:pt x="10996" y="11205"/>
                  <a:pt x="10681" y="11583"/>
                </a:cubicBezTo>
                <a:lnTo>
                  <a:pt x="9169" y="9063"/>
                </a:lnTo>
                <a:close/>
                <a:moveTo>
                  <a:pt x="6256" y="1"/>
                </a:moveTo>
                <a:cubicBezTo>
                  <a:pt x="5728" y="1"/>
                  <a:pt x="5259" y="331"/>
                  <a:pt x="5104" y="871"/>
                </a:cubicBezTo>
                <a:cubicBezTo>
                  <a:pt x="5041" y="997"/>
                  <a:pt x="5041" y="1123"/>
                  <a:pt x="5041" y="1218"/>
                </a:cubicBezTo>
                <a:lnTo>
                  <a:pt x="5041" y="2069"/>
                </a:lnTo>
                <a:cubicBezTo>
                  <a:pt x="4317" y="2604"/>
                  <a:pt x="4033" y="3581"/>
                  <a:pt x="4348" y="4431"/>
                </a:cubicBezTo>
                <a:cubicBezTo>
                  <a:pt x="4002" y="4998"/>
                  <a:pt x="2836" y="6920"/>
                  <a:pt x="1985" y="8275"/>
                </a:cubicBezTo>
                <a:lnTo>
                  <a:pt x="473" y="8275"/>
                </a:lnTo>
                <a:cubicBezTo>
                  <a:pt x="284" y="8275"/>
                  <a:pt x="95" y="8432"/>
                  <a:pt x="64" y="8653"/>
                </a:cubicBezTo>
                <a:cubicBezTo>
                  <a:pt x="1" y="8874"/>
                  <a:pt x="221" y="9094"/>
                  <a:pt x="442" y="9094"/>
                </a:cubicBezTo>
                <a:lnTo>
                  <a:pt x="1418" y="9094"/>
                </a:lnTo>
                <a:lnTo>
                  <a:pt x="1009" y="9787"/>
                </a:lnTo>
                <a:cubicBezTo>
                  <a:pt x="599" y="10417"/>
                  <a:pt x="599" y="11236"/>
                  <a:pt x="946" y="11866"/>
                </a:cubicBezTo>
                <a:cubicBezTo>
                  <a:pt x="1103" y="12182"/>
                  <a:pt x="1387" y="12465"/>
                  <a:pt x="1702" y="12654"/>
                </a:cubicBezTo>
                <a:cubicBezTo>
                  <a:pt x="1761" y="12694"/>
                  <a:pt x="1827" y="12711"/>
                  <a:pt x="1893" y="12711"/>
                </a:cubicBezTo>
                <a:cubicBezTo>
                  <a:pt x="2037" y="12711"/>
                  <a:pt x="2182" y="12626"/>
                  <a:pt x="2269" y="12497"/>
                </a:cubicBezTo>
                <a:lnTo>
                  <a:pt x="4348" y="9094"/>
                </a:lnTo>
                <a:lnTo>
                  <a:pt x="5041" y="9094"/>
                </a:lnTo>
                <a:cubicBezTo>
                  <a:pt x="5167" y="9504"/>
                  <a:pt x="5482" y="9787"/>
                  <a:pt x="5829" y="9882"/>
                </a:cubicBezTo>
                <a:cubicBezTo>
                  <a:pt x="5961" y="9928"/>
                  <a:pt x="6096" y="9950"/>
                  <a:pt x="6227" y="9950"/>
                </a:cubicBezTo>
                <a:cubicBezTo>
                  <a:pt x="6628" y="9950"/>
                  <a:pt x="7002" y="9749"/>
                  <a:pt x="7215" y="9441"/>
                </a:cubicBezTo>
                <a:cubicBezTo>
                  <a:pt x="7310" y="9346"/>
                  <a:pt x="7373" y="9189"/>
                  <a:pt x="7373" y="9189"/>
                </a:cubicBezTo>
                <a:lnTo>
                  <a:pt x="8097" y="9189"/>
                </a:lnTo>
                <a:lnTo>
                  <a:pt x="10145" y="12528"/>
                </a:lnTo>
                <a:cubicBezTo>
                  <a:pt x="10207" y="12673"/>
                  <a:pt x="10337" y="12750"/>
                  <a:pt x="10473" y="12750"/>
                </a:cubicBezTo>
                <a:cubicBezTo>
                  <a:pt x="10544" y="12750"/>
                  <a:pt x="10616" y="12729"/>
                  <a:pt x="10681" y="12686"/>
                </a:cubicBezTo>
                <a:cubicBezTo>
                  <a:pt x="11657" y="12119"/>
                  <a:pt x="11972" y="10795"/>
                  <a:pt x="11405" y="9850"/>
                </a:cubicBezTo>
                <a:lnTo>
                  <a:pt x="10996" y="9189"/>
                </a:lnTo>
                <a:lnTo>
                  <a:pt x="12288" y="9189"/>
                </a:lnTo>
                <a:cubicBezTo>
                  <a:pt x="12508" y="9189"/>
                  <a:pt x="12697" y="9031"/>
                  <a:pt x="12729" y="8842"/>
                </a:cubicBezTo>
                <a:cubicBezTo>
                  <a:pt x="12855" y="8432"/>
                  <a:pt x="12666" y="8243"/>
                  <a:pt x="12382" y="8243"/>
                </a:cubicBezTo>
                <a:lnTo>
                  <a:pt x="10555" y="8243"/>
                </a:lnTo>
                <a:lnTo>
                  <a:pt x="8192" y="4368"/>
                </a:lnTo>
                <a:cubicBezTo>
                  <a:pt x="8507" y="3549"/>
                  <a:pt x="8255" y="2573"/>
                  <a:pt x="7499" y="2005"/>
                </a:cubicBezTo>
                <a:lnTo>
                  <a:pt x="7499" y="1218"/>
                </a:lnTo>
                <a:cubicBezTo>
                  <a:pt x="7499" y="682"/>
                  <a:pt x="7152" y="210"/>
                  <a:pt x="6617" y="52"/>
                </a:cubicBezTo>
                <a:cubicBezTo>
                  <a:pt x="6495" y="18"/>
                  <a:pt x="6374" y="1"/>
                  <a:pt x="625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96" name="Google Shape;2096;p44"/>
          <p:cNvGrpSpPr/>
          <p:nvPr/>
        </p:nvGrpSpPr>
        <p:grpSpPr>
          <a:xfrm>
            <a:off x="731210" y="2870734"/>
            <a:ext cx="254295" cy="283588"/>
            <a:chOff x="-40150450" y="1977325"/>
            <a:chExt cx="280400" cy="312700"/>
          </a:xfrm>
        </p:grpSpPr>
        <p:sp>
          <p:nvSpPr>
            <p:cNvPr id="2097" name="Google Shape;2097;p44"/>
            <p:cNvSpPr/>
            <p:nvPr/>
          </p:nvSpPr>
          <p:spPr>
            <a:xfrm>
              <a:off x="-40052800" y="2041125"/>
              <a:ext cx="25" cy="25"/>
            </a:xfrm>
            <a:custGeom>
              <a:rect b="b" l="l" r="r" t="t"/>
              <a:pathLst>
                <a:path extrusionOk="0" h="1" w="1">
                  <a:moveTo>
                    <a:pt x="1" y="0"/>
                  </a:move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8" name="Google Shape;2098;p44"/>
            <p:cNvSpPr/>
            <p:nvPr/>
          </p:nvSpPr>
          <p:spPr>
            <a:xfrm>
              <a:off x="-40150450" y="1977325"/>
              <a:ext cx="280400" cy="312700"/>
            </a:xfrm>
            <a:custGeom>
              <a:rect b="b" l="l" r="r" t="t"/>
              <a:pathLst>
                <a:path extrusionOk="0" h="12508" w="11216">
                  <a:moveTo>
                    <a:pt x="8379" y="838"/>
                  </a:moveTo>
                  <a:cubicBezTo>
                    <a:pt x="8626" y="838"/>
                    <a:pt x="8880" y="873"/>
                    <a:pt x="9137" y="946"/>
                  </a:cubicBezTo>
                  <a:cubicBezTo>
                    <a:pt x="8948" y="1733"/>
                    <a:pt x="8506" y="2300"/>
                    <a:pt x="7971" y="2615"/>
                  </a:cubicBezTo>
                  <a:cubicBezTo>
                    <a:pt x="7908" y="2678"/>
                    <a:pt x="7876" y="2678"/>
                    <a:pt x="7876" y="2678"/>
                  </a:cubicBezTo>
                  <a:cubicBezTo>
                    <a:pt x="7861" y="2694"/>
                    <a:pt x="7853" y="2694"/>
                    <a:pt x="7845" y="2694"/>
                  </a:cubicBezTo>
                  <a:cubicBezTo>
                    <a:pt x="7837" y="2694"/>
                    <a:pt x="7829" y="2694"/>
                    <a:pt x="7813" y="2710"/>
                  </a:cubicBezTo>
                  <a:cubicBezTo>
                    <a:pt x="7470" y="2868"/>
                    <a:pt x="7083" y="2938"/>
                    <a:pt x="6744" y="2938"/>
                  </a:cubicBezTo>
                  <a:cubicBezTo>
                    <a:pt x="6678" y="2938"/>
                    <a:pt x="6615" y="2935"/>
                    <a:pt x="6553" y="2930"/>
                  </a:cubicBezTo>
                  <a:lnTo>
                    <a:pt x="6459" y="2930"/>
                  </a:lnTo>
                  <a:cubicBezTo>
                    <a:pt x="6301" y="2930"/>
                    <a:pt x="6112" y="2899"/>
                    <a:pt x="5955" y="2867"/>
                  </a:cubicBezTo>
                  <a:cubicBezTo>
                    <a:pt x="6240" y="1597"/>
                    <a:pt x="7230" y="838"/>
                    <a:pt x="8379" y="838"/>
                  </a:cubicBezTo>
                  <a:close/>
                  <a:moveTo>
                    <a:pt x="9798" y="8538"/>
                  </a:moveTo>
                  <a:lnTo>
                    <a:pt x="9798" y="8538"/>
                  </a:lnTo>
                  <a:cubicBezTo>
                    <a:pt x="9831" y="8545"/>
                    <a:pt x="9862" y="8554"/>
                    <a:pt x="9892" y="8565"/>
                  </a:cubicBezTo>
                  <a:lnTo>
                    <a:pt x="9892" y="8565"/>
                  </a:lnTo>
                  <a:cubicBezTo>
                    <a:pt x="9829" y="8546"/>
                    <a:pt x="9798" y="8538"/>
                    <a:pt x="9798" y="8538"/>
                  </a:cubicBezTo>
                  <a:close/>
                  <a:moveTo>
                    <a:pt x="3433" y="3256"/>
                  </a:moveTo>
                  <a:cubicBezTo>
                    <a:pt x="3506" y="3256"/>
                    <a:pt x="3570" y="3264"/>
                    <a:pt x="3623" y="3277"/>
                  </a:cubicBezTo>
                  <a:cubicBezTo>
                    <a:pt x="4064" y="3403"/>
                    <a:pt x="4631" y="3970"/>
                    <a:pt x="5167" y="4128"/>
                  </a:cubicBezTo>
                  <a:cubicBezTo>
                    <a:pt x="5293" y="4159"/>
                    <a:pt x="5419" y="4159"/>
                    <a:pt x="5514" y="4159"/>
                  </a:cubicBezTo>
                  <a:lnTo>
                    <a:pt x="5577" y="4159"/>
                  </a:lnTo>
                  <a:cubicBezTo>
                    <a:pt x="5923" y="4159"/>
                    <a:pt x="6270" y="3907"/>
                    <a:pt x="6585" y="3718"/>
                  </a:cubicBezTo>
                  <a:cubicBezTo>
                    <a:pt x="7152" y="3718"/>
                    <a:pt x="7687" y="3592"/>
                    <a:pt x="8160" y="3371"/>
                  </a:cubicBezTo>
                  <a:cubicBezTo>
                    <a:pt x="9294" y="3812"/>
                    <a:pt x="10838" y="5388"/>
                    <a:pt x="9767" y="8475"/>
                  </a:cubicBezTo>
                  <a:cubicBezTo>
                    <a:pt x="9420" y="9672"/>
                    <a:pt x="8506" y="11342"/>
                    <a:pt x="7561" y="11594"/>
                  </a:cubicBezTo>
                  <a:cubicBezTo>
                    <a:pt x="7484" y="11627"/>
                    <a:pt x="7404" y="11641"/>
                    <a:pt x="7319" y="11641"/>
                  </a:cubicBezTo>
                  <a:cubicBezTo>
                    <a:pt x="7161" y="11641"/>
                    <a:pt x="6990" y="11593"/>
                    <a:pt x="6805" y="11531"/>
                  </a:cubicBezTo>
                  <a:cubicBezTo>
                    <a:pt x="6459" y="11279"/>
                    <a:pt x="6081" y="11027"/>
                    <a:pt x="5608" y="11027"/>
                  </a:cubicBezTo>
                  <a:cubicBezTo>
                    <a:pt x="5482" y="11027"/>
                    <a:pt x="5356" y="11027"/>
                    <a:pt x="5135" y="11059"/>
                  </a:cubicBezTo>
                  <a:cubicBezTo>
                    <a:pt x="4820" y="11122"/>
                    <a:pt x="4537" y="11311"/>
                    <a:pt x="4253" y="11468"/>
                  </a:cubicBezTo>
                  <a:cubicBezTo>
                    <a:pt x="4094" y="11568"/>
                    <a:pt x="3934" y="11630"/>
                    <a:pt x="3767" y="11630"/>
                  </a:cubicBezTo>
                  <a:cubicBezTo>
                    <a:pt x="3670" y="11630"/>
                    <a:pt x="3570" y="11609"/>
                    <a:pt x="3466" y="11563"/>
                  </a:cubicBezTo>
                  <a:cubicBezTo>
                    <a:pt x="3119" y="11437"/>
                    <a:pt x="2804" y="11122"/>
                    <a:pt x="2552" y="10838"/>
                  </a:cubicBezTo>
                  <a:cubicBezTo>
                    <a:pt x="1386" y="9515"/>
                    <a:pt x="0" y="6207"/>
                    <a:pt x="1670" y="4222"/>
                  </a:cubicBezTo>
                  <a:cubicBezTo>
                    <a:pt x="2238" y="3518"/>
                    <a:pt x="2992" y="3256"/>
                    <a:pt x="3433" y="3256"/>
                  </a:cubicBezTo>
                  <a:close/>
                  <a:moveTo>
                    <a:pt x="8415" y="0"/>
                  </a:moveTo>
                  <a:cubicBezTo>
                    <a:pt x="7084" y="0"/>
                    <a:pt x="5925" y="752"/>
                    <a:pt x="5356" y="1985"/>
                  </a:cubicBezTo>
                  <a:cubicBezTo>
                    <a:pt x="5104" y="1576"/>
                    <a:pt x="4663" y="1198"/>
                    <a:pt x="4190" y="977"/>
                  </a:cubicBezTo>
                  <a:lnTo>
                    <a:pt x="4033" y="883"/>
                  </a:lnTo>
                  <a:cubicBezTo>
                    <a:pt x="3975" y="858"/>
                    <a:pt x="3917" y="846"/>
                    <a:pt x="3862" y="846"/>
                  </a:cubicBezTo>
                  <a:cubicBezTo>
                    <a:pt x="3703" y="846"/>
                    <a:pt x="3559" y="940"/>
                    <a:pt x="3466" y="1103"/>
                  </a:cubicBezTo>
                  <a:cubicBezTo>
                    <a:pt x="3340" y="1292"/>
                    <a:pt x="3466" y="1513"/>
                    <a:pt x="3655" y="1639"/>
                  </a:cubicBezTo>
                  <a:lnTo>
                    <a:pt x="3812" y="1733"/>
                  </a:lnTo>
                  <a:cubicBezTo>
                    <a:pt x="4411" y="1985"/>
                    <a:pt x="4820" y="2521"/>
                    <a:pt x="4978" y="3088"/>
                  </a:cubicBezTo>
                  <a:cubicBezTo>
                    <a:pt x="4600" y="2867"/>
                    <a:pt x="4253" y="2615"/>
                    <a:pt x="3907" y="2521"/>
                  </a:cubicBezTo>
                  <a:cubicBezTo>
                    <a:pt x="3773" y="2479"/>
                    <a:pt x="3623" y="2459"/>
                    <a:pt x="3462" y="2459"/>
                  </a:cubicBezTo>
                  <a:cubicBezTo>
                    <a:pt x="2151" y="2459"/>
                    <a:pt x="126" y="3831"/>
                    <a:pt x="126" y="6553"/>
                  </a:cubicBezTo>
                  <a:cubicBezTo>
                    <a:pt x="126" y="8034"/>
                    <a:pt x="725" y="9641"/>
                    <a:pt x="1544" y="10870"/>
                  </a:cubicBezTo>
                  <a:cubicBezTo>
                    <a:pt x="2365" y="12070"/>
                    <a:pt x="3159" y="12482"/>
                    <a:pt x="3830" y="12482"/>
                  </a:cubicBezTo>
                  <a:cubicBezTo>
                    <a:pt x="4162" y="12482"/>
                    <a:pt x="4465" y="12381"/>
                    <a:pt x="4726" y="12224"/>
                  </a:cubicBezTo>
                  <a:cubicBezTo>
                    <a:pt x="4978" y="12067"/>
                    <a:pt x="5324" y="11846"/>
                    <a:pt x="5514" y="11846"/>
                  </a:cubicBezTo>
                  <a:cubicBezTo>
                    <a:pt x="5545" y="11846"/>
                    <a:pt x="5573" y="11844"/>
                    <a:pt x="5602" y="11844"/>
                  </a:cubicBezTo>
                  <a:cubicBezTo>
                    <a:pt x="5689" y="11844"/>
                    <a:pt x="5789" y="11862"/>
                    <a:pt x="6049" y="12004"/>
                  </a:cubicBezTo>
                  <a:lnTo>
                    <a:pt x="6396" y="12224"/>
                  </a:lnTo>
                  <a:cubicBezTo>
                    <a:pt x="6711" y="12445"/>
                    <a:pt x="6994" y="12508"/>
                    <a:pt x="7309" y="12508"/>
                  </a:cubicBezTo>
                  <a:cubicBezTo>
                    <a:pt x="8822" y="12508"/>
                    <a:pt x="10082" y="10302"/>
                    <a:pt x="10617" y="8853"/>
                  </a:cubicBezTo>
                  <a:cubicBezTo>
                    <a:pt x="11121" y="7246"/>
                    <a:pt x="11216" y="5514"/>
                    <a:pt x="10271" y="4096"/>
                  </a:cubicBezTo>
                  <a:cubicBezTo>
                    <a:pt x="9924" y="3560"/>
                    <a:pt x="9452" y="3151"/>
                    <a:pt x="8979" y="2867"/>
                  </a:cubicBezTo>
                  <a:cubicBezTo>
                    <a:pt x="9546" y="2363"/>
                    <a:pt x="9924" y="1607"/>
                    <a:pt x="10050" y="693"/>
                  </a:cubicBezTo>
                  <a:cubicBezTo>
                    <a:pt x="10082" y="504"/>
                    <a:pt x="9956" y="347"/>
                    <a:pt x="9767" y="252"/>
                  </a:cubicBezTo>
                  <a:cubicBezTo>
                    <a:pt x="9308" y="81"/>
                    <a:pt x="8852" y="0"/>
                    <a:pt x="841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9" name="Google Shape;2099;p44"/>
            <p:cNvSpPr/>
            <p:nvPr/>
          </p:nvSpPr>
          <p:spPr>
            <a:xfrm>
              <a:off x="-39925200" y="2108075"/>
              <a:ext cx="25" cy="25"/>
            </a:xfrm>
            <a:custGeom>
              <a:rect b="b" l="l" r="r" t="t"/>
              <a:pathLst>
                <a:path extrusionOk="0" h="1" w="1">
                  <a:moveTo>
                    <a:pt x="1" y="0"/>
                  </a:move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0" name="Google Shape;2100;p44"/>
            <p:cNvSpPr/>
            <p:nvPr/>
          </p:nvSpPr>
          <p:spPr>
            <a:xfrm>
              <a:off x="-39958275" y="2087025"/>
              <a:ext cx="44925" cy="105350"/>
            </a:xfrm>
            <a:custGeom>
              <a:rect b="b" l="l" r="r" t="t"/>
              <a:pathLst>
                <a:path extrusionOk="0" h="4214" w="1797">
                  <a:moveTo>
                    <a:pt x="439" y="1"/>
                  </a:moveTo>
                  <a:cubicBezTo>
                    <a:pt x="326" y="1"/>
                    <a:pt x="216" y="55"/>
                    <a:pt x="126" y="181"/>
                  </a:cubicBezTo>
                  <a:cubicBezTo>
                    <a:pt x="0" y="370"/>
                    <a:pt x="0" y="590"/>
                    <a:pt x="189" y="748"/>
                  </a:cubicBezTo>
                  <a:cubicBezTo>
                    <a:pt x="1009" y="1378"/>
                    <a:pt x="914" y="2638"/>
                    <a:pt x="536" y="3678"/>
                  </a:cubicBezTo>
                  <a:cubicBezTo>
                    <a:pt x="473" y="3867"/>
                    <a:pt x="599" y="4087"/>
                    <a:pt x="819" y="4182"/>
                  </a:cubicBezTo>
                  <a:cubicBezTo>
                    <a:pt x="862" y="4203"/>
                    <a:pt x="908" y="4213"/>
                    <a:pt x="954" y="4213"/>
                  </a:cubicBezTo>
                  <a:cubicBezTo>
                    <a:pt x="1112" y="4213"/>
                    <a:pt x="1275" y="4093"/>
                    <a:pt x="1324" y="3898"/>
                  </a:cubicBezTo>
                  <a:cubicBezTo>
                    <a:pt x="1639" y="2922"/>
                    <a:pt x="1796" y="1787"/>
                    <a:pt x="1324" y="842"/>
                  </a:cubicBezTo>
                  <a:cubicBezTo>
                    <a:pt x="1166" y="559"/>
                    <a:pt x="977" y="275"/>
                    <a:pt x="693" y="86"/>
                  </a:cubicBezTo>
                  <a:cubicBezTo>
                    <a:pt x="612" y="32"/>
                    <a:pt x="525" y="1"/>
                    <a:pt x="43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01" name="Google Shape;2101;p44"/>
          <p:cNvGrpSpPr/>
          <p:nvPr/>
        </p:nvGrpSpPr>
        <p:grpSpPr>
          <a:xfrm>
            <a:off x="726562" y="3302215"/>
            <a:ext cx="263590" cy="287170"/>
            <a:chOff x="-40160700" y="2339625"/>
            <a:chExt cx="290650" cy="316650"/>
          </a:xfrm>
        </p:grpSpPr>
        <p:sp>
          <p:nvSpPr>
            <p:cNvPr id="2102" name="Google Shape;2102;p44"/>
            <p:cNvSpPr/>
            <p:nvPr/>
          </p:nvSpPr>
          <p:spPr>
            <a:xfrm>
              <a:off x="-40005525" y="2552600"/>
              <a:ext cx="70900" cy="62175"/>
            </a:xfrm>
            <a:custGeom>
              <a:rect b="b" l="l" r="r" t="t"/>
              <a:pathLst>
                <a:path extrusionOk="0" h="2487" w="2836">
                  <a:moveTo>
                    <a:pt x="1408" y="807"/>
                  </a:moveTo>
                  <a:cubicBezTo>
                    <a:pt x="1461" y="807"/>
                    <a:pt x="1518" y="817"/>
                    <a:pt x="1575" y="839"/>
                  </a:cubicBezTo>
                  <a:cubicBezTo>
                    <a:pt x="1733" y="902"/>
                    <a:pt x="1796" y="1028"/>
                    <a:pt x="1796" y="1248"/>
                  </a:cubicBezTo>
                  <a:cubicBezTo>
                    <a:pt x="1845" y="1496"/>
                    <a:pt x="1661" y="1666"/>
                    <a:pt x="1442" y="1666"/>
                  </a:cubicBezTo>
                  <a:cubicBezTo>
                    <a:pt x="1383" y="1666"/>
                    <a:pt x="1321" y="1653"/>
                    <a:pt x="1260" y="1626"/>
                  </a:cubicBezTo>
                  <a:cubicBezTo>
                    <a:pt x="1071" y="1563"/>
                    <a:pt x="945" y="1311"/>
                    <a:pt x="1008" y="1091"/>
                  </a:cubicBezTo>
                  <a:cubicBezTo>
                    <a:pt x="1081" y="921"/>
                    <a:pt x="1229" y="807"/>
                    <a:pt x="1408" y="807"/>
                  </a:cubicBezTo>
                  <a:close/>
                  <a:moveTo>
                    <a:pt x="1438" y="1"/>
                  </a:moveTo>
                  <a:cubicBezTo>
                    <a:pt x="1040" y="1"/>
                    <a:pt x="635" y="188"/>
                    <a:pt x="378" y="523"/>
                  </a:cubicBezTo>
                  <a:cubicBezTo>
                    <a:pt x="0" y="1091"/>
                    <a:pt x="158" y="1878"/>
                    <a:pt x="693" y="2256"/>
                  </a:cubicBezTo>
                  <a:cubicBezTo>
                    <a:pt x="909" y="2412"/>
                    <a:pt x="1158" y="2486"/>
                    <a:pt x="1405" y="2486"/>
                  </a:cubicBezTo>
                  <a:cubicBezTo>
                    <a:pt x="1806" y="2486"/>
                    <a:pt x="2204" y="2292"/>
                    <a:pt x="2457" y="1941"/>
                  </a:cubicBezTo>
                  <a:cubicBezTo>
                    <a:pt x="2836" y="1406"/>
                    <a:pt x="2678" y="618"/>
                    <a:pt x="2111" y="208"/>
                  </a:cubicBezTo>
                  <a:cubicBezTo>
                    <a:pt x="1911" y="67"/>
                    <a:pt x="1676" y="1"/>
                    <a:pt x="143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3" name="Google Shape;2103;p44"/>
            <p:cNvSpPr/>
            <p:nvPr/>
          </p:nvSpPr>
          <p:spPr>
            <a:xfrm>
              <a:off x="-40039400" y="2605050"/>
              <a:ext cx="29150" cy="20500"/>
            </a:xfrm>
            <a:custGeom>
              <a:rect b="b" l="l" r="r" t="t"/>
              <a:pathLst>
                <a:path extrusionOk="0" h="820" w="1166">
                  <a:moveTo>
                    <a:pt x="725" y="1"/>
                  </a:moveTo>
                  <a:cubicBezTo>
                    <a:pt x="473" y="1"/>
                    <a:pt x="0" y="190"/>
                    <a:pt x="0" y="410"/>
                  </a:cubicBezTo>
                  <a:cubicBezTo>
                    <a:pt x="0" y="631"/>
                    <a:pt x="473" y="820"/>
                    <a:pt x="725" y="820"/>
                  </a:cubicBezTo>
                  <a:cubicBezTo>
                    <a:pt x="945" y="820"/>
                    <a:pt x="1166" y="631"/>
                    <a:pt x="1166" y="410"/>
                  </a:cubicBezTo>
                  <a:cubicBezTo>
                    <a:pt x="1103" y="158"/>
                    <a:pt x="914" y="1"/>
                    <a:pt x="72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4" name="Google Shape;2104;p44"/>
            <p:cNvSpPr/>
            <p:nvPr/>
          </p:nvSpPr>
          <p:spPr>
            <a:xfrm>
              <a:off x="-40079575" y="2584575"/>
              <a:ext cx="19725" cy="19725"/>
            </a:xfrm>
            <a:custGeom>
              <a:rect b="b" l="l" r="r" t="t"/>
              <a:pathLst>
                <a:path extrusionOk="0" h="789" w="789">
                  <a:moveTo>
                    <a:pt x="410" y="1"/>
                  </a:moveTo>
                  <a:cubicBezTo>
                    <a:pt x="190" y="1"/>
                    <a:pt x="1" y="158"/>
                    <a:pt x="1" y="379"/>
                  </a:cubicBezTo>
                  <a:cubicBezTo>
                    <a:pt x="1" y="599"/>
                    <a:pt x="190" y="788"/>
                    <a:pt x="410" y="788"/>
                  </a:cubicBezTo>
                  <a:cubicBezTo>
                    <a:pt x="631" y="788"/>
                    <a:pt x="788" y="599"/>
                    <a:pt x="788" y="379"/>
                  </a:cubicBezTo>
                  <a:cubicBezTo>
                    <a:pt x="788" y="158"/>
                    <a:pt x="631" y="1"/>
                    <a:pt x="41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5" name="Google Shape;2105;p44"/>
            <p:cNvSpPr/>
            <p:nvPr/>
          </p:nvSpPr>
          <p:spPr>
            <a:xfrm>
              <a:off x="-40160700" y="2339625"/>
              <a:ext cx="290650" cy="316650"/>
            </a:xfrm>
            <a:custGeom>
              <a:rect b="b" l="l" r="r" t="t"/>
              <a:pathLst>
                <a:path extrusionOk="0" h="12666" w="11626">
                  <a:moveTo>
                    <a:pt x="7656" y="820"/>
                  </a:moveTo>
                  <a:cubicBezTo>
                    <a:pt x="7845" y="820"/>
                    <a:pt x="8003" y="946"/>
                    <a:pt x="8066" y="1072"/>
                  </a:cubicBezTo>
                  <a:cubicBezTo>
                    <a:pt x="8129" y="1355"/>
                    <a:pt x="7940" y="1639"/>
                    <a:pt x="7656" y="1639"/>
                  </a:cubicBezTo>
                  <a:lnTo>
                    <a:pt x="4065" y="1639"/>
                  </a:lnTo>
                  <a:cubicBezTo>
                    <a:pt x="3876" y="1639"/>
                    <a:pt x="3687" y="1450"/>
                    <a:pt x="3687" y="1261"/>
                  </a:cubicBezTo>
                  <a:cubicBezTo>
                    <a:pt x="3687" y="1009"/>
                    <a:pt x="3876" y="851"/>
                    <a:pt x="4065" y="820"/>
                  </a:cubicBezTo>
                  <a:close/>
                  <a:moveTo>
                    <a:pt x="7310" y="2458"/>
                  </a:moveTo>
                  <a:lnTo>
                    <a:pt x="7310" y="5860"/>
                  </a:lnTo>
                  <a:cubicBezTo>
                    <a:pt x="7310" y="6270"/>
                    <a:pt x="7467" y="6711"/>
                    <a:pt x="7656" y="7026"/>
                  </a:cubicBezTo>
                  <a:cubicBezTo>
                    <a:pt x="7026" y="7152"/>
                    <a:pt x="6396" y="7404"/>
                    <a:pt x="5797" y="7782"/>
                  </a:cubicBezTo>
                  <a:cubicBezTo>
                    <a:pt x="5146" y="8207"/>
                    <a:pt x="4241" y="8453"/>
                    <a:pt x="3401" y="8453"/>
                  </a:cubicBezTo>
                  <a:cubicBezTo>
                    <a:pt x="3306" y="8453"/>
                    <a:pt x="3212" y="8450"/>
                    <a:pt x="3120" y="8444"/>
                  </a:cubicBezTo>
                  <a:lnTo>
                    <a:pt x="4128" y="7026"/>
                  </a:lnTo>
                  <a:cubicBezTo>
                    <a:pt x="4380" y="6680"/>
                    <a:pt x="4537" y="6239"/>
                    <a:pt x="4537" y="5829"/>
                  </a:cubicBezTo>
                  <a:lnTo>
                    <a:pt x="4537" y="2458"/>
                  </a:lnTo>
                  <a:close/>
                  <a:moveTo>
                    <a:pt x="8192" y="7782"/>
                  </a:moveTo>
                  <a:cubicBezTo>
                    <a:pt x="10775" y="11500"/>
                    <a:pt x="10586" y="11216"/>
                    <a:pt x="10618" y="11279"/>
                  </a:cubicBezTo>
                  <a:cubicBezTo>
                    <a:pt x="10681" y="11563"/>
                    <a:pt x="10523" y="11846"/>
                    <a:pt x="10208" y="11846"/>
                  </a:cubicBezTo>
                  <a:lnTo>
                    <a:pt x="1576" y="11846"/>
                  </a:lnTo>
                  <a:cubicBezTo>
                    <a:pt x="1198" y="11846"/>
                    <a:pt x="1040" y="11437"/>
                    <a:pt x="1198" y="11216"/>
                  </a:cubicBezTo>
                  <a:lnTo>
                    <a:pt x="2584" y="9232"/>
                  </a:lnTo>
                  <a:cubicBezTo>
                    <a:pt x="2825" y="9263"/>
                    <a:pt x="3077" y="9280"/>
                    <a:pt x="3333" y="9280"/>
                  </a:cubicBezTo>
                  <a:cubicBezTo>
                    <a:pt x="4347" y="9280"/>
                    <a:pt x="5434" y="9022"/>
                    <a:pt x="6239" y="8444"/>
                  </a:cubicBezTo>
                  <a:cubicBezTo>
                    <a:pt x="6837" y="8066"/>
                    <a:pt x="7499" y="7814"/>
                    <a:pt x="8192" y="7782"/>
                  </a:cubicBezTo>
                  <a:close/>
                  <a:moveTo>
                    <a:pt x="4128" y="1"/>
                  </a:moveTo>
                  <a:cubicBezTo>
                    <a:pt x="3435" y="1"/>
                    <a:pt x="2899" y="536"/>
                    <a:pt x="2899" y="1261"/>
                  </a:cubicBezTo>
                  <a:cubicBezTo>
                    <a:pt x="2899" y="1765"/>
                    <a:pt x="3214" y="2237"/>
                    <a:pt x="3718" y="2426"/>
                  </a:cubicBezTo>
                  <a:lnTo>
                    <a:pt x="3718" y="5860"/>
                  </a:lnTo>
                  <a:cubicBezTo>
                    <a:pt x="3718" y="6081"/>
                    <a:pt x="3655" y="6365"/>
                    <a:pt x="3498" y="6554"/>
                  </a:cubicBezTo>
                  <a:lnTo>
                    <a:pt x="568" y="10744"/>
                  </a:lnTo>
                  <a:cubicBezTo>
                    <a:pt x="1" y="11563"/>
                    <a:pt x="568" y="12666"/>
                    <a:pt x="1607" y="12666"/>
                  </a:cubicBezTo>
                  <a:lnTo>
                    <a:pt x="10271" y="12666"/>
                  </a:lnTo>
                  <a:cubicBezTo>
                    <a:pt x="10555" y="12666"/>
                    <a:pt x="10870" y="12540"/>
                    <a:pt x="11090" y="12350"/>
                  </a:cubicBezTo>
                  <a:cubicBezTo>
                    <a:pt x="11531" y="11972"/>
                    <a:pt x="11626" y="11248"/>
                    <a:pt x="11248" y="10744"/>
                  </a:cubicBezTo>
                  <a:lnTo>
                    <a:pt x="8318" y="6554"/>
                  </a:lnTo>
                  <a:cubicBezTo>
                    <a:pt x="8160" y="6365"/>
                    <a:pt x="8097" y="6081"/>
                    <a:pt x="8097" y="5860"/>
                  </a:cubicBezTo>
                  <a:lnTo>
                    <a:pt x="8097" y="2426"/>
                  </a:lnTo>
                  <a:cubicBezTo>
                    <a:pt x="8570" y="2269"/>
                    <a:pt x="8916" y="1796"/>
                    <a:pt x="8916" y="1261"/>
                  </a:cubicBezTo>
                  <a:cubicBezTo>
                    <a:pt x="8916" y="568"/>
                    <a:pt x="8381" y="1"/>
                    <a:pt x="768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06" name="Google Shape;2106;p44"/>
          <p:cNvGrpSpPr/>
          <p:nvPr/>
        </p:nvGrpSpPr>
        <p:grpSpPr>
          <a:xfrm>
            <a:off x="713707" y="3737481"/>
            <a:ext cx="289301" cy="287170"/>
            <a:chOff x="-40171725" y="2705875"/>
            <a:chExt cx="319000" cy="316650"/>
          </a:xfrm>
        </p:grpSpPr>
        <p:sp>
          <p:nvSpPr>
            <p:cNvPr id="2107" name="Google Shape;2107;p44"/>
            <p:cNvSpPr/>
            <p:nvPr/>
          </p:nvSpPr>
          <p:spPr>
            <a:xfrm>
              <a:off x="-40068550" y="2788575"/>
              <a:ext cx="48075" cy="58775"/>
            </a:xfrm>
            <a:custGeom>
              <a:rect b="b" l="l" r="r" t="t"/>
              <a:pathLst>
                <a:path extrusionOk="0" h="2351" w="1923">
                  <a:moveTo>
                    <a:pt x="442" y="0"/>
                  </a:moveTo>
                  <a:cubicBezTo>
                    <a:pt x="190" y="0"/>
                    <a:pt x="1" y="158"/>
                    <a:pt x="32" y="410"/>
                  </a:cubicBezTo>
                  <a:cubicBezTo>
                    <a:pt x="32" y="1261"/>
                    <a:pt x="505" y="1985"/>
                    <a:pt x="1261" y="2300"/>
                  </a:cubicBezTo>
                  <a:cubicBezTo>
                    <a:pt x="1322" y="2335"/>
                    <a:pt x="1386" y="2351"/>
                    <a:pt x="1448" y="2351"/>
                  </a:cubicBezTo>
                  <a:cubicBezTo>
                    <a:pt x="1607" y="2351"/>
                    <a:pt x="1751" y="2247"/>
                    <a:pt x="1796" y="2111"/>
                  </a:cubicBezTo>
                  <a:cubicBezTo>
                    <a:pt x="1922" y="1891"/>
                    <a:pt x="1796" y="1639"/>
                    <a:pt x="1607" y="1576"/>
                  </a:cubicBezTo>
                  <a:cubicBezTo>
                    <a:pt x="1135" y="1355"/>
                    <a:pt x="851" y="945"/>
                    <a:pt x="851" y="410"/>
                  </a:cubicBezTo>
                  <a:cubicBezTo>
                    <a:pt x="851" y="189"/>
                    <a:pt x="662" y="0"/>
                    <a:pt x="4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8" name="Google Shape;2108;p44"/>
            <p:cNvSpPr/>
            <p:nvPr/>
          </p:nvSpPr>
          <p:spPr>
            <a:xfrm>
              <a:off x="-40171725" y="2705875"/>
              <a:ext cx="319000" cy="316650"/>
            </a:xfrm>
            <a:custGeom>
              <a:rect b="b" l="l" r="r" t="t"/>
              <a:pathLst>
                <a:path extrusionOk="0" h="12666" w="12760">
                  <a:moveTo>
                    <a:pt x="2489" y="1639"/>
                  </a:moveTo>
                  <a:lnTo>
                    <a:pt x="2489" y="3718"/>
                  </a:lnTo>
                  <a:cubicBezTo>
                    <a:pt x="2489" y="4127"/>
                    <a:pt x="2552" y="4506"/>
                    <a:pt x="2678" y="4884"/>
                  </a:cubicBezTo>
                  <a:cubicBezTo>
                    <a:pt x="1639" y="4600"/>
                    <a:pt x="820" y="3623"/>
                    <a:pt x="820" y="2458"/>
                  </a:cubicBezTo>
                  <a:lnTo>
                    <a:pt x="820" y="2048"/>
                  </a:lnTo>
                  <a:cubicBezTo>
                    <a:pt x="820" y="1796"/>
                    <a:pt x="1009" y="1639"/>
                    <a:pt x="1261" y="1639"/>
                  </a:cubicBezTo>
                  <a:close/>
                  <a:moveTo>
                    <a:pt x="11500" y="1639"/>
                  </a:moveTo>
                  <a:cubicBezTo>
                    <a:pt x="11720" y="1639"/>
                    <a:pt x="11878" y="1828"/>
                    <a:pt x="11878" y="2048"/>
                  </a:cubicBezTo>
                  <a:lnTo>
                    <a:pt x="11878" y="2426"/>
                  </a:lnTo>
                  <a:cubicBezTo>
                    <a:pt x="11878" y="3623"/>
                    <a:pt x="11090" y="4569"/>
                    <a:pt x="10019" y="4884"/>
                  </a:cubicBezTo>
                  <a:cubicBezTo>
                    <a:pt x="10145" y="4506"/>
                    <a:pt x="10240" y="4127"/>
                    <a:pt x="10240" y="3718"/>
                  </a:cubicBezTo>
                  <a:lnTo>
                    <a:pt x="10240" y="1639"/>
                  </a:lnTo>
                  <a:close/>
                  <a:moveTo>
                    <a:pt x="9389" y="788"/>
                  </a:moveTo>
                  <a:lnTo>
                    <a:pt x="9389" y="3686"/>
                  </a:lnTo>
                  <a:cubicBezTo>
                    <a:pt x="9389" y="4789"/>
                    <a:pt x="8759" y="5860"/>
                    <a:pt x="7656" y="6333"/>
                  </a:cubicBezTo>
                  <a:cubicBezTo>
                    <a:pt x="7247" y="6522"/>
                    <a:pt x="6932" y="6963"/>
                    <a:pt x="6932" y="7467"/>
                  </a:cubicBezTo>
                  <a:cubicBezTo>
                    <a:pt x="6932" y="7467"/>
                    <a:pt x="6932" y="7908"/>
                    <a:pt x="7026" y="8507"/>
                  </a:cubicBezTo>
                  <a:cubicBezTo>
                    <a:pt x="7121" y="8759"/>
                    <a:pt x="7247" y="9074"/>
                    <a:pt x="7341" y="9357"/>
                  </a:cubicBezTo>
                  <a:lnTo>
                    <a:pt x="5356" y="9357"/>
                  </a:lnTo>
                  <a:cubicBezTo>
                    <a:pt x="5671" y="8759"/>
                    <a:pt x="5766" y="8066"/>
                    <a:pt x="5766" y="7498"/>
                  </a:cubicBezTo>
                  <a:cubicBezTo>
                    <a:pt x="5766" y="6994"/>
                    <a:pt x="5451" y="6553"/>
                    <a:pt x="5041" y="6364"/>
                  </a:cubicBezTo>
                  <a:cubicBezTo>
                    <a:pt x="4569" y="6144"/>
                    <a:pt x="4128" y="5766"/>
                    <a:pt x="3813" y="5293"/>
                  </a:cubicBezTo>
                  <a:cubicBezTo>
                    <a:pt x="3498" y="4821"/>
                    <a:pt x="3340" y="4285"/>
                    <a:pt x="3340" y="3686"/>
                  </a:cubicBezTo>
                  <a:lnTo>
                    <a:pt x="3340" y="788"/>
                  </a:lnTo>
                  <a:close/>
                  <a:moveTo>
                    <a:pt x="8696" y="10176"/>
                  </a:moveTo>
                  <a:lnTo>
                    <a:pt x="9263" y="11846"/>
                  </a:lnTo>
                  <a:lnTo>
                    <a:pt x="3498" y="11846"/>
                  </a:lnTo>
                  <a:lnTo>
                    <a:pt x="4033" y="10176"/>
                  </a:lnTo>
                  <a:close/>
                  <a:moveTo>
                    <a:pt x="2930" y="0"/>
                  </a:moveTo>
                  <a:cubicBezTo>
                    <a:pt x="2710" y="0"/>
                    <a:pt x="2552" y="189"/>
                    <a:pt x="2552" y="410"/>
                  </a:cubicBezTo>
                  <a:lnTo>
                    <a:pt x="2552" y="851"/>
                  </a:lnTo>
                  <a:lnTo>
                    <a:pt x="1324" y="851"/>
                  </a:lnTo>
                  <a:cubicBezTo>
                    <a:pt x="1302" y="850"/>
                    <a:pt x="1280" y="850"/>
                    <a:pt x="1258" y="850"/>
                  </a:cubicBezTo>
                  <a:cubicBezTo>
                    <a:pt x="506" y="850"/>
                    <a:pt x="1" y="1374"/>
                    <a:pt x="1" y="2048"/>
                  </a:cubicBezTo>
                  <a:lnTo>
                    <a:pt x="1" y="2426"/>
                  </a:lnTo>
                  <a:cubicBezTo>
                    <a:pt x="1" y="4190"/>
                    <a:pt x="1355" y="5608"/>
                    <a:pt x="3088" y="5766"/>
                  </a:cubicBezTo>
                  <a:cubicBezTo>
                    <a:pt x="3498" y="6364"/>
                    <a:pt x="4033" y="6837"/>
                    <a:pt x="4726" y="7120"/>
                  </a:cubicBezTo>
                  <a:cubicBezTo>
                    <a:pt x="4884" y="7183"/>
                    <a:pt x="4947" y="7309"/>
                    <a:pt x="4947" y="7498"/>
                  </a:cubicBezTo>
                  <a:cubicBezTo>
                    <a:pt x="4947" y="8097"/>
                    <a:pt x="4726" y="8885"/>
                    <a:pt x="4348" y="9357"/>
                  </a:cubicBezTo>
                  <a:lnTo>
                    <a:pt x="3718" y="9357"/>
                  </a:lnTo>
                  <a:cubicBezTo>
                    <a:pt x="3529" y="9357"/>
                    <a:pt x="3372" y="9483"/>
                    <a:pt x="3340" y="9641"/>
                  </a:cubicBezTo>
                  <a:lnTo>
                    <a:pt x="2521" y="12130"/>
                  </a:lnTo>
                  <a:cubicBezTo>
                    <a:pt x="2426" y="12382"/>
                    <a:pt x="2615" y="12665"/>
                    <a:pt x="2899" y="12665"/>
                  </a:cubicBezTo>
                  <a:lnTo>
                    <a:pt x="9799" y="12665"/>
                  </a:lnTo>
                  <a:cubicBezTo>
                    <a:pt x="10082" y="12665"/>
                    <a:pt x="10271" y="12382"/>
                    <a:pt x="10177" y="12130"/>
                  </a:cubicBezTo>
                  <a:lnTo>
                    <a:pt x="9357" y="9641"/>
                  </a:lnTo>
                  <a:cubicBezTo>
                    <a:pt x="9326" y="9483"/>
                    <a:pt x="9168" y="9357"/>
                    <a:pt x="8979" y="9357"/>
                  </a:cubicBezTo>
                  <a:lnTo>
                    <a:pt x="8349" y="9357"/>
                  </a:lnTo>
                  <a:cubicBezTo>
                    <a:pt x="7971" y="8885"/>
                    <a:pt x="7751" y="8097"/>
                    <a:pt x="7751" y="7498"/>
                  </a:cubicBezTo>
                  <a:cubicBezTo>
                    <a:pt x="7751" y="7341"/>
                    <a:pt x="7877" y="7183"/>
                    <a:pt x="7971" y="7152"/>
                  </a:cubicBezTo>
                  <a:cubicBezTo>
                    <a:pt x="8601" y="6868"/>
                    <a:pt x="9200" y="6396"/>
                    <a:pt x="9610" y="5829"/>
                  </a:cubicBezTo>
                  <a:cubicBezTo>
                    <a:pt x="10901" y="5734"/>
                    <a:pt x="12004" y="4947"/>
                    <a:pt x="12476" y="3781"/>
                  </a:cubicBezTo>
                  <a:cubicBezTo>
                    <a:pt x="12760" y="3056"/>
                    <a:pt x="12760" y="2552"/>
                    <a:pt x="12760" y="2080"/>
                  </a:cubicBezTo>
                  <a:cubicBezTo>
                    <a:pt x="12760" y="1435"/>
                    <a:pt x="12221" y="850"/>
                    <a:pt x="11581" y="850"/>
                  </a:cubicBezTo>
                  <a:cubicBezTo>
                    <a:pt x="11565" y="850"/>
                    <a:pt x="11548" y="850"/>
                    <a:pt x="11531" y="851"/>
                  </a:cubicBezTo>
                  <a:lnTo>
                    <a:pt x="10271" y="851"/>
                  </a:lnTo>
                  <a:lnTo>
                    <a:pt x="10271" y="410"/>
                  </a:lnTo>
                  <a:cubicBezTo>
                    <a:pt x="10271" y="189"/>
                    <a:pt x="10082" y="0"/>
                    <a:pt x="983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09" name="Google Shape;2109;p44"/>
          <p:cNvGrpSpPr/>
          <p:nvPr/>
        </p:nvGrpSpPr>
        <p:grpSpPr>
          <a:xfrm>
            <a:off x="2937778" y="2868580"/>
            <a:ext cx="210038" cy="287895"/>
            <a:chOff x="-38275925" y="1946600"/>
            <a:chExt cx="231600" cy="317450"/>
          </a:xfrm>
        </p:grpSpPr>
        <p:sp>
          <p:nvSpPr>
            <p:cNvPr id="2110" name="Google Shape;2110;p44"/>
            <p:cNvSpPr/>
            <p:nvPr/>
          </p:nvSpPr>
          <p:spPr>
            <a:xfrm>
              <a:off x="-38275925" y="1946600"/>
              <a:ext cx="231600" cy="317450"/>
            </a:xfrm>
            <a:custGeom>
              <a:rect b="b" l="l" r="r" t="t"/>
              <a:pathLst>
                <a:path extrusionOk="0" h="12698" w="9264">
                  <a:moveTo>
                    <a:pt x="4546" y="892"/>
                  </a:moveTo>
                  <a:cubicBezTo>
                    <a:pt x="4811" y="892"/>
                    <a:pt x="5082" y="920"/>
                    <a:pt x="5357" y="977"/>
                  </a:cubicBezTo>
                  <a:cubicBezTo>
                    <a:pt x="6964" y="1292"/>
                    <a:pt x="8287" y="2742"/>
                    <a:pt x="8287" y="4600"/>
                  </a:cubicBezTo>
                  <a:cubicBezTo>
                    <a:pt x="8287" y="5987"/>
                    <a:pt x="7531" y="7215"/>
                    <a:pt x="6396" y="7845"/>
                  </a:cubicBezTo>
                  <a:cubicBezTo>
                    <a:pt x="5987" y="8034"/>
                    <a:pt x="5798" y="8475"/>
                    <a:pt x="5798" y="8885"/>
                  </a:cubicBezTo>
                  <a:lnTo>
                    <a:pt x="5798" y="9169"/>
                  </a:lnTo>
                  <a:lnTo>
                    <a:pt x="3309" y="9169"/>
                  </a:lnTo>
                  <a:lnTo>
                    <a:pt x="3309" y="8854"/>
                  </a:lnTo>
                  <a:cubicBezTo>
                    <a:pt x="3309" y="8412"/>
                    <a:pt x="3088" y="8034"/>
                    <a:pt x="2679" y="7782"/>
                  </a:cubicBezTo>
                  <a:cubicBezTo>
                    <a:pt x="1545" y="7121"/>
                    <a:pt x="820" y="5955"/>
                    <a:pt x="820" y="4600"/>
                  </a:cubicBezTo>
                  <a:cubicBezTo>
                    <a:pt x="820" y="2536"/>
                    <a:pt x="2499" y="892"/>
                    <a:pt x="4546" y="892"/>
                  </a:cubicBezTo>
                  <a:close/>
                  <a:moveTo>
                    <a:pt x="5798" y="9956"/>
                  </a:moveTo>
                  <a:lnTo>
                    <a:pt x="5798" y="10681"/>
                  </a:lnTo>
                  <a:cubicBezTo>
                    <a:pt x="5798" y="10901"/>
                    <a:pt x="5609" y="11059"/>
                    <a:pt x="5357" y="11090"/>
                  </a:cubicBezTo>
                  <a:lnTo>
                    <a:pt x="3719" y="11090"/>
                  </a:lnTo>
                  <a:cubicBezTo>
                    <a:pt x="3467" y="11090"/>
                    <a:pt x="3309" y="10901"/>
                    <a:pt x="3277" y="10681"/>
                  </a:cubicBezTo>
                  <a:lnTo>
                    <a:pt x="3277" y="9956"/>
                  </a:lnTo>
                  <a:close/>
                  <a:moveTo>
                    <a:pt x="4443" y="1"/>
                  </a:moveTo>
                  <a:cubicBezTo>
                    <a:pt x="2049" y="32"/>
                    <a:pt x="1" y="2080"/>
                    <a:pt x="1" y="4600"/>
                  </a:cubicBezTo>
                  <a:cubicBezTo>
                    <a:pt x="1" y="6270"/>
                    <a:pt x="883" y="7719"/>
                    <a:pt x="2238" y="8539"/>
                  </a:cubicBezTo>
                  <a:cubicBezTo>
                    <a:pt x="2332" y="8570"/>
                    <a:pt x="2395" y="8696"/>
                    <a:pt x="2458" y="8759"/>
                  </a:cubicBezTo>
                  <a:lnTo>
                    <a:pt x="2458" y="10681"/>
                  </a:lnTo>
                  <a:cubicBezTo>
                    <a:pt x="2458" y="11216"/>
                    <a:pt x="2805" y="11689"/>
                    <a:pt x="3309" y="11847"/>
                  </a:cubicBezTo>
                  <a:cubicBezTo>
                    <a:pt x="3467" y="12351"/>
                    <a:pt x="3939" y="12697"/>
                    <a:pt x="4506" y="12697"/>
                  </a:cubicBezTo>
                  <a:cubicBezTo>
                    <a:pt x="5042" y="12697"/>
                    <a:pt x="5514" y="12351"/>
                    <a:pt x="5672" y="11847"/>
                  </a:cubicBezTo>
                  <a:cubicBezTo>
                    <a:pt x="6176" y="11689"/>
                    <a:pt x="6554" y="11216"/>
                    <a:pt x="6554" y="10681"/>
                  </a:cubicBezTo>
                  <a:lnTo>
                    <a:pt x="6554" y="8854"/>
                  </a:lnTo>
                  <a:cubicBezTo>
                    <a:pt x="6554" y="8728"/>
                    <a:pt x="6617" y="8570"/>
                    <a:pt x="6712" y="8507"/>
                  </a:cubicBezTo>
                  <a:cubicBezTo>
                    <a:pt x="8318" y="7593"/>
                    <a:pt x="9263" y="5735"/>
                    <a:pt x="8948" y="3750"/>
                  </a:cubicBezTo>
                  <a:cubicBezTo>
                    <a:pt x="8602" y="1702"/>
                    <a:pt x="6806" y="1"/>
                    <a:pt x="444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1" name="Google Shape;2111;p44"/>
            <p:cNvSpPr/>
            <p:nvPr/>
          </p:nvSpPr>
          <p:spPr>
            <a:xfrm>
              <a:off x="-38235750" y="1989125"/>
              <a:ext cx="84300" cy="83525"/>
            </a:xfrm>
            <a:custGeom>
              <a:rect b="b" l="l" r="r" t="t"/>
              <a:pathLst>
                <a:path extrusionOk="0" h="3341" w="3372">
                  <a:moveTo>
                    <a:pt x="2931" y="1"/>
                  </a:moveTo>
                  <a:cubicBezTo>
                    <a:pt x="1355" y="1"/>
                    <a:pt x="64" y="1293"/>
                    <a:pt x="1" y="2899"/>
                  </a:cubicBezTo>
                  <a:cubicBezTo>
                    <a:pt x="1" y="3120"/>
                    <a:pt x="158" y="3340"/>
                    <a:pt x="410" y="3340"/>
                  </a:cubicBezTo>
                  <a:cubicBezTo>
                    <a:pt x="631" y="3340"/>
                    <a:pt x="851" y="3120"/>
                    <a:pt x="851" y="2899"/>
                  </a:cubicBezTo>
                  <a:cubicBezTo>
                    <a:pt x="883" y="1765"/>
                    <a:pt x="1796" y="820"/>
                    <a:pt x="2931" y="820"/>
                  </a:cubicBezTo>
                  <a:cubicBezTo>
                    <a:pt x="3151" y="820"/>
                    <a:pt x="3372" y="631"/>
                    <a:pt x="3372" y="379"/>
                  </a:cubicBezTo>
                  <a:cubicBezTo>
                    <a:pt x="3372" y="190"/>
                    <a:pt x="3151" y="1"/>
                    <a:pt x="293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12" name="Google Shape;2112;p44"/>
          <p:cNvSpPr/>
          <p:nvPr/>
        </p:nvSpPr>
        <p:spPr>
          <a:xfrm>
            <a:off x="2898498" y="3301728"/>
            <a:ext cx="288598" cy="288145"/>
          </a:xfrm>
          <a:custGeom>
            <a:rect b="b" l="l" r="r" t="t"/>
            <a:pathLst>
              <a:path extrusionOk="0" h="12709" w="12729">
                <a:moveTo>
                  <a:pt x="7089" y="894"/>
                </a:moveTo>
                <a:lnTo>
                  <a:pt x="7089" y="894"/>
                </a:lnTo>
                <a:cubicBezTo>
                  <a:pt x="8160" y="989"/>
                  <a:pt x="9137" y="1461"/>
                  <a:pt x="9956" y="2186"/>
                </a:cubicBezTo>
                <a:lnTo>
                  <a:pt x="8192" y="3950"/>
                </a:lnTo>
                <a:cubicBezTo>
                  <a:pt x="7436" y="3099"/>
                  <a:pt x="7089" y="1934"/>
                  <a:pt x="7089" y="894"/>
                </a:cubicBezTo>
                <a:close/>
                <a:moveTo>
                  <a:pt x="10555" y="2721"/>
                </a:moveTo>
                <a:cubicBezTo>
                  <a:pt x="11248" y="3572"/>
                  <a:pt x="11689" y="4549"/>
                  <a:pt x="11847" y="5620"/>
                </a:cubicBezTo>
                <a:cubicBezTo>
                  <a:pt x="10775" y="5620"/>
                  <a:pt x="9673" y="5242"/>
                  <a:pt x="8791" y="4486"/>
                </a:cubicBezTo>
                <a:lnTo>
                  <a:pt x="10555" y="2721"/>
                </a:lnTo>
                <a:close/>
                <a:moveTo>
                  <a:pt x="6270" y="831"/>
                </a:moveTo>
                <a:cubicBezTo>
                  <a:pt x="6207" y="2154"/>
                  <a:pt x="6680" y="3477"/>
                  <a:pt x="7593" y="4549"/>
                </a:cubicBezTo>
                <a:lnTo>
                  <a:pt x="6365" y="5777"/>
                </a:lnTo>
                <a:lnTo>
                  <a:pt x="2805" y="2186"/>
                </a:lnTo>
                <a:cubicBezTo>
                  <a:pt x="3781" y="1304"/>
                  <a:pt x="5010" y="831"/>
                  <a:pt x="6270" y="831"/>
                </a:cubicBezTo>
                <a:close/>
                <a:moveTo>
                  <a:pt x="2206" y="2721"/>
                </a:moveTo>
                <a:lnTo>
                  <a:pt x="5798" y="6313"/>
                </a:lnTo>
                <a:lnTo>
                  <a:pt x="4569" y="7542"/>
                </a:lnTo>
                <a:cubicBezTo>
                  <a:pt x="3648" y="6620"/>
                  <a:pt x="2337" y="6028"/>
                  <a:pt x="958" y="6028"/>
                </a:cubicBezTo>
                <a:cubicBezTo>
                  <a:pt x="923" y="6028"/>
                  <a:pt x="887" y="6029"/>
                  <a:pt x="851" y="6029"/>
                </a:cubicBezTo>
                <a:cubicBezTo>
                  <a:pt x="946" y="4864"/>
                  <a:pt x="1387" y="3666"/>
                  <a:pt x="2206" y="2721"/>
                </a:cubicBezTo>
                <a:close/>
                <a:moveTo>
                  <a:pt x="8192" y="5147"/>
                </a:moveTo>
                <a:cubicBezTo>
                  <a:pt x="9263" y="6029"/>
                  <a:pt x="10586" y="6470"/>
                  <a:pt x="11878" y="6470"/>
                </a:cubicBezTo>
                <a:cubicBezTo>
                  <a:pt x="11847" y="7699"/>
                  <a:pt x="11405" y="8959"/>
                  <a:pt x="10555" y="9936"/>
                </a:cubicBezTo>
                <a:lnTo>
                  <a:pt x="6963" y="6344"/>
                </a:lnTo>
                <a:lnTo>
                  <a:pt x="8192" y="5147"/>
                </a:lnTo>
                <a:close/>
                <a:moveTo>
                  <a:pt x="1027" y="6910"/>
                </a:moveTo>
                <a:cubicBezTo>
                  <a:pt x="2180" y="6910"/>
                  <a:pt x="3239" y="7378"/>
                  <a:pt x="4002" y="8172"/>
                </a:cubicBezTo>
                <a:lnTo>
                  <a:pt x="2206" y="9967"/>
                </a:lnTo>
                <a:cubicBezTo>
                  <a:pt x="1450" y="9117"/>
                  <a:pt x="1009" y="8046"/>
                  <a:pt x="914" y="6911"/>
                </a:cubicBezTo>
                <a:cubicBezTo>
                  <a:pt x="952" y="6910"/>
                  <a:pt x="989" y="6910"/>
                  <a:pt x="1027" y="6910"/>
                </a:cubicBezTo>
                <a:close/>
                <a:moveTo>
                  <a:pt x="4537" y="8770"/>
                </a:moveTo>
                <a:cubicBezTo>
                  <a:pt x="5104" y="9652"/>
                  <a:pt x="5325" y="10692"/>
                  <a:pt x="5199" y="11700"/>
                </a:cubicBezTo>
                <a:cubicBezTo>
                  <a:pt x="4285" y="11511"/>
                  <a:pt x="3498" y="11133"/>
                  <a:pt x="2805" y="10503"/>
                </a:cubicBezTo>
                <a:lnTo>
                  <a:pt x="4537" y="8770"/>
                </a:lnTo>
                <a:close/>
                <a:moveTo>
                  <a:pt x="6365" y="6911"/>
                </a:moveTo>
                <a:lnTo>
                  <a:pt x="9956" y="10503"/>
                </a:lnTo>
                <a:cubicBezTo>
                  <a:pt x="8948" y="11399"/>
                  <a:pt x="7716" y="11847"/>
                  <a:pt x="6481" y="11847"/>
                </a:cubicBezTo>
                <a:cubicBezTo>
                  <a:pt x="6327" y="11847"/>
                  <a:pt x="6172" y="11840"/>
                  <a:pt x="6018" y="11826"/>
                </a:cubicBezTo>
                <a:cubicBezTo>
                  <a:pt x="6176" y="10566"/>
                  <a:pt x="5892" y="9274"/>
                  <a:pt x="5104" y="8172"/>
                </a:cubicBezTo>
                <a:lnTo>
                  <a:pt x="6365" y="6911"/>
                </a:lnTo>
                <a:close/>
                <a:moveTo>
                  <a:pt x="6349" y="0"/>
                </a:moveTo>
                <a:cubicBezTo>
                  <a:pt x="2842" y="0"/>
                  <a:pt x="1" y="2821"/>
                  <a:pt x="1" y="6344"/>
                </a:cubicBezTo>
                <a:cubicBezTo>
                  <a:pt x="1" y="9873"/>
                  <a:pt x="2836" y="12708"/>
                  <a:pt x="6333" y="12708"/>
                </a:cubicBezTo>
                <a:cubicBezTo>
                  <a:pt x="9830" y="12708"/>
                  <a:pt x="12666" y="9873"/>
                  <a:pt x="12666" y="6344"/>
                </a:cubicBezTo>
                <a:cubicBezTo>
                  <a:pt x="12729" y="2973"/>
                  <a:pt x="10082" y="201"/>
                  <a:pt x="6743" y="12"/>
                </a:cubicBezTo>
                <a:cubicBezTo>
                  <a:pt x="6611" y="4"/>
                  <a:pt x="6479" y="0"/>
                  <a:pt x="634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3" name="Google Shape;2113;p44"/>
          <p:cNvSpPr/>
          <p:nvPr/>
        </p:nvSpPr>
        <p:spPr>
          <a:xfrm>
            <a:off x="2958138" y="3736766"/>
            <a:ext cx="169318" cy="288598"/>
          </a:xfrm>
          <a:custGeom>
            <a:rect b="b" l="l" r="r" t="t"/>
            <a:pathLst>
              <a:path extrusionOk="0" h="12729" w="7468">
                <a:moveTo>
                  <a:pt x="3715" y="5763"/>
                </a:moveTo>
                <a:cubicBezTo>
                  <a:pt x="3853" y="5763"/>
                  <a:pt x="3994" y="5833"/>
                  <a:pt x="4096" y="5955"/>
                </a:cubicBezTo>
                <a:cubicBezTo>
                  <a:pt x="4285" y="6239"/>
                  <a:pt x="4096" y="6585"/>
                  <a:pt x="3718" y="6585"/>
                </a:cubicBezTo>
                <a:cubicBezTo>
                  <a:pt x="3561" y="6585"/>
                  <a:pt x="3466" y="6491"/>
                  <a:pt x="3372" y="6396"/>
                </a:cubicBezTo>
                <a:cubicBezTo>
                  <a:pt x="3246" y="6239"/>
                  <a:pt x="3309" y="5955"/>
                  <a:pt x="3498" y="5829"/>
                </a:cubicBezTo>
                <a:cubicBezTo>
                  <a:pt x="3565" y="5784"/>
                  <a:pt x="3639" y="5763"/>
                  <a:pt x="3715" y="5763"/>
                </a:cubicBezTo>
                <a:close/>
                <a:moveTo>
                  <a:pt x="4128" y="1922"/>
                </a:moveTo>
                <a:lnTo>
                  <a:pt x="6554" y="6176"/>
                </a:lnTo>
                <a:lnTo>
                  <a:pt x="5104" y="9074"/>
                </a:lnTo>
                <a:lnTo>
                  <a:pt x="2300" y="9074"/>
                </a:lnTo>
                <a:cubicBezTo>
                  <a:pt x="1954" y="8349"/>
                  <a:pt x="977" y="6333"/>
                  <a:pt x="851" y="6176"/>
                </a:cubicBezTo>
                <a:lnTo>
                  <a:pt x="3309" y="1922"/>
                </a:lnTo>
                <a:lnTo>
                  <a:pt x="3309" y="5010"/>
                </a:lnTo>
                <a:cubicBezTo>
                  <a:pt x="2836" y="5167"/>
                  <a:pt x="2458" y="5640"/>
                  <a:pt x="2458" y="6176"/>
                </a:cubicBezTo>
                <a:cubicBezTo>
                  <a:pt x="2458" y="6837"/>
                  <a:pt x="3025" y="7436"/>
                  <a:pt x="3718" y="7436"/>
                </a:cubicBezTo>
                <a:cubicBezTo>
                  <a:pt x="4411" y="7436"/>
                  <a:pt x="4978" y="6900"/>
                  <a:pt x="4947" y="6176"/>
                </a:cubicBezTo>
                <a:cubicBezTo>
                  <a:pt x="4947" y="5640"/>
                  <a:pt x="4600" y="5199"/>
                  <a:pt x="4128" y="5010"/>
                </a:cubicBezTo>
                <a:lnTo>
                  <a:pt x="4128" y="1922"/>
                </a:lnTo>
                <a:close/>
                <a:moveTo>
                  <a:pt x="4947" y="9893"/>
                </a:moveTo>
                <a:lnTo>
                  <a:pt x="4947" y="11815"/>
                </a:lnTo>
                <a:lnTo>
                  <a:pt x="2458" y="11815"/>
                </a:lnTo>
                <a:lnTo>
                  <a:pt x="2458" y="9893"/>
                </a:lnTo>
                <a:close/>
                <a:moveTo>
                  <a:pt x="3592" y="1"/>
                </a:moveTo>
                <a:cubicBezTo>
                  <a:pt x="3529" y="32"/>
                  <a:pt x="3466" y="95"/>
                  <a:pt x="3435" y="127"/>
                </a:cubicBezTo>
                <a:cubicBezTo>
                  <a:pt x="3435" y="127"/>
                  <a:pt x="3435" y="158"/>
                  <a:pt x="3372" y="158"/>
                </a:cubicBezTo>
                <a:lnTo>
                  <a:pt x="3372" y="190"/>
                </a:lnTo>
                <a:lnTo>
                  <a:pt x="64" y="5987"/>
                </a:lnTo>
                <a:cubicBezTo>
                  <a:pt x="1" y="6113"/>
                  <a:pt x="1" y="6270"/>
                  <a:pt x="64" y="6396"/>
                </a:cubicBezTo>
                <a:lnTo>
                  <a:pt x="1670" y="9610"/>
                </a:lnTo>
                <a:lnTo>
                  <a:pt x="1670" y="12288"/>
                </a:lnTo>
                <a:cubicBezTo>
                  <a:pt x="1670" y="12540"/>
                  <a:pt x="1891" y="12729"/>
                  <a:pt x="2080" y="12729"/>
                </a:cubicBezTo>
                <a:lnTo>
                  <a:pt x="5388" y="12729"/>
                </a:lnTo>
                <a:cubicBezTo>
                  <a:pt x="5608" y="12729"/>
                  <a:pt x="5829" y="12540"/>
                  <a:pt x="5829" y="12288"/>
                </a:cubicBezTo>
                <a:lnTo>
                  <a:pt x="5829" y="9610"/>
                </a:lnTo>
                <a:lnTo>
                  <a:pt x="7436" y="6396"/>
                </a:lnTo>
                <a:cubicBezTo>
                  <a:pt x="7467" y="6239"/>
                  <a:pt x="7436" y="6113"/>
                  <a:pt x="7404" y="5987"/>
                </a:cubicBezTo>
                <a:lnTo>
                  <a:pt x="4096" y="190"/>
                </a:lnTo>
                <a:lnTo>
                  <a:pt x="4096" y="158"/>
                </a:lnTo>
                <a:cubicBezTo>
                  <a:pt x="4096" y="158"/>
                  <a:pt x="4096" y="127"/>
                  <a:pt x="4033" y="127"/>
                </a:cubicBezTo>
                <a:cubicBezTo>
                  <a:pt x="4002" y="95"/>
                  <a:pt x="3970" y="32"/>
                  <a:pt x="387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14" name="Google Shape;2114;p44"/>
          <p:cNvGrpSpPr/>
          <p:nvPr/>
        </p:nvGrpSpPr>
        <p:grpSpPr>
          <a:xfrm>
            <a:off x="711202" y="4176904"/>
            <a:ext cx="294312" cy="286467"/>
            <a:chOff x="-37190575" y="1951325"/>
            <a:chExt cx="324525" cy="315875"/>
          </a:xfrm>
        </p:grpSpPr>
        <p:sp>
          <p:nvSpPr>
            <p:cNvPr id="2115" name="Google Shape;2115;p44"/>
            <p:cNvSpPr/>
            <p:nvPr/>
          </p:nvSpPr>
          <p:spPr>
            <a:xfrm>
              <a:off x="-37190575" y="1951325"/>
              <a:ext cx="324525" cy="315875"/>
            </a:xfrm>
            <a:custGeom>
              <a:rect b="b" l="l" r="r" t="t"/>
              <a:pathLst>
                <a:path extrusionOk="0" h="12635" w="12981">
                  <a:moveTo>
                    <a:pt x="6693" y="790"/>
                  </a:moveTo>
                  <a:cubicBezTo>
                    <a:pt x="8301" y="790"/>
                    <a:pt x="9913" y="1489"/>
                    <a:pt x="11028" y="2868"/>
                  </a:cubicBezTo>
                  <a:cubicBezTo>
                    <a:pt x="11752" y="3813"/>
                    <a:pt x="12193" y="5010"/>
                    <a:pt x="12193" y="6270"/>
                  </a:cubicBezTo>
                  <a:cubicBezTo>
                    <a:pt x="12162" y="7058"/>
                    <a:pt x="11563" y="7593"/>
                    <a:pt x="10870" y="7593"/>
                  </a:cubicBezTo>
                  <a:lnTo>
                    <a:pt x="10019" y="7593"/>
                  </a:lnTo>
                  <a:cubicBezTo>
                    <a:pt x="8854" y="7593"/>
                    <a:pt x="7940" y="8539"/>
                    <a:pt x="7940" y="9704"/>
                  </a:cubicBezTo>
                  <a:lnTo>
                    <a:pt x="7940" y="10523"/>
                  </a:lnTo>
                  <a:cubicBezTo>
                    <a:pt x="7940" y="11216"/>
                    <a:pt x="7404" y="11784"/>
                    <a:pt x="6680" y="11815"/>
                  </a:cubicBezTo>
                  <a:cubicBezTo>
                    <a:pt x="6239" y="11815"/>
                    <a:pt x="5892" y="11784"/>
                    <a:pt x="5420" y="11658"/>
                  </a:cubicBezTo>
                  <a:cubicBezTo>
                    <a:pt x="3844" y="11311"/>
                    <a:pt x="2490" y="10208"/>
                    <a:pt x="1765" y="8791"/>
                  </a:cubicBezTo>
                  <a:cubicBezTo>
                    <a:pt x="536" y="6428"/>
                    <a:pt x="1261" y="3340"/>
                    <a:pt x="3624" y="1733"/>
                  </a:cubicBezTo>
                  <a:cubicBezTo>
                    <a:pt x="4545" y="1102"/>
                    <a:pt x="5618" y="790"/>
                    <a:pt x="6693" y="790"/>
                  </a:cubicBezTo>
                  <a:close/>
                  <a:moveTo>
                    <a:pt x="6648" y="1"/>
                  </a:moveTo>
                  <a:cubicBezTo>
                    <a:pt x="4474" y="1"/>
                    <a:pt x="2553" y="1103"/>
                    <a:pt x="1419" y="2805"/>
                  </a:cubicBezTo>
                  <a:cubicBezTo>
                    <a:pt x="95" y="4726"/>
                    <a:pt x="1" y="7215"/>
                    <a:pt x="1009" y="9169"/>
                  </a:cubicBezTo>
                  <a:cubicBezTo>
                    <a:pt x="2080" y="11216"/>
                    <a:pt x="4191" y="12634"/>
                    <a:pt x="6680" y="12634"/>
                  </a:cubicBezTo>
                  <a:cubicBezTo>
                    <a:pt x="7814" y="12634"/>
                    <a:pt x="8791" y="11689"/>
                    <a:pt x="8791" y="10523"/>
                  </a:cubicBezTo>
                  <a:lnTo>
                    <a:pt x="8791" y="9704"/>
                  </a:lnTo>
                  <a:cubicBezTo>
                    <a:pt x="8791" y="8980"/>
                    <a:pt x="9358" y="8444"/>
                    <a:pt x="10019" y="8444"/>
                  </a:cubicBezTo>
                  <a:lnTo>
                    <a:pt x="10870" y="8444"/>
                  </a:lnTo>
                  <a:cubicBezTo>
                    <a:pt x="12004" y="8444"/>
                    <a:pt x="12981" y="7499"/>
                    <a:pt x="12981" y="6333"/>
                  </a:cubicBezTo>
                  <a:cubicBezTo>
                    <a:pt x="12981" y="2962"/>
                    <a:pt x="10240" y="1"/>
                    <a:pt x="66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6" name="Google Shape;2116;p44"/>
            <p:cNvSpPr/>
            <p:nvPr/>
          </p:nvSpPr>
          <p:spPr>
            <a:xfrm>
              <a:off x="-37081875" y="2162600"/>
              <a:ext cx="72475" cy="63100"/>
            </a:xfrm>
            <a:custGeom>
              <a:rect b="b" l="l" r="r" t="t"/>
              <a:pathLst>
                <a:path extrusionOk="0" h="2524" w="2899">
                  <a:moveTo>
                    <a:pt x="1418" y="812"/>
                  </a:moveTo>
                  <a:cubicBezTo>
                    <a:pt x="1670" y="812"/>
                    <a:pt x="1859" y="1001"/>
                    <a:pt x="1859" y="1253"/>
                  </a:cubicBezTo>
                  <a:cubicBezTo>
                    <a:pt x="1859" y="1474"/>
                    <a:pt x="1670" y="1663"/>
                    <a:pt x="1418" y="1663"/>
                  </a:cubicBezTo>
                  <a:cubicBezTo>
                    <a:pt x="1198" y="1663"/>
                    <a:pt x="1009" y="1474"/>
                    <a:pt x="1009" y="1253"/>
                  </a:cubicBezTo>
                  <a:cubicBezTo>
                    <a:pt x="1009" y="1001"/>
                    <a:pt x="1198" y="812"/>
                    <a:pt x="1418" y="812"/>
                  </a:cubicBezTo>
                  <a:close/>
                  <a:moveTo>
                    <a:pt x="1405" y="0"/>
                  </a:moveTo>
                  <a:cubicBezTo>
                    <a:pt x="1250" y="0"/>
                    <a:pt x="1094" y="28"/>
                    <a:pt x="946" y="88"/>
                  </a:cubicBezTo>
                  <a:cubicBezTo>
                    <a:pt x="316" y="371"/>
                    <a:pt x="0" y="1127"/>
                    <a:pt x="284" y="1757"/>
                  </a:cubicBezTo>
                  <a:cubicBezTo>
                    <a:pt x="496" y="2229"/>
                    <a:pt x="973" y="2524"/>
                    <a:pt x="1463" y="2524"/>
                  </a:cubicBezTo>
                  <a:cubicBezTo>
                    <a:pt x="1628" y="2524"/>
                    <a:pt x="1795" y="2490"/>
                    <a:pt x="1954" y="2419"/>
                  </a:cubicBezTo>
                  <a:cubicBezTo>
                    <a:pt x="2584" y="2135"/>
                    <a:pt x="2899" y="1379"/>
                    <a:pt x="2615" y="749"/>
                  </a:cubicBezTo>
                  <a:cubicBezTo>
                    <a:pt x="2399" y="292"/>
                    <a:pt x="1907" y="0"/>
                    <a:pt x="140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7" name="Google Shape;2117;p44"/>
            <p:cNvSpPr/>
            <p:nvPr/>
          </p:nvSpPr>
          <p:spPr>
            <a:xfrm>
              <a:off x="-37144875" y="2099025"/>
              <a:ext cx="72475" cy="62875"/>
            </a:xfrm>
            <a:custGeom>
              <a:rect b="b" l="l" r="r" t="t"/>
              <a:pathLst>
                <a:path extrusionOk="0" h="2515" w="2899">
                  <a:moveTo>
                    <a:pt x="1418" y="835"/>
                  </a:moveTo>
                  <a:cubicBezTo>
                    <a:pt x="1670" y="835"/>
                    <a:pt x="1859" y="1024"/>
                    <a:pt x="1859" y="1276"/>
                  </a:cubicBezTo>
                  <a:cubicBezTo>
                    <a:pt x="1859" y="1496"/>
                    <a:pt x="1670" y="1685"/>
                    <a:pt x="1418" y="1685"/>
                  </a:cubicBezTo>
                  <a:cubicBezTo>
                    <a:pt x="1197" y="1685"/>
                    <a:pt x="1008" y="1496"/>
                    <a:pt x="1008" y="1276"/>
                  </a:cubicBezTo>
                  <a:cubicBezTo>
                    <a:pt x="1008" y="1024"/>
                    <a:pt x="1197" y="835"/>
                    <a:pt x="1418" y="835"/>
                  </a:cubicBezTo>
                  <a:close/>
                  <a:moveTo>
                    <a:pt x="1411" y="0"/>
                  </a:moveTo>
                  <a:cubicBezTo>
                    <a:pt x="1254" y="0"/>
                    <a:pt x="1096" y="26"/>
                    <a:pt x="945" y="79"/>
                  </a:cubicBezTo>
                  <a:cubicBezTo>
                    <a:pt x="315" y="362"/>
                    <a:pt x="0" y="1118"/>
                    <a:pt x="284" y="1748"/>
                  </a:cubicBezTo>
                  <a:cubicBezTo>
                    <a:pt x="496" y="2220"/>
                    <a:pt x="972" y="2515"/>
                    <a:pt x="1463" y="2515"/>
                  </a:cubicBezTo>
                  <a:cubicBezTo>
                    <a:pt x="1628" y="2515"/>
                    <a:pt x="1795" y="2481"/>
                    <a:pt x="1953" y="2410"/>
                  </a:cubicBezTo>
                  <a:cubicBezTo>
                    <a:pt x="2583" y="2126"/>
                    <a:pt x="2899" y="1370"/>
                    <a:pt x="2615" y="740"/>
                  </a:cubicBezTo>
                  <a:cubicBezTo>
                    <a:pt x="2399" y="261"/>
                    <a:pt x="1910" y="0"/>
                    <a:pt x="141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8" name="Google Shape;2118;p44"/>
            <p:cNvSpPr/>
            <p:nvPr/>
          </p:nvSpPr>
          <p:spPr>
            <a:xfrm>
              <a:off x="-37123625" y="2014875"/>
              <a:ext cx="71700" cy="62775"/>
            </a:xfrm>
            <a:custGeom>
              <a:rect b="b" l="l" r="r" t="t"/>
              <a:pathLst>
                <a:path extrusionOk="0" h="2511" w="2868">
                  <a:moveTo>
                    <a:pt x="1418" y="798"/>
                  </a:moveTo>
                  <a:cubicBezTo>
                    <a:pt x="1639" y="798"/>
                    <a:pt x="1828" y="1019"/>
                    <a:pt x="1828" y="1239"/>
                  </a:cubicBezTo>
                  <a:cubicBezTo>
                    <a:pt x="1828" y="1460"/>
                    <a:pt x="1639" y="1680"/>
                    <a:pt x="1418" y="1680"/>
                  </a:cubicBezTo>
                  <a:cubicBezTo>
                    <a:pt x="1166" y="1680"/>
                    <a:pt x="977" y="1460"/>
                    <a:pt x="977" y="1239"/>
                  </a:cubicBezTo>
                  <a:cubicBezTo>
                    <a:pt x="1009" y="1019"/>
                    <a:pt x="1166" y="798"/>
                    <a:pt x="1418" y="798"/>
                  </a:cubicBezTo>
                  <a:close/>
                  <a:moveTo>
                    <a:pt x="1431" y="0"/>
                  </a:moveTo>
                  <a:cubicBezTo>
                    <a:pt x="1269" y="0"/>
                    <a:pt x="1105" y="34"/>
                    <a:pt x="946" y="105"/>
                  </a:cubicBezTo>
                  <a:cubicBezTo>
                    <a:pt x="316" y="389"/>
                    <a:pt x="1" y="1113"/>
                    <a:pt x="253" y="1743"/>
                  </a:cubicBezTo>
                  <a:cubicBezTo>
                    <a:pt x="472" y="2231"/>
                    <a:pt x="974" y="2511"/>
                    <a:pt x="1481" y="2511"/>
                  </a:cubicBezTo>
                  <a:cubicBezTo>
                    <a:pt x="1630" y="2511"/>
                    <a:pt x="1780" y="2487"/>
                    <a:pt x="1923" y="2436"/>
                  </a:cubicBezTo>
                  <a:cubicBezTo>
                    <a:pt x="2553" y="2153"/>
                    <a:pt x="2868" y="1397"/>
                    <a:pt x="2584" y="767"/>
                  </a:cubicBezTo>
                  <a:cubicBezTo>
                    <a:pt x="2372" y="295"/>
                    <a:pt x="1913" y="0"/>
                    <a:pt x="143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9" name="Google Shape;2119;p44"/>
            <p:cNvSpPr/>
            <p:nvPr/>
          </p:nvSpPr>
          <p:spPr>
            <a:xfrm>
              <a:off x="-37039350" y="1993250"/>
              <a:ext cx="71700" cy="63125"/>
            </a:xfrm>
            <a:custGeom>
              <a:rect b="b" l="l" r="r" t="t"/>
              <a:pathLst>
                <a:path extrusionOk="0" h="2525" w="2868">
                  <a:moveTo>
                    <a:pt x="1418" y="844"/>
                  </a:moveTo>
                  <a:cubicBezTo>
                    <a:pt x="1671" y="844"/>
                    <a:pt x="1860" y="1033"/>
                    <a:pt x="1860" y="1285"/>
                  </a:cubicBezTo>
                  <a:cubicBezTo>
                    <a:pt x="1860" y="1506"/>
                    <a:pt x="1671" y="1726"/>
                    <a:pt x="1418" y="1726"/>
                  </a:cubicBezTo>
                  <a:cubicBezTo>
                    <a:pt x="1198" y="1726"/>
                    <a:pt x="977" y="1506"/>
                    <a:pt x="977" y="1285"/>
                  </a:cubicBezTo>
                  <a:cubicBezTo>
                    <a:pt x="977" y="1033"/>
                    <a:pt x="1198" y="844"/>
                    <a:pt x="1418" y="844"/>
                  </a:cubicBezTo>
                  <a:close/>
                  <a:moveTo>
                    <a:pt x="1402" y="1"/>
                  </a:moveTo>
                  <a:cubicBezTo>
                    <a:pt x="1248" y="1"/>
                    <a:pt x="1094" y="29"/>
                    <a:pt x="946" y="88"/>
                  </a:cubicBezTo>
                  <a:cubicBezTo>
                    <a:pt x="316" y="372"/>
                    <a:pt x="1" y="1128"/>
                    <a:pt x="284" y="1758"/>
                  </a:cubicBezTo>
                  <a:cubicBezTo>
                    <a:pt x="496" y="2229"/>
                    <a:pt x="955" y="2524"/>
                    <a:pt x="1437" y="2524"/>
                  </a:cubicBezTo>
                  <a:cubicBezTo>
                    <a:pt x="1599" y="2524"/>
                    <a:pt x="1764" y="2491"/>
                    <a:pt x="1923" y="2419"/>
                  </a:cubicBezTo>
                  <a:cubicBezTo>
                    <a:pt x="2553" y="2136"/>
                    <a:pt x="2868" y="1411"/>
                    <a:pt x="2616" y="781"/>
                  </a:cubicBezTo>
                  <a:cubicBezTo>
                    <a:pt x="2399" y="299"/>
                    <a:pt x="1905" y="1"/>
                    <a:pt x="140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20" name="Google Shape;2120;p44"/>
          <p:cNvSpPr/>
          <p:nvPr/>
        </p:nvSpPr>
        <p:spPr>
          <a:xfrm>
            <a:off x="2457491" y="1554260"/>
            <a:ext cx="291455" cy="287873"/>
          </a:xfrm>
          <a:custGeom>
            <a:rect b="b" l="l" r="r" t="t"/>
            <a:pathLst>
              <a:path extrusionOk="0" h="12697" w="12855">
                <a:moveTo>
                  <a:pt x="8035" y="1032"/>
                </a:moveTo>
                <a:lnTo>
                  <a:pt x="11847" y="4844"/>
                </a:lnTo>
                <a:lnTo>
                  <a:pt x="7468" y="9223"/>
                </a:lnTo>
                <a:lnTo>
                  <a:pt x="3655" y="5380"/>
                </a:lnTo>
                <a:lnTo>
                  <a:pt x="8035" y="1032"/>
                </a:lnTo>
                <a:close/>
                <a:moveTo>
                  <a:pt x="3057" y="5978"/>
                </a:moveTo>
                <a:lnTo>
                  <a:pt x="6869" y="9790"/>
                </a:lnTo>
                <a:lnTo>
                  <a:pt x="4916" y="11775"/>
                </a:lnTo>
                <a:cubicBezTo>
                  <a:pt x="4837" y="11854"/>
                  <a:pt x="4727" y="11893"/>
                  <a:pt x="4616" y="11893"/>
                </a:cubicBezTo>
                <a:cubicBezTo>
                  <a:pt x="4506" y="11893"/>
                  <a:pt x="4396" y="11854"/>
                  <a:pt x="4317" y="11775"/>
                </a:cubicBezTo>
                <a:lnTo>
                  <a:pt x="1104" y="8530"/>
                </a:lnTo>
                <a:cubicBezTo>
                  <a:pt x="946" y="8372"/>
                  <a:pt x="946" y="8120"/>
                  <a:pt x="1104" y="7963"/>
                </a:cubicBezTo>
                <a:lnTo>
                  <a:pt x="3057" y="5978"/>
                </a:lnTo>
                <a:close/>
                <a:moveTo>
                  <a:pt x="7987" y="0"/>
                </a:moveTo>
                <a:cubicBezTo>
                  <a:pt x="7877" y="0"/>
                  <a:pt x="7767" y="39"/>
                  <a:pt x="7688" y="118"/>
                </a:cubicBezTo>
                <a:lnTo>
                  <a:pt x="442" y="7364"/>
                </a:lnTo>
                <a:cubicBezTo>
                  <a:pt x="1" y="7837"/>
                  <a:pt x="1" y="8625"/>
                  <a:pt x="442" y="9129"/>
                </a:cubicBezTo>
                <a:lnTo>
                  <a:pt x="3687" y="12342"/>
                </a:lnTo>
                <a:cubicBezTo>
                  <a:pt x="3923" y="12578"/>
                  <a:pt x="4238" y="12697"/>
                  <a:pt x="4557" y="12697"/>
                </a:cubicBezTo>
                <a:cubicBezTo>
                  <a:pt x="4876" y="12697"/>
                  <a:pt x="5199" y="12578"/>
                  <a:pt x="5451" y="12342"/>
                </a:cubicBezTo>
                <a:lnTo>
                  <a:pt x="12697" y="5096"/>
                </a:lnTo>
                <a:cubicBezTo>
                  <a:pt x="12855" y="4970"/>
                  <a:pt x="12855" y="4686"/>
                  <a:pt x="12697" y="4529"/>
                </a:cubicBezTo>
                <a:lnTo>
                  <a:pt x="8287" y="118"/>
                </a:lnTo>
                <a:cubicBezTo>
                  <a:pt x="8208" y="39"/>
                  <a:pt x="8098" y="0"/>
                  <a:pt x="798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21" name="Google Shape;2121;p44"/>
          <p:cNvGrpSpPr/>
          <p:nvPr/>
        </p:nvGrpSpPr>
        <p:grpSpPr>
          <a:xfrm>
            <a:off x="2459282" y="2026602"/>
            <a:ext cx="287873" cy="225727"/>
            <a:chOff x="-41694200" y="2382950"/>
            <a:chExt cx="317425" cy="248900"/>
          </a:xfrm>
        </p:grpSpPr>
        <p:sp>
          <p:nvSpPr>
            <p:cNvPr id="2122" name="Google Shape;2122;p44"/>
            <p:cNvSpPr/>
            <p:nvPr/>
          </p:nvSpPr>
          <p:spPr>
            <a:xfrm>
              <a:off x="-41694200" y="2382950"/>
              <a:ext cx="317425" cy="248900"/>
            </a:xfrm>
            <a:custGeom>
              <a:rect b="b" l="l" r="r" t="t"/>
              <a:pathLst>
                <a:path extrusionOk="0" h="9956" w="12697">
                  <a:moveTo>
                    <a:pt x="10555" y="851"/>
                  </a:moveTo>
                  <a:cubicBezTo>
                    <a:pt x="10807" y="851"/>
                    <a:pt x="10964" y="1040"/>
                    <a:pt x="10964" y="1292"/>
                  </a:cubicBezTo>
                  <a:lnTo>
                    <a:pt x="10964" y="7499"/>
                  </a:lnTo>
                  <a:lnTo>
                    <a:pt x="1576" y="7499"/>
                  </a:lnTo>
                  <a:lnTo>
                    <a:pt x="1576" y="1292"/>
                  </a:lnTo>
                  <a:lnTo>
                    <a:pt x="1607" y="1292"/>
                  </a:lnTo>
                  <a:cubicBezTo>
                    <a:pt x="1607" y="1040"/>
                    <a:pt x="1828" y="882"/>
                    <a:pt x="2017" y="851"/>
                  </a:cubicBezTo>
                  <a:close/>
                  <a:moveTo>
                    <a:pt x="8507" y="8286"/>
                  </a:moveTo>
                  <a:lnTo>
                    <a:pt x="8507" y="8727"/>
                  </a:lnTo>
                  <a:cubicBezTo>
                    <a:pt x="8507" y="8918"/>
                    <a:pt x="8633" y="9073"/>
                    <a:pt x="8777" y="9137"/>
                  </a:cubicBezTo>
                  <a:lnTo>
                    <a:pt x="1198" y="9137"/>
                  </a:lnTo>
                  <a:cubicBezTo>
                    <a:pt x="1009" y="9137"/>
                    <a:pt x="851" y="9011"/>
                    <a:pt x="788" y="8853"/>
                  </a:cubicBezTo>
                  <a:cubicBezTo>
                    <a:pt x="757" y="8759"/>
                    <a:pt x="788" y="8759"/>
                    <a:pt x="788" y="8286"/>
                  </a:cubicBezTo>
                  <a:close/>
                  <a:moveTo>
                    <a:pt x="10145" y="8286"/>
                  </a:moveTo>
                  <a:lnTo>
                    <a:pt x="10145" y="8727"/>
                  </a:lnTo>
                  <a:cubicBezTo>
                    <a:pt x="10145" y="8918"/>
                    <a:pt x="10254" y="9073"/>
                    <a:pt x="10402" y="9137"/>
                  </a:cubicBezTo>
                  <a:lnTo>
                    <a:pt x="9051" y="9137"/>
                  </a:lnTo>
                  <a:cubicBezTo>
                    <a:pt x="9186" y="9073"/>
                    <a:pt x="9294" y="8918"/>
                    <a:pt x="9294" y="8727"/>
                  </a:cubicBezTo>
                  <a:lnTo>
                    <a:pt x="9294" y="8286"/>
                  </a:lnTo>
                  <a:close/>
                  <a:moveTo>
                    <a:pt x="11783" y="8286"/>
                  </a:moveTo>
                  <a:lnTo>
                    <a:pt x="11783" y="8727"/>
                  </a:lnTo>
                  <a:cubicBezTo>
                    <a:pt x="11815" y="8979"/>
                    <a:pt x="11626" y="9137"/>
                    <a:pt x="11374" y="9137"/>
                  </a:cubicBezTo>
                  <a:lnTo>
                    <a:pt x="10720" y="9137"/>
                  </a:lnTo>
                  <a:cubicBezTo>
                    <a:pt x="10874" y="9073"/>
                    <a:pt x="10964" y="8918"/>
                    <a:pt x="10964" y="8727"/>
                  </a:cubicBezTo>
                  <a:lnTo>
                    <a:pt x="10964" y="8286"/>
                  </a:lnTo>
                  <a:close/>
                  <a:moveTo>
                    <a:pt x="2048" y="0"/>
                  </a:moveTo>
                  <a:cubicBezTo>
                    <a:pt x="1387" y="0"/>
                    <a:pt x="788" y="536"/>
                    <a:pt x="820" y="1261"/>
                  </a:cubicBezTo>
                  <a:lnTo>
                    <a:pt x="820" y="7467"/>
                  </a:lnTo>
                  <a:lnTo>
                    <a:pt x="347" y="7467"/>
                  </a:lnTo>
                  <a:cubicBezTo>
                    <a:pt x="158" y="7467"/>
                    <a:pt x="0" y="7625"/>
                    <a:pt x="0" y="7814"/>
                  </a:cubicBezTo>
                  <a:lnTo>
                    <a:pt x="0" y="8696"/>
                  </a:lnTo>
                  <a:cubicBezTo>
                    <a:pt x="0" y="9357"/>
                    <a:pt x="568" y="9956"/>
                    <a:pt x="1229" y="9956"/>
                  </a:cubicBezTo>
                  <a:lnTo>
                    <a:pt x="11437" y="9956"/>
                  </a:lnTo>
                  <a:cubicBezTo>
                    <a:pt x="12098" y="9956"/>
                    <a:pt x="12697" y="9389"/>
                    <a:pt x="12697" y="8696"/>
                  </a:cubicBezTo>
                  <a:lnTo>
                    <a:pt x="12697" y="7877"/>
                  </a:lnTo>
                  <a:cubicBezTo>
                    <a:pt x="12634" y="7656"/>
                    <a:pt x="12445" y="7467"/>
                    <a:pt x="12224" y="7467"/>
                  </a:cubicBezTo>
                  <a:lnTo>
                    <a:pt x="11815" y="7467"/>
                  </a:lnTo>
                  <a:lnTo>
                    <a:pt x="11815" y="1261"/>
                  </a:lnTo>
                  <a:cubicBezTo>
                    <a:pt x="11815" y="567"/>
                    <a:pt x="11279" y="0"/>
                    <a:pt x="105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3" name="Google Shape;2123;p44"/>
            <p:cNvSpPr/>
            <p:nvPr/>
          </p:nvSpPr>
          <p:spPr>
            <a:xfrm>
              <a:off x="-41586600" y="2425550"/>
              <a:ext cx="107450" cy="102925"/>
            </a:xfrm>
            <a:custGeom>
              <a:rect b="b" l="l" r="r" t="t"/>
              <a:pathLst>
                <a:path extrusionOk="0" h="4117" w="4298">
                  <a:moveTo>
                    <a:pt x="1147" y="1037"/>
                  </a:moveTo>
                  <a:lnTo>
                    <a:pt x="2218" y="1384"/>
                  </a:lnTo>
                  <a:lnTo>
                    <a:pt x="1493" y="2108"/>
                  </a:lnTo>
                  <a:lnTo>
                    <a:pt x="1147" y="1037"/>
                  </a:lnTo>
                  <a:close/>
                  <a:moveTo>
                    <a:pt x="466" y="1"/>
                  </a:moveTo>
                  <a:cubicBezTo>
                    <a:pt x="209" y="1"/>
                    <a:pt x="1" y="267"/>
                    <a:pt x="107" y="533"/>
                  </a:cubicBezTo>
                  <a:lnTo>
                    <a:pt x="926" y="3022"/>
                  </a:lnTo>
                  <a:cubicBezTo>
                    <a:pt x="987" y="3184"/>
                    <a:pt x="1164" y="3293"/>
                    <a:pt x="1341" y="3293"/>
                  </a:cubicBezTo>
                  <a:cubicBezTo>
                    <a:pt x="1441" y="3293"/>
                    <a:pt x="1540" y="3259"/>
                    <a:pt x="1619" y="3180"/>
                  </a:cubicBezTo>
                  <a:lnTo>
                    <a:pt x="2155" y="2613"/>
                  </a:lnTo>
                  <a:lnTo>
                    <a:pt x="3541" y="3999"/>
                  </a:lnTo>
                  <a:cubicBezTo>
                    <a:pt x="3620" y="4077"/>
                    <a:pt x="3730" y="4117"/>
                    <a:pt x="3840" y="4117"/>
                  </a:cubicBezTo>
                  <a:cubicBezTo>
                    <a:pt x="3951" y="4117"/>
                    <a:pt x="4061" y="4077"/>
                    <a:pt x="4140" y="3999"/>
                  </a:cubicBezTo>
                  <a:cubicBezTo>
                    <a:pt x="4297" y="3841"/>
                    <a:pt x="4297" y="3558"/>
                    <a:pt x="4140" y="3400"/>
                  </a:cubicBezTo>
                  <a:lnTo>
                    <a:pt x="2722" y="2077"/>
                  </a:lnTo>
                  <a:lnTo>
                    <a:pt x="3258" y="1510"/>
                  </a:lnTo>
                  <a:cubicBezTo>
                    <a:pt x="3510" y="1289"/>
                    <a:pt x="3384" y="911"/>
                    <a:pt x="3100" y="848"/>
                  </a:cubicBezTo>
                  <a:lnTo>
                    <a:pt x="611" y="29"/>
                  </a:lnTo>
                  <a:cubicBezTo>
                    <a:pt x="562" y="10"/>
                    <a:pt x="514" y="1"/>
                    <a:pt x="46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24" name="Google Shape;2124;p44"/>
          <p:cNvGrpSpPr/>
          <p:nvPr/>
        </p:nvGrpSpPr>
        <p:grpSpPr>
          <a:xfrm>
            <a:off x="2458568" y="2431179"/>
            <a:ext cx="289301" cy="287895"/>
            <a:chOff x="-41695775" y="2683025"/>
            <a:chExt cx="319000" cy="317450"/>
          </a:xfrm>
        </p:grpSpPr>
        <p:sp>
          <p:nvSpPr>
            <p:cNvPr id="2125" name="Google Shape;2125;p44"/>
            <p:cNvSpPr/>
            <p:nvPr/>
          </p:nvSpPr>
          <p:spPr>
            <a:xfrm>
              <a:off x="-41695775" y="2683025"/>
              <a:ext cx="319000" cy="317450"/>
            </a:xfrm>
            <a:custGeom>
              <a:rect b="b" l="l" r="r" t="t"/>
              <a:pathLst>
                <a:path extrusionOk="0" h="12698" w="12760">
                  <a:moveTo>
                    <a:pt x="6238" y="2521"/>
                  </a:moveTo>
                  <a:lnTo>
                    <a:pt x="10240" y="5199"/>
                  </a:lnTo>
                  <a:lnTo>
                    <a:pt x="10240" y="11815"/>
                  </a:lnTo>
                  <a:lnTo>
                    <a:pt x="2521" y="11815"/>
                  </a:lnTo>
                  <a:lnTo>
                    <a:pt x="2521" y="5199"/>
                  </a:lnTo>
                  <a:lnTo>
                    <a:pt x="6238" y="2521"/>
                  </a:lnTo>
                  <a:close/>
                  <a:moveTo>
                    <a:pt x="6270" y="1"/>
                  </a:moveTo>
                  <a:cubicBezTo>
                    <a:pt x="6049" y="1"/>
                    <a:pt x="5860" y="190"/>
                    <a:pt x="5860" y="379"/>
                  </a:cubicBezTo>
                  <a:lnTo>
                    <a:pt x="5860" y="1859"/>
                  </a:lnTo>
                  <a:lnTo>
                    <a:pt x="1891" y="4695"/>
                  </a:lnTo>
                  <a:lnTo>
                    <a:pt x="221" y="5861"/>
                  </a:lnTo>
                  <a:cubicBezTo>
                    <a:pt x="32" y="5987"/>
                    <a:pt x="0" y="6270"/>
                    <a:pt x="158" y="6459"/>
                  </a:cubicBezTo>
                  <a:cubicBezTo>
                    <a:pt x="229" y="6566"/>
                    <a:pt x="342" y="6623"/>
                    <a:pt x="466" y="6623"/>
                  </a:cubicBezTo>
                  <a:cubicBezTo>
                    <a:pt x="560" y="6623"/>
                    <a:pt x="661" y="6590"/>
                    <a:pt x="757" y="6522"/>
                  </a:cubicBezTo>
                  <a:lnTo>
                    <a:pt x="1733" y="5829"/>
                  </a:lnTo>
                  <a:lnTo>
                    <a:pt x="1733" y="12288"/>
                  </a:lnTo>
                  <a:cubicBezTo>
                    <a:pt x="1733" y="12508"/>
                    <a:pt x="1922" y="12697"/>
                    <a:pt x="2111" y="12697"/>
                  </a:cubicBezTo>
                  <a:lnTo>
                    <a:pt x="10649" y="12697"/>
                  </a:lnTo>
                  <a:cubicBezTo>
                    <a:pt x="10901" y="12697"/>
                    <a:pt x="11059" y="12508"/>
                    <a:pt x="11059" y="12288"/>
                  </a:cubicBezTo>
                  <a:lnTo>
                    <a:pt x="11059" y="5798"/>
                  </a:lnTo>
                  <a:lnTo>
                    <a:pt x="12035" y="6491"/>
                  </a:lnTo>
                  <a:cubicBezTo>
                    <a:pt x="12114" y="6543"/>
                    <a:pt x="12204" y="6568"/>
                    <a:pt x="12294" y="6568"/>
                  </a:cubicBezTo>
                  <a:cubicBezTo>
                    <a:pt x="12418" y="6568"/>
                    <a:pt x="12542" y="6519"/>
                    <a:pt x="12634" y="6428"/>
                  </a:cubicBezTo>
                  <a:cubicBezTo>
                    <a:pt x="12760" y="6207"/>
                    <a:pt x="12697" y="5987"/>
                    <a:pt x="12571" y="5829"/>
                  </a:cubicBezTo>
                  <a:lnTo>
                    <a:pt x="10901" y="4632"/>
                  </a:lnTo>
                  <a:cubicBezTo>
                    <a:pt x="10901" y="4632"/>
                    <a:pt x="6679" y="1796"/>
                    <a:pt x="6648" y="1796"/>
                  </a:cubicBezTo>
                  <a:lnTo>
                    <a:pt x="6648" y="379"/>
                  </a:lnTo>
                  <a:cubicBezTo>
                    <a:pt x="6648" y="158"/>
                    <a:pt x="6459" y="1"/>
                    <a:pt x="627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6" name="Google Shape;2126;p44"/>
            <p:cNvSpPr/>
            <p:nvPr/>
          </p:nvSpPr>
          <p:spPr>
            <a:xfrm>
              <a:off x="-41615450" y="2813750"/>
              <a:ext cx="152050" cy="144975"/>
            </a:xfrm>
            <a:custGeom>
              <a:rect b="b" l="l" r="r" t="t"/>
              <a:pathLst>
                <a:path extrusionOk="0" h="5799" w="6082">
                  <a:moveTo>
                    <a:pt x="3050" y="782"/>
                  </a:moveTo>
                  <a:cubicBezTo>
                    <a:pt x="3325" y="782"/>
                    <a:pt x="3606" y="835"/>
                    <a:pt x="3876" y="947"/>
                  </a:cubicBezTo>
                  <a:cubicBezTo>
                    <a:pt x="4853" y="1419"/>
                    <a:pt x="5357" y="2616"/>
                    <a:pt x="4916" y="3656"/>
                  </a:cubicBezTo>
                  <a:cubicBezTo>
                    <a:pt x="4601" y="4412"/>
                    <a:pt x="3908" y="4916"/>
                    <a:pt x="3025" y="4916"/>
                  </a:cubicBezTo>
                  <a:cubicBezTo>
                    <a:pt x="1545" y="4916"/>
                    <a:pt x="568" y="3436"/>
                    <a:pt x="1135" y="2049"/>
                  </a:cubicBezTo>
                  <a:cubicBezTo>
                    <a:pt x="1465" y="1248"/>
                    <a:pt x="2235" y="782"/>
                    <a:pt x="3050" y="782"/>
                  </a:cubicBezTo>
                  <a:close/>
                  <a:moveTo>
                    <a:pt x="2968" y="0"/>
                  </a:moveTo>
                  <a:cubicBezTo>
                    <a:pt x="1995" y="0"/>
                    <a:pt x="1120" y="497"/>
                    <a:pt x="631" y="1262"/>
                  </a:cubicBezTo>
                  <a:cubicBezTo>
                    <a:pt x="95" y="2081"/>
                    <a:pt x="1" y="3152"/>
                    <a:pt x="347" y="4034"/>
                  </a:cubicBezTo>
                  <a:cubicBezTo>
                    <a:pt x="789" y="5074"/>
                    <a:pt x="1860" y="5798"/>
                    <a:pt x="3057" y="5798"/>
                  </a:cubicBezTo>
                  <a:cubicBezTo>
                    <a:pt x="4034" y="5798"/>
                    <a:pt x="4884" y="5326"/>
                    <a:pt x="5451" y="4538"/>
                  </a:cubicBezTo>
                  <a:cubicBezTo>
                    <a:pt x="5987" y="3719"/>
                    <a:pt x="6081" y="2648"/>
                    <a:pt x="5735" y="1766"/>
                  </a:cubicBezTo>
                  <a:cubicBezTo>
                    <a:pt x="5294" y="726"/>
                    <a:pt x="4223" y="1"/>
                    <a:pt x="3057" y="1"/>
                  </a:cubicBezTo>
                  <a:cubicBezTo>
                    <a:pt x="3027" y="1"/>
                    <a:pt x="2997" y="0"/>
                    <a:pt x="296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7" name="Google Shape;2127;p44"/>
            <p:cNvSpPr/>
            <p:nvPr/>
          </p:nvSpPr>
          <p:spPr>
            <a:xfrm>
              <a:off x="-41550075" y="2853950"/>
              <a:ext cx="40200" cy="42550"/>
            </a:xfrm>
            <a:custGeom>
              <a:rect b="b" l="l" r="r" t="t"/>
              <a:pathLst>
                <a:path extrusionOk="0" h="1702" w="1608">
                  <a:moveTo>
                    <a:pt x="379" y="0"/>
                  </a:moveTo>
                  <a:cubicBezTo>
                    <a:pt x="190" y="0"/>
                    <a:pt x="1" y="221"/>
                    <a:pt x="1" y="441"/>
                  </a:cubicBezTo>
                  <a:lnTo>
                    <a:pt x="1" y="1260"/>
                  </a:lnTo>
                  <a:cubicBezTo>
                    <a:pt x="1" y="1512"/>
                    <a:pt x="190" y="1701"/>
                    <a:pt x="379" y="1701"/>
                  </a:cubicBezTo>
                  <a:lnTo>
                    <a:pt x="1230" y="1701"/>
                  </a:lnTo>
                  <a:cubicBezTo>
                    <a:pt x="1450" y="1701"/>
                    <a:pt x="1608" y="1512"/>
                    <a:pt x="1608" y="1260"/>
                  </a:cubicBezTo>
                  <a:cubicBezTo>
                    <a:pt x="1608" y="1040"/>
                    <a:pt x="1419" y="851"/>
                    <a:pt x="1230" y="851"/>
                  </a:cubicBezTo>
                  <a:lnTo>
                    <a:pt x="788" y="851"/>
                  </a:lnTo>
                  <a:lnTo>
                    <a:pt x="788" y="410"/>
                  </a:lnTo>
                  <a:cubicBezTo>
                    <a:pt x="788" y="158"/>
                    <a:pt x="568" y="0"/>
                    <a:pt x="37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28" name="Google Shape;2128;p44"/>
          <p:cNvGrpSpPr/>
          <p:nvPr/>
        </p:nvGrpSpPr>
        <p:grpSpPr>
          <a:xfrm>
            <a:off x="1167048" y="2867866"/>
            <a:ext cx="263590" cy="289324"/>
            <a:chOff x="-39792875" y="1971800"/>
            <a:chExt cx="290650" cy="319025"/>
          </a:xfrm>
        </p:grpSpPr>
        <p:sp>
          <p:nvSpPr>
            <p:cNvPr id="2129" name="Google Shape;2129;p44"/>
            <p:cNvSpPr/>
            <p:nvPr/>
          </p:nvSpPr>
          <p:spPr>
            <a:xfrm>
              <a:off x="-39667650" y="2145075"/>
              <a:ext cx="40975" cy="41775"/>
            </a:xfrm>
            <a:custGeom>
              <a:rect b="b" l="l" r="r" t="t"/>
              <a:pathLst>
                <a:path extrusionOk="0" h="1671" w="1639">
                  <a:moveTo>
                    <a:pt x="820" y="1"/>
                  </a:moveTo>
                  <a:cubicBezTo>
                    <a:pt x="379" y="1"/>
                    <a:pt x="1" y="379"/>
                    <a:pt x="1" y="852"/>
                  </a:cubicBezTo>
                  <a:cubicBezTo>
                    <a:pt x="1" y="1293"/>
                    <a:pt x="379" y="1671"/>
                    <a:pt x="820" y="1671"/>
                  </a:cubicBezTo>
                  <a:cubicBezTo>
                    <a:pt x="1261" y="1671"/>
                    <a:pt x="1639" y="1293"/>
                    <a:pt x="1639" y="852"/>
                  </a:cubicBezTo>
                  <a:cubicBezTo>
                    <a:pt x="1639" y="379"/>
                    <a:pt x="1261" y="1"/>
                    <a:pt x="8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0" name="Google Shape;2130;p44"/>
            <p:cNvSpPr/>
            <p:nvPr/>
          </p:nvSpPr>
          <p:spPr>
            <a:xfrm>
              <a:off x="-39792875" y="1971800"/>
              <a:ext cx="290650" cy="319025"/>
            </a:xfrm>
            <a:custGeom>
              <a:rect b="b" l="l" r="r" t="t"/>
              <a:pathLst>
                <a:path extrusionOk="0" h="12761" w="11626">
                  <a:moveTo>
                    <a:pt x="6207" y="3687"/>
                  </a:moveTo>
                  <a:cubicBezTo>
                    <a:pt x="6900" y="3687"/>
                    <a:pt x="7436" y="4222"/>
                    <a:pt x="7436" y="4884"/>
                  </a:cubicBezTo>
                  <a:lnTo>
                    <a:pt x="7436" y="11910"/>
                  </a:lnTo>
                  <a:lnTo>
                    <a:pt x="4159" y="11910"/>
                  </a:lnTo>
                  <a:lnTo>
                    <a:pt x="4159" y="4884"/>
                  </a:lnTo>
                  <a:cubicBezTo>
                    <a:pt x="4159" y="4222"/>
                    <a:pt x="4726" y="3687"/>
                    <a:pt x="5388" y="3687"/>
                  </a:cubicBezTo>
                  <a:close/>
                  <a:moveTo>
                    <a:pt x="10744" y="914"/>
                  </a:moveTo>
                  <a:lnTo>
                    <a:pt x="10744" y="3939"/>
                  </a:lnTo>
                  <a:cubicBezTo>
                    <a:pt x="9767" y="4412"/>
                    <a:pt x="9105" y="5420"/>
                    <a:pt x="9105" y="6554"/>
                  </a:cubicBezTo>
                  <a:cubicBezTo>
                    <a:pt x="9105" y="7688"/>
                    <a:pt x="9767" y="8665"/>
                    <a:pt x="10744" y="9137"/>
                  </a:cubicBezTo>
                  <a:cubicBezTo>
                    <a:pt x="10775" y="10145"/>
                    <a:pt x="10775" y="11280"/>
                    <a:pt x="10775" y="11910"/>
                  </a:cubicBezTo>
                  <a:lnTo>
                    <a:pt x="8318" y="11910"/>
                  </a:lnTo>
                  <a:lnTo>
                    <a:pt x="8318" y="4884"/>
                  </a:lnTo>
                  <a:cubicBezTo>
                    <a:pt x="8318" y="3750"/>
                    <a:pt x="7373" y="2805"/>
                    <a:pt x="6207" y="2805"/>
                  </a:cubicBezTo>
                  <a:lnTo>
                    <a:pt x="5388" y="2805"/>
                  </a:lnTo>
                  <a:cubicBezTo>
                    <a:pt x="4254" y="2805"/>
                    <a:pt x="3308" y="3750"/>
                    <a:pt x="3308" y="4884"/>
                  </a:cubicBezTo>
                  <a:lnTo>
                    <a:pt x="3308" y="11910"/>
                  </a:lnTo>
                  <a:lnTo>
                    <a:pt x="820" y="11910"/>
                  </a:lnTo>
                  <a:lnTo>
                    <a:pt x="820" y="9137"/>
                  </a:lnTo>
                  <a:cubicBezTo>
                    <a:pt x="2174" y="8507"/>
                    <a:pt x="2804" y="7026"/>
                    <a:pt x="2332" y="5640"/>
                  </a:cubicBezTo>
                  <a:cubicBezTo>
                    <a:pt x="2080" y="4884"/>
                    <a:pt x="1544" y="4254"/>
                    <a:pt x="820" y="3939"/>
                  </a:cubicBezTo>
                  <a:lnTo>
                    <a:pt x="820" y="914"/>
                  </a:lnTo>
                  <a:close/>
                  <a:moveTo>
                    <a:pt x="441" y="1"/>
                  </a:moveTo>
                  <a:cubicBezTo>
                    <a:pt x="189" y="1"/>
                    <a:pt x="0" y="221"/>
                    <a:pt x="0" y="442"/>
                  </a:cubicBezTo>
                  <a:lnTo>
                    <a:pt x="0" y="4191"/>
                  </a:lnTo>
                  <a:cubicBezTo>
                    <a:pt x="0" y="4349"/>
                    <a:pt x="126" y="4506"/>
                    <a:pt x="284" y="4569"/>
                  </a:cubicBezTo>
                  <a:cubicBezTo>
                    <a:pt x="1072" y="4853"/>
                    <a:pt x="1639" y="5609"/>
                    <a:pt x="1639" y="6522"/>
                  </a:cubicBezTo>
                  <a:cubicBezTo>
                    <a:pt x="1639" y="7404"/>
                    <a:pt x="1072" y="8161"/>
                    <a:pt x="284" y="8476"/>
                  </a:cubicBezTo>
                  <a:cubicBezTo>
                    <a:pt x="126" y="8507"/>
                    <a:pt x="0" y="8665"/>
                    <a:pt x="0" y="8885"/>
                  </a:cubicBezTo>
                  <a:lnTo>
                    <a:pt x="0" y="12351"/>
                  </a:lnTo>
                  <a:cubicBezTo>
                    <a:pt x="0" y="12571"/>
                    <a:pt x="189" y="12760"/>
                    <a:pt x="441" y="12760"/>
                  </a:cubicBezTo>
                  <a:lnTo>
                    <a:pt x="11185" y="12760"/>
                  </a:lnTo>
                  <a:cubicBezTo>
                    <a:pt x="11405" y="12760"/>
                    <a:pt x="11563" y="12571"/>
                    <a:pt x="11626" y="12382"/>
                  </a:cubicBezTo>
                  <a:lnTo>
                    <a:pt x="11626" y="8885"/>
                  </a:lnTo>
                  <a:cubicBezTo>
                    <a:pt x="11626" y="8696"/>
                    <a:pt x="11500" y="8539"/>
                    <a:pt x="11342" y="8476"/>
                  </a:cubicBezTo>
                  <a:cubicBezTo>
                    <a:pt x="10555" y="8192"/>
                    <a:pt x="9956" y="7404"/>
                    <a:pt x="9956" y="6522"/>
                  </a:cubicBezTo>
                  <a:cubicBezTo>
                    <a:pt x="9956" y="5609"/>
                    <a:pt x="10555" y="4853"/>
                    <a:pt x="11342" y="4569"/>
                  </a:cubicBezTo>
                  <a:cubicBezTo>
                    <a:pt x="11500" y="4538"/>
                    <a:pt x="11626" y="4380"/>
                    <a:pt x="11626" y="4191"/>
                  </a:cubicBezTo>
                  <a:lnTo>
                    <a:pt x="11626" y="442"/>
                  </a:lnTo>
                  <a:cubicBezTo>
                    <a:pt x="11626" y="221"/>
                    <a:pt x="11405" y="1"/>
                    <a:pt x="1118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31" name="Google Shape;2131;p44"/>
          <p:cNvSpPr/>
          <p:nvPr/>
        </p:nvSpPr>
        <p:spPr>
          <a:xfrm>
            <a:off x="1155610" y="3737311"/>
            <a:ext cx="286467" cy="287510"/>
          </a:xfrm>
          <a:custGeom>
            <a:rect b="b" l="l" r="r" t="t"/>
            <a:pathLst>
              <a:path extrusionOk="0" h="12681" w="12635">
                <a:moveTo>
                  <a:pt x="2017" y="865"/>
                </a:moveTo>
                <a:lnTo>
                  <a:pt x="3624" y="1275"/>
                </a:lnTo>
                <a:cubicBezTo>
                  <a:pt x="3655" y="1370"/>
                  <a:pt x="2679" y="4961"/>
                  <a:pt x="2679" y="4961"/>
                </a:cubicBezTo>
                <a:lnTo>
                  <a:pt x="2553" y="5339"/>
                </a:lnTo>
                <a:lnTo>
                  <a:pt x="946" y="4898"/>
                </a:lnTo>
                <a:lnTo>
                  <a:pt x="2017" y="865"/>
                </a:lnTo>
                <a:close/>
                <a:moveTo>
                  <a:pt x="10460" y="4867"/>
                </a:moveTo>
                <a:lnTo>
                  <a:pt x="11689" y="5182"/>
                </a:lnTo>
                <a:lnTo>
                  <a:pt x="11469" y="6001"/>
                </a:lnTo>
                <a:lnTo>
                  <a:pt x="10240" y="5686"/>
                </a:lnTo>
                <a:lnTo>
                  <a:pt x="10460" y="4867"/>
                </a:lnTo>
                <a:close/>
                <a:moveTo>
                  <a:pt x="4159" y="2346"/>
                </a:moveTo>
                <a:lnTo>
                  <a:pt x="9799" y="3858"/>
                </a:lnTo>
                <a:lnTo>
                  <a:pt x="9200" y="6284"/>
                </a:lnTo>
                <a:lnTo>
                  <a:pt x="8381" y="6064"/>
                </a:lnTo>
                <a:cubicBezTo>
                  <a:pt x="8413" y="5465"/>
                  <a:pt x="8161" y="4867"/>
                  <a:pt x="7625" y="4552"/>
                </a:cubicBezTo>
                <a:cubicBezTo>
                  <a:pt x="7341" y="4366"/>
                  <a:pt x="7014" y="4275"/>
                  <a:pt x="6691" y="4275"/>
                </a:cubicBezTo>
                <a:cubicBezTo>
                  <a:pt x="6084" y="4275"/>
                  <a:pt x="5487" y="4596"/>
                  <a:pt x="5199" y="5213"/>
                </a:cubicBezTo>
                <a:cubicBezTo>
                  <a:pt x="4601" y="5056"/>
                  <a:pt x="3529" y="4804"/>
                  <a:pt x="3529" y="4804"/>
                </a:cubicBezTo>
                <a:cubicBezTo>
                  <a:pt x="3624" y="4552"/>
                  <a:pt x="4128" y="2630"/>
                  <a:pt x="4159" y="2346"/>
                </a:cubicBezTo>
                <a:close/>
                <a:moveTo>
                  <a:pt x="6746" y="5106"/>
                </a:moveTo>
                <a:cubicBezTo>
                  <a:pt x="7102" y="5106"/>
                  <a:pt x="7435" y="5355"/>
                  <a:pt x="7562" y="5686"/>
                </a:cubicBezTo>
                <a:cubicBezTo>
                  <a:pt x="7594" y="5906"/>
                  <a:pt x="7594" y="6095"/>
                  <a:pt x="7531" y="6284"/>
                </a:cubicBezTo>
                <a:cubicBezTo>
                  <a:pt x="7368" y="6610"/>
                  <a:pt x="7067" y="6798"/>
                  <a:pt x="6756" y="6798"/>
                </a:cubicBezTo>
                <a:cubicBezTo>
                  <a:pt x="6646" y="6798"/>
                  <a:pt x="6535" y="6775"/>
                  <a:pt x="6428" y="6725"/>
                </a:cubicBezTo>
                <a:cubicBezTo>
                  <a:pt x="6176" y="6631"/>
                  <a:pt x="6018" y="6442"/>
                  <a:pt x="5955" y="6221"/>
                </a:cubicBezTo>
                <a:cubicBezTo>
                  <a:pt x="5798" y="5749"/>
                  <a:pt x="6050" y="5276"/>
                  <a:pt x="6491" y="5150"/>
                </a:cubicBezTo>
                <a:cubicBezTo>
                  <a:pt x="6575" y="5120"/>
                  <a:pt x="6661" y="5106"/>
                  <a:pt x="6746" y="5106"/>
                </a:cubicBezTo>
                <a:close/>
                <a:moveTo>
                  <a:pt x="7531" y="7387"/>
                </a:moveTo>
                <a:lnTo>
                  <a:pt x="8476" y="9277"/>
                </a:lnTo>
                <a:lnTo>
                  <a:pt x="4947" y="9277"/>
                </a:lnTo>
                <a:lnTo>
                  <a:pt x="5955" y="7387"/>
                </a:lnTo>
                <a:cubicBezTo>
                  <a:pt x="6192" y="7529"/>
                  <a:pt x="6451" y="7600"/>
                  <a:pt x="6719" y="7600"/>
                </a:cubicBezTo>
                <a:cubicBezTo>
                  <a:pt x="6987" y="7600"/>
                  <a:pt x="7263" y="7529"/>
                  <a:pt x="7531" y="7387"/>
                </a:cubicBezTo>
                <a:close/>
                <a:moveTo>
                  <a:pt x="1791" y="1"/>
                </a:moveTo>
                <a:cubicBezTo>
                  <a:pt x="1607" y="1"/>
                  <a:pt x="1440" y="138"/>
                  <a:pt x="1387" y="298"/>
                </a:cubicBezTo>
                <a:lnTo>
                  <a:pt x="95" y="5150"/>
                </a:lnTo>
                <a:cubicBezTo>
                  <a:pt x="1" y="5371"/>
                  <a:pt x="158" y="5591"/>
                  <a:pt x="347" y="5654"/>
                </a:cubicBezTo>
                <a:lnTo>
                  <a:pt x="2742" y="6284"/>
                </a:lnTo>
                <a:cubicBezTo>
                  <a:pt x="2773" y="6288"/>
                  <a:pt x="2804" y="6290"/>
                  <a:pt x="2833" y="6290"/>
                </a:cubicBezTo>
                <a:cubicBezTo>
                  <a:pt x="3040" y="6290"/>
                  <a:pt x="3195" y="6194"/>
                  <a:pt x="3277" y="6001"/>
                </a:cubicBezTo>
                <a:lnTo>
                  <a:pt x="3403" y="5623"/>
                </a:lnTo>
                <a:lnTo>
                  <a:pt x="5073" y="6095"/>
                </a:lnTo>
                <a:cubicBezTo>
                  <a:pt x="5073" y="6379"/>
                  <a:pt x="5199" y="6631"/>
                  <a:pt x="5325" y="6883"/>
                </a:cubicBezTo>
                <a:lnTo>
                  <a:pt x="2616" y="12081"/>
                </a:lnTo>
                <a:cubicBezTo>
                  <a:pt x="2490" y="12270"/>
                  <a:pt x="2553" y="12522"/>
                  <a:pt x="2773" y="12617"/>
                </a:cubicBezTo>
                <a:cubicBezTo>
                  <a:pt x="2838" y="12660"/>
                  <a:pt x="2907" y="12681"/>
                  <a:pt x="2974" y="12681"/>
                </a:cubicBezTo>
                <a:cubicBezTo>
                  <a:pt x="3103" y="12681"/>
                  <a:pt x="3226" y="12604"/>
                  <a:pt x="3309" y="12459"/>
                </a:cubicBezTo>
                <a:lnTo>
                  <a:pt x="4538" y="10191"/>
                </a:lnTo>
                <a:cubicBezTo>
                  <a:pt x="4559" y="10201"/>
                  <a:pt x="4538" y="10205"/>
                  <a:pt x="4668" y="10205"/>
                </a:cubicBezTo>
                <a:cubicBezTo>
                  <a:pt x="4930" y="10205"/>
                  <a:pt x="5798" y="10191"/>
                  <a:pt x="8822" y="10191"/>
                </a:cubicBezTo>
                <a:lnTo>
                  <a:pt x="8917" y="10191"/>
                </a:lnTo>
                <a:lnTo>
                  <a:pt x="10082" y="12459"/>
                </a:lnTo>
                <a:cubicBezTo>
                  <a:pt x="10165" y="12604"/>
                  <a:pt x="10289" y="12681"/>
                  <a:pt x="10426" y="12681"/>
                </a:cubicBezTo>
                <a:cubicBezTo>
                  <a:pt x="10498" y="12681"/>
                  <a:pt x="10574" y="12660"/>
                  <a:pt x="10650" y="12617"/>
                </a:cubicBezTo>
                <a:cubicBezTo>
                  <a:pt x="10839" y="12522"/>
                  <a:pt x="10902" y="12270"/>
                  <a:pt x="10807" y="12081"/>
                </a:cubicBezTo>
                <a:lnTo>
                  <a:pt x="8129" y="6914"/>
                </a:lnTo>
                <a:lnTo>
                  <a:pt x="9389" y="7261"/>
                </a:lnTo>
                <a:cubicBezTo>
                  <a:pt x="9428" y="7272"/>
                  <a:pt x="9466" y="7277"/>
                  <a:pt x="9503" y="7277"/>
                </a:cubicBezTo>
                <a:cubicBezTo>
                  <a:pt x="9674" y="7277"/>
                  <a:pt x="9816" y="7164"/>
                  <a:pt x="9893" y="7009"/>
                </a:cubicBezTo>
                <a:lnTo>
                  <a:pt x="10019" y="6599"/>
                </a:lnTo>
                <a:lnTo>
                  <a:pt x="11626" y="7040"/>
                </a:lnTo>
                <a:cubicBezTo>
                  <a:pt x="11660" y="7050"/>
                  <a:pt x="11694" y="7055"/>
                  <a:pt x="11727" y="7055"/>
                </a:cubicBezTo>
                <a:cubicBezTo>
                  <a:pt x="11910" y="7055"/>
                  <a:pt x="12077" y="6917"/>
                  <a:pt x="12130" y="6757"/>
                </a:cubicBezTo>
                <a:lnTo>
                  <a:pt x="12571" y="5150"/>
                </a:lnTo>
                <a:cubicBezTo>
                  <a:pt x="12634" y="4804"/>
                  <a:pt x="12508" y="4583"/>
                  <a:pt x="12288" y="4520"/>
                </a:cubicBezTo>
                <a:lnTo>
                  <a:pt x="10681" y="4079"/>
                </a:lnTo>
                <a:lnTo>
                  <a:pt x="10776" y="3701"/>
                </a:lnTo>
                <a:cubicBezTo>
                  <a:pt x="10839" y="3449"/>
                  <a:pt x="10713" y="3260"/>
                  <a:pt x="10523" y="3165"/>
                </a:cubicBezTo>
                <a:lnTo>
                  <a:pt x="4443" y="1559"/>
                </a:lnTo>
                <a:lnTo>
                  <a:pt x="4569" y="1181"/>
                </a:lnTo>
                <a:cubicBezTo>
                  <a:pt x="4601" y="928"/>
                  <a:pt x="4506" y="739"/>
                  <a:pt x="4285" y="645"/>
                </a:cubicBezTo>
                <a:lnTo>
                  <a:pt x="1891" y="15"/>
                </a:lnTo>
                <a:cubicBezTo>
                  <a:pt x="1857" y="5"/>
                  <a:pt x="1824" y="1"/>
                  <a:pt x="179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32" name="Google Shape;2132;p44"/>
          <p:cNvGrpSpPr/>
          <p:nvPr/>
        </p:nvGrpSpPr>
        <p:grpSpPr>
          <a:xfrm>
            <a:off x="3333394" y="2869023"/>
            <a:ext cx="295740" cy="287011"/>
            <a:chOff x="-37956150" y="1948175"/>
            <a:chExt cx="326100" cy="316475"/>
          </a:xfrm>
        </p:grpSpPr>
        <p:sp>
          <p:nvSpPr>
            <p:cNvPr id="2133" name="Google Shape;2133;p44"/>
            <p:cNvSpPr/>
            <p:nvPr/>
          </p:nvSpPr>
          <p:spPr>
            <a:xfrm>
              <a:off x="-37956150" y="1948175"/>
              <a:ext cx="326100" cy="316475"/>
            </a:xfrm>
            <a:custGeom>
              <a:rect b="b" l="l" r="r" t="t"/>
              <a:pathLst>
                <a:path extrusionOk="0" h="12659" w="13044">
                  <a:moveTo>
                    <a:pt x="11627" y="844"/>
                  </a:moveTo>
                  <a:cubicBezTo>
                    <a:pt x="11847" y="844"/>
                    <a:pt x="12067" y="993"/>
                    <a:pt x="12067" y="1229"/>
                  </a:cubicBezTo>
                  <a:cubicBezTo>
                    <a:pt x="12067" y="1355"/>
                    <a:pt x="12036" y="1418"/>
                    <a:pt x="11941" y="1513"/>
                  </a:cubicBezTo>
                  <a:lnTo>
                    <a:pt x="9106" y="4254"/>
                  </a:lnTo>
                  <a:cubicBezTo>
                    <a:pt x="8948" y="4065"/>
                    <a:pt x="8759" y="3876"/>
                    <a:pt x="8507" y="3687"/>
                  </a:cubicBezTo>
                  <a:cubicBezTo>
                    <a:pt x="9358" y="2899"/>
                    <a:pt x="11343" y="946"/>
                    <a:pt x="11343" y="946"/>
                  </a:cubicBezTo>
                  <a:cubicBezTo>
                    <a:pt x="11423" y="876"/>
                    <a:pt x="11525" y="844"/>
                    <a:pt x="11627" y="844"/>
                  </a:cubicBezTo>
                  <a:close/>
                  <a:moveTo>
                    <a:pt x="3845" y="10712"/>
                  </a:moveTo>
                  <a:lnTo>
                    <a:pt x="4412" y="11311"/>
                  </a:lnTo>
                  <a:lnTo>
                    <a:pt x="4065" y="11657"/>
                  </a:lnTo>
                  <a:cubicBezTo>
                    <a:pt x="3986" y="11736"/>
                    <a:pt x="3876" y="11776"/>
                    <a:pt x="3766" y="11776"/>
                  </a:cubicBezTo>
                  <a:cubicBezTo>
                    <a:pt x="3656" y="11776"/>
                    <a:pt x="3545" y="11736"/>
                    <a:pt x="3467" y="11657"/>
                  </a:cubicBezTo>
                  <a:cubicBezTo>
                    <a:pt x="3309" y="11500"/>
                    <a:pt x="3309" y="11248"/>
                    <a:pt x="3467" y="11090"/>
                  </a:cubicBezTo>
                  <a:lnTo>
                    <a:pt x="3845" y="10712"/>
                  </a:lnTo>
                  <a:close/>
                  <a:moveTo>
                    <a:pt x="6222" y="3658"/>
                  </a:moveTo>
                  <a:cubicBezTo>
                    <a:pt x="6719" y="3658"/>
                    <a:pt x="7224" y="3789"/>
                    <a:pt x="7688" y="4065"/>
                  </a:cubicBezTo>
                  <a:cubicBezTo>
                    <a:pt x="8035" y="4254"/>
                    <a:pt x="8350" y="4569"/>
                    <a:pt x="8602" y="4884"/>
                  </a:cubicBezTo>
                  <a:cubicBezTo>
                    <a:pt x="9389" y="6207"/>
                    <a:pt x="9106" y="7782"/>
                    <a:pt x="8129" y="8759"/>
                  </a:cubicBezTo>
                  <a:lnTo>
                    <a:pt x="7027" y="9862"/>
                  </a:lnTo>
                  <a:cubicBezTo>
                    <a:pt x="6838" y="10051"/>
                    <a:pt x="6712" y="10334"/>
                    <a:pt x="6680" y="10649"/>
                  </a:cubicBezTo>
                  <a:cubicBezTo>
                    <a:pt x="6680" y="11027"/>
                    <a:pt x="6554" y="11468"/>
                    <a:pt x="6270" y="11752"/>
                  </a:cubicBezTo>
                  <a:cubicBezTo>
                    <a:pt x="6255" y="11768"/>
                    <a:pt x="6215" y="11776"/>
                    <a:pt x="6176" y="11776"/>
                  </a:cubicBezTo>
                  <a:cubicBezTo>
                    <a:pt x="6137" y="11776"/>
                    <a:pt x="6097" y="11768"/>
                    <a:pt x="6081" y="11752"/>
                  </a:cubicBezTo>
                  <a:cubicBezTo>
                    <a:pt x="726" y="6396"/>
                    <a:pt x="1009" y="6680"/>
                    <a:pt x="1009" y="6617"/>
                  </a:cubicBezTo>
                  <a:lnTo>
                    <a:pt x="1009" y="6522"/>
                  </a:lnTo>
                  <a:cubicBezTo>
                    <a:pt x="1009" y="6459"/>
                    <a:pt x="1041" y="6459"/>
                    <a:pt x="1041" y="6459"/>
                  </a:cubicBezTo>
                  <a:cubicBezTo>
                    <a:pt x="1198" y="6302"/>
                    <a:pt x="1419" y="6207"/>
                    <a:pt x="1671" y="6113"/>
                  </a:cubicBezTo>
                  <a:cubicBezTo>
                    <a:pt x="2049" y="5987"/>
                    <a:pt x="2269" y="6081"/>
                    <a:pt x="2616" y="5955"/>
                  </a:cubicBezTo>
                  <a:cubicBezTo>
                    <a:pt x="2773" y="5892"/>
                    <a:pt x="2899" y="5798"/>
                    <a:pt x="2994" y="5672"/>
                  </a:cubicBezTo>
                  <a:lnTo>
                    <a:pt x="4191" y="4506"/>
                  </a:lnTo>
                  <a:cubicBezTo>
                    <a:pt x="4741" y="3956"/>
                    <a:pt x="5473" y="3658"/>
                    <a:pt x="6222" y="3658"/>
                  </a:cubicBezTo>
                  <a:close/>
                  <a:moveTo>
                    <a:pt x="11637" y="1"/>
                  </a:moveTo>
                  <a:cubicBezTo>
                    <a:pt x="11322" y="1"/>
                    <a:pt x="11007" y="127"/>
                    <a:pt x="10776" y="379"/>
                  </a:cubicBezTo>
                  <a:lnTo>
                    <a:pt x="7814" y="3277"/>
                  </a:lnTo>
                  <a:cubicBezTo>
                    <a:pt x="7301" y="3032"/>
                    <a:pt x="6741" y="2908"/>
                    <a:pt x="6181" y="2908"/>
                  </a:cubicBezTo>
                  <a:cubicBezTo>
                    <a:pt x="5227" y="2908"/>
                    <a:pt x="4275" y="3268"/>
                    <a:pt x="3561" y="4002"/>
                  </a:cubicBezTo>
                  <a:lnTo>
                    <a:pt x="2364" y="5167"/>
                  </a:lnTo>
                  <a:cubicBezTo>
                    <a:pt x="2301" y="5262"/>
                    <a:pt x="2175" y="5294"/>
                    <a:pt x="2049" y="5294"/>
                  </a:cubicBezTo>
                  <a:cubicBezTo>
                    <a:pt x="915" y="5325"/>
                    <a:pt x="474" y="5924"/>
                    <a:pt x="411" y="5955"/>
                  </a:cubicBezTo>
                  <a:cubicBezTo>
                    <a:pt x="1" y="6365"/>
                    <a:pt x="64" y="6932"/>
                    <a:pt x="411" y="7341"/>
                  </a:cubicBezTo>
                  <a:lnTo>
                    <a:pt x="3246" y="10177"/>
                  </a:lnTo>
                  <a:lnTo>
                    <a:pt x="2836" y="10555"/>
                  </a:lnTo>
                  <a:cubicBezTo>
                    <a:pt x="2206" y="11185"/>
                    <a:pt x="2458" y="12256"/>
                    <a:pt x="3246" y="12571"/>
                  </a:cubicBezTo>
                  <a:cubicBezTo>
                    <a:pt x="3395" y="12631"/>
                    <a:pt x="3547" y="12659"/>
                    <a:pt x="3696" y="12659"/>
                  </a:cubicBezTo>
                  <a:cubicBezTo>
                    <a:pt x="4020" y="12659"/>
                    <a:pt x="4332" y="12525"/>
                    <a:pt x="4569" y="12288"/>
                  </a:cubicBezTo>
                  <a:lnTo>
                    <a:pt x="4979" y="11910"/>
                  </a:lnTo>
                  <a:lnTo>
                    <a:pt x="5451" y="12382"/>
                  </a:lnTo>
                  <a:cubicBezTo>
                    <a:pt x="5636" y="12567"/>
                    <a:pt x="5874" y="12654"/>
                    <a:pt x="6116" y="12654"/>
                  </a:cubicBezTo>
                  <a:cubicBezTo>
                    <a:pt x="6370" y="12654"/>
                    <a:pt x="6628" y="12559"/>
                    <a:pt x="6838" y="12382"/>
                  </a:cubicBezTo>
                  <a:cubicBezTo>
                    <a:pt x="7247" y="11941"/>
                    <a:pt x="7468" y="11342"/>
                    <a:pt x="7499" y="10712"/>
                  </a:cubicBezTo>
                  <a:cubicBezTo>
                    <a:pt x="7499" y="10649"/>
                    <a:pt x="7531" y="10523"/>
                    <a:pt x="7625" y="10460"/>
                  </a:cubicBezTo>
                  <a:lnTo>
                    <a:pt x="8728" y="9358"/>
                  </a:lnTo>
                  <a:cubicBezTo>
                    <a:pt x="9862" y="8192"/>
                    <a:pt x="10209" y="6428"/>
                    <a:pt x="9547" y="5010"/>
                  </a:cubicBezTo>
                  <a:lnTo>
                    <a:pt x="12540" y="2112"/>
                  </a:lnTo>
                  <a:cubicBezTo>
                    <a:pt x="12666" y="1986"/>
                    <a:pt x="12729" y="1828"/>
                    <a:pt x="12823" y="1670"/>
                  </a:cubicBezTo>
                  <a:cubicBezTo>
                    <a:pt x="13044" y="1072"/>
                    <a:pt x="12729" y="379"/>
                    <a:pt x="12099" y="95"/>
                  </a:cubicBezTo>
                  <a:cubicBezTo>
                    <a:pt x="11952" y="32"/>
                    <a:pt x="11794" y="1"/>
                    <a:pt x="1163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4" name="Google Shape;2134;p44"/>
            <p:cNvSpPr/>
            <p:nvPr/>
          </p:nvSpPr>
          <p:spPr>
            <a:xfrm>
              <a:off x="-37729300" y="2054500"/>
              <a:ext cx="25" cy="25"/>
            </a:xfrm>
            <a:custGeom>
              <a:rect b="b" l="l" r="r" t="t"/>
              <a:pathLst>
                <a:path extrusionOk="0" h="1" w="1">
                  <a:moveTo>
                    <a:pt x="0" y="1"/>
                  </a:move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5" name="Google Shape;2135;p44"/>
            <p:cNvSpPr/>
            <p:nvPr/>
          </p:nvSpPr>
          <p:spPr>
            <a:xfrm>
              <a:off x="-37839575" y="2058625"/>
              <a:ext cx="81950" cy="34300"/>
            </a:xfrm>
            <a:custGeom>
              <a:rect b="b" l="l" r="r" t="t"/>
              <a:pathLst>
                <a:path extrusionOk="0" h="1372" w="3278">
                  <a:moveTo>
                    <a:pt x="1497" y="0"/>
                  </a:moveTo>
                  <a:cubicBezTo>
                    <a:pt x="1030" y="0"/>
                    <a:pt x="577" y="150"/>
                    <a:pt x="221" y="434"/>
                  </a:cubicBezTo>
                  <a:cubicBezTo>
                    <a:pt x="32" y="623"/>
                    <a:pt x="1" y="876"/>
                    <a:pt x="158" y="1065"/>
                  </a:cubicBezTo>
                  <a:cubicBezTo>
                    <a:pt x="245" y="1151"/>
                    <a:pt x="350" y="1200"/>
                    <a:pt x="465" y="1200"/>
                  </a:cubicBezTo>
                  <a:cubicBezTo>
                    <a:pt x="558" y="1200"/>
                    <a:pt x="657" y="1167"/>
                    <a:pt x="757" y="1096"/>
                  </a:cubicBezTo>
                  <a:cubicBezTo>
                    <a:pt x="968" y="927"/>
                    <a:pt x="1241" y="840"/>
                    <a:pt x="1524" y="840"/>
                  </a:cubicBezTo>
                  <a:cubicBezTo>
                    <a:pt x="1876" y="840"/>
                    <a:pt x="2242" y="974"/>
                    <a:pt x="2521" y="1254"/>
                  </a:cubicBezTo>
                  <a:cubicBezTo>
                    <a:pt x="2600" y="1332"/>
                    <a:pt x="2710" y="1372"/>
                    <a:pt x="2820" y="1372"/>
                  </a:cubicBezTo>
                  <a:cubicBezTo>
                    <a:pt x="2931" y="1372"/>
                    <a:pt x="3041" y="1332"/>
                    <a:pt x="3120" y="1254"/>
                  </a:cubicBezTo>
                  <a:cubicBezTo>
                    <a:pt x="3277" y="1096"/>
                    <a:pt x="3277" y="844"/>
                    <a:pt x="3120" y="686"/>
                  </a:cubicBezTo>
                  <a:cubicBezTo>
                    <a:pt x="2653" y="220"/>
                    <a:pt x="2064" y="0"/>
                    <a:pt x="149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36" name="Google Shape;2136;p44"/>
          <p:cNvGrpSpPr/>
          <p:nvPr/>
        </p:nvGrpSpPr>
        <p:grpSpPr>
          <a:xfrm>
            <a:off x="1173827" y="3301444"/>
            <a:ext cx="250032" cy="288712"/>
            <a:chOff x="-39783425" y="2337925"/>
            <a:chExt cx="275700" cy="318350"/>
          </a:xfrm>
        </p:grpSpPr>
        <p:sp>
          <p:nvSpPr>
            <p:cNvPr id="2137" name="Google Shape;2137;p44"/>
            <p:cNvSpPr/>
            <p:nvPr/>
          </p:nvSpPr>
          <p:spPr>
            <a:xfrm>
              <a:off x="-39739325" y="2468600"/>
              <a:ext cx="194575" cy="148500"/>
            </a:xfrm>
            <a:custGeom>
              <a:rect b="b" l="l" r="r" t="t"/>
              <a:pathLst>
                <a:path extrusionOk="0" h="5940" w="7783">
                  <a:moveTo>
                    <a:pt x="6349" y="772"/>
                  </a:moveTo>
                  <a:cubicBezTo>
                    <a:pt x="6459" y="772"/>
                    <a:pt x="6570" y="812"/>
                    <a:pt x="6648" y="891"/>
                  </a:cubicBezTo>
                  <a:cubicBezTo>
                    <a:pt x="6711" y="954"/>
                    <a:pt x="6743" y="1017"/>
                    <a:pt x="6806" y="1080"/>
                  </a:cubicBezTo>
                  <a:cubicBezTo>
                    <a:pt x="6837" y="1300"/>
                    <a:pt x="6837" y="1458"/>
                    <a:pt x="6711" y="1552"/>
                  </a:cubicBezTo>
                  <a:lnTo>
                    <a:pt x="3340" y="4955"/>
                  </a:lnTo>
                  <a:cubicBezTo>
                    <a:pt x="3261" y="5033"/>
                    <a:pt x="3151" y="5073"/>
                    <a:pt x="3041" y="5073"/>
                  </a:cubicBezTo>
                  <a:cubicBezTo>
                    <a:pt x="2931" y="5073"/>
                    <a:pt x="2820" y="5033"/>
                    <a:pt x="2742" y="4955"/>
                  </a:cubicBezTo>
                  <a:lnTo>
                    <a:pt x="1040" y="3253"/>
                  </a:lnTo>
                  <a:cubicBezTo>
                    <a:pt x="883" y="3096"/>
                    <a:pt x="883" y="2812"/>
                    <a:pt x="1040" y="2655"/>
                  </a:cubicBezTo>
                  <a:lnTo>
                    <a:pt x="1135" y="2592"/>
                  </a:lnTo>
                  <a:cubicBezTo>
                    <a:pt x="1214" y="2513"/>
                    <a:pt x="1316" y="2474"/>
                    <a:pt x="1418" y="2474"/>
                  </a:cubicBezTo>
                  <a:cubicBezTo>
                    <a:pt x="1521" y="2474"/>
                    <a:pt x="1623" y="2513"/>
                    <a:pt x="1702" y="2592"/>
                  </a:cubicBezTo>
                  <a:lnTo>
                    <a:pt x="2742" y="3600"/>
                  </a:lnTo>
                  <a:cubicBezTo>
                    <a:pt x="2820" y="3679"/>
                    <a:pt x="2931" y="3718"/>
                    <a:pt x="3041" y="3718"/>
                  </a:cubicBezTo>
                  <a:cubicBezTo>
                    <a:pt x="3151" y="3718"/>
                    <a:pt x="3261" y="3679"/>
                    <a:pt x="3340" y="3600"/>
                  </a:cubicBezTo>
                  <a:lnTo>
                    <a:pt x="6050" y="891"/>
                  </a:lnTo>
                  <a:cubicBezTo>
                    <a:pt x="6128" y="812"/>
                    <a:pt x="6239" y="772"/>
                    <a:pt x="6349" y="772"/>
                  </a:cubicBezTo>
                  <a:close/>
                  <a:moveTo>
                    <a:pt x="6369" y="1"/>
                  </a:moveTo>
                  <a:cubicBezTo>
                    <a:pt x="6050" y="1"/>
                    <a:pt x="5719" y="119"/>
                    <a:pt x="5451" y="355"/>
                  </a:cubicBezTo>
                  <a:lnTo>
                    <a:pt x="3025" y="2781"/>
                  </a:lnTo>
                  <a:lnTo>
                    <a:pt x="2269" y="2025"/>
                  </a:lnTo>
                  <a:cubicBezTo>
                    <a:pt x="2040" y="1796"/>
                    <a:pt x="1742" y="1663"/>
                    <a:pt x="1421" y="1663"/>
                  </a:cubicBezTo>
                  <a:cubicBezTo>
                    <a:pt x="1256" y="1663"/>
                    <a:pt x="1085" y="1698"/>
                    <a:pt x="914" y="1773"/>
                  </a:cubicBezTo>
                  <a:cubicBezTo>
                    <a:pt x="694" y="1867"/>
                    <a:pt x="536" y="1993"/>
                    <a:pt x="473" y="2119"/>
                  </a:cubicBezTo>
                  <a:cubicBezTo>
                    <a:pt x="1" y="2592"/>
                    <a:pt x="1" y="3379"/>
                    <a:pt x="473" y="3883"/>
                  </a:cubicBezTo>
                  <a:lnTo>
                    <a:pt x="2143" y="5585"/>
                  </a:lnTo>
                  <a:cubicBezTo>
                    <a:pt x="2379" y="5821"/>
                    <a:pt x="2694" y="5939"/>
                    <a:pt x="3017" y="5939"/>
                  </a:cubicBezTo>
                  <a:cubicBezTo>
                    <a:pt x="3340" y="5939"/>
                    <a:pt x="3671" y="5821"/>
                    <a:pt x="3939" y="5585"/>
                  </a:cubicBezTo>
                  <a:lnTo>
                    <a:pt x="7310" y="2182"/>
                  </a:lnTo>
                  <a:cubicBezTo>
                    <a:pt x="7656" y="1836"/>
                    <a:pt x="7782" y="1300"/>
                    <a:pt x="7593" y="859"/>
                  </a:cubicBezTo>
                  <a:cubicBezTo>
                    <a:pt x="7467" y="575"/>
                    <a:pt x="7310" y="418"/>
                    <a:pt x="7215" y="355"/>
                  </a:cubicBezTo>
                  <a:cubicBezTo>
                    <a:pt x="6995" y="119"/>
                    <a:pt x="6688" y="1"/>
                    <a:pt x="636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8" name="Google Shape;2138;p44"/>
            <p:cNvSpPr/>
            <p:nvPr/>
          </p:nvSpPr>
          <p:spPr>
            <a:xfrm>
              <a:off x="-39783425" y="2337925"/>
              <a:ext cx="275700" cy="318350"/>
            </a:xfrm>
            <a:custGeom>
              <a:rect b="b" l="l" r="r" t="t"/>
              <a:pathLst>
                <a:path extrusionOk="0" h="12734" w="11028">
                  <a:moveTo>
                    <a:pt x="5608" y="793"/>
                  </a:moveTo>
                  <a:cubicBezTo>
                    <a:pt x="5829" y="793"/>
                    <a:pt x="5986" y="1014"/>
                    <a:pt x="6049" y="1234"/>
                  </a:cubicBezTo>
                  <a:cubicBezTo>
                    <a:pt x="6049" y="1486"/>
                    <a:pt x="6238" y="1644"/>
                    <a:pt x="6459" y="1644"/>
                  </a:cubicBezTo>
                  <a:lnTo>
                    <a:pt x="8129" y="1644"/>
                  </a:lnTo>
                  <a:cubicBezTo>
                    <a:pt x="8349" y="1644"/>
                    <a:pt x="8507" y="1833"/>
                    <a:pt x="8570" y="2053"/>
                  </a:cubicBezTo>
                  <a:lnTo>
                    <a:pt x="8570" y="2494"/>
                  </a:lnTo>
                  <a:lnTo>
                    <a:pt x="2773" y="2494"/>
                  </a:lnTo>
                  <a:lnTo>
                    <a:pt x="2773" y="2116"/>
                  </a:lnTo>
                  <a:lnTo>
                    <a:pt x="2741" y="2116"/>
                  </a:lnTo>
                  <a:cubicBezTo>
                    <a:pt x="2741" y="1864"/>
                    <a:pt x="2930" y="1707"/>
                    <a:pt x="3119" y="1675"/>
                  </a:cubicBezTo>
                  <a:lnTo>
                    <a:pt x="4789" y="1675"/>
                  </a:lnTo>
                  <a:cubicBezTo>
                    <a:pt x="5010" y="1675"/>
                    <a:pt x="5167" y="1486"/>
                    <a:pt x="5167" y="1234"/>
                  </a:cubicBezTo>
                  <a:cubicBezTo>
                    <a:pt x="5167" y="1014"/>
                    <a:pt x="5356" y="856"/>
                    <a:pt x="5608" y="793"/>
                  </a:cubicBezTo>
                  <a:close/>
                  <a:moveTo>
                    <a:pt x="10177" y="2494"/>
                  </a:moveTo>
                  <a:lnTo>
                    <a:pt x="10177" y="11883"/>
                  </a:lnTo>
                  <a:lnTo>
                    <a:pt x="788" y="11883"/>
                  </a:lnTo>
                  <a:lnTo>
                    <a:pt x="788" y="2494"/>
                  </a:lnTo>
                  <a:lnTo>
                    <a:pt x="1891" y="2494"/>
                  </a:lnTo>
                  <a:lnTo>
                    <a:pt x="1891" y="2904"/>
                  </a:lnTo>
                  <a:cubicBezTo>
                    <a:pt x="1891" y="3125"/>
                    <a:pt x="2111" y="3314"/>
                    <a:pt x="2332" y="3314"/>
                  </a:cubicBezTo>
                  <a:lnTo>
                    <a:pt x="8948" y="3314"/>
                  </a:lnTo>
                  <a:cubicBezTo>
                    <a:pt x="9200" y="3314"/>
                    <a:pt x="9357" y="3125"/>
                    <a:pt x="9357" y="2904"/>
                  </a:cubicBezTo>
                  <a:lnTo>
                    <a:pt x="9357" y="2494"/>
                  </a:lnTo>
                  <a:close/>
                  <a:moveTo>
                    <a:pt x="5615" y="1"/>
                  </a:moveTo>
                  <a:cubicBezTo>
                    <a:pt x="5456" y="1"/>
                    <a:pt x="5293" y="33"/>
                    <a:pt x="5136" y="100"/>
                  </a:cubicBezTo>
                  <a:cubicBezTo>
                    <a:pt x="4821" y="226"/>
                    <a:pt x="4537" y="478"/>
                    <a:pt x="4474" y="856"/>
                  </a:cubicBezTo>
                  <a:lnTo>
                    <a:pt x="3151" y="856"/>
                  </a:lnTo>
                  <a:cubicBezTo>
                    <a:pt x="2647" y="856"/>
                    <a:pt x="2174" y="1203"/>
                    <a:pt x="1985" y="1675"/>
                  </a:cubicBezTo>
                  <a:lnTo>
                    <a:pt x="410" y="1675"/>
                  </a:lnTo>
                  <a:cubicBezTo>
                    <a:pt x="158" y="1675"/>
                    <a:pt x="0" y="1864"/>
                    <a:pt x="0" y="2116"/>
                  </a:cubicBezTo>
                  <a:lnTo>
                    <a:pt x="0" y="12292"/>
                  </a:lnTo>
                  <a:cubicBezTo>
                    <a:pt x="0" y="12544"/>
                    <a:pt x="221" y="12734"/>
                    <a:pt x="410" y="12734"/>
                  </a:cubicBezTo>
                  <a:lnTo>
                    <a:pt x="10618" y="12734"/>
                  </a:lnTo>
                  <a:cubicBezTo>
                    <a:pt x="10838" y="12734"/>
                    <a:pt x="11027" y="12544"/>
                    <a:pt x="11027" y="12292"/>
                  </a:cubicBezTo>
                  <a:lnTo>
                    <a:pt x="11027" y="2116"/>
                  </a:lnTo>
                  <a:cubicBezTo>
                    <a:pt x="10996" y="1864"/>
                    <a:pt x="10807" y="1675"/>
                    <a:pt x="10555" y="1675"/>
                  </a:cubicBezTo>
                  <a:lnTo>
                    <a:pt x="9263" y="1675"/>
                  </a:lnTo>
                  <a:cubicBezTo>
                    <a:pt x="9105" y="1203"/>
                    <a:pt x="8633" y="856"/>
                    <a:pt x="8097" y="856"/>
                  </a:cubicBezTo>
                  <a:lnTo>
                    <a:pt x="6774" y="856"/>
                  </a:lnTo>
                  <a:cubicBezTo>
                    <a:pt x="6606" y="328"/>
                    <a:pt x="6127" y="1"/>
                    <a:pt x="561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39" name="Google Shape;2139;p44"/>
          <p:cNvGrpSpPr/>
          <p:nvPr/>
        </p:nvGrpSpPr>
        <p:grpSpPr>
          <a:xfrm>
            <a:off x="3336603" y="3352208"/>
            <a:ext cx="289324" cy="187184"/>
            <a:chOff x="-37953000" y="2379000"/>
            <a:chExt cx="319025" cy="206400"/>
          </a:xfrm>
        </p:grpSpPr>
        <p:sp>
          <p:nvSpPr>
            <p:cNvPr id="2140" name="Google Shape;2140;p44"/>
            <p:cNvSpPr/>
            <p:nvPr/>
          </p:nvSpPr>
          <p:spPr>
            <a:xfrm>
              <a:off x="-37953000" y="2379000"/>
              <a:ext cx="319025" cy="206400"/>
            </a:xfrm>
            <a:custGeom>
              <a:rect b="b" l="l" r="r" t="t"/>
              <a:pathLst>
                <a:path extrusionOk="0" h="8256" w="12761">
                  <a:moveTo>
                    <a:pt x="11469" y="788"/>
                  </a:moveTo>
                  <a:cubicBezTo>
                    <a:pt x="11721" y="788"/>
                    <a:pt x="11878" y="977"/>
                    <a:pt x="11910" y="1198"/>
                  </a:cubicBezTo>
                  <a:lnTo>
                    <a:pt x="11910" y="6207"/>
                  </a:lnTo>
                  <a:lnTo>
                    <a:pt x="11847" y="6207"/>
                  </a:lnTo>
                  <a:cubicBezTo>
                    <a:pt x="11847" y="6396"/>
                    <a:pt x="11752" y="6554"/>
                    <a:pt x="11595" y="6617"/>
                  </a:cubicBezTo>
                  <a:cubicBezTo>
                    <a:pt x="11563" y="6627"/>
                    <a:pt x="11612" y="6631"/>
                    <a:pt x="11289" y="6631"/>
                  </a:cubicBezTo>
                  <a:cubicBezTo>
                    <a:pt x="10643" y="6631"/>
                    <a:pt x="8507" y="6617"/>
                    <a:pt x="1261" y="6617"/>
                  </a:cubicBezTo>
                  <a:cubicBezTo>
                    <a:pt x="1041" y="6617"/>
                    <a:pt x="883" y="6396"/>
                    <a:pt x="852" y="6176"/>
                  </a:cubicBezTo>
                  <a:lnTo>
                    <a:pt x="852" y="1198"/>
                  </a:lnTo>
                  <a:cubicBezTo>
                    <a:pt x="852" y="977"/>
                    <a:pt x="1041" y="820"/>
                    <a:pt x="1261" y="788"/>
                  </a:cubicBezTo>
                  <a:close/>
                  <a:moveTo>
                    <a:pt x="1261" y="1"/>
                  </a:moveTo>
                  <a:cubicBezTo>
                    <a:pt x="600" y="1"/>
                    <a:pt x="1" y="536"/>
                    <a:pt x="1" y="1198"/>
                  </a:cubicBezTo>
                  <a:lnTo>
                    <a:pt x="1" y="6176"/>
                  </a:lnTo>
                  <a:cubicBezTo>
                    <a:pt x="1" y="6711"/>
                    <a:pt x="348" y="7152"/>
                    <a:pt x="820" y="7341"/>
                  </a:cubicBezTo>
                  <a:lnTo>
                    <a:pt x="820" y="7814"/>
                  </a:lnTo>
                  <a:cubicBezTo>
                    <a:pt x="820" y="8066"/>
                    <a:pt x="1041" y="8255"/>
                    <a:pt x="1261" y="8255"/>
                  </a:cubicBezTo>
                  <a:lnTo>
                    <a:pt x="2931" y="8255"/>
                  </a:lnTo>
                  <a:cubicBezTo>
                    <a:pt x="3151" y="8255"/>
                    <a:pt x="3341" y="8066"/>
                    <a:pt x="3341" y="7814"/>
                  </a:cubicBezTo>
                  <a:lnTo>
                    <a:pt x="3341" y="7404"/>
                  </a:lnTo>
                  <a:lnTo>
                    <a:pt x="9421" y="7404"/>
                  </a:lnTo>
                  <a:lnTo>
                    <a:pt x="9421" y="7814"/>
                  </a:lnTo>
                  <a:cubicBezTo>
                    <a:pt x="9421" y="8066"/>
                    <a:pt x="9610" y="8255"/>
                    <a:pt x="9862" y="8255"/>
                  </a:cubicBezTo>
                  <a:lnTo>
                    <a:pt x="11500" y="8255"/>
                  </a:lnTo>
                  <a:cubicBezTo>
                    <a:pt x="11752" y="8255"/>
                    <a:pt x="11941" y="8066"/>
                    <a:pt x="11941" y="7814"/>
                  </a:cubicBezTo>
                  <a:lnTo>
                    <a:pt x="11941" y="7341"/>
                  </a:lnTo>
                  <a:cubicBezTo>
                    <a:pt x="12445" y="7184"/>
                    <a:pt x="12760" y="6711"/>
                    <a:pt x="12760" y="6176"/>
                  </a:cubicBezTo>
                  <a:lnTo>
                    <a:pt x="12760" y="1198"/>
                  </a:lnTo>
                  <a:cubicBezTo>
                    <a:pt x="12697" y="536"/>
                    <a:pt x="12130" y="1"/>
                    <a:pt x="1146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1" name="Google Shape;2141;p44"/>
            <p:cNvSpPr/>
            <p:nvPr/>
          </p:nvSpPr>
          <p:spPr>
            <a:xfrm>
              <a:off x="-37780500" y="2419975"/>
              <a:ext cx="110300" cy="104075"/>
            </a:xfrm>
            <a:custGeom>
              <a:rect b="b" l="l" r="r" t="t"/>
              <a:pathLst>
                <a:path extrusionOk="0" h="4163" w="4412">
                  <a:moveTo>
                    <a:pt x="2043" y="804"/>
                  </a:moveTo>
                  <a:cubicBezTo>
                    <a:pt x="2447" y="804"/>
                    <a:pt x="2859" y="1006"/>
                    <a:pt x="3120" y="1386"/>
                  </a:cubicBezTo>
                  <a:cubicBezTo>
                    <a:pt x="3466" y="1922"/>
                    <a:pt x="3340" y="2709"/>
                    <a:pt x="2742" y="3119"/>
                  </a:cubicBezTo>
                  <a:cubicBezTo>
                    <a:pt x="2544" y="3259"/>
                    <a:pt x="2312" y="3325"/>
                    <a:pt x="2077" y="3325"/>
                  </a:cubicBezTo>
                  <a:cubicBezTo>
                    <a:pt x="1676" y="3325"/>
                    <a:pt x="1267" y="3130"/>
                    <a:pt x="1009" y="2773"/>
                  </a:cubicBezTo>
                  <a:cubicBezTo>
                    <a:pt x="631" y="2205"/>
                    <a:pt x="788" y="1418"/>
                    <a:pt x="1387" y="1008"/>
                  </a:cubicBezTo>
                  <a:cubicBezTo>
                    <a:pt x="1582" y="870"/>
                    <a:pt x="1811" y="804"/>
                    <a:pt x="2043" y="804"/>
                  </a:cubicBezTo>
                  <a:close/>
                  <a:moveTo>
                    <a:pt x="2080" y="0"/>
                  </a:moveTo>
                  <a:cubicBezTo>
                    <a:pt x="946" y="0"/>
                    <a:pt x="1" y="945"/>
                    <a:pt x="1" y="2079"/>
                  </a:cubicBezTo>
                  <a:cubicBezTo>
                    <a:pt x="1" y="2993"/>
                    <a:pt x="599" y="3781"/>
                    <a:pt x="1450" y="4064"/>
                  </a:cubicBezTo>
                  <a:cubicBezTo>
                    <a:pt x="1647" y="4130"/>
                    <a:pt x="1849" y="4163"/>
                    <a:pt x="2050" y="4163"/>
                  </a:cubicBezTo>
                  <a:cubicBezTo>
                    <a:pt x="2332" y="4163"/>
                    <a:pt x="2610" y="4098"/>
                    <a:pt x="2868" y="3970"/>
                  </a:cubicBezTo>
                  <a:cubicBezTo>
                    <a:pt x="3939" y="3560"/>
                    <a:pt x="4411" y="2331"/>
                    <a:pt x="3970" y="1260"/>
                  </a:cubicBezTo>
                  <a:cubicBezTo>
                    <a:pt x="3655" y="504"/>
                    <a:pt x="2899" y="0"/>
                    <a:pt x="208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2" name="Google Shape;2142;p44"/>
            <p:cNvSpPr/>
            <p:nvPr/>
          </p:nvSpPr>
          <p:spPr>
            <a:xfrm>
              <a:off x="-37910450" y="2419975"/>
              <a:ext cx="103200" cy="21275"/>
            </a:xfrm>
            <a:custGeom>
              <a:rect b="b" l="l" r="r" t="t"/>
              <a:pathLst>
                <a:path extrusionOk="0" h="851" w="4128">
                  <a:moveTo>
                    <a:pt x="378" y="0"/>
                  </a:moveTo>
                  <a:cubicBezTo>
                    <a:pt x="158" y="0"/>
                    <a:pt x="0" y="189"/>
                    <a:pt x="0" y="441"/>
                  </a:cubicBezTo>
                  <a:cubicBezTo>
                    <a:pt x="0" y="662"/>
                    <a:pt x="189" y="851"/>
                    <a:pt x="378" y="851"/>
                  </a:cubicBezTo>
                  <a:lnTo>
                    <a:pt x="3686" y="851"/>
                  </a:lnTo>
                  <a:cubicBezTo>
                    <a:pt x="3938" y="851"/>
                    <a:pt x="4127" y="662"/>
                    <a:pt x="4127" y="441"/>
                  </a:cubicBezTo>
                  <a:cubicBezTo>
                    <a:pt x="4096" y="189"/>
                    <a:pt x="3907" y="0"/>
                    <a:pt x="36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3" name="Google Shape;2143;p44"/>
            <p:cNvSpPr/>
            <p:nvPr/>
          </p:nvSpPr>
          <p:spPr>
            <a:xfrm>
              <a:off x="-37910450" y="2461700"/>
              <a:ext cx="103200" cy="21300"/>
            </a:xfrm>
            <a:custGeom>
              <a:rect b="b" l="l" r="r" t="t"/>
              <a:pathLst>
                <a:path extrusionOk="0" h="852" w="4128">
                  <a:moveTo>
                    <a:pt x="378" y="1"/>
                  </a:moveTo>
                  <a:cubicBezTo>
                    <a:pt x="158" y="1"/>
                    <a:pt x="0" y="190"/>
                    <a:pt x="0" y="410"/>
                  </a:cubicBezTo>
                  <a:cubicBezTo>
                    <a:pt x="0" y="662"/>
                    <a:pt x="189" y="851"/>
                    <a:pt x="378" y="851"/>
                  </a:cubicBezTo>
                  <a:lnTo>
                    <a:pt x="3686" y="851"/>
                  </a:lnTo>
                  <a:cubicBezTo>
                    <a:pt x="3938" y="851"/>
                    <a:pt x="4127" y="662"/>
                    <a:pt x="4127" y="410"/>
                  </a:cubicBezTo>
                  <a:cubicBezTo>
                    <a:pt x="4127" y="190"/>
                    <a:pt x="3907" y="1"/>
                    <a:pt x="368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4" name="Google Shape;2144;p44"/>
            <p:cNvSpPr/>
            <p:nvPr/>
          </p:nvSpPr>
          <p:spPr>
            <a:xfrm>
              <a:off x="-37910450" y="2502675"/>
              <a:ext cx="103200" cy="22075"/>
            </a:xfrm>
            <a:custGeom>
              <a:rect b="b" l="l" r="r" t="t"/>
              <a:pathLst>
                <a:path extrusionOk="0" h="883" w="4128">
                  <a:moveTo>
                    <a:pt x="378" y="0"/>
                  </a:moveTo>
                  <a:cubicBezTo>
                    <a:pt x="158" y="0"/>
                    <a:pt x="0" y="189"/>
                    <a:pt x="0" y="441"/>
                  </a:cubicBezTo>
                  <a:cubicBezTo>
                    <a:pt x="0" y="662"/>
                    <a:pt x="189" y="882"/>
                    <a:pt x="378" y="882"/>
                  </a:cubicBezTo>
                  <a:lnTo>
                    <a:pt x="3686" y="882"/>
                  </a:lnTo>
                  <a:cubicBezTo>
                    <a:pt x="3938" y="882"/>
                    <a:pt x="4127" y="662"/>
                    <a:pt x="4127" y="441"/>
                  </a:cubicBezTo>
                  <a:cubicBezTo>
                    <a:pt x="4127" y="189"/>
                    <a:pt x="3907" y="0"/>
                    <a:pt x="36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45" name="Google Shape;2145;p44"/>
          <p:cNvSpPr/>
          <p:nvPr/>
        </p:nvSpPr>
        <p:spPr>
          <a:xfrm>
            <a:off x="3332680" y="3736766"/>
            <a:ext cx="297168" cy="288598"/>
          </a:xfrm>
          <a:custGeom>
            <a:rect b="b" l="l" r="r" t="t"/>
            <a:pathLst>
              <a:path extrusionOk="0" h="12729" w="13107">
                <a:moveTo>
                  <a:pt x="10240" y="838"/>
                </a:moveTo>
                <a:cubicBezTo>
                  <a:pt x="10457" y="838"/>
                  <a:pt x="10681" y="882"/>
                  <a:pt x="10902" y="977"/>
                </a:cubicBezTo>
                <a:cubicBezTo>
                  <a:pt x="11752" y="1323"/>
                  <a:pt x="12130" y="2332"/>
                  <a:pt x="11784" y="3151"/>
                </a:cubicBezTo>
                <a:cubicBezTo>
                  <a:pt x="11505" y="3793"/>
                  <a:pt x="10877" y="4159"/>
                  <a:pt x="10226" y="4159"/>
                </a:cubicBezTo>
                <a:cubicBezTo>
                  <a:pt x="9920" y="4159"/>
                  <a:pt x="9609" y="4078"/>
                  <a:pt x="9326" y="3907"/>
                </a:cubicBezTo>
                <a:cubicBezTo>
                  <a:pt x="8917" y="3592"/>
                  <a:pt x="8602" y="3056"/>
                  <a:pt x="8602" y="2521"/>
                </a:cubicBezTo>
                <a:cubicBezTo>
                  <a:pt x="8627" y="1538"/>
                  <a:pt x="9377" y="838"/>
                  <a:pt x="10240" y="838"/>
                </a:cubicBezTo>
                <a:close/>
                <a:moveTo>
                  <a:pt x="11059" y="4852"/>
                </a:moveTo>
                <a:lnTo>
                  <a:pt x="11059" y="5990"/>
                </a:lnTo>
                <a:lnTo>
                  <a:pt x="10555" y="5514"/>
                </a:lnTo>
                <a:cubicBezTo>
                  <a:pt x="10476" y="5435"/>
                  <a:pt x="10366" y="5395"/>
                  <a:pt x="10256" y="5395"/>
                </a:cubicBezTo>
                <a:cubicBezTo>
                  <a:pt x="10146" y="5395"/>
                  <a:pt x="10035" y="5435"/>
                  <a:pt x="9957" y="5514"/>
                </a:cubicBezTo>
                <a:lnTo>
                  <a:pt x="9421" y="6049"/>
                </a:lnTo>
                <a:lnTo>
                  <a:pt x="9421" y="4852"/>
                </a:lnTo>
                <a:cubicBezTo>
                  <a:pt x="9673" y="4946"/>
                  <a:pt x="9949" y="4994"/>
                  <a:pt x="10228" y="4994"/>
                </a:cubicBezTo>
                <a:cubicBezTo>
                  <a:pt x="10508" y="4994"/>
                  <a:pt x="10791" y="4946"/>
                  <a:pt x="11059" y="4852"/>
                </a:cubicBezTo>
                <a:close/>
                <a:moveTo>
                  <a:pt x="11847" y="11027"/>
                </a:moveTo>
                <a:cubicBezTo>
                  <a:pt x="11658" y="11531"/>
                  <a:pt x="11217" y="11846"/>
                  <a:pt x="10681" y="11846"/>
                </a:cubicBezTo>
                <a:lnTo>
                  <a:pt x="3782" y="11846"/>
                </a:lnTo>
                <a:cubicBezTo>
                  <a:pt x="3971" y="11625"/>
                  <a:pt x="4097" y="11342"/>
                  <a:pt x="4128" y="11027"/>
                </a:cubicBezTo>
                <a:close/>
                <a:moveTo>
                  <a:pt x="8444" y="851"/>
                </a:moveTo>
                <a:cubicBezTo>
                  <a:pt x="7531" y="1890"/>
                  <a:pt x="7594" y="3466"/>
                  <a:pt x="8633" y="4379"/>
                </a:cubicBezTo>
                <a:lnTo>
                  <a:pt x="8633" y="7089"/>
                </a:lnTo>
                <a:cubicBezTo>
                  <a:pt x="8633" y="7246"/>
                  <a:pt x="8759" y="7404"/>
                  <a:pt x="8854" y="7467"/>
                </a:cubicBezTo>
                <a:cubicBezTo>
                  <a:pt x="8916" y="7504"/>
                  <a:pt x="8978" y="7522"/>
                  <a:pt x="9038" y="7522"/>
                </a:cubicBezTo>
                <a:cubicBezTo>
                  <a:pt x="9131" y="7522"/>
                  <a:pt x="9219" y="7480"/>
                  <a:pt x="9295" y="7404"/>
                </a:cubicBezTo>
                <a:lnTo>
                  <a:pt x="10240" y="6459"/>
                </a:lnTo>
                <a:lnTo>
                  <a:pt x="10240" y="10271"/>
                </a:lnTo>
                <a:lnTo>
                  <a:pt x="3782" y="10271"/>
                </a:lnTo>
                <a:cubicBezTo>
                  <a:pt x="3752" y="10262"/>
                  <a:pt x="3724" y="10258"/>
                  <a:pt x="3697" y="10258"/>
                </a:cubicBezTo>
                <a:cubicBezTo>
                  <a:pt x="3522" y="10258"/>
                  <a:pt x="3404" y="10426"/>
                  <a:pt x="3404" y="10617"/>
                </a:cubicBezTo>
                <a:cubicBezTo>
                  <a:pt x="3404" y="11331"/>
                  <a:pt x="2805" y="11880"/>
                  <a:pt x="2143" y="11880"/>
                </a:cubicBezTo>
                <a:cubicBezTo>
                  <a:pt x="1987" y="11880"/>
                  <a:pt x="1827" y="11849"/>
                  <a:pt x="1671" y="11783"/>
                </a:cubicBezTo>
                <a:cubicBezTo>
                  <a:pt x="1293" y="11625"/>
                  <a:pt x="1072" y="11342"/>
                  <a:pt x="946" y="10995"/>
                </a:cubicBezTo>
                <a:cubicBezTo>
                  <a:pt x="883" y="10743"/>
                  <a:pt x="915" y="10617"/>
                  <a:pt x="915" y="10302"/>
                </a:cubicBezTo>
                <a:lnTo>
                  <a:pt x="915" y="851"/>
                </a:lnTo>
                <a:close/>
                <a:moveTo>
                  <a:pt x="442" y="0"/>
                </a:moveTo>
                <a:cubicBezTo>
                  <a:pt x="190" y="0"/>
                  <a:pt x="1" y="189"/>
                  <a:pt x="1" y="441"/>
                </a:cubicBezTo>
                <a:lnTo>
                  <a:pt x="1" y="10617"/>
                </a:lnTo>
                <a:cubicBezTo>
                  <a:pt x="1" y="11783"/>
                  <a:pt x="946" y="12728"/>
                  <a:pt x="2080" y="12728"/>
                </a:cubicBezTo>
                <a:lnTo>
                  <a:pt x="10650" y="12728"/>
                </a:lnTo>
                <a:cubicBezTo>
                  <a:pt x="11784" y="12728"/>
                  <a:pt x="12729" y="11783"/>
                  <a:pt x="12729" y="10617"/>
                </a:cubicBezTo>
                <a:cubicBezTo>
                  <a:pt x="12760" y="10397"/>
                  <a:pt x="12571" y="10208"/>
                  <a:pt x="12319" y="10208"/>
                </a:cubicBezTo>
                <a:lnTo>
                  <a:pt x="11122" y="10208"/>
                </a:lnTo>
                <a:lnTo>
                  <a:pt x="11122" y="7215"/>
                </a:lnTo>
                <a:lnTo>
                  <a:pt x="11217" y="7309"/>
                </a:lnTo>
                <a:cubicBezTo>
                  <a:pt x="11301" y="7393"/>
                  <a:pt x="11413" y="7435"/>
                  <a:pt x="11515" y="7435"/>
                </a:cubicBezTo>
                <a:cubicBezTo>
                  <a:pt x="11567" y="7435"/>
                  <a:pt x="11616" y="7425"/>
                  <a:pt x="11658" y="7404"/>
                </a:cubicBezTo>
                <a:cubicBezTo>
                  <a:pt x="11815" y="7309"/>
                  <a:pt x="11910" y="7215"/>
                  <a:pt x="11910" y="6994"/>
                </a:cubicBezTo>
                <a:lnTo>
                  <a:pt x="11910" y="4285"/>
                </a:lnTo>
                <a:cubicBezTo>
                  <a:pt x="13107" y="3214"/>
                  <a:pt x="12950" y="1292"/>
                  <a:pt x="11626" y="378"/>
                </a:cubicBezTo>
                <a:cubicBezTo>
                  <a:pt x="11437" y="221"/>
                  <a:pt x="11154" y="126"/>
                  <a:pt x="10902" y="63"/>
                </a:cubicBezTo>
                <a:cubicBezTo>
                  <a:pt x="10839" y="0"/>
                  <a:pt x="10744" y="0"/>
                  <a:pt x="1065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6" name="Google Shape;2146;p44"/>
          <p:cNvSpPr/>
          <p:nvPr/>
        </p:nvSpPr>
        <p:spPr>
          <a:xfrm>
            <a:off x="1195253" y="4176190"/>
            <a:ext cx="207181" cy="287895"/>
          </a:xfrm>
          <a:custGeom>
            <a:rect b="b" l="l" r="r" t="t"/>
            <a:pathLst>
              <a:path extrusionOk="0" h="12698" w="9138">
                <a:moveTo>
                  <a:pt x="7467" y="851"/>
                </a:moveTo>
                <a:lnTo>
                  <a:pt x="7467" y="1765"/>
                </a:lnTo>
                <a:cubicBezTo>
                  <a:pt x="7467" y="2363"/>
                  <a:pt x="7373" y="2931"/>
                  <a:pt x="7152" y="3466"/>
                </a:cubicBezTo>
                <a:cubicBezTo>
                  <a:pt x="6849" y="3390"/>
                  <a:pt x="6530" y="3352"/>
                  <a:pt x="6209" y="3352"/>
                </a:cubicBezTo>
                <a:cubicBezTo>
                  <a:pt x="5595" y="3352"/>
                  <a:pt x="4969" y="3492"/>
                  <a:pt x="4411" y="3781"/>
                </a:cubicBezTo>
                <a:cubicBezTo>
                  <a:pt x="3936" y="4019"/>
                  <a:pt x="3406" y="4131"/>
                  <a:pt x="2877" y="4131"/>
                </a:cubicBezTo>
                <a:cubicBezTo>
                  <a:pt x="2705" y="4131"/>
                  <a:pt x="2533" y="4119"/>
                  <a:pt x="2364" y="4096"/>
                </a:cubicBezTo>
                <a:cubicBezTo>
                  <a:pt x="1891" y="3403"/>
                  <a:pt x="1702" y="2584"/>
                  <a:pt x="1702" y="1765"/>
                </a:cubicBezTo>
                <a:lnTo>
                  <a:pt x="1702" y="851"/>
                </a:lnTo>
                <a:close/>
                <a:moveTo>
                  <a:pt x="6278" y="4137"/>
                </a:moveTo>
                <a:cubicBezTo>
                  <a:pt x="6425" y="4137"/>
                  <a:pt x="6570" y="4145"/>
                  <a:pt x="6711" y="4159"/>
                </a:cubicBezTo>
                <a:cubicBezTo>
                  <a:pt x="6428" y="4506"/>
                  <a:pt x="6081" y="4789"/>
                  <a:pt x="5672" y="4978"/>
                </a:cubicBezTo>
                <a:cubicBezTo>
                  <a:pt x="5168" y="5230"/>
                  <a:pt x="4916" y="5829"/>
                  <a:pt x="4947" y="6365"/>
                </a:cubicBezTo>
                <a:lnTo>
                  <a:pt x="4569" y="7152"/>
                </a:lnTo>
                <a:lnTo>
                  <a:pt x="4159" y="6365"/>
                </a:lnTo>
                <a:cubicBezTo>
                  <a:pt x="4222" y="5829"/>
                  <a:pt x="3970" y="5230"/>
                  <a:pt x="3466" y="4978"/>
                </a:cubicBezTo>
                <a:cubicBezTo>
                  <a:pt x="3372" y="4978"/>
                  <a:pt x="3340" y="4947"/>
                  <a:pt x="3277" y="4915"/>
                </a:cubicBezTo>
                <a:cubicBezTo>
                  <a:pt x="3781" y="4884"/>
                  <a:pt x="4285" y="4726"/>
                  <a:pt x="4758" y="4474"/>
                </a:cubicBezTo>
                <a:cubicBezTo>
                  <a:pt x="5246" y="4230"/>
                  <a:pt x="5773" y="4137"/>
                  <a:pt x="6278" y="4137"/>
                </a:cubicBezTo>
                <a:close/>
                <a:moveTo>
                  <a:pt x="5388" y="7436"/>
                </a:moveTo>
                <a:cubicBezTo>
                  <a:pt x="5483" y="7499"/>
                  <a:pt x="5577" y="7593"/>
                  <a:pt x="5703" y="7656"/>
                </a:cubicBezTo>
                <a:cubicBezTo>
                  <a:pt x="6932" y="8255"/>
                  <a:pt x="7499" y="9610"/>
                  <a:pt x="7499" y="10933"/>
                </a:cubicBezTo>
                <a:lnTo>
                  <a:pt x="7499" y="11437"/>
                </a:lnTo>
                <a:lnTo>
                  <a:pt x="7467" y="11437"/>
                </a:lnTo>
                <a:lnTo>
                  <a:pt x="4853" y="9484"/>
                </a:lnTo>
                <a:cubicBezTo>
                  <a:pt x="4774" y="9421"/>
                  <a:pt x="4679" y="9389"/>
                  <a:pt x="4585" y="9389"/>
                </a:cubicBezTo>
                <a:cubicBezTo>
                  <a:pt x="4490" y="9389"/>
                  <a:pt x="4396" y="9421"/>
                  <a:pt x="4317" y="9484"/>
                </a:cubicBezTo>
                <a:lnTo>
                  <a:pt x="1702" y="11437"/>
                </a:lnTo>
                <a:lnTo>
                  <a:pt x="1702" y="10933"/>
                </a:lnTo>
                <a:cubicBezTo>
                  <a:pt x="1702" y="9547"/>
                  <a:pt x="2269" y="8255"/>
                  <a:pt x="3466" y="7656"/>
                </a:cubicBezTo>
                <a:cubicBezTo>
                  <a:pt x="3592" y="7625"/>
                  <a:pt x="3655" y="7530"/>
                  <a:pt x="3781" y="7436"/>
                </a:cubicBezTo>
                <a:lnTo>
                  <a:pt x="4222" y="8286"/>
                </a:lnTo>
                <a:cubicBezTo>
                  <a:pt x="4301" y="8444"/>
                  <a:pt x="4443" y="8523"/>
                  <a:pt x="4585" y="8523"/>
                </a:cubicBezTo>
                <a:cubicBezTo>
                  <a:pt x="4726" y="8523"/>
                  <a:pt x="4868" y="8444"/>
                  <a:pt x="4947" y="8286"/>
                </a:cubicBezTo>
                <a:lnTo>
                  <a:pt x="5388" y="7436"/>
                </a:lnTo>
                <a:close/>
                <a:moveTo>
                  <a:pt x="4600" y="10303"/>
                </a:moveTo>
                <a:lnTo>
                  <a:pt x="6711" y="11846"/>
                </a:lnTo>
                <a:lnTo>
                  <a:pt x="2521" y="11846"/>
                </a:lnTo>
                <a:lnTo>
                  <a:pt x="4600" y="10303"/>
                </a:lnTo>
                <a:close/>
                <a:moveTo>
                  <a:pt x="442" y="1"/>
                </a:moveTo>
                <a:cubicBezTo>
                  <a:pt x="190" y="1"/>
                  <a:pt x="1" y="190"/>
                  <a:pt x="1" y="410"/>
                </a:cubicBezTo>
                <a:cubicBezTo>
                  <a:pt x="1" y="662"/>
                  <a:pt x="190" y="851"/>
                  <a:pt x="442" y="851"/>
                </a:cubicBezTo>
                <a:lnTo>
                  <a:pt x="851" y="851"/>
                </a:lnTo>
                <a:lnTo>
                  <a:pt x="851" y="1765"/>
                </a:lnTo>
                <a:cubicBezTo>
                  <a:pt x="851" y="3466"/>
                  <a:pt x="1607" y="5041"/>
                  <a:pt x="3120" y="5766"/>
                </a:cubicBezTo>
                <a:cubicBezTo>
                  <a:pt x="3309" y="5860"/>
                  <a:pt x="3340" y="6144"/>
                  <a:pt x="3340" y="6365"/>
                </a:cubicBezTo>
                <a:cubicBezTo>
                  <a:pt x="3340" y="6396"/>
                  <a:pt x="3309" y="6491"/>
                  <a:pt x="3340" y="6522"/>
                </a:cubicBezTo>
                <a:cubicBezTo>
                  <a:pt x="3309" y="6680"/>
                  <a:pt x="3214" y="6869"/>
                  <a:pt x="3120" y="6932"/>
                </a:cubicBezTo>
                <a:cubicBezTo>
                  <a:pt x="1607" y="7656"/>
                  <a:pt x="851" y="9232"/>
                  <a:pt x="851" y="10933"/>
                </a:cubicBezTo>
                <a:lnTo>
                  <a:pt x="851" y="11846"/>
                </a:lnTo>
                <a:lnTo>
                  <a:pt x="442" y="11846"/>
                </a:lnTo>
                <a:cubicBezTo>
                  <a:pt x="190" y="11846"/>
                  <a:pt x="1" y="12035"/>
                  <a:pt x="1" y="12287"/>
                </a:cubicBezTo>
                <a:cubicBezTo>
                  <a:pt x="1" y="12508"/>
                  <a:pt x="190" y="12697"/>
                  <a:pt x="442" y="12697"/>
                </a:cubicBezTo>
                <a:lnTo>
                  <a:pt x="8696" y="12697"/>
                </a:lnTo>
                <a:cubicBezTo>
                  <a:pt x="8948" y="12697"/>
                  <a:pt x="9137" y="12508"/>
                  <a:pt x="9137" y="12287"/>
                </a:cubicBezTo>
                <a:cubicBezTo>
                  <a:pt x="9137" y="12035"/>
                  <a:pt x="8948" y="11846"/>
                  <a:pt x="8696" y="11846"/>
                </a:cubicBezTo>
                <a:lnTo>
                  <a:pt x="8255" y="11846"/>
                </a:lnTo>
                <a:lnTo>
                  <a:pt x="8255" y="10933"/>
                </a:lnTo>
                <a:cubicBezTo>
                  <a:pt x="8255" y="9232"/>
                  <a:pt x="7530" y="7656"/>
                  <a:pt x="6018" y="6932"/>
                </a:cubicBezTo>
                <a:cubicBezTo>
                  <a:pt x="5892" y="6837"/>
                  <a:pt x="5829" y="6680"/>
                  <a:pt x="5798" y="6522"/>
                </a:cubicBezTo>
                <a:lnTo>
                  <a:pt x="5798" y="6365"/>
                </a:lnTo>
                <a:cubicBezTo>
                  <a:pt x="5798" y="6144"/>
                  <a:pt x="5861" y="5860"/>
                  <a:pt x="6018" y="5766"/>
                </a:cubicBezTo>
                <a:cubicBezTo>
                  <a:pt x="7530" y="5041"/>
                  <a:pt x="8255" y="3435"/>
                  <a:pt x="8255" y="1765"/>
                </a:cubicBezTo>
                <a:lnTo>
                  <a:pt x="8255" y="851"/>
                </a:lnTo>
                <a:lnTo>
                  <a:pt x="8696" y="851"/>
                </a:lnTo>
                <a:cubicBezTo>
                  <a:pt x="8948" y="851"/>
                  <a:pt x="9137" y="662"/>
                  <a:pt x="9137" y="410"/>
                </a:cubicBezTo>
                <a:cubicBezTo>
                  <a:pt x="9137" y="190"/>
                  <a:pt x="8948" y="1"/>
                  <a:pt x="869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7" name="Google Shape;2147;p44"/>
          <p:cNvSpPr/>
          <p:nvPr/>
        </p:nvSpPr>
        <p:spPr>
          <a:xfrm>
            <a:off x="5084810" y="1571386"/>
            <a:ext cx="283294" cy="252339"/>
          </a:xfrm>
          <a:custGeom>
            <a:rect b="b" l="l" r="r" t="t"/>
            <a:pathLst>
              <a:path extrusionOk="0" h="10524" w="11815">
                <a:moveTo>
                  <a:pt x="8664" y="726"/>
                </a:moveTo>
                <a:cubicBezTo>
                  <a:pt x="9326" y="726"/>
                  <a:pt x="9956" y="1009"/>
                  <a:pt x="10428" y="1482"/>
                </a:cubicBezTo>
                <a:cubicBezTo>
                  <a:pt x="10869" y="1954"/>
                  <a:pt x="11090" y="2616"/>
                  <a:pt x="11090" y="3309"/>
                </a:cubicBezTo>
                <a:cubicBezTo>
                  <a:pt x="11090" y="4191"/>
                  <a:pt x="10712" y="4853"/>
                  <a:pt x="10082" y="5577"/>
                </a:cubicBezTo>
                <a:lnTo>
                  <a:pt x="7435" y="5577"/>
                </a:lnTo>
                <a:cubicBezTo>
                  <a:pt x="7309" y="5577"/>
                  <a:pt x="7215" y="5640"/>
                  <a:pt x="7120" y="5735"/>
                </a:cubicBezTo>
                <a:lnTo>
                  <a:pt x="6648" y="6522"/>
                </a:lnTo>
                <a:lnTo>
                  <a:pt x="5545" y="3687"/>
                </a:lnTo>
                <a:cubicBezTo>
                  <a:pt x="5514" y="3561"/>
                  <a:pt x="5388" y="3435"/>
                  <a:pt x="5230" y="3435"/>
                </a:cubicBezTo>
                <a:cubicBezTo>
                  <a:pt x="5073" y="3435"/>
                  <a:pt x="4947" y="3529"/>
                  <a:pt x="4915" y="3624"/>
                </a:cubicBezTo>
                <a:lnTo>
                  <a:pt x="4096" y="5514"/>
                </a:lnTo>
                <a:lnTo>
                  <a:pt x="1702" y="5514"/>
                </a:lnTo>
                <a:cubicBezTo>
                  <a:pt x="1103" y="4853"/>
                  <a:pt x="693" y="4191"/>
                  <a:pt x="693" y="3309"/>
                </a:cubicBezTo>
                <a:cubicBezTo>
                  <a:pt x="693" y="2616"/>
                  <a:pt x="945" y="1986"/>
                  <a:pt x="1355" y="1482"/>
                </a:cubicBezTo>
                <a:cubicBezTo>
                  <a:pt x="1796" y="1009"/>
                  <a:pt x="2426" y="726"/>
                  <a:pt x="3151" y="726"/>
                </a:cubicBezTo>
                <a:cubicBezTo>
                  <a:pt x="4096" y="726"/>
                  <a:pt x="4726" y="1293"/>
                  <a:pt x="5073" y="1797"/>
                </a:cubicBezTo>
                <a:cubicBezTo>
                  <a:pt x="5388" y="2206"/>
                  <a:pt x="5545" y="2647"/>
                  <a:pt x="5577" y="2836"/>
                </a:cubicBezTo>
                <a:cubicBezTo>
                  <a:pt x="5608" y="2994"/>
                  <a:pt x="5766" y="3088"/>
                  <a:pt x="5892" y="3088"/>
                </a:cubicBezTo>
                <a:cubicBezTo>
                  <a:pt x="6049" y="3088"/>
                  <a:pt x="6175" y="2994"/>
                  <a:pt x="6207" y="2836"/>
                </a:cubicBezTo>
                <a:cubicBezTo>
                  <a:pt x="6238" y="2679"/>
                  <a:pt x="6459" y="2206"/>
                  <a:pt x="6742" y="1797"/>
                </a:cubicBezTo>
                <a:cubicBezTo>
                  <a:pt x="7089" y="1293"/>
                  <a:pt x="7687" y="726"/>
                  <a:pt x="8664" y="726"/>
                </a:cubicBezTo>
                <a:close/>
                <a:moveTo>
                  <a:pt x="5293" y="4790"/>
                </a:moveTo>
                <a:lnTo>
                  <a:pt x="6364" y="7468"/>
                </a:lnTo>
                <a:cubicBezTo>
                  <a:pt x="6396" y="7562"/>
                  <a:pt x="6522" y="7657"/>
                  <a:pt x="6648" y="7688"/>
                </a:cubicBezTo>
                <a:lnTo>
                  <a:pt x="6679" y="7688"/>
                </a:lnTo>
                <a:cubicBezTo>
                  <a:pt x="6805" y="7688"/>
                  <a:pt x="6931" y="7625"/>
                  <a:pt x="6994" y="7531"/>
                </a:cubicBezTo>
                <a:lnTo>
                  <a:pt x="7750" y="6302"/>
                </a:lnTo>
                <a:lnTo>
                  <a:pt x="9483" y="6302"/>
                </a:lnTo>
                <a:cubicBezTo>
                  <a:pt x="9168" y="6459"/>
                  <a:pt x="8916" y="6711"/>
                  <a:pt x="8664" y="6932"/>
                </a:cubicBezTo>
                <a:cubicBezTo>
                  <a:pt x="7813" y="7688"/>
                  <a:pt x="6868" y="8507"/>
                  <a:pt x="5923" y="9610"/>
                </a:cubicBezTo>
                <a:cubicBezTo>
                  <a:pt x="4978" y="8507"/>
                  <a:pt x="4033" y="7688"/>
                  <a:pt x="3214" y="6932"/>
                </a:cubicBezTo>
                <a:cubicBezTo>
                  <a:pt x="2930" y="6711"/>
                  <a:pt x="2710" y="6459"/>
                  <a:pt x="2458" y="6270"/>
                </a:cubicBezTo>
                <a:lnTo>
                  <a:pt x="4411" y="6270"/>
                </a:lnTo>
                <a:cubicBezTo>
                  <a:pt x="4505" y="6270"/>
                  <a:pt x="4663" y="6207"/>
                  <a:pt x="4726" y="6081"/>
                </a:cubicBezTo>
                <a:lnTo>
                  <a:pt x="5293" y="4790"/>
                </a:lnTo>
                <a:close/>
                <a:moveTo>
                  <a:pt x="3151" y="1"/>
                </a:moveTo>
                <a:cubicBezTo>
                  <a:pt x="2269" y="1"/>
                  <a:pt x="1449" y="379"/>
                  <a:pt x="851" y="1009"/>
                </a:cubicBezTo>
                <a:cubicBezTo>
                  <a:pt x="315" y="1576"/>
                  <a:pt x="0" y="2427"/>
                  <a:pt x="0" y="3309"/>
                </a:cubicBezTo>
                <a:cubicBezTo>
                  <a:pt x="0" y="4097"/>
                  <a:pt x="252" y="4821"/>
                  <a:pt x="819" y="5514"/>
                </a:cubicBezTo>
                <a:lnTo>
                  <a:pt x="819" y="5577"/>
                </a:lnTo>
                <a:lnTo>
                  <a:pt x="347" y="5577"/>
                </a:lnTo>
                <a:cubicBezTo>
                  <a:pt x="158" y="5577"/>
                  <a:pt x="0" y="5735"/>
                  <a:pt x="0" y="5924"/>
                </a:cubicBezTo>
                <a:cubicBezTo>
                  <a:pt x="0" y="6113"/>
                  <a:pt x="158" y="6270"/>
                  <a:pt x="347" y="6270"/>
                </a:cubicBezTo>
                <a:lnTo>
                  <a:pt x="1418" y="6270"/>
                </a:lnTo>
                <a:cubicBezTo>
                  <a:pt x="1796" y="6680"/>
                  <a:pt x="2237" y="7058"/>
                  <a:pt x="2710" y="7468"/>
                </a:cubicBezTo>
                <a:cubicBezTo>
                  <a:pt x="3623" y="8255"/>
                  <a:pt x="4600" y="9137"/>
                  <a:pt x="5640" y="10366"/>
                </a:cubicBezTo>
                <a:lnTo>
                  <a:pt x="5640" y="10397"/>
                </a:lnTo>
                <a:cubicBezTo>
                  <a:pt x="5703" y="10492"/>
                  <a:pt x="5797" y="10524"/>
                  <a:pt x="5892" y="10524"/>
                </a:cubicBezTo>
                <a:cubicBezTo>
                  <a:pt x="6018" y="10524"/>
                  <a:pt x="6081" y="10492"/>
                  <a:pt x="6175" y="10397"/>
                </a:cubicBezTo>
                <a:lnTo>
                  <a:pt x="6175" y="10366"/>
                </a:lnTo>
                <a:cubicBezTo>
                  <a:pt x="7152" y="9137"/>
                  <a:pt x="8192" y="8287"/>
                  <a:pt x="9074" y="7468"/>
                </a:cubicBezTo>
                <a:cubicBezTo>
                  <a:pt x="9546" y="7026"/>
                  <a:pt x="9987" y="6617"/>
                  <a:pt x="10397" y="6270"/>
                </a:cubicBezTo>
                <a:lnTo>
                  <a:pt x="11437" y="6270"/>
                </a:lnTo>
                <a:cubicBezTo>
                  <a:pt x="11657" y="6270"/>
                  <a:pt x="11815" y="6113"/>
                  <a:pt x="11815" y="5924"/>
                </a:cubicBezTo>
                <a:cubicBezTo>
                  <a:pt x="11815" y="5735"/>
                  <a:pt x="11657" y="5577"/>
                  <a:pt x="11437" y="5577"/>
                </a:cubicBezTo>
                <a:lnTo>
                  <a:pt x="10964" y="5577"/>
                </a:lnTo>
                <a:lnTo>
                  <a:pt x="10964" y="5514"/>
                </a:lnTo>
                <a:cubicBezTo>
                  <a:pt x="11531" y="4821"/>
                  <a:pt x="11815" y="4097"/>
                  <a:pt x="11815" y="3309"/>
                </a:cubicBezTo>
                <a:cubicBezTo>
                  <a:pt x="11815" y="2458"/>
                  <a:pt x="11500" y="1639"/>
                  <a:pt x="10932" y="1009"/>
                </a:cubicBezTo>
                <a:cubicBezTo>
                  <a:pt x="10365" y="379"/>
                  <a:pt x="9578" y="1"/>
                  <a:pt x="8664" y="1"/>
                </a:cubicBezTo>
                <a:cubicBezTo>
                  <a:pt x="7404" y="1"/>
                  <a:pt x="6616" y="757"/>
                  <a:pt x="6175" y="1387"/>
                </a:cubicBezTo>
                <a:cubicBezTo>
                  <a:pt x="6049" y="1545"/>
                  <a:pt x="5986" y="1702"/>
                  <a:pt x="5892" y="1860"/>
                </a:cubicBezTo>
                <a:cubicBezTo>
                  <a:pt x="5829" y="1702"/>
                  <a:pt x="5703" y="1545"/>
                  <a:pt x="5640" y="1387"/>
                </a:cubicBezTo>
                <a:cubicBezTo>
                  <a:pt x="5199" y="757"/>
                  <a:pt x="4411" y="1"/>
                  <a:pt x="315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48" name="Google Shape;2148;p44"/>
          <p:cNvGrpSpPr/>
          <p:nvPr/>
        </p:nvGrpSpPr>
        <p:grpSpPr>
          <a:xfrm>
            <a:off x="5084438" y="1992883"/>
            <a:ext cx="284037" cy="284805"/>
            <a:chOff x="-28467625" y="2331750"/>
            <a:chExt cx="296150" cy="296950"/>
          </a:xfrm>
        </p:grpSpPr>
        <p:sp>
          <p:nvSpPr>
            <p:cNvPr id="2149" name="Google Shape;2149;p44"/>
            <p:cNvSpPr/>
            <p:nvPr/>
          </p:nvSpPr>
          <p:spPr>
            <a:xfrm>
              <a:off x="-28467625" y="2331750"/>
              <a:ext cx="296150" cy="296950"/>
            </a:xfrm>
            <a:custGeom>
              <a:rect b="b" l="l" r="r" t="t"/>
              <a:pathLst>
                <a:path extrusionOk="0" h="11878" w="11846">
                  <a:moveTo>
                    <a:pt x="1733" y="3466"/>
                  </a:moveTo>
                  <a:cubicBezTo>
                    <a:pt x="1922" y="3466"/>
                    <a:pt x="2080" y="3624"/>
                    <a:pt x="2080" y="3813"/>
                  </a:cubicBezTo>
                  <a:cubicBezTo>
                    <a:pt x="2080" y="4002"/>
                    <a:pt x="1922" y="4159"/>
                    <a:pt x="1733" y="4159"/>
                  </a:cubicBezTo>
                  <a:lnTo>
                    <a:pt x="693" y="4159"/>
                  </a:lnTo>
                  <a:lnTo>
                    <a:pt x="693" y="3466"/>
                  </a:lnTo>
                  <a:close/>
                  <a:moveTo>
                    <a:pt x="1418" y="4821"/>
                  </a:moveTo>
                  <a:lnTo>
                    <a:pt x="1418" y="6963"/>
                  </a:lnTo>
                  <a:lnTo>
                    <a:pt x="693" y="6963"/>
                  </a:lnTo>
                  <a:lnTo>
                    <a:pt x="693" y="4821"/>
                  </a:lnTo>
                  <a:close/>
                  <a:moveTo>
                    <a:pt x="1733" y="7656"/>
                  </a:moveTo>
                  <a:cubicBezTo>
                    <a:pt x="1922" y="7656"/>
                    <a:pt x="2080" y="7814"/>
                    <a:pt x="2080" y="8034"/>
                  </a:cubicBezTo>
                  <a:cubicBezTo>
                    <a:pt x="2080" y="8223"/>
                    <a:pt x="1922" y="8381"/>
                    <a:pt x="1733" y="8381"/>
                  </a:cubicBezTo>
                  <a:lnTo>
                    <a:pt x="693" y="8381"/>
                  </a:lnTo>
                  <a:lnTo>
                    <a:pt x="693" y="7656"/>
                  </a:lnTo>
                  <a:close/>
                  <a:moveTo>
                    <a:pt x="9389" y="2080"/>
                  </a:moveTo>
                  <a:cubicBezTo>
                    <a:pt x="9609" y="2080"/>
                    <a:pt x="9767" y="2237"/>
                    <a:pt x="9767" y="2426"/>
                  </a:cubicBezTo>
                  <a:lnTo>
                    <a:pt x="9767" y="9389"/>
                  </a:lnTo>
                  <a:cubicBezTo>
                    <a:pt x="9767" y="9610"/>
                    <a:pt x="9609" y="9767"/>
                    <a:pt x="9389" y="9767"/>
                  </a:cubicBezTo>
                  <a:lnTo>
                    <a:pt x="2426" y="9767"/>
                  </a:lnTo>
                  <a:cubicBezTo>
                    <a:pt x="2237" y="9767"/>
                    <a:pt x="2080" y="9610"/>
                    <a:pt x="2080" y="9389"/>
                  </a:cubicBezTo>
                  <a:lnTo>
                    <a:pt x="2080" y="9011"/>
                  </a:lnTo>
                  <a:cubicBezTo>
                    <a:pt x="2458" y="8853"/>
                    <a:pt x="2773" y="8507"/>
                    <a:pt x="2773" y="8034"/>
                  </a:cubicBezTo>
                  <a:cubicBezTo>
                    <a:pt x="2773" y="7562"/>
                    <a:pt x="2521" y="7184"/>
                    <a:pt x="2080" y="7026"/>
                  </a:cubicBezTo>
                  <a:lnTo>
                    <a:pt x="2080" y="4789"/>
                  </a:lnTo>
                  <a:cubicBezTo>
                    <a:pt x="2458" y="4632"/>
                    <a:pt x="2773" y="4285"/>
                    <a:pt x="2773" y="3813"/>
                  </a:cubicBezTo>
                  <a:cubicBezTo>
                    <a:pt x="2773" y="3340"/>
                    <a:pt x="2521" y="2994"/>
                    <a:pt x="2080" y="2836"/>
                  </a:cubicBezTo>
                  <a:lnTo>
                    <a:pt x="2080" y="2426"/>
                  </a:lnTo>
                  <a:cubicBezTo>
                    <a:pt x="2080" y="2237"/>
                    <a:pt x="2237" y="2080"/>
                    <a:pt x="2426" y="2080"/>
                  </a:cubicBezTo>
                  <a:close/>
                  <a:moveTo>
                    <a:pt x="9389" y="694"/>
                  </a:moveTo>
                  <a:cubicBezTo>
                    <a:pt x="10334" y="694"/>
                    <a:pt x="11121" y="1481"/>
                    <a:pt x="11121" y="2426"/>
                  </a:cubicBezTo>
                  <a:lnTo>
                    <a:pt x="11121" y="9389"/>
                  </a:lnTo>
                  <a:cubicBezTo>
                    <a:pt x="11121" y="10334"/>
                    <a:pt x="10334" y="11122"/>
                    <a:pt x="9389" y="11122"/>
                  </a:cubicBezTo>
                  <a:lnTo>
                    <a:pt x="2426" y="11122"/>
                  </a:lnTo>
                  <a:cubicBezTo>
                    <a:pt x="1481" y="11122"/>
                    <a:pt x="693" y="10334"/>
                    <a:pt x="693" y="9389"/>
                  </a:cubicBezTo>
                  <a:lnTo>
                    <a:pt x="693" y="9042"/>
                  </a:lnTo>
                  <a:lnTo>
                    <a:pt x="1418" y="9042"/>
                  </a:lnTo>
                  <a:lnTo>
                    <a:pt x="1418" y="9389"/>
                  </a:lnTo>
                  <a:cubicBezTo>
                    <a:pt x="1418" y="9988"/>
                    <a:pt x="1891" y="10429"/>
                    <a:pt x="2426" y="10429"/>
                  </a:cubicBezTo>
                  <a:lnTo>
                    <a:pt x="9389" y="10429"/>
                  </a:lnTo>
                  <a:cubicBezTo>
                    <a:pt x="9987" y="10429"/>
                    <a:pt x="10428" y="9956"/>
                    <a:pt x="10428" y="9389"/>
                  </a:cubicBezTo>
                  <a:lnTo>
                    <a:pt x="10428" y="2426"/>
                  </a:lnTo>
                  <a:cubicBezTo>
                    <a:pt x="10428" y="1828"/>
                    <a:pt x="9956" y="1418"/>
                    <a:pt x="9389" y="1418"/>
                  </a:cubicBezTo>
                  <a:lnTo>
                    <a:pt x="2426" y="1418"/>
                  </a:lnTo>
                  <a:cubicBezTo>
                    <a:pt x="1828" y="1418"/>
                    <a:pt x="1418" y="1891"/>
                    <a:pt x="1418" y="2426"/>
                  </a:cubicBezTo>
                  <a:lnTo>
                    <a:pt x="1418" y="2773"/>
                  </a:lnTo>
                  <a:lnTo>
                    <a:pt x="693" y="2773"/>
                  </a:lnTo>
                  <a:lnTo>
                    <a:pt x="693" y="2426"/>
                  </a:lnTo>
                  <a:cubicBezTo>
                    <a:pt x="693" y="1481"/>
                    <a:pt x="1481" y="694"/>
                    <a:pt x="2426" y="694"/>
                  </a:cubicBezTo>
                  <a:close/>
                  <a:moveTo>
                    <a:pt x="2426" y="1"/>
                  </a:moveTo>
                  <a:cubicBezTo>
                    <a:pt x="1103" y="1"/>
                    <a:pt x="0" y="1103"/>
                    <a:pt x="0" y="2426"/>
                  </a:cubicBezTo>
                  <a:lnTo>
                    <a:pt x="0" y="3151"/>
                  </a:lnTo>
                  <a:lnTo>
                    <a:pt x="0" y="4506"/>
                  </a:lnTo>
                  <a:lnTo>
                    <a:pt x="0" y="7341"/>
                  </a:lnTo>
                  <a:lnTo>
                    <a:pt x="0" y="8727"/>
                  </a:lnTo>
                  <a:lnTo>
                    <a:pt x="0" y="9452"/>
                  </a:lnTo>
                  <a:cubicBezTo>
                    <a:pt x="0" y="10775"/>
                    <a:pt x="1103" y="11878"/>
                    <a:pt x="2426" y="11878"/>
                  </a:cubicBezTo>
                  <a:lnTo>
                    <a:pt x="9389" y="11878"/>
                  </a:lnTo>
                  <a:cubicBezTo>
                    <a:pt x="10743" y="11878"/>
                    <a:pt x="11846" y="10775"/>
                    <a:pt x="11846" y="9452"/>
                  </a:cubicBezTo>
                  <a:lnTo>
                    <a:pt x="11846" y="2458"/>
                  </a:lnTo>
                  <a:cubicBezTo>
                    <a:pt x="11846" y="1103"/>
                    <a:pt x="10743" y="1"/>
                    <a:pt x="938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0" name="Google Shape;2150;p44"/>
            <p:cNvSpPr/>
            <p:nvPr/>
          </p:nvSpPr>
          <p:spPr>
            <a:xfrm>
              <a:off x="-28371550" y="2419175"/>
              <a:ext cx="121325" cy="121325"/>
            </a:xfrm>
            <a:custGeom>
              <a:rect b="b" l="l" r="r" t="t"/>
              <a:pathLst>
                <a:path extrusionOk="0" h="4853" w="4853">
                  <a:moveTo>
                    <a:pt x="2773" y="662"/>
                  </a:moveTo>
                  <a:lnTo>
                    <a:pt x="2773" y="1670"/>
                  </a:lnTo>
                  <a:cubicBezTo>
                    <a:pt x="2773" y="1891"/>
                    <a:pt x="2931" y="2048"/>
                    <a:pt x="3120" y="2048"/>
                  </a:cubicBezTo>
                  <a:lnTo>
                    <a:pt x="4159" y="2048"/>
                  </a:lnTo>
                  <a:lnTo>
                    <a:pt x="4159" y="2741"/>
                  </a:lnTo>
                  <a:lnTo>
                    <a:pt x="3120" y="2741"/>
                  </a:lnTo>
                  <a:cubicBezTo>
                    <a:pt x="2931" y="2741"/>
                    <a:pt x="2773" y="2899"/>
                    <a:pt x="2773" y="3120"/>
                  </a:cubicBezTo>
                  <a:lnTo>
                    <a:pt x="2773" y="4128"/>
                  </a:lnTo>
                  <a:lnTo>
                    <a:pt x="2049" y="4128"/>
                  </a:lnTo>
                  <a:lnTo>
                    <a:pt x="2049" y="3120"/>
                  </a:lnTo>
                  <a:cubicBezTo>
                    <a:pt x="2049" y="2899"/>
                    <a:pt x="1891" y="2741"/>
                    <a:pt x="1702" y="2741"/>
                  </a:cubicBezTo>
                  <a:lnTo>
                    <a:pt x="662" y="2741"/>
                  </a:lnTo>
                  <a:lnTo>
                    <a:pt x="662" y="2048"/>
                  </a:lnTo>
                  <a:lnTo>
                    <a:pt x="1702" y="2048"/>
                  </a:lnTo>
                  <a:cubicBezTo>
                    <a:pt x="1891" y="2048"/>
                    <a:pt x="2049" y="1891"/>
                    <a:pt x="2049" y="1670"/>
                  </a:cubicBezTo>
                  <a:lnTo>
                    <a:pt x="2049" y="662"/>
                  </a:lnTo>
                  <a:close/>
                  <a:moveTo>
                    <a:pt x="1734" y="1"/>
                  </a:moveTo>
                  <a:cubicBezTo>
                    <a:pt x="1545" y="1"/>
                    <a:pt x="1387" y="158"/>
                    <a:pt x="1387" y="347"/>
                  </a:cubicBezTo>
                  <a:lnTo>
                    <a:pt x="1387" y="1387"/>
                  </a:lnTo>
                  <a:lnTo>
                    <a:pt x="347" y="1387"/>
                  </a:lnTo>
                  <a:cubicBezTo>
                    <a:pt x="158" y="1387"/>
                    <a:pt x="1" y="1544"/>
                    <a:pt x="1" y="1733"/>
                  </a:cubicBezTo>
                  <a:lnTo>
                    <a:pt x="1" y="3120"/>
                  </a:lnTo>
                  <a:cubicBezTo>
                    <a:pt x="1" y="3309"/>
                    <a:pt x="158" y="3466"/>
                    <a:pt x="347" y="3466"/>
                  </a:cubicBezTo>
                  <a:lnTo>
                    <a:pt x="1387" y="3466"/>
                  </a:lnTo>
                  <a:lnTo>
                    <a:pt x="1387" y="4474"/>
                  </a:lnTo>
                  <a:cubicBezTo>
                    <a:pt x="1387" y="4695"/>
                    <a:pt x="1545" y="4852"/>
                    <a:pt x="1734" y="4852"/>
                  </a:cubicBezTo>
                  <a:lnTo>
                    <a:pt x="3120" y="4852"/>
                  </a:lnTo>
                  <a:cubicBezTo>
                    <a:pt x="3309" y="4852"/>
                    <a:pt x="3466" y="4695"/>
                    <a:pt x="3466" y="4474"/>
                  </a:cubicBezTo>
                  <a:lnTo>
                    <a:pt x="3466" y="3466"/>
                  </a:lnTo>
                  <a:lnTo>
                    <a:pt x="4506" y="3466"/>
                  </a:lnTo>
                  <a:cubicBezTo>
                    <a:pt x="4695" y="3466"/>
                    <a:pt x="4853" y="3309"/>
                    <a:pt x="4853" y="3120"/>
                  </a:cubicBezTo>
                  <a:lnTo>
                    <a:pt x="4853" y="1733"/>
                  </a:lnTo>
                  <a:cubicBezTo>
                    <a:pt x="4853" y="1544"/>
                    <a:pt x="4695" y="1387"/>
                    <a:pt x="4506" y="1387"/>
                  </a:cubicBezTo>
                  <a:lnTo>
                    <a:pt x="3466" y="1387"/>
                  </a:lnTo>
                  <a:lnTo>
                    <a:pt x="3466" y="347"/>
                  </a:lnTo>
                  <a:cubicBezTo>
                    <a:pt x="3466" y="158"/>
                    <a:pt x="3309" y="1"/>
                    <a:pt x="31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51" name="Google Shape;2151;p44"/>
          <p:cNvGrpSpPr/>
          <p:nvPr/>
        </p:nvGrpSpPr>
        <p:grpSpPr>
          <a:xfrm>
            <a:off x="5095768" y="2432135"/>
            <a:ext cx="261379" cy="281808"/>
            <a:chOff x="-28461325" y="2701925"/>
            <a:chExt cx="272525" cy="293825"/>
          </a:xfrm>
        </p:grpSpPr>
        <p:sp>
          <p:nvSpPr>
            <p:cNvPr id="2152" name="Google Shape;2152;p44"/>
            <p:cNvSpPr/>
            <p:nvPr/>
          </p:nvSpPr>
          <p:spPr>
            <a:xfrm>
              <a:off x="-28427475" y="2789200"/>
              <a:ext cx="54375" cy="80525"/>
            </a:xfrm>
            <a:custGeom>
              <a:rect b="b" l="l" r="r" t="t"/>
              <a:pathLst>
                <a:path extrusionOk="0" h="3221" w="2175">
                  <a:moveTo>
                    <a:pt x="1805" y="1"/>
                  </a:moveTo>
                  <a:cubicBezTo>
                    <a:pt x="1782" y="1"/>
                    <a:pt x="1758" y="3"/>
                    <a:pt x="1734" y="7"/>
                  </a:cubicBezTo>
                  <a:cubicBezTo>
                    <a:pt x="946" y="164"/>
                    <a:pt x="285" y="826"/>
                    <a:pt x="127" y="1645"/>
                  </a:cubicBezTo>
                  <a:cubicBezTo>
                    <a:pt x="1" y="2275"/>
                    <a:pt x="190" y="2811"/>
                    <a:pt x="348" y="3063"/>
                  </a:cubicBezTo>
                  <a:cubicBezTo>
                    <a:pt x="442" y="3189"/>
                    <a:pt x="537" y="3220"/>
                    <a:pt x="663" y="3220"/>
                  </a:cubicBezTo>
                  <a:cubicBezTo>
                    <a:pt x="694" y="3220"/>
                    <a:pt x="789" y="3220"/>
                    <a:pt x="820" y="3189"/>
                  </a:cubicBezTo>
                  <a:cubicBezTo>
                    <a:pt x="978" y="3126"/>
                    <a:pt x="1072" y="2874"/>
                    <a:pt x="946" y="2716"/>
                  </a:cubicBezTo>
                  <a:cubicBezTo>
                    <a:pt x="820" y="2527"/>
                    <a:pt x="726" y="2181"/>
                    <a:pt x="789" y="1740"/>
                  </a:cubicBezTo>
                  <a:cubicBezTo>
                    <a:pt x="883" y="1173"/>
                    <a:pt x="1356" y="763"/>
                    <a:pt x="1860" y="637"/>
                  </a:cubicBezTo>
                  <a:cubicBezTo>
                    <a:pt x="2049" y="605"/>
                    <a:pt x="2175" y="448"/>
                    <a:pt x="2112" y="227"/>
                  </a:cubicBezTo>
                  <a:cubicBezTo>
                    <a:pt x="2084" y="90"/>
                    <a:pt x="1961" y="1"/>
                    <a:pt x="180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3" name="Google Shape;2153;p44"/>
            <p:cNvSpPr/>
            <p:nvPr/>
          </p:nvSpPr>
          <p:spPr>
            <a:xfrm>
              <a:off x="-28362875" y="2824025"/>
              <a:ext cx="124475" cy="103200"/>
            </a:xfrm>
            <a:custGeom>
              <a:rect b="b" l="l" r="r" t="t"/>
              <a:pathLst>
                <a:path extrusionOk="0" h="4128" w="4979">
                  <a:moveTo>
                    <a:pt x="3434" y="693"/>
                  </a:moveTo>
                  <a:cubicBezTo>
                    <a:pt x="3844" y="693"/>
                    <a:pt x="4159" y="1008"/>
                    <a:pt x="4159" y="1418"/>
                  </a:cubicBezTo>
                  <a:cubicBezTo>
                    <a:pt x="4159" y="1922"/>
                    <a:pt x="3592" y="2394"/>
                    <a:pt x="2741" y="3056"/>
                  </a:cubicBezTo>
                  <a:cubicBezTo>
                    <a:pt x="2615" y="3151"/>
                    <a:pt x="2521" y="3214"/>
                    <a:pt x="2426" y="3340"/>
                  </a:cubicBezTo>
                  <a:cubicBezTo>
                    <a:pt x="2300" y="3245"/>
                    <a:pt x="2174" y="3182"/>
                    <a:pt x="2111" y="3056"/>
                  </a:cubicBezTo>
                  <a:cubicBezTo>
                    <a:pt x="1229" y="2394"/>
                    <a:pt x="694" y="1922"/>
                    <a:pt x="694" y="1418"/>
                  </a:cubicBezTo>
                  <a:cubicBezTo>
                    <a:pt x="694" y="977"/>
                    <a:pt x="1009" y="693"/>
                    <a:pt x="1387" y="693"/>
                  </a:cubicBezTo>
                  <a:cubicBezTo>
                    <a:pt x="1891" y="693"/>
                    <a:pt x="2111" y="1260"/>
                    <a:pt x="2111" y="1292"/>
                  </a:cubicBezTo>
                  <a:cubicBezTo>
                    <a:pt x="2143" y="1449"/>
                    <a:pt x="2269" y="1512"/>
                    <a:pt x="2426" y="1512"/>
                  </a:cubicBezTo>
                  <a:cubicBezTo>
                    <a:pt x="2584" y="1512"/>
                    <a:pt x="2678" y="1418"/>
                    <a:pt x="2741" y="1292"/>
                  </a:cubicBezTo>
                  <a:cubicBezTo>
                    <a:pt x="2741" y="1260"/>
                    <a:pt x="2930" y="693"/>
                    <a:pt x="3434" y="693"/>
                  </a:cubicBezTo>
                  <a:close/>
                  <a:moveTo>
                    <a:pt x="1387" y="0"/>
                  </a:moveTo>
                  <a:cubicBezTo>
                    <a:pt x="599" y="0"/>
                    <a:pt x="0" y="630"/>
                    <a:pt x="0" y="1418"/>
                  </a:cubicBezTo>
                  <a:cubicBezTo>
                    <a:pt x="0" y="2268"/>
                    <a:pt x="725" y="2835"/>
                    <a:pt x="1702" y="3623"/>
                  </a:cubicBezTo>
                  <a:cubicBezTo>
                    <a:pt x="1859" y="3718"/>
                    <a:pt x="2048" y="3875"/>
                    <a:pt x="2269" y="4033"/>
                  </a:cubicBezTo>
                  <a:cubicBezTo>
                    <a:pt x="2332" y="4064"/>
                    <a:pt x="2426" y="4127"/>
                    <a:pt x="2489" y="4127"/>
                  </a:cubicBezTo>
                  <a:cubicBezTo>
                    <a:pt x="2584" y="4127"/>
                    <a:pt x="2647" y="4064"/>
                    <a:pt x="2741" y="4033"/>
                  </a:cubicBezTo>
                  <a:cubicBezTo>
                    <a:pt x="2930" y="3875"/>
                    <a:pt x="3088" y="3718"/>
                    <a:pt x="3277" y="3623"/>
                  </a:cubicBezTo>
                  <a:cubicBezTo>
                    <a:pt x="4254" y="2835"/>
                    <a:pt x="4978" y="2268"/>
                    <a:pt x="4978" y="1418"/>
                  </a:cubicBezTo>
                  <a:cubicBezTo>
                    <a:pt x="4852" y="630"/>
                    <a:pt x="4222" y="0"/>
                    <a:pt x="3434" y="0"/>
                  </a:cubicBezTo>
                  <a:cubicBezTo>
                    <a:pt x="3056" y="0"/>
                    <a:pt x="2647" y="158"/>
                    <a:pt x="2426" y="504"/>
                  </a:cubicBezTo>
                  <a:cubicBezTo>
                    <a:pt x="2143" y="189"/>
                    <a:pt x="1796" y="0"/>
                    <a:pt x="138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4" name="Google Shape;2154;p44"/>
            <p:cNvSpPr/>
            <p:nvPr/>
          </p:nvSpPr>
          <p:spPr>
            <a:xfrm>
              <a:off x="-28461325" y="2701925"/>
              <a:ext cx="272525" cy="293825"/>
            </a:xfrm>
            <a:custGeom>
              <a:rect b="b" l="l" r="r" t="t"/>
              <a:pathLst>
                <a:path extrusionOk="0" h="11753" w="10901">
                  <a:moveTo>
                    <a:pt x="7845" y="2647"/>
                  </a:moveTo>
                  <a:cubicBezTo>
                    <a:pt x="9168" y="2647"/>
                    <a:pt x="10208" y="3781"/>
                    <a:pt x="10208" y="5136"/>
                  </a:cubicBezTo>
                  <a:cubicBezTo>
                    <a:pt x="10208" y="5577"/>
                    <a:pt x="10145" y="5924"/>
                    <a:pt x="9987" y="6239"/>
                  </a:cubicBezTo>
                  <a:lnTo>
                    <a:pt x="8034" y="10303"/>
                  </a:lnTo>
                  <a:cubicBezTo>
                    <a:pt x="7814" y="10807"/>
                    <a:pt x="7341" y="11090"/>
                    <a:pt x="6837" y="11090"/>
                  </a:cubicBezTo>
                  <a:cubicBezTo>
                    <a:pt x="6396" y="11090"/>
                    <a:pt x="6049" y="10901"/>
                    <a:pt x="5766" y="10555"/>
                  </a:cubicBezTo>
                  <a:cubicBezTo>
                    <a:pt x="5703" y="10460"/>
                    <a:pt x="5608" y="10429"/>
                    <a:pt x="5482" y="10429"/>
                  </a:cubicBezTo>
                  <a:cubicBezTo>
                    <a:pt x="5388" y="10429"/>
                    <a:pt x="5293" y="10460"/>
                    <a:pt x="5230" y="10555"/>
                  </a:cubicBezTo>
                  <a:cubicBezTo>
                    <a:pt x="4947" y="10901"/>
                    <a:pt x="4537" y="11090"/>
                    <a:pt x="4159" y="11090"/>
                  </a:cubicBezTo>
                  <a:cubicBezTo>
                    <a:pt x="3655" y="11090"/>
                    <a:pt x="3182" y="10775"/>
                    <a:pt x="2930" y="10303"/>
                  </a:cubicBezTo>
                  <a:lnTo>
                    <a:pt x="1008" y="6239"/>
                  </a:lnTo>
                  <a:cubicBezTo>
                    <a:pt x="851" y="5892"/>
                    <a:pt x="756" y="5546"/>
                    <a:pt x="756" y="5136"/>
                  </a:cubicBezTo>
                  <a:cubicBezTo>
                    <a:pt x="756" y="3781"/>
                    <a:pt x="1828" y="2647"/>
                    <a:pt x="3119" y="2647"/>
                  </a:cubicBezTo>
                  <a:cubicBezTo>
                    <a:pt x="3970" y="2647"/>
                    <a:pt x="4758" y="3120"/>
                    <a:pt x="5167" y="3876"/>
                  </a:cubicBezTo>
                  <a:cubicBezTo>
                    <a:pt x="5262" y="4002"/>
                    <a:pt x="5325" y="4033"/>
                    <a:pt x="5482" y="4033"/>
                  </a:cubicBezTo>
                  <a:cubicBezTo>
                    <a:pt x="5640" y="4033"/>
                    <a:pt x="5734" y="3970"/>
                    <a:pt x="5797" y="3876"/>
                  </a:cubicBezTo>
                  <a:cubicBezTo>
                    <a:pt x="6238" y="3120"/>
                    <a:pt x="7026" y="2647"/>
                    <a:pt x="7845" y="2647"/>
                  </a:cubicBezTo>
                  <a:close/>
                  <a:moveTo>
                    <a:pt x="6774" y="1"/>
                  </a:moveTo>
                  <a:cubicBezTo>
                    <a:pt x="5829" y="1"/>
                    <a:pt x="5104" y="788"/>
                    <a:pt x="5104" y="1734"/>
                  </a:cubicBezTo>
                  <a:lnTo>
                    <a:pt x="5104" y="2773"/>
                  </a:lnTo>
                  <a:cubicBezTo>
                    <a:pt x="4537" y="2301"/>
                    <a:pt x="3844" y="1986"/>
                    <a:pt x="3088" y="1986"/>
                  </a:cubicBezTo>
                  <a:cubicBezTo>
                    <a:pt x="1386" y="1986"/>
                    <a:pt x="0" y="3403"/>
                    <a:pt x="0" y="5136"/>
                  </a:cubicBezTo>
                  <a:cubicBezTo>
                    <a:pt x="0" y="5609"/>
                    <a:pt x="126" y="6081"/>
                    <a:pt x="315" y="6522"/>
                  </a:cubicBezTo>
                  <a:lnTo>
                    <a:pt x="2269" y="10586"/>
                  </a:lnTo>
                  <a:cubicBezTo>
                    <a:pt x="2615" y="11343"/>
                    <a:pt x="3308" y="11752"/>
                    <a:pt x="4096" y="11752"/>
                  </a:cubicBezTo>
                  <a:cubicBezTo>
                    <a:pt x="4632" y="11752"/>
                    <a:pt x="5104" y="11563"/>
                    <a:pt x="5451" y="11248"/>
                  </a:cubicBezTo>
                  <a:cubicBezTo>
                    <a:pt x="5797" y="11563"/>
                    <a:pt x="6270" y="11752"/>
                    <a:pt x="6774" y="11752"/>
                  </a:cubicBezTo>
                  <a:cubicBezTo>
                    <a:pt x="7561" y="11752"/>
                    <a:pt x="8286" y="11280"/>
                    <a:pt x="8633" y="10586"/>
                  </a:cubicBezTo>
                  <a:lnTo>
                    <a:pt x="10554" y="6522"/>
                  </a:lnTo>
                  <a:cubicBezTo>
                    <a:pt x="10775" y="6081"/>
                    <a:pt x="10901" y="5609"/>
                    <a:pt x="10901" y="5136"/>
                  </a:cubicBezTo>
                  <a:cubicBezTo>
                    <a:pt x="10869" y="3466"/>
                    <a:pt x="9515" y="1986"/>
                    <a:pt x="7814" y="1986"/>
                  </a:cubicBezTo>
                  <a:cubicBezTo>
                    <a:pt x="7057" y="1986"/>
                    <a:pt x="6364" y="2269"/>
                    <a:pt x="5797" y="2773"/>
                  </a:cubicBezTo>
                  <a:lnTo>
                    <a:pt x="5797" y="1734"/>
                  </a:lnTo>
                  <a:cubicBezTo>
                    <a:pt x="5797" y="1135"/>
                    <a:pt x="6238" y="694"/>
                    <a:pt x="6774" y="694"/>
                  </a:cubicBezTo>
                  <a:cubicBezTo>
                    <a:pt x="6994" y="694"/>
                    <a:pt x="7152" y="536"/>
                    <a:pt x="7152" y="347"/>
                  </a:cubicBezTo>
                  <a:cubicBezTo>
                    <a:pt x="7152" y="158"/>
                    <a:pt x="6994" y="1"/>
                    <a:pt x="677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55" name="Google Shape;2155;p44"/>
          <p:cNvGrpSpPr/>
          <p:nvPr/>
        </p:nvGrpSpPr>
        <p:grpSpPr>
          <a:xfrm>
            <a:off x="7268030" y="1606525"/>
            <a:ext cx="284037" cy="182061"/>
            <a:chOff x="-26585200" y="2025375"/>
            <a:chExt cx="296150" cy="189825"/>
          </a:xfrm>
        </p:grpSpPr>
        <p:sp>
          <p:nvSpPr>
            <p:cNvPr id="2156" name="Google Shape;2156;p44"/>
            <p:cNvSpPr/>
            <p:nvPr/>
          </p:nvSpPr>
          <p:spPr>
            <a:xfrm>
              <a:off x="-26340250" y="2127750"/>
              <a:ext cx="51200" cy="70125"/>
            </a:xfrm>
            <a:custGeom>
              <a:rect b="b" l="l" r="r" t="t"/>
              <a:pathLst>
                <a:path extrusionOk="0" h="2805" w="2048">
                  <a:moveTo>
                    <a:pt x="1008" y="977"/>
                  </a:moveTo>
                  <a:cubicBezTo>
                    <a:pt x="1229" y="1324"/>
                    <a:pt x="1386" y="1608"/>
                    <a:pt x="1386" y="1734"/>
                  </a:cubicBezTo>
                  <a:cubicBezTo>
                    <a:pt x="1323" y="1923"/>
                    <a:pt x="1166" y="2080"/>
                    <a:pt x="1008" y="2080"/>
                  </a:cubicBezTo>
                  <a:cubicBezTo>
                    <a:pt x="819" y="2080"/>
                    <a:pt x="662" y="1923"/>
                    <a:pt x="662" y="1734"/>
                  </a:cubicBezTo>
                  <a:cubicBezTo>
                    <a:pt x="662" y="1608"/>
                    <a:pt x="819" y="1324"/>
                    <a:pt x="1008" y="977"/>
                  </a:cubicBezTo>
                  <a:close/>
                  <a:moveTo>
                    <a:pt x="1008" y="1"/>
                  </a:moveTo>
                  <a:cubicBezTo>
                    <a:pt x="914" y="1"/>
                    <a:pt x="788" y="32"/>
                    <a:pt x="756" y="158"/>
                  </a:cubicBezTo>
                  <a:cubicBezTo>
                    <a:pt x="756" y="158"/>
                    <a:pt x="536" y="442"/>
                    <a:pt x="378" y="757"/>
                  </a:cubicBezTo>
                  <a:cubicBezTo>
                    <a:pt x="32" y="1324"/>
                    <a:pt x="0" y="1608"/>
                    <a:pt x="0" y="1765"/>
                  </a:cubicBezTo>
                  <a:cubicBezTo>
                    <a:pt x="0" y="2364"/>
                    <a:pt x="473" y="2805"/>
                    <a:pt x="1008" y="2805"/>
                  </a:cubicBezTo>
                  <a:cubicBezTo>
                    <a:pt x="1607" y="2805"/>
                    <a:pt x="2048" y="2332"/>
                    <a:pt x="2048" y="1765"/>
                  </a:cubicBezTo>
                  <a:cubicBezTo>
                    <a:pt x="2048" y="1608"/>
                    <a:pt x="2016" y="1387"/>
                    <a:pt x="1638" y="757"/>
                  </a:cubicBezTo>
                  <a:cubicBezTo>
                    <a:pt x="1449" y="442"/>
                    <a:pt x="1292" y="158"/>
                    <a:pt x="1292" y="158"/>
                  </a:cubicBezTo>
                  <a:cubicBezTo>
                    <a:pt x="1229" y="64"/>
                    <a:pt x="1134" y="1"/>
                    <a:pt x="100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7" name="Google Shape;2157;p44"/>
            <p:cNvSpPr/>
            <p:nvPr/>
          </p:nvSpPr>
          <p:spPr>
            <a:xfrm>
              <a:off x="-26585200" y="2025375"/>
              <a:ext cx="295375" cy="189825"/>
            </a:xfrm>
            <a:custGeom>
              <a:rect b="b" l="l" r="r" t="t"/>
              <a:pathLst>
                <a:path extrusionOk="0" h="7593" w="11815">
                  <a:moveTo>
                    <a:pt x="10775" y="2016"/>
                  </a:moveTo>
                  <a:cubicBezTo>
                    <a:pt x="10964" y="2016"/>
                    <a:pt x="11121" y="2174"/>
                    <a:pt x="11121" y="2363"/>
                  </a:cubicBezTo>
                  <a:cubicBezTo>
                    <a:pt x="11121" y="2552"/>
                    <a:pt x="10964" y="2710"/>
                    <a:pt x="10775" y="2710"/>
                  </a:cubicBezTo>
                  <a:lnTo>
                    <a:pt x="9830" y="2710"/>
                  </a:lnTo>
                  <a:lnTo>
                    <a:pt x="9987" y="2016"/>
                  </a:lnTo>
                  <a:close/>
                  <a:moveTo>
                    <a:pt x="6238" y="693"/>
                  </a:moveTo>
                  <a:cubicBezTo>
                    <a:pt x="6081" y="1103"/>
                    <a:pt x="5734" y="1418"/>
                    <a:pt x="5261" y="1418"/>
                  </a:cubicBezTo>
                  <a:lnTo>
                    <a:pt x="3875" y="1418"/>
                  </a:lnTo>
                  <a:cubicBezTo>
                    <a:pt x="3686" y="1418"/>
                    <a:pt x="3529" y="1575"/>
                    <a:pt x="3529" y="1764"/>
                  </a:cubicBezTo>
                  <a:cubicBezTo>
                    <a:pt x="3529" y="1953"/>
                    <a:pt x="3686" y="2111"/>
                    <a:pt x="3875" y="2111"/>
                  </a:cubicBezTo>
                  <a:lnTo>
                    <a:pt x="9326" y="2111"/>
                  </a:lnTo>
                  <a:lnTo>
                    <a:pt x="9168" y="2836"/>
                  </a:lnTo>
                  <a:lnTo>
                    <a:pt x="5923" y="2836"/>
                  </a:lnTo>
                  <a:lnTo>
                    <a:pt x="5923" y="2710"/>
                  </a:lnTo>
                  <a:cubicBezTo>
                    <a:pt x="5734" y="2710"/>
                    <a:pt x="5576" y="2867"/>
                    <a:pt x="5576" y="3056"/>
                  </a:cubicBezTo>
                  <a:cubicBezTo>
                    <a:pt x="5576" y="3277"/>
                    <a:pt x="5734" y="3434"/>
                    <a:pt x="5923" y="3434"/>
                  </a:cubicBezTo>
                  <a:lnTo>
                    <a:pt x="8034" y="3434"/>
                  </a:lnTo>
                  <a:cubicBezTo>
                    <a:pt x="8223" y="3434"/>
                    <a:pt x="8380" y="3592"/>
                    <a:pt x="8380" y="3781"/>
                  </a:cubicBezTo>
                  <a:cubicBezTo>
                    <a:pt x="8380" y="3970"/>
                    <a:pt x="8223" y="4127"/>
                    <a:pt x="8034" y="4127"/>
                  </a:cubicBezTo>
                  <a:lnTo>
                    <a:pt x="5923" y="4127"/>
                  </a:lnTo>
                  <a:cubicBezTo>
                    <a:pt x="5734" y="4127"/>
                    <a:pt x="5576" y="4285"/>
                    <a:pt x="5576" y="4474"/>
                  </a:cubicBezTo>
                  <a:cubicBezTo>
                    <a:pt x="5576" y="4694"/>
                    <a:pt x="5734" y="4852"/>
                    <a:pt x="5923" y="4852"/>
                  </a:cubicBezTo>
                  <a:lnTo>
                    <a:pt x="7309" y="4852"/>
                  </a:lnTo>
                  <a:cubicBezTo>
                    <a:pt x="7498" y="4852"/>
                    <a:pt x="7656" y="5009"/>
                    <a:pt x="7656" y="5198"/>
                  </a:cubicBezTo>
                  <a:cubicBezTo>
                    <a:pt x="7656" y="5388"/>
                    <a:pt x="7498" y="5545"/>
                    <a:pt x="7309" y="5545"/>
                  </a:cubicBezTo>
                  <a:lnTo>
                    <a:pt x="5923" y="5545"/>
                  </a:lnTo>
                  <a:cubicBezTo>
                    <a:pt x="5734" y="5545"/>
                    <a:pt x="5576" y="5703"/>
                    <a:pt x="5576" y="5892"/>
                  </a:cubicBezTo>
                  <a:cubicBezTo>
                    <a:pt x="5576" y="6112"/>
                    <a:pt x="5734" y="6270"/>
                    <a:pt x="5923" y="6270"/>
                  </a:cubicBezTo>
                  <a:lnTo>
                    <a:pt x="6648" y="6270"/>
                  </a:lnTo>
                  <a:cubicBezTo>
                    <a:pt x="6837" y="6270"/>
                    <a:pt x="6994" y="6427"/>
                    <a:pt x="6994" y="6616"/>
                  </a:cubicBezTo>
                  <a:cubicBezTo>
                    <a:pt x="6994" y="6805"/>
                    <a:pt x="6837" y="6963"/>
                    <a:pt x="6648" y="6963"/>
                  </a:cubicBezTo>
                  <a:lnTo>
                    <a:pt x="3151" y="6963"/>
                  </a:lnTo>
                  <a:cubicBezTo>
                    <a:pt x="1796" y="6963"/>
                    <a:pt x="693" y="5860"/>
                    <a:pt x="693" y="4537"/>
                  </a:cubicBezTo>
                  <a:lnTo>
                    <a:pt x="693" y="3151"/>
                  </a:lnTo>
                  <a:cubicBezTo>
                    <a:pt x="693" y="1796"/>
                    <a:pt x="1796" y="693"/>
                    <a:pt x="3151" y="693"/>
                  </a:cubicBezTo>
                  <a:close/>
                  <a:moveTo>
                    <a:pt x="3088" y="0"/>
                  </a:moveTo>
                  <a:cubicBezTo>
                    <a:pt x="1355" y="0"/>
                    <a:pt x="0" y="1418"/>
                    <a:pt x="0" y="3119"/>
                  </a:cubicBezTo>
                  <a:lnTo>
                    <a:pt x="0" y="4474"/>
                  </a:lnTo>
                  <a:cubicBezTo>
                    <a:pt x="0" y="6207"/>
                    <a:pt x="1418" y="7593"/>
                    <a:pt x="3088" y="7593"/>
                  </a:cubicBezTo>
                  <a:lnTo>
                    <a:pt x="6616" y="7593"/>
                  </a:lnTo>
                  <a:cubicBezTo>
                    <a:pt x="7183" y="7593"/>
                    <a:pt x="7624" y="7120"/>
                    <a:pt x="7624" y="6585"/>
                  </a:cubicBezTo>
                  <a:cubicBezTo>
                    <a:pt x="7624" y="6459"/>
                    <a:pt x="7593" y="6301"/>
                    <a:pt x="7561" y="6175"/>
                  </a:cubicBezTo>
                  <a:cubicBezTo>
                    <a:pt x="7971" y="6049"/>
                    <a:pt x="8317" y="5671"/>
                    <a:pt x="8317" y="5198"/>
                  </a:cubicBezTo>
                  <a:cubicBezTo>
                    <a:pt x="8317" y="5072"/>
                    <a:pt x="8254" y="4915"/>
                    <a:pt x="8223" y="4789"/>
                  </a:cubicBezTo>
                  <a:cubicBezTo>
                    <a:pt x="8664" y="4694"/>
                    <a:pt x="8979" y="4285"/>
                    <a:pt x="8979" y="3812"/>
                  </a:cubicBezTo>
                  <a:cubicBezTo>
                    <a:pt x="8979" y="3686"/>
                    <a:pt x="8948" y="3592"/>
                    <a:pt x="8884" y="3466"/>
                  </a:cubicBezTo>
                  <a:lnTo>
                    <a:pt x="9389" y="3403"/>
                  </a:lnTo>
                  <a:lnTo>
                    <a:pt x="10775" y="3403"/>
                  </a:lnTo>
                  <a:cubicBezTo>
                    <a:pt x="11373" y="3403"/>
                    <a:pt x="11814" y="2930"/>
                    <a:pt x="11814" y="2395"/>
                  </a:cubicBezTo>
                  <a:cubicBezTo>
                    <a:pt x="11814" y="1796"/>
                    <a:pt x="11342" y="1386"/>
                    <a:pt x="10775" y="1386"/>
                  </a:cubicBezTo>
                  <a:lnTo>
                    <a:pt x="6616" y="1386"/>
                  </a:lnTo>
                  <a:cubicBezTo>
                    <a:pt x="6837" y="1103"/>
                    <a:pt x="6963" y="693"/>
                    <a:pt x="6963" y="347"/>
                  </a:cubicBezTo>
                  <a:cubicBezTo>
                    <a:pt x="6963" y="158"/>
                    <a:pt x="6805" y="0"/>
                    <a:pt x="661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8" name="Google Shape;2158;p44"/>
            <p:cNvSpPr/>
            <p:nvPr/>
          </p:nvSpPr>
          <p:spPr>
            <a:xfrm>
              <a:off x="-26480450" y="2093100"/>
              <a:ext cx="18125" cy="18150"/>
            </a:xfrm>
            <a:custGeom>
              <a:rect b="b" l="l" r="r" t="t"/>
              <a:pathLst>
                <a:path extrusionOk="0" h="726" w="725">
                  <a:moveTo>
                    <a:pt x="378" y="1"/>
                  </a:moveTo>
                  <a:cubicBezTo>
                    <a:pt x="158" y="1"/>
                    <a:pt x="0" y="158"/>
                    <a:pt x="0" y="347"/>
                  </a:cubicBezTo>
                  <a:cubicBezTo>
                    <a:pt x="0" y="568"/>
                    <a:pt x="158" y="725"/>
                    <a:pt x="378" y="725"/>
                  </a:cubicBezTo>
                  <a:cubicBezTo>
                    <a:pt x="567" y="725"/>
                    <a:pt x="725" y="568"/>
                    <a:pt x="725" y="347"/>
                  </a:cubicBezTo>
                  <a:cubicBezTo>
                    <a:pt x="725" y="158"/>
                    <a:pt x="567" y="1"/>
                    <a:pt x="37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9" name="Google Shape;2159;p44"/>
            <p:cNvSpPr/>
            <p:nvPr/>
          </p:nvSpPr>
          <p:spPr>
            <a:xfrm>
              <a:off x="-26480450" y="2127750"/>
              <a:ext cx="18125" cy="17350"/>
            </a:xfrm>
            <a:custGeom>
              <a:rect b="b" l="l" r="r" t="t"/>
              <a:pathLst>
                <a:path extrusionOk="0" h="694" w="725">
                  <a:moveTo>
                    <a:pt x="378" y="1"/>
                  </a:moveTo>
                  <a:cubicBezTo>
                    <a:pt x="158" y="1"/>
                    <a:pt x="0" y="158"/>
                    <a:pt x="0" y="347"/>
                  </a:cubicBezTo>
                  <a:cubicBezTo>
                    <a:pt x="0" y="536"/>
                    <a:pt x="158" y="694"/>
                    <a:pt x="378" y="694"/>
                  </a:cubicBezTo>
                  <a:cubicBezTo>
                    <a:pt x="567" y="694"/>
                    <a:pt x="725" y="536"/>
                    <a:pt x="725" y="347"/>
                  </a:cubicBezTo>
                  <a:cubicBezTo>
                    <a:pt x="725" y="158"/>
                    <a:pt x="567" y="1"/>
                    <a:pt x="37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0" name="Google Shape;2160;p44"/>
            <p:cNvSpPr/>
            <p:nvPr/>
          </p:nvSpPr>
          <p:spPr>
            <a:xfrm>
              <a:off x="-26480450" y="2162425"/>
              <a:ext cx="18125" cy="17350"/>
            </a:xfrm>
            <a:custGeom>
              <a:rect b="b" l="l" r="r" t="t"/>
              <a:pathLst>
                <a:path extrusionOk="0" h="694" w="725">
                  <a:moveTo>
                    <a:pt x="378" y="0"/>
                  </a:moveTo>
                  <a:cubicBezTo>
                    <a:pt x="158" y="0"/>
                    <a:pt x="0" y="158"/>
                    <a:pt x="0" y="347"/>
                  </a:cubicBezTo>
                  <a:cubicBezTo>
                    <a:pt x="0" y="536"/>
                    <a:pt x="158" y="693"/>
                    <a:pt x="378" y="693"/>
                  </a:cubicBezTo>
                  <a:cubicBezTo>
                    <a:pt x="567" y="693"/>
                    <a:pt x="725" y="536"/>
                    <a:pt x="725" y="347"/>
                  </a:cubicBezTo>
                  <a:cubicBezTo>
                    <a:pt x="725" y="158"/>
                    <a:pt x="567" y="0"/>
                    <a:pt x="3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61" name="Google Shape;2161;p44"/>
          <p:cNvGrpSpPr/>
          <p:nvPr/>
        </p:nvGrpSpPr>
        <p:grpSpPr>
          <a:xfrm>
            <a:off x="7268401" y="1993638"/>
            <a:ext cx="283294" cy="283294"/>
            <a:chOff x="-26584425" y="2340425"/>
            <a:chExt cx="295375" cy="295375"/>
          </a:xfrm>
        </p:grpSpPr>
        <p:sp>
          <p:nvSpPr>
            <p:cNvPr id="2162" name="Google Shape;2162;p44"/>
            <p:cNvSpPr/>
            <p:nvPr/>
          </p:nvSpPr>
          <p:spPr>
            <a:xfrm>
              <a:off x="-26462350" y="2463275"/>
              <a:ext cx="51225" cy="51225"/>
            </a:xfrm>
            <a:custGeom>
              <a:rect b="b" l="l" r="r" t="t"/>
              <a:pathLst>
                <a:path extrusionOk="0" h="2049" w="2049">
                  <a:moveTo>
                    <a:pt x="1009" y="631"/>
                  </a:moveTo>
                  <a:cubicBezTo>
                    <a:pt x="1230" y="631"/>
                    <a:pt x="1387" y="788"/>
                    <a:pt x="1387" y="977"/>
                  </a:cubicBezTo>
                  <a:cubicBezTo>
                    <a:pt x="1324" y="1230"/>
                    <a:pt x="1167" y="1356"/>
                    <a:pt x="1009" y="1356"/>
                  </a:cubicBezTo>
                  <a:cubicBezTo>
                    <a:pt x="820" y="1356"/>
                    <a:pt x="662" y="1198"/>
                    <a:pt x="662" y="977"/>
                  </a:cubicBezTo>
                  <a:cubicBezTo>
                    <a:pt x="662" y="788"/>
                    <a:pt x="820" y="631"/>
                    <a:pt x="1009" y="631"/>
                  </a:cubicBezTo>
                  <a:close/>
                  <a:moveTo>
                    <a:pt x="1009" y="1"/>
                  </a:moveTo>
                  <a:cubicBezTo>
                    <a:pt x="442" y="1"/>
                    <a:pt x="1" y="473"/>
                    <a:pt x="1" y="1041"/>
                  </a:cubicBezTo>
                  <a:cubicBezTo>
                    <a:pt x="1" y="1608"/>
                    <a:pt x="473" y="2049"/>
                    <a:pt x="1009" y="2049"/>
                  </a:cubicBezTo>
                  <a:cubicBezTo>
                    <a:pt x="1576" y="2049"/>
                    <a:pt x="2049" y="1576"/>
                    <a:pt x="2049" y="1041"/>
                  </a:cubicBezTo>
                  <a:cubicBezTo>
                    <a:pt x="2049" y="442"/>
                    <a:pt x="1576" y="1"/>
                    <a:pt x="100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3" name="Google Shape;2163;p44"/>
            <p:cNvSpPr/>
            <p:nvPr/>
          </p:nvSpPr>
          <p:spPr>
            <a:xfrm>
              <a:off x="-26500150" y="2376650"/>
              <a:ext cx="121325" cy="75175"/>
            </a:xfrm>
            <a:custGeom>
              <a:rect b="b" l="l" r="r" t="t"/>
              <a:pathLst>
                <a:path extrusionOk="0" h="3007" w="4853">
                  <a:moveTo>
                    <a:pt x="2521" y="662"/>
                  </a:moveTo>
                  <a:cubicBezTo>
                    <a:pt x="3088" y="662"/>
                    <a:pt x="3592" y="788"/>
                    <a:pt x="4065" y="977"/>
                  </a:cubicBezTo>
                  <a:lnTo>
                    <a:pt x="3403" y="2206"/>
                  </a:lnTo>
                  <a:cubicBezTo>
                    <a:pt x="3120" y="2080"/>
                    <a:pt x="2836" y="2048"/>
                    <a:pt x="2553" y="2048"/>
                  </a:cubicBezTo>
                  <a:cubicBezTo>
                    <a:pt x="2206" y="2048"/>
                    <a:pt x="1954" y="2080"/>
                    <a:pt x="1670" y="2206"/>
                  </a:cubicBezTo>
                  <a:lnTo>
                    <a:pt x="1009" y="977"/>
                  </a:lnTo>
                  <a:cubicBezTo>
                    <a:pt x="1481" y="788"/>
                    <a:pt x="1985" y="662"/>
                    <a:pt x="2521" y="662"/>
                  </a:cubicBezTo>
                  <a:close/>
                  <a:moveTo>
                    <a:pt x="2458" y="0"/>
                  </a:moveTo>
                  <a:cubicBezTo>
                    <a:pt x="1702" y="0"/>
                    <a:pt x="914" y="189"/>
                    <a:pt x="253" y="567"/>
                  </a:cubicBezTo>
                  <a:cubicBezTo>
                    <a:pt x="95" y="630"/>
                    <a:pt x="1" y="882"/>
                    <a:pt x="127" y="1040"/>
                  </a:cubicBezTo>
                  <a:lnTo>
                    <a:pt x="1198" y="2836"/>
                  </a:lnTo>
                  <a:cubicBezTo>
                    <a:pt x="1229" y="2930"/>
                    <a:pt x="1324" y="2993"/>
                    <a:pt x="1387" y="2993"/>
                  </a:cubicBezTo>
                  <a:cubicBezTo>
                    <a:pt x="1415" y="3003"/>
                    <a:pt x="1442" y="3006"/>
                    <a:pt x="1470" y="3006"/>
                  </a:cubicBezTo>
                  <a:cubicBezTo>
                    <a:pt x="1537" y="3006"/>
                    <a:pt x="1604" y="2984"/>
                    <a:pt x="1670" y="2962"/>
                  </a:cubicBezTo>
                  <a:cubicBezTo>
                    <a:pt x="1891" y="2804"/>
                    <a:pt x="2206" y="2710"/>
                    <a:pt x="2490" y="2710"/>
                  </a:cubicBezTo>
                  <a:cubicBezTo>
                    <a:pt x="2773" y="2710"/>
                    <a:pt x="3088" y="2804"/>
                    <a:pt x="3309" y="2962"/>
                  </a:cubicBezTo>
                  <a:cubicBezTo>
                    <a:pt x="3372" y="2993"/>
                    <a:pt x="3435" y="2993"/>
                    <a:pt x="3466" y="2993"/>
                  </a:cubicBezTo>
                  <a:lnTo>
                    <a:pt x="3561" y="2993"/>
                  </a:lnTo>
                  <a:cubicBezTo>
                    <a:pt x="3624" y="2962"/>
                    <a:pt x="3718" y="2930"/>
                    <a:pt x="3750" y="2836"/>
                  </a:cubicBezTo>
                  <a:lnTo>
                    <a:pt x="4789" y="1040"/>
                  </a:lnTo>
                  <a:cubicBezTo>
                    <a:pt x="4852" y="882"/>
                    <a:pt x="4821" y="630"/>
                    <a:pt x="4663" y="567"/>
                  </a:cubicBezTo>
                  <a:cubicBezTo>
                    <a:pt x="4002" y="189"/>
                    <a:pt x="3246" y="0"/>
                    <a:pt x="245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4" name="Google Shape;2164;p44"/>
            <p:cNvSpPr/>
            <p:nvPr/>
          </p:nvSpPr>
          <p:spPr>
            <a:xfrm>
              <a:off x="-26549775" y="2480750"/>
              <a:ext cx="95325" cy="105425"/>
            </a:xfrm>
            <a:custGeom>
              <a:rect b="b" l="l" r="r" t="t"/>
              <a:pathLst>
                <a:path extrusionOk="0" h="4217" w="3813">
                  <a:moveTo>
                    <a:pt x="2080" y="688"/>
                  </a:moveTo>
                  <a:cubicBezTo>
                    <a:pt x="2143" y="1287"/>
                    <a:pt x="2458" y="1791"/>
                    <a:pt x="2931" y="2169"/>
                  </a:cubicBezTo>
                  <a:lnTo>
                    <a:pt x="2238" y="3397"/>
                  </a:lnTo>
                  <a:cubicBezTo>
                    <a:pt x="1387" y="2767"/>
                    <a:pt x="820" y="1791"/>
                    <a:pt x="694" y="720"/>
                  </a:cubicBezTo>
                  <a:lnTo>
                    <a:pt x="2080" y="688"/>
                  </a:lnTo>
                  <a:close/>
                  <a:moveTo>
                    <a:pt x="2503" y="0"/>
                  </a:moveTo>
                  <a:cubicBezTo>
                    <a:pt x="2479" y="0"/>
                    <a:pt x="2454" y="8"/>
                    <a:pt x="2427" y="26"/>
                  </a:cubicBezTo>
                  <a:lnTo>
                    <a:pt x="347" y="58"/>
                  </a:lnTo>
                  <a:cubicBezTo>
                    <a:pt x="158" y="58"/>
                    <a:pt x="1" y="215"/>
                    <a:pt x="1" y="405"/>
                  </a:cubicBezTo>
                  <a:cubicBezTo>
                    <a:pt x="1" y="1192"/>
                    <a:pt x="221" y="1948"/>
                    <a:pt x="631" y="2610"/>
                  </a:cubicBezTo>
                  <a:cubicBezTo>
                    <a:pt x="1009" y="3240"/>
                    <a:pt x="1513" y="3807"/>
                    <a:pt x="2206" y="4185"/>
                  </a:cubicBezTo>
                  <a:cubicBezTo>
                    <a:pt x="2238" y="4217"/>
                    <a:pt x="2301" y="4217"/>
                    <a:pt x="2395" y="4217"/>
                  </a:cubicBezTo>
                  <a:lnTo>
                    <a:pt x="2458" y="4217"/>
                  </a:lnTo>
                  <a:cubicBezTo>
                    <a:pt x="2553" y="4185"/>
                    <a:pt x="2616" y="4154"/>
                    <a:pt x="2679" y="4059"/>
                  </a:cubicBezTo>
                  <a:lnTo>
                    <a:pt x="3718" y="2295"/>
                  </a:lnTo>
                  <a:cubicBezTo>
                    <a:pt x="3813" y="2106"/>
                    <a:pt x="3781" y="1917"/>
                    <a:pt x="3624" y="1791"/>
                  </a:cubicBezTo>
                  <a:cubicBezTo>
                    <a:pt x="3088" y="1476"/>
                    <a:pt x="2773" y="909"/>
                    <a:pt x="2773" y="342"/>
                  </a:cubicBezTo>
                  <a:cubicBezTo>
                    <a:pt x="2773" y="247"/>
                    <a:pt x="2742" y="121"/>
                    <a:pt x="2679" y="89"/>
                  </a:cubicBezTo>
                  <a:cubicBezTo>
                    <a:pt x="2612" y="45"/>
                    <a:pt x="2561" y="0"/>
                    <a:pt x="25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5" name="Google Shape;2165;p44"/>
            <p:cNvSpPr/>
            <p:nvPr/>
          </p:nvSpPr>
          <p:spPr>
            <a:xfrm>
              <a:off x="-26421375" y="2481400"/>
              <a:ext cx="96900" cy="104000"/>
            </a:xfrm>
            <a:custGeom>
              <a:rect b="b" l="l" r="r" t="t"/>
              <a:pathLst>
                <a:path extrusionOk="0" h="4160" w="3876">
                  <a:moveTo>
                    <a:pt x="1796" y="694"/>
                  </a:moveTo>
                  <a:lnTo>
                    <a:pt x="3151" y="725"/>
                  </a:lnTo>
                  <a:cubicBezTo>
                    <a:pt x="3056" y="1765"/>
                    <a:pt x="2489" y="2741"/>
                    <a:pt x="1638" y="3371"/>
                  </a:cubicBezTo>
                  <a:lnTo>
                    <a:pt x="914" y="2206"/>
                  </a:lnTo>
                  <a:cubicBezTo>
                    <a:pt x="1386" y="1796"/>
                    <a:pt x="1701" y="1292"/>
                    <a:pt x="1796" y="694"/>
                  </a:cubicBezTo>
                  <a:close/>
                  <a:moveTo>
                    <a:pt x="1418" y="0"/>
                  </a:moveTo>
                  <a:cubicBezTo>
                    <a:pt x="1355" y="0"/>
                    <a:pt x="1229" y="32"/>
                    <a:pt x="1197" y="63"/>
                  </a:cubicBezTo>
                  <a:cubicBezTo>
                    <a:pt x="1103" y="158"/>
                    <a:pt x="1071" y="221"/>
                    <a:pt x="1071" y="316"/>
                  </a:cubicBezTo>
                  <a:cubicBezTo>
                    <a:pt x="1071" y="883"/>
                    <a:pt x="756" y="1450"/>
                    <a:pt x="252" y="1765"/>
                  </a:cubicBezTo>
                  <a:cubicBezTo>
                    <a:pt x="95" y="1891"/>
                    <a:pt x="0" y="2080"/>
                    <a:pt x="126" y="2237"/>
                  </a:cubicBezTo>
                  <a:lnTo>
                    <a:pt x="1197" y="4002"/>
                  </a:lnTo>
                  <a:cubicBezTo>
                    <a:pt x="1229" y="4065"/>
                    <a:pt x="1323" y="4128"/>
                    <a:pt x="1386" y="4159"/>
                  </a:cubicBezTo>
                  <a:lnTo>
                    <a:pt x="1481" y="4159"/>
                  </a:lnTo>
                  <a:cubicBezTo>
                    <a:pt x="1544" y="4159"/>
                    <a:pt x="1575" y="4159"/>
                    <a:pt x="1670" y="4128"/>
                  </a:cubicBezTo>
                  <a:cubicBezTo>
                    <a:pt x="2300" y="3718"/>
                    <a:pt x="2836" y="3182"/>
                    <a:pt x="3245" y="2552"/>
                  </a:cubicBezTo>
                  <a:cubicBezTo>
                    <a:pt x="3623" y="1891"/>
                    <a:pt x="3844" y="1135"/>
                    <a:pt x="3875" y="347"/>
                  </a:cubicBezTo>
                  <a:cubicBezTo>
                    <a:pt x="3875" y="189"/>
                    <a:pt x="3718" y="32"/>
                    <a:pt x="3529" y="32"/>
                  </a:cubicBezTo>
                  <a:lnTo>
                    <a:pt x="1418"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6" name="Google Shape;2166;p44"/>
            <p:cNvSpPr/>
            <p:nvPr/>
          </p:nvSpPr>
          <p:spPr>
            <a:xfrm>
              <a:off x="-26584425" y="2340425"/>
              <a:ext cx="295375" cy="295375"/>
            </a:xfrm>
            <a:custGeom>
              <a:rect b="b" l="l" r="r" t="t"/>
              <a:pathLst>
                <a:path extrusionOk="0" h="11815" w="11815">
                  <a:moveTo>
                    <a:pt x="5861" y="693"/>
                  </a:moveTo>
                  <a:cubicBezTo>
                    <a:pt x="7247" y="693"/>
                    <a:pt x="8570" y="1260"/>
                    <a:pt x="9578" y="2237"/>
                  </a:cubicBezTo>
                  <a:cubicBezTo>
                    <a:pt x="10555" y="3214"/>
                    <a:pt x="11090" y="4537"/>
                    <a:pt x="11090" y="5955"/>
                  </a:cubicBezTo>
                  <a:cubicBezTo>
                    <a:pt x="11090" y="7309"/>
                    <a:pt x="10586" y="8632"/>
                    <a:pt x="9578" y="9641"/>
                  </a:cubicBezTo>
                  <a:cubicBezTo>
                    <a:pt x="8570" y="10617"/>
                    <a:pt x="7278" y="11184"/>
                    <a:pt x="5861" y="11184"/>
                  </a:cubicBezTo>
                  <a:cubicBezTo>
                    <a:pt x="4474" y="11184"/>
                    <a:pt x="3151" y="10617"/>
                    <a:pt x="2174" y="9641"/>
                  </a:cubicBezTo>
                  <a:cubicBezTo>
                    <a:pt x="1166" y="8664"/>
                    <a:pt x="631" y="7372"/>
                    <a:pt x="631" y="5955"/>
                  </a:cubicBezTo>
                  <a:cubicBezTo>
                    <a:pt x="631" y="4568"/>
                    <a:pt x="1166" y="3214"/>
                    <a:pt x="2174" y="2237"/>
                  </a:cubicBezTo>
                  <a:cubicBezTo>
                    <a:pt x="3151" y="1260"/>
                    <a:pt x="4443" y="693"/>
                    <a:pt x="5861" y="693"/>
                  </a:cubicBezTo>
                  <a:close/>
                  <a:moveTo>
                    <a:pt x="5892" y="0"/>
                  </a:moveTo>
                  <a:cubicBezTo>
                    <a:pt x="4317" y="0"/>
                    <a:pt x="2836" y="630"/>
                    <a:pt x="1733" y="1733"/>
                  </a:cubicBezTo>
                  <a:cubicBezTo>
                    <a:pt x="631" y="2836"/>
                    <a:pt x="1" y="4316"/>
                    <a:pt x="1" y="5891"/>
                  </a:cubicBezTo>
                  <a:cubicBezTo>
                    <a:pt x="1" y="7467"/>
                    <a:pt x="631" y="8979"/>
                    <a:pt x="1733" y="10082"/>
                  </a:cubicBezTo>
                  <a:cubicBezTo>
                    <a:pt x="2836" y="11184"/>
                    <a:pt x="4317" y="11814"/>
                    <a:pt x="5892" y="11814"/>
                  </a:cubicBezTo>
                  <a:cubicBezTo>
                    <a:pt x="7467" y="11814"/>
                    <a:pt x="8980" y="11184"/>
                    <a:pt x="10082" y="10082"/>
                  </a:cubicBezTo>
                  <a:cubicBezTo>
                    <a:pt x="11185" y="8979"/>
                    <a:pt x="11815" y="7467"/>
                    <a:pt x="11815" y="5891"/>
                  </a:cubicBezTo>
                  <a:cubicBezTo>
                    <a:pt x="11815" y="4379"/>
                    <a:pt x="11185" y="2867"/>
                    <a:pt x="10082" y="1733"/>
                  </a:cubicBezTo>
                  <a:cubicBezTo>
                    <a:pt x="8980" y="630"/>
                    <a:pt x="7467" y="0"/>
                    <a:pt x="589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67" name="Google Shape;2167;p44"/>
          <p:cNvGrpSpPr/>
          <p:nvPr/>
        </p:nvGrpSpPr>
        <p:grpSpPr>
          <a:xfrm>
            <a:off x="7264253" y="2431296"/>
            <a:ext cx="291590" cy="283486"/>
            <a:chOff x="-26585200" y="2710400"/>
            <a:chExt cx="304025" cy="295575"/>
          </a:xfrm>
        </p:grpSpPr>
        <p:sp>
          <p:nvSpPr>
            <p:cNvPr id="2168" name="Google Shape;2168;p44"/>
            <p:cNvSpPr/>
            <p:nvPr/>
          </p:nvSpPr>
          <p:spPr>
            <a:xfrm>
              <a:off x="-26585200" y="2710400"/>
              <a:ext cx="304025" cy="295575"/>
            </a:xfrm>
            <a:custGeom>
              <a:rect b="b" l="l" r="r" t="t"/>
              <a:pathLst>
                <a:path extrusionOk="0" h="11823" w="12161">
                  <a:moveTo>
                    <a:pt x="8711" y="717"/>
                  </a:moveTo>
                  <a:cubicBezTo>
                    <a:pt x="9333" y="717"/>
                    <a:pt x="9956" y="954"/>
                    <a:pt x="10428" y="1426"/>
                  </a:cubicBezTo>
                  <a:cubicBezTo>
                    <a:pt x="11373" y="2371"/>
                    <a:pt x="11373" y="3915"/>
                    <a:pt x="10428" y="4829"/>
                  </a:cubicBezTo>
                  <a:lnTo>
                    <a:pt x="9830" y="5427"/>
                  </a:lnTo>
                  <a:lnTo>
                    <a:pt x="7404" y="3001"/>
                  </a:lnTo>
                  <a:lnTo>
                    <a:pt x="7971" y="2403"/>
                  </a:lnTo>
                  <a:cubicBezTo>
                    <a:pt x="8191" y="2214"/>
                    <a:pt x="8443" y="2088"/>
                    <a:pt x="8727" y="2088"/>
                  </a:cubicBezTo>
                  <a:cubicBezTo>
                    <a:pt x="9011" y="2088"/>
                    <a:pt x="9294" y="2214"/>
                    <a:pt x="9483" y="2403"/>
                  </a:cubicBezTo>
                  <a:cubicBezTo>
                    <a:pt x="9546" y="2466"/>
                    <a:pt x="9633" y="2497"/>
                    <a:pt x="9719" y="2497"/>
                  </a:cubicBezTo>
                  <a:cubicBezTo>
                    <a:pt x="9806" y="2497"/>
                    <a:pt x="9893" y="2466"/>
                    <a:pt x="9956" y="2403"/>
                  </a:cubicBezTo>
                  <a:cubicBezTo>
                    <a:pt x="10082" y="2277"/>
                    <a:pt x="10082" y="2056"/>
                    <a:pt x="9956" y="1930"/>
                  </a:cubicBezTo>
                  <a:cubicBezTo>
                    <a:pt x="9641" y="1615"/>
                    <a:pt x="9200" y="1426"/>
                    <a:pt x="8727" y="1426"/>
                  </a:cubicBezTo>
                  <a:cubicBezTo>
                    <a:pt x="8254" y="1426"/>
                    <a:pt x="7813" y="1615"/>
                    <a:pt x="7530" y="1930"/>
                  </a:cubicBezTo>
                  <a:lnTo>
                    <a:pt x="6931" y="2529"/>
                  </a:lnTo>
                  <a:lnTo>
                    <a:pt x="6459" y="2056"/>
                  </a:lnTo>
                  <a:lnTo>
                    <a:pt x="6994" y="1426"/>
                  </a:lnTo>
                  <a:cubicBezTo>
                    <a:pt x="7467" y="954"/>
                    <a:pt x="8089" y="717"/>
                    <a:pt x="8711" y="717"/>
                  </a:cubicBezTo>
                  <a:close/>
                  <a:moveTo>
                    <a:pt x="2048" y="6372"/>
                  </a:moveTo>
                  <a:lnTo>
                    <a:pt x="4474" y="8830"/>
                  </a:lnTo>
                  <a:lnTo>
                    <a:pt x="3875" y="9397"/>
                  </a:lnTo>
                  <a:cubicBezTo>
                    <a:pt x="3686" y="9602"/>
                    <a:pt x="3426" y="9704"/>
                    <a:pt x="3162" y="9704"/>
                  </a:cubicBezTo>
                  <a:cubicBezTo>
                    <a:pt x="2899" y="9704"/>
                    <a:pt x="2631" y="9602"/>
                    <a:pt x="2426" y="9397"/>
                  </a:cubicBezTo>
                  <a:cubicBezTo>
                    <a:pt x="2363" y="9350"/>
                    <a:pt x="2276" y="9326"/>
                    <a:pt x="2190" y="9326"/>
                  </a:cubicBezTo>
                  <a:cubicBezTo>
                    <a:pt x="2103" y="9326"/>
                    <a:pt x="2016" y="9350"/>
                    <a:pt x="1953" y="9397"/>
                  </a:cubicBezTo>
                  <a:cubicBezTo>
                    <a:pt x="1827" y="9523"/>
                    <a:pt x="1827" y="9775"/>
                    <a:pt x="1953" y="9869"/>
                  </a:cubicBezTo>
                  <a:cubicBezTo>
                    <a:pt x="2331" y="10247"/>
                    <a:pt x="2741" y="10405"/>
                    <a:pt x="3182" y="10405"/>
                  </a:cubicBezTo>
                  <a:cubicBezTo>
                    <a:pt x="3623" y="10405"/>
                    <a:pt x="4096" y="10247"/>
                    <a:pt x="4411" y="9869"/>
                  </a:cubicBezTo>
                  <a:lnTo>
                    <a:pt x="4978" y="9302"/>
                  </a:lnTo>
                  <a:lnTo>
                    <a:pt x="5450" y="9775"/>
                  </a:lnTo>
                  <a:lnTo>
                    <a:pt x="4820" y="10436"/>
                  </a:lnTo>
                  <a:cubicBezTo>
                    <a:pt x="4348" y="10909"/>
                    <a:pt x="3733" y="11145"/>
                    <a:pt x="3119" y="11145"/>
                  </a:cubicBezTo>
                  <a:cubicBezTo>
                    <a:pt x="2505" y="11145"/>
                    <a:pt x="1890" y="10909"/>
                    <a:pt x="1418" y="10436"/>
                  </a:cubicBezTo>
                  <a:cubicBezTo>
                    <a:pt x="473" y="9491"/>
                    <a:pt x="473" y="7948"/>
                    <a:pt x="1449" y="6971"/>
                  </a:cubicBezTo>
                  <a:lnTo>
                    <a:pt x="2048" y="6372"/>
                  </a:lnTo>
                  <a:close/>
                  <a:moveTo>
                    <a:pt x="3151" y="701"/>
                  </a:moveTo>
                  <a:cubicBezTo>
                    <a:pt x="3781" y="701"/>
                    <a:pt x="4411" y="954"/>
                    <a:pt x="4883" y="1426"/>
                  </a:cubicBezTo>
                  <a:lnTo>
                    <a:pt x="10460" y="7002"/>
                  </a:lnTo>
                  <a:cubicBezTo>
                    <a:pt x="11373" y="7948"/>
                    <a:pt x="11373" y="9491"/>
                    <a:pt x="10428" y="10436"/>
                  </a:cubicBezTo>
                  <a:cubicBezTo>
                    <a:pt x="9956" y="10909"/>
                    <a:pt x="9333" y="11145"/>
                    <a:pt x="8711" y="11145"/>
                  </a:cubicBezTo>
                  <a:cubicBezTo>
                    <a:pt x="8089" y="11145"/>
                    <a:pt x="7467" y="10909"/>
                    <a:pt x="6994" y="10436"/>
                  </a:cubicBezTo>
                  <a:lnTo>
                    <a:pt x="6175" y="9617"/>
                  </a:lnTo>
                  <a:lnTo>
                    <a:pt x="5198" y="8641"/>
                  </a:lnTo>
                  <a:lnTo>
                    <a:pt x="2237" y="5679"/>
                  </a:lnTo>
                  <a:lnTo>
                    <a:pt x="1418" y="4860"/>
                  </a:lnTo>
                  <a:cubicBezTo>
                    <a:pt x="473" y="3915"/>
                    <a:pt x="473" y="2371"/>
                    <a:pt x="1418" y="1426"/>
                  </a:cubicBezTo>
                  <a:cubicBezTo>
                    <a:pt x="1890" y="954"/>
                    <a:pt x="2520" y="701"/>
                    <a:pt x="3151" y="701"/>
                  </a:cubicBezTo>
                  <a:close/>
                  <a:moveTo>
                    <a:pt x="8727" y="0"/>
                  </a:moveTo>
                  <a:cubicBezTo>
                    <a:pt x="7931" y="0"/>
                    <a:pt x="7136" y="308"/>
                    <a:pt x="6522" y="922"/>
                  </a:cubicBezTo>
                  <a:lnTo>
                    <a:pt x="5955" y="1489"/>
                  </a:lnTo>
                  <a:lnTo>
                    <a:pt x="5356" y="922"/>
                  </a:lnTo>
                  <a:cubicBezTo>
                    <a:pt x="4757" y="323"/>
                    <a:pt x="3970" y="8"/>
                    <a:pt x="3151" y="8"/>
                  </a:cubicBezTo>
                  <a:cubicBezTo>
                    <a:pt x="2331" y="8"/>
                    <a:pt x="1544" y="323"/>
                    <a:pt x="945" y="922"/>
                  </a:cubicBezTo>
                  <a:cubicBezTo>
                    <a:pt x="347" y="1489"/>
                    <a:pt x="32" y="2277"/>
                    <a:pt x="32" y="3127"/>
                  </a:cubicBezTo>
                  <a:cubicBezTo>
                    <a:pt x="32" y="3946"/>
                    <a:pt x="347" y="4734"/>
                    <a:pt x="945" y="5333"/>
                  </a:cubicBezTo>
                  <a:lnTo>
                    <a:pt x="1544" y="5900"/>
                  </a:lnTo>
                  <a:lnTo>
                    <a:pt x="945" y="6498"/>
                  </a:lnTo>
                  <a:cubicBezTo>
                    <a:pt x="347" y="7097"/>
                    <a:pt x="32" y="7885"/>
                    <a:pt x="0" y="8704"/>
                  </a:cubicBezTo>
                  <a:cubicBezTo>
                    <a:pt x="0" y="9523"/>
                    <a:pt x="315" y="10310"/>
                    <a:pt x="914" y="10909"/>
                  </a:cubicBezTo>
                  <a:cubicBezTo>
                    <a:pt x="1481" y="11508"/>
                    <a:pt x="2331" y="11823"/>
                    <a:pt x="3119" y="11823"/>
                  </a:cubicBezTo>
                  <a:cubicBezTo>
                    <a:pt x="3907" y="11823"/>
                    <a:pt x="4726" y="11508"/>
                    <a:pt x="5324" y="10909"/>
                  </a:cubicBezTo>
                  <a:lnTo>
                    <a:pt x="5892" y="10310"/>
                  </a:lnTo>
                  <a:lnTo>
                    <a:pt x="6490" y="10909"/>
                  </a:lnTo>
                  <a:cubicBezTo>
                    <a:pt x="7089" y="11508"/>
                    <a:pt x="7876" y="11823"/>
                    <a:pt x="8695" y="11823"/>
                  </a:cubicBezTo>
                  <a:cubicBezTo>
                    <a:pt x="9515" y="11823"/>
                    <a:pt x="10302" y="11508"/>
                    <a:pt x="10901" y="10909"/>
                  </a:cubicBezTo>
                  <a:cubicBezTo>
                    <a:pt x="11499" y="10310"/>
                    <a:pt x="11814" y="9523"/>
                    <a:pt x="11814" y="8704"/>
                  </a:cubicBezTo>
                  <a:cubicBezTo>
                    <a:pt x="11846" y="7885"/>
                    <a:pt x="11531" y="7097"/>
                    <a:pt x="10932" y="6498"/>
                  </a:cubicBezTo>
                  <a:lnTo>
                    <a:pt x="10334" y="5900"/>
                  </a:lnTo>
                  <a:lnTo>
                    <a:pt x="10932" y="5333"/>
                  </a:lnTo>
                  <a:cubicBezTo>
                    <a:pt x="12161" y="4104"/>
                    <a:pt x="12161" y="2119"/>
                    <a:pt x="10932" y="922"/>
                  </a:cubicBezTo>
                  <a:cubicBezTo>
                    <a:pt x="10318" y="308"/>
                    <a:pt x="9522" y="0"/>
                    <a:pt x="872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9" name="Google Shape;2169;p44"/>
            <p:cNvSpPr/>
            <p:nvPr/>
          </p:nvSpPr>
          <p:spPr>
            <a:xfrm>
              <a:off x="-26495425" y="2801375"/>
              <a:ext cx="118175" cy="113250"/>
            </a:xfrm>
            <a:custGeom>
              <a:rect b="b" l="l" r="r" t="t"/>
              <a:pathLst>
                <a:path extrusionOk="0" h="4530" w="4727">
                  <a:moveTo>
                    <a:pt x="2111" y="749"/>
                  </a:moveTo>
                  <a:cubicBezTo>
                    <a:pt x="2175" y="749"/>
                    <a:pt x="2301" y="780"/>
                    <a:pt x="2364" y="843"/>
                  </a:cubicBezTo>
                  <a:lnTo>
                    <a:pt x="3813" y="2324"/>
                  </a:lnTo>
                  <a:cubicBezTo>
                    <a:pt x="3907" y="2418"/>
                    <a:pt x="3907" y="2639"/>
                    <a:pt x="3813" y="2796"/>
                  </a:cubicBezTo>
                  <a:lnTo>
                    <a:pt x="2805" y="3773"/>
                  </a:lnTo>
                  <a:cubicBezTo>
                    <a:pt x="2757" y="3836"/>
                    <a:pt x="2671" y="3868"/>
                    <a:pt x="2584" y="3868"/>
                  </a:cubicBezTo>
                  <a:cubicBezTo>
                    <a:pt x="2497" y="3868"/>
                    <a:pt x="2411" y="3836"/>
                    <a:pt x="2364" y="3773"/>
                  </a:cubicBezTo>
                  <a:lnTo>
                    <a:pt x="883" y="2324"/>
                  </a:lnTo>
                  <a:cubicBezTo>
                    <a:pt x="788" y="2198"/>
                    <a:pt x="788" y="1946"/>
                    <a:pt x="883" y="1851"/>
                  </a:cubicBezTo>
                  <a:lnTo>
                    <a:pt x="1891" y="843"/>
                  </a:lnTo>
                  <a:cubicBezTo>
                    <a:pt x="1954" y="780"/>
                    <a:pt x="2048" y="749"/>
                    <a:pt x="2111" y="749"/>
                  </a:cubicBezTo>
                  <a:close/>
                  <a:moveTo>
                    <a:pt x="2092" y="0"/>
                  </a:moveTo>
                  <a:cubicBezTo>
                    <a:pt x="1828" y="0"/>
                    <a:pt x="1560" y="103"/>
                    <a:pt x="1355" y="307"/>
                  </a:cubicBezTo>
                  <a:lnTo>
                    <a:pt x="379" y="1284"/>
                  </a:lnTo>
                  <a:cubicBezTo>
                    <a:pt x="1" y="1694"/>
                    <a:pt x="1" y="2355"/>
                    <a:pt x="379" y="2733"/>
                  </a:cubicBezTo>
                  <a:lnTo>
                    <a:pt x="1828" y="4183"/>
                  </a:lnTo>
                  <a:cubicBezTo>
                    <a:pt x="2017" y="4403"/>
                    <a:pt x="2301" y="4529"/>
                    <a:pt x="2584" y="4529"/>
                  </a:cubicBezTo>
                  <a:cubicBezTo>
                    <a:pt x="2868" y="4529"/>
                    <a:pt x="3151" y="4403"/>
                    <a:pt x="3340" y="4183"/>
                  </a:cubicBezTo>
                  <a:lnTo>
                    <a:pt x="4317" y="3206"/>
                  </a:lnTo>
                  <a:cubicBezTo>
                    <a:pt x="4726" y="2828"/>
                    <a:pt x="4726" y="2166"/>
                    <a:pt x="4317" y="1757"/>
                  </a:cubicBezTo>
                  <a:lnTo>
                    <a:pt x="2805" y="307"/>
                  </a:lnTo>
                  <a:cubicBezTo>
                    <a:pt x="2616" y="103"/>
                    <a:pt x="2356" y="0"/>
                    <a:pt x="209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0" name="Google Shape;2170;p44"/>
            <p:cNvSpPr/>
            <p:nvPr/>
          </p:nvSpPr>
          <p:spPr>
            <a:xfrm>
              <a:off x="-26375700" y="2956325"/>
              <a:ext cx="17350" cy="18150"/>
            </a:xfrm>
            <a:custGeom>
              <a:rect b="b" l="l" r="r" t="t"/>
              <a:pathLst>
                <a:path extrusionOk="0" h="726" w="694">
                  <a:moveTo>
                    <a:pt x="347" y="1"/>
                  </a:moveTo>
                  <a:cubicBezTo>
                    <a:pt x="158" y="1"/>
                    <a:pt x="0" y="158"/>
                    <a:pt x="0" y="379"/>
                  </a:cubicBezTo>
                  <a:cubicBezTo>
                    <a:pt x="0" y="568"/>
                    <a:pt x="158" y="725"/>
                    <a:pt x="347" y="725"/>
                  </a:cubicBezTo>
                  <a:cubicBezTo>
                    <a:pt x="536" y="725"/>
                    <a:pt x="694" y="568"/>
                    <a:pt x="694" y="379"/>
                  </a:cubicBezTo>
                  <a:cubicBezTo>
                    <a:pt x="694"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1" name="Google Shape;2171;p44"/>
            <p:cNvSpPr/>
            <p:nvPr/>
          </p:nvSpPr>
          <p:spPr>
            <a:xfrm>
              <a:off x="-26339475" y="2920100"/>
              <a:ext cx="18150" cy="18150"/>
            </a:xfrm>
            <a:custGeom>
              <a:rect b="b" l="l" r="r" t="t"/>
              <a:pathLst>
                <a:path extrusionOk="0" h="726" w="726">
                  <a:moveTo>
                    <a:pt x="347" y="1"/>
                  </a:moveTo>
                  <a:cubicBezTo>
                    <a:pt x="158" y="1"/>
                    <a:pt x="1" y="158"/>
                    <a:pt x="1" y="347"/>
                  </a:cubicBezTo>
                  <a:cubicBezTo>
                    <a:pt x="1" y="536"/>
                    <a:pt x="158" y="725"/>
                    <a:pt x="347" y="725"/>
                  </a:cubicBezTo>
                  <a:cubicBezTo>
                    <a:pt x="568" y="725"/>
                    <a:pt x="725" y="536"/>
                    <a:pt x="725" y="347"/>
                  </a:cubicBezTo>
                  <a:cubicBezTo>
                    <a:pt x="725" y="158"/>
                    <a:pt x="568"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2" name="Google Shape;2172;p44"/>
            <p:cNvSpPr/>
            <p:nvPr/>
          </p:nvSpPr>
          <p:spPr>
            <a:xfrm>
              <a:off x="-26363900" y="2895675"/>
              <a:ext cx="17350" cy="17375"/>
            </a:xfrm>
            <a:custGeom>
              <a:rect b="b" l="l" r="r" t="t"/>
              <a:pathLst>
                <a:path extrusionOk="0" h="695" w="694">
                  <a:moveTo>
                    <a:pt x="348" y="1"/>
                  </a:moveTo>
                  <a:cubicBezTo>
                    <a:pt x="159" y="1"/>
                    <a:pt x="1" y="159"/>
                    <a:pt x="1" y="348"/>
                  </a:cubicBezTo>
                  <a:cubicBezTo>
                    <a:pt x="1" y="537"/>
                    <a:pt x="159" y="694"/>
                    <a:pt x="348" y="694"/>
                  </a:cubicBezTo>
                  <a:cubicBezTo>
                    <a:pt x="537" y="694"/>
                    <a:pt x="694" y="537"/>
                    <a:pt x="694" y="348"/>
                  </a:cubicBezTo>
                  <a:cubicBezTo>
                    <a:pt x="694" y="159"/>
                    <a:pt x="537" y="1"/>
                    <a:pt x="3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3" name="Google Shape;2173;p44"/>
            <p:cNvSpPr/>
            <p:nvPr/>
          </p:nvSpPr>
          <p:spPr>
            <a:xfrm>
              <a:off x="-26369400" y="2925625"/>
              <a:ext cx="17350" cy="18125"/>
            </a:xfrm>
            <a:custGeom>
              <a:rect b="b" l="l" r="r" t="t"/>
              <a:pathLst>
                <a:path extrusionOk="0" h="725" w="694">
                  <a:moveTo>
                    <a:pt x="347" y="0"/>
                  </a:moveTo>
                  <a:cubicBezTo>
                    <a:pt x="158" y="0"/>
                    <a:pt x="0" y="189"/>
                    <a:pt x="0" y="378"/>
                  </a:cubicBezTo>
                  <a:cubicBezTo>
                    <a:pt x="0" y="567"/>
                    <a:pt x="158" y="725"/>
                    <a:pt x="347" y="725"/>
                  </a:cubicBezTo>
                  <a:cubicBezTo>
                    <a:pt x="536" y="725"/>
                    <a:pt x="694" y="567"/>
                    <a:pt x="694" y="378"/>
                  </a:cubicBezTo>
                  <a:cubicBezTo>
                    <a:pt x="694" y="189"/>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4" name="Google Shape;2174;p44"/>
            <p:cNvSpPr/>
            <p:nvPr/>
          </p:nvSpPr>
          <p:spPr>
            <a:xfrm>
              <a:off x="-26400125" y="2932125"/>
              <a:ext cx="17350" cy="17150"/>
            </a:xfrm>
            <a:custGeom>
              <a:rect b="b" l="l" r="r" t="t"/>
              <a:pathLst>
                <a:path extrusionOk="0" h="686" w="694">
                  <a:moveTo>
                    <a:pt x="343" y="0"/>
                  </a:moveTo>
                  <a:cubicBezTo>
                    <a:pt x="253" y="0"/>
                    <a:pt x="158" y="39"/>
                    <a:pt x="95" y="118"/>
                  </a:cubicBezTo>
                  <a:cubicBezTo>
                    <a:pt x="1" y="244"/>
                    <a:pt x="1" y="465"/>
                    <a:pt x="95" y="591"/>
                  </a:cubicBezTo>
                  <a:cubicBezTo>
                    <a:pt x="158" y="654"/>
                    <a:pt x="253" y="685"/>
                    <a:pt x="343" y="685"/>
                  </a:cubicBezTo>
                  <a:cubicBezTo>
                    <a:pt x="434" y="685"/>
                    <a:pt x="521" y="654"/>
                    <a:pt x="568" y="591"/>
                  </a:cubicBezTo>
                  <a:cubicBezTo>
                    <a:pt x="694" y="465"/>
                    <a:pt x="694" y="244"/>
                    <a:pt x="568" y="118"/>
                  </a:cubicBezTo>
                  <a:cubicBezTo>
                    <a:pt x="521" y="39"/>
                    <a:pt x="434" y="0"/>
                    <a:pt x="34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5" name="Google Shape;2175;p44"/>
            <p:cNvSpPr/>
            <p:nvPr/>
          </p:nvSpPr>
          <p:spPr>
            <a:xfrm>
              <a:off x="-26528500" y="2804325"/>
              <a:ext cx="18125" cy="17350"/>
            </a:xfrm>
            <a:custGeom>
              <a:rect b="b" l="l" r="r" t="t"/>
              <a:pathLst>
                <a:path extrusionOk="0" h="694" w="725">
                  <a:moveTo>
                    <a:pt x="347" y="0"/>
                  </a:moveTo>
                  <a:cubicBezTo>
                    <a:pt x="158" y="0"/>
                    <a:pt x="0" y="158"/>
                    <a:pt x="0" y="347"/>
                  </a:cubicBezTo>
                  <a:cubicBezTo>
                    <a:pt x="0" y="536"/>
                    <a:pt x="158" y="694"/>
                    <a:pt x="347" y="694"/>
                  </a:cubicBezTo>
                  <a:cubicBezTo>
                    <a:pt x="568" y="694"/>
                    <a:pt x="725" y="536"/>
                    <a:pt x="725" y="347"/>
                  </a:cubicBezTo>
                  <a:cubicBezTo>
                    <a:pt x="725" y="158"/>
                    <a:pt x="568"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6" name="Google Shape;2176;p44"/>
            <p:cNvSpPr/>
            <p:nvPr/>
          </p:nvSpPr>
          <p:spPr>
            <a:xfrm>
              <a:off x="-26490700" y="2768100"/>
              <a:ext cx="17350" cy="17150"/>
            </a:xfrm>
            <a:custGeom>
              <a:rect b="b" l="l" r="r" t="t"/>
              <a:pathLst>
                <a:path extrusionOk="0" h="686" w="694">
                  <a:moveTo>
                    <a:pt x="343" y="0"/>
                  </a:moveTo>
                  <a:cubicBezTo>
                    <a:pt x="253" y="0"/>
                    <a:pt x="158" y="32"/>
                    <a:pt x="95" y="95"/>
                  </a:cubicBezTo>
                  <a:cubicBezTo>
                    <a:pt x="1" y="221"/>
                    <a:pt x="1" y="441"/>
                    <a:pt x="95" y="567"/>
                  </a:cubicBezTo>
                  <a:cubicBezTo>
                    <a:pt x="158" y="646"/>
                    <a:pt x="237" y="685"/>
                    <a:pt x="320" y="685"/>
                  </a:cubicBezTo>
                  <a:cubicBezTo>
                    <a:pt x="402" y="685"/>
                    <a:pt x="489" y="646"/>
                    <a:pt x="568" y="567"/>
                  </a:cubicBezTo>
                  <a:cubicBezTo>
                    <a:pt x="694" y="441"/>
                    <a:pt x="694" y="221"/>
                    <a:pt x="568" y="95"/>
                  </a:cubicBezTo>
                  <a:cubicBezTo>
                    <a:pt x="521" y="32"/>
                    <a:pt x="434" y="0"/>
                    <a:pt x="34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7" name="Google Shape;2177;p44"/>
            <p:cNvSpPr/>
            <p:nvPr/>
          </p:nvSpPr>
          <p:spPr>
            <a:xfrm>
              <a:off x="-26515100" y="2742900"/>
              <a:ext cx="17350" cy="18125"/>
            </a:xfrm>
            <a:custGeom>
              <a:rect b="b" l="l" r="r" t="t"/>
              <a:pathLst>
                <a:path extrusionOk="0" h="725" w="694">
                  <a:moveTo>
                    <a:pt x="347" y="0"/>
                  </a:moveTo>
                  <a:cubicBezTo>
                    <a:pt x="158" y="0"/>
                    <a:pt x="0" y="158"/>
                    <a:pt x="0" y="347"/>
                  </a:cubicBezTo>
                  <a:cubicBezTo>
                    <a:pt x="0" y="536"/>
                    <a:pt x="158" y="725"/>
                    <a:pt x="347" y="725"/>
                  </a:cubicBezTo>
                  <a:cubicBezTo>
                    <a:pt x="536" y="725"/>
                    <a:pt x="693" y="536"/>
                    <a:pt x="693" y="347"/>
                  </a:cubicBezTo>
                  <a:cubicBezTo>
                    <a:pt x="693" y="158"/>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8" name="Google Shape;2178;p44"/>
            <p:cNvSpPr/>
            <p:nvPr/>
          </p:nvSpPr>
          <p:spPr>
            <a:xfrm>
              <a:off x="-26522200" y="2774400"/>
              <a:ext cx="17350" cy="15975"/>
            </a:xfrm>
            <a:custGeom>
              <a:rect b="b" l="l" r="r" t="t"/>
              <a:pathLst>
                <a:path extrusionOk="0" h="639" w="694">
                  <a:moveTo>
                    <a:pt x="355" y="0"/>
                  </a:moveTo>
                  <a:cubicBezTo>
                    <a:pt x="268" y="0"/>
                    <a:pt x="174" y="32"/>
                    <a:pt x="95" y="95"/>
                  </a:cubicBezTo>
                  <a:cubicBezTo>
                    <a:pt x="0" y="189"/>
                    <a:pt x="0" y="441"/>
                    <a:pt x="95" y="567"/>
                  </a:cubicBezTo>
                  <a:cubicBezTo>
                    <a:pt x="158" y="615"/>
                    <a:pt x="253" y="638"/>
                    <a:pt x="343" y="638"/>
                  </a:cubicBezTo>
                  <a:cubicBezTo>
                    <a:pt x="434" y="638"/>
                    <a:pt x="520" y="615"/>
                    <a:pt x="568" y="567"/>
                  </a:cubicBezTo>
                  <a:cubicBezTo>
                    <a:pt x="694" y="441"/>
                    <a:pt x="694" y="189"/>
                    <a:pt x="568" y="95"/>
                  </a:cubicBezTo>
                  <a:cubicBezTo>
                    <a:pt x="520" y="32"/>
                    <a:pt x="442" y="0"/>
                    <a:pt x="3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9" name="Google Shape;2179;p44"/>
            <p:cNvSpPr/>
            <p:nvPr/>
          </p:nvSpPr>
          <p:spPr>
            <a:xfrm>
              <a:off x="-26552925" y="2779125"/>
              <a:ext cx="17350" cy="18125"/>
            </a:xfrm>
            <a:custGeom>
              <a:rect b="b" l="l" r="r" t="t"/>
              <a:pathLst>
                <a:path extrusionOk="0" h="725" w="694">
                  <a:moveTo>
                    <a:pt x="347" y="0"/>
                  </a:moveTo>
                  <a:cubicBezTo>
                    <a:pt x="158" y="0"/>
                    <a:pt x="1" y="158"/>
                    <a:pt x="1" y="378"/>
                  </a:cubicBezTo>
                  <a:cubicBezTo>
                    <a:pt x="1" y="567"/>
                    <a:pt x="158" y="725"/>
                    <a:pt x="347" y="725"/>
                  </a:cubicBezTo>
                  <a:cubicBezTo>
                    <a:pt x="536" y="725"/>
                    <a:pt x="694" y="567"/>
                    <a:pt x="694" y="378"/>
                  </a:cubicBezTo>
                  <a:cubicBezTo>
                    <a:pt x="694" y="158"/>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80" name="Google Shape;2180;p44"/>
          <p:cNvGrpSpPr/>
          <p:nvPr/>
        </p:nvGrpSpPr>
        <p:grpSpPr>
          <a:xfrm>
            <a:off x="5961606" y="2869312"/>
            <a:ext cx="284061" cy="283318"/>
            <a:chOff x="-24709875" y="1970225"/>
            <a:chExt cx="296175" cy="295400"/>
          </a:xfrm>
        </p:grpSpPr>
        <p:sp>
          <p:nvSpPr>
            <p:cNvPr id="2181" name="Google Shape;2181;p44"/>
            <p:cNvSpPr/>
            <p:nvPr/>
          </p:nvSpPr>
          <p:spPr>
            <a:xfrm>
              <a:off x="-24709875" y="1970225"/>
              <a:ext cx="296175" cy="295400"/>
            </a:xfrm>
            <a:custGeom>
              <a:rect b="b" l="l" r="r" t="t"/>
              <a:pathLst>
                <a:path extrusionOk="0" h="11816" w="11847">
                  <a:moveTo>
                    <a:pt x="9767" y="1450"/>
                  </a:moveTo>
                  <a:cubicBezTo>
                    <a:pt x="9956" y="1450"/>
                    <a:pt x="10366" y="1545"/>
                    <a:pt x="10681" y="1734"/>
                  </a:cubicBezTo>
                  <a:cubicBezTo>
                    <a:pt x="11027" y="1923"/>
                    <a:pt x="11153" y="2080"/>
                    <a:pt x="11153" y="2175"/>
                  </a:cubicBezTo>
                  <a:cubicBezTo>
                    <a:pt x="11153" y="2238"/>
                    <a:pt x="11027" y="2395"/>
                    <a:pt x="10681" y="2584"/>
                  </a:cubicBezTo>
                  <a:cubicBezTo>
                    <a:pt x="10334" y="2773"/>
                    <a:pt x="9956" y="2868"/>
                    <a:pt x="9767" y="2868"/>
                  </a:cubicBezTo>
                  <a:cubicBezTo>
                    <a:pt x="9389" y="2868"/>
                    <a:pt x="9042" y="2553"/>
                    <a:pt x="9042" y="2175"/>
                  </a:cubicBezTo>
                  <a:cubicBezTo>
                    <a:pt x="9105" y="1765"/>
                    <a:pt x="9420" y="1450"/>
                    <a:pt x="9767" y="1450"/>
                  </a:cubicBezTo>
                  <a:close/>
                  <a:moveTo>
                    <a:pt x="4915" y="694"/>
                  </a:moveTo>
                  <a:cubicBezTo>
                    <a:pt x="5671" y="694"/>
                    <a:pt x="6301" y="1324"/>
                    <a:pt x="6301" y="2080"/>
                  </a:cubicBezTo>
                  <a:cubicBezTo>
                    <a:pt x="6301" y="2584"/>
                    <a:pt x="6018" y="3025"/>
                    <a:pt x="5577" y="3309"/>
                  </a:cubicBezTo>
                  <a:lnTo>
                    <a:pt x="5577" y="3151"/>
                  </a:lnTo>
                  <a:cubicBezTo>
                    <a:pt x="5577" y="2553"/>
                    <a:pt x="5104" y="2112"/>
                    <a:pt x="4569" y="2112"/>
                  </a:cubicBezTo>
                  <a:lnTo>
                    <a:pt x="1418" y="2112"/>
                  </a:lnTo>
                  <a:cubicBezTo>
                    <a:pt x="1009" y="2112"/>
                    <a:pt x="693" y="1797"/>
                    <a:pt x="693" y="1419"/>
                  </a:cubicBezTo>
                  <a:cubicBezTo>
                    <a:pt x="693" y="1009"/>
                    <a:pt x="1009" y="694"/>
                    <a:pt x="1418" y="694"/>
                  </a:cubicBezTo>
                  <a:close/>
                  <a:moveTo>
                    <a:pt x="725" y="2584"/>
                  </a:moveTo>
                  <a:cubicBezTo>
                    <a:pt x="914" y="2710"/>
                    <a:pt x="1135" y="2805"/>
                    <a:pt x="1418" y="2805"/>
                  </a:cubicBezTo>
                  <a:lnTo>
                    <a:pt x="4569" y="2805"/>
                  </a:lnTo>
                  <a:cubicBezTo>
                    <a:pt x="4758" y="2805"/>
                    <a:pt x="4915" y="2962"/>
                    <a:pt x="4915" y="3151"/>
                  </a:cubicBezTo>
                  <a:lnTo>
                    <a:pt x="4915" y="3498"/>
                  </a:lnTo>
                  <a:lnTo>
                    <a:pt x="2458" y="3498"/>
                  </a:lnTo>
                  <a:cubicBezTo>
                    <a:pt x="1859" y="3498"/>
                    <a:pt x="1418" y="3970"/>
                    <a:pt x="1418" y="4538"/>
                  </a:cubicBezTo>
                  <a:lnTo>
                    <a:pt x="1418" y="6270"/>
                  </a:lnTo>
                  <a:cubicBezTo>
                    <a:pt x="1009" y="6113"/>
                    <a:pt x="725" y="5703"/>
                    <a:pt x="725" y="5262"/>
                  </a:cubicBezTo>
                  <a:lnTo>
                    <a:pt x="725" y="2584"/>
                  </a:lnTo>
                  <a:close/>
                  <a:moveTo>
                    <a:pt x="10460" y="4884"/>
                  </a:moveTo>
                  <a:cubicBezTo>
                    <a:pt x="10870" y="4884"/>
                    <a:pt x="11185" y="5199"/>
                    <a:pt x="11185" y="5577"/>
                  </a:cubicBezTo>
                  <a:cubicBezTo>
                    <a:pt x="11185" y="5987"/>
                    <a:pt x="10870" y="6302"/>
                    <a:pt x="10460" y="6302"/>
                  </a:cubicBezTo>
                  <a:cubicBezTo>
                    <a:pt x="10082" y="6302"/>
                    <a:pt x="9767" y="5987"/>
                    <a:pt x="9767" y="5577"/>
                  </a:cubicBezTo>
                  <a:cubicBezTo>
                    <a:pt x="9767" y="5199"/>
                    <a:pt x="10082" y="4884"/>
                    <a:pt x="10460" y="4884"/>
                  </a:cubicBezTo>
                  <a:close/>
                  <a:moveTo>
                    <a:pt x="6301" y="3655"/>
                  </a:moveTo>
                  <a:lnTo>
                    <a:pt x="6301" y="6648"/>
                  </a:lnTo>
                  <a:cubicBezTo>
                    <a:pt x="6301" y="7247"/>
                    <a:pt x="5829" y="7657"/>
                    <a:pt x="5293" y="7657"/>
                  </a:cubicBezTo>
                  <a:lnTo>
                    <a:pt x="2458" y="7657"/>
                  </a:lnTo>
                  <a:cubicBezTo>
                    <a:pt x="2439" y="7659"/>
                    <a:pt x="2420" y="7661"/>
                    <a:pt x="2402" y="7661"/>
                  </a:cubicBezTo>
                  <a:cubicBezTo>
                    <a:pt x="2211" y="7661"/>
                    <a:pt x="2080" y="7517"/>
                    <a:pt x="2080" y="7373"/>
                  </a:cubicBezTo>
                  <a:lnTo>
                    <a:pt x="2080" y="4538"/>
                  </a:lnTo>
                  <a:cubicBezTo>
                    <a:pt x="2080" y="4317"/>
                    <a:pt x="2237" y="4159"/>
                    <a:pt x="2458" y="4159"/>
                  </a:cubicBezTo>
                  <a:lnTo>
                    <a:pt x="4915" y="4159"/>
                  </a:lnTo>
                  <a:cubicBezTo>
                    <a:pt x="5073" y="4159"/>
                    <a:pt x="5199" y="4159"/>
                    <a:pt x="5325" y="4128"/>
                  </a:cubicBezTo>
                  <a:lnTo>
                    <a:pt x="5356" y="4128"/>
                  </a:lnTo>
                  <a:cubicBezTo>
                    <a:pt x="5703" y="4033"/>
                    <a:pt x="6081" y="3907"/>
                    <a:pt x="6301" y="3655"/>
                  </a:cubicBezTo>
                  <a:close/>
                  <a:moveTo>
                    <a:pt x="1387" y="1"/>
                  </a:moveTo>
                  <a:cubicBezTo>
                    <a:pt x="630" y="1"/>
                    <a:pt x="0" y="631"/>
                    <a:pt x="0" y="1387"/>
                  </a:cubicBezTo>
                  <a:lnTo>
                    <a:pt x="0" y="5231"/>
                  </a:lnTo>
                  <a:cubicBezTo>
                    <a:pt x="0" y="6050"/>
                    <a:pt x="599" y="6774"/>
                    <a:pt x="1387" y="6932"/>
                  </a:cubicBezTo>
                  <a:lnTo>
                    <a:pt x="1387" y="7310"/>
                  </a:lnTo>
                  <a:cubicBezTo>
                    <a:pt x="1387" y="7909"/>
                    <a:pt x="1859" y="8350"/>
                    <a:pt x="2395" y="8350"/>
                  </a:cubicBezTo>
                  <a:lnTo>
                    <a:pt x="3497" y="8350"/>
                  </a:lnTo>
                  <a:cubicBezTo>
                    <a:pt x="3592" y="10271"/>
                    <a:pt x="5199" y="11815"/>
                    <a:pt x="7120" y="11815"/>
                  </a:cubicBezTo>
                  <a:cubicBezTo>
                    <a:pt x="8066" y="11815"/>
                    <a:pt x="9011" y="11311"/>
                    <a:pt x="9735" y="10366"/>
                  </a:cubicBezTo>
                  <a:cubicBezTo>
                    <a:pt x="10397" y="9515"/>
                    <a:pt x="10744" y="8413"/>
                    <a:pt x="10744" y="7467"/>
                  </a:cubicBezTo>
                  <a:lnTo>
                    <a:pt x="10744" y="6932"/>
                  </a:lnTo>
                  <a:cubicBezTo>
                    <a:pt x="11342" y="6774"/>
                    <a:pt x="11783" y="6207"/>
                    <a:pt x="11783" y="5577"/>
                  </a:cubicBezTo>
                  <a:cubicBezTo>
                    <a:pt x="11846" y="4853"/>
                    <a:pt x="11216" y="4222"/>
                    <a:pt x="10460" y="4222"/>
                  </a:cubicBezTo>
                  <a:cubicBezTo>
                    <a:pt x="9735" y="4222"/>
                    <a:pt x="9105" y="4821"/>
                    <a:pt x="9105" y="5577"/>
                  </a:cubicBezTo>
                  <a:cubicBezTo>
                    <a:pt x="9105" y="6207"/>
                    <a:pt x="9515" y="6774"/>
                    <a:pt x="10113" y="6932"/>
                  </a:cubicBezTo>
                  <a:lnTo>
                    <a:pt x="10113" y="7467"/>
                  </a:lnTo>
                  <a:cubicBezTo>
                    <a:pt x="10113" y="8318"/>
                    <a:pt x="9798" y="9200"/>
                    <a:pt x="9200" y="9956"/>
                  </a:cubicBezTo>
                  <a:cubicBezTo>
                    <a:pt x="8633" y="10712"/>
                    <a:pt x="7908" y="11154"/>
                    <a:pt x="7152" y="11154"/>
                  </a:cubicBezTo>
                  <a:cubicBezTo>
                    <a:pt x="5577" y="11154"/>
                    <a:pt x="4317" y="9925"/>
                    <a:pt x="4222" y="8381"/>
                  </a:cubicBezTo>
                  <a:lnTo>
                    <a:pt x="4915" y="8381"/>
                  </a:lnTo>
                  <a:cubicBezTo>
                    <a:pt x="5010" y="8791"/>
                    <a:pt x="5199" y="9106"/>
                    <a:pt x="5514" y="9358"/>
                  </a:cubicBezTo>
                  <a:cubicBezTo>
                    <a:pt x="5829" y="9641"/>
                    <a:pt x="6238" y="9767"/>
                    <a:pt x="6648" y="9767"/>
                  </a:cubicBezTo>
                  <a:cubicBezTo>
                    <a:pt x="6742" y="9767"/>
                    <a:pt x="6837" y="9767"/>
                    <a:pt x="6931" y="9736"/>
                  </a:cubicBezTo>
                  <a:cubicBezTo>
                    <a:pt x="7751" y="9610"/>
                    <a:pt x="8381" y="8822"/>
                    <a:pt x="8381" y="7940"/>
                  </a:cubicBezTo>
                  <a:lnTo>
                    <a:pt x="8381" y="3183"/>
                  </a:lnTo>
                  <a:cubicBezTo>
                    <a:pt x="8381" y="3025"/>
                    <a:pt x="8412" y="2868"/>
                    <a:pt x="8507" y="2710"/>
                  </a:cubicBezTo>
                  <a:cubicBezTo>
                    <a:pt x="8696" y="3183"/>
                    <a:pt x="9200" y="3529"/>
                    <a:pt x="9767" y="3529"/>
                  </a:cubicBezTo>
                  <a:cubicBezTo>
                    <a:pt x="10113" y="3529"/>
                    <a:pt x="10586" y="3435"/>
                    <a:pt x="11027" y="3183"/>
                  </a:cubicBezTo>
                  <a:cubicBezTo>
                    <a:pt x="11563" y="2899"/>
                    <a:pt x="11846" y="2521"/>
                    <a:pt x="11846" y="2175"/>
                  </a:cubicBezTo>
                  <a:cubicBezTo>
                    <a:pt x="11846" y="1765"/>
                    <a:pt x="11531" y="1419"/>
                    <a:pt x="11027" y="1135"/>
                  </a:cubicBezTo>
                  <a:cubicBezTo>
                    <a:pt x="10618" y="946"/>
                    <a:pt x="10113" y="788"/>
                    <a:pt x="9767" y="788"/>
                  </a:cubicBezTo>
                  <a:cubicBezTo>
                    <a:pt x="9137" y="788"/>
                    <a:pt x="8570" y="1198"/>
                    <a:pt x="8412" y="1765"/>
                  </a:cubicBezTo>
                  <a:cubicBezTo>
                    <a:pt x="7940" y="2080"/>
                    <a:pt x="7688" y="2647"/>
                    <a:pt x="7688" y="3183"/>
                  </a:cubicBezTo>
                  <a:lnTo>
                    <a:pt x="7688" y="7940"/>
                  </a:lnTo>
                  <a:cubicBezTo>
                    <a:pt x="7688" y="8507"/>
                    <a:pt x="7310" y="8980"/>
                    <a:pt x="6805" y="9043"/>
                  </a:cubicBezTo>
                  <a:cubicBezTo>
                    <a:pt x="6740" y="9056"/>
                    <a:pt x="6674" y="9062"/>
                    <a:pt x="6609" y="9062"/>
                  </a:cubicBezTo>
                  <a:cubicBezTo>
                    <a:pt x="6363" y="9062"/>
                    <a:pt x="6129" y="8972"/>
                    <a:pt x="5955" y="8822"/>
                  </a:cubicBezTo>
                  <a:cubicBezTo>
                    <a:pt x="5797" y="8696"/>
                    <a:pt x="5671" y="8507"/>
                    <a:pt x="5640" y="8350"/>
                  </a:cubicBezTo>
                  <a:cubicBezTo>
                    <a:pt x="6427" y="8161"/>
                    <a:pt x="6963" y="7467"/>
                    <a:pt x="6963" y="6648"/>
                  </a:cubicBezTo>
                  <a:lnTo>
                    <a:pt x="6963" y="2427"/>
                  </a:lnTo>
                  <a:lnTo>
                    <a:pt x="6963" y="2080"/>
                  </a:lnTo>
                  <a:cubicBezTo>
                    <a:pt x="6963" y="946"/>
                    <a:pt x="6018" y="1"/>
                    <a:pt x="488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2" name="Google Shape;2182;p44"/>
            <p:cNvSpPr/>
            <p:nvPr/>
          </p:nvSpPr>
          <p:spPr>
            <a:xfrm>
              <a:off x="-24639775" y="2092325"/>
              <a:ext cx="17350" cy="17350"/>
            </a:xfrm>
            <a:custGeom>
              <a:rect b="b" l="l" r="r" t="t"/>
              <a:pathLst>
                <a:path extrusionOk="0" h="694" w="694">
                  <a:moveTo>
                    <a:pt x="347" y="0"/>
                  </a:moveTo>
                  <a:cubicBezTo>
                    <a:pt x="158" y="0"/>
                    <a:pt x="0" y="158"/>
                    <a:pt x="0" y="347"/>
                  </a:cubicBezTo>
                  <a:cubicBezTo>
                    <a:pt x="0" y="536"/>
                    <a:pt x="158" y="693"/>
                    <a:pt x="347" y="693"/>
                  </a:cubicBezTo>
                  <a:cubicBezTo>
                    <a:pt x="536" y="693"/>
                    <a:pt x="693" y="536"/>
                    <a:pt x="693" y="347"/>
                  </a:cubicBezTo>
                  <a:cubicBezTo>
                    <a:pt x="693" y="158"/>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83" name="Google Shape;2183;p44"/>
          <p:cNvGrpSpPr/>
          <p:nvPr/>
        </p:nvGrpSpPr>
        <p:grpSpPr>
          <a:xfrm>
            <a:off x="5987286" y="3307353"/>
            <a:ext cx="232702" cy="284037"/>
            <a:chOff x="-24683100" y="2340425"/>
            <a:chExt cx="242625" cy="296150"/>
          </a:xfrm>
        </p:grpSpPr>
        <p:sp>
          <p:nvSpPr>
            <p:cNvPr id="2184" name="Google Shape;2184;p44"/>
            <p:cNvSpPr/>
            <p:nvPr/>
          </p:nvSpPr>
          <p:spPr>
            <a:xfrm>
              <a:off x="-24683100" y="2392400"/>
              <a:ext cx="104000" cy="244175"/>
            </a:xfrm>
            <a:custGeom>
              <a:rect b="b" l="l" r="r" t="t"/>
              <a:pathLst>
                <a:path extrusionOk="0" h="9767" w="4160">
                  <a:moveTo>
                    <a:pt x="2080" y="725"/>
                  </a:moveTo>
                  <a:cubicBezTo>
                    <a:pt x="2836" y="725"/>
                    <a:pt x="3466" y="1324"/>
                    <a:pt x="3466" y="2080"/>
                  </a:cubicBezTo>
                  <a:lnTo>
                    <a:pt x="3466" y="4537"/>
                  </a:lnTo>
                  <a:lnTo>
                    <a:pt x="694" y="4537"/>
                  </a:lnTo>
                  <a:lnTo>
                    <a:pt x="694" y="2080"/>
                  </a:lnTo>
                  <a:cubicBezTo>
                    <a:pt x="694" y="1324"/>
                    <a:pt x="1324" y="725"/>
                    <a:pt x="2080" y="725"/>
                  </a:cubicBezTo>
                  <a:close/>
                  <a:moveTo>
                    <a:pt x="3466" y="5230"/>
                  </a:moveTo>
                  <a:lnTo>
                    <a:pt x="3466" y="7688"/>
                  </a:lnTo>
                  <a:cubicBezTo>
                    <a:pt x="3498" y="8475"/>
                    <a:pt x="2867" y="9074"/>
                    <a:pt x="2080" y="9074"/>
                  </a:cubicBezTo>
                  <a:cubicBezTo>
                    <a:pt x="1324" y="9074"/>
                    <a:pt x="694" y="8444"/>
                    <a:pt x="694" y="7688"/>
                  </a:cubicBezTo>
                  <a:lnTo>
                    <a:pt x="694" y="5230"/>
                  </a:lnTo>
                  <a:close/>
                  <a:moveTo>
                    <a:pt x="2080" y="0"/>
                  </a:moveTo>
                  <a:cubicBezTo>
                    <a:pt x="946" y="0"/>
                    <a:pt x="1" y="946"/>
                    <a:pt x="1" y="2080"/>
                  </a:cubicBezTo>
                  <a:lnTo>
                    <a:pt x="1" y="7688"/>
                  </a:lnTo>
                  <a:cubicBezTo>
                    <a:pt x="1" y="8822"/>
                    <a:pt x="946" y="9767"/>
                    <a:pt x="2080" y="9767"/>
                  </a:cubicBezTo>
                  <a:cubicBezTo>
                    <a:pt x="3214" y="9767"/>
                    <a:pt x="4159" y="8822"/>
                    <a:pt x="4159" y="7688"/>
                  </a:cubicBezTo>
                  <a:lnTo>
                    <a:pt x="4159" y="2080"/>
                  </a:lnTo>
                  <a:cubicBezTo>
                    <a:pt x="4159" y="946"/>
                    <a:pt x="3246" y="0"/>
                    <a:pt x="208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5" name="Google Shape;2185;p44"/>
            <p:cNvSpPr/>
            <p:nvPr/>
          </p:nvSpPr>
          <p:spPr>
            <a:xfrm>
              <a:off x="-24649225" y="2541250"/>
              <a:ext cx="26800" cy="60675"/>
            </a:xfrm>
            <a:custGeom>
              <a:rect b="b" l="l" r="r" t="t"/>
              <a:pathLst>
                <a:path extrusionOk="0" h="2427" w="1072">
                  <a:moveTo>
                    <a:pt x="378" y="1"/>
                  </a:moveTo>
                  <a:cubicBezTo>
                    <a:pt x="158" y="1"/>
                    <a:pt x="0" y="158"/>
                    <a:pt x="0" y="347"/>
                  </a:cubicBezTo>
                  <a:lnTo>
                    <a:pt x="0" y="1734"/>
                  </a:lnTo>
                  <a:cubicBezTo>
                    <a:pt x="0" y="2112"/>
                    <a:pt x="315" y="2427"/>
                    <a:pt x="725" y="2427"/>
                  </a:cubicBezTo>
                  <a:cubicBezTo>
                    <a:pt x="914" y="2427"/>
                    <a:pt x="1071" y="2269"/>
                    <a:pt x="1071" y="2080"/>
                  </a:cubicBezTo>
                  <a:cubicBezTo>
                    <a:pt x="1071" y="1891"/>
                    <a:pt x="914" y="1734"/>
                    <a:pt x="725" y="1734"/>
                  </a:cubicBezTo>
                  <a:lnTo>
                    <a:pt x="725" y="347"/>
                  </a:lnTo>
                  <a:cubicBezTo>
                    <a:pt x="725" y="158"/>
                    <a:pt x="567" y="1"/>
                    <a:pt x="37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6" name="Google Shape;2186;p44"/>
            <p:cNvSpPr/>
            <p:nvPr/>
          </p:nvSpPr>
          <p:spPr>
            <a:xfrm>
              <a:off x="-24544475" y="2340425"/>
              <a:ext cx="104000" cy="244175"/>
            </a:xfrm>
            <a:custGeom>
              <a:rect b="b" l="l" r="r" t="t"/>
              <a:pathLst>
                <a:path extrusionOk="0" h="9767" w="4160">
                  <a:moveTo>
                    <a:pt x="2080" y="693"/>
                  </a:moveTo>
                  <a:cubicBezTo>
                    <a:pt x="2836" y="693"/>
                    <a:pt x="3466" y="1323"/>
                    <a:pt x="3466" y="2079"/>
                  </a:cubicBezTo>
                  <a:lnTo>
                    <a:pt x="3466" y="4537"/>
                  </a:lnTo>
                  <a:lnTo>
                    <a:pt x="694" y="4537"/>
                  </a:lnTo>
                  <a:lnTo>
                    <a:pt x="694" y="2079"/>
                  </a:lnTo>
                  <a:cubicBezTo>
                    <a:pt x="694" y="1323"/>
                    <a:pt x="1324" y="693"/>
                    <a:pt x="2080" y="693"/>
                  </a:cubicBezTo>
                  <a:close/>
                  <a:moveTo>
                    <a:pt x="3466" y="5261"/>
                  </a:moveTo>
                  <a:lnTo>
                    <a:pt x="3466" y="7719"/>
                  </a:lnTo>
                  <a:cubicBezTo>
                    <a:pt x="3497" y="8475"/>
                    <a:pt x="2867" y="9105"/>
                    <a:pt x="2080" y="9105"/>
                  </a:cubicBezTo>
                  <a:cubicBezTo>
                    <a:pt x="1324" y="9105"/>
                    <a:pt x="694" y="8475"/>
                    <a:pt x="694" y="7719"/>
                  </a:cubicBezTo>
                  <a:lnTo>
                    <a:pt x="694" y="5261"/>
                  </a:lnTo>
                  <a:close/>
                  <a:moveTo>
                    <a:pt x="2080" y="0"/>
                  </a:moveTo>
                  <a:cubicBezTo>
                    <a:pt x="946" y="0"/>
                    <a:pt x="0" y="945"/>
                    <a:pt x="0" y="2079"/>
                  </a:cubicBezTo>
                  <a:lnTo>
                    <a:pt x="0" y="7687"/>
                  </a:lnTo>
                  <a:cubicBezTo>
                    <a:pt x="0" y="8821"/>
                    <a:pt x="946" y="9767"/>
                    <a:pt x="2080" y="9767"/>
                  </a:cubicBezTo>
                  <a:cubicBezTo>
                    <a:pt x="3214" y="9767"/>
                    <a:pt x="4159" y="8821"/>
                    <a:pt x="4159" y="7687"/>
                  </a:cubicBezTo>
                  <a:lnTo>
                    <a:pt x="4159" y="2079"/>
                  </a:lnTo>
                  <a:cubicBezTo>
                    <a:pt x="4159" y="945"/>
                    <a:pt x="3277" y="0"/>
                    <a:pt x="208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7" name="Google Shape;2187;p44"/>
            <p:cNvSpPr/>
            <p:nvPr/>
          </p:nvSpPr>
          <p:spPr>
            <a:xfrm>
              <a:off x="-24501150" y="2375075"/>
              <a:ext cx="26800" cy="60675"/>
            </a:xfrm>
            <a:custGeom>
              <a:rect b="b" l="l" r="r" t="t"/>
              <a:pathLst>
                <a:path extrusionOk="0" h="2427" w="1072">
                  <a:moveTo>
                    <a:pt x="347" y="0"/>
                  </a:moveTo>
                  <a:cubicBezTo>
                    <a:pt x="158" y="0"/>
                    <a:pt x="0" y="158"/>
                    <a:pt x="0" y="347"/>
                  </a:cubicBezTo>
                  <a:cubicBezTo>
                    <a:pt x="32" y="536"/>
                    <a:pt x="189" y="693"/>
                    <a:pt x="347" y="693"/>
                  </a:cubicBezTo>
                  <a:lnTo>
                    <a:pt x="347" y="2080"/>
                  </a:lnTo>
                  <a:cubicBezTo>
                    <a:pt x="347" y="2269"/>
                    <a:pt x="504" y="2426"/>
                    <a:pt x="693" y="2426"/>
                  </a:cubicBezTo>
                  <a:cubicBezTo>
                    <a:pt x="914" y="2426"/>
                    <a:pt x="1071" y="2269"/>
                    <a:pt x="1071" y="2080"/>
                  </a:cubicBezTo>
                  <a:lnTo>
                    <a:pt x="1071" y="693"/>
                  </a:lnTo>
                  <a:cubicBezTo>
                    <a:pt x="1071" y="315"/>
                    <a:pt x="75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88" name="Google Shape;2188;p44"/>
          <p:cNvSpPr/>
          <p:nvPr/>
        </p:nvSpPr>
        <p:spPr>
          <a:xfrm>
            <a:off x="5987298" y="3739986"/>
            <a:ext cx="232678" cy="284061"/>
          </a:xfrm>
          <a:custGeom>
            <a:rect b="b" l="l" r="r" t="t"/>
            <a:pathLst>
              <a:path extrusionOk="0" h="11847" w="9704">
                <a:moveTo>
                  <a:pt x="7593" y="693"/>
                </a:moveTo>
                <a:lnTo>
                  <a:pt x="7593" y="1418"/>
                </a:lnTo>
                <a:lnTo>
                  <a:pt x="6900" y="1418"/>
                </a:lnTo>
                <a:lnTo>
                  <a:pt x="6900" y="693"/>
                </a:lnTo>
                <a:close/>
                <a:moveTo>
                  <a:pt x="7939" y="2080"/>
                </a:moveTo>
                <a:cubicBezTo>
                  <a:pt x="8160" y="2080"/>
                  <a:pt x="8317" y="2237"/>
                  <a:pt x="8317" y="2426"/>
                </a:cubicBezTo>
                <a:lnTo>
                  <a:pt x="8317" y="5577"/>
                </a:lnTo>
                <a:lnTo>
                  <a:pt x="6868" y="5577"/>
                </a:lnTo>
                <a:cubicBezTo>
                  <a:pt x="6900" y="5482"/>
                  <a:pt x="6931" y="5356"/>
                  <a:pt x="6931" y="5230"/>
                </a:cubicBezTo>
                <a:cubicBezTo>
                  <a:pt x="6931" y="4789"/>
                  <a:pt x="6648" y="4411"/>
                  <a:pt x="6207" y="4254"/>
                </a:cubicBezTo>
                <a:lnTo>
                  <a:pt x="6207" y="2426"/>
                </a:lnTo>
                <a:cubicBezTo>
                  <a:pt x="6207" y="2237"/>
                  <a:pt x="6364" y="2080"/>
                  <a:pt x="6585" y="2080"/>
                </a:cubicBezTo>
                <a:close/>
                <a:moveTo>
                  <a:pt x="5860" y="4915"/>
                </a:moveTo>
                <a:cubicBezTo>
                  <a:pt x="6049" y="4915"/>
                  <a:pt x="6207" y="5073"/>
                  <a:pt x="6207" y="5262"/>
                </a:cubicBezTo>
                <a:cubicBezTo>
                  <a:pt x="6207" y="5482"/>
                  <a:pt x="6049" y="5640"/>
                  <a:pt x="5860" y="5640"/>
                </a:cubicBezTo>
                <a:cubicBezTo>
                  <a:pt x="5671" y="5640"/>
                  <a:pt x="5513" y="5482"/>
                  <a:pt x="5513" y="5262"/>
                </a:cubicBezTo>
                <a:cubicBezTo>
                  <a:pt x="5545" y="5073"/>
                  <a:pt x="5671" y="4915"/>
                  <a:pt x="5860" y="4915"/>
                </a:cubicBezTo>
                <a:close/>
                <a:moveTo>
                  <a:pt x="8317" y="6270"/>
                </a:moveTo>
                <a:lnTo>
                  <a:pt x="8317" y="6616"/>
                </a:lnTo>
                <a:cubicBezTo>
                  <a:pt x="8317" y="6837"/>
                  <a:pt x="8160" y="6963"/>
                  <a:pt x="7939" y="6963"/>
                </a:cubicBezTo>
                <a:lnTo>
                  <a:pt x="6585" y="6963"/>
                </a:lnTo>
                <a:cubicBezTo>
                  <a:pt x="6364" y="6963"/>
                  <a:pt x="6207" y="6805"/>
                  <a:pt x="6207" y="6616"/>
                </a:cubicBezTo>
                <a:lnTo>
                  <a:pt x="6207" y="6270"/>
                </a:lnTo>
                <a:close/>
                <a:moveTo>
                  <a:pt x="7593" y="7688"/>
                </a:moveTo>
                <a:lnTo>
                  <a:pt x="7593" y="8381"/>
                </a:lnTo>
                <a:lnTo>
                  <a:pt x="6900" y="8381"/>
                </a:lnTo>
                <a:lnTo>
                  <a:pt x="6900" y="7688"/>
                </a:lnTo>
                <a:close/>
                <a:moveTo>
                  <a:pt x="5513" y="3529"/>
                </a:moveTo>
                <a:lnTo>
                  <a:pt x="5513" y="4285"/>
                </a:lnTo>
                <a:cubicBezTo>
                  <a:pt x="5198" y="4411"/>
                  <a:pt x="4946" y="4632"/>
                  <a:pt x="4883" y="4947"/>
                </a:cubicBezTo>
                <a:cubicBezTo>
                  <a:pt x="4064" y="5104"/>
                  <a:pt x="3434" y="5829"/>
                  <a:pt x="3434" y="6648"/>
                </a:cubicBezTo>
                <a:lnTo>
                  <a:pt x="3434" y="10113"/>
                </a:lnTo>
                <a:cubicBezTo>
                  <a:pt x="3434" y="10302"/>
                  <a:pt x="3592" y="10460"/>
                  <a:pt x="3781" y="10460"/>
                </a:cubicBezTo>
                <a:lnTo>
                  <a:pt x="5639" y="10460"/>
                </a:lnTo>
                <a:lnTo>
                  <a:pt x="5986" y="11185"/>
                </a:lnTo>
                <a:lnTo>
                  <a:pt x="2048" y="11185"/>
                </a:lnTo>
                <a:lnTo>
                  <a:pt x="2048" y="11153"/>
                </a:lnTo>
                <a:lnTo>
                  <a:pt x="2048" y="7309"/>
                </a:lnTo>
                <a:cubicBezTo>
                  <a:pt x="2048" y="5356"/>
                  <a:pt x="3592" y="3686"/>
                  <a:pt x="5513" y="3529"/>
                </a:cubicBezTo>
                <a:close/>
                <a:moveTo>
                  <a:pt x="5923" y="0"/>
                </a:moveTo>
                <a:cubicBezTo>
                  <a:pt x="5702" y="0"/>
                  <a:pt x="5545" y="158"/>
                  <a:pt x="5545" y="347"/>
                </a:cubicBezTo>
                <a:cubicBezTo>
                  <a:pt x="5545" y="536"/>
                  <a:pt x="5702" y="693"/>
                  <a:pt x="5923" y="693"/>
                </a:cubicBezTo>
                <a:lnTo>
                  <a:pt x="6270" y="693"/>
                </a:lnTo>
                <a:lnTo>
                  <a:pt x="6270" y="1450"/>
                </a:lnTo>
                <a:cubicBezTo>
                  <a:pt x="5860" y="1607"/>
                  <a:pt x="5545" y="1954"/>
                  <a:pt x="5545" y="2426"/>
                </a:cubicBezTo>
                <a:lnTo>
                  <a:pt x="5545" y="2836"/>
                </a:lnTo>
                <a:cubicBezTo>
                  <a:pt x="3245" y="3025"/>
                  <a:pt x="1386" y="4947"/>
                  <a:pt x="1386" y="7309"/>
                </a:cubicBezTo>
                <a:lnTo>
                  <a:pt x="1386" y="11153"/>
                </a:lnTo>
                <a:lnTo>
                  <a:pt x="347" y="11153"/>
                </a:lnTo>
                <a:cubicBezTo>
                  <a:pt x="158" y="11153"/>
                  <a:pt x="0" y="11311"/>
                  <a:pt x="0" y="11500"/>
                </a:cubicBezTo>
                <a:cubicBezTo>
                  <a:pt x="0" y="11689"/>
                  <a:pt x="158" y="11846"/>
                  <a:pt x="347" y="11846"/>
                </a:cubicBezTo>
                <a:lnTo>
                  <a:pt x="7971" y="11846"/>
                </a:lnTo>
                <a:cubicBezTo>
                  <a:pt x="8160" y="11846"/>
                  <a:pt x="8317" y="11689"/>
                  <a:pt x="8317" y="11500"/>
                </a:cubicBezTo>
                <a:cubicBezTo>
                  <a:pt x="8317" y="11311"/>
                  <a:pt x="8160" y="11153"/>
                  <a:pt x="7971" y="11153"/>
                </a:cubicBezTo>
                <a:lnTo>
                  <a:pt x="6774" y="11153"/>
                </a:lnTo>
                <a:lnTo>
                  <a:pt x="6427" y="10428"/>
                </a:lnTo>
                <a:lnTo>
                  <a:pt x="9326" y="10428"/>
                </a:lnTo>
                <a:cubicBezTo>
                  <a:pt x="9546" y="10428"/>
                  <a:pt x="9704" y="10271"/>
                  <a:pt x="9704" y="10082"/>
                </a:cubicBezTo>
                <a:cubicBezTo>
                  <a:pt x="9672" y="9924"/>
                  <a:pt x="9515" y="9767"/>
                  <a:pt x="9326" y="9767"/>
                </a:cubicBezTo>
                <a:lnTo>
                  <a:pt x="4127" y="9767"/>
                </a:lnTo>
                <a:lnTo>
                  <a:pt x="4127" y="6648"/>
                </a:lnTo>
                <a:cubicBezTo>
                  <a:pt x="4127" y="6175"/>
                  <a:pt x="4442" y="5797"/>
                  <a:pt x="4883" y="5671"/>
                </a:cubicBezTo>
                <a:cubicBezTo>
                  <a:pt x="5009" y="5955"/>
                  <a:pt x="5230" y="6175"/>
                  <a:pt x="5513" y="6270"/>
                </a:cubicBezTo>
                <a:lnTo>
                  <a:pt x="5513" y="6648"/>
                </a:lnTo>
                <a:cubicBezTo>
                  <a:pt x="5513" y="7089"/>
                  <a:pt x="5797" y="7467"/>
                  <a:pt x="6238" y="7625"/>
                </a:cubicBezTo>
                <a:lnTo>
                  <a:pt x="6238" y="8727"/>
                </a:lnTo>
                <a:cubicBezTo>
                  <a:pt x="6238" y="8948"/>
                  <a:pt x="6396" y="9105"/>
                  <a:pt x="6585" y="9105"/>
                </a:cubicBezTo>
                <a:lnTo>
                  <a:pt x="7971" y="9105"/>
                </a:lnTo>
                <a:cubicBezTo>
                  <a:pt x="8160" y="9105"/>
                  <a:pt x="8317" y="8948"/>
                  <a:pt x="8317" y="8727"/>
                </a:cubicBezTo>
                <a:lnTo>
                  <a:pt x="8317" y="7625"/>
                </a:lnTo>
                <a:cubicBezTo>
                  <a:pt x="8695" y="7467"/>
                  <a:pt x="9010" y="7120"/>
                  <a:pt x="9010" y="6648"/>
                </a:cubicBezTo>
                <a:lnTo>
                  <a:pt x="9010" y="2426"/>
                </a:lnTo>
                <a:cubicBezTo>
                  <a:pt x="9010" y="2017"/>
                  <a:pt x="8758" y="1607"/>
                  <a:pt x="8317" y="1450"/>
                </a:cubicBezTo>
                <a:lnTo>
                  <a:pt x="8317" y="693"/>
                </a:lnTo>
                <a:lnTo>
                  <a:pt x="8664" y="693"/>
                </a:lnTo>
                <a:cubicBezTo>
                  <a:pt x="8853" y="693"/>
                  <a:pt x="9010" y="536"/>
                  <a:pt x="9010" y="347"/>
                </a:cubicBezTo>
                <a:cubicBezTo>
                  <a:pt x="9010" y="158"/>
                  <a:pt x="8853" y="0"/>
                  <a:pt x="866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89" name="Google Shape;2189;p44"/>
          <p:cNvGrpSpPr/>
          <p:nvPr/>
        </p:nvGrpSpPr>
        <p:grpSpPr>
          <a:xfrm>
            <a:off x="8142383" y="2869312"/>
            <a:ext cx="289336" cy="283318"/>
            <a:chOff x="-22881800" y="1971800"/>
            <a:chExt cx="301675" cy="295400"/>
          </a:xfrm>
        </p:grpSpPr>
        <p:sp>
          <p:nvSpPr>
            <p:cNvPr id="2190" name="Google Shape;2190;p44"/>
            <p:cNvSpPr/>
            <p:nvPr/>
          </p:nvSpPr>
          <p:spPr>
            <a:xfrm>
              <a:off x="-22773100" y="2041900"/>
              <a:ext cx="86650" cy="86675"/>
            </a:xfrm>
            <a:custGeom>
              <a:rect b="b" l="l" r="r" t="t"/>
              <a:pathLst>
                <a:path extrusionOk="0" h="3467" w="3466">
                  <a:moveTo>
                    <a:pt x="1733" y="725"/>
                  </a:moveTo>
                  <a:cubicBezTo>
                    <a:pt x="2268" y="725"/>
                    <a:pt x="2741" y="1198"/>
                    <a:pt x="2741" y="1734"/>
                  </a:cubicBezTo>
                  <a:cubicBezTo>
                    <a:pt x="2741" y="2269"/>
                    <a:pt x="2300" y="2742"/>
                    <a:pt x="1733" y="2742"/>
                  </a:cubicBezTo>
                  <a:cubicBezTo>
                    <a:pt x="1134" y="2742"/>
                    <a:pt x="693" y="2269"/>
                    <a:pt x="693" y="1734"/>
                  </a:cubicBezTo>
                  <a:cubicBezTo>
                    <a:pt x="693" y="1198"/>
                    <a:pt x="1166" y="725"/>
                    <a:pt x="1733" y="725"/>
                  </a:cubicBezTo>
                  <a:close/>
                  <a:moveTo>
                    <a:pt x="1733" y="1"/>
                  </a:moveTo>
                  <a:cubicBezTo>
                    <a:pt x="788" y="1"/>
                    <a:pt x="0" y="788"/>
                    <a:pt x="0" y="1734"/>
                  </a:cubicBezTo>
                  <a:cubicBezTo>
                    <a:pt x="0" y="2679"/>
                    <a:pt x="788" y="3466"/>
                    <a:pt x="1733" y="3466"/>
                  </a:cubicBezTo>
                  <a:cubicBezTo>
                    <a:pt x="2678" y="3466"/>
                    <a:pt x="3466" y="2679"/>
                    <a:pt x="3466" y="1734"/>
                  </a:cubicBezTo>
                  <a:cubicBezTo>
                    <a:pt x="3466" y="757"/>
                    <a:pt x="2678" y="1"/>
                    <a:pt x="173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1" name="Google Shape;2191;p44"/>
            <p:cNvSpPr/>
            <p:nvPr/>
          </p:nvSpPr>
          <p:spPr>
            <a:xfrm>
              <a:off x="-22737675" y="2145075"/>
              <a:ext cx="51225" cy="51225"/>
            </a:xfrm>
            <a:custGeom>
              <a:rect b="b" l="l" r="r" t="t"/>
              <a:pathLst>
                <a:path extrusionOk="0" h="2049" w="2049">
                  <a:moveTo>
                    <a:pt x="1009" y="726"/>
                  </a:moveTo>
                  <a:cubicBezTo>
                    <a:pt x="1198" y="726"/>
                    <a:pt x="1387" y="883"/>
                    <a:pt x="1387" y="1072"/>
                  </a:cubicBezTo>
                  <a:cubicBezTo>
                    <a:pt x="1387" y="1261"/>
                    <a:pt x="1198" y="1419"/>
                    <a:pt x="1009" y="1419"/>
                  </a:cubicBezTo>
                  <a:cubicBezTo>
                    <a:pt x="820" y="1419"/>
                    <a:pt x="662" y="1261"/>
                    <a:pt x="662" y="1072"/>
                  </a:cubicBezTo>
                  <a:cubicBezTo>
                    <a:pt x="662" y="883"/>
                    <a:pt x="820" y="726"/>
                    <a:pt x="1009" y="726"/>
                  </a:cubicBezTo>
                  <a:close/>
                  <a:moveTo>
                    <a:pt x="1009" y="1"/>
                  </a:moveTo>
                  <a:cubicBezTo>
                    <a:pt x="410" y="1"/>
                    <a:pt x="1" y="473"/>
                    <a:pt x="1" y="1041"/>
                  </a:cubicBezTo>
                  <a:cubicBezTo>
                    <a:pt x="1" y="1608"/>
                    <a:pt x="473" y="2049"/>
                    <a:pt x="1009" y="2049"/>
                  </a:cubicBezTo>
                  <a:cubicBezTo>
                    <a:pt x="1576" y="2049"/>
                    <a:pt x="2049" y="1576"/>
                    <a:pt x="2049" y="1041"/>
                  </a:cubicBezTo>
                  <a:cubicBezTo>
                    <a:pt x="2049" y="473"/>
                    <a:pt x="1576" y="1"/>
                    <a:pt x="100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2" name="Google Shape;2192;p44"/>
            <p:cNvSpPr/>
            <p:nvPr/>
          </p:nvSpPr>
          <p:spPr>
            <a:xfrm>
              <a:off x="-22807775" y="2110425"/>
              <a:ext cx="17350" cy="18150"/>
            </a:xfrm>
            <a:custGeom>
              <a:rect b="b" l="l" r="r" t="t"/>
              <a:pathLst>
                <a:path extrusionOk="0" h="726" w="694">
                  <a:moveTo>
                    <a:pt x="347" y="1"/>
                  </a:moveTo>
                  <a:cubicBezTo>
                    <a:pt x="158" y="1"/>
                    <a:pt x="1" y="190"/>
                    <a:pt x="1" y="379"/>
                  </a:cubicBezTo>
                  <a:cubicBezTo>
                    <a:pt x="1" y="568"/>
                    <a:pt x="158" y="725"/>
                    <a:pt x="347" y="725"/>
                  </a:cubicBezTo>
                  <a:cubicBezTo>
                    <a:pt x="536" y="725"/>
                    <a:pt x="694" y="568"/>
                    <a:pt x="694" y="379"/>
                  </a:cubicBezTo>
                  <a:cubicBezTo>
                    <a:pt x="694" y="190"/>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3" name="Google Shape;2193;p44"/>
            <p:cNvSpPr/>
            <p:nvPr/>
          </p:nvSpPr>
          <p:spPr>
            <a:xfrm>
              <a:off x="-22773100" y="2163200"/>
              <a:ext cx="17350" cy="17350"/>
            </a:xfrm>
            <a:custGeom>
              <a:rect b="b" l="l" r="r" t="t"/>
              <a:pathLst>
                <a:path extrusionOk="0" h="694" w="694">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4" name="Google Shape;2194;p44"/>
            <p:cNvSpPr/>
            <p:nvPr/>
          </p:nvSpPr>
          <p:spPr>
            <a:xfrm>
              <a:off x="-22669150" y="2110425"/>
              <a:ext cx="18150" cy="18150"/>
            </a:xfrm>
            <a:custGeom>
              <a:rect b="b" l="l" r="r" t="t"/>
              <a:pathLst>
                <a:path extrusionOk="0" h="726" w="726">
                  <a:moveTo>
                    <a:pt x="347" y="1"/>
                  </a:moveTo>
                  <a:cubicBezTo>
                    <a:pt x="158" y="1"/>
                    <a:pt x="1" y="190"/>
                    <a:pt x="1" y="379"/>
                  </a:cubicBezTo>
                  <a:cubicBezTo>
                    <a:pt x="1" y="568"/>
                    <a:pt x="158" y="725"/>
                    <a:pt x="347" y="725"/>
                  </a:cubicBezTo>
                  <a:cubicBezTo>
                    <a:pt x="568" y="725"/>
                    <a:pt x="725" y="568"/>
                    <a:pt x="725" y="379"/>
                  </a:cubicBezTo>
                  <a:cubicBezTo>
                    <a:pt x="662" y="190"/>
                    <a:pt x="568"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5" name="Google Shape;2195;p44"/>
            <p:cNvSpPr/>
            <p:nvPr/>
          </p:nvSpPr>
          <p:spPr>
            <a:xfrm>
              <a:off x="-22881800" y="1971800"/>
              <a:ext cx="301675" cy="295400"/>
            </a:xfrm>
            <a:custGeom>
              <a:rect b="b" l="l" r="r" t="t"/>
              <a:pathLst>
                <a:path extrusionOk="0" h="11816" w="12067">
                  <a:moveTo>
                    <a:pt x="6081" y="2112"/>
                  </a:moveTo>
                  <a:cubicBezTo>
                    <a:pt x="6553" y="2112"/>
                    <a:pt x="6963" y="2175"/>
                    <a:pt x="7373" y="2332"/>
                  </a:cubicBezTo>
                  <a:cubicBezTo>
                    <a:pt x="8633" y="2805"/>
                    <a:pt x="9578" y="3907"/>
                    <a:pt x="9798" y="5262"/>
                  </a:cubicBezTo>
                  <a:cubicBezTo>
                    <a:pt x="9861" y="5451"/>
                    <a:pt x="9861" y="5672"/>
                    <a:pt x="9861" y="5924"/>
                  </a:cubicBezTo>
                  <a:cubicBezTo>
                    <a:pt x="9861" y="6144"/>
                    <a:pt x="9861" y="6333"/>
                    <a:pt x="9798" y="6585"/>
                  </a:cubicBezTo>
                  <a:cubicBezTo>
                    <a:pt x="9609" y="7909"/>
                    <a:pt x="8633" y="9043"/>
                    <a:pt x="7373" y="9484"/>
                  </a:cubicBezTo>
                  <a:cubicBezTo>
                    <a:pt x="6963" y="9673"/>
                    <a:pt x="6522" y="9736"/>
                    <a:pt x="6081" y="9736"/>
                  </a:cubicBezTo>
                  <a:cubicBezTo>
                    <a:pt x="5640" y="9736"/>
                    <a:pt x="5167" y="9673"/>
                    <a:pt x="4758" y="9484"/>
                  </a:cubicBezTo>
                  <a:cubicBezTo>
                    <a:pt x="3497" y="9043"/>
                    <a:pt x="2552" y="7909"/>
                    <a:pt x="2332" y="6585"/>
                  </a:cubicBezTo>
                  <a:cubicBezTo>
                    <a:pt x="2300" y="6396"/>
                    <a:pt x="2300" y="6144"/>
                    <a:pt x="2300" y="5924"/>
                  </a:cubicBezTo>
                  <a:cubicBezTo>
                    <a:pt x="2300" y="5672"/>
                    <a:pt x="2300" y="5483"/>
                    <a:pt x="2332" y="5262"/>
                  </a:cubicBezTo>
                  <a:cubicBezTo>
                    <a:pt x="2552" y="3907"/>
                    <a:pt x="3497" y="2805"/>
                    <a:pt x="4758" y="2332"/>
                  </a:cubicBezTo>
                  <a:cubicBezTo>
                    <a:pt x="5167" y="2175"/>
                    <a:pt x="5608" y="2112"/>
                    <a:pt x="6081" y="2112"/>
                  </a:cubicBezTo>
                  <a:close/>
                  <a:moveTo>
                    <a:pt x="5329" y="1"/>
                  </a:moveTo>
                  <a:cubicBezTo>
                    <a:pt x="5238" y="1"/>
                    <a:pt x="5151" y="32"/>
                    <a:pt x="5104" y="95"/>
                  </a:cubicBezTo>
                  <a:cubicBezTo>
                    <a:pt x="4978" y="221"/>
                    <a:pt x="4978" y="442"/>
                    <a:pt x="5104" y="568"/>
                  </a:cubicBezTo>
                  <a:cubicBezTo>
                    <a:pt x="5356" y="851"/>
                    <a:pt x="5577" y="1072"/>
                    <a:pt x="5640" y="1387"/>
                  </a:cubicBezTo>
                  <a:cubicBezTo>
                    <a:pt x="5356" y="1419"/>
                    <a:pt x="5041" y="1482"/>
                    <a:pt x="4789" y="1545"/>
                  </a:cubicBezTo>
                  <a:cubicBezTo>
                    <a:pt x="4506" y="1041"/>
                    <a:pt x="4096" y="851"/>
                    <a:pt x="3592" y="599"/>
                  </a:cubicBezTo>
                  <a:cubicBezTo>
                    <a:pt x="3551" y="583"/>
                    <a:pt x="3506" y="575"/>
                    <a:pt x="3461" y="575"/>
                  </a:cubicBezTo>
                  <a:cubicBezTo>
                    <a:pt x="3329" y="575"/>
                    <a:pt x="3189" y="640"/>
                    <a:pt x="3119" y="757"/>
                  </a:cubicBezTo>
                  <a:cubicBezTo>
                    <a:pt x="3056" y="914"/>
                    <a:pt x="3119" y="1167"/>
                    <a:pt x="3277" y="1230"/>
                  </a:cubicBezTo>
                  <a:cubicBezTo>
                    <a:pt x="3623" y="1387"/>
                    <a:pt x="3907" y="1545"/>
                    <a:pt x="4065" y="1828"/>
                  </a:cubicBezTo>
                  <a:cubicBezTo>
                    <a:pt x="3781" y="1954"/>
                    <a:pt x="3560" y="2112"/>
                    <a:pt x="3308" y="2269"/>
                  </a:cubicBezTo>
                  <a:cubicBezTo>
                    <a:pt x="2899" y="1860"/>
                    <a:pt x="2426" y="1828"/>
                    <a:pt x="1891" y="1734"/>
                  </a:cubicBezTo>
                  <a:cubicBezTo>
                    <a:pt x="1702" y="1734"/>
                    <a:pt x="1544" y="1860"/>
                    <a:pt x="1513" y="2049"/>
                  </a:cubicBezTo>
                  <a:cubicBezTo>
                    <a:pt x="1513" y="2269"/>
                    <a:pt x="1639" y="2427"/>
                    <a:pt x="1828" y="2458"/>
                  </a:cubicBezTo>
                  <a:cubicBezTo>
                    <a:pt x="2206" y="2490"/>
                    <a:pt x="2489" y="2521"/>
                    <a:pt x="2773" y="2742"/>
                  </a:cubicBezTo>
                  <a:cubicBezTo>
                    <a:pt x="2584" y="2931"/>
                    <a:pt x="2363" y="3151"/>
                    <a:pt x="2206" y="3403"/>
                  </a:cubicBezTo>
                  <a:cubicBezTo>
                    <a:pt x="1964" y="3318"/>
                    <a:pt x="1741" y="3284"/>
                    <a:pt x="1524" y="3284"/>
                  </a:cubicBezTo>
                  <a:cubicBezTo>
                    <a:pt x="1259" y="3284"/>
                    <a:pt x="1002" y="3334"/>
                    <a:pt x="725" y="3403"/>
                  </a:cubicBezTo>
                  <a:cubicBezTo>
                    <a:pt x="536" y="3435"/>
                    <a:pt x="441" y="3624"/>
                    <a:pt x="473" y="3844"/>
                  </a:cubicBezTo>
                  <a:cubicBezTo>
                    <a:pt x="526" y="4003"/>
                    <a:pt x="667" y="4073"/>
                    <a:pt x="823" y="4073"/>
                  </a:cubicBezTo>
                  <a:cubicBezTo>
                    <a:pt x="853" y="4073"/>
                    <a:pt x="883" y="4070"/>
                    <a:pt x="914" y="4065"/>
                  </a:cubicBezTo>
                  <a:cubicBezTo>
                    <a:pt x="1162" y="3989"/>
                    <a:pt x="1352" y="3947"/>
                    <a:pt x="1534" y="3947"/>
                  </a:cubicBezTo>
                  <a:cubicBezTo>
                    <a:pt x="1652" y="3947"/>
                    <a:pt x="1766" y="3965"/>
                    <a:pt x="1891" y="4002"/>
                  </a:cubicBezTo>
                  <a:cubicBezTo>
                    <a:pt x="1796" y="4254"/>
                    <a:pt x="1670" y="4538"/>
                    <a:pt x="1639" y="4821"/>
                  </a:cubicBezTo>
                  <a:cubicBezTo>
                    <a:pt x="1040" y="4821"/>
                    <a:pt x="630" y="5042"/>
                    <a:pt x="221" y="5357"/>
                  </a:cubicBezTo>
                  <a:cubicBezTo>
                    <a:pt x="63" y="5483"/>
                    <a:pt x="0" y="5672"/>
                    <a:pt x="126" y="5829"/>
                  </a:cubicBezTo>
                  <a:cubicBezTo>
                    <a:pt x="221" y="5924"/>
                    <a:pt x="284" y="5987"/>
                    <a:pt x="410" y="5987"/>
                  </a:cubicBezTo>
                  <a:cubicBezTo>
                    <a:pt x="473" y="5987"/>
                    <a:pt x="567" y="5955"/>
                    <a:pt x="599" y="5924"/>
                  </a:cubicBezTo>
                  <a:cubicBezTo>
                    <a:pt x="914" y="5672"/>
                    <a:pt x="1198" y="5514"/>
                    <a:pt x="1513" y="5514"/>
                  </a:cubicBezTo>
                  <a:lnTo>
                    <a:pt x="1513" y="5924"/>
                  </a:lnTo>
                  <a:cubicBezTo>
                    <a:pt x="1513" y="6081"/>
                    <a:pt x="1513" y="6239"/>
                    <a:pt x="1544" y="6396"/>
                  </a:cubicBezTo>
                  <a:cubicBezTo>
                    <a:pt x="1009" y="6585"/>
                    <a:pt x="725" y="6932"/>
                    <a:pt x="410" y="7373"/>
                  </a:cubicBezTo>
                  <a:cubicBezTo>
                    <a:pt x="284" y="7531"/>
                    <a:pt x="315" y="7720"/>
                    <a:pt x="473" y="7846"/>
                  </a:cubicBezTo>
                  <a:cubicBezTo>
                    <a:pt x="567" y="7877"/>
                    <a:pt x="599" y="7940"/>
                    <a:pt x="694" y="7940"/>
                  </a:cubicBezTo>
                  <a:cubicBezTo>
                    <a:pt x="788" y="7940"/>
                    <a:pt x="914" y="7877"/>
                    <a:pt x="946" y="7783"/>
                  </a:cubicBezTo>
                  <a:cubicBezTo>
                    <a:pt x="1198" y="7467"/>
                    <a:pt x="1355" y="7215"/>
                    <a:pt x="1670" y="7089"/>
                  </a:cubicBezTo>
                  <a:cubicBezTo>
                    <a:pt x="1733" y="7373"/>
                    <a:pt x="1828" y="7657"/>
                    <a:pt x="1985" y="7940"/>
                  </a:cubicBezTo>
                  <a:cubicBezTo>
                    <a:pt x="1544" y="8287"/>
                    <a:pt x="1387" y="8728"/>
                    <a:pt x="1229" y="9232"/>
                  </a:cubicBezTo>
                  <a:cubicBezTo>
                    <a:pt x="1198" y="9421"/>
                    <a:pt x="1324" y="9610"/>
                    <a:pt x="1481" y="9673"/>
                  </a:cubicBezTo>
                  <a:lnTo>
                    <a:pt x="1544" y="9673"/>
                  </a:lnTo>
                  <a:cubicBezTo>
                    <a:pt x="1702" y="9673"/>
                    <a:pt x="1828" y="9547"/>
                    <a:pt x="1891" y="9389"/>
                  </a:cubicBezTo>
                  <a:cubicBezTo>
                    <a:pt x="2017" y="8980"/>
                    <a:pt x="2111" y="8728"/>
                    <a:pt x="2332" y="8476"/>
                  </a:cubicBezTo>
                  <a:cubicBezTo>
                    <a:pt x="2489" y="8728"/>
                    <a:pt x="2678" y="8948"/>
                    <a:pt x="2899" y="9137"/>
                  </a:cubicBezTo>
                  <a:cubicBezTo>
                    <a:pt x="2584" y="9610"/>
                    <a:pt x="2615" y="10082"/>
                    <a:pt x="2647" y="10649"/>
                  </a:cubicBezTo>
                  <a:cubicBezTo>
                    <a:pt x="2647" y="10839"/>
                    <a:pt x="2804" y="10965"/>
                    <a:pt x="2993" y="10965"/>
                  </a:cubicBezTo>
                  <a:lnTo>
                    <a:pt x="3056" y="10965"/>
                  </a:lnTo>
                  <a:cubicBezTo>
                    <a:pt x="3245" y="10965"/>
                    <a:pt x="3371" y="10775"/>
                    <a:pt x="3371" y="10555"/>
                  </a:cubicBezTo>
                  <a:cubicBezTo>
                    <a:pt x="3308" y="10177"/>
                    <a:pt x="3308" y="9862"/>
                    <a:pt x="3434" y="9578"/>
                  </a:cubicBezTo>
                  <a:cubicBezTo>
                    <a:pt x="3686" y="9736"/>
                    <a:pt x="3907" y="9893"/>
                    <a:pt x="4191" y="10019"/>
                  </a:cubicBezTo>
                  <a:cubicBezTo>
                    <a:pt x="4065" y="10555"/>
                    <a:pt x="4222" y="10996"/>
                    <a:pt x="4474" y="11500"/>
                  </a:cubicBezTo>
                  <a:cubicBezTo>
                    <a:pt x="4506" y="11626"/>
                    <a:pt x="4663" y="11721"/>
                    <a:pt x="4789" y="11721"/>
                  </a:cubicBezTo>
                  <a:cubicBezTo>
                    <a:pt x="4821" y="11721"/>
                    <a:pt x="4884" y="11721"/>
                    <a:pt x="4947" y="11658"/>
                  </a:cubicBezTo>
                  <a:cubicBezTo>
                    <a:pt x="5104" y="11595"/>
                    <a:pt x="5167" y="11406"/>
                    <a:pt x="5104" y="11185"/>
                  </a:cubicBezTo>
                  <a:cubicBezTo>
                    <a:pt x="4947" y="10839"/>
                    <a:pt x="4821" y="10555"/>
                    <a:pt x="4852" y="10240"/>
                  </a:cubicBezTo>
                  <a:lnTo>
                    <a:pt x="4852" y="10240"/>
                  </a:lnTo>
                  <a:cubicBezTo>
                    <a:pt x="5136" y="10334"/>
                    <a:pt x="5419" y="10366"/>
                    <a:pt x="5734" y="10397"/>
                  </a:cubicBezTo>
                  <a:cubicBezTo>
                    <a:pt x="5797" y="10965"/>
                    <a:pt x="6112" y="11311"/>
                    <a:pt x="6522" y="11721"/>
                  </a:cubicBezTo>
                  <a:cubicBezTo>
                    <a:pt x="6585" y="11784"/>
                    <a:pt x="6679" y="11815"/>
                    <a:pt x="6742" y="11815"/>
                  </a:cubicBezTo>
                  <a:cubicBezTo>
                    <a:pt x="6837" y="11815"/>
                    <a:pt x="6931" y="11784"/>
                    <a:pt x="6994" y="11721"/>
                  </a:cubicBezTo>
                  <a:cubicBezTo>
                    <a:pt x="7089" y="11595"/>
                    <a:pt x="7089" y="11343"/>
                    <a:pt x="6994" y="11248"/>
                  </a:cubicBezTo>
                  <a:cubicBezTo>
                    <a:pt x="6711" y="10965"/>
                    <a:pt x="6522" y="10712"/>
                    <a:pt x="6427" y="10397"/>
                  </a:cubicBezTo>
                  <a:cubicBezTo>
                    <a:pt x="6711" y="10366"/>
                    <a:pt x="7026" y="10334"/>
                    <a:pt x="7310" y="10240"/>
                  </a:cubicBezTo>
                  <a:cubicBezTo>
                    <a:pt x="7562" y="10775"/>
                    <a:pt x="7971" y="10965"/>
                    <a:pt x="8475" y="11185"/>
                  </a:cubicBezTo>
                  <a:cubicBezTo>
                    <a:pt x="8507" y="11248"/>
                    <a:pt x="8570" y="11248"/>
                    <a:pt x="8633" y="11248"/>
                  </a:cubicBezTo>
                  <a:cubicBezTo>
                    <a:pt x="8759" y="11248"/>
                    <a:pt x="8885" y="11154"/>
                    <a:pt x="8948" y="11028"/>
                  </a:cubicBezTo>
                  <a:cubicBezTo>
                    <a:pt x="9042" y="10870"/>
                    <a:pt x="8948" y="10649"/>
                    <a:pt x="8790" y="10555"/>
                  </a:cubicBezTo>
                  <a:cubicBezTo>
                    <a:pt x="8444" y="10397"/>
                    <a:pt x="8160" y="10240"/>
                    <a:pt x="8003" y="9988"/>
                  </a:cubicBezTo>
                  <a:cubicBezTo>
                    <a:pt x="8286" y="9862"/>
                    <a:pt x="8507" y="9704"/>
                    <a:pt x="8759" y="9547"/>
                  </a:cubicBezTo>
                  <a:cubicBezTo>
                    <a:pt x="9200" y="9925"/>
                    <a:pt x="9672" y="9988"/>
                    <a:pt x="10176" y="10051"/>
                  </a:cubicBezTo>
                  <a:lnTo>
                    <a:pt x="10208" y="10051"/>
                  </a:lnTo>
                  <a:cubicBezTo>
                    <a:pt x="10397" y="10051"/>
                    <a:pt x="10523" y="9925"/>
                    <a:pt x="10555" y="9736"/>
                  </a:cubicBezTo>
                  <a:cubicBezTo>
                    <a:pt x="10555" y="9547"/>
                    <a:pt x="10460" y="9389"/>
                    <a:pt x="10240" y="9358"/>
                  </a:cubicBezTo>
                  <a:cubicBezTo>
                    <a:pt x="9861" y="9295"/>
                    <a:pt x="9578" y="9263"/>
                    <a:pt x="9294" y="9074"/>
                  </a:cubicBezTo>
                  <a:cubicBezTo>
                    <a:pt x="9515" y="8885"/>
                    <a:pt x="9704" y="8633"/>
                    <a:pt x="9861" y="8413"/>
                  </a:cubicBezTo>
                  <a:cubicBezTo>
                    <a:pt x="10082" y="8476"/>
                    <a:pt x="10303" y="8507"/>
                    <a:pt x="10523" y="8507"/>
                  </a:cubicBezTo>
                  <a:cubicBezTo>
                    <a:pt x="10807" y="8507"/>
                    <a:pt x="11090" y="8444"/>
                    <a:pt x="11405" y="8350"/>
                  </a:cubicBezTo>
                  <a:cubicBezTo>
                    <a:pt x="11594" y="8318"/>
                    <a:pt x="11657" y="8129"/>
                    <a:pt x="11626" y="7940"/>
                  </a:cubicBezTo>
                  <a:cubicBezTo>
                    <a:pt x="11599" y="7754"/>
                    <a:pt x="11461" y="7680"/>
                    <a:pt x="11287" y="7680"/>
                  </a:cubicBezTo>
                  <a:cubicBezTo>
                    <a:pt x="11254" y="7680"/>
                    <a:pt x="11220" y="7683"/>
                    <a:pt x="11185" y="7688"/>
                  </a:cubicBezTo>
                  <a:cubicBezTo>
                    <a:pt x="10933" y="7772"/>
                    <a:pt x="10723" y="7814"/>
                    <a:pt x="10517" y="7814"/>
                  </a:cubicBezTo>
                  <a:cubicBezTo>
                    <a:pt x="10415" y="7814"/>
                    <a:pt x="10313" y="7804"/>
                    <a:pt x="10208" y="7783"/>
                  </a:cubicBezTo>
                  <a:cubicBezTo>
                    <a:pt x="10334" y="7499"/>
                    <a:pt x="10460" y="7215"/>
                    <a:pt x="10492" y="6932"/>
                  </a:cubicBezTo>
                  <a:lnTo>
                    <a:pt x="10523" y="6932"/>
                  </a:lnTo>
                  <a:cubicBezTo>
                    <a:pt x="11090" y="6932"/>
                    <a:pt x="11468" y="6711"/>
                    <a:pt x="11909" y="6396"/>
                  </a:cubicBezTo>
                  <a:cubicBezTo>
                    <a:pt x="12004" y="6333"/>
                    <a:pt x="12067" y="6144"/>
                    <a:pt x="11941" y="5987"/>
                  </a:cubicBezTo>
                  <a:cubicBezTo>
                    <a:pt x="11867" y="5895"/>
                    <a:pt x="11773" y="5846"/>
                    <a:pt x="11675" y="5846"/>
                  </a:cubicBezTo>
                  <a:cubicBezTo>
                    <a:pt x="11605" y="5846"/>
                    <a:pt x="11534" y="5871"/>
                    <a:pt x="11468" y="5924"/>
                  </a:cubicBezTo>
                  <a:cubicBezTo>
                    <a:pt x="11153" y="6144"/>
                    <a:pt x="10870" y="6302"/>
                    <a:pt x="10555" y="6302"/>
                  </a:cubicBezTo>
                  <a:lnTo>
                    <a:pt x="10555" y="5924"/>
                  </a:lnTo>
                  <a:cubicBezTo>
                    <a:pt x="10555" y="5766"/>
                    <a:pt x="10555" y="5609"/>
                    <a:pt x="10523" y="5451"/>
                  </a:cubicBezTo>
                  <a:cubicBezTo>
                    <a:pt x="11090" y="5262"/>
                    <a:pt x="11342" y="4884"/>
                    <a:pt x="11657" y="4475"/>
                  </a:cubicBezTo>
                  <a:cubicBezTo>
                    <a:pt x="11783" y="4317"/>
                    <a:pt x="11752" y="4096"/>
                    <a:pt x="11594" y="4002"/>
                  </a:cubicBezTo>
                  <a:cubicBezTo>
                    <a:pt x="11528" y="3949"/>
                    <a:pt x="11457" y="3924"/>
                    <a:pt x="11387" y="3924"/>
                  </a:cubicBezTo>
                  <a:cubicBezTo>
                    <a:pt x="11290" y="3924"/>
                    <a:pt x="11195" y="3973"/>
                    <a:pt x="11122" y="4065"/>
                  </a:cubicBezTo>
                  <a:cubicBezTo>
                    <a:pt x="10870" y="4380"/>
                    <a:pt x="10712" y="4632"/>
                    <a:pt x="10397" y="4727"/>
                  </a:cubicBezTo>
                  <a:cubicBezTo>
                    <a:pt x="10334" y="4475"/>
                    <a:pt x="10240" y="4191"/>
                    <a:pt x="10082" y="3907"/>
                  </a:cubicBezTo>
                  <a:cubicBezTo>
                    <a:pt x="10523" y="3561"/>
                    <a:pt x="10681" y="3120"/>
                    <a:pt x="10838" y="2616"/>
                  </a:cubicBezTo>
                  <a:cubicBezTo>
                    <a:pt x="10870" y="2427"/>
                    <a:pt x="10775" y="2206"/>
                    <a:pt x="10618" y="2175"/>
                  </a:cubicBezTo>
                  <a:cubicBezTo>
                    <a:pt x="10595" y="2171"/>
                    <a:pt x="10572" y="2170"/>
                    <a:pt x="10550" y="2170"/>
                  </a:cubicBezTo>
                  <a:cubicBezTo>
                    <a:pt x="10359" y="2170"/>
                    <a:pt x="10205" y="2286"/>
                    <a:pt x="10176" y="2427"/>
                  </a:cubicBezTo>
                  <a:cubicBezTo>
                    <a:pt x="10050" y="2805"/>
                    <a:pt x="9987" y="3088"/>
                    <a:pt x="9735" y="3309"/>
                  </a:cubicBezTo>
                  <a:cubicBezTo>
                    <a:pt x="9578" y="3088"/>
                    <a:pt x="9389" y="2836"/>
                    <a:pt x="9200" y="2647"/>
                  </a:cubicBezTo>
                  <a:cubicBezTo>
                    <a:pt x="9515" y="2175"/>
                    <a:pt x="9452" y="1702"/>
                    <a:pt x="9420" y="1167"/>
                  </a:cubicBezTo>
                  <a:cubicBezTo>
                    <a:pt x="9420" y="946"/>
                    <a:pt x="9231" y="851"/>
                    <a:pt x="9042" y="851"/>
                  </a:cubicBezTo>
                  <a:cubicBezTo>
                    <a:pt x="8822" y="851"/>
                    <a:pt x="8727" y="1041"/>
                    <a:pt x="8727" y="1230"/>
                  </a:cubicBezTo>
                  <a:cubicBezTo>
                    <a:pt x="8759" y="1639"/>
                    <a:pt x="8759" y="1954"/>
                    <a:pt x="8633" y="2206"/>
                  </a:cubicBezTo>
                  <a:cubicBezTo>
                    <a:pt x="8412" y="2049"/>
                    <a:pt x="8160" y="1891"/>
                    <a:pt x="7877" y="1797"/>
                  </a:cubicBezTo>
                  <a:cubicBezTo>
                    <a:pt x="8003" y="1230"/>
                    <a:pt x="7845" y="788"/>
                    <a:pt x="7625" y="284"/>
                  </a:cubicBezTo>
                  <a:cubicBezTo>
                    <a:pt x="7554" y="168"/>
                    <a:pt x="7432" y="103"/>
                    <a:pt x="7297" y="103"/>
                  </a:cubicBezTo>
                  <a:cubicBezTo>
                    <a:pt x="7250" y="103"/>
                    <a:pt x="7201" y="111"/>
                    <a:pt x="7152" y="127"/>
                  </a:cubicBezTo>
                  <a:cubicBezTo>
                    <a:pt x="6994" y="221"/>
                    <a:pt x="6900" y="410"/>
                    <a:pt x="6994" y="599"/>
                  </a:cubicBezTo>
                  <a:cubicBezTo>
                    <a:pt x="7152" y="946"/>
                    <a:pt x="7247" y="1230"/>
                    <a:pt x="7215" y="1545"/>
                  </a:cubicBezTo>
                  <a:cubicBezTo>
                    <a:pt x="6931" y="1482"/>
                    <a:pt x="6679" y="1419"/>
                    <a:pt x="6364" y="1387"/>
                  </a:cubicBezTo>
                  <a:cubicBezTo>
                    <a:pt x="6270" y="851"/>
                    <a:pt x="5955" y="473"/>
                    <a:pt x="5577" y="95"/>
                  </a:cubicBezTo>
                  <a:cubicBezTo>
                    <a:pt x="5514" y="32"/>
                    <a:pt x="5419" y="1"/>
                    <a:pt x="532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96" name="Google Shape;2196;p44"/>
          <p:cNvSpPr/>
          <p:nvPr/>
        </p:nvSpPr>
        <p:spPr>
          <a:xfrm>
            <a:off x="5539477" y="1555525"/>
            <a:ext cx="252339" cy="284061"/>
          </a:xfrm>
          <a:custGeom>
            <a:rect b="b" l="l" r="r" t="t"/>
            <a:pathLst>
              <a:path extrusionOk="0" h="11847" w="10524">
                <a:moveTo>
                  <a:pt x="7278" y="662"/>
                </a:moveTo>
                <a:cubicBezTo>
                  <a:pt x="7499" y="662"/>
                  <a:pt x="7656" y="820"/>
                  <a:pt x="7656" y="1009"/>
                </a:cubicBezTo>
                <a:lnTo>
                  <a:pt x="7656" y="3151"/>
                </a:lnTo>
                <a:cubicBezTo>
                  <a:pt x="7404" y="3057"/>
                  <a:pt x="7184" y="2994"/>
                  <a:pt x="6932" y="2994"/>
                </a:cubicBezTo>
                <a:lnTo>
                  <a:pt x="6932" y="1009"/>
                </a:lnTo>
                <a:cubicBezTo>
                  <a:pt x="6932" y="820"/>
                  <a:pt x="7089" y="662"/>
                  <a:pt x="7278" y="662"/>
                </a:cubicBezTo>
                <a:close/>
                <a:moveTo>
                  <a:pt x="3120" y="662"/>
                </a:moveTo>
                <a:cubicBezTo>
                  <a:pt x="3309" y="662"/>
                  <a:pt x="3466" y="820"/>
                  <a:pt x="3466" y="1009"/>
                </a:cubicBezTo>
                <a:lnTo>
                  <a:pt x="3466" y="2994"/>
                </a:lnTo>
                <a:cubicBezTo>
                  <a:pt x="3246" y="3025"/>
                  <a:pt x="2994" y="3057"/>
                  <a:pt x="2773" y="3183"/>
                </a:cubicBezTo>
                <a:lnTo>
                  <a:pt x="2773" y="1009"/>
                </a:lnTo>
                <a:cubicBezTo>
                  <a:pt x="2773" y="820"/>
                  <a:pt x="2931" y="662"/>
                  <a:pt x="3120" y="662"/>
                </a:cubicBezTo>
                <a:close/>
                <a:moveTo>
                  <a:pt x="4506" y="1702"/>
                </a:moveTo>
                <a:cubicBezTo>
                  <a:pt x="4695" y="1702"/>
                  <a:pt x="4852" y="1860"/>
                  <a:pt x="4852" y="2049"/>
                </a:cubicBezTo>
                <a:lnTo>
                  <a:pt x="4852" y="3309"/>
                </a:lnTo>
                <a:cubicBezTo>
                  <a:pt x="4663" y="3183"/>
                  <a:pt x="4411" y="3057"/>
                  <a:pt x="4128" y="3025"/>
                </a:cubicBezTo>
                <a:lnTo>
                  <a:pt x="4128" y="2049"/>
                </a:lnTo>
                <a:cubicBezTo>
                  <a:pt x="4128" y="1860"/>
                  <a:pt x="4285" y="1702"/>
                  <a:pt x="4506" y="1702"/>
                </a:cubicBezTo>
                <a:close/>
                <a:moveTo>
                  <a:pt x="5861" y="1702"/>
                </a:moveTo>
                <a:cubicBezTo>
                  <a:pt x="6081" y="1702"/>
                  <a:pt x="6239" y="1860"/>
                  <a:pt x="6239" y="2049"/>
                </a:cubicBezTo>
                <a:lnTo>
                  <a:pt x="6239" y="3025"/>
                </a:lnTo>
                <a:cubicBezTo>
                  <a:pt x="5987" y="3120"/>
                  <a:pt x="5766" y="3183"/>
                  <a:pt x="5514" y="3340"/>
                </a:cubicBezTo>
                <a:lnTo>
                  <a:pt x="5514" y="2049"/>
                </a:lnTo>
                <a:cubicBezTo>
                  <a:pt x="5546" y="1860"/>
                  <a:pt x="5703" y="1702"/>
                  <a:pt x="5861" y="1702"/>
                </a:cubicBezTo>
                <a:close/>
                <a:moveTo>
                  <a:pt x="1733" y="1324"/>
                </a:moveTo>
                <a:cubicBezTo>
                  <a:pt x="1922" y="1324"/>
                  <a:pt x="2080" y="1482"/>
                  <a:pt x="2080" y="1702"/>
                </a:cubicBezTo>
                <a:lnTo>
                  <a:pt x="2080" y="3624"/>
                </a:lnTo>
                <a:cubicBezTo>
                  <a:pt x="2017" y="3687"/>
                  <a:pt x="1922" y="3781"/>
                  <a:pt x="1859" y="3907"/>
                </a:cubicBezTo>
                <a:cubicBezTo>
                  <a:pt x="1733" y="3687"/>
                  <a:pt x="1576" y="3529"/>
                  <a:pt x="1387" y="3435"/>
                </a:cubicBezTo>
                <a:lnTo>
                  <a:pt x="1387" y="1702"/>
                </a:lnTo>
                <a:cubicBezTo>
                  <a:pt x="1387" y="1482"/>
                  <a:pt x="1544" y="1324"/>
                  <a:pt x="1733" y="1324"/>
                </a:cubicBezTo>
                <a:close/>
                <a:moveTo>
                  <a:pt x="8665" y="1324"/>
                </a:moveTo>
                <a:cubicBezTo>
                  <a:pt x="8854" y="1324"/>
                  <a:pt x="9011" y="1482"/>
                  <a:pt x="9011" y="1702"/>
                </a:cubicBezTo>
                <a:lnTo>
                  <a:pt x="9011" y="3466"/>
                </a:lnTo>
                <a:cubicBezTo>
                  <a:pt x="8854" y="3592"/>
                  <a:pt x="8759" y="3750"/>
                  <a:pt x="8633" y="3907"/>
                </a:cubicBezTo>
                <a:cubicBezTo>
                  <a:pt x="8539" y="3781"/>
                  <a:pt x="8476" y="3687"/>
                  <a:pt x="8381" y="3592"/>
                </a:cubicBezTo>
                <a:lnTo>
                  <a:pt x="8349" y="3529"/>
                </a:lnTo>
                <a:lnTo>
                  <a:pt x="8349" y="1702"/>
                </a:lnTo>
                <a:cubicBezTo>
                  <a:pt x="8318" y="1482"/>
                  <a:pt x="8476" y="1324"/>
                  <a:pt x="8665" y="1324"/>
                </a:cubicBezTo>
                <a:close/>
                <a:moveTo>
                  <a:pt x="6774" y="3647"/>
                </a:moveTo>
                <a:cubicBezTo>
                  <a:pt x="7160" y="3647"/>
                  <a:pt x="7546" y="3797"/>
                  <a:pt x="7845" y="4096"/>
                </a:cubicBezTo>
                <a:cubicBezTo>
                  <a:pt x="8318" y="4569"/>
                  <a:pt x="8444" y="5294"/>
                  <a:pt x="8066" y="5892"/>
                </a:cubicBezTo>
                <a:cubicBezTo>
                  <a:pt x="7089" y="6176"/>
                  <a:pt x="6333" y="7058"/>
                  <a:pt x="6239" y="8098"/>
                </a:cubicBezTo>
                <a:lnTo>
                  <a:pt x="5199" y="9043"/>
                </a:lnTo>
                <a:lnTo>
                  <a:pt x="4128" y="8035"/>
                </a:lnTo>
                <a:cubicBezTo>
                  <a:pt x="4065" y="6995"/>
                  <a:pt x="3309" y="6144"/>
                  <a:pt x="2332" y="5892"/>
                </a:cubicBezTo>
                <a:cubicBezTo>
                  <a:pt x="1985" y="5325"/>
                  <a:pt x="2112" y="4569"/>
                  <a:pt x="2553" y="4096"/>
                </a:cubicBezTo>
                <a:cubicBezTo>
                  <a:pt x="2836" y="3813"/>
                  <a:pt x="3246" y="3655"/>
                  <a:pt x="3624" y="3655"/>
                </a:cubicBezTo>
                <a:cubicBezTo>
                  <a:pt x="4033" y="3655"/>
                  <a:pt x="4411" y="3813"/>
                  <a:pt x="4695" y="4096"/>
                </a:cubicBezTo>
                <a:lnTo>
                  <a:pt x="4915" y="4317"/>
                </a:lnTo>
                <a:lnTo>
                  <a:pt x="4978" y="4348"/>
                </a:lnTo>
                <a:cubicBezTo>
                  <a:pt x="5026" y="4411"/>
                  <a:pt x="5112" y="4443"/>
                  <a:pt x="5203" y="4443"/>
                </a:cubicBezTo>
                <a:cubicBezTo>
                  <a:pt x="5294" y="4443"/>
                  <a:pt x="5388" y="4411"/>
                  <a:pt x="5451" y="4348"/>
                </a:cubicBezTo>
                <a:lnTo>
                  <a:pt x="5703" y="4096"/>
                </a:lnTo>
                <a:cubicBezTo>
                  <a:pt x="6002" y="3797"/>
                  <a:pt x="6388" y="3647"/>
                  <a:pt x="6774" y="3647"/>
                </a:cubicBezTo>
                <a:close/>
                <a:moveTo>
                  <a:pt x="662" y="3813"/>
                </a:moveTo>
                <a:cubicBezTo>
                  <a:pt x="1103" y="3970"/>
                  <a:pt x="1418" y="4380"/>
                  <a:pt x="1418" y="4884"/>
                </a:cubicBezTo>
                <a:lnTo>
                  <a:pt x="1418" y="6176"/>
                </a:lnTo>
                <a:cubicBezTo>
                  <a:pt x="1418" y="6365"/>
                  <a:pt x="1576" y="6522"/>
                  <a:pt x="1765" y="6522"/>
                </a:cubicBezTo>
                <a:cubicBezTo>
                  <a:pt x="2679" y="6522"/>
                  <a:pt x="3435" y="7247"/>
                  <a:pt x="3435" y="8161"/>
                </a:cubicBezTo>
                <a:lnTo>
                  <a:pt x="3435" y="8224"/>
                </a:lnTo>
                <a:lnTo>
                  <a:pt x="3435" y="8980"/>
                </a:lnTo>
                <a:cubicBezTo>
                  <a:pt x="3435" y="9169"/>
                  <a:pt x="3592" y="9326"/>
                  <a:pt x="3781" y="9326"/>
                </a:cubicBezTo>
                <a:cubicBezTo>
                  <a:pt x="3970" y="9326"/>
                  <a:pt x="4128" y="9169"/>
                  <a:pt x="4128" y="8980"/>
                </a:cubicBezTo>
                <a:lnTo>
                  <a:pt x="4852" y="9610"/>
                </a:lnTo>
                <a:lnTo>
                  <a:pt x="4852" y="11059"/>
                </a:lnTo>
                <a:lnTo>
                  <a:pt x="2080" y="11059"/>
                </a:lnTo>
                <a:lnTo>
                  <a:pt x="2080" y="9925"/>
                </a:lnTo>
                <a:cubicBezTo>
                  <a:pt x="2080" y="9673"/>
                  <a:pt x="1985" y="9421"/>
                  <a:pt x="1765" y="9200"/>
                </a:cubicBezTo>
                <a:lnTo>
                  <a:pt x="1198" y="8633"/>
                </a:lnTo>
                <a:cubicBezTo>
                  <a:pt x="883" y="8287"/>
                  <a:pt x="662" y="7877"/>
                  <a:pt x="662" y="7404"/>
                </a:cubicBezTo>
                <a:lnTo>
                  <a:pt x="662" y="3813"/>
                </a:lnTo>
                <a:close/>
                <a:moveTo>
                  <a:pt x="9767" y="3844"/>
                </a:moveTo>
                <a:lnTo>
                  <a:pt x="9767" y="7436"/>
                </a:lnTo>
                <a:cubicBezTo>
                  <a:pt x="9767" y="7909"/>
                  <a:pt x="9578" y="8350"/>
                  <a:pt x="9263" y="8665"/>
                </a:cubicBezTo>
                <a:lnTo>
                  <a:pt x="8665" y="9263"/>
                </a:lnTo>
                <a:cubicBezTo>
                  <a:pt x="8476" y="9452"/>
                  <a:pt x="8349" y="9704"/>
                  <a:pt x="8349" y="9988"/>
                </a:cubicBezTo>
                <a:lnTo>
                  <a:pt x="8349" y="11153"/>
                </a:lnTo>
                <a:lnTo>
                  <a:pt x="5514" y="11153"/>
                </a:lnTo>
                <a:lnTo>
                  <a:pt x="5514" y="9736"/>
                </a:lnTo>
                <a:lnTo>
                  <a:pt x="6239" y="9043"/>
                </a:lnTo>
                <a:cubicBezTo>
                  <a:pt x="6270" y="9200"/>
                  <a:pt x="6396" y="9326"/>
                  <a:pt x="6585" y="9326"/>
                </a:cubicBezTo>
                <a:cubicBezTo>
                  <a:pt x="6774" y="9326"/>
                  <a:pt x="6932" y="9169"/>
                  <a:pt x="6932" y="8980"/>
                </a:cubicBezTo>
                <a:lnTo>
                  <a:pt x="6932" y="8255"/>
                </a:lnTo>
                <a:cubicBezTo>
                  <a:pt x="6932" y="7404"/>
                  <a:pt x="7530" y="6711"/>
                  <a:pt x="8349" y="6554"/>
                </a:cubicBezTo>
                <a:lnTo>
                  <a:pt x="8665" y="6554"/>
                </a:lnTo>
                <a:cubicBezTo>
                  <a:pt x="8854" y="6554"/>
                  <a:pt x="9011" y="6396"/>
                  <a:pt x="9011" y="6207"/>
                </a:cubicBezTo>
                <a:lnTo>
                  <a:pt x="9011" y="4916"/>
                </a:lnTo>
                <a:cubicBezTo>
                  <a:pt x="9011" y="4443"/>
                  <a:pt x="9326" y="4002"/>
                  <a:pt x="9767" y="3844"/>
                </a:cubicBezTo>
                <a:close/>
                <a:moveTo>
                  <a:pt x="3120" y="1"/>
                </a:moveTo>
                <a:cubicBezTo>
                  <a:pt x="2647" y="1"/>
                  <a:pt x="2238" y="316"/>
                  <a:pt x="2143" y="757"/>
                </a:cubicBezTo>
                <a:cubicBezTo>
                  <a:pt x="2017" y="694"/>
                  <a:pt x="1891" y="662"/>
                  <a:pt x="1733" y="662"/>
                </a:cubicBezTo>
                <a:cubicBezTo>
                  <a:pt x="1135" y="662"/>
                  <a:pt x="725" y="1135"/>
                  <a:pt x="725" y="1702"/>
                </a:cubicBezTo>
                <a:lnTo>
                  <a:pt x="725" y="3120"/>
                </a:lnTo>
                <a:cubicBezTo>
                  <a:pt x="599" y="3057"/>
                  <a:pt x="473" y="3057"/>
                  <a:pt x="347" y="3057"/>
                </a:cubicBezTo>
                <a:cubicBezTo>
                  <a:pt x="158" y="3057"/>
                  <a:pt x="1" y="3214"/>
                  <a:pt x="1" y="3435"/>
                </a:cubicBezTo>
                <a:lnTo>
                  <a:pt x="1" y="7436"/>
                </a:lnTo>
                <a:cubicBezTo>
                  <a:pt x="1" y="8066"/>
                  <a:pt x="253" y="8696"/>
                  <a:pt x="725" y="9169"/>
                </a:cubicBezTo>
                <a:lnTo>
                  <a:pt x="1292" y="9767"/>
                </a:lnTo>
                <a:cubicBezTo>
                  <a:pt x="1387" y="9830"/>
                  <a:pt x="1418" y="9925"/>
                  <a:pt x="1418" y="9988"/>
                </a:cubicBezTo>
                <a:lnTo>
                  <a:pt x="1418" y="11153"/>
                </a:lnTo>
                <a:lnTo>
                  <a:pt x="1072" y="11153"/>
                </a:lnTo>
                <a:cubicBezTo>
                  <a:pt x="883" y="11153"/>
                  <a:pt x="725" y="11311"/>
                  <a:pt x="725" y="11500"/>
                </a:cubicBezTo>
                <a:cubicBezTo>
                  <a:pt x="725" y="11689"/>
                  <a:pt x="883" y="11847"/>
                  <a:pt x="1072" y="11847"/>
                </a:cubicBezTo>
                <a:lnTo>
                  <a:pt x="9389" y="11847"/>
                </a:lnTo>
                <a:cubicBezTo>
                  <a:pt x="9578" y="11847"/>
                  <a:pt x="9736" y="11689"/>
                  <a:pt x="9736" y="11500"/>
                </a:cubicBezTo>
                <a:cubicBezTo>
                  <a:pt x="9736" y="11311"/>
                  <a:pt x="9578" y="11153"/>
                  <a:pt x="9389" y="11153"/>
                </a:cubicBezTo>
                <a:lnTo>
                  <a:pt x="9106" y="11153"/>
                </a:lnTo>
                <a:lnTo>
                  <a:pt x="9106" y="9988"/>
                </a:lnTo>
                <a:cubicBezTo>
                  <a:pt x="9106" y="9925"/>
                  <a:pt x="9137" y="9799"/>
                  <a:pt x="9232" y="9767"/>
                </a:cubicBezTo>
                <a:lnTo>
                  <a:pt x="9830" y="9169"/>
                </a:lnTo>
                <a:cubicBezTo>
                  <a:pt x="10271" y="8696"/>
                  <a:pt x="10523" y="8098"/>
                  <a:pt x="10523" y="7436"/>
                </a:cubicBezTo>
                <a:lnTo>
                  <a:pt x="10523" y="3466"/>
                </a:lnTo>
                <a:cubicBezTo>
                  <a:pt x="10492" y="3214"/>
                  <a:pt x="10334" y="3057"/>
                  <a:pt x="10114" y="3057"/>
                </a:cubicBezTo>
                <a:cubicBezTo>
                  <a:pt x="9956" y="3057"/>
                  <a:pt x="9862" y="3057"/>
                  <a:pt x="9704" y="3120"/>
                </a:cubicBezTo>
                <a:lnTo>
                  <a:pt x="9704" y="1702"/>
                </a:lnTo>
                <a:cubicBezTo>
                  <a:pt x="9704" y="1103"/>
                  <a:pt x="9232" y="662"/>
                  <a:pt x="8665" y="662"/>
                </a:cubicBezTo>
                <a:cubicBezTo>
                  <a:pt x="8539" y="662"/>
                  <a:pt x="8413" y="694"/>
                  <a:pt x="8286" y="757"/>
                </a:cubicBezTo>
                <a:cubicBezTo>
                  <a:pt x="8160" y="316"/>
                  <a:pt x="7751" y="1"/>
                  <a:pt x="7278" y="1"/>
                </a:cubicBezTo>
                <a:cubicBezTo>
                  <a:pt x="6711" y="1"/>
                  <a:pt x="6270" y="473"/>
                  <a:pt x="6270" y="1009"/>
                </a:cubicBezTo>
                <a:lnTo>
                  <a:pt x="6270" y="1103"/>
                </a:lnTo>
                <a:cubicBezTo>
                  <a:pt x="6144" y="1072"/>
                  <a:pt x="6050" y="1009"/>
                  <a:pt x="5924" y="1009"/>
                </a:cubicBezTo>
                <a:cubicBezTo>
                  <a:pt x="5640" y="1009"/>
                  <a:pt x="5388" y="1135"/>
                  <a:pt x="5199" y="1292"/>
                </a:cubicBezTo>
                <a:cubicBezTo>
                  <a:pt x="5010" y="1135"/>
                  <a:pt x="4758" y="1009"/>
                  <a:pt x="4506" y="1009"/>
                </a:cubicBezTo>
                <a:cubicBezTo>
                  <a:pt x="4380" y="1009"/>
                  <a:pt x="4254" y="1072"/>
                  <a:pt x="4128" y="1103"/>
                </a:cubicBezTo>
                <a:lnTo>
                  <a:pt x="4128" y="1009"/>
                </a:lnTo>
                <a:cubicBezTo>
                  <a:pt x="4128" y="442"/>
                  <a:pt x="3655" y="1"/>
                  <a:pt x="31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7" name="Google Shape;2197;p44"/>
          <p:cNvSpPr/>
          <p:nvPr/>
        </p:nvSpPr>
        <p:spPr>
          <a:xfrm>
            <a:off x="5522106" y="1993350"/>
            <a:ext cx="287083" cy="283870"/>
          </a:xfrm>
          <a:custGeom>
            <a:rect b="b" l="l" r="r" t="t"/>
            <a:pathLst>
              <a:path extrusionOk="0" h="11839" w="11973">
                <a:moveTo>
                  <a:pt x="9322" y="655"/>
                </a:moveTo>
                <a:cubicBezTo>
                  <a:pt x="9413" y="655"/>
                  <a:pt x="9499" y="686"/>
                  <a:pt x="9547" y="749"/>
                </a:cubicBezTo>
                <a:lnTo>
                  <a:pt x="11027" y="2198"/>
                </a:lnTo>
                <a:cubicBezTo>
                  <a:pt x="11122" y="2324"/>
                  <a:pt x="11122" y="2545"/>
                  <a:pt x="11027" y="2671"/>
                </a:cubicBezTo>
                <a:cubicBezTo>
                  <a:pt x="10964" y="2718"/>
                  <a:pt x="10870" y="2742"/>
                  <a:pt x="10779" y="2742"/>
                </a:cubicBezTo>
                <a:cubicBezTo>
                  <a:pt x="10689" y="2742"/>
                  <a:pt x="10602" y="2718"/>
                  <a:pt x="10555" y="2671"/>
                </a:cubicBezTo>
                <a:lnTo>
                  <a:pt x="10303" y="2419"/>
                </a:lnTo>
                <a:lnTo>
                  <a:pt x="9074" y="1190"/>
                </a:lnTo>
                <a:cubicBezTo>
                  <a:pt x="8916" y="1096"/>
                  <a:pt x="8916" y="907"/>
                  <a:pt x="9074" y="749"/>
                </a:cubicBezTo>
                <a:cubicBezTo>
                  <a:pt x="9137" y="686"/>
                  <a:pt x="9232" y="655"/>
                  <a:pt x="9322" y="655"/>
                </a:cubicBezTo>
                <a:close/>
                <a:moveTo>
                  <a:pt x="9106" y="2230"/>
                </a:moveTo>
                <a:lnTo>
                  <a:pt x="9547" y="2702"/>
                </a:lnTo>
                <a:lnTo>
                  <a:pt x="9011" y="3270"/>
                </a:lnTo>
                <a:lnTo>
                  <a:pt x="8538" y="2797"/>
                </a:lnTo>
                <a:lnTo>
                  <a:pt x="9106" y="2230"/>
                </a:lnTo>
                <a:close/>
                <a:moveTo>
                  <a:pt x="6333" y="1694"/>
                </a:moveTo>
                <a:cubicBezTo>
                  <a:pt x="6396" y="1694"/>
                  <a:pt x="6522" y="1726"/>
                  <a:pt x="6554" y="1789"/>
                </a:cubicBezTo>
                <a:lnTo>
                  <a:pt x="8759" y="3994"/>
                </a:lnTo>
                <a:lnTo>
                  <a:pt x="9988" y="5223"/>
                </a:lnTo>
                <a:cubicBezTo>
                  <a:pt x="10082" y="5254"/>
                  <a:pt x="10114" y="5349"/>
                  <a:pt x="10114" y="5475"/>
                </a:cubicBezTo>
                <a:cubicBezTo>
                  <a:pt x="10114" y="5538"/>
                  <a:pt x="10082" y="5664"/>
                  <a:pt x="9988" y="5695"/>
                </a:cubicBezTo>
                <a:cubicBezTo>
                  <a:pt x="9925" y="5727"/>
                  <a:pt x="9830" y="5821"/>
                  <a:pt x="9767" y="5821"/>
                </a:cubicBezTo>
                <a:cubicBezTo>
                  <a:pt x="9673" y="5821"/>
                  <a:pt x="9547" y="5790"/>
                  <a:pt x="9515" y="5695"/>
                </a:cubicBezTo>
                <a:lnTo>
                  <a:pt x="6081" y="2261"/>
                </a:lnTo>
                <a:cubicBezTo>
                  <a:pt x="6018" y="2198"/>
                  <a:pt x="5987" y="2104"/>
                  <a:pt x="5987" y="2041"/>
                </a:cubicBezTo>
                <a:cubicBezTo>
                  <a:pt x="5987" y="1946"/>
                  <a:pt x="6018" y="1852"/>
                  <a:pt x="6081" y="1789"/>
                </a:cubicBezTo>
                <a:cubicBezTo>
                  <a:pt x="6176" y="1726"/>
                  <a:pt x="6239" y="1694"/>
                  <a:pt x="6333" y="1694"/>
                </a:cubicBezTo>
                <a:close/>
                <a:moveTo>
                  <a:pt x="6333" y="3459"/>
                </a:moveTo>
                <a:lnTo>
                  <a:pt x="8286" y="5412"/>
                </a:lnTo>
                <a:lnTo>
                  <a:pt x="7782" y="5947"/>
                </a:lnTo>
                <a:lnTo>
                  <a:pt x="7026" y="5191"/>
                </a:lnTo>
                <a:cubicBezTo>
                  <a:pt x="6979" y="5128"/>
                  <a:pt x="6892" y="5097"/>
                  <a:pt x="6802" y="5097"/>
                </a:cubicBezTo>
                <a:cubicBezTo>
                  <a:pt x="6711" y="5097"/>
                  <a:pt x="6617" y="5128"/>
                  <a:pt x="6554" y="5191"/>
                </a:cubicBezTo>
                <a:cubicBezTo>
                  <a:pt x="6459" y="5317"/>
                  <a:pt x="6459" y="5538"/>
                  <a:pt x="6554" y="5664"/>
                </a:cubicBezTo>
                <a:lnTo>
                  <a:pt x="7310" y="6420"/>
                </a:lnTo>
                <a:lnTo>
                  <a:pt x="6837" y="6893"/>
                </a:lnTo>
                <a:lnTo>
                  <a:pt x="4884" y="4908"/>
                </a:lnTo>
                <a:lnTo>
                  <a:pt x="6333" y="3459"/>
                </a:lnTo>
                <a:close/>
                <a:moveTo>
                  <a:pt x="4348" y="5506"/>
                </a:moveTo>
                <a:lnTo>
                  <a:pt x="6333" y="7460"/>
                </a:lnTo>
                <a:lnTo>
                  <a:pt x="5860" y="7932"/>
                </a:lnTo>
                <a:lnTo>
                  <a:pt x="5388" y="7460"/>
                </a:lnTo>
                <a:cubicBezTo>
                  <a:pt x="5325" y="7412"/>
                  <a:pt x="5238" y="7389"/>
                  <a:pt x="5152" y="7389"/>
                </a:cubicBezTo>
                <a:cubicBezTo>
                  <a:pt x="5065" y="7389"/>
                  <a:pt x="4978" y="7412"/>
                  <a:pt x="4915" y="7460"/>
                </a:cubicBezTo>
                <a:cubicBezTo>
                  <a:pt x="4789" y="7586"/>
                  <a:pt x="4789" y="7838"/>
                  <a:pt x="4915" y="7932"/>
                </a:cubicBezTo>
                <a:lnTo>
                  <a:pt x="5388" y="8405"/>
                </a:lnTo>
                <a:lnTo>
                  <a:pt x="5167" y="8657"/>
                </a:lnTo>
                <a:cubicBezTo>
                  <a:pt x="4915" y="8846"/>
                  <a:pt x="4632" y="8940"/>
                  <a:pt x="4360" y="8940"/>
                </a:cubicBezTo>
                <a:cubicBezTo>
                  <a:pt x="4088" y="8940"/>
                  <a:pt x="3828" y="8846"/>
                  <a:pt x="3624" y="8657"/>
                </a:cubicBezTo>
                <a:lnTo>
                  <a:pt x="3151" y="8184"/>
                </a:lnTo>
                <a:cubicBezTo>
                  <a:pt x="2742" y="7775"/>
                  <a:pt x="2742" y="7113"/>
                  <a:pt x="3151" y="6735"/>
                </a:cubicBezTo>
                <a:lnTo>
                  <a:pt x="4348" y="5506"/>
                </a:lnTo>
                <a:close/>
                <a:moveTo>
                  <a:pt x="2678" y="8657"/>
                </a:moveTo>
                <a:lnTo>
                  <a:pt x="3151" y="9129"/>
                </a:lnTo>
                <a:lnTo>
                  <a:pt x="2899" y="9350"/>
                </a:lnTo>
                <a:cubicBezTo>
                  <a:pt x="2836" y="9413"/>
                  <a:pt x="2749" y="9444"/>
                  <a:pt x="2663" y="9444"/>
                </a:cubicBezTo>
                <a:cubicBezTo>
                  <a:pt x="2576" y="9444"/>
                  <a:pt x="2489" y="9413"/>
                  <a:pt x="2426" y="9350"/>
                </a:cubicBezTo>
                <a:cubicBezTo>
                  <a:pt x="2300" y="9255"/>
                  <a:pt x="2300" y="9003"/>
                  <a:pt x="2426" y="8877"/>
                </a:cubicBezTo>
                <a:lnTo>
                  <a:pt x="2678" y="8657"/>
                </a:lnTo>
                <a:close/>
                <a:moveTo>
                  <a:pt x="9389" y="1"/>
                </a:moveTo>
                <a:cubicBezTo>
                  <a:pt x="9121" y="1"/>
                  <a:pt x="8853" y="103"/>
                  <a:pt x="8664" y="308"/>
                </a:cubicBezTo>
                <a:cubicBezTo>
                  <a:pt x="8255" y="686"/>
                  <a:pt x="8255" y="1379"/>
                  <a:pt x="8664" y="1757"/>
                </a:cubicBezTo>
                <a:lnTo>
                  <a:pt x="8097" y="2324"/>
                </a:lnTo>
                <a:lnTo>
                  <a:pt x="7121" y="1316"/>
                </a:lnTo>
                <a:cubicBezTo>
                  <a:pt x="6932" y="1127"/>
                  <a:pt x="6648" y="1001"/>
                  <a:pt x="6365" y="1001"/>
                </a:cubicBezTo>
                <a:cubicBezTo>
                  <a:pt x="6081" y="1001"/>
                  <a:pt x="5829" y="1127"/>
                  <a:pt x="5608" y="1316"/>
                </a:cubicBezTo>
                <a:cubicBezTo>
                  <a:pt x="5419" y="1537"/>
                  <a:pt x="5293" y="1789"/>
                  <a:pt x="5293" y="2072"/>
                </a:cubicBezTo>
                <a:cubicBezTo>
                  <a:pt x="5293" y="2356"/>
                  <a:pt x="5419" y="2639"/>
                  <a:pt x="5608" y="2828"/>
                </a:cubicBezTo>
                <a:lnTo>
                  <a:pt x="5860" y="3049"/>
                </a:lnTo>
                <a:lnTo>
                  <a:pt x="2678" y="6263"/>
                </a:lnTo>
                <a:cubicBezTo>
                  <a:pt x="2143" y="6767"/>
                  <a:pt x="2048" y="7460"/>
                  <a:pt x="2269" y="8090"/>
                </a:cubicBezTo>
                <a:lnTo>
                  <a:pt x="1922" y="8468"/>
                </a:lnTo>
                <a:cubicBezTo>
                  <a:pt x="1607" y="8783"/>
                  <a:pt x="1513" y="9255"/>
                  <a:pt x="1733" y="9634"/>
                </a:cubicBezTo>
                <a:lnTo>
                  <a:pt x="95" y="11240"/>
                </a:lnTo>
                <a:cubicBezTo>
                  <a:pt x="1" y="11366"/>
                  <a:pt x="1" y="11618"/>
                  <a:pt x="95" y="11713"/>
                </a:cubicBezTo>
                <a:cubicBezTo>
                  <a:pt x="190" y="11807"/>
                  <a:pt x="284" y="11839"/>
                  <a:pt x="347" y="11839"/>
                </a:cubicBezTo>
                <a:cubicBezTo>
                  <a:pt x="410" y="11839"/>
                  <a:pt x="536" y="11807"/>
                  <a:pt x="568" y="11713"/>
                </a:cubicBezTo>
                <a:lnTo>
                  <a:pt x="2206" y="10106"/>
                </a:lnTo>
                <a:cubicBezTo>
                  <a:pt x="2363" y="10201"/>
                  <a:pt x="2458" y="10232"/>
                  <a:pt x="2615" y="10232"/>
                </a:cubicBezTo>
                <a:cubicBezTo>
                  <a:pt x="2899" y="10232"/>
                  <a:pt x="3183" y="10106"/>
                  <a:pt x="3372" y="9917"/>
                </a:cubicBezTo>
                <a:lnTo>
                  <a:pt x="3718" y="9571"/>
                </a:lnTo>
                <a:cubicBezTo>
                  <a:pt x="3939" y="9634"/>
                  <a:pt x="4159" y="9665"/>
                  <a:pt x="4348" y="9665"/>
                </a:cubicBezTo>
                <a:cubicBezTo>
                  <a:pt x="4789" y="9665"/>
                  <a:pt x="5262" y="9508"/>
                  <a:pt x="5577" y="9161"/>
                </a:cubicBezTo>
                <a:lnTo>
                  <a:pt x="8759" y="5979"/>
                </a:lnTo>
                <a:lnTo>
                  <a:pt x="9011" y="6199"/>
                </a:lnTo>
                <a:cubicBezTo>
                  <a:pt x="9200" y="6420"/>
                  <a:pt x="9484" y="6515"/>
                  <a:pt x="9767" y="6515"/>
                </a:cubicBezTo>
                <a:cubicBezTo>
                  <a:pt x="10019" y="6515"/>
                  <a:pt x="10303" y="6420"/>
                  <a:pt x="10492" y="6199"/>
                </a:cubicBezTo>
                <a:cubicBezTo>
                  <a:pt x="10712" y="6010"/>
                  <a:pt x="10807" y="5727"/>
                  <a:pt x="10807" y="5475"/>
                </a:cubicBezTo>
                <a:cubicBezTo>
                  <a:pt x="10807" y="5191"/>
                  <a:pt x="10712" y="4908"/>
                  <a:pt x="10492" y="4719"/>
                </a:cubicBezTo>
                <a:lnTo>
                  <a:pt x="9515" y="3711"/>
                </a:lnTo>
                <a:lnTo>
                  <a:pt x="10082" y="3207"/>
                </a:lnTo>
                <a:cubicBezTo>
                  <a:pt x="10271" y="3427"/>
                  <a:pt x="10555" y="3522"/>
                  <a:pt x="10807" y="3522"/>
                </a:cubicBezTo>
                <a:cubicBezTo>
                  <a:pt x="11090" y="3522"/>
                  <a:pt x="11374" y="3427"/>
                  <a:pt x="11563" y="3207"/>
                </a:cubicBezTo>
                <a:cubicBezTo>
                  <a:pt x="11972" y="2828"/>
                  <a:pt x="11972" y="2167"/>
                  <a:pt x="11563" y="1757"/>
                </a:cubicBezTo>
                <a:lnTo>
                  <a:pt x="10114" y="308"/>
                </a:lnTo>
                <a:cubicBezTo>
                  <a:pt x="9925" y="103"/>
                  <a:pt x="9657" y="1"/>
                  <a:pt x="938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98" name="Google Shape;2198;p44"/>
          <p:cNvGrpSpPr/>
          <p:nvPr/>
        </p:nvGrpSpPr>
        <p:grpSpPr>
          <a:xfrm>
            <a:off x="5574233" y="2431008"/>
            <a:ext cx="182828" cy="284061"/>
            <a:chOff x="-28043900" y="2701925"/>
            <a:chExt cx="190625" cy="296175"/>
          </a:xfrm>
        </p:grpSpPr>
        <p:sp>
          <p:nvSpPr>
            <p:cNvPr id="2199" name="Google Shape;2199;p44"/>
            <p:cNvSpPr/>
            <p:nvPr/>
          </p:nvSpPr>
          <p:spPr>
            <a:xfrm>
              <a:off x="-28043900" y="2701925"/>
              <a:ext cx="190625" cy="296175"/>
            </a:xfrm>
            <a:custGeom>
              <a:rect b="b" l="l" r="r" t="t"/>
              <a:pathLst>
                <a:path extrusionOk="0" h="11847" w="7625">
                  <a:moveTo>
                    <a:pt x="5136" y="662"/>
                  </a:moveTo>
                  <a:cubicBezTo>
                    <a:pt x="5325" y="662"/>
                    <a:pt x="5483" y="820"/>
                    <a:pt x="5483" y="1009"/>
                  </a:cubicBezTo>
                  <a:cubicBezTo>
                    <a:pt x="5483" y="1198"/>
                    <a:pt x="5325" y="1356"/>
                    <a:pt x="5136" y="1356"/>
                  </a:cubicBezTo>
                  <a:lnTo>
                    <a:pt x="2364" y="1356"/>
                  </a:lnTo>
                  <a:cubicBezTo>
                    <a:pt x="2175" y="1356"/>
                    <a:pt x="2017" y="1198"/>
                    <a:pt x="2017" y="1009"/>
                  </a:cubicBezTo>
                  <a:cubicBezTo>
                    <a:pt x="2017" y="820"/>
                    <a:pt x="2175" y="662"/>
                    <a:pt x="2364" y="662"/>
                  </a:cubicBezTo>
                  <a:close/>
                  <a:moveTo>
                    <a:pt x="4790" y="2080"/>
                  </a:moveTo>
                  <a:lnTo>
                    <a:pt x="4790" y="4411"/>
                  </a:lnTo>
                  <a:cubicBezTo>
                    <a:pt x="4790" y="4758"/>
                    <a:pt x="4979" y="5105"/>
                    <a:pt x="5294" y="5294"/>
                  </a:cubicBezTo>
                  <a:cubicBezTo>
                    <a:pt x="6113" y="5766"/>
                    <a:pt x="6680" y="6554"/>
                    <a:pt x="6837" y="7499"/>
                  </a:cubicBezTo>
                  <a:cubicBezTo>
                    <a:pt x="6504" y="7632"/>
                    <a:pt x="6166" y="7699"/>
                    <a:pt x="5828" y="7699"/>
                  </a:cubicBezTo>
                  <a:cubicBezTo>
                    <a:pt x="5207" y="7699"/>
                    <a:pt x="4582" y="7475"/>
                    <a:pt x="3971" y="7026"/>
                  </a:cubicBezTo>
                  <a:cubicBezTo>
                    <a:pt x="3372" y="6648"/>
                    <a:pt x="2773" y="6396"/>
                    <a:pt x="2143" y="6333"/>
                  </a:cubicBezTo>
                  <a:cubicBezTo>
                    <a:pt x="1970" y="6318"/>
                    <a:pt x="1805" y="6310"/>
                    <a:pt x="1639" y="6310"/>
                  </a:cubicBezTo>
                  <a:cubicBezTo>
                    <a:pt x="1474" y="6310"/>
                    <a:pt x="1308" y="6318"/>
                    <a:pt x="1135" y="6333"/>
                  </a:cubicBezTo>
                  <a:cubicBezTo>
                    <a:pt x="1387" y="5892"/>
                    <a:pt x="1734" y="5546"/>
                    <a:pt x="2175" y="5294"/>
                  </a:cubicBezTo>
                  <a:cubicBezTo>
                    <a:pt x="2490" y="5105"/>
                    <a:pt x="2679" y="4790"/>
                    <a:pt x="2679" y="4443"/>
                  </a:cubicBezTo>
                  <a:lnTo>
                    <a:pt x="2679" y="2080"/>
                  </a:lnTo>
                  <a:close/>
                  <a:moveTo>
                    <a:pt x="1670" y="6939"/>
                  </a:moveTo>
                  <a:cubicBezTo>
                    <a:pt x="2308" y="6939"/>
                    <a:pt x="2942" y="7156"/>
                    <a:pt x="3561" y="7562"/>
                  </a:cubicBezTo>
                  <a:cubicBezTo>
                    <a:pt x="4160" y="7940"/>
                    <a:pt x="4790" y="8192"/>
                    <a:pt x="5420" y="8255"/>
                  </a:cubicBezTo>
                  <a:cubicBezTo>
                    <a:pt x="5577" y="8255"/>
                    <a:pt x="5672" y="8287"/>
                    <a:pt x="5829" y="8287"/>
                  </a:cubicBezTo>
                  <a:cubicBezTo>
                    <a:pt x="6207" y="8287"/>
                    <a:pt x="6554" y="8255"/>
                    <a:pt x="6869" y="8129"/>
                  </a:cubicBezTo>
                  <a:lnTo>
                    <a:pt x="6869" y="8129"/>
                  </a:lnTo>
                  <a:cubicBezTo>
                    <a:pt x="6869" y="8255"/>
                    <a:pt x="6837" y="8381"/>
                    <a:pt x="6837" y="8507"/>
                  </a:cubicBezTo>
                  <a:cubicBezTo>
                    <a:pt x="6585" y="9799"/>
                    <a:pt x="5640" y="10807"/>
                    <a:pt x="4412" y="11059"/>
                  </a:cubicBezTo>
                  <a:cubicBezTo>
                    <a:pt x="4192" y="11103"/>
                    <a:pt x="3970" y="11125"/>
                    <a:pt x="3750" y="11125"/>
                  </a:cubicBezTo>
                  <a:cubicBezTo>
                    <a:pt x="3027" y="11125"/>
                    <a:pt x="2328" y="10888"/>
                    <a:pt x="1797" y="10429"/>
                  </a:cubicBezTo>
                  <a:cubicBezTo>
                    <a:pt x="1041" y="9830"/>
                    <a:pt x="631" y="8917"/>
                    <a:pt x="631" y="7972"/>
                  </a:cubicBezTo>
                  <a:cubicBezTo>
                    <a:pt x="631" y="7656"/>
                    <a:pt x="694" y="7404"/>
                    <a:pt x="757" y="7089"/>
                  </a:cubicBezTo>
                  <a:cubicBezTo>
                    <a:pt x="1062" y="6988"/>
                    <a:pt x="1366" y="6939"/>
                    <a:pt x="1670" y="6939"/>
                  </a:cubicBezTo>
                  <a:close/>
                  <a:moveTo>
                    <a:pt x="2427" y="1"/>
                  </a:moveTo>
                  <a:cubicBezTo>
                    <a:pt x="1828" y="1"/>
                    <a:pt x="1387" y="473"/>
                    <a:pt x="1387" y="1009"/>
                  </a:cubicBezTo>
                  <a:cubicBezTo>
                    <a:pt x="1387" y="1450"/>
                    <a:pt x="1671" y="1828"/>
                    <a:pt x="2112" y="1986"/>
                  </a:cubicBezTo>
                  <a:lnTo>
                    <a:pt x="2112" y="4443"/>
                  </a:lnTo>
                  <a:cubicBezTo>
                    <a:pt x="2112" y="4569"/>
                    <a:pt x="2017" y="4632"/>
                    <a:pt x="1891" y="4727"/>
                  </a:cubicBezTo>
                  <a:cubicBezTo>
                    <a:pt x="1356" y="5042"/>
                    <a:pt x="883" y="5514"/>
                    <a:pt x="536" y="6081"/>
                  </a:cubicBezTo>
                  <a:cubicBezTo>
                    <a:pt x="410" y="6302"/>
                    <a:pt x="284" y="6522"/>
                    <a:pt x="221" y="6711"/>
                  </a:cubicBezTo>
                  <a:lnTo>
                    <a:pt x="221" y="6743"/>
                  </a:lnTo>
                  <a:cubicBezTo>
                    <a:pt x="64" y="7152"/>
                    <a:pt x="1" y="7593"/>
                    <a:pt x="1" y="8003"/>
                  </a:cubicBezTo>
                  <a:cubicBezTo>
                    <a:pt x="1" y="9169"/>
                    <a:pt x="536" y="10271"/>
                    <a:pt x="1419" y="10964"/>
                  </a:cubicBezTo>
                  <a:cubicBezTo>
                    <a:pt x="2112" y="11532"/>
                    <a:pt x="2962" y="11847"/>
                    <a:pt x="3845" y="11847"/>
                  </a:cubicBezTo>
                  <a:cubicBezTo>
                    <a:pt x="4097" y="11847"/>
                    <a:pt x="4380" y="11784"/>
                    <a:pt x="4664" y="11752"/>
                  </a:cubicBezTo>
                  <a:cubicBezTo>
                    <a:pt x="5420" y="11595"/>
                    <a:pt x="6081" y="11248"/>
                    <a:pt x="6585" y="10681"/>
                  </a:cubicBezTo>
                  <a:cubicBezTo>
                    <a:pt x="7090" y="10145"/>
                    <a:pt x="7468" y="9484"/>
                    <a:pt x="7625" y="8728"/>
                  </a:cubicBezTo>
                  <a:cubicBezTo>
                    <a:pt x="7562" y="8350"/>
                    <a:pt x="7562" y="7972"/>
                    <a:pt x="7531" y="7656"/>
                  </a:cubicBezTo>
                  <a:cubicBezTo>
                    <a:pt x="7499" y="7184"/>
                    <a:pt x="7373" y="6743"/>
                    <a:pt x="7184" y="6333"/>
                  </a:cubicBezTo>
                  <a:cubicBezTo>
                    <a:pt x="6837" y="5609"/>
                    <a:pt x="6302" y="5073"/>
                    <a:pt x="5640" y="4664"/>
                  </a:cubicBezTo>
                  <a:cubicBezTo>
                    <a:pt x="5577" y="4632"/>
                    <a:pt x="5483" y="4506"/>
                    <a:pt x="5483" y="4411"/>
                  </a:cubicBezTo>
                  <a:lnTo>
                    <a:pt x="5483" y="1986"/>
                  </a:lnTo>
                  <a:cubicBezTo>
                    <a:pt x="5892" y="1828"/>
                    <a:pt x="6207" y="1482"/>
                    <a:pt x="6207" y="1009"/>
                  </a:cubicBezTo>
                  <a:cubicBezTo>
                    <a:pt x="6207" y="410"/>
                    <a:pt x="5735" y="1"/>
                    <a:pt x="516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0" name="Google Shape;2200;p44"/>
            <p:cNvSpPr/>
            <p:nvPr/>
          </p:nvSpPr>
          <p:spPr>
            <a:xfrm>
              <a:off x="-27976950" y="2910650"/>
              <a:ext cx="18150" cy="17350"/>
            </a:xfrm>
            <a:custGeom>
              <a:rect b="b" l="l" r="r" t="t"/>
              <a:pathLst>
                <a:path extrusionOk="0" h="694" w="726">
                  <a:moveTo>
                    <a:pt x="379" y="1"/>
                  </a:moveTo>
                  <a:cubicBezTo>
                    <a:pt x="158" y="1"/>
                    <a:pt x="1" y="158"/>
                    <a:pt x="1" y="347"/>
                  </a:cubicBezTo>
                  <a:cubicBezTo>
                    <a:pt x="1" y="536"/>
                    <a:pt x="158" y="694"/>
                    <a:pt x="379" y="694"/>
                  </a:cubicBezTo>
                  <a:cubicBezTo>
                    <a:pt x="568" y="694"/>
                    <a:pt x="725" y="536"/>
                    <a:pt x="725" y="347"/>
                  </a:cubicBezTo>
                  <a:cubicBezTo>
                    <a:pt x="725" y="158"/>
                    <a:pt x="568" y="1"/>
                    <a:pt x="37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1" name="Google Shape;2201;p44"/>
            <p:cNvSpPr/>
            <p:nvPr/>
          </p:nvSpPr>
          <p:spPr>
            <a:xfrm>
              <a:off x="-27924175" y="2927975"/>
              <a:ext cx="17350" cy="18150"/>
            </a:xfrm>
            <a:custGeom>
              <a:rect b="b" l="l" r="r" t="t"/>
              <a:pathLst>
                <a:path extrusionOk="0" h="726" w="694">
                  <a:moveTo>
                    <a:pt x="347" y="1"/>
                  </a:moveTo>
                  <a:cubicBezTo>
                    <a:pt x="158" y="1"/>
                    <a:pt x="1" y="158"/>
                    <a:pt x="1" y="347"/>
                  </a:cubicBezTo>
                  <a:cubicBezTo>
                    <a:pt x="1" y="568"/>
                    <a:pt x="158" y="725"/>
                    <a:pt x="347" y="725"/>
                  </a:cubicBezTo>
                  <a:cubicBezTo>
                    <a:pt x="536" y="725"/>
                    <a:pt x="694" y="568"/>
                    <a:pt x="694" y="347"/>
                  </a:cubicBezTo>
                  <a:cubicBezTo>
                    <a:pt x="694"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2" name="Google Shape;2202;p44"/>
            <p:cNvSpPr/>
            <p:nvPr/>
          </p:nvSpPr>
          <p:spPr>
            <a:xfrm>
              <a:off x="-27976950" y="2946100"/>
              <a:ext cx="18150" cy="17350"/>
            </a:xfrm>
            <a:custGeom>
              <a:rect b="b" l="l" r="r" t="t"/>
              <a:pathLst>
                <a:path extrusionOk="0" h="694" w="726">
                  <a:moveTo>
                    <a:pt x="379" y="0"/>
                  </a:moveTo>
                  <a:cubicBezTo>
                    <a:pt x="158" y="0"/>
                    <a:pt x="1" y="158"/>
                    <a:pt x="1" y="347"/>
                  </a:cubicBezTo>
                  <a:cubicBezTo>
                    <a:pt x="1" y="536"/>
                    <a:pt x="158" y="693"/>
                    <a:pt x="379" y="693"/>
                  </a:cubicBezTo>
                  <a:cubicBezTo>
                    <a:pt x="568" y="693"/>
                    <a:pt x="725" y="536"/>
                    <a:pt x="725" y="347"/>
                  </a:cubicBezTo>
                  <a:cubicBezTo>
                    <a:pt x="725" y="158"/>
                    <a:pt x="568" y="0"/>
                    <a:pt x="37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3" name="Google Shape;2203;p44"/>
            <p:cNvSpPr/>
            <p:nvPr/>
          </p:nvSpPr>
          <p:spPr>
            <a:xfrm>
              <a:off x="-28010800" y="2893325"/>
              <a:ext cx="17350" cy="18150"/>
            </a:xfrm>
            <a:custGeom>
              <a:rect b="b" l="l" r="r" t="t"/>
              <a:pathLst>
                <a:path extrusionOk="0" h="726" w="694">
                  <a:moveTo>
                    <a:pt x="347" y="0"/>
                  </a:moveTo>
                  <a:cubicBezTo>
                    <a:pt x="158" y="0"/>
                    <a:pt x="0" y="158"/>
                    <a:pt x="0" y="379"/>
                  </a:cubicBezTo>
                  <a:cubicBezTo>
                    <a:pt x="0" y="568"/>
                    <a:pt x="158" y="725"/>
                    <a:pt x="347" y="725"/>
                  </a:cubicBezTo>
                  <a:cubicBezTo>
                    <a:pt x="536" y="725"/>
                    <a:pt x="693" y="568"/>
                    <a:pt x="693" y="379"/>
                  </a:cubicBezTo>
                  <a:cubicBezTo>
                    <a:pt x="693" y="158"/>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04" name="Google Shape;2204;p44"/>
          <p:cNvGrpSpPr/>
          <p:nvPr/>
        </p:nvGrpSpPr>
        <p:grpSpPr>
          <a:xfrm>
            <a:off x="7705912" y="1555909"/>
            <a:ext cx="284061" cy="283294"/>
            <a:chOff x="-26215025" y="1971025"/>
            <a:chExt cx="296175" cy="295375"/>
          </a:xfrm>
        </p:grpSpPr>
        <p:sp>
          <p:nvSpPr>
            <p:cNvPr id="2205" name="Google Shape;2205;p44"/>
            <p:cNvSpPr/>
            <p:nvPr/>
          </p:nvSpPr>
          <p:spPr>
            <a:xfrm>
              <a:off x="-26092950" y="1971025"/>
              <a:ext cx="51225" cy="225275"/>
            </a:xfrm>
            <a:custGeom>
              <a:rect b="b" l="l" r="r" t="t"/>
              <a:pathLst>
                <a:path extrusionOk="0" h="9011" w="2049">
                  <a:moveTo>
                    <a:pt x="1009" y="7246"/>
                  </a:moveTo>
                  <a:cubicBezTo>
                    <a:pt x="1198" y="7593"/>
                    <a:pt x="1355" y="7877"/>
                    <a:pt x="1355" y="8003"/>
                  </a:cubicBezTo>
                  <a:cubicBezTo>
                    <a:pt x="1355" y="8192"/>
                    <a:pt x="1198" y="8349"/>
                    <a:pt x="1009" y="8349"/>
                  </a:cubicBezTo>
                  <a:cubicBezTo>
                    <a:pt x="820" y="8349"/>
                    <a:pt x="662" y="8192"/>
                    <a:pt x="662" y="8003"/>
                  </a:cubicBezTo>
                  <a:cubicBezTo>
                    <a:pt x="694" y="7877"/>
                    <a:pt x="820" y="7562"/>
                    <a:pt x="1009" y="7246"/>
                  </a:cubicBezTo>
                  <a:close/>
                  <a:moveTo>
                    <a:pt x="977" y="0"/>
                  </a:moveTo>
                  <a:cubicBezTo>
                    <a:pt x="788" y="0"/>
                    <a:pt x="631" y="158"/>
                    <a:pt x="631" y="347"/>
                  </a:cubicBezTo>
                  <a:lnTo>
                    <a:pt x="631" y="6490"/>
                  </a:lnTo>
                  <a:cubicBezTo>
                    <a:pt x="536" y="6616"/>
                    <a:pt x="410" y="6774"/>
                    <a:pt x="316" y="6963"/>
                  </a:cubicBezTo>
                  <a:cubicBezTo>
                    <a:pt x="32" y="7562"/>
                    <a:pt x="1" y="7845"/>
                    <a:pt x="1" y="8003"/>
                  </a:cubicBezTo>
                  <a:cubicBezTo>
                    <a:pt x="1" y="8601"/>
                    <a:pt x="473" y="9011"/>
                    <a:pt x="1009" y="9011"/>
                  </a:cubicBezTo>
                  <a:cubicBezTo>
                    <a:pt x="1576" y="9011"/>
                    <a:pt x="2048" y="8538"/>
                    <a:pt x="2048" y="8003"/>
                  </a:cubicBezTo>
                  <a:cubicBezTo>
                    <a:pt x="2048" y="7845"/>
                    <a:pt x="1985" y="7593"/>
                    <a:pt x="1639" y="6963"/>
                  </a:cubicBezTo>
                  <a:cubicBezTo>
                    <a:pt x="1513" y="6774"/>
                    <a:pt x="1418" y="6585"/>
                    <a:pt x="1324" y="6490"/>
                  </a:cubicBezTo>
                  <a:lnTo>
                    <a:pt x="1324" y="347"/>
                  </a:lnTo>
                  <a:cubicBezTo>
                    <a:pt x="1324" y="158"/>
                    <a:pt x="1166" y="0"/>
                    <a:pt x="97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6" name="Google Shape;2206;p44"/>
            <p:cNvSpPr/>
            <p:nvPr/>
          </p:nvSpPr>
          <p:spPr>
            <a:xfrm>
              <a:off x="-26179575" y="2214400"/>
              <a:ext cx="17350" cy="17350"/>
            </a:xfrm>
            <a:custGeom>
              <a:rect b="b" l="l" r="r" t="t"/>
              <a:pathLst>
                <a:path extrusionOk="0" h="694" w="694">
                  <a:moveTo>
                    <a:pt x="347" y="0"/>
                  </a:moveTo>
                  <a:cubicBezTo>
                    <a:pt x="158" y="0"/>
                    <a:pt x="0" y="158"/>
                    <a:pt x="0" y="347"/>
                  </a:cubicBezTo>
                  <a:cubicBezTo>
                    <a:pt x="0" y="536"/>
                    <a:pt x="158" y="693"/>
                    <a:pt x="347" y="693"/>
                  </a:cubicBezTo>
                  <a:cubicBezTo>
                    <a:pt x="536" y="693"/>
                    <a:pt x="693" y="536"/>
                    <a:pt x="693" y="347"/>
                  </a:cubicBezTo>
                  <a:cubicBezTo>
                    <a:pt x="693" y="158"/>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7" name="Google Shape;2207;p44"/>
            <p:cNvSpPr/>
            <p:nvPr/>
          </p:nvSpPr>
          <p:spPr>
            <a:xfrm>
              <a:off x="-26163050" y="2178950"/>
              <a:ext cx="17350" cy="17350"/>
            </a:xfrm>
            <a:custGeom>
              <a:rect b="b" l="l" r="r" t="t"/>
              <a:pathLst>
                <a:path extrusionOk="0" h="694" w="694">
                  <a:moveTo>
                    <a:pt x="347" y="1"/>
                  </a:moveTo>
                  <a:cubicBezTo>
                    <a:pt x="158" y="1"/>
                    <a:pt x="1" y="158"/>
                    <a:pt x="1" y="347"/>
                  </a:cubicBezTo>
                  <a:cubicBezTo>
                    <a:pt x="1" y="536"/>
                    <a:pt x="158" y="694"/>
                    <a:pt x="347" y="694"/>
                  </a:cubicBezTo>
                  <a:cubicBezTo>
                    <a:pt x="536" y="694"/>
                    <a:pt x="694" y="536"/>
                    <a:pt x="694" y="347"/>
                  </a:cubicBezTo>
                  <a:cubicBezTo>
                    <a:pt x="694"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8" name="Google Shape;2208;p44"/>
            <p:cNvSpPr/>
            <p:nvPr/>
          </p:nvSpPr>
          <p:spPr>
            <a:xfrm>
              <a:off x="-26145725" y="2214400"/>
              <a:ext cx="18150" cy="17350"/>
            </a:xfrm>
            <a:custGeom>
              <a:rect b="b" l="l" r="r" t="t"/>
              <a:pathLst>
                <a:path extrusionOk="0" h="694" w="726">
                  <a:moveTo>
                    <a:pt x="379" y="0"/>
                  </a:moveTo>
                  <a:cubicBezTo>
                    <a:pt x="158" y="0"/>
                    <a:pt x="1" y="158"/>
                    <a:pt x="1" y="347"/>
                  </a:cubicBezTo>
                  <a:cubicBezTo>
                    <a:pt x="1" y="536"/>
                    <a:pt x="158" y="693"/>
                    <a:pt x="379" y="693"/>
                  </a:cubicBezTo>
                  <a:cubicBezTo>
                    <a:pt x="568" y="693"/>
                    <a:pt x="725" y="536"/>
                    <a:pt x="725" y="347"/>
                  </a:cubicBezTo>
                  <a:cubicBezTo>
                    <a:pt x="725" y="158"/>
                    <a:pt x="568" y="0"/>
                    <a:pt x="37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9" name="Google Shape;2209;p44"/>
            <p:cNvSpPr/>
            <p:nvPr/>
          </p:nvSpPr>
          <p:spPr>
            <a:xfrm>
              <a:off x="-25988975" y="2178950"/>
              <a:ext cx="18125" cy="17350"/>
            </a:xfrm>
            <a:custGeom>
              <a:rect b="b" l="l" r="r" t="t"/>
              <a:pathLst>
                <a:path extrusionOk="0" h="694" w="725">
                  <a:moveTo>
                    <a:pt x="347" y="1"/>
                  </a:moveTo>
                  <a:cubicBezTo>
                    <a:pt x="158" y="1"/>
                    <a:pt x="0" y="158"/>
                    <a:pt x="0" y="347"/>
                  </a:cubicBezTo>
                  <a:cubicBezTo>
                    <a:pt x="0" y="536"/>
                    <a:pt x="158" y="694"/>
                    <a:pt x="347" y="694"/>
                  </a:cubicBezTo>
                  <a:cubicBezTo>
                    <a:pt x="567" y="694"/>
                    <a:pt x="725" y="536"/>
                    <a:pt x="725" y="347"/>
                  </a:cubicBezTo>
                  <a:cubicBezTo>
                    <a:pt x="662" y="158"/>
                    <a:pt x="504"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0" name="Google Shape;2210;p44"/>
            <p:cNvSpPr/>
            <p:nvPr/>
          </p:nvSpPr>
          <p:spPr>
            <a:xfrm>
              <a:off x="-26006300" y="2214400"/>
              <a:ext cx="17350" cy="17350"/>
            </a:xfrm>
            <a:custGeom>
              <a:rect b="b" l="l" r="r" t="t"/>
              <a:pathLst>
                <a:path extrusionOk="0" h="694" w="694">
                  <a:moveTo>
                    <a:pt x="347" y="0"/>
                  </a:moveTo>
                  <a:cubicBezTo>
                    <a:pt x="158" y="0"/>
                    <a:pt x="0" y="158"/>
                    <a:pt x="0" y="347"/>
                  </a:cubicBezTo>
                  <a:cubicBezTo>
                    <a:pt x="0" y="536"/>
                    <a:pt x="158" y="693"/>
                    <a:pt x="347" y="693"/>
                  </a:cubicBezTo>
                  <a:cubicBezTo>
                    <a:pt x="536" y="693"/>
                    <a:pt x="693" y="536"/>
                    <a:pt x="693" y="347"/>
                  </a:cubicBezTo>
                  <a:cubicBezTo>
                    <a:pt x="693" y="158"/>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1" name="Google Shape;2211;p44"/>
            <p:cNvSpPr/>
            <p:nvPr/>
          </p:nvSpPr>
          <p:spPr>
            <a:xfrm>
              <a:off x="-25972450" y="2214400"/>
              <a:ext cx="18150" cy="17350"/>
            </a:xfrm>
            <a:custGeom>
              <a:rect b="b" l="l" r="r" t="t"/>
              <a:pathLst>
                <a:path extrusionOk="0" h="694" w="726">
                  <a:moveTo>
                    <a:pt x="379" y="0"/>
                  </a:moveTo>
                  <a:cubicBezTo>
                    <a:pt x="158" y="0"/>
                    <a:pt x="1" y="158"/>
                    <a:pt x="1" y="347"/>
                  </a:cubicBezTo>
                  <a:cubicBezTo>
                    <a:pt x="1" y="536"/>
                    <a:pt x="158" y="693"/>
                    <a:pt x="379" y="693"/>
                  </a:cubicBezTo>
                  <a:cubicBezTo>
                    <a:pt x="568" y="693"/>
                    <a:pt x="726" y="536"/>
                    <a:pt x="726" y="347"/>
                  </a:cubicBezTo>
                  <a:cubicBezTo>
                    <a:pt x="726" y="158"/>
                    <a:pt x="568" y="0"/>
                    <a:pt x="37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2" name="Google Shape;2212;p44"/>
            <p:cNvSpPr/>
            <p:nvPr/>
          </p:nvSpPr>
          <p:spPr>
            <a:xfrm>
              <a:off x="-26215025" y="2108850"/>
              <a:ext cx="296175" cy="157550"/>
            </a:xfrm>
            <a:custGeom>
              <a:rect b="b" l="l" r="r" t="t"/>
              <a:pathLst>
                <a:path extrusionOk="0" h="6302" w="11847">
                  <a:moveTo>
                    <a:pt x="4128" y="725"/>
                  </a:moveTo>
                  <a:cubicBezTo>
                    <a:pt x="3970" y="946"/>
                    <a:pt x="3844" y="1198"/>
                    <a:pt x="3781" y="1418"/>
                  </a:cubicBezTo>
                  <a:cubicBezTo>
                    <a:pt x="3781" y="1450"/>
                    <a:pt x="3749" y="1513"/>
                    <a:pt x="3749" y="1544"/>
                  </a:cubicBezTo>
                  <a:cubicBezTo>
                    <a:pt x="3403" y="1355"/>
                    <a:pt x="2993" y="1261"/>
                    <a:pt x="2615" y="1261"/>
                  </a:cubicBezTo>
                  <a:cubicBezTo>
                    <a:pt x="2111" y="1261"/>
                    <a:pt x="1450" y="1418"/>
                    <a:pt x="1166" y="1891"/>
                  </a:cubicBezTo>
                  <a:cubicBezTo>
                    <a:pt x="1040" y="2080"/>
                    <a:pt x="851" y="2175"/>
                    <a:pt x="694" y="2175"/>
                  </a:cubicBezTo>
                  <a:lnTo>
                    <a:pt x="694" y="1072"/>
                  </a:lnTo>
                  <a:cubicBezTo>
                    <a:pt x="694" y="851"/>
                    <a:pt x="851" y="725"/>
                    <a:pt x="1040" y="725"/>
                  </a:cubicBezTo>
                  <a:close/>
                  <a:moveTo>
                    <a:pt x="10775" y="725"/>
                  </a:moveTo>
                  <a:cubicBezTo>
                    <a:pt x="10964" y="725"/>
                    <a:pt x="11122" y="883"/>
                    <a:pt x="11122" y="1072"/>
                  </a:cubicBezTo>
                  <a:lnTo>
                    <a:pt x="11122" y="2175"/>
                  </a:lnTo>
                  <a:cubicBezTo>
                    <a:pt x="10933" y="2175"/>
                    <a:pt x="10775" y="2080"/>
                    <a:pt x="10649" y="1891"/>
                  </a:cubicBezTo>
                  <a:cubicBezTo>
                    <a:pt x="10429" y="1513"/>
                    <a:pt x="10050" y="1261"/>
                    <a:pt x="9546" y="1261"/>
                  </a:cubicBezTo>
                  <a:cubicBezTo>
                    <a:pt x="9074" y="1261"/>
                    <a:pt x="8696" y="1513"/>
                    <a:pt x="8444" y="1891"/>
                  </a:cubicBezTo>
                  <a:cubicBezTo>
                    <a:pt x="8412" y="1985"/>
                    <a:pt x="8349" y="2049"/>
                    <a:pt x="8286" y="2143"/>
                  </a:cubicBezTo>
                  <a:cubicBezTo>
                    <a:pt x="8255" y="1828"/>
                    <a:pt x="8097" y="1355"/>
                    <a:pt x="7719" y="725"/>
                  </a:cubicBezTo>
                  <a:close/>
                  <a:moveTo>
                    <a:pt x="9609" y="1922"/>
                  </a:moveTo>
                  <a:cubicBezTo>
                    <a:pt x="9830" y="1922"/>
                    <a:pt x="9987" y="2049"/>
                    <a:pt x="10113" y="2206"/>
                  </a:cubicBezTo>
                  <a:cubicBezTo>
                    <a:pt x="10334" y="2616"/>
                    <a:pt x="10744" y="2836"/>
                    <a:pt x="11185" y="2836"/>
                  </a:cubicBezTo>
                  <a:lnTo>
                    <a:pt x="11185" y="5546"/>
                  </a:lnTo>
                  <a:lnTo>
                    <a:pt x="694" y="5546"/>
                  </a:lnTo>
                  <a:lnTo>
                    <a:pt x="694" y="2931"/>
                  </a:lnTo>
                  <a:cubicBezTo>
                    <a:pt x="1135" y="2931"/>
                    <a:pt x="1576" y="2679"/>
                    <a:pt x="1765" y="2301"/>
                  </a:cubicBezTo>
                  <a:cubicBezTo>
                    <a:pt x="1828" y="2143"/>
                    <a:pt x="2143" y="2017"/>
                    <a:pt x="2615" y="2017"/>
                  </a:cubicBezTo>
                  <a:cubicBezTo>
                    <a:pt x="3056" y="2017"/>
                    <a:pt x="3371" y="2175"/>
                    <a:pt x="3497" y="2301"/>
                  </a:cubicBezTo>
                  <a:lnTo>
                    <a:pt x="3529" y="2364"/>
                  </a:lnTo>
                  <a:cubicBezTo>
                    <a:pt x="3529" y="2395"/>
                    <a:pt x="3560" y="2395"/>
                    <a:pt x="3560" y="2395"/>
                  </a:cubicBezTo>
                  <a:cubicBezTo>
                    <a:pt x="3560" y="2868"/>
                    <a:pt x="3686" y="3309"/>
                    <a:pt x="3939" y="3718"/>
                  </a:cubicBezTo>
                  <a:cubicBezTo>
                    <a:pt x="4317" y="4380"/>
                    <a:pt x="4947" y="4758"/>
                    <a:pt x="5671" y="4852"/>
                  </a:cubicBezTo>
                  <a:lnTo>
                    <a:pt x="5923" y="4852"/>
                  </a:lnTo>
                  <a:cubicBezTo>
                    <a:pt x="7121" y="4852"/>
                    <a:pt x="8097" y="4033"/>
                    <a:pt x="8286" y="2868"/>
                  </a:cubicBezTo>
                  <a:cubicBezTo>
                    <a:pt x="8727" y="2773"/>
                    <a:pt x="8916" y="2458"/>
                    <a:pt x="9074" y="2206"/>
                  </a:cubicBezTo>
                  <a:cubicBezTo>
                    <a:pt x="9200" y="2017"/>
                    <a:pt x="9357" y="1922"/>
                    <a:pt x="9609" y="1922"/>
                  </a:cubicBezTo>
                  <a:close/>
                  <a:moveTo>
                    <a:pt x="1040" y="1"/>
                  </a:moveTo>
                  <a:cubicBezTo>
                    <a:pt x="473" y="1"/>
                    <a:pt x="0" y="473"/>
                    <a:pt x="0" y="1072"/>
                  </a:cubicBezTo>
                  <a:lnTo>
                    <a:pt x="0" y="5955"/>
                  </a:lnTo>
                  <a:cubicBezTo>
                    <a:pt x="0" y="6144"/>
                    <a:pt x="158" y="6302"/>
                    <a:pt x="347" y="6302"/>
                  </a:cubicBezTo>
                  <a:lnTo>
                    <a:pt x="11500" y="6302"/>
                  </a:lnTo>
                  <a:cubicBezTo>
                    <a:pt x="11689" y="6302"/>
                    <a:pt x="11846" y="6144"/>
                    <a:pt x="11846" y="5955"/>
                  </a:cubicBezTo>
                  <a:lnTo>
                    <a:pt x="11846" y="1072"/>
                  </a:lnTo>
                  <a:cubicBezTo>
                    <a:pt x="11846" y="505"/>
                    <a:pt x="11374" y="1"/>
                    <a:pt x="10775" y="1"/>
                  </a:cubicBezTo>
                  <a:lnTo>
                    <a:pt x="7089" y="1"/>
                  </a:lnTo>
                  <a:cubicBezTo>
                    <a:pt x="6963" y="1"/>
                    <a:pt x="6837" y="64"/>
                    <a:pt x="6774" y="190"/>
                  </a:cubicBezTo>
                  <a:cubicBezTo>
                    <a:pt x="6679" y="316"/>
                    <a:pt x="6711" y="442"/>
                    <a:pt x="6774" y="568"/>
                  </a:cubicBezTo>
                  <a:lnTo>
                    <a:pt x="6805" y="599"/>
                  </a:lnTo>
                  <a:cubicBezTo>
                    <a:pt x="7341" y="1387"/>
                    <a:pt x="7625" y="2017"/>
                    <a:pt x="7625" y="2490"/>
                  </a:cubicBezTo>
                  <a:cubicBezTo>
                    <a:pt x="7625" y="3435"/>
                    <a:pt x="6868" y="4191"/>
                    <a:pt x="5923" y="4191"/>
                  </a:cubicBezTo>
                  <a:lnTo>
                    <a:pt x="5734" y="4191"/>
                  </a:lnTo>
                  <a:cubicBezTo>
                    <a:pt x="5230" y="4128"/>
                    <a:pt x="4789" y="3813"/>
                    <a:pt x="4506" y="3340"/>
                  </a:cubicBezTo>
                  <a:cubicBezTo>
                    <a:pt x="4191" y="2836"/>
                    <a:pt x="4159" y="2206"/>
                    <a:pt x="4411" y="1702"/>
                  </a:cubicBezTo>
                  <a:cubicBezTo>
                    <a:pt x="4506" y="1387"/>
                    <a:pt x="4758" y="977"/>
                    <a:pt x="5041" y="599"/>
                  </a:cubicBezTo>
                  <a:lnTo>
                    <a:pt x="5073" y="568"/>
                  </a:lnTo>
                  <a:cubicBezTo>
                    <a:pt x="5136" y="442"/>
                    <a:pt x="5136" y="316"/>
                    <a:pt x="5073" y="190"/>
                  </a:cubicBezTo>
                  <a:cubicBezTo>
                    <a:pt x="4978" y="95"/>
                    <a:pt x="4884" y="1"/>
                    <a:pt x="475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13" name="Google Shape;2213;p44"/>
          <p:cNvGrpSpPr/>
          <p:nvPr/>
        </p:nvGrpSpPr>
        <p:grpSpPr>
          <a:xfrm>
            <a:off x="7705528" y="1994010"/>
            <a:ext cx="284829" cy="282551"/>
            <a:chOff x="-26215825" y="2341200"/>
            <a:chExt cx="296975" cy="294600"/>
          </a:xfrm>
        </p:grpSpPr>
        <p:sp>
          <p:nvSpPr>
            <p:cNvPr id="2214" name="Google Shape;2214;p44"/>
            <p:cNvSpPr/>
            <p:nvPr/>
          </p:nvSpPr>
          <p:spPr>
            <a:xfrm>
              <a:off x="-26215025" y="2463275"/>
              <a:ext cx="296175" cy="172525"/>
            </a:xfrm>
            <a:custGeom>
              <a:rect b="b" l="l" r="r" t="t"/>
              <a:pathLst>
                <a:path extrusionOk="0" h="6901" w="11847">
                  <a:moveTo>
                    <a:pt x="10113" y="725"/>
                  </a:moveTo>
                  <a:cubicBezTo>
                    <a:pt x="10712" y="725"/>
                    <a:pt x="11122" y="1198"/>
                    <a:pt x="11122" y="1734"/>
                  </a:cubicBezTo>
                  <a:cubicBezTo>
                    <a:pt x="11122" y="2332"/>
                    <a:pt x="10649" y="2773"/>
                    <a:pt x="10113" y="2773"/>
                  </a:cubicBezTo>
                  <a:lnTo>
                    <a:pt x="6994" y="2773"/>
                  </a:lnTo>
                  <a:cubicBezTo>
                    <a:pt x="6616" y="2773"/>
                    <a:pt x="6301" y="2458"/>
                    <a:pt x="6301" y="2049"/>
                  </a:cubicBezTo>
                  <a:cubicBezTo>
                    <a:pt x="6301" y="1860"/>
                    <a:pt x="6396" y="1671"/>
                    <a:pt x="6553" y="1545"/>
                  </a:cubicBezTo>
                  <a:cubicBezTo>
                    <a:pt x="6837" y="1891"/>
                    <a:pt x="7247" y="2080"/>
                    <a:pt x="7688" y="2080"/>
                  </a:cubicBezTo>
                  <a:cubicBezTo>
                    <a:pt x="8255" y="2080"/>
                    <a:pt x="8727" y="1671"/>
                    <a:pt x="9137" y="1293"/>
                  </a:cubicBezTo>
                  <a:cubicBezTo>
                    <a:pt x="9452" y="977"/>
                    <a:pt x="9767" y="725"/>
                    <a:pt x="10113" y="725"/>
                  </a:cubicBezTo>
                  <a:close/>
                  <a:moveTo>
                    <a:pt x="7656" y="3466"/>
                  </a:moveTo>
                  <a:lnTo>
                    <a:pt x="7656" y="4853"/>
                  </a:lnTo>
                  <a:lnTo>
                    <a:pt x="6963" y="4853"/>
                  </a:lnTo>
                  <a:lnTo>
                    <a:pt x="6963" y="3466"/>
                  </a:lnTo>
                  <a:close/>
                  <a:moveTo>
                    <a:pt x="9074" y="3466"/>
                  </a:moveTo>
                  <a:lnTo>
                    <a:pt x="9074" y="4853"/>
                  </a:lnTo>
                  <a:lnTo>
                    <a:pt x="8381" y="4853"/>
                  </a:lnTo>
                  <a:lnTo>
                    <a:pt x="8381" y="3466"/>
                  </a:lnTo>
                  <a:close/>
                  <a:moveTo>
                    <a:pt x="10460" y="3435"/>
                  </a:moveTo>
                  <a:lnTo>
                    <a:pt x="10460" y="4853"/>
                  </a:lnTo>
                  <a:lnTo>
                    <a:pt x="9767" y="4853"/>
                  </a:lnTo>
                  <a:lnTo>
                    <a:pt x="9767" y="3466"/>
                  </a:lnTo>
                  <a:lnTo>
                    <a:pt x="10113" y="3466"/>
                  </a:lnTo>
                  <a:cubicBezTo>
                    <a:pt x="10240" y="3466"/>
                    <a:pt x="10334" y="3466"/>
                    <a:pt x="10460" y="3435"/>
                  </a:cubicBezTo>
                  <a:close/>
                  <a:moveTo>
                    <a:pt x="2993" y="4128"/>
                  </a:moveTo>
                  <a:cubicBezTo>
                    <a:pt x="3371" y="4128"/>
                    <a:pt x="3781" y="4254"/>
                    <a:pt x="4128" y="4412"/>
                  </a:cubicBezTo>
                  <a:lnTo>
                    <a:pt x="5829" y="5325"/>
                  </a:lnTo>
                  <a:cubicBezTo>
                    <a:pt x="6049" y="5451"/>
                    <a:pt x="6364" y="5514"/>
                    <a:pt x="6648" y="5514"/>
                  </a:cubicBezTo>
                  <a:lnTo>
                    <a:pt x="10838" y="5514"/>
                  </a:lnTo>
                  <a:cubicBezTo>
                    <a:pt x="11027" y="5514"/>
                    <a:pt x="11185" y="5672"/>
                    <a:pt x="11185" y="5861"/>
                  </a:cubicBezTo>
                  <a:cubicBezTo>
                    <a:pt x="11185" y="6050"/>
                    <a:pt x="10964" y="6239"/>
                    <a:pt x="10775" y="6239"/>
                  </a:cubicBezTo>
                  <a:lnTo>
                    <a:pt x="6616" y="6239"/>
                  </a:lnTo>
                  <a:cubicBezTo>
                    <a:pt x="6459" y="6239"/>
                    <a:pt x="6238" y="6176"/>
                    <a:pt x="6144" y="6113"/>
                  </a:cubicBezTo>
                  <a:lnTo>
                    <a:pt x="4443" y="5199"/>
                  </a:lnTo>
                  <a:cubicBezTo>
                    <a:pt x="4002" y="4979"/>
                    <a:pt x="3497" y="4853"/>
                    <a:pt x="2993" y="4853"/>
                  </a:cubicBezTo>
                  <a:lnTo>
                    <a:pt x="694" y="4853"/>
                  </a:lnTo>
                  <a:lnTo>
                    <a:pt x="694" y="4128"/>
                  </a:lnTo>
                  <a:close/>
                  <a:moveTo>
                    <a:pt x="10113" y="1"/>
                  </a:moveTo>
                  <a:cubicBezTo>
                    <a:pt x="9515" y="1"/>
                    <a:pt x="9042" y="442"/>
                    <a:pt x="8664" y="788"/>
                  </a:cubicBezTo>
                  <a:cubicBezTo>
                    <a:pt x="8349" y="1104"/>
                    <a:pt x="8034" y="1387"/>
                    <a:pt x="7656" y="1387"/>
                  </a:cubicBezTo>
                  <a:cubicBezTo>
                    <a:pt x="7404" y="1387"/>
                    <a:pt x="7121" y="1230"/>
                    <a:pt x="7026" y="946"/>
                  </a:cubicBezTo>
                  <a:cubicBezTo>
                    <a:pt x="6973" y="815"/>
                    <a:pt x="6855" y="749"/>
                    <a:pt x="6708" y="749"/>
                  </a:cubicBezTo>
                  <a:cubicBezTo>
                    <a:pt x="6679" y="749"/>
                    <a:pt x="6648" y="752"/>
                    <a:pt x="6616" y="757"/>
                  </a:cubicBezTo>
                  <a:cubicBezTo>
                    <a:pt x="6018" y="914"/>
                    <a:pt x="5577" y="1450"/>
                    <a:pt x="5577" y="2080"/>
                  </a:cubicBezTo>
                  <a:cubicBezTo>
                    <a:pt x="5577" y="2616"/>
                    <a:pt x="5860" y="3025"/>
                    <a:pt x="6301" y="3277"/>
                  </a:cubicBezTo>
                  <a:lnTo>
                    <a:pt x="6301" y="4758"/>
                  </a:lnTo>
                  <a:cubicBezTo>
                    <a:pt x="6270" y="4758"/>
                    <a:pt x="6207" y="4727"/>
                    <a:pt x="6144" y="4695"/>
                  </a:cubicBezTo>
                  <a:lnTo>
                    <a:pt x="4443" y="3781"/>
                  </a:lnTo>
                  <a:cubicBezTo>
                    <a:pt x="4002" y="3561"/>
                    <a:pt x="3497" y="3435"/>
                    <a:pt x="2993" y="3435"/>
                  </a:cubicBezTo>
                  <a:lnTo>
                    <a:pt x="347" y="3435"/>
                  </a:lnTo>
                  <a:cubicBezTo>
                    <a:pt x="158" y="3435"/>
                    <a:pt x="0" y="3592"/>
                    <a:pt x="0" y="3781"/>
                  </a:cubicBezTo>
                  <a:lnTo>
                    <a:pt x="0" y="5168"/>
                  </a:lnTo>
                  <a:cubicBezTo>
                    <a:pt x="0" y="5357"/>
                    <a:pt x="158" y="5514"/>
                    <a:pt x="347" y="5514"/>
                  </a:cubicBezTo>
                  <a:lnTo>
                    <a:pt x="2993" y="5514"/>
                  </a:lnTo>
                  <a:cubicBezTo>
                    <a:pt x="3371" y="5514"/>
                    <a:pt x="3781" y="5640"/>
                    <a:pt x="4128" y="5798"/>
                  </a:cubicBezTo>
                  <a:lnTo>
                    <a:pt x="5829" y="6711"/>
                  </a:lnTo>
                  <a:cubicBezTo>
                    <a:pt x="6049" y="6806"/>
                    <a:pt x="6364" y="6900"/>
                    <a:pt x="6648" y="6900"/>
                  </a:cubicBezTo>
                  <a:lnTo>
                    <a:pt x="10838" y="6900"/>
                  </a:lnTo>
                  <a:cubicBezTo>
                    <a:pt x="11405" y="6900"/>
                    <a:pt x="11846" y="6428"/>
                    <a:pt x="11846" y="5861"/>
                  </a:cubicBezTo>
                  <a:cubicBezTo>
                    <a:pt x="11846" y="5451"/>
                    <a:pt x="11563" y="5042"/>
                    <a:pt x="11122" y="4884"/>
                  </a:cubicBezTo>
                  <a:lnTo>
                    <a:pt x="11122" y="3088"/>
                  </a:lnTo>
                  <a:cubicBezTo>
                    <a:pt x="11563" y="2805"/>
                    <a:pt x="11846" y="2301"/>
                    <a:pt x="11846" y="1734"/>
                  </a:cubicBezTo>
                  <a:cubicBezTo>
                    <a:pt x="11846" y="788"/>
                    <a:pt x="11059" y="1"/>
                    <a:pt x="1011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5" name="Google Shape;2215;p44"/>
            <p:cNvSpPr/>
            <p:nvPr/>
          </p:nvSpPr>
          <p:spPr>
            <a:xfrm>
              <a:off x="-26215825" y="2341200"/>
              <a:ext cx="296975" cy="119750"/>
            </a:xfrm>
            <a:custGeom>
              <a:rect b="b" l="l" r="r" t="t"/>
              <a:pathLst>
                <a:path extrusionOk="0" h="4790" w="11879">
                  <a:moveTo>
                    <a:pt x="10807" y="1702"/>
                  </a:moveTo>
                  <a:cubicBezTo>
                    <a:pt x="10996" y="1702"/>
                    <a:pt x="11154" y="1859"/>
                    <a:pt x="11154" y="2048"/>
                  </a:cubicBezTo>
                  <a:cubicBezTo>
                    <a:pt x="11154" y="2237"/>
                    <a:pt x="10996" y="2395"/>
                    <a:pt x="10807" y="2395"/>
                  </a:cubicBezTo>
                  <a:lnTo>
                    <a:pt x="10461" y="2395"/>
                  </a:lnTo>
                  <a:lnTo>
                    <a:pt x="10461" y="1702"/>
                  </a:lnTo>
                  <a:close/>
                  <a:moveTo>
                    <a:pt x="2112" y="788"/>
                  </a:moveTo>
                  <a:lnTo>
                    <a:pt x="9484" y="1292"/>
                  </a:lnTo>
                  <a:cubicBezTo>
                    <a:pt x="9641" y="1355"/>
                    <a:pt x="9799" y="1450"/>
                    <a:pt x="9799" y="1670"/>
                  </a:cubicBezTo>
                  <a:lnTo>
                    <a:pt x="9799" y="2489"/>
                  </a:lnTo>
                  <a:cubicBezTo>
                    <a:pt x="9799" y="2647"/>
                    <a:pt x="9673" y="2805"/>
                    <a:pt x="9515" y="2836"/>
                  </a:cubicBezTo>
                  <a:lnTo>
                    <a:pt x="2112" y="3907"/>
                  </a:lnTo>
                  <a:lnTo>
                    <a:pt x="2112" y="788"/>
                  </a:lnTo>
                  <a:close/>
                  <a:moveTo>
                    <a:pt x="726" y="725"/>
                  </a:moveTo>
                  <a:lnTo>
                    <a:pt x="1450" y="757"/>
                  </a:lnTo>
                  <a:lnTo>
                    <a:pt x="1450" y="3970"/>
                  </a:lnTo>
                  <a:lnTo>
                    <a:pt x="726" y="4065"/>
                  </a:lnTo>
                  <a:lnTo>
                    <a:pt x="726" y="725"/>
                  </a:lnTo>
                  <a:close/>
                  <a:moveTo>
                    <a:pt x="379" y="1"/>
                  </a:moveTo>
                  <a:cubicBezTo>
                    <a:pt x="316" y="1"/>
                    <a:pt x="190" y="32"/>
                    <a:pt x="95" y="64"/>
                  </a:cubicBezTo>
                  <a:cubicBezTo>
                    <a:pt x="32" y="158"/>
                    <a:pt x="1" y="221"/>
                    <a:pt x="1" y="316"/>
                  </a:cubicBezTo>
                  <a:lnTo>
                    <a:pt x="1" y="4506"/>
                  </a:lnTo>
                  <a:cubicBezTo>
                    <a:pt x="32" y="4569"/>
                    <a:pt x="64" y="4695"/>
                    <a:pt x="127" y="4726"/>
                  </a:cubicBezTo>
                  <a:cubicBezTo>
                    <a:pt x="221" y="4758"/>
                    <a:pt x="284" y="4789"/>
                    <a:pt x="379" y="4789"/>
                  </a:cubicBezTo>
                  <a:lnTo>
                    <a:pt x="410" y="4789"/>
                  </a:lnTo>
                  <a:lnTo>
                    <a:pt x="9578" y="3498"/>
                  </a:lnTo>
                  <a:cubicBezTo>
                    <a:pt x="9862" y="3466"/>
                    <a:pt x="10145" y="3309"/>
                    <a:pt x="10303" y="3057"/>
                  </a:cubicBezTo>
                  <a:lnTo>
                    <a:pt x="10870" y="3057"/>
                  </a:lnTo>
                  <a:cubicBezTo>
                    <a:pt x="11437" y="3057"/>
                    <a:pt x="11878" y="2584"/>
                    <a:pt x="11878" y="2048"/>
                  </a:cubicBezTo>
                  <a:cubicBezTo>
                    <a:pt x="11878" y="1481"/>
                    <a:pt x="11406" y="1009"/>
                    <a:pt x="10870" y="1009"/>
                  </a:cubicBezTo>
                  <a:lnTo>
                    <a:pt x="10272" y="1009"/>
                  </a:lnTo>
                  <a:cubicBezTo>
                    <a:pt x="10114" y="788"/>
                    <a:pt x="9830" y="662"/>
                    <a:pt x="9515" y="631"/>
                  </a:cubicBezTo>
                  <a:lnTo>
                    <a:pt x="37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16" name="Google Shape;2216;p44"/>
          <p:cNvGrpSpPr/>
          <p:nvPr/>
        </p:nvGrpSpPr>
        <p:grpSpPr>
          <a:xfrm>
            <a:off x="7731220" y="2431392"/>
            <a:ext cx="233445" cy="283294"/>
            <a:chOff x="-26179575" y="2710600"/>
            <a:chExt cx="243400" cy="295375"/>
          </a:xfrm>
        </p:grpSpPr>
        <p:sp>
          <p:nvSpPr>
            <p:cNvPr id="2217" name="Google Shape;2217;p44"/>
            <p:cNvSpPr/>
            <p:nvPr/>
          </p:nvSpPr>
          <p:spPr>
            <a:xfrm>
              <a:off x="-26179575" y="2710600"/>
              <a:ext cx="243400" cy="295375"/>
            </a:xfrm>
            <a:custGeom>
              <a:rect b="b" l="l" r="r" t="t"/>
              <a:pathLst>
                <a:path extrusionOk="0" h="11815" w="9736">
                  <a:moveTo>
                    <a:pt x="7719" y="693"/>
                  </a:moveTo>
                  <a:cubicBezTo>
                    <a:pt x="7845" y="977"/>
                    <a:pt x="7971" y="1166"/>
                    <a:pt x="8191" y="1418"/>
                  </a:cubicBezTo>
                  <a:lnTo>
                    <a:pt x="1008" y="1418"/>
                  </a:lnTo>
                  <a:cubicBezTo>
                    <a:pt x="819" y="1418"/>
                    <a:pt x="662" y="1261"/>
                    <a:pt x="662" y="1072"/>
                  </a:cubicBezTo>
                  <a:cubicBezTo>
                    <a:pt x="662" y="851"/>
                    <a:pt x="819" y="693"/>
                    <a:pt x="1008" y="693"/>
                  </a:cubicBezTo>
                  <a:close/>
                  <a:moveTo>
                    <a:pt x="8979" y="2080"/>
                  </a:moveTo>
                  <a:lnTo>
                    <a:pt x="8979" y="11153"/>
                  </a:lnTo>
                  <a:lnTo>
                    <a:pt x="2048" y="11153"/>
                  </a:lnTo>
                  <a:lnTo>
                    <a:pt x="2048" y="2080"/>
                  </a:lnTo>
                  <a:close/>
                  <a:moveTo>
                    <a:pt x="662" y="2048"/>
                  </a:moveTo>
                  <a:cubicBezTo>
                    <a:pt x="788" y="2080"/>
                    <a:pt x="882" y="2111"/>
                    <a:pt x="1008" y="2111"/>
                  </a:cubicBezTo>
                  <a:lnTo>
                    <a:pt x="1355" y="2111"/>
                  </a:lnTo>
                  <a:lnTo>
                    <a:pt x="1355" y="11185"/>
                  </a:lnTo>
                  <a:cubicBezTo>
                    <a:pt x="977" y="11153"/>
                    <a:pt x="662" y="10838"/>
                    <a:pt x="662" y="10460"/>
                  </a:cubicBezTo>
                  <a:lnTo>
                    <a:pt x="662" y="2048"/>
                  </a:lnTo>
                  <a:close/>
                  <a:moveTo>
                    <a:pt x="1008" y="0"/>
                  </a:moveTo>
                  <a:cubicBezTo>
                    <a:pt x="410" y="0"/>
                    <a:pt x="0" y="473"/>
                    <a:pt x="0" y="1009"/>
                  </a:cubicBezTo>
                  <a:lnTo>
                    <a:pt x="0" y="10428"/>
                  </a:lnTo>
                  <a:cubicBezTo>
                    <a:pt x="0" y="11185"/>
                    <a:pt x="630" y="11815"/>
                    <a:pt x="1355" y="11815"/>
                  </a:cubicBezTo>
                  <a:lnTo>
                    <a:pt x="9357" y="11815"/>
                  </a:lnTo>
                  <a:cubicBezTo>
                    <a:pt x="9578" y="11815"/>
                    <a:pt x="9735" y="11657"/>
                    <a:pt x="9735" y="11468"/>
                  </a:cubicBezTo>
                  <a:lnTo>
                    <a:pt x="9672" y="1733"/>
                  </a:lnTo>
                  <a:cubicBezTo>
                    <a:pt x="9672" y="1576"/>
                    <a:pt x="9609" y="1450"/>
                    <a:pt x="9452" y="1418"/>
                  </a:cubicBezTo>
                  <a:cubicBezTo>
                    <a:pt x="8885" y="1229"/>
                    <a:pt x="8443" y="788"/>
                    <a:pt x="8254" y="221"/>
                  </a:cubicBezTo>
                  <a:cubicBezTo>
                    <a:pt x="8223" y="63"/>
                    <a:pt x="8065" y="0"/>
                    <a:pt x="793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8" name="Google Shape;2218;p44"/>
            <p:cNvSpPr/>
            <p:nvPr/>
          </p:nvSpPr>
          <p:spPr>
            <a:xfrm>
              <a:off x="-26092950" y="2797225"/>
              <a:ext cx="120525" cy="121325"/>
            </a:xfrm>
            <a:custGeom>
              <a:rect b="b" l="l" r="r" t="t"/>
              <a:pathLst>
                <a:path extrusionOk="0" h="4853" w="4821">
                  <a:moveTo>
                    <a:pt x="2742" y="694"/>
                  </a:moveTo>
                  <a:lnTo>
                    <a:pt x="2742" y="1734"/>
                  </a:lnTo>
                  <a:cubicBezTo>
                    <a:pt x="2742" y="1923"/>
                    <a:pt x="2899" y="2080"/>
                    <a:pt x="3088" y="2080"/>
                  </a:cubicBezTo>
                  <a:lnTo>
                    <a:pt x="4128" y="2080"/>
                  </a:lnTo>
                  <a:lnTo>
                    <a:pt x="4128" y="2805"/>
                  </a:lnTo>
                  <a:lnTo>
                    <a:pt x="3088" y="2805"/>
                  </a:lnTo>
                  <a:cubicBezTo>
                    <a:pt x="2899" y="2805"/>
                    <a:pt x="2742" y="2962"/>
                    <a:pt x="2742" y="3151"/>
                  </a:cubicBezTo>
                  <a:lnTo>
                    <a:pt x="2742" y="4160"/>
                  </a:lnTo>
                  <a:lnTo>
                    <a:pt x="2048" y="4160"/>
                  </a:lnTo>
                  <a:lnTo>
                    <a:pt x="2048" y="3151"/>
                  </a:lnTo>
                  <a:cubicBezTo>
                    <a:pt x="2048" y="2962"/>
                    <a:pt x="1891" y="2805"/>
                    <a:pt x="1670" y="2805"/>
                  </a:cubicBezTo>
                  <a:lnTo>
                    <a:pt x="662" y="2805"/>
                  </a:lnTo>
                  <a:lnTo>
                    <a:pt x="662" y="2080"/>
                  </a:lnTo>
                  <a:lnTo>
                    <a:pt x="1670" y="2080"/>
                  </a:lnTo>
                  <a:cubicBezTo>
                    <a:pt x="1891" y="2080"/>
                    <a:pt x="2048" y="1923"/>
                    <a:pt x="2048" y="1734"/>
                  </a:cubicBezTo>
                  <a:lnTo>
                    <a:pt x="2048" y="694"/>
                  </a:lnTo>
                  <a:close/>
                  <a:moveTo>
                    <a:pt x="1733" y="1"/>
                  </a:moveTo>
                  <a:cubicBezTo>
                    <a:pt x="1513" y="1"/>
                    <a:pt x="1355" y="158"/>
                    <a:pt x="1355" y="347"/>
                  </a:cubicBezTo>
                  <a:lnTo>
                    <a:pt x="1355" y="1387"/>
                  </a:lnTo>
                  <a:lnTo>
                    <a:pt x="347" y="1387"/>
                  </a:lnTo>
                  <a:cubicBezTo>
                    <a:pt x="158" y="1387"/>
                    <a:pt x="1" y="1545"/>
                    <a:pt x="1" y="1734"/>
                  </a:cubicBezTo>
                  <a:lnTo>
                    <a:pt x="1" y="3120"/>
                  </a:lnTo>
                  <a:cubicBezTo>
                    <a:pt x="1" y="3309"/>
                    <a:pt x="158" y="3466"/>
                    <a:pt x="347" y="3466"/>
                  </a:cubicBezTo>
                  <a:lnTo>
                    <a:pt x="1355" y="3466"/>
                  </a:lnTo>
                  <a:lnTo>
                    <a:pt x="1355" y="4475"/>
                  </a:lnTo>
                  <a:cubicBezTo>
                    <a:pt x="1355" y="4695"/>
                    <a:pt x="1513" y="4853"/>
                    <a:pt x="1733" y="4853"/>
                  </a:cubicBezTo>
                  <a:lnTo>
                    <a:pt x="3088" y="4853"/>
                  </a:lnTo>
                  <a:cubicBezTo>
                    <a:pt x="3309" y="4853"/>
                    <a:pt x="3466" y="4695"/>
                    <a:pt x="3466" y="4475"/>
                  </a:cubicBezTo>
                  <a:lnTo>
                    <a:pt x="3466" y="3466"/>
                  </a:lnTo>
                  <a:lnTo>
                    <a:pt x="4474" y="3466"/>
                  </a:lnTo>
                  <a:cubicBezTo>
                    <a:pt x="4663" y="3466"/>
                    <a:pt x="4821" y="3309"/>
                    <a:pt x="4821" y="3120"/>
                  </a:cubicBezTo>
                  <a:lnTo>
                    <a:pt x="4821" y="1734"/>
                  </a:lnTo>
                  <a:cubicBezTo>
                    <a:pt x="4821" y="1545"/>
                    <a:pt x="4663" y="1387"/>
                    <a:pt x="4474" y="1387"/>
                  </a:cubicBezTo>
                  <a:lnTo>
                    <a:pt x="3466" y="1387"/>
                  </a:lnTo>
                  <a:lnTo>
                    <a:pt x="3466" y="347"/>
                  </a:lnTo>
                  <a:cubicBezTo>
                    <a:pt x="3466" y="158"/>
                    <a:pt x="3309" y="1"/>
                    <a:pt x="308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9" name="Google Shape;2219;p44"/>
            <p:cNvSpPr/>
            <p:nvPr/>
          </p:nvSpPr>
          <p:spPr>
            <a:xfrm>
              <a:off x="-26094525" y="2954750"/>
              <a:ext cx="122100" cy="17350"/>
            </a:xfrm>
            <a:custGeom>
              <a:rect b="b" l="l" r="r" t="t"/>
              <a:pathLst>
                <a:path extrusionOk="0" h="694" w="4884">
                  <a:moveTo>
                    <a:pt x="379" y="1"/>
                  </a:moveTo>
                  <a:cubicBezTo>
                    <a:pt x="158" y="1"/>
                    <a:pt x="1" y="158"/>
                    <a:pt x="1" y="347"/>
                  </a:cubicBezTo>
                  <a:cubicBezTo>
                    <a:pt x="1" y="536"/>
                    <a:pt x="158" y="694"/>
                    <a:pt x="379" y="694"/>
                  </a:cubicBezTo>
                  <a:lnTo>
                    <a:pt x="4537" y="694"/>
                  </a:lnTo>
                  <a:cubicBezTo>
                    <a:pt x="4726" y="694"/>
                    <a:pt x="4884" y="536"/>
                    <a:pt x="4884" y="347"/>
                  </a:cubicBezTo>
                  <a:cubicBezTo>
                    <a:pt x="4884" y="158"/>
                    <a:pt x="4726" y="1"/>
                    <a:pt x="453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20" name="Google Shape;2220;p44"/>
          <p:cNvGrpSpPr/>
          <p:nvPr/>
        </p:nvGrpSpPr>
        <p:grpSpPr>
          <a:xfrm>
            <a:off x="6402933" y="2869324"/>
            <a:ext cx="270466" cy="283294"/>
            <a:chOff x="-24328675" y="1971025"/>
            <a:chExt cx="282000" cy="295375"/>
          </a:xfrm>
        </p:grpSpPr>
        <p:sp>
          <p:nvSpPr>
            <p:cNvPr id="2221" name="Google Shape;2221;p44"/>
            <p:cNvSpPr/>
            <p:nvPr/>
          </p:nvSpPr>
          <p:spPr>
            <a:xfrm>
              <a:off x="-24217625" y="2092325"/>
              <a:ext cx="52025" cy="51200"/>
            </a:xfrm>
            <a:custGeom>
              <a:rect b="b" l="l" r="r" t="t"/>
              <a:pathLst>
                <a:path extrusionOk="0" h="2048" w="2081">
                  <a:moveTo>
                    <a:pt x="1009" y="693"/>
                  </a:moveTo>
                  <a:cubicBezTo>
                    <a:pt x="1230" y="693"/>
                    <a:pt x="1387" y="851"/>
                    <a:pt x="1387" y="1071"/>
                  </a:cubicBezTo>
                  <a:cubicBezTo>
                    <a:pt x="1387" y="1260"/>
                    <a:pt x="1230" y="1418"/>
                    <a:pt x="1009" y="1418"/>
                  </a:cubicBezTo>
                  <a:cubicBezTo>
                    <a:pt x="820" y="1418"/>
                    <a:pt x="663" y="1260"/>
                    <a:pt x="663" y="1071"/>
                  </a:cubicBezTo>
                  <a:cubicBezTo>
                    <a:pt x="663" y="851"/>
                    <a:pt x="820" y="693"/>
                    <a:pt x="1009" y="693"/>
                  </a:cubicBezTo>
                  <a:close/>
                  <a:moveTo>
                    <a:pt x="1009" y="0"/>
                  </a:moveTo>
                  <a:cubicBezTo>
                    <a:pt x="442" y="0"/>
                    <a:pt x="1" y="473"/>
                    <a:pt x="1" y="1008"/>
                  </a:cubicBezTo>
                  <a:cubicBezTo>
                    <a:pt x="1" y="1607"/>
                    <a:pt x="474" y="2048"/>
                    <a:pt x="1009" y="2048"/>
                  </a:cubicBezTo>
                  <a:cubicBezTo>
                    <a:pt x="1576" y="2048"/>
                    <a:pt x="2049" y="1575"/>
                    <a:pt x="2049" y="1008"/>
                  </a:cubicBezTo>
                  <a:cubicBezTo>
                    <a:pt x="2080" y="473"/>
                    <a:pt x="1608" y="0"/>
                    <a:pt x="100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2" name="Google Shape;2222;p44"/>
            <p:cNvSpPr/>
            <p:nvPr/>
          </p:nvSpPr>
          <p:spPr>
            <a:xfrm>
              <a:off x="-24328675" y="1971025"/>
              <a:ext cx="282000" cy="295375"/>
            </a:xfrm>
            <a:custGeom>
              <a:rect b="b" l="l" r="r" t="t"/>
              <a:pathLst>
                <a:path extrusionOk="0" h="11815" w="11280">
                  <a:moveTo>
                    <a:pt x="2017" y="2080"/>
                  </a:moveTo>
                  <a:cubicBezTo>
                    <a:pt x="2206" y="2080"/>
                    <a:pt x="2364" y="2237"/>
                    <a:pt x="2364" y="2458"/>
                  </a:cubicBezTo>
                  <a:cubicBezTo>
                    <a:pt x="2364" y="2647"/>
                    <a:pt x="2206" y="2804"/>
                    <a:pt x="2017" y="2804"/>
                  </a:cubicBezTo>
                  <a:cubicBezTo>
                    <a:pt x="1797" y="2804"/>
                    <a:pt x="1639" y="2647"/>
                    <a:pt x="1639" y="2458"/>
                  </a:cubicBezTo>
                  <a:cubicBezTo>
                    <a:pt x="1639" y="2237"/>
                    <a:pt x="1797" y="2080"/>
                    <a:pt x="2017" y="2080"/>
                  </a:cubicBezTo>
                  <a:close/>
                  <a:moveTo>
                    <a:pt x="5451" y="662"/>
                  </a:moveTo>
                  <a:cubicBezTo>
                    <a:pt x="5861" y="662"/>
                    <a:pt x="6302" y="1198"/>
                    <a:pt x="6617" y="2080"/>
                  </a:cubicBezTo>
                  <a:cubicBezTo>
                    <a:pt x="6680" y="2237"/>
                    <a:pt x="6743" y="2458"/>
                    <a:pt x="6806" y="2647"/>
                  </a:cubicBezTo>
                  <a:cubicBezTo>
                    <a:pt x="6365" y="2804"/>
                    <a:pt x="5955" y="2962"/>
                    <a:pt x="5451" y="3151"/>
                  </a:cubicBezTo>
                  <a:cubicBezTo>
                    <a:pt x="5042" y="2962"/>
                    <a:pt x="4569" y="2773"/>
                    <a:pt x="4128" y="2647"/>
                  </a:cubicBezTo>
                  <a:cubicBezTo>
                    <a:pt x="4191" y="2458"/>
                    <a:pt x="4254" y="2237"/>
                    <a:pt x="4317" y="2080"/>
                  </a:cubicBezTo>
                  <a:cubicBezTo>
                    <a:pt x="4632" y="1229"/>
                    <a:pt x="5073" y="662"/>
                    <a:pt x="5451" y="662"/>
                  </a:cubicBezTo>
                  <a:close/>
                  <a:moveTo>
                    <a:pt x="3970" y="3308"/>
                  </a:moveTo>
                  <a:cubicBezTo>
                    <a:pt x="4191" y="3403"/>
                    <a:pt x="4411" y="3466"/>
                    <a:pt x="4632" y="3560"/>
                  </a:cubicBezTo>
                  <a:cubicBezTo>
                    <a:pt x="4506" y="3623"/>
                    <a:pt x="4380" y="3718"/>
                    <a:pt x="4254" y="3781"/>
                  </a:cubicBezTo>
                  <a:cubicBezTo>
                    <a:pt x="4128" y="3875"/>
                    <a:pt x="4002" y="3938"/>
                    <a:pt x="3844" y="4033"/>
                  </a:cubicBezTo>
                  <a:lnTo>
                    <a:pt x="3970" y="3308"/>
                  </a:lnTo>
                  <a:close/>
                  <a:moveTo>
                    <a:pt x="6963" y="3340"/>
                  </a:moveTo>
                  <a:lnTo>
                    <a:pt x="7089" y="4064"/>
                  </a:lnTo>
                  <a:cubicBezTo>
                    <a:pt x="6963" y="3970"/>
                    <a:pt x="6806" y="3907"/>
                    <a:pt x="6680" y="3812"/>
                  </a:cubicBezTo>
                  <a:cubicBezTo>
                    <a:pt x="6554" y="3718"/>
                    <a:pt x="6396" y="3655"/>
                    <a:pt x="6302" y="3592"/>
                  </a:cubicBezTo>
                  <a:cubicBezTo>
                    <a:pt x="6522" y="3497"/>
                    <a:pt x="6774" y="3403"/>
                    <a:pt x="6963" y="3340"/>
                  </a:cubicBezTo>
                  <a:close/>
                  <a:moveTo>
                    <a:pt x="10240" y="4285"/>
                  </a:moveTo>
                  <a:cubicBezTo>
                    <a:pt x="10271" y="4285"/>
                    <a:pt x="10366" y="4285"/>
                    <a:pt x="10397" y="4317"/>
                  </a:cubicBezTo>
                  <a:cubicBezTo>
                    <a:pt x="10460" y="4380"/>
                    <a:pt x="10523" y="4443"/>
                    <a:pt x="10555" y="4537"/>
                  </a:cubicBezTo>
                  <a:cubicBezTo>
                    <a:pt x="10586" y="4600"/>
                    <a:pt x="10555" y="4726"/>
                    <a:pt x="10492" y="4821"/>
                  </a:cubicBezTo>
                  <a:cubicBezTo>
                    <a:pt x="10452" y="4920"/>
                    <a:pt x="10336" y="4982"/>
                    <a:pt x="10225" y="4982"/>
                  </a:cubicBezTo>
                  <a:cubicBezTo>
                    <a:pt x="10160" y="4982"/>
                    <a:pt x="10097" y="4961"/>
                    <a:pt x="10051" y="4915"/>
                  </a:cubicBezTo>
                  <a:cubicBezTo>
                    <a:pt x="9956" y="4884"/>
                    <a:pt x="9925" y="4821"/>
                    <a:pt x="9893" y="4726"/>
                  </a:cubicBezTo>
                  <a:cubicBezTo>
                    <a:pt x="9830" y="4663"/>
                    <a:pt x="9893" y="4537"/>
                    <a:pt x="9925" y="4443"/>
                  </a:cubicBezTo>
                  <a:cubicBezTo>
                    <a:pt x="9988" y="4348"/>
                    <a:pt x="10114" y="4285"/>
                    <a:pt x="10240" y="4285"/>
                  </a:cubicBezTo>
                  <a:close/>
                  <a:moveTo>
                    <a:pt x="8922" y="2925"/>
                  </a:moveTo>
                  <a:cubicBezTo>
                    <a:pt x="9452" y="2925"/>
                    <a:pt x="9823" y="3054"/>
                    <a:pt x="9956" y="3277"/>
                  </a:cubicBezTo>
                  <a:cubicBezTo>
                    <a:pt x="9988" y="3340"/>
                    <a:pt x="10019" y="3466"/>
                    <a:pt x="10019" y="3592"/>
                  </a:cubicBezTo>
                  <a:cubicBezTo>
                    <a:pt x="9704" y="3623"/>
                    <a:pt x="9452" y="3812"/>
                    <a:pt x="9295" y="4096"/>
                  </a:cubicBezTo>
                  <a:cubicBezTo>
                    <a:pt x="9137" y="4317"/>
                    <a:pt x="9137" y="4600"/>
                    <a:pt x="9169" y="4884"/>
                  </a:cubicBezTo>
                  <a:cubicBezTo>
                    <a:pt x="9169" y="4978"/>
                    <a:pt x="9200" y="5010"/>
                    <a:pt x="9232" y="5041"/>
                  </a:cubicBezTo>
                  <a:cubicBezTo>
                    <a:pt x="9169" y="5167"/>
                    <a:pt x="9043" y="5293"/>
                    <a:pt x="8917" y="5388"/>
                  </a:cubicBezTo>
                  <a:cubicBezTo>
                    <a:pt x="8570" y="5073"/>
                    <a:pt x="8224" y="4821"/>
                    <a:pt x="7814" y="4537"/>
                  </a:cubicBezTo>
                  <a:cubicBezTo>
                    <a:pt x="7783" y="4033"/>
                    <a:pt x="7719" y="3560"/>
                    <a:pt x="7625" y="3119"/>
                  </a:cubicBezTo>
                  <a:cubicBezTo>
                    <a:pt x="7814" y="3088"/>
                    <a:pt x="8035" y="3025"/>
                    <a:pt x="8192" y="2993"/>
                  </a:cubicBezTo>
                  <a:cubicBezTo>
                    <a:pt x="8459" y="2947"/>
                    <a:pt x="8704" y="2925"/>
                    <a:pt x="8922" y="2925"/>
                  </a:cubicBezTo>
                  <a:close/>
                  <a:moveTo>
                    <a:pt x="2868" y="3088"/>
                  </a:moveTo>
                  <a:lnTo>
                    <a:pt x="3340" y="3182"/>
                  </a:lnTo>
                  <a:cubicBezTo>
                    <a:pt x="3246" y="3623"/>
                    <a:pt x="3183" y="4096"/>
                    <a:pt x="3151" y="4600"/>
                  </a:cubicBezTo>
                  <a:cubicBezTo>
                    <a:pt x="2742" y="4884"/>
                    <a:pt x="2364" y="5199"/>
                    <a:pt x="2049" y="5482"/>
                  </a:cubicBezTo>
                  <a:cubicBezTo>
                    <a:pt x="1891" y="5325"/>
                    <a:pt x="1765" y="5199"/>
                    <a:pt x="1639" y="5041"/>
                  </a:cubicBezTo>
                  <a:cubicBezTo>
                    <a:pt x="1009" y="4253"/>
                    <a:pt x="788" y="3623"/>
                    <a:pt x="977" y="3308"/>
                  </a:cubicBezTo>
                  <a:cubicBezTo>
                    <a:pt x="1009" y="3245"/>
                    <a:pt x="1103" y="3151"/>
                    <a:pt x="1198" y="3119"/>
                  </a:cubicBezTo>
                  <a:cubicBezTo>
                    <a:pt x="1419" y="3340"/>
                    <a:pt x="1671" y="3497"/>
                    <a:pt x="1986" y="3497"/>
                  </a:cubicBezTo>
                  <a:cubicBezTo>
                    <a:pt x="2364" y="3497"/>
                    <a:pt x="2679" y="3308"/>
                    <a:pt x="2868" y="3088"/>
                  </a:cubicBezTo>
                  <a:close/>
                  <a:moveTo>
                    <a:pt x="3057" y="5451"/>
                  </a:moveTo>
                  <a:lnTo>
                    <a:pt x="3057" y="5923"/>
                  </a:lnTo>
                  <a:lnTo>
                    <a:pt x="3057" y="6364"/>
                  </a:lnTo>
                  <a:cubicBezTo>
                    <a:pt x="2868" y="6207"/>
                    <a:pt x="2679" y="6049"/>
                    <a:pt x="2521" y="5923"/>
                  </a:cubicBezTo>
                  <a:cubicBezTo>
                    <a:pt x="2679" y="5766"/>
                    <a:pt x="2868" y="5577"/>
                    <a:pt x="3057" y="5451"/>
                  </a:cubicBezTo>
                  <a:close/>
                  <a:moveTo>
                    <a:pt x="7909" y="5451"/>
                  </a:moveTo>
                  <a:cubicBezTo>
                    <a:pt x="8098" y="5577"/>
                    <a:pt x="8318" y="5766"/>
                    <a:pt x="8476" y="5923"/>
                  </a:cubicBezTo>
                  <a:cubicBezTo>
                    <a:pt x="8318" y="6081"/>
                    <a:pt x="8098" y="6238"/>
                    <a:pt x="7909" y="6364"/>
                  </a:cubicBezTo>
                  <a:lnTo>
                    <a:pt x="7909" y="5923"/>
                  </a:lnTo>
                  <a:lnTo>
                    <a:pt x="7909" y="5451"/>
                  </a:lnTo>
                  <a:close/>
                  <a:moveTo>
                    <a:pt x="5483" y="3938"/>
                  </a:moveTo>
                  <a:cubicBezTo>
                    <a:pt x="5735" y="4096"/>
                    <a:pt x="6050" y="4253"/>
                    <a:pt x="6333" y="4411"/>
                  </a:cubicBezTo>
                  <a:cubicBezTo>
                    <a:pt x="6617" y="4569"/>
                    <a:pt x="6900" y="4758"/>
                    <a:pt x="7152" y="4915"/>
                  </a:cubicBezTo>
                  <a:cubicBezTo>
                    <a:pt x="7184" y="5230"/>
                    <a:pt x="7184" y="5545"/>
                    <a:pt x="7184" y="5923"/>
                  </a:cubicBezTo>
                  <a:cubicBezTo>
                    <a:pt x="7184" y="6238"/>
                    <a:pt x="7184" y="6585"/>
                    <a:pt x="7152" y="6900"/>
                  </a:cubicBezTo>
                  <a:cubicBezTo>
                    <a:pt x="6932" y="7057"/>
                    <a:pt x="6648" y="7246"/>
                    <a:pt x="6333" y="7404"/>
                  </a:cubicBezTo>
                  <a:cubicBezTo>
                    <a:pt x="6050" y="7562"/>
                    <a:pt x="5735" y="7719"/>
                    <a:pt x="5483" y="7877"/>
                  </a:cubicBezTo>
                  <a:cubicBezTo>
                    <a:pt x="5199" y="7719"/>
                    <a:pt x="4884" y="7562"/>
                    <a:pt x="4601" y="7404"/>
                  </a:cubicBezTo>
                  <a:cubicBezTo>
                    <a:pt x="4317" y="7246"/>
                    <a:pt x="4065" y="7057"/>
                    <a:pt x="3781" y="6900"/>
                  </a:cubicBezTo>
                  <a:cubicBezTo>
                    <a:pt x="3750" y="6585"/>
                    <a:pt x="3750" y="6238"/>
                    <a:pt x="3750" y="5923"/>
                  </a:cubicBezTo>
                  <a:cubicBezTo>
                    <a:pt x="3750" y="5577"/>
                    <a:pt x="3750" y="5230"/>
                    <a:pt x="3781" y="4915"/>
                  </a:cubicBezTo>
                  <a:cubicBezTo>
                    <a:pt x="4065" y="4726"/>
                    <a:pt x="4317" y="4569"/>
                    <a:pt x="4601" y="4411"/>
                  </a:cubicBezTo>
                  <a:cubicBezTo>
                    <a:pt x="4884" y="4253"/>
                    <a:pt x="5199" y="4096"/>
                    <a:pt x="5483" y="3938"/>
                  </a:cubicBezTo>
                  <a:close/>
                  <a:moveTo>
                    <a:pt x="3876" y="7751"/>
                  </a:moveTo>
                  <a:cubicBezTo>
                    <a:pt x="4002" y="7845"/>
                    <a:pt x="4159" y="7908"/>
                    <a:pt x="4285" y="8003"/>
                  </a:cubicBezTo>
                  <a:cubicBezTo>
                    <a:pt x="4411" y="8066"/>
                    <a:pt x="4506" y="8160"/>
                    <a:pt x="4664" y="8223"/>
                  </a:cubicBezTo>
                  <a:cubicBezTo>
                    <a:pt x="4443" y="8318"/>
                    <a:pt x="4191" y="8444"/>
                    <a:pt x="4002" y="8475"/>
                  </a:cubicBezTo>
                  <a:lnTo>
                    <a:pt x="3876" y="7751"/>
                  </a:lnTo>
                  <a:close/>
                  <a:moveTo>
                    <a:pt x="7089" y="7751"/>
                  </a:moveTo>
                  <a:lnTo>
                    <a:pt x="6963" y="8475"/>
                  </a:lnTo>
                  <a:cubicBezTo>
                    <a:pt x="6711" y="8381"/>
                    <a:pt x="6522" y="8318"/>
                    <a:pt x="6302" y="8223"/>
                  </a:cubicBezTo>
                  <a:cubicBezTo>
                    <a:pt x="6396" y="8160"/>
                    <a:pt x="6554" y="8066"/>
                    <a:pt x="6680" y="8003"/>
                  </a:cubicBezTo>
                  <a:cubicBezTo>
                    <a:pt x="6806" y="7908"/>
                    <a:pt x="6963" y="7845"/>
                    <a:pt x="7089" y="7751"/>
                  </a:cubicBezTo>
                  <a:close/>
                  <a:moveTo>
                    <a:pt x="1986" y="6396"/>
                  </a:moveTo>
                  <a:cubicBezTo>
                    <a:pt x="2364" y="6711"/>
                    <a:pt x="2710" y="6963"/>
                    <a:pt x="3088" y="7278"/>
                  </a:cubicBezTo>
                  <a:cubicBezTo>
                    <a:pt x="3151" y="7814"/>
                    <a:pt x="3214" y="8286"/>
                    <a:pt x="3309" y="8696"/>
                  </a:cubicBezTo>
                  <a:cubicBezTo>
                    <a:pt x="3088" y="8727"/>
                    <a:pt x="2931" y="8790"/>
                    <a:pt x="2742" y="8790"/>
                  </a:cubicBezTo>
                  <a:cubicBezTo>
                    <a:pt x="2475" y="8836"/>
                    <a:pt x="2230" y="8858"/>
                    <a:pt x="2011" y="8858"/>
                  </a:cubicBezTo>
                  <a:cubicBezTo>
                    <a:pt x="1482" y="8858"/>
                    <a:pt x="1111" y="8730"/>
                    <a:pt x="977" y="8507"/>
                  </a:cubicBezTo>
                  <a:cubicBezTo>
                    <a:pt x="788" y="8160"/>
                    <a:pt x="1009" y="7530"/>
                    <a:pt x="1608" y="6805"/>
                  </a:cubicBezTo>
                  <a:cubicBezTo>
                    <a:pt x="1734" y="6648"/>
                    <a:pt x="1828" y="6553"/>
                    <a:pt x="1986" y="6396"/>
                  </a:cubicBezTo>
                  <a:close/>
                  <a:moveTo>
                    <a:pt x="8980" y="6364"/>
                  </a:moveTo>
                  <a:cubicBezTo>
                    <a:pt x="9137" y="6553"/>
                    <a:pt x="9232" y="6648"/>
                    <a:pt x="9358" y="6805"/>
                  </a:cubicBezTo>
                  <a:cubicBezTo>
                    <a:pt x="9956" y="7530"/>
                    <a:pt x="10177" y="8160"/>
                    <a:pt x="9988" y="8507"/>
                  </a:cubicBezTo>
                  <a:cubicBezTo>
                    <a:pt x="9858" y="8745"/>
                    <a:pt x="9505" y="8864"/>
                    <a:pt x="9000" y="8864"/>
                  </a:cubicBezTo>
                  <a:cubicBezTo>
                    <a:pt x="8770" y="8864"/>
                    <a:pt x="8509" y="8839"/>
                    <a:pt x="8224" y="8790"/>
                  </a:cubicBezTo>
                  <a:cubicBezTo>
                    <a:pt x="8035" y="8727"/>
                    <a:pt x="7877" y="8696"/>
                    <a:pt x="7656" y="8664"/>
                  </a:cubicBezTo>
                  <a:cubicBezTo>
                    <a:pt x="7751" y="8223"/>
                    <a:pt x="7814" y="7751"/>
                    <a:pt x="7877" y="7246"/>
                  </a:cubicBezTo>
                  <a:cubicBezTo>
                    <a:pt x="8255" y="6963"/>
                    <a:pt x="8665" y="6648"/>
                    <a:pt x="8980" y="6364"/>
                  </a:cubicBezTo>
                  <a:close/>
                  <a:moveTo>
                    <a:pt x="4159" y="10334"/>
                  </a:moveTo>
                  <a:cubicBezTo>
                    <a:pt x="4285" y="10334"/>
                    <a:pt x="4411" y="10397"/>
                    <a:pt x="4474" y="10491"/>
                  </a:cubicBezTo>
                  <a:cubicBezTo>
                    <a:pt x="4537" y="10554"/>
                    <a:pt x="4537" y="10649"/>
                    <a:pt x="4537" y="10743"/>
                  </a:cubicBezTo>
                  <a:cubicBezTo>
                    <a:pt x="4474" y="10838"/>
                    <a:pt x="4443" y="10901"/>
                    <a:pt x="4380" y="10964"/>
                  </a:cubicBezTo>
                  <a:cubicBezTo>
                    <a:pt x="4319" y="10994"/>
                    <a:pt x="4259" y="11008"/>
                    <a:pt x="4200" y="11008"/>
                  </a:cubicBezTo>
                  <a:cubicBezTo>
                    <a:pt x="4076" y="11008"/>
                    <a:pt x="3962" y="10945"/>
                    <a:pt x="3876" y="10838"/>
                  </a:cubicBezTo>
                  <a:cubicBezTo>
                    <a:pt x="3844" y="10743"/>
                    <a:pt x="3844" y="10680"/>
                    <a:pt x="3844" y="10554"/>
                  </a:cubicBezTo>
                  <a:cubicBezTo>
                    <a:pt x="3876" y="10491"/>
                    <a:pt x="3939" y="10397"/>
                    <a:pt x="4002" y="10365"/>
                  </a:cubicBezTo>
                  <a:cubicBezTo>
                    <a:pt x="4033" y="10334"/>
                    <a:pt x="4128" y="10334"/>
                    <a:pt x="4159" y="10334"/>
                  </a:cubicBezTo>
                  <a:close/>
                  <a:moveTo>
                    <a:pt x="5420" y="8664"/>
                  </a:moveTo>
                  <a:cubicBezTo>
                    <a:pt x="5861" y="8853"/>
                    <a:pt x="6333" y="9042"/>
                    <a:pt x="6774" y="9168"/>
                  </a:cubicBezTo>
                  <a:cubicBezTo>
                    <a:pt x="6774" y="9326"/>
                    <a:pt x="6680" y="9515"/>
                    <a:pt x="6617" y="9735"/>
                  </a:cubicBezTo>
                  <a:cubicBezTo>
                    <a:pt x="6302" y="10586"/>
                    <a:pt x="5861" y="11153"/>
                    <a:pt x="5451" y="11153"/>
                  </a:cubicBezTo>
                  <a:cubicBezTo>
                    <a:pt x="5388" y="11153"/>
                    <a:pt x="5262" y="11090"/>
                    <a:pt x="5136" y="11059"/>
                  </a:cubicBezTo>
                  <a:cubicBezTo>
                    <a:pt x="5136" y="11027"/>
                    <a:pt x="5199" y="10996"/>
                    <a:pt x="5199" y="10933"/>
                  </a:cubicBezTo>
                  <a:cubicBezTo>
                    <a:pt x="5262" y="10680"/>
                    <a:pt x="5231" y="10397"/>
                    <a:pt x="5073" y="10145"/>
                  </a:cubicBezTo>
                  <a:cubicBezTo>
                    <a:pt x="4916" y="9830"/>
                    <a:pt x="4601" y="9704"/>
                    <a:pt x="4254" y="9641"/>
                  </a:cubicBezTo>
                  <a:cubicBezTo>
                    <a:pt x="4191" y="9483"/>
                    <a:pt x="4128" y="9326"/>
                    <a:pt x="4096" y="9168"/>
                  </a:cubicBezTo>
                  <a:cubicBezTo>
                    <a:pt x="4506" y="9011"/>
                    <a:pt x="4947" y="8853"/>
                    <a:pt x="5420" y="8664"/>
                  </a:cubicBezTo>
                  <a:close/>
                  <a:moveTo>
                    <a:pt x="5420" y="0"/>
                  </a:moveTo>
                  <a:cubicBezTo>
                    <a:pt x="4727" y="0"/>
                    <a:pt x="4096" y="662"/>
                    <a:pt x="3624" y="1859"/>
                  </a:cubicBezTo>
                  <a:cubicBezTo>
                    <a:pt x="3529" y="2048"/>
                    <a:pt x="3498" y="2237"/>
                    <a:pt x="3403" y="2458"/>
                  </a:cubicBezTo>
                  <a:cubicBezTo>
                    <a:pt x="3246" y="2395"/>
                    <a:pt x="3151" y="2363"/>
                    <a:pt x="2994" y="2363"/>
                  </a:cubicBezTo>
                  <a:cubicBezTo>
                    <a:pt x="2962" y="1828"/>
                    <a:pt x="2521" y="1418"/>
                    <a:pt x="1954" y="1418"/>
                  </a:cubicBezTo>
                  <a:cubicBezTo>
                    <a:pt x="1387" y="1418"/>
                    <a:pt x="946" y="1891"/>
                    <a:pt x="946" y="2426"/>
                  </a:cubicBezTo>
                  <a:cubicBezTo>
                    <a:pt x="662" y="2552"/>
                    <a:pt x="473" y="2710"/>
                    <a:pt x="347" y="2962"/>
                  </a:cubicBezTo>
                  <a:cubicBezTo>
                    <a:pt x="1" y="3592"/>
                    <a:pt x="221" y="4443"/>
                    <a:pt x="1072" y="5419"/>
                  </a:cubicBezTo>
                  <a:cubicBezTo>
                    <a:pt x="1166" y="5577"/>
                    <a:pt x="1324" y="5766"/>
                    <a:pt x="1482" y="5892"/>
                  </a:cubicBezTo>
                  <a:cubicBezTo>
                    <a:pt x="1324" y="6049"/>
                    <a:pt x="1229" y="6207"/>
                    <a:pt x="1072" y="6364"/>
                  </a:cubicBezTo>
                  <a:cubicBezTo>
                    <a:pt x="221" y="7372"/>
                    <a:pt x="1" y="8223"/>
                    <a:pt x="347" y="8853"/>
                  </a:cubicBezTo>
                  <a:cubicBezTo>
                    <a:pt x="631" y="9326"/>
                    <a:pt x="1166" y="9578"/>
                    <a:pt x="2017" y="9578"/>
                  </a:cubicBezTo>
                  <a:cubicBezTo>
                    <a:pt x="2269" y="9578"/>
                    <a:pt x="2553" y="9515"/>
                    <a:pt x="2868" y="9483"/>
                  </a:cubicBezTo>
                  <a:lnTo>
                    <a:pt x="3466" y="9357"/>
                  </a:lnTo>
                  <a:cubicBezTo>
                    <a:pt x="3498" y="9515"/>
                    <a:pt x="3529" y="9704"/>
                    <a:pt x="3624" y="9798"/>
                  </a:cubicBezTo>
                  <a:cubicBezTo>
                    <a:pt x="3403" y="9956"/>
                    <a:pt x="3246" y="10145"/>
                    <a:pt x="3183" y="10397"/>
                  </a:cubicBezTo>
                  <a:cubicBezTo>
                    <a:pt x="3120" y="10680"/>
                    <a:pt x="3151" y="10933"/>
                    <a:pt x="3309" y="11185"/>
                  </a:cubicBezTo>
                  <a:cubicBezTo>
                    <a:pt x="3498" y="11500"/>
                    <a:pt x="3844" y="11689"/>
                    <a:pt x="4222" y="11689"/>
                  </a:cubicBezTo>
                  <a:cubicBezTo>
                    <a:pt x="4380" y="11689"/>
                    <a:pt x="4569" y="11657"/>
                    <a:pt x="4727" y="11531"/>
                  </a:cubicBezTo>
                  <a:cubicBezTo>
                    <a:pt x="4947" y="11689"/>
                    <a:pt x="5199" y="11815"/>
                    <a:pt x="5483" y="11815"/>
                  </a:cubicBezTo>
                  <a:cubicBezTo>
                    <a:pt x="6176" y="11815"/>
                    <a:pt x="6806" y="11153"/>
                    <a:pt x="7278" y="9956"/>
                  </a:cubicBezTo>
                  <a:cubicBezTo>
                    <a:pt x="7373" y="9767"/>
                    <a:pt x="7404" y="9578"/>
                    <a:pt x="7467" y="9357"/>
                  </a:cubicBezTo>
                  <a:cubicBezTo>
                    <a:pt x="7688" y="9420"/>
                    <a:pt x="7909" y="9452"/>
                    <a:pt x="8098" y="9483"/>
                  </a:cubicBezTo>
                  <a:cubicBezTo>
                    <a:pt x="8413" y="9515"/>
                    <a:pt x="8696" y="9578"/>
                    <a:pt x="8980" y="9578"/>
                  </a:cubicBezTo>
                  <a:cubicBezTo>
                    <a:pt x="9767" y="9578"/>
                    <a:pt x="10366" y="9326"/>
                    <a:pt x="10618" y="8853"/>
                  </a:cubicBezTo>
                  <a:cubicBezTo>
                    <a:pt x="10996" y="8223"/>
                    <a:pt x="10744" y="7372"/>
                    <a:pt x="9925" y="6364"/>
                  </a:cubicBezTo>
                  <a:cubicBezTo>
                    <a:pt x="9799" y="6207"/>
                    <a:pt x="9641" y="6049"/>
                    <a:pt x="9484" y="5892"/>
                  </a:cubicBezTo>
                  <a:cubicBezTo>
                    <a:pt x="9610" y="5797"/>
                    <a:pt x="9673" y="5671"/>
                    <a:pt x="9799" y="5577"/>
                  </a:cubicBezTo>
                  <a:cubicBezTo>
                    <a:pt x="9956" y="5671"/>
                    <a:pt x="10114" y="5703"/>
                    <a:pt x="10240" y="5703"/>
                  </a:cubicBezTo>
                  <a:cubicBezTo>
                    <a:pt x="10586" y="5703"/>
                    <a:pt x="10933" y="5514"/>
                    <a:pt x="11154" y="5199"/>
                  </a:cubicBezTo>
                  <a:cubicBezTo>
                    <a:pt x="11248" y="4915"/>
                    <a:pt x="11280" y="4663"/>
                    <a:pt x="11217" y="4380"/>
                  </a:cubicBezTo>
                  <a:cubicBezTo>
                    <a:pt x="11122" y="4096"/>
                    <a:pt x="10965" y="3875"/>
                    <a:pt x="10744" y="3749"/>
                  </a:cubicBezTo>
                  <a:cubicBezTo>
                    <a:pt x="10775" y="3466"/>
                    <a:pt x="10712" y="3182"/>
                    <a:pt x="10586" y="2962"/>
                  </a:cubicBezTo>
                  <a:cubicBezTo>
                    <a:pt x="10325" y="2486"/>
                    <a:pt x="9740" y="2262"/>
                    <a:pt x="8927" y="2262"/>
                  </a:cubicBezTo>
                  <a:cubicBezTo>
                    <a:pt x="8663" y="2262"/>
                    <a:pt x="8375" y="2285"/>
                    <a:pt x="8066" y="2332"/>
                  </a:cubicBezTo>
                  <a:cubicBezTo>
                    <a:pt x="7877" y="2363"/>
                    <a:pt x="7656" y="2395"/>
                    <a:pt x="7436" y="2458"/>
                  </a:cubicBezTo>
                  <a:cubicBezTo>
                    <a:pt x="7341" y="2237"/>
                    <a:pt x="7310" y="2017"/>
                    <a:pt x="7247" y="1859"/>
                  </a:cubicBezTo>
                  <a:cubicBezTo>
                    <a:pt x="6806" y="630"/>
                    <a:pt x="6144" y="0"/>
                    <a:pt x="542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23" name="Google Shape;2223;p44"/>
          <p:cNvGrpSpPr/>
          <p:nvPr/>
        </p:nvGrpSpPr>
        <p:grpSpPr>
          <a:xfrm>
            <a:off x="6404828" y="3307725"/>
            <a:ext cx="266678" cy="283294"/>
            <a:chOff x="-24330250" y="2340425"/>
            <a:chExt cx="278050" cy="295375"/>
          </a:xfrm>
        </p:grpSpPr>
        <p:sp>
          <p:nvSpPr>
            <p:cNvPr id="2224" name="Google Shape;2224;p44"/>
            <p:cNvSpPr/>
            <p:nvPr/>
          </p:nvSpPr>
          <p:spPr>
            <a:xfrm>
              <a:off x="-24330250" y="2340425"/>
              <a:ext cx="278050" cy="295375"/>
            </a:xfrm>
            <a:custGeom>
              <a:rect b="b" l="l" r="r" t="t"/>
              <a:pathLst>
                <a:path extrusionOk="0" h="11815" w="11122">
                  <a:moveTo>
                    <a:pt x="5577" y="693"/>
                  </a:moveTo>
                  <a:cubicBezTo>
                    <a:pt x="6711" y="693"/>
                    <a:pt x="7656" y="1638"/>
                    <a:pt x="7656" y="2804"/>
                  </a:cubicBezTo>
                  <a:lnTo>
                    <a:pt x="7656" y="3151"/>
                  </a:lnTo>
                  <a:cubicBezTo>
                    <a:pt x="7656" y="3340"/>
                    <a:pt x="7499" y="3497"/>
                    <a:pt x="7310" y="3497"/>
                  </a:cubicBezTo>
                  <a:lnTo>
                    <a:pt x="5924" y="3497"/>
                  </a:lnTo>
                  <a:lnTo>
                    <a:pt x="5924" y="3151"/>
                  </a:lnTo>
                  <a:cubicBezTo>
                    <a:pt x="5924" y="2962"/>
                    <a:pt x="5766" y="2804"/>
                    <a:pt x="5577" y="2804"/>
                  </a:cubicBezTo>
                  <a:cubicBezTo>
                    <a:pt x="5357" y="2804"/>
                    <a:pt x="5199" y="2962"/>
                    <a:pt x="5199" y="3151"/>
                  </a:cubicBezTo>
                  <a:lnTo>
                    <a:pt x="5199" y="3497"/>
                  </a:lnTo>
                  <a:lnTo>
                    <a:pt x="3844" y="3497"/>
                  </a:lnTo>
                  <a:cubicBezTo>
                    <a:pt x="3624" y="3497"/>
                    <a:pt x="3466" y="3340"/>
                    <a:pt x="3466" y="3151"/>
                  </a:cubicBezTo>
                  <a:lnTo>
                    <a:pt x="3466" y="2804"/>
                  </a:lnTo>
                  <a:cubicBezTo>
                    <a:pt x="3466" y="1638"/>
                    <a:pt x="4411" y="693"/>
                    <a:pt x="5577" y="693"/>
                  </a:cubicBezTo>
                  <a:close/>
                  <a:moveTo>
                    <a:pt x="8318" y="2867"/>
                  </a:moveTo>
                  <a:cubicBezTo>
                    <a:pt x="8728" y="2993"/>
                    <a:pt x="9043" y="3371"/>
                    <a:pt x="9043" y="3844"/>
                  </a:cubicBezTo>
                  <a:lnTo>
                    <a:pt x="9043" y="8727"/>
                  </a:lnTo>
                  <a:cubicBezTo>
                    <a:pt x="9043" y="9326"/>
                    <a:pt x="8570" y="9767"/>
                    <a:pt x="8003" y="9767"/>
                  </a:cubicBezTo>
                  <a:lnTo>
                    <a:pt x="5924" y="9767"/>
                  </a:lnTo>
                  <a:lnTo>
                    <a:pt x="5924" y="7309"/>
                  </a:lnTo>
                  <a:cubicBezTo>
                    <a:pt x="5924" y="7120"/>
                    <a:pt x="5766" y="6963"/>
                    <a:pt x="5577" y="6963"/>
                  </a:cubicBezTo>
                  <a:cubicBezTo>
                    <a:pt x="5357" y="6963"/>
                    <a:pt x="5199" y="7120"/>
                    <a:pt x="5199" y="7309"/>
                  </a:cubicBezTo>
                  <a:lnTo>
                    <a:pt x="5199" y="9767"/>
                  </a:lnTo>
                  <a:lnTo>
                    <a:pt x="3120" y="9767"/>
                  </a:lnTo>
                  <a:cubicBezTo>
                    <a:pt x="2521" y="9767"/>
                    <a:pt x="2112" y="9294"/>
                    <a:pt x="2112" y="8727"/>
                  </a:cubicBezTo>
                  <a:lnTo>
                    <a:pt x="2112" y="3844"/>
                  </a:lnTo>
                  <a:cubicBezTo>
                    <a:pt x="2112" y="3434"/>
                    <a:pt x="2364" y="3025"/>
                    <a:pt x="2805" y="2867"/>
                  </a:cubicBezTo>
                  <a:lnTo>
                    <a:pt x="2805" y="3151"/>
                  </a:lnTo>
                  <a:cubicBezTo>
                    <a:pt x="2805" y="3749"/>
                    <a:pt x="3277" y="4159"/>
                    <a:pt x="3844" y="4159"/>
                  </a:cubicBezTo>
                  <a:lnTo>
                    <a:pt x="7310" y="4159"/>
                  </a:lnTo>
                  <a:cubicBezTo>
                    <a:pt x="7877" y="4159"/>
                    <a:pt x="8318" y="3686"/>
                    <a:pt x="8318" y="3151"/>
                  </a:cubicBezTo>
                  <a:lnTo>
                    <a:pt x="8318" y="2867"/>
                  </a:lnTo>
                  <a:close/>
                  <a:moveTo>
                    <a:pt x="7972" y="693"/>
                  </a:moveTo>
                  <a:cubicBezTo>
                    <a:pt x="9326" y="693"/>
                    <a:pt x="10429" y="1796"/>
                    <a:pt x="10429" y="3151"/>
                  </a:cubicBezTo>
                  <a:lnTo>
                    <a:pt x="10429" y="8727"/>
                  </a:lnTo>
                  <a:lnTo>
                    <a:pt x="10397" y="8727"/>
                  </a:lnTo>
                  <a:cubicBezTo>
                    <a:pt x="10397" y="10082"/>
                    <a:pt x="9295" y="11184"/>
                    <a:pt x="7972" y="11184"/>
                  </a:cubicBezTo>
                  <a:lnTo>
                    <a:pt x="3120" y="11184"/>
                  </a:lnTo>
                  <a:cubicBezTo>
                    <a:pt x="1797" y="11184"/>
                    <a:pt x="694" y="10082"/>
                    <a:pt x="694" y="8727"/>
                  </a:cubicBezTo>
                  <a:lnTo>
                    <a:pt x="694" y="3151"/>
                  </a:lnTo>
                  <a:cubicBezTo>
                    <a:pt x="694" y="1796"/>
                    <a:pt x="1797" y="693"/>
                    <a:pt x="3120" y="693"/>
                  </a:cubicBezTo>
                  <a:lnTo>
                    <a:pt x="3718" y="693"/>
                  </a:lnTo>
                  <a:cubicBezTo>
                    <a:pt x="3277" y="1071"/>
                    <a:pt x="2994" y="1575"/>
                    <a:pt x="2868" y="2111"/>
                  </a:cubicBezTo>
                  <a:cubicBezTo>
                    <a:pt x="2017" y="2237"/>
                    <a:pt x="1387" y="2993"/>
                    <a:pt x="1387" y="3844"/>
                  </a:cubicBezTo>
                  <a:lnTo>
                    <a:pt x="1387" y="8727"/>
                  </a:lnTo>
                  <a:cubicBezTo>
                    <a:pt x="1387" y="9672"/>
                    <a:pt x="2175" y="10460"/>
                    <a:pt x="3120" y="10460"/>
                  </a:cubicBezTo>
                  <a:lnTo>
                    <a:pt x="7972" y="10460"/>
                  </a:lnTo>
                  <a:cubicBezTo>
                    <a:pt x="8917" y="10460"/>
                    <a:pt x="9704" y="9672"/>
                    <a:pt x="9704" y="8727"/>
                  </a:cubicBezTo>
                  <a:lnTo>
                    <a:pt x="9704" y="3844"/>
                  </a:lnTo>
                  <a:cubicBezTo>
                    <a:pt x="9704" y="2993"/>
                    <a:pt x="9074" y="2237"/>
                    <a:pt x="8255" y="2111"/>
                  </a:cubicBezTo>
                  <a:cubicBezTo>
                    <a:pt x="8098" y="1575"/>
                    <a:pt x="7814" y="1071"/>
                    <a:pt x="7373" y="693"/>
                  </a:cubicBezTo>
                  <a:close/>
                  <a:moveTo>
                    <a:pt x="3120" y="0"/>
                  </a:moveTo>
                  <a:cubicBezTo>
                    <a:pt x="1387" y="0"/>
                    <a:pt x="1" y="1418"/>
                    <a:pt x="1" y="3119"/>
                  </a:cubicBezTo>
                  <a:lnTo>
                    <a:pt x="1" y="8695"/>
                  </a:lnTo>
                  <a:cubicBezTo>
                    <a:pt x="1" y="10428"/>
                    <a:pt x="1418" y="11814"/>
                    <a:pt x="3120" y="11814"/>
                  </a:cubicBezTo>
                  <a:lnTo>
                    <a:pt x="7972" y="11814"/>
                  </a:lnTo>
                  <a:cubicBezTo>
                    <a:pt x="9704" y="11814"/>
                    <a:pt x="11091" y="10397"/>
                    <a:pt x="11091" y="8695"/>
                  </a:cubicBezTo>
                  <a:lnTo>
                    <a:pt x="11091" y="3119"/>
                  </a:lnTo>
                  <a:cubicBezTo>
                    <a:pt x="11122" y="1418"/>
                    <a:pt x="9704" y="0"/>
                    <a:pt x="79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5" name="Google Shape;2225;p44"/>
            <p:cNvSpPr/>
            <p:nvPr/>
          </p:nvSpPr>
          <p:spPr>
            <a:xfrm>
              <a:off x="-24225500" y="2375850"/>
              <a:ext cx="68550" cy="34700"/>
            </a:xfrm>
            <a:custGeom>
              <a:rect b="b" l="l" r="r" t="t"/>
              <a:pathLst>
                <a:path extrusionOk="0" h="1388" w="2742">
                  <a:moveTo>
                    <a:pt x="1387" y="1"/>
                  </a:moveTo>
                  <a:cubicBezTo>
                    <a:pt x="789" y="1"/>
                    <a:pt x="284" y="347"/>
                    <a:pt x="64" y="914"/>
                  </a:cubicBezTo>
                  <a:cubicBezTo>
                    <a:pt x="1" y="1103"/>
                    <a:pt x="64" y="1293"/>
                    <a:pt x="284" y="1324"/>
                  </a:cubicBezTo>
                  <a:cubicBezTo>
                    <a:pt x="330" y="1347"/>
                    <a:pt x="375" y="1357"/>
                    <a:pt x="418" y="1357"/>
                  </a:cubicBezTo>
                  <a:cubicBezTo>
                    <a:pt x="555" y="1357"/>
                    <a:pt x="670" y="1255"/>
                    <a:pt x="694" y="1135"/>
                  </a:cubicBezTo>
                  <a:cubicBezTo>
                    <a:pt x="789" y="851"/>
                    <a:pt x="1072" y="662"/>
                    <a:pt x="1387" y="662"/>
                  </a:cubicBezTo>
                  <a:cubicBezTo>
                    <a:pt x="1639" y="662"/>
                    <a:pt x="1923" y="851"/>
                    <a:pt x="2049" y="1135"/>
                  </a:cubicBezTo>
                  <a:cubicBezTo>
                    <a:pt x="2080" y="1293"/>
                    <a:pt x="2238" y="1387"/>
                    <a:pt x="2364" y="1387"/>
                  </a:cubicBezTo>
                  <a:cubicBezTo>
                    <a:pt x="2395" y="1387"/>
                    <a:pt x="2427" y="1387"/>
                    <a:pt x="2490" y="1324"/>
                  </a:cubicBezTo>
                  <a:cubicBezTo>
                    <a:pt x="2679" y="1261"/>
                    <a:pt x="2742" y="1072"/>
                    <a:pt x="2679" y="914"/>
                  </a:cubicBezTo>
                  <a:cubicBezTo>
                    <a:pt x="2490" y="347"/>
                    <a:pt x="1954" y="1"/>
                    <a:pt x="13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6" name="Google Shape;2226;p44"/>
            <p:cNvSpPr/>
            <p:nvPr/>
          </p:nvSpPr>
          <p:spPr>
            <a:xfrm>
              <a:off x="-24260925" y="2462500"/>
              <a:ext cx="138650" cy="17350"/>
            </a:xfrm>
            <a:custGeom>
              <a:rect b="b" l="l" r="r" t="t"/>
              <a:pathLst>
                <a:path extrusionOk="0" h="694" w="5546">
                  <a:moveTo>
                    <a:pt x="347" y="0"/>
                  </a:moveTo>
                  <a:cubicBezTo>
                    <a:pt x="158" y="0"/>
                    <a:pt x="0" y="158"/>
                    <a:pt x="0" y="347"/>
                  </a:cubicBezTo>
                  <a:cubicBezTo>
                    <a:pt x="0" y="536"/>
                    <a:pt x="158" y="693"/>
                    <a:pt x="347" y="693"/>
                  </a:cubicBezTo>
                  <a:lnTo>
                    <a:pt x="5199" y="693"/>
                  </a:lnTo>
                  <a:cubicBezTo>
                    <a:pt x="5388" y="693"/>
                    <a:pt x="5545" y="536"/>
                    <a:pt x="5545" y="347"/>
                  </a:cubicBezTo>
                  <a:cubicBezTo>
                    <a:pt x="5545" y="158"/>
                    <a:pt x="5388" y="0"/>
                    <a:pt x="519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7" name="Google Shape;2227;p44"/>
            <p:cNvSpPr/>
            <p:nvPr/>
          </p:nvSpPr>
          <p:spPr>
            <a:xfrm>
              <a:off x="-24260150" y="2515275"/>
              <a:ext cx="43350" cy="18125"/>
            </a:xfrm>
            <a:custGeom>
              <a:rect b="b" l="l" r="r" t="t"/>
              <a:pathLst>
                <a:path extrusionOk="0" h="725" w="1734">
                  <a:moveTo>
                    <a:pt x="347" y="0"/>
                  </a:moveTo>
                  <a:cubicBezTo>
                    <a:pt x="158" y="0"/>
                    <a:pt x="1" y="158"/>
                    <a:pt x="1" y="378"/>
                  </a:cubicBezTo>
                  <a:cubicBezTo>
                    <a:pt x="1" y="567"/>
                    <a:pt x="158" y="725"/>
                    <a:pt x="347" y="725"/>
                  </a:cubicBezTo>
                  <a:lnTo>
                    <a:pt x="1387" y="725"/>
                  </a:lnTo>
                  <a:cubicBezTo>
                    <a:pt x="1576" y="725"/>
                    <a:pt x="1733" y="567"/>
                    <a:pt x="1733" y="378"/>
                  </a:cubicBezTo>
                  <a:cubicBezTo>
                    <a:pt x="1702" y="158"/>
                    <a:pt x="1544" y="0"/>
                    <a:pt x="138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8" name="Google Shape;2228;p44"/>
            <p:cNvSpPr/>
            <p:nvPr/>
          </p:nvSpPr>
          <p:spPr>
            <a:xfrm>
              <a:off x="-24260925" y="2549925"/>
              <a:ext cx="35450" cy="18125"/>
            </a:xfrm>
            <a:custGeom>
              <a:rect b="b" l="l" r="r" t="t"/>
              <a:pathLst>
                <a:path extrusionOk="0" h="725" w="1418">
                  <a:moveTo>
                    <a:pt x="347" y="0"/>
                  </a:moveTo>
                  <a:cubicBezTo>
                    <a:pt x="158" y="0"/>
                    <a:pt x="0" y="158"/>
                    <a:pt x="0" y="347"/>
                  </a:cubicBezTo>
                  <a:cubicBezTo>
                    <a:pt x="0" y="567"/>
                    <a:pt x="158" y="725"/>
                    <a:pt x="347" y="725"/>
                  </a:cubicBezTo>
                  <a:lnTo>
                    <a:pt x="1071" y="725"/>
                  </a:lnTo>
                  <a:cubicBezTo>
                    <a:pt x="1260" y="725"/>
                    <a:pt x="1418" y="567"/>
                    <a:pt x="1418" y="347"/>
                  </a:cubicBezTo>
                  <a:cubicBezTo>
                    <a:pt x="1418" y="158"/>
                    <a:pt x="1260" y="0"/>
                    <a:pt x="107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9" name="Google Shape;2229;p44"/>
            <p:cNvSpPr/>
            <p:nvPr/>
          </p:nvSpPr>
          <p:spPr>
            <a:xfrm>
              <a:off x="-24165625" y="2515275"/>
              <a:ext cx="43350" cy="18125"/>
            </a:xfrm>
            <a:custGeom>
              <a:rect b="b" l="l" r="r" t="t"/>
              <a:pathLst>
                <a:path extrusionOk="0" h="725" w="1734">
                  <a:moveTo>
                    <a:pt x="378" y="0"/>
                  </a:moveTo>
                  <a:cubicBezTo>
                    <a:pt x="158" y="0"/>
                    <a:pt x="0" y="158"/>
                    <a:pt x="0" y="378"/>
                  </a:cubicBezTo>
                  <a:cubicBezTo>
                    <a:pt x="0" y="567"/>
                    <a:pt x="158" y="725"/>
                    <a:pt x="378" y="725"/>
                  </a:cubicBezTo>
                  <a:lnTo>
                    <a:pt x="1387" y="725"/>
                  </a:lnTo>
                  <a:cubicBezTo>
                    <a:pt x="1576" y="725"/>
                    <a:pt x="1733" y="567"/>
                    <a:pt x="1733" y="378"/>
                  </a:cubicBezTo>
                  <a:cubicBezTo>
                    <a:pt x="1733" y="158"/>
                    <a:pt x="1576" y="0"/>
                    <a:pt x="138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0" name="Google Shape;2230;p44"/>
            <p:cNvSpPr/>
            <p:nvPr/>
          </p:nvSpPr>
          <p:spPr>
            <a:xfrm>
              <a:off x="-24157750" y="2549925"/>
              <a:ext cx="35475" cy="18125"/>
            </a:xfrm>
            <a:custGeom>
              <a:rect b="b" l="l" r="r" t="t"/>
              <a:pathLst>
                <a:path extrusionOk="0" h="725" w="1419">
                  <a:moveTo>
                    <a:pt x="347" y="0"/>
                  </a:moveTo>
                  <a:cubicBezTo>
                    <a:pt x="158" y="0"/>
                    <a:pt x="0" y="158"/>
                    <a:pt x="0" y="347"/>
                  </a:cubicBezTo>
                  <a:cubicBezTo>
                    <a:pt x="0" y="567"/>
                    <a:pt x="158" y="725"/>
                    <a:pt x="347" y="725"/>
                  </a:cubicBezTo>
                  <a:lnTo>
                    <a:pt x="1072" y="725"/>
                  </a:lnTo>
                  <a:cubicBezTo>
                    <a:pt x="1261" y="725"/>
                    <a:pt x="1418" y="567"/>
                    <a:pt x="1418" y="347"/>
                  </a:cubicBezTo>
                  <a:cubicBezTo>
                    <a:pt x="1418" y="158"/>
                    <a:pt x="1261" y="0"/>
                    <a:pt x="10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31" name="Google Shape;2231;p44"/>
          <p:cNvGrpSpPr/>
          <p:nvPr/>
        </p:nvGrpSpPr>
        <p:grpSpPr>
          <a:xfrm>
            <a:off x="6396519" y="3740370"/>
            <a:ext cx="283294" cy="283294"/>
            <a:chOff x="-24338900" y="2710600"/>
            <a:chExt cx="295375" cy="295375"/>
          </a:xfrm>
        </p:grpSpPr>
        <p:sp>
          <p:nvSpPr>
            <p:cNvPr id="2232" name="Google Shape;2232;p44"/>
            <p:cNvSpPr/>
            <p:nvPr/>
          </p:nvSpPr>
          <p:spPr>
            <a:xfrm>
              <a:off x="-24250700" y="2816925"/>
              <a:ext cx="123675" cy="103200"/>
            </a:xfrm>
            <a:custGeom>
              <a:rect b="b" l="l" r="r" t="t"/>
              <a:pathLst>
                <a:path extrusionOk="0" h="4128" w="4947">
                  <a:moveTo>
                    <a:pt x="3403" y="662"/>
                  </a:moveTo>
                  <a:cubicBezTo>
                    <a:pt x="3813" y="662"/>
                    <a:pt x="4128" y="977"/>
                    <a:pt x="4128" y="1387"/>
                  </a:cubicBezTo>
                  <a:cubicBezTo>
                    <a:pt x="4128" y="1922"/>
                    <a:pt x="3561" y="2363"/>
                    <a:pt x="2710" y="3025"/>
                  </a:cubicBezTo>
                  <a:cubicBezTo>
                    <a:pt x="2584" y="3119"/>
                    <a:pt x="2490" y="3182"/>
                    <a:pt x="2395" y="3309"/>
                  </a:cubicBezTo>
                  <a:cubicBezTo>
                    <a:pt x="2269" y="3214"/>
                    <a:pt x="2143" y="3151"/>
                    <a:pt x="2080" y="3025"/>
                  </a:cubicBezTo>
                  <a:cubicBezTo>
                    <a:pt x="1198" y="2363"/>
                    <a:pt x="662" y="1891"/>
                    <a:pt x="662" y="1387"/>
                  </a:cubicBezTo>
                  <a:cubicBezTo>
                    <a:pt x="662" y="946"/>
                    <a:pt x="977" y="662"/>
                    <a:pt x="1355" y="662"/>
                  </a:cubicBezTo>
                  <a:cubicBezTo>
                    <a:pt x="1860" y="662"/>
                    <a:pt x="2080" y="1229"/>
                    <a:pt x="2080" y="1261"/>
                  </a:cubicBezTo>
                  <a:cubicBezTo>
                    <a:pt x="2112" y="1418"/>
                    <a:pt x="2238" y="1481"/>
                    <a:pt x="2395" y="1481"/>
                  </a:cubicBezTo>
                  <a:cubicBezTo>
                    <a:pt x="2553" y="1481"/>
                    <a:pt x="2647" y="1355"/>
                    <a:pt x="2710" y="1261"/>
                  </a:cubicBezTo>
                  <a:cubicBezTo>
                    <a:pt x="2710" y="1229"/>
                    <a:pt x="2899" y="662"/>
                    <a:pt x="3403" y="662"/>
                  </a:cubicBezTo>
                  <a:close/>
                  <a:moveTo>
                    <a:pt x="1355" y="1"/>
                  </a:moveTo>
                  <a:cubicBezTo>
                    <a:pt x="568" y="1"/>
                    <a:pt x="1" y="631"/>
                    <a:pt x="1" y="1418"/>
                  </a:cubicBezTo>
                  <a:cubicBezTo>
                    <a:pt x="1" y="2269"/>
                    <a:pt x="694" y="2836"/>
                    <a:pt x="1671" y="3624"/>
                  </a:cubicBezTo>
                  <a:cubicBezTo>
                    <a:pt x="1828" y="3750"/>
                    <a:pt x="2049" y="3907"/>
                    <a:pt x="2238" y="4065"/>
                  </a:cubicBezTo>
                  <a:cubicBezTo>
                    <a:pt x="2301" y="4096"/>
                    <a:pt x="2395" y="4128"/>
                    <a:pt x="2458" y="4128"/>
                  </a:cubicBezTo>
                  <a:cubicBezTo>
                    <a:pt x="2553" y="4128"/>
                    <a:pt x="2616" y="4096"/>
                    <a:pt x="2710" y="4065"/>
                  </a:cubicBezTo>
                  <a:cubicBezTo>
                    <a:pt x="2899" y="3907"/>
                    <a:pt x="3057" y="3718"/>
                    <a:pt x="3246" y="3624"/>
                  </a:cubicBezTo>
                  <a:cubicBezTo>
                    <a:pt x="4254" y="2836"/>
                    <a:pt x="4947" y="2269"/>
                    <a:pt x="4947" y="1418"/>
                  </a:cubicBezTo>
                  <a:cubicBezTo>
                    <a:pt x="4821" y="599"/>
                    <a:pt x="4191" y="1"/>
                    <a:pt x="3403" y="1"/>
                  </a:cubicBezTo>
                  <a:cubicBezTo>
                    <a:pt x="3025" y="1"/>
                    <a:pt x="2616" y="158"/>
                    <a:pt x="2395" y="505"/>
                  </a:cubicBezTo>
                  <a:cubicBezTo>
                    <a:pt x="2112" y="190"/>
                    <a:pt x="1765" y="1"/>
                    <a:pt x="135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3" name="Google Shape;2233;p44"/>
            <p:cNvSpPr/>
            <p:nvPr/>
          </p:nvSpPr>
          <p:spPr>
            <a:xfrm>
              <a:off x="-24338900" y="2710600"/>
              <a:ext cx="295375" cy="295375"/>
            </a:xfrm>
            <a:custGeom>
              <a:rect b="b" l="l" r="r" t="t"/>
              <a:pathLst>
                <a:path extrusionOk="0" h="11815" w="11815">
                  <a:moveTo>
                    <a:pt x="7341" y="725"/>
                  </a:moveTo>
                  <a:cubicBezTo>
                    <a:pt x="7530" y="725"/>
                    <a:pt x="7687" y="882"/>
                    <a:pt x="7687" y="1103"/>
                  </a:cubicBezTo>
                  <a:lnTo>
                    <a:pt x="7687" y="3844"/>
                  </a:lnTo>
                  <a:cubicBezTo>
                    <a:pt x="7687" y="4033"/>
                    <a:pt x="7845" y="4222"/>
                    <a:pt x="8034" y="4222"/>
                  </a:cubicBezTo>
                  <a:lnTo>
                    <a:pt x="10806" y="4222"/>
                  </a:lnTo>
                  <a:cubicBezTo>
                    <a:pt x="10995" y="4222"/>
                    <a:pt x="11153" y="4380"/>
                    <a:pt x="11153" y="4569"/>
                  </a:cubicBezTo>
                  <a:lnTo>
                    <a:pt x="11153" y="7309"/>
                  </a:lnTo>
                  <a:cubicBezTo>
                    <a:pt x="11153" y="7530"/>
                    <a:pt x="10995" y="7688"/>
                    <a:pt x="10806" y="7688"/>
                  </a:cubicBezTo>
                  <a:lnTo>
                    <a:pt x="8034" y="7688"/>
                  </a:lnTo>
                  <a:cubicBezTo>
                    <a:pt x="7845" y="7688"/>
                    <a:pt x="7687" y="7845"/>
                    <a:pt x="7687" y="8034"/>
                  </a:cubicBezTo>
                  <a:lnTo>
                    <a:pt x="7687" y="10775"/>
                  </a:lnTo>
                  <a:cubicBezTo>
                    <a:pt x="7687" y="10996"/>
                    <a:pt x="7530" y="11153"/>
                    <a:pt x="7341" y="11153"/>
                  </a:cubicBezTo>
                  <a:lnTo>
                    <a:pt x="4568" y="11153"/>
                  </a:lnTo>
                  <a:cubicBezTo>
                    <a:pt x="4379" y="11153"/>
                    <a:pt x="4222" y="10996"/>
                    <a:pt x="4222" y="10775"/>
                  </a:cubicBezTo>
                  <a:lnTo>
                    <a:pt x="4222" y="8034"/>
                  </a:lnTo>
                  <a:cubicBezTo>
                    <a:pt x="4222" y="7845"/>
                    <a:pt x="4064" y="7688"/>
                    <a:pt x="3875" y="7688"/>
                  </a:cubicBezTo>
                  <a:lnTo>
                    <a:pt x="1103" y="7688"/>
                  </a:lnTo>
                  <a:cubicBezTo>
                    <a:pt x="914" y="7688"/>
                    <a:pt x="756" y="7530"/>
                    <a:pt x="756" y="7309"/>
                  </a:cubicBezTo>
                  <a:lnTo>
                    <a:pt x="756" y="4569"/>
                  </a:lnTo>
                  <a:cubicBezTo>
                    <a:pt x="756" y="4380"/>
                    <a:pt x="914" y="4222"/>
                    <a:pt x="1103" y="4222"/>
                  </a:cubicBezTo>
                  <a:lnTo>
                    <a:pt x="3875" y="4222"/>
                  </a:lnTo>
                  <a:cubicBezTo>
                    <a:pt x="4064" y="4222"/>
                    <a:pt x="4222" y="4033"/>
                    <a:pt x="4222" y="3844"/>
                  </a:cubicBezTo>
                  <a:lnTo>
                    <a:pt x="4222" y="1103"/>
                  </a:lnTo>
                  <a:cubicBezTo>
                    <a:pt x="4222" y="882"/>
                    <a:pt x="4379" y="725"/>
                    <a:pt x="4568" y="725"/>
                  </a:cubicBezTo>
                  <a:close/>
                  <a:moveTo>
                    <a:pt x="4537" y="0"/>
                  </a:moveTo>
                  <a:cubicBezTo>
                    <a:pt x="3938" y="0"/>
                    <a:pt x="3466" y="473"/>
                    <a:pt x="3466" y="1072"/>
                  </a:cubicBezTo>
                  <a:lnTo>
                    <a:pt x="3466" y="3466"/>
                  </a:lnTo>
                  <a:lnTo>
                    <a:pt x="1071" y="3466"/>
                  </a:lnTo>
                  <a:cubicBezTo>
                    <a:pt x="473" y="3466"/>
                    <a:pt x="0" y="3938"/>
                    <a:pt x="0" y="4537"/>
                  </a:cubicBezTo>
                  <a:lnTo>
                    <a:pt x="0" y="7278"/>
                  </a:lnTo>
                  <a:cubicBezTo>
                    <a:pt x="0" y="7877"/>
                    <a:pt x="473" y="8349"/>
                    <a:pt x="1071" y="8349"/>
                  </a:cubicBezTo>
                  <a:lnTo>
                    <a:pt x="3466" y="8349"/>
                  </a:lnTo>
                  <a:lnTo>
                    <a:pt x="3466" y="10743"/>
                  </a:lnTo>
                  <a:cubicBezTo>
                    <a:pt x="3466" y="11342"/>
                    <a:pt x="3938" y="11815"/>
                    <a:pt x="4537" y="11815"/>
                  </a:cubicBezTo>
                  <a:lnTo>
                    <a:pt x="7309" y="11815"/>
                  </a:lnTo>
                  <a:cubicBezTo>
                    <a:pt x="7876" y="11815"/>
                    <a:pt x="8349" y="11342"/>
                    <a:pt x="8349" y="10743"/>
                  </a:cubicBezTo>
                  <a:lnTo>
                    <a:pt x="8349" y="8349"/>
                  </a:lnTo>
                  <a:lnTo>
                    <a:pt x="10743" y="8349"/>
                  </a:lnTo>
                  <a:cubicBezTo>
                    <a:pt x="11342" y="8349"/>
                    <a:pt x="11815" y="7877"/>
                    <a:pt x="11815" y="7278"/>
                  </a:cubicBezTo>
                  <a:lnTo>
                    <a:pt x="11815" y="4537"/>
                  </a:lnTo>
                  <a:cubicBezTo>
                    <a:pt x="11815" y="3938"/>
                    <a:pt x="11342" y="3466"/>
                    <a:pt x="10743" y="3466"/>
                  </a:cubicBezTo>
                  <a:lnTo>
                    <a:pt x="8349" y="3466"/>
                  </a:lnTo>
                  <a:lnTo>
                    <a:pt x="8349" y="1072"/>
                  </a:lnTo>
                  <a:cubicBezTo>
                    <a:pt x="8349" y="473"/>
                    <a:pt x="7876" y="0"/>
                    <a:pt x="730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34" name="Google Shape;2234;p44"/>
          <p:cNvGrpSpPr/>
          <p:nvPr/>
        </p:nvGrpSpPr>
        <p:grpSpPr>
          <a:xfrm>
            <a:off x="8144649" y="3308205"/>
            <a:ext cx="284805" cy="282335"/>
            <a:chOff x="-22859750" y="2335900"/>
            <a:chExt cx="296950" cy="294375"/>
          </a:xfrm>
        </p:grpSpPr>
        <p:sp>
          <p:nvSpPr>
            <p:cNvPr id="2235" name="Google Shape;2235;p44"/>
            <p:cNvSpPr/>
            <p:nvPr/>
          </p:nvSpPr>
          <p:spPr>
            <a:xfrm>
              <a:off x="-22859750" y="2335900"/>
              <a:ext cx="296950" cy="294375"/>
            </a:xfrm>
            <a:custGeom>
              <a:rect b="b" l="l" r="r" t="t"/>
              <a:pathLst>
                <a:path extrusionOk="0" h="11775" w="11878">
                  <a:moveTo>
                    <a:pt x="7306" y="663"/>
                  </a:moveTo>
                  <a:cubicBezTo>
                    <a:pt x="7389" y="663"/>
                    <a:pt x="7475" y="671"/>
                    <a:pt x="7562" y="685"/>
                  </a:cubicBezTo>
                  <a:cubicBezTo>
                    <a:pt x="7814" y="780"/>
                    <a:pt x="8034" y="937"/>
                    <a:pt x="8192" y="1126"/>
                  </a:cubicBezTo>
                  <a:cubicBezTo>
                    <a:pt x="7908" y="1189"/>
                    <a:pt x="7656" y="1347"/>
                    <a:pt x="7467" y="1567"/>
                  </a:cubicBezTo>
                  <a:cubicBezTo>
                    <a:pt x="7341" y="1662"/>
                    <a:pt x="7341" y="1914"/>
                    <a:pt x="7467" y="2008"/>
                  </a:cubicBezTo>
                  <a:cubicBezTo>
                    <a:pt x="7530" y="2071"/>
                    <a:pt x="7617" y="2103"/>
                    <a:pt x="7703" y="2103"/>
                  </a:cubicBezTo>
                  <a:cubicBezTo>
                    <a:pt x="7790" y="2103"/>
                    <a:pt x="7877" y="2071"/>
                    <a:pt x="7940" y="2008"/>
                  </a:cubicBezTo>
                  <a:cubicBezTo>
                    <a:pt x="8129" y="1819"/>
                    <a:pt x="8412" y="1693"/>
                    <a:pt x="8696" y="1693"/>
                  </a:cubicBezTo>
                  <a:cubicBezTo>
                    <a:pt x="8979" y="1693"/>
                    <a:pt x="9231" y="1819"/>
                    <a:pt x="9452" y="2008"/>
                  </a:cubicBezTo>
                  <a:cubicBezTo>
                    <a:pt x="9767" y="2355"/>
                    <a:pt x="9830" y="2764"/>
                    <a:pt x="9673" y="3174"/>
                  </a:cubicBezTo>
                  <a:cubicBezTo>
                    <a:pt x="9389" y="3237"/>
                    <a:pt x="9137" y="3395"/>
                    <a:pt x="8885" y="3584"/>
                  </a:cubicBezTo>
                  <a:cubicBezTo>
                    <a:pt x="8759" y="3710"/>
                    <a:pt x="8759" y="3962"/>
                    <a:pt x="8885" y="4056"/>
                  </a:cubicBezTo>
                  <a:cubicBezTo>
                    <a:pt x="8948" y="4119"/>
                    <a:pt x="9035" y="4151"/>
                    <a:pt x="9121" y="4151"/>
                  </a:cubicBezTo>
                  <a:cubicBezTo>
                    <a:pt x="9208" y="4151"/>
                    <a:pt x="9294" y="4119"/>
                    <a:pt x="9358" y="4056"/>
                  </a:cubicBezTo>
                  <a:cubicBezTo>
                    <a:pt x="9547" y="3867"/>
                    <a:pt x="9830" y="3741"/>
                    <a:pt x="10114" y="3741"/>
                  </a:cubicBezTo>
                  <a:cubicBezTo>
                    <a:pt x="10397" y="3741"/>
                    <a:pt x="10649" y="3867"/>
                    <a:pt x="10870" y="4056"/>
                  </a:cubicBezTo>
                  <a:cubicBezTo>
                    <a:pt x="11059" y="4277"/>
                    <a:pt x="11185" y="4529"/>
                    <a:pt x="11185" y="4812"/>
                  </a:cubicBezTo>
                  <a:cubicBezTo>
                    <a:pt x="11185" y="5096"/>
                    <a:pt x="11059" y="5379"/>
                    <a:pt x="10870" y="5568"/>
                  </a:cubicBezTo>
                  <a:cubicBezTo>
                    <a:pt x="10649" y="5757"/>
                    <a:pt x="10397" y="5883"/>
                    <a:pt x="10114" y="5883"/>
                  </a:cubicBezTo>
                  <a:cubicBezTo>
                    <a:pt x="9925" y="5883"/>
                    <a:pt x="9767" y="6041"/>
                    <a:pt x="9767" y="6230"/>
                  </a:cubicBezTo>
                  <a:cubicBezTo>
                    <a:pt x="9767" y="6451"/>
                    <a:pt x="9925" y="6608"/>
                    <a:pt x="10114" y="6608"/>
                  </a:cubicBezTo>
                  <a:cubicBezTo>
                    <a:pt x="10429" y="6608"/>
                    <a:pt x="10712" y="6514"/>
                    <a:pt x="10964" y="6356"/>
                  </a:cubicBezTo>
                  <a:cubicBezTo>
                    <a:pt x="11090" y="6514"/>
                    <a:pt x="11122" y="6703"/>
                    <a:pt x="11122" y="6955"/>
                  </a:cubicBezTo>
                  <a:cubicBezTo>
                    <a:pt x="11122" y="7270"/>
                    <a:pt x="11027" y="7553"/>
                    <a:pt x="10807" y="7742"/>
                  </a:cubicBezTo>
                  <a:cubicBezTo>
                    <a:pt x="10618" y="7931"/>
                    <a:pt x="10366" y="8057"/>
                    <a:pt x="10082" y="8057"/>
                  </a:cubicBezTo>
                  <a:cubicBezTo>
                    <a:pt x="9799" y="8057"/>
                    <a:pt x="9515" y="7931"/>
                    <a:pt x="9326" y="7742"/>
                  </a:cubicBezTo>
                  <a:cubicBezTo>
                    <a:pt x="9137" y="7553"/>
                    <a:pt x="9011" y="7270"/>
                    <a:pt x="9011" y="6986"/>
                  </a:cubicBezTo>
                  <a:cubicBezTo>
                    <a:pt x="9011" y="6703"/>
                    <a:pt x="9137" y="6419"/>
                    <a:pt x="9326" y="6230"/>
                  </a:cubicBezTo>
                  <a:cubicBezTo>
                    <a:pt x="9452" y="6104"/>
                    <a:pt x="9452" y="5883"/>
                    <a:pt x="9326" y="5757"/>
                  </a:cubicBezTo>
                  <a:cubicBezTo>
                    <a:pt x="9263" y="5694"/>
                    <a:pt x="9176" y="5663"/>
                    <a:pt x="9090" y="5663"/>
                  </a:cubicBezTo>
                  <a:cubicBezTo>
                    <a:pt x="9003" y="5663"/>
                    <a:pt x="8916" y="5694"/>
                    <a:pt x="8853" y="5757"/>
                  </a:cubicBezTo>
                  <a:cubicBezTo>
                    <a:pt x="8538" y="6072"/>
                    <a:pt x="8349" y="6514"/>
                    <a:pt x="8349" y="6986"/>
                  </a:cubicBezTo>
                  <a:cubicBezTo>
                    <a:pt x="8349" y="7112"/>
                    <a:pt x="8349" y="7207"/>
                    <a:pt x="8381" y="7333"/>
                  </a:cubicBezTo>
                  <a:cubicBezTo>
                    <a:pt x="7562" y="7459"/>
                    <a:pt x="6932" y="8215"/>
                    <a:pt x="6932" y="9034"/>
                  </a:cubicBezTo>
                  <a:cubicBezTo>
                    <a:pt x="6932" y="9223"/>
                    <a:pt x="7089" y="9381"/>
                    <a:pt x="7278" y="9381"/>
                  </a:cubicBezTo>
                  <a:cubicBezTo>
                    <a:pt x="7467" y="9381"/>
                    <a:pt x="7625" y="9223"/>
                    <a:pt x="7625" y="9034"/>
                  </a:cubicBezTo>
                  <a:cubicBezTo>
                    <a:pt x="7625" y="8435"/>
                    <a:pt x="8097" y="8026"/>
                    <a:pt x="8664" y="8026"/>
                  </a:cubicBezTo>
                  <a:lnTo>
                    <a:pt x="8696" y="8026"/>
                  </a:lnTo>
                  <a:cubicBezTo>
                    <a:pt x="8727" y="8089"/>
                    <a:pt x="8822" y="8120"/>
                    <a:pt x="8853" y="8215"/>
                  </a:cubicBezTo>
                  <a:cubicBezTo>
                    <a:pt x="9074" y="8435"/>
                    <a:pt x="9326" y="8561"/>
                    <a:pt x="9641" y="8656"/>
                  </a:cubicBezTo>
                  <a:cubicBezTo>
                    <a:pt x="9673" y="8750"/>
                    <a:pt x="9704" y="8908"/>
                    <a:pt x="9704" y="9034"/>
                  </a:cubicBezTo>
                  <a:cubicBezTo>
                    <a:pt x="9704" y="9507"/>
                    <a:pt x="9452" y="9853"/>
                    <a:pt x="9011" y="10011"/>
                  </a:cubicBezTo>
                  <a:cubicBezTo>
                    <a:pt x="8979" y="9853"/>
                    <a:pt x="8853" y="9759"/>
                    <a:pt x="8664" y="9759"/>
                  </a:cubicBezTo>
                  <a:cubicBezTo>
                    <a:pt x="8444" y="9759"/>
                    <a:pt x="8286" y="9916"/>
                    <a:pt x="8286" y="10105"/>
                  </a:cubicBezTo>
                  <a:cubicBezTo>
                    <a:pt x="8286" y="10704"/>
                    <a:pt x="7814" y="11113"/>
                    <a:pt x="7278" y="11113"/>
                  </a:cubicBezTo>
                  <a:cubicBezTo>
                    <a:pt x="6711" y="11113"/>
                    <a:pt x="6239" y="10641"/>
                    <a:pt x="6239" y="10105"/>
                  </a:cubicBezTo>
                  <a:lnTo>
                    <a:pt x="6239" y="6640"/>
                  </a:lnTo>
                  <a:cubicBezTo>
                    <a:pt x="6522" y="6860"/>
                    <a:pt x="6932" y="6986"/>
                    <a:pt x="7278" y="6986"/>
                  </a:cubicBezTo>
                  <a:cubicBezTo>
                    <a:pt x="7467" y="6986"/>
                    <a:pt x="7625" y="6829"/>
                    <a:pt x="7625" y="6640"/>
                  </a:cubicBezTo>
                  <a:cubicBezTo>
                    <a:pt x="7625" y="6451"/>
                    <a:pt x="7467" y="6293"/>
                    <a:pt x="7278" y="6293"/>
                  </a:cubicBezTo>
                  <a:cubicBezTo>
                    <a:pt x="6680" y="6293"/>
                    <a:pt x="6239" y="5820"/>
                    <a:pt x="6239" y="5253"/>
                  </a:cubicBezTo>
                  <a:lnTo>
                    <a:pt x="6239" y="1788"/>
                  </a:lnTo>
                  <a:lnTo>
                    <a:pt x="6239" y="1756"/>
                  </a:lnTo>
                  <a:lnTo>
                    <a:pt x="6239" y="1725"/>
                  </a:lnTo>
                  <a:cubicBezTo>
                    <a:pt x="6239" y="1441"/>
                    <a:pt x="6365" y="1158"/>
                    <a:pt x="6554" y="969"/>
                  </a:cubicBezTo>
                  <a:cubicBezTo>
                    <a:pt x="6772" y="750"/>
                    <a:pt x="7027" y="663"/>
                    <a:pt x="7306" y="663"/>
                  </a:cubicBezTo>
                  <a:close/>
                  <a:moveTo>
                    <a:pt x="4492" y="726"/>
                  </a:moveTo>
                  <a:cubicBezTo>
                    <a:pt x="4756" y="726"/>
                    <a:pt x="5012" y="813"/>
                    <a:pt x="5230" y="1032"/>
                  </a:cubicBezTo>
                  <a:cubicBezTo>
                    <a:pt x="5419" y="1221"/>
                    <a:pt x="5545" y="1504"/>
                    <a:pt x="5545" y="1788"/>
                  </a:cubicBezTo>
                  <a:lnTo>
                    <a:pt x="5545" y="1819"/>
                  </a:lnTo>
                  <a:lnTo>
                    <a:pt x="5545" y="5285"/>
                  </a:lnTo>
                  <a:cubicBezTo>
                    <a:pt x="5545" y="5883"/>
                    <a:pt x="5073" y="6325"/>
                    <a:pt x="4506" y="6325"/>
                  </a:cubicBezTo>
                  <a:cubicBezTo>
                    <a:pt x="4317" y="6325"/>
                    <a:pt x="4159" y="6482"/>
                    <a:pt x="4159" y="6671"/>
                  </a:cubicBezTo>
                  <a:cubicBezTo>
                    <a:pt x="4159" y="6860"/>
                    <a:pt x="4317" y="7018"/>
                    <a:pt x="4506" y="7018"/>
                  </a:cubicBezTo>
                  <a:cubicBezTo>
                    <a:pt x="4915" y="7018"/>
                    <a:pt x="5262" y="6892"/>
                    <a:pt x="5545" y="6671"/>
                  </a:cubicBezTo>
                  <a:lnTo>
                    <a:pt x="5545" y="10105"/>
                  </a:lnTo>
                  <a:lnTo>
                    <a:pt x="5545" y="10137"/>
                  </a:lnTo>
                  <a:cubicBezTo>
                    <a:pt x="5545" y="10704"/>
                    <a:pt x="5073" y="11176"/>
                    <a:pt x="4506" y="11176"/>
                  </a:cubicBezTo>
                  <a:cubicBezTo>
                    <a:pt x="3939" y="11176"/>
                    <a:pt x="3498" y="10704"/>
                    <a:pt x="3498" y="10137"/>
                  </a:cubicBezTo>
                  <a:cubicBezTo>
                    <a:pt x="3498" y="9948"/>
                    <a:pt x="3340" y="9790"/>
                    <a:pt x="3151" y="9790"/>
                  </a:cubicBezTo>
                  <a:cubicBezTo>
                    <a:pt x="2994" y="9790"/>
                    <a:pt x="2836" y="9916"/>
                    <a:pt x="2773" y="10074"/>
                  </a:cubicBezTo>
                  <a:cubicBezTo>
                    <a:pt x="2395" y="9916"/>
                    <a:pt x="2080" y="9538"/>
                    <a:pt x="2080" y="9065"/>
                  </a:cubicBezTo>
                  <a:cubicBezTo>
                    <a:pt x="2080" y="8908"/>
                    <a:pt x="2111" y="8813"/>
                    <a:pt x="2143" y="8687"/>
                  </a:cubicBezTo>
                  <a:cubicBezTo>
                    <a:pt x="2426" y="8593"/>
                    <a:pt x="2710" y="8435"/>
                    <a:pt x="2930" y="8246"/>
                  </a:cubicBezTo>
                  <a:cubicBezTo>
                    <a:pt x="2994" y="8215"/>
                    <a:pt x="3057" y="8120"/>
                    <a:pt x="3088" y="8057"/>
                  </a:cubicBezTo>
                  <a:lnTo>
                    <a:pt x="3151" y="8057"/>
                  </a:lnTo>
                  <a:cubicBezTo>
                    <a:pt x="3718" y="8057"/>
                    <a:pt x="4159" y="8530"/>
                    <a:pt x="4159" y="9065"/>
                  </a:cubicBezTo>
                  <a:cubicBezTo>
                    <a:pt x="4159" y="9286"/>
                    <a:pt x="4317" y="9444"/>
                    <a:pt x="4506" y="9444"/>
                  </a:cubicBezTo>
                  <a:cubicBezTo>
                    <a:pt x="4726" y="9444"/>
                    <a:pt x="4884" y="9286"/>
                    <a:pt x="4884" y="9065"/>
                  </a:cubicBezTo>
                  <a:cubicBezTo>
                    <a:pt x="4884" y="8215"/>
                    <a:pt x="4254" y="7490"/>
                    <a:pt x="3403" y="7396"/>
                  </a:cubicBezTo>
                  <a:cubicBezTo>
                    <a:pt x="3466" y="7270"/>
                    <a:pt x="3466" y="7144"/>
                    <a:pt x="3466" y="7018"/>
                  </a:cubicBezTo>
                  <a:cubicBezTo>
                    <a:pt x="3466" y="6545"/>
                    <a:pt x="3246" y="6104"/>
                    <a:pt x="2930" y="5820"/>
                  </a:cubicBezTo>
                  <a:cubicBezTo>
                    <a:pt x="2883" y="5757"/>
                    <a:pt x="2797" y="5726"/>
                    <a:pt x="2706" y="5726"/>
                  </a:cubicBezTo>
                  <a:cubicBezTo>
                    <a:pt x="2615" y="5726"/>
                    <a:pt x="2521" y="5757"/>
                    <a:pt x="2458" y="5820"/>
                  </a:cubicBezTo>
                  <a:cubicBezTo>
                    <a:pt x="2363" y="5915"/>
                    <a:pt x="2363" y="6167"/>
                    <a:pt x="2458" y="6262"/>
                  </a:cubicBezTo>
                  <a:cubicBezTo>
                    <a:pt x="2678" y="6482"/>
                    <a:pt x="2773" y="6734"/>
                    <a:pt x="2773" y="7018"/>
                  </a:cubicBezTo>
                  <a:cubicBezTo>
                    <a:pt x="2773" y="7301"/>
                    <a:pt x="2678" y="7585"/>
                    <a:pt x="2458" y="7774"/>
                  </a:cubicBezTo>
                  <a:cubicBezTo>
                    <a:pt x="2269" y="7963"/>
                    <a:pt x="1985" y="8089"/>
                    <a:pt x="1733" y="8089"/>
                  </a:cubicBezTo>
                  <a:cubicBezTo>
                    <a:pt x="1450" y="8089"/>
                    <a:pt x="1166" y="7963"/>
                    <a:pt x="977" y="7774"/>
                  </a:cubicBezTo>
                  <a:cubicBezTo>
                    <a:pt x="788" y="7585"/>
                    <a:pt x="662" y="7301"/>
                    <a:pt x="662" y="7018"/>
                  </a:cubicBezTo>
                  <a:cubicBezTo>
                    <a:pt x="662" y="6829"/>
                    <a:pt x="725" y="6640"/>
                    <a:pt x="820" y="6419"/>
                  </a:cubicBezTo>
                  <a:cubicBezTo>
                    <a:pt x="1103" y="6608"/>
                    <a:pt x="1355" y="6671"/>
                    <a:pt x="1670" y="6671"/>
                  </a:cubicBezTo>
                  <a:cubicBezTo>
                    <a:pt x="1891" y="6671"/>
                    <a:pt x="2048" y="6514"/>
                    <a:pt x="2048" y="6325"/>
                  </a:cubicBezTo>
                  <a:cubicBezTo>
                    <a:pt x="2048" y="6104"/>
                    <a:pt x="1891" y="5946"/>
                    <a:pt x="1670" y="5946"/>
                  </a:cubicBezTo>
                  <a:cubicBezTo>
                    <a:pt x="1418" y="5946"/>
                    <a:pt x="1135" y="5852"/>
                    <a:pt x="946" y="5631"/>
                  </a:cubicBezTo>
                  <a:cubicBezTo>
                    <a:pt x="725" y="5442"/>
                    <a:pt x="631" y="5159"/>
                    <a:pt x="631" y="4907"/>
                  </a:cubicBezTo>
                  <a:cubicBezTo>
                    <a:pt x="631" y="4623"/>
                    <a:pt x="725" y="4340"/>
                    <a:pt x="946" y="4151"/>
                  </a:cubicBezTo>
                  <a:cubicBezTo>
                    <a:pt x="1135" y="3962"/>
                    <a:pt x="1418" y="3836"/>
                    <a:pt x="1670" y="3836"/>
                  </a:cubicBezTo>
                  <a:cubicBezTo>
                    <a:pt x="1954" y="3836"/>
                    <a:pt x="2237" y="3962"/>
                    <a:pt x="2426" y="4151"/>
                  </a:cubicBezTo>
                  <a:cubicBezTo>
                    <a:pt x="2489" y="4214"/>
                    <a:pt x="2576" y="4245"/>
                    <a:pt x="2663" y="4245"/>
                  </a:cubicBezTo>
                  <a:cubicBezTo>
                    <a:pt x="2749" y="4245"/>
                    <a:pt x="2836" y="4214"/>
                    <a:pt x="2899" y="4151"/>
                  </a:cubicBezTo>
                  <a:cubicBezTo>
                    <a:pt x="3025" y="4025"/>
                    <a:pt x="3025" y="3804"/>
                    <a:pt x="2899" y="3678"/>
                  </a:cubicBezTo>
                  <a:cubicBezTo>
                    <a:pt x="2678" y="3426"/>
                    <a:pt x="2426" y="3332"/>
                    <a:pt x="2111" y="3237"/>
                  </a:cubicBezTo>
                  <a:cubicBezTo>
                    <a:pt x="1954" y="2859"/>
                    <a:pt x="2048" y="2418"/>
                    <a:pt x="2363" y="2103"/>
                  </a:cubicBezTo>
                  <a:cubicBezTo>
                    <a:pt x="2552" y="1914"/>
                    <a:pt x="2836" y="1788"/>
                    <a:pt x="3088" y="1788"/>
                  </a:cubicBezTo>
                  <a:cubicBezTo>
                    <a:pt x="3372" y="1788"/>
                    <a:pt x="3655" y="1914"/>
                    <a:pt x="3844" y="2103"/>
                  </a:cubicBezTo>
                  <a:cubicBezTo>
                    <a:pt x="3907" y="2166"/>
                    <a:pt x="3994" y="2197"/>
                    <a:pt x="4080" y="2197"/>
                  </a:cubicBezTo>
                  <a:cubicBezTo>
                    <a:pt x="4167" y="2197"/>
                    <a:pt x="4254" y="2166"/>
                    <a:pt x="4317" y="2103"/>
                  </a:cubicBezTo>
                  <a:cubicBezTo>
                    <a:pt x="4443" y="1977"/>
                    <a:pt x="4443" y="1756"/>
                    <a:pt x="4317" y="1630"/>
                  </a:cubicBezTo>
                  <a:cubicBezTo>
                    <a:pt x="4128" y="1441"/>
                    <a:pt x="3876" y="1284"/>
                    <a:pt x="3624" y="1189"/>
                  </a:cubicBezTo>
                  <a:cubicBezTo>
                    <a:pt x="3781" y="969"/>
                    <a:pt x="3970" y="811"/>
                    <a:pt x="4254" y="748"/>
                  </a:cubicBezTo>
                  <a:cubicBezTo>
                    <a:pt x="4333" y="734"/>
                    <a:pt x="4413" y="726"/>
                    <a:pt x="4492" y="726"/>
                  </a:cubicBezTo>
                  <a:close/>
                  <a:moveTo>
                    <a:pt x="7254" y="0"/>
                  </a:moveTo>
                  <a:cubicBezTo>
                    <a:pt x="6817" y="0"/>
                    <a:pt x="6387" y="190"/>
                    <a:pt x="6049" y="528"/>
                  </a:cubicBezTo>
                  <a:cubicBezTo>
                    <a:pt x="6018" y="559"/>
                    <a:pt x="5923" y="654"/>
                    <a:pt x="5892" y="717"/>
                  </a:cubicBezTo>
                  <a:cubicBezTo>
                    <a:pt x="5860" y="654"/>
                    <a:pt x="5766" y="622"/>
                    <a:pt x="5734" y="528"/>
                  </a:cubicBezTo>
                  <a:cubicBezTo>
                    <a:pt x="5391" y="185"/>
                    <a:pt x="4972" y="13"/>
                    <a:pt x="4521" y="13"/>
                  </a:cubicBezTo>
                  <a:cubicBezTo>
                    <a:pt x="4392" y="13"/>
                    <a:pt x="4261" y="27"/>
                    <a:pt x="4128" y="55"/>
                  </a:cubicBezTo>
                  <a:cubicBezTo>
                    <a:pt x="3561" y="181"/>
                    <a:pt x="3151" y="559"/>
                    <a:pt x="2899" y="1126"/>
                  </a:cubicBezTo>
                  <a:cubicBezTo>
                    <a:pt x="2552" y="1158"/>
                    <a:pt x="2206" y="1347"/>
                    <a:pt x="1922" y="1599"/>
                  </a:cubicBezTo>
                  <a:cubicBezTo>
                    <a:pt x="1481" y="2040"/>
                    <a:pt x="1324" y="2607"/>
                    <a:pt x="1450" y="3206"/>
                  </a:cubicBezTo>
                  <a:cubicBezTo>
                    <a:pt x="1103" y="3237"/>
                    <a:pt x="788" y="3458"/>
                    <a:pt x="505" y="3678"/>
                  </a:cubicBezTo>
                  <a:cubicBezTo>
                    <a:pt x="190" y="3993"/>
                    <a:pt x="1" y="4434"/>
                    <a:pt x="1" y="4907"/>
                  </a:cubicBezTo>
                  <a:cubicBezTo>
                    <a:pt x="1" y="5285"/>
                    <a:pt x="127" y="5663"/>
                    <a:pt x="347" y="5915"/>
                  </a:cubicBezTo>
                  <a:cubicBezTo>
                    <a:pt x="127" y="6230"/>
                    <a:pt x="1" y="6608"/>
                    <a:pt x="1" y="6955"/>
                  </a:cubicBezTo>
                  <a:cubicBezTo>
                    <a:pt x="1" y="7427"/>
                    <a:pt x="190" y="7868"/>
                    <a:pt x="505" y="8183"/>
                  </a:cubicBezTo>
                  <a:cubicBezTo>
                    <a:pt x="788" y="8435"/>
                    <a:pt x="1103" y="8593"/>
                    <a:pt x="1450" y="8624"/>
                  </a:cubicBezTo>
                  <a:cubicBezTo>
                    <a:pt x="1418" y="8750"/>
                    <a:pt x="1418" y="8876"/>
                    <a:pt x="1418" y="9002"/>
                  </a:cubicBezTo>
                  <a:cubicBezTo>
                    <a:pt x="1418" y="9916"/>
                    <a:pt x="2080" y="10609"/>
                    <a:pt x="2962" y="10735"/>
                  </a:cubicBezTo>
                  <a:cubicBezTo>
                    <a:pt x="3214" y="11365"/>
                    <a:pt x="3813" y="11775"/>
                    <a:pt x="4569" y="11775"/>
                  </a:cubicBezTo>
                  <a:cubicBezTo>
                    <a:pt x="5104" y="11775"/>
                    <a:pt x="5640" y="11523"/>
                    <a:pt x="5955" y="11082"/>
                  </a:cubicBezTo>
                  <a:cubicBezTo>
                    <a:pt x="6270" y="11523"/>
                    <a:pt x="6774" y="11775"/>
                    <a:pt x="7310" y="11775"/>
                  </a:cubicBezTo>
                  <a:cubicBezTo>
                    <a:pt x="8034" y="11775"/>
                    <a:pt x="8664" y="11365"/>
                    <a:pt x="8948" y="10735"/>
                  </a:cubicBezTo>
                  <a:cubicBezTo>
                    <a:pt x="9799" y="10609"/>
                    <a:pt x="10460" y="9916"/>
                    <a:pt x="10460" y="9002"/>
                  </a:cubicBezTo>
                  <a:cubicBezTo>
                    <a:pt x="10460" y="8876"/>
                    <a:pt x="10460" y="8750"/>
                    <a:pt x="10429" y="8624"/>
                  </a:cubicBezTo>
                  <a:cubicBezTo>
                    <a:pt x="10775" y="8593"/>
                    <a:pt x="11090" y="8404"/>
                    <a:pt x="11374" y="8183"/>
                  </a:cubicBezTo>
                  <a:cubicBezTo>
                    <a:pt x="11689" y="7837"/>
                    <a:pt x="11878" y="7427"/>
                    <a:pt x="11878" y="6955"/>
                  </a:cubicBezTo>
                  <a:cubicBezTo>
                    <a:pt x="11878" y="6545"/>
                    <a:pt x="11783" y="6199"/>
                    <a:pt x="11531" y="5915"/>
                  </a:cubicBezTo>
                  <a:cubicBezTo>
                    <a:pt x="11689" y="5663"/>
                    <a:pt x="11815" y="5285"/>
                    <a:pt x="11815" y="4907"/>
                  </a:cubicBezTo>
                  <a:cubicBezTo>
                    <a:pt x="11815" y="4434"/>
                    <a:pt x="11594" y="3993"/>
                    <a:pt x="11279" y="3678"/>
                  </a:cubicBezTo>
                  <a:cubicBezTo>
                    <a:pt x="11027" y="3395"/>
                    <a:pt x="10712" y="3237"/>
                    <a:pt x="10334" y="3206"/>
                  </a:cubicBezTo>
                  <a:cubicBezTo>
                    <a:pt x="10460" y="2670"/>
                    <a:pt x="10303" y="2040"/>
                    <a:pt x="9862" y="1599"/>
                  </a:cubicBezTo>
                  <a:cubicBezTo>
                    <a:pt x="9610" y="1315"/>
                    <a:pt x="9231" y="1158"/>
                    <a:pt x="8885" y="1126"/>
                  </a:cubicBezTo>
                  <a:cubicBezTo>
                    <a:pt x="8664" y="559"/>
                    <a:pt x="8223" y="181"/>
                    <a:pt x="7656" y="55"/>
                  </a:cubicBezTo>
                  <a:cubicBezTo>
                    <a:pt x="7523" y="18"/>
                    <a:pt x="7388" y="0"/>
                    <a:pt x="725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6" name="Google Shape;2236;p44"/>
            <p:cNvSpPr/>
            <p:nvPr/>
          </p:nvSpPr>
          <p:spPr>
            <a:xfrm>
              <a:off x="-22685675" y="2408150"/>
              <a:ext cx="27575" cy="66175"/>
            </a:xfrm>
            <a:custGeom>
              <a:rect b="b" l="l" r="r" t="t"/>
              <a:pathLst>
                <a:path extrusionOk="0" h="2647" w="1103">
                  <a:moveTo>
                    <a:pt x="740" y="1"/>
                  </a:moveTo>
                  <a:cubicBezTo>
                    <a:pt x="654" y="1"/>
                    <a:pt x="567" y="32"/>
                    <a:pt x="504" y="95"/>
                  </a:cubicBezTo>
                  <a:cubicBezTo>
                    <a:pt x="189" y="410"/>
                    <a:pt x="0" y="820"/>
                    <a:pt x="0" y="1292"/>
                  </a:cubicBezTo>
                  <a:cubicBezTo>
                    <a:pt x="0" y="1765"/>
                    <a:pt x="189" y="2206"/>
                    <a:pt x="504" y="2521"/>
                  </a:cubicBezTo>
                  <a:cubicBezTo>
                    <a:pt x="599" y="2584"/>
                    <a:pt x="662" y="2647"/>
                    <a:pt x="756" y="2647"/>
                  </a:cubicBezTo>
                  <a:cubicBezTo>
                    <a:pt x="819" y="2647"/>
                    <a:pt x="945" y="2615"/>
                    <a:pt x="977" y="2521"/>
                  </a:cubicBezTo>
                  <a:cubicBezTo>
                    <a:pt x="1103" y="2395"/>
                    <a:pt x="1103" y="2174"/>
                    <a:pt x="977" y="2048"/>
                  </a:cubicBezTo>
                  <a:cubicBezTo>
                    <a:pt x="788" y="1859"/>
                    <a:pt x="662" y="1576"/>
                    <a:pt x="662" y="1292"/>
                  </a:cubicBezTo>
                  <a:cubicBezTo>
                    <a:pt x="662" y="1040"/>
                    <a:pt x="788" y="757"/>
                    <a:pt x="977" y="536"/>
                  </a:cubicBezTo>
                  <a:cubicBezTo>
                    <a:pt x="1103" y="442"/>
                    <a:pt x="1103" y="253"/>
                    <a:pt x="977" y="95"/>
                  </a:cubicBezTo>
                  <a:cubicBezTo>
                    <a:pt x="914" y="32"/>
                    <a:pt x="827" y="1"/>
                    <a:pt x="7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7" name="Google Shape;2237;p44"/>
            <p:cNvSpPr/>
            <p:nvPr/>
          </p:nvSpPr>
          <p:spPr>
            <a:xfrm>
              <a:off x="-22766800" y="2408950"/>
              <a:ext cx="27575" cy="66175"/>
            </a:xfrm>
            <a:custGeom>
              <a:rect b="b" l="l" r="r" t="t"/>
              <a:pathLst>
                <a:path extrusionOk="0" h="2647" w="1103">
                  <a:moveTo>
                    <a:pt x="362" y="0"/>
                  </a:moveTo>
                  <a:cubicBezTo>
                    <a:pt x="276" y="0"/>
                    <a:pt x="189" y="32"/>
                    <a:pt x="126" y="95"/>
                  </a:cubicBezTo>
                  <a:cubicBezTo>
                    <a:pt x="0" y="221"/>
                    <a:pt x="0" y="441"/>
                    <a:pt x="126" y="567"/>
                  </a:cubicBezTo>
                  <a:cubicBezTo>
                    <a:pt x="315" y="756"/>
                    <a:pt x="441" y="1040"/>
                    <a:pt x="441" y="1323"/>
                  </a:cubicBezTo>
                  <a:cubicBezTo>
                    <a:pt x="441" y="1575"/>
                    <a:pt x="315" y="1859"/>
                    <a:pt x="126" y="2048"/>
                  </a:cubicBezTo>
                  <a:cubicBezTo>
                    <a:pt x="0" y="2174"/>
                    <a:pt x="0" y="2426"/>
                    <a:pt x="126" y="2520"/>
                  </a:cubicBezTo>
                  <a:cubicBezTo>
                    <a:pt x="221" y="2615"/>
                    <a:pt x="284" y="2646"/>
                    <a:pt x="378" y="2646"/>
                  </a:cubicBezTo>
                  <a:cubicBezTo>
                    <a:pt x="441" y="2646"/>
                    <a:pt x="567" y="2615"/>
                    <a:pt x="599" y="2520"/>
                  </a:cubicBezTo>
                  <a:cubicBezTo>
                    <a:pt x="977" y="2174"/>
                    <a:pt x="1103" y="1733"/>
                    <a:pt x="1103" y="1323"/>
                  </a:cubicBezTo>
                  <a:cubicBezTo>
                    <a:pt x="1103" y="851"/>
                    <a:pt x="914" y="410"/>
                    <a:pt x="599" y="95"/>
                  </a:cubicBezTo>
                  <a:cubicBezTo>
                    <a:pt x="536" y="32"/>
                    <a:pt x="449" y="0"/>
                    <a:pt x="36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38" name="Google Shape;2238;p44"/>
          <p:cNvGrpSpPr/>
          <p:nvPr/>
        </p:nvGrpSpPr>
        <p:grpSpPr>
          <a:xfrm>
            <a:off x="5978607" y="1555897"/>
            <a:ext cx="250061" cy="283318"/>
            <a:chOff x="-27710725" y="1959200"/>
            <a:chExt cx="260725" cy="295400"/>
          </a:xfrm>
        </p:grpSpPr>
        <p:sp>
          <p:nvSpPr>
            <p:cNvPr id="2239" name="Google Shape;2239;p44"/>
            <p:cNvSpPr/>
            <p:nvPr/>
          </p:nvSpPr>
          <p:spPr>
            <a:xfrm>
              <a:off x="-27710725" y="1959200"/>
              <a:ext cx="260725" cy="295400"/>
            </a:xfrm>
            <a:custGeom>
              <a:rect b="b" l="l" r="r" t="t"/>
              <a:pathLst>
                <a:path extrusionOk="0" h="11816" w="10429">
                  <a:moveTo>
                    <a:pt x="1072" y="3561"/>
                  </a:moveTo>
                  <a:cubicBezTo>
                    <a:pt x="1261" y="3561"/>
                    <a:pt x="1418" y="3718"/>
                    <a:pt x="1418" y="3907"/>
                  </a:cubicBezTo>
                  <a:lnTo>
                    <a:pt x="1418" y="4916"/>
                  </a:lnTo>
                  <a:lnTo>
                    <a:pt x="694" y="4916"/>
                  </a:lnTo>
                  <a:lnTo>
                    <a:pt x="694" y="3907"/>
                  </a:lnTo>
                  <a:cubicBezTo>
                    <a:pt x="694" y="3718"/>
                    <a:pt x="851" y="3561"/>
                    <a:pt x="1072" y="3561"/>
                  </a:cubicBezTo>
                  <a:close/>
                  <a:moveTo>
                    <a:pt x="5230" y="3561"/>
                  </a:moveTo>
                  <a:cubicBezTo>
                    <a:pt x="5419" y="3561"/>
                    <a:pt x="5577" y="3718"/>
                    <a:pt x="5577" y="3907"/>
                  </a:cubicBezTo>
                  <a:lnTo>
                    <a:pt x="5577" y="4916"/>
                  </a:lnTo>
                  <a:lnTo>
                    <a:pt x="4884" y="4916"/>
                  </a:lnTo>
                  <a:lnTo>
                    <a:pt x="4884" y="3907"/>
                  </a:lnTo>
                  <a:cubicBezTo>
                    <a:pt x="4884" y="3718"/>
                    <a:pt x="5041" y="3561"/>
                    <a:pt x="5230" y="3561"/>
                  </a:cubicBezTo>
                  <a:close/>
                  <a:moveTo>
                    <a:pt x="8696" y="4348"/>
                  </a:moveTo>
                  <a:cubicBezTo>
                    <a:pt x="9294" y="4348"/>
                    <a:pt x="9736" y="4821"/>
                    <a:pt x="9736" y="5357"/>
                  </a:cubicBezTo>
                  <a:cubicBezTo>
                    <a:pt x="9736" y="5924"/>
                    <a:pt x="9263" y="6396"/>
                    <a:pt x="8696" y="6396"/>
                  </a:cubicBezTo>
                  <a:cubicBezTo>
                    <a:pt x="8097" y="6396"/>
                    <a:pt x="7688" y="5924"/>
                    <a:pt x="7688" y="5357"/>
                  </a:cubicBezTo>
                  <a:cubicBezTo>
                    <a:pt x="7688" y="4821"/>
                    <a:pt x="8160" y="4348"/>
                    <a:pt x="8696" y="4348"/>
                  </a:cubicBezTo>
                  <a:close/>
                  <a:moveTo>
                    <a:pt x="5482" y="5609"/>
                  </a:moveTo>
                  <a:cubicBezTo>
                    <a:pt x="5388" y="6176"/>
                    <a:pt x="5073" y="6774"/>
                    <a:pt x="4569" y="7121"/>
                  </a:cubicBezTo>
                  <a:cubicBezTo>
                    <a:pt x="4120" y="7475"/>
                    <a:pt x="3582" y="7653"/>
                    <a:pt x="3036" y="7653"/>
                  </a:cubicBezTo>
                  <a:cubicBezTo>
                    <a:pt x="2854" y="7653"/>
                    <a:pt x="2671" y="7633"/>
                    <a:pt x="2489" y="7593"/>
                  </a:cubicBezTo>
                  <a:cubicBezTo>
                    <a:pt x="1639" y="7404"/>
                    <a:pt x="946" y="6617"/>
                    <a:pt x="757" y="5640"/>
                  </a:cubicBezTo>
                  <a:lnTo>
                    <a:pt x="1418" y="5640"/>
                  </a:lnTo>
                  <a:cubicBezTo>
                    <a:pt x="1481" y="5955"/>
                    <a:pt x="1639" y="6270"/>
                    <a:pt x="1891" y="6491"/>
                  </a:cubicBezTo>
                  <a:cubicBezTo>
                    <a:pt x="2206" y="6806"/>
                    <a:pt x="2647" y="7026"/>
                    <a:pt x="3119" y="7026"/>
                  </a:cubicBezTo>
                  <a:cubicBezTo>
                    <a:pt x="3183" y="7026"/>
                    <a:pt x="3309" y="7026"/>
                    <a:pt x="3372" y="6963"/>
                  </a:cubicBezTo>
                  <a:cubicBezTo>
                    <a:pt x="4096" y="6837"/>
                    <a:pt x="4600" y="6302"/>
                    <a:pt x="4758" y="5609"/>
                  </a:cubicBezTo>
                  <a:close/>
                  <a:moveTo>
                    <a:pt x="2426" y="1"/>
                  </a:moveTo>
                  <a:cubicBezTo>
                    <a:pt x="2237" y="1"/>
                    <a:pt x="2080" y="158"/>
                    <a:pt x="2080" y="347"/>
                  </a:cubicBezTo>
                  <a:lnTo>
                    <a:pt x="2080" y="725"/>
                  </a:lnTo>
                  <a:lnTo>
                    <a:pt x="1733" y="725"/>
                  </a:lnTo>
                  <a:cubicBezTo>
                    <a:pt x="1135" y="725"/>
                    <a:pt x="694" y="1198"/>
                    <a:pt x="694" y="1734"/>
                  </a:cubicBezTo>
                  <a:lnTo>
                    <a:pt x="694" y="2836"/>
                  </a:lnTo>
                  <a:cubicBezTo>
                    <a:pt x="316" y="2994"/>
                    <a:pt x="1" y="3340"/>
                    <a:pt x="1" y="3813"/>
                  </a:cubicBezTo>
                  <a:lnTo>
                    <a:pt x="1" y="5073"/>
                  </a:lnTo>
                  <a:lnTo>
                    <a:pt x="1" y="5231"/>
                  </a:lnTo>
                  <a:cubicBezTo>
                    <a:pt x="32" y="5924"/>
                    <a:pt x="284" y="6554"/>
                    <a:pt x="662" y="7058"/>
                  </a:cubicBezTo>
                  <a:cubicBezTo>
                    <a:pt x="1103" y="7656"/>
                    <a:pt x="1702" y="8035"/>
                    <a:pt x="2395" y="8224"/>
                  </a:cubicBezTo>
                  <a:cubicBezTo>
                    <a:pt x="2521" y="8287"/>
                    <a:pt x="2678" y="8287"/>
                    <a:pt x="2804" y="8318"/>
                  </a:cubicBezTo>
                  <a:lnTo>
                    <a:pt x="2804" y="8696"/>
                  </a:lnTo>
                  <a:cubicBezTo>
                    <a:pt x="2804" y="10429"/>
                    <a:pt x="4222" y="11815"/>
                    <a:pt x="5892" y="11815"/>
                  </a:cubicBezTo>
                  <a:cubicBezTo>
                    <a:pt x="7625" y="11815"/>
                    <a:pt x="9011" y="10397"/>
                    <a:pt x="9011" y="8696"/>
                  </a:cubicBezTo>
                  <a:lnTo>
                    <a:pt x="9011" y="6932"/>
                  </a:lnTo>
                  <a:cubicBezTo>
                    <a:pt x="9830" y="6837"/>
                    <a:pt x="10429" y="6176"/>
                    <a:pt x="10429" y="5325"/>
                  </a:cubicBezTo>
                  <a:cubicBezTo>
                    <a:pt x="10429" y="4380"/>
                    <a:pt x="9641" y="3592"/>
                    <a:pt x="8696" y="3592"/>
                  </a:cubicBezTo>
                  <a:cubicBezTo>
                    <a:pt x="7751" y="3592"/>
                    <a:pt x="6963" y="4380"/>
                    <a:pt x="6963" y="5325"/>
                  </a:cubicBezTo>
                  <a:cubicBezTo>
                    <a:pt x="6963" y="6144"/>
                    <a:pt x="7562" y="6837"/>
                    <a:pt x="8349" y="7026"/>
                  </a:cubicBezTo>
                  <a:lnTo>
                    <a:pt x="8349" y="8791"/>
                  </a:lnTo>
                  <a:cubicBezTo>
                    <a:pt x="8349" y="10114"/>
                    <a:pt x="7247" y="11216"/>
                    <a:pt x="5892" y="11216"/>
                  </a:cubicBezTo>
                  <a:cubicBezTo>
                    <a:pt x="4569" y="11216"/>
                    <a:pt x="3466" y="10114"/>
                    <a:pt x="3466" y="8791"/>
                  </a:cubicBezTo>
                  <a:lnTo>
                    <a:pt x="3466" y="8350"/>
                  </a:lnTo>
                  <a:cubicBezTo>
                    <a:pt x="4065" y="8287"/>
                    <a:pt x="4600" y="8066"/>
                    <a:pt x="5073" y="7688"/>
                  </a:cubicBezTo>
                  <a:cubicBezTo>
                    <a:pt x="5829" y="7089"/>
                    <a:pt x="6270" y="6176"/>
                    <a:pt x="6270" y="5231"/>
                  </a:cubicBezTo>
                  <a:lnTo>
                    <a:pt x="6270" y="3876"/>
                  </a:lnTo>
                  <a:cubicBezTo>
                    <a:pt x="6270" y="3435"/>
                    <a:pt x="5986" y="3025"/>
                    <a:pt x="5545" y="2868"/>
                  </a:cubicBezTo>
                  <a:lnTo>
                    <a:pt x="5545" y="1765"/>
                  </a:lnTo>
                  <a:cubicBezTo>
                    <a:pt x="5545" y="1198"/>
                    <a:pt x="5073" y="757"/>
                    <a:pt x="4537" y="757"/>
                  </a:cubicBezTo>
                  <a:lnTo>
                    <a:pt x="4159" y="757"/>
                  </a:lnTo>
                  <a:lnTo>
                    <a:pt x="4159" y="410"/>
                  </a:lnTo>
                  <a:cubicBezTo>
                    <a:pt x="4159" y="190"/>
                    <a:pt x="4002" y="32"/>
                    <a:pt x="3813" y="32"/>
                  </a:cubicBezTo>
                  <a:cubicBezTo>
                    <a:pt x="3624" y="32"/>
                    <a:pt x="3466" y="190"/>
                    <a:pt x="3466" y="410"/>
                  </a:cubicBezTo>
                  <a:lnTo>
                    <a:pt x="3466" y="1765"/>
                  </a:lnTo>
                  <a:cubicBezTo>
                    <a:pt x="3466" y="1986"/>
                    <a:pt x="3624" y="2143"/>
                    <a:pt x="3813" y="2143"/>
                  </a:cubicBezTo>
                  <a:cubicBezTo>
                    <a:pt x="4002" y="2143"/>
                    <a:pt x="4159" y="1986"/>
                    <a:pt x="4159" y="1765"/>
                  </a:cubicBezTo>
                  <a:lnTo>
                    <a:pt x="4159" y="1418"/>
                  </a:lnTo>
                  <a:lnTo>
                    <a:pt x="4537" y="1418"/>
                  </a:lnTo>
                  <a:cubicBezTo>
                    <a:pt x="4726" y="1418"/>
                    <a:pt x="4884" y="1576"/>
                    <a:pt x="4884" y="1765"/>
                  </a:cubicBezTo>
                  <a:lnTo>
                    <a:pt x="4884" y="2868"/>
                  </a:lnTo>
                  <a:cubicBezTo>
                    <a:pt x="4474" y="3025"/>
                    <a:pt x="4159" y="3403"/>
                    <a:pt x="4159" y="3876"/>
                  </a:cubicBezTo>
                  <a:lnTo>
                    <a:pt x="4159" y="5168"/>
                  </a:lnTo>
                  <a:cubicBezTo>
                    <a:pt x="4159" y="5703"/>
                    <a:pt x="3813" y="6176"/>
                    <a:pt x="3309" y="6270"/>
                  </a:cubicBezTo>
                  <a:lnTo>
                    <a:pt x="3151" y="6270"/>
                  </a:lnTo>
                  <a:cubicBezTo>
                    <a:pt x="2867" y="6270"/>
                    <a:pt x="2584" y="6144"/>
                    <a:pt x="2395" y="5955"/>
                  </a:cubicBezTo>
                  <a:cubicBezTo>
                    <a:pt x="2206" y="5766"/>
                    <a:pt x="2080" y="5483"/>
                    <a:pt x="2080" y="5199"/>
                  </a:cubicBezTo>
                  <a:lnTo>
                    <a:pt x="2080" y="3813"/>
                  </a:lnTo>
                  <a:cubicBezTo>
                    <a:pt x="2080" y="3403"/>
                    <a:pt x="1796" y="2994"/>
                    <a:pt x="1387" y="2836"/>
                  </a:cubicBezTo>
                  <a:lnTo>
                    <a:pt x="1387" y="1734"/>
                  </a:lnTo>
                  <a:cubicBezTo>
                    <a:pt x="1387" y="1545"/>
                    <a:pt x="1544" y="1387"/>
                    <a:pt x="1733" y="1387"/>
                  </a:cubicBezTo>
                  <a:lnTo>
                    <a:pt x="2080" y="1387"/>
                  </a:lnTo>
                  <a:lnTo>
                    <a:pt x="2080" y="1734"/>
                  </a:lnTo>
                  <a:cubicBezTo>
                    <a:pt x="2080" y="1923"/>
                    <a:pt x="2237" y="2080"/>
                    <a:pt x="2426" y="2080"/>
                  </a:cubicBezTo>
                  <a:cubicBezTo>
                    <a:pt x="2647" y="2080"/>
                    <a:pt x="2804" y="1923"/>
                    <a:pt x="2804" y="1734"/>
                  </a:cubicBezTo>
                  <a:lnTo>
                    <a:pt x="2804" y="347"/>
                  </a:lnTo>
                  <a:cubicBezTo>
                    <a:pt x="2804" y="158"/>
                    <a:pt x="2647" y="1"/>
                    <a:pt x="242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0" name="Google Shape;2240;p44"/>
            <p:cNvSpPr/>
            <p:nvPr/>
          </p:nvSpPr>
          <p:spPr>
            <a:xfrm>
              <a:off x="-27502000" y="2084450"/>
              <a:ext cx="17350" cy="17350"/>
            </a:xfrm>
            <a:custGeom>
              <a:rect b="b" l="l" r="r" t="t"/>
              <a:pathLst>
                <a:path extrusionOk="0" h="694" w="694">
                  <a:moveTo>
                    <a:pt x="347" y="0"/>
                  </a:moveTo>
                  <a:cubicBezTo>
                    <a:pt x="158" y="0"/>
                    <a:pt x="0" y="158"/>
                    <a:pt x="0" y="347"/>
                  </a:cubicBezTo>
                  <a:cubicBezTo>
                    <a:pt x="0" y="536"/>
                    <a:pt x="158" y="693"/>
                    <a:pt x="347" y="693"/>
                  </a:cubicBezTo>
                  <a:cubicBezTo>
                    <a:pt x="536" y="693"/>
                    <a:pt x="693" y="536"/>
                    <a:pt x="693" y="347"/>
                  </a:cubicBezTo>
                  <a:cubicBezTo>
                    <a:pt x="693" y="158"/>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41" name="Google Shape;2241;p44"/>
          <p:cNvGrpSpPr/>
          <p:nvPr/>
        </p:nvGrpSpPr>
        <p:grpSpPr>
          <a:xfrm>
            <a:off x="5960851" y="2042732"/>
            <a:ext cx="285572" cy="185106"/>
            <a:chOff x="-27728850" y="2382950"/>
            <a:chExt cx="297750" cy="193000"/>
          </a:xfrm>
        </p:grpSpPr>
        <p:sp>
          <p:nvSpPr>
            <p:cNvPr id="2242" name="Google Shape;2242;p44"/>
            <p:cNvSpPr/>
            <p:nvPr/>
          </p:nvSpPr>
          <p:spPr>
            <a:xfrm>
              <a:off x="-27606750" y="2453825"/>
              <a:ext cx="35450" cy="35475"/>
            </a:xfrm>
            <a:custGeom>
              <a:rect b="b" l="l" r="r" t="t"/>
              <a:pathLst>
                <a:path extrusionOk="0" h="1419" w="1418">
                  <a:moveTo>
                    <a:pt x="725" y="1"/>
                  </a:moveTo>
                  <a:cubicBezTo>
                    <a:pt x="315" y="1"/>
                    <a:pt x="0" y="316"/>
                    <a:pt x="0" y="694"/>
                  </a:cubicBezTo>
                  <a:cubicBezTo>
                    <a:pt x="0" y="1103"/>
                    <a:pt x="315" y="1419"/>
                    <a:pt x="725" y="1419"/>
                  </a:cubicBezTo>
                  <a:cubicBezTo>
                    <a:pt x="1103" y="1419"/>
                    <a:pt x="1418" y="1103"/>
                    <a:pt x="1418" y="694"/>
                  </a:cubicBezTo>
                  <a:cubicBezTo>
                    <a:pt x="1418" y="316"/>
                    <a:pt x="1103" y="1"/>
                    <a:pt x="72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3" name="Google Shape;2243;p44"/>
            <p:cNvSpPr/>
            <p:nvPr/>
          </p:nvSpPr>
          <p:spPr>
            <a:xfrm>
              <a:off x="-27728850" y="2382950"/>
              <a:ext cx="297750" cy="193000"/>
            </a:xfrm>
            <a:custGeom>
              <a:rect b="b" l="l" r="r" t="t"/>
              <a:pathLst>
                <a:path extrusionOk="0" h="7720" w="11910">
                  <a:moveTo>
                    <a:pt x="5955" y="756"/>
                  </a:moveTo>
                  <a:cubicBezTo>
                    <a:pt x="7405" y="756"/>
                    <a:pt x="8791" y="1670"/>
                    <a:pt x="9673" y="2426"/>
                  </a:cubicBezTo>
                  <a:cubicBezTo>
                    <a:pt x="10335" y="3025"/>
                    <a:pt x="10839" y="3592"/>
                    <a:pt x="11091" y="3938"/>
                  </a:cubicBezTo>
                  <a:cubicBezTo>
                    <a:pt x="10524" y="4632"/>
                    <a:pt x="8413" y="7026"/>
                    <a:pt x="5955" y="7026"/>
                  </a:cubicBezTo>
                  <a:cubicBezTo>
                    <a:pt x="4506" y="7026"/>
                    <a:pt x="3120" y="6144"/>
                    <a:pt x="2269" y="5388"/>
                  </a:cubicBezTo>
                  <a:cubicBezTo>
                    <a:pt x="1576" y="4789"/>
                    <a:pt x="1072" y="4190"/>
                    <a:pt x="852" y="3875"/>
                  </a:cubicBezTo>
                  <a:cubicBezTo>
                    <a:pt x="1419" y="3182"/>
                    <a:pt x="3529" y="788"/>
                    <a:pt x="5955" y="756"/>
                  </a:cubicBezTo>
                  <a:close/>
                  <a:moveTo>
                    <a:pt x="5955" y="0"/>
                  </a:moveTo>
                  <a:cubicBezTo>
                    <a:pt x="5199" y="0"/>
                    <a:pt x="4412" y="189"/>
                    <a:pt x="3624" y="567"/>
                  </a:cubicBezTo>
                  <a:cubicBezTo>
                    <a:pt x="2994" y="882"/>
                    <a:pt x="2364" y="1324"/>
                    <a:pt x="1797" y="1828"/>
                  </a:cubicBezTo>
                  <a:cubicBezTo>
                    <a:pt x="757" y="2741"/>
                    <a:pt x="127" y="3623"/>
                    <a:pt x="95" y="3655"/>
                  </a:cubicBezTo>
                  <a:cubicBezTo>
                    <a:pt x="1" y="3781"/>
                    <a:pt x="1" y="3938"/>
                    <a:pt x="95" y="4033"/>
                  </a:cubicBezTo>
                  <a:cubicBezTo>
                    <a:pt x="127" y="4096"/>
                    <a:pt x="757" y="4978"/>
                    <a:pt x="1797" y="5860"/>
                  </a:cubicBezTo>
                  <a:cubicBezTo>
                    <a:pt x="2427" y="6396"/>
                    <a:pt x="2994" y="6805"/>
                    <a:pt x="3624" y="7120"/>
                  </a:cubicBezTo>
                  <a:cubicBezTo>
                    <a:pt x="4412" y="7499"/>
                    <a:pt x="5199" y="7719"/>
                    <a:pt x="5955" y="7719"/>
                  </a:cubicBezTo>
                  <a:cubicBezTo>
                    <a:pt x="6711" y="7719"/>
                    <a:pt x="7499" y="7499"/>
                    <a:pt x="8287" y="7120"/>
                  </a:cubicBezTo>
                  <a:cubicBezTo>
                    <a:pt x="8917" y="6805"/>
                    <a:pt x="9547" y="6364"/>
                    <a:pt x="10145" y="5860"/>
                  </a:cubicBezTo>
                  <a:cubicBezTo>
                    <a:pt x="11154" y="4947"/>
                    <a:pt x="11784" y="4096"/>
                    <a:pt x="11815" y="4033"/>
                  </a:cubicBezTo>
                  <a:cubicBezTo>
                    <a:pt x="11910" y="3938"/>
                    <a:pt x="11910" y="3781"/>
                    <a:pt x="11815" y="3655"/>
                  </a:cubicBezTo>
                  <a:cubicBezTo>
                    <a:pt x="11784" y="3623"/>
                    <a:pt x="11154" y="2710"/>
                    <a:pt x="10145" y="1828"/>
                  </a:cubicBezTo>
                  <a:cubicBezTo>
                    <a:pt x="9515" y="1292"/>
                    <a:pt x="8917" y="882"/>
                    <a:pt x="8287" y="567"/>
                  </a:cubicBezTo>
                  <a:cubicBezTo>
                    <a:pt x="7499" y="189"/>
                    <a:pt x="6711" y="0"/>
                    <a:pt x="59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4" name="Google Shape;2244;p44"/>
            <p:cNvSpPr/>
            <p:nvPr/>
          </p:nvSpPr>
          <p:spPr>
            <a:xfrm>
              <a:off x="-27640625" y="2419175"/>
              <a:ext cx="122100" cy="122100"/>
            </a:xfrm>
            <a:custGeom>
              <a:rect b="b" l="l" r="r" t="t"/>
              <a:pathLst>
                <a:path extrusionOk="0" h="4884" w="4884">
                  <a:moveTo>
                    <a:pt x="2426" y="694"/>
                  </a:moveTo>
                  <a:cubicBezTo>
                    <a:pt x="3403" y="694"/>
                    <a:pt x="4159" y="1481"/>
                    <a:pt x="4159" y="2426"/>
                  </a:cubicBezTo>
                  <a:cubicBezTo>
                    <a:pt x="4159" y="3372"/>
                    <a:pt x="3371" y="4159"/>
                    <a:pt x="2426" y="4159"/>
                  </a:cubicBezTo>
                  <a:cubicBezTo>
                    <a:pt x="1481" y="4159"/>
                    <a:pt x="694" y="3372"/>
                    <a:pt x="694" y="2426"/>
                  </a:cubicBezTo>
                  <a:cubicBezTo>
                    <a:pt x="694" y="1481"/>
                    <a:pt x="1481" y="694"/>
                    <a:pt x="2426" y="694"/>
                  </a:cubicBezTo>
                  <a:close/>
                  <a:moveTo>
                    <a:pt x="2426" y="1"/>
                  </a:moveTo>
                  <a:cubicBezTo>
                    <a:pt x="1103" y="1"/>
                    <a:pt x="0" y="1103"/>
                    <a:pt x="0" y="2426"/>
                  </a:cubicBezTo>
                  <a:cubicBezTo>
                    <a:pt x="0" y="3781"/>
                    <a:pt x="1103" y="4884"/>
                    <a:pt x="2426" y="4884"/>
                  </a:cubicBezTo>
                  <a:cubicBezTo>
                    <a:pt x="3781" y="4884"/>
                    <a:pt x="4884" y="3781"/>
                    <a:pt x="4884" y="2426"/>
                  </a:cubicBezTo>
                  <a:cubicBezTo>
                    <a:pt x="4884" y="1103"/>
                    <a:pt x="3781" y="1"/>
                    <a:pt x="242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45" name="Google Shape;2245;p44"/>
          <p:cNvSpPr/>
          <p:nvPr/>
        </p:nvSpPr>
        <p:spPr>
          <a:xfrm>
            <a:off x="5961223" y="2436487"/>
            <a:ext cx="284829" cy="273104"/>
          </a:xfrm>
          <a:custGeom>
            <a:rect b="b" l="l" r="r" t="t"/>
            <a:pathLst>
              <a:path extrusionOk="0" h="11390" w="11879">
                <a:moveTo>
                  <a:pt x="10047" y="655"/>
                </a:moveTo>
                <a:cubicBezTo>
                  <a:pt x="10369" y="655"/>
                  <a:pt x="10689" y="746"/>
                  <a:pt x="10965" y="930"/>
                </a:cubicBezTo>
                <a:lnTo>
                  <a:pt x="7499" y="4490"/>
                </a:lnTo>
                <a:cubicBezTo>
                  <a:pt x="7468" y="4427"/>
                  <a:pt x="7468" y="4396"/>
                  <a:pt x="7405" y="4364"/>
                </a:cubicBezTo>
                <a:lnTo>
                  <a:pt x="7090" y="4049"/>
                </a:lnTo>
                <a:cubicBezTo>
                  <a:pt x="7058" y="3986"/>
                  <a:pt x="7026" y="3954"/>
                  <a:pt x="6995" y="3954"/>
                </a:cubicBezTo>
                <a:lnTo>
                  <a:pt x="7216" y="3734"/>
                </a:lnTo>
                <a:cubicBezTo>
                  <a:pt x="7405" y="3545"/>
                  <a:pt x="7531" y="3261"/>
                  <a:pt x="7531" y="2978"/>
                </a:cubicBezTo>
                <a:cubicBezTo>
                  <a:pt x="7531" y="2820"/>
                  <a:pt x="7499" y="2663"/>
                  <a:pt x="7405" y="2537"/>
                </a:cubicBezTo>
                <a:lnTo>
                  <a:pt x="8791" y="1182"/>
                </a:lnTo>
                <a:cubicBezTo>
                  <a:pt x="9140" y="833"/>
                  <a:pt x="9596" y="655"/>
                  <a:pt x="10047" y="655"/>
                </a:cubicBezTo>
                <a:close/>
                <a:moveTo>
                  <a:pt x="6365" y="4427"/>
                </a:moveTo>
                <a:cubicBezTo>
                  <a:pt x="6428" y="4427"/>
                  <a:pt x="6554" y="4490"/>
                  <a:pt x="6585" y="4553"/>
                </a:cubicBezTo>
                <a:lnTo>
                  <a:pt x="6900" y="4868"/>
                </a:lnTo>
                <a:cubicBezTo>
                  <a:pt x="7058" y="4994"/>
                  <a:pt x="7058" y="5183"/>
                  <a:pt x="6932" y="5341"/>
                </a:cubicBezTo>
                <a:lnTo>
                  <a:pt x="6365" y="5971"/>
                </a:lnTo>
                <a:lnTo>
                  <a:pt x="5483" y="5120"/>
                </a:lnTo>
                <a:lnTo>
                  <a:pt x="6113" y="4522"/>
                </a:lnTo>
                <a:cubicBezTo>
                  <a:pt x="6207" y="4490"/>
                  <a:pt x="6270" y="4427"/>
                  <a:pt x="6365" y="4427"/>
                </a:cubicBezTo>
                <a:close/>
                <a:moveTo>
                  <a:pt x="4947" y="5624"/>
                </a:moveTo>
                <a:lnTo>
                  <a:pt x="5829" y="6538"/>
                </a:lnTo>
                <a:lnTo>
                  <a:pt x="5388" y="7042"/>
                </a:lnTo>
                <a:lnTo>
                  <a:pt x="5136" y="6790"/>
                </a:lnTo>
                <a:cubicBezTo>
                  <a:pt x="5073" y="6743"/>
                  <a:pt x="4987" y="6719"/>
                  <a:pt x="4900" y="6719"/>
                </a:cubicBezTo>
                <a:cubicBezTo>
                  <a:pt x="4813" y="6719"/>
                  <a:pt x="4727" y="6743"/>
                  <a:pt x="4664" y="6790"/>
                </a:cubicBezTo>
                <a:cubicBezTo>
                  <a:pt x="4538" y="6916"/>
                  <a:pt x="4538" y="7168"/>
                  <a:pt x="4664" y="7262"/>
                </a:cubicBezTo>
                <a:lnTo>
                  <a:pt x="4947" y="7546"/>
                </a:lnTo>
                <a:lnTo>
                  <a:pt x="4475" y="8050"/>
                </a:lnTo>
                <a:lnTo>
                  <a:pt x="4128" y="7704"/>
                </a:lnTo>
                <a:cubicBezTo>
                  <a:pt x="4065" y="7641"/>
                  <a:pt x="3971" y="7609"/>
                  <a:pt x="3880" y="7609"/>
                </a:cubicBezTo>
                <a:cubicBezTo>
                  <a:pt x="3789" y="7609"/>
                  <a:pt x="3703" y="7641"/>
                  <a:pt x="3655" y="7704"/>
                </a:cubicBezTo>
                <a:cubicBezTo>
                  <a:pt x="3529" y="7830"/>
                  <a:pt x="3529" y="8050"/>
                  <a:pt x="3655" y="8176"/>
                </a:cubicBezTo>
                <a:lnTo>
                  <a:pt x="4034" y="8586"/>
                </a:lnTo>
                <a:lnTo>
                  <a:pt x="3561" y="9090"/>
                </a:lnTo>
                <a:lnTo>
                  <a:pt x="3088" y="8617"/>
                </a:lnTo>
                <a:cubicBezTo>
                  <a:pt x="3025" y="8554"/>
                  <a:pt x="2939" y="8523"/>
                  <a:pt x="2852" y="8523"/>
                </a:cubicBezTo>
                <a:cubicBezTo>
                  <a:pt x="2765" y="8523"/>
                  <a:pt x="2679" y="8554"/>
                  <a:pt x="2616" y="8617"/>
                </a:cubicBezTo>
                <a:cubicBezTo>
                  <a:pt x="2490" y="8743"/>
                  <a:pt x="2490" y="8964"/>
                  <a:pt x="2616" y="9090"/>
                </a:cubicBezTo>
                <a:lnTo>
                  <a:pt x="3120" y="9594"/>
                </a:lnTo>
                <a:lnTo>
                  <a:pt x="2647" y="10098"/>
                </a:lnTo>
                <a:lnTo>
                  <a:pt x="2080" y="9531"/>
                </a:lnTo>
                <a:cubicBezTo>
                  <a:pt x="2017" y="9468"/>
                  <a:pt x="1923" y="9436"/>
                  <a:pt x="1832" y="9436"/>
                </a:cubicBezTo>
                <a:cubicBezTo>
                  <a:pt x="1742" y="9436"/>
                  <a:pt x="1655" y="9468"/>
                  <a:pt x="1608" y="9531"/>
                </a:cubicBezTo>
                <a:cubicBezTo>
                  <a:pt x="1482" y="9625"/>
                  <a:pt x="1482" y="9877"/>
                  <a:pt x="1608" y="10003"/>
                </a:cubicBezTo>
                <a:lnTo>
                  <a:pt x="2175" y="10570"/>
                </a:lnTo>
                <a:cubicBezTo>
                  <a:pt x="2017" y="10696"/>
                  <a:pt x="1860" y="10728"/>
                  <a:pt x="1702" y="10728"/>
                </a:cubicBezTo>
                <a:cubicBezTo>
                  <a:pt x="1419" y="10728"/>
                  <a:pt x="1198" y="10665"/>
                  <a:pt x="1009" y="10476"/>
                </a:cubicBezTo>
                <a:cubicBezTo>
                  <a:pt x="789" y="10255"/>
                  <a:pt x="726" y="10035"/>
                  <a:pt x="726" y="9751"/>
                </a:cubicBezTo>
                <a:cubicBezTo>
                  <a:pt x="726" y="9468"/>
                  <a:pt x="852" y="9247"/>
                  <a:pt x="1041" y="9090"/>
                </a:cubicBezTo>
                <a:lnTo>
                  <a:pt x="4947" y="5624"/>
                </a:lnTo>
                <a:close/>
                <a:moveTo>
                  <a:pt x="10035" y="1"/>
                </a:moveTo>
                <a:cubicBezTo>
                  <a:pt x="9413" y="1"/>
                  <a:pt x="8791" y="237"/>
                  <a:pt x="8318" y="709"/>
                </a:cubicBezTo>
                <a:lnTo>
                  <a:pt x="6743" y="2285"/>
                </a:lnTo>
                <a:cubicBezTo>
                  <a:pt x="6680" y="2348"/>
                  <a:pt x="6617" y="2442"/>
                  <a:pt x="6617" y="2505"/>
                </a:cubicBezTo>
                <a:cubicBezTo>
                  <a:pt x="6617" y="2600"/>
                  <a:pt x="6680" y="2694"/>
                  <a:pt x="6743" y="2757"/>
                </a:cubicBezTo>
                <a:cubicBezTo>
                  <a:pt x="6837" y="2820"/>
                  <a:pt x="6869" y="2915"/>
                  <a:pt x="6869" y="2978"/>
                </a:cubicBezTo>
                <a:cubicBezTo>
                  <a:pt x="6869" y="3041"/>
                  <a:pt x="6837" y="3167"/>
                  <a:pt x="6743" y="3198"/>
                </a:cubicBezTo>
                <a:lnTo>
                  <a:pt x="6207" y="3765"/>
                </a:lnTo>
                <a:cubicBezTo>
                  <a:pt x="5987" y="3797"/>
                  <a:pt x="5798" y="3891"/>
                  <a:pt x="5640" y="3986"/>
                </a:cubicBezTo>
                <a:lnTo>
                  <a:pt x="568" y="8523"/>
                </a:lnTo>
                <a:cubicBezTo>
                  <a:pt x="221" y="8838"/>
                  <a:pt x="1" y="9247"/>
                  <a:pt x="1" y="9720"/>
                </a:cubicBezTo>
                <a:cubicBezTo>
                  <a:pt x="1" y="10192"/>
                  <a:pt x="158" y="10633"/>
                  <a:pt x="473" y="10917"/>
                </a:cubicBezTo>
                <a:cubicBezTo>
                  <a:pt x="789" y="11264"/>
                  <a:pt x="1230" y="11390"/>
                  <a:pt x="1671" y="11390"/>
                </a:cubicBezTo>
                <a:lnTo>
                  <a:pt x="1702" y="11390"/>
                </a:lnTo>
                <a:cubicBezTo>
                  <a:pt x="2143" y="11390"/>
                  <a:pt x="2584" y="11169"/>
                  <a:pt x="2899" y="10854"/>
                </a:cubicBezTo>
                <a:lnTo>
                  <a:pt x="7405" y="5782"/>
                </a:lnTo>
                <a:cubicBezTo>
                  <a:pt x="7562" y="5624"/>
                  <a:pt x="7657" y="5404"/>
                  <a:pt x="7657" y="5215"/>
                </a:cubicBezTo>
                <a:lnTo>
                  <a:pt x="11752" y="1119"/>
                </a:lnTo>
                <a:cubicBezTo>
                  <a:pt x="11878" y="1088"/>
                  <a:pt x="11878" y="1025"/>
                  <a:pt x="11878" y="930"/>
                </a:cubicBezTo>
                <a:cubicBezTo>
                  <a:pt x="11878" y="867"/>
                  <a:pt x="11815" y="741"/>
                  <a:pt x="11752" y="709"/>
                </a:cubicBezTo>
                <a:cubicBezTo>
                  <a:pt x="11280" y="237"/>
                  <a:pt x="10657" y="1"/>
                  <a:pt x="1003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6" name="Google Shape;2246;p44"/>
          <p:cNvSpPr/>
          <p:nvPr/>
        </p:nvSpPr>
        <p:spPr>
          <a:xfrm>
            <a:off x="8145021" y="1555525"/>
            <a:ext cx="284061" cy="284061"/>
          </a:xfrm>
          <a:custGeom>
            <a:rect b="b" l="l" r="r" t="t"/>
            <a:pathLst>
              <a:path extrusionOk="0" h="11847" w="11847">
                <a:moveTo>
                  <a:pt x="5546" y="662"/>
                </a:moveTo>
                <a:lnTo>
                  <a:pt x="5546" y="2741"/>
                </a:lnTo>
                <a:lnTo>
                  <a:pt x="4821" y="2741"/>
                </a:lnTo>
                <a:lnTo>
                  <a:pt x="4821" y="1040"/>
                </a:lnTo>
                <a:cubicBezTo>
                  <a:pt x="4821" y="819"/>
                  <a:pt x="4979" y="662"/>
                  <a:pt x="5199" y="662"/>
                </a:cubicBezTo>
                <a:close/>
                <a:moveTo>
                  <a:pt x="6932" y="662"/>
                </a:moveTo>
                <a:lnTo>
                  <a:pt x="6932" y="2773"/>
                </a:lnTo>
                <a:lnTo>
                  <a:pt x="6207" y="2773"/>
                </a:lnTo>
                <a:lnTo>
                  <a:pt x="6207" y="662"/>
                </a:lnTo>
                <a:close/>
                <a:moveTo>
                  <a:pt x="8350" y="662"/>
                </a:moveTo>
                <a:lnTo>
                  <a:pt x="8350" y="2773"/>
                </a:lnTo>
                <a:lnTo>
                  <a:pt x="7625" y="2773"/>
                </a:lnTo>
                <a:lnTo>
                  <a:pt x="7625" y="662"/>
                </a:lnTo>
                <a:close/>
                <a:moveTo>
                  <a:pt x="9704" y="662"/>
                </a:moveTo>
                <a:lnTo>
                  <a:pt x="9704" y="2773"/>
                </a:lnTo>
                <a:lnTo>
                  <a:pt x="9011" y="2773"/>
                </a:lnTo>
                <a:lnTo>
                  <a:pt x="9011" y="662"/>
                </a:lnTo>
                <a:close/>
                <a:moveTo>
                  <a:pt x="10744" y="662"/>
                </a:moveTo>
                <a:cubicBezTo>
                  <a:pt x="10933" y="662"/>
                  <a:pt x="11090" y="819"/>
                  <a:pt x="11090" y="1040"/>
                </a:cubicBezTo>
                <a:lnTo>
                  <a:pt x="11090" y="2773"/>
                </a:lnTo>
                <a:lnTo>
                  <a:pt x="10397" y="2773"/>
                </a:lnTo>
                <a:lnTo>
                  <a:pt x="10397" y="662"/>
                </a:lnTo>
                <a:close/>
                <a:moveTo>
                  <a:pt x="6270" y="5577"/>
                </a:moveTo>
                <a:lnTo>
                  <a:pt x="6270" y="9074"/>
                </a:lnTo>
                <a:lnTo>
                  <a:pt x="5546" y="9074"/>
                </a:lnTo>
                <a:lnTo>
                  <a:pt x="5546" y="5577"/>
                </a:lnTo>
                <a:close/>
                <a:moveTo>
                  <a:pt x="10397" y="5640"/>
                </a:moveTo>
                <a:lnTo>
                  <a:pt x="10397" y="6270"/>
                </a:lnTo>
                <a:lnTo>
                  <a:pt x="9358" y="6270"/>
                </a:lnTo>
                <a:cubicBezTo>
                  <a:pt x="9169" y="6270"/>
                  <a:pt x="9011" y="6427"/>
                  <a:pt x="9011" y="6616"/>
                </a:cubicBezTo>
                <a:cubicBezTo>
                  <a:pt x="9011" y="6805"/>
                  <a:pt x="9169" y="6963"/>
                  <a:pt x="9358" y="6963"/>
                </a:cubicBezTo>
                <a:lnTo>
                  <a:pt x="10397" y="6963"/>
                </a:lnTo>
                <a:lnTo>
                  <a:pt x="10397" y="7688"/>
                </a:lnTo>
                <a:lnTo>
                  <a:pt x="9358" y="7688"/>
                </a:lnTo>
                <a:cubicBezTo>
                  <a:pt x="9169" y="7688"/>
                  <a:pt x="9011" y="7845"/>
                  <a:pt x="9011" y="8034"/>
                </a:cubicBezTo>
                <a:cubicBezTo>
                  <a:pt x="9011" y="8223"/>
                  <a:pt x="9169" y="8381"/>
                  <a:pt x="9358" y="8381"/>
                </a:cubicBezTo>
                <a:lnTo>
                  <a:pt x="10397" y="8381"/>
                </a:lnTo>
                <a:lnTo>
                  <a:pt x="10397" y="9105"/>
                </a:lnTo>
                <a:lnTo>
                  <a:pt x="8287" y="9105"/>
                </a:lnTo>
                <a:lnTo>
                  <a:pt x="8287" y="5640"/>
                </a:lnTo>
                <a:close/>
                <a:moveTo>
                  <a:pt x="2080" y="7688"/>
                </a:moveTo>
                <a:cubicBezTo>
                  <a:pt x="2301" y="7688"/>
                  <a:pt x="2521" y="7719"/>
                  <a:pt x="2710" y="7845"/>
                </a:cubicBezTo>
                <a:cubicBezTo>
                  <a:pt x="2427" y="7971"/>
                  <a:pt x="2206" y="8129"/>
                  <a:pt x="1954" y="8318"/>
                </a:cubicBezTo>
                <a:lnTo>
                  <a:pt x="1923" y="8349"/>
                </a:lnTo>
                <a:cubicBezTo>
                  <a:pt x="1576" y="8696"/>
                  <a:pt x="1355" y="9200"/>
                  <a:pt x="1355" y="9767"/>
                </a:cubicBezTo>
                <a:cubicBezTo>
                  <a:pt x="1355" y="9956"/>
                  <a:pt x="1418" y="10113"/>
                  <a:pt x="1450" y="10302"/>
                </a:cubicBezTo>
                <a:cubicBezTo>
                  <a:pt x="977" y="10050"/>
                  <a:pt x="694" y="9578"/>
                  <a:pt x="694" y="9074"/>
                </a:cubicBezTo>
                <a:cubicBezTo>
                  <a:pt x="694" y="8318"/>
                  <a:pt x="1324" y="7688"/>
                  <a:pt x="2080" y="7688"/>
                </a:cubicBezTo>
                <a:close/>
                <a:moveTo>
                  <a:pt x="3403" y="8318"/>
                </a:moveTo>
                <a:cubicBezTo>
                  <a:pt x="4191" y="8349"/>
                  <a:pt x="4821" y="8979"/>
                  <a:pt x="4821" y="9735"/>
                </a:cubicBezTo>
                <a:cubicBezTo>
                  <a:pt x="4821" y="9987"/>
                  <a:pt x="4758" y="10239"/>
                  <a:pt x="4600" y="10491"/>
                </a:cubicBezTo>
                <a:lnTo>
                  <a:pt x="2679" y="8538"/>
                </a:lnTo>
                <a:cubicBezTo>
                  <a:pt x="2868" y="8381"/>
                  <a:pt x="3151" y="8318"/>
                  <a:pt x="3403" y="8318"/>
                </a:cubicBezTo>
                <a:close/>
                <a:moveTo>
                  <a:pt x="2238" y="9074"/>
                </a:moveTo>
                <a:lnTo>
                  <a:pt x="4128" y="10964"/>
                </a:lnTo>
                <a:cubicBezTo>
                  <a:pt x="3939" y="11059"/>
                  <a:pt x="3687" y="11122"/>
                  <a:pt x="3466" y="11122"/>
                </a:cubicBezTo>
                <a:cubicBezTo>
                  <a:pt x="3448" y="11122"/>
                  <a:pt x="3430" y="11123"/>
                  <a:pt x="3412" y="11123"/>
                </a:cubicBezTo>
                <a:cubicBezTo>
                  <a:pt x="2680" y="11123"/>
                  <a:pt x="2080" y="10504"/>
                  <a:pt x="2080" y="9735"/>
                </a:cubicBezTo>
                <a:cubicBezTo>
                  <a:pt x="2080" y="9483"/>
                  <a:pt x="2143" y="9263"/>
                  <a:pt x="2238" y="9074"/>
                </a:cubicBezTo>
                <a:close/>
                <a:moveTo>
                  <a:pt x="10334" y="3466"/>
                </a:moveTo>
                <a:lnTo>
                  <a:pt x="10334" y="4884"/>
                </a:lnTo>
                <a:lnTo>
                  <a:pt x="7940" y="4884"/>
                </a:lnTo>
                <a:cubicBezTo>
                  <a:pt x="7751" y="4884"/>
                  <a:pt x="7593" y="5041"/>
                  <a:pt x="7593" y="5230"/>
                </a:cubicBezTo>
                <a:lnTo>
                  <a:pt x="7593" y="9420"/>
                </a:lnTo>
                <a:cubicBezTo>
                  <a:pt x="7593" y="9609"/>
                  <a:pt x="7751" y="9767"/>
                  <a:pt x="7940" y="9767"/>
                </a:cubicBezTo>
                <a:lnTo>
                  <a:pt x="10397" y="9767"/>
                </a:lnTo>
                <a:lnTo>
                  <a:pt x="10397" y="10806"/>
                </a:lnTo>
                <a:cubicBezTo>
                  <a:pt x="10397" y="10996"/>
                  <a:pt x="10240" y="11153"/>
                  <a:pt x="10019" y="11153"/>
                </a:cubicBezTo>
                <a:lnTo>
                  <a:pt x="5861" y="11153"/>
                </a:lnTo>
                <a:cubicBezTo>
                  <a:pt x="5672" y="11153"/>
                  <a:pt x="5514" y="10996"/>
                  <a:pt x="5514" y="10806"/>
                </a:cubicBezTo>
                <a:lnTo>
                  <a:pt x="5514" y="9767"/>
                </a:lnTo>
                <a:lnTo>
                  <a:pt x="6522" y="9767"/>
                </a:lnTo>
                <a:cubicBezTo>
                  <a:pt x="6711" y="9767"/>
                  <a:pt x="6869" y="9609"/>
                  <a:pt x="6869" y="9420"/>
                </a:cubicBezTo>
                <a:lnTo>
                  <a:pt x="6869" y="5230"/>
                </a:lnTo>
                <a:cubicBezTo>
                  <a:pt x="6869" y="5041"/>
                  <a:pt x="6711" y="4884"/>
                  <a:pt x="6522" y="4884"/>
                </a:cubicBezTo>
                <a:lnTo>
                  <a:pt x="5514" y="4884"/>
                </a:lnTo>
                <a:lnTo>
                  <a:pt x="5514" y="3466"/>
                </a:lnTo>
                <a:close/>
                <a:moveTo>
                  <a:pt x="5199" y="0"/>
                </a:moveTo>
                <a:cubicBezTo>
                  <a:pt x="4600" y="0"/>
                  <a:pt x="4159" y="473"/>
                  <a:pt x="4159" y="1040"/>
                </a:cubicBezTo>
                <a:lnTo>
                  <a:pt x="4159" y="3119"/>
                </a:lnTo>
                <a:cubicBezTo>
                  <a:pt x="4159" y="3308"/>
                  <a:pt x="4317" y="3466"/>
                  <a:pt x="4506" y="3466"/>
                </a:cubicBezTo>
                <a:lnTo>
                  <a:pt x="4884" y="3466"/>
                </a:lnTo>
                <a:lnTo>
                  <a:pt x="4884" y="8192"/>
                </a:lnTo>
                <a:cubicBezTo>
                  <a:pt x="4569" y="7908"/>
                  <a:pt x="4128" y="7719"/>
                  <a:pt x="3655" y="7688"/>
                </a:cubicBezTo>
                <a:cubicBezTo>
                  <a:pt x="3277" y="7246"/>
                  <a:pt x="2710" y="6963"/>
                  <a:pt x="2080" y="6963"/>
                </a:cubicBezTo>
                <a:cubicBezTo>
                  <a:pt x="946" y="6963"/>
                  <a:pt x="1" y="7908"/>
                  <a:pt x="1" y="9074"/>
                </a:cubicBezTo>
                <a:cubicBezTo>
                  <a:pt x="1" y="10176"/>
                  <a:pt x="820" y="11027"/>
                  <a:pt x="1923" y="11153"/>
                </a:cubicBezTo>
                <a:cubicBezTo>
                  <a:pt x="2332" y="11594"/>
                  <a:pt x="2868" y="11846"/>
                  <a:pt x="3498" y="11846"/>
                </a:cubicBezTo>
                <a:cubicBezTo>
                  <a:pt x="4065" y="11846"/>
                  <a:pt x="4506" y="11657"/>
                  <a:pt x="4916" y="11311"/>
                </a:cubicBezTo>
                <a:cubicBezTo>
                  <a:pt x="4916" y="11311"/>
                  <a:pt x="4979" y="11279"/>
                  <a:pt x="4979" y="11216"/>
                </a:cubicBezTo>
                <a:cubicBezTo>
                  <a:pt x="5136" y="11594"/>
                  <a:pt x="5514" y="11846"/>
                  <a:pt x="5924" y="11846"/>
                </a:cubicBezTo>
                <a:lnTo>
                  <a:pt x="10114" y="11846"/>
                </a:lnTo>
                <a:cubicBezTo>
                  <a:pt x="10712" y="11846"/>
                  <a:pt x="11122" y="11374"/>
                  <a:pt x="11122" y="10838"/>
                </a:cubicBezTo>
                <a:lnTo>
                  <a:pt x="11122" y="3497"/>
                </a:lnTo>
                <a:lnTo>
                  <a:pt x="11500" y="3497"/>
                </a:lnTo>
                <a:cubicBezTo>
                  <a:pt x="11689" y="3497"/>
                  <a:pt x="11847" y="3340"/>
                  <a:pt x="11847" y="3151"/>
                </a:cubicBezTo>
                <a:lnTo>
                  <a:pt x="11847" y="1072"/>
                </a:lnTo>
                <a:cubicBezTo>
                  <a:pt x="11752" y="441"/>
                  <a:pt x="11343" y="0"/>
                  <a:pt x="1074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47" name="Google Shape;2247;p44"/>
          <p:cNvGrpSpPr/>
          <p:nvPr/>
        </p:nvGrpSpPr>
        <p:grpSpPr>
          <a:xfrm>
            <a:off x="8145021" y="2001191"/>
            <a:ext cx="284061" cy="268188"/>
            <a:chOff x="-25844850" y="2357750"/>
            <a:chExt cx="296175" cy="279625"/>
          </a:xfrm>
        </p:grpSpPr>
        <p:sp>
          <p:nvSpPr>
            <p:cNvPr id="2248" name="Google Shape;2248;p44"/>
            <p:cNvSpPr/>
            <p:nvPr/>
          </p:nvSpPr>
          <p:spPr>
            <a:xfrm>
              <a:off x="-25792075" y="2428625"/>
              <a:ext cx="191425" cy="208750"/>
            </a:xfrm>
            <a:custGeom>
              <a:rect b="b" l="l" r="r" t="t"/>
              <a:pathLst>
                <a:path extrusionOk="0" h="8350" w="7657">
                  <a:moveTo>
                    <a:pt x="3781" y="2773"/>
                  </a:moveTo>
                  <a:cubicBezTo>
                    <a:pt x="3970" y="2773"/>
                    <a:pt x="4128" y="2931"/>
                    <a:pt x="4128" y="3120"/>
                  </a:cubicBezTo>
                  <a:cubicBezTo>
                    <a:pt x="4128" y="3309"/>
                    <a:pt x="3970" y="3466"/>
                    <a:pt x="3781" y="3466"/>
                  </a:cubicBezTo>
                  <a:cubicBezTo>
                    <a:pt x="3592" y="3466"/>
                    <a:pt x="3435" y="3309"/>
                    <a:pt x="3435" y="3120"/>
                  </a:cubicBezTo>
                  <a:cubicBezTo>
                    <a:pt x="3435" y="2931"/>
                    <a:pt x="3592" y="2773"/>
                    <a:pt x="3781" y="2773"/>
                  </a:cubicBezTo>
                  <a:close/>
                  <a:moveTo>
                    <a:pt x="3813" y="694"/>
                  </a:moveTo>
                  <a:cubicBezTo>
                    <a:pt x="5167" y="694"/>
                    <a:pt x="6270" y="1796"/>
                    <a:pt x="6270" y="3120"/>
                  </a:cubicBezTo>
                  <a:lnTo>
                    <a:pt x="6270" y="6239"/>
                  </a:lnTo>
                  <a:lnTo>
                    <a:pt x="4191" y="6239"/>
                  </a:lnTo>
                  <a:lnTo>
                    <a:pt x="4191" y="4096"/>
                  </a:lnTo>
                  <a:cubicBezTo>
                    <a:pt x="4569" y="3939"/>
                    <a:pt x="4884" y="3592"/>
                    <a:pt x="4884" y="3120"/>
                  </a:cubicBezTo>
                  <a:cubicBezTo>
                    <a:pt x="4884" y="2521"/>
                    <a:pt x="4411" y="2111"/>
                    <a:pt x="3876" y="2111"/>
                  </a:cubicBezTo>
                  <a:cubicBezTo>
                    <a:pt x="3277" y="2111"/>
                    <a:pt x="2836" y="2584"/>
                    <a:pt x="2836" y="3120"/>
                  </a:cubicBezTo>
                  <a:cubicBezTo>
                    <a:pt x="2836" y="3561"/>
                    <a:pt x="3120" y="3939"/>
                    <a:pt x="3561" y="4096"/>
                  </a:cubicBezTo>
                  <a:lnTo>
                    <a:pt x="3561" y="6239"/>
                  </a:lnTo>
                  <a:lnTo>
                    <a:pt x="1450" y="6239"/>
                  </a:lnTo>
                  <a:lnTo>
                    <a:pt x="1450" y="3120"/>
                  </a:lnTo>
                  <a:lnTo>
                    <a:pt x="1387" y="3120"/>
                  </a:lnTo>
                  <a:cubicBezTo>
                    <a:pt x="1387" y="1796"/>
                    <a:pt x="2489" y="694"/>
                    <a:pt x="3813" y="694"/>
                  </a:cubicBezTo>
                  <a:close/>
                  <a:moveTo>
                    <a:pt x="6585" y="6932"/>
                  </a:moveTo>
                  <a:cubicBezTo>
                    <a:pt x="6774" y="6932"/>
                    <a:pt x="6932" y="7089"/>
                    <a:pt x="6932" y="7310"/>
                  </a:cubicBezTo>
                  <a:lnTo>
                    <a:pt x="6932" y="7625"/>
                  </a:lnTo>
                  <a:lnTo>
                    <a:pt x="662" y="7625"/>
                  </a:lnTo>
                  <a:lnTo>
                    <a:pt x="662" y="7310"/>
                  </a:lnTo>
                  <a:cubicBezTo>
                    <a:pt x="662" y="7089"/>
                    <a:pt x="820" y="6932"/>
                    <a:pt x="1040" y="6932"/>
                  </a:cubicBezTo>
                  <a:close/>
                  <a:moveTo>
                    <a:pt x="3813" y="1"/>
                  </a:moveTo>
                  <a:cubicBezTo>
                    <a:pt x="2080" y="1"/>
                    <a:pt x="725" y="1418"/>
                    <a:pt x="725" y="3120"/>
                  </a:cubicBezTo>
                  <a:lnTo>
                    <a:pt x="725" y="6302"/>
                  </a:lnTo>
                  <a:cubicBezTo>
                    <a:pt x="316" y="6459"/>
                    <a:pt x="1" y="6837"/>
                    <a:pt x="1" y="7310"/>
                  </a:cubicBezTo>
                  <a:lnTo>
                    <a:pt x="1" y="8003"/>
                  </a:lnTo>
                  <a:cubicBezTo>
                    <a:pt x="1" y="8192"/>
                    <a:pt x="158" y="8349"/>
                    <a:pt x="347" y="8349"/>
                  </a:cubicBezTo>
                  <a:lnTo>
                    <a:pt x="7278" y="8349"/>
                  </a:lnTo>
                  <a:cubicBezTo>
                    <a:pt x="7499" y="8349"/>
                    <a:pt x="7656" y="8192"/>
                    <a:pt x="7656" y="8003"/>
                  </a:cubicBezTo>
                  <a:lnTo>
                    <a:pt x="7656" y="7310"/>
                  </a:lnTo>
                  <a:cubicBezTo>
                    <a:pt x="7593" y="6837"/>
                    <a:pt x="7341" y="6428"/>
                    <a:pt x="6932" y="6302"/>
                  </a:cubicBezTo>
                  <a:lnTo>
                    <a:pt x="6932" y="3120"/>
                  </a:lnTo>
                  <a:cubicBezTo>
                    <a:pt x="6932" y="1387"/>
                    <a:pt x="5514" y="1"/>
                    <a:pt x="381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9" name="Google Shape;2249;p44"/>
            <p:cNvSpPr/>
            <p:nvPr/>
          </p:nvSpPr>
          <p:spPr>
            <a:xfrm>
              <a:off x="-25602250" y="2497950"/>
              <a:ext cx="53575" cy="17350"/>
            </a:xfrm>
            <a:custGeom>
              <a:rect b="b" l="l" r="r" t="t"/>
              <a:pathLst>
                <a:path extrusionOk="0" h="694" w="2143">
                  <a:moveTo>
                    <a:pt x="378" y="0"/>
                  </a:moveTo>
                  <a:cubicBezTo>
                    <a:pt x="158" y="0"/>
                    <a:pt x="0" y="158"/>
                    <a:pt x="0" y="347"/>
                  </a:cubicBezTo>
                  <a:cubicBezTo>
                    <a:pt x="0" y="536"/>
                    <a:pt x="158" y="693"/>
                    <a:pt x="378" y="693"/>
                  </a:cubicBezTo>
                  <a:lnTo>
                    <a:pt x="1796" y="693"/>
                  </a:lnTo>
                  <a:cubicBezTo>
                    <a:pt x="1985" y="693"/>
                    <a:pt x="2143" y="536"/>
                    <a:pt x="2143" y="347"/>
                  </a:cubicBezTo>
                  <a:cubicBezTo>
                    <a:pt x="2143" y="158"/>
                    <a:pt x="1985" y="0"/>
                    <a:pt x="179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0" name="Google Shape;2250;p44"/>
            <p:cNvSpPr/>
            <p:nvPr/>
          </p:nvSpPr>
          <p:spPr>
            <a:xfrm>
              <a:off x="-25844850" y="2497950"/>
              <a:ext cx="52800" cy="17350"/>
            </a:xfrm>
            <a:custGeom>
              <a:rect b="b" l="l" r="r" t="t"/>
              <a:pathLst>
                <a:path extrusionOk="0" h="694" w="2112">
                  <a:moveTo>
                    <a:pt x="347" y="0"/>
                  </a:moveTo>
                  <a:cubicBezTo>
                    <a:pt x="158" y="0"/>
                    <a:pt x="1" y="158"/>
                    <a:pt x="1" y="347"/>
                  </a:cubicBezTo>
                  <a:cubicBezTo>
                    <a:pt x="1" y="536"/>
                    <a:pt x="158" y="693"/>
                    <a:pt x="347" y="693"/>
                  </a:cubicBezTo>
                  <a:lnTo>
                    <a:pt x="1765" y="693"/>
                  </a:lnTo>
                  <a:cubicBezTo>
                    <a:pt x="1954" y="693"/>
                    <a:pt x="2112" y="536"/>
                    <a:pt x="2112" y="347"/>
                  </a:cubicBezTo>
                  <a:cubicBezTo>
                    <a:pt x="2080" y="158"/>
                    <a:pt x="1923" y="0"/>
                    <a:pt x="176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1" name="Google Shape;2251;p44"/>
            <p:cNvSpPr/>
            <p:nvPr/>
          </p:nvSpPr>
          <p:spPr>
            <a:xfrm>
              <a:off x="-25706225" y="2357750"/>
              <a:ext cx="17350" cy="53575"/>
            </a:xfrm>
            <a:custGeom>
              <a:rect b="b" l="l" r="r" t="t"/>
              <a:pathLst>
                <a:path extrusionOk="0" h="2143" w="694">
                  <a:moveTo>
                    <a:pt x="347" y="0"/>
                  </a:moveTo>
                  <a:cubicBezTo>
                    <a:pt x="158" y="0"/>
                    <a:pt x="1" y="158"/>
                    <a:pt x="1" y="347"/>
                  </a:cubicBezTo>
                  <a:lnTo>
                    <a:pt x="1" y="1764"/>
                  </a:lnTo>
                  <a:cubicBezTo>
                    <a:pt x="1" y="1985"/>
                    <a:pt x="158" y="2143"/>
                    <a:pt x="347" y="2143"/>
                  </a:cubicBezTo>
                  <a:cubicBezTo>
                    <a:pt x="536" y="2143"/>
                    <a:pt x="694" y="1985"/>
                    <a:pt x="694" y="1764"/>
                  </a:cubicBezTo>
                  <a:lnTo>
                    <a:pt x="694" y="347"/>
                  </a:lnTo>
                  <a:cubicBezTo>
                    <a:pt x="694" y="158"/>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2" name="Google Shape;2252;p44"/>
            <p:cNvSpPr/>
            <p:nvPr/>
          </p:nvSpPr>
          <p:spPr>
            <a:xfrm>
              <a:off x="-25804675" y="2400275"/>
              <a:ext cx="42550" cy="41775"/>
            </a:xfrm>
            <a:custGeom>
              <a:rect b="b" l="l" r="r" t="t"/>
              <a:pathLst>
                <a:path extrusionOk="0" h="1671" w="1702">
                  <a:moveTo>
                    <a:pt x="351" y="0"/>
                  </a:moveTo>
                  <a:cubicBezTo>
                    <a:pt x="260" y="0"/>
                    <a:pt x="174" y="32"/>
                    <a:pt x="127" y="95"/>
                  </a:cubicBezTo>
                  <a:cubicBezTo>
                    <a:pt x="0" y="189"/>
                    <a:pt x="0" y="442"/>
                    <a:pt x="127" y="568"/>
                  </a:cubicBezTo>
                  <a:lnTo>
                    <a:pt x="1103" y="1544"/>
                  </a:lnTo>
                  <a:cubicBezTo>
                    <a:pt x="1166" y="1607"/>
                    <a:pt x="1261" y="1670"/>
                    <a:pt x="1324" y="1670"/>
                  </a:cubicBezTo>
                  <a:cubicBezTo>
                    <a:pt x="1418" y="1670"/>
                    <a:pt x="1544" y="1607"/>
                    <a:pt x="1576" y="1544"/>
                  </a:cubicBezTo>
                  <a:cubicBezTo>
                    <a:pt x="1702" y="1418"/>
                    <a:pt x="1702" y="1198"/>
                    <a:pt x="1576" y="1072"/>
                  </a:cubicBezTo>
                  <a:lnTo>
                    <a:pt x="599" y="95"/>
                  </a:lnTo>
                  <a:cubicBezTo>
                    <a:pt x="536" y="32"/>
                    <a:pt x="442" y="0"/>
                    <a:pt x="35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3" name="Google Shape;2253;p44"/>
            <p:cNvSpPr/>
            <p:nvPr/>
          </p:nvSpPr>
          <p:spPr>
            <a:xfrm>
              <a:off x="-25632175" y="2400275"/>
              <a:ext cx="41750" cy="41775"/>
            </a:xfrm>
            <a:custGeom>
              <a:rect b="b" l="l" r="r" t="t"/>
              <a:pathLst>
                <a:path extrusionOk="0" h="1671" w="1670">
                  <a:moveTo>
                    <a:pt x="1327" y="0"/>
                  </a:moveTo>
                  <a:cubicBezTo>
                    <a:pt x="1237" y="0"/>
                    <a:pt x="1150" y="32"/>
                    <a:pt x="1103" y="95"/>
                  </a:cubicBezTo>
                  <a:lnTo>
                    <a:pt x="95" y="1072"/>
                  </a:lnTo>
                  <a:cubicBezTo>
                    <a:pt x="0" y="1198"/>
                    <a:pt x="0" y="1418"/>
                    <a:pt x="95" y="1544"/>
                  </a:cubicBezTo>
                  <a:cubicBezTo>
                    <a:pt x="158" y="1607"/>
                    <a:pt x="252" y="1670"/>
                    <a:pt x="347" y="1670"/>
                  </a:cubicBezTo>
                  <a:cubicBezTo>
                    <a:pt x="410" y="1670"/>
                    <a:pt x="536" y="1607"/>
                    <a:pt x="567" y="1544"/>
                  </a:cubicBezTo>
                  <a:lnTo>
                    <a:pt x="1575" y="568"/>
                  </a:lnTo>
                  <a:cubicBezTo>
                    <a:pt x="1670" y="442"/>
                    <a:pt x="1670" y="189"/>
                    <a:pt x="1575" y="95"/>
                  </a:cubicBezTo>
                  <a:cubicBezTo>
                    <a:pt x="1512" y="32"/>
                    <a:pt x="1418" y="0"/>
                    <a:pt x="132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54" name="Google Shape;2254;p44"/>
          <p:cNvSpPr/>
          <p:nvPr/>
        </p:nvSpPr>
        <p:spPr>
          <a:xfrm>
            <a:off x="8143139" y="2431104"/>
            <a:ext cx="287826" cy="283870"/>
          </a:xfrm>
          <a:custGeom>
            <a:rect b="b" l="l" r="r" t="t"/>
            <a:pathLst>
              <a:path extrusionOk="0" h="11839" w="12004">
                <a:moveTo>
                  <a:pt x="7435" y="685"/>
                </a:moveTo>
                <a:cubicBezTo>
                  <a:pt x="7530" y="685"/>
                  <a:pt x="7656" y="748"/>
                  <a:pt x="7687" y="811"/>
                </a:cubicBezTo>
                <a:lnTo>
                  <a:pt x="11121" y="4246"/>
                </a:lnTo>
                <a:cubicBezTo>
                  <a:pt x="11279" y="4372"/>
                  <a:pt x="11279" y="4592"/>
                  <a:pt x="11121" y="4718"/>
                </a:cubicBezTo>
                <a:cubicBezTo>
                  <a:pt x="11058" y="4781"/>
                  <a:pt x="10964" y="4813"/>
                  <a:pt x="10873" y="4813"/>
                </a:cubicBezTo>
                <a:cubicBezTo>
                  <a:pt x="10783" y="4813"/>
                  <a:pt x="10696" y="4781"/>
                  <a:pt x="10649" y="4718"/>
                </a:cubicBezTo>
                <a:lnTo>
                  <a:pt x="7215" y="1284"/>
                </a:lnTo>
                <a:cubicBezTo>
                  <a:pt x="7089" y="1158"/>
                  <a:pt x="7089" y="938"/>
                  <a:pt x="7215" y="811"/>
                </a:cubicBezTo>
                <a:cubicBezTo>
                  <a:pt x="7278" y="748"/>
                  <a:pt x="7372" y="685"/>
                  <a:pt x="7435" y="685"/>
                </a:cubicBezTo>
                <a:close/>
                <a:moveTo>
                  <a:pt x="7971" y="2985"/>
                </a:moveTo>
                <a:lnTo>
                  <a:pt x="8948" y="3962"/>
                </a:lnTo>
                <a:lnTo>
                  <a:pt x="7404" y="5506"/>
                </a:lnTo>
                <a:lnTo>
                  <a:pt x="6427" y="4529"/>
                </a:lnTo>
                <a:lnTo>
                  <a:pt x="7971" y="2985"/>
                </a:lnTo>
                <a:close/>
                <a:moveTo>
                  <a:pt x="5923" y="5033"/>
                </a:moveTo>
                <a:lnTo>
                  <a:pt x="6900" y="6010"/>
                </a:lnTo>
                <a:lnTo>
                  <a:pt x="6459" y="6451"/>
                </a:lnTo>
                <a:cubicBezTo>
                  <a:pt x="6135" y="6775"/>
                  <a:pt x="5672" y="6937"/>
                  <a:pt x="5229" y="6937"/>
                </a:cubicBezTo>
                <a:cubicBezTo>
                  <a:pt x="5155" y="6937"/>
                  <a:pt x="5082" y="6932"/>
                  <a:pt x="5010" y="6923"/>
                </a:cubicBezTo>
                <a:cubicBezTo>
                  <a:pt x="4946" y="6356"/>
                  <a:pt x="5136" y="5821"/>
                  <a:pt x="5482" y="5474"/>
                </a:cubicBezTo>
                <a:lnTo>
                  <a:pt x="5923" y="5033"/>
                </a:lnTo>
                <a:close/>
                <a:moveTo>
                  <a:pt x="6931" y="1946"/>
                </a:moveTo>
                <a:lnTo>
                  <a:pt x="7404" y="2418"/>
                </a:lnTo>
                <a:lnTo>
                  <a:pt x="4978" y="4876"/>
                </a:lnTo>
                <a:cubicBezTo>
                  <a:pt x="4379" y="5443"/>
                  <a:pt x="4127" y="6230"/>
                  <a:pt x="4285" y="7081"/>
                </a:cubicBezTo>
                <a:lnTo>
                  <a:pt x="4348" y="7175"/>
                </a:lnTo>
                <a:cubicBezTo>
                  <a:pt x="4379" y="7301"/>
                  <a:pt x="4442" y="7427"/>
                  <a:pt x="4600" y="7459"/>
                </a:cubicBezTo>
                <a:lnTo>
                  <a:pt x="4726" y="7491"/>
                </a:lnTo>
                <a:cubicBezTo>
                  <a:pt x="4883" y="7554"/>
                  <a:pt x="5041" y="7554"/>
                  <a:pt x="5199" y="7554"/>
                </a:cubicBezTo>
                <a:cubicBezTo>
                  <a:pt x="5829" y="7554"/>
                  <a:pt x="6459" y="7301"/>
                  <a:pt x="6931" y="6829"/>
                </a:cubicBezTo>
                <a:lnTo>
                  <a:pt x="9389" y="4403"/>
                </a:lnTo>
                <a:lnTo>
                  <a:pt x="9861" y="4876"/>
                </a:lnTo>
                <a:lnTo>
                  <a:pt x="7687" y="7207"/>
                </a:lnTo>
                <a:cubicBezTo>
                  <a:pt x="6964" y="7905"/>
                  <a:pt x="6050" y="8306"/>
                  <a:pt x="5066" y="8306"/>
                </a:cubicBezTo>
                <a:cubicBezTo>
                  <a:pt x="4851" y="8306"/>
                  <a:pt x="4632" y="8286"/>
                  <a:pt x="4411" y="8247"/>
                </a:cubicBezTo>
                <a:lnTo>
                  <a:pt x="4348" y="8247"/>
                </a:lnTo>
                <a:cubicBezTo>
                  <a:pt x="4222" y="8247"/>
                  <a:pt x="4096" y="8310"/>
                  <a:pt x="4033" y="8341"/>
                </a:cubicBezTo>
                <a:lnTo>
                  <a:pt x="2080" y="10263"/>
                </a:lnTo>
                <a:lnTo>
                  <a:pt x="1607" y="9790"/>
                </a:lnTo>
                <a:lnTo>
                  <a:pt x="3560" y="7869"/>
                </a:lnTo>
                <a:cubicBezTo>
                  <a:pt x="3623" y="7774"/>
                  <a:pt x="3655" y="7680"/>
                  <a:pt x="3623" y="7554"/>
                </a:cubicBezTo>
                <a:lnTo>
                  <a:pt x="3623" y="7459"/>
                </a:lnTo>
                <a:cubicBezTo>
                  <a:pt x="3466" y="6293"/>
                  <a:pt x="3875" y="5065"/>
                  <a:pt x="4694" y="4214"/>
                </a:cubicBezTo>
                <a:lnTo>
                  <a:pt x="6931" y="1946"/>
                </a:lnTo>
                <a:close/>
                <a:moveTo>
                  <a:pt x="1103" y="10357"/>
                </a:moveTo>
                <a:lnTo>
                  <a:pt x="1575" y="10830"/>
                </a:lnTo>
                <a:lnTo>
                  <a:pt x="1355" y="11051"/>
                </a:lnTo>
                <a:cubicBezTo>
                  <a:pt x="1292" y="11114"/>
                  <a:pt x="1213" y="11145"/>
                  <a:pt x="1130" y="11145"/>
                </a:cubicBezTo>
                <a:cubicBezTo>
                  <a:pt x="1048" y="11145"/>
                  <a:pt x="961" y="11114"/>
                  <a:pt x="882" y="11051"/>
                </a:cubicBezTo>
                <a:cubicBezTo>
                  <a:pt x="756" y="10925"/>
                  <a:pt x="756" y="10704"/>
                  <a:pt x="882" y="10578"/>
                </a:cubicBezTo>
                <a:lnTo>
                  <a:pt x="1103" y="10357"/>
                </a:lnTo>
                <a:close/>
                <a:moveTo>
                  <a:pt x="7479" y="0"/>
                </a:moveTo>
                <a:cubicBezTo>
                  <a:pt x="7215" y="0"/>
                  <a:pt x="6947" y="103"/>
                  <a:pt x="6742" y="307"/>
                </a:cubicBezTo>
                <a:cubicBezTo>
                  <a:pt x="6427" y="622"/>
                  <a:pt x="6364" y="1095"/>
                  <a:pt x="6553" y="1473"/>
                </a:cubicBezTo>
                <a:lnTo>
                  <a:pt x="4253" y="3773"/>
                </a:lnTo>
                <a:cubicBezTo>
                  <a:pt x="3277" y="4750"/>
                  <a:pt x="2804" y="6136"/>
                  <a:pt x="2962" y="7522"/>
                </a:cubicBezTo>
                <a:lnTo>
                  <a:pt x="410" y="10074"/>
                </a:lnTo>
                <a:cubicBezTo>
                  <a:pt x="0" y="10452"/>
                  <a:pt x="0" y="11145"/>
                  <a:pt x="410" y="11523"/>
                </a:cubicBezTo>
                <a:cubicBezTo>
                  <a:pt x="599" y="11712"/>
                  <a:pt x="882" y="11838"/>
                  <a:pt x="1134" y="11838"/>
                </a:cubicBezTo>
                <a:cubicBezTo>
                  <a:pt x="1418" y="11838"/>
                  <a:pt x="1701" y="11712"/>
                  <a:pt x="1891" y="11523"/>
                </a:cubicBezTo>
                <a:lnTo>
                  <a:pt x="4442" y="8971"/>
                </a:lnTo>
                <a:cubicBezTo>
                  <a:pt x="4618" y="8991"/>
                  <a:pt x="4793" y="9001"/>
                  <a:pt x="4968" y="9001"/>
                </a:cubicBezTo>
                <a:cubicBezTo>
                  <a:pt x="6173" y="9001"/>
                  <a:pt x="7338" y="8533"/>
                  <a:pt x="8192" y="7680"/>
                </a:cubicBezTo>
                <a:lnTo>
                  <a:pt x="10491" y="5380"/>
                </a:lnTo>
                <a:cubicBezTo>
                  <a:pt x="10649" y="5443"/>
                  <a:pt x="10743" y="5506"/>
                  <a:pt x="10901" y="5506"/>
                </a:cubicBezTo>
                <a:cubicBezTo>
                  <a:pt x="11184" y="5506"/>
                  <a:pt x="11468" y="5380"/>
                  <a:pt x="11657" y="5191"/>
                </a:cubicBezTo>
                <a:cubicBezTo>
                  <a:pt x="12004" y="4781"/>
                  <a:pt x="12004" y="4119"/>
                  <a:pt x="11626" y="3741"/>
                </a:cubicBezTo>
                <a:lnTo>
                  <a:pt x="8192" y="307"/>
                </a:lnTo>
                <a:cubicBezTo>
                  <a:pt x="8002" y="103"/>
                  <a:pt x="7743" y="0"/>
                  <a:pt x="747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55" name="Google Shape;2255;p44"/>
          <p:cNvGrpSpPr/>
          <p:nvPr/>
        </p:nvGrpSpPr>
        <p:grpSpPr>
          <a:xfrm>
            <a:off x="6884726" y="2869312"/>
            <a:ext cx="183596" cy="283318"/>
            <a:chOff x="-23917525" y="1970225"/>
            <a:chExt cx="191425" cy="295400"/>
          </a:xfrm>
        </p:grpSpPr>
        <p:sp>
          <p:nvSpPr>
            <p:cNvPr id="2256" name="Google Shape;2256;p44"/>
            <p:cNvSpPr/>
            <p:nvPr/>
          </p:nvSpPr>
          <p:spPr>
            <a:xfrm>
              <a:off x="-23917525" y="1970225"/>
              <a:ext cx="191425" cy="295400"/>
            </a:xfrm>
            <a:custGeom>
              <a:rect b="b" l="l" r="r" t="t"/>
              <a:pathLst>
                <a:path extrusionOk="0" h="11816" w="7657">
                  <a:moveTo>
                    <a:pt x="6616" y="694"/>
                  </a:moveTo>
                  <a:cubicBezTo>
                    <a:pt x="6805" y="694"/>
                    <a:pt x="6963" y="851"/>
                    <a:pt x="6963" y="1072"/>
                  </a:cubicBezTo>
                  <a:lnTo>
                    <a:pt x="6963" y="1450"/>
                  </a:lnTo>
                  <a:lnTo>
                    <a:pt x="725" y="1450"/>
                  </a:lnTo>
                  <a:lnTo>
                    <a:pt x="725" y="1072"/>
                  </a:lnTo>
                  <a:cubicBezTo>
                    <a:pt x="725" y="851"/>
                    <a:pt x="883" y="694"/>
                    <a:pt x="1072" y="694"/>
                  </a:cubicBezTo>
                  <a:close/>
                  <a:moveTo>
                    <a:pt x="6994" y="2175"/>
                  </a:moveTo>
                  <a:lnTo>
                    <a:pt x="6994" y="8413"/>
                  </a:lnTo>
                  <a:lnTo>
                    <a:pt x="725" y="8413"/>
                  </a:lnTo>
                  <a:lnTo>
                    <a:pt x="725" y="2175"/>
                  </a:lnTo>
                  <a:close/>
                  <a:moveTo>
                    <a:pt x="6931" y="9106"/>
                  </a:moveTo>
                  <a:lnTo>
                    <a:pt x="6931" y="10838"/>
                  </a:lnTo>
                  <a:cubicBezTo>
                    <a:pt x="6931" y="11028"/>
                    <a:pt x="6774" y="11185"/>
                    <a:pt x="6585" y="11185"/>
                  </a:cubicBezTo>
                  <a:lnTo>
                    <a:pt x="1040" y="11185"/>
                  </a:lnTo>
                  <a:cubicBezTo>
                    <a:pt x="819" y="11185"/>
                    <a:pt x="662" y="11028"/>
                    <a:pt x="662" y="10838"/>
                  </a:cubicBezTo>
                  <a:lnTo>
                    <a:pt x="662" y="9106"/>
                  </a:lnTo>
                  <a:close/>
                  <a:moveTo>
                    <a:pt x="1040" y="1"/>
                  </a:moveTo>
                  <a:cubicBezTo>
                    <a:pt x="441" y="1"/>
                    <a:pt x="0" y="473"/>
                    <a:pt x="0" y="1009"/>
                  </a:cubicBezTo>
                  <a:lnTo>
                    <a:pt x="0" y="10775"/>
                  </a:lnTo>
                  <a:cubicBezTo>
                    <a:pt x="0" y="11374"/>
                    <a:pt x="473" y="11815"/>
                    <a:pt x="1040" y="11815"/>
                  </a:cubicBezTo>
                  <a:lnTo>
                    <a:pt x="6585" y="11815"/>
                  </a:lnTo>
                  <a:cubicBezTo>
                    <a:pt x="7184" y="11815"/>
                    <a:pt x="7593" y="11343"/>
                    <a:pt x="7593" y="10775"/>
                  </a:cubicBezTo>
                  <a:lnTo>
                    <a:pt x="7593" y="1009"/>
                  </a:lnTo>
                  <a:cubicBezTo>
                    <a:pt x="7656" y="473"/>
                    <a:pt x="7184" y="1"/>
                    <a:pt x="658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7" name="Google Shape;2257;p44"/>
            <p:cNvSpPr/>
            <p:nvPr/>
          </p:nvSpPr>
          <p:spPr>
            <a:xfrm>
              <a:off x="-23882075" y="2041125"/>
              <a:ext cx="121300" cy="121325"/>
            </a:xfrm>
            <a:custGeom>
              <a:rect b="b" l="l" r="r" t="t"/>
              <a:pathLst>
                <a:path extrusionOk="0" h="4853" w="4852">
                  <a:moveTo>
                    <a:pt x="2773" y="662"/>
                  </a:moveTo>
                  <a:lnTo>
                    <a:pt x="2773" y="1702"/>
                  </a:lnTo>
                  <a:cubicBezTo>
                    <a:pt x="2773" y="1891"/>
                    <a:pt x="2930" y="2048"/>
                    <a:pt x="3119" y="2048"/>
                  </a:cubicBezTo>
                  <a:lnTo>
                    <a:pt x="4127" y="2048"/>
                  </a:lnTo>
                  <a:lnTo>
                    <a:pt x="4127" y="2773"/>
                  </a:lnTo>
                  <a:lnTo>
                    <a:pt x="3119" y="2773"/>
                  </a:lnTo>
                  <a:cubicBezTo>
                    <a:pt x="2930" y="2773"/>
                    <a:pt x="2773" y="2962"/>
                    <a:pt x="2773" y="3151"/>
                  </a:cubicBezTo>
                  <a:lnTo>
                    <a:pt x="2773" y="4159"/>
                  </a:lnTo>
                  <a:lnTo>
                    <a:pt x="2048" y="4159"/>
                  </a:lnTo>
                  <a:lnTo>
                    <a:pt x="2048" y="3119"/>
                  </a:lnTo>
                  <a:cubicBezTo>
                    <a:pt x="2048" y="2899"/>
                    <a:pt x="1890" y="2741"/>
                    <a:pt x="1701" y="2741"/>
                  </a:cubicBezTo>
                  <a:lnTo>
                    <a:pt x="662" y="2741"/>
                  </a:lnTo>
                  <a:lnTo>
                    <a:pt x="662" y="2048"/>
                  </a:lnTo>
                  <a:lnTo>
                    <a:pt x="1701" y="2048"/>
                  </a:lnTo>
                  <a:cubicBezTo>
                    <a:pt x="1890" y="2048"/>
                    <a:pt x="2048" y="1891"/>
                    <a:pt x="2048" y="1702"/>
                  </a:cubicBezTo>
                  <a:lnTo>
                    <a:pt x="2048" y="662"/>
                  </a:lnTo>
                  <a:close/>
                  <a:moveTo>
                    <a:pt x="1733" y="0"/>
                  </a:moveTo>
                  <a:cubicBezTo>
                    <a:pt x="1544" y="0"/>
                    <a:pt x="1386" y="158"/>
                    <a:pt x="1386" y="347"/>
                  </a:cubicBezTo>
                  <a:lnTo>
                    <a:pt x="1386" y="1386"/>
                  </a:lnTo>
                  <a:lnTo>
                    <a:pt x="347" y="1386"/>
                  </a:lnTo>
                  <a:cubicBezTo>
                    <a:pt x="158" y="1386"/>
                    <a:pt x="0" y="1544"/>
                    <a:pt x="0" y="1733"/>
                  </a:cubicBezTo>
                  <a:lnTo>
                    <a:pt x="0" y="3119"/>
                  </a:lnTo>
                  <a:cubicBezTo>
                    <a:pt x="0" y="3308"/>
                    <a:pt x="158" y="3466"/>
                    <a:pt x="347" y="3466"/>
                  </a:cubicBezTo>
                  <a:lnTo>
                    <a:pt x="1386" y="3466"/>
                  </a:lnTo>
                  <a:lnTo>
                    <a:pt x="1386" y="4474"/>
                  </a:lnTo>
                  <a:cubicBezTo>
                    <a:pt x="1386" y="4694"/>
                    <a:pt x="1544" y="4852"/>
                    <a:pt x="1733" y="4852"/>
                  </a:cubicBezTo>
                  <a:lnTo>
                    <a:pt x="3119" y="4852"/>
                  </a:lnTo>
                  <a:cubicBezTo>
                    <a:pt x="3308" y="4852"/>
                    <a:pt x="3466" y="4694"/>
                    <a:pt x="3466" y="4474"/>
                  </a:cubicBezTo>
                  <a:lnTo>
                    <a:pt x="3466" y="3466"/>
                  </a:lnTo>
                  <a:lnTo>
                    <a:pt x="4505" y="3466"/>
                  </a:lnTo>
                  <a:cubicBezTo>
                    <a:pt x="4694" y="3466"/>
                    <a:pt x="4852" y="3308"/>
                    <a:pt x="4852" y="3119"/>
                  </a:cubicBezTo>
                  <a:lnTo>
                    <a:pt x="4852" y="1733"/>
                  </a:lnTo>
                  <a:cubicBezTo>
                    <a:pt x="4852" y="1544"/>
                    <a:pt x="4694" y="1386"/>
                    <a:pt x="4505" y="1386"/>
                  </a:cubicBezTo>
                  <a:lnTo>
                    <a:pt x="3466" y="1386"/>
                  </a:lnTo>
                  <a:lnTo>
                    <a:pt x="3466" y="347"/>
                  </a:lnTo>
                  <a:cubicBezTo>
                    <a:pt x="3466" y="158"/>
                    <a:pt x="3308" y="0"/>
                    <a:pt x="311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8" name="Google Shape;2258;p44"/>
            <p:cNvSpPr/>
            <p:nvPr/>
          </p:nvSpPr>
          <p:spPr>
            <a:xfrm>
              <a:off x="-23839550" y="2214400"/>
              <a:ext cx="35475" cy="17350"/>
            </a:xfrm>
            <a:custGeom>
              <a:rect b="b" l="l" r="r" t="t"/>
              <a:pathLst>
                <a:path extrusionOk="0" h="694" w="1419">
                  <a:moveTo>
                    <a:pt x="347" y="0"/>
                  </a:moveTo>
                  <a:cubicBezTo>
                    <a:pt x="158" y="0"/>
                    <a:pt x="0" y="158"/>
                    <a:pt x="0" y="347"/>
                  </a:cubicBezTo>
                  <a:cubicBezTo>
                    <a:pt x="0" y="536"/>
                    <a:pt x="158" y="693"/>
                    <a:pt x="347" y="693"/>
                  </a:cubicBezTo>
                  <a:lnTo>
                    <a:pt x="1072" y="693"/>
                  </a:lnTo>
                  <a:cubicBezTo>
                    <a:pt x="1261" y="693"/>
                    <a:pt x="1418" y="536"/>
                    <a:pt x="1418" y="347"/>
                  </a:cubicBezTo>
                  <a:cubicBezTo>
                    <a:pt x="1418" y="158"/>
                    <a:pt x="1261" y="0"/>
                    <a:pt x="10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59" name="Google Shape;2259;p44"/>
          <p:cNvGrpSpPr/>
          <p:nvPr/>
        </p:nvGrpSpPr>
        <p:grpSpPr>
          <a:xfrm>
            <a:off x="6848855" y="3307353"/>
            <a:ext cx="255336" cy="284037"/>
            <a:chOff x="-23952175" y="2340425"/>
            <a:chExt cx="266225" cy="296150"/>
          </a:xfrm>
        </p:grpSpPr>
        <p:sp>
          <p:nvSpPr>
            <p:cNvPr id="2260" name="Google Shape;2260;p44"/>
            <p:cNvSpPr/>
            <p:nvPr/>
          </p:nvSpPr>
          <p:spPr>
            <a:xfrm>
              <a:off x="-23952175" y="2340425"/>
              <a:ext cx="266225" cy="296150"/>
            </a:xfrm>
            <a:custGeom>
              <a:rect b="b" l="l" r="r" t="t"/>
              <a:pathLst>
                <a:path extrusionOk="0" h="11846" w="10649">
                  <a:moveTo>
                    <a:pt x="3844" y="693"/>
                  </a:moveTo>
                  <a:cubicBezTo>
                    <a:pt x="4033" y="693"/>
                    <a:pt x="4190" y="851"/>
                    <a:pt x="4190" y="1040"/>
                  </a:cubicBezTo>
                  <a:lnTo>
                    <a:pt x="4190" y="1449"/>
                  </a:lnTo>
                  <a:lnTo>
                    <a:pt x="2804" y="1449"/>
                  </a:lnTo>
                  <a:lnTo>
                    <a:pt x="2804" y="1040"/>
                  </a:lnTo>
                  <a:lnTo>
                    <a:pt x="2773" y="1040"/>
                  </a:lnTo>
                  <a:cubicBezTo>
                    <a:pt x="2773" y="851"/>
                    <a:pt x="2930" y="693"/>
                    <a:pt x="3119" y="693"/>
                  </a:cubicBezTo>
                  <a:close/>
                  <a:moveTo>
                    <a:pt x="5230" y="2111"/>
                  </a:moveTo>
                  <a:cubicBezTo>
                    <a:pt x="5608" y="2111"/>
                    <a:pt x="5955" y="2363"/>
                    <a:pt x="6175" y="2710"/>
                  </a:cubicBezTo>
                  <a:cubicBezTo>
                    <a:pt x="5703" y="2993"/>
                    <a:pt x="5387" y="3497"/>
                    <a:pt x="5387" y="4096"/>
                  </a:cubicBezTo>
                  <a:cubicBezTo>
                    <a:pt x="5387" y="4442"/>
                    <a:pt x="5482" y="4726"/>
                    <a:pt x="5640" y="4946"/>
                  </a:cubicBezTo>
                  <a:cubicBezTo>
                    <a:pt x="5547" y="4960"/>
                    <a:pt x="5454" y="4966"/>
                    <a:pt x="5362" y="4966"/>
                  </a:cubicBezTo>
                  <a:cubicBezTo>
                    <a:pt x="4796" y="4966"/>
                    <a:pt x="4246" y="4723"/>
                    <a:pt x="3812" y="4316"/>
                  </a:cubicBezTo>
                  <a:lnTo>
                    <a:pt x="3718" y="4253"/>
                  </a:lnTo>
                  <a:cubicBezTo>
                    <a:pt x="3245" y="3812"/>
                    <a:pt x="2647" y="3529"/>
                    <a:pt x="2016" y="3466"/>
                  </a:cubicBezTo>
                  <a:cubicBezTo>
                    <a:pt x="1874" y="3433"/>
                    <a:pt x="1727" y="3419"/>
                    <a:pt x="1578" y="3419"/>
                  </a:cubicBezTo>
                  <a:cubicBezTo>
                    <a:pt x="1299" y="3419"/>
                    <a:pt x="1012" y="3467"/>
                    <a:pt x="725" y="3529"/>
                  </a:cubicBezTo>
                  <a:lnTo>
                    <a:pt x="725" y="3151"/>
                  </a:lnTo>
                  <a:cubicBezTo>
                    <a:pt x="693" y="2583"/>
                    <a:pt x="1166" y="2111"/>
                    <a:pt x="1733" y="2111"/>
                  </a:cubicBezTo>
                  <a:close/>
                  <a:moveTo>
                    <a:pt x="8979" y="3182"/>
                  </a:moveTo>
                  <a:cubicBezTo>
                    <a:pt x="9515" y="3182"/>
                    <a:pt x="9924" y="3623"/>
                    <a:pt x="9924" y="4127"/>
                  </a:cubicBezTo>
                  <a:cubicBezTo>
                    <a:pt x="9924" y="4568"/>
                    <a:pt x="9546" y="4883"/>
                    <a:pt x="9137" y="5198"/>
                  </a:cubicBezTo>
                  <a:cubicBezTo>
                    <a:pt x="9074" y="5230"/>
                    <a:pt x="8097" y="6112"/>
                    <a:pt x="7971" y="6207"/>
                  </a:cubicBezTo>
                  <a:cubicBezTo>
                    <a:pt x="7845" y="6144"/>
                    <a:pt x="6679" y="5104"/>
                    <a:pt x="6679" y="5104"/>
                  </a:cubicBezTo>
                  <a:cubicBezTo>
                    <a:pt x="6270" y="4757"/>
                    <a:pt x="5986" y="4505"/>
                    <a:pt x="5986" y="4127"/>
                  </a:cubicBezTo>
                  <a:cubicBezTo>
                    <a:pt x="5986" y="3623"/>
                    <a:pt x="6427" y="3182"/>
                    <a:pt x="6931" y="3182"/>
                  </a:cubicBezTo>
                  <a:cubicBezTo>
                    <a:pt x="7215" y="3182"/>
                    <a:pt x="7498" y="3308"/>
                    <a:pt x="7687" y="3529"/>
                  </a:cubicBezTo>
                  <a:cubicBezTo>
                    <a:pt x="7782" y="3623"/>
                    <a:pt x="7845" y="3686"/>
                    <a:pt x="7971" y="3686"/>
                  </a:cubicBezTo>
                  <a:cubicBezTo>
                    <a:pt x="8097" y="3686"/>
                    <a:pt x="8160" y="3655"/>
                    <a:pt x="8254" y="3529"/>
                  </a:cubicBezTo>
                  <a:cubicBezTo>
                    <a:pt x="8443" y="3308"/>
                    <a:pt x="8664" y="3182"/>
                    <a:pt x="8979" y="3182"/>
                  </a:cubicBezTo>
                  <a:close/>
                  <a:moveTo>
                    <a:pt x="1561" y="4127"/>
                  </a:moveTo>
                  <a:cubicBezTo>
                    <a:pt x="2142" y="4127"/>
                    <a:pt x="2710" y="4337"/>
                    <a:pt x="3151" y="4757"/>
                  </a:cubicBezTo>
                  <a:lnTo>
                    <a:pt x="3245" y="4820"/>
                  </a:lnTo>
                  <a:cubicBezTo>
                    <a:pt x="3844" y="5356"/>
                    <a:pt x="4568" y="5671"/>
                    <a:pt x="5324" y="5671"/>
                  </a:cubicBezTo>
                  <a:cubicBezTo>
                    <a:pt x="5608" y="5671"/>
                    <a:pt x="5860" y="5639"/>
                    <a:pt x="6112" y="5545"/>
                  </a:cubicBezTo>
                  <a:cubicBezTo>
                    <a:pt x="6144" y="5545"/>
                    <a:pt x="6144" y="5576"/>
                    <a:pt x="6207" y="5576"/>
                  </a:cubicBezTo>
                  <a:lnTo>
                    <a:pt x="6207" y="7278"/>
                  </a:lnTo>
                  <a:cubicBezTo>
                    <a:pt x="6207" y="7876"/>
                    <a:pt x="5734" y="8286"/>
                    <a:pt x="5167" y="8286"/>
                  </a:cubicBezTo>
                  <a:lnTo>
                    <a:pt x="1701" y="8286"/>
                  </a:lnTo>
                  <a:cubicBezTo>
                    <a:pt x="1655" y="8294"/>
                    <a:pt x="1610" y="8298"/>
                    <a:pt x="1565" y="8298"/>
                  </a:cubicBezTo>
                  <a:cubicBezTo>
                    <a:pt x="1088" y="8298"/>
                    <a:pt x="693" y="7856"/>
                    <a:pt x="693" y="7309"/>
                  </a:cubicBezTo>
                  <a:lnTo>
                    <a:pt x="693" y="4285"/>
                  </a:lnTo>
                  <a:cubicBezTo>
                    <a:pt x="977" y="4180"/>
                    <a:pt x="1271" y="4127"/>
                    <a:pt x="1561" y="4127"/>
                  </a:cubicBezTo>
                  <a:close/>
                  <a:moveTo>
                    <a:pt x="3844" y="9105"/>
                  </a:moveTo>
                  <a:lnTo>
                    <a:pt x="3844" y="9452"/>
                  </a:lnTo>
                  <a:cubicBezTo>
                    <a:pt x="3844" y="9641"/>
                    <a:pt x="3686" y="9798"/>
                    <a:pt x="3466" y="9798"/>
                  </a:cubicBezTo>
                  <a:cubicBezTo>
                    <a:pt x="3277" y="9798"/>
                    <a:pt x="3119" y="9641"/>
                    <a:pt x="3119" y="9452"/>
                  </a:cubicBezTo>
                  <a:lnTo>
                    <a:pt x="3119" y="9105"/>
                  </a:lnTo>
                  <a:close/>
                  <a:moveTo>
                    <a:pt x="6994" y="6207"/>
                  </a:moveTo>
                  <a:cubicBezTo>
                    <a:pt x="7057" y="6301"/>
                    <a:pt x="7530" y="6679"/>
                    <a:pt x="7687" y="6805"/>
                  </a:cubicBezTo>
                  <a:lnTo>
                    <a:pt x="7687" y="10082"/>
                  </a:lnTo>
                  <a:cubicBezTo>
                    <a:pt x="7656" y="10680"/>
                    <a:pt x="7183" y="11153"/>
                    <a:pt x="6585" y="11153"/>
                  </a:cubicBezTo>
                  <a:lnTo>
                    <a:pt x="4852" y="11153"/>
                  </a:lnTo>
                  <a:cubicBezTo>
                    <a:pt x="4379" y="11153"/>
                    <a:pt x="4001" y="10838"/>
                    <a:pt x="3875" y="10397"/>
                  </a:cubicBezTo>
                  <a:cubicBezTo>
                    <a:pt x="4253" y="10239"/>
                    <a:pt x="4537" y="9893"/>
                    <a:pt x="4537" y="9420"/>
                  </a:cubicBezTo>
                  <a:lnTo>
                    <a:pt x="4537" y="9042"/>
                  </a:lnTo>
                  <a:lnTo>
                    <a:pt x="5261" y="9042"/>
                  </a:lnTo>
                  <a:cubicBezTo>
                    <a:pt x="6207" y="9042"/>
                    <a:pt x="6994" y="8254"/>
                    <a:pt x="6994" y="7309"/>
                  </a:cubicBezTo>
                  <a:lnTo>
                    <a:pt x="6994" y="6207"/>
                  </a:lnTo>
                  <a:close/>
                  <a:moveTo>
                    <a:pt x="3119" y="0"/>
                  </a:moveTo>
                  <a:cubicBezTo>
                    <a:pt x="2521" y="0"/>
                    <a:pt x="2111" y="473"/>
                    <a:pt x="2111" y="1008"/>
                  </a:cubicBezTo>
                  <a:lnTo>
                    <a:pt x="2111" y="1418"/>
                  </a:lnTo>
                  <a:lnTo>
                    <a:pt x="1733" y="1418"/>
                  </a:lnTo>
                  <a:cubicBezTo>
                    <a:pt x="788" y="1418"/>
                    <a:pt x="0" y="2205"/>
                    <a:pt x="0" y="3151"/>
                  </a:cubicBezTo>
                  <a:lnTo>
                    <a:pt x="0" y="7309"/>
                  </a:lnTo>
                  <a:cubicBezTo>
                    <a:pt x="0" y="8254"/>
                    <a:pt x="788" y="9042"/>
                    <a:pt x="1733" y="9042"/>
                  </a:cubicBezTo>
                  <a:lnTo>
                    <a:pt x="2458" y="9042"/>
                  </a:lnTo>
                  <a:lnTo>
                    <a:pt x="2458" y="9420"/>
                  </a:lnTo>
                  <a:cubicBezTo>
                    <a:pt x="2458" y="9893"/>
                    <a:pt x="2773" y="10271"/>
                    <a:pt x="3182" y="10397"/>
                  </a:cubicBezTo>
                  <a:cubicBezTo>
                    <a:pt x="3340" y="11216"/>
                    <a:pt x="4033" y="11846"/>
                    <a:pt x="4852" y="11846"/>
                  </a:cubicBezTo>
                  <a:lnTo>
                    <a:pt x="6585" y="11846"/>
                  </a:lnTo>
                  <a:cubicBezTo>
                    <a:pt x="7530" y="11846"/>
                    <a:pt x="8317" y="11058"/>
                    <a:pt x="8317" y="10113"/>
                  </a:cubicBezTo>
                  <a:lnTo>
                    <a:pt x="8317" y="6837"/>
                  </a:lnTo>
                  <a:cubicBezTo>
                    <a:pt x="8443" y="6742"/>
                    <a:pt x="9546" y="5797"/>
                    <a:pt x="9578" y="5734"/>
                  </a:cubicBezTo>
                  <a:cubicBezTo>
                    <a:pt x="10050" y="5356"/>
                    <a:pt x="10617" y="4883"/>
                    <a:pt x="10617" y="4127"/>
                  </a:cubicBezTo>
                  <a:cubicBezTo>
                    <a:pt x="10649" y="3214"/>
                    <a:pt x="9893" y="2489"/>
                    <a:pt x="9011" y="2489"/>
                  </a:cubicBezTo>
                  <a:cubicBezTo>
                    <a:pt x="8601" y="2489"/>
                    <a:pt x="8254" y="2583"/>
                    <a:pt x="7971" y="2836"/>
                  </a:cubicBezTo>
                  <a:cubicBezTo>
                    <a:pt x="7687" y="2583"/>
                    <a:pt x="7341" y="2489"/>
                    <a:pt x="6963" y="2489"/>
                  </a:cubicBezTo>
                  <a:lnTo>
                    <a:pt x="6805" y="2489"/>
                  </a:lnTo>
                  <a:cubicBezTo>
                    <a:pt x="6522" y="1859"/>
                    <a:pt x="5892" y="1418"/>
                    <a:pt x="5230" y="1418"/>
                  </a:cubicBezTo>
                  <a:lnTo>
                    <a:pt x="4852" y="1418"/>
                  </a:lnTo>
                  <a:lnTo>
                    <a:pt x="4852" y="1008"/>
                  </a:lnTo>
                  <a:cubicBezTo>
                    <a:pt x="4852" y="441"/>
                    <a:pt x="4379" y="0"/>
                    <a:pt x="384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1" name="Google Shape;2261;p44"/>
            <p:cNvSpPr/>
            <p:nvPr/>
          </p:nvSpPr>
          <p:spPr>
            <a:xfrm>
              <a:off x="-23918325" y="2479025"/>
              <a:ext cx="53600" cy="52375"/>
            </a:xfrm>
            <a:custGeom>
              <a:rect b="b" l="l" r="r" t="t"/>
              <a:pathLst>
                <a:path extrusionOk="0" h="2095" w="2144">
                  <a:moveTo>
                    <a:pt x="347" y="1"/>
                  </a:moveTo>
                  <a:cubicBezTo>
                    <a:pt x="158" y="1"/>
                    <a:pt x="1" y="158"/>
                    <a:pt x="1" y="347"/>
                  </a:cubicBezTo>
                  <a:lnTo>
                    <a:pt x="1" y="1072"/>
                  </a:lnTo>
                  <a:cubicBezTo>
                    <a:pt x="1" y="1671"/>
                    <a:pt x="473" y="2080"/>
                    <a:pt x="1009" y="2080"/>
                  </a:cubicBezTo>
                  <a:lnTo>
                    <a:pt x="1734" y="2080"/>
                  </a:lnTo>
                  <a:cubicBezTo>
                    <a:pt x="1767" y="2090"/>
                    <a:pt x="1800" y="2094"/>
                    <a:pt x="1831" y="2094"/>
                  </a:cubicBezTo>
                  <a:cubicBezTo>
                    <a:pt x="2007" y="2094"/>
                    <a:pt x="2143" y="1952"/>
                    <a:pt x="2143" y="1765"/>
                  </a:cubicBezTo>
                  <a:cubicBezTo>
                    <a:pt x="2143" y="1576"/>
                    <a:pt x="1954" y="1419"/>
                    <a:pt x="1765" y="1419"/>
                  </a:cubicBezTo>
                  <a:lnTo>
                    <a:pt x="1072" y="1419"/>
                  </a:lnTo>
                  <a:cubicBezTo>
                    <a:pt x="851" y="1419"/>
                    <a:pt x="694" y="1261"/>
                    <a:pt x="694" y="1072"/>
                  </a:cubicBezTo>
                  <a:lnTo>
                    <a:pt x="694" y="347"/>
                  </a:lnTo>
                  <a:cubicBezTo>
                    <a:pt x="694"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62" name="Google Shape;2262;p44"/>
          <p:cNvSpPr/>
          <p:nvPr/>
        </p:nvSpPr>
        <p:spPr>
          <a:xfrm>
            <a:off x="6826940" y="3740646"/>
            <a:ext cx="299167" cy="282743"/>
          </a:xfrm>
          <a:custGeom>
            <a:rect b="b" l="l" r="r" t="t"/>
            <a:pathLst>
              <a:path extrusionOk="0" h="11792" w="12477">
                <a:moveTo>
                  <a:pt x="10845" y="690"/>
                </a:moveTo>
                <a:cubicBezTo>
                  <a:pt x="11072" y="690"/>
                  <a:pt x="11264" y="705"/>
                  <a:pt x="11406" y="733"/>
                </a:cubicBezTo>
                <a:cubicBezTo>
                  <a:pt x="11469" y="1049"/>
                  <a:pt x="11469" y="1616"/>
                  <a:pt x="11374" y="2246"/>
                </a:cubicBezTo>
                <a:lnTo>
                  <a:pt x="9894" y="765"/>
                </a:lnTo>
                <a:cubicBezTo>
                  <a:pt x="10240" y="713"/>
                  <a:pt x="10568" y="690"/>
                  <a:pt x="10845" y="690"/>
                </a:cubicBezTo>
                <a:close/>
                <a:moveTo>
                  <a:pt x="9106" y="923"/>
                </a:moveTo>
                <a:lnTo>
                  <a:pt x="11280" y="3096"/>
                </a:lnTo>
                <a:cubicBezTo>
                  <a:pt x="11185" y="3317"/>
                  <a:pt x="11091" y="3569"/>
                  <a:pt x="10996" y="3789"/>
                </a:cubicBezTo>
                <a:lnTo>
                  <a:pt x="8350" y="1143"/>
                </a:lnTo>
                <a:cubicBezTo>
                  <a:pt x="8602" y="1049"/>
                  <a:pt x="8822" y="954"/>
                  <a:pt x="9106" y="923"/>
                </a:cubicBezTo>
                <a:close/>
                <a:moveTo>
                  <a:pt x="7720" y="1458"/>
                </a:moveTo>
                <a:lnTo>
                  <a:pt x="10618" y="4388"/>
                </a:lnTo>
                <a:cubicBezTo>
                  <a:pt x="10555" y="4451"/>
                  <a:pt x="10461" y="4577"/>
                  <a:pt x="10398" y="4672"/>
                </a:cubicBezTo>
                <a:cubicBezTo>
                  <a:pt x="10303" y="4766"/>
                  <a:pt x="10240" y="4861"/>
                  <a:pt x="10114" y="4892"/>
                </a:cubicBezTo>
                <a:lnTo>
                  <a:pt x="7216" y="1994"/>
                </a:lnTo>
                <a:cubicBezTo>
                  <a:pt x="7279" y="1899"/>
                  <a:pt x="7373" y="1773"/>
                  <a:pt x="7436" y="1710"/>
                </a:cubicBezTo>
                <a:cubicBezTo>
                  <a:pt x="7531" y="1616"/>
                  <a:pt x="7594" y="1553"/>
                  <a:pt x="7720" y="1458"/>
                </a:cubicBezTo>
                <a:close/>
                <a:moveTo>
                  <a:pt x="6901" y="2655"/>
                </a:moveTo>
                <a:lnTo>
                  <a:pt x="9515" y="5270"/>
                </a:lnTo>
                <a:cubicBezTo>
                  <a:pt x="9263" y="5365"/>
                  <a:pt x="9011" y="5459"/>
                  <a:pt x="8791" y="5522"/>
                </a:cubicBezTo>
                <a:lnTo>
                  <a:pt x="6649" y="3411"/>
                </a:lnTo>
                <a:cubicBezTo>
                  <a:pt x="6680" y="3159"/>
                  <a:pt x="6775" y="2876"/>
                  <a:pt x="6901" y="2655"/>
                </a:cubicBezTo>
                <a:close/>
                <a:moveTo>
                  <a:pt x="6491" y="4231"/>
                </a:moveTo>
                <a:lnTo>
                  <a:pt x="7877" y="5617"/>
                </a:lnTo>
                <a:cubicBezTo>
                  <a:pt x="7638" y="5643"/>
                  <a:pt x="7409" y="5653"/>
                  <a:pt x="7204" y="5653"/>
                </a:cubicBezTo>
                <a:cubicBezTo>
                  <a:pt x="6923" y="5653"/>
                  <a:pt x="6686" y="5635"/>
                  <a:pt x="6523" y="5617"/>
                </a:cubicBezTo>
                <a:cubicBezTo>
                  <a:pt x="6491" y="5333"/>
                  <a:pt x="6460" y="4829"/>
                  <a:pt x="6491" y="4231"/>
                </a:cubicBezTo>
                <a:close/>
                <a:moveTo>
                  <a:pt x="4982" y="6171"/>
                </a:moveTo>
                <a:cubicBezTo>
                  <a:pt x="5371" y="6171"/>
                  <a:pt x="5708" y="6201"/>
                  <a:pt x="5892" y="6247"/>
                </a:cubicBezTo>
                <a:cubicBezTo>
                  <a:pt x="5955" y="6499"/>
                  <a:pt x="5987" y="7034"/>
                  <a:pt x="5955" y="7602"/>
                </a:cubicBezTo>
                <a:lnTo>
                  <a:pt x="4538" y="6184"/>
                </a:lnTo>
                <a:cubicBezTo>
                  <a:pt x="4690" y="6175"/>
                  <a:pt x="4839" y="6171"/>
                  <a:pt x="4982" y="6171"/>
                </a:cubicBezTo>
                <a:close/>
                <a:moveTo>
                  <a:pt x="3719" y="6310"/>
                </a:moveTo>
                <a:lnTo>
                  <a:pt x="5829" y="8452"/>
                </a:lnTo>
                <a:cubicBezTo>
                  <a:pt x="5798" y="8673"/>
                  <a:pt x="5703" y="8956"/>
                  <a:pt x="5609" y="9177"/>
                </a:cubicBezTo>
                <a:lnTo>
                  <a:pt x="2962" y="6562"/>
                </a:lnTo>
                <a:cubicBezTo>
                  <a:pt x="3183" y="6436"/>
                  <a:pt x="3435" y="6341"/>
                  <a:pt x="3719" y="6310"/>
                </a:cubicBezTo>
                <a:close/>
                <a:moveTo>
                  <a:pt x="2332" y="6908"/>
                </a:moveTo>
                <a:lnTo>
                  <a:pt x="5231" y="9807"/>
                </a:lnTo>
                <a:cubicBezTo>
                  <a:pt x="5168" y="9901"/>
                  <a:pt x="5073" y="10027"/>
                  <a:pt x="5010" y="10090"/>
                </a:cubicBezTo>
                <a:cubicBezTo>
                  <a:pt x="4916" y="10185"/>
                  <a:pt x="4853" y="10248"/>
                  <a:pt x="4727" y="10342"/>
                </a:cubicBezTo>
                <a:lnTo>
                  <a:pt x="1797" y="7412"/>
                </a:lnTo>
                <a:cubicBezTo>
                  <a:pt x="1891" y="7349"/>
                  <a:pt x="1954" y="7223"/>
                  <a:pt x="2049" y="7129"/>
                </a:cubicBezTo>
                <a:cubicBezTo>
                  <a:pt x="2112" y="7066"/>
                  <a:pt x="2206" y="6971"/>
                  <a:pt x="2332" y="6908"/>
                </a:cubicBezTo>
                <a:close/>
                <a:moveTo>
                  <a:pt x="1450" y="8011"/>
                </a:moveTo>
                <a:lnTo>
                  <a:pt x="4097" y="10657"/>
                </a:lnTo>
                <a:cubicBezTo>
                  <a:pt x="3908" y="10752"/>
                  <a:pt x="3624" y="10847"/>
                  <a:pt x="3372" y="10910"/>
                </a:cubicBezTo>
                <a:lnTo>
                  <a:pt x="1230" y="8767"/>
                </a:lnTo>
                <a:cubicBezTo>
                  <a:pt x="1293" y="8515"/>
                  <a:pt x="1387" y="8232"/>
                  <a:pt x="1450" y="8011"/>
                </a:cubicBezTo>
                <a:close/>
                <a:moveTo>
                  <a:pt x="1072" y="9586"/>
                </a:moveTo>
                <a:lnTo>
                  <a:pt x="2553" y="11067"/>
                </a:lnTo>
                <a:cubicBezTo>
                  <a:pt x="2175" y="11124"/>
                  <a:pt x="1831" y="11135"/>
                  <a:pt x="1534" y="11135"/>
                </a:cubicBezTo>
                <a:cubicBezTo>
                  <a:pt x="1337" y="11135"/>
                  <a:pt x="1160" y="11130"/>
                  <a:pt x="1009" y="11130"/>
                </a:cubicBezTo>
                <a:cubicBezTo>
                  <a:pt x="978" y="10815"/>
                  <a:pt x="978" y="10216"/>
                  <a:pt x="1072" y="9586"/>
                </a:cubicBezTo>
                <a:close/>
                <a:moveTo>
                  <a:pt x="10872" y="1"/>
                </a:moveTo>
                <a:cubicBezTo>
                  <a:pt x="9797" y="1"/>
                  <a:pt x="8028" y="173"/>
                  <a:pt x="6964" y="1238"/>
                </a:cubicBezTo>
                <a:cubicBezTo>
                  <a:pt x="6775" y="1427"/>
                  <a:pt x="6617" y="1616"/>
                  <a:pt x="6491" y="1836"/>
                </a:cubicBezTo>
                <a:cubicBezTo>
                  <a:pt x="5735" y="3033"/>
                  <a:pt x="5735" y="4703"/>
                  <a:pt x="5829" y="5491"/>
                </a:cubicBezTo>
                <a:cubicBezTo>
                  <a:pt x="5619" y="5469"/>
                  <a:pt x="5344" y="5450"/>
                  <a:pt x="5031" y="5450"/>
                </a:cubicBezTo>
                <a:cubicBezTo>
                  <a:pt x="3989" y="5450"/>
                  <a:pt x="2521" y="5655"/>
                  <a:pt x="1576" y="6625"/>
                </a:cubicBezTo>
                <a:cubicBezTo>
                  <a:pt x="1" y="8200"/>
                  <a:pt x="348" y="11319"/>
                  <a:pt x="379" y="11445"/>
                </a:cubicBezTo>
                <a:cubicBezTo>
                  <a:pt x="442" y="11603"/>
                  <a:pt x="568" y="11697"/>
                  <a:pt x="726" y="11760"/>
                </a:cubicBezTo>
                <a:cubicBezTo>
                  <a:pt x="757" y="11760"/>
                  <a:pt x="1135" y="11792"/>
                  <a:pt x="1671" y="11792"/>
                </a:cubicBezTo>
                <a:cubicBezTo>
                  <a:pt x="2710" y="11792"/>
                  <a:pt x="4443" y="11603"/>
                  <a:pt x="5514" y="10531"/>
                </a:cubicBezTo>
                <a:cubicBezTo>
                  <a:pt x="6775" y="9271"/>
                  <a:pt x="6743" y="7192"/>
                  <a:pt x="6649" y="6278"/>
                </a:cubicBezTo>
                <a:cubicBezTo>
                  <a:pt x="6869" y="6278"/>
                  <a:pt x="7121" y="6310"/>
                  <a:pt x="7405" y="6310"/>
                </a:cubicBezTo>
                <a:cubicBezTo>
                  <a:pt x="8476" y="6310"/>
                  <a:pt x="9925" y="6121"/>
                  <a:pt x="10902" y="5144"/>
                </a:cubicBezTo>
                <a:cubicBezTo>
                  <a:pt x="12477" y="3600"/>
                  <a:pt x="12099" y="481"/>
                  <a:pt x="12099" y="355"/>
                </a:cubicBezTo>
                <a:cubicBezTo>
                  <a:pt x="12036" y="198"/>
                  <a:pt x="11941" y="103"/>
                  <a:pt x="11784" y="40"/>
                </a:cubicBezTo>
                <a:cubicBezTo>
                  <a:pt x="11743" y="40"/>
                  <a:pt x="11387" y="1"/>
                  <a:pt x="1087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63" name="Google Shape;2263;p44"/>
          <p:cNvGrpSpPr/>
          <p:nvPr/>
        </p:nvGrpSpPr>
        <p:grpSpPr>
          <a:xfrm>
            <a:off x="8191106" y="3739231"/>
            <a:ext cx="191892" cy="285572"/>
            <a:chOff x="-22811700" y="2700350"/>
            <a:chExt cx="200075" cy="297750"/>
          </a:xfrm>
        </p:grpSpPr>
        <p:sp>
          <p:nvSpPr>
            <p:cNvPr id="2264" name="Google Shape;2264;p44"/>
            <p:cNvSpPr/>
            <p:nvPr/>
          </p:nvSpPr>
          <p:spPr>
            <a:xfrm>
              <a:off x="-22811700" y="2700350"/>
              <a:ext cx="86650" cy="296975"/>
            </a:xfrm>
            <a:custGeom>
              <a:rect b="b" l="l" r="r" t="t"/>
              <a:pathLst>
                <a:path extrusionOk="0" h="11879" w="3466">
                  <a:moveTo>
                    <a:pt x="1702" y="725"/>
                  </a:moveTo>
                  <a:cubicBezTo>
                    <a:pt x="2269" y="725"/>
                    <a:pt x="2710" y="1198"/>
                    <a:pt x="2710" y="1734"/>
                  </a:cubicBezTo>
                  <a:cubicBezTo>
                    <a:pt x="2710" y="2332"/>
                    <a:pt x="2237" y="2773"/>
                    <a:pt x="1702" y="2773"/>
                  </a:cubicBezTo>
                  <a:cubicBezTo>
                    <a:pt x="1684" y="2774"/>
                    <a:pt x="1666" y="2775"/>
                    <a:pt x="1648" y="2775"/>
                  </a:cubicBezTo>
                  <a:cubicBezTo>
                    <a:pt x="1105" y="2775"/>
                    <a:pt x="662" y="2313"/>
                    <a:pt x="662" y="1734"/>
                  </a:cubicBezTo>
                  <a:cubicBezTo>
                    <a:pt x="662" y="1166"/>
                    <a:pt x="1135" y="725"/>
                    <a:pt x="1702" y="725"/>
                  </a:cubicBezTo>
                  <a:close/>
                  <a:moveTo>
                    <a:pt x="1765" y="5609"/>
                  </a:moveTo>
                  <a:cubicBezTo>
                    <a:pt x="1954" y="5609"/>
                    <a:pt x="2080" y="5766"/>
                    <a:pt x="2111" y="5924"/>
                  </a:cubicBezTo>
                  <a:lnTo>
                    <a:pt x="2111" y="6302"/>
                  </a:lnTo>
                  <a:lnTo>
                    <a:pt x="1324" y="6302"/>
                  </a:lnTo>
                  <a:lnTo>
                    <a:pt x="1324" y="5955"/>
                  </a:lnTo>
                  <a:cubicBezTo>
                    <a:pt x="1324" y="5766"/>
                    <a:pt x="1481" y="5609"/>
                    <a:pt x="1702" y="5609"/>
                  </a:cubicBezTo>
                  <a:close/>
                  <a:moveTo>
                    <a:pt x="2174" y="7026"/>
                  </a:moveTo>
                  <a:lnTo>
                    <a:pt x="2332" y="9767"/>
                  </a:lnTo>
                  <a:lnTo>
                    <a:pt x="1261" y="9767"/>
                  </a:lnTo>
                  <a:lnTo>
                    <a:pt x="1324" y="7026"/>
                  </a:lnTo>
                  <a:close/>
                  <a:moveTo>
                    <a:pt x="2363" y="10523"/>
                  </a:moveTo>
                  <a:lnTo>
                    <a:pt x="2363" y="10586"/>
                  </a:lnTo>
                  <a:cubicBezTo>
                    <a:pt x="2363" y="10712"/>
                    <a:pt x="2332" y="10870"/>
                    <a:pt x="2206" y="10996"/>
                  </a:cubicBezTo>
                  <a:cubicBezTo>
                    <a:pt x="2080" y="11122"/>
                    <a:pt x="1985" y="11185"/>
                    <a:pt x="1796" y="11185"/>
                  </a:cubicBezTo>
                  <a:cubicBezTo>
                    <a:pt x="1639" y="11185"/>
                    <a:pt x="1481" y="11122"/>
                    <a:pt x="1418" y="11027"/>
                  </a:cubicBezTo>
                  <a:cubicBezTo>
                    <a:pt x="1292" y="10933"/>
                    <a:pt x="1261" y="10807"/>
                    <a:pt x="1261" y="10649"/>
                  </a:cubicBezTo>
                  <a:lnTo>
                    <a:pt x="1261" y="10523"/>
                  </a:lnTo>
                  <a:close/>
                  <a:moveTo>
                    <a:pt x="1733" y="1"/>
                  </a:moveTo>
                  <a:cubicBezTo>
                    <a:pt x="788" y="1"/>
                    <a:pt x="0" y="788"/>
                    <a:pt x="0" y="1734"/>
                  </a:cubicBezTo>
                  <a:cubicBezTo>
                    <a:pt x="0" y="2584"/>
                    <a:pt x="599" y="3277"/>
                    <a:pt x="1387" y="3435"/>
                  </a:cubicBezTo>
                  <a:lnTo>
                    <a:pt x="1387" y="4979"/>
                  </a:lnTo>
                  <a:cubicBezTo>
                    <a:pt x="977" y="5105"/>
                    <a:pt x="662" y="5483"/>
                    <a:pt x="662" y="5924"/>
                  </a:cubicBezTo>
                  <a:lnTo>
                    <a:pt x="536" y="10555"/>
                  </a:lnTo>
                  <a:cubicBezTo>
                    <a:pt x="536" y="10933"/>
                    <a:pt x="662" y="11248"/>
                    <a:pt x="914" y="11469"/>
                  </a:cubicBezTo>
                  <a:cubicBezTo>
                    <a:pt x="1135" y="11721"/>
                    <a:pt x="1450" y="11878"/>
                    <a:pt x="1796" y="11878"/>
                  </a:cubicBezTo>
                  <a:cubicBezTo>
                    <a:pt x="2174" y="11878"/>
                    <a:pt x="2489" y="11721"/>
                    <a:pt x="2710" y="11469"/>
                  </a:cubicBezTo>
                  <a:cubicBezTo>
                    <a:pt x="2962" y="11248"/>
                    <a:pt x="3056" y="10870"/>
                    <a:pt x="3056" y="10523"/>
                  </a:cubicBezTo>
                  <a:lnTo>
                    <a:pt x="2836" y="5924"/>
                  </a:lnTo>
                  <a:cubicBezTo>
                    <a:pt x="2804" y="5483"/>
                    <a:pt x="2521" y="5136"/>
                    <a:pt x="2080" y="4979"/>
                  </a:cubicBezTo>
                  <a:lnTo>
                    <a:pt x="2080" y="3466"/>
                  </a:lnTo>
                  <a:cubicBezTo>
                    <a:pt x="2836" y="3277"/>
                    <a:pt x="3466" y="2616"/>
                    <a:pt x="3466" y="1734"/>
                  </a:cubicBezTo>
                  <a:cubicBezTo>
                    <a:pt x="3466" y="788"/>
                    <a:pt x="2678" y="1"/>
                    <a:pt x="173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5" name="Google Shape;2265;p44"/>
            <p:cNvSpPr/>
            <p:nvPr/>
          </p:nvSpPr>
          <p:spPr>
            <a:xfrm>
              <a:off x="-22693550" y="2701225"/>
              <a:ext cx="81925" cy="296875"/>
            </a:xfrm>
            <a:custGeom>
              <a:rect b="b" l="l" r="r" t="t"/>
              <a:pathLst>
                <a:path extrusionOk="0" h="11875" w="3277">
                  <a:moveTo>
                    <a:pt x="1229" y="5574"/>
                  </a:moveTo>
                  <a:cubicBezTo>
                    <a:pt x="1418" y="5574"/>
                    <a:pt x="1544" y="5731"/>
                    <a:pt x="1575" y="5889"/>
                  </a:cubicBezTo>
                  <a:lnTo>
                    <a:pt x="1575" y="6267"/>
                  </a:lnTo>
                  <a:lnTo>
                    <a:pt x="788" y="6267"/>
                  </a:lnTo>
                  <a:lnTo>
                    <a:pt x="788" y="5920"/>
                  </a:lnTo>
                  <a:cubicBezTo>
                    <a:pt x="788" y="5731"/>
                    <a:pt x="945" y="5574"/>
                    <a:pt x="1134" y="5574"/>
                  </a:cubicBezTo>
                  <a:close/>
                  <a:moveTo>
                    <a:pt x="1575" y="6991"/>
                  </a:moveTo>
                  <a:lnTo>
                    <a:pt x="1733" y="9732"/>
                  </a:lnTo>
                  <a:lnTo>
                    <a:pt x="662" y="9732"/>
                  </a:lnTo>
                  <a:lnTo>
                    <a:pt x="756" y="6991"/>
                  </a:lnTo>
                  <a:close/>
                  <a:moveTo>
                    <a:pt x="1764" y="10488"/>
                  </a:moveTo>
                  <a:lnTo>
                    <a:pt x="1764" y="10551"/>
                  </a:lnTo>
                  <a:cubicBezTo>
                    <a:pt x="1796" y="10677"/>
                    <a:pt x="1733" y="10835"/>
                    <a:pt x="1607" y="10961"/>
                  </a:cubicBezTo>
                  <a:cubicBezTo>
                    <a:pt x="1481" y="11087"/>
                    <a:pt x="1386" y="11150"/>
                    <a:pt x="1229" y="11150"/>
                  </a:cubicBezTo>
                  <a:cubicBezTo>
                    <a:pt x="1071" y="11150"/>
                    <a:pt x="914" y="11087"/>
                    <a:pt x="819" y="10992"/>
                  </a:cubicBezTo>
                  <a:cubicBezTo>
                    <a:pt x="693" y="10898"/>
                    <a:pt x="662" y="10772"/>
                    <a:pt x="662" y="10614"/>
                  </a:cubicBezTo>
                  <a:lnTo>
                    <a:pt x="662" y="10488"/>
                  </a:lnTo>
                  <a:close/>
                  <a:moveTo>
                    <a:pt x="2885" y="1"/>
                  </a:moveTo>
                  <a:cubicBezTo>
                    <a:pt x="2797" y="1"/>
                    <a:pt x="2713" y="40"/>
                    <a:pt x="2646" y="123"/>
                  </a:cubicBezTo>
                  <a:lnTo>
                    <a:pt x="914" y="2234"/>
                  </a:lnTo>
                  <a:cubicBezTo>
                    <a:pt x="882" y="2297"/>
                    <a:pt x="819" y="2392"/>
                    <a:pt x="819" y="2455"/>
                  </a:cubicBezTo>
                  <a:lnTo>
                    <a:pt x="819" y="4975"/>
                  </a:lnTo>
                  <a:cubicBezTo>
                    <a:pt x="441" y="5101"/>
                    <a:pt x="126" y="5479"/>
                    <a:pt x="126" y="5920"/>
                  </a:cubicBezTo>
                  <a:lnTo>
                    <a:pt x="0" y="10583"/>
                  </a:lnTo>
                  <a:cubicBezTo>
                    <a:pt x="0" y="10929"/>
                    <a:pt x="126" y="11245"/>
                    <a:pt x="347" y="11465"/>
                  </a:cubicBezTo>
                  <a:cubicBezTo>
                    <a:pt x="599" y="11717"/>
                    <a:pt x="914" y="11875"/>
                    <a:pt x="1260" y="11875"/>
                  </a:cubicBezTo>
                  <a:cubicBezTo>
                    <a:pt x="1607" y="11875"/>
                    <a:pt x="1922" y="11717"/>
                    <a:pt x="2174" y="11465"/>
                  </a:cubicBezTo>
                  <a:cubicBezTo>
                    <a:pt x="2394" y="11245"/>
                    <a:pt x="2520" y="10898"/>
                    <a:pt x="2520" y="10520"/>
                  </a:cubicBezTo>
                  <a:lnTo>
                    <a:pt x="2300" y="5920"/>
                  </a:lnTo>
                  <a:cubicBezTo>
                    <a:pt x="2237" y="5479"/>
                    <a:pt x="1985" y="5133"/>
                    <a:pt x="1544" y="4975"/>
                  </a:cubicBezTo>
                  <a:lnTo>
                    <a:pt x="1544" y="2581"/>
                  </a:lnTo>
                  <a:lnTo>
                    <a:pt x="3151" y="564"/>
                  </a:lnTo>
                  <a:cubicBezTo>
                    <a:pt x="3277" y="407"/>
                    <a:pt x="3277" y="218"/>
                    <a:pt x="3119" y="92"/>
                  </a:cubicBezTo>
                  <a:cubicBezTo>
                    <a:pt x="3045" y="32"/>
                    <a:pt x="2963" y="1"/>
                    <a:pt x="288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6" name="Google Shape;2266;p44"/>
            <p:cNvSpPr/>
            <p:nvPr/>
          </p:nvSpPr>
          <p:spPr>
            <a:xfrm>
              <a:off x="-22778625" y="2735025"/>
              <a:ext cx="18150" cy="18125"/>
            </a:xfrm>
            <a:custGeom>
              <a:rect b="b" l="l" r="r" t="t"/>
              <a:pathLst>
                <a:path extrusionOk="0" h="725" w="726">
                  <a:moveTo>
                    <a:pt x="379" y="0"/>
                  </a:moveTo>
                  <a:cubicBezTo>
                    <a:pt x="158" y="0"/>
                    <a:pt x="1" y="158"/>
                    <a:pt x="1" y="347"/>
                  </a:cubicBezTo>
                  <a:cubicBezTo>
                    <a:pt x="1" y="567"/>
                    <a:pt x="158" y="725"/>
                    <a:pt x="379" y="725"/>
                  </a:cubicBezTo>
                  <a:cubicBezTo>
                    <a:pt x="568" y="725"/>
                    <a:pt x="725" y="567"/>
                    <a:pt x="725" y="347"/>
                  </a:cubicBezTo>
                  <a:cubicBezTo>
                    <a:pt x="725" y="158"/>
                    <a:pt x="568" y="0"/>
                    <a:pt x="37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67" name="Google Shape;2267;p44"/>
          <p:cNvGrpSpPr/>
          <p:nvPr/>
        </p:nvGrpSpPr>
        <p:grpSpPr>
          <a:xfrm>
            <a:off x="6395764" y="1555525"/>
            <a:ext cx="284805" cy="284061"/>
            <a:chOff x="-27358650" y="1961575"/>
            <a:chExt cx="296950" cy="296175"/>
          </a:xfrm>
        </p:grpSpPr>
        <p:sp>
          <p:nvSpPr>
            <p:cNvPr id="2268" name="Google Shape;2268;p44"/>
            <p:cNvSpPr/>
            <p:nvPr/>
          </p:nvSpPr>
          <p:spPr>
            <a:xfrm>
              <a:off x="-27358650" y="1961575"/>
              <a:ext cx="296950" cy="296175"/>
            </a:xfrm>
            <a:custGeom>
              <a:rect b="b" l="l" r="r" t="t"/>
              <a:pathLst>
                <a:path extrusionOk="0" h="11847" w="11878">
                  <a:moveTo>
                    <a:pt x="7719" y="2080"/>
                  </a:moveTo>
                  <a:lnTo>
                    <a:pt x="7719" y="2836"/>
                  </a:lnTo>
                  <a:lnTo>
                    <a:pt x="4222" y="2836"/>
                  </a:lnTo>
                  <a:lnTo>
                    <a:pt x="4222" y="2080"/>
                  </a:lnTo>
                  <a:close/>
                  <a:moveTo>
                    <a:pt x="8034" y="693"/>
                  </a:moveTo>
                  <a:cubicBezTo>
                    <a:pt x="8633" y="693"/>
                    <a:pt x="9074" y="1166"/>
                    <a:pt x="9074" y="1733"/>
                  </a:cubicBezTo>
                  <a:lnTo>
                    <a:pt x="9074" y="2836"/>
                  </a:lnTo>
                  <a:lnTo>
                    <a:pt x="8349" y="2836"/>
                  </a:lnTo>
                  <a:lnTo>
                    <a:pt x="8349" y="1733"/>
                  </a:lnTo>
                  <a:cubicBezTo>
                    <a:pt x="8349" y="1513"/>
                    <a:pt x="8192" y="1355"/>
                    <a:pt x="8002" y="1355"/>
                  </a:cubicBezTo>
                  <a:lnTo>
                    <a:pt x="3781" y="1355"/>
                  </a:lnTo>
                  <a:cubicBezTo>
                    <a:pt x="3592" y="1355"/>
                    <a:pt x="3434" y="1513"/>
                    <a:pt x="3434" y="1733"/>
                  </a:cubicBezTo>
                  <a:lnTo>
                    <a:pt x="3434" y="2836"/>
                  </a:lnTo>
                  <a:lnTo>
                    <a:pt x="2741" y="2836"/>
                  </a:lnTo>
                  <a:lnTo>
                    <a:pt x="2741" y="1733"/>
                  </a:lnTo>
                  <a:lnTo>
                    <a:pt x="2804" y="1733"/>
                  </a:lnTo>
                  <a:cubicBezTo>
                    <a:pt x="2804" y="1134"/>
                    <a:pt x="3277" y="693"/>
                    <a:pt x="3844" y="693"/>
                  </a:cubicBezTo>
                  <a:close/>
                  <a:moveTo>
                    <a:pt x="10176" y="3497"/>
                  </a:moveTo>
                  <a:cubicBezTo>
                    <a:pt x="10617" y="3497"/>
                    <a:pt x="10995" y="3781"/>
                    <a:pt x="11153" y="4190"/>
                  </a:cubicBezTo>
                  <a:lnTo>
                    <a:pt x="851" y="4190"/>
                  </a:lnTo>
                  <a:cubicBezTo>
                    <a:pt x="914" y="3812"/>
                    <a:pt x="1323" y="3497"/>
                    <a:pt x="1796" y="3497"/>
                  </a:cubicBezTo>
                  <a:close/>
                  <a:moveTo>
                    <a:pt x="11153" y="4915"/>
                  </a:moveTo>
                  <a:lnTo>
                    <a:pt x="11153" y="6301"/>
                  </a:lnTo>
                  <a:lnTo>
                    <a:pt x="10460" y="6301"/>
                  </a:lnTo>
                  <a:lnTo>
                    <a:pt x="10460" y="5923"/>
                  </a:lnTo>
                  <a:cubicBezTo>
                    <a:pt x="10491" y="5734"/>
                    <a:pt x="10334" y="5577"/>
                    <a:pt x="10145" y="5577"/>
                  </a:cubicBezTo>
                  <a:lnTo>
                    <a:pt x="8759" y="5577"/>
                  </a:lnTo>
                  <a:cubicBezTo>
                    <a:pt x="8570" y="5577"/>
                    <a:pt x="8412" y="5734"/>
                    <a:pt x="8412" y="5923"/>
                  </a:cubicBezTo>
                  <a:lnTo>
                    <a:pt x="8412" y="6301"/>
                  </a:lnTo>
                  <a:lnTo>
                    <a:pt x="3529" y="6301"/>
                  </a:lnTo>
                  <a:lnTo>
                    <a:pt x="3529" y="5923"/>
                  </a:lnTo>
                  <a:cubicBezTo>
                    <a:pt x="3529" y="5734"/>
                    <a:pt x="3371" y="5577"/>
                    <a:pt x="3151" y="5577"/>
                  </a:cubicBezTo>
                  <a:lnTo>
                    <a:pt x="1796" y="5577"/>
                  </a:lnTo>
                  <a:cubicBezTo>
                    <a:pt x="1575" y="5577"/>
                    <a:pt x="1418" y="5734"/>
                    <a:pt x="1418" y="5923"/>
                  </a:cubicBezTo>
                  <a:lnTo>
                    <a:pt x="1418" y="6301"/>
                  </a:lnTo>
                  <a:lnTo>
                    <a:pt x="725" y="6301"/>
                  </a:lnTo>
                  <a:lnTo>
                    <a:pt x="725" y="4915"/>
                  </a:lnTo>
                  <a:close/>
                  <a:moveTo>
                    <a:pt x="2836" y="6301"/>
                  </a:moveTo>
                  <a:lnTo>
                    <a:pt x="2836" y="8034"/>
                  </a:lnTo>
                  <a:cubicBezTo>
                    <a:pt x="2836" y="8223"/>
                    <a:pt x="2678" y="8381"/>
                    <a:pt x="2489" y="8381"/>
                  </a:cubicBezTo>
                  <a:cubicBezTo>
                    <a:pt x="2300" y="8381"/>
                    <a:pt x="2143" y="8223"/>
                    <a:pt x="2143" y="8034"/>
                  </a:cubicBezTo>
                  <a:lnTo>
                    <a:pt x="2143" y="6301"/>
                  </a:lnTo>
                  <a:close/>
                  <a:moveTo>
                    <a:pt x="9830" y="6301"/>
                  </a:moveTo>
                  <a:lnTo>
                    <a:pt x="9830" y="8034"/>
                  </a:lnTo>
                  <a:cubicBezTo>
                    <a:pt x="9830" y="8223"/>
                    <a:pt x="9672" y="8381"/>
                    <a:pt x="9452" y="8381"/>
                  </a:cubicBezTo>
                  <a:cubicBezTo>
                    <a:pt x="9263" y="8381"/>
                    <a:pt x="9105" y="8223"/>
                    <a:pt x="9105" y="8034"/>
                  </a:cubicBezTo>
                  <a:lnTo>
                    <a:pt x="9105" y="6301"/>
                  </a:lnTo>
                  <a:close/>
                  <a:moveTo>
                    <a:pt x="11121" y="6994"/>
                  </a:moveTo>
                  <a:lnTo>
                    <a:pt x="11121" y="10113"/>
                  </a:lnTo>
                  <a:cubicBezTo>
                    <a:pt x="11184" y="10649"/>
                    <a:pt x="10712" y="11121"/>
                    <a:pt x="10145" y="11121"/>
                  </a:cubicBezTo>
                  <a:lnTo>
                    <a:pt x="1733" y="11121"/>
                  </a:lnTo>
                  <a:cubicBezTo>
                    <a:pt x="1166" y="11121"/>
                    <a:pt x="725" y="10649"/>
                    <a:pt x="725" y="10113"/>
                  </a:cubicBezTo>
                  <a:lnTo>
                    <a:pt x="725" y="6994"/>
                  </a:lnTo>
                  <a:lnTo>
                    <a:pt x="1418" y="6994"/>
                  </a:lnTo>
                  <a:lnTo>
                    <a:pt x="1418" y="8034"/>
                  </a:lnTo>
                  <a:cubicBezTo>
                    <a:pt x="1418" y="8601"/>
                    <a:pt x="1891" y="9042"/>
                    <a:pt x="2458" y="9042"/>
                  </a:cubicBezTo>
                  <a:cubicBezTo>
                    <a:pt x="2993" y="9042"/>
                    <a:pt x="3466" y="8570"/>
                    <a:pt x="3466" y="8034"/>
                  </a:cubicBezTo>
                  <a:lnTo>
                    <a:pt x="3466" y="6994"/>
                  </a:lnTo>
                  <a:lnTo>
                    <a:pt x="8349" y="6994"/>
                  </a:lnTo>
                  <a:lnTo>
                    <a:pt x="8349" y="8034"/>
                  </a:lnTo>
                  <a:cubicBezTo>
                    <a:pt x="8349" y="8601"/>
                    <a:pt x="8822" y="9042"/>
                    <a:pt x="9389" y="9042"/>
                  </a:cubicBezTo>
                  <a:cubicBezTo>
                    <a:pt x="9924" y="9042"/>
                    <a:pt x="10397" y="8570"/>
                    <a:pt x="10397" y="8034"/>
                  </a:cubicBezTo>
                  <a:lnTo>
                    <a:pt x="10397" y="6994"/>
                  </a:lnTo>
                  <a:close/>
                  <a:moveTo>
                    <a:pt x="3844" y="0"/>
                  </a:moveTo>
                  <a:cubicBezTo>
                    <a:pt x="2899" y="0"/>
                    <a:pt x="2111" y="788"/>
                    <a:pt x="2111" y="1733"/>
                  </a:cubicBezTo>
                  <a:lnTo>
                    <a:pt x="2111" y="2836"/>
                  </a:lnTo>
                  <a:lnTo>
                    <a:pt x="1733" y="2836"/>
                  </a:lnTo>
                  <a:cubicBezTo>
                    <a:pt x="788" y="2836"/>
                    <a:pt x="0" y="3623"/>
                    <a:pt x="0" y="4568"/>
                  </a:cubicBezTo>
                  <a:lnTo>
                    <a:pt x="0" y="10113"/>
                  </a:lnTo>
                  <a:cubicBezTo>
                    <a:pt x="0" y="11058"/>
                    <a:pt x="788" y="11846"/>
                    <a:pt x="1733" y="11846"/>
                  </a:cubicBezTo>
                  <a:lnTo>
                    <a:pt x="10145" y="11846"/>
                  </a:lnTo>
                  <a:cubicBezTo>
                    <a:pt x="11090" y="11846"/>
                    <a:pt x="11878" y="11058"/>
                    <a:pt x="11878" y="10113"/>
                  </a:cubicBezTo>
                  <a:lnTo>
                    <a:pt x="11878" y="4568"/>
                  </a:lnTo>
                  <a:cubicBezTo>
                    <a:pt x="11878" y="3623"/>
                    <a:pt x="11121" y="2836"/>
                    <a:pt x="10145" y="2836"/>
                  </a:cubicBezTo>
                  <a:lnTo>
                    <a:pt x="9767" y="2836"/>
                  </a:lnTo>
                  <a:lnTo>
                    <a:pt x="9767" y="1733"/>
                  </a:lnTo>
                  <a:cubicBezTo>
                    <a:pt x="9767" y="788"/>
                    <a:pt x="8979" y="0"/>
                    <a:pt x="803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9" name="Google Shape;2269;p44"/>
            <p:cNvSpPr/>
            <p:nvPr/>
          </p:nvSpPr>
          <p:spPr>
            <a:xfrm>
              <a:off x="-27246025" y="2152175"/>
              <a:ext cx="70900" cy="70900"/>
            </a:xfrm>
            <a:custGeom>
              <a:rect b="b" l="l" r="r" t="t"/>
              <a:pathLst>
                <a:path extrusionOk="0" h="2836" w="2836">
                  <a:moveTo>
                    <a:pt x="1418" y="0"/>
                  </a:moveTo>
                  <a:cubicBezTo>
                    <a:pt x="1229" y="0"/>
                    <a:pt x="1072" y="158"/>
                    <a:pt x="1072" y="347"/>
                  </a:cubicBezTo>
                  <a:lnTo>
                    <a:pt x="1072" y="1072"/>
                  </a:lnTo>
                  <a:lnTo>
                    <a:pt x="347" y="1072"/>
                  </a:lnTo>
                  <a:cubicBezTo>
                    <a:pt x="158" y="1072"/>
                    <a:pt x="0" y="1229"/>
                    <a:pt x="0" y="1418"/>
                  </a:cubicBezTo>
                  <a:cubicBezTo>
                    <a:pt x="0" y="1607"/>
                    <a:pt x="158" y="1765"/>
                    <a:pt x="347" y="1765"/>
                  </a:cubicBezTo>
                  <a:lnTo>
                    <a:pt x="1072" y="1765"/>
                  </a:lnTo>
                  <a:lnTo>
                    <a:pt x="1072" y="2489"/>
                  </a:lnTo>
                  <a:cubicBezTo>
                    <a:pt x="1072" y="2678"/>
                    <a:pt x="1229" y="2836"/>
                    <a:pt x="1418" y="2836"/>
                  </a:cubicBezTo>
                  <a:cubicBezTo>
                    <a:pt x="1607" y="2836"/>
                    <a:pt x="1765" y="2678"/>
                    <a:pt x="1765" y="2489"/>
                  </a:cubicBezTo>
                  <a:lnTo>
                    <a:pt x="1765" y="1765"/>
                  </a:lnTo>
                  <a:lnTo>
                    <a:pt x="2489" y="1765"/>
                  </a:lnTo>
                  <a:cubicBezTo>
                    <a:pt x="2678" y="1765"/>
                    <a:pt x="2836" y="1607"/>
                    <a:pt x="2836" y="1418"/>
                  </a:cubicBezTo>
                  <a:cubicBezTo>
                    <a:pt x="2836" y="1229"/>
                    <a:pt x="2678" y="1072"/>
                    <a:pt x="2489" y="1072"/>
                  </a:cubicBezTo>
                  <a:lnTo>
                    <a:pt x="1765" y="1072"/>
                  </a:lnTo>
                  <a:lnTo>
                    <a:pt x="1765" y="347"/>
                  </a:lnTo>
                  <a:cubicBezTo>
                    <a:pt x="1765" y="158"/>
                    <a:pt x="1607" y="0"/>
                    <a:pt x="141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70" name="Google Shape;2270;p44"/>
          <p:cNvSpPr/>
          <p:nvPr/>
        </p:nvSpPr>
        <p:spPr>
          <a:xfrm>
            <a:off x="6428997" y="1993614"/>
            <a:ext cx="218339" cy="283342"/>
          </a:xfrm>
          <a:custGeom>
            <a:rect b="b" l="l" r="r" t="t"/>
            <a:pathLst>
              <a:path extrusionOk="0" h="11817" w="9106">
                <a:moveTo>
                  <a:pt x="4649" y="623"/>
                </a:moveTo>
                <a:cubicBezTo>
                  <a:pt x="5216" y="623"/>
                  <a:pt x="5756" y="897"/>
                  <a:pt x="6270" y="1325"/>
                </a:cubicBezTo>
                <a:lnTo>
                  <a:pt x="5987" y="2365"/>
                </a:lnTo>
                <a:cubicBezTo>
                  <a:pt x="5546" y="2144"/>
                  <a:pt x="5042" y="2050"/>
                  <a:pt x="4569" y="2050"/>
                </a:cubicBezTo>
                <a:cubicBezTo>
                  <a:pt x="4097" y="2050"/>
                  <a:pt x="3593" y="2144"/>
                  <a:pt x="3151" y="2365"/>
                </a:cubicBezTo>
                <a:lnTo>
                  <a:pt x="2868" y="1325"/>
                </a:lnTo>
                <a:cubicBezTo>
                  <a:pt x="3340" y="916"/>
                  <a:pt x="3939" y="664"/>
                  <a:pt x="4475" y="632"/>
                </a:cubicBezTo>
                <a:cubicBezTo>
                  <a:pt x="4533" y="626"/>
                  <a:pt x="4591" y="623"/>
                  <a:pt x="4649" y="623"/>
                </a:cubicBezTo>
                <a:close/>
                <a:moveTo>
                  <a:pt x="4601" y="4791"/>
                </a:moveTo>
                <a:cubicBezTo>
                  <a:pt x="4853" y="5074"/>
                  <a:pt x="5199" y="5358"/>
                  <a:pt x="5640" y="5610"/>
                </a:cubicBezTo>
                <a:lnTo>
                  <a:pt x="5640" y="6555"/>
                </a:lnTo>
                <a:cubicBezTo>
                  <a:pt x="5640" y="7154"/>
                  <a:pt x="5168" y="7595"/>
                  <a:pt x="4601" y="7595"/>
                </a:cubicBezTo>
                <a:cubicBezTo>
                  <a:pt x="4065" y="7595"/>
                  <a:pt x="3593" y="7122"/>
                  <a:pt x="3593" y="6555"/>
                </a:cubicBezTo>
                <a:lnTo>
                  <a:pt x="3593" y="5641"/>
                </a:lnTo>
                <a:cubicBezTo>
                  <a:pt x="3939" y="5358"/>
                  <a:pt x="4254" y="5169"/>
                  <a:pt x="4475" y="4917"/>
                </a:cubicBezTo>
                <a:lnTo>
                  <a:pt x="4601" y="4791"/>
                </a:lnTo>
                <a:close/>
                <a:moveTo>
                  <a:pt x="4569" y="2806"/>
                </a:moveTo>
                <a:cubicBezTo>
                  <a:pt x="5073" y="2806"/>
                  <a:pt x="5577" y="2964"/>
                  <a:pt x="6018" y="3216"/>
                </a:cubicBezTo>
                <a:cubicBezTo>
                  <a:pt x="6491" y="3499"/>
                  <a:pt x="6901" y="3972"/>
                  <a:pt x="7121" y="4476"/>
                </a:cubicBezTo>
                <a:lnTo>
                  <a:pt x="7877" y="6902"/>
                </a:lnTo>
                <a:lnTo>
                  <a:pt x="7877" y="6933"/>
                </a:lnTo>
                <a:cubicBezTo>
                  <a:pt x="8003" y="7217"/>
                  <a:pt x="7909" y="7469"/>
                  <a:pt x="7783" y="7626"/>
                </a:cubicBezTo>
                <a:cubicBezTo>
                  <a:pt x="7562" y="8036"/>
                  <a:pt x="7090" y="8319"/>
                  <a:pt x="6617" y="8351"/>
                </a:cubicBezTo>
                <a:cubicBezTo>
                  <a:pt x="6270" y="8351"/>
                  <a:pt x="5955" y="8162"/>
                  <a:pt x="5766" y="7878"/>
                </a:cubicBezTo>
                <a:cubicBezTo>
                  <a:pt x="6081" y="7563"/>
                  <a:pt x="6302" y="7122"/>
                  <a:pt x="6302" y="6618"/>
                </a:cubicBezTo>
                <a:lnTo>
                  <a:pt x="6302" y="6114"/>
                </a:lnTo>
                <a:cubicBezTo>
                  <a:pt x="6333" y="6145"/>
                  <a:pt x="6428" y="6177"/>
                  <a:pt x="6459" y="6208"/>
                </a:cubicBezTo>
                <a:cubicBezTo>
                  <a:pt x="6554" y="6272"/>
                  <a:pt x="6585" y="6272"/>
                  <a:pt x="6648" y="6272"/>
                </a:cubicBezTo>
                <a:cubicBezTo>
                  <a:pt x="6775" y="6272"/>
                  <a:pt x="6901" y="6208"/>
                  <a:pt x="6932" y="6114"/>
                </a:cubicBezTo>
                <a:cubicBezTo>
                  <a:pt x="7058" y="5956"/>
                  <a:pt x="6995" y="5704"/>
                  <a:pt x="6869" y="5641"/>
                </a:cubicBezTo>
                <a:cubicBezTo>
                  <a:pt x="6617" y="5484"/>
                  <a:pt x="6428" y="5358"/>
                  <a:pt x="6239" y="5232"/>
                </a:cubicBezTo>
                <a:cubicBezTo>
                  <a:pt x="6176" y="5200"/>
                  <a:pt x="6144" y="5169"/>
                  <a:pt x="6113" y="5169"/>
                </a:cubicBezTo>
                <a:cubicBezTo>
                  <a:pt x="5199" y="4570"/>
                  <a:pt x="4979" y="4381"/>
                  <a:pt x="4979" y="3814"/>
                </a:cubicBezTo>
                <a:cubicBezTo>
                  <a:pt x="4979" y="3625"/>
                  <a:pt x="4821" y="3468"/>
                  <a:pt x="4601" y="3468"/>
                </a:cubicBezTo>
                <a:cubicBezTo>
                  <a:pt x="4412" y="3468"/>
                  <a:pt x="4254" y="3625"/>
                  <a:pt x="4254" y="3814"/>
                </a:cubicBezTo>
                <a:cubicBezTo>
                  <a:pt x="4254" y="4381"/>
                  <a:pt x="4034" y="4570"/>
                  <a:pt x="3120" y="5169"/>
                </a:cubicBezTo>
                <a:cubicBezTo>
                  <a:pt x="3057" y="5169"/>
                  <a:pt x="3025" y="5200"/>
                  <a:pt x="2994" y="5232"/>
                </a:cubicBezTo>
                <a:cubicBezTo>
                  <a:pt x="2805" y="5358"/>
                  <a:pt x="2584" y="5484"/>
                  <a:pt x="2364" y="5641"/>
                </a:cubicBezTo>
                <a:cubicBezTo>
                  <a:pt x="2206" y="5736"/>
                  <a:pt x="2175" y="5956"/>
                  <a:pt x="2269" y="6114"/>
                </a:cubicBezTo>
                <a:cubicBezTo>
                  <a:pt x="2343" y="6206"/>
                  <a:pt x="2448" y="6255"/>
                  <a:pt x="2548" y="6255"/>
                </a:cubicBezTo>
                <a:cubicBezTo>
                  <a:pt x="2620" y="6255"/>
                  <a:pt x="2689" y="6230"/>
                  <a:pt x="2742" y="6177"/>
                </a:cubicBezTo>
                <a:cubicBezTo>
                  <a:pt x="2805" y="6145"/>
                  <a:pt x="2868" y="6114"/>
                  <a:pt x="2899" y="6051"/>
                </a:cubicBezTo>
                <a:lnTo>
                  <a:pt x="2899" y="6587"/>
                </a:lnTo>
                <a:cubicBezTo>
                  <a:pt x="2899" y="7059"/>
                  <a:pt x="3120" y="7532"/>
                  <a:pt x="3466" y="7847"/>
                </a:cubicBezTo>
                <a:cubicBezTo>
                  <a:pt x="3277" y="8099"/>
                  <a:pt x="2962" y="8319"/>
                  <a:pt x="2616" y="8319"/>
                </a:cubicBezTo>
                <a:cubicBezTo>
                  <a:pt x="2143" y="8256"/>
                  <a:pt x="1671" y="8004"/>
                  <a:pt x="1419" y="7595"/>
                </a:cubicBezTo>
                <a:cubicBezTo>
                  <a:pt x="1230" y="7437"/>
                  <a:pt x="1135" y="7217"/>
                  <a:pt x="1261" y="6933"/>
                </a:cubicBezTo>
                <a:lnTo>
                  <a:pt x="2017" y="4476"/>
                </a:lnTo>
                <a:cubicBezTo>
                  <a:pt x="2238" y="3940"/>
                  <a:pt x="2647" y="3499"/>
                  <a:pt x="3120" y="3216"/>
                </a:cubicBezTo>
                <a:cubicBezTo>
                  <a:pt x="3529" y="2964"/>
                  <a:pt x="4065" y="2806"/>
                  <a:pt x="4569" y="2806"/>
                </a:cubicBezTo>
                <a:close/>
                <a:moveTo>
                  <a:pt x="5231" y="8225"/>
                </a:moveTo>
                <a:cubicBezTo>
                  <a:pt x="5325" y="8382"/>
                  <a:pt x="5420" y="8508"/>
                  <a:pt x="5577" y="8634"/>
                </a:cubicBezTo>
                <a:lnTo>
                  <a:pt x="4569" y="9580"/>
                </a:lnTo>
                <a:lnTo>
                  <a:pt x="3624" y="8634"/>
                </a:lnTo>
                <a:cubicBezTo>
                  <a:pt x="3750" y="8508"/>
                  <a:pt x="3845" y="8382"/>
                  <a:pt x="3971" y="8225"/>
                </a:cubicBezTo>
                <a:cubicBezTo>
                  <a:pt x="4160" y="8319"/>
                  <a:pt x="4380" y="8351"/>
                  <a:pt x="4601" y="8351"/>
                </a:cubicBezTo>
                <a:cubicBezTo>
                  <a:pt x="4853" y="8351"/>
                  <a:pt x="5042" y="8319"/>
                  <a:pt x="5231" y="8225"/>
                </a:cubicBezTo>
                <a:close/>
                <a:moveTo>
                  <a:pt x="2994" y="8949"/>
                </a:moveTo>
                <a:lnTo>
                  <a:pt x="4254" y="10210"/>
                </a:lnTo>
                <a:lnTo>
                  <a:pt x="4254" y="11092"/>
                </a:lnTo>
                <a:lnTo>
                  <a:pt x="789" y="11092"/>
                </a:lnTo>
                <a:lnTo>
                  <a:pt x="789" y="10745"/>
                </a:lnTo>
                <a:cubicBezTo>
                  <a:pt x="789" y="9800"/>
                  <a:pt x="1576" y="9012"/>
                  <a:pt x="2521" y="9012"/>
                </a:cubicBezTo>
                <a:cubicBezTo>
                  <a:pt x="2679" y="9012"/>
                  <a:pt x="2836" y="8981"/>
                  <a:pt x="2994" y="8949"/>
                </a:cubicBezTo>
                <a:close/>
                <a:moveTo>
                  <a:pt x="6176" y="8949"/>
                </a:moveTo>
                <a:cubicBezTo>
                  <a:pt x="6333" y="8981"/>
                  <a:pt x="6491" y="9012"/>
                  <a:pt x="6648" y="9012"/>
                </a:cubicBezTo>
                <a:cubicBezTo>
                  <a:pt x="7594" y="9012"/>
                  <a:pt x="8381" y="9800"/>
                  <a:pt x="8381" y="10745"/>
                </a:cubicBezTo>
                <a:lnTo>
                  <a:pt x="8381" y="11092"/>
                </a:lnTo>
                <a:lnTo>
                  <a:pt x="4916" y="11092"/>
                </a:lnTo>
                <a:lnTo>
                  <a:pt x="4916" y="10210"/>
                </a:lnTo>
                <a:lnTo>
                  <a:pt x="6176" y="8949"/>
                </a:lnTo>
                <a:close/>
                <a:moveTo>
                  <a:pt x="4553" y="0"/>
                </a:moveTo>
                <a:cubicBezTo>
                  <a:pt x="4517" y="0"/>
                  <a:pt x="4480" y="1"/>
                  <a:pt x="4443" y="2"/>
                </a:cubicBezTo>
                <a:cubicBezTo>
                  <a:pt x="3656" y="34"/>
                  <a:pt x="2836" y="380"/>
                  <a:pt x="2206" y="1010"/>
                </a:cubicBezTo>
                <a:cubicBezTo>
                  <a:pt x="2143" y="1105"/>
                  <a:pt x="2080" y="1231"/>
                  <a:pt x="2143" y="1325"/>
                </a:cubicBezTo>
                <a:lnTo>
                  <a:pt x="2490" y="2743"/>
                </a:lnTo>
                <a:cubicBezTo>
                  <a:pt x="1986" y="3121"/>
                  <a:pt x="1576" y="3625"/>
                  <a:pt x="1293" y="4224"/>
                </a:cubicBezTo>
                <a:lnTo>
                  <a:pt x="1293" y="4255"/>
                </a:lnTo>
                <a:lnTo>
                  <a:pt x="568" y="6650"/>
                </a:lnTo>
                <a:cubicBezTo>
                  <a:pt x="411" y="7091"/>
                  <a:pt x="442" y="7563"/>
                  <a:pt x="663" y="8004"/>
                </a:cubicBezTo>
                <a:cubicBezTo>
                  <a:pt x="820" y="8225"/>
                  <a:pt x="1041" y="8477"/>
                  <a:pt x="1261" y="8634"/>
                </a:cubicBezTo>
                <a:cubicBezTo>
                  <a:pt x="505" y="9012"/>
                  <a:pt x="1" y="9832"/>
                  <a:pt x="1" y="10745"/>
                </a:cubicBezTo>
                <a:lnTo>
                  <a:pt x="1" y="11470"/>
                </a:lnTo>
                <a:cubicBezTo>
                  <a:pt x="1" y="11659"/>
                  <a:pt x="158" y="11816"/>
                  <a:pt x="347" y="11816"/>
                </a:cubicBezTo>
                <a:lnTo>
                  <a:pt x="8665" y="11816"/>
                </a:lnTo>
                <a:cubicBezTo>
                  <a:pt x="8854" y="11816"/>
                  <a:pt x="9011" y="11659"/>
                  <a:pt x="9011" y="11470"/>
                </a:cubicBezTo>
                <a:lnTo>
                  <a:pt x="9011" y="10745"/>
                </a:lnTo>
                <a:cubicBezTo>
                  <a:pt x="9106" y="9832"/>
                  <a:pt x="8570" y="9012"/>
                  <a:pt x="7783" y="8634"/>
                </a:cubicBezTo>
                <a:cubicBezTo>
                  <a:pt x="8035" y="8477"/>
                  <a:pt x="8255" y="8225"/>
                  <a:pt x="8381" y="8004"/>
                </a:cubicBezTo>
                <a:cubicBezTo>
                  <a:pt x="8665" y="7563"/>
                  <a:pt x="8696" y="7091"/>
                  <a:pt x="8507" y="6650"/>
                </a:cubicBezTo>
                <a:lnTo>
                  <a:pt x="7751" y="4255"/>
                </a:lnTo>
                <a:lnTo>
                  <a:pt x="7751" y="4224"/>
                </a:lnTo>
                <a:cubicBezTo>
                  <a:pt x="7531" y="3625"/>
                  <a:pt x="7090" y="3121"/>
                  <a:pt x="6585" y="2743"/>
                </a:cubicBezTo>
                <a:lnTo>
                  <a:pt x="6932" y="1325"/>
                </a:lnTo>
                <a:cubicBezTo>
                  <a:pt x="6964" y="1231"/>
                  <a:pt x="6932" y="1105"/>
                  <a:pt x="6838" y="1010"/>
                </a:cubicBezTo>
                <a:cubicBezTo>
                  <a:pt x="6173" y="346"/>
                  <a:pt x="5393" y="0"/>
                  <a:pt x="455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1" name="Google Shape;2271;p44"/>
          <p:cNvSpPr/>
          <p:nvPr/>
        </p:nvSpPr>
        <p:spPr>
          <a:xfrm>
            <a:off x="6395764" y="2431008"/>
            <a:ext cx="284805" cy="284061"/>
          </a:xfrm>
          <a:custGeom>
            <a:rect b="b" l="l" r="r" t="t"/>
            <a:pathLst>
              <a:path extrusionOk="0" h="11847" w="11878">
                <a:moveTo>
                  <a:pt x="10523" y="694"/>
                </a:moveTo>
                <a:cubicBezTo>
                  <a:pt x="10680" y="694"/>
                  <a:pt x="10901" y="788"/>
                  <a:pt x="10995" y="883"/>
                </a:cubicBezTo>
                <a:cubicBezTo>
                  <a:pt x="11121" y="1009"/>
                  <a:pt x="11184" y="1198"/>
                  <a:pt x="11184" y="1356"/>
                </a:cubicBezTo>
                <a:cubicBezTo>
                  <a:pt x="11184" y="1576"/>
                  <a:pt x="11121" y="1734"/>
                  <a:pt x="10995" y="1828"/>
                </a:cubicBezTo>
                <a:lnTo>
                  <a:pt x="9389" y="3466"/>
                </a:lnTo>
                <a:cubicBezTo>
                  <a:pt x="9105" y="3718"/>
                  <a:pt x="8948" y="4096"/>
                  <a:pt x="8916" y="4443"/>
                </a:cubicBezTo>
                <a:lnTo>
                  <a:pt x="7467" y="2994"/>
                </a:lnTo>
                <a:cubicBezTo>
                  <a:pt x="7813" y="2931"/>
                  <a:pt x="8160" y="2773"/>
                  <a:pt x="8444" y="2521"/>
                </a:cubicBezTo>
                <a:lnTo>
                  <a:pt x="10050" y="883"/>
                </a:lnTo>
                <a:cubicBezTo>
                  <a:pt x="10176" y="788"/>
                  <a:pt x="10365" y="694"/>
                  <a:pt x="10523" y="694"/>
                </a:cubicBezTo>
                <a:close/>
                <a:moveTo>
                  <a:pt x="5766" y="2427"/>
                </a:moveTo>
                <a:cubicBezTo>
                  <a:pt x="5860" y="2427"/>
                  <a:pt x="5955" y="2458"/>
                  <a:pt x="6018" y="2553"/>
                </a:cubicBezTo>
                <a:lnTo>
                  <a:pt x="9420" y="5987"/>
                </a:lnTo>
                <a:cubicBezTo>
                  <a:pt x="9515" y="6050"/>
                  <a:pt x="9546" y="6144"/>
                  <a:pt x="9546" y="6207"/>
                </a:cubicBezTo>
                <a:cubicBezTo>
                  <a:pt x="9452" y="6239"/>
                  <a:pt x="9452" y="6333"/>
                  <a:pt x="9389" y="6396"/>
                </a:cubicBezTo>
                <a:cubicBezTo>
                  <a:pt x="9326" y="6459"/>
                  <a:pt x="9239" y="6491"/>
                  <a:pt x="9152" y="6491"/>
                </a:cubicBezTo>
                <a:cubicBezTo>
                  <a:pt x="9066" y="6491"/>
                  <a:pt x="8979" y="6459"/>
                  <a:pt x="8916" y="6396"/>
                </a:cubicBezTo>
                <a:lnTo>
                  <a:pt x="8444" y="5924"/>
                </a:lnTo>
                <a:lnTo>
                  <a:pt x="6018" y="3498"/>
                </a:lnTo>
                <a:lnTo>
                  <a:pt x="5545" y="3025"/>
                </a:lnTo>
                <a:cubicBezTo>
                  <a:pt x="5419" y="2899"/>
                  <a:pt x="5419" y="2679"/>
                  <a:pt x="5545" y="2553"/>
                </a:cubicBezTo>
                <a:cubicBezTo>
                  <a:pt x="5608" y="2458"/>
                  <a:pt x="5703" y="2427"/>
                  <a:pt x="5766" y="2427"/>
                </a:cubicBezTo>
                <a:close/>
                <a:moveTo>
                  <a:pt x="5734" y="4159"/>
                </a:moveTo>
                <a:lnTo>
                  <a:pt x="7687" y="6144"/>
                </a:lnTo>
                <a:lnTo>
                  <a:pt x="7183" y="6648"/>
                </a:lnTo>
                <a:lnTo>
                  <a:pt x="6427" y="5892"/>
                </a:lnTo>
                <a:cubicBezTo>
                  <a:pt x="6364" y="5829"/>
                  <a:pt x="6278" y="5798"/>
                  <a:pt x="6191" y="5798"/>
                </a:cubicBezTo>
                <a:cubicBezTo>
                  <a:pt x="6104" y="5798"/>
                  <a:pt x="6018" y="5829"/>
                  <a:pt x="5955" y="5892"/>
                </a:cubicBezTo>
                <a:cubicBezTo>
                  <a:pt x="5829" y="6018"/>
                  <a:pt x="5829" y="6239"/>
                  <a:pt x="5955" y="6365"/>
                </a:cubicBezTo>
                <a:lnTo>
                  <a:pt x="6711" y="7121"/>
                </a:lnTo>
                <a:lnTo>
                  <a:pt x="6238" y="7593"/>
                </a:lnTo>
                <a:lnTo>
                  <a:pt x="4253" y="5609"/>
                </a:lnTo>
                <a:lnTo>
                  <a:pt x="5734" y="4159"/>
                </a:lnTo>
                <a:close/>
                <a:moveTo>
                  <a:pt x="3718" y="6176"/>
                </a:moveTo>
                <a:lnTo>
                  <a:pt x="5703" y="8129"/>
                </a:lnTo>
                <a:lnTo>
                  <a:pt x="5230" y="8602"/>
                </a:lnTo>
                <a:lnTo>
                  <a:pt x="4474" y="7877"/>
                </a:lnTo>
                <a:cubicBezTo>
                  <a:pt x="4411" y="7814"/>
                  <a:pt x="4324" y="7782"/>
                  <a:pt x="4238" y="7782"/>
                </a:cubicBezTo>
                <a:cubicBezTo>
                  <a:pt x="4151" y="7782"/>
                  <a:pt x="4064" y="7814"/>
                  <a:pt x="4001" y="7877"/>
                </a:cubicBezTo>
                <a:cubicBezTo>
                  <a:pt x="3875" y="7972"/>
                  <a:pt x="3875" y="8224"/>
                  <a:pt x="4001" y="8350"/>
                </a:cubicBezTo>
                <a:lnTo>
                  <a:pt x="4694" y="9043"/>
                </a:lnTo>
                <a:cubicBezTo>
                  <a:pt x="4537" y="9169"/>
                  <a:pt x="4379" y="9232"/>
                  <a:pt x="4190" y="9295"/>
                </a:cubicBezTo>
                <a:cubicBezTo>
                  <a:pt x="3119" y="9547"/>
                  <a:pt x="2332" y="9988"/>
                  <a:pt x="1733" y="10586"/>
                </a:cubicBezTo>
                <a:lnTo>
                  <a:pt x="1355" y="10964"/>
                </a:lnTo>
                <a:cubicBezTo>
                  <a:pt x="1292" y="11027"/>
                  <a:pt x="1205" y="11059"/>
                  <a:pt x="1119" y="11059"/>
                </a:cubicBezTo>
                <a:cubicBezTo>
                  <a:pt x="1032" y="11059"/>
                  <a:pt x="945" y="11027"/>
                  <a:pt x="882" y="10964"/>
                </a:cubicBezTo>
                <a:cubicBezTo>
                  <a:pt x="819" y="10901"/>
                  <a:pt x="756" y="10807"/>
                  <a:pt x="756" y="10744"/>
                </a:cubicBezTo>
                <a:cubicBezTo>
                  <a:pt x="756" y="10649"/>
                  <a:pt x="788" y="10555"/>
                  <a:pt x="882" y="10492"/>
                </a:cubicBezTo>
                <a:lnTo>
                  <a:pt x="1260" y="10114"/>
                </a:lnTo>
                <a:cubicBezTo>
                  <a:pt x="1859" y="9515"/>
                  <a:pt x="2300" y="8696"/>
                  <a:pt x="2584" y="7656"/>
                </a:cubicBezTo>
                <a:cubicBezTo>
                  <a:pt x="2647" y="7404"/>
                  <a:pt x="2804" y="7121"/>
                  <a:pt x="3025" y="6869"/>
                </a:cubicBezTo>
                <a:lnTo>
                  <a:pt x="3718" y="6176"/>
                </a:lnTo>
                <a:close/>
                <a:moveTo>
                  <a:pt x="10491" y="1"/>
                </a:moveTo>
                <a:cubicBezTo>
                  <a:pt x="10145" y="1"/>
                  <a:pt x="9767" y="158"/>
                  <a:pt x="9515" y="379"/>
                </a:cubicBezTo>
                <a:lnTo>
                  <a:pt x="7876" y="1986"/>
                </a:lnTo>
                <a:cubicBezTo>
                  <a:pt x="7687" y="2190"/>
                  <a:pt x="7428" y="2293"/>
                  <a:pt x="7164" y="2293"/>
                </a:cubicBezTo>
                <a:cubicBezTo>
                  <a:pt x="6900" y="2293"/>
                  <a:pt x="6632" y="2190"/>
                  <a:pt x="6427" y="1986"/>
                </a:cubicBezTo>
                <a:cubicBezTo>
                  <a:pt x="6238" y="1797"/>
                  <a:pt x="5978" y="1702"/>
                  <a:pt x="5714" y="1702"/>
                </a:cubicBezTo>
                <a:cubicBezTo>
                  <a:pt x="5451" y="1702"/>
                  <a:pt x="5183" y="1797"/>
                  <a:pt x="4978" y="1986"/>
                </a:cubicBezTo>
                <a:cubicBezTo>
                  <a:pt x="4600" y="2395"/>
                  <a:pt x="4600" y="3057"/>
                  <a:pt x="4978" y="3435"/>
                </a:cubicBezTo>
                <a:lnTo>
                  <a:pt x="5199" y="3687"/>
                </a:lnTo>
                <a:lnTo>
                  <a:pt x="3466" y="5420"/>
                </a:lnTo>
                <a:lnTo>
                  <a:pt x="2489" y="6396"/>
                </a:lnTo>
                <a:cubicBezTo>
                  <a:pt x="2174" y="6711"/>
                  <a:pt x="1985" y="7058"/>
                  <a:pt x="1859" y="7499"/>
                </a:cubicBezTo>
                <a:cubicBezTo>
                  <a:pt x="1638" y="8413"/>
                  <a:pt x="1229" y="9106"/>
                  <a:pt x="725" y="9641"/>
                </a:cubicBezTo>
                <a:lnTo>
                  <a:pt x="315" y="10019"/>
                </a:lnTo>
                <a:cubicBezTo>
                  <a:pt x="126" y="10240"/>
                  <a:pt x="0" y="10492"/>
                  <a:pt x="0" y="10775"/>
                </a:cubicBezTo>
                <a:cubicBezTo>
                  <a:pt x="0" y="11059"/>
                  <a:pt x="126" y="11343"/>
                  <a:pt x="315" y="11532"/>
                </a:cubicBezTo>
                <a:cubicBezTo>
                  <a:pt x="536" y="11721"/>
                  <a:pt x="788" y="11847"/>
                  <a:pt x="1071" y="11847"/>
                </a:cubicBezTo>
                <a:cubicBezTo>
                  <a:pt x="1355" y="11847"/>
                  <a:pt x="1638" y="11721"/>
                  <a:pt x="1828" y="11532"/>
                </a:cubicBezTo>
                <a:lnTo>
                  <a:pt x="2237" y="11122"/>
                </a:lnTo>
                <a:cubicBezTo>
                  <a:pt x="2741" y="10618"/>
                  <a:pt x="3434" y="10240"/>
                  <a:pt x="4348" y="9988"/>
                </a:cubicBezTo>
                <a:cubicBezTo>
                  <a:pt x="4757" y="9862"/>
                  <a:pt x="5136" y="9673"/>
                  <a:pt x="5419" y="9389"/>
                </a:cubicBezTo>
                <a:lnTo>
                  <a:pt x="6396" y="8413"/>
                </a:lnTo>
                <a:lnTo>
                  <a:pt x="7372" y="7436"/>
                </a:lnTo>
                <a:lnTo>
                  <a:pt x="8129" y="6680"/>
                </a:lnTo>
                <a:lnTo>
                  <a:pt x="8349" y="6932"/>
                </a:lnTo>
                <a:cubicBezTo>
                  <a:pt x="8570" y="7121"/>
                  <a:pt x="8822" y="7247"/>
                  <a:pt x="9105" y="7247"/>
                </a:cubicBezTo>
                <a:cubicBezTo>
                  <a:pt x="9389" y="7247"/>
                  <a:pt x="9672" y="7121"/>
                  <a:pt x="9861" y="6932"/>
                </a:cubicBezTo>
                <a:cubicBezTo>
                  <a:pt x="10050" y="6711"/>
                  <a:pt x="10176" y="6459"/>
                  <a:pt x="10176" y="6176"/>
                </a:cubicBezTo>
                <a:cubicBezTo>
                  <a:pt x="10176" y="5892"/>
                  <a:pt x="10050" y="5609"/>
                  <a:pt x="9861" y="5420"/>
                </a:cubicBezTo>
                <a:cubicBezTo>
                  <a:pt x="9672" y="5231"/>
                  <a:pt x="9546" y="4947"/>
                  <a:pt x="9546" y="4664"/>
                </a:cubicBezTo>
                <a:cubicBezTo>
                  <a:pt x="9546" y="4380"/>
                  <a:pt x="9672" y="4128"/>
                  <a:pt x="9861" y="3907"/>
                </a:cubicBezTo>
                <a:lnTo>
                  <a:pt x="11468" y="2364"/>
                </a:lnTo>
                <a:cubicBezTo>
                  <a:pt x="11752" y="2080"/>
                  <a:pt x="11878" y="1734"/>
                  <a:pt x="11878" y="1356"/>
                </a:cubicBezTo>
                <a:cubicBezTo>
                  <a:pt x="11878" y="1009"/>
                  <a:pt x="11720" y="662"/>
                  <a:pt x="11468" y="379"/>
                </a:cubicBezTo>
                <a:cubicBezTo>
                  <a:pt x="11184" y="95"/>
                  <a:pt x="10838" y="1"/>
                  <a:pt x="1049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72" name="Google Shape;2272;p44"/>
          <p:cNvGrpSpPr/>
          <p:nvPr/>
        </p:nvGrpSpPr>
        <p:grpSpPr>
          <a:xfrm>
            <a:off x="7268018" y="2869324"/>
            <a:ext cx="284061" cy="283294"/>
            <a:chOff x="-23599325" y="1971025"/>
            <a:chExt cx="296175" cy="295375"/>
          </a:xfrm>
        </p:grpSpPr>
        <p:sp>
          <p:nvSpPr>
            <p:cNvPr id="2273" name="Google Shape;2273;p44"/>
            <p:cNvSpPr/>
            <p:nvPr/>
          </p:nvSpPr>
          <p:spPr>
            <a:xfrm>
              <a:off x="-23599325" y="1971025"/>
              <a:ext cx="296175" cy="295375"/>
            </a:xfrm>
            <a:custGeom>
              <a:rect b="b" l="l" r="r" t="t"/>
              <a:pathLst>
                <a:path extrusionOk="0" h="11815" w="11847">
                  <a:moveTo>
                    <a:pt x="7656" y="662"/>
                  </a:moveTo>
                  <a:lnTo>
                    <a:pt x="7656" y="4190"/>
                  </a:lnTo>
                  <a:lnTo>
                    <a:pt x="4159" y="4190"/>
                  </a:lnTo>
                  <a:lnTo>
                    <a:pt x="4159" y="662"/>
                  </a:lnTo>
                  <a:close/>
                  <a:moveTo>
                    <a:pt x="5577" y="4884"/>
                  </a:moveTo>
                  <a:lnTo>
                    <a:pt x="5577" y="5577"/>
                  </a:lnTo>
                  <a:lnTo>
                    <a:pt x="4222" y="5577"/>
                  </a:lnTo>
                  <a:lnTo>
                    <a:pt x="4222" y="4884"/>
                  </a:lnTo>
                  <a:close/>
                  <a:moveTo>
                    <a:pt x="7625" y="4884"/>
                  </a:moveTo>
                  <a:lnTo>
                    <a:pt x="7625" y="5608"/>
                  </a:lnTo>
                  <a:lnTo>
                    <a:pt x="6270" y="5608"/>
                  </a:lnTo>
                  <a:lnTo>
                    <a:pt x="6270" y="4884"/>
                  </a:lnTo>
                  <a:close/>
                  <a:moveTo>
                    <a:pt x="2111" y="5577"/>
                  </a:moveTo>
                  <a:lnTo>
                    <a:pt x="2111" y="6301"/>
                  </a:lnTo>
                  <a:lnTo>
                    <a:pt x="693" y="6301"/>
                  </a:lnTo>
                  <a:lnTo>
                    <a:pt x="693" y="5923"/>
                  </a:lnTo>
                  <a:cubicBezTo>
                    <a:pt x="693" y="5766"/>
                    <a:pt x="851" y="5577"/>
                    <a:pt x="1072" y="5577"/>
                  </a:cubicBezTo>
                  <a:close/>
                  <a:moveTo>
                    <a:pt x="10775" y="5577"/>
                  </a:moveTo>
                  <a:cubicBezTo>
                    <a:pt x="10996" y="5577"/>
                    <a:pt x="11153" y="5766"/>
                    <a:pt x="11153" y="5955"/>
                  </a:cubicBezTo>
                  <a:lnTo>
                    <a:pt x="11153" y="6301"/>
                  </a:lnTo>
                  <a:lnTo>
                    <a:pt x="9735" y="6301"/>
                  </a:lnTo>
                  <a:lnTo>
                    <a:pt x="9735" y="5577"/>
                  </a:lnTo>
                  <a:close/>
                  <a:moveTo>
                    <a:pt x="5545" y="6270"/>
                  </a:moveTo>
                  <a:lnTo>
                    <a:pt x="5545" y="6963"/>
                  </a:lnTo>
                  <a:lnTo>
                    <a:pt x="4159" y="6963"/>
                  </a:lnTo>
                  <a:lnTo>
                    <a:pt x="4159" y="6270"/>
                  </a:lnTo>
                  <a:close/>
                  <a:moveTo>
                    <a:pt x="7625" y="6270"/>
                  </a:moveTo>
                  <a:lnTo>
                    <a:pt x="7625" y="6963"/>
                  </a:lnTo>
                  <a:lnTo>
                    <a:pt x="6270" y="6963"/>
                  </a:lnTo>
                  <a:lnTo>
                    <a:pt x="6270" y="6270"/>
                  </a:lnTo>
                  <a:close/>
                  <a:moveTo>
                    <a:pt x="2111" y="6931"/>
                  </a:moveTo>
                  <a:lnTo>
                    <a:pt x="2111" y="7656"/>
                  </a:lnTo>
                  <a:lnTo>
                    <a:pt x="693" y="7656"/>
                  </a:lnTo>
                  <a:lnTo>
                    <a:pt x="693" y="6931"/>
                  </a:lnTo>
                  <a:close/>
                  <a:moveTo>
                    <a:pt x="11153" y="6963"/>
                  </a:moveTo>
                  <a:lnTo>
                    <a:pt x="11153" y="7688"/>
                  </a:lnTo>
                  <a:lnTo>
                    <a:pt x="9735" y="7688"/>
                  </a:lnTo>
                  <a:lnTo>
                    <a:pt x="9735" y="6963"/>
                  </a:lnTo>
                  <a:close/>
                  <a:moveTo>
                    <a:pt x="5545" y="7625"/>
                  </a:moveTo>
                  <a:lnTo>
                    <a:pt x="5545" y="8349"/>
                  </a:lnTo>
                  <a:lnTo>
                    <a:pt x="4159" y="8349"/>
                  </a:lnTo>
                  <a:lnTo>
                    <a:pt x="4159" y="7625"/>
                  </a:lnTo>
                  <a:close/>
                  <a:moveTo>
                    <a:pt x="7625" y="7656"/>
                  </a:moveTo>
                  <a:lnTo>
                    <a:pt x="7625" y="8349"/>
                  </a:lnTo>
                  <a:lnTo>
                    <a:pt x="6270" y="8349"/>
                  </a:lnTo>
                  <a:lnTo>
                    <a:pt x="6270" y="7656"/>
                  </a:lnTo>
                  <a:close/>
                  <a:moveTo>
                    <a:pt x="2111" y="8349"/>
                  </a:moveTo>
                  <a:lnTo>
                    <a:pt x="2111" y="9074"/>
                  </a:lnTo>
                  <a:lnTo>
                    <a:pt x="693" y="9074"/>
                  </a:lnTo>
                  <a:lnTo>
                    <a:pt x="693" y="8349"/>
                  </a:lnTo>
                  <a:close/>
                  <a:moveTo>
                    <a:pt x="11153" y="8349"/>
                  </a:moveTo>
                  <a:lnTo>
                    <a:pt x="11153" y="9074"/>
                  </a:lnTo>
                  <a:lnTo>
                    <a:pt x="9735" y="9074"/>
                  </a:lnTo>
                  <a:lnTo>
                    <a:pt x="9735" y="8349"/>
                  </a:lnTo>
                  <a:close/>
                  <a:moveTo>
                    <a:pt x="2111" y="9735"/>
                  </a:moveTo>
                  <a:lnTo>
                    <a:pt x="2111" y="11090"/>
                  </a:lnTo>
                  <a:lnTo>
                    <a:pt x="693" y="11090"/>
                  </a:lnTo>
                  <a:lnTo>
                    <a:pt x="693" y="9735"/>
                  </a:lnTo>
                  <a:close/>
                  <a:moveTo>
                    <a:pt x="8759" y="2048"/>
                  </a:moveTo>
                  <a:cubicBezTo>
                    <a:pt x="8948" y="2048"/>
                    <a:pt x="9105" y="2206"/>
                    <a:pt x="9105" y="2395"/>
                  </a:cubicBezTo>
                  <a:lnTo>
                    <a:pt x="9105" y="11090"/>
                  </a:lnTo>
                  <a:lnTo>
                    <a:pt x="7719" y="11090"/>
                  </a:lnTo>
                  <a:lnTo>
                    <a:pt x="7719" y="10082"/>
                  </a:lnTo>
                  <a:cubicBezTo>
                    <a:pt x="7719" y="9893"/>
                    <a:pt x="7562" y="9735"/>
                    <a:pt x="7373" y="9735"/>
                  </a:cubicBezTo>
                  <a:lnTo>
                    <a:pt x="4600" y="9735"/>
                  </a:lnTo>
                  <a:cubicBezTo>
                    <a:pt x="4411" y="9735"/>
                    <a:pt x="4254" y="9893"/>
                    <a:pt x="4254" y="10082"/>
                  </a:cubicBezTo>
                  <a:lnTo>
                    <a:pt x="4254" y="11090"/>
                  </a:lnTo>
                  <a:lnTo>
                    <a:pt x="2867" y="11090"/>
                  </a:lnTo>
                  <a:lnTo>
                    <a:pt x="2867" y="2395"/>
                  </a:lnTo>
                  <a:lnTo>
                    <a:pt x="2804" y="2395"/>
                  </a:lnTo>
                  <a:cubicBezTo>
                    <a:pt x="2804" y="2206"/>
                    <a:pt x="2962" y="2048"/>
                    <a:pt x="3151" y="2048"/>
                  </a:cubicBezTo>
                  <a:lnTo>
                    <a:pt x="3497" y="2048"/>
                  </a:lnTo>
                  <a:lnTo>
                    <a:pt x="3497" y="8696"/>
                  </a:lnTo>
                  <a:cubicBezTo>
                    <a:pt x="3497" y="8916"/>
                    <a:pt x="3655" y="9074"/>
                    <a:pt x="3875" y="9074"/>
                  </a:cubicBezTo>
                  <a:lnTo>
                    <a:pt x="8034" y="9074"/>
                  </a:lnTo>
                  <a:cubicBezTo>
                    <a:pt x="8223" y="9074"/>
                    <a:pt x="8381" y="8916"/>
                    <a:pt x="8381" y="8696"/>
                  </a:cubicBezTo>
                  <a:lnTo>
                    <a:pt x="8381" y="2048"/>
                  </a:lnTo>
                  <a:close/>
                  <a:moveTo>
                    <a:pt x="6963" y="10428"/>
                  </a:moveTo>
                  <a:lnTo>
                    <a:pt x="6963" y="11153"/>
                  </a:lnTo>
                  <a:lnTo>
                    <a:pt x="4884" y="11153"/>
                  </a:lnTo>
                  <a:lnTo>
                    <a:pt x="4884" y="10428"/>
                  </a:lnTo>
                  <a:close/>
                  <a:moveTo>
                    <a:pt x="11153" y="9767"/>
                  </a:moveTo>
                  <a:lnTo>
                    <a:pt x="11153" y="11153"/>
                  </a:lnTo>
                  <a:lnTo>
                    <a:pt x="9735" y="11153"/>
                  </a:lnTo>
                  <a:lnTo>
                    <a:pt x="9735" y="9767"/>
                  </a:lnTo>
                  <a:close/>
                  <a:moveTo>
                    <a:pt x="3812" y="0"/>
                  </a:moveTo>
                  <a:cubicBezTo>
                    <a:pt x="3623" y="0"/>
                    <a:pt x="3466" y="158"/>
                    <a:pt x="3466" y="347"/>
                  </a:cubicBezTo>
                  <a:lnTo>
                    <a:pt x="3466" y="1387"/>
                  </a:lnTo>
                  <a:lnTo>
                    <a:pt x="3119" y="1387"/>
                  </a:lnTo>
                  <a:cubicBezTo>
                    <a:pt x="2521" y="1387"/>
                    <a:pt x="2080" y="1859"/>
                    <a:pt x="2080" y="2395"/>
                  </a:cubicBezTo>
                  <a:lnTo>
                    <a:pt x="2080" y="4884"/>
                  </a:lnTo>
                  <a:lnTo>
                    <a:pt x="1009" y="4884"/>
                  </a:lnTo>
                  <a:cubicBezTo>
                    <a:pt x="441" y="4884"/>
                    <a:pt x="0" y="5356"/>
                    <a:pt x="0" y="5923"/>
                  </a:cubicBezTo>
                  <a:lnTo>
                    <a:pt x="0" y="11468"/>
                  </a:lnTo>
                  <a:cubicBezTo>
                    <a:pt x="0" y="11657"/>
                    <a:pt x="158" y="11815"/>
                    <a:pt x="347" y="11815"/>
                  </a:cubicBezTo>
                  <a:lnTo>
                    <a:pt x="11468" y="11815"/>
                  </a:lnTo>
                  <a:cubicBezTo>
                    <a:pt x="11657" y="11815"/>
                    <a:pt x="11815" y="11657"/>
                    <a:pt x="11815" y="11468"/>
                  </a:cubicBezTo>
                  <a:lnTo>
                    <a:pt x="11815" y="5923"/>
                  </a:lnTo>
                  <a:cubicBezTo>
                    <a:pt x="11846" y="5356"/>
                    <a:pt x="11374" y="4884"/>
                    <a:pt x="10775" y="4884"/>
                  </a:cubicBezTo>
                  <a:lnTo>
                    <a:pt x="9735" y="4884"/>
                  </a:lnTo>
                  <a:lnTo>
                    <a:pt x="9735" y="2395"/>
                  </a:lnTo>
                  <a:cubicBezTo>
                    <a:pt x="9735" y="1828"/>
                    <a:pt x="9263" y="1387"/>
                    <a:pt x="8696" y="1387"/>
                  </a:cubicBezTo>
                  <a:lnTo>
                    <a:pt x="8349" y="1387"/>
                  </a:lnTo>
                  <a:lnTo>
                    <a:pt x="8349" y="347"/>
                  </a:lnTo>
                  <a:cubicBezTo>
                    <a:pt x="8349" y="158"/>
                    <a:pt x="8192" y="0"/>
                    <a:pt x="80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4" name="Google Shape;2274;p44"/>
            <p:cNvSpPr/>
            <p:nvPr/>
          </p:nvSpPr>
          <p:spPr>
            <a:xfrm>
              <a:off x="-23477250" y="2004100"/>
              <a:ext cx="53575" cy="53575"/>
            </a:xfrm>
            <a:custGeom>
              <a:rect b="b" l="l" r="r" t="t"/>
              <a:pathLst>
                <a:path extrusionOk="0" h="2143" w="2143">
                  <a:moveTo>
                    <a:pt x="1072" y="1"/>
                  </a:moveTo>
                  <a:cubicBezTo>
                    <a:pt x="851" y="1"/>
                    <a:pt x="694" y="158"/>
                    <a:pt x="694" y="379"/>
                  </a:cubicBezTo>
                  <a:lnTo>
                    <a:pt x="694" y="725"/>
                  </a:lnTo>
                  <a:lnTo>
                    <a:pt x="347" y="725"/>
                  </a:lnTo>
                  <a:cubicBezTo>
                    <a:pt x="158" y="725"/>
                    <a:pt x="1" y="883"/>
                    <a:pt x="1" y="1072"/>
                  </a:cubicBezTo>
                  <a:cubicBezTo>
                    <a:pt x="1" y="1292"/>
                    <a:pt x="158" y="1450"/>
                    <a:pt x="347" y="1450"/>
                  </a:cubicBezTo>
                  <a:lnTo>
                    <a:pt x="694" y="1450"/>
                  </a:lnTo>
                  <a:lnTo>
                    <a:pt x="694" y="1796"/>
                  </a:lnTo>
                  <a:cubicBezTo>
                    <a:pt x="694" y="1985"/>
                    <a:pt x="851" y="2143"/>
                    <a:pt x="1072" y="2143"/>
                  </a:cubicBezTo>
                  <a:cubicBezTo>
                    <a:pt x="1261" y="2143"/>
                    <a:pt x="1418" y="1985"/>
                    <a:pt x="1418" y="1796"/>
                  </a:cubicBezTo>
                  <a:lnTo>
                    <a:pt x="1418" y="1450"/>
                  </a:lnTo>
                  <a:lnTo>
                    <a:pt x="1765" y="1450"/>
                  </a:lnTo>
                  <a:cubicBezTo>
                    <a:pt x="1985" y="1450"/>
                    <a:pt x="2143" y="1292"/>
                    <a:pt x="2143" y="1072"/>
                  </a:cubicBezTo>
                  <a:cubicBezTo>
                    <a:pt x="2143" y="883"/>
                    <a:pt x="1985" y="725"/>
                    <a:pt x="1765" y="725"/>
                  </a:cubicBezTo>
                  <a:lnTo>
                    <a:pt x="1418" y="725"/>
                  </a:lnTo>
                  <a:lnTo>
                    <a:pt x="1418" y="379"/>
                  </a:lnTo>
                  <a:cubicBezTo>
                    <a:pt x="1418" y="158"/>
                    <a:pt x="1261" y="1"/>
                    <a:pt x="107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75" name="Google Shape;2275;p44"/>
          <p:cNvSpPr/>
          <p:nvPr/>
        </p:nvSpPr>
        <p:spPr>
          <a:xfrm>
            <a:off x="7268401" y="3306970"/>
            <a:ext cx="283294" cy="284805"/>
          </a:xfrm>
          <a:custGeom>
            <a:rect b="b" l="l" r="r" t="t"/>
            <a:pathLst>
              <a:path extrusionOk="0" h="11878" w="11815">
                <a:moveTo>
                  <a:pt x="6301" y="725"/>
                </a:moveTo>
                <a:lnTo>
                  <a:pt x="6301" y="1670"/>
                </a:lnTo>
                <a:cubicBezTo>
                  <a:pt x="6301" y="2143"/>
                  <a:pt x="6490" y="2584"/>
                  <a:pt x="6805" y="2899"/>
                </a:cubicBezTo>
                <a:lnTo>
                  <a:pt x="7120" y="3214"/>
                </a:lnTo>
                <a:cubicBezTo>
                  <a:pt x="7026" y="3340"/>
                  <a:pt x="6868" y="3529"/>
                  <a:pt x="6742" y="3781"/>
                </a:cubicBezTo>
                <a:lnTo>
                  <a:pt x="6648" y="3781"/>
                </a:lnTo>
                <a:cubicBezTo>
                  <a:pt x="6459" y="3576"/>
                  <a:pt x="6191" y="3474"/>
                  <a:pt x="5923" y="3474"/>
                </a:cubicBezTo>
                <a:cubicBezTo>
                  <a:pt x="5656" y="3474"/>
                  <a:pt x="5388" y="3576"/>
                  <a:pt x="5199" y="3781"/>
                </a:cubicBezTo>
                <a:lnTo>
                  <a:pt x="5167" y="3813"/>
                </a:lnTo>
                <a:cubicBezTo>
                  <a:pt x="5167" y="3813"/>
                  <a:pt x="5167" y="3781"/>
                  <a:pt x="5136" y="3781"/>
                </a:cubicBezTo>
                <a:cubicBezTo>
                  <a:pt x="5010" y="3529"/>
                  <a:pt x="4884" y="3372"/>
                  <a:pt x="4758" y="3214"/>
                </a:cubicBezTo>
                <a:lnTo>
                  <a:pt x="5073" y="2899"/>
                </a:lnTo>
                <a:cubicBezTo>
                  <a:pt x="5388" y="2584"/>
                  <a:pt x="5608" y="2143"/>
                  <a:pt x="5608" y="1670"/>
                </a:cubicBezTo>
                <a:lnTo>
                  <a:pt x="5608" y="725"/>
                </a:lnTo>
                <a:close/>
                <a:moveTo>
                  <a:pt x="3970" y="3529"/>
                </a:moveTo>
                <a:cubicBezTo>
                  <a:pt x="4159" y="3529"/>
                  <a:pt x="4348" y="3687"/>
                  <a:pt x="4506" y="4002"/>
                </a:cubicBezTo>
                <a:cubicBezTo>
                  <a:pt x="4569" y="4128"/>
                  <a:pt x="4600" y="4285"/>
                  <a:pt x="4663" y="4474"/>
                </a:cubicBezTo>
                <a:cubicBezTo>
                  <a:pt x="4758" y="4852"/>
                  <a:pt x="4821" y="5293"/>
                  <a:pt x="4852" y="5829"/>
                </a:cubicBezTo>
                <a:lnTo>
                  <a:pt x="3812" y="6837"/>
                </a:lnTo>
                <a:lnTo>
                  <a:pt x="3340" y="6396"/>
                </a:lnTo>
                <a:cubicBezTo>
                  <a:pt x="3293" y="6333"/>
                  <a:pt x="3206" y="6302"/>
                  <a:pt x="3115" y="6302"/>
                </a:cubicBezTo>
                <a:cubicBezTo>
                  <a:pt x="3025" y="6302"/>
                  <a:pt x="2930" y="6333"/>
                  <a:pt x="2867" y="6396"/>
                </a:cubicBezTo>
                <a:cubicBezTo>
                  <a:pt x="2804" y="6491"/>
                  <a:pt x="2804" y="6554"/>
                  <a:pt x="2804" y="6648"/>
                </a:cubicBezTo>
                <a:cubicBezTo>
                  <a:pt x="2804" y="6711"/>
                  <a:pt x="2836" y="6837"/>
                  <a:pt x="2930" y="6869"/>
                </a:cubicBezTo>
                <a:lnTo>
                  <a:pt x="3340" y="7310"/>
                </a:lnTo>
                <a:lnTo>
                  <a:pt x="2206" y="8444"/>
                </a:lnTo>
                <a:cubicBezTo>
                  <a:pt x="2080" y="8570"/>
                  <a:pt x="2080" y="8822"/>
                  <a:pt x="2206" y="8916"/>
                </a:cubicBezTo>
                <a:cubicBezTo>
                  <a:pt x="2300" y="9011"/>
                  <a:pt x="2363" y="9042"/>
                  <a:pt x="2458" y="9042"/>
                </a:cubicBezTo>
                <a:cubicBezTo>
                  <a:pt x="2521" y="9042"/>
                  <a:pt x="2647" y="9011"/>
                  <a:pt x="2678" y="8916"/>
                </a:cubicBezTo>
                <a:lnTo>
                  <a:pt x="4852" y="6743"/>
                </a:lnTo>
                <a:lnTo>
                  <a:pt x="4852" y="6806"/>
                </a:lnTo>
                <a:cubicBezTo>
                  <a:pt x="4758" y="7971"/>
                  <a:pt x="4569" y="8979"/>
                  <a:pt x="4254" y="9358"/>
                </a:cubicBezTo>
                <a:cubicBezTo>
                  <a:pt x="3970" y="9767"/>
                  <a:pt x="3529" y="9988"/>
                  <a:pt x="3056" y="10271"/>
                </a:cubicBezTo>
                <a:cubicBezTo>
                  <a:pt x="2867" y="10397"/>
                  <a:pt x="2710" y="10492"/>
                  <a:pt x="2521" y="10618"/>
                </a:cubicBezTo>
                <a:cubicBezTo>
                  <a:pt x="2111" y="10901"/>
                  <a:pt x="1702" y="11185"/>
                  <a:pt x="1292" y="11185"/>
                </a:cubicBezTo>
                <a:cubicBezTo>
                  <a:pt x="851" y="11122"/>
                  <a:pt x="662" y="10712"/>
                  <a:pt x="693" y="9862"/>
                </a:cubicBezTo>
                <a:cubicBezTo>
                  <a:pt x="756" y="8759"/>
                  <a:pt x="1261" y="7152"/>
                  <a:pt x="1954" y="5766"/>
                </a:cubicBezTo>
                <a:cubicBezTo>
                  <a:pt x="2332" y="5104"/>
                  <a:pt x="2710" y="4506"/>
                  <a:pt x="3056" y="4128"/>
                </a:cubicBezTo>
                <a:cubicBezTo>
                  <a:pt x="3434" y="3781"/>
                  <a:pt x="3749" y="3529"/>
                  <a:pt x="3970" y="3529"/>
                </a:cubicBezTo>
                <a:close/>
                <a:moveTo>
                  <a:pt x="7845" y="3624"/>
                </a:moveTo>
                <a:cubicBezTo>
                  <a:pt x="8066" y="3624"/>
                  <a:pt x="8381" y="3813"/>
                  <a:pt x="8759" y="4191"/>
                </a:cubicBezTo>
                <a:cubicBezTo>
                  <a:pt x="9105" y="4600"/>
                  <a:pt x="9483" y="5136"/>
                  <a:pt x="9861" y="5860"/>
                </a:cubicBezTo>
                <a:cubicBezTo>
                  <a:pt x="10555" y="7247"/>
                  <a:pt x="11059" y="8853"/>
                  <a:pt x="11122" y="9956"/>
                </a:cubicBezTo>
                <a:cubicBezTo>
                  <a:pt x="11153" y="10744"/>
                  <a:pt x="10933" y="11185"/>
                  <a:pt x="10523" y="11185"/>
                </a:cubicBezTo>
                <a:cubicBezTo>
                  <a:pt x="10504" y="11186"/>
                  <a:pt x="10485" y="11187"/>
                  <a:pt x="10466" y="11187"/>
                </a:cubicBezTo>
                <a:cubicBezTo>
                  <a:pt x="10072" y="11187"/>
                  <a:pt x="9655" y="10888"/>
                  <a:pt x="9294" y="10618"/>
                </a:cubicBezTo>
                <a:cubicBezTo>
                  <a:pt x="9105" y="10492"/>
                  <a:pt x="8948" y="10397"/>
                  <a:pt x="8727" y="10271"/>
                </a:cubicBezTo>
                <a:cubicBezTo>
                  <a:pt x="8286" y="9988"/>
                  <a:pt x="7845" y="9767"/>
                  <a:pt x="7562" y="9358"/>
                </a:cubicBezTo>
                <a:cubicBezTo>
                  <a:pt x="7278" y="8979"/>
                  <a:pt x="7057" y="7971"/>
                  <a:pt x="6963" y="6869"/>
                </a:cubicBezTo>
                <a:lnTo>
                  <a:pt x="6963" y="6837"/>
                </a:lnTo>
                <a:lnTo>
                  <a:pt x="9137" y="9011"/>
                </a:lnTo>
                <a:cubicBezTo>
                  <a:pt x="9200" y="9074"/>
                  <a:pt x="9294" y="9137"/>
                  <a:pt x="9357" y="9137"/>
                </a:cubicBezTo>
                <a:cubicBezTo>
                  <a:pt x="9452" y="9137"/>
                  <a:pt x="9578" y="9074"/>
                  <a:pt x="9609" y="9011"/>
                </a:cubicBezTo>
                <a:cubicBezTo>
                  <a:pt x="9735" y="8885"/>
                  <a:pt x="9735" y="8633"/>
                  <a:pt x="9609" y="8538"/>
                </a:cubicBezTo>
                <a:lnTo>
                  <a:pt x="8475" y="7404"/>
                </a:lnTo>
                <a:lnTo>
                  <a:pt x="8885" y="6963"/>
                </a:lnTo>
                <a:cubicBezTo>
                  <a:pt x="9011" y="6837"/>
                  <a:pt x="9011" y="6617"/>
                  <a:pt x="8885" y="6491"/>
                </a:cubicBezTo>
                <a:cubicBezTo>
                  <a:pt x="8838" y="6428"/>
                  <a:pt x="8751" y="6396"/>
                  <a:pt x="8660" y="6396"/>
                </a:cubicBezTo>
                <a:cubicBezTo>
                  <a:pt x="8570" y="6396"/>
                  <a:pt x="8475" y="6428"/>
                  <a:pt x="8412" y="6491"/>
                </a:cubicBezTo>
                <a:lnTo>
                  <a:pt x="8003" y="6932"/>
                </a:lnTo>
                <a:lnTo>
                  <a:pt x="6963" y="5892"/>
                </a:lnTo>
                <a:cubicBezTo>
                  <a:pt x="6994" y="5388"/>
                  <a:pt x="7057" y="4915"/>
                  <a:pt x="7152" y="4569"/>
                </a:cubicBezTo>
                <a:cubicBezTo>
                  <a:pt x="7215" y="4411"/>
                  <a:pt x="7278" y="4222"/>
                  <a:pt x="7310" y="4096"/>
                </a:cubicBezTo>
                <a:cubicBezTo>
                  <a:pt x="7499" y="3781"/>
                  <a:pt x="7656" y="3624"/>
                  <a:pt x="7845" y="3624"/>
                </a:cubicBezTo>
                <a:close/>
                <a:moveTo>
                  <a:pt x="5230" y="1"/>
                </a:moveTo>
                <a:cubicBezTo>
                  <a:pt x="5041" y="1"/>
                  <a:pt x="4884" y="158"/>
                  <a:pt x="4884" y="347"/>
                </a:cubicBezTo>
                <a:lnTo>
                  <a:pt x="4884" y="1639"/>
                </a:lnTo>
                <a:cubicBezTo>
                  <a:pt x="4884" y="1922"/>
                  <a:pt x="4758" y="2206"/>
                  <a:pt x="4569" y="2395"/>
                </a:cubicBezTo>
                <a:lnTo>
                  <a:pt x="4096" y="2868"/>
                </a:lnTo>
                <a:lnTo>
                  <a:pt x="4002" y="2868"/>
                </a:lnTo>
                <a:cubicBezTo>
                  <a:pt x="3991" y="2867"/>
                  <a:pt x="3981" y="2867"/>
                  <a:pt x="3970" y="2867"/>
                </a:cubicBezTo>
                <a:cubicBezTo>
                  <a:pt x="2880" y="2867"/>
                  <a:pt x="1886" y="4484"/>
                  <a:pt x="1387" y="5451"/>
                </a:cubicBezTo>
                <a:cubicBezTo>
                  <a:pt x="599" y="6963"/>
                  <a:pt x="63" y="8601"/>
                  <a:pt x="32" y="9862"/>
                </a:cubicBezTo>
                <a:cubicBezTo>
                  <a:pt x="0" y="10429"/>
                  <a:pt x="63" y="10901"/>
                  <a:pt x="284" y="11216"/>
                </a:cubicBezTo>
                <a:cubicBezTo>
                  <a:pt x="473" y="11657"/>
                  <a:pt x="820" y="11878"/>
                  <a:pt x="1292" y="11878"/>
                </a:cubicBezTo>
                <a:lnTo>
                  <a:pt x="1387" y="11878"/>
                </a:lnTo>
                <a:cubicBezTo>
                  <a:pt x="1954" y="11878"/>
                  <a:pt x="2489" y="11531"/>
                  <a:pt x="2962" y="11216"/>
                </a:cubicBezTo>
                <a:cubicBezTo>
                  <a:pt x="3119" y="11090"/>
                  <a:pt x="3277" y="10964"/>
                  <a:pt x="3434" y="10901"/>
                </a:cubicBezTo>
                <a:cubicBezTo>
                  <a:pt x="3970" y="10586"/>
                  <a:pt x="4474" y="10303"/>
                  <a:pt x="4852" y="9799"/>
                </a:cubicBezTo>
                <a:cubicBezTo>
                  <a:pt x="5199" y="9263"/>
                  <a:pt x="5482" y="8223"/>
                  <a:pt x="5545" y="6963"/>
                </a:cubicBezTo>
                <a:cubicBezTo>
                  <a:pt x="5545" y="6648"/>
                  <a:pt x="5577" y="6365"/>
                  <a:pt x="5545" y="6081"/>
                </a:cubicBezTo>
                <a:lnTo>
                  <a:pt x="5545" y="5987"/>
                </a:lnTo>
                <a:cubicBezTo>
                  <a:pt x="5545" y="5451"/>
                  <a:pt x="5482" y="4978"/>
                  <a:pt x="5388" y="4569"/>
                </a:cubicBezTo>
                <a:lnTo>
                  <a:pt x="5671" y="4285"/>
                </a:lnTo>
                <a:cubicBezTo>
                  <a:pt x="5734" y="4222"/>
                  <a:pt x="5821" y="4191"/>
                  <a:pt x="5908" y="4191"/>
                </a:cubicBezTo>
                <a:cubicBezTo>
                  <a:pt x="5994" y="4191"/>
                  <a:pt x="6081" y="4222"/>
                  <a:pt x="6144" y="4285"/>
                </a:cubicBezTo>
                <a:lnTo>
                  <a:pt x="6427" y="4569"/>
                </a:lnTo>
                <a:cubicBezTo>
                  <a:pt x="6270" y="5230"/>
                  <a:pt x="6207" y="6050"/>
                  <a:pt x="6270" y="6963"/>
                </a:cubicBezTo>
                <a:cubicBezTo>
                  <a:pt x="6333" y="8223"/>
                  <a:pt x="6616" y="9295"/>
                  <a:pt x="6963" y="9799"/>
                </a:cubicBezTo>
                <a:cubicBezTo>
                  <a:pt x="7310" y="10303"/>
                  <a:pt x="7845" y="10618"/>
                  <a:pt x="8381" y="10901"/>
                </a:cubicBezTo>
                <a:cubicBezTo>
                  <a:pt x="8538" y="10964"/>
                  <a:pt x="8696" y="11090"/>
                  <a:pt x="8853" y="11216"/>
                </a:cubicBezTo>
                <a:cubicBezTo>
                  <a:pt x="9326" y="11531"/>
                  <a:pt x="9830" y="11878"/>
                  <a:pt x="10429" y="11878"/>
                </a:cubicBezTo>
                <a:lnTo>
                  <a:pt x="10523" y="11878"/>
                </a:lnTo>
                <a:cubicBezTo>
                  <a:pt x="10996" y="11846"/>
                  <a:pt x="11342" y="11594"/>
                  <a:pt x="11531" y="11216"/>
                </a:cubicBezTo>
                <a:cubicBezTo>
                  <a:pt x="11720" y="10870"/>
                  <a:pt x="11815" y="10429"/>
                  <a:pt x="11783" y="9862"/>
                </a:cubicBezTo>
                <a:cubicBezTo>
                  <a:pt x="11720" y="8664"/>
                  <a:pt x="11216" y="6963"/>
                  <a:pt x="10429" y="5451"/>
                </a:cubicBezTo>
                <a:cubicBezTo>
                  <a:pt x="9924" y="4474"/>
                  <a:pt x="8885" y="2868"/>
                  <a:pt x="7782" y="2868"/>
                </a:cubicBezTo>
                <a:lnTo>
                  <a:pt x="7751" y="2868"/>
                </a:lnTo>
                <a:lnTo>
                  <a:pt x="7278" y="2395"/>
                </a:lnTo>
                <a:cubicBezTo>
                  <a:pt x="7089" y="2206"/>
                  <a:pt x="6963" y="1922"/>
                  <a:pt x="6963" y="1639"/>
                </a:cubicBezTo>
                <a:lnTo>
                  <a:pt x="6963" y="347"/>
                </a:lnTo>
                <a:cubicBezTo>
                  <a:pt x="6963" y="158"/>
                  <a:pt x="6805" y="1"/>
                  <a:pt x="661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6" name="Google Shape;2276;p44"/>
          <p:cNvSpPr/>
          <p:nvPr/>
        </p:nvSpPr>
        <p:spPr>
          <a:xfrm>
            <a:off x="7266507" y="3749050"/>
            <a:ext cx="287083" cy="265934"/>
          </a:xfrm>
          <a:custGeom>
            <a:rect b="b" l="l" r="r" t="t"/>
            <a:pathLst>
              <a:path extrusionOk="0" h="11091" w="11973">
                <a:moveTo>
                  <a:pt x="2143" y="694"/>
                </a:moveTo>
                <a:cubicBezTo>
                  <a:pt x="2206" y="694"/>
                  <a:pt x="2332" y="726"/>
                  <a:pt x="2363" y="820"/>
                </a:cubicBezTo>
                <a:cubicBezTo>
                  <a:pt x="2489" y="915"/>
                  <a:pt x="2489" y="1167"/>
                  <a:pt x="2363" y="1293"/>
                </a:cubicBezTo>
                <a:lnTo>
                  <a:pt x="1387" y="2269"/>
                </a:lnTo>
                <a:cubicBezTo>
                  <a:pt x="1324" y="2332"/>
                  <a:pt x="1229" y="2395"/>
                  <a:pt x="1135" y="2395"/>
                </a:cubicBezTo>
                <a:cubicBezTo>
                  <a:pt x="1072" y="2395"/>
                  <a:pt x="977" y="2332"/>
                  <a:pt x="914" y="2269"/>
                </a:cubicBezTo>
                <a:cubicBezTo>
                  <a:pt x="788" y="2143"/>
                  <a:pt x="788" y="1923"/>
                  <a:pt x="914" y="1797"/>
                </a:cubicBezTo>
                <a:lnTo>
                  <a:pt x="1891" y="820"/>
                </a:lnTo>
                <a:cubicBezTo>
                  <a:pt x="1985" y="726"/>
                  <a:pt x="2048" y="694"/>
                  <a:pt x="2143" y="694"/>
                </a:cubicBezTo>
                <a:close/>
                <a:moveTo>
                  <a:pt x="2647" y="2017"/>
                </a:moveTo>
                <a:lnTo>
                  <a:pt x="5325" y="4191"/>
                </a:lnTo>
                <a:lnTo>
                  <a:pt x="3151" y="4191"/>
                </a:lnTo>
                <a:lnTo>
                  <a:pt x="2111" y="2584"/>
                </a:lnTo>
                <a:lnTo>
                  <a:pt x="2647" y="2017"/>
                </a:lnTo>
                <a:close/>
                <a:moveTo>
                  <a:pt x="10555" y="2805"/>
                </a:moveTo>
                <a:lnTo>
                  <a:pt x="10555" y="2805"/>
                </a:lnTo>
                <a:cubicBezTo>
                  <a:pt x="10523" y="3277"/>
                  <a:pt x="10334" y="3750"/>
                  <a:pt x="10050" y="4191"/>
                </a:cubicBezTo>
                <a:lnTo>
                  <a:pt x="8318" y="4191"/>
                </a:lnTo>
                <a:cubicBezTo>
                  <a:pt x="8822" y="3403"/>
                  <a:pt x="9641" y="2931"/>
                  <a:pt x="10555" y="2805"/>
                </a:cubicBezTo>
                <a:close/>
                <a:moveTo>
                  <a:pt x="10964" y="4853"/>
                </a:moveTo>
                <a:cubicBezTo>
                  <a:pt x="11153" y="4853"/>
                  <a:pt x="11311" y="5010"/>
                  <a:pt x="11311" y="5231"/>
                </a:cubicBezTo>
                <a:cubicBezTo>
                  <a:pt x="11279" y="5294"/>
                  <a:pt x="11279" y="5388"/>
                  <a:pt x="11185" y="5420"/>
                </a:cubicBezTo>
                <a:cubicBezTo>
                  <a:pt x="11122" y="5483"/>
                  <a:pt x="11027" y="5577"/>
                  <a:pt x="10933" y="5577"/>
                </a:cubicBezTo>
                <a:lnTo>
                  <a:pt x="1198" y="5577"/>
                </a:lnTo>
                <a:cubicBezTo>
                  <a:pt x="1072" y="5577"/>
                  <a:pt x="1009" y="5546"/>
                  <a:pt x="914" y="5420"/>
                </a:cubicBezTo>
                <a:cubicBezTo>
                  <a:pt x="882" y="5325"/>
                  <a:pt x="851" y="5294"/>
                  <a:pt x="851" y="5231"/>
                </a:cubicBezTo>
                <a:cubicBezTo>
                  <a:pt x="851" y="5010"/>
                  <a:pt x="1009" y="4853"/>
                  <a:pt x="1198" y="4853"/>
                </a:cubicBezTo>
                <a:close/>
                <a:moveTo>
                  <a:pt x="10555" y="6239"/>
                </a:moveTo>
                <a:cubicBezTo>
                  <a:pt x="10428" y="7058"/>
                  <a:pt x="10082" y="8098"/>
                  <a:pt x="8759" y="9043"/>
                </a:cubicBezTo>
                <a:lnTo>
                  <a:pt x="3340" y="9043"/>
                </a:lnTo>
                <a:cubicBezTo>
                  <a:pt x="2363" y="8381"/>
                  <a:pt x="1765" y="7657"/>
                  <a:pt x="1576" y="6270"/>
                </a:cubicBezTo>
                <a:lnTo>
                  <a:pt x="9137" y="6270"/>
                </a:lnTo>
                <a:cubicBezTo>
                  <a:pt x="9074" y="6711"/>
                  <a:pt x="8822" y="7216"/>
                  <a:pt x="8192" y="7751"/>
                </a:cubicBezTo>
                <a:cubicBezTo>
                  <a:pt x="8034" y="7846"/>
                  <a:pt x="8034" y="8098"/>
                  <a:pt x="8160" y="8224"/>
                </a:cubicBezTo>
                <a:cubicBezTo>
                  <a:pt x="8223" y="8287"/>
                  <a:pt x="8318" y="8318"/>
                  <a:pt x="8444" y="8318"/>
                </a:cubicBezTo>
                <a:cubicBezTo>
                  <a:pt x="8507" y="8318"/>
                  <a:pt x="8601" y="8287"/>
                  <a:pt x="8633" y="8255"/>
                </a:cubicBezTo>
                <a:cubicBezTo>
                  <a:pt x="9483" y="7531"/>
                  <a:pt x="9767" y="6838"/>
                  <a:pt x="9861" y="6239"/>
                </a:cubicBezTo>
                <a:close/>
                <a:moveTo>
                  <a:pt x="8475" y="9704"/>
                </a:moveTo>
                <a:lnTo>
                  <a:pt x="8475" y="10051"/>
                </a:lnTo>
                <a:cubicBezTo>
                  <a:pt x="8507" y="10272"/>
                  <a:pt x="8349" y="10429"/>
                  <a:pt x="8160" y="10429"/>
                </a:cubicBezTo>
                <a:lnTo>
                  <a:pt x="3938" y="10429"/>
                </a:lnTo>
                <a:cubicBezTo>
                  <a:pt x="3749" y="10429"/>
                  <a:pt x="3592" y="10272"/>
                  <a:pt x="3592" y="10051"/>
                </a:cubicBezTo>
                <a:lnTo>
                  <a:pt x="3592" y="9704"/>
                </a:lnTo>
                <a:close/>
                <a:moveTo>
                  <a:pt x="2143" y="1"/>
                </a:moveTo>
                <a:cubicBezTo>
                  <a:pt x="1859" y="1"/>
                  <a:pt x="1576" y="127"/>
                  <a:pt x="1387" y="348"/>
                </a:cubicBezTo>
                <a:lnTo>
                  <a:pt x="410" y="1324"/>
                </a:lnTo>
                <a:cubicBezTo>
                  <a:pt x="0" y="1702"/>
                  <a:pt x="0" y="2364"/>
                  <a:pt x="410" y="2773"/>
                </a:cubicBezTo>
                <a:cubicBezTo>
                  <a:pt x="599" y="2962"/>
                  <a:pt x="882" y="3088"/>
                  <a:pt x="1135" y="3088"/>
                </a:cubicBezTo>
                <a:cubicBezTo>
                  <a:pt x="1261" y="3088"/>
                  <a:pt x="1418" y="3057"/>
                  <a:pt x="1544" y="3025"/>
                </a:cubicBezTo>
                <a:lnTo>
                  <a:pt x="2332" y="4191"/>
                </a:lnTo>
                <a:lnTo>
                  <a:pt x="1198" y="4191"/>
                </a:lnTo>
                <a:cubicBezTo>
                  <a:pt x="599" y="4191"/>
                  <a:pt x="158" y="4664"/>
                  <a:pt x="158" y="5231"/>
                </a:cubicBezTo>
                <a:cubicBezTo>
                  <a:pt x="158" y="5451"/>
                  <a:pt x="252" y="5640"/>
                  <a:pt x="347" y="5861"/>
                </a:cubicBezTo>
                <a:cubicBezTo>
                  <a:pt x="473" y="6050"/>
                  <a:pt x="662" y="6176"/>
                  <a:pt x="914" y="6207"/>
                </a:cubicBezTo>
                <a:cubicBezTo>
                  <a:pt x="977" y="6995"/>
                  <a:pt x="1229" y="7625"/>
                  <a:pt x="1544" y="8161"/>
                </a:cubicBezTo>
                <a:cubicBezTo>
                  <a:pt x="1859" y="8696"/>
                  <a:pt x="2300" y="9106"/>
                  <a:pt x="2930" y="9547"/>
                </a:cubicBezTo>
                <a:lnTo>
                  <a:pt x="2930" y="10051"/>
                </a:lnTo>
                <a:cubicBezTo>
                  <a:pt x="2930" y="10650"/>
                  <a:pt x="3403" y="11091"/>
                  <a:pt x="3938" y="11091"/>
                </a:cubicBezTo>
                <a:lnTo>
                  <a:pt x="8160" y="11091"/>
                </a:lnTo>
                <a:cubicBezTo>
                  <a:pt x="8759" y="11091"/>
                  <a:pt x="9168" y="10618"/>
                  <a:pt x="9168" y="10051"/>
                </a:cubicBezTo>
                <a:lnTo>
                  <a:pt x="9168" y="9547"/>
                </a:lnTo>
                <a:cubicBezTo>
                  <a:pt x="10428" y="8696"/>
                  <a:pt x="11122" y="7594"/>
                  <a:pt x="11216" y="6207"/>
                </a:cubicBezTo>
                <a:cubicBezTo>
                  <a:pt x="11437" y="6113"/>
                  <a:pt x="11626" y="6018"/>
                  <a:pt x="11752" y="5861"/>
                </a:cubicBezTo>
                <a:cubicBezTo>
                  <a:pt x="11846" y="5640"/>
                  <a:pt x="11941" y="5451"/>
                  <a:pt x="11941" y="5231"/>
                </a:cubicBezTo>
                <a:cubicBezTo>
                  <a:pt x="11972" y="4632"/>
                  <a:pt x="11500" y="4191"/>
                  <a:pt x="10901" y="4191"/>
                </a:cubicBezTo>
                <a:lnTo>
                  <a:pt x="10838" y="4191"/>
                </a:lnTo>
                <a:cubicBezTo>
                  <a:pt x="11122" y="3656"/>
                  <a:pt x="11279" y="3057"/>
                  <a:pt x="11279" y="2458"/>
                </a:cubicBezTo>
                <a:cubicBezTo>
                  <a:pt x="11279" y="2269"/>
                  <a:pt x="11122" y="2112"/>
                  <a:pt x="10901" y="2112"/>
                </a:cubicBezTo>
                <a:cubicBezTo>
                  <a:pt x="9452" y="2112"/>
                  <a:pt x="8160" y="2931"/>
                  <a:pt x="7530" y="4191"/>
                </a:cubicBezTo>
                <a:lnTo>
                  <a:pt x="6427" y="4191"/>
                </a:lnTo>
                <a:lnTo>
                  <a:pt x="3088" y="1482"/>
                </a:lnTo>
                <a:cubicBezTo>
                  <a:pt x="3245" y="1072"/>
                  <a:pt x="3151" y="663"/>
                  <a:pt x="2867" y="348"/>
                </a:cubicBezTo>
                <a:cubicBezTo>
                  <a:pt x="2678" y="127"/>
                  <a:pt x="2395" y="1"/>
                  <a:pt x="214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7" name="Google Shape;2277;p44"/>
          <p:cNvSpPr/>
          <p:nvPr/>
        </p:nvSpPr>
        <p:spPr>
          <a:xfrm>
            <a:off x="5083671" y="4179081"/>
            <a:ext cx="285572" cy="284061"/>
          </a:xfrm>
          <a:custGeom>
            <a:rect b="b" l="l" r="r" t="t"/>
            <a:pathLst>
              <a:path extrusionOk="0" h="11847" w="11910">
                <a:moveTo>
                  <a:pt x="1104" y="693"/>
                </a:moveTo>
                <a:cubicBezTo>
                  <a:pt x="2521" y="693"/>
                  <a:pt x="3592" y="1702"/>
                  <a:pt x="3813" y="3371"/>
                </a:cubicBezTo>
                <a:lnTo>
                  <a:pt x="3939" y="4190"/>
                </a:lnTo>
                <a:lnTo>
                  <a:pt x="3781" y="4190"/>
                </a:lnTo>
                <a:cubicBezTo>
                  <a:pt x="3592" y="4190"/>
                  <a:pt x="3435" y="4190"/>
                  <a:pt x="3246" y="4222"/>
                </a:cubicBezTo>
                <a:lnTo>
                  <a:pt x="3151" y="3497"/>
                </a:lnTo>
                <a:cubicBezTo>
                  <a:pt x="2962" y="2143"/>
                  <a:pt x="2206" y="1418"/>
                  <a:pt x="1104" y="1418"/>
                </a:cubicBezTo>
                <a:cubicBezTo>
                  <a:pt x="915" y="1418"/>
                  <a:pt x="757" y="1260"/>
                  <a:pt x="757" y="1040"/>
                </a:cubicBezTo>
                <a:cubicBezTo>
                  <a:pt x="757" y="851"/>
                  <a:pt x="915" y="693"/>
                  <a:pt x="1104" y="693"/>
                </a:cubicBezTo>
                <a:close/>
                <a:moveTo>
                  <a:pt x="6617" y="3529"/>
                </a:moveTo>
                <a:cubicBezTo>
                  <a:pt x="7184" y="3529"/>
                  <a:pt x="7657" y="4001"/>
                  <a:pt x="7657" y="4568"/>
                </a:cubicBezTo>
                <a:lnTo>
                  <a:pt x="7657" y="5577"/>
                </a:lnTo>
                <a:lnTo>
                  <a:pt x="6774" y="5577"/>
                </a:lnTo>
                <a:lnTo>
                  <a:pt x="6554" y="5356"/>
                </a:lnTo>
                <a:lnTo>
                  <a:pt x="6522" y="5293"/>
                </a:lnTo>
                <a:cubicBezTo>
                  <a:pt x="6050" y="4820"/>
                  <a:pt x="5388" y="4474"/>
                  <a:pt x="4695" y="4316"/>
                </a:cubicBezTo>
                <a:lnTo>
                  <a:pt x="4569" y="3529"/>
                </a:lnTo>
                <a:close/>
                <a:moveTo>
                  <a:pt x="3466" y="4915"/>
                </a:moveTo>
                <a:lnTo>
                  <a:pt x="3466" y="5608"/>
                </a:lnTo>
                <a:cubicBezTo>
                  <a:pt x="3088" y="5671"/>
                  <a:pt x="2679" y="5860"/>
                  <a:pt x="2364" y="6081"/>
                </a:cubicBezTo>
                <a:lnTo>
                  <a:pt x="1860" y="5577"/>
                </a:lnTo>
                <a:cubicBezTo>
                  <a:pt x="2332" y="5230"/>
                  <a:pt x="2868" y="4978"/>
                  <a:pt x="3466" y="4915"/>
                </a:cubicBezTo>
                <a:close/>
                <a:moveTo>
                  <a:pt x="4191" y="4915"/>
                </a:moveTo>
                <a:cubicBezTo>
                  <a:pt x="4790" y="4978"/>
                  <a:pt x="5325" y="5230"/>
                  <a:pt x="5798" y="5577"/>
                </a:cubicBezTo>
                <a:lnTo>
                  <a:pt x="5294" y="6081"/>
                </a:lnTo>
                <a:cubicBezTo>
                  <a:pt x="4979" y="5860"/>
                  <a:pt x="4569" y="5703"/>
                  <a:pt x="4191" y="5608"/>
                </a:cubicBezTo>
                <a:lnTo>
                  <a:pt x="4191" y="4915"/>
                </a:lnTo>
                <a:close/>
                <a:moveTo>
                  <a:pt x="6270" y="6049"/>
                </a:moveTo>
                <a:cubicBezTo>
                  <a:pt x="6617" y="6522"/>
                  <a:pt x="6869" y="7057"/>
                  <a:pt x="6932" y="7656"/>
                </a:cubicBezTo>
                <a:lnTo>
                  <a:pt x="6239" y="7656"/>
                </a:lnTo>
                <a:cubicBezTo>
                  <a:pt x="6176" y="7278"/>
                  <a:pt x="5987" y="6868"/>
                  <a:pt x="5766" y="6553"/>
                </a:cubicBezTo>
                <a:lnTo>
                  <a:pt x="6270" y="6049"/>
                </a:lnTo>
                <a:close/>
                <a:moveTo>
                  <a:pt x="1387" y="6081"/>
                </a:moveTo>
                <a:lnTo>
                  <a:pt x="1891" y="6616"/>
                </a:lnTo>
                <a:cubicBezTo>
                  <a:pt x="1671" y="6931"/>
                  <a:pt x="1513" y="7309"/>
                  <a:pt x="1419" y="7719"/>
                </a:cubicBezTo>
                <a:lnTo>
                  <a:pt x="725" y="7719"/>
                </a:lnTo>
                <a:cubicBezTo>
                  <a:pt x="788" y="7057"/>
                  <a:pt x="1041" y="6522"/>
                  <a:pt x="1387" y="6081"/>
                </a:cubicBezTo>
                <a:close/>
                <a:moveTo>
                  <a:pt x="8792" y="6327"/>
                </a:moveTo>
                <a:cubicBezTo>
                  <a:pt x="9316" y="6327"/>
                  <a:pt x="9736" y="6806"/>
                  <a:pt x="9736" y="7341"/>
                </a:cubicBezTo>
                <a:lnTo>
                  <a:pt x="9736" y="7719"/>
                </a:lnTo>
                <a:lnTo>
                  <a:pt x="7657" y="7719"/>
                </a:lnTo>
                <a:cubicBezTo>
                  <a:pt x="7594" y="7183"/>
                  <a:pt x="7436" y="6774"/>
                  <a:pt x="7247" y="6333"/>
                </a:cubicBezTo>
                <a:lnTo>
                  <a:pt x="8696" y="6333"/>
                </a:lnTo>
                <a:cubicBezTo>
                  <a:pt x="8729" y="6329"/>
                  <a:pt x="8761" y="6327"/>
                  <a:pt x="8792" y="6327"/>
                </a:cubicBezTo>
                <a:close/>
                <a:moveTo>
                  <a:pt x="3813" y="6270"/>
                </a:moveTo>
                <a:cubicBezTo>
                  <a:pt x="4790" y="6270"/>
                  <a:pt x="5577" y="7057"/>
                  <a:pt x="5577" y="8034"/>
                </a:cubicBezTo>
                <a:cubicBezTo>
                  <a:pt x="5577" y="8979"/>
                  <a:pt x="4790" y="9767"/>
                  <a:pt x="3813" y="9767"/>
                </a:cubicBezTo>
                <a:cubicBezTo>
                  <a:pt x="2868" y="9767"/>
                  <a:pt x="2080" y="8979"/>
                  <a:pt x="2080" y="8034"/>
                </a:cubicBezTo>
                <a:cubicBezTo>
                  <a:pt x="2080" y="7057"/>
                  <a:pt x="2868" y="6270"/>
                  <a:pt x="3813" y="6270"/>
                </a:cubicBezTo>
                <a:close/>
                <a:moveTo>
                  <a:pt x="1419" y="8381"/>
                </a:moveTo>
                <a:cubicBezTo>
                  <a:pt x="1450" y="8759"/>
                  <a:pt x="1671" y="9168"/>
                  <a:pt x="1891" y="9483"/>
                </a:cubicBezTo>
                <a:lnTo>
                  <a:pt x="1387" y="9987"/>
                </a:lnTo>
                <a:cubicBezTo>
                  <a:pt x="1041" y="9515"/>
                  <a:pt x="788" y="8979"/>
                  <a:pt x="725" y="8381"/>
                </a:cubicBezTo>
                <a:close/>
                <a:moveTo>
                  <a:pt x="6932" y="8381"/>
                </a:moveTo>
                <a:cubicBezTo>
                  <a:pt x="6869" y="8979"/>
                  <a:pt x="6617" y="9515"/>
                  <a:pt x="6270" y="9987"/>
                </a:cubicBezTo>
                <a:lnTo>
                  <a:pt x="5766" y="9483"/>
                </a:lnTo>
                <a:cubicBezTo>
                  <a:pt x="5987" y="9168"/>
                  <a:pt x="6144" y="8759"/>
                  <a:pt x="6239" y="8381"/>
                </a:cubicBezTo>
                <a:close/>
                <a:moveTo>
                  <a:pt x="5294" y="9956"/>
                </a:moveTo>
                <a:lnTo>
                  <a:pt x="5798" y="10460"/>
                </a:lnTo>
                <a:cubicBezTo>
                  <a:pt x="5357" y="10806"/>
                  <a:pt x="4821" y="11058"/>
                  <a:pt x="4191" y="11121"/>
                </a:cubicBezTo>
                <a:lnTo>
                  <a:pt x="4191" y="10428"/>
                </a:lnTo>
                <a:cubicBezTo>
                  <a:pt x="4569" y="10397"/>
                  <a:pt x="4979" y="10176"/>
                  <a:pt x="5294" y="9956"/>
                </a:cubicBezTo>
                <a:close/>
                <a:moveTo>
                  <a:pt x="2364" y="9987"/>
                </a:moveTo>
                <a:cubicBezTo>
                  <a:pt x="2679" y="10208"/>
                  <a:pt x="3088" y="10397"/>
                  <a:pt x="3466" y="10460"/>
                </a:cubicBezTo>
                <a:lnTo>
                  <a:pt x="3466" y="11184"/>
                </a:lnTo>
                <a:cubicBezTo>
                  <a:pt x="2868" y="11090"/>
                  <a:pt x="2332" y="10838"/>
                  <a:pt x="1860" y="10491"/>
                </a:cubicBezTo>
                <a:lnTo>
                  <a:pt x="2364" y="9987"/>
                </a:lnTo>
                <a:close/>
                <a:moveTo>
                  <a:pt x="9389" y="10460"/>
                </a:moveTo>
                <a:cubicBezTo>
                  <a:pt x="9578" y="10460"/>
                  <a:pt x="9736" y="10617"/>
                  <a:pt x="9736" y="10806"/>
                </a:cubicBezTo>
                <a:cubicBezTo>
                  <a:pt x="9736" y="10995"/>
                  <a:pt x="9578" y="11184"/>
                  <a:pt x="9389" y="11184"/>
                </a:cubicBezTo>
                <a:cubicBezTo>
                  <a:pt x="9169" y="11184"/>
                  <a:pt x="9011" y="10995"/>
                  <a:pt x="9011" y="10806"/>
                </a:cubicBezTo>
                <a:cubicBezTo>
                  <a:pt x="9011" y="10617"/>
                  <a:pt x="9169" y="10460"/>
                  <a:pt x="9389" y="10460"/>
                </a:cubicBezTo>
                <a:close/>
                <a:moveTo>
                  <a:pt x="1104" y="0"/>
                </a:moveTo>
                <a:cubicBezTo>
                  <a:pt x="505" y="0"/>
                  <a:pt x="95" y="473"/>
                  <a:pt x="95" y="1008"/>
                </a:cubicBezTo>
                <a:cubicBezTo>
                  <a:pt x="95" y="1544"/>
                  <a:pt x="568" y="2048"/>
                  <a:pt x="1104" y="2048"/>
                </a:cubicBezTo>
                <a:cubicBezTo>
                  <a:pt x="2049" y="2048"/>
                  <a:pt x="2364" y="2867"/>
                  <a:pt x="2490" y="3529"/>
                </a:cubicBezTo>
                <a:lnTo>
                  <a:pt x="2616" y="4348"/>
                </a:lnTo>
                <a:cubicBezTo>
                  <a:pt x="2049" y="4537"/>
                  <a:pt x="1576" y="4852"/>
                  <a:pt x="1167" y="5262"/>
                </a:cubicBezTo>
                <a:lnTo>
                  <a:pt x="1104" y="5293"/>
                </a:lnTo>
                <a:cubicBezTo>
                  <a:pt x="442" y="5955"/>
                  <a:pt x="1" y="6900"/>
                  <a:pt x="1" y="7971"/>
                </a:cubicBezTo>
                <a:cubicBezTo>
                  <a:pt x="1" y="9011"/>
                  <a:pt x="442" y="9956"/>
                  <a:pt x="1104" y="10649"/>
                </a:cubicBezTo>
                <a:lnTo>
                  <a:pt x="1167" y="10680"/>
                </a:lnTo>
                <a:lnTo>
                  <a:pt x="1198" y="10743"/>
                </a:lnTo>
                <a:cubicBezTo>
                  <a:pt x="1860" y="11405"/>
                  <a:pt x="2805" y="11846"/>
                  <a:pt x="3876" y="11846"/>
                </a:cubicBezTo>
                <a:cubicBezTo>
                  <a:pt x="4884" y="11846"/>
                  <a:pt x="5829" y="11405"/>
                  <a:pt x="6554" y="10743"/>
                </a:cubicBezTo>
                <a:lnTo>
                  <a:pt x="6585" y="10680"/>
                </a:lnTo>
                <a:lnTo>
                  <a:pt x="6617" y="10649"/>
                </a:lnTo>
                <a:cubicBezTo>
                  <a:pt x="7216" y="10019"/>
                  <a:pt x="7625" y="9231"/>
                  <a:pt x="7688" y="8318"/>
                </a:cubicBezTo>
                <a:lnTo>
                  <a:pt x="9106" y="8318"/>
                </a:lnTo>
                <a:lnTo>
                  <a:pt x="9106" y="9798"/>
                </a:lnTo>
                <a:cubicBezTo>
                  <a:pt x="8728" y="9956"/>
                  <a:pt x="8381" y="10302"/>
                  <a:pt x="8381" y="10775"/>
                </a:cubicBezTo>
                <a:cubicBezTo>
                  <a:pt x="8381" y="11373"/>
                  <a:pt x="8854" y="11783"/>
                  <a:pt x="9421" y="11783"/>
                </a:cubicBezTo>
                <a:cubicBezTo>
                  <a:pt x="9862" y="11783"/>
                  <a:pt x="10240" y="11531"/>
                  <a:pt x="10398" y="11090"/>
                </a:cubicBezTo>
                <a:lnTo>
                  <a:pt x="11532" y="11090"/>
                </a:lnTo>
                <a:cubicBezTo>
                  <a:pt x="11752" y="11090"/>
                  <a:pt x="11910" y="10932"/>
                  <a:pt x="11910" y="10743"/>
                </a:cubicBezTo>
                <a:cubicBezTo>
                  <a:pt x="11910" y="10523"/>
                  <a:pt x="11689" y="10460"/>
                  <a:pt x="11500" y="10460"/>
                </a:cubicBezTo>
                <a:lnTo>
                  <a:pt x="10366" y="10460"/>
                </a:lnTo>
                <a:cubicBezTo>
                  <a:pt x="10240" y="10176"/>
                  <a:pt x="10019" y="9956"/>
                  <a:pt x="9736" y="9830"/>
                </a:cubicBezTo>
                <a:lnTo>
                  <a:pt x="9736" y="8381"/>
                </a:lnTo>
                <a:lnTo>
                  <a:pt x="10807" y="8381"/>
                </a:lnTo>
                <a:cubicBezTo>
                  <a:pt x="10996" y="8381"/>
                  <a:pt x="11154" y="8223"/>
                  <a:pt x="11154" y="8034"/>
                </a:cubicBezTo>
                <a:cubicBezTo>
                  <a:pt x="11154" y="7813"/>
                  <a:pt x="10996" y="7656"/>
                  <a:pt x="10807" y="7656"/>
                </a:cubicBezTo>
                <a:lnTo>
                  <a:pt x="10461" y="7656"/>
                </a:lnTo>
                <a:lnTo>
                  <a:pt x="10461" y="7309"/>
                </a:lnTo>
                <a:cubicBezTo>
                  <a:pt x="10461" y="6364"/>
                  <a:pt x="9673" y="5577"/>
                  <a:pt x="8728" y="5577"/>
                </a:cubicBezTo>
                <a:lnTo>
                  <a:pt x="8350" y="5577"/>
                </a:lnTo>
                <a:lnTo>
                  <a:pt x="8350" y="4568"/>
                </a:lnTo>
                <a:cubicBezTo>
                  <a:pt x="8350" y="3623"/>
                  <a:pt x="7562" y="2836"/>
                  <a:pt x="6617" y="2836"/>
                </a:cubicBezTo>
                <a:lnTo>
                  <a:pt x="4443" y="2836"/>
                </a:lnTo>
                <a:cubicBezTo>
                  <a:pt x="4254" y="2048"/>
                  <a:pt x="3907" y="1418"/>
                  <a:pt x="3403" y="882"/>
                </a:cubicBezTo>
                <a:cubicBezTo>
                  <a:pt x="2773" y="315"/>
                  <a:pt x="1986" y="0"/>
                  <a:pt x="110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78" name="Google Shape;2278;p44"/>
          <p:cNvGrpSpPr/>
          <p:nvPr/>
        </p:nvGrpSpPr>
        <p:grpSpPr>
          <a:xfrm>
            <a:off x="6831855" y="1555621"/>
            <a:ext cx="289336" cy="283870"/>
            <a:chOff x="-26993200" y="1961775"/>
            <a:chExt cx="301675" cy="295975"/>
          </a:xfrm>
        </p:grpSpPr>
        <p:sp>
          <p:nvSpPr>
            <p:cNvPr id="2279" name="Google Shape;2279;p44"/>
            <p:cNvSpPr/>
            <p:nvPr/>
          </p:nvSpPr>
          <p:spPr>
            <a:xfrm>
              <a:off x="-26993200" y="1961775"/>
              <a:ext cx="301675" cy="295975"/>
            </a:xfrm>
            <a:custGeom>
              <a:rect b="b" l="l" r="r" t="t"/>
              <a:pathLst>
                <a:path extrusionOk="0" h="11839" w="12067">
                  <a:moveTo>
                    <a:pt x="8601" y="685"/>
                  </a:moveTo>
                  <a:cubicBezTo>
                    <a:pt x="8664" y="685"/>
                    <a:pt x="8790" y="717"/>
                    <a:pt x="8822" y="811"/>
                  </a:cubicBezTo>
                  <a:lnTo>
                    <a:pt x="11279" y="3237"/>
                  </a:lnTo>
                  <a:cubicBezTo>
                    <a:pt x="11342" y="3332"/>
                    <a:pt x="11374" y="3395"/>
                    <a:pt x="11374" y="3489"/>
                  </a:cubicBezTo>
                  <a:cubicBezTo>
                    <a:pt x="11374" y="3552"/>
                    <a:pt x="11342" y="3647"/>
                    <a:pt x="11279" y="3710"/>
                  </a:cubicBezTo>
                  <a:cubicBezTo>
                    <a:pt x="11216" y="3773"/>
                    <a:pt x="11122" y="3804"/>
                    <a:pt x="11031" y="3804"/>
                  </a:cubicBezTo>
                  <a:cubicBezTo>
                    <a:pt x="10941" y="3804"/>
                    <a:pt x="10854" y="3773"/>
                    <a:pt x="10807" y="3710"/>
                  </a:cubicBezTo>
                  <a:lnTo>
                    <a:pt x="8349" y="1284"/>
                  </a:lnTo>
                  <a:cubicBezTo>
                    <a:pt x="8286" y="1189"/>
                    <a:pt x="8223" y="1126"/>
                    <a:pt x="8223" y="1032"/>
                  </a:cubicBezTo>
                  <a:cubicBezTo>
                    <a:pt x="8223" y="969"/>
                    <a:pt x="8286" y="843"/>
                    <a:pt x="8349" y="811"/>
                  </a:cubicBezTo>
                  <a:cubicBezTo>
                    <a:pt x="8444" y="717"/>
                    <a:pt x="8507" y="685"/>
                    <a:pt x="8601" y="685"/>
                  </a:cubicBezTo>
                  <a:close/>
                  <a:moveTo>
                    <a:pt x="7971" y="2103"/>
                  </a:moveTo>
                  <a:lnTo>
                    <a:pt x="8759" y="2891"/>
                  </a:lnTo>
                  <a:lnTo>
                    <a:pt x="9925" y="4056"/>
                  </a:lnTo>
                  <a:lnTo>
                    <a:pt x="7058" y="6955"/>
                  </a:lnTo>
                  <a:cubicBezTo>
                    <a:pt x="6617" y="6545"/>
                    <a:pt x="5986" y="6356"/>
                    <a:pt x="5325" y="6356"/>
                  </a:cubicBezTo>
                  <a:lnTo>
                    <a:pt x="5293" y="6356"/>
                  </a:lnTo>
                  <a:cubicBezTo>
                    <a:pt x="5256" y="6359"/>
                    <a:pt x="5219" y="6360"/>
                    <a:pt x="5182" y="6360"/>
                  </a:cubicBezTo>
                  <a:cubicBezTo>
                    <a:pt x="4779" y="6360"/>
                    <a:pt x="4385" y="6206"/>
                    <a:pt x="4096" y="5947"/>
                  </a:cubicBezTo>
                  <a:lnTo>
                    <a:pt x="5136" y="4939"/>
                  </a:lnTo>
                  <a:lnTo>
                    <a:pt x="5356" y="5159"/>
                  </a:lnTo>
                  <a:cubicBezTo>
                    <a:pt x="5451" y="5254"/>
                    <a:pt x="5514" y="5285"/>
                    <a:pt x="5608" y="5285"/>
                  </a:cubicBezTo>
                  <a:cubicBezTo>
                    <a:pt x="5671" y="5285"/>
                    <a:pt x="5797" y="5254"/>
                    <a:pt x="5829" y="5159"/>
                  </a:cubicBezTo>
                  <a:cubicBezTo>
                    <a:pt x="5955" y="5065"/>
                    <a:pt x="5955" y="4813"/>
                    <a:pt x="5829" y="4687"/>
                  </a:cubicBezTo>
                  <a:lnTo>
                    <a:pt x="5608" y="4466"/>
                  </a:lnTo>
                  <a:lnTo>
                    <a:pt x="6081" y="3993"/>
                  </a:lnTo>
                  <a:lnTo>
                    <a:pt x="6302" y="4214"/>
                  </a:lnTo>
                  <a:cubicBezTo>
                    <a:pt x="6396" y="4308"/>
                    <a:pt x="6459" y="4340"/>
                    <a:pt x="6554" y="4340"/>
                  </a:cubicBezTo>
                  <a:cubicBezTo>
                    <a:pt x="6617" y="4340"/>
                    <a:pt x="6743" y="4308"/>
                    <a:pt x="6774" y="4214"/>
                  </a:cubicBezTo>
                  <a:cubicBezTo>
                    <a:pt x="6900" y="4119"/>
                    <a:pt x="6900" y="3867"/>
                    <a:pt x="6774" y="3741"/>
                  </a:cubicBezTo>
                  <a:lnTo>
                    <a:pt x="6554" y="3521"/>
                  </a:lnTo>
                  <a:lnTo>
                    <a:pt x="7026" y="3048"/>
                  </a:lnTo>
                  <a:lnTo>
                    <a:pt x="7247" y="3269"/>
                  </a:lnTo>
                  <a:cubicBezTo>
                    <a:pt x="7341" y="3363"/>
                    <a:pt x="7404" y="3395"/>
                    <a:pt x="7499" y="3395"/>
                  </a:cubicBezTo>
                  <a:cubicBezTo>
                    <a:pt x="7562" y="3395"/>
                    <a:pt x="7688" y="3363"/>
                    <a:pt x="7719" y="3269"/>
                  </a:cubicBezTo>
                  <a:cubicBezTo>
                    <a:pt x="7845" y="3174"/>
                    <a:pt x="7845" y="2922"/>
                    <a:pt x="7719" y="2796"/>
                  </a:cubicBezTo>
                  <a:lnTo>
                    <a:pt x="7499" y="2576"/>
                  </a:lnTo>
                  <a:lnTo>
                    <a:pt x="7971" y="2103"/>
                  </a:lnTo>
                  <a:close/>
                  <a:moveTo>
                    <a:pt x="3592" y="6482"/>
                  </a:moveTo>
                  <a:cubicBezTo>
                    <a:pt x="4038" y="6839"/>
                    <a:pt x="4596" y="7084"/>
                    <a:pt x="5213" y="7084"/>
                  </a:cubicBezTo>
                  <a:cubicBezTo>
                    <a:pt x="5250" y="7084"/>
                    <a:pt x="5288" y="7083"/>
                    <a:pt x="5325" y="7081"/>
                  </a:cubicBezTo>
                  <a:cubicBezTo>
                    <a:pt x="5797" y="7081"/>
                    <a:pt x="6239" y="7175"/>
                    <a:pt x="6554" y="7459"/>
                  </a:cubicBezTo>
                  <a:lnTo>
                    <a:pt x="3277" y="10735"/>
                  </a:lnTo>
                  <a:cubicBezTo>
                    <a:pt x="2993" y="11003"/>
                    <a:pt x="2639" y="11137"/>
                    <a:pt x="2285" y="11137"/>
                  </a:cubicBezTo>
                  <a:cubicBezTo>
                    <a:pt x="1930" y="11137"/>
                    <a:pt x="1576" y="11003"/>
                    <a:pt x="1292" y="10735"/>
                  </a:cubicBezTo>
                  <a:cubicBezTo>
                    <a:pt x="757" y="10168"/>
                    <a:pt x="757" y="9318"/>
                    <a:pt x="1292" y="8751"/>
                  </a:cubicBezTo>
                  <a:lnTo>
                    <a:pt x="3592" y="6482"/>
                  </a:lnTo>
                  <a:close/>
                  <a:moveTo>
                    <a:pt x="8582" y="0"/>
                  </a:moveTo>
                  <a:cubicBezTo>
                    <a:pt x="8318" y="0"/>
                    <a:pt x="8050" y="103"/>
                    <a:pt x="7845" y="307"/>
                  </a:cubicBezTo>
                  <a:cubicBezTo>
                    <a:pt x="7656" y="496"/>
                    <a:pt x="7530" y="780"/>
                    <a:pt x="7530" y="1032"/>
                  </a:cubicBezTo>
                  <a:cubicBezTo>
                    <a:pt x="7530" y="1189"/>
                    <a:pt x="7562" y="1347"/>
                    <a:pt x="7656" y="1473"/>
                  </a:cubicBezTo>
                  <a:lnTo>
                    <a:pt x="6869" y="2261"/>
                  </a:lnTo>
                  <a:lnTo>
                    <a:pt x="4884" y="4245"/>
                  </a:lnTo>
                  <a:lnTo>
                    <a:pt x="820" y="8278"/>
                  </a:lnTo>
                  <a:cubicBezTo>
                    <a:pt x="1" y="9097"/>
                    <a:pt x="1" y="10420"/>
                    <a:pt x="820" y="11240"/>
                  </a:cubicBezTo>
                  <a:cubicBezTo>
                    <a:pt x="1229" y="11649"/>
                    <a:pt x="1796" y="11838"/>
                    <a:pt x="2300" y="11838"/>
                  </a:cubicBezTo>
                  <a:cubicBezTo>
                    <a:pt x="2836" y="11838"/>
                    <a:pt x="3340" y="11649"/>
                    <a:pt x="3750" y="11240"/>
                  </a:cubicBezTo>
                  <a:lnTo>
                    <a:pt x="10555" y="4434"/>
                  </a:lnTo>
                  <a:cubicBezTo>
                    <a:pt x="10712" y="4497"/>
                    <a:pt x="10838" y="4560"/>
                    <a:pt x="10996" y="4560"/>
                  </a:cubicBezTo>
                  <a:cubicBezTo>
                    <a:pt x="11279" y="4560"/>
                    <a:pt x="11531" y="4434"/>
                    <a:pt x="11752" y="4245"/>
                  </a:cubicBezTo>
                  <a:cubicBezTo>
                    <a:pt x="11941" y="4025"/>
                    <a:pt x="12067" y="3773"/>
                    <a:pt x="12067" y="3489"/>
                  </a:cubicBezTo>
                  <a:cubicBezTo>
                    <a:pt x="12067" y="3206"/>
                    <a:pt x="11941" y="2922"/>
                    <a:pt x="11752" y="2733"/>
                  </a:cubicBezTo>
                  <a:lnTo>
                    <a:pt x="9294" y="307"/>
                  </a:lnTo>
                  <a:cubicBezTo>
                    <a:pt x="9105" y="103"/>
                    <a:pt x="8846" y="0"/>
                    <a:pt x="858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0" name="Google Shape;2280;p44"/>
            <p:cNvSpPr/>
            <p:nvPr/>
          </p:nvSpPr>
          <p:spPr>
            <a:xfrm>
              <a:off x="-26900250" y="2164775"/>
              <a:ext cx="17350" cy="18150"/>
            </a:xfrm>
            <a:custGeom>
              <a:rect b="b" l="l" r="r" t="t"/>
              <a:pathLst>
                <a:path extrusionOk="0" h="726" w="694">
                  <a:moveTo>
                    <a:pt x="347" y="1"/>
                  </a:moveTo>
                  <a:cubicBezTo>
                    <a:pt x="158" y="1"/>
                    <a:pt x="0" y="158"/>
                    <a:pt x="0" y="379"/>
                  </a:cubicBezTo>
                  <a:cubicBezTo>
                    <a:pt x="0" y="568"/>
                    <a:pt x="158" y="725"/>
                    <a:pt x="347" y="725"/>
                  </a:cubicBezTo>
                  <a:cubicBezTo>
                    <a:pt x="536" y="725"/>
                    <a:pt x="693" y="568"/>
                    <a:pt x="693" y="379"/>
                  </a:cubicBezTo>
                  <a:cubicBezTo>
                    <a:pt x="693"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1" name="Google Shape;2281;p44"/>
            <p:cNvSpPr/>
            <p:nvPr/>
          </p:nvSpPr>
          <p:spPr>
            <a:xfrm>
              <a:off x="-26938075" y="2177375"/>
              <a:ext cx="18150" cy="16575"/>
            </a:xfrm>
            <a:custGeom>
              <a:rect b="b" l="l" r="r" t="t"/>
              <a:pathLst>
                <a:path extrusionOk="0" h="663" w="726">
                  <a:moveTo>
                    <a:pt x="375" y="1"/>
                  </a:moveTo>
                  <a:cubicBezTo>
                    <a:pt x="292" y="1"/>
                    <a:pt x="206" y="32"/>
                    <a:pt x="127" y="95"/>
                  </a:cubicBezTo>
                  <a:cubicBezTo>
                    <a:pt x="1" y="221"/>
                    <a:pt x="1" y="442"/>
                    <a:pt x="127" y="568"/>
                  </a:cubicBezTo>
                  <a:cubicBezTo>
                    <a:pt x="190" y="631"/>
                    <a:pt x="277" y="662"/>
                    <a:pt x="363" y="662"/>
                  </a:cubicBezTo>
                  <a:cubicBezTo>
                    <a:pt x="450" y="662"/>
                    <a:pt x="536" y="631"/>
                    <a:pt x="599" y="568"/>
                  </a:cubicBezTo>
                  <a:cubicBezTo>
                    <a:pt x="725" y="442"/>
                    <a:pt x="725" y="221"/>
                    <a:pt x="599" y="95"/>
                  </a:cubicBezTo>
                  <a:cubicBezTo>
                    <a:pt x="536" y="32"/>
                    <a:pt x="458" y="1"/>
                    <a:pt x="37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2" name="Google Shape;2282;p44"/>
          <p:cNvGrpSpPr/>
          <p:nvPr/>
        </p:nvGrpSpPr>
        <p:grpSpPr>
          <a:xfrm>
            <a:off x="6851876" y="1993638"/>
            <a:ext cx="249294" cy="283294"/>
            <a:chOff x="-26970350" y="2332550"/>
            <a:chExt cx="259925" cy="295375"/>
          </a:xfrm>
        </p:grpSpPr>
        <p:sp>
          <p:nvSpPr>
            <p:cNvPr id="2283" name="Google Shape;2283;p44"/>
            <p:cNvSpPr/>
            <p:nvPr/>
          </p:nvSpPr>
          <p:spPr>
            <a:xfrm>
              <a:off x="-26970350" y="2332550"/>
              <a:ext cx="259925" cy="295375"/>
            </a:xfrm>
            <a:custGeom>
              <a:rect b="b" l="l" r="r" t="t"/>
              <a:pathLst>
                <a:path extrusionOk="0" h="11815" w="10397">
                  <a:moveTo>
                    <a:pt x="6963" y="662"/>
                  </a:moveTo>
                  <a:cubicBezTo>
                    <a:pt x="7152" y="662"/>
                    <a:pt x="7404" y="693"/>
                    <a:pt x="7593" y="756"/>
                  </a:cubicBezTo>
                  <a:cubicBezTo>
                    <a:pt x="8538" y="977"/>
                    <a:pt x="9294" y="1733"/>
                    <a:pt x="9515" y="2646"/>
                  </a:cubicBezTo>
                  <a:cubicBezTo>
                    <a:pt x="9672" y="3466"/>
                    <a:pt x="9483" y="4285"/>
                    <a:pt x="8979" y="4946"/>
                  </a:cubicBezTo>
                  <a:cubicBezTo>
                    <a:pt x="8475" y="5639"/>
                    <a:pt x="8160" y="6522"/>
                    <a:pt x="8160" y="7467"/>
                  </a:cubicBezTo>
                  <a:lnTo>
                    <a:pt x="8160" y="10208"/>
                  </a:lnTo>
                  <a:cubicBezTo>
                    <a:pt x="8160" y="10712"/>
                    <a:pt x="7719" y="11090"/>
                    <a:pt x="7246" y="11090"/>
                  </a:cubicBezTo>
                  <a:cubicBezTo>
                    <a:pt x="6742" y="11090"/>
                    <a:pt x="6333" y="10680"/>
                    <a:pt x="6333" y="10208"/>
                  </a:cubicBezTo>
                  <a:lnTo>
                    <a:pt x="6333" y="8538"/>
                  </a:lnTo>
                  <a:cubicBezTo>
                    <a:pt x="6333" y="7908"/>
                    <a:pt x="5829" y="7404"/>
                    <a:pt x="5198" y="7404"/>
                  </a:cubicBezTo>
                  <a:cubicBezTo>
                    <a:pt x="4568" y="7404"/>
                    <a:pt x="4064" y="7908"/>
                    <a:pt x="4064" y="8538"/>
                  </a:cubicBezTo>
                  <a:lnTo>
                    <a:pt x="4064" y="10208"/>
                  </a:lnTo>
                  <a:cubicBezTo>
                    <a:pt x="4064" y="10712"/>
                    <a:pt x="3623" y="11090"/>
                    <a:pt x="3151" y="11090"/>
                  </a:cubicBezTo>
                  <a:cubicBezTo>
                    <a:pt x="2647" y="11090"/>
                    <a:pt x="2237" y="10680"/>
                    <a:pt x="2237" y="10208"/>
                  </a:cubicBezTo>
                  <a:lnTo>
                    <a:pt x="2237" y="7467"/>
                  </a:lnTo>
                  <a:cubicBezTo>
                    <a:pt x="2237" y="6522"/>
                    <a:pt x="1953" y="5639"/>
                    <a:pt x="1418" y="4946"/>
                  </a:cubicBezTo>
                  <a:cubicBezTo>
                    <a:pt x="914" y="4285"/>
                    <a:pt x="756" y="3466"/>
                    <a:pt x="945" y="2646"/>
                  </a:cubicBezTo>
                  <a:cubicBezTo>
                    <a:pt x="1166" y="1701"/>
                    <a:pt x="1922" y="945"/>
                    <a:pt x="2867" y="756"/>
                  </a:cubicBezTo>
                  <a:cubicBezTo>
                    <a:pt x="3056" y="693"/>
                    <a:pt x="3308" y="662"/>
                    <a:pt x="3497" y="662"/>
                  </a:cubicBezTo>
                  <a:cubicBezTo>
                    <a:pt x="4064" y="662"/>
                    <a:pt x="4600" y="819"/>
                    <a:pt x="5041" y="1134"/>
                  </a:cubicBezTo>
                  <a:cubicBezTo>
                    <a:pt x="5104" y="1166"/>
                    <a:pt x="5175" y="1181"/>
                    <a:pt x="5242" y="1181"/>
                  </a:cubicBezTo>
                  <a:cubicBezTo>
                    <a:pt x="5309" y="1181"/>
                    <a:pt x="5372" y="1166"/>
                    <a:pt x="5419" y="1134"/>
                  </a:cubicBezTo>
                  <a:cubicBezTo>
                    <a:pt x="5860" y="819"/>
                    <a:pt x="6427" y="662"/>
                    <a:pt x="6963" y="662"/>
                  </a:cubicBezTo>
                  <a:close/>
                  <a:moveTo>
                    <a:pt x="3466" y="0"/>
                  </a:moveTo>
                  <a:cubicBezTo>
                    <a:pt x="3182" y="0"/>
                    <a:pt x="2899" y="32"/>
                    <a:pt x="2678" y="63"/>
                  </a:cubicBezTo>
                  <a:cubicBezTo>
                    <a:pt x="1481" y="347"/>
                    <a:pt x="504" y="1292"/>
                    <a:pt x="221" y="2489"/>
                  </a:cubicBezTo>
                  <a:cubicBezTo>
                    <a:pt x="0" y="3497"/>
                    <a:pt x="189" y="4568"/>
                    <a:pt x="851" y="5387"/>
                  </a:cubicBezTo>
                  <a:cubicBezTo>
                    <a:pt x="1292" y="5954"/>
                    <a:pt x="1544" y="6679"/>
                    <a:pt x="1544" y="7467"/>
                  </a:cubicBezTo>
                  <a:lnTo>
                    <a:pt x="1544" y="10208"/>
                  </a:lnTo>
                  <a:cubicBezTo>
                    <a:pt x="1544" y="11090"/>
                    <a:pt x="2237" y="11814"/>
                    <a:pt x="3151" y="11814"/>
                  </a:cubicBezTo>
                  <a:cubicBezTo>
                    <a:pt x="4064" y="11814"/>
                    <a:pt x="4757" y="11090"/>
                    <a:pt x="4757" y="10208"/>
                  </a:cubicBezTo>
                  <a:lnTo>
                    <a:pt x="4757" y="8538"/>
                  </a:lnTo>
                  <a:cubicBezTo>
                    <a:pt x="4757" y="8317"/>
                    <a:pt x="4946" y="8065"/>
                    <a:pt x="5230" y="8065"/>
                  </a:cubicBezTo>
                  <a:cubicBezTo>
                    <a:pt x="5482" y="8065"/>
                    <a:pt x="5703" y="8254"/>
                    <a:pt x="5703" y="8538"/>
                  </a:cubicBezTo>
                  <a:lnTo>
                    <a:pt x="5703" y="10208"/>
                  </a:lnTo>
                  <a:cubicBezTo>
                    <a:pt x="5703" y="11090"/>
                    <a:pt x="6427" y="11814"/>
                    <a:pt x="7309" y="11814"/>
                  </a:cubicBezTo>
                  <a:cubicBezTo>
                    <a:pt x="8223" y="11814"/>
                    <a:pt x="8948" y="11090"/>
                    <a:pt x="8948" y="10208"/>
                  </a:cubicBezTo>
                  <a:lnTo>
                    <a:pt x="8948" y="7467"/>
                  </a:lnTo>
                  <a:cubicBezTo>
                    <a:pt x="8948" y="6679"/>
                    <a:pt x="9168" y="5954"/>
                    <a:pt x="9609" y="5387"/>
                  </a:cubicBezTo>
                  <a:cubicBezTo>
                    <a:pt x="10145" y="4568"/>
                    <a:pt x="10397" y="3497"/>
                    <a:pt x="10145" y="2489"/>
                  </a:cubicBezTo>
                  <a:cubicBezTo>
                    <a:pt x="9893" y="1292"/>
                    <a:pt x="8885" y="347"/>
                    <a:pt x="7719" y="63"/>
                  </a:cubicBezTo>
                  <a:cubicBezTo>
                    <a:pt x="7435" y="0"/>
                    <a:pt x="7152" y="0"/>
                    <a:pt x="6931" y="0"/>
                  </a:cubicBezTo>
                  <a:cubicBezTo>
                    <a:pt x="6333" y="0"/>
                    <a:pt x="5703" y="158"/>
                    <a:pt x="5198" y="473"/>
                  </a:cubicBezTo>
                  <a:cubicBezTo>
                    <a:pt x="4694" y="158"/>
                    <a:pt x="4064" y="0"/>
                    <a:pt x="346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4" name="Google Shape;2284;p44"/>
            <p:cNvSpPr/>
            <p:nvPr/>
          </p:nvSpPr>
          <p:spPr>
            <a:xfrm>
              <a:off x="-26831725" y="2365650"/>
              <a:ext cx="82700" cy="81900"/>
            </a:xfrm>
            <a:custGeom>
              <a:rect b="b" l="l" r="r" t="t"/>
              <a:pathLst>
                <a:path extrusionOk="0" h="3276" w="3308">
                  <a:moveTo>
                    <a:pt x="1335" y="0"/>
                  </a:moveTo>
                  <a:cubicBezTo>
                    <a:pt x="937" y="0"/>
                    <a:pt x="544" y="121"/>
                    <a:pt x="189" y="377"/>
                  </a:cubicBezTo>
                  <a:cubicBezTo>
                    <a:pt x="32" y="472"/>
                    <a:pt x="0" y="692"/>
                    <a:pt x="126" y="818"/>
                  </a:cubicBezTo>
                  <a:cubicBezTo>
                    <a:pt x="202" y="932"/>
                    <a:pt x="300" y="989"/>
                    <a:pt x="401" y="989"/>
                  </a:cubicBezTo>
                  <a:cubicBezTo>
                    <a:pt x="468" y="989"/>
                    <a:pt x="536" y="963"/>
                    <a:pt x="599" y="913"/>
                  </a:cubicBezTo>
                  <a:cubicBezTo>
                    <a:pt x="818" y="753"/>
                    <a:pt x="1075" y="669"/>
                    <a:pt x="1331" y="669"/>
                  </a:cubicBezTo>
                  <a:cubicBezTo>
                    <a:pt x="1479" y="669"/>
                    <a:pt x="1626" y="698"/>
                    <a:pt x="1764" y="755"/>
                  </a:cubicBezTo>
                  <a:cubicBezTo>
                    <a:pt x="2174" y="913"/>
                    <a:pt x="2457" y="1196"/>
                    <a:pt x="2520" y="1574"/>
                  </a:cubicBezTo>
                  <a:cubicBezTo>
                    <a:pt x="2646" y="1984"/>
                    <a:pt x="2520" y="2394"/>
                    <a:pt x="2300" y="2709"/>
                  </a:cubicBezTo>
                  <a:cubicBezTo>
                    <a:pt x="2174" y="2866"/>
                    <a:pt x="2205" y="3087"/>
                    <a:pt x="2331" y="3181"/>
                  </a:cubicBezTo>
                  <a:cubicBezTo>
                    <a:pt x="2394" y="3244"/>
                    <a:pt x="2489" y="3276"/>
                    <a:pt x="2520" y="3276"/>
                  </a:cubicBezTo>
                  <a:cubicBezTo>
                    <a:pt x="2646" y="3276"/>
                    <a:pt x="2709" y="3244"/>
                    <a:pt x="2804" y="3150"/>
                  </a:cubicBezTo>
                  <a:cubicBezTo>
                    <a:pt x="3182" y="2677"/>
                    <a:pt x="3308" y="2047"/>
                    <a:pt x="3151" y="1417"/>
                  </a:cubicBezTo>
                  <a:cubicBezTo>
                    <a:pt x="3119" y="818"/>
                    <a:pt x="2646" y="377"/>
                    <a:pt x="2048" y="125"/>
                  </a:cubicBezTo>
                  <a:cubicBezTo>
                    <a:pt x="1813" y="43"/>
                    <a:pt x="1573" y="0"/>
                    <a:pt x="133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5" name="Google Shape;2285;p44"/>
          <p:cNvGrpSpPr/>
          <p:nvPr/>
        </p:nvGrpSpPr>
        <p:grpSpPr>
          <a:xfrm>
            <a:off x="6835260" y="2456700"/>
            <a:ext cx="282527" cy="232678"/>
            <a:chOff x="-26986100" y="2735800"/>
            <a:chExt cx="294575" cy="242600"/>
          </a:xfrm>
        </p:grpSpPr>
        <p:sp>
          <p:nvSpPr>
            <p:cNvPr id="2286" name="Google Shape;2286;p44"/>
            <p:cNvSpPr/>
            <p:nvPr/>
          </p:nvSpPr>
          <p:spPr>
            <a:xfrm>
              <a:off x="-26986100" y="2735800"/>
              <a:ext cx="294575" cy="242600"/>
            </a:xfrm>
            <a:custGeom>
              <a:rect b="b" l="l" r="r" t="t"/>
              <a:pathLst>
                <a:path extrusionOk="0" h="9704" w="11783">
                  <a:moveTo>
                    <a:pt x="3781" y="757"/>
                  </a:moveTo>
                  <a:cubicBezTo>
                    <a:pt x="3970" y="757"/>
                    <a:pt x="4127" y="914"/>
                    <a:pt x="4127" y="1103"/>
                  </a:cubicBezTo>
                  <a:lnTo>
                    <a:pt x="4127" y="1481"/>
                  </a:lnTo>
                  <a:lnTo>
                    <a:pt x="3434" y="1481"/>
                  </a:lnTo>
                  <a:lnTo>
                    <a:pt x="3434" y="1103"/>
                  </a:lnTo>
                  <a:cubicBezTo>
                    <a:pt x="3434" y="914"/>
                    <a:pt x="3592" y="757"/>
                    <a:pt x="3781" y="757"/>
                  </a:cubicBezTo>
                  <a:close/>
                  <a:moveTo>
                    <a:pt x="9137" y="2804"/>
                  </a:moveTo>
                  <a:cubicBezTo>
                    <a:pt x="9515" y="2836"/>
                    <a:pt x="9924" y="3088"/>
                    <a:pt x="10082" y="3466"/>
                  </a:cubicBezTo>
                  <a:lnTo>
                    <a:pt x="10932" y="5608"/>
                  </a:lnTo>
                  <a:lnTo>
                    <a:pt x="9357" y="5608"/>
                  </a:lnTo>
                  <a:cubicBezTo>
                    <a:pt x="9168" y="5608"/>
                    <a:pt x="9010" y="5451"/>
                    <a:pt x="9010" y="5262"/>
                  </a:cubicBezTo>
                  <a:lnTo>
                    <a:pt x="9010" y="2804"/>
                  </a:lnTo>
                  <a:close/>
                  <a:moveTo>
                    <a:pt x="6522" y="2143"/>
                  </a:moveTo>
                  <a:cubicBezTo>
                    <a:pt x="6742" y="2143"/>
                    <a:pt x="6900" y="2300"/>
                    <a:pt x="6900" y="2489"/>
                  </a:cubicBezTo>
                  <a:lnTo>
                    <a:pt x="6900" y="6301"/>
                  </a:lnTo>
                  <a:lnTo>
                    <a:pt x="630" y="6301"/>
                  </a:lnTo>
                  <a:lnTo>
                    <a:pt x="630" y="2489"/>
                  </a:lnTo>
                  <a:cubicBezTo>
                    <a:pt x="630" y="2300"/>
                    <a:pt x="788" y="2143"/>
                    <a:pt x="977" y="2143"/>
                  </a:cubicBezTo>
                  <a:close/>
                  <a:moveTo>
                    <a:pt x="6900" y="7026"/>
                  </a:moveTo>
                  <a:lnTo>
                    <a:pt x="6900" y="8412"/>
                  </a:lnTo>
                  <a:lnTo>
                    <a:pt x="3340" y="8412"/>
                  </a:lnTo>
                  <a:cubicBezTo>
                    <a:pt x="3182" y="8003"/>
                    <a:pt x="2836" y="7688"/>
                    <a:pt x="2363" y="7688"/>
                  </a:cubicBezTo>
                  <a:cubicBezTo>
                    <a:pt x="1890" y="7688"/>
                    <a:pt x="1544" y="7971"/>
                    <a:pt x="1386" y="8412"/>
                  </a:cubicBezTo>
                  <a:lnTo>
                    <a:pt x="977" y="8412"/>
                  </a:lnTo>
                  <a:cubicBezTo>
                    <a:pt x="788" y="8412"/>
                    <a:pt x="630" y="8255"/>
                    <a:pt x="630" y="8034"/>
                  </a:cubicBezTo>
                  <a:lnTo>
                    <a:pt x="630" y="7026"/>
                  </a:lnTo>
                  <a:close/>
                  <a:moveTo>
                    <a:pt x="8349" y="2836"/>
                  </a:moveTo>
                  <a:lnTo>
                    <a:pt x="8349" y="5293"/>
                  </a:lnTo>
                  <a:cubicBezTo>
                    <a:pt x="8349" y="5892"/>
                    <a:pt x="8821" y="6301"/>
                    <a:pt x="9357" y="6301"/>
                  </a:cubicBezTo>
                  <a:lnTo>
                    <a:pt x="11090" y="6301"/>
                  </a:lnTo>
                  <a:lnTo>
                    <a:pt x="11090" y="7026"/>
                  </a:lnTo>
                  <a:lnTo>
                    <a:pt x="10743" y="7026"/>
                  </a:lnTo>
                  <a:cubicBezTo>
                    <a:pt x="10554" y="7026"/>
                    <a:pt x="10397" y="7184"/>
                    <a:pt x="10397" y="7373"/>
                  </a:cubicBezTo>
                  <a:cubicBezTo>
                    <a:pt x="10397" y="7562"/>
                    <a:pt x="10554" y="7719"/>
                    <a:pt x="10743" y="7719"/>
                  </a:cubicBezTo>
                  <a:lnTo>
                    <a:pt x="11090" y="7719"/>
                  </a:lnTo>
                  <a:lnTo>
                    <a:pt x="11090" y="8097"/>
                  </a:lnTo>
                  <a:cubicBezTo>
                    <a:pt x="11090" y="8255"/>
                    <a:pt x="10932" y="8412"/>
                    <a:pt x="10743" y="8412"/>
                  </a:cubicBezTo>
                  <a:lnTo>
                    <a:pt x="10365" y="8412"/>
                  </a:lnTo>
                  <a:cubicBezTo>
                    <a:pt x="10208" y="8003"/>
                    <a:pt x="9830" y="7688"/>
                    <a:pt x="9357" y="7688"/>
                  </a:cubicBezTo>
                  <a:cubicBezTo>
                    <a:pt x="8947" y="7688"/>
                    <a:pt x="8538" y="7971"/>
                    <a:pt x="8380" y="8412"/>
                  </a:cubicBezTo>
                  <a:lnTo>
                    <a:pt x="7593" y="8412"/>
                  </a:lnTo>
                  <a:lnTo>
                    <a:pt x="7593" y="2836"/>
                  </a:lnTo>
                  <a:close/>
                  <a:moveTo>
                    <a:pt x="2363" y="8349"/>
                  </a:moveTo>
                  <a:cubicBezTo>
                    <a:pt x="2552" y="8349"/>
                    <a:pt x="2709" y="8507"/>
                    <a:pt x="2709" y="8727"/>
                  </a:cubicBezTo>
                  <a:cubicBezTo>
                    <a:pt x="2709" y="8916"/>
                    <a:pt x="2552" y="9074"/>
                    <a:pt x="2363" y="9074"/>
                  </a:cubicBezTo>
                  <a:cubicBezTo>
                    <a:pt x="2174" y="9074"/>
                    <a:pt x="2016" y="8916"/>
                    <a:pt x="2016" y="8727"/>
                  </a:cubicBezTo>
                  <a:cubicBezTo>
                    <a:pt x="2016" y="8507"/>
                    <a:pt x="2174" y="8349"/>
                    <a:pt x="2363" y="8349"/>
                  </a:cubicBezTo>
                  <a:close/>
                  <a:moveTo>
                    <a:pt x="9326" y="8349"/>
                  </a:moveTo>
                  <a:cubicBezTo>
                    <a:pt x="9515" y="8349"/>
                    <a:pt x="9672" y="8507"/>
                    <a:pt x="9672" y="8727"/>
                  </a:cubicBezTo>
                  <a:cubicBezTo>
                    <a:pt x="9672" y="8916"/>
                    <a:pt x="9515" y="9074"/>
                    <a:pt x="9326" y="9074"/>
                  </a:cubicBezTo>
                  <a:cubicBezTo>
                    <a:pt x="9137" y="9074"/>
                    <a:pt x="8979" y="8916"/>
                    <a:pt x="8979" y="8727"/>
                  </a:cubicBezTo>
                  <a:cubicBezTo>
                    <a:pt x="8979" y="8507"/>
                    <a:pt x="9137" y="8349"/>
                    <a:pt x="9326" y="8349"/>
                  </a:cubicBezTo>
                  <a:close/>
                  <a:moveTo>
                    <a:pt x="3781" y="1"/>
                  </a:moveTo>
                  <a:cubicBezTo>
                    <a:pt x="3182" y="1"/>
                    <a:pt x="2741" y="473"/>
                    <a:pt x="2741" y="1040"/>
                  </a:cubicBezTo>
                  <a:lnTo>
                    <a:pt x="2741" y="1387"/>
                  </a:lnTo>
                  <a:lnTo>
                    <a:pt x="1008" y="1387"/>
                  </a:lnTo>
                  <a:cubicBezTo>
                    <a:pt x="441" y="1387"/>
                    <a:pt x="0" y="1859"/>
                    <a:pt x="0" y="2395"/>
                  </a:cubicBezTo>
                  <a:lnTo>
                    <a:pt x="0" y="7971"/>
                  </a:lnTo>
                  <a:cubicBezTo>
                    <a:pt x="0" y="8538"/>
                    <a:pt x="473" y="8979"/>
                    <a:pt x="1008" y="8979"/>
                  </a:cubicBezTo>
                  <a:lnTo>
                    <a:pt x="1418" y="8979"/>
                  </a:lnTo>
                  <a:cubicBezTo>
                    <a:pt x="1575" y="9389"/>
                    <a:pt x="1922" y="9704"/>
                    <a:pt x="2394" y="9704"/>
                  </a:cubicBezTo>
                  <a:cubicBezTo>
                    <a:pt x="2867" y="9704"/>
                    <a:pt x="3214" y="9420"/>
                    <a:pt x="3371" y="8979"/>
                  </a:cubicBezTo>
                  <a:lnTo>
                    <a:pt x="8380" y="8979"/>
                  </a:lnTo>
                  <a:cubicBezTo>
                    <a:pt x="8538" y="9389"/>
                    <a:pt x="8916" y="9704"/>
                    <a:pt x="9389" y="9704"/>
                  </a:cubicBezTo>
                  <a:cubicBezTo>
                    <a:pt x="9798" y="9704"/>
                    <a:pt x="10208" y="9420"/>
                    <a:pt x="10365" y="8979"/>
                  </a:cubicBezTo>
                  <a:lnTo>
                    <a:pt x="10743" y="8979"/>
                  </a:lnTo>
                  <a:cubicBezTo>
                    <a:pt x="11342" y="8979"/>
                    <a:pt x="11783" y="8507"/>
                    <a:pt x="11783" y="7971"/>
                  </a:cubicBezTo>
                  <a:lnTo>
                    <a:pt x="11783" y="6144"/>
                  </a:lnTo>
                  <a:cubicBezTo>
                    <a:pt x="11783" y="6112"/>
                    <a:pt x="11783" y="5986"/>
                    <a:pt x="11720" y="5892"/>
                  </a:cubicBezTo>
                  <a:cubicBezTo>
                    <a:pt x="11688" y="5766"/>
                    <a:pt x="11688" y="5671"/>
                    <a:pt x="11657" y="5577"/>
                  </a:cubicBezTo>
                  <a:lnTo>
                    <a:pt x="10712" y="3214"/>
                  </a:lnTo>
                  <a:cubicBezTo>
                    <a:pt x="10428" y="2521"/>
                    <a:pt x="9798" y="2080"/>
                    <a:pt x="9105" y="2080"/>
                  </a:cubicBezTo>
                  <a:lnTo>
                    <a:pt x="7530" y="2080"/>
                  </a:lnTo>
                  <a:cubicBezTo>
                    <a:pt x="7372" y="1702"/>
                    <a:pt x="6994" y="1387"/>
                    <a:pt x="6522" y="1387"/>
                  </a:cubicBezTo>
                  <a:lnTo>
                    <a:pt x="4789" y="1387"/>
                  </a:lnTo>
                  <a:lnTo>
                    <a:pt x="4789" y="1040"/>
                  </a:lnTo>
                  <a:cubicBezTo>
                    <a:pt x="4789" y="442"/>
                    <a:pt x="4316" y="1"/>
                    <a:pt x="378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7" name="Google Shape;2287;p44"/>
            <p:cNvSpPr/>
            <p:nvPr/>
          </p:nvSpPr>
          <p:spPr>
            <a:xfrm>
              <a:off x="-26927050" y="2805900"/>
              <a:ext cx="70925" cy="70900"/>
            </a:xfrm>
            <a:custGeom>
              <a:rect b="b" l="l" r="r" t="t"/>
              <a:pathLst>
                <a:path extrusionOk="0" h="2836" w="2837">
                  <a:moveTo>
                    <a:pt x="1419" y="0"/>
                  </a:moveTo>
                  <a:cubicBezTo>
                    <a:pt x="1230" y="0"/>
                    <a:pt x="1072" y="158"/>
                    <a:pt x="1072" y="347"/>
                  </a:cubicBezTo>
                  <a:lnTo>
                    <a:pt x="1072" y="1072"/>
                  </a:lnTo>
                  <a:lnTo>
                    <a:pt x="347" y="1072"/>
                  </a:lnTo>
                  <a:cubicBezTo>
                    <a:pt x="158" y="1072"/>
                    <a:pt x="1" y="1229"/>
                    <a:pt x="1" y="1418"/>
                  </a:cubicBezTo>
                  <a:cubicBezTo>
                    <a:pt x="1" y="1607"/>
                    <a:pt x="158" y="1765"/>
                    <a:pt x="347" y="1765"/>
                  </a:cubicBezTo>
                  <a:lnTo>
                    <a:pt x="1072" y="1765"/>
                  </a:lnTo>
                  <a:lnTo>
                    <a:pt x="1072" y="2489"/>
                  </a:lnTo>
                  <a:cubicBezTo>
                    <a:pt x="1072" y="2678"/>
                    <a:pt x="1230" y="2836"/>
                    <a:pt x="1419" y="2836"/>
                  </a:cubicBezTo>
                  <a:cubicBezTo>
                    <a:pt x="1608" y="2836"/>
                    <a:pt x="1765" y="2678"/>
                    <a:pt x="1765" y="2489"/>
                  </a:cubicBezTo>
                  <a:lnTo>
                    <a:pt x="1765" y="1765"/>
                  </a:lnTo>
                  <a:lnTo>
                    <a:pt x="2490" y="1765"/>
                  </a:lnTo>
                  <a:cubicBezTo>
                    <a:pt x="2679" y="1765"/>
                    <a:pt x="2836" y="1607"/>
                    <a:pt x="2836" y="1418"/>
                  </a:cubicBezTo>
                  <a:cubicBezTo>
                    <a:pt x="2836" y="1229"/>
                    <a:pt x="2679" y="1072"/>
                    <a:pt x="2490" y="1072"/>
                  </a:cubicBezTo>
                  <a:lnTo>
                    <a:pt x="1765" y="1072"/>
                  </a:lnTo>
                  <a:lnTo>
                    <a:pt x="1765" y="347"/>
                  </a:lnTo>
                  <a:cubicBezTo>
                    <a:pt x="1765" y="158"/>
                    <a:pt x="1608" y="0"/>
                    <a:pt x="141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8" name="Google Shape;2288;p44"/>
          <p:cNvGrpSpPr/>
          <p:nvPr/>
        </p:nvGrpSpPr>
        <p:grpSpPr>
          <a:xfrm>
            <a:off x="7705540" y="2868941"/>
            <a:ext cx="284805" cy="284061"/>
            <a:chOff x="-23229925" y="1970225"/>
            <a:chExt cx="296950" cy="296175"/>
          </a:xfrm>
        </p:grpSpPr>
        <p:sp>
          <p:nvSpPr>
            <p:cNvPr id="2289" name="Google Shape;2289;p44"/>
            <p:cNvSpPr/>
            <p:nvPr/>
          </p:nvSpPr>
          <p:spPr>
            <a:xfrm>
              <a:off x="-23229925" y="1970225"/>
              <a:ext cx="296950" cy="296175"/>
            </a:xfrm>
            <a:custGeom>
              <a:rect b="b" l="l" r="r" t="t"/>
              <a:pathLst>
                <a:path extrusionOk="0" h="11847" w="11878">
                  <a:moveTo>
                    <a:pt x="10145" y="694"/>
                  </a:moveTo>
                  <a:cubicBezTo>
                    <a:pt x="10743" y="694"/>
                    <a:pt x="11184" y="1167"/>
                    <a:pt x="11184" y="1734"/>
                  </a:cubicBezTo>
                  <a:lnTo>
                    <a:pt x="11184" y="10114"/>
                  </a:lnTo>
                  <a:cubicBezTo>
                    <a:pt x="11184" y="10712"/>
                    <a:pt x="10712" y="11122"/>
                    <a:pt x="10145" y="11122"/>
                  </a:cubicBezTo>
                  <a:lnTo>
                    <a:pt x="1764" y="11122"/>
                  </a:lnTo>
                  <a:cubicBezTo>
                    <a:pt x="1166" y="11122"/>
                    <a:pt x="725" y="10681"/>
                    <a:pt x="725" y="10114"/>
                  </a:cubicBezTo>
                  <a:lnTo>
                    <a:pt x="725" y="1734"/>
                  </a:lnTo>
                  <a:cubicBezTo>
                    <a:pt x="725" y="1135"/>
                    <a:pt x="1197" y="694"/>
                    <a:pt x="1764" y="694"/>
                  </a:cubicBezTo>
                  <a:close/>
                  <a:moveTo>
                    <a:pt x="1733" y="1"/>
                  </a:moveTo>
                  <a:cubicBezTo>
                    <a:pt x="788" y="1"/>
                    <a:pt x="0" y="788"/>
                    <a:pt x="0" y="1734"/>
                  </a:cubicBezTo>
                  <a:lnTo>
                    <a:pt x="0" y="10114"/>
                  </a:lnTo>
                  <a:cubicBezTo>
                    <a:pt x="0" y="11059"/>
                    <a:pt x="788" y="11847"/>
                    <a:pt x="1733" y="11847"/>
                  </a:cubicBezTo>
                  <a:lnTo>
                    <a:pt x="10113" y="11847"/>
                  </a:lnTo>
                  <a:cubicBezTo>
                    <a:pt x="11058" y="11847"/>
                    <a:pt x="11846" y="11059"/>
                    <a:pt x="11846" y="10114"/>
                  </a:cubicBezTo>
                  <a:lnTo>
                    <a:pt x="11846" y="1734"/>
                  </a:lnTo>
                  <a:cubicBezTo>
                    <a:pt x="11878" y="788"/>
                    <a:pt x="11090" y="1"/>
                    <a:pt x="1011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0" name="Google Shape;2290;p44"/>
            <p:cNvSpPr/>
            <p:nvPr/>
          </p:nvSpPr>
          <p:spPr>
            <a:xfrm>
              <a:off x="-23196075" y="2005675"/>
              <a:ext cx="227650" cy="192200"/>
            </a:xfrm>
            <a:custGeom>
              <a:rect b="b" l="l" r="r" t="t"/>
              <a:pathLst>
                <a:path extrusionOk="0" h="7688" w="9106">
                  <a:moveTo>
                    <a:pt x="8444" y="662"/>
                  </a:moveTo>
                  <a:lnTo>
                    <a:pt x="8444" y="3435"/>
                  </a:lnTo>
                  <a:lnTo>
                    <a:pt x="6144" y="3435"/>
                  </a:lnTo>
                  <a:cubicBezTo>
                    <a:pt x="5987" y="3435"/>
                    <a:pt x="5892" y="3498"/>
                    <a:pt x="5829" y="3624"/>
                  </a:cubicBezTo>
                  <a:lnTo>
                    <a:pt x="5357" y="4852"/>
                  </a:lnTo>
                  <a:lnTo>
                    <a:pt x="4317" y="1576"/>
                  </a:lnTo>
                  <a:cubicBezTo>
                    <a:pt x="4254" y="1450"/>
                    <a:pt x="4160" y="1324"/>
                    <a:pt x="4002" y="1324"/>
                  </a:cubicBezTo>
                  <a:cubicBezTo>
                    <a:pt x="3845" y="1324"/>
                    <a:pt x="3718" y="1418"/>
                    <a:pt x="3624" y="1544"/>
                  </a:cubicBezTo>
                  <a:lnTo>
                    <a:pt x="2805" y="3435"/>
                  </a:lnTo>
                  <a:lnTo>
                    <a:pt x="757" y="3435"/>
                  </a:lnTo>
                  <a:lnTo>
                    <a:pt x="757" y="662"/>
                  </a:lnTo>
                  <a:close/>
                  <a:moveTo>
                    <a:pt x="3876" y="2678"/>
                  </a:moveTo>
                  <a:lnTo>
                    <a:pt x="4947" y="5986"/>
                  </a:lnTo>
                  <a:cubicBezTo>
                    <a:pt x="4979" y="6144"/>
                    <a:pt x="5105" y="6207"/>
                    <a:pt x="5262" y="6207"/>
                  </a:cubicBezTo>
                  <a:cubicBezTo>
                    <a:pt x="5420" y="6207"/>
                    <a:pt x="5514" y="6144"/>
                    <a:pt x="5577" y="6018"/>
                  </a:cubicBezTo>
                  <a:lnTo>
                    <a:pt x="6333" y="4159"/>
                  </a:lnTo>
                  <a:lnTo>
                    <a:pt x="8413" y="4159"/>
                  </a:lnTo>
                  <a:lnTo>
                    <a:pt x="8413" y="6995"/>
                  </a:lnTo>
                  <a:lnTo>
                    <a:pt x="757" y="6995"/>
                  </a:lnTo>
                  <a:lnTo>
                    <a:pt x="757" y="6963"/>
                  </a:lnTo>
                  <a:lnTo>
                    <a:pt x="757" y="4128"/>
                  </a:lnTo>
                  <a:lnTo>
                    <a:pt x="2994" y="4128"/>
                  </a:lnTo>
                  <a:cubicBezTo>
                    <a:pt x="3120" y="4128"/>
                    <a:pt x="3277" y="4065"/>
                    <a:pt x="3309" y="3939"/>
                  </a:cubicBezTo>
                  <a:lnTo>
                    <a:pt x="3876" y="2678"/>
                  </a:lnTo>
                  <a:close/>
                  <a:moveTo>
                    <a:pt x="379" y="1"/>
                  </a:moveTo>
                  <a:cubicBezTo>
                    <a:pt x="158" y="1"/>
                    <a:pt x="1" y="158"/>
                    <a:pt x="1" y="347"/>
                  </a:cubicBezTo>
                  <a:lnTo>
                    <a:pt x="1" y="7310"/>
                  </a:lnTo>
                  <a:cubicBezTo>
                    <a:pt x="1" y="7530"/>
                    <a:pt x="158" y="7688"/>
                    <a:pt x="379" y="7688"/>
                  </a:cubicBezTo>
                  <a:lnTo>
                    <a:pt x="8759" y="7688"/>
                  </a:lnTo>
                  <a:cubicBezTo>
                    <a:pt x="8948" y="7688"/>
                    <a:pt x="9106" y="7530"/>
                    <a:pt x="9106" y="7310"/>
                  </a:cubicBezTo>
                  <a:lnTo>
                    <a:pt x="9106" y="347"/>
                  </a:lnTo>
                  <a:cubicBezTo>
                    <a:pt x="9106" y="158"/>
                    <a:pt x="8948" y="1"/>
                    <a:pt x="875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1" name="Google Shape;2291;p44"/>
            <p:cNvSpPr/>
            <p:nvPr/>
          </p:nvSpPr>
          <p:spPr>
            <a:xfrm>
              <a:off x="-23142500" y="2214400"/>
              <a:ext cx="17350" cy="17350"/>
            </a:xfrm>
            <a:custGeom>
              <a:rect b="b" l="l" r="r" t="t"/>
              <a:pathLst>
                <a:path extrusionOk="0" h="694" w="694">
                  <a:moveTo>
                    <a:pt x="347" y="0"/>
                  </a:moveTo>
                  <a:cubicBezTo>
                    <a:pt x="158" y="0"/>
                    <a:pt x="0" y="158"/>
                    <a:pt x="0" y="347"/>
                  </a:cubicBezTo>
                  <a:cubicBezTo>
                    <a:pt x="0" y="536"/>
                    <a:pt x="158" y="693"/>
                    <a:pt x="347" y="693"/>
                  </a:cubicBezTo>
                  <a:cubicBezTo>
                    <a:pt x="536" y="693"/>
                    <a:pt x="693" y="536"/>
                    <a:pt x="693" y="347"/>
                  </a:cubicBezTo>
                  <a:cubicBezTo>
                    <a:pt x="693" y="158"/>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2" name="Google Shape;2292;p44"/>
            <p:cNvSpPr/>
            <p:nvPr/>
          </p:nvSpPr>
          <p:spPr>
            <a:xfrm>
              <a:off x="-23177150" y="2214400"/>
              <a:ext cx="18125" cy="17350"/>
            </a:xfrm>
            <a:custGeom>
              <a:rect b="b" l="l" r="r" t="t"/>
              <a:pathLst>
                <a:path extrusionOk="0" h="694" w="725">
                  <a:moveTo>
                    <a:pt x="347" y="0"/>
                  </a:moveTo>
                  <a:cubicBezTo>
                    <a:pt x="158" y="0"/>
                    <a:pt x="0" y="158"/>
                    <a:pt x="0" y="347"/>
                  </a:cubicBezTo>
                  <a:cubicBezTo>
                    <a:pt x="0" y="536"/>
                    <a:pt x="158" y="693"/>
                    <a:pt x="347" y="693"/>
                  </a:cubicBezTo>
                  <a:cubicBezTo>
                    <a:pt x="567" y="693"/>
                    <a:pt x="725" y="536"/>
                    <a:pt x="725" y="347"/>
                  </a:cubicBezTo>
                  <a:cubicBezTo>
                    <a:pt x="662" y="158"/>
                    <a:pt x="504"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93" name="Google Shape;2293;p44"/>
          <p:cNvGrpSpPr/>
          <p:nvPr/>
        </p:nvGrpSpPr>
        <p:grpSpPr>
          <a:xfrm>
            <a:off x="7739529" y="3306970"/>
            <a:ext cx="216829" cy="284805"/>
            <a:chOff x="-23177950" y="2340425"/>
            <a:chExt cx="226075" cy="296950"/>
          </a:xfrm>
        </p:grpSpPr>
        <p:sp>
          <p:nvSpPr>
            <p:cNvPr id="2294" name="Google Shape;2294;p44"/>
            <p:cNvSpPr/>
            <p:nvPr/>
          </p:nvSpPr>
          <p:spPr>
            <a:xfrm>
              <a:off x="-23177950" y="2340425"/>
              <a:ext cx="226075" cy="296950"/>
            </a:xfrm>
            <a:custGeom>
              <a:rect b="b" l="l" r="r" t="t"/>
              <a:pathLst>
                <a:path extrusionOk="0" h="11878" w="9043">
                  <a:moveTo>
                    <a:pt x="1418" y="693"/>
                  </a:moveTo>
                  <a:lnTo>
                    <a:pt x="1418" y="1449"/>
                  </a:lnTo>
                  <a:cubicBezTo>
                    <a:pt x="1418" y="2048"/>
                    <a:pt x="1891" y="2457"/>
                    <a:pt x="2426" y="2457"/>
                  </a:cubicBezTo>
                  <a:lnTo>
                    <a:pt x="2804" y="2457"/>
                  </a:lnTo>
                  <a:cubicBezTo>
                    <a:pt x="2899" y="2457"/>
                    <a:pt x="2993" y="2426"/>
                    <a:pt x="3057" y="2300"/>
                  </a:cubicBezTo>
                  <a:cubicBezTo>
                    <a:pt x="3340" y="1953"/>
                    <a:pt x="3750" y="1764"/>
                    <a:pt x="4159" y="1764"/>
                  </a:cubicBezTo>
                  <a:cubicBezTo>
                    <a:pt x="6459" y="1764"/>
                    <a:pt x="8349" y="3623"/>
                    <a:pt x="8349" y="5923"/>
                  </a:cubicBezTo>
                  <a:cubicBezTo>
                    <a:pt x="8349" y="8254"/>
                    <a:pt x="6491" y="10113"/>
                    <a:pt x="4159" y="10113"/>
                  </a:cubicBezTo>
                  <a:cubicBezTo>
                    <a:pt x="3750" y="10113"/>
                    <a:pt x="3340" y="9924"/>
                    <a:pt x="3057" y="9578"/>
                  </a:cubicBezTo>
                  <a:cubicBezTo>
                    <a:pt x="2993" y="9483"/>
                    <a:pt x="2899" y="9389"/>
                    <a:pt x="2804" y="9389"/>
                  </a:cubicBezTo>
                  <a:lnTo>
                    <a:pt x="2426" y="9389"/>
                  </a:lnTo>
                  <a:cubicBezTo>
                    <a:pt x="1859" y="9389"/>
                    <a:pt x="1418" y="9861"/>
                    <a:pt x="1418" y="10428"/>
                  </a:cubicBezTo>
                  <a:lnTo>
                    <a:pt x="1418" y="11153"/>
                  </a:lnTo>
                  <a:lnTo>
                    <a:pt x="694" y="11153"/>
                  </a:lnTo>
                  <a:lnTo>
                    <a:pt x="694" y="10428"/>
                  </a:lnTo>
                  <a:cubicBezTo>
                    <a:pt x="694" y="9483"/>
                    <a:pt x="1481" y="8695"/>
                    <a:pt x="2426" y="8695"/>
                  </a:cubicBezTo>
                  <a:lnTo>
                    <a:pt x="2489" y="8695"/>
                  </a:lnTo>
                  <a:cubicBezTo>
                    <a:pt x="2647" y="8695"/>
                    <a:pt x="2804" y="8569"/>
                    <a:pt x="2836" y="8412"/>
                  </a:cubicBezTo>
                  <a:cubicBezTo>
                    <a:pt x="2962" y="7782"/>
                    <a:pt x="3529" y="7309"/>
                    <a:pt x="4222" y="7309"/>
                  </a:cubicBezTo>
                  <a:cubicBezTo>
                    <a:pt x="4947" y="7309"/>
                    <a:pt x="5577" y="6679"/>
                    <a:pt x="5577" y="5923"/>
                  </a:cubicBezTo>
                  <a:cubicBezTo>
                    <a:pt x="5577" y="5198"/>
                    <a:pt x="4947" y="4568"/>
                    <a:pt x="4222" y="4568"/>
                  </a:cubicBezTo>
                  <a:cubicBezTo>
                    <a:pt x="3529" y="4568"/>
                    <a:pt x="2993" y="4096"/>
                    <a:pt x="2836" y="3466"/>
                  </a:cubicBezTo>
                  <a:cubicBezTo>
                    <a:pt x="2804" y="3308"/>
                    <a:pt x="2678" y="3182"/>
                    <a:pt x="2489" y="3182"/>
                  </a:cubicBezTo>
                  <a:lnTo>
                    <a:pt x="2426" y="3182"/>
                  </a:lnTo>
                  <a:cubicBezTo>
                    <a:pt x="1481" y="3182"/>
                    <a:pt x="694" y="2394"/>
                    <a:pt x="694" y="1449"/>
                  </a:cubicBezTo>
                  <a:lnTo>
                    <a:pt x="694" y="693"/>
                  </a:lnTo>
                  <a:close/>
                  <a:moveTo>
                    <a:pt x="347" y="0"/>
                  </a:moveTo>
                  <a:cubicBezTo>
                    <a:pt x="158" y="0"/>
                    <a:pt x="1" y="158"/>
                    <a:pt x="1" y="347"/>
                  </a:cubicBezTo>
                  <a:lnTo>
                    <a:pt x="1" y="1449"/>
                  </a:lnTo>
                  <a:cubicBezTo>
                    <a:pt x="1" y="2710"/>
                    <a:pt x="977" y="3749"/>
                    <a:pt x="2206" y="3844"/>
                  </a:cubicBezTo>
                  <a:cubicBezTo>
                    <a:pt x="2489" y="4694"/>
                    <a:pt x="3277" y="5261"/>
                    <a:pt x="4159" y="5261"/>
                  </a:cubicBezTo>
                  <a:cubicBezTo>
                    <a:pt x="4569" y="5261"/>
                    <a:pt x="4884" y="5576"/>
                    <a:pt x="4884" y="5986"/>
                  </a:cubicBezTo>
                  <a:cubicBezTo>
                    <a:pt x="4884" y="6364"/>
                    <a:pt x="4569" y="6679"/>
                    <a:pt x="4159" y="6679"/>
                  </a:cubicBezTo>
                  <a:cubicBezTo>
                    <a:pt x="3277" y="6679"/>
                    <a:pt x="2489" y="7278"/>
                    <a:pt x="2206" y="8097"/>
                  </a:cubicBezTo>
                  <a:cubicBezTo>
                    <a:pt x="977" y="8223"/>
                    <a:pt x="1" y="9263"/>
                    <a:pt x="1" y="10523"/>
                  </a:cubicBezTo>
                  <a:lnTo>
                    <a:pt x="1" y="11531"/>
                  </a:lnTo>
                  <a:cubicBezTo>
                    <a:pt x="1" y="11720"/>
                    <a:pt x="158" y="11877"/>
                    <a:pt x="347" y="11877"/>
                  </a:cubicBezTo>
                  <a:lnTo>
                    <a:pt x="1733" y="11877"/>
                  </a:lnTo>
                  <a:cubicBezTo>
                    <a:pt x="1922" y="11877"/>
                    <a:pt x="2080" y="11720"/>
                    <a:pt x="2080" y="11531"/>
                  </a:cubicBezTo>
                  <a:lnTo>
                    <a:pt x="2080" y="10523"/>
                  </a:lnTo>
                  <a:cubicBezTo>
                    <a:pt x="2080" y="10302"/>
                    <a:pt x="2237" y="10145"/>
                    <a:pt x="2426" y="10145"/>
                  </a:cubicBezTo>
                  <a:lnTo>
                    <a:pt x="2647" y="10145"/>
                  </a:lnTo>
                  <a:cubicBezTo>
                    <a:pt x="3025" y="10586"/>
                    <a:pt x="3592" y="10869"/>
                    <a:pt x="4159" y="10869"/>
                  </a:cubicBezTo>
                  <a:cubicBezTo>
                    <a:pt x="6837" y="10869"/>
                    <a:pt x="9011" y="8695"/>
                    <a:pt x="9011" y="6018"/>
                  </a:cubicBezTo>
                  <a:cubicBezTo>
                    <a:pt x="9042" y="3277"/>
                    <a:pt x="6837" y="1103"/>
                    <a:pt x="4159" y="1103"/>
                  </a:cubicBezTo>
                  <a:cubicBezTo>
                    <a:pt x="3592" y="1103"/>
                    <a:pt x="3025" y="1323"/>
                    <a:pt x="2647" y="1796"/>
                  </a:cubicBezTo>
                  <a:lnTo>
                    <a:pt x="2426" y="1796"/>
                  </a:lnTo>
                  <a:cubicBezTo>
                    <a:pt x="2237" y="1796"/>
                    <a:pt x="2080" y="1638"/>
                    <a:pt x="2080" y="1449"/>
                  </a:cubicBezTo>
                  <a:lnTo>
                    <a:pt x="2080" y="347"/>
                  </a:lnTo>
                  <a:cubicBezTo>
                    <a:pt x="2080" y="158"/>
                    <a:pt x="1922" y="0"/>
                    <a:pt x="17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5" name="Google Shape;2295;p44"/>
            <p:cNvSpPr/>
            <p:nvPr/>
          </p:nvSpPr>
          <p:spPr>
            <a:xfrm>
              <a:off x="-23081850" y="2425475"/>
              <a:ext cx="96100" cy="151250"/>
            </a:xfrm>
            <a:custGeom>
              <a:rect b="b" l="l" r="r" t="t"/>
              <a:pathLst>
                <a:path extrusionOk="0" h="6050" w="3844">
                  <a:moveTo>
                    <a:pt x="2568" y="1"/>
                  </a:moveTo>
                  <a:cubicBezTo>
                    <a:pt x="2481" y="1"/>
                    <a:pt x="2395" y="32"/>
                    <a:pt x="2332" y="95"/>
                  </a:cubicBezTo>
                  <a:cubicBezTo>
                    <a:pt x="2205" y="221"/>
                    <a:pt x="2205" y="442"/>
                    <a:pt x="2332" y="568"/>
                  </a:cubicBezTo>
                  <a:cubicBezTo>
                    <a:pt x="2867" y="1072"/>
                    <a:pt x="3151" y="1796"/>
                    <a:pt x="3151" y="2553"/>
                  </a:cubicBezTo>
                  <a:cubicBezTo>
                    <a:pt x="3151" y="3277"/>
                    <a:pt x="2899" y="3970"/>
                    <a:pt x="2332" y="4506"/>
                  </a:cubicBezTo>
                  <a:cubicBezTo>
                    <a:pt x="1827" y="5010"/>
                    <a:pt x="1134" y="5325"/>
                    <a:pt x="378" y="5325"/>
                  </a:cubicBezTo>
                  <a:cubicBezTo>
                    <a:pt x="189" y="5325"/>
                    <a:pt x="0" y="5482"/>
                    <a:pt x="0" y="5703"/>
                  </a:cubicBezTo>
                  <a:cubicBezTo>
                    <a:pt x="0" y="5892"/>
                    <a:pt x="189" y="6050"/>
                    <a:pt x="378" y="6050"/>
                  </a:cubicBezTo>
                  <a:cubicBezTo>
                    <a:pt x="1292" y="6050"/>
                    <a:pt x="2174" y="5703"/>
                    <a:pt x="2804" y="5010"/>
                  </a:cubicBezTo>
                  <a:cubicBezTo>
                    <a:pt x="3466" y="4348"/>
                    <a:pt x="3844" y="3498"/>
                    <a:pt x="3844" y="2584"/>
                  </a:cubicBezTo>
                  <a:cubicBezTo>
                    <a:pt x="3844" y="1670"/>
                    <a:pt x="3434" y="757"/>
                    <a:pt x="2804" y="95"/>
                  </a:cubicBezTo>
                  <a:cubicBezTo>
                    <a:pt x="2741" y="32"/>
                    <a:pt x="2654" y="1"/>
                    <a:pt x="256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96" name="Google Shape;2296;p44"/>
          <p:cNvGrpSpPr/>
          <p:nvPr/>
        </p:nvGrpSpPr>
        <p:grpSpPr>
          <a:xfrm>
            <a:off x="7705912" y="3739986"/>
            <a:ext cx="284061" cy="284061"/>
            <a:chOff x="-23229150" y="2710600"/>
            <a:chExt cx="296175" cy="296175"/>
          </a:xfrm>
        </p:grpSpPr>
        <p:sp>
          <p:nvSpPr>
            <p:cNvPr id="2297" name="Google Shape;2297;p44"/>
            <p:cNvSpPr/>
            <p:nvPr/>
          </p:nvSpPr>
          <p:spPr>
            <a:xfrm>
              <a:off x="-23177150" y="2727925"/>
              <a:ext cx="191400" cy="258375"/>
            </a:xfrm>
            <a:custGeom>
              <a:rect b="b" l="l" r="r" t="t"/>
              <a:pathLst>
                <a:path extrusionOk="0" h="10335" w="7656">
                  <a:moveTo>
                    <a:pt x="3812" y="725"/>
                  </a:moveTo>
                  <a:cubicBezTo>
                    <a:pt x="4033" y="725"/>
                    <a:pt x="4190" y="883"/>
                    <a:pt x="4190" y="1072"/>
                  </a:cubicBezTo>
                  <a:lnTo>
                    <a:pt x="4190" y="1418"/>
                  </a:lnTo>
                  <a:lnTo>
                    <a:pt x="3466" y="1418"/>
                  </a:lnTo>
                  <a:lnTo>
                    <a:pt x="3466" y="1072"/>
                  </a:lnTo>
                  <a:cubicBezTo>
                    <a:pt x="3466" y="883"/>
                    <a:pt x="3623" y="725"/>
                    <a:pt x="3812" y="725"/>
                  </a:cubicBezTo>
                  <a:close/>
                  <a:moveTo>
                    <a:pt x="6238" y="1387"/>
                  </a:moveTo>
                  <a:cubicBezTo>
                    <a:pt x="6648" y="1418"/>
                    <a:pt x="6931" y="1702"/>
                    <a:pt x="6931" y="2111"/>
                  </a:cubicBezTo>
                  <a:cubicBezTo>
                    <a:pt x="6931" y="2206"/>
                    <a:pt x="6900" y="2363"/>
                    <a:pt x="6805" y="2458"/>
                  </a:cubicBezTo>
                  <a:cubicBezTo>
                    <a:pt x="6585" y="2206"/>
                    <a:pt x="6238" y="2111"/>
                    <a:pt x="5860" y="2111"/>
                  </a:cubicBezTo>
                  <a:lnTo>
                    <a:pt x="4852" y="2111"/>
                  </a:lnTo>
                  <a:lnTo>
                    <a:pt x="4852" y="1387"/>
                  </a:lnTo>
                  <a:close/>
                  <a:moveTo>
                    <a:pt x="2804" y="1418"/>
                  </a:moveTo>
                  <a:lnTo>
                    <a:pt x="2804" y="2143"/>
                  </a:lnTo>
                  <a:lnTo>
                    <a:pt x="1796" y="2143"/>
                  </a:lnTo>
                  <a:cubicBezTo>
                    <a:pt x="1418" y="2143"/>
                    <a:pt x="1071" y="2300"/>
                    <a:pt x="851" y="2489"/>
                  </a:cubicBezTo>
                  <a:cubicBezTo>
                    <a:pt x="756" y="2363"/>
                    <a:pt x="725" y="2269"/>
                    <a:pt x="725" y="2143"/>
                  </a:cubicBezTo>
                  <a:cubicBezTo>
                    <a:pt x="725" y="1702"/>
                    <a:pt x="1040" y="1418"/>
                    <a:pt x="1418" y="1418"/>
                  </a:cubicBezTo>
                  <a:close/>
                  <a:moveTo>
                    <a:pt x="4190" y="2111"/>
                  </a:moveTo>
                  <a:lnTo>
                    <a:pt x="4190" y="2804"/>
                  </a:lnTo>
                  <a:lnTo>
                    <a:pt x="3466" y="2804"/>
                  </a:lnTo>
                  <a:lnTo>
                    <a:pt x="3466" y="2111"/>
                  </a:lnTo>
                  <a:close/>
                  <a:moveTo>
                    <a:pt x="2772" y="2773"/>
                  </a:moveTo>
                  <a:lnTo>
                    <a:pt x="2772" y="3466"/>
                  </a:lnTo>
                  <a:lnTo>
                    <a:pt x="2079" y="3466"/>
                  </a:lnTo>
                  <a:cubicBezTo>
                    <a:pt x="1733" y="3466"/>
                    <a:pt x="1386" y="3624"/>
                    <a:pt x="1134" y="3844"/>
                  </a:cubicBezTo>
                  <a:cubicBezTo>
                    <a:pt x="1071" y="3718"/>
                    <a:pt x="1040" y="3592"/>
                    <a:pt x="1040" y="3466"/>
                  </a:cubicBezTo>
                  <a:cubicBezTo>
                    <a:pt x="1040" y="3088"/>
                    <a:pt x="1355" y="2773"/>
                    <a:pt x="1733" y="2773"/>
                  </a:cubicBezTo>
                  <a:close/>
                  <a:moveTo>
                    <a:pt x="5860" y="2804"/>
                  </a:moveTo>
                  <a:cubicBezTo>
                    <a:pt x="6270" y="2804"/>
                    <a:pt x="6585" y="3119"/>
                    <a:pt x="6585" y="3529"/>
                  </a:cubicBezTo>
                  <a:cubicBezTo>
                    <a:pt x="6585" y="3624"/>
                    <a:pt x="6553" y="3781"/>
                    <a:pt x="6459" y="3876"/>
                  </a:cubicBezTo>
                  <a:cubicBezTo>
                    <a:pt x="6270" y="3624"/>
                    <a:pt x="5923" y="3466"/>
                    <a:pt x="5576" y="3466"/>
                  </a:cubicBezTo>
                  <a:lnTo>
                    <a:pt x="4852" y="3466"/>
                  </a:lnTo>
                  <a:lnTo>
                    <a:pt x="4852" y="2804"/>
                  </a:lnTo>
                  <a:close/>
                  <a:moveTo>
                    <a:pt x="4190" y="3466"/>
                  </a:moveTo>
                  <a:lnTo>
                    <a:pt x="4190" y="4191"/>
                  </a:lnTo>
                  <a:lnTo>
                    <a:pt x="3466" y="4191"/>
                  </a:lnTo>
                  <a:lnTo>
                    <a:pt x="3466" y="3466"/>
                  </a:lnTo>
                  <a:close/>
                  <a:moveTo>
                    <a:pt x="4190" y="4884"/>
                  </a:moveTo>
                  <a:lnTo>
                    <a:pt x="4190" y="5608"/>
                  </a:lnTo>
                  <a:lnTo>
                    <a:pt x="3466" y="5608"/>
                  </a:lnTo>
                  <a:lnTo>
                    <a:pt x="3466" y="4884"/>
                  </a:lnTo>
                  <a:close/>
                  <a:moveTo>
                    <a:pt x="4190" y="6270"/>
                  </a:moveTo>
                  <a:lnTo>
                    <a:pt x="4190" y="7152"/>
                  </a:lnTo>
                  <a:lnTo>
                    <a:pt x="4190" y="7310"/>
                  </a:lnTo>
                  <a:cubicBezTo>
                    <a:pt x="4190" y="7499"/>
                    <a:pt x="4033" y="7656"/>
                    <a:pt x="3812" y="7656"/>
                  </a:cubicBezTo>
                  <a:cubicBezTo>
                    <a:pt x="3623" y="7656"/>
                    <a:pt x="3466" y="7499"/>
                    <a:pt x="3466" y="7310"/>
                  </a:cubicBezTo>
                  <a:lnTo>
                    <a:pt x="3466" y="7152"/>
                  </a:lnTo>
                  <a:lnTo>
                    <a:pt x="3466" y="6270"/>
                  </a:lnTo>
                  <a:close/>
                  <a:moveTo>
                    <a:pt x="5923" y="7656"/>
                  </a:moveTo>
                  <a:cubicBezTo>
                    <a:pt x="6112" y="7656"/>
                    <a:pt x="6270" y="7814"/>
                    <a:pt x="6270" y="8003"/>
                  </a:cubicBezTo>
                  <a:cubicBezTo>
                    <a:pt x="6270" y="8192"/>
                    <a:pt x="6144" y="8286"/>
                    <a:pt x="5986" y="8318"/>
                  </a:cubicBezTo>
                  <a:cubicBezTo>
                    <a:pt x="5734" y="8412"/>
                    <a:pt x="5450" y="8475"/>
                    <a:pt x="5198" y="8633"/>
                  </a:cubicBezTo>
                  <a:cubicBezTo>
                    <a:pt x="4789" y="8885"/>
                    <a:pt x="4411" y="9200"/>
                    <a:pt x="4096" y="9578"/>
                  </a:cubicBezTo>
                  <a:cubicBezTo>
                    <a:pt x="4064" y="9609"/>
                    <a:pt x="3938" y="9735"/>
                    <a:pt x="3812" y="9735"/>
                  </a:cubicBezTo>
                  <a:cubicBezTo>
                    <a:pt x="3655" y="9735"/>
                    <a:pt x="3592" y="9672"/>
                    <a:pt x="3560" y="9578"/>
                  </a:cubicBezTo>
                  <a:cubicBezTo>
                    <a:pt x="3088" y="8948"/>
                    <a:pt x="2426" y="8507"/>
                    <a:pt x="1670" y="8349"/>
                  </a:cubicBezTo>
                  <a:cubicBezTo>
                    <a:pt x="1544" y="8318"/>
                    <a:pt x="1386" y="8192"/>
                    <a:pt x="1386" y="8003"/>
                  </a:cubicBezTo>
                  <a:cubicBezTo>
                    <a:pt x="1386" y="7814"/>
                    <a:pt x="1544" y="7656"/>
                    <a:pt x="1733" y="7656"/>
                  </a:cubicBezTo>
                  <a:lnTo>
                    <a:pt x="2835" y="7656"/>
                  </a:lnTo>
                  <a:cubicBezTo>
                    <a:pt x="2993" y="8034"/>
                    <a:pt x="3371" y="8349"/>
                    <a:pt x="3844" y="8349"/>
                  </a:cubicBezTo>
                  <a:cubicBezTo>
                    <a:pt x="4316" y="8349"/>
                    <a:pt x="4663" y="8097"/>
                    <a:pt x="4820" y="7656"/>
                  </a:cubicBezTo>
                  <a:close/>
                  <a:moveTo>
                    <a:pt x="3812" y="0"/>
                  </a:moveTo>
                  <a:cubicBezTo>
                    <a:pt x="3371" y="0"/>
                    <a:pt x="2993" y="284"/>
                    <a:pt x="2835" y="725"/>
                  </a:cubicBezTo>
                  <a:lnTo>
                    <a:pt x="1386" y="725"/>
                  </a:lnTo>
                  <a:cubicBezTo>
                    <a:pt x="630" y="725"/>
                    <a:pt x="0" y="1355"/>
                    <a:pt x="0" y="2111"/>
                  </a:cubicBezTo>
                  <a:cubicBezTo>
                    <a:pt x="0" y="2489"/>
                    <a:pt x="158" y="2804"/>
                    <a:pt x="410" y="3088"/>
                  </a:cubicBezTo>
                  <a:cubicBezTo>
                    <a:pt x="378" y="3214"/>
                    <a:pt x="315" y="3340"/>
                    <a:pt x="315" y="3466"/>
                  </a:cubicBezTo>
                  <a:cubicBezTo>
                    <a:pt x="315" y="3876"/>
                    <a:pt x="473" y="4191"/>
                    <a:pt x="725" y="4474"/>
                  </a:cubicBezTo>
                  <a:cubicBezTo>
                    <a:pt x="693" y="4569"/>
                    <a:pt x="630" y="4726"/>
                    <a:pt x="630" y="4852"/>
                  </a:cubicBezTo>
                  <a:cubicBezTo>
                    <a:pt x="630" y="5608"/>
                    <a:pt x="1260" y="6238"/>
                    <a:pt x="2016" y="6238"/>
                  </a:cubicBezTo>
                  <a:cubicBezTo>
                    <a:pt x="2205" y="6238"/>
                    <a:pt x="2363" y="6081"/>
                    <a:pt x="2363" y="5892"/>
                  </a:cubicBezTo>
                  <a:cubicBezTo>
                    <a:pt x="2363" y="5671"/>
                    <a:pt x="2205" y="5514"/>
                    <a:pt x="2016" y="5514"/>
                  </a:cubicBezTo>
                  <a:cubicBezTo>
                    <a:pt x="1638" y="5514"/>
                    <a:pt x="1323" y="5199"/>
                    <a:pt x="1323" y="4821"/>
                  </a:cubicBezTo>
                  <a:cubicBezTo>
                    <a:pt x="1323" y="4411"/>
                    <a:pt x="1638" y="4096"/>
                    <a:pt x="2016" y="4096"/>
                  </a:cubicBezTo>
                  <a:lnTo>
                    <a:pt x="2741" y="4096"/>
                  </a:lnTo>
                  <a:lnTo>
                    <a:pt x="2741" y="6869"/>
                  </a:lnTo>
                  <a:lnTo>
                    <a:pt x="1701" y="6869"/>
                  </a:lnTo>
                  <a:cubicBezTo>
                    <a:pt x="1103" y="6869"/>
                    <a:pt x="693" y="7341"/>
                    <a:pt x="693" y="7877"/>
                  </a:cubicBezTo>
                  <a:cubicBezTo>
                    <a:pt x="693" y="8349"/>
                    <a:pt x="1008" y="8759"/>
                    <a:pt x="1481" y="8916"/>
                  </a:cubicBezTo>
                  <a:cubicBezTo>
                    <a:pt x="2048" y="9074"/>
                    <a:pt x="2615" y="9420"/>
                    <a:pt x="2961" y="9893"/>
                  </a:cubicBezTo>
                  <a:cubicBezTo>
                    <a:pt x="3151" y="10177"/>
                    <a:pt x="3466" y="10334"/>
                    <a:pt x="3781" y="10334"/>
                  </a:cubicBezTo>
                  <a:cubicBezTo>
                    <a:pt x="4096" y="10334"/>
                    <a:pt x="4411" y="10177"/>
                    <a:pt x="4631" y="9924"/>
                  </a:cubicBezTo>
                  <a:cubicBezTo>
                    <a:pt x="4852" y="9609"/>
                    <a:pt x="5135" y="9389"/>
                    <a:pt x="5482" y="9168"/>
                  </a:cubicBezTo>
                  <a:cubicBezTo>
                    <a:pt x="5671" y="9074"/>
                    <a:pt x="5891" y="8979"/>
                    <a:pt x="6112" y="8948"/>
                  </a:cubicBezTo>
                  <a:cubicBezTo>
                    <a:pt x="6585" y="8822"/>
                    <a:pt x="6900" y="8444"/>
                    <a:pt x="6900" y="7971"/>
                  </a:cubicBezTo>
                  <a:cubicBezTo>
                    <a:pt x="6900" y="7373"/>
                    <a:pt x="6427" y="6932"/>
                    <a:pt x="5891" y="6932"/>
                  </a:cubicBezTo>
                  <a:lnTo>
                    <a:pt x="4852" y="6932"/>
                  </a:lnTo>
                  <a:lnTo>
                    <a:pt x="4852" y="4191"/>
                  </a:lnTo>
                  <a:lnTo>
                    <a:pt x="5576" y="4191"/>
                  </a:lnTo>
                  <a:cubicBezTo>
                    <a:pt x="5954" y="4191"/>
                    <a:pt x="6270" y="4506"/>
                    <a:pt x="6270" y="4884"/>
                  </a:cubicBezTo>
                  <a:cubicBezTo>
                    <a:pt x="6270" y="5293"/>
                    <a:pt x="5954" y="5608"/>
                    <a:pt x="5576" y="5608"/>
                  </a:cubicBezTo>
                  <a:cubicBezTo>
                    <a:pt x="5356" y="5608"/>
                    <a:pt x="5198" y="5766"/>
                    <a:pt x="5198" y="5955"/>
                  </a:cubicBezTo>
                  <a:cubicBezTo>
                    <a:pt x="5198" y="6144"/>
                    <a:pt x="5356" y="6301"/>
                    <a:pt x="5576" y="6301"/>
                  </a:cubicBezTo>
                  <a:cubicBezTo>
                    <a:pt x="6301" y="6301"/>
                    <a:pt x="6931" y="5671"/>
                    <a:pt x="6931" y="4915"/>
                  </a:cubicBezTo>
                  <a:cubicBezTo>
                    <a:pt x="6931" y="4758"/>
                    <a:pt x="6900" y="4663"/>
                    <a:pt x="6868" y="4537"/>
                  </a:cubicBezTo>
                  <a:cubicBezTo>
                    <a:pt x="7152" y="4254"/>
                    <a:pt x="7246" y="3939"/>
                    <a:pt x="7246" y="3561"/>
                  </a:cubicBezTo>
                  <a:cubicBezTo>
                    <a:pt x="7246" y="3403"/>
                    <a:pt x="7215" y="3277"/>
                    <a:pt x="7183" y="3151"/>
                  </a:cubicBezTo>
                  <a:cubicBezTo>
                    <a:pt x="7498" y="2836"/>
                    <a:pt x="7656" y="2489"/>
                    <a:pt x="7656" y="2111"/>
                  </a:cubicBezTo>
                  <a:cubicBezTo>
                    <a:pt x="7656" y="1355"/>
                    <a:pt x="7026" y="725"/>
                    <a:pt x="6270" y="725"/>
                  </a:cubicBezTo>
                  <a:lnTo>
                    <a:pt x="4820" y="725"/>
                  </a:lnTo>
                  <a:cubicBezTo>
                    <a:pt x="4663" y="316"/>
                    <a:pt x="4285" y="0"/>
                    <a:pt x="381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8" name="Google Shape;2298;p44"/>
            <p:cNvSpPr/>
            <p:nvPr/>
          </p:nvSpPr>
          <p:spPr>
            <a:xfrm>
              <a:off x="-23229150" y="2710600"/>
              <a:ext cx="296175" cy="296175"/>
            </a:xfrm>
            <a:custGeom>
              <a:rect b="b" l="l" r="r" t="t"/>
              <a:pathLst>
                <a:path extrusionOk="0" h="11847" w="11847">
                  <a:moveTo>
                    <a:pt x="10775" y="693"/>
                  </a:moveTo>
                  <a:cubicBezTo>
                    <a:pt x="10996" y="693"/>
                    <a:pt x="11153" y="851"/>
                    <a:pt x="11153" y="1072"/>
                  </a:cubicBezTo>
                  <a:lnTo>
                    <a:pt x="11153" y="10775"/>
                  </a:lnTo>
                  <a:cubicBezTo>
                    <a:pt x="11153" y="10996"/>
                    <a:pt x="10996" y="11153"/>
                    <a:pt x="10775" y="11153"/>
                  </a:cubicBezTo>
                  <a:lnTo>
                    <a:pt x="1072" y="11153"/>
                  </a:lnTo>
                  <a:cubicBezTo>
                    <a:pt x="851" y="11153"/>
                    <a:pt x="694" y="10996"/>
                    <a:pt x="694" y="10775"/>
                  </a:cubicBezTo>
                  <a:lnTo>
                    <a:pt x="694" y="1072"/>
                  </a:lnTo>
                  <a:cubicBezTo>
                    <a:pt x="694" y="851"/>
                    <a:pt x="851" y="693"/>
                    <a:pt x="1072" y="693"/>
                  </a:cubicBezTo>
                  <a:close/>
                  <a:moveTo>
                    <a:pt x="1072" y="0"/>
                  </a:moveTo>
                  <a:cubicBezTo>
                    <a:pt x="473" y="0"/>
                    <a:pt x="1" y="473"/>
                    <a:pt x="1" y="1072"/>
                  </a:cubicBezTo>
                  <a:lnTo>
                    <a:pt x="1" y="10775"/>
                  </a:lnTo>
                  <a:cubicBezTo>
                    <a:pt x="1" y="11374"/>
                    <a:pt x="473" y="11846"/>
                    <a:pt x="1072" y="11846"/>
                  </a:cubicBezTo>
                  <a:lnTo>
                    <a:pt x="10807" y="11846"/>
                  </a:lnTo>
                  <a:cubicBezTo>
                    <a:pt x="11374" y="11846"/>
                    <a:pt x="11847" y="11374"/>
                    <a:pt x="11847" y="10775"/>
                  </a:cubicBezTo>
                  <a:lnTo>
                    <a:pt x="11847" y="1072"/>
                  </a:lnTo>
                  <a:cubicBezTo>
                    <a:pt x="11847" y="473"/>
                    <a:pt x="11342" y="0"/>
                    <a:pt x="1080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99" name="Google Shape;2299;p44"/>
          <p:cNvSpPr/>
          <p:nvPr/>
        </p:nvSpPr>
        <p:spPr>
          <a:xfrm>
            <a:off x="5523616" y="4179465"/>
            <a:ext cx="284061" cy="283294"/>
          </a:xfrm>
          <a:custGeom>
            <a:rect b="b" l="l" r="r" t="t"/>
            <a:pathLst>
              <a:path extrusionOk="0" h="11815" w="11847">
                <a:moveTo>
                  <a:pt x="5829" y="662"/>
                </a:moveTo>
                <a:cubicBezTo>
                  <a:pt x="6018" y="662"/>
                  <a:pt x="6176" y="820"/>
                  <a:pt x="6176" y="1009"/>
                </a:cubicBezTo>
                <a:cubicBezTo>
                  <a:pt x="6176" y="1229"/>
                  <a:pt x="6018" y="1387"/>
                  <a:pt x="5829" y="1387"/>
                </a:cubicBezTo>
                <a:cubicBezTo>
                  <a:pt x="5640" y="1387"/>
                  <a:pt x="5483" y="1229"/>
                  <a:pt x="5483" y="1009"/>
                </a:cubicBezTo>
                <a:cubicBezTo>
                  <a:pt x="5483" y="820"/>
                  <a:pt x="5640" y="662"/>
                  <a:pt x="5829" y="662"/>
                </a:cubicBezTo>
                <a:close/>
                <a:moveTo>
                  <a:pt x="3225" y="2798"/>
                </a:moveTo>
                <a:cubicBezTo>
                  <a:pt x="3766" y="2798"/>
                  <a:pt x="4911" y="3708"/>
                  <a:pt x="5483" y="4159"/>
                </a:cubicBezTo>
                <a:lnTo>
                  <a:pt x="5483" y="4884"/>
                </a:lnTo>
                <a:lnTo>
                  <a:pt x="4727" y="4884"/>
                </a:lnTo>
                <a:cubicBezTo>
                  <a:pt x="4758" y="4758"/>
                  <a:pt x="4790" y="4632"/>
                  <a:pt x="4790" y="4537"/>
                </a:cubicBezTo>
                <a:cubicBezTo>
                  <a:pt x="4790" y="4317"/>
                  <a:pt x="4632" y="4159"/>
                  <a:pt x="4443" y="4159"/>
                </a:cubicBezTo>
                <a:cubicBezTo>
                  <a:pt x="4254" y="4159"/>
                  <a:pt x="4097" y="4317"/>
                  <a:pt x="4097" y="4537"/>
                </a:cubicBezTo>
                <a:cubicBezTo>
                  <a:pt x="4097" y="4726"/>
                  <a:pt x="3939" y="4884"/>
                  <a:pt x="3750" y="4884"/>
                </a:cubicBezTo>
                <a:lnTo>
                  <a:pt x="3435" y="4884"/>
                </a:lnTo>
                <a:cubicBezTo>
                  <a:pt x="3655" y="4569"/>
                  <a:pt x="3813" y="4254"/>
                  <a:pt x="3908" y="3939"/>
                </a:cubicBezTo>
                <a:cubicBezTo>
                  <a:pt x="3971" y="3750"/>
                  <a:pt x="3844" y="3529"/>
                  <a:pt x="3655" y="3498"/>
                </a:cubicBezTo>
                <a:cubicBezTo>
                  <a:pt x="3617" y="3485"/>
                  <a:pt x="3578" y="3478"/>
                  <a:pt x="3541" y="3478"/>
                </a:cubicBezTo>
                <a:cubicBezTo>
                  <a:pt x="3395" y="3478"/>
                  <a:pt x="3265" y="3574"/>
                  <a:pt x="3214" y="3750"/>
                </a:cubicBezTo>
                <a:cubicBezTo>
                  <a:pt x="3025" y="4380"/>
                  <a:pt x="2710" y="4726"/>
                  <a:pt x="2269" y="4884"/>
                </a:cubicBezTo>
                <a:lnTo>
                  <a:pt x="1482" y="4884"/>
                </a:lnTo>
                <a:cubicBezTo>
                  <a:pt x="2049" y="4411"/>
                  <a:pt x="2364" y="3907"/>
                  <a:pt x="2584" y="3466"/>
                </a:cubicBezTo>
                <a:cubicBezTo>
                  <a:pt x="2836" y="3057"/>
                  <a:pt x="2962" y="2836"/>
                  <a:pt x="3151" y="2805"/>
                </a:cubicBezTo>
                <a:cubicBezTo>
                  <a:pt x="3174" y="2800"/>
                  <a:pt x="3199" y="2798"/>
                  <a:pt x="3225" y="2798"/>
                </a:cubicBezTo>
                <a:close/>
                <a:moveTo>
                  <a:pt x="8424" y="2770"/>
                </a:moveTo>
                <a:cubicBezTo>
                  <a:pt x="8442" y="2770"/>
                  <a:pt x="8459" y="2771"/>
                  <a:pt x="8476" y="2773"/>
                </a:cubicBezTo>
                <a:cubicBezTo>
                  <a:pt x="8665" y="2836"/>
                  <a:pt x="8791" y="3057"/>
                  <a:pt x="9011" y="3466"/>
                </a:cubicBezTo>
                <a:cubicBezTo>
                  <a:pt x="9263" y="3876"/>
                  <a:pt x="9578" y="4411"/>
                  <a:pt x="10082" y="4884"/>
                </a:cubicBezTo>
                <a:lnTo>
                  <a:pt x="9326" y="4884"/>
                </a:lnTo>
                <a:cubicBezTo>
                  <a:pt x="8885" y="4726"/>
                  <a:pt x="8570" y="4348"/>
                  <a:pt x="8381" y="3750"/>
                </a:cubicBezTo>
                <a:cubicBezTo>
                  <a:pt x="8328" y="3564"/>
                  <a:pt x="8164" y="3490"/>
                  <a:pt x="8019" y="3490"/>
                </a:cubicBezTo>
                <a:cubicBezTo>
                  <a:pt x="7992" y="3490"/>
                  <a:pt x="7965" y="3493"/>
                  <a:pt x="7940" y="3498"/>
                </a:cubicBezTo>
                <a:cubicBezTo>
                  <a:pt x="7783" y="3529"/>
                  <a:pt x="7688" y="3781"/>
                  <a:pt x="7720" y="3939"/>
                </a:cubicBezTo>
                <a:cubicBezTo>
                  <a:pt x="7783" y="4191"/>
                  <a:pt x="7940" y="4569"/>
                  <a:pt x="8192" y="4884"/>
                </a:cubicBezTo>
                <a:lnTo>
                  <a:pt x="7877" y="4884"/>
                </a:lnTo>
                <a:cubicBezTo>
                  <a:pt x="7688" y="4884"/>
                  <a:pt x="7531" y="4726"/>
                  <a:pt x="7531" y="4537"/>
                </a:cubicBezTo>
                <a:cubicBezTo>
                  <a:pt x="7531" y="4317"/>
                  <a:pt x="7373" y="4159"/>
                  <a:pt x="7153" y="4159"/>
                </a:cubicBezTo>
                <a:cubicBezTo>
                  <a:pt x="6963" y="4159"/>
                  <a:pt x="6806" y="4317"/>
                  <a:pt x="6806" y="4537"/>
                </a:cubicBezTo>
                <a:cubicBezTo>
                  <a:pt x="6806" y="4632"/>
                  <a:pt x="6837" y="4758"/>
                  <a:pt x="6900" y="4884"/>
                </a:cubicBezTo>
                <a:lnTo>
                  <a:pt x="6144" y="4884"/>
                </a:lnTo>
                <a:lnTo>
                  <a:pt x="6144" y="4159"/>
                </a:lnTo>
                <a:cubicBezTo>
                  <a:pt x="6663" y="3701"/>
                  <a:pt x="7863" y="2770"/>
                  <a:pt x="8424" y="2770"/>
                </a:cubicBezTo>
                <a:close/>
                <a:moveTo>
                  <a:pt x="7216" y="5545"/>
                </a:moveTo>
                <a:cubicBezTo>
                  <a:pt x="7405" y="5545"/>
                  <a:pt x="7562" y="5703"/>
                  <a:pt x="7562" y="5892"/>
                </a:cubicBezTo>
                <a:cubicBezTo>
                  <a:pt x="7562" y="6113"/>
                  <a:pt x="7405" y="6270"/>
                  <a:pt x="7216" y="6270"/>
                </a:cubicBezTo>
                <a:lnTo>
                  <a:pt x="6176" y="6270"/>
                </a:lnTo>
                <a:lnTo>
                  <a:pt x="6176" y="5545"/>
                </a:lnTo>
                <a:close/>
                <a:moveTo>
                  <a:pt x="5483" y="6963"/>
                </a:moveTo>
                <a:lnTo>
                  <a:pt x="5483" y="7688"/>
                </a:lnTo>
                <a:lnTo>
                  <a:pt x="4443" y="7688"/>
                </a:lnTo>
                <a:cubicBezTo>
                  <a:pt x="4254" y="7688"/>
                  <a:pt x="4097" y="7530"/>
                  <a:pt x="4097" y="7310"/>
                </a:cubicBezTo>
                <a:cubicBezTo>
                  <a:pt x="4097" y="7121"/>
                  <a:pt x="4254" y="6963"/>
                  <a:pt x="4443" y="6963"/>
                </a:cubicBezTo>
                <a:close/>
                <a:moveTo>
                  <a:pt x="6491" y="8349"/>
                </a:moveTo>
                <a:cubicBezTo>
                  <a:pt x="6680" y="8349"/>
                  <a:pt x="6837" y="8507"/>
                  <a:pt x="6837" y="8696"/>
                </a:cubicBezTo>
                <a:cubicBezTo>
                  <a:pt x="6837" y="8885"/>
                  <a:pt x="6680" y="9042"/>
                  <a:pt x="6491" y="9042"/>
                </a:cubicBezTo>
                <a:lnTo>
                  <a:pt x="6144" y="9042"/>
                </a:lnTo>
                <a:lnTo>
                  <a:pt x="6144" y="8349"/>
                </a:lnTo>
                <a:close/>
                <a:moveTo>
                  <a:pt x="5483" y="9736"/>
                </a:moveTo>
                <a:lnTo>
                  <a:pt x="5483" y="10429"/>
                </a:lnTo>
                <a:lnTo>
                  <a:pt x="5105" y="10429"/>
                </a:lnTo>
                <a:cubicBezTo>
                  <a:pt x="4916" y="10429"/>
                  <a:pt x="4758" y="10271"/>
                  <a:pt x="4758" y="10082"/>
                </a:cubicBezTo>
                <a:cubicBezTo>
                  <a:pt x="4758" y="9893"/>
                  <a:pt x="4916" y="9736"/>
                  <a:pt x="5105" y="9736"/>
                </a:cubicBezTo>
                <a:close/>
                <a:moveTo>
                  <a:pt x="5861" y="1"/>
                </a:moveTo>
                <a:cubicBezTo>
                  <a:pt x="5325" y="1"/>
                  <a:pt x="4853" y="473"/>
                  <a:pt x="4853" y="1009"/>
                </a:cubicBezTo>
                <a:cubicBezTo>
                  <a:pt x="4853" y="1450"/>
                  <a:pt x="5136" y="1828"/>
                  <a:pt x="5546" y="1985"/>
                </a:cubicBezTo>
                <a:lnTo>
                  <a:pt x="5546" y="3309"/>
                </a:lnTo>
                <a:cubicBezTo>
                  <a:pt x="4475" y="2440"/>
                  <a:pt x="3776" y="2104"/>
                  <a:pt x="3254" y="2104"/>
                </a:cubicBezTo>
                <a:cubicBezTo>
                  <a:pt x="3208" y="2104"/>
                  <a:pt x="3163" y="2106"/>
                  <a:pt x="3120" y="2111"/>
                </a:cubicBezTo>
                <a:cubicBezTo>
                  <a:pt x="2616" y="2206"/>
                  <a:pt x="2332" y="2678"/>
                  <a:pt x="2080" y="3151"/>
                </a:cubicBezTo>
                <a:cubicBezTo>
                  <a:pt x="1734" y="3750"/>
                  <a:pt x="1356" y="4474"/>
                  <a:pt x="253" y="4915"/>
                </a:cubicBezTo>
                <a:cubicBezTo>
                  <a:pt x="95" y="4978"/>
                  <a:pt x="1" y="5167"/>
                  <a:pt x="32" y="5325"/>
                </a:cubicBezTo>
                <a:cubicBezTo>
                  <a:pt x="95" y="5482"/>
                  <a:pt x="190" y="5577"/>
                  <a:pt x="410" y="5577"/>
                </a:cubicBezTo>
                <a:lnTo>
                  <a:pt x="5609" y="5577"/>
                </a:lnTo>
                <a:lnTo>
                  <a:pt x="5609" y="6302"/>
                </a:lnTo>
                <a:lnTo>
                  <a:pt x="4569" y="6302"/>
                </a:lnTo>
                <a:cubicBezTo>
                  <a:pt x="3971" y="6302"/>
                  <a:pt x="3561" y="6774"/>
                  <a:pt x="3561" y="7310"/>
                </a:cubicBezTo>
                <a:cubicBezTo>
                  <a:pt x="3561" y="7908"/>
                  <a:pt x="4034" y="8349"/>
                  <a:pt x="4569" y="8349"/>
                </a:cubicBezTo>
                <a:lnTo>
                  <a:pt x="5609" y="8349"/>
                </a:lnTo>
                <a:lnTo>
                  <a:pt x="5609" y="9042"/>
                </a:lnTo>
                <a:lnTo>
                  <a:pt x="5231" y="9042"/>
                </a:lnTo>
                <a:cubicBezTo>
                  <a:pt x="4664" y="9042"/>
                  <a:pt x="4223" y="9515"/>
                  <a:pt x="4223" y="10082"/>
                </a:cubicBezTo>
                <a:cubicBezTo>
                  <a:pt x="4223" y="10681"/>
                  <a:pt x="4695" y="11090"/>
                  <a:pt x="5231" y="11090"/>
                </a:cubicBezTo>
                <a:lnTo>
                  <a:pt x="5609" y="11090"/>
                </a:lnTo>
                <a:lnTo>
                  <a:pt x="5609" y="11468"/>
                </a:lnTo>
                <a:cubicBezTo>
                  <a:pt x="5609" y="11657"/>
                  <a:pt x="5766" y="11815"/>
                  <a:pt x="5955" y="11815"/>
                </a:cubicBezTo>
                <a:cubicBezTo>
                  <a:pt x="6144" y="11815"/>
                  <a:pt x="6302" y="11657"/>
                  <a:pt x="6302" y="11468"/>
                </a:cubicBezTo>
                <a:lnTo>
                  <a:pt x="6302" y="11090"/>
                </a:lnTo>
                <a:lnTo>
                  <a:pt x="6648" y="11090"/>
                </a:lnTo>
                <a:cubicBezTo>
                  <a:pt x="6869" y="11090"/>
                  <a:pt x="7027" y="10933"/>
                  <a:pt x="7027" y="10744"/>
                </a:cubicBezTo>
                <a:cubicBezTo>
                  <a:pt x="7027" y="10555"/>
                  <a:pt x="6869" y="10397"/>
                  <a:pt x="6648" y="10397"/>
                </a:cubicBezTo>
                <a:lnTo>
                  <a:pt x="6302" y="10397"/>
                </a:lnTo>
                <a:lnTo>
                  <a:pt x="6302" y="9673"/>
                </a:lnTo>
                <a:lnTo>
                  <a:pt x="6648" y="9673"/>
                </a:lnTo>
                <a:cubicBezTo>
                  <a:pt x="7247" y="9673"/>
                  <a:pt x="7688" y="9200"/>
                  <a:pt x="7688" y="8664"/>
                </a:cubicBezTo>
                <a:cubicBezTo>
                  <a:pt x="7688" y="8066"/>
                  <a:pt x="7216" y="7625"/>
                  <a:pt x="6648" y="7625"/>
                </a:cubicBezTo>
                <a:lnTo>
                  <a:pt x="6302" y="7625"/>
                </a:lnTo>
                <a:lnTo>
                  <a:pt x="6302" y="6932"/>
                </a:lnTo>
                <a:lnTo>
                  <a:pt x="7342" y="6932"/>
                </a:lnTo>
                <a:cubicBezTo>
                  <a:pt x="7909" y="6932"/>
                  <a:pt x="8350" y="6459"/>
                  <a:pt x="8350" y="5892"/>
                </a:cubicBezTo>
                <a:cubicBezTo>
                  <a:pt x="8350" y="5766"/>
                  <a:pt x="8318" y="5671"/>
                  <a:pt x="8287" y="5545"/>
                </a:cubicBezTo>
                <a:lnTo>
                  <a:pt x="11469" y="5545"/>
                </a:lnTo>
                <a:cubicBezTo>
                  <a:pt x="11626" y="5545"/>
                  <a:pt x="11784" y="5419"/>
                  <a:pt x="11815" y="5262"/>
                </a:cubicBezTo>
                <a:cubicBezTo>
                  <a:pt x="11847" y="5104"/>
                  <a:pt x="11658" y="4947"/>
                  <a:pt x="11500" y="4915"/>
                </a:cubicBezTo>
                <a:cubicBezTo>
                  <a:pt x="10398" y="4474"/>
                  <a:pt x="9988" y="3750"/>
                  <a:pt x="9641" y="3151"/>
                </a:cubicBezTo>
                <a:cubicBezTo>
                  <a:pt x="9389" y="2678"/>
                  <a:pt x="9137" y="2237"/>
                  <a:pt x="8633" y="2111"/>
                </a:cubicBezTo>
                <a:cubicBezTo>
                  <a:pt x="8563" y="2096"/>
                  <a:pt x="8491" y="2088"/>
                  <a:pt x="8417" y="2088"/>
                </a:cubicBezTo>
                <a:cubicBezTo>
                  <a:pt x="7893" y="2088"/>
                  <a:pt x="7252" y="2481"/>
                  <a:pt x="6176" y="3309"/>
                </a:cubicBezTo>
                <a:lnTo>
                  <a:pt x="6176" y="1985"/>
                </a:lnTo>
                <a:cubicBezTo>
                  <a:pt x="6585" y="1828"/>
                  <a:pt x="6900" y="1481"/>
                  <a:pt x="6900" y="1009"/>
                </a:cubicBezTo>
                <a:cubicBezTo>
                  <a:pt x="6900" y="410"/>
                  <a:pt x="6428" y="1"/>
                  <a:pt x="586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0" name="Google Shape;2300;p44"/>
          <p:cNvSpPr/>
          <p:nvPr/>
        </p:nvSpPr>
        <p:spPr>
          <a:xfrm>
            <a:off x="5097266" y="2869696"/>
            <a:ext cx="258382" cy="282551"/>
          </a:xfrm>
          <a:custGeom>
            <a:rect b="b" l="l" r="r" t="t"/>
            <a:pathLst>
              <a:path extrusionOk="0" h="11784" w="10776">
                <a:moveTo>
                  <a:pt x="5388" y="662"/>
                </a:moveTo>
                <a:cubicBezTo>
                  <a:pt x="6144" y="662"/>
                  <a:pt x="6774" y="1355"/>
                  <a:pt x="6774" y="2080"/>
                </a:cubicBezTo>
                <a:cubicBezTo>
                  <a:pt x="6774" y="2206"/>
                  <a:pt x="6711" y="2332"/>
                  <a:pt x="6680" y="2489"/>
                </a:cubicBezTo>
                <a:cubicBezTo>
                  <a:pt x="6333" y="2206"/>
                  <a:pt x="5861" y="2017"/>
                  <a:pt x="5388" y="2017"/>
                </a:cubicBezTo>
                <a:cubicBezTo>
                  <a:pt x="4915" y="2017"/>
                  <a:pt x="4443" y="2174"/>
                  <a:pt x="4096" y="2489"/>
                </a:cubicBezTo>
                <a:cubicBezTo>
                  <a:pt x="4033" y="2332"/>
                  <a:pt x="4002" y="2206"/>
                  <a:pt x="4002" y="2080"/>
                </a:cubicBezTo>
                <a:cubicBezTo>
                  <a:pt x="4002" y="1355"/>
                  <a:pt x="4632" y="662"/>
                  <a:pt x="5388" y="662"/>
                </a:cubicBezTo>
                <a:close/>
                <a:moveTo>
                  <a:pt x="5388" y="2710"/>
                </a:moveTo>
                <a:cubicBezTo>
                  <a:pt x="5766" y="2710"/>
                  <a:pt x="6144" y="2867"/>
                  <a:pt x="6365" y="3151"/>
                </a:cubicBezTo>
                <a:cubicBezTo>
                  <a:pt x="6176" y="3592"/>
                  <a:pt x="5829" y="4096"/>
                  <a:pt x="5419" y="4663"/>
                </a:cubicBezTo>
                <a:cubicBezTo>
                  <a:pt x="5293" y="4506"/>
                  <a:pt x="5230" y="4380"/>
                  <a:pt x="5104" y="4253"/>
                </a:cubicBezTo>
                <a:cubicBezTo>
                  <a:pt x="4852" y="3812"/>
                  <a:pt x="4600" y="3466"/>
                  <a:pt x="4411" y="3151"/>
                </a:cubicBezTo>
                <a:cubicBezTo>
                  <a:pt x="4663" y="2867"/>
                  <a:pt x="5041" y="2710"/>
                  <a:pt x="5388" y="2710"/>
                </a:cubicBezTo>
                <a:close/>
                <a:moveTo>
                  <a:pt x="7404" y="1576"/>
                </a:moveTo>
                <a:lnTo>
                  <a:pt x="7404" y="1576"/>
                </a:lnTo>
                <a:cubicBezTo>
                  <a:pt x="7908" y="2048"/>
                  <a:pt x="8192" y="2773"/>
                  <a:pt x="8192" y="3497"/>
                </a:cubicBezTo>
                <a:cubicBezTo>
                  <a:pt x="8192" y="4222"/>
                  <a:pt x="7719" y="5230"/>
                  <a:pt x="6806" y="6490"/>
                </a:cubicBezTo>
                <a:cubicBezTo>
                  <a:pt x="6459" y="6081"/>
                  <a:pt x="6144" y="5640"/>
                  <a:pt x="5829" y="5230"/>
                </a:cubicBezTo>
                <a:cubicBezTo>
                  <a:pt x="6050" y="4915"/>
                  <a:pt x="6428" y="4443"/>
                  <a:pt x="6743" y="3938"/>
                </a:cubicBezTo>
                <a:cubicBezTo>
                  <a:pt x="7215" y="3151"/>
                  <a:pt x="7467" y="2552"/>
                  <a:pt x="7467" y="2143"/>
                </a:cubicBezTo>
                <a:cubicBezTo>
                  <a:pt x="7467" y="1922"/>
                  <a:pt x="7436" y="1733"/>
                  <a:pt x="7404" y="1576"/>
                </a:cubicBezTo>
                <a:close/>
                <a:moveTo>
                  <a:pt x="3970" y="7593"/>
                </a:moveTo>
                <a:cubicBezTo>
                  <a:pt x="4002" y="7656"/>
                  <a:pt x="4033" y="7688"/>
                  <a:pt x="4033" y="7719"/>
                </a:cubicBezTo>
                <a:lnTo>
                  <a:pt x="4947" y="8853"/>
                </a:lnTo>
                <a:lnTo>
                  <a:pt x="3151" y="11153"/>
                </a:lnTo>
                <a:lnTo>
                  <a:pt x="1135" y="11153"/>
                </a:lnTo>
                <a:cubicBezTo>
                  <a:pt x="2300" y="9641"/>
                  <a:pt x="3214" y="8538"/>
                  <a:pt x="3876" y="7719"/>
                </a:cubicBezTo>
                <a:lnTo>
                  <a:pt x="3970" y="7593"/>
                </a:lnTo>
                <a:close/>
                <a:moveTo>
                  <a:pt x="3435" y="1576"/>
                </a:moveTo>
                <a:lnTo>
                  <a:pt x="3435" y="1576"/>
                </a:lnTo>
                <a:cubicBezTo>
                  <a:pt x="3372" y="1765"/>
                  <a:pt x="3340" y="1922"/>
                  <a:pt x="3340" y="2143"/>
                </a:cubicBezTo>
                <a:cubicBezTo>
                  <a:pt x="3340" y="2710"/>
                  <a:pt x="3687" y="3466"/>
                  <a:pt x="4569" y="4663"/>
                </a:cubicBezTo>
                <a:cubicBezTo>
                  <a:pt x="4726" y="4884"/>
                  <a:pt x="5167" y="5482"/>
                  <a:pt x="5199" y="5482"/>
                </a:cubicBezTo>
                <a:cubicBezTo>
                  <a:pt x="5892" y="6396"/>
                  <a:pt x="6774" y="7498"/>
                  <a:pt x="7782" y="8759"/>
                </a:cubicBezTo>
                <a:cubicBezTo>
                  <a:pt x="8381" y="9452"/>
                  <a:pt x="9011" y="10239"/>
                  <a:pt x="9673" y="11122"/>
                </a:cubicBezTo>
                <a:lnTo>
                  <a:pt x="7656" y="11122"/>
                </a:lnTo>
                <a:lnTo>
                  <a:pt x="7656" y="11153"/>
                </a:lnTo>
                <a:lnTo>
                  <a:pt x="5672" y="8633"/>
                </a:lnTo>
                <a:lnTo>
                  <a:pt x="4600" y="7278"/>
                </a:lnTo>
                <a:cubicBezTo>
                  <a:pt x="4474" y="7120"/>
                  <a:pt x="4380" y="7026"/>
                  <a:pt x="4254" y="6868"/>
                </a:cubicBezTo>
                <a:lnTo>
                  <a:pt x="4254" y="6805"/>
                </a:lnTo>
                <a:cubicBezTo>
                  <a:pt x="3214" y="5451"/>
                  <a:pt x="2647" y="4253"/>
                  <a:pt x="2647" y="3497"/>
                </a:cubicBezTo>
                <a:cubicBezTo>
                  <a:pt x="2647" y="2773"/>
                  <a:pt x="2899" y="2048"/>
                  <a:pt x="3435" y="1576"/>
                </a:cubicBezTo>
                <a:close/>
                <a:moveTo>
                  <a:pt x="5388" y="0"/>
                </a:moveTo>
                <a:cubicBezTo>
                  <a:pt x="4474" y="0"/>
                  <a:pt x="3592" y="347"/>
                  <a:pt x="2962" y="1009"/>
                </a:cubicBezTo>
                <a:cubicBezTo>
                  <a:pt x="2269" y="1702"/>
                  <a:pt x="1922" y="2552"/>
                  <a:pt x="1922" y="3497"/>
                </a:cubicBezTo>
                <a:cubicBezTo>
                  <a:pt x="1922" y="4569"/>
                  <a:pt x="2710" y="5892"/>
                  <a:pt x="3498" y="6994"/>
                </a:cubicBezTo>
                <a:lnTo>
                  <a:pt x="3309" y="7246"/>
                </a:lnTo>
                <a:cubicBezTo>
                  <a:pt x="2553" y="8192"/>
                  <a:pt x="1544" y="9452"/>
                  <a:pt x="127" y="11216"/>
                </a:cubicBezTo>
                <a:cubicBezTo>
                  <a:pt x="32" y="11342"/>
                  <a:pt x="1" y="11468"/>
                  <a:pt x="64" y="11563"/>
                </a:cubicBezTo>
                <a:cubicBezTo>
                  <a:pt x="127" y="11689"/>
                  <a:pt x="284" y="11783"/>
                  <a:pt x="379" y="11783"/>
                </a:cubicBezTo>
                <a:lnTo>
                  <a:pt x="3277" y="11783"/>
                </a:lnTo>
                <a:cubicBezTo>
                  <a:pt x="3372" y="11783"/>
                  <a:pt x="3466" y="11720"/>
                  <a:pt x="3529" y="11657"/>
                </a:cubicBezTo>
                <a:lnTo>
                  <a:pt x="5388" y="9357"/>
                </a:lnTo>
                <a:lnTo>
                  <a:pt x="7247" y="11657"/>
                </a:lnTo>
                <a:cubicBezTo>
                  <a:pt x="7310" y="11720"/>
                  <a:pt x="7404" y="11783"/>
                  <a:pt x="7530" y="11783"/>
                </a:cubicBezTo>
                <a:lnTo>
                  <a:pt x="10397" y="11783"/>
                </a:lnTo>
                <a:cubicBezTo>
                  <a:pt x="10523" y="11783"/>
                  <a:pt x="10618" y="11689"/>
                  <a:pt x="10712" y="11563"/>
                </a:cubicBezTo>
                <a:cubicBezTo>
                  <a:pt x="10775" y="11500"/>
                  <a:pt x="10775" y="11374"/>
                  <a:pt x="10649" y="11279"/>
                </a:cubicBezTo>
                <a:cubicBezTo>
                  <a:pt x="9799" y="10208"/>
                  <a:pt x="9011" y="9231"/>
                  <a:pt x="8286" y="8349"/>
                </a:cubicBezTo>
                <a:cubicBezTo>
                  <a:pt x="7940" y="7877"/>
                  <a:pt x="7593" y="7435"/>
                  <a:pt x="7247" y="7057"/>
                </a:cubicBezTo>
                <a:cubicBezTo>
                  <a:pt x="8003" y="5986"/>
                  <a:pt x="8854" y="4600"/>
                  <a:pt x="8854" y="3497"/>
                </a:cubicBezTo>
                <a:cubicBezTo>
                  <a:pt x="8854" y="2552"/>
                  <a:pt x="8507" y="1702"/>
                  <a:pt x="7814" y="1009"/>
                </a:cubicBezTo>
                <a:cubicBezTo>
                  <a:pt x="7152" y="347"/>
                  <a:pt x="6302" y="0"/>
                  <a:pt x="538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01" name="Google Shape;2301;p44"/>
          <p:cNvGrpSpPr/>
          <p:nvPr/>
        </p:nvGrpSpPr>
        <p:grpSpPr>
          <a:xfrm>
            <a:off x="5083299" y="3316033"/>
            <a:ext cx="286315" cy="266678"/>
            <a:chOff x="-25477800" y="2357750"/>
            <a:chExt cx="298525" cy="278050"/>
          </a:xfrm>
        </p:grpSpPr>
        <p:sp>
          <p:nvSpPr>
            <p:cNvPr id="2302" name="Google Shape;2302;p44"/>
            <p:cNvSpPr/>
            <p:nvPr/>
          </p:nvSpPr>
          <p:spPr>
            <a:xfrm>
              <a:off x="-25477800" y="2357750"/>
              <a:ext cx="298525" cy="278050"/>
            </a:xfrm>
            <a:custGeom>
              <a:rect b="b" l="l" r="r" t="t"/>
              <a:pathLst>
                <a:path extrusionOk="0" h="11122" w="11941">
                  <a:moveTo>
                    <a:pt x="7057" y="1229"/>
                  </a:moveTo>
                  <a:lnTo>
                    <a:pt x="7971" y="2143"/>
                  </a:lnTo>
                  <a:lnTo>
                    <a:pt x="7057" y="2143"/>
                  </a:lnTo>
                  <a:lnTo>
                    <a:pt x="7057" y="1229"/>
                  </a:lnTo>
                  <a:close/>
                  <a:moveTo>
                    <a:pt x="6333" y="756"/>
                  </a:moveTo>
                  <a:lnTo>
                    <a:pt x="6333" y="2489"/>
                  </a:lnTo>
                  <a:cubicBezTo>
                    <a:pt x="6333" y="2678"/>
                    <a:pt x="6490" y="2836"/>
                    <a:pt x="6679" y="2836"/>
                  </a:cubicBezTo>
                  <a:lnTo>
                    <a:pt x="8412" y="2836"/>
                  </a:lnTo>
                  <a:lnTo>
                    <a:pt x="8412" y="4946"/>
                  </a:lnTo>
                  <a:lnTo>
                    <a:pt x="7593" y="4946"/>
                  </a:lnTo>
                  <a:lnTo>
                    <a:pt x="7215" y="4096"/>
                  </a:lnTo>
                  <a:cubicBezTo>
                    <a:pt x="7026" y="3749"/>
                    <a:pt x="6648" y="3529"/>
                    <a:pt x="6270" y="3529"/>
                  </a:cubicBezTo>
                  <a:lnTo>
                    <a:pt x="3245" y="3529"/>
                  </a:lnTo>
                  <a:cubicBezTo>
                    <a:pt x="3119" y="3529"/>
                    <a:pt x="2993" y="3560"/>
                    <a:pt x="2867" y="3592"/>
                  </a:cubicBezTo>
                  <a:lnTo>
                    <a:pt x="2867" y="756"/>
                  </a:lnTo>
                  <a:close/>
                  <a:moveTo>
                    <a:pt x="10901" y="6994"/>
                  </a:moveTo>
                  <a:cubicBezTo>
                    <a:pt x="11027" y="6994"/>
                    <a:pt x="11090" y="7026"/>
                    <a:pt x="11184" y="7089"/>
                  </a:cubicBezTo>
                  <a:cubicBezTo>
                    <a:pt x="11247" y="7183"/>
                    <a:pt x="11247" y="7246"/>
                    <a:pt x="11247" y="7372"/>
                  </a:cubicBezTo>
                  <a:lnTo>
                    <a:pt x="10995" y="9105"/>
                  </a:lnTo>
                  <a:lnTo>
                    <a:pt x="10428" y="6994"/>
                  </a:lnTo>
                  <a:close/>
                  <a:moveTo>
                    <a:pt x="6270" y="4190"/>
                  </a:moveTo>
                  <a:cubicBezTo>
                    <a:pt x="6364" y="4190"/>
                    <a:pt x="6490" y="4253"/>
                    <a:pt x="6585" y="4379"/>
                  </a:cubicBezTo>
                  <a:lnTo>
                    <a:pt x="7089" y="5356"/>
                  </a:lnTo>
                  <a:cubicBezTo>
                    <a:pt x="7120" y="5482"/>
                    <a:pt x="7278" y="5577"/>
                    <a:pt x="7404" y="5577"/>
                  </a:cubicBezTo>
                  <a:lnTo>
                    <a:pt x="9105" y="5577"/>
                  </a:lnTo>
                  <a:cubicBezTo>
                    <a:pt x="9262" y="5577"/>
                    <a:pt x="9420" y="5671"/>
                    <a:pt x="9452" y="5829"/>
                  </a:cubicBezTo>
                  <a:lnTo>
                    <a:pt x="10586" y="10397"/>
                  </a:lnTo>
                  <a:lnTo>
                    <a:pt x="2205" y="10397"/>
                  </a:lnTo>
                  <a:lnTo>
                    <a:pt x="2205" y="10460"/>
                  </a:lnTo>
                  <a:cubicBezTo>
                    <a:pt x="2048" y="10460"/>
                    <a:pt x="1890" y="10334"/>
                    <a:pt x="1859" y="10176"/>
                  </a:cubicBezTo>
                  <a:lnTo>
                    <a:pt x="788" y="5986"/>
                  </a:lnTo>
                  <a:cubicBezTo>
                    <a:pt x="756" y="5892"/>
                    <a:pt x="788" y="5797"/>
                    <a:pt x="851" y="5734"/>
                  </a:cubicBezTo>
                  <a:cubicBezTo>
                    <a:pt x="945" y="5640"/>
                    <a:pt x="1008" y="5608"/>
                    <a:pt x="1134" y="5608"/>
                  </a:cubicBezTo>
                  <a:lnTo>
                    <a:pt x="2520" y="5608"/>
                  </a:lnTo>
                  <a:cubicBezTo>
                    <a:pt x="2709" y="5608"/>
                    <a:pt x="2867" y="5451"/>
                    <a:pt x="2867" y="5262"/>
                  </a:cubicBezTo>
                  <a:lnTo>
                    <a:pt x="2867" y="4537"/>
                  </a:lnTo>
                  <a:cubicBezTo>
                    <a:pt x="2867" y="4348"/>
                    <a:pt x="3025" y="4190"/>
                    <a:pt x="3214" y="4190"/>
                  </a:cubicBezTo>
                  <a:close/>
                  <a:moveTo>
                    <a:pt x="2489" y="0"/>
                  </a:moveTo>
                  <a:cubicBezTo>
                    <a:pt x="2268" y="0"/>
                    <a:pt x="2111" y="158"/>
                    <a:pt x="2111" y="378"/>
                  </a:cubicBezTo>
                  <a:lnTo>
                    <a:pt x="2111" y="4537"/>
                  </a:lnTo>
                  <a:lnTo>
                    <a:pt x="2111" y="4883"/>
                  </a:lnTo>
                  <a:lnTo>
                    <a:pt x="1103" y="4883"/>
                  </a:lnTo>
                  <a:cubicBezTo>
                    <a:pt x="788" y="4883"/>
                    <a:pt x="473" y="5041"/>
                    <a:pt x="284" y="5293"/>
                  </a:cubicBezTo>
                  <a:cubicBezTo>
                    <a:pt x="63" y="5514"/>
                    <a:pt x="0" y="5829"/>
                    <a:pt x="63" y="6144"/>
                  </a:cubicBezTo>
                  <a:lnTo>
                    <a:pt x="1134" y="10334"/>
                  </a:lnTo>
                  <a:cubicBezTo>
                    <a:pt x="1260" y="10806"/>
                    <a:pt x="1701" y="11121"/>
                    <a:pt x="2174" y="11121"/>
                  </a:cubicBezTo>
                  <a:lnTo>
                    <a:pt x="10995" y="11121"/>
                  </a:lnTo>
                  <a:cubicBezTo>
                    <a:pt x="11153" y="11121"/>
                    <a:pt x="11310" y="10995"/>
                    <a:pt x="11342" y="10838"/>
                  </a:cubicBezTo>
                  <a:lnTo>
                    <a:pt x="11877" y="7467"/>
                  </a:lnTo>
                  <a:cubicBezTo>
                    <a:pt x="11940" y="7152"/>
                    <a:pt x="11846" y="6868"/>
                    <a:pt x="11657" y="6616"/>
                  </a:cubicBezTo>
                  <a:cubicBezTo>
                    <a:pt x="11499" y="6427"/>
                    <a:pt x="11216" y="6301"/>
                    <a:pt x="10901" y="6301"/>
                  </a:cubicBezTo>
                  <a:lnTo>
                    <a:pt x="10239" y="6301"/>
                  </a:lnTo>
                  <a:lnTo>
                    <a:pt x="10082" y="5734"/>
                  </a:lnTo>
                  <a:cubicBezTo>
                    <a:pt x="9956" y="5262"/>
                    <a:pt x="9578" y="4946"/>
                    <a:pt x="9105" y="4883"/>
                  </a:cubicBezTo>
                  <a:lnTo>
                    <a:pt x="9105" y="2458"/>
                  </a:lnTo>
                  <a:cubicBezTo>
                    <a:pt x="9105" y="2363"/>
                    <a:pt x="9042" y="2269"/>
                    <a:pt x="8979" y="2206"/>
                  </a:cubicBezTo>
                  <a:lnTo>
                    <a:pt x="6900" y="126"/>
                  </a:lnTo>
                  <a:cubicBezTo>
                    <a:pt x="6805" y="63"/>
                    <a:pt x="6742" y="0"/>
                    <a:pt x="664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3" name="Google Shape;2303;p44"/>
            <p:cNvSpPr/>
            <p:nvPr/>
          </p:nvSpPr>
          <p:spPr>
            <a:xfrm>
              <a:off x="-25388025" y="2514850"/>
              <a:ext cx="104000" cy="88650"/>
            </a:xfrm>
            <a:custGeom>
              <a:rect b="b" l="l" r="r" t="t"/>
              <a:pathLst>
                <a:path extrusionOk="0" h="3546" w="4160">
                  <a:moveTo>
                    <a:pt x="1752" y="1"/>
                  </a:moveTo>
                  <a:cubicBezTo>
                    <a:pt x="1716" y="1"/>
                    <a:pt x="1678" y="6"/>
                    <a:pt x="1639" y="17"/>
                  </a:cubicBezTo>
                  <a:cubicBezTo>
                    <a:pt x="1450" y="80"/>
                    <a:pt x="1324" y="269"/>
                    <a:pt x="1418" y="458"/>
                  </a:cubicBezTo>
                  <a:lnTo>
                    <a:pt x="1639" y="1403"/>
                  </a:lnTo>
                  <a:lnTo>
                    <a:pt x="347" y="1403"/>
                  </a:lnTo>
                  <a:cubicBezTo>
                    <a:pt x="158" y="1403"/>
                    <a:pt x="1" y="1561"/>
                    <a:pt x="1" y="1750"/>
                  </a:cubicBezTo>
                  <a:cubicBezTo>
                    <a:pt x="1" y="1970"/>
                    <a:pt x="158" y="2128"/>
                    <a:pt x="347" y="2128"/>
                  </a:cubicBezTo>
                  <a:lnTo>
                    <a:pt x="1796" y="2128"/>
                  </a:lnTo>
                  <a:lnTo>
                    <a:pt x="2080" y="3262"/>
                  </a:lnTo>
                  <a:cubicBezTo>
                    <a:pt x="2111" y="3420"/>
                    <a:pt x="2269" y="3546"/>
                    <a:pt x="2426" y="3546"/>
                  </a:cubicBezTo>
                  <a:lnTo>
                    <a:pt x="2521" y="3546"/>
                  </a:lnTo>
                  <a:cubicBezTo>
                    <a:pt x="2710" y="3483"/>
                    <a:pt x="2836" y="3294"/>
                    <a:pt x="2742" y="3105"/>
                  </a:cubicBezTo>
                  <a:lnTo>
                    <a:pt x="2521" y="2159"/>
                  </a:lnTo>
                  <a:lnTo>
                    <a:pt x="3813" y="2159"/>
                  </a:lnTo>
                  <a:cubicBezTo>
                    <a:pt x="4002" y="2159"/>
                    <a:pt x="4159" y="2002"/>
                    <a:pt x="4159" y="1813"/>
                  </a:cubicBezTo>
                  <a:cubicBezTo>
                    <a:pt x="4159" y="1561"/>
                    <a:pt x="4002" y="1403"/>
                    <a:pt x="3813" y="1403"/>
                  </a:cubicBezTo>
                  <a:lnTo>
                    <a:pt x="2363" y="1403"/>
                  </a:lnTo>
                  <a:lnTo>
                    <a:pt x="2080" y="269"/>
                  </a:lnTo>
                  <a:cubicBezTo>
                    <a:pt x="2054" y="114"/>
                    <a:pt x="1921" y="1"/>
                    <a:pt x="17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04" name="Google Shape;2304;p44"/>
          <p:cNvSpPr/>
          <p:nvPr/>
        </p:nvSpPr>
        <p:spPr>
          <a:xfrm>
            <a:off x="5084055" y="3740310"/>
            <a:ext cx="284805" cy="283414"/>
          </a:xfrm>
          <a:custGeom>
            <a:rect b="b" l="l" r="r" t="t"/>
            <a:pathLst>
              <a:path extrusionOk="0" h="11820" w="11878">
                <a:moveTo>
                  <a:pt x="9704" y="729"/>
                </a:moveTo>
                <a:cubicBezTo>
                  <a:pt x="10019" y="729"/>
                  <a:pt x="10303" y="792"/>
                  <a:pt x="10523" y="982"/>
                </a:cubicBezTo>
                <a:cubicBezTo>
                  <a:pt x="10838" y="1234"/>
                  <a:pt x="10996" y="1612"/>
                  <a:pt x="11059" y="2021"/>
                </a:cubicBezTo>
                <a:cubicBezTo>
                  <a:pt x="11153" y="2368"/>
                  <a:pt x="11059" y="2714"/>
                  <a:pt x="10744" y="2998"/>
                </a:cubicBezTo>
                <a:lnTo>
                  <a:pt x="8255" y="5487"/>
                </a:lnTo>
                <a:lnTo>
                  <a:pt x="6270" y="3502"/>
                </a:lnTo>
                <a:lnTo>
                  <a:pt x="6743" y="3029"/>
                </a:lnTo>
                <a:lnTo>
                  <a:pt x="7499" y="3785"/>
                </a:lnTo>
                <a:cubicBezTo>
                  <a:pt x="7593" y="3880"/>
                  <a:pt x="7656" y="3911"/>
                  <a:pt x="7751" y="3911"/>
                </a:cubicBezTo>
                <a:cubicBezTo>
                  <a:pt x="7814" y="3911"/>
                  <a:pt x="7940" y="3880"/>
                  <a:pt x="7971" y="3785"/>
                </a:cubicBezTo>
                <a:cubicBezTo>
                  <a:pt x="8097" y="3659"/>
                  <a:pt x="8097" y="3439"/>
                  <a:pt x="7971" y="3313"/>
                </a:cubicBezTo>
                <a:lnTo>
                  <a:pt x="7215" y="2557"/>
                </a:lnTo>
                <a:lnTo>
                  <a:pt x="7688" y="2084"/>
                </a:lnTo>
                <a:lnTo>
                  <a:pt x="8444" y="2840"/>
                </a:lnTo>
                <a:cubicBezTo>
                  <a:pt x="8538" y="2935"/>
                  <a:pt x="8601" y="2966"/>
                  <a:pt x="8696" y="2966"/>
                </a:cubicBezTo>
                <a:cubicBezTo>
                  <a:pt x="8759" y="2966"/>
                  <a:pt x="8885" y="2935"/>
                  <a:pt x="8916" y="2840"/>
                </a:cubicBezTo>
                <a:cubicBezTo>
                  <a:pt x="9042" y="2714"/>
                  <a:pt x="9042" y="2494"/>
                  <a:pt x="8916" y="2368"/>
                </a:cubicBezTo>
                <a:lnTo>
                  <a:pt x="8160" y="1612"/>
                </a:lnTo>
                <a:lnTo>
                  <a:pt x="8601" y="1202"/>
                </a:lnTo>
                <a:cubicBezTo>
                  <a:pt x="8916" y="887"/>
                  <a:pt x="9326" y="729"/>
                  <a:pt x="9704" y="729"/>
                </a:cubicBezTo>
                <a:close/>
                <a:moveTo>
                  <a:pt x="5766" y="4132"/>
                </a:moveTo>
                <a:lnTo>
                  <a:pt x="7751" y="6117"/>
                </a:lnTo>
                <a:lnTo>
                  <a:pt x="5577" y="8196"/>
                </a:lnTo>
                <a:cubicBezTo>
                  <a:pt x="5230" y="8543"/>
                  <a:pt x="4789" y="8763"/>
                  <a:pt x="4317" y="8826"/>
                </a:cubicBezTo>
                <a:cubicBezTo>
                  <a:pt x="3687" y="8921"/>
                  <a:pt x="3088" y="9236"/>
                  <a:pt x="2678" y="9645"/>
                </a:cubicBezTo>
                <a:lnTo>
                  <a:pt x="1324" y="11000"/>
                </a:lnTo>
                <a:cubicBezTo>
                  <a:pt x="1261" y="11063"/>
                  <a:pt x="1174" y="11095"/>
                  <a:pt x="1087" y="11095"/>
                </a:cubicBezTo>
                <a:cubicBezTo>
                  <a:pt x="1001" y="11095"/>
                  <a:pt x="914" y="11063"/>
                  <a:pt x="851" y="11000"/>
                </a:cubicBezTo>
                <a:cubicBezTo>
                  <a:pt x="725" y="10874"/>
                  <a:pt x="725" y="10653"/>
                  <a:pt x="851" y="10527"/>
                </a:cubicBezTo>
                <a:lnTo>
                  <a:pt x="2206" y="9173"/>
                </a:lnTo>
                <a:cubicBezTo>
                  <a:pt x="2615" y="8763"/>
                  <a:pt x="2931" y="8165"/>
                  <a:pt x="3025" y="7535"/>
                </a:cubicBezTo>
                <a:cubicBezTo>
                  <a:pt x="3088" y="7062"/>
                  <a:pt x="3309" y="6589"/>
                  <a:pt x="3655" y="6274"/>
                </a:cubicBezTo>
                <a:lnTo>
                  <a:pt x="3876" y="6022"/>
                </a:lnTo>
                <a:lnTo>
                  <a:pt x="4632" y="6778"/>
                </a:lnTo>
                <a:cubicBezTo>
                  <a:pt x="4726" y="6873"/>
                  <a:pt x="4789" y="6904"/>
                  <a:pt x="4884" y="6904"/>
                </a:cubicBezTo>
                <a:cubicBezTo>
                  <a:pt x="4947" y="6904"/>
                  <a:pt x="5073" y="6873"/>
                  <a:pt x="5104" y="6778"/>
                </a:cubicBezTo>
                <a:cubicBezTo>
                  <a:pt x="5230" y="6652"/>
                  <a:pt x="5230" y="6432"/>
                  <a:pt x="5104" y="6306"/>
                </a:cubicBezTo>
                <a:lnTo>
                  <a:pt x="4348" y="5550"/>
                </a:lnTo>
                <a:lnTo>
                  <a:pt x="4821" y="5077"/>
                </a:lnTo>
                <a:lnTo>
                  <a:pt x="5577" y="5833"/>
                </a:lnTo>
                <a:cubicBezTo>
                  <a:pt x="5640" y="5928"/>
                  <a:pt x="5734" y="5959"/>
                  <a:pt x="5797" y="5959"/>
                </a:cubicBezTo>
                <a:cubicBezTo>
                  <a:pt x="5892" y="5959"/>
                  <a:pt x="6018" y="5928"/>
                  <a:pt x="6050" y="5833"/>
                </a:cubicBezTo>
                <a:cubicBezTo>
                  <a:pt x="6176" y="5707"/>
                  <a:pt x="6176" y="5487"/>
                  <a:pt x="6050" y="5361"/>
                </a:cubicBezTo>
                <a:lnTo>
                  <a:pt x="5293" y="4605"/>
                </a:lnTo>
                <a:lnTo>
                  <a:pt x="5766" y="4132"/>
                </a:lnTo>
                <a:close/>
                <a:moveTo>
                  <a:pt x="9769" y="1"/>
                </a:moveTo>
                <a:cubicBezTo>
                  <a:pt x="9726" y="1"/>
                  <a:pt x="9683" y="2"/>
                  <a:pt x="9641" y="5"/>
                </a:cubicBezTo>
                <a:cubicBezTo>
                  <a:pt x="9105" y="36"/>
                  <a:pt x="8601" y="288"/>
                  <a:pt x="8255" y="666"/>
                </a:cubicBezTo>
                <a:lnTo>
                  <a:pt x="3183" y="5802"/>
                </a:lnTo>
                <a:cubicBezTo>
                  <a:pt x="2741" y="6211"/>
                  <a:pt x="2426" y="6810"/>
                  <a:pt x="2363" y="7440"/>
                </a:cubicBezTo>
                <a:cubicBezTo>
                  <a:pt x="2269" y="7913"/>
                  <a:pt x="2080" y="8385"/>
                  <a:pt x="1733" y="8700"/>
                </a:cubicBezTo>
                <a:lnTo>
                  <a:pt x="379" y="10055"/>
                </a:lnTo>
                <a:cubicBezTo>
                  <a:pt x="1" y="10433"/>
                  <a:pt x="1" y="11095"/>
                  <a:pt x="379" y="11504"/>
                </a:cubicBezTo>
                <a:cubicBezTo>
                  <a:pt x="568" y="11693"/>
                  <a:pt x="851" y="11819"/>
                  <a:pt x="1135" y="11819"/>
                </a:cubicBezTo>
                <a:cubicBezTo>
                  <a:pt x="1418" y="11819"/>
                  <a:pt x="1670" y="11693"/>
                  <a:pt x="1891" y="11504"/>
                </a:cubicBezTo>
                <a:lnTo>
                  <a:pt x="3214" y="10149"/>
                </a:lnTo>
                <a:cubicBezTo>
                  <a:pt x="3561" y="9803"/>
                  <a:pt x="4002" y="9614"/>
                  <a:pt x="4474" y="9519"/>
                </a:cubicBezTo>
                <a:cubicBezTo>
                  <a:pt x="5104" y="9456"/>
                  <a:pt x="5703" y="9141"/>
                  <a:pt x="6144" y="8700"/>
                </a:cubicBezTo>
                <a:lnTo>
                  <a:pt x="11279" y="3502"/>
                </a:lnTo>
                <a:cubicBezTo>
                  <a:pt x="11657" y="3092"/>
                  <a:pt x="11878" y="2525"/>
                  <a:pt x="11846" y="1927"/>
                </a:cubicBezTo>
                <a:cubicBezTo>
                  <a:pt x="11815" y="1360"/>
                  <a:pt x="11531" y="792"/>
                  <a:pt x="11090" y="446"/>
                </a:cubicBezTo>
                <a:cubicBezTo>
                  <a:pt x="10715" y="157"/>
                  <a:pt x="10234" y="1"/>
                  <a:pt x="976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5" name="Google Shape;2305;p44"/>
          <p:cNvSpPr/>
          <p:nvPr/>
        </p:nvSpPr>
        <p:spPr>
          <a:xfrm>
            <a:off x="5524000" y="2869324"/>
            <a:ext cx="283294" cy="283294"/>
          </a:xfrm>
          <a:custGeom>
            <a:rect b="b" l="l" r="r" t="t"/>
            <a:pathLst>
              <a:path extrusionOk="0" h="11815" w="11815">
                <a:moveTo>
                  <a:pt x="6270" y="662"/>
                </a:moveTo>
                <a:lnTo>
                  <a:pt x="6270" y="2048"/>
                </a:lnTo>
                <a:cubicBezTo>
                  <a:pt x="6270" y="2678"/>
                  <a:pt x="6616" y="3245"/>
                  <a:pt x="7247" y="3497"/>
                </a:cubicBezTo>
                <a:cubicBezTo>
                  <a:pt x="7467" y="3623"/>
                  <a:pt x="7625" y="3875"/>
                  <a:pt x="7625" y="4127"/>
                </a:cubicBezTo>
                <a:cubicBezTo>
                  <a:pt x="7625" y="4537"/>
                  <a:pt x="7310" y="4852"/>
                  <a:pt x="6931" y="4852"/>
                </a:cubicBezTo>
                <a:cubicBezTo>
                  <a:pt x="6711" y="4852"/>
                  <a:pt x="6522" y="4758"/>
                  <a:pt x="6396" y="4600"/>
                </a:cubicBezTo>
                <a:cubicBezTo>
                  <a:pt x="6301" y="4443"/>
                  <a:pt x="6081" y="4380"/>
                  <a:pt x="5892" y="4380"/>
                </a:cubicBezTo>
                <a:cubicBezTo>
                  <a:pt x="5703" y="4380"/>
                  <a:pt x="5514" y="4443"/>
                  <a:pt x="5388" y="4600"/>
                </a:cubicBezTo>
                <a:cubicBezTo>
                  <a:pt x="5262" y="4758"/>
                  <a:pt x="5073" y="4852"/>
                  <a:pt x="4884" y="4852"/>
                </a:cubicBezTo>
                <a:cubicBezTo>
                  <a:pt x="4663" y="4852"/>
                  <a:pt x="4474" y="4758"/>
                  <a:pt x="4348" y="4600"/>
                </a:cubicBezTo>
                <a:cubicBezTo>
                  <a:pt x="4254" y="4443"/>
                  <a:pt x="4159" y="4285"/>
                  <a:pt x="4159" y="4096"/>
                </a:cubicBezTo>
                <a:cubicBezTo>
                  <a:pt x="4159" y="3875"/>
                  <a:pt x="4348" y="3623"/>
                  <a:pt x="4600" y="3497"/>
                </a:cubicBezTo>
                <a:cubicBezTo>
                  <a:pt x="5136" y="3277"/>
                  <a:pt x="5545" y="2647"/>
                  <a:pt x="5545" y="1922"/>
                </a:cubicBezTo>
                <a:lnTo>
                  <a:pt x="5545" y="662"/>
                </a:lnTo>
                <a:close/>
                <a:moveTo>
                  <a:pt x="6963" y="788"/>
                </a:moveTo>
                <a:cubicBezTo>
                  <a:pt x="7940" y="977"/>
                  <a:pt x="8885" y="1513"/>
                  <a:pt x="9609" y="2206"/>
                </a:cubicBezTo>
                <a:cubicBezTo>
                  <a:pt x="10586" y="3182"/>
                  <a:pt x="11153" y="4506"/>
                  <a:pt x="11153" y="5923"/>
                </a:cubicBezTo>
                <a:cubicBezTo>
                  <a:pt x="11122" y="7278"/>
                  <a:pt x="10586" y="8633"/>
                  <a:pt x="9609" y="9609"/>
                </a:cubicBezTo>
                <a:cubicBezTo>
                  <a:pt x="8853" y="10365"/>
                  <a:pt x="7940" y="10838"/>
                  <a:pt x="6963" y="11027"/>
                </a:cubicBezTo>
                <a:lnTo>
                  <a:pt x="6963" y="9735"/>
                </a:lnTo>
                <a:cubicBezTo>
                  <a:pt x="6963" y="9357"/>
                  <a:pt x="7215" y="9074"/>
                  <a:pt x="7562" y="8916"/>
                </a:cubicBezTo>
                <a:cubicBezTo>
                  <a:pt x="8034" y="8664"/>
                  <a:pt x="8349" y="8192"/>
                  <a:pt x="8349" y="7656"/>
                </a:cubicBezTo>
                <a:cubicBezTo>
                  <a:pt x="8349" y="6900"/>
                  <a:pt x="7719" y="6270"/>
                  <a:pt x="6963" y="6270"/>
                </a:cubicBezTo>
                <a:cubicBezTo>
                  <a:pt x="6585" y="6270"/>
                  <a:pt x="6175" y="6427"/>
                  <a:pt x="5955" y="6742"/>
                </a:cubicBezTo>
                <a:cubicBezTo>
                  <a:pt x="5671" y="6427"/>
                  <a:pt x="5325" y="6270"/>
                  <a:pt x="4915" y="6270"/>
                </a:cubicBezTo>
                <a:cubicBezTo>
                  <a:pt x="4537" y="6270"/>
                  <a:pt x="4159" y="6427"/>
                  <a:pt x="3907" y="6711"/>
                </a:cubicBezTo>
                <a:cubicBezTo>
                  <a:pt x="3623" y="6963"/>
                  <a:pt x="3497" y="7372"/>
                  <a:pt x="3529" y="7751"/>
                </a:cubicBezTo>
                <a:cubicBezTo>
                  <a:pt x="3592" y="8286"/>
                  <a:pt x="3907" y="8696"/>
                  <a:pt x="4380" y="8948"/>
                </a:cubicBezTo>
                <a:cubicBezTo>
                  <a:pt x="4695" y="9105"/>
                  <a:pt x="4915" y="9483"/>
                  <a:pt x="4915" y="9924"/>
                </a:cubicBezTo>
                <a:lnTo>
                  <a:pt x="4915" y="11059"/>
                </a:lnTo>
                <a:cubicBezTo>
                  <a:pt x="3939" y="10870"/>
                  <a:pt x="2993" y="10365"/>
                  <a:pt x="2269" y="9641"/>
                </a:cubicBezTo>
                <a:cubicBezTo>
                  <a:pt x="1292" y="8664"/>
                  <a:pt x="757" y="7372"/>
                  <a:pt x="757" y="5955"/>
                </a:cubicBezTo>
                <a:cubicBezTo>
                  <a:pt x="757" y="4569"/>
                  <a:pt x="1292" y="3214"/>
                  <a:pt x="2269" y="2237"/>
                </a:cubicBezTo>
                <a:cubicBezTo>
                  <a:pt x="3025" y="1481"/>
                  <a:pt x="3939" y="1040"/>
                  <a:pt x="4915" y="819"/>
                </a:cubicBezTo>
                <a:lnTo>
                  <a:pt x="4915" y="1985"/>
                </a:lnTo>
                <a:cubicBezTo>
                  <a:pt x="4915" y="2395"/>
                  <a:pt x="4695" y="2804"/>
                  <a:pt x="4380" y="2962"/>
                </a:cubicBezTo>
                <a:cubicBezTo>
                  <a:pt x="3907" y="3151"/>
                  <a:pt x="3592" y="3623"/>
                  <a:pt x="3529" y="4127"/>
                </a:cubicBezTo>
                <a:cubicBezTo>
                  <a:pt x="3497" y="4537"/>
                  <a:pt x="3655" y="4884"/>
                  <a:pt x="3907" y="5199"/>
                </a:cubicBezTo>
                <a:cubicBezTo>
                  <a:pt x="4159" y="5482"/>
                  <a:pt x="4537" y="5640"/>
                  <a:pt x="4915" y="5640"/>
                </a:cubicBezTo>
                <a:cubicBezTo>
                  <a:pt x="5325" y="5640"/>
                  <a:pt x="5703" y="5482"/>
                  <a:pt x="5955" y="5167"/>
                </a:cubicBezTo>
                <a:cubicBezTo>
                  <a:pt x="6207" y="5482"/>
                  <a:pt x="6585" y="5640"/>
                  <a:pt x="6963" y="5640"/>
                </a:cubicBezTo>
                <a:cubicBezTo>
                  <a:pt x="7719" y="5640"/>
                  <a:pt x="8349" y="5010"/>
                  <a:pt x="8349" y="4253"/>
                </a:cubicBezTo>
                <a:cubicBezTo>
                  <a:pt x="8349" y="3749"/>
                  <a:pt x="8034" y="3245"/>
                  <a:pt x="7562" y="2993"/>
                </a:cubicBezTo>
                <a:cubicBezTo>
                  <a:pt x="7152" y="2804"/>
                  <a:pt x="6963" y="2489"/>
                  <a:pt x="6963" y="2174"/>
                </a:cubicBezTo>
                <a:lnTo>
                  <a:pt x="6963" y="788"/>
                </a:lnTo>
                <a:close/>
                <a:moveTo>
                  <a:pt x="6931" y="6900"/>
                </a:moveTo>
                <a:cubicBezTo>
                  <a:pt x="7310" y="6900"/>
                  <a:pt x="7625" y="7215"/>
                  <a:pt x="7625" y="7593"/>
                </a:cubicBezTo>
                <a:cubicBezTo>
                  <a:pt x="7625" y="7877"/>
                  <a:pt x="7467" y="8129"/>
                  <a:pt x="7247" y="8223"/>
                </a:cubicBezTo>
                <a:cubicBezTo>
                  <a:pt x="6616" y="8538"/>
                  <a:pt x="6270" y="9105"/>
                  <a:pt x="6270" y="9735"/>
                </a:cubicBezTo>
                <a:lnTo>
                  <a:pt x="6270" y="11090"/>
                </a:lnTo>
                <a:lnTo>
                  <a:pt x="5545" y="11090"/>
                </a:lnTo>
                <a:lnTo>
                  <a:pt x="5545" y="9861"/>
                </a:lnTo>
                <a:cubicBezTo>
                  <a:pt x="5545" y="9137"/>
                  <a:pt x="5136" y="8507"/>
                  <a:pt x="4600" y="8223"/>
                </a:cubicBezTo>
                <a:cubicBezTo>
                  <a:pt x="4348" y="8129"/>
                  <a:pt x="4191" y="7877"/>
                  <a:pt x="4159" y="7656"/>
                </a:cubicBezTo>
                <a:cubicBezTo>
                  <a:pt x="4159" y="7435"/>
                  <a:pt x="4191" y="7246"/>
                  <a:pt x="4348" y="7120"/>
                </a:cubicBezTo>
                <a:cubicBezTo>
                  <a:pt x="4474" y="6963"/>
                  <a:pt x="4695" y="6900"/>
                  <a:pt x="4884" y="6900"/>
                </a:cubicBezTo>
                <a:cubicBezTo>
                  <a:pt x="5073" y="6900"/>
                  <a:pt x="5262" y="6963"/>
                  <a:pt x="5388" y="7120"/>
                </a:cubicBezTo>
                <a:cubicBezTo>
                  <a:pt x="5514" y="7278"/>
                  <a:pt x="5703" y="7372"/>
                  <a:pt x="5892" y="7372"/>
                </a:cubicBezTo>
                <a:cubicBezTo>
                  <a:pt x="6112" y="7372"/>
                  <a:pt x="6301" y="7278"/>
                  <a:pt x="6427" y="7120"/>
                </a:cubicBezTo>
                <a:cubicBezTo>
                  <a:pt x="6522" y="6963"/>
                  <a:pt x="6742" y="6900"/>
                  <a:pt x="6931" y="6900"/>
                </a:cubicBezTo>
                <a:close/>
                <a:moveTo>
                  <a:pt x="5892" y="0"/>
                </a:moveTo>
                <a:cubicBezTo>
                  <a:pt x="4317" y="0"/>
                  <a:pt x="2836" y="630"/>
                  <a:pt x="1733" y="1733"/>
                </a:cubicBezTo>
                <a:cubicBezTo>
                  <a:pt x="630" y="2836"/>
                  <a:pt x="0" y="4348"/>
                  <a:pt x="0" y="5923"/>
                </a:cubicBezTo>
                <a:cubicBezTo>
                  <a:pt x="0" y="7498"/>
                  <a:pt x="630" y="8979"/>
                  <a:pt x="1733" y="10082"/>
                </a:cubicBezTo>
                <a:cubicBezTo>
                  <a:pt x="2836" y="11185"/>
                  <a:pt x="4317" y="11815"/>
                  <a:pt x="5892" y="11815"/>
                </a:cubicBezTo>
                <a:cubicBezTo>
                  <a:pt x="7467" y="11815"/>
                  <a:pt x="8979" y="11185"/>
                  <a:pt x="10082" y="10082"/>
                </a:cubicBezTo>
                <a:cubicBezTo>
                  <a:pt x="11185" y="8979"/>
                  <a:pt x="11815" y="7498"/>
                  <a:pt x="11815" y="5923"/>
                </a:cubicBezTo>
                <a:cubicBezTo>
                  <a:pt x="11815" y="4348"/>
                  <a:pt x="11216" y="2836"/>
                  <a:pt x="10082" y="1733"/>
                </a:cubicBezTo>
                <a:cubicBezTo>
                  <a:pt x="8979" y="630"/>
                  <a:pt x="7467" y="0"/>
                  <a:pt x="589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06" name="Google Shape;2306;p44"/>
          <p:cNvGrpSpPr/>
          <p:nvPr/>
        </p:nvGrpSpPr>
        <p:grpSpPr>
          <a:xfrm>
            <a:off x="5524000" y="3307353"/>
            <a:ext cx="283294" cy="284037"/>
            <a:chOff x="-25104475" y="2340425"/>
            <a:chExt cx="295375" cy="296150"/>
          </a:xfrm>
        </p:grpSpPr>
        <p:sp>
          <p:nvSpPr>
            <p:cNvPr id="2307" name="Google Shape;2307;p44"/>
            <p:cNvSpPr/>
            <p:nvPr/>
          </p:nvSpPr>
          <p:spPr>
            <a:xfrm>
              <a:off x="-25104475" y="2340425"/>
              <a:ext cx="225275" cy="296150"/>
            </a:xfrm>
            <a:custGeom>
              <a:rect b="b" l="l" r="r" t="t"/>
              <a:pathLst>
                <a:path extrusionOk="0" h="11846" w="9011">
                  <a:moveTo>
                    <a:pt x="4474" y="693"/>
                  </a:moveTo>
                  <a:cubicBezTo>
                    <a:pt x="5041" y="693"/>
                    <a:pt x="5514" y="1166"/>
                    <a:pt x="5514" y="1733"/>
                  </a:cubicBezTo>
                  <a:cubicBezTo>
                    <a:pt x="5514" y="1922"/>
                    <a:pt x="5671" y="2079"/>
                    <a:pt x="5860" y="2079"/>
                  </a:cubicBezTo>
                  <a:lnTo>
                    <a:pt x="6585" y="2079"/>
                  </a:lnTo>
                  <a:cubicBezTo>
                    <a:pt x="6774" y="2079"/>
                    <a:pt x="6931" y="2237"/>
                    <a:pt x="6931" y="2426"/>
                  </a:cubicBezTo>
                  <a:lnTo>
                    <a:pt x="6931" y="2804"/>
                  </a:lnTo>
                  <a:lnTo>
                    <a:pt x="2080" y="2804"/>
                  </a:lnTo>
                  <a:lnTo>
                    <a:pt x="2080" y="2426"/>
                  </a:lnTo>
                  <a:cubicBezTo>
                    <a:pt x="2048" y="2237"/>
                    <a:pt x="2206" y="2079"/>
                    <a:pt x="2395" y="2079"/>
                  </a:cubicBezTo>
                  <a:lnTo>
                    <a:pt x="3119" y="2079"/>
                  </a:lnTo>
                  <a:cubicBezTo>
                    <a:pt x="3308" y="2079"/>
                    <a:pt x="3466" y="1922"/>
                    <a:pt x="3466" y="1733"/>
                  </a:cubicBezTo>
                  <a:cubicBezTo>
                    <a:pt x="3466" y="1134"/>
                    <a:pt x="3939" y="693"/>
                    <a:pt x="4474" y="693"/>
                  </a:cubicBezTo>
                  <a:close/>
                  <a:moveTo>
                    <a:pt x="8003" y="2804"/>
                  </a:moveTo>
                  <a:cubicBezTo>
                    <a:pt x="8192" y="2804"/>
                    <a:pt x="8349" y="2962"/>
                    <a:pt x="8349" y="3151"/>
                  </a:cubicBezTo>
                  <a:lnTo>
                    <a:pt x="8349" y="10838"/>
                  </a:lnTo>
                  <a:lnTo>
                    <a:pt x="8286" y="10838"/>
                  </a:lnTo>
                  <a:cubicBezTo>
                    <a:pt x="8286" y="11027"/>
                    <a:pt x="8129" y="11184"/>
                    <a:pt x="7940" y="11184"/>
                  </a:cubicBezTo>
                  <a:lnTo>
                    <a:pt x="1009" y="11184"/>
                  </a:lnTo>
                  <a:cubicBezTo>
                    <a:pt x="820" y="11184"/>
                    <a:pt x="662" y="11027"/>
                    <a:pt x="662" y="10838"/>
                  </a:cubicBezTo>
                  <a:lnTo>
                    <a:pt x="662" y="3151"/>
                  </a:lnTo>
                  <a:cubicBezTo>
                    <a:pt x="662" y="2962"/>
                    <a:pt x="820" y="2804"/>
                    <a:pt x="1009" y="2804"/>
                  </a:cubicBezTo>
                  <a:lnTo>
                    <a:pt x="1355" y="2804"/>
                  </a:lnTo>
                  <a:lnTo>
                    <a:pt x="1355" y="3151"/>
                  </a:lnTo>
                  <a:cubicBezTo>
                    <a:pt x="1355" y="3340"/>
                    <a:pt x="1544" y="3497"/>
                    <a:pt x="1733" y="3497"/>
                  </a:cubicBezTo>
                  <a:lnTo>
                    <a:pt x="7278" y="3497"/>
                  </a:lnTo>
                  <a:cubicBezTo>
                    <a:pt x="7467" y="3497"/>
                    <a:pt x="7625" y="3340"/>
                    <a:pt x="7625" y="3151"/>
                  </a:cubicBezTo>
                  <a:lnTo>
                    <a:pt x="7625" y="2804"/>
                  </a:lnTo>
                  <a:close/>
                  <a:moveTo>
                    <a:pt x="4474" y="0"/>
                  </a:moveTo>
                  <a:cubicBezTo>
                    <a:pt x="3655" y="0"/>
                    <a:pt x="2930" y="599"/>
                    <a:pt x="2773" y="1386"/>
                  </a:cubicBezTo>
                  <a:lnTo>
                    <a:pt x="2395" y="1386"/>
                  </a:lnTo>
                  <a:cubicBezTo>
                    <a:pt x="1954" y="1386"/>
                    <a:pt x="1576" y="1638"/>
                    <a:pt x="1418" y="2079"/>
                  </a:cubicBezTo>
                  <a:lnTo>
                    <a:pt x="1009" y="2079"/>
                  </a:lnTo>
                  <a:cubicBezTo>
                    <a:pt x="410" y="2079"/>
                    <a:pt x="0" y="2552"/>
                    <a:pt x="0" y="3119"/>
                  </a:cubicBezTo>
                  <a:lnTo>
                    <a:pt x="0" y="10838"/>
                  </a:lnTo>
                  <a:cubicBezTo>
                    <a:pt x="0" y="11405"/>
                    <a:pt x="473" y="11846"/>
                    <a:pt x="1009" y="11846"/>
                  </a:cubicBezTo>
                  <a:lnTo>
                    <a:pt x="7940" y="11846"/>
                  </a:lnTo>
                  <a:cubicBezTo>
                    <a:pt x="8538" y="11846"/>
                    <a:pt x="8979" y="11373"/>
                    <a:pt x="8979" y="10838"/>
                  </a:cubicBezTo>
                  <a:lnTo>
                    <a:pt x="8979" y="3151"/>
                  </a:lnTo>
                  <a:cubicBezTo>
                    <a:pt x="9011" y="2552"/>
                    <a:pt x="8538" y="2079"/>
                    <a:pt x="7940" y="2079"/>
                  </a:cubicBezTo>
                  <a:lnTo>
                    <a:pt x="7562" y="2079"/>
                  </a:lnTo>
                  <a:cubicBezTo>
                    <a:pt x="7404" y="1701"/>
                    <a:pt x="7026" y="1386"/>
                    <a:pt x="6553" y="1386"/>
                  </a:cubicBezTo>
                  <a:lnTo>
                    <a:pt x="6175" y="1386"/>
                  </a:lnTo>
                  <a:cubicBezTo>
                    <a:pt x="6018" y="599"/>
                    <a:pt x="5293" y="0"/>
                    <a:pt x="447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8" name="Google Shape;2308;p44"/>
            <p:cNvSpPr/>
            <p:nvPr/>
          </p:nvSpPr>
          <p:spPr>
            <a:xfrm>
              <a:off x="-25001300" y="2375075"/>
              <a:ext cx="18150" cy="17350"/>
            </a:xfrm>
            <a:custGeom>
              <a:rect b="b" l="l" r="r" t="t"/>
              <a:pathLst>
                <a:path extrusionOk="0" h="694" w="726">
                  <a:moveTo>
                    <a:pt x="347" y="0"/>
                  </a:moveTo>
                  <a:cubicBezTo>
                    <a:pt x="158" y="0"/>
                    <a:pt x="1" y="158"/>
                    <a:pt x="1" y="347"/>
                  </a:cubicBezTo>
                  <a:cubicBezTo>
                    <a:pt x="1" y="536"/>
                    <a:pt x="158" y="693"/>
                    <a:pt x="347" y="693"/>
                  </a:cubicBezTo>
                  <a:cubicBezTo>
                    <a:pt x="568" y="693"/>
                    <a:pt x="725" y="536"/>
                    <a:pt x="725" y="347"/>
                  </a:cubicBezTo>
                  <a:cubicBezTo>
                    <a:pt x="725" y="158"/>
                    <a:pt x="568"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9" name="Google Shape;2309;p44"/>
            <p:cNvSpPr/>
            <p:nvPr/>
          </p:nvSpPr>
          <p:spPr>
            <a:xfrm>
              <a:off x="-25070600" y="2444375"/>
              <a:ext cx="87450" cy="86675"/>
            </a:xfrm>
            <a:custGeom>
              <a:rect b="b" l="l" r="r" t="t"/>
              <a:pathLst>
                <a:path extrusionOk="0" h="3467" w="3498">
                  <a:moveTo>
                    <a:pt x="2773" y="725"/>
                  </a:moveTo>
                  <a:lnTo>
                    <a:pt x="2773" y="2805"/>
                  </a:lnTo>
                  <a:lnTo>
                    <a:pt x="693" y="2805"/>
                  </a:lnTo>
                  <a:lnTo>
                    <a:pt x="693" y="725"/>
                  </a:lnTo>
                  <a:close/>
                  <a:moveTo>
                    <a:pt x="378" y="1"/>
                  </a:moveTo>
                  <a:cubicBezTo>
                    <a:pt x="189" y="1"/>
                    <a:pt x="0" y="158"/>
                    <a:pt x="0" y="379"/>
                  </a:cubicBezTo>
                  <a:lnTo>
                    <a:pt x="0" y="3120"/>
                  </a:lnTo>
                  <a:cubicBezTo>
                    <a:pt x="0" y="3309"/>
                    <a:pt x="189" y="3466"/>
                    <a:pt x="378" y="3466"/>
                  </a:cubicBezTo>
                  <a:lnTo>
                    <a:pt x="3119" y="3466"/>
                  </a:lnTo>
                  <a:cubicBezTo>
                    <a:pt x="3340" y="3466"/>
                    <a:pt x="3497" y="3309"/>
                    <a:pt x="3497" y="3120"/>
                  </a:cubicBezTo>
                  <a:lnTo>
                    <a:pt x="3497" y="379"/>
                  </a:lnTo>
                  <a:cubicBezTo>
                    <a:pt x="3497" y="158"/>
                    <a:pt x="3340" y="1"/>
                    <a:pt x="311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0" name="Google Shape;2310;p44"/>
            <p:cNvSpPr/>
            <p:nvPr/>
          </p:nvSpPr>
          <p:spPr>
            <a:xfrm>
              <a:off x="-24966650" y="2479025"/>
              <a:ext cx="52025" cy="18150"/>
            </a:xfrm>
            <a:custGeom>
              <a:rect b="b" l="l" r="r" t="t"/>
              <a:pathLst>
                <a:path extrusionOk="0" h="726" w="2081">
                  <a:moveTo>
                    <a:pt x="347" y="1"/>
                  </a:moveTo>
                  <a:cubicBezTo>
                    <a:pt x="158" y="1"/>
                    <a:pt x="1" y="158"/>
                    <a:pt x="1" y="347"/>
                  </a:cubicBezTo>
                  <a:cubicBezTo>
                    <a:pt x="1" y="568"/>
                    <a:pt x="158" y="726"/>
                    <a:pt x="347" y="726"/>
                  </a:cubicBezTo>
                  <a:lnTo>
                    <a:pt x="1734" y="726"/>
                  </a:lnTo>
                  <a:cubicBezTo>
                    <a:pt x="1923" y="726"/>
                    <a:pt x="2080" y="568"/>
                    <a:pt x="2080" y="347"/>
                  </a:cubicBezTo>
                  <a:cubicBezTo>
                    <a:pt x="2080" y="158"/>
                    <a:pt x="1923" y="1"/>
                    <a:pt x="173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1" name="Google Shape;2311;p44"/>
            <p:cNvSpPr/>
            <p:nvPr/>
          </p:nvSpPr>
          <p:spPr>
            <a:xfrm>
              <a:off x="-24966650" y="2444375"/>
              <a:ext cx="52025" cy="18150"/>
            </a:xfrm>
            <a:custGeom>
              <a:rect b="b" l="l" r="r" t="t"/>
              <a:pathLst>
                <a:path extrusionOk="0" h="726" w="2081">
                  <a:moveTo>
                    <a:pt x="347" y="1"/>
                  </a:moveTo>
                  <a:cubicBezTo>
                    <a:pt x="158" y="1"/>
                    <a:pt x="1" y="158"/>
                    <a:pt x="1" y="379"/>
                  </a:cubicBezTo>
                  <a:cubicBezTo>
                    <a:pt x="1" y="568"/>
                    <a:pt x="158" y="725"/>
                    <a:pt x="347" y="725"/>
                  </a:cubicBezTo>
                  <a:lnTo>
                    <a:pt x="1734" y="725"/>
                  </a:lnTo>
                  <a:cubicBezTo>
                    <a:pt x="1923" y="725"/>
                    <a:pt x="2080" y="568"/>
                    <a:pt x="2080" y="379"/>
                  </a:cubicBezTo>
                  <a:cubicBezTo>
                    <a:pt x="2080" y="158"/>
                    <a:pt x="1923" y="1"/>
                    <a:pt x="173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2" name="Google Shape;2312;p44"/>
            <p:cNvSpPr/>
            <p:nvPr/>
          </p:nvSpPr>
          <p:spPr>
            <a:xfrm>
              <a:off x="-24966650" y="2513700"/>
              <a:ext cx="52025" cy="17350"/>
            </a:xfrm>
            <a:custGeom>
              <a:rect b="b" l="l" r="r" t="t"/>
              <a:pathLst>
                <a:path extrusionOk="0" h="694" w="2081">
                  <a:moveTo>
                    <a:pt x="347" y="0"/>
                  </a:moveTo>
                  <a:cubicBezTo>
                    <a:pt x="158" y="0"/>
                    <a:pt x="1" y="158"/>
                    <a:pt x="1" y="347"/>
                  </a:cubicBezTo>
                  <a:cubicBezTo>
                    <a:pt x="1" y="536"/>
                    <a:pt x="158" y="693"/>
                    <a:pt x="347" y="693"/>
                  </a:cubicBezTo>
                  <a:lnTo>
                    <a:pt x="1734" y="693"/>
                  </a:lnTo>
                  <a:cubicBezTo>
                    <a:pt x="1923" y="693"/>
                    <a:pt x="2080" y="536"/>
                    <a:pt x="2080" y="347"/>
                  </a:cubicBezTo>
                  <a:cubicBezTo>
                    <a:pt x="2080" y="158"/>
                    <a:pt x="1923" y="0"/>
                    <a:pt x="173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3" name="Google Shape;2313;p44"/>
            <p:cNvSpPr/>
            <p:nvPr/>
          </p:nvSpPr>
          <p:spPr>
            <a:xfrm>
              <a:off x="-25071400" y="2549125"/>
              <a:ext cx="156775" cy="17350"/>
            </a:xfrm>
            <a:custGeom>
              <a:rect b="b" l="l" r="r" t="t"/>
              <a:pathLst>
                <a:path extrusionOk="0" h="694" w="6271">
                  <a:moveTo>
                    <a:pt x="379" y="1"/>
                  </a:moveTo>
                  <a:cubicBezTo>
                    <a:pt x="158" y="1"/>
                    <a:pt x="1" y="158"/>
                    <a:pt x="1" y="347"/>
                  </a:cubicBezTo>
                  <a:cubicBezTo>
                    <a:pt x="1" y="536"/>
                    <a:pt x="158" y="694"/>
                    <a:pt x="379" y="694"/>
                  </a:cubicBezTo>
                  <a:lnTo>
                    <a:pt x="5924" y="694"/>
                  </a:lnTo>
                  <a:cubicBezTo>
                    <a:pt x="6113" y="694"/>
                    <a:pt x="6270" y="536"/>
                    <a:pt x="6270" y="347"/>
                  </a:cubicBezTo>
                  <a:cubicBezTo>
                    <a:pt x="6270" y="158"/>
                    <a:pt x="6113" y="1"/>
                    <a:pt x="592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4" name="Google Shape;2314;p44"/>
            <p:cNvSpPr/>
            <p:nvPr/>
          </p:nvSpPr>
          <p:spPr>
            <a:xfrm>
              <a:off x="-25071400" y="2583800"/>
              <a:ext cx="156775" cy="17350"/>
            </a:xfrm>
            <a:custGeom>
              <a:rect b="b" l="l" r="r" t="t"/>
              <a:pathLst>
                <a:path extrusionOk="0" h="694" w="6271">
                  <a:moveTo>
                    <a:pt x="379" y="0"/>
                  </a:moveTo>
                  <a:cubicBezTo>
                    <a:pt x="158" y="0"/>
                    <a:pt x="1" y="158"/>
                    <a:pt x="1" y="347"/>
                  </a:cubicBezTo>
                  <a:cubicBezTo>
                    <a:pt x="1" y="536"/>
                    <a:pt x="158" y="693"/>
                    <a:pt x="379" y="693"/>
                  </a:cubicBezTo>
                  <a:lnTo>
                    <a:pt x="5924" y="693"/>
                  </a:lnTo>
                  <a:cubicBezTo>
                    <a:pt x="6113" y="693"/>
                    <a:pt x="6270" y="536"/>
                    <a:pt x="6270" y="347"/>
                  </a:cubicBezTo>
                  <a:cubicBezTo>
                    <a:pt x="6270" y="158"/>
                    <a:pt x="6113" y="0"/>
                    <a:pt x="592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5" name="Google Shape;2315;p44"/>
            <p:cNvSpPr/>
            <p:nvPr/>
          </p:nvSpPr>
          <p:spPr>
            <a:xfrm>
              <a:off x="-24862675" y="2375850"/>
              <a:ext cx="53575" cy="260725"/>
            </a:xfrm>
            <a:custGeom>
              <a:rect b="b" l="l" r="r" t="t"/>
              <a:pathLst>
                <a:path extrusionOk="0" h="10429" w="2143">
                  <a:moveTo>
                    <a:pt x="1103" y="1103"/>
                  </a:moveTo>
                  <a:lnTo>
                    <a:pt x="1481" y="1797"/>
                  </a:lnTo>
                  <a:lnTo>
                    <a:pt x="1481" y="7625"/>
                  </a:lnTo>
                  <a:lnTo>
                    <a:pt x="757" y="7625"/>
                  </a:lnTo>
                  <a:lnTo>
                    <a:pt x="757" y="1797"/>
                  </a:lnTo>
                  <a:lnTo>
                    <a:pt x="1103" y="1103"/>
                  </a:lnTo>
                  <a:close/>
                  <a:moveTo>
                    <a:pt x="1481" y="8255"/>
                  </a:moveTo>
                  <a:lnTo>
                    <a:pt x="1481" y="9358"/>
                  </a:lnTo>
                  <a:cubicBezTo>
                    <a:pt x="1450" y="9578"/>
                    <a:pt x="1324" y="9736"/>
                    <a:pt x="1103" y="9736"/>
                  </a:cubicBezTo>
                  <a:cubicBezTo>
                    <a:pt x="914" y="9736"/>
                    <a:pt x="757" y="9578"/>
                    <a:pt x="757" y="9358"/>
                  </a:cubicBezTo>
                  <a:lnTo>
                    <a:pt x="757" y="8255"/>
                  </a:lnTo>
                  <a:close/>
                  <a:moveTo>
                    <a:pt x="1072" y="1"/>
                  </a:moveTo>
                  <a:cubicBezTo>
                    <a:pt x="946" y="1"/>
                    <a:pt x="820" y="64"/>
                    <a:pt x="757" y="190"/>
                  </a:cubicBezTo>
                  <a:lnTo>
                    <a:pt x="32" y="1576"/>
                  </a:lnTo>
                  <a:cubicBezTo>
                    <a:pt x="0" y="1608"/>
                    <a:pt x="0" y="1702"/>
                    <a:pt x="0" y="1734"/>
                  </a:cubicBezTo>
                  <a:lnTo>
                    <a:pt x="0" y="9421"/>
                  </a:lnTo>
                  <a:cubicBezTo>
                    <a:pt x="0" y="9988"/>
                    <a:pt x="473" y="10429"/>
                    <a:pt x="1040" y="10429"/>
                  </a:cubicBezTo>
                  <a:cubicBezTo>
                    <a:pt x="1607" y="10429"/>
                    <a:pt x="2048" y="9956"/>
                    <a:pt x="2048" y="9421"/>
                  </a:cubicBezTo>
                  <a:lnTo>
                    <a:pt x="2048" y="1734"/>
                  </a:lnTo>
                  <a:cubicBezTo>
                    <a:pt x="2143" y="1639"/>
                    <a:pt x="2143" y="1608"/>
                    <a:pt x="2111" y="1576"/>
                  </a:cubicBezTo>
                  <a:lnTo>
                    <a:pt x="1387" y="190"/>
                  </a:lnTo>
                  <a:cubicBezTo>
                    <a:pt x="1355" y="64"/>
                    <a:pt x="1198" y="1"/>
                    <a:pt x="107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16" name="Google Shape;2316;p44"/>
          <p:cNvSpPr/>
          <p:nvPr/>
        </p:nvSpPr>
        <p:spPr>
          <a:xfrm>
            <a:off x="5522489" y="3776252"/>
            <a:ext cx="286315" cy="211530"/>
          </a:xfrm>
          <a:custGeom>
            <a:rect b="b" l="l" r="r" t="t"/>
            <a:pathLst>
              <a:path extrusionOk="0" h="8822" w="11941">
                <a:moveTo>
                  <a:pt x="7184" y="1229"/>
                </a:moveTo>
                <a:lnTo>
                  <a:pt x="7184" y="1922"/>
                </a:lnTo>
                <a:lnTo>
                  <a:pt x="6459" y="1922"/>
                </a:lnTo>
                <a:lnTo>
                  <a:pt x="6459" y="1229"/>
                </a:lnTo>
                <a:close/>
                <a:moveTo>
                  <a:pt x="5797" y="1261"/>
                </a:moveTo>
                <a:lnTo>
                  <a:pt x="5797" y="1954"/>
                </a:lnTo>
                <a:lnTo>
                  <a:pt x="5073" y="1954"/>
                </a:lnTo>
                <a:lnTo>
                  <a:pt x="5073" y="1607"/>
                </a:lnTo>
                <a:cubicBezTo>
                  <a:pt x="5073" y="1418"/>
                  <a:pt x="5230" y="1261"/>
                  <a:pt x="5419" y="1261"/>
                </a:cubicBezTo>
                <a:close/>
                <a:moveTo>
                  <a:pt x="8192" y="1261"/>
                </a:moveTo>
                <a:cubicBezTo>
                  <a:pt x="8381" y="1261"/>
                  <a:pt x="8538" y="1418"/>
                  <a:pt x="8538" y="1607"/>
                </a:cubicBezTo>
                <a:lnTo>
                  <a:pt x="8538" y="1954"/>
                </a:lnTo>
                <a:lnTo>
                  <a:pt x="7845" y="1954"/>
                </a:lnTo>
                <a:lnTo>
                  <a:pt x="7845" y="1261"/>
                </a:lnTo>
                <a:close/>
                <a:moveTo>
                  <a:pt x="1450" y="694"/>
                </a:moveTo>
                <a:cubicBezTo>
                  <a:pt x="1607" y="694"/>
                  <a:pt x="1796" y="788"/>
                  <a:pt x="1922" y="914"/>
                </a:cubicBezTo>
                <a:lnTo>
                  <a:pt x="3182" y="2174"/>
                </a:lnTo>
                <a:cubicBezTo>
                  <a:pt x="3497" y="2489"/>
                  <a:pt x="3938" y="2679"/>
                  <a:pt x="4411" y="2679"/>
                </a:cubicBezTo>
                <a:lnTo>
                  <a:pt x="10523" y="2679"/>
                </a:lnTo>
                <a:cubicBezTo>
                  <a:pt x="10901" y="2679"/>
                  <a:pt x="11216" y="2994"/>
                  <a:pt x="11216" y="3372"/>
                </a:cubicBezTo>
                <a:cubicBezTo>
                  <a:pt x="11216" y="3781"/>
                  <a:pt x="10901" y="4096"/>
                  <a:pt x="10523" y="4096"/>
                </a:cubicBezTo>
                <a:lnTo>
                  <a:pt x="3812" y="4096"/>
                </a:lnTo>
                <a:cubicBezTo>
                  <a:pt x="3340" y="4096"/>
                  <a:pt x="2899" y="3907"/>
                  <a:pt x="2584" y="3592"/>
                </a:cubicBezTo>
                <a:lnTo>
                  <a:pt x="977" y="1891"/>
                </a:lnTo>
                <a:cubicBezTo>
                  <a:pt x="693" y="1607"/>
                  <a:pt x="693" y="1166"/>
                  <a:pt x="977" y="914"/>
                </a:cubicBezTo>
                <a:cubicBezTo>
                  <a:pt x="1103" y="788"/>
                  <a:pt x="1292" y="694"/>
                  <a:pt x="1450" y="694"/>
                </a:cubicBezTo>
                <a:close/>
                <a:moveTo>
                  <a:pt x="8255" y="4726"/>
                </a:moveTo>
                <a:lnTo>
                  <a:pt x="6805" y="5545"/>
                </a:lnTo>
                <a:lnTo>
                  <a:pt x="5356" y="4726"/>
                </a:lnTo>
                <a:close/>
                <a:moveTo>
                  <a:pt x="6805" y="6333"/>
                </a:moveTo>
                <a:lnTo>
                  <a:pt x="8822" y="7467"/>
                </a:lnTo>
                <a:lnTo>
                  <a:pt x="4821" y="7467"/>
                </a:lnTo>
                <a:lnTo>
                  <a:pt x="6805" y="6333"/>
                </a:lnTo>
                <a:close/>
                <a:moveTo>
                  <a:pt x="3340" y="7467"/>
                </a:moveTo>
                <a:cubicBezTo>
                  <a:pt x="3529" y="7467"/>
                  <a:pt x="3686" y="7625"/>
                  <a:pt x="3686" y="7845"/>
                </a:cubicBezTo>
                <a:cubicBezTo>
                  <a:pt x="3686" y="8034"/>
                  <a:pt x="3529" y="8192"/>
                  <a:pt x="3340" y="8192"/>
                </a:cubicBezTo>
                <a:cubicBezTo>
                  <a:pt x="3151" y="8192"/>
                  <a:pt x="2993" y="8034"/>
                  <a:pt x="2993" y="7845"/>
                </a:cubicBezTo>
                <a:cubicBezTo>
                  <a:pt x="2993" y="7625"/>
                  <a:pt x="3151" y="7467"/>
                  <a:pt x="3340" y="7467"/>
                </a:cubicBezTo>
                <a:close/>
                <a:moveTo>
                  <a:pt x="10271" y="7467"/>
                </a:moveTo>
                <a:cubicBezTo>
                  <a:pt x="10460" y="7467"/>
                  <a:pt x="10618" y="7625"/>
                  <a:pt x="10618" y="7845"/>
                </a:cubicBezTo>
                <a:cubicBezTo>
                  <a:pt x="10618" y="8034"/>
                  <a:pt x="10460" y="8192"/>
                  <a:pt x="10271" y="8192"/>
                </a:cubicBezTo>
                <a:cubicBezTo>
                  <a:pt x="10082" y="8192"/>
                  <a:pt x="9924" y="8034"/>
                  <a:pt x="9924" y="7845"/>
                </a:cubicBezTo>
                <a:cubicBezTo>
                  <a:pt x="9924" y="7625"/>
                  <a:pt x="10082" y="7467"/>
                  <a:pt x="10271" y="7467"/>
                </a:cubicBezTo>
                <a:close/>
                <a:moveTo>
                  <a:pt x="1544" y="1"/>
                </a:moveTo>
                <a:cubicBezTo>
                  <a:pt x="1166" y="1"/>
                  <a:pt x="820" y="158"/>
                  <a:pt x="536" y="379"/>
                </a:cubicBezTo>
                <a:cubicBezTo>
                  <a:pt x="0" y="946"/>
                  <a:pt x="0" y="1796"/>
                  <a:pt x="536" y="2363"/>
                </a:cubicBezTo>
                <a:lnTo>
                  <a:pt x="2206" y="4002"/>
                </a:lnTo>
                <a:cubicBezTo>
                  <a:pt x="2678" y="4474"/>
                  <a:pt x="3277" y="4726"/>
                  <a:pt x="3938" y="4726"/>
                </a:cubicBezTo>
                <a:lnTo>
                  <a:pt x="4002" y="4726"/>
                </a:lnTo>
                <a:lnTo>
                  <a:pt x="6175" y="5955"/>
                </a:lnTo>
                <a:lnTo>
                  <a:pt x="4128" y="7089"/>
                </a:lnTo>
                <a:cubicBezTo>
                  <a:pt x="3938" y="6900"/>
                  <a:pt x="3686" y="6774"/>
                  <a:pt x="3371" y="6774"/>
                </a:cubicBezTo>
                <a:cubicBezTo>
                  <a:pt x="2804" y="6774"/>
                  <a:pt x="2363" y="7247"/>
                  <a:pt x="2363" y="7782"/>
                </a:cubicBezTo>
                <a:cubicBezTo>
                  <a:pt x="2363" y="8381"/>
                  <a:pt x="2836" y="8822"/>
                  <a:pt x="3371" y="8822"/>
                </a:cubicBezTo>
                <a:cubicBezTo>
                  <a:pt x="3812" y="8822"/>
                  <a:pt x="4222" y="8538"/>
                  <a:pt x="4380" y="8097"/>
                </a:cubicBezTo>
                <a:lnTo>
                  <a:pt x="9326" y="8097"/>
                </a:lnTo>
                <a:cubicBezTo>
                  <a:pt x="9483" y="8507"/>
                  <a:pt x="9830" y="8822"/>
                  <a:pt x="10302" y="8822"/>
                </a:cubicBezTo>
                <a:cubicBezTo>
                  <a:pt x="10901" y="8822"/>
                  <a:pt x="11342" y="8349"/>
                  <a:pt x="11342" y="7782"/>
                </a:cubicBezTo>
                <a:cubicBezTo>
                  <a:pt x="11342" y="7184"/>
                  <a:pt x="10870" y="6774"/>
                  <a:pt x="10302" y="6774"/>
                </a:cubicBezTo>
                <a:cubicBezTo>
                  <a:pt x="10050" y="6774"/>
                  <a:pt x="9767" y="6900"/>
                  <a:pt x="9578" y="7089"/>
                </a:cubicBezTo>
                <a:lnTo>
                  <a:pt x="7530" y="5955"/>
                </a:lnTo>
                <a:lnTo>
                  <a:pt x="9672" y="4726"/>
                </a:lnTo>
                <a:lnTo>
                  <a:pt x="10555" y="4726"/>
                </a:lnTo>
                <a:cubicBezTo>
                  <a:pt x="11311" y="4726"/>
                  <a:pt x="11941" y="4096"/>
                  <a:pt x="11941" y="3340"/>
                </a:cubicBezTo>
                <a:cubicBezTo>
                  <a:pt x="11941" y="2584"/>
                  <a:pt x="11311" y="1954"/>
                  <a:pt x="10555" y="1954"/>
                </a:cubicBezTo>
                <a:lnTo>
                  <a:pt x="9263" y="1954"/>
                </a:lnTo>
                <a:lnTo>
                  <a:pt x="9263" y="1607"/>
                </a:lnTo>
                <a:cubicBezTo>
                  <a:pt x="9263" y="1009"/>
                  <a:pt x="8790" y="599"/>
                  <a:pt x="8223" y="599"/>
                </a:cubicBezTo>
                <a:lnTo>
                  <a:pt x="5482" y="599"/>
                </a:lnTo>
                <a:cubicBezTo>
                  <a:pt x="4884" y="599"/>
                  <a:pt x="4443" y="1072"/>
                  <a:pt x="4443" y="1607"/>
                </a:cubicBezTo>
                <a:lnTo>
                  <a:pt x="4443" y="1954"/>
                </a:lnTo>
                <a:cubicBezTo>
                  <a:pt x="4222" y="1954"/>
                  <a:pt x="3970" y="1859"/>
                  <a:pt x="3781" y="1639"/>
                </a:cubicBezTo>
                <a:lnTo>
                  <a:pt x="2521" y="379"/>
                </a:lnTo>
                <a:cubicBezTo>
                  <a:pt x="2237" y="127"/>
                  <a:pt x="1891" y="1"/>
                  <a:pt x="154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17" name="Google Shape;2317;p44"/>
          <p:cNvGrpSpPr/>
          <p:nvPr/>
        </p:nvGrpSpPr>
        <p:grpSpPr>
          <a:xfrm>
            <a:off x="5084438" y="1992883"/>
            <a:ext cx="284037" cy="284805"/>
            <a:chOff x="-28467625" y="2331750"/>
            <a:chExt cx="296150" cy="296950"/>
          </a:xfrm>
        </p:grpSpPr>
        <p:sp>
          <p:nvSpPr>
            <p:cNvPr id="2318" name="Google Shape;2318;p44"/>
            <p:cNvSpPr/>
            <p:nvPr/>
          </p:nvSpPr>
          <p:spPr>
            <a:xfrm>
              <a:off x="-28467625" y="2331750"/>
              <a:ext cx="296150" cy="296950"/>
            </a:xfrm>
            <a:custGeom>
              <a:rect b="b" l="l" r="r" t="t"/>
              <a:pathLst>
                <a:path extrusionOk="0" h="11878" w="11846">
                  <a:moveTo>
                    <a:pt x="1733" y="3466"/>
                  </a:moveTo>
                  <a:cubicBezTo>
                    <a:pt x="1922" y="3466"/>
                    <a:pt x="2080" y="3624"/>
                    <a:pt x="2080" y="3813"/>
                  </a:cubicBezTo>
                  <a:cubicBezTo>
                    <a:pt x="2080" y="4002"/>
                    <a:pt x="1922" y="4159"/>
                    <a:pt x="1733" y="4159"/>
                  </a:cubicBezTo>
                  <a:lnTo>
                    <a:pt x="693" y="4159"/>
                  </a:lnTo>
                  <a:lnTo>
                    <a:pt x="693" y="3466"/>
                  </a:lnTo>
                  <a:close/>
                  <a:moveTo>
                    <a:pt x="1418" y="4821"/>
                  </a:moveTo>
                  <a:lnTo>
                    <a:pt x="1418" y="6963"/>
                  </a:lnTo>
                  <a:lnTo>
                    <a:pt x="693" y="6963"/>
                  </a:lnTo>
                  <a:lnTo>
                    <a:pt x="693" y="4821"/>
                  </a:lnTo>
                  <a:close/>
                  <a:moveTo>
                    <a:pt x="1733" y="7656"/>
                  </a:moveTo>
                  <a:cubicBezTo>
                    <a:pt x="1922" y="7656"/>
                    <a:pt x="2080" y="7814"/>
                    <a:pt x="2080" y="8034"/>
                  </a:cubicBezTo>
                  <a:cubicBezTo>
                    <a:pt x="2080" y="8223"/>
                    <a:pt x="1922" y="8381"/>
                    <a:pt x="1733" y="8381"/>
                  </a:cubicBezTo>
                  <a:lnTo>
                    <a:pt x="693" y="8381"/>
                  </a:lnTo>
                  <a:lnTo>
                    <a:pt x="693" y="7656"/>
                  </a:lnTo>
                  <a:close/>
                  <a:moveTo>
                    <a:pt x="9389" y="2080"/>
                  </a:moveTo>
                  <a:cubicBezTo>
                    <a:pt x="9609" y="2080"/>
                    <a:pt x="9767" y="2237"/>
                    <a:pt x="9767" y="2426"/>
                  </a:cubicBezTo>
                  <a:lnTo>
                    <a:pt x="9767" y="9389"/>
                  </a:lnTo>
                  <a:cubicBezTo>
                    <a:pt x="9767" y="9610"/>
                    <a:pt x="9609" y="9767"/>
                    <a:pt x="9389" y="9767"/>
                  </a:cubicBezTo>
                  <a:lnTo>
                    <a:pt x="2426" y="9767"/>
                  </a:lnTo>
                  <a:cubicBezTo>
                    <a:pt x="2237" y="9767"/>
                    <a:pt x="2080" y="9610"/>
                    <a:pt x="2080" y="9389"/>
                  </a:cubicBezTo>
                  <a:lnTo>
                    <a:pt x="2080" y="9011"/>
                  </a:lnTo>
                  <a:cubicBezTo>
                    <a:pt x="2458" y="8853"/>
                    <a:pt x="2773" y="8507"/>
                    <a:pt x="2773" y="8034"/>
                  </a:cubicBezTo>
                  <a:cubicBezTo>
                    <a:pt x="2773" y="7562"/>
                    <a:pt x="2521" y="7184"/>
                    <a:pt x="2080" y="7026"/>
                  </a:cubicBezTo>
                  <a:lnTo>
                    <a:pt x="2080" y="4789"/>
                  </a:lnTo>
                  <a:cubicBezTo>
                    <a:pt x="2458" y="4632"/>
                    <a:pt x="2773" y="4285"/>
                    <a:pt x="2773" y="3813"/>
                  </a:cubicBezTo>
                  <a:cubicBezTo>
                    <a:pt x="2773" y="3340"/>
                    <a:pt x="2521" y="2994"/>
                    <a:pt x="2080" y="2836"/>
                  </a:cubicBezTo>
                  <a:lnTo>
                    <a:pt x="2080" y="2426"/>
                  </a:lnTo>
                  <a:cubicBezTo>
                    <a:pt x="2080" y="2237"/>
                    <a:pt x="2237" y="2080"/>
                    <a:pt x="2426" y="2080"/>
                  </a:cubicBezTo>
                  <a:close/>
                  <a:moveTo>
                    <a:pt x="9389" y="694"/>
                  </a:moveTo>
                  <a:cubicBezTo>
                    <a:pt x="10334" y="694"/>
                    <a:pt x="11121" y="1481"/>
                    <a:pt x="11121" y="2426"/>
                  </a:cubicBezTo>
                  <a:lnTo>
                    <a:pt x="11121" y="9389"/>
                  </a:lnTo>
                  <a:cubicBezTo>
                    <a:pt x="11121" y="10334"/>
                    <a:pt x="10334" y="11122"/>
                    <a:pt x="9389" y="11122"/>
                  </a:cubicBezTo>
                  <a:lnTo>
                    <a:pt x="2426" y="11122"/>
                  </a:lnTo>
                  <a:cubicBezTo>
                    <a:pt x="1481" y="11122"/>
                    <a:pt x="693" y="10334"/>
                    <a:pt x="693" y="9389"/>
                  </a:cubicBezTo>
                  <a:lnTo>
                    <a:pt x="693" y="9042"/>
                  </a:lnTo>
                  <a:lnTo>
                    <a:pt x="1418" y="9042"/>
                  </a:lnTo>
                  <a:lnTo>
                    <a:pt x="1418" y="9389"/>
                  </a:lnTo>
                  <a:cubicBezTo>
                    <a:pt x="1418" y="9988"/>
                    <a:pt x="1891" y="10429"/>
                    <a:pt x="2426" y="10429"/>
                  </a:cubicBezTo>
                  <a:lnTo>
                    <a:pt x="9389" y="10429"/>
                  </a:lnTo>
                  <a:cubicBezTo>
                    <a:pt x="9987" y="10429"/>
                    <a:pt x="10428" y="9956"/>
                    <a:pt x="10428" y="9389"/>
                  </a:cubicBezTo>
                  <a:lnTo>
                    <a:pt x="10428" y="2426"/>
                  </a:lnTo>
                  <a:cubicBezTo>
                    <a:pt x="10428" y="1828"/>
                    <a:pt x="9956" y="1418"/>
                    <a:pt x="9389" y="1418"/>
                  </a:cubicBezTo>
                  <a:lnTo>
                    <a:pt x="2426" y="1418"/>
                  </a:lnTo>
                  <a:cubicBezTo>
                    <a:pt x="1828" y="1418"/>
                    <a:pt x="1418" y="1891"/>
                    <a:pt x="1418" y="2426"/>
                  </a:cubicBezTo>
                  <a:lnTo>
                    <a:pt x="1418" y="2773"/>
                  </a:lnTo>
                  <a:lnTo>
                    <a:pt x="693" y="2773"/>
                  </a:lnTo>
                  <a:lnTo>
                    <a:pt x="693" y="2426"/>
                  </a:lnTo>
                  <a:cubicBezTo>
                    <a:pt x="693" y="1481"/>
                    <a:pt x="1481" y="694"/>
                    <a:pt x="2426" y="694"/>
                  </a:cubicBezTo>
                  <a:close/>
                  <a:moveTo>
                    <a:pt x="2426" y="1"/>
                  </a:moveTo>
                  <a:cubicBezTo>
                    <a:pt x="1103" y="1"/>
                    <a:pt x="0" y="1103"/>
                    <a:pt x="0" y="2426"/>
                  </a:cubicBezTo>
                  <a:lnTo>
                    <a:pt x="0" y="3151"/>
                  </a:lnTo>
                  <a:lnTo>
                    <a:pt x="0" y="4506"/>
                  </a:lnTo>
                  <a:lnTo>
                    <a:pt x="0" y="7341"/>
                  </a:lnTo>
                  <a:lnTo>
                    <a:pt x="0" y="8727"/>
                  </a:lnTo>
                  <a:lnTo>
                    <a:pt x="0" y="9452"/>
                  </a:lnTo>
                  <a:cubicBezTo>
                    <a:pt x="0" y="10775"/>
                    <a:pt x="1103" y="11878"/>
                    <a:pt x="2426" y="11878"/>
                  </a:cubicBezTo>
                  <a:lnTo>
                    <a:pt x="9389" y="11878"/>
                  </a:lnTo>
                  <a:cubicBezTo>
                    <a:pt x="10743" y="11878"/>
                    <a:pt x="11846" y="10775"/>
                    <a:pt x="11846" y="9452"/>
                  </a:cubicBezTo>
                  <a:lnTo>
                    <a:pt x="11846" y="2458"/>
                  </a:lnTo>
                  <a:cubicBezTo>
                    <a:pt x="11846" y="1103"/>
                    <a:pt x="10743" y="1"/>
                    <a:pt x="938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9" name="Google Shape;2319;p44"/>
            <p:cNvSpPr/>
            <p:nvPr/>
          </p:nvSpPr>
          <p:spPr>
            <a:xfrm>
              <a:off x="-28371550" y="2419175"/>
              <a:ext cx="121325" cy="121325"/>
            </a:xfrm>
            <a:custGeom>
              <a:rect b="b" l="l" r="r" t="t"/>
              <a:pathLst>
                <a:path extrusionOk="0" h="4853" w="4853">
                  <a:moveTo>
                    <a:pt x="2773" y="662"/>
                  </a:moveTo>
                  <a:lnTo>
                    <a:pt x="2773" y="1670"/>
                  </a:lnTo>
                  <a:cubicBezTo>
                    <a:pt x="2773" y="1891"/>
                    <a:pt x="2931" y="2048"/>
                    <a:pt x="3120" y="2048"/>
                  </a:cubicBezTo>
                  <a:lnTo>
                    <a:pt x="4159" y="2048"/>
                  </a:lnTo>
                  <a:lnTo>
                    <a:pt x="4159" y="2741"/>
                  </a:lnTo>
                  <a:lnTo>
                    <a:pt x="3120" y="2741"/>
                  </a:lnTo>
                  <a:cubicBezTo>
                    <a:pt x="2931" y="2741"/>
                    <a:pt x="2773" y="2899"/>
                    <a:pt x="2773" y="3120"/>
                  </a:cubicBezTo>
                  <a:lnTo>
                    <a:pt x="2773" y="4128"/>
                  </a:lnTo>
                  <a:lnTo>
                    <a:pt x="2049" y="4128"/>
                  </a:lnTo>
                  <a:lnTo>
                    <a:pt x="2049" y="3120"/>
                  </a:lnTo>
                  <a:cubicBezTo>
                    <a:pt x="2049" y="2899"/>
                    <a:pt x="1891" y="2741"/>
                    <a:pt x="1702" y="2741"/>
                  </a:cubicBezTo>
                  <a:lnTo>
                    <a:pt x="662" y="2741"/>
                  </a:lnTo>
                  <a:lnTo>
                    <a:pt x="662" y="2048"/>
                  </a:lnTo>
                  <a:lnTo>
                    <a:pt x="1702" y="2048"/>
                  </a:lnTo>
                  <a:cubicBezTo>
                    <a:pt x="1891" y="2048"/>
                    <a:pt x="2049" y="1891"/>
                    <a:pt x="2049" y="1670"/>
                  </a:cubicBezTo>
                  <a:lnTo>
                    <a:pt x="2049" y="662"/>
                  </a:lnTo>
                  <a:close/>
                  <a:moveTo>
                    <a:pt x="1734" y="1"/>
                  </a:moveTo>
                  <a:cubicBezTo>
                    <a:pt x="1545" y="1"/>
                    <a:pt x="1387" y="158"/>
                    <a:pt x="1387" y="347"/>
                  </a:cubicBezTo>
                  <a:lnTo>
                    <a:pt x="1387" y="1387"/>
                  </a:lnTo>
                  <a:lnTo>
                    <a:pt x="347" y="1387"/>
                  </a:lnTo>
                  <a:cubicBezTo>
                    <a:pt x="158" y="1387"/>
                    <a:pt x="1" y="1544"/>
                    <a:pt x="1" y="1733"/>
                  </a:cubicBezTo>
                  <a:lnTo>
                    <a:pt x="1" y="3120"/>
                  </a:lnTo>
                  <a:cubicBezTo>
                    <a:pt x="1" y="3309"/>
                    <a:pt x="158" y="3466"/>
                    <a:pt x="347" y="3466"/>
                  </a:cubicBezTo>
                  <a:lnTo>
                    <a:pt x="1387" y="3466"/>
                  </a:lnTo>
                  <a:lnTo>
                    <a:pt x="1387" y="4474"/>
                  </a:lnTo>
                  <a:cubicBezTo>
                    <a:pt x="1387" y="4695"/>
                    <a:pt x="1545" y="4852"/>
                    <a:pt x="1734" y="4852"/>
                  </a:cubicBezTo>
                  <a:lnTo>
                    <a:pt x="3120" y="4852"/>
                  </a:lnTo>
                  <a:cubicBezTo>
                    <a:pt x="3309" y="4852"/>
                    <a:pt x="3466" y="4695"/>
                    <a:pt x="3466" y="4474"/>
                  </a:cubicBezTo>
                  <a:lnTo>
                    <a:pt x="3466" y="3466"/>
                  </a:lnTo>
                  <a:lnTo>
                    <a:pt x="4506" y="3466"/>
                  </a:lnTo>
                  <a:cubicBezTo>
                    <a:pt x="4695" y="3466"/>
                    <a:pt x="4853" y="3309"/>
                    <a:pt x="4853" y="3120"/>
                  </a:cubicBezTo>
                  <a:lnTo>
                    <a:pt x="4853" y="1733"/>
                  </a:lnTo>
                  <a:cubicBezTo>
                    <a:pt x="4853" y="1544"/>
                    <a:pt x="4695" y="1387"/>
                    <a:pt x="4506" y="1387"/>
                  </a:cubicBezTo>
                  <a:lnTo>
                    <a:pt x="3466" y="1387"/>
                  </a:lnTo>
                  <a:lnTo>
                    <a:pt x="3466" y="347"/>
                  </a:lnTo>
                  <a:cubicBezTo>
                    <a:pt x="3466" y="158"/>
                    <a:pt x="3309" y="1"/>
                    <a:pt x="31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3" name="Shape 2323"/>
        <p:cNvGrpSpPr/>
        <p:nvPr/>
      </p:nvGrpSpPr>
      <p:grpSpPr>
        <a:xfrm>
          <a:off x="0" y="0"/>
          <a:ext cx="0" cy="0"/>
          <a:chOff x="0" y="0"/>
          <a:chExt cx="0" cy="0"/>
        </a:xfrm>
      </p:grpSpPr>
      <p:sp>
        <p:nvSpPr>
          <p:cNvPr id="2324" name="Google Shape;2324;p45"/>
          <p:cNvSpPr txBox="1"/>
          <p:nvPr>
            <p:ph type="title"/>
          </p:nvPr>
        </p:nvSpPr>
        <p:spPr>
          <a:xfrm>
            <a:off x="728527" y="539500"/>
            <a:ext cx="3347700" cy="48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Business icons</a:t>
            </a:r>
            <a:endParaRPr/>
          </a:p>
        </p:txBody>
      </p:sp>
      <p:sp>
        <p:nvSpPr>
          <p:cNvPr id="2325" name="Google Shape;2325;p45"/>
          <p:cNvSpPr txBox="1"/>
          <p:nvPr>
            <p:ph idx="2" type="title"/>
          </p:nvPr>
        </p:nvSpPr>
        <p:spPr>
          <a:xfrm>
            <a:off x="4977550" y="539500"/>
            <a:ext cx="3458400" cy="48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Teamwork icons</a:t>
            </a:r>
            <a:endParaRPr/>
          </a:p>
        </p:txBody>
      </p:sp>
      <p:grpSp>
        <p:nvGrpSpPr>
          <p:cNvPr id="2326" name="Google Shape;2326;p45"/>
          <p:cNvGrpSpPr/>
          <p:nvPr/>
        </p:nvGrpSpPr>
        <p:grpSpPr>
          <a:xfrm>
            <a:off x="717052" y="1554729"/>
            <a:ext cx="284953" cy="284931"/>
            <a:chOff x="-65131525" y="1914325"/>
            <a:chExt cx="316650" cy="316625"/>
          </a:xfrm>
        </p:grpSpPr>
        <p:sp>
          <p:nvSpPr>
            <p:cNvPr id="2327" name="Google Shape;2327;p45"/>
            <p:cNvSpPr/>
            <p:nvPr/>
          </p:nvSpPr>
          <p:spPr>
            <a:xfrm>
              <a:off x="-65024400" y="1949750"/>
              <a:ext cx="103175" cy="247350"/>
            </a:xfrm>
            <a:custGeom>
              <a:rect b="b" l="l" r="r" t="t"/>
              <a:pathLst>
                <a:path extrusionOk="0" h="9894" w="4127">
                  <a:moveTo>
                    <a:pt x="2048" y="1"/>
                  </a:moveTo>
                  <a:cubicBezTo>
                    <a:pt x="1859" y="1"/>
                    <a:pt x="1638" y="190"/>
                    <a:pt x="1638" y="379"/>
                  </a:cubicBezTo>
                  <a:lnTo>
                    <a:pt x="1638" y="851"/>
                  </a:lnTo>
                  <a:cubicBezTo>
                    <a:pt x="725" y="1040"/>
                    <a:pt x="0" y="1891"/>
                    <a:pt x="0" y="2868"/>
                  </a:cubicBezTo>
                  <a:cubicBezTo>
                    <a:pt x="0" y="3970"/>
                    <a:pt x="977" y="4632"/>
                    <a:pt x="1827" y="5262"/>
                  </a:cubicBezTo>
                  <a:cubicBezTo>
                    <a:pt x="2552" y="5829"/>
                    <a:pt x="3308" y="6333"/>
                    <a:pt x="3308" y="6995"/>
                  </a:cubicBezTo>
                  <a:cubicBezTo>
                    <a:pt x="3308" y="7656"/>
                    <a:pt x="2772" y="8255"/>
                    <a:pt x="2079" y="8255"/>
                  </a:cubicBezTo>
                  <a:cubicBezTo>
                    <a:pt x="1418" y="8255"/>
                    <a:pt x="851" y="7688"/>
                    <a:pt x="851" y="6995"/>
                  </a:cubicBezTo>
                  <a:cubicBezTo>
                    <a:pt x="851" y="6774"/>
                    <a:pt x="662" y="6617"/>
                    <a:pt x="441" y="6617"/>
                  </a:cubicBezTo>
                  <a:cubicBezTo>
                    <a:pt x="189" y="6617"/>
                    <a:pt x="32" y="6806"/>
                    <a:pt x="32" y="6995"/>
                  </a:cubicBezTo>
                  <a:cubicBezTo>
                    <a:pt x="32" y="7971"/>
                    <a:pt x="756" y="8854"/>
                    <a:pt x="1701" y="9011"/>
                  </a:cubicBezTo>
                  <a:lnTo>
                    <a:pt x="1701" y="9484"/>
                  </a:lnTo>
                  <a:cubicBezTo>
                    <a:pt x="1701" y="9704"/>
                    <a:pt x="1890" y="9893"/>
                    <a:pt x="2079" y="9893"/>
                  </a:cubicBezTo>
                  <a:cubicBezTo>
                    <a:pt x="2268" y="9893"/>
                    <a:pt x="2489" y="9704"/>
                    <a:pt x="2489" y="9484"/>
                  </a:cubicBezTo>
                  <a:lnTo>
                    <a:pt x="2489" y="9011"/>
                  </a:lnTo>
                  <a:cubicBezTo>
                    <a:pt x="3434" y="8791"/>
                    <a:pt x="4127" y="7971"/>
                    <a:pt x="4127" y="6995"/>
                  </a:cubicBezTo>
                  <a:cubicBezTo>
                    <a:pt x="4127" y="5892"/>
                    <a:pt x="3151" y="5231"/>
                    <a:pt x="2331" y="4600"/>
                  </a:cubicBezTo>
                  <a:cubicBezTo>
                    <a:pt x="1575" y="4033"/>
                    <a:pt x="819" y="3529"/>
                    <a:pt x="819" y="2868"/>
                  </a:cubicBezTo>
                  <a:cubicBezTo>
                    <a:pt x="788" y="2143"/>
                    <a:pt x="1386" y="1607"/>
                    <a:pt x="2048" y="1607"/>
                  </a:cubicBezTo>
                  <a:cubicBezTo>
                    <a:pt x="2709" y="1607"/>
                    <a:pt x="3277" y="2143"/>
                    <a:pt x="3277" y="2868"/>
                  </a:cubicBezTo>
                  <a:cubicBezTo>
                    <a:pt x="3277" y="3088"/>
                    <a:pt x="3466" y="3246"/>
                    <a:pt x="3686" y="3246"/>
                  </a:cubicBezTo>
                  <a:cubicBezTo>
                    <a:pt x="3938" y="3246"/>
                    <a:pt x="4096" y="3057"/>
                    <a:pt x="4096" y="2868"/>
                  </a:cubicBezTo>
                  <a:cubicBezTo>
                    <a:pt x="4096" y="1891"/>
                    <a:pt x="3371" y="1009"/>
                    <a:pt x="2426" y="851"/>
                  </a:cubicBezTo>
                  <a:lnTo>
                    <a:pt x="2426" y="379"/>
                  </a:lnTo>
                  <a:cubicBezTo>
                    <a:pt x="2426" y="158"/>
                    <a:pt x="2237" y="1"/>
                    <a:pt x="20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8" name="Google Shape;2328;p45"/>
            <p:cNvSpPr/>
            <p:nvPr/>
          </p:nvSpPr>
          <p:spPr>
            <a:xfrm>
              <a:off x="-65131525" y="1914325"/>
              <a:ext cx="316650" cy="316625"/>
            </a:xfrm>
            <a:custGeom>
              <a:rect b="b" l="l" r="r" t="t"/>
              <a:pathLst>
                <a:path extrusionOk="0" h="12665" w="12666">
                  <a:moveTo>
                    <a:pt x="6333" y="819"/>
                  </a:moveTo>
                  <a:cubicBezTo>
                    <a:pt x="9357" y="819"/>
                    <a:pt x="11846" y="3308"/>
                    <a:pt x="11846" y="6332"/>
                  </a:cubicBezTo>
                  <a:cubicBezTo>
                    <a:pt x="11846" y="9357"/>
                    <a:pt x="9357" y="11846"/>
                    <a:pt x="6333" y="11846"/>
                  </a:cubicBezTo>
                  <a:cubicBezTo>
                    <a:pt x="3308" y="11846"/>
                    <a:pt x="819" y="9357"/>
                    <a:pt x="819" y="6332"/>
                  </a:cubicBezTo>
                  <a:cubicBezTo>
                    <a:pt x="819" y="3308"/>
                    <a:pt x="3308" y="819"/>
                    <a:pt x="6333" y="819"/>
                  </a:cubicBezTo>
                  <a:close/>
                  <a:moveTo>
                    <a:pt x="6333" y="0"/>
                  </a:moveTo>
                  <a:cubicBezTo>
                    <a:pt x="2836" y="0"/>
                    <a:pt x="0" y="2835"/>
                    <a:pt x="0" y="6332"/>
                  </a:cubicBezTo>
                  <a:cubicBezTo>
                    <a:pt x="0" y="9830"/>
                    <a:pt x="2836" y="12665"/>
                    <a:pt x="6333" y="12665"/>
                  </a:cubicBezTo>
                  <a:cubicBezTo>
                    <a:pt x="9830" y="12665"/>
                    <a:pt x="12665" y="9830"/>
                    <a:pt x="12665" y="6332"/>
                  </a:cubicBezTo>
                  <a:cubicBezTo>
                    <a:pt x="12665" y="2835"/>
                    <a:pt x="9830" y="0"/>
                    <a:pt x="63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29" name="Google Shape;2329;p45"/>
          <p:cNvGrpSpPr/>
          <p:nvPr/>
        </p:nvGrpSpPr>
        <p:grpSpPr>
          <a:xfrm>
            <a:off x="717052" y="1992261"/>
            <a:ext cx="284953" cy="284953"/>
            <a:chOff x="-65131525" y="2281350"/>
            <a:chExt cx="316650" cy="316650"/>
          </a:xfrm>
        </p:grpSpPr>
        <p:sp>
          <p:nvSpPr>
            <p:cNvPr id="2330" name="Google Shape;2330;p45"/>
            <p:cNvSpPr/>
            <p:nvPr/>
          </p:nvSpPr>
          <p:spPr>
            <a:xfrm>
              <a:off x="-65131525" y="2322300"/>
              <a:ext cx="275675" cy="275700"/>
            </a:xfrm>
            <a:custGeom>
              <a:rect b="b" l="l" r="r" t="t"/>
              <a:pathLst>
                <a:path extrusionOk="0" h="11028" w="11027">
                  <a:moveTo>
                    <a:pt x="5073" y="820"/>
                  </a:moveTo>
                  <a:lnTo>
                    <a:pt x="5073" y="5514"/>
                  </a:lnTo>
                  <a:cubicBezTo>
                    <a:pt x="5073" y="5766"/>
                    <a:pt x="5262" y="5923"/>
                    <a:pt x="5482" y="5923"/>
                  </a:cubicBezTo>
                  <a:lnTo>
                    <a:pt x="10145" y="5923"/>
                  </a:lnTo>
                  <a:cubicBezTo>
                    <a:pt x="9956" y="8318"/>
                    <a:pt x="7940" y="10208"/>
                    <a:pt x="5482" y="10208"/>
                  </a:cubicBezTo>
                  <a:cubicBezTo>
                    <a:pt x="2867" y="10208"/>
                    <a:pt x="788" y="8129"/>
                    <a:pt x="788" y="5514"/>
                  </a:cubicBezTo>
                  <a:cubicBezTo>
                    <a:pt x="788" y="3088"/>
                    <a:pt x="2678" y="1072"/>
                    <a:pt x="5073" y="820"/>
                  </a:cubicBezTo>
                  <a:close/>
                  <a:moveTo>
                    <a:pt x="5514" y="0"/>
                  </a:moveTo>
                  <a:cubicBezTo>
                    <a:pt x="2458" y="0"/>
                    <a:pt x="0" y="2489"/>
                    <a:pt x="0" y="5514"/>
                  </a:cubicBezTo>
                  <a:cubicBezTo>
                    <a:pt x="0" y="8538"/>
                    <a:pt x="2458" y="11027"/>
                    <a:pt x="5514" y="11027"/>
                  </a:cubicBezTo>
                  <a:cubicBezTo>
                    <a:pt x="8538" y="11027"/>
                    <a:pt x="11027" y="8538"/>
                    <a:pt x="11027" y="5514"/>
                  </a:cubicBezTo>
                  <a:cubicBezTo>
                    <a:pt x="11027" y="5293"/>
                    <a:pt x="10807" y="5104"/>
                    <a:pt x="10618" y="5104"/>
                  </a:cubicBezTo>
                  <a:lnTo>
                    <a:pt x="5923" y="5104"/>
                  </a:lnTo>
                  <a:lnTo>
                    <a:pt x="5923" y="410"/>
                  </a:lnTo>
                  <a:cubicBezTo>
                    <a:pt x="5892" y="158"/>
                    <a:pt x="5734" y="0"/>
                    <a:pt x="551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1" name="Google Shape;2331;p45"/>
            <p:cNvSpPr/>
            <p:nvPr/>
          </p:nvSpPr>
          <p:spPr>
            <a:xfrm>
              <a:off x="-64963775" y="2281350"/>
              <a:ext cx="148900" cy="148875"/>
            </a:xfrm>
            <a:custGeom>
              <a:rect b="b" l="l" r="r" t="t"/>
              <a:pathLst>
                <a:path extrusionOk="0" h="5955" w="5956">
                  <a:moveTo>
                    <a:pt x="852" y="819"/>
                  </a:moveTo>
                  <a:cubicBezTo>
                    <a:pt x="3088" y="1008"/>
                    <a:pt x="4884" y="2836"/>
                    <a:pt x="5105" y="5073"/>
                  </a:cubicBezTo>
                  <a:lnTo>
                    <a:pt x="852" y="5073"/>
                  </a:lnTo>
                  <a:lnTo>
                    <a:pt x="852" y="819"/>
                  </a:lnTo>
                  <a:close/>
                  <a:moveTo>
                    <a:pt x="442" y="0"/>
                  </a:moveTo>
                  <a:cubicBezTo>
                    <a:pt x="221" y="0"/>
                    <a:pt x="1" y="189"/>
                    <a:pt x="1" y="441"/>
                  </a:cubicBezTo>
                  <a:lnTo>
                    <a:pt x="1" y="5514"/>
                  </a:lnTo>
                  <a:cubicBezTo>
                    <a:pt x="1" y="5734"/>
                    <a:pt x="221" y="5955"/>
                    <a:pt x="442" y="5955"/>
                  </a:cubicBezTo>
                  <a:lnTo>
                    <a:pt x="5514" y="5955"/>
                  </a:lnTo>
                  <a:cubicBezTo>
                    <a:pt x="5766" y="5955"/>
                    <a:pt x="5955" y="5734"/>
                    <a:pt x="5955" y="5514"/>
                  </a:cubicBezTo>
                  <a:cubicBezTo>
                    <a:pt x="5955" y="2426"/>
                    <a:pt x="3466" y="0"/>
                    <a:pt x="4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32" name="Google Shape;2332;p45"/>
          <p:cNvGrpSpPr/>
          <p:nvPr/>
        </p:nvGrpSpPr>
        <p:grpSpPr>
          <a:xfrm>
            <a:off x="719538" y="2430417"/>
            <a:ext cx="279981" cy="285651"/>
            <a:chOff x="-65129950" y="2646800"/>
            <a:chExt cx="311125" cy="317425"/>
          </a:xfrm>
        </p:grpSpPr>
        <p:sp>
          <p:nvSpPr>
            <p:cNvPr id="2333" name="Google Shape;2333;p45"/>
            <p:cNvSpPr/>
            <p:nvPr/>
          </p:nvSpPr>
          <p:spPr>
            <a:xfrm>
              <a:off x="-65129950" y="2646800"/>
              <a:ext cx="311125" cy="317425"/>
            </a:xfrm>
            <a:custGeom>
              <a:rect b="b" l="l" r="r" t="t"/>
              <a:pathLst>
                <a:path extrusionOk="0" h="12697" w="12445">
                  <a:moveTo>
                    <a:pt x="6648" y="851"/>
                  </a:moveTo>
                  <a:lnTo>
                    <a:pt x="6648" y="1954"/>
                  </a:lnTo>
                  <a:lnTo>
                    <a:pt x="5860" y="1954"/>
                  </a:lnTo>
                  <a:lnTo>
                    <a:pt x="5860" y="851"/>
                  </a:lnTo>
                  <a:close/>
                  <a:moveTo>
                    <a:pt x="1261" y="1954"/>
                  </a:moveTo>
                  <a:cubicBezTo>
                    <a:pt x="1355" y="1954"/>
                    <a:pt x="1450" y="1985"/>
                    <a:pt x="1544" y="2080"/>
                  </a:cubicBezTo>
                  <a:cubicBezTo>
                    <a:pt x="1733" y="2237"/>
                    <a:pt x="1733" y="2521"/>
                    <a:pt x="1576" y="2678"/>
                  </a:cubicBezTo>
                  <a:cubicBezTo>
                    <a:pt x="1497" y="2757"/>
                    <a:pt x="1387" y="2797"/>
                    <a:pt x="1276" y="2797"/>
                  </a:cubicBezTo>
                  <a:cubicBezTo>
                    <a:pt x="1166" y="2797"/>
                    <a:pt x="1056" y="2757"/>
                    <a:pt x="977" y="2678"/>
                  </a:cubicBezTo>
                  <a:cubicBezTo>
                    <a:pt x="819" y="2521"/>
                    <a:pt x="819" y="2237"/>
                    <a:pt x="977" y="2080"/>
                  </a:cubicBezTo>
                  <a:cubicBezTo>
                    <a:pt x="1072" y="1985"/>
                    <a:pt x="1198" y="1954"/>
                    <a:pt x="1261" y="1954"/>
                  </a:cubicBezTo>
                  <a:close/>
                  <a:moveTo>
                    <a:pt x="11216" y="1954"/>
                  </a:moveTo>
                  <a:cubicBezTo>
                    <a:pt x="11468" y="1954"/>
                    <a:pt x="11626" y="2143"/>
                    <a:pt x="11626" y="2395"/>
                  </a:cubicBezTo>
                  <a:cubicBezTo>
                    <a:pt x="11626" y="2615"/>
                    <a:pt x="11437" y="2836"/>
                    <a:pt x="11216" y="2836"/>
                  </a:cubicBezTo>
                  <a:cubicBezTo>
                    <a:pt x="11027" y="2836"/>
                    <a:pt x="10807" y="2615"/>
                    <a:pt x="10807" y="2395"/>
                  </a:cubicBezTo>
                  <a:cubicBezTo>
                    <a:pt x="10807" y="2143"/>
                    <a:pt x="10996" y="1954"/>
                    <a:pt x="11216" y="1954"/>
                  </a:cubicBezTo>
                  <a:close/>
                  <a:moveTo>
                    <a:pt x="6270" y="2773"/>
                  </a:moveTo>
                  <a:cubicBezTo>
                    <a:pt x="8759" y="2773"/>
                    <a:pt x="10807" y="4821"/>
                    <a:pt x="10807" y="7341"/>
                  </a:cubicBezTo>
                  <a:cubicBezTo>
                    <a:pt x="10807" y="9861"/>
                    <a:pt x="8759" y="11909"/>
                    <a:pt x="6270" y="11909"/>
                  </a:cubicBezTo>
                  <a:cubicBezTo>
                    <a:pt x="3781" y="11909"/>
                    <a:pt x="1733" y="9861"/>
                    <a:pt x="1733" y="7341"/>
                  </a:cubicBezTo>
                  <a:cubicBezTo>
                    <a:pt x="1733" y="4821"/>
                    <a:pt x="3781" y="2773"/>
                    <a:pt x="6270" y="2773"/>
                  </a:cubicBezTo>
                  <a:close/>
                  <a:moveTo>
                    <a:pt x="4663" y="0"/>
                  </a:moveTo>
                  <a:cubicBezTo>
                    <a:pt x="4411" y="0"/>
                    <a:pt x="4254" y="189"/>
                    <a:pt x="4254" y="410"/>
                  </a:cubicBezTo>
                  <a:cubicBezTo>
                    <a:pt x="4254" y="662"/>
                    <a:pt x="4474" y="851"/>
                    <a:pt x="4663" y="851"/>
                  </a:cubicBezTo>
                  <a:lnTo>
                    <a:pt x="5104" y="851"/>
                  </a:lnTo>
                  <a:lnTo>
                    <a:pt x="5104" y="2111"/>
                  </a:lnTo>
                  <a:cubicBezTo>
                    <a:pt x="4254" y="2300"/>
                    <a:pt x="3466" y="2710"/>
                    <a:pt x="2836" y="3245"/>
                  </a:cubicBezTo>
                  <a:lnTo>
                    <a:pt x="2489" y="2899"/>
                  </a:lnTo>
                  <a:cubicBezTo>
                    <a:pt x="2741" y="2426"/>
                    <a:pt x="2647" y="1891"/>
                    <a:pt x="2269" y="1481"/>
                  </a:cubicBezTo>
                  <a:cubicBezTo>
                    <a:pt x="2032" y="1245"/>
                    <a:pt x="1717" y="1127"/>
                    <a:pt x="1394" y="1127"/>
                  </a:cubicBezTo>
                  <a:cubicBezTo>
                    <a:pt x="1072" y="1127"/>
                    <a:pt x="741" y="1245"/>
                    <a:pt x="473" y="1481"/>
                  </a:cubicBezTo>
                  <a:cubicBezTo>
                    <a:pt x="0" y="1954"/>
                    <a:pt x="0" y="2741"/>
                    <a:pt x="473" y="3245"/>
                  </a:cubicBezTo>
                  <a:cubicBezTo>
                    <a:pt x="725" y="3498"/>
                    <a:pt x="1040" y="3624"/>
                    <a:pt x="1355" y="3624"/>
                  </a:cubicBezTo>
                  <a:cubicBezTo>
                    <a:pt x="1544" y="3624"/>
                    <a:pt x="1702" y="3561"/>
                    <a:pt x="1891" y="3498"/>
                  </a:cubicBezTo>
                  <a:lnTo>
                    <a:pt x="2269" y="3844"/>
                  </a:lnTo>
                  <a:cubicBezTo>
                    <a:pt x="1481" y="4789"/>
                    <a:pt x="946" y="6018"/>
                    <a:pt x="946" y="7341"/>
                  </a:cubicBezTo>
                  <a:cubicBezTo>
                    <a:pt x="946" y="10303"/>
                    <a:pt x="3371" y="12697"/>
                    <a:pt x="6301" y="12697"/>
                  </a:cubicBezTo>
                  <a:cubicBezTo>
                    <a:pt x="9263" y="12697"/>
                    <a:pt x="11657" y="10303"/>
                    <a:pt x="11657" y="7341"/>
                  </a:cubicBezTo>
                  <a:cubicBezTo>
                    <a:pt x="11657" y="6018"/>
                    <a:pt x="11185" y="4789"/>
                    <a:pt x="10365" y="3844"/>
                  </a:cubicBezTo>
                  <a:lnTo>
                    <a:pt x="10712" y="3498"/>
                  </a:lnTo>
                  <a:cubicBezTo>
                    <a:pt x="10838" y="3561"/>
                    <a:pt x="11027" y="3624"/>
                    <a:pt x="11216" y="3624"/>
                  </a:cubicBezTo>
                  <a:cubicBezTo>
                    <a:pt x="11909" y="3624"/>
                    <a:pt x="12445" y="3056"/>
                    <a:pt x="12445" y="2363"/>
                  </a:cubicBezTo>
                  <a:cubicBezTo>
                    <a:pt x="12445" y="1670"/>
                    <a:pt x="11909" y="1135"/>
                    <a:pt x="11216" y="1135"/>
                  </a:cubicBezTo>
                  <a:cubicBezTo>
                    <a:pt x="10555" y="1135"/>
                    <a:pt x="10019" y="1670"/>
                    <a:pt x="10019" y="2363"/>
                  </a:cubicBezTo>
                  <a:cubicBezTo>
                    <a:pt x="10019" y="2552"/>
                    <a:pt x="10050" y="2710"/>
                    <a:pt x="10113" y="2899"/>
                  </a:cubicBezTo>
                  <a:lnTo>
                    <a:pt x="9767" y="3245"/>
                  </a:lnTo>
                  <a:cubicBezTo>
                    <a:pt x="9137" y="2710"/>
                    <a:pt x="8349" y="2300"/>
                    <a:pt x="7530" y="2111"/>
                  </a:cubicBezTo>
                  <a:lnTo>
                    <a:pt x="7530" y="851"/>
                  </a:lnTo>
                  <a:lnTo>
                    <a:pt x="7971" y="851"/>
                  </a:lnTo>
                  <a:cubicBezTo>
                    <a:pt x="8192" y="851"/>
                    <a:pt x="8349" y="662"/>
                    <a:pt x="8349" y="410"/>
                  </a:cubicBezTo>
                  <a:cubicBezTo>
                    <a:pt x="8349" y="189"/>
                    <a:pt x="8160" y="0"/>
                    <a:pt x="797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4" name="Google Shape;2334;p45"/>
            <p:cNvSpPr/>
            <p:nvPr/>
          </p:nvSpPr>
          <p:spPr>
            <a:xfrm>
              <a:off x="-65066950" y="2738175"/>
              <a:ext cx="187475" cy="185100"/>
            </a:xfrm>
            <a:custGeom>
              <a:rect b="b" l="l" r="r" t="t"/>
              <a:pathLst>
                <a:path extrusionOk="0" h="7404" w="7499">
                  <a:moveTo>
                    <a:pt x="3309" y="819"/>
                  </a:moveTo>
                  <a:lnTo>
                    <a:pt x="3309" y="3686"/>
                  </a:lnTo>
                  <a:cubicBezTo>
                    <a:pt x="3309" y="3938"/>
                    <a:pt x="3498" y="4127"/>
                    <a:pt x="3718" y="4127"/>
                  </a:cubicBezTo>
                  <a:lnTo>
                    <a:pt x="6612" y="4127"/>
                  </a:lnTo>
                  <a:cubicBezTo>
                    <a:pt x="6410" y="5529"/>
                    <a:pt x="5188" y="6585"/>
                    <a:pt x="3750" y="6585"/>
                  </a:cubicBezTo>
                  <a:cubicBezTo>
                    <a:pt x="2143" y="6585"/>
                    <a:pt x="820" y="5261"/>
                    <a:pt x="820" y="3686"/>
                  </a:cubicBezTo>
                  <a:cubicBezTo>
                    <a:pt x="820" y="2237"/>
                    <a:pt x="1891" y="1008"/>
                    <a:pt x="3309" y="819"/>
                  </a:cubicBezTo>
                  <a:close/>
                  <a:moveTo>
                    <a:pt x="3750" y="0"/>
                  </a:moveTo>
                  <a:cubicBezTo>
                    <a:pt x="1702" y="0"/>
                    <a:pt x="1" y="1638"/>
                    <a:pt x="1" y="3686"/>
                  </a:cubicBezTo>
                  <a:cubicBezTo>
                    <a:pt x="1" y="5734"/>
                    <a:pt x="1671" y="7404"/>
                    <a:pt x="3750" y="7404"/>
                  </a:cubicBezTo>
                  <a:cubicBezTo>
                    <a:pt x="5798" y="7404"/>
                    <a:pt x="7499" y="5734"/>
                    <a:pt x="7499" y="3686"/>
                  </a:cubicBezTo>
                  <a:cubicBezTo>
                    <a:pt x="7499" y="3466"/>
                    <a:pt x="7278" y="3277"/>
                    <a:pt x="7058" y="3277"/>
                  </a:cubicBezTo>
                  <a:lnTo>
                    <a:pt x="4128" y="3277"/>
                  </a:lnTo>
                  <a:lnTo>
                    <a:pt x="4128" y="378"/>
                  </a:lnTo>
                  <a:cubicBezTo>
                    <a:pt x="4128" y="158"/>
                    <a:pt x="3939" y="0"/>
                    <a:pt x="375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35" name="Google Shape;2335;p45"/>
          <p:cNvGrpSpPr/>
          <p:nvPr/>
        </p:nvGrpSpPr>
        <p:grpSpPr>
          <a:xfrm>
            <a:off x="2902152" y="1553650"/>
            <a:ext cx="287068" cy="287091"/>
            <a:chOff x="-63252250" y="1930850"/>
            <a:chExt cx="319000" cy="319025"/>
          </a:xfrm>
        </p:grpSpPr>
        <p:sp>
          <p:nvSpPr>
            <p:cNvPr id="2336" name="Google Shape;2336;p45"/>
            <p:cNvSpPr/>
            <p:nvPr/>
          </p:nvSpPr>
          <p:spPr>
            <a:xfrm>
              <a:off x="-63252250" y="1930850"/>
              <a:ext cx="319000" cy="319025"/>
            </a:xfrm>
            <a:custGeom>
              <a:rect b="b" l="l" r="r" t="t"/>
              <a:pathLst>
                <a:path extrusionOk="0" h="12761" w="12760">
                  <a:moveTo>
                    <a:pt x="7026" y="914"/>
                  </a:moveTo>
                  <a:lnTo>
                    <a:pt x="7026" y="1954"/>
                  </a:lnTo>
                  <a:cubicBezTo>
                    <a:pt x="7026" y="2174"/>
                    <a:pt x="7120" y="2332"/>
                    <a:pt x="7341" y="2363"/>
                  </a:cubicBezTo>
                  <a:cubicBezTo>
                    <a:pt x="7813" y="2489"/>
                    <a:pt x="8286" y="2647"/>
                    <a:pt x="8664" y="2899"/>
                  </a:cubicBezTo>
                  <a:cubicBezTo>
                    <a:pt x="8733" y="2954"/>
                    <a:pt x="8820" y="2979"/>
                    <a:pt x="8905" y="2979"/>
                  </a:cubicBezTo>
                  <a:cubicBezTo>
                    <a:pt x="9012" y="2979"/>
                    <a:pt x="9115" y="2938"/>
                    <a:pt x="9168" y="2868"/>
                  </a:cubicBezTo>
                  <a:lnTo>
                    <a:pt x="9924" y="2111"/>
                  </a:lnTo>
                  <a:lnTo>
                    <a:pt x="10712" y="2899"/>
                  </a:lnTo>
                  <a:lnTo>
                    <a:pt x="9956" y="3655"/>
                  </a:lnTo>
                  <a:cubicBezTo>
                    <a:pt x="9861" y="3781"/>
                    <a:pt x="9798" y="4002"/>
                    <a:pt x="9924" y="4159"/>
                  </a:cubicBezTo>
                  <a:cubicBezTo>
                    <a:pt x="10208" y="4600"/>
                    <a:pt x="10397" y="5041"/>
                    <a:pt x="10460" y="5514"/>
                  </a:cubicBezTo>
                  <a:cubicBezTo>
                    <a:pt x="10523" y="5703"/>
                    <a:pt x="10680" y="5829"/>
                    <a:pt x="10869" y="5829"/>
                  </a:cubicBezTo>
                  <a:lnTo>
                    <a:pt x="11941" y="5829"/>
                  </a:lnTo>
                  <a:lnTo>
                    <a:pt x="11941" y="6932"/>
                  </a:lnTo>
                  <a:lnTo>
                    <a:pt x="10869" y="6932"/>
                  </a:lnTo>
                  <a:cubicBezTo>
                    <a:pt x="10680" y="6932"/>
                    <a:pt x="10523" y="7058"/>
                    <a:pt x="10460" y="7247"/>
                  </a:cubicBezTo>
                  <a:cubicBezTo>
                    <a:pt x="10365" y="7719"/>
                    <a:pt x="10208" y="8192"/>
                    <a:pt x="9924" y="8570"/>
                  </a:cubicBezTo>
                  <a:cubicBezTo>
                    <a:pt x="9798" y="8727"/>
                    <a:pt x="9861" y="8979"/>
                    <a:pt x="9956" y="9105"/>
                  </a:cubicBezTo>
                  <a:lnTo>
                    <a:pt x="10712" y="9830"/>
                  </a:lnTo>
                  <a:lnTo>
                    <a:pt x="9924" y="10618"/>
                  </a:lnTo>
                  <a:lnTo>
                    <a:pt x="9168" y="9893"/>
                  </a:lnTo>
                  <a:cubicBezTo>
                    <a:pt x="9111" y="9817"/>
                    <a:pt x="8996" y="9775"/>
                    <a:pt x="8879" y="9775"/>
                  </a:cubicBezTo>
                  <a:cubicBezTo>
                    <a:pt x="8803" y="9775"/>
                    <a:pt x="8726" y="9793"/>
                    <a:pt x="8664" y="9830"/>
                  </a:cubicBezTo>
                  <a:cubicBezTo>
                    <a:pt x="8223" y="10114"/>
                    <a:pt x="7813" y="10303"/>
                    <a:pt x="7341" y="10397"/>
                  </a:cubicBezTo>
                  <a:cubicBezTo>
                    <a:pt x="7120" y="10429"/>
                    <a:pt x="7026" y="10586"/>
                    <a:pt x="7026" y="10775"/>
                  </a:cubicBezTo>
                  <a:lnTo>
                    <a:pt x="7026" y="11846"/>
                  </a:lnTo>
                  <a:lnTo>
                    <a:pt x="5923" y="11846"/>
                  </a:lnTo>
                  <a:lnTo>
                    <a:pt x="5923" y="10775"/>
                  </a:lnTo>
                  <a:cubicBezTo>
                    <a:pt x="5923" y="10586"/>
                    <a:pt x="5797" y="10429"/>
                    <a:pt x="5577" y="10397"/>
                  </a:cubicBezTo>
                  <a:cubicBezTo>
                    <a:pt x="5135" y="10271"/>
                    <a:pt x="4663" y="10114"/>
                    <a:pt x="4253" y="9830"/>
                  </a:cubicBezTo>
                  <a:cubicBezTo>
                    <a:pt x="4191" y="9793"/>
                    <a:pt x="4119" y="9775"/>
                    <a:pt x="4047" y="9775"/>
                  </a:cubicBezTo>
                  <a:cubicBezTo>
                    <a:pt x="3937" y="9775"/>
                    <a:pt x="3826" y="9817"/>
                    <a:pt x="3749" y="9893"/>
                  </a:cubicBezTo>
                  <a:lnTo>
                    <a:pt x="2993" y="10618"/>
                  </a:lnTo>
                  <a:lnTo>
                    <a:pt x="2206" y="9830"/>
                  </a:lnTo>
                  <a:lnTo>
                    <a:pt x="2962" y="9105"/>
                  </a:lnTo>
                  <a:cubicBezTo>
                    <a:pt x="3088" y="8979"/>
                    <a:pt x="3119" y="8727"/>
                    <a:pt x="2993" y="8570"/>
                  </a:cubicBezTo>
                  <a:cubicBezTo>
                    <a:pt x="2710" y="8160"/>
                    <a:pt x="2521" y="7719"/>
                    <a:pt x="2458" y="7247"/>
                  </a:cubicBezTo>
                  <a:cubicBezTo>
                    <a:pt x="2395" y="7058"/>
                    <a:pt x="2237" y="6932"/>
                    <a:pt x="2048" y="6932"/>
                  </a:cubicBezTo>
                  <a:lnTo>
                    <a:pt x="977" y="6932"/>
                  </a:lnTo>
                  <a:lnTo>
                    <a:pt x="977" y="5829"/>
                  </a:lnTo>
                  <a:lnTo>
                    <a:pt x="2048" y="5829"/>
                  </a:lnTo>
                  <a:cubicBezTo>
                    <a:pt x="2237" y="5829"/>
                    <a:pt x="2395" y="5703"/>
                    <a:pt x="2458" y="5514"/>
                  </a:cubicBezTo>
                  <a:cubicBezTo>
                    <a:pt x="2552" y="5041"/>
                    <a:pt x="2710" y="4569"/>
                    <a:pt x="2993" y="4159"/>
                  </a:cubicBezTo>
                  <a:cubicBezTo>
                    <a:pt x="3119" y="4002"/>
                    <a:pt x="3088" y="3781"/>
                    <a:pt x="2962" y="3655"/>
                  </a:cubicBezTo>
                  <a:lnTo>
                    <a:pt x="2206" y="2899"/>
                  </a:lnTo>
                  <a:lnTo>
                    <a:pt x="2993" y="2111"/>
                  </a:lnTo>
                  <a:lnTo>
                    <a:pt x="3749" y="2868"/>
                  </a:lnTo>
                  <a:cubicBezTo>
                    <a:pt x="3820" y="2938"/>
                    <a:pt x="3921" y="2979"/>
                    <a:pt x="4023" y="2979"/>
                  </a:cubicBezTo>
                  <a:cubicBezTo>
                    <a:pt x="4103" y="2979"/>
                    <a:pt x="4184" y="2954"/>
                    <a:pt x="4253" y="2899"/>
                  </a:cubicBezTo>
                  <a:cubicBezTo>
                    <a:pt x="4694" y="2647"/>
                    <a:pt x="5135" y="2426"/>
                    <a:pt x="5577" y="2363"/>
                  </a:cubicBezTo>
                  <a:cubicBezTo>
                    <a:pt x="5797" y="2332"/>
                    <a:pt x="5923" y="2174"/>
                    <a:pt x="5923" y="1954"/>
                  </a:cubicBezTo>
                  <a:lnTo>
                    <a:pt x="5923" y="914"/>
                  </a:lnTo>
                  <a:close/>
                  <a:moveTo>
                    <a:pt x="5829" y="1"/>
                  </a:moveTo>
                  <a:cubicBezTo>
                    <a:pt x="5356" y="1"/>
                    <a:pt x="5009" y="347"/>
                    <a:pt x="5009" y="820"/>
                  </a:cubicBezTo>
                  <a:lnTo>
                    <a:pt x="5009" y="1576"/>
                  </a:lnTo>
                  <a:cubicBezTo>
                    <a:pt x="4631" y="1702"/>
                    <a:pt x="4285" y="1796"/>
                    <a:pt x="3970" y="2017"/>
                  </a:cubicBezTo>
                  <a:lnTo>
                    <a:pt x="3466" y="1481"/>
                  </a:lnTo>
                  <a:cubicBezTo>
                    <a:pt x="3308" y="1324"/>
                    <a:pt x="3103" y="1245"/>
                    <a:pt x="2891" y="1245"/>
                  </a:cubicBezTo>
                  <a:cubicBezTo>
                    <a:pt x="2678" y="1245"/>
                    <a:pt x="2458" y="1324"/>
                    <a:pt x="2269" y="1481"/>
                  </a:cubicBezTo>
                  <a:lnTo>
                    <a:pt x="1481" y="2269"/>
                  </a:lnTo>
                  <a:cubicBezTo>
                    <a:pt x="1166" y="2584"/>
                    <a:pt x="1166" y="3120"/>
                    <a:pt x="1481" y="3466"/>
                  </a:cubicBezTo>
                  <a:lnTo>
                    <a:pt x="2017" y="3970"/>
                  </a:lnTo>
                  <a:cubicBezTo>
                    <a:pt x="1796" y="4285"/>
                    <a:pt x="1701" y="4632"/>
                    <a:pt x="1575" y="5010"/>
                  </a:cubicBezTo>
                  <a:lnTo>
                    <a:pt x="819" y="5010"/>
                  </a:lnTo>
                  <a:cubicBezTo>
                    <a:pt x="347" y="5010"/>
                    <a:pt x="0" y="5356"/>
                    <a:pt x="0" y="5829"/>
                  </a:cubicBezTo>
                  <a:lnTo>
                    <a:pt x="0" y="6932"/>
                  </a:lnTo>
                  <a:cubicBezTo>
                    <a:pt x="0" y="7404"/>
                    <a:pt x="347" y="7751"/>
                    <a:pt x="819" y="7751"/>
                  </a:cubicBezTo>
                  <a:lnTo>
                    <a:pt x="1575" y="7751"/>
                  </a:lnTo>
                  <a:cubicBezTo>
                    <a:pt x="1701" y="8097"/>
                    <a:pt x="1796" y="8475"/>
                    <a:pt x="2017" y="8759"/>
                  </a:cubicBezTo>
                  <a:lnTo>
                    <a:pt x="1481" y="9295"/>
                  </a:lnTo>
                  <a:cubicBezTo>
                    <a:pt x="1166" y="9610"/>
                    <a:pt x="1166" y="10114"/>
                    <a:pt x="1481" y="10460"/>
                  </a:cubicBezTo>
                  <a:lnTo>
                    <a:pt x="2269" y="11248"/>
                  </a:lnTo>
                  <a:cubicBezTo>
                    <a:pt x="2426" y="11405"/>
                    <a:pt x="2639" y="11484"/>
                    <a:pt x="2855" y="11484"/>
                  </a:cubicBezTo>
                  <a:cubicBezTo>
                    <a:pt x="3072" y="11484"/>
                    <a:pt x="3292" y="11405"/>
                    <a:pt x="3466" y="11248"/>
                  </a:cubicBezTo>
                  <a:lnTo>
                    <a:pt x="3970" y="10744"/>
                  </a:lnTo>
                  <a:cubicBezTo>
                    <a:pt x="4285" y="10933"/>
                    <a:pt x="4631" y="11059"/>
                    <a:pt x="5009" y="11185"/>
                  </a:cubicBezTo>
                  <a:lnTo>
                    <a:pt x="5009" y="11909"/>
                  </a:lnTo>
                  <a:cubicBezTo>
                    <a:pt x="5009" y="12382"/>
                    <a:pt x="5356" y="12760"/>
                    <a:pt x="5829" y="12760"/>
                  </a:cubicBezTo>
                  <a:lnTo>
                    <a:pt x="6931" y="12760"/>
                  </a:lnTo>
                  <a:cubicBezTo>
                    <a:pt x="7404" y="12760"/>
                    <a:pt x="7750" y="12382"/>
                    <a:pt x="7750" y="11909"/>
                  </a:cubicBezTo>
                  <a:lnTo>
                    <a:pt x="7750" y="11185"/>
                  </a:lnTo>
                  <a:cubicBezTo>
                    <a:pt x="8097" y="11059"/>
                    <a:pt x="8475" y="10933"/>
                    <a:pt x="8790" y="10744"/>
                  </a:cubicBezTo>
                  <a:lnTo>
                    <a:pt x="9294" y="11248"/>
                  </a:lnTo>
                  <a:cubicBezTo>
                    <a:pt x="9452" y="11405"/>
                    <a:pt x="9656" y="11484"/>
                    <a:pt x="9865" y="11484"/>
                  </a:cubicBezTo>
                  <a:cubicBezTo>
                    <a:pt x="10074" y="11484"/>
                    <a:pt x="10287" y="11405"/>
                    <a:pt x="10460" y="11248"/>
                  </a:cubicBezTo>
                  <a:lnTo>
                    <a:pt x="11247" y="10460"/>
                  </a:lnTo>
                  <a:cubicBezTo>
                    <a:pt x="11563" y="10145"/>
                    <a:pt x="11563" y="9641"/>
                    <a:pt x="11247" y="9295"/>
                  </a:cubicBezTo>
                  <a:lnTo>
                    <a:pt x="10743" y="8759"/>
                  </a:lnTo>
                  <a:cubicBezTo>
                    <a:pt x="10932" y="8444"/>
                    <a:pt x="11058" y="8097"/>
                    <a:pt x="11184" y="7751"/>
                  </a:cubicBezTo>
                  <a:lnTo>
                    <a:pt x="11941" y="7751"/>
                  </a:lnTo>
                  <a:cubicBezTo>
                    <a:pt x="12413" y="7751"/>
                    <a:pt x="12760" y="7404"/>
                    <a:pt x="12760" y="6932"/>
                  </a:cubicBezTo>
                  <a:lnTo>
                    <a:pt x="12760" y="5829"/>
                  </a:lnTo>
                  <a:cubicBezTo>
                    <a:pt x="12760" y="5356"/>
                    <a:pt x="12350" y="5010"/>
                    <a:pt x="11941" y="5010"/>
                  </a:cubicBezTo>
                  <a:lnTo>
                    <a:pt x="11184" y="5010"/>
                  </a:lnTo>
                  <a:cubicBezTo>
                    <a:pt x="11058" y="4632"/>
                    <a:pt x="10932" y="4285"/>
                    <a:pt x="10743" y="3970"/>
                  </a:cubicBezTo>
                  <a:lnTo>
                    <a:pt x="11247" y="3466"/>
                  </a:lnTo>
                  <a:cubicBezTo>
                    <a:pt x="11563" y="3151"/>
                    <a:pt x="11563" y="2647"/>
                    <a:pt x="11247" y="2269"/>
                  </a:cubicBezTo>
                  <a:lnTo>
                    <a:pt x="10460" y="1481"/>
                  </a:lnTo>
                  <a:cubicBezTo>
                    <a:pt x="10302" y="1324"/>
                    <a:pt x="10098" y="1245"/>
                    <a:pt x="9889" y="1245"/>
                  </a:cubicBezTo>
                  <a:cubicBezTo>
                    <a:pt x="9680" y="1245"/>
                    <a:pt x="9467" y="1324"/>
                    <a:pt x="9294" y="1481"/>
                  </a:cubicBezTo>
                  <a:lnTo>
                    <a:pt x="8790" y="2017"/>
                  </a:lnTo>
                  <a:cubicBezTo>
                    <a:pt x="8475" y="1796"/>
                    <a:pt x="8097" y="1702"/>
                    <a:pt x="7750" y="1576"/>
                  </a:cubicBezTo>
                  <a:lnTo>
                    <a:pt x="7750" y="820"/>
                  </a:lnTo>
                  <a:cubicBezTo>
                    <a:pt x="7750" y="347"/>
                    <a:pt x="7404" y="1"/>
                    <a:pt x="693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7" name="Google Shape;2337;p45"/>
            <p:cNvSpPr/>
            <p:nvPr/>
          </p:nvSpPr>
          <p:spPr>
            <a:xfrm>
              <a:off x="-63160900" y="2021425"/>
              <a:ext cx="137850" cy="137850"/>
            </a:xfrm>
            <a:custGeom>
              <a:rect b="b" l="l" r="r" t="t"/>
              <a:pathLst>
                <a:path extrusionOk="0" h="5514" w="5514">
                  <a:moveTo>
                    <a:pt x="2773" y="820"/>
                  </a:moveTo>
                  <a:cubicBezTo>
                    <a:pt x="3813" y="820"/>
                    <a:pt x="4695" y="1702"/>
                    <a:pt x="4695" y="2742"/>
                  </a:cubicBezTo>
                  <a:cubicBezTo>
                    <a:pt x="4695" y="3813"/>
                    <a:pt x="3813" y="4695"/>
                    <a:pt x="2773" y="4695"/>
                  </a:cubicBezTo>
                  <a:cubicBezTo>
                    <a:pt x="1702" y="4695"/>
                    <a:pt x="820" y="3813"/>
                    <a:pt x="820" y="2742"/>
                  </a:cubicBezTo>
                  <a:cubicBezTo>
                    <a:pt x="820" y="1702"/>
                    <a:pt x="1702" y="820"/>
                    <a:pt x="2773" y="820"/>
                  </a:cubicBezTo>
                  <a:close/>
                  <a:moveTo>
                    <a:pt x="2773" y="1"/>
                  </a:moveTo>
                  <a:cubicBezTo>
                    <a:pt x="1229" y="1"/>
                    <a:pt x="1" y="1198"/>
                    <a:pt x="1" y="2742"/>
                  </a:cubicBezTo>
                  <a:cubicBezTo>
                    <a:pt x="1" y="4285"/>
                    <a:pt x="1229" y="5514"/>
                    <a:pt x="2773" y="5514"/>
                  </a:cubicBezTo>
                  <a:cubicBezTo>
                    <a:pt x="4285" y="5514"/>
                    <a:pt x="5514" y="4285"/>
                    <a:pt x="5514" y="2742"/>
                  </a:cubicBezTo>
                  <a:cubicBezTo>
                    <a:pt x="5514" y="1229"/>
                    <a:pt x="4254" y="1"/>
                    <a:pt x="277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38" name="Google Shape;2338;p45"/>
          <p:cNvSpPr/>
          <p:nvPr/>
        </p:nvSpPr>
        <p:spPr>
          <a:xfrm>
            <a:off x="2900836" y="1991608"/>
            <a:ext cx="289700" cy="286258"/>
          </a:xfrm>
          <a:custGeom>
            <a:rect b="b" l="l" r="r" t="t"/>
            <a:pathLst>
              <a:path extrusionOk="0" h="12724" w="12877">
                <a:moveTo>
                  <a:pt x="10492" y="1603"/>
                </a:moveTo>
                <a:lnTo>
                  <a:pt x="10429" y="1855"/>
                </a:lnTo>
                <a:cubicBezTo>
                  <a:pt x="10429" y="1981"/>
                  <a:pt x="10492" y="2138"/>
                  <a:pt x="10555" y="2201"/>
                </a:cubicBezTo>
                <a:cubicBezTo>
                  <a:pt x="10649" y="2296"/>
                  <a:pt x="10807" y="2327"/>
                  <a:pt x="10901" y="2327"/>
                </a:cubicBezTo>
                <a:lnTo>
                  <a:pt x="11153" y="2296"/>
                </a:lnTo>
                <a:lnTo>
                  <a:pt x="10492" y="2957"/>
                </a:lnTo>
                <a:lnTo>
                  <a:pt x="9736" y="3083"/>
                </a:lnTo>
                <a:lnTo>
                  <a:pt x="9799" y="2296"/>
                </a:lnTo>
                <a:lnTo>
                  <a:pt x="10492" y="1603"/>
                </a:lnTo>
                <a:close/>
                <a:moveTo>
                  <a:pt x="6270" y="6108"/>
                </a:moveTo>
                <a:cubicBezTo>
                  <a:pt x="6396" y="6108"/>
                  <a:pt x="6459" y="6139"/>
                  <a:pt x="6554" y="6234"/>
                </a:cubicBezTo>
                <a:cubicBezTo>
                  <a:pt x="6617" y="6265"/>
                  <a:pt x="6648" y="6391"/>
                  <a:pt x="6648" y="6486"/>
                </a:cubicBezTo>
                <a:cubicBezTo>
                  <a:pt x="6648" y="6738"/>
                  <a:pt x="6459" y="6927"/>
                  <a:pt x="6270" y="6927"/>
                </a:cubicBezTo>
                <a:cubicBezTo>
                  <a:pt x="6081" y="6927"/>
                  <a:pt x="5861" y="6738"/>
                  <a:pt x="5861" y="6486"/>
                </a:cubicBezTo>
                <a:cubicBezTo>
                  <a:pt x="5861" y="6265"/>
                  <a:pt x="6081" y="6108"/>
                  <a:pt x="6270" y="6108"/>
                </a:cubicBezTo>
                <a:close/>
                <a:moveTo>
                  <a:pt x="6176" y="4375"/>
                </a:moveTo>
                <a:cubicBezTo>
                  <a:pt x="6617" y="4375"/>
                  <a:pt x="7026" y="4501"/>
                  <a:pt x="7341" y="4722"/>
                </a:cubicBezTo>
                <a:lnTo>
                  <a:pt x="6743" y="5320"/>
                </a:lnTo>
                <a:cubicBezTo>
                  <a:pt x="6617" y="5289"/>
                  <a:pt x="6428" y="5226"/>
                  <a:pt x="6239" y="5226"/>
                </a:cubicBezTo>
                <a:cubicBezTo>
                  <a:pt x="5546" y="5226"/>
                  <a:pt x="5010" y="5793"/>
                  <a:pt x="5010" y="6454"/>
                </a:cubicBezTo>
                <a:cubicBezTo>
                  <a:pt x="5010" y="7116"/>
                  <a:pt x="5546" y="7715"/>
                  <a:pt x="6239" y="7715"/>
                </a:cubicBezTo>
                <a:cubicBezTo>
                  <a:pt x="6900" y="7715"/>
                  <a:pt x="7467" y="7147"/>
                  <a:pt x="7467" y="6454"/>
                </a:cubicBezTo>
                <a:cubicBezTo>
                  <a:pt x="7467" y="6265"/>
                  <a:pt x="7404" y="6108"/>
                  <a:pt x="7341" y="5887"/>
                </a:cubicBezTo>
                <a:lnTo>
                  <a:pt x="7908" y="5320"/>
                </a:lnTo>
                <a:cubicBezTo>
                  <a:pt x="8160" y="5635"/>
                  <a:pt x="8286" y="6013"/>
                  <a:pt x="8286" y="6454"/>
                </a:cubicBezTo>
                <a:cubicBezTo>
                  <a:pt x="8286" y="7588"/>
                  <a:pt x="7341" y="8534"/>
                  <a:pt x="6176" y="8534"/>
                </a:cubicBezTo>
                <a:cubicBezTo>
                  <a:pt x="5041" y="8534"/>
                  <a:pt x="4096" y="7588"/>
                  <a:pt x="4096" y="6454"/>
                </a:cubicBezTo>
                <a:cubicBezTo>
                  <a:pt x="4096" y="5320"/>
                  <a:pt x="5041" y="4375"/>
                  <a:pt x="6176" y="4375"/>
                </a:cubicBezTo>
                <a:close/>
                <a:moveTo>
                  <a:pt x="6239" y="2800"/>
                </a:moveTo>
                <a:cubicBezTo>
                  <a:pt x="7089" y="2800"/>
                  <a:pt x="7908" y="3115"/>
                  <a:pt x="8539" y="3619"/>
                </a:cubicBezTo>
                <a:lnTo>
                  <a:pt x="7971" y="4217"/>
                </a:lnTo>
                <a:cubicBezTo>
                  <a:pt x="7499" y="3839"/>
                  <a:pt x="6869" y="3619"/>
                  <a:pt x="6239" y="3619"/>
                </a:cubicBezTo>
                <a:cubicBezTo>
                  <a:pt x="4600" y="3619"/>
                  <a:pt x="3309" y="4911"/>
                  <a:pt x="3309" y="6486"/>
                </a:cubicBezTo>
                <a:cubicBezTo>
                  <a:pt x="3309" y="8124"/>
                  <a:pt x="4632" y="9416"/>
                  <a:pt x="6239" y="9416"/>
                </a:cubicBezTo>
                <a:cubicBezTo>
                  <a:pt x="7845" y="9416"/>
                  <a:pt x="9137" y="8124"/>
                  <a:pt x="9137" y="6486"/>
                </a:cubicBezTo>
                <a:cubicBezTo>
                  <a:pt x="9137" y="5856"/>
                  <a:pt x="8948" y="5226"/>
                  <a:pt x="8539" y="4753"/>
                </a:cubicBezTo>
                <a:lnTo>
                  <a:pt x="9137" y="4154"/>
                </a:lnTo>
                <a:cubicBezTo>
                  <a:pt x="9641" y="4816"/>
                  <a:pt x="9956" y="5604"/>
                  <a:pt x="9956" y="6486"/>
                </a:cubicBezTo>
                <a:cubicBezTo>
                  <a:pt x="9956" y="8534"/>
                  <a:pt x="8318" y="10235"/>
                  <a:pt x="6239" y="10235"/>
                </a:cubicBezTo>
                <a:cubicBezTo>
                  <a:pt x="4191" y="10235"/>
                  <a:pt x="2490" y="8597"/>
                  <a:pt x="2490" y="6486"/>
                </a:cubicBezTo>
                <a:cubicBezTo>
                  <a:pt x="2490" y="4438"/>
                  <a:pt x="4128" y="2800"/>
                  <a:pt x="6239" y="2800"/>
                </a:cubicBezTo>
                <a:close/>
                <a:moveTo>
                  <a:pt x="6270" y="1130"/>
                </a:moveTo>
                <a:cubicBezTo>
                  <a:pt x="7247" y="1130"/>
                  <a:pt x="8223" y="1414"/>
                  <a:pt x="9074" y="1918"/>
                </a:cubicBezTo>
                <a:cubicBezTo>
                  <a:pt x="9074" y="1949"/>
                  <a:pt x="9011" y="2012"/>
                  <a:pt x="9011" y="2044"/>
                </a:cubicBezTo>
                <a:lnTo>
                  <a:pt x="8917" y="2831"/>
                </a:lnTo>
                <a:cubicBezTo>
                  <a:pt x="8160" y="2296"/>
                  <a:pt x="7247" y="1981"/>
                  <a:pt x="6270" y="1981"/>
                </a:cubicBezTo>
                <a:cubicBezTo>
                  <a:pt x="3750" y="1981"/>
                  <a:pt x="1733" y="4028"/>
                  <a:pt x="1733" y="6486"/>
                </a:cubicBezTo>
                <a:cubicBezTo>
                  <a:pt x="1733" y="9006"/>
                  <a:pt x="3781" y="11054"/>
                  <a:pt x="6270" y="11054"/>
                </a:cubicBezTo>
                <a:cubicBezTo>
                  <a:pt x="8759" y="11054"/>
                  <a:pt x="10807" y="9006"/>
                  <a:pt x="10807" y="6486"/>
                </a:cubicBezTo>
                <a:cubicBezTo>
                  <a:pt x="10807" y="5509"/>
                  <a:pt x="10492" y="4596"/>
                  <a:pt x="9925" y="3871"/>
                </a:cubicBezTo>
                <a:lnTo>
                  <a:pt x="10712" y="3745"/>
                </a:lnTo>
                <a:cubicBezTo>
                  <a:pt x="10744" y="3745"/>
                  <a:pt x="10807" y="3745"/>
                  <a:pt x="10838" y="3713"/>
                </a:cubicBezTo>
                <a:cubicBezTo>
                  <a:pt x="11342" y="4533"/>
                  <a:pt x="11626" y="5478"/>
                  <a:pt x="11626" y="6486"/>
                </a:cubicBezTo>
                <a:cubicBezTo>
                  <a:pt x="11626" y="9447"/>
                  <a:pt x="9232" y="11873"/>
                  <a:pt x="6270" y="11873"/>
                </a:cubicBezTo>
                <a:cubicBezTo>
                  <a:pt x="3309" y="11873"/>
                  <a:pt x="914" y="9479"/>
                  <a:pt x="914" y="6486"/>
                </a:cubicBezTo>
                <a:cubicBezTo>
                  <a:pt x="914" y="3524"/>
                  <a:pt x="3309" y="1130"/>
                  <a:pt x="6270" y="1130"/>
                </a:cubicBezTo>
                <a:close/>
                <a:moveTo>
                  <a:pt x="11030" y="0"/>
                </a:moveTo>
                <a:cubicBezTo>
                  <a:pt x="10930" y="0"/>
                  <a:pt x="10829" y="37"/>
                  <a:pt x="10744" y="122"/>
                </a:cubicBezTo>
                <a:lnTo>
                  <a:pt x="9610" y="1256"/>
                </a:lnTo>
                <a:cubicBezTo>
                  <a:pt x="8602" y="594"/>
                  <a:pt x="7467" y="279"/>
                  <a:pt x="6239" y="279"/>
                </a:cubicBezTo>
                <a:cubicBezTo>
                  <a:pt x="2805" y="279"/>
                  <a:pt x="1" y="3020"/>
                  <a:pt x="1" y="6486"/>
                </a:cubicBezTo>
                <a:cubicBezTo>
                  <a:pt x="1" y="9920"/>
                  <a:pt x="2773" y="12724"/>
                  <a:pt x="6239" y="12724"/>
                </a:cubicBezTo>
                <a:cubicBezTo>
                  <a:pt x="9641" y="12724"/>
                  <a:pt x="12445" y="9951"/>
                  <a:pt x="12445" y="6486"/>
                </a:cubicBezTo>
                <a:cubicBezTo>
                  <a:pt x="12445" y="5289"/>
                  <a:pt x="12099" y="4123"/>
                  <a:pt x="11468" y="3115"/>
                </a:cubicBezTo>
                <a:lnTo>
                  <a:pt x="12603" y="1981"/>
                </a:lnTo>
                <a:cubicBezTo>
                  <a:pt x="12877" y="1706"/>
                  <a:pt x="12650" y="1255"/>
                  <a:pt x="12292" y="1255"/>
                </a:cubicBezTo>
                <a:cubicBezTo>
                  <a:pt x="12280" y="1255"/>
                  <a:pt x="12268" y="1255"/>
                  <a:pt x="12256" y="1256"/>
                </a:cubicBezTo>
                <a:lnTo>
                  <a:pt x="11342" y="1382"/>
                </a:lnTo>
                <a:lnTo>
                  <a:pt x="11468" y="468"/>
                </a:lnTo>
                <a:cubicBezTo>
                  <a:pt x="11491" y="203"/>
                  <a:pt x="11265" y="0"/>
                  <a:pt x="1103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39" name="Google Shape;2339;p45"/>
          <p:cNvGrpSpPr/>
          <p:nvPr/>
        </p:nvGrpSpPr>
        <p:grpSpPr>
          <a:xfrm>
            <a:off x="2902861" y="2430057"/>
            <a:ext cx="285651" cy="286371"/>
            <a:chOff x="-63250675" y="2664125"/>
            <a:chExt cx="317425" cy="318225"/>
          </a:xfrm>
        </p:grpSpPr>
        <p:sp>
          <p:nvSpPr>
            <p:cNvPr id="2340" name="Google Shape;2340;p45"/>
            <p:cNvSpPr/>
            <p:nvPr/>
          </p:nvSpPr>
          <p:spPr>
            <a:xfrm>
              <a:off x="-63250675" y="2664125"/>
              <a:ext cx="317425" cy="318225"/>
            </a:xfrm>
            <a:custGeom>
              <a:rect b="b" l="l" r="r" t="t"/>
              <a:pathLst>
                <a:path extrusionOk="0" h="12729" w="12697">
                  <a:moveTo>
                    <a:pt x="6364" y="2521"/>
                  </a:moveTo>
                  <a:cubicBezTo>
                    <a:pt x="8475" y="2521"/>
                    <a:pt x="10208" y="4254"/>
                    <a:pt x="10208" y="6396"/>
                  </a:cubicBezTo>
                  <a:cubicBezTo>
                    <a:pt x="10208" y="8507"/>
                    <a:pt x="8475" y="10240"/>
                    <a:pt x="6364" y="10240"/>
                  </a:cubicBezTo>
                  <a:cubicBezTo>
                    <a:pt x="4222" y="10240"/>
                    <a:pt x="2489" y="8507"/>
                    <a:pt x="2489" y="6396"/>
                  </a:cubicBezTo>
                  <a:cubicBezTo>
                    <a:pt x="2489" y="4254"/>
                    <a:pt x="4222" y="2521"/>
                    <a:pt x="6364" y="2521"/>
                  </a:cubicBezTo>
                  <a:close/>
                  <a:moveTo>
                    <a:pt x="6364" y="1"/>
                  </a:moveTo>
                  <a:cubicBezTo>
                    <a:pt x="6112" y="1"/>
                    <a:pt x="5923" y="190"/>
                    <a:pt x="5923" y="442"/>
                  </a:cubicBezTo>
                  <a:lnTo>
                    <a:pt x="5923" y="1702"/>
                  </a:lnTo>
                  <a:cubicBezTo>
                    <a:pt x="4946" y="1765"/>
                    <a:pt x="4033" y="2174"/>
                    <a:pt x="3308" y="2773"/>
                  </a:cubicBezTo>
                  <a:lnTo>
                    <a:pt x="2426" y="1859"/>
                  </a:lnTo>
                  <a:cubicBezTo>
                    <a:pt x="2347" y="1781"/>
                    <a:pt x="2237" y="1741"/>
                    <a:pt x="2127" y="1741"/>
                  </a:cubicBezTo>
                  <a:cubicBezTo>
                    <a:pt x="2017" y="1741"/>
                    <a:pt x="1906" y="1781"/>
                    <a:pt x="1827" y="1859"/>
                  </a:cubicBezTo>
                  <a:cubicBezTo>
                    <a:pt x="1670" y="2017"/>
                    <a:pt x="1670" y="2300"/>
                    <a:pt x="1827" y="2458"/>
                  </a:cubicBezTo>
                  <a:lnTo>
                    <a:pt x="2741" y="3340"/>
                  </a:lnTo>
                  <a:cubicBezTo>
                    <a:pt x="2143" y="4065"/>
                    <a:pt x="1733" y="4978"/>
                    <a:pt x="1670" y="5955"/>
                  </a:cubicBezTo>
                  <a:lnTo>
                    <a:pt x="410" y="5955"/>
                  </a:lnTo>
                  <a:cubicBezTo>
                    <a:pt x="158" y="5955"/>
                    <a:pt x="0" y="6144"/>
                    <a:pt x="0" y="6333"/>
                  </a:cubicBezTo>
                  <a:cubicBezTo>
                    <a:pt x="0" y="6585"/>
                    <a:pt x="221" y="6774"/>
                    <a:pt x="410" y="6774"/>
                  </a:cubicBezTo>
                  <a:lnTo>
                    <a:pt x="1670" y="6774"/>
                  </a:lnTo>
                  <a:cubicBezTo>
                    <a:pt x="1733" y="7751"/>
                    <a:pt x="2143" y="8664"/>
                    <a:pt x="2741" y="9389"/>
                  </a:cubicBezTo>
                  <a:lnTo>
                    <a:pt x="1827" y="10271"/>
                  </a:lnTo>
                  <a:cubicBezTo>
                    <a:pt x="1670" y="10429"/>
                    <a:pt x="1670" y="10712"/>
                    <a:pt x="1827" y="10870"/>
                  </a:cubicBezTo>
                  <a:cubicBezTo>
                    <a:pt x="1890" y="10964"/>
                    <a:pt x="2017" y="10996"/>
                    <a:pt x="2111" y="10996"/>
                  </a:cubicBezTo>
                  <a:cubicBezTo>
                    <a:pt x="2174" y="10996"/>
                    <a:pt x="2300" y="10964"/>
                    <a:pt x="2363" y="10870"/>
                  </a:cubicBezTo>
                  <a:lnTo>
                    <a:pt x="3277" y="9956"/>
                  </a:lnTo>
                  <a:cubicBezTo>
                    <a:pt x="4001" y="10555"/>
                    <a:pt x="4883" y="10964"/>
                    <a:pt x="5892" y="11027"/>
                  </a:cubicBezTo>
                  <a:lnTo>
                    <a:pt x="5892" y="12287"/>
                  </a:lnTo>
                  <a:cubicBezTo>
                    <a:pt x="5892" y="12508"/>
                    <a:pt x="6081" y="12729"/>
                    <a:pt x="6301" y="12729"/>
                  </a:cubicBezTo>
                  <a:cubicBezTo>
                    <a:pt x="6553" y="12729"/>
                    <a:pt x="6711" y="12508"/>
                    <a:pt x="6711" y="12287"/>
                  </a:cubicBezTo>
                  <a:lnTo>
                    <a:pt x="6711" y="11027"/>
                  </a:lnTo>
                  <a:cubicBezTo>
                    <a:pt x="7687" y="10964"/>
                    <a:pt x="8601" y="10555"/>
                    <a:pt x="9294" y="9956"/>
                  </a:cubicBezTo>
                  <a:lnTo>
                    <a:pt x="10208" y="10870"/>
                  </a:lnTo>
                  <a:cubicBezTo>
                    <a:pt x="10302" y="10964"/>
                    <a:pt x="10397" y="10996"/>
                    <a:pt x="10491" y="10996"/>
                  </a:cubicBezTo>
                  <a:cubicBezTo>
                    <a:pt x="10617" y="10996"/>
                    <a:pt x="10680" y="10964"/>
                    <a:pt x="10775" y="10870"/>
                  </a:cubicBezTo>
                  <a:cubicBezTo>
                    <a:pt x="10932" y="10712"/>
                    <a:pt x="10932" y="10429"/>
                    <a:pt x="10775" y="10271"/>
                  </a:cubicBezTo>
                  <a:lnTo>
                    <a:pt x="9861" y="9389"/>
                  </a:lnTo>
                  <a:cubicBezTo>
                    <a:pt x="10460" y="8664"/>
                    <a:pt x="10838" y="7751"/>
                    <a:pt x="10932" y="6774"/>
                  </a:cubicBezTo>
                  <a:lnTo>
                    <a:pt x="12193" y="6774"/>
                  </a:lnTo>
                  <a:cubicBezTo>
                    <a:pt x="12413" y="6774"/>
                    <a:pt x="12602" y="6585"/>
                    <a:pt x="12602" y="6333"/>
                  </a:cubicBezTo>
                  <a:cubicBezTo>
                    <a:pt x="12697" y="6144"/>
                    <a:pt x="12508" y="5955"/>
                    <a:pt x="12256" y="5955"/>
                  </a:cubicBezTo>
                  <a:lnTo>
                    <a:pt x="10995" y="5955"/>
                  </a:lnTo>
                  <a:cubicBezTo>
                    <a:pt x="10932" y="4978"/>
                    <a:pt x="10523" y="4065"/>
                    <a:pt x="9924" y="3340"/>
                  </a:cubicBezTo>
                  <a:lnTo>
                    <a:pt x="10838" y="2458"/>
                  </a:lnTo>
                  <a:cubicBezTo>
                    <a:pt x="10995" y="2300"/>
                    <a:pt x="10995" y="2017"/>
                    <a:pt x="10838" y="1859"/>
                  </a:cubicBezTo>
                  <a:cubicBezTo>
                    <a:pt x="10759" y="1781"/>
                    <a:pt x="10649" y="1741"/>
                    <a:pt x="10539" y="1741"/>
                  </a:cubicBezTo>
                  <a:cubicBezTo>
                    <a:pt x="10428" y="1741"/>
                    <a:pt x="10318" y="1781"/>
                    <a:pt x="10239" y="1859"/>
                  </a:cubicBezTo>
                  <a:lnTo>
                    <a:pt x="9357" y="2773"/>
                  </a:lnTo>
                  <a:cubicBezTo>
                    <a:pt x="8633" y="2174"/>
                    <a:pt x="7719" y="1765"/>
                    <a:pt x="6742" y="1702"/>
                  </a:cubicBezTo>
                  <a:lnTo>
                    <a:pt x="6742" y="442"/>
                  </a:lnTo>
                  <a:cubicBezTo>
                    <a:pt x="6742" y="190"/>
                    <a:pt x="6553" y="1"/>
                    <a:pt x="636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1" name="Google Shape;2341;p45"/>
            <p:cNvSpPr/>
            <p:nvPr/>
          </p:nvSpPr>
          <p:spPr>
            <a:xfrm>
              <a:off x="-63167975" y="2747625"/>
              <a:ext cx="152025" cy="152025"/>
            </a:xfrm>
            <a:custGeom>
              <a:rect b="b" l="l" r="r" t="t"/>
              <a:pathLst>
                <a:path extrusionOk="0" h="6081" w="6081">
                  <a:moveTo>
                    <a:pt x="2615" y="819"/>
                  </a:moveTo>
                  <a:lnTo>
                    <a:pt x="2615" y="1701"/>
                  </a:lnTo>
                  <a:cubicBezTo>
                    <a:pt x="2521" y="1733"/>
                    <a:pt x="2458" y="1733"/>
                    <a:pt x="2363" y="1764"/>
                  </a:cubicBezTo>
                  <a:lnTo>
                    <a:pt x="1796" y="1197"/>
                  </a:lnTo>
                  <a:cubicBezTo>
                    <a:pt x="2017" y="1040"/>
                    <a:pt x="2300" y="914"/>
                    <a:pt x="2615" y="819"/>
                  </a:cubicBezTo>
                  <a:close/>
                  <a:moveTo>
                    <a:pt x="3434" y="882"/>
                  </a:moveTo>
                  <a:cubicBezTo>
                    <a:pt x="3749" y="914"/>
                    <a:pt x="4033" y="1040"/>
                    <a:pt x="4253" y="1229"/>
                  </a:cubicBezTo>
                  <a:lnTo>
                    <a:pt x="3686" y="1827"/>
                  </a:lnTo>
                  <a:cubicBezTo>
                    <a:pt x="3592" y="1796"/>
                    <a:pt x="3529" y="1733"/>
                    <a:pt x="3434" y="1733"/>
                  </a:cubicBezTo>
                  <a:lnTo>
                    <a:pt x="3434" y="882"/>
                  </a:lnTo>
                  <a:close/>
                  <a:moveTo>
                    <a:pt x="1197" y="1796"/>
                  </a:moveTo>
                  <a:lnTo>
                    <a:pt x="1796" y="2363"/>
                  </a:lnTo>
                  <a:cubicBezTo>
                    <a:pt x="1733" y="2457"/>
                    <a:pt x="1701" y="2520"/>
                    <a:pt x="1701" y="2615"/>
                  </a:cubicBezTo>
                  <a:lnTo>
                    <a:pt x="851" y="2615"/>
                  </a:lnTo>
                  <a:cubicBezTo>
                    <a:pt x="914" y="2300"/>
                    <a:pt x="1040" y="2016"/>
                    <a:pt x="1197" y="1796"/>
                  </a:cubicBezTo>
                  <a:close/>
                  <a:moveTo>
                    <a:pt x="4852" y="1796"/>
                  </a:moveTo>
                  <a:cubicBezTo>
                    <a:pt x="5010" y="2016"/>
                    <a:pt x="5136" y="2300"/>
                    <a:pt x="5199" y="2615"/>
                  </a:cubicBezTo>
                  <a:lnTo>
                    <a:pt x="4348" y="2615"/>
                  </a:lnTo>
                  <a:cubicBezTo>
                    <a:pt x="4316" y="2520"/>
                    <a:pt x="4316" y="2457"/>
                    <a:pt x="4253" y="2363"/>
                  </a:cubicBezTo>
                  <a:lnTo>
                    <a:pt x="4852" y="1796"/>
                  </a:lnTo>
                  <a:close/>
                  <a:moveTo>
                    <a:pt x="3056" y="2457"/>
                  </a:moveTo>
                  <a:cubicBezTo>
                    <a:pt x="3214" y="2457"/>
                    <a:pt x="3308" y="2520"/>
                    <a:pt x="3434" y="2615"/>
                  </a:cubicBezTo>
                  <a:cubicBezTo>
                    <a:pt x="3560" y="2741"/>
                    <a:pt x="3592" y="2836"/>
                    <a:pt x="3592" y="2993"/>
                  </a:cubicBezTo>
                  <a:cubicBezTo>
                    <a:pt x="3592" y="3151"/>
                    <a:pt x="3529" y="3308"/>
                    <a:pt x="3434" y="3403"/>
                  </a:cubicBezTo>
                  <a:cubicBezTo>
                    <a:pt x="3308" y="3529"/>
                    <a:pt x="3214" y="3560"/>
                    <a:pt x="3056" y="3560"/>
                  </a:cubicBezTo>
                  <a:cubicBezTo>
                    <a:pt x="2899" y="3560"/>
                    <a:pt x="2773" y="3466"/>
                    <a:pt x="2647" y="3403"/>
                  </a:cubicBezTo>
                  <a:cubicBezTo>
                    <a:pt x="2521" y="3277"/>
                    <a:pt x="2489" y="3151"/>
                    <a:pt x="2489" y="2993"/>
                  </a:cubicBezTo>
                  <a:cubicBezTo>
                    <a:pt x="2489" y="2836"/>
                    <a:pt x="2584" y="2741"/>
                    <a:pt x="2647" y="2615"/>
                  </a:cubicBezTo>
                  <a:cubicBezTo>
                    <a:pt x="2773" y="2489"/>
                    <a:pt x="2899" y="2457"/>
                    <a:pt x="3056" y="2457"/>
                  </a:cubicBezTo>
                  <a:close/>
                  <a:moveTo>
                    <a:pt x="1733" y="3434"/>
                  </a:moveTo>
                  <a:cubicBezTo>
                    <a:pt x="1796" y="3529"/>
                    <a:pt x="1796" y="3592"/>
                    <a:pt x="1828" y="3686"/>
                  </a:cubicBezTo>
                  <a:lnTo>
                    <a:pt x="1229" y="4253"/>
                  </a:lnTo>
                  <a:cubicBezTo>
                    <a:pt x="1040" y="4033"/>
                    <a:pt x="914" y="3749"/>
                    <a:pt x="882" y="3434"/>
                  </a:cubicBezTo>
                  <a:close/>
                  <a:moveTo>
                    <a:pt x="5199" y="3434"/>
                  </a:moveTo>
                  <a:cubicBezTo>
                    <a:pt x="5136" y="3749"/>
                    <a:pt x="5010" y="4033"/>
                    <a:pt x="4852" y="4253"/>
                  </a:cubicBezTo>
                  <a:lnTo>
                    <a:pt x="4253" y="3686"/>
                  </a:lnTo>
                  <a:cubicBezTo>
                    <a:pt x="4316" y="3592"/>
                    <a:pt x="4348" y="3529"/>
                    <a:pt x="4348" y="3434"/>
                  </a:cubicBezTo>
                  <a:close/>
                  <a:moveTo>
                    <a:pt x="2363" y="4253"/>
                  </a:moveTo>
                  <a:cubicBezTo>
                    <a:pt x="2458" y="4316"/>
                    <a:pt x="2521" y="4348"/>
                    <a:pt x="2615" y="4348"/>
                  </a:cubicBezTo>
                  <a:lnTo>
                    <a:pt x="2615" y="5198"/>
                  </a:lnTo>
                  <a:cubicBezTo>
                    <a:pt x="2300" y="5167"/>
                    <a:pt x="2017" y="5041"/>
                    <a:pt x="1796" y="4852"/>
                  </a:cubicBezTo>
                  <a:lnTo>
                    <a:pt x="2363" y="4253"/>
                  </a:lnTo>
                  <a:close/>
                  <a:moveTo>
                    <a:pt x="3686" y="4253"/>
                  </a:moveTo>
                  <a:lnTo>
                    <a:pt x="4253" y="4852"/>
                  </a:lnTo>
                  <a:cubicBezTo>
                    <a:pt x="4033" y="5009"/>
                    <a:pt x="3749" y="5135"/>
                    <a:pt x="3434" y="5198"/>
                  </a:cubicBezTo>
                  <a:lnTo>
                    <a:pt x="3434" y="4348"/>
                  </a:lnTo>
                  <a:cubicBezTo>
                    <a:pt x="3529" y="4316"/>
                    <a:pt x="3592" y="4316"/>
                    <a:pt x="3686" y="4253"/>
                  </a:cubicBezTo>
                  <a:close/>
                  <a:moveTo>
                    <a:pt x="3056" y="0"/>
                  </a:moveTo>
                  <a:cubicBezTo>
                    <a:pt x="1355" y="0"/>
                    <a:pt x="0" y="1386"/>
                    <a:pt x="0" y="3056"/>
                  </a:cubicBezTo>
                  <a:cubicBezTo>
                    <a:pt x="0" y="3875"/>
                    <a:pt x="315" y="4631"/>
                    <a:pt x="882" y="5167"/>
                  </a:cubicBezTo>
                  <a:cubicBezTo>
                    <a:pt x="1229" y="5608"/>
                    <a:pt x="2111" y="6081"/>
                    <a:pt x="3056" y="6081"/>
                  </a:cubicBezTo>
                  <a:cubicBezTo>
                    <a:pt x="4694" y="6081"/>
                    <a:pt x="6081" y="4726"/>
                    <a:pt x="6081" y="3056"/>
                  </a:cubicBezTo>
                  <a:cubicBezTo>
                    <a:pt x="6081" y="1355"/>
                    <a:pt x="4694" y="0"/>
                    <a:pt x="305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2" name="Google Shape;2342;p45"/>
          <p:cNvGrpSpPr/>
          <p:nvPr/>
        </p:nvGrpSpPr>
        <p:grpSpPr>
          <a:xfrm>
            <a:off x="1587993" y="2869557"/>
            <a:ext cx="282816" cy="281061"/>
            <a:chOff x="-61354075" y="1940500"/>
            <a:chExt cx="314275" cy="312325"/>
          </a:xfrm>
        </p:grpSpPr>
        <p:sp>
          <p:nvSpPr>
            <p:cNvPr id="2343" name="Google Shape;2343;p45"/>
            <p:cNvSpPr/>
            <p:nvPr/>
          </p:nvSpPr>
          <p:spPr>
            <a:xfrm>
              <a:off x="-61354075" y="1940500"/>
              <a:ext cx="314275" cy="312325"/>
            </a:xfrm>
            <a:custGeom>
              <a:rect b="b" l="l" r="r" t="t"/>
              <a:pathLst>
                <a:path extrusionOk="0" h="12493" w="12571">
                  <a:moveTo>
                    <a:pt x="6270" y="1001"/>
                  </a:moveTo>
                  <a:lnTo>
                    <a:pt x="7687" y="2419"/>
                  </a:lnTo>
                  <a:cubicBezTo>
                    <a:pt x="7750" y="2482"/>
                    <a:pt x="7876" y="2513"/>
                    <a:pt x="7971" y="2513"/>
                  </a:cubicBezTo>
                  <a:lnTo>
                    <a:pt x="9956" y="2513"/>
                  </a:lnTo>
                  <a:lnTo>
                    <a:pt x="9956" y="4529"/>
                  </a:lnTo>
                  <a:cubicBezTo>
                    <a:pt x="9956" y="4655"/>
                    <a:pt x="10019" y="4718"/>
                    <a:pt x="10082" y="4813"/>
                  </a:cubicBezTo>
                  <a:lnTo>
                    <a:pt x="11499" y="6231"/>
                  </a:lnTo>
                  <a:lnTo>
                    <a:pt x="10082" y="7648"/>
                  </a:lnTo>
                  <a:cubicBezTo>
                    <a:pt x="10019" y="7711"/>
                    <a:pt x="9956" y="7837"/>
                    <a:pt x="9956" y="7900"/>
                  </a:cubicBezTo>
                  <a:lnTo>
                    <a:pt x="9956" y="9917"/>
                  </a:lnTo>
                  <a:lnTo>
                    <a:pt x="7971" y="9917"/>
                  </a:lnTo>
                  <a:cubicBezTo>
                    <a:pt x="7845" y="9917"/>
                    <a:pt x="7750" y="9948"/>
                    <a:pt x="7687" y="10043"/>
                  </a:cubicBezTo>
                  <a:lnTo>
                    <a:pt x="6270" y="11460"/>
                  </a:lnTo>
                  <a:lnTo>
                    <a:pt x="4852" y="10043"/>
                  </a:lnTo>
                  <a:cubicBezTo>
                    <a:pt x="4757" y="9948"/>
                    <a:pt x="4631" y="9917"/>
                    <a:pt x="4568" y="9917"/>
                  </a:cubicBezTo>
                  <a:lnTo>
                    <a:pt x="2552" y="9917"/>
                  </a:lnTo>
                  <a:lnTo>
                    <a:pt x="2552" y="7900"/>
                  </a:lnTo>
                  <a:cubicBezTo>
                    <a:pt x="2552" y="7806"/>
                    <a:pt x="2521" y="7711"/>
                    <a:pt x="2426" y="7648"/>
                  </a:cubicBezTo>
                  <a:lnTo>
                    <a:pt x="1008" y="6231"/>
                  </a:lnTo>
                  <a:lnTo>
                    <a:pt x="2426" y="4813"/>
                  </a:lnTo>
                  <a:cubicBezTo>
                    <a:pt x="2521" y="4718"/>
                    <a:pt x="2552" y="4624"/>
                    <a:pt x="2552" y="4529"/>
                  </a:cubicBezTo>
                  <a:lnTo>
                    <a:pt x="2552" y="2513"/>
                  </a:lnTo>
                  <a:lnTo>
                    <a:pt x="4568" y="2513"/>
                  </a:lnTo>
                  <a:cubicBezTo>
                    <a:pt x="4694" y="2513"/>
                    <a:pt x="4757" y="2482"/>
                    <a:pt x="4852" y="2419"/>
                  </a:cubicBezTo>
                  <a:lnTo>
                    <a:pt x="6270" y="1001"/>
                  </a:lnTo>
                  <a:close/>
                  <a:moveTo>
                    <a:pt x="6285" y="1"/>
                  </a:moveTo>
                  <a:cubicBezTo>
                    <a:pt x="6175" y="1"/>
                    <a:pt x="6065" y="40"/>
                    <a:pt x="5986" y="119"/>
                  </a:cubicBezTo>
                  <a:lnTo>
                    <a:pt x="4411" y="1694"/>
                  </a:lnTo>
                  <a:lnTo>
                    <a:pt x="2174" y="1694"/>
                  </a:lnTo>
                  <a:cubicBezTo>
                    <a:pt x="1922" y="1694"/>
                    <a:pt x="1733" y="1883"/>
                    <a:pt x="1733" y="2135"/>
                  </a:cubicBezTo>
                  <a:lnTo>
                    <a:pt x="1733" y="4372"/>
                  </a:lnTo>
                  <a:lnTo>
                    <a:pt x="158" y="5947"/>
                  </a:lnTo>
                  <a:cubicBezTo>
                    <a:pt x="0" y="6105"/>
                    <a:pt x="0" y="6388"/>
                    <a:pt x="158" y="6546"/>
                  </a:cubicBezTo>
                  <a:lnTo>
                    <a:pt x="1733" y="8121"/>
                  </a:lnTo>
                  <a:lnTo>
                    <a:pt x="1733" y="10358"/>
                  </a:lnTo>
                  <a:cubicBezTo>
                    <a:pt x="1733" y="10578"/>
                    <a:pt x="1922" y="10736"/>
                    <a:pt x="2174" y="10736"/>
                  </a:cubicBezTo>
                  <a:lnTo>
                    <a:pt x="4411" y="10736"/>
                  </a:lnTo>
                  <a:lnTo>
                    <a:pt x="5986" y="12374"/>
                  </a:lnTo>
                  <a:cubicBezTo>
                    <a:pt x="6065" y="12453"/>
                    <a:pt x="6175" y="12492"/>
                    <a:pt x="6285" y="12492"/>
                  </a:cubicBezTo>
                  <a:cubicBezTo>
                    <a:pt x="6396" y="12492"/>
                    <a:pt x="6506" y="12453"/>
                    <a:pt x="6585" y="12374"/>
                  </a:cubicBezTo>
                  <a:lnTo>
                    <a:pt x="8160" y="10736"/>
                  </a:lnTo>
                  <a:lnTo>
                    <a:pt x="10397" y="10736"/>
                  </a:lnTo>
                  <a:cubicBezTo>
                    <a:pt x="10617" y="10736"/>
                    <a:pt x="10775" y="10547"/>
                    <a:pt x="10775" y="10358"/>
                  </a:cubicBezTo>
                  <a:lnTo>
                    <a:pt x="10775" y="8121"/>
                  </a:lnTo>
                  <a:lnTo>
                    <a:pt x="12413" y="6546"/>
                  </a:lnTo>
                  <a:cubicBezTo>
                    <a:pt x="12571" y="6388"/>
                    <a:pt x="12571" y="6105"/>
                    <a:pt x="12413" y="5947"/>
                  </a:cubicBezTo>
                  <a:lnTo>
                    <a:pt x="10775" y="4372"/>
                  </a:lnTo>
                  <a:lnTo>
                    <a:pt x="10775" y="2135"/>
                  </a:lnTo>
                  <a:cubicBezTo>
                    <a:pt x="10775" y="1883"/>
                    <a:pt x="10586" y="1694"/>
                    <a:pt x="10397" y="1694"/>
                  </a:cubicBezTo>
                  <a:lnTo>
                    <a:pt x="8160" y="1694"/>
                  </a:lnTo>
                  <a:lnTo>
                    <a:pt x="6585" y="119"/>
                  </a:lnTo>
                  <a:cubicBezTo>
                    <a:pt x="6506" y="40"/>
                    <a:pt x="6396" y="1"/>
                    <a:pt x="628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4" name="Google Shape;2344;p45"/>
            <p:cNvSpPr/>
            <p:nvPr/>
          </p:nvSpPr>
          <p:spPr>
            <a:xfrm>
              <a:off x="-61268225" y="2024575"/>
              <a:ext cx="60650" cy="61475"/>
            </a:xfrm>
            <a:custGeom>
              <a:rect b="b" l="l" r="r" t="t"/>
              <a:pathLst>
                <a:path extrusionOk="0" h="2459" w="2426">
                  <a:moveTo>
                    <a:pt x="1197" y="820"/>
                  </a:moveTo>
                  <a:cubicBezTo>
                    <a:pt x="1449" y="820"/>
                    <a:pt x="1607" y="1009"/>
                    <a:pt x="1607" y="1261"/>
                  </a:cubicBezTo>
                  <a:cubicBezTo>
                    <a:pt x="1607" y="1481"/>
                    <a:pt x="1418" y="1639"/>
                    <a:pt x="1197" y="1639"/>
                  </a:cubicBezTo>
                  <a:cubicBezTo>
                    <a:pt x="1008" y="1639"/>
                    <a:pt x="819" y="1450"/>
                    <a:pt x="819" y="1261"/>
                  </a:cubicBezTo>
                  <a:cubicBezTo>
                    <a:pt x="788" y="977"/>
                    <a:pt x="977" y="820"/>
                    <a:pt x="1197" y="820"/>
                  </a:cubicBezTo>
                  <a:close/>
                  <a:moveTo>
                    <a:pt x="1197" y="1"/>
                  </a:moveTo>
                  <a:cubicBezTo>
                    <a:pt x="536" y="1"/>
                    <a:pt x="0" y="536"/>
                    <a:pt x="0" y="1261"/>
                  </a:cubicBezTo>
                  <a:cubicBezTo>
                    <a:pt x="0" y="1954"/>
                    <a:pt x="504" y="2458"/>
                    <a:pt x="1197" y="2458"/>
                  </a:cubicBezTo>
                  <a:cubicBezTo>
                    <a:pt x="1890" y="2458"/>
                    <a:pt x="2426" y="1922"/>
                    <a:pt x="2426" y="1261"/>
                  </a:cubicBezTo>
                  <a:cubicBezTo>
                    <a:pt x="2426" y="568"/>
                    <a:pt x="1890" y="1"/>
                    <a:pt x="119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5" name="Google Shape;2345;p45"/>
            <p:cNvSpPr/>
            <p:nvPr/>
          </p:nvSpPr>
          <p:spPr>
            <a:xfrm>
              <a:off x="-61187100" y="2107275"/>
              <a:ext cx="61450" cy="61475"/>
            </a:xfrm>
            <a:custGeom>
              <a:rect b="b" l="l" r="r" t="t"/>
              <a:pathLst>
                <a:path extrusionOk="0" h="2459" w="2458">
                  <a:moveTo>
                    <a:pt x="1229" y="788"/>
                  </a:moveTo>
                  <a:cubicBezTo>
                    <a:pt x="1512" y="820"/>
                    <a:pt x="1670" y="977"/>
                    <a:pt x="1670" y="1198"/>
                  </a:cubicBezTo>
                  <a:cubicBezTo>
                    <a:pt x="1670" y="1450"/>
                    <a:pt x="1481" y="1639"/>
                    <a:pt x="1229" y="1639"/>
                  </a:cubicBezTo>
                  <a:cubicBezTo>
                    <a:pt x="1008" y="1639"/>
                    <a:pt x="851" y="1450"/>
                    <a:pt x="851" y="1198"/>
                  </a:cubicBezTo>
                  <a:cubicBezTo>
                    <a:pt x="851" y="977"/>
                    <a:pt x="1040" y="788"/>
                    <a:pt x="1229" y="788"/>
                  </a:cubicBezTo>
                  <a:close/>
                  <a:moveTo>
                    <a:pt x="1229" y="1"/>
                  </a:moveTo>
                  <a:cubicBezTo>
                    <a:pt x="567" y="1"/>
                    <a:pt x="0" y="536"/>
                    <a:pt x="0" y="1198"/>
                  </a:cubicBezTo>
                  <a:cubicBezTo>
                    <a:pt x="0" y="1891"/>
                    <a:pt x="567" y="2458"/>
                    <a:pt x="1229" y="2458"/>
                  </a:cubicBezTo>
                  <a:cubicBezTo>
                    <a:pt x="1922" y="2458"/>
                    <a:pt x="2458" y="1922"/>
                    <a:pt x="2458" y="1198"/>
                  </a:cubicBezTo>
                  <a:cubicBezTo>
                    <a:pt x="2458" y="536"/>
                    <a:pt x="1922" y="1"/>
                    <a:pt x="122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6" name="Google Shape;2346;p45"/>
            <p:cNvSpPr/>
            <p:nvPr/>
          </p:nvSpPr>
          <p:spPr>
            <a:xfrm>
              <a:off x="-61250125" y="2044475"/>
              <a:ext cx="105575" cy="103600"/>
            </a:xfrm>
            <a:custGeom>
              <a:rect b="b" l="l" r="r" t="t"/>
              <a:pathLst>
                <a:path extrusionOk="0" h="4144" w="4223">
                  <a:moveTo>
                    <a:pt x="3766" y="0"/>
                  </a:moveTo>
                  <a:cubicBezTo>
                    <a:pt x="3655" y="0"/>
                    <a:pt x="3545" y="40"/>
                    <a:pt x="3466" y="118"/>
                  </a:cubicBezTo>
                  <a:lnTo>
                    <a:pt x="158" y="3426"/>
                  </a:lnTo>
                  <a:cubicBezTo>
                    <a:pt x="1" y="3615"/>
                    <a:pt x="1" y="3836"/>
                    <a:pt x="158" y="4025"/>
                  </a:cubicBezTo>
                  <a:cubicBezTo>
                    <a:pt x="237" y="4104"/>
                    <a:pt x="347" y="4143"/>
                    <a:pt x="458" y="4143"/>
                  </a:cubicBezTo>
                  <a:cubicBezTo>
                    <a:pt x="568" y="4143"/>
                    <a:pt x="678" y="4104"/>
                    <a:pt x="757" y="4025"/>
                  </a:cubicBezTo>
                  <a:lnTo>
                    <a:pt x="4065" y="717"/>
                  </a:lnTo>
                  <a:cubicBezTo>
                    <a:pt x="4222" y="559"/>
                    <a:pt x="4222" y="276"/>
                    <a:pt x="4065" y="118"/>
                  </a:cubicBezTo>
                  <a:cubicBezTo>
                    <a:pt x="3986" y="40"/>
                    <a:pt x="3876" y="0"/>
                    <a:pt x="376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7" name="Google Shape;2347;p45"/>
          <p:cNvGrpSpPr/>
          <p:nvPr/>
        </p:nvGrpSpPr>
        <p:grpSpPr>
          <a:xfrm>
            <a:off x="1586924" y="3318070"/>
            <a:ext cx="284953" cy="261556"/>
            <a:chOff x="-61354875" y="2322300"/>
            <a:chExt cx="316650" cy="290650"/>
          </a:xfrm>
        </p:grpSpPr>
        <p:sp>
          <p:nvSpPr>
            <p:cNvPr id="2348" name="Google Shape;2348;p45"/>
            <p:cNvSpPr/>
            <p:nvPr/>
          </p:nvSpPr>
          <p:spPr>
            <a:xfrm>
              <a:off x="-61354875" y="2322300"/>
              <a:ext cx="316650" cy="290650"/>
            </a:xfrm>
            <a:custGeom>
              <a:rect b="b" l="l" r="r" t="t"/>
              <a:pathLst>
                <a:path extrusionOk="0" h="11626" w="12666">
                  <a:moveTo>
                    <a:pt x="11405" y="788"/>
                  </a:moveTo>
                  <a:cubicBezTo>
                    <a:pt x="11657" y="788"/>
                    <a:pt x="11847" y="1009"/>
                    <a:pt x="11847" y="1229"/>
                  </a:cubicBezTo>
                  <a:lnTo>
                    <a:pt x="11847" y="10334"/>
                  </a:lnTo>
                  <a:cubicBezTo>
                    <a:pt x="11847" y="10555"/>
                    <a:pt x="11657" y="10775"/>
                    <a:pt x="11405" y="10775"/>
                  </a:cubicBezTo>
                  <a:lnTo>
                    <a:pt x="1198" y="10775"/>
                  </a:lnTo>
                  <a:cubicBezTo>
                    <a:pt x="977" y="10775"/>
                    <a:pt x="820" y="10555"/>
                    <a:pt x="820" y="10334"/>
                  </a:cubicBezTo>
                  <a:lnTo>
                    <a:pt x="820" y="1229"/>
                  </a:lnTo>
                  <a:cubicBezTo>
                    <a:pt x="820" y="1009"/>
                    <a:pt x="1009" y="788"/>
                    <a:pt x="1198" y="788"/>
                  </a:cubicBezTo>
                  <a:close/>
                  <a:moveTo>
                    <a:pt x="1198" y="0"/>
                  </a:moveTo>
                  <a:cubicBezTo>
                    <a:pt x="536" y="0"/>
                    <a:pt x="1" y="568"/>
                    <a:pt x="1" y="1261"/>
                  </a:cubicBezTo>
                  <a:lnTo>
                    <a:pt x="1" y="10366"/>
                  </a:lnTo>
                  <a:cubicBezTo>
                    <a:pt x="1" y="11027"/>
                    <a:pt x="536" y="11626"/>
                    <a:pt x="1198" y="11626"/>
                  </a:cubicBezTo>
                  <a:lnTo>
                    <a:pt x="11405" y="11626"/>
                  </a:lnTo>
                  <a:cubicBezTo>
                    <a:pt x="12067" y="11626"/>
                    <a:pt x="12666" y="11059"/>
                    <a:pt x="12666" y="10366"/>
                  </a:cubicBezTo>
                  <a:lnTo>
                    <a:pt x="12666" y="1261"/>
                  </a:lnTo>
                  <a:cubicBezTo>
                    <a:pt x="12666" y="568"/>
                    <a:pt x="12130" y="0"/>
                    <a:pt x="1140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9" name="Google Shape;2349;p45"/>
            <p:cNvSpPr/>
            <p:nvPr/>
          </p:nvSpPr>
          <p:spPr>
            <a:xfrm>
              <a:off x="-61313925" y="2364050"/>
              <a:ext cx="234750" cy="206375"/>
            </a:xfrm>
            <a:custGeom>
              <a:rect b="b" l="l" r="r" t="t"/>
              <a:pathLst>
                <a:path extrusionOk="0" h="8255" w="9390">
                  <a:moveTo>
                    <a:pt x="8539" y="819"/>
                  </a:moveTo>
                  <a:lnTo>
                    <a:pt x="8539" y="7435"/>
                  </a:lnTo>
                  <a:lnTo>
                    <a:pt x="820" y="7435"/>
                  </a:lnTo>
                  <a:lnTo>
                    <a:pt x="820" y="6207"/>
                  </a:lnTo>
                  <a:lnTo>
                    <a:pt x="1671" y="6207"/>
                  </a:lnTo>
                  <a:cubicBezTo>
                    <a:pt x="1891" y="6207"/>
                    <a:pt x="2080" y="6018"/>
                    <a:pt x="2080" y="5797"/>
                  </a:cubicBezTo>
                  <a:cubicBezTo>
                    <a:pt x="2080" y="5545"/>
                    <a:pt x="1891" y="5356"/>
                    <a:pt x="1671" y="5356"/>
                  </a:cubicBezTo>
                  <a:lnTo>
                    <a:pt x="820" y="5356"/>
                  </a:lnTo>
                  <a:lnTo>
                    <a:pt x="820" y="2867"/>
                  </a:lnTo>
                  <a:lnTo>
                    <a:pt x="1671" y="2867"/>
                  </a:lnTo>
                  <a:cubicBezTo>
                    <a:pt x="1891" y="2867"/>
                    <a:pt x="2080" y="2678"/>
                    <a:pt x="2080" y="2426"/>
                  </a:cubicBezTo>
                  <a:cubicBezTo>
                    <a:pt x="2080" y="2206"/>
                    <a:pt x="1891" y="2048"/>
                    <a:pt x="1671" y="2048"/>
                  </a:cubicBezTo>
                  <a:lnTo>
                    <a:pt x="820" y="2048"/>
                  </a:lnTo>
                  <a:lnTo>
                    <a:pt x="820" y="819"/>
                  </a:lnTo>
                  <a:close/>
                  <a:moveTo>
                    <a:pt x="410" y="0"/>
                  </a:moveTo>
                  <a:cubicBezTo>
                    <a:pt x="158" y="0"/>
                    <a:pt x="1" y="189"/>
                    <a:pt x="1" y="378"/>
                  </a:cubicBezTo>
                  <a:lnTo>
                    <a:pt x="1" y="7845"/>
                  </a:lnTo>
                  <a:cubicBezTo>
                    <a:pt x="1" y="8065"/>
                    <a:pt x="190" y="8255"/>
                    <a:pt x="410" y="8255"/>
                  </a:cubicBezTo>
                  <a:lnTo>
                    <a:pt x="8948" y="8255"/>
                  </a:lnTo>
                  <a:cubicBezTo>
                    <a:pt x="9169" y="8255"/>
                    <a:pt x="9326" y="8065"/>
                    <a:pt x="9326" y="7845"/>
                  </a:cubicBezTo>
                  <a:lnTo>
                    <a:pt x="9326" y="378"/>
                  </a:lnTo>
                  <a:cubicBezTo>
                    <a:pt x="9389" y="158"/>
                    <a:pt x="9169" y="0"/>
                    <a:pt x="894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0" name="Google Shape;2350;p45"/>
            <p:cNvSpPr/>
            <p:nvPr/>
          </p:nvSpPr>
          <p:spPr>
            <a:xfrm>
              <a:off x="-61234375" y="2416225"/>
              <a:ext cx="104775" cy="102225"/>
            </a:xfrm>
            <a:custGeom>
              <a:rect b="b" l="l" r="r" t="t"/>
              <a:pathLst>
                <a:path extrusionOk="0" h="4089" w="4191">
                  <a:moveTo>
                    <a:pt x="2175" y="1221"/>
                  </a:moveTo>
                  <a:cubicBezTo>
                    <a:pt x="2647" y="1221"/>
                    <a:pt x="2994" y="1568"/>
                    <a:pt x="2994" y="2040"/>
                  </a:cubicBezTo>
                  <a:cubicBezTo>
                    <a:pt x="2994" y="2513"/>
                    <a:pt x="2647" y="2859"/>
                    <a:pt x="2175" y="2859"/>
                  </a:cubicBezTo>
                  <a:cubicBezTo>
                    <a:pt x="1702" y="2859"/>
                    <a:pt x="1356" y="2513"/>
                    <a:pt x="1356" y="2040"/>
                  </a:cubicBezTo>
                  <a:cubicBezTo>
                    <a:pt x="1356" y="1568"/>
                    <a:pt x="1702" y="1221"/>
                    <a:pt x="2175" y="1221"/>
                  </a:cubicBezTo>
                  <a:close/>
                  <a:moveTo>
                    <a:pt x="458" y="0"/>
                  </a:moveTo>
                  <a:cubicBezTo>
                    <a:pt x="347" y="0"/>
                    <a:pt x="237" y="40"/>
                    <a:pt x="158" y="119"/>
                  </a:cubicBezTo>
                  <a:cubicBezTo>
                    <a:pt x="1" y="276"/>
                    <a:pt x="1" y="560"/>
                    <a:pt x="158" y="717"/>
                  </a:cubicBezTo>
                  <a:lnTo>
                    <a:pt x="694" y="1221"/>
                  </a:lnTo>
                  <a:cubicBezTo>
                    <a:pt x="536" y="1442"/>
                    <a:pt x="442" y="1757"/>
                    <a:pt x="442" y="2040"/>
                  </a:cubicBezTo>
                  <a:cubicBezTo>
                    <a:pt x="442" y="2324"/>
                    <a:pt x="536" y="2639"/>
                    <a:pt x="694" y="2859"/>
                  </a:cubicBezTo>
                  <a:lnTo>
                    <a:pt x="158" y="3395"/>
                  </a:lnTo>
                  <a:cubicBezTo>
                    <a:pt x="95" y="3553"/>
                    <a:pt x="95" y="3805"/>
                    <a:pt x="253" y="3962"/>
                  </a:cubicBezTo>
                  <a:cubicBezTo>
                    <a:pt x="316" y="4057"/>
                    <a:pt x="442" y="4088"/>
                    <a:pt x="536" y="4088"/>
                  </a:cubicBezTo>
                  <a:cubicBezTo>
                    <a:pt x="631" y="4088"/>
                    <a:pt x="726" y="4057"/>
                    <a:pt x="789" y="3962"/>
                  </a:cubicBezTo>
                  <a:lnTo>
                    <a:pt x="1324" y="3458"/>
                  </a:lnTo>
                  <a:cubicBezTo>
                    <a:pt x="1545" y="3616"/>
                    <a:pt x="1860" y="3710"/>
                    <a:pt x="2143" y="3710"/>
                  </a:cubicBezTo>
                  <a:cubicBezTo>
                    <a:pt x="2427" y="3710"/>
                    <a:pt x="2742" y="3616"/>
                    <a:pt x="2962" y="3458"/>
                  </a:cubicBezTo>
                  <a:lnTo>
                    <a:pt x="3498" y="3962"/>
                  </a:lnTo>
                  <a:cubicBezTo>
                    <a:pt x="3561" y="4057"/>
                    <a:pt x="3687" y="4088"/>
                    <a:pt x="3750" y="4088"/>
                  </a:cubicBezTo>
                  <a:cubicBezTo>
                    <a:pt x="3876" y="4088"/>
                    <a:pt x="3971" y="4057"/>
                    <a:pt x="4034" y="3962"/>
                  </a:cubicBezTo>
                  <a:cubicBezTo>
                    <a:pt x="4191" y="3805"/>
                    <a:pt x="4191" y="3553"/>
                    <a:pt x="4034" y="3395"/>
                  </a:cubicBezTo>
                  <a:lnTo>
                    <a:pt x="3529" y="2859"/>
                  </a:lnTo>
                  <a:cubicBezTo>
                    <a:pt x="3687" y="2639"/>
                    <a:pt x="3750" y="2324"/>
                    <a:pt x="3750" y="2040"/>
                  </a:cubicBezTo>
                  <a:cubicBezTo>
                    <a:pt x="3750" y="1757"/>
                    <a:pt x="3687" y="1442"/>
                    <a:pt x="3529" y="1221"/>
                  </a:cubicBezTo>
                  <a:lnTo>
                    <a:pt x="4034" y="717"/>
                  </a:lnTo>
                  <a:cubicBezTo>
                    <a:pt x="4191" y="560"/>
                    <a:pt x="4191" y="276"/>
                    <a:pt x="4034" y="119"/>
                  </a:cubicBezTo>
                  <a:cubicBezTo>
                    <a:pt x="3955" y="40"/>
                    <a:pt x="3845" y="0"/>
                    <a:pt x="3734" y="0"/>
                  </a:cubicBezTo>
                  <a:cubicBezTo>
                    <a:pt x="3624" y="0"/>
                    <a:pt x="3514" y="40"/>
                    <a:pt x="3435" y="119"/>
                  </a:cubicBezTo>
                  <a:lnTo>
                    <a:pt x="2931" y="623"/>
                  </a:lnTo>
                  <a:cubicBezTo>
                    <a:pt x="2679" y="465"/>
                    <a:pt x="2395" y="402"/>
                    <a:pt x="2112" y="402"/>
                  </a:cubicBezTo>
                  <a:cubicBezTo>
                    <a:pt x="1828" y="402"/>
                    <a:pt x="1513" y="465"/>
                    <a:pt x="1261" y="623"/>
                  </a:cubicBezTo>
                  <a:lnTo>
                    <a:pt x="757" y="119"/>
                  </a:lnTo>
                  <a:cubicBezTo>
                    <a:pt x="678" y="40"/>
                    <a:pt x="568" y="0"/>
                    <a:pt x="45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51" name="Google Shape;2351;p45"/>
          <p:cNvGrpSpPr/>
          <p:nvPr/>
        </p:nvGrpSpPr>
        <p:grpSpPr>
          <a:xfrm>
            <a:off x="1586924" y="3740669"/>
            <a:ext cx="284953" cy="284953"/>
            <a:chOff x="-61354875" y="2671225"/>
            <a:chExt cx="316650" cy="316650"/>
          </a:xfrm>
        </p:grpSpPr>
        <p:sp>
          <p:nvSpPr>
            <p:cNvPr id="2352" name="Google Shape;2352;p45"/>
            <p:cNvSpPr/>
            <p:nvPr/>
          </p:nvSpPr>
          <p:spPr>
            <a:xfrm>
              <a:off x="-61354875" y="2671225"/>
              <a:ext cx="316650" cy="316650"/>
            </a:xfrm>
            <a:custGeom>
              <a:rect b="b" l="l" r="r" t="t"/>
              <a:pathLst>
                <a:path extrusionOk="0" h="12666" w="12666">
                  <a:moveTo>
                    <a:pt x="11405" y="1701"/>
                  </a:moveTo>
                  <a:cubicBezTo>
                    <a:pt x="11657" y="1701"/>
                    <a:pt x="11847" y="1890"/>
                    <a:pt x="11847" y="2111"/>
                  </a:cubicBezTo>
                  <a:lnTo>
                    <a:pt x="11847" y="3340"/>
                  </a:lnTo>
                  <a:lnTo>
                    <a:pt x="820" y="3340"/>
                  </a:lnTo>
                  <a:lnTo>
                    <a:pt x="820" y="2111"/>
                  </a:lnTo>
                  <a:cubicBezTo>
                    <a:pt x="820" y="1890"/>
                    <a:pt x="1009" y="1701"/>
                    <a:pt x="1198" y="1701"/>
                  </a:cubicBezTo>
                  <a:lnTo>
                    <a:pt x="1639" y="1701"/>
                  </a:lnTo>
                  <a:lnTo>
                    <a:pt x="1639" y="2111"/>
                  </a:lnTo>
                  <a:cubicBezTo>
                    <a:pt x="1639" y="2363"/>
                    <a:pt x="1828" y="2552"/>
                    <a:pt x="2048" y="2552"/>
                  </a:cubicBezTo>
                  <a:cubicBezTo>
                    <a:pt x="2237" y="2552"/>
                    <a:pt x="2427" y="2363"/>
                    <a:pt x="2427" y="2111"/>
                  </a:cubicBezTo>
                  <a:lnTo>
                    <a:pt x="2427" y="1701"/>
                  </a:lnTo>
                  <a:lnTo>
                    <a:pt x="5892" y="1701"/>
                  </a:lnTo>
                  <a:lnTo>
                    <a:pt x="5892" y="2111"/>
                  </a:lnTo>
                  <a:cubicBezTo>
                    <a:pt x="5892" y="2363"/>
                    <a:pt x="6081" y="2552"/>
                    <a:pt x="6333" y="2552"/>
                  </a:cubicBezTo>
                  <a:cubicBezTo>
                    <a:pt x="6585" y="2552"/>
                    <a:pt x="6743" y="2363"/>
                    <a:pt x="6743" y="2111"/>
                  </a:cubicBezTo>
                  <a:lnTo>
                    <a:pt x="6743" y="1701"/>
                  </a:lnTo>
                  <a:lnTo>
                    <a:pt x="10208" y="1701"/>
                  </a:lnTo>
                  <a:lnTo>
                    <a:pt x="10208" y="2111"/>
                  </a:lnTo>
                  <a:cubicBezTo>
                    <a:pt x="10208" y="2363"/>
                    <a:pt x="10397" y="2552"/>
                    <a:pt x="10618" y="2552"/>
                  </a:cubicBezTo>
                  <a:cubicBezTo>
                    <a:pt x="10870" y="2552"/>
                    <a:pt x="11027" y="2363"/>
                    <a:pt x="11027" y="2111"/>
                  </a:cubicBezTo>
                  <a:lnTo>
                    <a:pt x="11027" y="1701"/>
                  </a:lnTo>
                  <a:close/>
                  <a:moveTo>
                    <a:pt x="11878" y="4159"/>
                  </a:moveTo>
                  <a:lnTo>
                    <a:pt x="11878" y="6112"/>
                  </a:lnTo>
                  <a:lnTo>
                    <a:pt x="11847" y="6112"/>
                  </a:lnTo>
                  <a:cubicBezTo>
                    <a:pt x="11090" y="5072"/>
                    <a:pt x="9862" y="4442"/>
                    <a:pt x="8538" y="4442"/>
                  </a:cubicBezTo>
                  <a:cubicBezTo>
                    <a:pt x="6239" y="4442"/>
                    <a:pt x="4411" y="6301"/>
                    <a:pt x="4411" y="8569"/>
                  </a:cubicBezTo>
                  <a:cubicBezTo>
                    <a:pt x="4411" y="9168"/>
                    <a:pt x="4506" y="9735"/>
                    <a:pt x="4758" y="10239"/>
                  </a:cubicBezTo>
                  <a:lnTo>
                    <a:pt x="1261" y="10239"/>
                  </a:lnTo>
                  <a:cubicBezTo>
                    <a:pt x="1009" y="10239"/>
                    <a:pt x="851" y="10050"/>
                    <a:pt x="851" y="9830"/>
                  </a:cubicBezTo>
                  <a:lnTo>
                    <a:pt x="851" y="4159"/>
                  </a:lnTo>
                  <a:close/>
                  <a:moveTo>
                    <a:pt x="8538" y="5261"/>
                  </a:moveTo>
                  <a:cubicBezTo>
                    <a:pt x="10334" y="5261"/>
                    <a:pt x="11847" y="6774"/>
                    <a:pt x="11847" y="8569"/>
                  </a:cubicBezTo>
                  <a:cubicBezTo>
                    <a:pt x="11847" y="10397"/>
                    <a:pt x="10334" y="11877"/>
                    <a:pt x="8538" y="11877"/>
                  </a:cubicBezTo>
                  <a:cubicBezTo>
                    <a:pt x="6711" y="11877"/>
                    <a:pt x="5230" y="10397"/>
                    <a:pt x="5230" y="8569"/>
                  </a:cubicBezTo>
                  <a:cubicBezTo>
                    <a:pt x="5230" y="6774"/>
                    <a:pt x="6743" y="5261"/>
                    <a:pt x="8538" y="5261"/>
                  </a:cubicBezTo>
                  <a:close/>
                  <a:moveTo>
                    <a:pt x="2048" y="0"/>
                  </a:moveTo>
                  <a:cubicBezTo>
                    <a:pt x="1828" y="0"/>
                    <a:pt x="1639" y="189"/>
                    <a:pt x="1639" y="441"/>
                  </a:cubicBezTo>
                  <a:lnTo>
                    <a:pt x="1639" y="851"/>
                  </a:lnTo>
                  <a:lnTo>
                    <a:pt x="1198" y="851"/>
                  </a:lnTo>
                  <a:cubicBezTo>
                    <a:pt x="536" y="851"/>
                    <a:pt x="1" y="1418"/>
                    <a:pt x="1" y="2079"/>
                  </a:cubicBezTo>
                  <a:lnTo>
                    <a:pt x="1" y="9798"/>
                  </a:lnTo>
                  <a:cubicBezTo>
                    <a:pt x="1" y="10460"/>
                    <a:pt x="536" y="11027"/>
                    <a:pt x="1198" y="11027"/>
                  </a:cubicBezTo>
                  <a:lnTo>
                    <a:pt x="5230" y="11027"/>
                  </a:lnTo>
                  <a:cubicBezTo>
                    <a:pt x="5987" y="12003"/>
                    <a:pt x="7184" y="12665"/>
                    <a:pt x="8538" y="12665"/>
                  </a:cubicBezTo>
                  <a:cubicBezTo>
                    <a:pt x="10807" y="12665"/>
                    <a:pt x="12666" y="10838"/>
                    <a:pt x="12666" y="8538"/>
                  </a:cubicBezTo>
                  <a:lnTo>
                    <a:pt x="12666" y="2079"/>
                  </a:lnTo>
                  <a:cubicBezTo>
                    <a:pt x="12666" y="1418"/>
                    <a:pt x="12130" y="851"/>
                    <a:pt x="11405" y="851"/>
                  </a:cubicBezTo>
                  <a:lnTo>
                    <a:pt x="11027" y="851"/>
                  </a:lnTo>
                  <a:lnTo>
                    <a:pt x="11027" y="441"/>
                  </a:lnTo>
                  <a:cubicBezTo>
                    <a:pt x="11027" y="189"/>
                    <a:pt x="10807" y="0"/>
                    <a:pt x="10618" y="0"/>
                  </a:cubicBezTo>
                  <a:cubicBezTo>
                    <a:pt x="10397" y="0"/>
                    <a:pt x="10177" y="189"/>
                    <a:pt x="10177" y="441"/>
                  </a:cubicBezTo>
                  <a:lnTo>
                    <a:pt x="10177" y="851"/>
                  </a:lnTo>
                  <a:lnTo>
                    <a:pt x="6711" y="851"/>
                  </a:lnTo>
                  <a:lnTo>
                    <a:pt x="6711" y="441"/>
                  </a:lnTo>
                  <a:cubicBezTo>
                    <a:pt x="6711" y="189"/>
                    <a:pt x="6522" y="0"/>
                    <a:pt x="6333" y="0"/>
                  </a:cubicBezTo>
                  <a:cubicBezTo>
                    <a:pt x="6081" y="0"/>
                    <a:pt x="5892" y="189"/>
                    <a:pt x="5892" y="441"/>
                  </a:cubicBezTo>
                  <a:lnTo>
                    <a:pt x="5892" y="851"/>
                  </a:lnTo>
                  <a:lnTo>
                    <a:pt x="2427" y="851"/>
                  </a:lnTo>
                  <a:lnTo>
                    <a:pt x="2427" y="441"/>
                  </a:lnTo>
                  <a:cubicBezTo>
                    <a:pt x="2427" y="189"/>
                    <a:pt x="2237" y="0"/>
                    <a:pt x="204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3" name="Google Shape;2353;p45"/>
            <p:cNvSpPr/>
            <p:nvPr/>
          </p:nvSpPr>
          <p:spPr>
            <a:xfrm>
              <a:off x="-61172925" y="2813775"/>
              <a:ext cx="62225" cy="145725"/>
            </a:xfrm>
            <a:custGeom>
              <a:rect b="b" l="l" r="r" t="t"/>
              <a:pathLst>
                <a:path extrusionOk="0" h="5829" w="2489">
                  <a:moveTo>
                    <a:pt x="1260" y="0"/>
                  </a:moveTo>
                  <a:cubicBezTo>
                    <a:pt x="1008" y="0"/>
                    <a:pt x="819" y="190"/>
                    <a:pt x="819" y="410"/>
                  </a:cubicBezTo>
                  <a:lnTo>
                    <a:pt x="819" y="662"/>
                  </a:lnTo>
                  <a:cubicBezTo>
                    <a:pt x="347" y="820"/>
                    <a:pt x="0" y="1292"/>
                    <a:pt x="0" y="1859"/>
                  </a:cubicBezTo>
                  <a:cubicBezTo>
                    <a:pt x="0" y="2521"/>
                    <a:pt x="536" y="2899"/>
                    <a:pt x="977" y="3245"/>
                  </a:cubicBezTo>
                  <a:cubicBezTo>
                    <a:pt x="1292" y="3466"/>
                    <a:pt x="1639" y="3687"/>
                    <a:pt x="1639" y="3939"/>
                  </a:cubicBezTo>
                  <a:cubicBezTo>
                    <a:pt x="1639" y="4191"/>
                    <a:pt x="1450" y="4380"/>
                    <a:pt x="1260" y="4380"/>
                  </a:cubicBezTo>
                  <a:cubicBezTo>
                    <a:pt x="1008" y="4380"/>
                    <a:pt x="819" y="4191"/>
                    <a:pt x="819" y="3939"/>
                  </a:cubicBezTo>
                  <a:cubicBezTo>
                    <a:pt x="819" y="3718"/>
                    <a:pt x="630" y="3498"/>
                    <a:pt x="441" y="3498"/>
                  </a:cubicBezTo>
                  <a:cubicBezTo>
                    <a:pt x="189" y="3498"/>
                    <a:pt x="0" y="3718"/>
                    <a:pt x="0" y="3939"/>
                  </a:cubicBezTo>
                  <a:cubicBezTo>
                    <a:pt x="0" y="4506"/>
                    <a:pt x="347" y="4915"/>
                    <a:pt x="819" y="5136"/>
                  </a:cubicBezTo>
                  <a:lnTo>
                    <a:pt x="819" y="5388"/>
                  </a:lnTo>
                  <a:cubicBezTo>
                    <a:pt x="819" y="5640"/>
                    <a:pt x="1008" y="5829"/>
                    <a:pt x="1260" y="5829"/>
                  </a:cubicBezTo>
                  <a:cubicBezTo>
                    <a:pt x="1481" y="5829"/>
                    <a:pt x="1639" y="5640"/>
                    <a:pt x="1639" y="5388"/>
                  </a:cubicBezTo>
                  <a:lnTo>
                    <a:pt x="1639" y="5136"/>
                  </a:lnTo>
                  <a:cubicBezTo>
                    <a:pt x="2111" y="4978"/>
                    <a:pt x="2489" y="4506"/>
                    <a:pt x="2489" y="3939"/>
                  </a:cubicBezTo>
                  <a:cubicBezTo>
                    <a:pt x="2489" y="3277"/>
                    <a:pt x="1922" y="2867"/>
                    <a:pt x="1481" y="2552"/>
                  </a:cubicBezTo>
                  <a:cubicBezTo>
                    <a:pt x="1166" y="2332"/>
                    <a:pt x="819" y="2080"/>
                    <a:pt x="819" y="1859"/>
                  </a:cubicBezTo>
                  <a:cubicBezTo>
                    <a:pt x="819" y="1607"/>
                    <a:pt x="1008" y="1418"/>
                    <a:pt x="1260" y="1418"/>
                  </a:cubicBezTo>
                  <a:cubicBezTo>
                    <a:pt x="1513" y="1418"/>
                    <a:pt x="1639" y="1607"/>
                    <a:pt x="1639" y="1859"/>
                  </a:cubicBezTo>
                  <a:cubicBezTo>
                    <a:pt x="1639" y="2080"/>
                    <a:pt x="1859" y="2269"/>
                    <a:pt x="2048" y="2269"/>
                  </a:cubicBezTo>
                  <a:cubicBezTo>
                    <a:pt x="2300" y="2269"/>
                    <a:pt x="2489" y="2080"/>
                    <a:pt x="2489" y="1859"/>
                  </a:cubicBezTo>
                  <a:cubicBezTo>
                    <a:pt x="2489" y="1292"/>
                    <a:pt x="2143" y="883"/>
                    <a:pt x="1639" y="662"/>
                  </a:cubicBezTo>
                  <a:lnTo>
                    <a:pt x="1639" y="410"/>
                  </a:lnTo>
                  <a:cubicBezTo>
                    <a:pt x="1639" y="158"/>
                    <a:pt x="1450" y="0"/>
                    <a:pt x="126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4" name="Google Shape;2354;p45"/>
            <p:cNvSpPr/>
            <p:nvPr/>
          </p:nvSpPr>
          <p:spPr>
            <a:xfrm>
              <a:off x="-61313925" y="2796450"/>
              <a:ext cx="40975" cy="20500"/>
            </a:xfrm>
            <a:custGeom>
              <a:rect b="b" l="l" r="r" t="t"/>
              <a:pathLst>
                <a:path extrusionOk="0" h="820" w="1639">
                  <a:moveTo>
                    <a:pt x="410" y="0"/>
                  </a:moveTo>
                  <a:cubicBezTo>
                    <a:pt x="158" y="0"/>
                    <a:pt x="1" y="189"/>
                    <a:pt x="1" y="378"/>
                  </a:cubicBezTo>
                  <a:cubicBezTo>
                    <a:pt x="1" y="630"/>
                    <a:pt x="158" y="820"/>
                    <a:pt x="410" y="820"/>
                  </a:cubicBezTo>
                  <a:lnTo>
                    <a:pt x="1230" y="820"/>
                  </a:lnTo>
                  <a:cubicBezTo>
                    <a:pt x="1482" y="820"/>
                    <a:pt x="1639" y="630"/>
                    <a:pt x="1639" y="378"/>
                  </a:cubicBezTo>
                  <a:cubicBezTo>
                    <a:pt x="1639" y="158"/>
                    <a:pt x="1419" y="0"/>
                    <a:pt x="123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5" name="Google Shape;2355;p45"/>
            <p:cNvSpPr/>
            <p:nvPr/>
          </p:nvSpPr>
          <p:spPr>
            <a:xfrm>
              <a:off x="-61313925" y="2837400"/>
              <a:ext cx="40975" cy="20500"/>
            </a:xfrm>
            <a:custGeom>
              <a:rect b="b" l="l" r="r" t="t"/>
              <a:pathLst>
                <a:path extrusionOk="0" h="820" w="1639">
                  <a:moveTo>
                    <a:pt x="410" y="1"/>
                  </a:moveTo>
                  <a:cubicBezTo>
                    <a:pt x="158" y="1"/>
                    <a:pt x="1" y="190"/>
                    <a:pt x="1" y="442"/>
                  </a:cubicBezTo>
                  <a:cubicBezTo>
                    <a:pt x="1" y="631"/>
                    <a:pt x="158" y="820"/>
                    <a:pt x="410" y="820"/>
                  </a:cubicBezTo>
                  <a:lnTo>
                    <a:pt x="1230" y="820"/>
                  </a:lnTo>
                  <a:cubicBezTo>
                    <a:pt x="1482" y="820"/>
                    <a:pt x="1639" y="631"/>
                    <a:pt x="1639" y="442"/>
                  </a:cubicBezTo>
                  <a:cubicBezTo>
                    <a:pt x="1639" y="190"/>
                    <a:pt x="1419" y="1"/>
                    <a:pt x="123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6" name="Google Shape;2356;p45"/>
            <p:cNvSpPr/>
            <p:nvPr/>
          </p:nvSpPr>
          <p:spPr>
            <a:xfrm>
              <a:off x="-61313925" y="2877575"/>
              <a:ext cx="40975" cy="22075"/>
            </a:xfrm>
            <a:custGeom>
              <a:rect b="b" l="l" r="r" t="t"/>
              <a:pathLst>
                <a:path extrusionOk="0" h="883" w="1639">
                  <a:moveTo>
                    <a:pt x="410" y="0"/>
                  </a:moveTo>
                  <a:cubicBezTo>
                    <a:pt x="158" y="0"/>
                    <a:pt x="1" y="221"/>
                    <a:pt x="1" y="441"/>
                  </a:cubicBezTo>
                  <a:cubicBezTo>
                    <a:pt x="1" y="693"/>
                    <a:pt x="158" y="883"/>
                    <a:pt x="410" y="883"/>
                  </a:cubicBezTo>
                  <a:lnTo>
                    <a:pt x="1230" y="883"/>
                  </a:lnTo>
                  <a:cubicBezTo>
                    <a:pt x="1482" y="883"/>
                    <a:pt x="1639" y="693"/>
                    <a:pt x="1639" y="441"/>
                  </a:cubicBezTo>
                  <a:cubicBezTo>
                    <a:pt x="1639" y="221"/>
                    <a:pt x="1419" y="0"/>
                    <a:pt x="123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57" name="Google Shape;2357;p45"/>
          <p:cNvGrpSpPr/>
          <p:nvPr/>
        </p:nvGrpSpPr>
        <p:grpSpPr>
          <a:xfrm>
            <a:off x="3771666" y="2866328"/>
            <a:ext cx="287068" cy="287518"/>
            <a:chOff x="-59502375" y="1904375"/>
            <a:chExt cx="319000" cy="319500"/>
          </a:xfrm>
        </p:grpSpPr>
        <p:sp>
          <p:nvSpPr>
            <p:cNvPr id="2358" name="Google Shape;2358;p45"/>
            <p:cNvSpPr/>
            <p:nvPr/>
          </p:nvSpPr>
          <p:spPr>
            <a:xfrm>
              <a:off x="-59455125" y="2097050"/>
              <a:ext cx="227650" cy="62225"/>
            </a:xfrm>
            <a:custGeom>
              <a:rect b="b" l="l" r="r" t="t"/>
              <a:pathLst>
                <a:path extrusionOk="0" h="2489" w="9106">
                  <a:moveTo>
                    <a:pt x="1670" y="819"/>
                  </a:moveTo>
                  <a:lnTo>
                    <a:pt x="1670" y="1670"/>
                  </a:lnTo>
                  <a:lnTo>
                    <a:pt x="820" y="1670"/>
                  </a:lnTo>
                  <a:lnTo>
                    <a:pt x="820" y="819"/>
                  </a:lnTo>
                  <a:close/>
                  <a:moveTo>
                    <a:pt x="3309" y="819"/>
                  </a:moveTo>
                  <a:lnTo>
                    <a:pt x="3309" y="1670"/>
                  </a:lnTo>
                  <a:lnTo>
                    <a:pt x="2489" y="1670"/>
                  </a:lnTo>
                  <a:lnTo>
                    <a:pt x="2489" y="819"/>
                  </a:lnTo>
                  <a:close/>
                  <a:moveTo>
                    <a:pt x="4978" y="819"/>
                  </a:moveTo>
                  <a:lnTo>
                    <a:pt x="4978" y="1670"/>
                  </a:lnTo>
                  <a:lnTo>
                    <a:pt x="4128" y="1670"/>
                  </a:lnTo>
                  <a:lnTo>
                    <a:pt x="4128" y="819"/>
                  </a:lnTo>
                  <a:close/>
                  <a:moveTo>
                    <a:pt x="6617" y="819"/>
                  </a:moveTo>
                  <a:lnTo>
                    <a:pt x="6617" y="1670"/>
                  </a:lnTo>
                  <a:lnTo>
                    <a:pt x="5798" y="1670"/>
                  </a:lnTo>
                  <a:lnTo>
                    <a:pt x="5798" y="819"/>
                  </a:lnTo>
                  <a:close/>
                  <a:moveTo>
                    <a:pt x="8286" y="819"/>
                  </a:moveTo>
                  <a:lnTo>
                    <a:pt x="8286" y="1670"/>
                  </a:lnTo>
                  <a:lnTo>
                    <a:pt x="7436" y="1670"/>
                  </a:lnTo>
                  <a:lnTo>
                    <a:pt x="7436" y="819"/>
                  </a:lnTo>
                  <a:close/>
                  <a:moveTo>
                    <a:pt x="410" y="0"/>
                  </a:moveTo>
                  <a:cubicBezTo>
                    <a:pt x="158" y="0"/>
                    <a:pt x="1" y="189"/>
                    <a:pt x="1" y="410"/>
                  </a:cubicBezTo>
                  <a:lnTo>
                    <a:pt x="1" y="2048"/>
                  </a:lnTo>
                  <a:cubicBezTo>
                    <a:pt x="1" y="2300"/>
                    <a:pt x="190" y="2489"/>
                    <a:pt x="410" y="2489"/>
                  </a:cubicBezTo>
                  <a:lnTo>
                    <a:pt x="8664" y="2489"/>
                  </a:lnTo>
                  <a:cubicBezTo>
                    <a:pt x="8917" y="2489"/>
                    <a:pt x="9106" y="2300"/>
                    <a:pt x="9106" y="2048"/>
                  </a:cubicBezTo>
                  <a:lnTo>
                    <a:pt x="9106" y="410"/>
                  </a:lnTo>
                  <a:cubicBezTo>
                    <a:pt x="9106" y="158"/>
                    <a:pt x="8917" y="0"/>
                    <a:pt x="866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9" name="Google Shape;2359;p45"/>
            <p:cNvSpPr/>
            <p:nvPr/>
          </p:nvSpPr>
          <p:spPr>
            <a:xfrm>
              <a:off x="-59502375" y="1966300"/>
              <a:ext cx="319000" cy="257575"/>
            </a:xfrm>
            <a:custGeom>
              <a:rect b="b" l="l" r="r" t="t"/>
              <a:pathLst>
                <a:path extrusionOk="0" h="10303" w="12760">
                  <a:moveTo>
                    <a:pt x="8633" y="1639"/>
                  </a:moveTo>
                  <a:lnTo>
                    <a:pt x="8633" y="3592"/>
                  </a:lnTo>
                  <a:lnTo>
                    <a:pt x="7814" y="3592"/>
                  </a:lnTo>
                  <a:lnTo>
                    <a:pt x="7814" y="1639"/>
                  </a:lnTo>
                  <a:close/>
                  <a:moveTo>
                    <a:pt x="11941" y="819"/>
                  </a:moveTo>
                  <a:lnTo>
                    <a:pt x="11941" y="3592"/>
                  </a:lnTo>
                  <a:lnTo>
                    <a:pt x="11122" y="3592"/>
                  </a:lnTo>
                  <a:lnTo>
                    <a:pt x="11122" y="819"/>
                  </a:lnTo>
                  <a:close/>
                  <a:moveTo>
                    <a:pt x="5041" y="3119"/>
                  </a:moveTo>
                  <a:lnTo>
                    <a:pt x="5041" y="3970"/>
                  </a:lnTo>
                  <a:cubicBezTo>
                    <a:pt x="5041" y="4222"/>
                    <a:pt x="5230" y="4411"/>
                    <a:pt x="5482" y="4411"/>
                  </a:cubicBezTo>
                  <a:lnTo>
                    <a:pt x="11941" y="4411"/>
                  </a:lnTo>
                  <a:lnTo>
                    <a:pt x="11941" y="9357"/>
                  </a:lnTo>
                  <a:lnTo>
                    <a:pt x="914" y="9357"/>
                  </a:lnTo>
                  <a:lnTo>
                    <a:pt x="914" y="4222"/>
                  </a:lnTo>
                  <a:lnTo>
                    <a:pt x="2552" y="3119"/>
                  </a:lnTo>
                  <a:lnTo>
                    <a:pt x="2552" y="3970"/>
                  </a:lnTo>
                  <a:cubicBezTo>
                    <a:pt x="2552" y="4207"/>
                    <a:pt x="2767" y="4373"/>
                    <a:pt x="2980" y="4373"/>
                  </a:cubicBezTo>
                  <a:cubicBezTo>
                    <a:pt x="3050" y="4373"/>
                    <a:pt x="3120" y="4355"/>
                    <a:pt x="3182" y="4316"/>
                  </a:cubicBezTo>
                  <a:lnTo>
                    <a:pt x="5041" y="3119"/>
                  </a:lnTo>
                  <a:close/>
                  <a:moveTo>
                    <a:pt x="10712" y="0"/>
                  </a:moveTo>
                  <a:cubicBezTo>
                    <a:pt x="10491" y="0"/>
                    <a:pt x="10334" y="189"/>
                    <a:pt x="10334" y="441"/>
                  </a:cubicBezTo>
                  <a:lnTo>
                    <a:pt x="10334" y="3592"/>
                  </a:lnTo>
                  <a:lnTo>
                    <a:pt x="9483" y="3592"/>
                  </a:lnTo>
                  <a:lnTo>
                    <a:pt x="9483" y="1261"/>
                  </a:lnTo>
                  <a:cubicBezTo>
                    <a:pt x="9483" y="1008"/>
                    <a:pt x="9294" y="819"/>
                    <a:pt x="9074" y="819"/>
                  </a:cubicBezTo>
                  <a:lnTo>
                    <a:pt x="7404" y="819"/>
                  </a:lnTo>
                  <a:cubicBezTo>
                    <a:pt x="7183" y="819"/>
                    <a:pt x="6963" y="1008"/>
                    <a:pt x="6963" y="1261"/>
                  </a:cubicBezTo>
                  <a:lnTo>
                    <a:pt x="6963" y="3592"/>
                  </a:lnTo>
                  <a:lnTo>
                    <a:pt x="5860" y="3592"/>
                  </a:lnTo>
                  <a:lnTo>
                    <a:pt x="5860" y="2363"/>
                  </a:lnTo>
                  <a:cubicBezTo>
                    <a:pt x="5860" y="2206"/>
                    <a:pt x="5797" y="2080"/>
                    <a:pt x="5640" y="2017"/>
                  </a:cubicBezTo>
                  <a:cubicBezTo>
                    <a:pt x="5581" y="1973"/>
                    <a:pt x="5509" y="1949"/>
                    <a:pt x="5436" y="1949"/>
                  </a:cubicBezTo>
                  <a:cubicBezTo>
                    <a:pt x="5352" y="1949"/>
                    <a:pt x="5266" y="1981"/>
                    <a:pt x="5199" y="2048"/>
                  </a:cubicBezTo>
                  <a:lnTo>
                    <a:pt x="3340" y="3245"/>
                  </a:lnTo>
                  <a:lnTo>
                    <a:pt x="3340" y="2395"/>
                  </a:lnTo>
                  <a:cubicBezTo>
                    <a:pt x="3340" y="2237"/>
                    <a:pt x="3277" y="2111"/>
                    <a:pt x="3119" y="2048"/>
                  </a:cubicBezTo>
                  <a:cubicBezTo>
                    <a:pt x="3061" y="2004"/>
                    <a:pt x="2989" y="1981"/>
                    <a:pt x="2916" y="1981"/>
                  </a:cubicBezTo>
                  <a:cubicBezTo>
                    <a:pt x="2831" y="1981"/>
                    <a:pt x="2746" y="2012"/>
                    <a:pt x="2678" y="2080"/>
                  </a:cubicBezTo>
                  <a:lnTo>
                    <a:pt x="189" y="3718"/>
                  </a:lnTo>
                  <a:cubicBezTo>
                    <a:pt x="95" y="3812"/>
                    <a:pt x="0" y="3938"/>
                    <a:pt x="0" y="4096"/>
                  </a:cubicBezTo>
                  <a:lnTo>
                    <a:pt x="0" y="9861"/>
                  </a:lnTo>
                  <a:cubicBezTo>
                    <a:pt x="0" y="10113"/>
                    <a:pt x="189" y="10302"/>
                    <a:pt x="441" y="10302"/>
                  </a:cubicBezTo>
                  <a:lnTo>
                    <a:pt x="12287" y="10302"/>
                  </a:lnTo>
                  <a:cubicBezTo>
                    <a:pt x="12539" y="10302"/>
                    <a:pt x="12697" y="10113"/>
                    <a:pt x="12697" y="9861"/>
                  </a:cubicBezTo>
                  <a:lnTo>
                    <a:pt x="12697" y="504"/>
                  </a:lnTo>
                  <a:cubicBezTo>
                    <a:pt x="12760" y="158"/>
                    <a:pt x="12602" y="0"/>
                    <a:pt x="1238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0" name="Google Shape;2360;p45"/>
            <p:cNvSpPr/>
            <p:nvPr/>
          </p:nvSpPr>
          <p:spPr>
            <a:xfrm>
              <a:off x="-59322800" y="1904375"/>
              <a:ext cx="106350" cy="41175"/>
            </a:xfrm>
            <a:custGeom>
              <a:rect b="b" l="l" r="r" t="t"/>
              <a:pathLst>
                <a:path extrusionOk="0" h="1647" w="4254">
                  <a:moveTo>
                    <a:pt x="1291" y="0"/>
                  </a:moveTo>
                  <a:cubicBezTo>
                    <a:pt x="890" y="0"/>
                    <a:pt x="485" y="181"/>
                    <a:pt x="158" y="556"/>
                  </a:cubicBezTo>
                  <a:cubicBezTo>
                    <a:pt x="0" y="713"/>
                    <a:pt x="32" y="965"/>
                    <a:pt x="189" y="1123"/>
                  </a:cubicBezTo>
                  <a:cubicBezTo>
                    <a:pt x="265" y="1198"/>
                    <a:pt x="369" y="1237"/>
                    <a:pt x="474" y="1237"/>
                  </a:cubicBezTo>
                  <a:cubicBezTo>
                    <a:pt x="589" y="1237"/>
                    <a:pt x="706" y="1190"/>
                    <a:pt x="788" y="1091"/>
                  </a:cubicBezTo>
                  <a:cubicBezTo>
                    <a:pt x="946" y="918"/>
                    <a:pt x="1119" y="831"/>
                    <a:pt x="1292" y="831"/>
                  </a:cubicBezTo>
                  <a:cubicBezTo>
                    <a:pt x="1465" y="831"/>
                    <a:pt x="1639" y="918"/>
                    <a:pt x="1796" y="1091"/>
                  </a:cubicBezTo>
                  <a:cubicBezTo>
                    <a:pt x="2115" y="1457"/>
                    <a:pt x="2530" y="1646"/>
                    <a:pt x="2948" y="1646"/>
                  </a:cubicBezTo>
                  <a:cubicBezTo>
                    <a:pt x="3357" y="1646"/>
                    <a:pt x="3769" y="1465"/>
                    <a:pt x="4096" y="1091"/>
                  </a:cubicBezTo>
                  <a:cubicBezTo>
                    <a:pt x="4254" y="902"/>
                    <a:pt x="4191" y="650"/>
                    <a:pt x="4033" y="493"/>
                  </a:cubicBezTo>
                  <a:cubicBezTo>
                    <a:pt x="3975" y="420"/>
                    <a:pt x="3885" y="381"/>
                    <a:pt x="3788" y="381"/>
                  </a:cubicBezTo>
                  <a:cubicBezTo>
                    <a:pt x="3674" y="381"/>
                    <a:pt x="3551" y="436"/>
                    <a:pt x="3466" y="556"/>
                  </a:cubicBezTo>
                  <a:cubicBezTo>
                    <a:pt x="3308" y="729"/>
                    <a:pt x="3127" y="815"/>
                    <a:pt x="2946" y="815"/>
                  </a:cubicBezTo>
                  <a:cubicBezTo>
                    <a:pt x="2765" y="815"/>
                    <a:pt x="2584" y="729"/>
                    <a:pt x="2426" y="556"/>
                  </a:cubicBezTo>
                  <a:cubicBezTo>
                    <a:pt x="2108" y="189"/>
                    <a:pt x="1701" y="0"/>
                    <a:pt x="129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61" name="Google Shape;2361;p45"/>
          <p:cNvGrpSpPr/>
          <p:nvPr/>
        </p:nvGrpSpPr>
        <p:grpSpPr>
          <a:xfrm>
            <a:off x="1150103" y="1555731"/>
            <a:ext cx="287068" cy="282929"/>
            <a:chOff x="-64774725" y="1916550"/>
            <a:chExt cx="319000" cy="314400"/>
          </a:xfrm>
        </p:grpSpPr>
        <p:sp>
          <p:nvSpPr>
            <p:cNvPr id="2362" name="Google Shape;2362;p45"/>
            <p:cNvSpPr/>
            <p:nvPr/>
          </p:nvSpPr>
          <p:spPr>
            <a:xfrm>
              <a:off x="-64774725" y="1916550"/>
              <a:ext cx="319000" cy="314400"/>
            </a:xfrm>
            <a:custGeom>
              <a:rect b="b" l="l" r="r" t="t"/>
              <a:pathLst>
                <a:path extrusionOk="0" h="12576" w="12760">
                  <a:moveTo>
                    <a:pt x="11436" y="856"/>
                  </a:moveTo>
                  <a:cubicBezTo>
                    <a:pt x="11562" y="856"/>
                    <a:pt x="11657" y="888"/>
                    <a:pt x="11783" y="951"/>
                  </a:cubicBezTo>
                  <a:cubicBezTo>
                    <a:pt x="11877" y="1077"/>
                    <a:pt x="11940" y="1203"/>
                    <a:pt x="11909" y="1329"/>
                  </a:cubicBezTo>
                  <a:cubicBezTo>
                    <a:pt x="11814" y="2431"/>
                    <a:pt x="11562" y="3440"/>
                    <a:pt x="11090" y="4416"/>
                  </a:cubicBezTo>
                  <a:lnTo>
                    <a:pt x="8317" y="1675"/>
                  </a:lnTo>
                  <a:cubicBezTo>
                    <a:pt x="9263" y="1234"/>
                    <a:pt x="10334" y="951"/>
                    <a:pt x="11436" y="856"/>
                  </a:cubicBezTo>
                  <a:close/>
                  <a:moveTo>
                    <a:pt x="3781" y="4542"/>
                  </a:moveTo>
                  <a:lnTo>
                    <a:pt x="3781" y="4542"/>
                  </a:lnTo>
                  <a:cubicBezTo>
                    <a:pt x="3529" y="4983"/>
                    <a:pt x="3245" y="5456"/>
                    <a:pt x="3056" y="5960"/>
                  </a:cubicBezTo>
                  <a:cubicBezTo>
                    <a:pt x="2878" y="5949"/>
                    <a:pt x="2699" y="5942"/>
                    <a:pt x="2522" y="5942"/>
                  </a:cubicBezTo>
                  <a:cubicBezTo>
                    <a:pt x="2167" y="5942"/>
                    <a:pt x="1817" y="5970"/>
                    <a:pt x="1481" y="6054"/>
                  </a:cubicBezTo>
                  <a:cubicBezTo>
                    <a:pt x="1544" y="5928"/>
                    <a:pt x="1670" y="5802"/>
                    <a:pt x="1733" y="5739"/>
                  </a:cubicBezTo>
                  <a:cubicBezTo>
                    <a:pt x="2331" y="5141"/>
                    <a:pt x="2993" y="4731"/>
                    <a:pt x="3781" y="4542"/>
                  </a:cubicBezTo>
                  <a:close/>
                  <a:moveTo>
                    <a:pt x="7561" y="2022"/>
                  </a:moveTo>
                  <a:lnTo>
                    <a:pt x="10680" y="5141"/>
                  </a:lnTo>
                  <a:cubicBezTo>
                    <a:pt x="9546" y="7157"/>
                    <a:pt x="7687" y="8669"/>
                    <a:pt x="5419" y="9331"/>
                  </a:cubicBezTo>
                  <a:lnTo>
                    <a:pt x="3403" y="7346"/>
                  </a:lnTo>
                  <a:cubicBezTo>
                    <a:pt x="4064" y="5109"/>
                    <a:pt x="5576" y="3219"/>
                    <a:pt x="7561" y="2022"/>
                  </a:cubicBezTo>
                  <a:close/>
                  <a:moveTo>
                    <a:pt x="2899" y="8008"/>
                  </a:moveTo>
                  <a:lnTo>
                    <a:pt x="4789" y="9898"/>
                  </a:lnTo>
                  <a:lnTo>
                    <a:pt x="4316" y="10623"/>
                  </a:lnTo>
                  <a:lnTo>
                    <a:pt x="2142" y="8449"/>
                  </a:lnTo>
                  <a:lnTo>
                    <a:pt x="2899" y="8008"/>
                  </a:lnTo>
                  <a:close/>
                  <a:moveTo>
                    <a:pt x="2363" y="9867"/>
                  </a:moveTo>
                  <a:lnTo>
                    <a:pt x="2899" y="10371"/>
                  </a:lnTo>
                  <a:cubicBezTo>
                    <a:pt x="2741" y="10497"/>
                    <a:pt x="2520" y="10654"/>
                    <a:pt x="2300" y="10780"/>
                  </a:cubicBezTo>
                  <a:cubicBezTo>
                    <a:pt x="1985" y="10969"/>
                    <a:pt x="1733" y="11095"/>
                    <a:pt x="1638" y="11127"/>
                  </a:cubicBezTo>
                  <a:cubicBezTo>
                    <a:pt x="1701" y="10969"/>
                    <a:pt x="1796" y="10780"/>
                    <a:pt x="1985" y="10465"/>
                  </a:cubicBezTo>
                  <a:cubicBezTo>
                    <a:pt x="2142" y="10213"/>
                    <a:pt x="2268" y="10024"/>
                    <a:pt x="2363" y="9867"/>
                  </a:cubicBezTo>
                  <a:close/>
                  <a:moveTo>
                    <a:pt x="8191" y="8984"/>
                  </a:moveTo>
                  <a:lnTo>
                    <a:pt x="8191" y="8984"/>
                  </a:lnTo>
                  <a:cubicBezTo>
                    <a:pt x="7971" y="9867"/>
                    <a:pt x="7467" y="10686"/>
                    <a:pt x="6711" y="11284"/>
                  </a:cubicBezTo>
                  <a:cubicBezTo>
                    <a:pt x="6837" y="10749"/>
                    <a:pt x="6837" y="10245"/>
                    <a:pt x="6774" y="9741"/>
                  </a:cubicBezTo>
                  <a:cubicBezTo>
                    <a:pt x="7309" y="9551"/>
                    <a:pt x="7782" y="9268"/>
                    <a:pt x="8191" y="8984"/>
                  </a:cubicBezTo>
                  <a:close/>
                  <a:moveTo>
                    <a:pt x="11509" y="1"/>
                  </a:moveTo>
                  <a:cubicBezTo>
                    <a:pt x="11474" y="1"/>
                    <a:pt x="11440" y="2"/>
                    <a:pt x="11405" y="6"/>
                  </a:cubicBezTo>
                  <a:cubicBezTo>
                    <a:pt x="10365" y="100"/>
                    <a:pt x="9389" y="321"/>
                    <a:pt x="8412" y="730"/>
                  </a:cubicBezTo>
                  <a:cubicBezTo>
                    <a:pt x="7498" y="1077"/>
                    <a:pt x="6616" y="1644"/>
                    <a:pt x="5797" y="2274"/>
                  </a:cubicBezTo>
                  <a:cubicBezTo>
                    <a:pt x="5324" y="2652"/>
                    <a:pt x="4852" y="3093"/>
                    <a:pt x="4474" y="3566"/>
                  </a:cubicBezTo>
                  <a:cubicBezTo>
                    <a:pt x="3245" y="3629"/>
                    <a:pt x="2048" y="4196"/>
                    <a:pt x="1166" y="5109"/>
                  </a:cubicBezTo>
                  <a:cubicBezTo>
                    <a:pt x="725" y="5519"/>
                    <a:pt x="378" y="6054"/>
                    <a:pt x="95" y="6590"/>
                  </a:cubicBezTo>
                  <a:cubicBezTo>
                    <a:pt x="0" y="6748"/>
                    <a:pt x="63" y="6937"/>
                    <a:pt x="158" y="7063"/>
                  </a:cubicBezTo>
                  <a:cubicBezTo>
                    <a:pt x="252" y="7157"/>
                    <a:pt x="378" y="7189"/>
                    <a:pt x="441" y="7189"/>
                  </a:cubicBezTo>
                  <a:cubicBezTo>
                    <a:pt x="536" y="7189"/>
                    <a:pt x="567" y="7189"/>
                    <a:pt x="630" y="7157"/>
                  </a:cubicBezTo>
                  <a:cubicBezTo>
                    <a:pt x="1198" y="6873"/>
                    <a:pt x="1842" y="6743"/>
                    <a:pt x="2471" y="6743"/>
                  </a:cubicBezTo>
                  <a:cubicBezTo>
                    <a:pt x="2540" y="6743"/>
                    <a:pt x="2609" y="6744"/>
                    <a:pt x="2678" y="6748"/>
                  </a:cubicBezTo>
                  <a:cubicBezTo>
                    <a:pt x="2647" y="6905"/>
                    <a:pt x="2615" y="7031"/>
                    <a:pt x="2584" y="7189"/>
                  </a:cubicBezTo>
                  <a:lnTo>
                    <a:pt x="1229" y="7976"/>
                  </a:lnTo>
                  <a:cubicBezTo>
                    <a:pt x="1008" y="8134"/>
                    <a:pt x="945" y="8449"/>
                    <a:pt x="1166" y="8606"/>
                  </a:cubicBezTo>
                  <a:lnTo>
                    <a:pt x="1733" y="9173"/>
                  </a:lnTo>
                  <a:cubicBezTo>
                    <a:pt x="1544" y="9425"/>
                    <a:pt x="1323" y="9772"/>
                    <a:pt x="1103" y="10119"/>
                  </a:cubicBezTo>
                  <a:cubicBezTo>
                    <a:pt x="945" y="10465"/>
                    <a:pt x="788" y="10717"/>
                    <a:pt x="725" y="10906"/>
                  </a:cubicBezTo>
                  <a:cubicBezTo>
                    <a:pt x="599" y="11316"/>
                    <a:pt x="630" y="11599"/>
                    <a:pt x="851" y="11788"/>
                  </a:cubicBezTo>
                  <a:cubicBezTo>
                    <a:pt x="981" y="11918"/>
                    <a:pt x="1144" y="11961"/>
                    <a:pt x="1320" y="11961"/>
                  </a:cubicBezTo>
                  <a:cubicBezTo>
                    <a:pt x="1443" y="11961"/>
                    <a:pt x="1572" y="11940"/>
                    <a:pt x="1701" y="11914"/>
                  </a:cubicBezTo>
                  <a:cubicBezTo>
                    <a:pt x="1953" y="11820"/>
                    <a:pt x="2174" y="11694"/>
                    <a:pt x="2489" y="11505"/>
                  </a:cubicBezTo>
                  <a:cubicBezTo>
                    <a:pt x="2836" y="11316"/>
                    <a:pt x="3151" y="11095"/>
                    <a:pt x="3434" y="10875"/>
                  </a:cubicBezTo>
                  <a:lnTo>
                    <a:pt x="4033" y="11473"/>
                  </a:lnTo>
                  <a:cubicBezTo>
                    <a:pt x="4116" y="11557"/>
                    <a:pt x="4225" y="11597"/>
                    <a:pt x="4330" y="11597"/>
                  </a:cubicBezTo>
                  <a:cubicBezTo>
                    <a:pt x="4464" y="11597"/>
                    <a:pt x="4593" y="11533"/>
                    <a:pt x="4663" y="11410"/>
                  </a:cubicBezTo>
                  <a:lnTo>
                    <a:pt x="5450" y="10056"/>
                  </a:lnTo>
                  <a:cubicBezTo>
                    <a:pt x="5608" y="10024"/>
                    <a:pt x="5734" y="9993"/>
                    <a:pt x="5892" y="9930"/>
                  </a:cubicBezTo>
                  <a:lnTo>
                    <a:pt x="5892" y="9930"/>
                  </a:lnTo>
                  <a:cubicBezTo>
                    <a:pt x="5923" y="10591"/>
                    <a:pt x="5797" y="11316"/>
                    <a:pt x="5482" y="11977"/>
                  </a:cubicBezTo>
                  <a:cubicBezTo>
                    <a:pt x="5419" y="12135"/>
                    <a:pt x="5450" y="12324"/>
                    <a:pt x="5576" y="12450"/>
                  </a:cubicBezTo>
                  <a:cubicBezTo>
                    <a:pt x="5639" y="12534"/>
                    <a:pt x="5759" y="12576"/>
                    <a:pt x="5878" y="12576"/>
                  </a:cubicBezTo>
                  <a:cubicBezTo>
                    <a:pt x="5937" y="12576"/>
                    <a:pt x="5997" y="12565"/>
                    <a:pt x="6049" y="12544"/>
                  </a:cubicBezTo>
                  <a:cubicBezTo>
                    <a:pt x="6585" y="12261"/>
                    <a:pt x="7089" y="11914"/>
                    <a:pt x="7530" y="11473"/>
                  </a:cubicBezTo>
                  <a:cubicBezTo>
                    <a:pt x="8443" y="10560"/>
                    <a:pt x="8979" y="9394"/>
                    <a:pt x="9074" y="8165"/>
                  </a:cubicBezTo>
                  <a:cubicBezTo>
                    <a:pt x="9546" y="7756"/>
                    <a:pt x="9987" y="7346"/>
                    <a:pt x="10365" y="6811"/>
                  </a:cubicBezTo>
                  <a:cubicBezTo>
                    <a:pt x="11027" y="5991"/>
                    <a:pt x="11562" y="5141"/>
                    <a:pt x="11940" y="4227"/>
                  </a:cubicBezTo>
                  <a:cubicBezTo>
                    <a:pt x="12350" y="3282"/>
                    <a:pt x="12571" y="2242"/>
                    <a:pt x="12665" y="1234"/>
                  </a:cubicBezTo>
                  <a:cubicBezTo>
                    <a:pt x="12760" y="1014"/>
                    <a:pt x="12665" y="636"/>
                    <a:pt x="12382" y="384"/>
                  </a:cubicBezTo>
                  <a:cubicBezTo>
                    <a:pt x="12126" y="128"/>
                    <a:pt x="11820" y="1"/>
                    <a:pt x="1150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3" name="Google Shape;2363;p45"/>
            <p:cNvSpPr/>
            <p:nvPr/>
          </p:nvSpPr>
          <p:spPr>
            <a:xfrm>
              <a:off x="-64636900" y="2010600"/>
              <a:ext cx="89800" cy="82525"/>
            </a:xfrm>
            <a:custGeom>
              <a:rect b="b" l="l" r="r" t="t"/>
              <a:pathLst>
                <a:path extrusionOk="0" h="3301" w="3592">
                  <a:moveTo>
                    <a:pt x="1828" y="827"/>
                  </a:moveTo>
                  <a:cubicBezTo>
                    <a:pt x="2048" y="827"/>
                    <a:pt x="2269" y="906"/>
                    <a:pt x="2426" y="1064"/>
                  </a:cubicBezTo>
                  <a:cubicBezTo>
                    <a:pt x="2741" y="1410"/>
                    <a:pt x="2741" y="1914"/>
                    <a:pt x="2426" y="2229"/>
                  </a:cubicBezTo>
                  <a:cubicBezTo>
                    <a:pt x="2269" y="2387"/>
                    <a:pt x="2048" y="2466"/>
                    <a:pt x="1828" y="2466"/>
                  </a:cubicBezTo>
                  <a:cubicBezTo>
                    <a:pt x="1607" y="2466"/>
                    <a:pt x="1387" y="2387"/>
                    <a:pt x="1229" y="2229"/>
                  </a:cubicBezTo>
                  <a:cubicBezTo>
                    <a:pt x="914" y="1914"/>
                    <a:pt x="914" y="1379"/>
                    <a:pt x="1229" y="1064"/>
                  </a:cubicBezTo>
                  <a:cubicBezTo>
                    <a:pt x="1387" y="906"/>
                    <a:pt x="1607" y="827"/>
                    <a:pt x="1828" y="827"/>
                  </a:cubicBezTo>
                  <a:close/>
                  <a:moveTo>
                    <a:pt x="1820" y="0"/>
                  </a:moveTo>
                  <a:cubicBezTo>
                    <a:pt x="1402" y="0"/>
                    <a:pt x="977" y="166"/>
                    <a:pt x="631" y="497"/>
                  </a:cubicBezTo>
                  <a:cubicBezTo>
                    <a:pt x="0" y="1127"/>
                    <a:pt x="0" y="2198"/>
                    <a:pt x="631" y="2828"/>
                  </a:cubicBezTo>
                  <a:cubicBezTo>
                    <a:pt x="946" y="3143"/>
                    <a:pt x="1371" y="3301"/>
                    <a:pt x="1796" y="3301"/>
                  </a:cubicBezTo>
                  <a:cubicBezTo>
                    <a:pt x="2222" y="3301"/>
                    <a:pt x="2647" y="3143"/>
                    <a:pt x="2962" y="2828"/>
                  </a:cubicBezTo>
                  <a:cubicBezTo>
                    <a:pt x="3592" y="2198"/>
                    <a:pt x="3592" y="1127"/>
                    <a:pt x="2962" y="497"/>
                  </a:cubicBezTo>
                  <a:cubicBezTo>
                    <a:pt x="2647" y="166"/>
                    <a:pt x="2237" y="0"/>
                    <a:pt x="182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64" name="Google Shape;2364;p45"/>
          <p:cNvGrpSpPr/>
          <p:nvPr/>
        </p:nvGrpSpPr>
        <p:grpSpPr>
          <a:xfrm>
            <a:off x="1151160" y="1990844"/>
            <a:ext cx="284953" cy="287788"/>
            <a:chOff x="-64764500" y="2280550"/>
            <a:chExt cx="316650" cy="319800"/>
          </a:xfrm>
        </p:grpSpPr>
        <p:sp>
          <p:nvSpPr>
            <p:cNvPr id="2365" name="Google Shape;2365;p45"/>
            <p:cNvSpPr/>
            <p:nvPr/>
          </p:nvSpPr>
          <p:spPr>
            <a:xfrm>
              <a:off x="-64764500" y="2280550"/>
              <a:ext cx="316650" cy="319800"/>
            </a:xfrm>
            <a:custGeom>
              <a:rect b="b" l="l" r="r" t="t"/>
              <a:pathLst>
                <a:path extrusionOk="0" h="12792" w="12666">
                  <a:moveTo>
                    <a:pt x="11405" y="820"/>
                  </a:moveTo>
                  <a:cubicBezTo>
                    <a:pt x="11657" y="820"/>
                    <a:pt x="11815" y="1009"/>
                    <a:pt x="11815" y="1261"/>
                  </a:cubicBezTo>
                  <a:cubicBezTo>
                    <a:pt x="11815" y="1481"/>
                    <a:pt x="11657" y="1670"/>
                    <a:pt x="11405" y="1670"/>
                  </a:cubicBezTo>
                  <a:lnTo>
                    <a:pt x="1229" y="1670"/>
                  </a:lnTo>
                  <a:cubicBezTo>
                    <a:pt x="977" y="1670"/>
                    <a:pt x="788" y="1481"/>
                    <a:pt x="788" y="1261"/>
                  </a:cubicBezTo>
                  <a:cubicBezTo>
                    <a:pt x="788" y="1009"/>
                    <a:pt x="977" y="820"/>
                    <a:pt x="1229" y="820"/>
                  </a:cubicBezTo>
                  <a:close/>
                  <a:moveTo>
                    <a:pt x="10996" y="2521"/>
                  </a:moveTo>
                  <a:lnTo>
                    <a:pt x="10996" y="8286"/>
                  </a:lnTo>
                  <a:lnTo>
                    <a:pt x="1607" y="8286"/>
                  </a:lnTo>
                  <a:lnTo>
                    <a:pt x="1607" y="2521"/>
                  </a:lnTo>
                  <a:close/>
                  <a:moveTo>
                    <a:pt x="6302" y="11027"/>
                  </a:moveTo>
                  <a:cubicBezTo>
                    <a:pt x="6554" y="11027"/>
                    <a:pt x="6743" y="11216"/>
                    <a:pt x="6743" y="11437"/>
                  </a:cubicBezTo>
                  <a:cubicBezTo>
                    <a:pt x="6743" y="11689"/>
                    <a:pt x="6522" y="11878"/>
                    <a:pt x="6302" y="11878"/>
                  </a:cubicBezTo>
                  <a:cubicBezTo>
                    <a:pt x="6050" y="11878"/>
                    <a:pt x="5892" y="11689"/>
                    <a:pt x="5892" y="11437"/>
                  </a:cubicBezTo>
                  <a:cubicBezTo>
                    <a:pt x="5892" y="11216"/>
                    <a:pt x="6113" y="11027"/>
                    <a:pt x="6302" y="11027"/>
                  </a:cubicBezTo>
                  <a:close/>
                  <a:moveTo>
                    <a:pt x="1229" y="1"/>
                  </a:moveTo>
                  <a:cubicBezTo>
                    <a:pt x="536" y="1"/>
                    <a:pt x="1" y="536"/>
                    <a:pt x="1" y="1261"/>
                  </a:cubicBezTo>
                  <a:cubicBezTo>
                    <a:pt x="1" y="1797"/>
                    <a:pt x="347" y="2238"/>
                    <a:pt x="820" y="2427"/>
                  </a:cubicBezTo>
                  <a:lnTo>
                    <a:pt x="820" y="8286"/>
                  </a:lnTo>
                  <a:lnTo>
                    <a:pt x="442" y="8286"/>
                  </a:lnTo>
                  <a:cubicBezTo>
                    <a:pt x="190" y="8286"/>
                    <a:pt x="32" y="8507"/>
                    <a:pt x="32" y="8728"/>
                  </a:cubicBezTo>
                  <a:cubicBezTo>
                    <a:pt x="32" y="8980"/>
                    <a:pt x="221" y="9169"/>
                    <a:pt x="442" y="9169"/>
                  </a:cubicBezTo>
                  <a:lnTo>
                    <a:pt x="5955" y="9169"/>
                  </a:lnTo>
                  <a:lnTo>
                    <a:pt x="5955" y="10334"/>
                  </a:lnTo>
                  <a:cubicBezTo>
                    <a:pt x="5483" y="10492"/>
                    <a:pt x="5104" y="10964"/>
                    <a:pt x="5104" y="11531"/>
                  </a:cubicBezTo>
                  <a:cubicBezTo>
                    <a:pt x="5104" y="12193"/>
                    <a:pt x="5672" y="12792"/>
                    <a:pt x="6333" y="12792"/>
                  </a:cubicBezTo>
                  <a:cubicBezTo>
                    <a:pt x="6995" y="12792"/>
                    <a:pt x="7593" y="12225"/>
                    <a:pt x="7593" y="11531"/>
                  </a:cubicBezTo>
                  <a:cubicBezTo>
                    <a:pt x="7593" y="10964"/>
                    <a:pt x="7247" y="10555"/>
                    <a:pt x="6774" y="10334"/>
                  </a:cubicBezTo>
                  <a:lnTo>
                    <a:pt x="6774" y="9169"/>
                  </a:lnTo>
                  <a:lnTo>
                    <a:pt x="12288" y="9169"/>
                  </a:lnTo>
                  <a:cubicBezTo>
                    <a:pt x="12508" y="9169"/>
                    <a:pt x="12666" y="8980"/>
                    <a:pt x="12666" y="8728"/>
                  </a:cubicBezTo>
                  <a:cubicBezTo>
                    <a:pt x="12666" y="8507"/>
                    <a:pt x="12477" y="8286"/>
                    <a:pt x="12288" y="8286"/>
                  </a:cubicBezTo>
                  <a:lnTo>
                    <a:pt x="11847" y="8286"/>
                  </a:lnTo>
                  <a:lnTo>
                    <a:pt x="11847" y="2427"/>
                  </a:lnTo>
                  <a:cubicBezTo>
                    <a:pt x="12319" y="2238"/>
                    <a:pt x="12634" y="1797"/>
                    <a:pt x="12634" y="1261"/>
                  </a:cubicBezTo>
                  <a:cubicBezTo>
                    <a:pt x="12634" y="568"/>
                    <a:pt x="12099" y="1"/>
                    <a:pt x="1140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6" name="Google Shape;2366;p45"/>
            <p:cNvSpPr/>
            <p:nvPr/>
          </p:nvSpPr>
          <p:spPr>
            <a:xfrm>
              <a:off x="-64679425" y="2364825"/>
              <a:ext cx="146500" cy="102450"/>
            </a:xfrm>
            <a:custGeom>
              <a:rect b="b" l="l" r="r" t="t"/>
              <a:pathLst>
                <a:path extrusionOk="0" h="4098" w="5860">
                  <a:moveTo>
                    <a:pt x="3749" y="1"/>
                  </a:moveTo>
                  <a:cubicBezTo>
                    <a:pt x="3529" y="1"/>
                    <a:pt x="3371" y="190"/>
                    <a:pt x="3371" y="442"/>
                  </a:cubicBezTo>
                  <a:cubicBezTo>
                    <a:pt x="3371" y="662"/>
                    <a:pt x="3560" y="820"/>
                    <a:pt x="3749" y="820"/>
                  </a:cubicBezTo>
                  <a:lnTo>
                    <a:pt x="4442" y="820"/>
                  </a:lnTo>
                  <a:lnTo>
                    <a:pt x="2930" y="2332"/>
                  </a:lnTo>
                  <a:lnTo>
                    <a:pt x="2395" y="1765"/>
                  </a:lnTo>
                  <a:cubicBezTo>
                    <a:pt x="2316" y="1686"/>
                    <a:pt x="2206" y="1647"/>
                    <a:pt x="2095" y="1647"/>
                  </a:cubicBezTo>
                  <a:cubicBezTo>
                    <a:pt x="1985" y="1647"/>
                    <a:pt x="1875" y="1686"/>
                    <a:pt x="1796" y="1765"/>
                  </a:cubicBezTo>
                  <a:lnTo>
                    <a:pt x="126" y="3435"/>
                  </a:lnTo>
                  <a:cubicBezTo>
                    <a:pt x="0" y="3592"/>
                    <a:pt x="0" y="3844"/>
                    <a:pt x="126" y="4033"/>
                  </a:cubicBezTo>
                  <a:cubicBezTo>
                    <a:pt x="195" y="4075"/>
                    <a:pt x="288" y="4098"/>
                    <a:pt x="384" y="4098"/>
                  </a:cubicBezTo>
                  <a:cubicBezTo>
                    <a:pt x="507" y="4098"/>
                    <a:pt x="636" y="4059"/>
                    <a:pt x="725" y="3970"/>
                  </a:cubicBezTo>
                  <a:lnTo>
                    <a:pt x="2111" y="2616"/>
                  </a:lnTo>
                  <a:lnTo>
                    <a:pt x="2647" y="3151"/>
                  </a:lnTo>
                  <a:cubicBezTo>
                    <a:pt x="2725" y="3230"/>
                    <a:pt x="2836" y="3269"/>
                    <a:pt x="2946" y="3269"/>
                  </a:cubicBezTo>
                  <a:cubicBezTo>
                    <a:pt x="3056" y="3269"/>
                    <a:pt x="3166" y="3230"/>
                    <a:pt x="3245" y="3151"/>
                  </a:cubicBezTo>
                  <a:lnTo>
                    <a:pt x="5009" y="1387"/>
                  </a:lnTo>
                  <a:lnTo>
                    <a:pt x="5009" y="2049"/>
                  </a:lnTo>
                  <a:cubicBezTo>
                    <a:pt x="5009" y="2269"/>
                    <a:pt x="5230" y="2490"/>
                    <a:pt x="5451" y="2490"/>
                  </a:cubicBezTo>
                  <a:cubicBezTo>
                    <a:pt x="5703" y="2490"/>
                    <a:pt x="5860" y="2269"/>
                    <a:pt x="5860" y="2049"/>
                  </a:cubicBezTo>
                  <a:lnTo>
                    <a:pt x="5860" y="410"/>
                  </a:lnTo>
                  <a:cubicBezTo>
                    <a:pt x="5860" y="158"/>
                    <a:pt x="5640" y="1"/>
                    <a:pt x="541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67" name="Google Shape;2367;p45"/>
          <p:cNvSpPr/>
          <p:nvPr/>
        </p:nvSpPr>
        <p:spPr>
          <a:xfrm>
            <a:off x="1168662" y="2430541"/>
            <a:ext cx="248800" cy="284953"/>
          </a:xfrm>
          <a:custGeom>
            <a:rect b="b" l="l" r="r" t="t"/>
            <a:pathLst>
              <a:path extrusionOk="0" h="12666" w="11059">
                <a:moveTo>
                  <a:pt x="4285" y="789"/>
                </a:moveTo>
                <a:cubicBezTo>
                  <a:pt x="4758" y="789"/>
                  <a:pt x="5136" y="1135"/>
                  <a:pt x="5136" y="1608"/>
                </a:cubicBezTo>
                <a:lnTo>
                  <a:pt x="5136" y="4128"/>
                </a:lnTo>
                <a:cubicBezTo>
                  <a:pt x="4190" y="4317"/>
                  <a:pt x="3466" y="5168"/>
                  <a:pt x="3466" y="6144"/>
                </a:cubicBezTo>
                <a:cubicBezTo>
                  <a:pt x="3466" y="6365"/>
                  <a:pt x="3655" y="6585"/>
                  <a:pt x="3907" y="6585"/>
                </a:cubicBezTo>
                <a:cubicBezTo>
                  <a:pt x="4127" y="6585"/>
                  <a:pt x="4285" y="6365"/>
                  <a:pt x="4285" y="6144"/>
                </a:cubicBezTo>
                <a:cubicBezTo>
                  <a:pt x="4285" y="5577"/>
                  <a:pt x="4663" y="5168"/>
                  <a:pt x="5136" y="4947"/>
                </a:cubicBezTo>
                <a:lnTo>
                  <a:pt x="5136" y="8192"/>
                </a:lnTo>
                <a:cubicBezTo>
                  <a:pt x="5136" y="8665"/>
                  <a:pt x="4758" y="9011"/>
                  <a:pt x="4285" y="9011"/>
                </a:cubicBezTo>
                <a:cubicBezTo>
                  <a:pt x="3938" y="9011"/>
                  <a:pt x="3592" y="8791"/>
                  <a:pt x="3497" y="8381"/>
                </a:cubicBezTo>
                <a:cubicBezTo>
                  <a:pt x="3434" y="8318"/>
                  <a:pt x="3277" y="8192"/>
                  <a:pt x="3119" y="8192"/>
                </a:cubicBezTo>
                <a:cubicBezTo>
                  <a:pt x="2962" y="8192"/>
                  <a:pt x="2899" y="8255"/>
                  <a:pt x="2647" y="8255"/>
                </a:cubicBezTo>
                <a:cubicBezTo>
                  <a:pt x="1544" y="8255"/>
                  <a:pt x="1544" y="6617"/>
                  <a:pt x="2647" y="6617"/>
                </a:cubicBezTo>
                <a:cubicBezTo>
                  <a:pt x="2867" y="6617"/>
                  <a:pt x="3025" y="6428"/>
                  <a:pt x="3025" y="6176"/>
                </a:cubicBezTo>
                <a:cubicBezTo>
                  <a:pt x="3025" y="5955"/>
                  <a:pt x="2836" y="5735"/>
                  <a:pt x="2647" y="5735"/>
                </a:cubicBezTo>
                <a:cubicBezTo>
                  <a:pt x="2080" y="5735"/>
                  <a:pt x="1607" y="6018"/>
                  <a:pt x="1292" y="6428"/>
                </a:cubicBezTo>
                <a:cubicBezTo>
                  <a:pt x="1103" y="6270"/>
                  <a:pt x="977" y="6018"/>
                  <a:pt x="977" y="5735"/>
                </a:cubicBezTo>
                <a:cubicBezTo>
                  <a:pt x="977" y="5483"/>
                  <a:pt x="1103" y="5325"/>
                  <a:pt x="1166" y="5199"/>
                </a:cubicBezTo>
                <a:cubicBezTo>
                  <a:pt x="1323" y="5042"/>
                  <a:pt x="1323" y="4790"/>
                  <a:pt x="1166" y="4632"/>
                </a:cubicBezTo>
                <a:cubicBezTo>
                  <a:pt x="662" y="4097"/>
                  <a:pt x="1103" y="3277"/>
                  <a:pt x="1828" y="3277"/>
                </a:cubicBezTo>
                <a:cubicBezTo>
                  <a:pt x="2048" y="3277"/>
                  <a:pt x="2237" y="3340"/>
                  <a:pt x="2395" y="3498"/>
                </a:cubicBezTo>
                <a:cubicBezTo>
                  <a:pt x="2473" y="3577"/>
                  <a:pt x="2584" y="3616"/>
                  <a:pt x="2694" y="3616"/>
                </a:cubicBezTo>
                <a:cubicBezTo>
                  <a:pt x="2804" y="3616"/>
                  <a:pt x="2914" y="3577"/>
                  <a:pt x="2993" y="3498"/>
                </a:cubicBezTo>
                <a:cubicBezTo>
                  <a:pt x="3151" y="3340"/>
                  <a:pt x="3151" y="3057"/>
                  <a:pt x="2993" y="2899"/>
                </a:cubicBezTo>
                <a:cubicBezTo>
                  <a:pt x="2678" y="2584"/>
                  <a:pt x="2269" y="2427"/>
                  <a:pt x="1828" y="2427"/>
                </a:cubicBezTo>
                <a:cubicBezTo>
                  <a:pt x="1828" y="1954"/>
                  <a:pt x="2174" y="1608"/>
                  <a:pt x="2647" y="1608"/>
                </a:cubicBezTo>
                <a:cubicBezTo>
                  <a:pt x="2773" y="1608"/>
                  <a:pt x="2836" y="1639"/>
                  <a:pt x="2962" y="1702"/>
                </a:cubicBezTo>
                <a:cubicBezTo>
                  <a:pt x="3000" y="1713"/>
                  <a:pt x="3040" y="1718"/>
                  <a:pt x="3079" y="1718"/>
                </a:cubicBezTo>
                <a:cubicBezTo>
                  <a:pt x="3264" y="1718"/>
                  <a:pt x="3445" y="1601"/>
                  <a:pt x="3497" y="1419"/>
                </a:cubicBezTo>
                <a:cubicBezTo>
                  <a:pt x="3592" y="1072"/>
                  <a:pt x="3938" y="789"/>
                  <a:pt x="4285" y="789"/>
                </a:cubicBezTo>
                <a:close/>
                <a:moveTo>
                  <a:pt x="6711" y="915"/>
                </a:moveTo>
                <a:cubicBezTo>
                  <a:pt x="7057" y="915"/>
                  <a:pt x="7404" y="1135"/>
                  <a:pt x="7498" y="1545"/>
                </a:cubicBezTo>
                <a:cubicBezTo>
                  <a:pt x="7547" y="1715"/>
                  <a:pt x="7708" y="1828"/>
                  <a:pt x="7880" y="1828"/>
                </a:cubicBezTo>
                <a:cubicBezTo>
                  <a:pt x="7931" y="1828"/>
                  <a:pt x="7983" y="1818"/>
                  <a:pt x="8034" y="1797"/>
                </a:cubicBezTo>
                <a:cubicBezTo>
                  <a:pt x="8160" y="1765"/>
                  <a:pt x="8223" y="1734"/>
                  <a:pt x="8349" y="1734"/>
                </a:cubicBezTo>
                <a:cubicBezTo>
                  <a:pt x="8822" y="1734"/>
                  <a:pt x="9168" y="2080"/>
                  <a:pt x="9168" y="2553"/>
                </a:cubicBezTo>
                <a:cubicBezTo>
                  <a:pt x="8759" y="2553"/>
                  <a:pt x="8318" y="2710"/>
                  <a:pt x="8003" y="3025"/>
                </a:cubicBezTo>
                <a:cubicBezTo>
                  <a:pt x="7845" y="3183"/>
                  <a:pt x="7845" y="3467"/>
                  <a:pt x="8003" y="3624"/>
                </a:cubicBezTo>
                <a:cubicBezTo>
                  <a:pt x="8081" y="3703"/>
                  <a:pt x="8192" y="3742"/>
                  <a:pt x="8302" y="3742"/>
                </a:cubicBezTo>
                <a:cubicBezTo>
                  <a:pt x="8412" y="3742"/>
                  <a:pt x="8522" y="3703"/>
                  <a:pt x="8601" y="3624"/>
                </a:cubicBezTo>
                <a:cubicBezTo>
                  <a:pt x="8759" y="3467"/>
                  <a:pt x="8948" y="3372"/>
                  <a:pt x="9168" y="3372"/>
                </a:cubicBezTo>
                <a:cubicBezTo>
                  <a:pt x="9893" y="3372"/>
                  <a:pt x="10271" y="4191"/>
                  <a:pt x="9798" y="4758"/>
                </a:cubicBezTo>
                <a:cubicBezTo>
                  <a:pt x="9735" y="4853"/>
                  <a:pt x="9735" y="5073"/>
                  <a:pt x="9830" y="5231"/>
                </a:cubicBezTo>
                <a:cubicBezTo>
                  <a:pt x="9956" y="5357"/>
                  <a:pt x="10050" y="5514"/>
                  <a:pt x="10050" y="5798"/>
                </a:cubicBezTo>
                <a:cubicBezTo>
                  <a:pt x="10050" y="6050"/>
                  <a:pt x="9924" y="6302"/>
                  <a:pt x="9735" y="6459"/>
                </a:cubicBezTo>
                <a:cubicBezTo>
                  <a:pt x="9420" y="6050"/>
                  <a:pt x="8948" y="5798"/>
                  <a:pt x="8381" y="5798"/>
                </a:cubicBezTo>
                <a:cubicBezTo>
                  <a:pt x="8160" y="5798"/>
                  <a:pt x="8003" y="5987"/>
                  <a:pt x="8003" y="6207"/>
                </a:cubicBezTo>
                <a:cubicBezTo>
                  <a:pt x="8003" y="6459"/>
                  <a:pt x="8192" y="6648"/>
                  <a:pt x="8381" y="6648"/>
                </a:cubicBezTo>
                <a:cubicBezTo>
                  <a:pt x="9483" y="6648"/>
                  <a:pt x="9483" y="8318"/>
                  <a:pt x="8381" y="8318"/>
                </a:cubicBezTo>
                <a:cubicBezTo>
                  <a:pt x="8255" y="8318"/>
                  <a:pt x="8192" y="8255"/>
                  <a:pt x="8066" y="8224"/>
                </a:cubicBezTo>
                <a:cubicBezTo>
                  <a:pt x="8021" y="8211"/>
                  <a:pt x="7976" y="8205"/>
                  <a:pt x="7931" y="8205"/>
                </a:cubicBezTo>
                <a:cubicBezTo>
                  <a:pt x="7752" y="8205"/>
                  <a:pt x="7580" y="8306"/>
                  <a:pt x="7530" y="8507"/>
                </a:cubicBezTo>
                <a:cubicBezTo>
                  <a:pt x="7435" y="8854"/>
                  <a:pt x="7089" y="9137"/>
                  <a:pt x="6742" y="9137"/>
                </a:cubicBezTo>
                <a:cubicBezTo>
                  <a:pt x="6270" y="9137"/>
                  <a:pt x="5892" y="8759"/>
                  <a:pt x="5892" y="8318"/>
                </a:cubicBezTo>
                <a:lnTo>
                  <a:pt x="5892" y="5073"/>
                </a:lnTo>
                <a:cubicBezTo>
                  <a:pt x="6364" y="5231"/>
                  <a:pt x="6742" y="5703"/>
                  <a:pt x="6742" y="6270"/>
                </a:cubicBezTo>
                <a:cubicBezTo>
                  <a:pt x="6742" y="6491"/>
                  <a:pt x="6931" y="6680"/>
                  <a:pt x="7120" y="6680"/>
                </a:cubicBezTo>
                <a:cubicBezTo>
                  <a:pt x="7341" y="6680"/>
                  <a:pt x="7530" y="6491"/>
                  <a:pt x="7530" y="6270"/>
                </a:cubicBezTo>
                <a:cubicBezTo>
                  <a:pt x="7530" y="5262"/>
                  <a:pt x="6805" y="4412"/>
                  <a:pt x="5860" y="4254"/>
                </a:cubicBezTo>
                <a:lnTo>
                  <a:pt x="5860" y="1734"/>
                </a:lnTo>
                <a:cubicBezTo>
                  <a:pt x="5860" y="1261"/>
                  <a:pt x="6207" y="915"/>
                  <a:pt x="6711" y="915"/>
                </a:cubicBezTo>
                <a:close/>
                <a:moveTo>
                  <a:pt x="5514" y="9358"/>
                </a:moveTo>
                <a:cubicBezTo>
                  <a:pt x="5829" y="9736"/>
                  <a:pt x="6270" y="9925"/>
                  <a:pt x="6774" y="9925"/>
                </a:cubicBezTo>
                <a:lnTo>
                  <a:pt x="6774" y="10209"/>
                </a:lnTo>
                <a:lnTo>
                  <a:pt x="4285" y="10209"/>
                </a:lnTo>
                <a:lnTo>
                  <a:pt x="4285" y="9925"/>
                </a:lnTo>
                <a:cubicBezTo>
                  <a:pt x="4789" y="9925"/>
                  <a:pt x="5230" y="9673"/>
                  <a:pt x="5514" y="9358"/>
                </a:cubicBezTo>
                <a:close/>
                <a:moveTo>
                  <a:pt x="6648" y="11028"/>
                </a:moveTo>
                <a:cubicBezTo>
                  <a:pt x="6522" y="11500"/>
                  <a:pt x="6049" y="11847"/>
                  <a:pt x="5514" y="11847"/>
                </a:cubicBezTo>
                <a:cubicBezTo>
                  <a:pt x="4978" y="11847"/>
                  <a:pt x="4537" y="11500"/>
                  <a:pt x="4316" y="11028"/>
                </a:cubicBezTo>
                <a:close/>
                <a:moveTo>
                  <a:pt x="4285" y="1"/>
                </a:moveTo>
                <a:cubicBezTo>
                  <a:pt x="3686" y="1"/>
                  <a:pt x="3151" y="316"/>
                  <a:pt x="2867" y="820"/>
                </a:cubicBezTo>
                <a:cubicBezTo>
                  <a:pt x="2796" y="811"/>
                  <a:pt x="2724" y="806"/>
                  <a:pt x="2654" y="806"/>
                </a:cubicBezTo>
                <a:cubicBezTo>
                  <a:pt x="1762" y="806"/>
                  <a:pt x="977" y="1526"/>
                  <a:pt x="977" y="2490"/>
                </a:cubicBezTo>
                <a:lnTo>
                  <a:pt x="977" y="2679"/>
                </a:lnTo>
                <a:cubicBezTo>
                  <a:pt x="851" y="2742"/>
                  <a:pt x="756" y="2836"/>
                  <a:pt x="630" y="2962"/>
                </a:cubicBezTo>
                <a:cubicBezTo>
                  <a:pt x="63" y="3498"/>
                  <a:pt x="0" y="4286"/>
                  <a:pt x="347" y="4947"/>
                </a:cubicBezTo>
                <a:cubicBezTo>
                  <a:pt x="189" y="5199"/>
                  <a:pt x="126" y="5514"/>
                  <a:pt x="126" y="5766"/>
                </a:cubicBezTo>
                <a:cubicBezTo>
                  <a:pt x="126" y="6365"/>
                  <a:pt x="441" y="6932"/>
                  <a:pt x="945" y="7184"/>
                </a:cubicBezTo>
                <a:cubicBezTo>
                  <a:pt x="819" y="8192"/>
                  <a:pt x="1576" y="9043"/>
                  <a:pt x="2584" y="9043"/>
                </a:cubicBezTo>
                <a:lnTo>
                  <a:pt x="2836" y="9043"/>
                </a:lnTo>
                <a:cubicBezTo>
                  <a:pt x="2993" y="9326"/>
                  <a:pt x="3182" y="9515"/>
                  <a:pt x="3434" y="9673"/>
                </a:cubicBezTo>
                <a:lnTo>
                  <a:pt x="3434" y="10587"/>
                </a:lnTo>
                <a:cubicBezTo>
                  <a:pt x="3434" y="11721"/>
                  <a:pt x="4379" y="12666"/>
                  <a:pt x="5514" y="12666"/>
                </a:cubicBezTo>
                <a:cubicBezTo>
                  <a:pt x="6648" y="12666"/>
                  <a:pt x="7593" y="11721"/>
                  <a:pt x="7593" y="10587"/>
                </a:cubicBezTo>
                <a:lnTo>
                  <a:pt x="7593" y="9673"/>
                </a:lnTo>
                <a:cubicBezTo>
                  <a:pt x="7845" y="9515"/>
                  <a:pt x="8066" y="9326"/>
                  <a:pt x="8192" y="9043"/>
                </a:cubicBezTo>
                <a:lnTo>
                  <a:pt x="8444" y="9043"/>
                </a:lnTo>
                <a:cubicBezTo>
                  <a:pt x="9420" y="9043"/>
                  <a:pt x="10208" y="8129"/>
                  <a:pt x="10082" y="7153"/>
                </a:cubicBezTo>
                <a:cubicBezTo>
                  <a:pt x="10586" y="6869"/>
                  <a:pt x="10901" y="6333"/>
                  <a:pt x="10901" y="5735"/>
                </a:cubicBezTo>
                <a:cubicBezTo>
                  <a:pt x="10901" y="5451"/>
                  <a:pt x="10838" y="5136"/>
                  <a:pt x="10680" y="4916"/>
                </a:cubicBezTo>
                <a:cubicBezTo>
                  <a:pt x="11059" y="4317"/>
                  <a:pt x="10933" y="3498"/>
                  <a:pt x="10428" y="2962"/>
                </a:cubicBezTo>
                <a:cubicBezTo>
                  <a:pt x="10302" y="2836"/>
                  <a:pt x="10208" y="2742"/>
                  <a:pt x="10082" y="2679"/>
                </a:cubicBezTo>
                <a:lnTo>
                  <a:pt x="10082" y="2490"/>
                </a:lnTo>
                <a:cubicBezTo>
                  <a:pt x="10082" y="1576"/>
                  <a:pt x="9326" y="820"/>
                  <a:pt x="8444" y="820"/>
                </a:cubicBezTo>
                <a:lnTo>
                  <a:pt x="8192" y="820"/>
                </a:lnTo>
                <a:cubicBezTo>
                  <a:pt x="7908" y="316"/>
                  <a:pt x="7372" y="1"/>
                  <a:pt x="6774" y="1"/>
                </a:cubicBezTo>
                <a:cubicBezTo>
                  <a:pt x="6270" y="1"/>
                  <a:pt x="5829" y="222"/>
                  <a:pt x="5514" y="537"/>
                </a:cubicBezTo>
                <a:cubicBezTo>
                  <a:pt x="5199" y="190"/>
                  <a:pt x="4758" y="1"/>
                  <a:pt x="428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68" name="Google Shape;2368;p45"/>
          <p:cNvGrpSpPr/>
          <p:nvPr/>
        </p:nvGrpSpPr>
        <p:grpSpPr>
          <a:xfrm>
            <a:off x="3340439" y="1584482"/>
            <a:ext cx="284233" cy="225425"/>
            <a:chOff x="-62882850" y="1999375"/>
            <a:chExt cx="315850" cy="250500"/>
          </a:xfrm>
        </p:grpSpPr>
        <p:sp>
          <p:nvSpPr>
            <p:cNvPr id="2369" name="Google Shape;2369;p45"/>
            <p:cNvSpPr/>
            <p:nvPr/>
          </p:nvSpPr>
          <p:spPr>
            <a:xfrm>
              <a:off x="-62882850" y="1999375"/>
              <a:ext cx="315850" cy="250500"/>
            </a:xfrm>
            <a:custGeom>
              <a:rect b="b" l="l" r="r" t="t"/>
              <a:pathLst>
                <a:path extrusionOk="0" h="10020" w="12634">
                  <a:moveTo>
                    <a:pt x="10586" y="851"/>
                  </a:moveTo>
                  <a:cubicBezTo>
                    <a:pt x="10838" y="851"/>
                    <a:pt x="11027" y="1040"/>
                    <a:pt x="11027" y="1261"/>
                  </a:cubicBezTo>
                  <a:lnTo>
                    <a:pt x="11027" y="7499"/>
                  </a:lnTo>
                  <a:lnTo>
                    <a:pt x="1638" y="7499"/>
                  </a:lnTo>
                  <a:lnTo>
                    <a:pt x="1638" y="1261"/>
                  </a:lnTo>
                  <a:lnTo>
                    <a:pt x="1607" y="1261"/>
                  </a:lnTo>
                  <a:cubicBezTo>
                    <a:pt x="1607" y="1040"/>
                    <a:pt x="1796" y="851"/>
                    <a:pt x="2048" y="851"/>
                  </a:cubicBezTo>
                  <a:close/>
                  <a:moveTo>
                    <a:pt x="11814" y="8318"/>
                  </a:moveTo>
                  <a:lnTo>
                    <a:pt x="11814" y="8727"/>
                  </a:lnTo>
                  <a:cubicBezTo>
                    <a:pt x="11814" y="8948"/>
                    <a:pt x="11594" y="9137"/>
                    <a:pt x="11405" y="9137"/>
                  </a:cubicBezTo>
                  <a:lnTo>
                    <a:pt x="1197" y="9137"/>
                  </a:lnTo>
                  <a:cubicBezTo>
                    <a:pt x="977" y="9137"/>
                    <a:pt x="788" y="8948"/>
                    <a:pt x="788" y="8727"/>
                  </a:cubicBezTo>
                  <a:lnTo>
                    <a:pt x="788" y="8318"/>
                  </a:lnTo>
                  <a:close/>
                  <a:moveTo>
                    <a:pt x="2048" y="1"/>
                  </a:moveTo>
                  <a:cubicBezTo>
                    <a:pt x="1355" y="1"/>
                    <a:pt x="788" y="568"/>
                    <a:pt x="788" y="1261"/>
                  </a:cubicBezTo>
                  <a:lnTo>
                    <a:pt x="788" y="7499"/>
                  </a:lnTo>
                  <a:lnTo>
                    <a:pt x="378" y="7499"/>
                  </a:lnTo>
                  <a:cubicBezTo>
                    <a:pt x="158" y="7499"/>
                    <a:pt x="0" y="7688"/>
                    <a:pt x="0" y="7940"/>
                  </a:cubicBezTo>
                  <a:lnTo>
                    <a:pt x="0" y="8759"/>
                  </a:lnTo>
                  <a:cubicBezTo>
                    <a:pt x="0" y="9420"/>
                    <a:pt x="536" y="10019"/>
                    <a:pt x="1197" y="10019"/>
                  </a:cubicBezTo>
                  <a:lnTo>
                    <a:pt x="11405" y="10019"/>
                  </a:lnTo>
                  <a:cubicBezTo>
                    <a:pt x="12066" y="10019"/>
                    <a:pt x="12634" y="9452"/>
                    <a:pt x="12634" y="8759"/>
                  </a:cubicBezTo>
                  <a:lnTo>
                    <a:pt x="12634" y="7940"/>
                  </a:lnTo>
                  <a:cubicBezTo>
                    <a:pt x="12634" y="7656"/>
                    <a:pt x="12444" y="7499"/>
                    <a:pt x="12224" y="7499"/>
                  </a:cubicBezTo>
                  <a:lnTo>
                    <a:pt x="11814" y="7499"/>
                  </a:lnTo>
                  <a:lnTo>
                    <a:pt x="11814" y="1261"/>
                  </a:lnTo>
                  <a:cubicBezTo>
                    <a:pt x="11814" y="599"/>
                    <a:pt x="11247" y="1"/>
                    <a:pt x="1058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0" name="Google Shape;2370;p45"/>
            <p:cNvSpPr/>
            <p:nvPr/>
          </p:nvSpPr>
          <p:spPr>
            <a:xfrm>
              <a:off x="-62806475" y="2062375"/>
              <a:ext cx="146525" cy="103800"/>
            </a:xfrm>
            <a:custGeom>
              <a:rect b="b" l="l" r="r" t="t"/>
              <a:pathLst>
                <a:path extrusionOk="0" h="4152" w="5861">
                  <a:moveTo>
                    <a:pt x="3782" y="1"/>
                  </a:moveTo>
                  <a:cubicBezTo>
                    <a:pt x="3561" y="1"/>
                    <a:pt x="3341" y="221"/>
                    <a:pt x="3341" y="410"/>
                  </a:cubicBezTo>
                  <a:cubicBezTo>
                    <a:pt x="3341" y="631"/>
                    <a:pt x="3561" y="852"/>
                    <a:pt x="3782" y="852"/>
                  </a:cubicBezTo>
                  <a:lnTo>
                    <a:pt x="4443" y="852"/>
                  </a:lnTo>
                  <a:lnTo>
                    <a:pt x="2962" y="2332"/>
                  </a:lnTo>
                  <a:lnTo>
                    <a:pt x="2395" y="1765"/>
                  </a:lnTo>
                  <a:cubicBezTo>
                    <a:pt x="2332" y="1686"/>
                    <a:pt x="2230" y="1647"/>
                    <a:pt x="2124" y="1647"/>
                  </a:cubicBezTo>
                  <a:cubicBezTo>
                    <a:pt x="2017" y="1647"/>
                    <a:pt x="1907" y="1686"/>
                    <a:pt x="1828" y="1765"/>
                  </a:cubicBezTo>
                  <a:lnTo>
                    <a:pt x="159" y="3435"/>
                  </a:lnTo>
                  <a:cubicBezTo>
                    <a:pt x="1" y="3592"/>
                    <a:pt x="1" y="3876"/>
                    <a:pt x="159" y="4034"/>
                  </a:cubicBezTo>
                  <a:cubicBezTo>
                    <a:pt x="237" y="4112"/>
                    <a:pt x="348" y="4152"/>
                    <a:pt x="458" y="4152"/>
                  </a:cubicBezTo>
                  <a:cubicBezTo>
                    <a:pt x="568" y="4152"/>
                    <a:pt x="678" y="4112"/>
                    <a:pt x="757" y="4034"/>
                  </a:cubicBezTo>
                  <a:lnTo>
                    <a:pt x="2143" y="2647"/>
                  </a:lnTo>
                  <a:lnTo>
                    <a:pt x="2679" y="3183"/>
                  </a:lnTo>
                  <a:cubicBezTo>
                    <a:pt x="2758" y="3262"/>
                    <a:pt x="2868" y="3301"/>
                    <a:pt x="2978" y="3301"/>
                  </a:cubicBezTo>
                  <a:cubicBezTo>
                    <a:pt x="3088" y="3301"/>
                    <a:pt x="3199" y="3262"/>
                    <a:pt x="3278" y="3183"/>
                  </a:cubicBezTo>
                  <a:lnTo>
                    <a:pt x="5042" y="1419"/>
                  </a:lnTo>
                  <a:lnTo>
                    <a:pt x="5042" y="2080"/>
                  </a:lnTo>
                  <a:cubicBezTo>
                    <a:pt x="5042" y="2332"/>
                    <a:pt x="5231" y="2521"/>
                    <a:pt x="5451" y="2521"/>
                  </a:cubicBezTo>
                  <a:cubicBezTo>
                    <a:pt x="5640" y="2521"/>
                    <a:pt x="5861" y="2332"/>
                    <a:pt x="5861" y="2080"/>
                  </a:cubicBezTo>
                  <a:lnTo>
                    <a:pt x="5861" y="442"/>
                  </a:lnTo>
                  <a:cubicBezTo>
                    <a:pt x="5861" y="158"/>
                    <a:pt x="5672" y="1"/>
                    <a:pt x="545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71" name="Google Shape;2371;p45"/>
          <p:cNvGrpSpPr/>
          <p:nvPr/>
        </p:nvGrpSpPr>
        <p:grpSpPr>
          <a:xfrm>
            <a:off x="3333701" y="1991901"/>
            <a:ext cx="297709" cy="285673"/>
            <a:chOff x="-62890750" y="2296300"/>
            <a:chExt cx="330825" cy="317450"/>
          </a:xfrm>
        </p:grpSpPr>
        <p:sp>
          <p:nvSpPr>
            <p:cNvPr id="2372" name="Google Shape;2372;p45"/>
            <p:cNvSpPr/>
            <p:nvPr/>
          </p:nvSpPr>
          <p:spPr>
            <a:xfrm>
              <a:off x="-62890750" y="2296300"/>
              <a:ext cx="313500" cy="195375"/>
            </a:xfrm>
            <a:custGeom>
              <a:rect b="b" l="l" r="r" t="t"/>
              <a:pathLst>
                <a:path extrusionOk="0" h="7815" w="12540">
                  <a:moveTo>
                    <a:pt x="11437" y="2080"/>
                  </a:moveTo>
                  <a:lnTo>
                    <a:pt x="11658" y="2931"/>
                  </a:lnTo>
                  <a:lnTo>
                    <a:pt x="10776" y="2742"/>
                  </a:lnTo>
                  <a:lnTo>
                    <a:pt x="11437" y="2080"/>
                  </a:lnTo>
                  <a:close/>
                  <a:moveTo>
                    <a:pt x="6617" y="1"/>
                  </a:moveTo>
                  <a:cubicBezTo>
                    <a:pt x="4916" y="1"/>
                    <a:pt x="3340" y="662"/>
                    <a:pt x="2112" y="1828"/>
                  </a:cubicBezTo>
                  <a:cubicBezTo>
                    <a:pt x="663" y="3277"/>
                    <a:pt x="1" y="5420"/>
                    <a:pt x="379" y="7467"/>
                  </a:cubicBezTo>
                  <a:cubicBezTo>
                    <a:pt x="442" y="7656"/>
                    <a:pt x="568" y="7814"/>
                    <a:pt x="789" y="7814"/>
                  </a:cubicBezTo>
                  <a:lnTo>
                    <a:pt x="852" y="7814"/>
                  </a:lnTo>
                  <a:cubicBezTo>
                    <a:pt x="1104" y="7783"/>
                    <a:pt x="1198" y="7562"/>
                    <a:pt x="1167" y="7341"/>
                  </a:cubicBezTo>
                  <a:cubicBezTo>
                    <a:pt x="852" y="5577"/>
                    <a:pt x="1419" y="3718"/>
                    <a:pt x="2710" y="2458"/>
                  </a:cubicBezTo>
                  <a:cubicBezTo>
                    <a:pt x="3719" y="1450"/>
                    <a:pt x="5136" y="851"/>
                    <a:pt x="6617" y="851"/>
                  </a:cubicBezTo>
                  <a:cubicBezTo>
                    <a:pt x="7940" y="851"/>
                    <a:pt x="9200" y="1324"/>
                    <a:pt x="10177" y="2206"/>
                  </a:cubicBezTo>
                  <a:lnTo>
                    <a:pt x="9610" y="2773"/>
                  </a:lnTo>
                  <a:cubicBezTo>
                    <a:pt x="9484" y="2899"/>
                    <a:pt x="9452" y="3057"/>
                    <a:pt x="9484" y="3183"/>
                  </a:cubicBezTo>
                  <a:cubicBezTo>
                    <a:pt x="9515" y="3340"/>
                    <a:pt x="9641" y="3403"/>
                    <a:pt x="9799" y="3466"/>
                  </a:cubicBezTo>
                  <a:lnTo>
                    <a:pt x="12036" y="3939"/>
                  </a:lnTo>
                  <a:lnTo>
                    <a:pt x="12130" y="3939"/>
                  </a:lnTo>
                  <a:cubicBezTo>
                    <a:pt x="12225" y="3939"/>
                    <a:pt x="12319" y="3876"/>
                    <a:pt x="12382" y="3813"/>
                  </a:cubicBezTo>
                  <a:cubicBezTo>
                    <a:pt x="12508" y="3687"/>
                    <a:pt x="12540" y="3561"/>
                    <a:pt x="12508" y="3403"/>
                  </a:cubicBezTo>
                  <a:lnTo>
                    <a:pt x="12036" y="1167"/>
                  </a:lnTo>
                  <a:cubicBezTo>
                    <a:pt x="12004" y="1009"/>
                    <a:pt x="11878" y="883"/>
                    <a:pt x="11752" y="851"/>
                  </a:cubicBezTo>
                  <a:cubicBezTo>
                    <a:pt x="11715" y="844"/>
                    <a:pt x="11678" y="840"/>
                    <a:pt x="11642" y="840"/>
                  </a:cubicBezTo>
                  <a:cubicBezTo>
                    <a:pt x="11526" y="840"/>
                    <a:pt x="11422" y="881"/>
                    <a:pt x="11374" y="977"/>
                  </a:cubicBezTo>
                  <a:lnTo>
                    <a:pt x="10776" y="1576"/>
                  </a:lnTo>
                  <a:cubicBezTo>
                    <a:pt x="9641" y="536"/>
                    <a:pt x="8129" y="1"/>
                    <a:pt x="661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3" name="Google Shape;2373;p45"/>
            <p:cNvSpPr/>
            <p:nvPr/>
          </p:nvSpPr>
          <p:spPr>
            <a:xfrm>
              <a:off x="-62874975" y="2417475"/>
              <a:ext cx="315050" cy="196275"/>
            </a:xfrm>
            <a:custGeom>
              <a:rect b="b" l="l" r="r" t="t"/>
              <a:pathLst>
                <a:path extrusionOk="0" h="7851" w="12602">
                  <a:moveTo>
                    <a:pt x="977" y="4857"/>
                  </a:moveTo>
                  <a:lnTo>
                    <a:pt x="1827" y="5078"/>
                  </a:lnTo>
                  <a:lnTo>
                    <a:pt x="1166" y="5739"/>
                  </a:lnTo>
                  <a:lnTo>
                    <a:pt x="977" y="4857"/>
                  </a:lnTo>
                  <a:close/>
                  <a:moveTo>
                    <a:pt x="11779" y="1"/>
                  </a:moveTo>
                  <a:cubicBezTo>
                    <a:pt x="11759" y="1"/>
                    <a:pt x="11739" y="2"/>
                    <a:pt x="11720" y="6"/>
                  </a:cubicBezTo>
                  <a:cubicBezTo>
                    <a:pt x="11499" y="69"/>
                    <a:pt x="11373" y="289"/>
                    <a:pt x="11405" y="478"/>
                  </a:cubicBezTo>
                  <a:cubicBezTo>
                    <a:pt x="11720" y="2274"/>
                    <a:pt x="11184" y="4101"/>
                    <a:pt x="9861" y="5361"/>
                  </a:cubicBezTo>
                  <a:cubicBezTo>
                    <a:pt x="8853" y="6401"/>
                    <a:pt x="7435" y="7000"/>
                    <a:pt x="5986" y="7000"/>
                  </a:cubicBezTo>
                  <a:cubicBezTo>
                    <a:pt x="4631" y="7000"/>
                    <a:pt x="3371" y="6527"/>
                    <a:pt x="2394" y="5645"/>
                  </a:cubicBezTo>
                  <a:lnTo>
                    <a:pt x="2993" y="5046"/>
                  </a:lnTo>
                  <a:cubicBezTo>
                    <a:pt x="3088" y="4952"/>
                    <a:pt x="3151" y="4794"/>
                    <a:pt x="3088" y="4668"/>
                  </a:cubicBezTo>
                  <a:cubicBezTo>
                    <a:pt x="3056" y="4511"/>
                    <a:pt x="2962" y="4416"/>
                    <a:pt x="2772" y="4385"/>
                  </a:cubicBezTo>
                  <a:lnTo>
                    <a:pt x="536" y="3912"/>
                  </a:lnTo>
                  <a:cubicBezTo>
                    <a:pt x="506" y="3905"/>
                    <a:pt x="476" y="3901"/>
                    <a:pt x="446" y="3901"/>
                  </a:cubicBezTo>
                  <a:cubicBezTo>
                    <a:pt x="350" y="3901"/>
                    <a:pt x="254" y="3942"/>
                    <a:pt x="158" y="4038"/>
                  </a:cubicBezTo>
                  <a:cubicBezTo>
                    <a:pt x="32" y="4164"/>
                    <a:pt x="0" y="4290"/>
                    <a:pt x="32" y="4448"/>
                  </a:cubicBezTo>
                  <a:lnTo>
                    <a:pt x="504" y="6685"/>
                  </a:lnTo>
                  <a:cubicBezTo>
                    <a:pt x="536" y="6842"/>
                    <a:pt x="662" y="6937"/>
                    <a:pt x="788" y="7000"/>
                  </a:cubicBezTo>
                  <a:lnTo>
                    <a:pt x="882" y="7000"/>
                  </a:lnTo>
                  <a:cubicBezTo>
                    <a:pt x="1008" y="7000"/>
                    <a:pt x="1103" y="6968"/>
                    <a:pt x="1166" y="6874"/>
                  </a:cubicBezTo>
                  <a:lnTo>
                    <a:pt x="1764" y="6275"/>
                  </a:lnTo>
                  <a:cubicBezTo>
                    <a:pt x="2899" y="7315"/>
                    <a:pt x="4411" y="7850"/>
                    <a:pt x="5923" y="7850"/>
                  </a:cubicBezTo>
                  <a:cubicBezTo>
                    <a:pt x="7624" y="7850"/>
                    <a:pt x="9200" y="7189"/>
                    <a:pt x="10428" y="6023"/>
                  </a:cubicBezTo>
                  <a:cubicBezTo>
                    <a:pt x="11909" y="4511"/>
                    <a:pt x="12602" y="2400"/>
                    <a:pt x="12192" y="321"/>
                  </a:cubicBezTo>
                  <a:cubicBezTo>
                    <a:pt x="12164" y="123"/>
                    <a:pt x="11958" y="1"/>
                    <a:pt x="1177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4" name="Google Shape;2374;p45"/>
            <p:cNvSpPr/>
            <p:nvPr/>
          </p:nvSpPr>
          <p:spPr>
            <a:xfrm>
              <a:off x="-62822225" y="2357750"/>
              <a:ext cx="193000" cy="192975"/>
            </a:xfrm>
            <a:custGeom>
              <a:rect b="b" l="l" r="r" t="t"/>
              <a:pathLst>
                <a:path extrusionOk="0" h="7719" w="7720">
                  <a:moveTo>
                    <a:pt x="2238" y="1323"/>
                  </a:moveTo>
                  <a:lnTo>
                    <a:pt x="2238" y="1323"/>
                  </a:lnTo>
                  <a:cubicBezTo>
                    <a:pt x="2143" y="1544"/>
                    <a:pt x="2049" y="1827"/>
                    <a:pt x="1986" y="2111"/>
                  </a:cubicBezTo>
                  <a:lnTo>
                    <a:pt x="1419" y="2111"/>
                  </a:lnTo>
                  <a:cubicBezTo>
                    <a:pt x="1671" y="1796"/>
                    <a:pt x="1923" y="1512"/>
                    <a:pt x="2238" y="1323"/>
                  </a:cubicBezTo>
                  <a:close/>
                  <a:moveTo>
                    <a:pt x="3466" y="1040"/>
                  </a:moveTo>
                  <a:lnTo>
                    <a:pt x="3466" y="2111"/>
                  </a:lnTo>
                  <a:lnTo>
                    <a:pt x="2836" y="2111"/>
                  </a:lnTo>
                  <a:cubicBezTo>
                    <a:pt x="2994" y="1575"/>
                    <a:pt x="3246" y="1229"/>
                    <a:pt x="3466" y="1040"/>
                  </a:cubicBezTo>
                  <a:close/>
                  <a:moveTo>
                    <a:pt x="4254" y="1040"/>
                  </a:moveTo>
                  <a:cubicBezTo>
                    <a:pt x="4538" y="1229"/>
                    <a:pt x="4727" y="1575"/>
                    <a:pt x="4884" y="2111"/>
                  </a:cubicBezTo>
                  <a:lnTo>
                    <a:pt x="4254" y="2111"/>
                  </a:lnTo>
                  <a:lnTo>
                    <a:pt x="4254" y="1040"/>
                  </a:lnTo>
                  <a:close/>
                  <a:moveTo>
                    <a:pt x="5483" y="1323"/>
                  </a:moveTo>
                  <a:lnTo>
                    <a:pt x="5483" y="1323"/>
                  </a:lnTo>
                  <a:cubicBezTo>
                    <a:pt x="5798" y="1512"/>
                    <a:pt x="6081" y="1796"/>
                    <a:pt x="6302" y="2111"/>
                  </a:cubicBezTo>
                  <a:lnTo>
                    <a:pt x="5766" y="2111"/>
                  </a:lnTo>
                  <a:cubicBezTo>
                    <a:pt x="5672" y="1827"/>
                    <a:pt x="5609" y="1544"/>
                    <a:pt x="5483" y="1323"/>
                  </a:cubicBezTo>
                  <a:close/>
                  <a:moveTo>
                    <a:pt x="1765" y="2930"/>
                  </a:moveTo>
                  <a:cubicBezTo>
                    <a:pt x="1734" y="3245"/>
                    <a:pt x="1702" y="3560"/>
                    <a:pt x="1702" y="3875"/>
                  </a:cubicBezTo>
                  <a:cubicBezTo>
                    <a:pt x="1702" y="4190"/>
                    <a:pt x="1734" y="4537"/>
                    <a:pt x="1765" y="4820"/>
                  </a:cubicBezTo>
                  <a:lnTo>
                    <a:pt x="978" y="4820"/>
                  </a:lnTo>
                  <a:cubicBezTo>
                    <a:pt x="883" y="4537"/>
                    <a:pt x="820" y="4222"/>
                    <a:pt x="820" y="3875"/>
                  </a:cubicBezTo>
                  <a:cubicBezTo>
                    <a:pt x="820" y="3497"/>
                    <a:pt x="883" y="3214"/>
                    <a:pt x="978" y="2930"/>
                  </a:cubicBezTo>
                  <a:close/>
                  <a:moveTo>
                    <a:pt x="5136" y="2930"/>
                  </a:moveTo>
                  <a:cubicBezTo>
                    <a:pt x="5168" y="3245"/>
                    <a:pt x="5199" y="3560"/>
                    <a:pt x="5199" y="3875"/>
                  </a:cubicBezTo>
                  <a:cubicBezTo>
                    <a:pt x="5199" y="4222"/>
                    <a:pt x="5168" y="4537"/>
                    <a:pt x="5136" y="4820"/>
                  </a:cubicBezTo>
                  <a:lnTo>
                    <a:pt x="4286" y="4820"/>
                  </a:lnTo>
                  <a:lnTo>
                    <a:pt x="4286" y="2930"/>
                  </a:lnTo>
                  <a:close/>
                  <a:moveTo>
                    <a:pt x="6743" y="2930"/>
                  </a:moveTo>
                  <a:cubicBezTo>
                    <a:pt x="6869" y="3245"/>
                    <a:pt x="6900" y="3560"/>
                    <a:pt x="6900" y="3875"/>
                  </a:cubicBezTo>
                  <a:cubicBezTo>
                    <a:pt x="6900" y="4222"/>
                    <a:pt x="6869" y="4537"/>
                    <a:pt x="6743" y="4820"/>
                  </a:cubicBezTo>
                  <a:lnTo>
                    <a:pt x="5955" y="4820"/>
                  </a:lnTo>
                  <a:cubicBezTo>
                    <a:pt x="5987" y="4505"/>
                    <a:pt x="6018" y="4190"/>
                    <a:pt x="6018" y="3875"/>
                  </a:cubicBezTo>
                  <a:cubicBezTo>
                    <a:pt x="6018" y="3560"/>
                    <a:pt x="5987" y="3214"/>
                    <a:pt x="5955" y="2930"/>
                  </a:cubicBezTo>
                  <a:close/>
                  <a:moveTo>
                    <a:pt x="3466" y="2930"/>
                  </a:moveTo>
                  <a:lnTo>
                    <a:pt x="3466" y="4852"/>
                  </a:lnTo>
                  <a:lnTo>
                    <a:pt x="2647" y="4852"/>
                  </a:lnTo>
                  <a:cubicBezTo>
                    <a:pt x="2553" y="4537"/>
                    <a:pt x="2553" y="4222"/>
                    <a:pt x="2553" y="3875"/>
                  </a:cubicBezTo>
                  <a:cubicBezTo>
                    <a:pt x="2553" y="3497"/>
                    <a:pt x="2616" y="3214"/>
                    <a:pt x="2647" y="2930"/>
                  </a:cubicBezTo>
                  <a:close/>
                  <a:moveTo>
                    <a:pt x="6302" y="5640"/>
                  </a:moveTo>
                  <a:cubicBezTo>
                    <a:pt x="6081" y="5955"/>
                    <a:pt x="5798" y="6238"/>
                    <a:pt x="5483" y="6427"/>
                  </a:cubicBezTo>
                  <a:cubicBezTo>
                    <a:pt x="5609" y="6207"/>
                    <a:pt x="5672" y="5923"/>
                    <a:pt x="5766" y="5640"/>
                  </a:cubicBezTo>
                  <a:close/>
                  <a:moveTo>
                    <a:pt x="1986" y="5671"/>
                  </a:moveTo>
                  <a:cubicBezTo>
                    <a:pt x="2049" y="5955"/>
                    <a:pt x="2143" y="6238"/>
                    <a:pt x="2238" y="6459"/>
                  </a:cubicBezTo>
                  <a:cubicBezTo>
                    <a:pt x="1923" y="6238"/>
                    <a:pt x="1671" y="5955"/>
                    <a:pt x="1419" y="5671"/>
                  </a:cubicBezTo>
                  <a:close/>
                  <a:moveTo>
                    <a:pt x="4916" y="5640"/>
                  </a:moveTo>
                  <a:cubicBezTo>
                    <a:pt x="4727" y="6144"/>
                    <a:pt x="4538" y="6522"/>
                    <a:pt x="4286" y="6711"/>
                  </a:cubicBezTo>
                  <a:lnTo>
                    <a:pt x="4286" y="5640"/>
                  </a:lnTo>
                  <a:close/>
                  <a:moveTo>
                    <a:pt x="3466" y="5671"/>
                  </a:moveTo>
                  <a:lnTo>
                    <a:pt x="3466" y="6742"/>
                  </a:lnTo>
                  <a:cubicBezTo>
                    <a:pt x="3246" y="6553"/>
                    <a:pt x="2994" y="6144"/>
                    <a:pt x="2836" y="5671"/>
                  </a:cubicBezTo>
                  <a:close/>
                  <a:moveTo>
                    <a:pt x="3876" y="0"/>
                  </a:moveTo>
                  <a:cubicBezTo>
                    <a:pt x="2301" y="0"/>
                    <a:pt x="915" y="945"/>
                    <a:pt x="316" y="2332"/>
                  </a:cubicBezTo>
                  <a:cubicBezTo>
                    <a:pt x="127" y="2804"/>
                    <a:pt x="1" y="3308"/>
                    <a:pt x="1" y="3875"/>
                  </a:cubicBezTo>
                  <a:cubicBezTo>
                    <a:pt x="1" y="4411"/>
                    <a:pt x="127" y="4946"/>
                    <a:pt x="316" y="5419"/>
                  </a:cubicBezTo>
                  <a:cubicBezTo>
                    <a:pt x="915" y="6774"/>
                    <a:pt x="2301" y="7719"/>
                    <a:pt x="3876" y="7719"/>
                  </a:cubicBezTo>
                  <a:cubicBezTo>
                    <a:pt x="5451" y="7719"/>
                    <a:pt x="6806" y="6774"/>
                    <a:pt x="7405" y="5419"/>
                  </a:cubicBezTo>
                  <a:cubicBezTo>
                    <a:pt x="7594" y="4946"/>
                    <a:pt x="7720" y="4411"/>
                    <a:pt x="7720" y="3875"/>
                  </a:cubicBezTo>
                  <a:cubicBezTo>
                    <a:pt x="7720" y="3308"/>
                    <a:pt x="7594" y="2804"/>
                    <a:pt x="7405" y="2332"/>
                  </a:cubicBezTo>
                  <a:cubicBezTo>
                    <a:pt x="6806" y="945"/>
                    <a:pt x="5451" y="0"/>
                    <a:pt x="387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75" name="Google Shape;2375;p45"/>
          <p:cNvGrpSpPr/>
          <p:nvPr/>
        </p:nvGrpSpPr>
        <p:grpSpPr>
          <a:xfrm>
            <a:off x="3340439" y="2430417"/>
            <a:ext cx="284233" cy="285651"/>
            <a:chOff x="-62882850" y="2664925"/>
            <a:chExt cx="315850" cy="317425"/>
          </a:xfrm>
        </p:grpSpPr>
        <p:sp>
          <p:nvSpPr>
            <p:cNvPr id="2376" name="Google Shape;2376;p45"/>
            <p:cNvSpPr/>
            <p:nvPr/>
          </p:nvSpPr>
          <p:spPr>
            <a:xfrm>
              <a:off x="-62882850" y="2664925"/>
              <a:ext cx="315850" cy="317425"/>
            </a:xfrm>
            <a:custGeom>
              <a:rect b="b" l="l" r="r" t="t"/>
              <a:pathLst>
                <a:path extrusionOk="0" h="12697" w="12634">
                  <a:moveTo>
                    <a:pt x="11405" y="851"/>
                  </a:moveTo>
                  <a:cubicBezTo>
                    <a:pt x="11657" y="851"/>
                    <a:pt x="11814" y="1040"/>
                    <a:pt x="11814" y="1260"/>
                  </a:cubicBezTo>
                  <a:lnTo>
                    <a:pt x="11814" y="7719"/>
                  </a:lnTo>
                  <a:lnTo>
                    <a:pt x="788" y="7719"/>
                  </a:lnTo>
                  <a:lnTo>
                    <a:pt x="788" y="1260"/>
                  </a:lnTo>
                  <a:cubicBezTo>
                    <a:pt x="788" y="1040"/>
                    <a:pt x="977" y="851"/>
                    <a:pt x="1197" y="851"/>
                  </a:cubicBezTo>
                  <a:close/>
                  <a:moveTo>
                    <a:pt x="11814" y="8506"/>
                  </a:moveTo>
                  <a:lnTo>
                    <a:pt x="11814" y="8947"/>
                  </a:lnTo>
                  <a:cubicBezTo>
                    <a:pt x="11814" y="9199"/>
                    <a:pt x="11594" y="9389"/>
                    <a:pt x="11405" y="9389"/>
                  </a:cubicBezTo>
                  <a:lnTo>
                    <a:pt x="1197" y="9389"/>
                  </a:lnTo>
                  <a:cubicBezTo>
                    <a:pt x="977" y="9389"/>
                    <a:pt x="788" y="9199"/>
                    <a:pt x="788" y="8947"/>
                  </a:cubicBezTo>
                  <a:lnTo>
                    <a:pt x="788" y="8506"/>
                  </a:lnTo>
                  <a:close/>
                  <a:moveTo>
                    <a:pt x="7782" y="10208"/>
                  </a:moveTo>
                  <a:lnTo>
                    <a:pt x="8349" y="11877"/>
                  </a:lnTo>
                  <a:lnTo>
                    <a:pt x="4253" y="11877"/>
                  </a:lnTo>
                  <a:lnTo>
                    <a:pt x="4789" y="10208"/>
                  </a:lnTo>
                  <a:close/>
                  <a:moveTo>
                    <a:pt x="1197" y="0"/>
                  </a:moveTo>
                  <a:cubicBezTo>
                    <a:pt x="536" y="0"/>
                    <a:pt x="0" y="567"/>
                    <a:pt x="0" y="1229"/>
                  </a:cubicBezTo>
                  <a:lnTo>
                    <a:pt x="0" y="8947"/>
                  </a:lnTo>
                  <a:cubicBezTo>
                    <a:pt x="0" y="9609"/>
                    <a:pt x="536" y="10176"/>
                    <a:pt x="1197" y="10176"/>
                  </a:cubicBezTo>
                  <a:lnTo>
                    <a:pt x="3938" y="10176"/>
                  </a:lnTo>
                  <a:lnTo>
                    <a:pt x="3371" y="11814"/>
                  </a:lnTo>
                  <a:lnTo>
                    <a:pt x="2867" y="11814"/>
                  </a:lnTo>
                  <a:cubicBezTo>
                    <a:pt x="2615" y="11814"/>
                    <a:pt x="2457" y="12003"/>
                    <a:pt x="2457" y="12255"/>
                  </a:cubicBezTo>
                  <a:cubicBezTo>
                    <a:pt x="2457" y="12476"/>
                    <a:pt x="2678" y="12697"/>
                    <a:pt x="2867" y="12697"/>
                  </a:cubicBezTo>
                  <a:lnTo>
                    <a:pt x="9767" y="12697"/>
                  </a:lnTo>
                  <a:cubicBezTo>
                    <a:pt x="9987" y="12697"/>
                    <a:pt x="10176" y="12476"/>
                    <a:pt x="10176" y="12255"/>
                  </a:cubicBezTo>
                  <a:cubicBezTo>
                    <a:pt x="10176" y="12003"/>
                    <a:pt x="9987" y="11814"/>
                    <a:pt x="9767" y="11814"/>
                  </a:cubicBezTo>
                  <a:lnTo>
                    <a:pt x="9231" y="11814"/>
                  </a:lnTo>
                  <a:lnTo>
                    <a:pt x="8695" y="10176"/>
                  </a:lnTo>
                  <a:lnTo>
                    <a:pt x="11405" y="10176"/>
                  </a:lnTo>
                  <a:cubicBezTo>
                    <a:pt x="12066" y="10176"/>
                    <a:pt x="12634" y="9609"/>
                    <a:pt x="12634" y="8947"/>
                  </a:cubicBezTo>
                  <a:lnTo>
                    <a:pt x="12634" y="1229"/>
                  </a:lnTo>
                  <a:cubicBezTo>
                    <a:pt x="12634" y="567"/>
                    <a:pt x="12066" y="0"/>
                    <a:pt x="1140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7" name="Google Shape;2377;p45"/>
            <p:cNvSpPr/>
            <p:nvPr/>
          </p:nvSpPr>
          <p:spPr>
            <a:xfrm>
              <a:off x="-62756050" y="2702725"/>
              <a:ext cx="62225" cy="146525"/>
            </a:xfrm>
            <a:custGeom>
              <a:rect b="b" l="l" r="r" t="t"/>
              <a:pathLst>
                <a:path extrusionOk="0" h="5861" w="2489">
                  <a:moveTo>
                    <a:pt x="1229" y="0"/>
                  </a:moveTo>
                  <a:cubicBezTo>
                    <a:pt x="977" y="0"/>
                    <a:pt x="819" y="189"/>
                    <a:pt x="819" y="441"/>
                  </a:cubicBezTo>
                  <a:lnTo>
                    <a:pt x="819" y="693"/>
                  </a:lnTo>
                  <a:cubicBezTo>
                    <a:pt x="347" y="851"/>
                    <a:pt x="0" y="1324"/>
                    <a:pt x="0" y="1891"/>
                  </a:cubicBezTo>
                  <a:cubicBezTo>
                    <a:pt x="0" y="2552"/>
                    <a:pt x="536" y="2962"/>
                    <a:pt x="977" y="3277"/>
                  </a:cubicBezTo>
                  <a:cubicBezTo>
                    <a:pt x="1292" y="3497"/>
                    <a:pt x="1639" y="3749"/>
                    <a:pt x="1639" y="3970"/>
                  </a:cubicBezTo>
                  <a:cubicBezTo>
                    <a:pt x="1639" y="4222"/>
                    <a:pt x="1450" y="4411"/>
                    <a:pt x="1229" y="4411"/>
                  </a:cubicBezTo>
                  <a:cubicBezTo>
                    <a:pt x="977" y="4411"/>
                    <a:pt x="819" y="4222"/>
                    <a:pt x="819" y="3970"/>
                  </a:cubicBezTo>
                  <a:cubicBezTo>
                    <a:pt x="819" y="3749"/>
                    <a:pt x="630" y="3529"/>
                    <a:pt x="441" y="3529"/>
                  </a:cubicBezTo>
                  <a:cubicBezTo>
                    <a:pt x="189" y="3529"/>
                    <a:pt x="0" y="3749"/>
                    <a:pt x="0" y="3970"/>
                  </a:cubicBezTo>
                  <a:cubicBezTo>
                    <a:pt x="0" y="4537"/>
                    <a:pt x="347" y="4947"/>
                    <a:pt x="819" y="5167"/>
                  </a:cubicBezTo>
                  <a:lnTo>
                    <a:pt x="819" y="5419"/>
                  </a:lnTo>
                  <a:cubicBezTo>
                    <a:pt x="819" y="5671"/>
                    <a:pt x="1008" y="5860"/>
                    <a:pt x="1229" y="5860"/>
                  </a:cubicBezTo>
                  <a:cubicBezTo>
                    <a:pt x="1450" y="5860"/>
                    <a:pt x="1639" y="5671"/>
                    <a:pt x="1639" y="5419"/>
                  </a:cubicBezTo>
                  <a:lnTo>
                    <a:pt x="1639" y="5167"/>
                  </a:lnTo>
                  <a:cubicBezTo>
                    <a:pt x="2111" y="5010"/>
                    <a:pt x="2489" y="4537"/>
                    <a:pt x="2489" y="3970"/>
                  </a:cubicBezTo>
                  <a:cubicBezTo>
                    <a:pt x="2489" y="3308"/>
                    <a:pt x="1922" y="2899"/>
                    <a:pt x="1481" y="2584"/>
                  </a:cubicBezTo>
                  <a:cubicBezTo>
                    <a:pt x="1166" y="2363"/>
                    <a:pt x="819" y="2111"/>
                    <a:pt x="819" y="1891"/>
                  </a:cubicBezTo>
                  <a:cubicBezTo>
                    <a:pt x="819" y="1639"/>
                    <a:pt x="977" y="1450"/>
                    <a:pt x="1229" y="1450"/>
                  </a:cubicBezTo>
                  <a:cubicBezTo>
                    <a:pt x="1450" y="1450"/>
                    <a:pt x="1639" y="1639"/>
                    <a:pt x="1639" y="1891"/>
                  </a:cubicBezTo>
                  <a:cubicBezTo>
                    <a:pt x="1639" y="2111"/>
                    <a:pt x="1859" y="2332"/>
                    <a:pt x="2048" y="2332"/>
                  </a:cubicBezTo>
                  <a:cubicBezTo>
                    <a:pt x="2237" y="2332"/>
                    <a:pt x="2489" y="2111"/>
                    <a:pt x="2489" y="1891"/>
                  </a:cubicBezTo>
                  <a:cubicBezTo>
                    <a:pt x="2489" y="1324"/>
                    <a:pt x="2143" y="914"/>
                    <a:pt x="1639" y="693"/>
                  </a:cubicBezTo>
                  <a:lnTo>
                    <a:pt x="1639" y="441"/>
                  </a:lnTo>
                  <a:cubicBezTo>
                    <a:pt x="1639" y="189"/>
                    <a:pt x="1450" y="0"/>
                    <a:pt x="122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78" name="Google Shape;2378;p45"/>
          <p:cNvSpPr/>
          <p:nvPr/>
        </p:nvSpPr>
        <p:spPr>
          <a:xfrm>
            <a:off x="2025653" y="2868274"/>
            <a:ext cx="287091" cy="283626"/>
          </a:xfrm>
          <a:custGeom>
            <a:rect b="b" l="l" r="r" t="t"/>
            <a:pathLst>
              <a:path extrusionOk="0" h="12607" w="12761">
                <a:moveTo>
                  <a:pt x="1860" y="2084"/>
                </a:moveTo>
                <a:lnTo>
                  <a:pt x="7373" y="2997"/>
                </a:lnTo>
                <a:lnTo>
                  <a:pt x="5861" y="4509"/>
                </a:lnTo>
                <a:lnTo>
                  <a:pt x="1261" y="2682"/>
                </a:lnTo>
                <a:lnTo>
                  <a:pt x="1860" y="2084"/>
                </a:lnTo>
                <a:close/>
                <a:moveTo>
                  <a:pt x="11229" y="836"/>
                </a:moveTo>
                <a:cubicBezTo>
                  <a:pt x="11412" y="836"/>
                  <a:pt x="11578" y="881"/>
                  <a:pt x="11689" y="981"/>
                </a:cubicBezTo>
                <a:cubicBezTo>
                  <a:pt x="11847" y="1107"/>
                  <a:pt x="11878" y="1359"/>
                  <a:pt x="11847" y="1611"/>
                </a:cubicBezTo>
                <a:cubicBezTo>
                  <a:pt x="11815" y="1894"/>
                  <a:pt x="11658" y="2210"/>
                  <a:pt x="11500" y="2367"/>
                </a:cubicBezTo>
                <a:lnTo>
                  <a:pt x="7405" y="6463"/>
                </a:lnTo>
                <a:lnTo>
                  <a:pt x="5168" y="8700"/>
                </a:lnTo>
                <a:cubicBezTo>
                  <a:pt x="5073" y="8794"/>
                  <a:pt x="5010" y="8952"/>
                  <a:pt x="5042" y="9078"/>
                </a:cubicBezTo>
                <a:lnTo>
                  <a:pt x="5262" y="10306"/>
                </a:lnTo>
                <a:lnTo>
                  <a:pt x="4223" y="11377"/>
                </a:lnTo>
                <a:lnTo>
                  <a:pt x="3782" y="9204"/>
                </a:lnTo>
                <a:cubicBezTo>
                  <a:pt x="3750" y="9046"/>
                  <a:pt x="3624" y="8952"/>
                  <a:pt x="3466" y="8889"/>
                </a:cubicBezTo>
                <a:lnTo>
                  <a:pt x="1293" y="8479"/>
                </a:lnTo>
                <a:lnTo>
                  <a:pt x="2364" y="7408"/>
                </a:lnTo>
                <a:lnTo>
                  <a:pt x="3624" y="7628"/>
                </a:lnTo>
                <a:cubicBezTo>
                  <a:pt x="3659" y="7646"/>
                  <a:pt x="3697" y="7654"/>
                  <a:pt x="3734" y="7654"/>
                </a:cubicBezTo>
                <a:cubicBezTo>
                  <a:pt x="3831" y="7654"/>
                  <a:pt x="3925" y="7602"/>
                  <a:pt x="3971" y="7534"/>
                </a:cubicBezTo>
                <a:lnTo>
                  <a:pt x="6207" y="5266"/>
                </a:lnTo>
                <a:lnTo>
                  <a:pt x="10272" y="1233"/>
                </a:lnTo>
                <a:cubicBezTo>
                  <a:pt x="10496" y="988"/>
                  <a:pt x="10892" y="836"/>
                  <a:pt x="11229" y="836"/>
                </a:cubicBezTo>
                <a:close/>
                <a:moveTo>
                  <a:pt x="9641" y="5360"/>
                </a:moveTo>
                <a:lnTo>
                  <a:pt x="10587" y="10873"/>
                </a:lnTo>
                <a:lnTo>
                  <a:pt x="9988" y="11472"/>
                </a:lnTo>
                <a:lnTo>
                  <a:pt x="8161" y="6872"/>
                </a:lnTo>
                <a:lnTo>
                  <a:pt x="9641" y="5360"/>
                </a:lnTo>
                <a:close/>
                <a:moveTo>
                  <a:pt x="11241" y="1"/>
                </a:moveTo>
                <a:cubicBezTo>
                  <a:pt x="10688" y="1"/>
                  <a:pt x="10104" y="248"/>
                  <a:pt x="9736" y="634"/>
                </a:cubicBezTo>
                <a:lnTo>
                  <a:pt x="8066" y="2304"/>
                </a:lnTo>
                <a:lnTo>
                  <a:pt x="1765" y="1233"/>
                </a:lnTo>
                <a:cubicBezTo>
                  <a:pt x="1742" y="1227"/>
                  <a:pt x="1718" y="1225"/>
                  <a:pt x="1693" y="1225"/>
                </a:cubicBezTo>
                <a:cubicBezTo>
                  <a:pt x="1585" y="1225"/>
                  <a:pt x="1470" y="1276"/>
                  <a:pt x="1419" y="1327"/>
                </a:cubicBezTo>
                <a:lnTo>
                  <a:pt x="221" y="2525"/>
                </a:lnTo>
                <a:cubicBezTo>
                  <a:pt x="158" y="2588"/>
                  <a:pt x="64" y="2745"/>
                  <a:pt x="127" y="2903"/>
                </a:cubicBezTo>
                <a:cubicBezTo>
                  <a:pt x="158" y="3029"/>
                  <a:pt x="221" y="3155"/>
                  <a:pt x="348" y="3218"/>
                </a:cubicBezTo>
                <a:lnTo>
                  <a:pt x="5199" y="5171"/>
                </a:lnTo>
                <a:lnTo>
                  <a:pt x="3561" y="6809"/>
                </a:lnTo>
                <a:lnTo>
                  <a:pt x="2301" y="6589"/>
                </a:lnTo>
                <a:cubicBezTo>
                  <a:pt x="2267" y="6572"/>
                  <a:pt x="2231" y="6564"/>
                  <a:pt x="2195" y="6564"/>
                </a:cubicBezTo>
                <a:cubicBezTo>
                  <a:pt x="2095" y="6564"/>
                  <a:pt x="1992" y="6622"/>
                  <a:pt x="1923" y="6715"/>
                </a:cubicBezTo>
                <a:lnTo>
                  <a:pt x="158" y="8479"/>
                </a:lnTo>
                <a:cubicBezTo>
                  <a:pt x="32" y="8605"/>
                  <a:pt x="1" y="8731"/>
                  <a:pt x="32" y="8857"/>
                </a:cubicBezTo>
                <a:cubicBezTo>
                  <a:pt x="95" y="9015"/>
                  <a:pt x="190" y="9109"/>
                  <a:pt x="348" y="9141"/>
                </a:cubicBezTo>
                <a:lnTo>
                  <a:pt x="2994" y="9645"/>
                </a:lnTo>
                <a:lnTo>
                  <a:pt x="3498" y="12291"/>
                </a:lnTo>
                <a:cubicBezTo>
                  <a:pt x="3561" y="12449"/>
                  <a:pt x="3656" y="12575"/>
                  <a:pt x="3782" y="12606"/>
                </a:cubicBezTo>
                <a:lnTo>
                  <a:pt x="3908" y="12606"/>
                </a:lnTo>
                <a:cubicBezTo>
                  <a:pt x="4034" y="12606"/>
                  <a:pt x="4097" y="12575"/>
                  <a:pt x="4191" y="12480"/>
                </a:cubicBezTo>
                <a:lnTo>
                  <a:pt x="5955" y="10716"/>
                </a:lnTo>
                <a:cubicBezTo>
                  <a:pt x="6018" y="10653"/>
                  <a:pt x="6113" y="10464"/>
                  <a:pt x="6081" y="10369"/>
                </a:cubicBezTo>
                <a:lnTo>
                  <a:pt x="5829" y="9109"/>
                </a:lnTo>
                <a:lnTo>
                  <a:pt x="7499" y="7439"/>
                </a:lnTo>
                <a:lnTo>
                  <a:pt x="9421" y="12291"/>
                </a:lnTo>
                <a:cubicBezTo>
                  <a:pt x="9452" y="12417"/>
                  <a:pt x="9578" y="12543"/>
                  <a:pt x="9736" y="12543"/>
                </a:cubicBezTo>
                <a:lnTo>
                  <a:pt x="9799" y="12543"/>
                </a:lnTo>
                <a:cubicBezTo>
                  <a:pt x="9925" y="12543"/>
                  <a:pt x="9988" y="12480"/>
                  <a:pt x="10083" y="12417"/>
                </a:cubicBezTo>
                <a:lnTo>
                  <a:pt x="11248" y="11220"/>
                </a:lnTo>
                <a:cubicBezTo>
                  <a:pt x="11343" y="11157"/>
                  <a:pt x="11374" y="10999"/>
                  <a:pt x="11374" y="10873"/>
                </a:cubicBezTo>
                <a:lnTo>
                  <a:pt x="10303" y="4572"/>
                </a:lnTo>
                <a:lnTo>
                  <a:pt x="11973" y="2903"/>
                </a:lnTo>
                <a:cubicBezTo>
                  <a:pt x="12288" y="2588"/>
                  <a:pt x="12477" y="2178"/>
                  <a:pt x="12571" y="1705"/>
                </a:cubicBezTo>
                <a:cubicBezTo>
                  <a:pt x="12760" y="1201"/>
                  <a:pt x="12603" y="729"/>
                  <a:pt x="12288" y="414"/>
                </a:cubicBezTo>
                <a:cubicBezTo>
                  <a:pt x="12013" y="126"/>
                  <a:pt x="11635" y="1"/>
                  <a:pt x="1124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79" name="Google Shape;2379;p45"/>
          <p:cNvGrpSpPr/>
          <p:nvPr/>
        </p:nvGrpSpPr>
        <p:grpSpPr>
          <a:xfrm>
            <a:off x="2026721" y="3308846"/>
            <a:ext cx="284953" cy="280004"/>
            <a:chOff x="-60988625" y="2310475"/>
            <a:chExt cx="316650" cy="311150"/>
          </a:xfrm>
        </p:grpSpPr>
        <p:sp>
          <p:nvSpPr>
            <p:cNvPr id="2380" name="Google Shape;2380;p45"/>
            <p:cNvSpPr/>
            <p:nvPr/>
          </p:nvSpPr>
          <p:spPr>
            <a:xfrm>
              <a:off x="-60988625" y="2310475"/>
              <a:ext cx="311125" cy="311150"/>
            </a:xfrm>
            <a:custGeom>
              <a:rect b="b" l="l" r="r" t="t"/>
              <a:pathLst>
                <a:path extrusionOk="0" h="12446" w="12445">
                  <a:moveTo>
                    <a:pt x="7877" y="883"/>
                  </a:moveTo>
                  <a:cubicBezTo>
                    <a:pt x="8097" y="883"/>
                    <a:pt x="8318" y="1072"/>
                    <a:pt x="8318" y="1324"/>
                  </a:cubicBezTo>
                  <a:lnTo>
                    <a:pt x="8318" y="10398"/>
                  </a:lnTo>
                  <a:cubicBezTo>
                    <a:pt x="8318" y="10870"/>
                    <a:pt x="8444" y="11311"/>
                    <a:pt x="8727" y="11626"/>
                  </a:cubicBezTo>
                  <a:lnTo>
                    <a:pt x="2111" y="11626"/>
                  </a:lnTo>
                  <a:cubicBezTo>
                    <a:pt x="1450" y="11626"/>
                    <a:pt x="851" y="11091"/>
                    <a:pt x="851" y="10398"/>
                  </a:cubicBezTo>
                  <a:lnTo>
                    <a:pt x="851" y="1324"/>
                  </a:lnTo>
                  <a:lnTo>
                    <a:pt x="820" y="1324"/>
                  </a:lnTo>
                  <a:cubicBezTo>
                    <a:pt x="820" y="1072"/>
                    <a:pt x="1009" y="883"/>
                    <a:pt x="1261" y="883"/>
                  </a:cubicBezTo>
                  <a:close/>
                  <a:moveTo>
                    <a:pt x="11500" y="10807"/>
                  </a:moveTo>
                  <a:cubicBezTo>
                    <a:pt x="11342" y="11280"/>
                    <a:pt x="10870" y="11626"/>
                    <a:pt x="10303" y="11626"/>
                  </a:cubicBezTo>
                  <a:cubicBezTo>
                    <a:pt x="9767" y="11626"/>
                    <a:pt x="9326" y="11280"/>
                    <a:pt x="9137" y="10807"/>
                  </a:cubicBezTo>
                  <a:close/>
                  <a:moveTo>
                    <a:pt x="1261" y="1"/>
                  </a:moveTo>
                  <a:cubicBezTo>
                    <a:pt x="568" y="1"/>
                    <a:pt x="32" y="568"/>
                    <a:pt x="32" y="1230"/>
                  </a:cubicBezTo>
                  <a:lnTo>
                    <a:pt x="32" y="10334"/>
                  </a:lnTo>
                  <a:cubicBezTo>
                    <a:pt x="0" y="11563"/>
                    <a:pt x="946" y="12445"/>
                    <a:pt x="2080" y="12445"/>
                  </a:cubicBezTo>
                  <a:lnTo>
                    <a:pt x="10334" y="12445"/>
                  </a:lnTo>
                  <a:cubicBezTo>
                    <a:pt x="11500" y="12445"/>
                    <a:pt x="12445" y="11500"/>
                    <a:pt x="12445" y="10366"/>
                  </a:cubicBezTo>
                  <a:cubicBezTo>
                    <a:pt x="12445" y="10145"/>
                    <a:pt x="12224" y="9925"/>
                    <a:pt x="12004" y="9925"/>
                  </a:cubicBezTo>
                  <a:lnTo>
                    <a:pt x="9074" y="9925"/>
                  </a:lnTo>
                  <a:lnTo>
                    <a:pt x="9074" y="1230"/>
                  </a:lnTo>
                  <a:cubicBezTo>
                    <a:pt x="9074" y="568"/>
                    <a:pt x="8538" y="1"/>
                    <a:pt x="787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1" name="Google Shape;2381;p45"/>
            <p:cNvSpPr/>
            <p:nvPr/>
          </p:nvSpPr>
          <p:spPr>
            <a:xfrm>
              <a:off x="-60947675" y="2353025"/>
              <a:ext cx="145725" cy="20500"/>
            </a:xfrm>
            <a:custGeom>
              <a:rect b="b" l="l" r="r" t="t"/>
              <a:pathLst>
                <a:path extrusionOk="0" h="820" w="5829">
                  <a:moveTo>
                    <a:pt x="442" y="0"/>
                  </a:moveTo>
                  <a:cubicBezTo>
                    <a:pt x="190" y="0"/>
                    <a:pt x="1" y="189"/>
                    <a:pt x="1" y="441"/>
                  </a:cubicBezTo>
                  <a:cubicBezTo>
                    <a:pt x="1" y="630"/>
                    <a:pt x="190" y="819"/>
                    <a:pt x="442" y="819"/>
                  </a:cubicBezTo>
                  <a:lnTo>
                    <a:pt x="5388" y="819"/>
                  </a:lnTo>
                  <a:cubicBezTo>
                    <a:pt x="5640" y="819"/>
                    <a:pt x="5829" y="630"/>
                    <a:pt x="5829" y="441"/>
                  </a:cubicBezTo>
                  <a:cubicBezTo>
                    <a:pt x="5829" y="189"/>
                    <a:pt x="5640" y="0"/>
                    <a:pt x="538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2" name="Google Shape;2382;p45"/>
            <p:cNvSpPr/>
            <p:nvPr/>
          </p:nvSpPr>
          <p:spPr>
            <a:xfrm>
              <a:off x="-60947675" y="2415250"/>
              <a:ext cx="145725" cy="20500"/>
            </a:xfrm>
            <a:custGeom>
              <a:rect b="b" l="l" r="r" t="t"/>
              <a:pathLst>
                <a:path extrusionOk="0" h="820" w="5829">
                  <a:moveTo>
                    <a:pt x="442" y="0"/>
                  </a:moveTo>
                  <a:cubicBezTo>
                    <a:pt x="190" y="0"/>
                    <a:pt x="1" y="189"/>
                    <a:pt x="1" y="378"/>
                  </a:cubicBezTo>
                  <a:cubicBezTo>
                    <a:pt x="1" y="630"/>
                    <a:pt x="190" y="819"/>
                    <a:pt x="442" y="819"/>
                  </a:cubicBezTo>
                  <a:lnTo>
                    <a:pt x="5388" y="819"/>
                  </a:lnTo>
                  <a:cubicBezTo>
                    <a:pt x="5640" y="819"/>
                    <a:pt x="5829" y="630"/>
                    <a:pt x="5829" y="378"/>
                  </a:cubicBezTo>
                  <a:cubicBezTo>
                    <a:pt x="5829" y="158"/>
                    <a:pt x="5640" y="0"/>
                    <a:pt x="538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3" name="Google Shape;2383;p45"/>
            <p:cNvSpPr/>
            <p:nvPr/>
          </p:nvSpPr>
          <p:spPr>
            <a:xfrm>
              <a:off x="-60947675" y="2475875"/>
              <a:ext cx="145725" cy="22100"/>
            </a:xfrm>
            <a:custGeom>
              <a:rect b="b" l="l" r="r" t="t"/>
              <a:pathLst>
                <a:path extrusionOk="0" h="884" w="5829">
                  <a:moveTo>
                    <a:pt x="442" y="1"/>
                  </a:moveTo>
                  <a:cubicBezTo>
                    <a:pt x="190" y="1"/>
                    <a:pt x="1" y="221"/>
                    <a:pt x="1" y="442"/>
                  </a:cubicBezTo>
                  <a:cubicBezTo>
                    <a:pt x="1" y="694"/>
                    <a:pt x="190" y="883"/>
                    <a:pt x="442" y="883"/>
                  </a:cubicBezTo>
                  <a:lnTo>
                    <a:pt x="5388" y="883"/>
                  </a:lnTo>
                  <a:cubicBezTo>
                    <a:pt x="5640" y="883"/>
                    <a:pt x="5829" y="694"/>
                    <a:pt x="5829" y="442"/>
                  </a:cubicBezTo>
                  <a:cubicBezTo>
                    <a:pt x="5829" y="221"/>
                    <a:pt x="5640" y="1"/>
                    <a:pt x="538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4" name="Google Shape;2384;p45"/>
            <p:cNvSpPr/>
            <p:nvPr/>
          </p:nvSpPr>
          <p:spPr>
            <a:xfrm>
              <a:off x="-60947675" y="2538100"/>
              <a:ext cx="145725" cy="22075"/>
            </a:xfrm>
            <a:custGeom>
              <a:rect b="b" l="l" r="r" t="t"/>
              <a:pathLst>
                <a:path extrusionOk="0" h="883" w="5829">
                  <a:moveTo>
                    <a:pt x="442" y="1"/>
                  </a:moveTo>
                  <a:cubicBezTo>
                    <a:pt x="190" y="1"/>
                    <a:pt x="1" y="190"/>
                    <a:pt x="1" y="442"/>
                  </a:cubicBezTo>
                  <a:cubicBezTo>
                    <a:pt x="1" y="662"/>
                    <a:pt x="190" y="883"/>
                    <a:pt x="442" y="883"/>
                  </a:cubicBezTo>
                  <a:lnTo>
                    <a:pt x="5388" y="883"/>
                  </a:lnTo>
                  <a:cubicBezTo>
                    <a:pt x="5640" y="883"/>
                    <a:pt x="5829" y="662"/>
                    <a:pt x="5829" y="442"/>
                  </a:cubicBezTo>
                  <a:cubicBezTo>
                    <a:pt x="5829" y="190"/>
                    <a:pt x="5640" y="1"/>
                    <a:pt x="538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5" name="Google Shape;2385;p45"/>
            <p:cNvSpPr/>
            <p:nvPr/>
          </p:nvSpPr>
          <p:spPr>
            <a:xfrm>
              <a:off x="-60740525" y="2312050"/>
              <a:ext cx="68550" cy="233950"/>
            </a:xfrm>
            <a:custGeom>
              <a:rect b="b" l="l" r="r" t="t"/>
              <a:pathLst>
                <a:path extrusionOk="0" h="9358" w="2742">
                  <a:moveTo>
                    <a:pt x="1796" y="789"/>
                  </a:moveTo>
                  <a:cubicBezTo>
                    <a:pt x="1891" y="789"/>
                    <a:pt x="1922" y="852"/>
                    <a:pt x="1922" y="946"/>
                  </a:cubicBezTo>
                  <a:lnTo>
                    <a:pt x="1922" y="1639"/>
                  </a:lnTo>
                  <a:lnTo>
                    <a:pt x="820" y="1639"/>
                  </a:lnTo>
                  <a:lnTo>
                    <a:pt x="820" y="946"/>
                  </a:lnTo>
                  <a:cubicBezTo>
                    <a:pt x="820" y="852"/>
                    <a:pt x="883" y="789"/>
                    <a:pt x="977" y="789"/>
                  </a:cubicBezTo>
                  <a:close/>
                  <a:moveTo>
                    <a:pt x="1922" y="2458"/>
                  </a:moveTo>
                  <a:lnTo>
                    <a:pt x="1922" y="6617"/>
                  </a:lnTo>
                  <a:lnTo>
                    <a:pt x="820" y="6617"/>
                  </a:lnTo>
                  <a:lnTo>
                    <a:pt x="820" y="2458"/>
                  </a:lnTo>
                  <a:close/>
                  <a:moveTo>
                    <a:pt x="1639" y="7436"/>
                  </a:moveTo>
                  <a:lnTo>
                    <a:pt x="1355" y="8035"/>
                  </a:lnTo>
                  <a:lnTo>
                    <a:pt x="1040" y="7436"/>
                  </a:lnTo>
                  <a:close/>
                  <a:moveTo>
                    <a:pt x="977" y="1"/>
                  </a:moveTo>
                  <a:cubicBezTo>
                    <a:pt x="410" y="1"/>
                    <a:pt x="1" y="410"/>
                    <a:pt x="1" y="946"/>
                  </a:cubicBezTo>
                  <a:lnTo>
                    <a:pt x="1" y="6995"/>
                  </a:lnTo>
                  <a:cubicBezTo>
                    <a:pt x="1" y="7090"/>
                    <a:pt x="1" y="7121"/>
                    <a:pt x="32" y="7184"/>
                  </a:cubicBezTo>
                  <a:lnTo>
                    <a:pt x="1009" y="9137"/>
                  </a:lnTo>
                  <a:cubicBezTo>
                    <a:pt x="1103" y="9295"/>
                    <a:pt x="1198" y="9358"/>
                    <a:pt x="1355" y="9358"/>
                  </a:cubicBezTo>
                  <a:cubicBezTo>
                    <a:pt x="1513" y="9358"/>
                    <a:pt x="1670" y="9295"/>
                    <a:pt x="1733" y="9137"/>
                  </a:cubicBezTo>
                  <a:lnTo>
                    <a:pt x="2678" y="7184"/>
                  </a:lnTo>
                  <a:cubicBezTo>
                    <a:pt x="2710" y="7153"/>
                    <a:pt x="2710" y="7090"/>
                    <a:pt x="2710" y="6995"/>
                  </a:cubicBezTo>
                  <a:lnTo>
                    <a:pt x="2710" y="946"/>
                  </a:lnTo>
                  <a:cubicBezTo>
                    <a:pt x="2741" y="410"/>
                    <a:pt x="2300" y="1"/>
                    <a:pt x="179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86" name="Google Shape;2386;p45"/>
          <p:cNvGrpSpPr/>
          <p:nvPr/>
        </p:nvGrpSpPr>
        <p:grpSpPr>
          <a:xfrm>
            <a:off x="2027081" y="3739690"/>
            <a:ext cx="284233" cy="286911"/>
            <a:chOff x="-60987050" y="2671400"/>
            <a:chExt cx="315850" cy="318825"/>
          </a:xfrm>
        </p:grpSpPr>
        <p:sp>
          <p:nvSpPr>
            <p:cNvPr id="2387" name="Google Shape;2387;p45"/>
            <p:cNvSpPr/>
            <p:nvPr/>
          </p:nvSpPr>
          <p:spPr>
            <a:xfrm>
              <a:off x="-60987050" y="2671400"/>
              <a:ext cx="315850" cy="318825"/>
            </a:xfrm>
            <a:custGeom>
              <a:rect b="b" l="l" r="r" t="t"/>
              <a:pathLst>
                <a:path extrusionOk="0" h="12753" w="12634">
                  <a:moveTo>
                    <a:pt x="6270" y="844"/>
                  </a:moveTo>
                  <a:lnTo>
                    <a:pt x="11783" y="3175"/>
                  </a:lnTo>
                  <a:lnTo>
                    <a:pt x="11783" y="4152"/>
                  </a:lnTo>
                  <a:lnTo>
                    <a:pt x="757" y="4152"/>
                  </a:lnTo>
                  <a:lnTo>
                    <a:pt x="757" y="3175"/>
                  </a:lnTo>
                  <a:lnTo>
                    <a:pt x="6270" y="844"/>
                  </a:lnTo>
                  <a:close/>
                  <a:moveTo>
                    <a:pt x="2552" y="5002"/>
                  </a:moveTo>
                  <a:lnTo>
                    <a:pt x="2552" y="10232"/>
                  </a:lnTo>
                  <a:lnTo>
                    <a:pt x="1733" y="10232"/>
                  </a:lnTo>
                  <a:lnTo>
                    <a:pt x="1733" y="5002"/>
                  </a:lnTo>
                  <a:close/>
                  <a:moveTo>
                    <a:pt x="5041" y="5002"/>
                  </a:moveTo>
                  <a:lnTo>
                    <a:pt x="5041" y="10232"/>
                  </a:lnTo>
                  <a:lnTo>
                    <a:pt x="3403" y="10232"/>
                  </a:lnTo>
                  <a:lnTo>
                    <a:pt x="3403" y="5002"/>
                  </a:lnTo>
                  <a:close/>
                  <a:moveTo>
                    <a:pt x="6711" y="5002"/>
                  </a:moveTo>
                  <a:lnTo>
                    <a:pt x="6711" y="10232"/>
                  </a:lnTo>
                  <a:lnTo>
                    <a:pt x="5860" y="10232"/>
                  </a:lnTo>
                  <a:lnTo>
                    <a:pt x="5860" y="5002"/>
                  </a:lnTo>
                  <a:close/>
                  <a:moveTo>
                    <a:pt x="9168" y="5002"/>
                  </a:moveTo>
                  <a:lnTo>
                    <a:pt x="9168" y="10232"/>
                  </a:lnTo>
                  <a:lnTo>
                    <a:pt x="7530" y="10232"/>
                  </a:lnTo>
                  <a:lnTo>
                    <a:pt x="7530" y="5002"/>
                  </a:lnTo>
                  <a:close/>
                  <a:moveTo>
                    <a:pt x="10838" y="5002"/>
                  </a:moveTo>
                  <a:lnTo>
                    <a:pt x="10838" y="10232"/>
                  </a:lnTo>
                  <a:lnTo>
                    <a:pt x="10019" y="10232"/>
                  </a:lnTo>
                  <a:lnTo>
                    <a:pt x="10019" y="5002"/>
                  </a:lnTo>
                  <a:close/>
                  <a:moveTo>
                    <a:pt x="11374" y="11020"/>
                  </a:moveTo>
                  <a:cubicBezTo>
                    <a:pt x="11594" y="11051"/>
                    <a:pt x="11783" y="11209"/>
                    <a:pt x="11783" y="11461"/>
                  </a:cubicBezTo>
                  <a:lnTo>
                    <a:pt x="11783" y="11870"/>
                  </a:lnTo>
                  <a:lnTo>
                    <a:pt x="757" y="11870"/>
                  </a:lnTo>
                  <a:lnTo>
                    <a:pt x="757" y="11461"/>
                  </a:lnTo>
                  <a:cubicBezTo>
                    <a:pt x="757" y="11209"/>
                    <a:pt x="946" y="11020"/>
                    <a:pt x="1198" y="11020"/>
                  </a:cubicBezTo>
                  <a:close/>
                  <a:moveTo>
                    <a:pt x="6290" y="1"/>
                  </a:moveTo>
                  <a:cubicBezTo>
                    <a:pt x="6238" y="1"/>
                    <a:pt x="6191" y="9"/>
                    <a:pt x="6144" y="25"/>
                  </a:cubicBezTo>
                  <a:lnTo>
                    <a:pt x="252" y="2514"/>
                  </a:lnTo>
                  <a:cubicBezTo>
                    <a:pt x="95" y="2577"/>
                    <a:pt x="0" y="2703"/>
                    <a:pt x="0" y="2892"/>
                  </a:cubicBezTo>
                  <a:lnTo>
                    <a:pt x="0" y="4561"/>
                  </a:lnTo>
                  <a:cubicBezTo>
                    <a:pt x="0" y="4782"/>
                    <a:pt x="189" y="5002"/>
                    <a:pt x="410" y="5002"/>
                  </a:cubicBezTo>
                  <a:lnTo>
                    <a:pt x="946" y="5002"/>
                  </a:lnTo>
                  <a:lnTo>
                    <a:pt x="946" y="10264"/>
                  </a:lnTo>
                  <a:cubicBezTo>
                    <a:pt x="410" y="10390"/>
                    <a:pt x="0" y="10894"/>
                    <a:pt x="0" y="11492"/>
                  </a:cubicBezTo>
                  <a:lnTo>
                    <a:pt x="0" y="12311"/>
                  </a:lnTo>
                  <a:cubicBezTo>
                    <a:pt x="0" y="12532"/>
                    <a:pt x="189" y="12753"/>
                    <a:pt x="410" y="12753"/>
                  </a:cubicBezTo>
                  <a:lnTo>
                    <a:pt x="12256" y="12753"/>
                  </a:lnTo>
                  <a:cubicBezTo>
                    <a:pt x="12476" y="12753"/>
                    <a:pt x="12634" y="12532"/>
                    <a:pt x="12634" y="12311"/>
                  </a:cubicBezTo>
                  <a:lnTo>
                    <a:pt x="12634" y="11492"/>
                  </a:lnTo>
                  <a:cubicBezTo>
                    <a:pt x="12634" y="10894"/>
                    <a:pt x="12256" y="10390"/>
                    <a:pt x="11689" y="10264"/>
                  </a:cubicBezTo>
                  <a:lnTo>
                    <a:pt x="11689" y="5002"/>
                  </a:lnTo>
                  <a:lnTo>
                    <a:pt x="12256" y="5002"/>
                  </a:lnTo>
                  <a:cubicBezTo>
                    <a:pt x="12476" y="5002"/>
                    <a:pt x="12634" y="4782"/>
                    <a:pt x="12634" y="4561"/>
                  </a:cubicBezTo>
                  <a:lnTo>
                    <a:pt x="12634" y="2892"/>
                  </a:lnTo>
                  <a:cubicBezTo>
                    <a:pt x="12602" y="2734"/>
                    <a:pt x="12539" y="2577"/>
                    <a:pt x="12382" y="2514"/>
                  </a:cubicBezTo>
                  <a:lnTo>
                    <a:pt x="6459" y="25"/>
                  </a:lnTo>
                  <a:cubicBezTo>
                    <a:pt x="6396" y="9"/>
                    <a:pt x="6341" y="1"/>
                    <a:pt x="629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8" name="Google Shape;2388;p45"/>
            <p:cNvSpPr/>
            <p:nvPr/>
          </p:nvSpPr>
          <p:spPr>
            <a:xfrm>
              <a:off x="-60839775" y="2731075"/>
              <a:ext cx="19725" cy="19725"/>
            </a:xfrm>
            <a:custGeom>
              <a:rect b="b" l="l" r="r" t="t"/>
              <a:pathLst>
                <a:path extrusionOk="0" h="789" w="789">
                  <a:moveTo>
                    <a:pt x="379" y="0"/>
                  </a:moveTo>
                  <a:cubicBezTo>
                    <a:pt x="158" y="0"/>
                    <a:pt x="1" y="190"/>
                    <a:pt x="1" y="379"/>
                  </a:cubicBezTo>
                  <a:cubicBezTo>
                    <a:pt x="1" y="599"/>
                    <a:pt x="158" y="788"/>
                    <a:pt x="379" y="788"/>
                  </a:cubicBezTo>
                  <a:cubicBezTo>
                    <a:pt x="599" y="788"/>
                    <a:pt x="789" y="599"/>
                    <a:pt x="789" y="379"/>
                  </a:cubicBezTo>
                  <a:cubicBezTo>
                    <a:pt x="789" y="190"/>
                    <a:pt x="599" y="0"/>
                    <a:pt x="37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89" name="Google Shape;2389;p45"/>
          <p:cNvGrpSpPr/>
          <p:nvPr/>
        </p:nvGrpSpPr>
        <p:grpSpPr>
          <a:xfrm>
            <a:off x="3771666" y="3309566"/>
            <a:ext cx="287068" cy="278564"/>
            <a:chOff x="-59481900" y="2290800"/>
            <a:chExt cx="319000" cy="309550"/>
          </a:xfrm>
        </p:grpSpPr>
        <p:sp>
          <p:nvSpPr>
            <p:cNvPr id="2390" name="Google Shape;2390;p45"/>
            <p:cNvSpPr/>
            <p:nvPr/>
          </p:nvSpPr>
          <p:spPr>
            <a:xfrm>
              <a:off x="-59481900" y="2290800"/>
              <a:ext cx="319000" cy="309550"/>
            </a:xfrm>
            <a:custGeom>
              <a:rect b="b" l="l" r="r" t="t"/>
              <a:pathLst>
                <a:path extrusionOk="0" h="12382" w="12760">
                  <a:moveTo>
                    <a:pt x="6427" y="851"/>
                  </a:moveTo>
                  <a:cubicBezTo>
                    <a:pt x="6900" y="851"/>
                    <a:pt x="7247" y="1197"/>
                    <a:pt x="7247" y="1670"/>
                  </a:cubicBezTo>
                  <a:lnTo>
                    <a:pt x="7247" y="4159"/>
                  </a:lnTo>
                  <a:lnTo>
                    <a:pt x="5608" y="4159"/>
                  </a:lnTo>
                  <a:lnTo>
                    <a:pt x="5608" y="1670"/>
                  </a:lnTo>
                  <a:cubicBezTo>
                    <a:pt x="5608" y="1197"/>
                    <a:pt x="5955" y="851"/>
                    <a:pt x="6427" y="851"/>
                  </a:cubicBezTo>
                  <a:close/>
                  <a:moveTo>
                    <a:pt x="11594" y="3308"/>
                  </a:moveTo>
                  <a:cubicBezTo>
                    <a:pt x="11846" y="3308"/>
                    <a:pt x="12004" y="3529"/>
                    <a:pt x="12004" y="3749"/>
                  </a:cubicBezTo>
                  <a:lnTo>
                    <a:pt x="12004" y="11185"/>
                  </a:lnTo>
                  <a:lnTo>
                    <a:pt x="11941" y="11185"/>
                  </a:lnTo>
                  <a:cubicBezTo>
                    <a:pt x="11941" y="11437"/>
                    <a:pt x="11752" y="11594"/>
                    <a:pt x="11563" y="11594"/>
                  </a:cubicBezTo>
                  <a:lnTo>
                    <a:pt x="1355" y="11594"/>
                  </a:lnTo>
                  <a:cubicBezTo>
                    <a:pt x="1103" y="11594"/>
                    <a:pt x="914" y="11405"/>
                    <a:pt x="914" y="11185"/>
                  </a:cubicBezTo>
                  <a:lnTo>
                    <a:pt x="914" y="3749"/>
                  </a:lnTo>
                  <a:cubicBezTo>
                    <a:pt x="914" y="3529"/>
                    <a:pt x="1103" y="3308"/>
                    <a:pt x="1355" y="3308"/>
                  </a:cubicBezTo>
                  <a:lnTo>
                    <a:pt x="4821" y="3308"/>
                  </a:lnTo>
                  <a:lnTo>
                    <a:pt x="4821" y="4568"/>
                  </a:lnTo>
                  <a:cubicBezTo>
                    <a:pt x="4821" y="4821"/>
                    <a:pt x="5010" y="5010"/>
                    <a:pt x="5199" y="5010"/>
                  </a:cubicBezTo>
                  <a:lnTo>
                    <a:pt x="7688" y="5010"/>
                  </a:lnTo>
                  <a:cubicBezTo>
                    <a:pt x="7940" y="5010"/>
                    <a:pt x="8129" y="4821"/>
                    <a:pt x="8129" y="4568"/>
                  </a:cubicBezTo>
                  <a:lnTo>
                    <a:pt x="8129" y="3308"/>
                  </a:lnTo>
                  <a:close/>
                  <a:moveTo>
                    <a:pt x="6396" y="0"/>
                  </a:moveTo>
                  <a:cubicBezTo>
                    <a:pt x="5482" y="0"/>
                    <a:pt x="4726" y="756"/>
                    <a:pt x="4726" y="1670"/>
                  </a:cubicBezTo>
                  <a:lnTo>
                    <a:pt x="4726" y="2489"/>
                  </a:lnTo>
                  <a:lnTo>
                    <a:pt x="1261" y="2489"/>
                  </a:lnTo>
                  <a:cubicBezTo>
                    <a:pt x="599" y="2489"/>
                    <a:pt x="0" y="3056"/>
                    <a:pt x="0" y="3718"/>
                  </a:cubicBezTo>
                  <a:lnTo>
                    <a:pt x="0" y="11153"/>
                  </a:lnTo>
                  <a:cubicBezTo>
                    <a:pt x="0" y="11815"/>
                    <a:pt x="568" y="12382"/>
                    <a:pt x="1261" y="12382"/>
                  </a:cubicBezTo>
                  <a:lnTo>
                    <a:pt x="11468" y="12382"/>
                  </a:lnTo>
                  <a:cubicBezTo>
                    <a:pt x="12130" y="12382"/>
                    <a:pt x="12697" y="11815"/>
                    <a:pt x="12697" y="11153"/>
                  </a:cubicBezTo>
                  <a:lnTo>
                    <a:pt x="12697" y="3749"/>
                  </a:lnTo>
                  <a:cubicBezTo>
                    <a:pt x="12760" y="3025"/>
                    <a:pt x="12193" y="2489"/>
                    <a:pt x="11500" y="2489"/>
                  </a:cubicBezTo>
                  <a:lnTo>
                    <a:pt x="8034" y="2489"/>
                  </a:lnTo>
                  <a:lnTo>
                    <a:pt x="8034" y="1670"/>
                  </a:lnTo>
                  <a:cubicBezTo>
                    <a:pt x="8034" y="756"/>
                    <a:pt x="7310" y="0"/>
                    <a:pt x="639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1" name="Google Shape;2391;p45"/>
            <p:cNvSpPr/>
            <p:nvPr/>
          </p:nvSpPr>
          <p:spPr>
            <a:xfrm>
              <a:off x="-59287350" y="2456200"/>
              <a:ext cx="83500" cy="21275"/>
            </a:xfrm>
            <a:custGeom>
              <a:rect b="b" l="l" r="r" t="t"/>
              <a:pathLst>
                <a:path extrusionOk="0" h="851" w="3340">
                  <a:moveTo>
                    <a:pt x="410" y="0"/>
                  </a:moveTo>
                  <a:cubicBezTo>
                    <a:pt x="189" y="0"/>
                    <a:pt x="0" y="221"/>
                    <a:pt x="0" y="441"/>
                  </a:cubicBezTo>
                  <a:cubicBezTo>
                    <a:pt x="0" y="693"/>
                    <a:pt x="189" y="851"/>
                    <a:pt x="410" y="851"/>
                  </a:cubicBezTo>
                  <a:lnTo>
                    <a:pt x="2899" y="851"/>
                  </a:lnTo>
                  <a:cubicBezTo>
                    <a:pt x="3151" y="851"/>
                    <a:pt x="3308" y="630"/>
                    <a:pt x="3308" y="441"/>
                  </a:cubicBezTo>
                  <a:cubicBezTo>
                    <a:pt x="3340" y="221"/>
                    <a:pt x="3151" y="0"/>
                    <a:pt x="289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2" name="Google Shape;2392;p45"/>
            <p:cNvSpPr/>
            <p:nvPr/>
          </p:nvSpPr>
          <p:spPr>
            <a:xfrm>
              <a:off x="-59287350" y="2497950"/>
              <a:ext cx="83500" cy="21275"/>
            </a:xfrm>
            <a:custGeom>
              <a:rect b="b" l="l" r="r" t="t"/>
              <a:pathLst>
                <a:path extrusionOk="0" h="851" w="3340">
                  <a:moveTo>
                    <a:pt x="410" y="0"/>
                  </a:moveTo>
                  <a:cubicBezTo>
                    <a:pt x="189" y="0"/>
                    <a:pt x="0" y="189"/>
                    <a:pt x="0" y="441"/>
                  </a:cubicBezTo>
                  <a:cubicBezTo>
                    <a:pt x="0" y="662"/>
                    <a:pt x="189" y="851"/>
                    <a:pt x="410" y="851"/>
                  </a:cubicBezTo>
                  <a:lnTo>
                    <a:pt x="2899" y="851"/>
                  </a:lnTo>
                  <a:cubicBezTo>
                    <a:pt x="3151" y="851"/>
                    <a:pt x="3308" y="662"/>
                    <a:pt x="3308" y="441"/>
                  </a:cubicBezTo>
                  <a:cubicBezTo>
                    <a:pt x="3340" y="189"/>
                    <a:pt x="3151" y="0"/>
                    <a:pt x="289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3" name="Google Shape;2393;p45"/>
            <p:cNvSpPr/>
            <p:nvPr/>
          </p:nvSpPr>
          <p:spPr>
            <a:xfrm>
              <a:off x="-59287350" y="2538900"/>
              <a:ext cx="82700" cy="22075"/>
            </a:xfrm>
            <a:custGeom>
              <a:rect b="b" l="l" r="r" t="t"/>
              <a:pathLst>
                <a:path extrusionOk="0" h="883" w="3308">
                  <a:moveTo>
                    <a:pt x="410" y="0"/>
                  </a:moveTo>
                  <a:cubicBezTo>
                    <a:pt x="189" y="0"/>
                    <a:pt x="0" y="221"/>
                    <a:pt x="0" y="441"/>
                  </a:cubicBezTo>
                  <a:cubicBezTo>
                    <a:pt x="0" y="662"/>
                    <a:pt x="189" y="882"/>
                    <a:pt x="410" y="882"/>
                  </a:cubicBezTo>
                  <a:lnTo>
                    <a:pt x="2899" y="882"/>
                  </a:lnTo>
                  <a:cubicBezTo>
                    <a:pt x="3151" y="882"/>
                    <a:pt x="3308" y="662"/>
                    <a:pt x="3308" y="441"/>
                  </a:cubicBezTo>
                  <a:cubicBezTo>
                    <a:pt x="3308" y="221"/>
                    <a:pt x="3151" y="0"/>
                    <a:pt x="289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4" name="Google Shape;2394;p45"/>
            <p:cNvSpPr/>
            <p:nvPr/>
          </p:nvSpPr>
          <p:spPr>
            <a:xfrm>
              <a:off x="-59439375" y="2425425"/>
              <a:ext cx="125250" cy="134750"/>
            </a:xfrm>
            <a:custGeom>
              <a:rect b="b" l="l" r="r" t="t"/>
              <a:pathLst>
                <a:path extrusionOk="0" h="5390" w="5010">
                  <a:moveTo>
                    <a:pt x="2518" y="855"/>
                  </a:moveTo>
                  <a:cubicBezTo>
                    <a:pt x="2722" y="855"/>
                    <a:pt x="2928" y="925"/>
                    <a:pt x="3088" y="1074"/>
                  </a:cubicBezTo>
                  <a:cubicBezTo>
                    <a:pt x="3277" y="1294"/>
                    <a:pt x="3340" y="1609"/>
                    <a:pt x="3277" y="1924"/>
                  </a:cubicBezTo>
                  <a:cubicBezTo>
                    <a:pt x="3183" y="2176"/>
                    <a:pt x="2994" y="2428"/>
                    <a:pt x="2710" y="2460"/>
                  </a:cubicBezTo>
                  <a:cubicBezTo>
                    <a:pt x="2626" y="2485"/>
                    <a:pt x="2546" y="2497"/>
                    <a:pt x="2469" y="2497"/>
                  </a:cubicBezTo>
                  <a:cubicBezTo>
                    <a:pt x="2260" y="2497"/>
                    <a:pt x="2076" y="2409"/>
                    <a:pt x="1891" y="2271"/>
                  </a:cubicBezTo>
                  <a:cubicBezTo>
                    <a:pt x="1702" y="2019"/>
                    <a:pt x="1607" y="1704"/>
                    <a:pt x="1702" y="1452"/>
                  </a:cubicBezTo>
                  <a:cubicBezTo>
                    <a:pt x="1802" y="1070"/>
                    <a:pt x="2158" y="855"/>
                    <a:pt x="2518" y="855"/>
                  </a:cubicBezTo>
                  <a:close/>
                  <a:moveTo>
                    <a:pt x="2521" y="3342"/>
                  </a:moveTo>
                  <a:cubicBezTo>
                    <a:pt x="3309" y="3342"/>
                    <a:pt x="3939" y="3846"/>
                    <a:pt x="4159" y="4539"/>
                  </a:cubicBezTo>
                  <a:lnTo>
                    <a:pt x="914" y="4539"/>
                  </a:lnTo>
                  <a:cubicBezTo>
                    <a:pt x="1103" y="3846"/>
                    <a:pt x="1733" y="3342"/>
                    <a:pt x="2521" y="3342"/>
                  </a:cubicBezTo>
                  <a:close/>
                  <a:moveTo>
                    <a:pt x="2473" y="0"/>
                  </a:moveTo>
                  <a:cubicBezTo>
                    <a:pt x="1781" y="0"/>
                    <a:pt x="1110" y="436"/>
                    <a:pt x="914" y="1200"/>
                  </a:cubicBezTo>
                  <a:cubicBezTo>
                    <a:pt x="757" y="1798"/>
                    <a:pt x="914" y="2334"/>
                    <a:pt x="1292" y="2775"/>
                  </a:cubicBezTo>
                  <a:cubicBezTo>
                    <a:pt x="568" y="3216"/>
                    <a:pt x="1" y="4004"/>
                    <a:pt x="1" y="4949"/>
                  </a:cubicBezTo>
                  <a:cubicBezTo>
                    <a:pt x="1" y="5169"/>
                    <a:pt x="190" y="5390"/>
                    <a:pt x="410" y="5390"/>
                  </a:cubicBezTo>
                  <a:lnTo>
                    <a:pt x="4537" y="5390"/>
                  </a:lnTo>
                  <a:cubicBezTo>
                    <a:pt x="4758" y="5390"/>
                    <a:pt x="4978" y="5169"/>
                    <a:pt x="4978" y="4949"/>
                  </a:cubicBezTo>
                  <a:cubicBezTo>
                    <a:pt x="5010" y="4035"/>
                    <a:pt x="4506" y="3216"/>
                    <a:pt x="3718" y="2807"/>
                  </a:cubicBezTo>
                  <a:cubicBezTo>
                    <a:pt x="3907" y="2618"/>
                    <a:pt x="4033" y="2397"/>
                    <a:pt x="4096" y="2113"/>
                  </a:cubicBezTo>
                  <a:cubicBezTo>
                    <a:pt x="4254" y="1515"/>
                    <a:pt x="4096" y="916"/>
                    <a:pt x="3655" y="507"/>
                  </a:cubicBezTo>
                  <a:cubicBezTo>
                    <a:pt x="3322" y="161"/>
                    <a:pt x="2894" y="0"/>
                    <a:pt x="24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5" name="Google Shape;2395;p45"/>
            <p:cNvSpPr/>
            <p:nvPr/>
          </p:nvSpPr>
          <p:spPr>
            <a:xfrm>
              <a:off x="-59327525" y="2325450"/>
              <a:ext cx="13400" cy="13425"/>
            </a:xfrm>
            <a:custGeom>
              <a:rect b="b" l="l" r="r" t="t"/>
              <a:pathLst>
                <a:path extrusionOk="0" h="537" w="536">
                  <a:moveTo>
                    <a:pt x="252" y="1"/>
                  </a:moveTo>
                  <a:cubicBezTo>
                    <a:pt x="95" y="1"/>
                    <a:pt x="0" y="127"/>
                    <a:pt x="0" y="284"/>
                  </a:cubicBezTo>
                  <a:cubicBezTo>
                    <a:pt x="0" y="442"/>
                    <a:pt x="95" y="536"/>
                    <a:pt x="252" y="536"/>
                  </a:cubicBezTo>
                  <a:cubicBezTo>
                    <a:pt x="410" y="536"/>
                    <a:pt x="536" y="442"/>
                    <a:pt x="536" y="284"/>
                  </a:cubicBezTo>
                  <a:cubicBezTo>
                    <a:pt x="536" y="127"/>
                    <a:pt x="410" y="1"/>
                    <a:pt x="2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96" name="Google Shape;2396;p45"/>
          <p:cNvGrpSpPr/>
          <p:nvPr/>
        </p:nvGrpSpPr>
        <p:grpSpPr>
          <a:xfrm>
            <a:off x="1585867" y="1554437"/>
            <a:ext cx="287068" cy="285516"/>
            <a:chOff x="-64401400" y="1914475"/>
            <a:chExt cx="319000" cy="317275"/>
          </a:xfrm>
        </p:grpSpPr>
        <p:sp>
          <p:nvSpPr>
            <p:cNvPr id="2397" name="Google Shape;2397;p45"/>
            <p:cNvSpPr/>
            <p:nvPr/>
          </p:nvSpPr>
          <p:spPr>
            <a:xfrm>
              <a:off x="-64401400" y="1914475"/>
              <a:ext cx="319000" cy="317275"/>
            </a:xfrm>
            <a:custGeom>
              <a:rect b="b" l="l" r="r" t="t"/>
              <a:pathLst>
                <a:path extrusionOk="0" h="12691" w="12760">
                  <a:moveTo>
                    <a:pt x="4726" y="1317"/>
                  </a:moveTo>
                  <a:lnTo>
                    <a:pt x="4726" y="2703"/>
                  </a:lnTo>
                  <a:cubicBezTo>
                    <a:pt x="4663" y="2735"/>
                    <a:pt x="4600" y="2829"/>
                    <a:pt x="4569" y="2861"/>
                  </a:cubicBezTo>
                  <a:lnTo>
                    <a:pt x="4065" y="3554"/>
                  </a:lnTo>
                  <a:cubicBezTo>
                    <a:pt x="3970" y="3176"/>
                    <a:pt x="3907" y="2703"/>
                    <a:pt x="3907" y="2388"/>
                  </a:cubicBezTo>
                  <a:cubicBezTo>
                    <a:pt x="3876" y="1947"/>
                    <a:pt x="3970" y="1632"/>
                    <a:pt x="4222" y="1475"/>
                  </a:cubicBezTo>
                  <a:cubicBezTo>
                    <a:pt x="4348" y="1349"/>
                    <a:pt x="4537" y="1317"/>
                    <a:pt x="4726" y="1317"/>
                  </a:cubicBezTo>
                  <a:close/>
                  <a:moveTo>
                    <a:pt x="7046" y="813"/>
                  </a:moveTo>
                  <a:cubicBezTo>
                    <a:pt x="7507" y="813"/>
                    <a:pt x="7937" y="916"/>
                    <a:pt x="8286" y="1128"/>
                  </a:cubicBezTo>
                  <a:cubicBezTo>
                    <a:pt x="8759" y="1412"/>
                    <a:pt x="8979" y="1821"/>
                    <a:pt x="8948" y="2420"/>
                  </a:cubicBezTo>
                  <a:cubicBezTo>
                    <a:pt x="8948" y="2703"/>
                    <a:pt x="8853" y="3113"/>
                    <a:pt x="8790" y="3554"/>
                  </a:cubicBezTo>
                  <a:lnTo>
                    <a:pt x="8286" y="2861"/>
                  </a:lnTo>
                  <a:cubicBezTo>
                    <a:pt x="8066" y="2609"/>
                    <a:pt x="7814" y="2451"/>
                    <a:pt x="7499" y="2451"/>
                  </a:cubicBezTo>
                  <a:lnTo>
                    <a:pt x="5514" y="2451"/>
                  </a:lnTo>
                  <a:lnTo>
                    <a:pt x="5514" y="1160"/>
                  </a:lnTo>
                  <a:cubicBezTo>
                    <a:pt x="6020" y="931"/>
                    <a:pt x="6551" y="813"/>
                    <a:pt x="7046" y="813"/>
                  </a:cubicBezTo>
                  <a:close/>
                  <a:moveTo>
                    <a:pt x="7530" y="3334"/>
                  </a:moveTo>
                  <a:cubicBezTo>
                    <a:pt x="7562" y="3334"/>
                    <a:pt x="7593" y="3365"/>
                    <a:pt x="7656" y="3365"/>
                  </a:cubicBezTo>
                  <a:lnTo>
                    <a:pt x="8601" y="4657"/>
                  </a:lnTo>
                  <a:cubicBezTo>
                    <a:pt x="8444" y="5917"/>
                    <a:pt x="7688" y="7177"/>
                    <a:pt x="6427" y="7177"/>
                  </a:cubicBezTo>
                  <a:cubicBezTo>
                    <a:pt x="5167" y="7177"/>
                    <a:pt x="4411" y="5980"/>
                    <a:pt x="4254" y="4657"/>
                  </a:cubicBezTo>
                  <a:lnTo>
                    <a:pt x="5199" y="3365"/>
                  </a:lnTo>
                  <a:cubicBezTo>
                    <a:pt x="5230" y="3334"/>
                    <a:pt x="5293" y="3334"/>
                    <a:pt x="5325" y="3334"/>
                  </a:cubicBezTo>
                  <a:close/>
                  <a:moveTo>
                    <a:pt x="5199" y="7681"/>
                  </a:moveTo>
                  <a:cubicBezTo>
                    <a:pt x="5608" y="7902"/>
                    <a:pt x="5986" y="8028"/>
                    <a:pt x="6427" y="8028"/>
                  </a:cubicBezTo>
                  <a:cubicBezTo>
                    <a:pt x="6869" y="8028"/>
                    <a:pt x="7310" y="7902"/>
                    <a:pt x="7688" y="7713"/>
                  </a:cubicBezTo>
                  <a:lnTo>
                    <a:pt x="7688" y="7807"/>
                  </a:lnTo>
                  <a:cubicBezTo>
                    <a:pt x="7688" y="8028"/>
                    <a:pt x="7719" y="8185"/>
                    <a:pt x="7814" y="8343"/>
                  </a:cubicBezTo>
                  <a:lnTo>
                    <a:pt x="6427" y="9634"/>
                  </a:lnTo>
                  <a:lnTo>
                    <a:pt x="5073" y="8280"/>
                  </a:lnTo>
                  <a:cubicBezTo>
                    <a:pt x="5167" y="8122"/>
                    <a:pt x="5199" y="7965"/>
                    <a:pt x="5199" y="7776"/>
                  </a:cubicBezTo>
                  <a:lnTo>
                    <a:pt x="5199" y="7681"/>
                  </a:lnTo>
                  <a:close/>
                  <a:moveTo>
                    <a:pt x="4537" y="8878"/>
                  </a:moveTo>
                  <a:lnTo>
                    <a:pt x="5829" y="10170"/>
                  </a:lnTo>
                  <a:lnTo>
                    <a:pt x="5230" y="10769"/>
                  </a:lnTo>
                  <a:lnTo>
                    <a:pt x="4065" y="9036"/>
                  </a:lnTo>
                  <a:cubicBezTo>
                    <a:pt x="4222" y="9036"/>
                    <a:pt x="4380" y="9004"/>
                    <a:pt x="4537" y="8878"/>
                  </a:cubicBezTo>
                  <a:close/>
                  <a:moveTo>
                    <a:pt x="8318" y="8878"/>
                  </a:moveTo>
                  <a:cubicBezTo>
                    <a:pt x="8475" y="8973"/>
                    <a:pt x="8633" y="9036"/>
                    <a:pt x="8790" y="9036"/>
                  </a:cubicBezTo>
                  <a:lnTo>
                    <a:pt x="7593" y="10769"/>
                  </a:lnTo>
                  <a:lnTo>
                    <a:pt x="7026" y="10170"/>
                  </a:lnTo>
                  <a:lnTo>
                    <a:pt x="8318" y="8878"/>
                  </a:lnTo>
                  <a:close/>
                  <a:moveTo>
                    <a:pt x="10460" y="9067"/>
                  </a:moveTo>
                  <a:cubicBezTo>
                    <a:pt x="11279" y="9067"/>
                    <a:pt x="11941" y="9760"/>
                    <a:pt x="11941" y="10580"/>
                  </a:cubicBezTo>
                  <a:lnTo>
                    <a:pt x="11941" y="11840"/>
                  </a:lnTo>
                  <a:lnTo>
                    <a:pt x="7814" y="11840"/>
                  </a:lnTo>
                  <a:cubicBezTo>
                    <a:pt x="7908" y="11808"/>
                    <a:pt x="8003" y="11745"/>
                    <a:pt x="8034" y="11682"/>
                  </a:cubicBezTo>
                  <a:lnTo>
                    <a:pt x="9798" y="9067"/>
                  </a:lnTo>
                  <a:close/>
                  <a:moveTo>
                    <a:pt x="3088" y="9067"/>
                  </a:moveTo>
                  <a:lnTo>
                    <a:pt x="4852" y="11651"/>
                  </a:lnTo>
                  <a:cubicBezTo>
                    <a:pt x="4915" y="11745"/>
                    <a:pt x="5041" y="11808"/>
                    <a:pt x="5167" y="11840"/>
                  </a:cubicBezTo>
                  <a:lnTo>
                    <a:pt x="5199" y="11840"/>
                  </a:lnTo>
                  <a:cubicBezTo>
                    <a:pt x="5325" y="11840"/>
                    <a:pt x="5419" y="11808"/>
                    <a:pt x="5482" y="11714"/>
                  </a:cubicBezTo>
                  <a:lnTo>
                    <a:pt x="6427" y="10769"/>
                  </a:lnTo>
                  <a:lnTo>
                    <a:pt x="7404" y="11745"/>
                  </a:lnTo>
                  <a:cubicBezTo>
                    <a:pt x="7436" y="11777"/>
                    <a:pt x="7530" y="11840"/>
                    <a:pt x="7593" y="11871"/>
                  </a:cubicBezTo>
                  <a:lnTo>
                    <a:pt x="914" y="11871"/>
                  </a:lnTo>
                  <a:lnTo>
                    <a:pt x="914" y="11840"/>
                  </a:lnTo>
                  <a:lnTo>
                    <a:pt x="914" y="10580"/>
                  </a:lnTo>
                  <a:cubicBezTo>
                    <a:pt x="914" y="9760"/>
                    <a:pt x="1576" y="9067"/>
                    <a:pt x="2395" y="9067"/>
                  </a:cubicBezTo>
                  <a:close/>
                  <a:moveTo>
                    <a:pt x="7043" y="1"/>
                  </a:moveTo>
                  <a:cubicBezTo>
                    <a:pt x="6380" y="1"/>
                    <a:pt x="5673" y="166"/>
                    <a:pt x="5010" y="498"/>
                  </a:cubicBezTo>
                  <a:cubicBezTo>
                    <a:pt x="4898" y="477"/>
                    <a:pt x="4788" y="467"/>
                    <a:pt x="4680" y="467"/>
                  </a:cubicBezTo>
                  <a:cubicBezTo>
                    <a:pt x="4300" y="467"/>
                    <a:pt x="3942" y="592"/>
                    <a:pt x="3624" y="813"/>
                  </a:cubicBezTo>
                  <a:cubicBezTo>
                    <a:pt x="3308" y="1034"/>
                    <a:pt x="2962" y="1506"/>
                    <a:pt x="2962" y="2388"/>
                  </a:cubicBezTo>
                  <a:cubicBezTo>
                    <a:pt x="2962" y="3144"/>
                    <a:pt x="3277" y="4405"/>
                    <a:pt x="3340" y="4625"/>
                  </a:cubicBezTo>
                  <a:cubicBezTo>
                    <a:pt x="3466" y="5570"/>
                    <a:pt x="3781" y="6389"/>
                    <a:pt x="4285" y="6988"/>
                  </a:cubicBezTo>
                  <a:lnTo>
                    <a:pt x="4285" y="7744"/>
                  </a:lnTo>
                  <a:cubicBezTo>
                    <a:pt x="4285" y="8028"/>
                    <a:pt x="4065" y="8248"/>
                    <a:pt x="3781" y="8248"/>
                  </a:cubicBezTo>
                  <a:lnTo>
                    <a:pt x="2332" y="8248"/>
                  </a:lnTo>
                  <a:cubicBezTo>
                    <a:pt x="1072" y="8248"/>
                    <a:pt x="0" y="9288"/>
                    <a:pt x="0" y="10580"/>
                  </a:cubicBezTo>
                  <a:lnTo>
                    <a:pt x="0" y="12281"/>
                  </a:lnTo>
                  <a:cubicBezTo>
                    <a:pt x="0" y="12501"/>
                    <a:pt x="189" y="12690"/>
                    <a:pt x="410" y="12690"/>
                  </a:cubicBezTo>
                  <a:lnTo>
                    <a:pt x="12256" y="12690"/>
                  </a:lnTo>
                  <a:cubicBezTo>
                    <a:pt x="12508" y="12690"/>
                    <a:pt x="12697" y="12501"/>
                    <a:pt x="12697" y="12281"/>
                  </a:cubicBezTo>
                  <a:lnTo>
                    <a:pt x="12697" y="10580"/>
                  </a:lnTo>
                  <a:cubicBezTo>
                    <a:pt x="12760" y="9319"/>
                    <a:pt x="11689" y="8248"/>
                    <a:pt x="10429" y="8248"/>
                  </a:cubicBezTo>
                  <a:lnTo>
                    <a:pt x="8979" y="8248"/>
                  </a:lnTo>
                  <a:cubicBezTo>
                    <a:pt x="8696" y="8248"/>
                    <a:pt x="8475" y="8028"/>
                    <a:pt x="8475" y="7744"/>
                  </a:cubicBezTo>
                  <a:lnTo>
                    <a:pt x="8475" y="6957"/>
                  </a:lnTo>
                  <a:cubicBezTo>
                    <a:pt x="8979" y="6358"/>
                    <a:pt x="9294" y="5539"/>
                    <a:pt x="9389" y="4625"/>
                  </a:cubicBezTo>
                  <a:cubicBezTo>
                    <a:pt x="9546" y="4121"/>
                    <a:pt x="9735" y="3050"/>
                    <a:pt x="9767" y="2420"/>
                  </a:cubicBezTo>
                  <a:cubicBezTo>
                    <a:pt x="9767" y="1538"/>
                    <a:pt x="9420" y="845"/>
                    <a:pt x="8664" y="404"/>
                  </a:cubicBezTo>
                  <a:cubicBezTo>
                    <a:pt x="8202" y="135"/>
                    <a:pt x="7640" y="1"/>
                    <a:pt x="704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8" name="Google Shape;2398;p45"/>
            <p:cNvSpPr/>
            <p:nvPr/>
          </p:nvSpPr>
          <p:spPr>
            <a:xfrm>
              <a:off x="-64172200" y="2175800"/>
              <a:ext cx="48850" cy="22075"/>
            </a:xfrm>
            <a:custGeom>
              <a:rect b="b" l="l" r="r" t="t"/>
              <a:pathLst>
                <a:path extrusionOk="0" h="883" w="1954">
                  <a:moveTo>
                    <a:pt x="410" y="1"/>
                  </a:moveTo>
                  <a:cubicBezTo>
                    <a:pt x="158" y="1"/>
                    <a:pt x="0" y="190"/>
                    <a:pt x="0" y="442"/>
                  </a:cubicBezTo>
                  <a:cubicBezTo>
                    <a:pt x="0" y="662"/>
                    <a:pt x="221" y="883"/>
                    <a:pt x="410" y="883"/>
                  </a:cubicBezTo>
                  <a:lnTo>
                    <a:pt x="1513" y="883"/>
                  </a:lnTo>
                  <a:cubicBezTo>
                    <a:pt x="1765" y="883"/>
                    <a:pt x="1891" y="662"/>
                    <a:pt x="1891" y="442"/>
                  </a:cubicBezTo>
                  <a:cubicBezTo>
                    <a:pt x="1954" y="190"/>
                    <a:pt x="1733" y="1"/>
                    <a:pt x="151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9" name="Google Shape;2399;p45"/>
            <p:cNvSpPr/>
            <p:nvPr/>
          </p:nvSpPr>
          <p:spPr>
            <a:xfrm>
              <a:off x="-64212375" y="2210450"/>
              <a:ext cx="5525" cy="25"/>
            </a:xfrm>
            <a:custGeom>
              <a:rect b="b" l="l" r="r" t="t"/>
              <a:pathLst>
                <a:path extrusionOk="0" h="1" w="221">
                  <a:moveTo>
                    <a:pt x="1" y="1"/>
                  </a:moveTo>
                  <a:lnTo>
                    <a:pt x="221" y="1"/>
                  </a:lnTo>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00" name="Google Shape;2400;p45"/>
          <p:cNvGrpSpPr/>
          <p:nvPr/>
        </p:nvGrpSpPr>
        <p:grpSpPr>
          <a:xfrm>
            <a:off x="1636194" y="1992553"/>
            <a:ext cx="186414" cy="284368"/>
            <a:chOff x="-64343900" y="2282125"/>
            <a:chExt cx="207150" cy="316000"/>
          </a:xfrm>
        </p:grpSpPr>
        <p:sp>
          <p:nvSpPr>
            <p:cNvPr id="2401" name="Google Shape;2401;p45"/>
            <p:cNvSpPr/>
            <p:nvPr/>
          </p:nvSpPr>
          <p:spPr>
            <a:xfrm>
              <a:off x="-64270650" y="2310475"/>
              <a:ext cx="61450" cy="147325"/>
            </a:xfrm>
            <a:custGeom>
              <a:rect b="b" l="l" r="r" t="t"/>
              <a:pathLst>
                <a:path extrusionOk="0" h="5893" w="2458">
                  <a:moveTo>
                    <a:pt x="1229" y="1"/>
                  </a:moveTo>
                  <a:cubicBezTo>
                    <a:pt x="1008" y="1"/>
                    <a:pt x="851" y="221"/>
                    <a:pt x="851" y="442"/>
                  </a:cubicBezTo>
                  <a:lnTo>
                    <a:pt x="851" y="726"/>
                  </a:lnTo>
                  <a:cubicBezTo>
                    <a:pt x="378" y="883"/>
                    <a:pt x="0" y="1356"/>
                    <a:pt x="0" y="1891"/>
                  </a:cubicBezTo>
                  <a:cubicBezTo>
                    <a:pt x="0" y="2584"/>
                    <a:pt x="567" y="2962"/>
                    <a:pt x="1008" y="3277"/>
                  </a:cubicBezTo>
                  <a:cubicBezTo>
                    <a:pt x="1323" y="3529"/>
                    <a:pt x="1670" y="3750"/>
                    <a:pt x="1670" y="4002"/>
                  </a:cubicBezTo>
                  <a:cubicBezTo>
                    <a:pt x="1670" y="4223"/>
                    <a:pt x="1481" y="4412"/>
                    <a:pt x="1229" y="4412"/>
                  </a:cubicBezTo>
                  <a:cubicBezTo>
                    <a:pt x="1008" y="4412"/>
                    <a:pt x="851" y="4223"/>
                    <a:pt x="851" y="4002"/>
                  </a:cubicBezTo>
                  <a:cubicBezTo>
                    <a:pt x="851" y="3750"/>
                    <a:pt x="630" y="3592"/>
                    <a:pt x="441" y="3592"/>
                  </a:cubicBezTo>
                  <a:cubicBezTo>
                    <a:pt x="221" y="3592"/>
                    <a:pt x="0" y="3781"/>
                    <a:pt x="0" y="4002"/>
                  </a:cubicBezTo>
                  <a:cubicBezTo>
                    <a:pt x="0" y="4538"/>
                    <a:pt x="378" y="4979"/>
                    <a:pt x="851" y="5168"/>
                  </a:cubicBezTo>
                  <a:lnTo>
                    <a:pt x="851" y="5451"/>
                  </a:lnTo>
                  <a:cubicBezTo>
                    <a:pt x="851" y="5672"/>
                    <a:pt x="1040" y="5892"/>
                    <a:pt x="1229" y="5892"/>
                  </a:cubicBezTo>
                  <a:cubicBezTo>
                    <a:pt x="1481" y="5829"/>
                    <a:pt x="1639" y="5640"/>
                    <a:pt x="1639" y="5451"/>
                  </a:cubicBezTo>
                  <a:lnTo>
                    <a:pt x="1639" y="5168"/>
                  </a:lnTo>
                  <a:cubicBezTo>
                    <a:pt x="2111" y="5010"/>
                    <a:pt x="2458" y="4538"/>
                    <a:pt x="2458" y="4002"/>
                  </a:cubicBezTo>
                  <a:cubicBezTo>
                    <a:pt x="2458" y="3309"/>
                    <a:pt x="1891" y="2931"/>
                    <a:pt x="1481" y="2616"/>
                  </a:cubicBezTo>
                  <a:cubicBezTo>
                    <a:pt x="1166" y="2364"/>
                    <a:pt x="788" y="2143"/>
                    <a:pt x="788" y="1891"/>
                  </a:cubicBezTo>
                  <a:cubicBezTo>
                    <a:pt x="788" y="1671"/>
                    <a:pt x="1008" y="1513"/>
                    <a:pt x="1197" y="1513"/>
                  </a:cubicBezTo>
                  <a:cubicBezTo>
                    <a:pt x="1418" y="1513"/>
                    <a:pt x="1639" y="1702"/>
                    <a:pt x="1639" y="1891"/>
                  </a:cubicBezTo>
                  <a:cubicBezTo>
                    <a:pt x="1639" y="2143"/>
                    <a:pt x="1828" y="2332"/>
                    <a:pt x="2017" y="2332"/>
                  </a:cubicBezTo>
                  <a:cubicBezTo>
                    <a:pt x="2269" y="2332"/>
                    <a:pt x="2458" y="2143"/>
                    <a:pt x="2458" y="1891"/>
                  </a:cubicBezTo>
                  <a:cubicBezTo>
                    <a:pt x="2458" y="1356"/>
                    <a:pt x="2111" y="915"/>
                    <a:pt x="1639" y="726"/>
                  </a:cubicBezTo>
                  <a:lnTo>
                    <a:pt x="1639" y="442"/>
                  </a:lnTo>
                  <a:cubicBezTo>
                    <a:pt x="1639" y="221"/>
                    <a:pt x="1418" y="1"/>
                    <a:pt x="122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2" name="Google Shape;2402;p45"/>
            <p:cNvSpPr/>
            <p:nvPr/>
          </p:nvSpPr>
          <p:spPr>
            <a:xfrm>
              <a:off x="-64343900" y="2282125"/>
              <a:ext cx="207150" cy="316000"/>
            </a:xfrm>
            <a:custGeom>
              <a:rect b="b" l="l" r="r" t="t"/>
              <a:pathLst>
                <a:path extrusionOk="0" h="12640" w="8286">
                  <a:moveTo>
                    <a:pt x="4159" y="788"/>
                  </a:moveTo>
                  <a:cubicBezTo>
                    <a:pt x="5986" y="788"/>
                    <a:pt x="7467" y="2301"/>
                    <a:pt x="7467" y="4096"/>
                  </a:cubicBezTo>
                  <a:cubicBezTo>
                    <a:pt x="7467" y="5924"/>
                    <a:pt x="5986" y="7404"/>
                    <a:pt x="4159" y="7404"/>
                  </a:cubicBezTo>
                  <a:cubicBezTo>
                    <a:pt x="2300" y="7404"/>
                    <a:pt x="851" y="5924"/>
                    <a:pt x="851" y="4096"/>
                  </a:cubicBezTo>
                  <a:cubicBezTo>
                    <a:pt x="851" y="2301"/>
                    <a:pt x="2363" y="788"/>
                    <a:pt x="4159" y="788"/>
                  </a:cubicBezTo>
                  <a:close/>
                  <a:moveTo>
                    <a:pt x="851" y="8917"/>
                  </a:moveTo>
                  <a:cubicBezTo>
                    <a:pt x="1513" y="8980"/>
                    <a:pt x="2206" y="9295"/>
                    <a:pt x="2773" y="9862"/>
                  </a:cubicBezTo>
                  <a:cubicBezTo>
                    <a:pt x="3340" y="10429"/>
                    <a:pt x="3655" y="11122"/>
                    <a:pt x="3718" y="11784"/>
                  </a:cubicBezTo>
                  <a:cubicBezTo>
                    <a:pt x="3056" y="11689"/>
                    <a:pt x="2395" y="11374"/>
                    <a:pt x="1796" y="10838"/>
                  </a:cubicBezTo>
                  <a:cubicBezTo>
                    <a:pt x="1261" y="10271"/>
                    <a:pt x="945" y="9578"/>
                    <a:pt x="851" y="8917"/>
                  </a:cubicBezTo>
                  <a:close/>
                  <a:moveTo>
                    <a:pt x="7467" y="8917"/>
                  </a:moveTo>
                  <a:lnTo>
                    <a:pt x="7467" y="8917"/>
                  </a:lnTo>
                  <a:cubicBezTo>
                    <a:pt x="7404" y="9578"/>
                    <a:pt x="7089" y="10240"/>
                    <a:pt x="6522" y="10838"/>
                  </a:cubicBezTo>
                  <a:cubicBezTo>
                    <a:pt x="5923" y="11374"/>
                    <a:pt x="5262" y="11689"/>
                    <a:pt x="4600" y="11784"/>
                  </a:cubicBezTo>
                  <a:cubicBezTo>
                    <a:pt x="4663" y="11122"/>
                    <a:pt x="4947" y="10429"/>
                    <a:pt x="5545" y="9862"/>
                  </a:cubicBezTo>
                  <a:cubicBezTo>
                    <a:pt x="6081" y="9295"/>
                    <a:pt x="6805" y="8980"/>
                    <a:pt x="7467" y="8917"/>
                  </a:cubicBezTo>
                  <a:close/>
                  <a:moveTo>
                    <a:pt x="4159" y="1"/>
                  </a:moveTo>
                  <a:cubicBezTo>
                    <a:pt x="1891" y="1"/>
                    <a:pt x="32" y="1860"/>
                    <a:pt x="32" y="4128"/>
                  </a:cubicBezTo>
                  <a:cubicBezTo>
                    <a:pt x="32" y="6270"/>
                    <a:pt x="1670" y="8034"/>
                    <a:pt x="3781" y="8223"/>
                  </a:cubicBezTo>
                  <a:lnTo>
                    <a:pt x="3781" y="9736"/>
                  </a:lnTo>
                  <a:cubicBezTo>
                    <a:pt x="3623" y="9578"/>
                    <a:pt x="3497" y="9421"/>
                    <a:pt x="3371" y="9295"/>
                  </a:cubicBezTo>
                  <a:cubicBezTo>
                    <a:pt x="2584" y="8507"/>
                    <a:pt x="1576" y="8066"/>
                    <a:pt x="410" y="8066"/>
                  </a:cubicBezTo>
                  <a:cubicBezTo>
                    <a:pt x="189" y="8066"/>
                    <a:pt x="32" y="8287"/>
                    <a:pt x="32" y="8476"/>
                  </a:cubicBezTo>
                  <a:cubicBezTo>
                    <a:pt x="0" y="9578"/>
                    <a:pt x="410" y="10649"/>
                    <a:pt x="1261" y="11437"/>
                  </a:cubicBezTo>
                  <a:cubicBezTo>
                    <a:pt x="2048" y="12225"/>
                    <a:pt x="3056" y="12634"/>
                    <a:pt x="4096" y="12634"/>
                  </a:cubicBezTo>
                  <a:lnTo>
                    <a:pt x="4159" y="12634"/>
                  </a:lnTo>
                  <a:cubicBezTo>
                    <a:pt x="4225" y="12638"/>
                    <a:pt x="4290" y="12640"/>
                    <a:pt x="4355" y="12640"/>
                  </a:cubicBezTo>
                  <a:cubicBezTo>
                    <a:pt x="5385" y="12640"/>
                    <a:pt x="6348" y="12178"/>
                    <a:pt x="7089" y="11437"/>
                  </a:cubicBezTo>
                  <a:cubicBezTo>
                    <a:pt x="7877" y="10649"/>
                    <a:pt x="8286" y="9610"/>
                    <a:pt x="8286" y="8476"/>
                  </a:cubicBezTo>
                  <a:cubicBezTo>
                    <a:pt x="8286" y="8223"/>
                    <a:pt x="8097" y="8066"/>
                    <a:pt x="7908" y="8066"/>
                  </a:cubicBezTo>
                  <a:cubicBezTo>
                    <a:pt x="7872" y="8065"/>
                    <a:pt x="7837" y="8064"/>
                    <a:pt x="7801" y="8064"/>
                  </a:cubicBezTo>
                  <a:cubicBezTo>
                    <a:pt x="6709" y="8064"/>
                    <a:pt x="5709" y="8532"/>
                    <a:pt x="4947" y="9295"/>
                  </a:cubicBezTo>
                  <a:cubicBezTo>
                    <a:pt x="4821" y="9452"/>
                    <a:pt x="4663" y="9578"/>
                    <a:pt x="4569" y="9736"/>
                  </a:cubicBezTo>
                  <a:lnTo>
                    <a:pt x="4569" y="8223"/>
                  </a:lnTo>
                  <a:cubicBezTo>
                    <a:pt x="6648" y="8034"/>
                    <a:pt x="8286" y="6270"/>
                    <a:pt x="8286" y="4128"/>
                  </a:cubicBezTo>
                  <a:cubicBezTo>
                    <a:pt x="8286" y="1860"/>
                    <a:pt x="6459" y="1"/>
                    <a:pt x="415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03" name="Google Shape;2403;p45"/>
          <p:cNvSpPr/>
          <p:nvPr/>
        </p:nvSpPr>
        <p:spPr>
          <a:xfrm>
            <a:off x="1586576" y="2429349"/>
            <a:ext cx="285651" cy="287788"/>
          </a:xfrm>
          <a:custGeom>
            <a:rect b="b" l="l" r="r" t="t"/>
            <a:pathLst>
              <a:path extrusionOk="0" h="12792" w="12697">
                <a:moveTo>
                  <a:pt x="7310" y="3435"/>
                </a:moveTo>
                <a:cubicBezTo>
                  <a:pt x="7404" y="3435"/>
                  <a:pt x="7467" y="3498"/>
                  <a:pt x="7436" y="3624"/>
                </a:cubicBezTo>
                <a:cubicBezTo>
                  <a:pt x="7310" y="3939"/>
                  <a:pt x="7247" y="4223"/>
                  <a:pt x="7215" y="4538"/>
                </a:cubicBezTo>
                <a:lnTo>
                  <a:pt x="5419" y="4538"/>
                </a:lnTo>
                <a:cubicBezTo>
                  <a:pt x="5388" y="4223"/>
                  <a:pt x="5293" y="3908"/>
                  <a:pt x="5199" y="3624"/>
                </a:cubicBezTo>
                <a:cubicBezTo>
                  <a:pt x="5167" y="3498"/>
                  <a:pt x="5230" y="3435"/>
                  <a:pt x="5325" y="3435"/>
                </a:cubicBezTo>
                <a:close/>
                <a:moveTo>
                  <a:pt x="7121" y="5357"/>
                </a:moveTo>
                <a:cubicBezTo>
                  <a:pt x="7089" y="6428"/>
                  <a:pt x="7310" y="7436"/>
                  <a:pt x="7845" y="8381"/>
                </a:cubicBezTo>
                <a:lnTo>
                  <a:pt x="8003" y="8665"/>
                </a:lnTo>
                <a:lnTo>
                  <a:pt x="4726" y="8665"/>
                </a:lnTo>
                <a:lnTo>
                  <a:pt x="4852" y="8381"/>
                </a:lnTo>
                <a:cubicBezTo>
                  <a:pt x="5356" y="7436"/>
                  <a:pt x="5577" y="6396"/>
                  <a:pt x="5545" y="5357"/>
                </a:cubicBezTo>
                <a:close/>
                <a:moveTo>
                  <a:pt x="8381" y="9484"/>
                </a:moveTo>
                <a:cubicBezTo>
                  <a:pt x="8633" y="9484"/>
                  <a:pt x="8790" y="9704"/>
                  <a:pt x="8790" y="9925"/>
                </a:cubicBezTo>
                <a:lnTo>
                  <a:pt x="8790" y="10335"/>
                </a:lnTo>
                <a:lnTo>
                  <a:pt x="3813" y="10335"/>
                </a:lnTo>
                <a:lnTo>
                  <a:pt x="3813" y="9925"/>
                </a:lnTo>
                <a:lnTo>
                  <a:pt x="3844" y="9925"/>
                </a:lnTo>
                <a:cubicBezTo>
                  <a:pt x="3844" y="9704"/>
                  <a:pt x="4065" y="9484"/>
                  <a:pt x="4254" y="9484"/>
                </a:cubicBezTo>
                <a:close/>
                <a:moveTo>
                  <a:pt x="9200" y="11154"/>
                </a:moveTo>
                <a:cubicBezTo>
                  <a:pt x="9452" y="11154"/>
                  <a:pt x="9609" y="11343"/>
                  <a:pt x="9609" y="11595"/>
                </a:cubicBezTo>
                <a:lnTo>
                  <a:pt x="9609" y="12004"/>
                </a:lnTo>
                <a:lnTo>
                  <a:pt x="2993" y="12004"/>
                </a:lnTo>
                <a:lnTo>
                  <a:pt x="2993" y="11595"/>
                </a:lnTo>
                <a:lnTo>
                  <a:pt x="3025" y="11595"/>
                </a:lnTo>
                <a:cubicBezTo>
                  <a:pt x="3025" y="11343"/>
                  <a:pt x="3214" y="11154"/>
                  <a:pt x="3435" y="11154"/>
                </a:cubicBezTo>
                <a:close/>
                <a:moveTo>
                  <a:pt x="6333" y="1"/>
                </a:moveTo>
                <a:cubicBezTo>
                  <a:pt x="6144" y="1"/>
                  <a:pt x="5955" y="190"/>
                  <a:pt x="5955" y="442"/>
                </a:cubicBezTo>
                <a:lnTo>
                  <a:pt x="5955" y="883"/>
                </a:lnTo>
                <a:lnTo>
                  <a:pt x="5514" y="883"/>
                </a:lnTo>
                <a:cubicBezTo>
                  <a:pt x="5262" y="883"/>
                  <a:pt x="5104" y="1072"/>
                  <a:pt x="5104" y="1261"/>
                </a:cubicBezTo>
                <a:cubicBezTo>
                  <a:pt x="5104" y="1513"/>
                  <a:pt x="5325" y="1702"/>
                  <a:pt x="5514" y="1702"/>
                </a:cubicBezTo>
                <a:lnTo>
                  <a:pt x="5955" y="1702"/>
                </a:lnTo>
                <a:lnTo>
                  <a:pt x="5955" y="2521"/>
                </a:lnTo>
                <a:lnTo>
                  <a:pt x="5356" y="2521"/>
                </a:lnTo>
                <a:cubicBezTo>
                  <a:pt x="4695" y="2521"/>
                  <a:pt x="4222" y="3183"/>
                  <a:pt x="4443" y="3813"/>
                </a:cubicBezTo>
                <a:cubicBezTo>
                  <a:pt x="4537" y="4034"/>
                  <a:pt x="4569" y="4254"/>
                  <a:pt x="4632" y="4443"/>
                </a:cubicBezTo>
                <a:lnTo>
                  <a:pt x="4285" y="4443"/>
                </a:lnTo>
                <a:cubicBezTo>
                  <a:pt x="4065" y="4443"/>
                  <a:pt x="3907" y="4664"/>
                  <a:pt x="3907" y="4884"/>
                </a:cubicBezTo>
                <a:cubicBezTo>
                  <a:pt x="3907" y="5136"/>
                  <a:pt x="4096" y="5325"/>
                  <a:pt x="4285" y="5325"/>
                </a:cubicBezTo>
                <a:lnTo>
                  <a:pt x="4726" y="5325"/>
                </a:lnTo>
                <a:cubicBezTo>
                  <a:pt x="4821" y="6901"/>
                  <a:pt x="4191" y="7846"/>
                  <a:pt x="3718" y="8791"/>
                </a:cubicBezTo>
                <a:cubicBezTo>
                  <a:pt x="3308" y="8980"/>
                  <a:pt x="3025" y="9421"/>
                  <a:pt x="3025" y="9893"/>
                </a:cubicBezTo>
                <a:lnTo>
                  <a:pt x="3025" y="10366"/>
                </a:lnTo>
                <a:cubicBezTo>
                  <a:pt x="2552" y="10524"/>
                  <a:pt x="2206" y="10996"/>
                  <a:pt x="2206" y="11532"/>
                </a:cubicBezTo>
                <a:lnTo>
                  <a:pt x="2206" y="11973"/>
                </a:lnTo>
                <a:lnTo>
                  <a:pt x="442" y="11973"/>
                </a:lnTo>
                <a:cubicBezTo>
                  <a:pt x="189" y="11973"/>
                  <a:pt x="0" y="12162"/>
                  <a:pt x="0" y="12382"/>
                </a:cubicBezTo>
                <a:cubicBezTo>
                  <a:pt x="0" y="12603"/>
                  <a:pt x="158" y="12792"/>
                  <a:pt x="379" y="12792"/>
                </a:cubicBezTo>
                <a:lnTo>
                  <a:pt x="12256" y="12792"/>
                </a:lnTo>
                <a:cubicBezTo>
                  <a:pt x="12476" y="12792"/>
                  <a:pt x="12697" y="12603"/>
                  <a:pt x="12697" y="12382"/>
                </a:cubicBezTo>
                <a:cubicBezTo>
                  <a:pt x="12697" y="12130"/>
                  <a:pt x="12476" y="11973"/>
                  <a:pt x="12256" y="11973"/>
                </a:cubicBezTo>
                <a:lnTo>
                  <a:pt x="10460" y="11973"/>
                </a:lnTo>
                <a:lnTo>
                  <a:pt x="10460" y="11532"/>
                </a:lnTo>
                <a:cubicBezTo>
                  <a:pt x="10460" y="10996"/>
                  <a:pt x="10114" y="10555"/>
                  <a:pt x="9641" y="10366"/>
                </a:cubicBezTo>
                <a:lnTo>
                  <a:pt x="9641" y="9893"/>
                </a:lnTo>
                <a:cubicBezTo>
                  <a:pt x="9641" y="9421"/>
                  <a:pt x="9357" y="8980"/>
                  <a:pt x="8979" y="8791"/>
                </a:cubicBezTo>
                <a:cubicBezTo>
                  <a:pt x="8507" y="7877"/>
                  <a:pt x="7877" y="6932"/>
                  <a:pt x="7940" y="5325"/>
                </a:cubicBezTo>
                <a:lnTo>
                  <a:pt x="8381" y="5325"/>
                </a:lnTo>
                <a:cubicBezTo>
                  <a:pt x="8633" y="5325"/>
                  <a:pt x="8790" y="5136"/>
                  <a:pt x="8790" y="4884"/>
                </a:cubicBezTo>
                <a:cubicBezTo>
                  <a:pt x="8790" y="4664"/>
                  <a:pt x="8570" y="4443"/>
                  <a:pt x="8381" y="4443"/>
                </a:cubicBezTo>
                <a:lnTo>
                  <a:pt x="8034" y="4443"/>
                </a:lnTo>
                <a:cubicBezTo>
                  <a:pt x="8066" y="4254"/>
                  <a:pt x="8160" y="4034"/>
                  <a:pt x="8223" y="3813"/>
                </a:cubicBezTo>
                <a:cubicBezTo>
                  <a:pt x="8475" y="3183"/>
                  <a:pt x="8003" y="2521"/>
                  <a:pt x="7310" y="2521"/>
                </a:cubicBezTo>
                <a:lnTo>
                  <a:pt x="6743" y="2521"/>
                </a:lnTo>
                <a:lnTo>
                  <a:pt x="6743" y="1702"/>
                </a:lnTo>
                <a:lnTo>
                  <a:pt x="7184" y="1702"/>
                </a:lnTo>
                <a:cubicBezTo>
                  <a:pt x="7404" y="1702"/>
                  <a:pt x="7562" y="1513"/>
                  <a:pt x="7562" y="1261"/>
                </a:cubicBezTo>
                <a:cubicBezTo>
                  <a:pt x="7562" y="1041"/>
                  <a:pt x="7373" y="883"/>
                  <a:pt x="7184" y="883"/>
                </a:cubicBezTo>
                <a:lnTo>
                  <a:pt x="6743" y="883"/>
                </a:lnTo>
                <a:lnTo>
                  <a:pt x="6743" y="442"/>
                </a:lnTo>
                <a:cubicBezTo>
                  <a:pt x="6743" y="190"/>
                  <a:pt x="6522" y="1"/>
                  <a:pt x="633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04" name="Google Shape;2404;p45"/>
          <p:cNvGrpSpPr/>
          <p:nvPr/>
        </p:nvGrpSpPr>
        <p:grpSpPr>
          <a:xfrm>
            <a:off x="3791160" y="1554639"/>
            <a:ext cx="248080" cy="285111"/>
            <a:chOff x="-62496925" y="1931475"/>
            <a:chExt cx="275675" cy="316825"/>
          </a:xfrm>
        </p:grpSpPr>
        <p:sp>
          <p:nvSpPr>
            <p:cNvPr id="2405" name="Google Shape;2405;p45"/>
            <p:cNvSpPr/>
            <p:nvPr/>
          </p:nvSpPr>
          <p:spPr>
            <a:xfrm>
              <a:off x="-62496925" y="1931475"/>
              <a:ext cx="275675" cy="316825"/>
            </a:xfrm>
            <a:custGeom>
              <a:rect b="b" l="l" r="r" t="t"/>
              <a:pathLst>
                <a:path extrusionOk="0" h="12673" w="11027">
                  <a:moveTo>
                    <a:pt x="5514" y="1047"/>
                  </a:moveTo>
                  <a:cubicBezTo>
                    <a:pt x="6238" y="1519"/>
                    <a:pt x="7215" y="1834"/>
                    <a:pt x="8003" y="1834"/>
                  </a:cubicBezTo>
                  <a:cubicBezTo>
                    <a:pt x="8538" y="1834"/>
                    <a:pt x="9294" y="1708"/>
                    <a:pt x="10208" y="1204"/>
                  </a:cubicBezTo>
                  <a:lnTo>
                    <a:pt x="10208" y="5237"/>
                  </a:lnTo>
                  <a:cubicBezTo>
                    <a:pt x="10177" y="8198"/>
                    <a:pt x="8349" y="10845"/>
                    <a:pt x="5514" y="11821"/>
                  </a:cubicBezTo>
                  <a:cubicBezTo>
                    <a:pt x="2710" y="10845"/>
                    <a:pt x="820" y="8198"/>
                    <a:pt x="820" y="5237"/>
                  </a:cubicBezTo>
                  <a:lnTo>
                    <a:pt x="820" y="1204"/>
                  </a:lnTo>
                  <a:cubicBezTo>
                    <a:pt x="1513" y="1582"/>
                    <a:pt x="2269" y="1834"/>
                    <a:pt x="3025" y="1834"/>
                  </a:cubicBezTo>
                  <a:cubicBezTo>
                    <a:pt x="3844" y="1834"/>
                    <a:pt x="4758" y="1551"/>
                    <a:pt x="5514" y="1047"/>
                  </a:cubicBezTo>
                  <a:close/>
                  <a:moveTo>
                    <a:pt x="10654" y="1"/>
                  </a:moveTo>
                  <a:cubicBezTo>
                    <a:pt x="10567" y="1"/>
                    <a:pt x="10476" y="33"/>
                    <a:pt x="10397" y="102"/>
                  </a:cubicBezTo>
                  <a:cubicBezTo>
                    <a:pt x="9389" y="826"/>
                    <a:pt x="8538" y="952"/>
                    <a:pt x="8034" y="952"/>
                  </a:cubicBezTo>
                  <a:cubicBezTo>
                    <a:pt x="7310" y="952"/>
                    <a:pt x="6396" y="637"/>
                    <a:pt x="5766" y="165"/>
                  </a:cubicBezTo>
                  <a:cubicBezTo>
                    <a:pt x="5703" y="102"/>
                    <a:pt x="5616" y="70"/>
                    <a:pt x="5526" y="70"/>
                  </a:cubicBezTo>
                  <a:cubicBezTo>
                    <a:pt x="5435" y="70"/>
                    <a:pt x="5341" y="102"/>
                    <a:pt x="5262" y="165"/>
                  </a:cubicBezTo>
                  <a:cubicBezTo>
                    <a:pt x="4632" y="637"/>
                    <a:pt x="3781" y="952"/>
                    <a:pt x="3025" y="952"/>
                  </a:cubicBezTo>
                  <a:cubicBezTo>
                    <a:pt x="2237" y="952"/>
                    <a:pt x="1450" y="637"/>
                    <a:pt x="662" y="102"/>
                  </a:cubicBezTo>
                  <a:cubicBezTo>
                    <a:pt x="582" y="40"/>
                    <a:pt x="495" y="13"/>
                    <a:pt x="411" y="13"/>
                  </a:cubicBezTo>
                  <a:cubicBezTo>
                    <a:pt x="196" y="13"/>
                    <a:pt x="0" y="190"/>
                    <a:pt x="0" y="417"/>
                  </a:cubicBezTo>
                  <a:lnTo>
                    <a:pt x="0" y="5237"/>
                  </a:lnTo>
                  <a:cubicBezTo>
                    <a:pt x="0" y="8608"/>
                    <a:pt x="2080" y="11601"/>
                    <a:pt x="5388" y="12641"/>
                  </a:cubicBezTo>
                  <a:cubicBezTo>
                    <a:pt x="5419" y="12641"/>
                    <a:pt x="5451" y="12672"/>
                    <a:pt x="5514" y="12672"/>
                  </a:cubicBezTo>
                  <a:cubicBezTo>
                    <a:pt x="5545" y="12672"/>
                    <a:pt x="5577" y="12672"/>
                    <a:pt x="5640" y="12641"/>
                  </a:cubicBezTo>
                  <a:cubicBezTo>
                    <a:pt x="8979" y="11538"/>
                    <a:pt x="11027" y="8513"/>
                    <a:pt x="11027" y="5237"/>
                  </a:cubicBezTo>
                  <a:lnTo>
                    <a:pt x="11027" y="417"/>
                  </a:lnTo>
                  <a:cubicBezTo>
                    <a:pt x="11027" y="157"/>
                    <a:pt x="10848" y="1"/>
                    <a:pt x="1065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6" name="Google Shape;2406;p45"/>
            <p:cNvSpPr/>
            <p:nvPr/>
          </p:nvSpPr>
          <p:spPr>
            <a:xfrm>
              <a:off x="-62390600" y="2016700"/>
              <a:ext cx="63025" cy="146525"/>
            </a:xfrm>
            <a:custGeom>
              <a:rect b="b" l="l" r="r" t="t"/>
              <a:pathLst>
                <a:path extrusionOk="0" h="5861" w="2521">
                  <a:moveTo>
                    <a:pt x="1261" y="1"/>
                  </a:moveTo>
                  <a:cubicBezTo>
                    <a:pt x="1009" y="1"/>
                    <a:pt x="820" y="190"/>
                    <a:pt x="820" y="410"/>
                  </a:cubicBezTo>
                  <a:lnTo>
                    <a:pt x="820" y="694"/>
                  </a:lnTo>
                  <a:cubicBezTo>
                    <a:pt x="347" y="851"/>
                    <a:pt x="1" y="1324"/>
                    <a:pt x="1" y="1891"/>
                  </a:cubicBezTo>
                  <a:cubicBezTo>
                    <a:pt x="1" y="2553"/>
                    <a:pt x="536" y="2931"/>
                    <a:pt x="977" y="3246"/>
                  </a:cubicBezTo>
                  <a:cubicBezTo>
                    <a:pt x="1292" y="3498"/>
                    <a:pt x="1639" y="3718"/>
                    <a:pt x="1639" y="3970"/>
                  </a:cubicBezTo>
                  <a:cubicBezTo>
                    <a:pt x="1639" y="4191"/>
                    <a:pt x="1450" y="4411"/>
                    <a:pt x="1261" y="4411"/>
                  </a:cubicBezTo>
                  <a:cubicBezTo>
                    <a:pt x="1040" y="4411"/>
                    <a:pt x="820" y="4191"/>
                    <a:pt x="820" y="3970"/>
                  </a:cubicBezTo>
                  <a:cubicBezTo>
                    <a:pt x="820" y="3718"/>
                    <a:pt x="631" y="3561"/>
                    <a:pt x="410" y="3561"/>
                  </a:cubicBezTo>
                  <a:cubicBezTo>
                    <a:pt x="221" y="3561"/>
                    <a:pt x="32" y="3781"/>
                    <a:pt x="32" y="3970"/>
                  </a:cubicBezTo>
                  <a:cubicBezTo>
                    <a:pt x="32" y="4506"/>
                    <a:pt x="379" y="4947"/>
                    <a:pt x="851" y="5136"/>
                  </a:cubicBezTo>
                  <a:lnTo>
                    <a:pt x="851" y="5419"/>
                  </a:lnTo>
                  <a:cubicBezTo>
                    <a:pt x="851" y="5671"/>
                    <a:pt x="1040" y="5861"/>
                    <a:pt x="1292" y="5861"/>
                  </a:cubicBezTo>
                  <a:cubicBezTo>
                    <a:pt x="1513" y="5861"/>
                    <a:pt x="1670" y="5671"/>
                    <a:pt x="1670" y="5419"/>
                  </a:cubicBezTo>
                  <a:lnTo>
                    <a:pt x="1670" y="5136"/>
                  </a:lnTo>
                  <a:cubicBezTo>
                    <a:pt x="2143" y="4978"/>
                    <a:pt x="2521" y="4506"/>
                    <a:pt x="2521" y="3970"/>
                  </a:cubicBezTo>
                  <a:cubicBezTo>
                    <a:pt x="2521" y="3309"/>
                    <a:pt x="1954" y="2899"/>
                    <a:pt x="1513" y="2584"/>
                  </a:cubicBezTo>
                  <a:cubicBezTo>
                    <a:pt x="1198" y="2363"/>
                    <a:pt x="851" y="2111"/>
                    <a:pt x="851" y="1891"/>
                  </a:cubicBezTo>
                  <a:cubicBezTo>
                    <a:pt x="851" y="1670"/>
                    <a:pt x="1040" y="1481"/>
                    <a:pt x="1261" y="1481"/>
                  </a:cubicBezTo>
                  <a:cubicBezTo>
                    <a:pt x="1481" y="1481"/>
                    <a:pt x="1639" y="1670"/>
                    <a:pt x="1639" y="1891"/>
                  </a:cubicBezTo>
                  <a:cubicBezTo>
                    <a:pt x="1639" y="2111"/>
                    <a:pt x="1828" y="2300"/>
                    <a:pt x="2080" y="2300"/>
                  </a:cubicBezTo>
                  <a:cubicBezTo>
                    <a:pt x="2300" y="2300"/>
                    <a:pt x="2458" y="2111"/>
                    <a:pt x="2458" y="1891"/>
                  </a:cubicBezTo>
                  <a:cubicBezTo>
                    <a:pt x="2458" y="1324"/>
                    <a:pt x="2111" y="883"/>
                    <a:pt x="1639" y="694"/>
                  </a:cubicBezTo>
                  <a:lnTo>
                    <a:pt x="1639" y="410"/>
                  </a:lnTo>
                  <a:cubicBezTo>
                    <a:pt x="1639" y="190"/>
                    <a:pt x="1450" y="1"/>
                    <a:pt x="126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07" name="Google Shape;2407;p45"/>
          <p:cNvGrpSpPr/>
          <p:nvPr/>
        </p:nvGrpSpPr>
        <p:grpSpPr>
          <a:xfrm>
            <a:off x="3773072" y="1991811"/>
            <a:ext cx="284256" cy="285853"/>
            <a:chOff x="-62516625" y="2297875"/>
            <a:chExt cx="315875" cy="317650"/>
          </a:xfrm>
        </p:grpSpPr>
        <p:sp>
          <p:nvSpPr>
            <p:cNvPr id="2408" name="Google Shape;2408;p45"/>
            <p:cNvSpPr/>
            <p:nvPr/>
          </p:nvSpPr>
          <p:spPr>
            <a:xfrm>
              <a:off x="-62516625" y="2297875"/>
              <a:ext cx="315875" cy="317650"/>
            </a:xfrm>
            <a:custGeom>
              <a:rect b="b" l="l" r="r" t="t"/>
              <a:pathLst>
                <a:path extrusionOk="0" h="12706" w="12635">
                  <a:moveTo>
                    <a:pt x="4632" y="3309"/>
                  </a:moveTo>
                  <a:cubicBezTo>
                    <a:pt x="5388" y="3309"/>
                    <a:pt x="6018" y="3939"/>
                    <a:pt x="6018" y="4695"/>
                  </a:cubicBezTo>
                  <a:cubicBezTo>
                    <a:pt x="6018" y="4916"/>
                    <a:pt x="5924" y="5168"/>
                    <a:pt x="5829" y="5388"/>
                  </a:cubicBezTo>
                  <a:lnTo>
                    <a:pt x="5357" y="5861"/>
                  </a:lnTo>
                  <a:cubicBezTo>
                    <a:pt x="5136" y="5987"/>
                    <a:pt x="4916" y="6081"/>
                    <a:pt x="4632" y="6081"/>
                  </a:cubicBezTo>
                  <a:cubicBezTo>
                    <a:pt x="3876" y="6081"/>
                    <a:pt x="3246" y="5451"/>
                    <a:pt x="3246" y="4695"/>
                  </a:cubicBezTo>
                  <a:cubicBezTo>
                    <a:pt x="3246" y="3939"/>
                    <a:pt x="3876" y="3309"/>
                    <a:pt x="4632" y="3309"/>
                  </a:cubicBezTo>
                  <a:close/>
                  <a:moveTo>
                    <a:pt x="4632" y="820"/>
                  </a:moveTo>
                  <a:cubicBezTo>
                    <a:pt x="6617" y="820"/>
                    <a:pt x="8287" y="2364"/>
                    <a:pt x="8444" y="4285"/>
                  </a:cubicBezTo>
                  <a:lnTo>
                    <a:pt x="8444" y="4412"/>
                  </a:lnTo>
                  <a:cubicBezTo>
                    <a:pt x="7877" y="4412"/>
                    <a:pt x="7310" y="4538"/>
                    <a:pt x="6806" y="4758"/>
                  </a:cubicBezTo>
                  <a:lnTo>
                    <a:pt x="6806" y="4695"/>
                  </a:lnTo>
                  <a:cubicBezTo>
                    <a:pt x="6806" y="3466"/>
                    <a:pt x="5829" y="2490"/>
                    <a:pt x="4601" y="2490"/>
                  </a:cubicBezTo>
                  <a:cubicBezTo>
                    <a:pt x="3372" y="2490"/>
                    <a:pt x="2395" y="3466"/>
                    <a:pt x="2395" y="4695"/>
                  </a:cubicBezTo>
                  <a:cubicBezTo>
                    <a:pt x="2395" y="5924"/>
                    <a:pt x="3372" y="6900"/>
                    <a:pt x="4601" y="6900"/>
                  </a:cubicBezTo>
                  <a:lnTo>
                    <a:pt x="4664" y="6900"/>
                  </a:lnTo>
                  <a:cubicBezTo>
                    <a:pt x="4443" y="7404"/>
                    <a:pt x="4317" y="7972"/>
                    <a:pt x="4317" y="8539"/>
                  </a:cubicBezTo>
                  <a:cubicBezTo>
                    <a:pt x="4317" y="9421"/>
                    <a:pt x="4601" y="10240"/>
                    <a:pt x="5073" y="10902"/>
                  </a:cubicBezTo>
                  <a:lnTo>
                    <a:pt x="4601" y="11532"/>
                  </a:lnTo>
                  <a:lnTo>
                    <a:pt x="1513" y="7026"/>
                  </a:lnTo>
                  <a:cubicBezTo>
                    <a:pt x="1009" y="6333"/>
                    <a:pt x="725" y="5546"/>
                    <a:pt x="725" y="4695"/>
                  </a:cubicBezTo>
                  <a:cubicBezTo>
                    <a:pt x="788" y="2553"/>
                    <a:pt x="2521" y="820"/>
                    <a:pt x="4632" y="820"/>
                  </a:cubicBezTo>
                  <a:close/>
                  <a:moveTo>
                    <a:pt x="8507" y="5231"/>
                  </a:moveTo>
                  <a:cubicBezTo>
                    <a:pt x="10334" y="5231"/>
                    <a:pt x="11815" y="6743"/>
                    <a:pt x="11815" y="8539"/>
                  </a:cubicBezTo>
                  <a:cubicBezTo>
                    <a:pt x="11815" y="10366"/>
                    <a:pt x="10303" y="11847"/>
                    <a:pt x="8507" y="11847"/>
                  </a:cubicBezTo>
                  <a:cubicBezTo>
                    <a:pt x="6680" y="11847"/>
                    <a:pt x="5199" y="10366"/>
                    <a:pt x="5199" y="8539"/>
                  </a:cubicBezTo>
                  <a:cubicBezTo>
                    <a:pt x="5199" y="6743"/>
                    <a:pt x="6680" y="5231"/>
                    <a:pt x="8507" y="5231"/>
                  </a:cubicBezTo>
                  <a:close/>
                  <a:moveTo>
                    <a:pt x="4664" y="1"/>
                  </a:moveTo>
                  <a:cubicBezTo>
                    <a:pt x="2080" y="1"/>
                    <a:pt x="1" y="2080"/>
                    <a:pt x="1" y="4695"/>
                  </a:cubicBezTo>
                  <a:cubicBezTo>
                    <a:pt x="1" y="5703"/>
                    <a:pt x="316" y="6711"/>
                    <a:pt x="946" y="7499"/>
                  </a:cubicBezTo>
                  <a:lnTo>
                    <a:pt x="4317" y="12540"/>
                  </a:lnTo>
                  <a:cubicBezTo>
                    <a:pt x="4396" y="12650"/>
                    <a:pt x="4522" y="12705"/>
                    <a:pt x="4648" y="12705"/>
                  </a:cubicBezTo>
                  <a:cubicBezTo>
                    <a:pt x="4774" y="12705"/>
                    <a:pt x="4900" y="12650"/>
                    <a:pt x="4979" y="12540"/>
                  </a:cubicBezTo>
                  <a:lnTo>
                    <a:pt x="5672" y="11532"/>
                  </a:lnTo>
                  <a:cubicBezTo>
                    <a:pt x="6396" y="12256"/>
                    <a:pt x="7404" y="12697"/>
                    <a:pt x="8507" y="12697"/>
                  </a:cubicBezTo>
                  <a:cubicBezTo>
                    <a:pt x="10776" y="12697"/>
                    <a:pt x="12634" y="10838"/>
                    <a:pt x="12634" y="8539"/>
                  </a:cubicBezTo>
                  <a:cubicBezTo>
                    <a:pt x="12634" y="6554"/>
                    <a:pt x="11217" y="4884"/>
                    <a:pt x="9326" y="4506"/>
                  </a:cubicBezTo>
                  <a:lnTo>
                    <a:pt x="9326" y="4222"/>
                  </a:lnTo>
                  <a:cubicBezTo>
                    <a:pt x="9074" y="1891"/>
                    <a:pt x="7121" y="1"/>
                    <a:pt x="466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9" name="Google Shape;2409;p45"/>
            <p:cNvSpPr/>
            <p:nvPr/>
          </p:nvSpPr>
          <p:spPr>
            <a:xfrm>
              <a:off x="-62335475" y="2438075"/>
              <a:ext cx="62250" cy="145750"/>
            </a:xfrm>
            <a:custGeom>
              <a:rect b="b" l="l" r="r" t="t"/>
              <a:pathLst>
                <a:path extrusionOk="0" h="5830" w="2490">
                  <a:moveTo>
                    <a:pt x="1261" y="1"/>
                  </a:moveTo>
                  <a:cubicBezTo>
                    <a:pt x="1009" y="1"/>
                    <a:pt x="820" y="190"/>
                    <a:pt x="820" y="410"/>
                  </a:cubicBezTo>
                  <a:lnTo>
                    <a:pt x="820" y="694"/>
                  </a:lnTo>
                  <a:cubicBezTo>
                    <a:pt x="348" y="851"/>
                    <a:pt x="1" y="1324"/>
                    <a:pt x="1" y="1891"/>
                  </a:cubicBezTo>
                  <a:cubicBezTo>
                    <a:pt x="1" y="2553"/>
                    <a:pt x="537" y="2931"/>
                    <a:pt x="978" y="3246"/>
                  </a:cubicBezTo>
                  <a:cubicBezTo>
                    <a:pt x="1293" y="3498"/>
                    <a:pt x="1639" y="3718"/>
                    <a:pt x="1639" y="3970"/>
                  </a:cubicBezTo>
                  <a:cubicBezTo>
                    <a:pt x="1671" y="4191"/>
                    <a:pt x="1482" y="4411"/>
                    <a:pt x="1261" y="4411"/>
                  </a:cubicBezTo>
                  <a:cubicBezTo>
                    <a:pt x="1009" y="4411"/>
                    <a:pt x="820" y="4191"/>
                    <a:pt x="820" y="3970"/>
                  </a:cubicBezTo>
                  <a:cubicBezTo>
                    <a:pt x="820" y="3718"/>
                    <a:pt x="631" y="3529"/>
                    <a:pt x="411" y="3529"/>
                  </a:cubicBezTo>
                  <a:cubicBezTo>
                    <a:pt x="190" y="3529"/>
                    <a:pt x="1" y="3718"/>
                    <a:pt x="1" y="3970"/>
                  </a:cubicBezTo>
                  <a:cubicBezTo>
                    <a:pt x="1" y="4506"/>
                    <a:pt x="348" y="4947"/>
                    <a:pt x="820" y="5136"/>
                  </a:cubicBezTo>
                  <a:lnTo>
                    <a:pt x="820" y="5420"/>
                  </a:lnTo>
                  <a:cubicBezTo>
                    <a:pt x="820" y="5672"/>
                    <a:pt x="1009" y="5829"/>
                    <a:pt x="1261" y="5829"/>
                  </a:cubicBezTo>
                  <a:cubicBezTo>
                    <a:pt x="1482" y="5829"/>
                    <a:pt x="1639" y="5609"/>
                    <a:pt x="1639" y="5420"/>
                  </a:cubicBezTo>
                  <a:lnTo>
                    <a:pt x="1639" y="5136"/>
                  </a:lnTo>
                  <a:cubicBezTo>
                    <a:pt x="2112" y="4978"/>
                    <a:pt x="2458" y="4506"/>
                    <a:pt x="2458" y="3970"/>
                  </a:cubicBezTo>
                  <a:cubicBezTo>
                    <a:pt x="2458" y="3309"/>
                    <a:pt x="1923" y="2899"/>
                    <a:pt x="1482" y="2584"/>
                  </a:cubicBezTo>
                  <a:cubicBezTo>
                    <a:pt x="1167" y="2364"/>
                    <a:pt x="820" y="2112"/>
                    <a:pt x="820" y="1891"/>
                  </a:cubicBezTo>
                  <a:cubicBezTo>
                    <a:pt x="820" y="1639"/>
                    <a:pt x="1009" y="1450"/>
                    <a:pt x="1261" y="1450"/>
                  </a:cubicBezTo>
                  <a:cubicBezTo>
                    <a:pt x="1482" y="1450"/>
                    <a:pt x="1639" y="1639"/>
                    <a:pt x="1639" y="1891"/>
                  </a:cubicBezTo>
                  <a:cubicBezTo>
                    <a:pt x="1639" y="2112"/>
                    <a:pt x="1860" y="2301"/>
                    <a:pt x="2049" y="2301"/>
                  </a:cubicBezTo>
                  <a:cubicBezTo>
                    <a:pt x="2269" y="2301"/>
                    <a:pt x="2490" y="2112"/>
                    <a:pt x="2490" y="1891"/>
                  </a:cubicBezTo>
                  <a:cubicBezTo>
                    <a:pt x="2490" y="1324"/>
                    <a:pt x="2112" y="883"/>
                    <a:pt x="1639" y="694"/>
                  </a:cubicBezTo>
                  <a:lnTo>
                    <a:pt x="1639" y="410"/>
                  </a:lnTo>
                  <a:cubicBezTo>
                    <a:pt x="1639" y="190"/>
                    <a:pt x="1450" y="1"/>
                    <a:pt x="126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10" name="Google Shape;2410;p45"/>
          <p:cNvGrpSpPr/>
          <p:nvPr/>
        </p:nvGrpSpPr>
        <p:grpSpPr>
          <a:xfrm>
            <a:off x="3772015" y="2443162"/>
            <a:ext cx="286371" cy="260161"/>
            <a:chOff x="-62518200" y="2692475"/>
            <a:chExt cx="318225" cy="289100"/>
          </a:xfrm>
        </p:grpSpPr>
        <p:sp>
          <p:nvSpPr>
            <p:cNvPr id="2411" name="Google Shape;2411;p45"/>
            <p:cNvSpPr/>
            <p:nvPr/>
          </p:nvSpPr>
          <p:spPr>
            <a:xfrm>
              <a:off x="-62518200" y="2692475"/>
              <a:ext cx="318225" cy="289100"/>
            </a:xfrm>
            <a:custGeom>
              <a:rect b="b" l="l" r="r" t="t"/>
              <a:pathLst>
                <a:path extrusionOk="0" h="11564" w="12729">
                  <a:moveTo>
                    <a:pt x="3750" y="851"/>
                  </a:moveTo>
                  <a:cubicBezTo>
                    <a:pt x="5420" y="851"/>
                    <a:pt x="6617" y="1513"/>
                    <a:pt x="6617" y="2112"/>
                  </a:cubicBezTo>
                  <a:cubicBezTo>
                    <a:pt x="6617" y="2679"/>
                    <a:pt x="5420" y="3309"/>
                    <a:pt x="3750" y="3309"/>
                  </a:cubicBezTo>
                  <a:cubicBezTo>
                    <a:pt x="2206" y="3309"/>
                    <a:pt x="851" y="2679"/>
                    <a:pt x="851" y="2112"/>
                  </a:cubicBezTo>
                  <a:cubicBezTo>
                    <a:pt x="851" y="1481"/>
                    <a:pt x="2112" y="851"/>
                    <a:pt x="3750" y="851"/>
                  </a:cubicBezTo>
                  <a:close/>
                  <a:moveTo>
                    <a:pt x="6617" y="3403"/>
                  </a:moveTo>
                  <a:lnTo>
                    <a:pt x="6617" y="3781"/>
                  </a:lnTo>
                  <a:cubicBezTo>
                    <a:pt x="5829" y="4222"/>
                    <a:pt x="5199" y="4884"/>
                    <a:pt x="4821" y="5672"/>
                  </a:cubicBezTo>
                  <a:cubicBezTo>
                    <a:pt x="4475" y="5766"/>
                    <a:pt x="4096" y="5766"/>
                    <a:pt x="3750" y="5766"/>
                  </a:cubicBezTo>
                  <a:cubicBezTo>
                    <a:pt x="2206" y="5766"/>
                    <a:pt x="851" y="5136"/>
                    <a:pt x="851" y="4506"/>
                  </a:cubicBezTo>
                  <a:lnTo>
                    <a:pt x="851" y="3403"/>
                  </a:lnTo>
                  <a:cubicBezTo>
                    <a:pt x="1639" y="3939"/>
                    <a:pt x="2742" y="4159"/>
                    <a:pt x="3750" y="4159"/>
                  </a:cubicBezTo>
                  <a:cubicBezTo>
                    <a:pt x="4727" y="4159"/>
                    <a:pt x="5829" y="3939"/>
                    <a:pt x="6617" y="3403"/>
                  </a:cubicBezTo>
                  <a:close/>
                  <a:moveTo>
                    <a:pt x="883" y="5913"/>
                  </a:moveTo>
                  <a:cubicBezTo>
                    <a:pt x="1396" y="6254"/>
                    <a:pt x="2361" y="6617"/>
                    <a:pt x="3750" y="6617"/>
                  </a:cubicBezTo>
                  <a:cubicBezTo>
                    <a:pt x="4033" y="6617"/>
                    <a:pt x="4254" y="6617"/>
                    <a:pt x="4538" y="6585"/>
                  </a:cubicBezTo>
                  <a:lnTo>
                    <a:pt x="4538" y="6585"/>
                  </a:lnTo>
                  <a:cubicBezTo>
                    <a:pt x="4475" y="6869"/>
                    <a:pt x="4475" y="7184"/>
                    <a:pt x="4475" y="7467"/>
                  </a:cubicBezTo>
                  <a:cubicBezTo>
                    <a:pt x="4475" y="7719"/>
                    <a:pt x="4506" y="7971"/>
                    <a:pt x="4538" y="8255"/>
                  </a:cubicBezTo>
                  <a:cubicBezTo>
                    <a:pt x="4317" y="8287"/>
                    <a:pt x="4033" y="8287"/>
                    <a:pt x="3781" y="8287"/>
                  </a:cubicBezTo>
                  <a:cubicBezTo>
                    <a:pt x="2269" y="8287"/>
                    <a:pt x="883" y="7656"/>
                    <a:pt x="883" y="7026"/>
                  </a:cubicBezTo>
                  <a:lnTo>
                    <a:pt x="883" y="5913"/>
                  </a:lnTo>
                  <a:close/>
                  <a:moveTo>
                    <a:pt x="851" y="8350"/>
                  </a:moveTo>
                  <a:cubicBezTo>
                    <a:pt x="1639" y="8917"/>
                    <a:pt x="2773" y="9106"/>
                    <a:pt x="3750" y="9106"/>
                  </a:cubicBezTo>
                  <a:cubicBezTo>
                    <a:pt x="4096" y="9106"/>
                    <a:pt x="4412" y="9074"/>
                    <a:pt x="4727" y="9043"/>
                  </a:cubicBezTo>
                  <a:cubicBezTo>
                    <a:pt x="4979" y="9547"/>
                    <a:pt x="5294" y="10019"/>
                    <a:pt x="5672" y="10397"/>
                  </a:cubicBezTo>
                  <a:cubicBezTo>
                    <a:pt x="5136" y="10649"/>
                    <a:pt x="4475" y="10775"/>
                    <a:pt x="3750" y="10775"/>
                  </a:cubicBezTo>
                  <a:cubicBezTo>
                    <a:pt x="2112" y="10775"/>
                    <a:pt x="851" y="10082"/>
                    <a:pt x="851" y="9547"/>
                  </a:cubicBezTo>
                  <a:lnTo>
                    <a:pt x="851" y="8350"/>
                  </a:lnTo>
                  <a:close/>
                  <a:moveTo>
                    <a:pt x="8570" y="4159"/>
                  </a:moveTo>
                  <a:cubicBezTo>
                    <a:pt x="10366" y="4159"/>
                    <a:pt x="11878" y="5640"/>
                    <a:pt x="11878" y="7467"/>
                  </a:cubicBezTo>
                  <a:cubicBezTo>
                    <a:pt x="11878" y="9263"/>
                    <a:pt x="10366" y="10775"/>
                    <a:pt x="8570" y="10775"/>
                  </a:cubicBezTo>
                  <a:cubicBezTo>
                    <a:pt x="6743" y="10775"/>
                    <a:pt x="5262" y="9263"/>
                    <a:pt x="5262" y="7467"/>
                  </a:cubicBezTo>
                  <a:cubicBezTo>
                    <a:pt x="5262" y="5609"/>
                    <a:pt x="6743" y="4159"/>
                    <a:pt x="8570" y="4159"/>
                  </a:cubicBezTo>
                  <a:close/>
                  <a:moveTo>
                    <a:pt x="3781" y="1"/>
                  </a:moveTo>
                  <a:cubicBezTo>
                    <a:pt x="1797" y="1"/>
                    <a:pt x="64" y="851"/>
                    <a:pt x="64" y="2112"/>
                  </a:cubicBezTo>
                  <a:lnTo>
                    <a:pt x="64" y="9547"/>
                  </a:lnTo>
                  <a:cubicBezTo>
                    <a:pt x="1" y="10082"/>
                    <a:pt x="442" y="10649"/>
                    <a:pt x="1230" y="11027"/>
                  </a:cubicBezTo>
                  <a:cubicBezTo>
                    <a:pt x="1891" y="11405"/>
                    <a:pt x="2805" y="11563"/>
                    <a:pt x="3750" y="11563"/>
                  </a:cubicBezTo>
                  <a:cubicBezTo>
                    <a:pt x="4790" y="11563"/>
                    <a:pt x="5735" y="11311"/>
                    <a:pt x="6428" y="10964"/>
                  </a:cubicBezTo>
                  <a:cubicBezTo>
                    <a:pt x="7058" y="11342"/>
                    <a:pt x="7814" y="11563"/>
                    <a:pt x="8602" y="11563"/>
                  </a:cubicBezTo>
                  <a:cubicBezTo>
                    <a:pt x="10870" y="11563"/>
                    <a:pt x="12729" y="9704"/>
                    <a:pt x="12729" y="7404"/>
                  </a:cubicBezTo>
                  <a:cubicBezTo>
                    <a:pt x="12729" y="5136"/>
                    <a:pt x="10870" y="3277"/>
                    <a:pt x="8602" y="3277"/>
                  </a:cubicBezTo>
                  <a:cubicBezTo>
                    <a:pt x="8192" y="3277"/>
                    <a:pt x="7846" y="3309"/>
                    <a:pt x="7499" y="3435"/>
                  </a:cubicBezTo>
                  <a:lnTo>
                    <a:pt x="7499" y="2049"/>
                  </a:lnTo>
                  <a:cubicBezTo>
                    <a:pt x="7499" y="1481"/>
                    <a:pt x="7058" y="914"/>
                    <a:pt x="6302" y="536"/>
                  </a:cubicBezTo>
                  <a:cubicBezTo>
                    <a:pt x="5640" y="158"/>
                    <a:pt x="4727" y="1"/>
                    <a:pt x="378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2" name="Google Shape;2412;p45"/>
            <p:cNvSpPr/>
            <p:nvPr/>
          </p:nvSpPr>
          <p:spPr>
            <a:xfrm>
              <a:off x="-62335475" y="2804325"/>
              <a:ext cx="62250" cy="146525"/>
            </a:xfrm>
            <a:custGeom>
              <a:rect b="b" l="l" r="r" t="t"/>
              <a:pathLst>
                <a:path extrusionOk="0" h="5861" w="2490">
                  <a:moveTo>
                    <a:pt x="1261" y="0"/>
                  </a:moveTo>
                  <a:cubicBezTo>
                    <a:pt x="1009" y="0"/>
                    <a:pt x="820" y="189"/>
                    <a:pt x="820" y="410"/>
                  </a:cubicBezTo>
                  <a:lnTo>
                    <a:pt x="820" y="694"/>
                  </a:lnTo>
                  <a:cubicBezTo>
                    <a:pt x="348" y="851"/>
                    <a:pt x="1" y="1324"/>
                    <a:pt x="1" y="1891"/>
                  </a:cubicBezTo>
                  <a:cubicBezTo>
                    <a:pt x="1" y="2552"/>
                    <a:pt x="537" y="2930"/>
                    <a:pt x="978" y="3245"/>
                  </a:cubicBezTo>
                  <a:cubicBezTo>
                    <a:pt x="1293" y="3497"/>
                    <a:pt x="1639" y="3718"/>
                    <a:pt x="1639" y="3970"/>
                  </a:cubicBezTo>
                  <a:cubicBezTo>
                    <a:pt x="1671" y="4254"/>
                    <a:pt x="1482" y="4411"/>
                    <a:pt x="1261" y="4411"/>
                  </a:cubicBezTo>
                  <a:cubicBezTo>
                    <a:pt x="1009" y="4411"/>
                    <a:pt x="820" y="4191"/>
                    <a:pt x="820" y="3970"/>
                  </a:cubicBezTo>
                  <a:cubicBezTo>
                    <a:pt x="820" y="3718"/>
                    <a:pt x="631" y="3529"/>
                    <a:pt x="411" y="3529"/>
                  </a:cubicBezTo>
                  <a:cubicBezTo>
                    <a:pt x="190" y="3529"/>
                    <a:pt x="1" y="3718"/>
                    <a:pt x="1" y="3970"/>
                  </a:cubicBezTo>
                  <a:cubicBezTo>
                    <a:pt x="1" y="4506"/>
                    <a:pt x="348" y="4947"/>
                    <a:pt x="820" y="5136"/>
                  </a:cubicBezTo>
                  <a:lnTo>
                    <a:pt x="820" y="5419"/>
                  </a:lnTo>
                  <a:cubicBezTo>
                    <a:pt x="820" y="5671"/>
                    <a:pt x="1009" y="5860"/>
                    <a:pt x="1261" y="5860"/>
                  </a:cubicBezTo>
                  <a:cubicBezTo>
                    <a:pt x="1482" y="5860"/>
                    <a:pt x="1639" y="5671"/>
                    <a:pt x="1639" y="5419"/>
                  </a:cubicBezTo>
                  <a:lnTo>
                    <a:pt x="1639" y="5136"/>
                  </a:lnTo>
                  <a:cubicBezTo>
                    <a:pt x="2112" y="4978"/>
                    <a:pt x="2458" y="4506"/>
                    <a:pt x="2458" y="3970"/>
                  </a:cubicBezTo>
                  <a:cubicBezTo>
                    <a:pt x="2458" y="3308"/>
                    <a:pt x="1923" y="2899"/>
                    <a:pt x="1482" y="2584"/>
                  </a:cubicBezTo>
                  <a:cubicBezTo>
                    <a:pt x="1167" y="2363"/>
                    <a:pt x="820" y="2111"/>
                    <a:pt x="820" y="1891"/>
                  </a:cubicBezTo>
                  <a:cubicBezTo>
                    <a:pt x="820" y="1639"/>
                    <a:pt x="1009" y="1450"/>
                    <a:pt x="1261" y="1450"/>
                  </a:cubicBezTo>
                  <a:cubicBezTo>
                    <a:pt x="1482" y="1450"/>
                    <a:pt x="1639" y="1639"/>
                    <a:pt x="1639" y="1891"/>
                  </a:cubicBezTo>
                  <a:cubicBezTo>
                    <a:pt x="1639" y="2111"/>
                    <a:pt x="1860" y="2300"/>
                    <a:pt x="2049" y="2300"/>
                  </a:cubicBezTo>
                  <a:cubicBezTo>
                    <a:pt x="2269" y="2300"/>
                    <a:pt x="2490" y="2111"/>
                    <a:pt x="2490" y="1891"/>
                  </a:cubicBezTo>
                  <a:cubicBezTo>
                    <a:pt x="2490" y="1324"/>
                    <a:pt x="2112" y="883"/>
                    <a:pt x="1639" y="694"/>
                  </a:cubicBezTo>
                  <a:lnTo>
                    <a:pt x="1639" y="410"/>
                  </a:lnTo>
                  <a:cubicBezTo>
                    <a:pt x="1639" y="189"/>
                    <a:pt x="1450" y="0"/>
                    <a:pt x="126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13" name="Google Shape;2413;p45"/>
          <p:cNvGrpSpPr/>
          <p:nvPr/>
        </p:nvGrpSpPr>
        <p:grpSpPr>
          <a:xfrm>
            <a:off x="2482152" y="2867971"/>
            <a:ext cx="241016" cy="284233"/>
            <a:chOff x="-60597975" y="1939525"/>
            <a:chExt cx="267825" cy="315850"/>
          </a:xfrm>
        </p:grpSpPr>
        <p:sp>
          <p:nvSpPr>
            <p:cNvPr id="2414" name="Google Shape;2414;p45"/>
            <p:cNvSpPr/>
            <p:nvPr/>
          </p:nvSpPr>
          <p:spPr>
            <a:xfrm>
              <a:off x="-60597975" y="1939525"/>
              <a:ext cx="267825" cy="315850"/>
            </a:xfrm>
            <a:custGeom>
              <a:rect b="b" l="l" r="r" t="t"/>
              <a:pathLst>
                <a:path extrusionOk="0" h="12634" w="10713">
                  <a:moveTo>
                    <a:pt x="7436" y="788"/>
                  </a:moveTo>
                  <a:lnTo>
                    <a:pt x="7436" y="1859"/>
                  </a:lnTo>
                  <a:cubicBezTo>
                    <a:pt x="7310" y="1733"/>
                    <a:pt x="7247" y="1607"/>
                    <a:pt x="6995" y="1607"/>
                  </a:cubicBezTo>
                  <a:cubicBezTo>
                    <a:pt x="6806" y="1607"/>
                    <a:pt x="6743" y="1733"/>
                    <a:pt x="6617" y="1859"/>
                  </a:cubicBezTo>
                  <a:lnTo>
                    <a:pt x="6617" y="788"/>
                  </a:lnTo>
                  <a:close/>
                  <a:moveTo>
                    <a:pt x="9515" y="788"/>
                  </a:moveTo>
                  <a:cubicBezTo>
                    <a:pt x="9767" y="788"/>
                    <a:pt x="9925" y="977"/>
                    <a:pt x="9925" y="1197"/>
                  </a:cubicBezTo>
                  <a:lnTo>
                    <a:pt x="9925" y="4222"/>
                  </a:lnTo>
                  <a:lnTo>
                    <a:pt x="2490" y="4222"/>
                  </a:lnTo>
                  <a:lnTo>
                    <a:pt x="2490" y="788"/>
                  </a:lnTo>
                  <a:lnTo>
                    <a:pt x="5798" y="788"/>
                  </a:lnTo>
                  <a:lnTo>
                    <a:pt x="5798" y="2867"/>
                  </a:lnTo>
                  <a:cubicBezTo>
                    <a:pt x="5798" y="3119"/>
                    <a:pt x="5980" y="3287"/>
                    <a:pt x="6185" y="3287"/>
                  </a:cubicBezTo>
                  <a:cubicBezTo>
                    <a:pt x="6288" y="3287"/>
                    <a:pt x="6396" y="3245"/>
                    <a:pt x="6491" y="3151"/>
                  </a:cubicBezTo>
                  <a:lnTo>
                    <a:pt x="7058" y="2615"/>
                  </a:lnTo>
                  <a:lnTo>
                    <a:pt x="7594" y="3151"/>
                  </a:lnTo>
                  <a:cubicBezTo>
                    <a:pt x="7688" y="3245"/>
                    <a:pt x="7800" y="3287"/>
                    <a:pt x="7907" y="3287"/>
                  </a:cubicBezTo>
                  <a:cubicBezTo>
                    <a:pt x="8122" y="3287"/>
                    <a:pt x="8318" y="3119"/>
                    <a:pt x="8318" y="2867"/>
                  </a:cubicBezTo>
                  <a:lnTo>
                    <a:pt x="8318" y="788"/>
                  </a:lnTo>
                  <a:close/>
                  <a:moveTo>
                    <a:pt x="9925" y="5041"/>
                  </a:moveTo>
                  <a:lnTo>
                    <a:pt x="9925" y="8349"/>
                  </a:lnTo>
                  <a:lnTo>
                    <a:pt x="2490" y="8349"/>
                  </a:lnTo>
                  <a:lnTo>
                    <a:pt x="2490" y="5041"/>
                  </a:lnTo>
                  <a:close/>
                  <a:moveTo>
                    <a:pt x="9925" y="9168"/>
                  </a:moveTo>
                  <a:lnTo>
                    <a:pt x="9925" y="11373"/>
                  </a:lnTo>
                  <a:cubicBezTo>
                    <a:pt x="9925" y="11625"/>
                    <a:pt x="9736" y="11783"/>
                    <a:pt x="9515" y="11783"/>
                  </a:cubicBezTo>
                  <a:lnTo>
                    <a:pt x="2490" y="11783"/>
                  </a:lnTo>
                  <a:lnTo>
                    <a:pt x="2490" y="9168"/>
                  </a:lnTo>
                  <a:close/>
                  <a:moveTo>
                    <a:pt x="1639" y="788"/>
                  </a:moveTo>
                  <a:lnTo>
                    <a:pt x="1639" y="11814"/>
                  </a:lnTo>
                  <a:lnTo>
                    <a:pt x="820" y="11814"/>
                  </a:lnTo>
                  <a:lnTo>
                    <a:pt x="820" y="788"/>
                  </a:lnTo>
                  <a:close/>
                  <a:moveTo>
                    <a:pt x="379" y="0"/>
                  </a:moveTo>
                  <a:cubicBezTo>
                    <a:pt x="158" y="0"/>
                    <a:pt x="1" y="189"/>
                    <a:pt x="1" y="410"/>
                  </a:cubicBezTo>
                  <a:lnTo>
                    <a:pt x="1" y="12256"/>
                  </a:lnTo>
                  <a:cubicBezTo>
                    <a:pt x="1" y="12445"/>
                    <a:pt x="190" y="12634"/>
                    <a:pt x="379" y="12634"/>
                  </a:cubicBezTo>
                  <a:lnTo>
                    <a:pt x="9484" y="12634"/>
                  </a:lnTo>
                  <a:cubicBezTo>
                    <a:pt x="10146" y="12634"/>
                    <a:pt x="10713" y="12098"/>
                    <a:pt x="10713" y="11436"/>
                  </a:cubicBezTo>
                  <a:lnTo>
                    <a:pt x="10713" y="1229"/>
                  </a:lnTo>
                  <a:cubicBezTo>
                    <a:pt x="10713" y="567"/>
                    <a:pt x="10177" y="0"/>
                    <a:pt x="948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5" name="Google Shape;2415;p45"/>
            <p:cNvSpPr/>
            <p:nvPr/>
          </p:nvSpPr>
          <p:spPr>
            <a:xfrm>
              <a:off x="-60494775" y="2097050"/>
              <a:ext cx="103175" cy="20500"/>
            </a:xfrm>
            <a:custGeom>
              <a:rect b="b" l="l" r="r" t="t"/>
              <a:pathLst>
                <a:path extrusionOk="0" h="820" w="4127">
                  <a:moveTo>
                    <a:pt x="410" y="0"/>
                  </a:moveTo>
                  <a:cubicBezTo>
                    <a:pt x="158" y="0"/>
                    <a:pt x="0" y="189"/>
                    <a:pt x="0" y="410"/>
                  </a:cubicBezTo>
                  <a:cubicBezTo>
                    <a:pt x="0" y="630"/>
                    <a:pt x="189" y="819"/>
                    <a:pt x="410" y="819"/>
                  </a:cubicBezTo>
                  <a:lnTo>
                    <a:pt x="3718" y="819"/>
                  </a:lnTo>
                  <a:cubicBezTo>
                    <a:pt x="3938" y="819"/>
                    <a:pt x="4127" y="630"/>
                    <a:pt x="4127" y="410"/>
                  </a:cubicBezTo>
                  <a:cubicBezTo>
                    <a:pt x="4127" y="158"/>
                    <a:pt x="3938" y="0"/>
                    <a:pt x="371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16" name="Google Shape;2416;p45"/>
          <p:cNvGrpSpPr/>
          <p:nvPr/>
        </p:nvGrpSpPr>
        <p:grpSpPr>
          <a:xfrm>
            <a:off x="2459126" y="3305494"/>
            <a:ext cx="287068" cy="286708"/>
            <a:chOff x="-60620800" y="2304600"/>
            <a:chExt cx="319000" cy="318600"/>
          </a:xfrm>
        </p:grpSpPr>
        <p:sp>
          <p:nvSpPr>
            <p:cNvPr id="2417" name="Google Shape;2417;p45"/>
            <p:cNvSpPr/>
            <p:nvPr/>
          </p:nvSpPr>
          <p:spPr>
            <a:xfrm>
              <a:off x="-60620800" y="2304600"/>
              <a:ext cx="319000" cy="318600"/>
            </a:xfrm>
            <a:custGeom>
              <a:rect b="b" l="l" r="r" t="t"/>
              <a:pathLst>
                <a:path extrusionOk="0" h="12744" w="12760">
                  <a:moveTo>
                    <a:pt x="10939" y="845"/>
                  </a:moveTo>
                  <a:cubicBezTo>
                    <a:pt x="10969" y="845"/>
                    <a:pt x="11001" y="853"/>
                    <a:pt x="11027" y="866"/>
                  </a:cubicBezTo>
                  <a:lnTo>
                    <a:pt x="11752" y="1276"/>
                  </a:lnTo>
                  <a:cubicBezTo>
                    <a:pt x="11783" y="1339"/>
                    <a:pt x="11815" y="1433"/>
                    <a:pt x="11783" y="1465"/>
                  </a:cubicBezTo>
                  <a:lnTo>
                    <a:pt x="11437" y="2063"/>
                  </a:lnTo>
                  <a:lnTo>
                    <a:pt x="10491" y="1496"/>
                  </a:lnTo>
                  <a:lnTo>
                    <a:pt x="10838" y="898"/>
                  </a:lnTo>
                  <a:cubicBezTo>
                    <a:pt x="10856" y="861"/>
                    <a:pt x="10897" y="845"/>
                    <a:pt x="10939" y="845"/>
                  </a:cubicBezTo>
                  <a:close/>
                  <a:moveTo>
                    <a:pt x="10050" y="2252"/>
                  </a:moveTo>
                  <a:lnTo>
                    <a:pt x="10995" y="2819"/>
                  </a:lnTo>
                  <a:lnTo>
                    <a:pt x="8916" y="6379"/>
                  </a:lnTo>
                  <a:lnTo>
                    <a:pt x="7971" y="5844"/>
                  </a:lnTo>
                  <a:lnTo>
                    <a:pt x="10050" y="2252"/>
                  </a:lnTo>
                  <a:close/>
                  <a:moveTo>
                    <a:pt x="7813" y="6663"/>
                  </a:moveTo>
                  <a:lnTo>
                    <a:pt x="8318" y="6978"/>
                  </a:lnTo>
                  <a:lnTo>
                    <a:pt x="7782" y="7324"/>
                  </a:lnTo>
                  <a:lnTo>
                    <a:pt x="7813" y="6663"/>
                  </a:lnTo>
                  <a:close/>
                  <a:moveTo>
                    <a:pt x="11342" y="5245"/>
                  </a:moveTo>
                  <a:cubicBezTo>
                    <a:pt x="11594" y="5245"/>
                    <a:pt x="11752" y="5434"/>
                    <a:pt x="11752" y="5686"/>
                  </a:cubicBezTo>
                  <a:lnTo>
                    <a:pt x="11752" y="11483"/>
                  </a:lnTo>
                  <a:cubicBezTo>
                    <a:pt x="11752" y="11704"/>
                    <a:pt x="11531" y="11893"/>
                    <a:pt x="11342" y="11893"/>
                  </a:cubicBezTo>
                  <a:lnTo>
                    <a:pt x="1197" y="11893"/>
                  </a:lnTo>
                  <a:cubicBezTo>
                    <a:pt x="945" y="11893"/>
                    <a:pt x="788" y="11704"/>
                    <a:pt x="788" y="11483"/>
                  </a:cubicBezTo>
                  <a:lnTo>
                    <a:pt x="788" y="5686"/>
                  </a:lnTo>
                  <a:cubicBezTo>
                    <a:pt x="788" y="5434"/>
                    <a:pt x="977" y="5245"/>
                    <a:pt x="1197" y="5245"/>
                  </a:cubicBezTo>
                  <a:lnTo>
                    <a:pt x="7372" y="5245"/>
                  </a:lnTo>
                  <a:lnTo>
                    <a:pt x="7057" y="5749"/>
                  </a:lnTo>
                  <a:cubicBezTo>
                    <a:pt x="7026" y="5812"/>
                    <a:pt x="7026" y="5875"/>
                    <a:pt x="7026" y="5970"/>
                  </a:cubicBezTo>
                  <a:lnTo>
                    <a:pt x="6900" y="7734"/>
                  </a:lnTo>
                  <a:lnTo>
                    <a:pt x="5545" y="7734"/>
                  </a:lnTo>
                  <a:cubicBezTo>
                    <a:pt x="5325" y="7734"/>
                    <a:pt x="5167" y="7923"/>
                    <a:pt x="5167" y="8175"/>
                  </a:cubicBezTo>
                  <a:cubicBezTo>
                    <a:pt x="5167" y="8396"/>
                    <a:pt x="5356" y="8585"/>
                    <a:pt x="5545" y="8585"/>
                  </a:cubicBezTo>
                  <a:lnTo>
                    <a:pt x="10523" y="8585"/>
                  </a:lnTo>
                  <a:cubicBezTo>
                    <a:pt x="10743" y="8585"/>
                    <a:pt x="10964" y="8396"/>
                    <a:pt x="10964" y="8175"/>
                  </a:cubicBezTo>
                  <a:cubicBezTo>
                    <a:pt x="10964" y="7923"/>
                    <a:pt x="10743" y="7734"/>
                    <a:pt x="10523" y="7734"/>
                  </a:cubicBezTo>
                  <a:lnTo>
                    <a:pt x="8633" y="7734"/>
                  </a:lnTo>
                  <a:lnTo>
                    <a:pt x="9294" y="7293"/>
                  </a:lnTo>
                  <a:cubicBezTo>
                    <a:pt x="9326" y="7261"/>
                    <a:pt x="9420" y="7230"/>
                    <a:pt x="9420" y="7135"/>
                  </a:cubicBezTo>
                  <a:lnTo>
                    <a:pt x="10523" y="5245"/>
                  </a:lnTo>
                  <a:close/>
                  <a:moveTo>
                    <a:pt x="10933" y="0"/>
                  </a:moveTo>
                  <a:cubicBezTo>
                    <a:pt x="10599" y="0"/>
                    <a:pt x="10280" y="175"/>
                    <a:pt x="10113" y="488"/>
                  </a:cubicBezTo>
                  <a:lnTo>
                    <a:pt x="9578" y="1433"/>
                  </a:lnTo>
                  <a:lnTo>
                    <a:pt x="7877" y="4395"/>
                  </a:lnTo>
                  <a:lnTo>
                    <a:pt x="1229" y="4395"/>
                  </a:lnTo>
                  <a:cubicBezTo>
                    <a:pt x="567" y="4395"/>
                    <a:pt x="0" y="4930"/>
                    <a:pt x="0" y="5592"/>
                  </a:cubicBezTo>
                  <a:lnTo>
                    <a:pt x="0" y="11483"/>
                  </a:lnTo>
                  <a:cubicBezTo>
                    <a:pt x="0" y="12145"/>
                    <a:pt x="567" y="12743"/>
                    <a:pt x="1229" y="12743"/>
                  </a:cubicBezTo>
                  <a:lnTo>
                    <a:pt x="11374" y="12743"/>
                  </a:lnTo>
                  <a:cubicBezTo>
                    <a:pt x="12067" y="12743"/>
                    <a:pt x="12602" y="12176"/>
                    <a:pt x="12602" y="11483"/>
                  </a:cubicBezTo>
                  <a:lnTo>
                    <a:pt x="12602" y="5686"/>
                  </a:lnTo>
                  <a:cubicBezTo>
                    <a:pt x="12602" y="5025"/>
                    <a:pt x="12067" y="4458"/>
                    <a:pt x="11374" y="4458"/>
                  </a:cubicBezTo>
                  <a:lnTo>
                    <a:pt x="11027" y="4458"/>
                  </a:lnTo>
                  <a:lnTo>
                    <a:pt x="12508" y="1937"/>
                  </a:lnTo>
                  <a:cubicBezTo>
                    <a:pt x="12760" y="1433"/>
                    <a:pt x="12602" y="835"/>
                    <a:pt x="12130" y="551"/>
                  </a:cubicBezTo>
                  <a:lnTo>
                    <a:pt x="11437" y="141"/>
                  </a:lnTo>
                  <a:cubicBezTo>
                    <a:pt x="11277" y="46"/>
                    <a:pt x="11103" y="0"/>
                    <a:pt x="109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8" name="Google Shape;2418;p45"/>
            <p:cNvSpPr/>
            <p:nvPr/>
          </p:nvSpPr>
          <p:spPr>
            <a:xfrm>
              <a:off x="-60491625" y="2560150"/>
              <a:ext cx="144925" cy="20525"/>
            </a:xfrm>
            <a:custGeom>
              <a:rect b="b" l="l" r="r" t="t"/>
              <a:pathLst>
                <a:path extrusionOk="0" h="821" w="5797">
                  <a:moveTo>
                    <a:pt x="378" y="1"/>
                  </a:moveTo>
                  <a:cubicBezTo>
                    <a:pt x="158" y="1"/>
                    <a:pt x="0" y="190"/>
                    <a:pt x="0" y="411"/>
                  </a:cubicBezTo>
                  <a:cubicBezTo>
                    <a:pt x="0" y="663"/>
                    <a:pt x="189" y="820"/>
                    <a:pt x="378" y="820"/>
                  </a:cubicBezTo>
                  <a:lnTo>
                    <a:pt x="5356" y="820"/>
                  </a:lnTo>
                  <a:cubicBezTo>
                    <a:pt x="5576" y="820"/>
                    <a:pt x="5797" y="631"/>
                    <a:pt x="5797" y="411"/>
                  </a:cubicBezTo>
                  <a:cubicBezTo>
                    <a:pt x="5797" y="190"/>
                    <a:pt x="5576" y="1"/>
                    <a:pt x="535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9" name="Google Shape;2419;p45"/>
            <p:cNvSpPr/>
            <p:nvPr/>
          </p:nvSpPr>
          <p:spPr>
            <a:xfrm>
              <a:off x="-60573550" y="2445950"/>
              <a:ext cx="62250" cy="146525"/>
            </a:xfrm>
            <a:custGeom>
              <a:rect b="b" l="l" r="r" t="t"/>
              <a:pathLst>
                <a:path extrusionOk="0" h="5861" w="2490">
                  <a:moveTo>
                    <a:pt x="1229" y="1"/>
                  </a:moveTo>
                  <a:cubicBezTo>
                    <a:pt x="977" y="1"/>
                    <a:pt x="820" y="190"/>
                    <a:pt x="820" y="410"/>
                  </a:cubicBezTo>
                  <a:lnTo>
                    <a:pt x="820" y="694"/>
                  </a:lnTo>
                  <a:cubicBezTo>
                    <a:pt x="347" y="851"/>
                    <a:pt x="1" y="1324"/>
                    <a:pt x="1" y="1891"/>
                  </a:cubicBezTo>
                  <a:cubicBezTo>
                    <a:pt x="1" y="2553"/>
                    <a:pt x="568" y="2931"/>
                    <a:pt x="977" y="3246"/>
                  </a:cubicBezTo>
                  <a:cubicBezTo>
                    <a:pt x="1292" y="3498"/>
                    <a:pt x="1670" y="3718"/>
                    <a:pt x="1670" y="3970"/>
                  </a:cubicBezTo>
                  <a:cubicBezTo>
                    <a:pt x="1670" y="4191"/>
                    <a:pt x="1450" y="4348"/>
                    <a:pt x="1229" y="4348"/>
                  </a:cubicBezTo>
                  <a:cubicBezTo>
                    <a:pt x="977" y="4348"/>
                    <a:pt x="820" y="4159"/>
                    <a:pt x="820" y="3970"/>
                  </a:cubicBezTo>
                  <a:cubicBezTo>
                    <a:pt x="820" y="3718"/>
                    <a:pt x="631" y="3529"/>
                    <a:pt x="442" y="3529"/>
                  </a:cubicBezTo>
                  <a:cubicBezTo>
                    <a:pt x="190" y="3529"/>
                    <a:pt x="1" y="3718"/>
                    <a:pt x="1" y="3970"/>
                  </a:cubicBezTo>
                  <a:cubicBezTo>
                    <a:pt x="1" y="4506"/>
                    <a:pt x="347" y="4947"/>
                    <a:pt x="820" y="5136"/>
                  </a:cubicBezTo>
                  <a:lnTo>
                    <a:pt x="820" y="5420"/>
                  </a:lnTo>
                  <a:cubicBezTo>
                    <a:pt x="820" y="5672"/>
                    <a:pt x="1040" y="5861"/>
                    <a:pt x="1229" y="5861"/>
                  </a:cubicBezTo>
                  <a:cubicBezTo>
                    <a:pt x="1450" y="5861"/>
                    <a:pt x="1670" y="5672"/>
                    <a:pt x="1670" y="5420"/>
                  </a:cubicBezTo>
                  <a:lnTo>
                    <a:pt x="1670" y="5136"/>
                  </a:lnTo>
                  <a:cubicBezTo>
                    <a:pt x="2143" y="4979"/>
                    <a:pt x="2489" y="4506"/>
                    <a:pt x="2489" y="3970"/>
                  </a:cubicBezTo>
                  <a:cubicBezTo>
                    <a:pt x="2489" y="3309"/>
                    <a:pt x="1922" y="2899"/>
                    <a:pt x="1513" y="2584"/>
                  </a:cubicBezTo>
                  <a:cubicBezTo>
                    <a:pt x="1198" y="2364"/>
                    <a:pt x="820" y="2112"/>
                    <a:pt x="820" y="1891"/>
                  </a:cubicBezTo>
                  <a:cubicBezTo>
                    <a:pt x="788" y="1639"/>
                    <a:pt x="977" y="1450"/>
                    <a:pt x="1229" y="1450"/>
                  </a:cubicBezTo>
                  <a:cubicBezTo>
                    <a:pt x="1450" y="1450"/>
                    <a:pt x="1670" y="1639"/>
                    <a:pt x="1670" y="1891"/>
                  </a:cubicBezTo>
                  <a:cubicBezTo>
                    <a:pt x="1670" y="2112"/>
                    <a:pt x="1859" y="2269"/>
                    <a:pt x="2048" y="2269"/>
                  </a:cubicBezTo>
                  <a:cubicBezTo>
                    <a:pt x="2300" y="2269"/>
                    <a:pt x="2489" y="2080"/>
                    <a:pt x="2489" y="1891"/>
                  </a:cubicBezTo>
                  <a:cubicBezTo>
                    <a:pt x="2489" y="1324"/>
                    <a:pt x="2143" y="883"/>
                    <a:pt x="1670" y="694"/>
                  </a:cubicBezTo>
                  <a:lnTo>
                    <a:pt x="1670" y="410"/>
                  </a:lnTo>
                  <a:cubicBezTo>
                    <a:pt x="1670" y="190"/>
                    <a:pt x="1450" y="1"/>
                    <a:pt x="122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20" name="Google Shape;2420;p45"/>
          <p:cNvGrpSpPr/>
          <p:nvPr/>
        </p:nvGrpSpPr>
        <p:grpSpPr>
          <a:xfrm>
            <a:off x="2460183" y="3781063"/>
            <a:ext cx="284953" cy="204165"/>
            <a:chOff x="-60621600" y="2716100"/>
            <a:chExt cx="316650" cy="226875"/>
          </a:xfrm>
        </p:grpSpPr>
        <p:sp>
          <p:nvSpPr>
            <p:cNvPr id="2421" name="Google Shape;2421;p45"/>
            <p:cNvSpPr/>
            <p:nvPr/>
          </p:nvSpPr>
          <p:spPr>
            <a:xfrm>
              <a:off x="-60621600" y="2716100"/>
              <a:ext cx="316650" cy="226875"/>
            </a:xfrm>
            <a:custGeom>
              <a:rect b="b" l="l" r="r" t="t"/>
              <a:pathLst>
                <a:path extrusionOk="0" h="9075" w="12666">
                  <a:moveTo>
                    <a:pt x="11374" y="789"/>
                  </a:moveTo>
                  <a:cubicBezTo>
                    <a:pt x="11626" y="789"/>
                    <a:pt x="11815" y="1009"/>
                    <a:pt x="11815" y="1230"/>
                  </a:cubicBezTo>
                  <a:lnTo>
                    <a:pt x="11815" y="1671"/>
                  </a:lnTo>
                  <a:lnTo>
                    <a:pt x="788" y="1671"/>
                  </a:lnTo>
                  <a:lnTo>
                    <a:pt x="788" y="1230"/>
                  </a:lnTo>
                  <a:cubicBezTo>
                    <a:pt x="788" y="1009"/>
                    <a:pt x="977" y="789"/>
                    <a:pt x="1166" y="789"/>
                  </a:cubicBezTo>
                  <a:close/>
                  <a:moveTo>
                    <a:pt x="11815" y="2490"/>
                  </a:moveTo>
                  <a:lnTo>
                    <a:pt x="11815" y="7877"/>
                  </a:lnTo>
                  <a:cubicBezTo>
                    <a:pt x="11815" y="8129"/>
                    <a:pt x="11626" y="8318"/>
                    <a:pt x="11374" y="8318"/>
                  </a:cubicBezTo>
                  <a:lnTo>
                    <a:pt x="1166" y="8318"/>
                  </a:lnTo>
                  <a:cubicBezTo>
                    <a:pt x="946" y="8318"/>
                    <a:pt x="788" y="8129"/>
                    <a:pt x="788" y="7877"/>
                  </a:cubicBezTo>
                  <a:lnTo>
                    <a:pt x="788" y="2490"/>
                  </a:lnTo>
                  <a:close/>
                  <a:moveTo>
                    <a:pt x="1229" y="1"/>
                  </a:moveTo>
                  <a:cubicBezTo>
                    <a:pt x="536" y="1"/>
                    <a:pt x="1" y="568"/>
                    <a:pt x="1" y="1230"/>
                  </a:cubicBezTo>
                  <a:lnTo>
                    <a:pt x="1" y="7846"/>
                  </a:lnTo>
                  <a:cubicBezTo>
                    <a:pt x="1" y="8507"/>
                    <a:pt x="536" y="9074"/>
                    <a:pt x="1229" y="9074"/>
                  </a:cubicBezTo>
                  <a:lnTo>
                    <a:pt x="11406" y="9074"/>
                  </a:lnTo>
                  <a:cubicBezTo>
                    <a:pt x="12099" y="9074"/>
                    <a:pt x="12666" y="8507"/>
                    <a:pt x="12666" y="7846"/>
                  </a:cubicBezTo>
                  <a:lnTo>
                    <a:pt x="12666" y="1230"/>
                  </a:lnTo>
                  <a:cubicBezTo>
                    <a:pt x="12634" y="568"/>
                    <a:pt x="12099" y="1"/>
                    <a:pt x="114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2" name="Google Shape;2422;p45"/>
            <p:cNvSpPr/>
            <p:nvPr/>
          </p:nvSpPr>
          <p:spPr>
            <a:xfrm>
              <a:off x="-60546775" y="2798025"/>
              <a:ext cx="166225" cy="104775"/>
            </a:xfrm>
            <a:custGeom>
              <a:rect b="b" l="l" r="r" t="t"/>
              <a:pathLst>
                <a:path extrusionOk="0" h="4191" w="6649">
                  <a:moveTo>
                    <a:pt x="2080" y="883"/>
                  </a:moveTo>
                  <a:cubicBezTo>
                    <a:pt x="2332" y="883"/>
                    <a:pt x="2553" y="946"/>
                    <a:pt x="2805" y="1072"/>
                  </a:cubicBezTo>
                  <a:cubicBezTo>
                    <a:pt x="2647" y="1387"/>
                    <a:pt x="2521" y="1733"/>
                    <a:pt x="2521" y="2080"/>
                  </a:cubicBezTo>
                  <a:cubicBezTo>
                    <a:pt x="2521" y="2489"/>
                    <a:pt x="2647" y="2804"/>
                    <a:pt x="2805" y="3119"/>
                  </a:cubicBezTo>
                  <a:cubicBezTo>
                    <a:pt x="2584" y="3245"/>
                    <a:pt x="2364" y="3308"/>
                    <a:pt x="2080" y="3308"/>
                  </a:cubicBezTo>
                  <a:cubicBezTo>
                    <a:pt x="1418" y="3308"/>
                    <a:pt x="820" y="2741"/>
                    <a:pt x="820" y="2048"/>
                  </a:cubicBezTo>
                  <a:cubicBezTo>
                    <a:pt x="820" y="1418"/>
                    <a:pt x="1418" y="883"/>
                    <a:pt x="2080" y="883"/>
                  </a:cubicBezTo>
                  <a:close/>
                  <a:moveTo>
                    <a:pt x="4569" y="883"/>
                  </a:moveTo>
                  <a:cubicBezTo>
                    <a:pt x="5231" y="883"/>
                    <a:pt x="5798" y="1418"/>
                    <a:pt x="5798" y="2080"/>
                  </a:cubicBezTo>
                  <a:cubicBezTo>
                    <a:pt x="5798" y="2741"/>
                    <a:pt x="5231" y="3340"/>
                    <a:pt x="4569" y="3340"/>
                  </a:cubicBezTo>
                  <a:cubicBezTo>
                    <a:pt x="3907" y="3340"/>
                    <a:pt x="3340" y="2804"/>
                    <a:pt x="3340" y="2080"/>
                  </a:cubicBezTo>
                  <a:cubicBezTo>
                    <a:pt x="3309" y="1418"/>
                    <a:pt x="3907" y="883"/>
                    <a:pt x="4569" y="883"/>
                  </a:cubicBezTo>
                  <a:close/>
                  <a:moveTo>
                    <a:pt x="2080" y="0"/>
                  </a:moveTo>
                  <a:cubicBezTo>
                    <a:pt x="946" y="0"/>
                    <a:pt x="1" y="946"/>
                    <a:pt x="1" y="2080"/>
                  </a:cubicBezTo>
                  <a:cubicBezTo>
                    <a:pt x="1" y="3245"/>
                    <a:pt x="946" y="4191"/>
                    <a:pt x="2080" y="4191"/>
                  </a:cubicBezTo>
                  <a:cubicBezTo>
                    <a:pt x="2521" y="4191"/>
                    <a:pt x="2962" y="4033"/>
                    <a:pt x="3340" y="3749"/>
                  </a:cubicBezTo>
                  <a:cubicBezTo>
                    <a:pt x="3687" y="4033"/>
                    <a:pt x="4128" y="4191"/>
                    <a:pt x="4569" y="4191"/>
                  </a:cubicBezTo>
                  <a:cubicBezTo>
                    <a:pt x="5703" y="4191"/>
                    <a:pt x="6648" y="3245"/>
                    <a:pt x="6648" y="2080"/>
                  </a:cubicBezTo>
                  <a:cubicBezTo>
                    <a:pt x="6648" y="946"/>
                    <a:pt x="5703" y="0"/>
                    <a:pt x="4569" y="0"/>
                  </a:cubicBezTo>
                  <a:cubicBezTo>
                    <a:pt x="4096" y="0"/>
                    <a:pt x="3655" y="158"/>
                    <a:pt x="3340" y="441"/>
                  </a:cubicBezTo>
                  <a:cubicBezTo>
                    <a:pt x="2994" y="158"/>
                    <a:pt x="2553" y="0"/>
                    <a:pt x="208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23" name="Google Shape;2423;p45"/>
          <p:cNvGrpSpPr/>
          <p:nvPr/>
        </p:nvGrpSpPr>
        <p:grpSpPr>
          <a:xfrm>
            <a:off x="3775918" y="3740680"/>
            <a:ext cx="278564" cy="284931"/>
            <a:chOff x="-59475600" y="2658625"/>
            <a:chExt cx="309550" cy="316625"/>
          </a:xfrm>
        </p:grpSpPr>
        <p:sp>
          <p:nvSpPr>
            <p:cNvPr id="2424" name="Google Shape;2424;p45"/>
            <p:cNvSpPr/>
            <p:nvPr/>
          </p:nvSpPr>
          <p:spPr>
            <a:xfrm>
              <a:off x="-59427550" y="2913025"/>
              <a:ext cx="19700" cy="19700"/>
            </a:xfrm>
            <a:custGeom>
              <a:rect b="b" l="l" r="r" t="t"/>
              <a:pathLst>
                <a:path extrusionOk="0" h="788" w="788">
                  <a:moveTo>
                    <a:pt x="410" y="0"/>
                  </a:moveTo>
                  <a:cubicBezTo>
                    <a:pt x="189" y="0"/>
                    <a:pt x="0" y="189"/>
                    <a:pt x="0" y="410"/>
                  </a:cubicBezTo>
                  <a:cubicBezTo>
                    <a:pt x="0" y="630"/>
                    <a:pt x="189" y="788"/>
                    <a:pt x="410" y="788"/>
                  </a:cubicBezTo>
                  <a:cubicBezTo>
                    <a:pt x="630" y="788"/>
                    <a:pt x="788" y="630"/>
                    <a:pt x="788" y="410"/>
                  </a:cubicBezTo>
                  <a:cubicBezTo>
                    <a:pt x="788" y="189"/>
                    <a:pt x="630" y="0"/>
                    <a:pt x="41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5" name="Google Shape;2425;p45"/>
            <p:cNvSpPr/>
            <p:nvPr/>
          </p:nvSpPr>
          <p:spPr>
            <a:xfrm>
              <a:off x="-59428350" y="2699575"/>
              <a:ext cx="20500" cy="152825"/>
            </a:xfrm>
            <a:custGeom>
              <a:rect b="b" l="l" r="r" t="t"/>
              <a:pathLst>
                <a:path extrusionOk="0" h="6113" w="820">
                  <a:moveTo>
                    <a:pt x="442" y="0"/>
                  </a:moveTo>
                  <a:cubicBezTo>
                    <a:pt x="190" y="0"/>
                    <a:pt x="1" y="189"/>
                    <a:pt x="1" y="441"/>
                  </a:cubicBezTo>
                  <a:lnTo>
                    <a:pt x="1" y="5671"/>
                  </a:lnTo>
                  <a:cubicBezTo>
                    <a:pt x="1" y="5923"/>
                    <a:pt x="190" y="6112"/>
                    <a:pt x="442" y="6112"/>
                  </a:cubicBezTo>
                  <a:cubicBezTo>
                    <a:pt x="662" y="6112"/>
                    <a:pt x="820" y="5923"/>
                    <a:pt x="820" y="5671"/>
                  </a:cubicBezTo>
                  <a:lnTo>
                    <a:pt x="820" y="410"/>
                  </a:lnTo>
                  <a:cubicBezTo>
                    <a:pt x="820" y="158"/>
                    <a:pt x="631" y="0"/>
                    <a:pt x="4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6" name="Google Shape;2426;p45"/>
            <p:cNvSpPr/>
            <p:nvPr/>
          </p:nvSpPr>
          <p:spPr>
            <a:xfrm>
              <a:off x="-59330675" y="2913025"/>
              <a:ext cx="19700" cy="19700"/>
            </a:xfrm>
            <a:custGeom>
              <a:rect b="b" l="l" r="r" t="t"/>
              <a:pathLst>
                <a:path extrusionOk="0" h="788" w="788">
                  <a:moveTo>
                    <a:pt x="378" y="0"/>
                  </a:moveTo>
                  <a:cubicBezTo>
                    <a:pt x="158" y="0"/>
                    <a:pt x="0" y="189"/>
                    <a:pt x="0" y="410"/>
                  </a:cubicBezTo>
                  <a:cubicBezTo>
                    <a:pt x="0" y="630"/>
                    <a:pt x="158" y="788"/>
                    <a:pt x="378" y="788"/>
                  </a:cubicBezTo>
                  <a:cubicBezTo>
                    <a:pt x="599" y="788"/>
                    <a:pt x="788" y="630"/>
                    <a:pt x="788" y="410"/>
                  </a:cubicBezTo>
                  <a:cubicBezTo>
                    <a:pt x="788" y="189"/>
                    <a:pt x="599" y="0"/>
                    <a:pt x="3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7" name="Google Shape;2427;p45"/>
            <p:cNvSpPr/>
            <p:nvPr/>
          </p:nvSpPr>
          <p:spPr>
            <a:xfrm>
              <a:off x="-59330675" y="2699575"/>
              <a:ext cx="20500" cy="152825"/>
            </a:xfrm>
            <a:custGeom>
              <a:rect b="b" l="l" r="r" t="t"/>
              <a:pathLst>
                <a:path extrusionOk="0" h="6113" w="820">
                  <a:moveTo>
                    <a:pt x="378" y="0"/>
                  </a:moveTo>
                  <a:cubicBezTo>
                    <a:pt x="158" y="0"/>
                    <a:pt x="0" y="189"/>
                    <a:pt x="0" y="441"/>
                  </a:cubicBezTo>
                  <a:lnTo>
                    <a:pt x="0" y="5671"/>
                  </a:lnTo>
                  <a:cubicBezTo>
                    <a:pt x="0" y="5923"/>
                    <a:pt x="189" y="6112"/>
                    <a:pt x="378" y="6112"/>
                  </a:cubicBezTo>
                  <a:cubicBezTo>
                    <a:pt x="630" y="6112"/>
                    <a:pt x="820" y="5923"/>
                    <a:pt x="820" y="5671"/>
                  </a:cubicBezTo>
                  <a:lnTo>
                    <a:pt x="820" y="410"/>
                  </a:lnTo>
                  <a:cubicBezTo>
                    <a:pt x="788" y="158"/>
                    <a:pt x="567" y="0"/>
                    <a:pt x="3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8" name="Google Shape;2428;p45"/>
            <p:cNvSpPr/>
            <p:nvPr/>
          </p:nvSpPr>
          <p:spPr>
            <a:xfrm>
              <a:off x="-59475600" y="2658625"/>
              <a:ext cx="309550" cy="316625"/>
            </a:xfrm>
            <a:custGeom>
              <a:rect b="b" l="l" r="r" t="t"/>
              <a:pathLst>
                <a:path extrusionOk="0" h="12665" w="12382">
                  <a:moveTo>
                    <a:pt x="3372" y="788"/>
                  </a:moveTo>
                  <a:cubicBezTo>
                    <a:pt x="3624" y="788"/>
                    <a:pt x="3813" y="977"/>
                    <a:pt x="3813" y="1197"/>
                  </a:cubicBezTo>
                  <a:lnTo>
                    <a:pt x="3813" y="8538"/>
                  </a:lnTo>
                  <a:lnTo>
                    <a:pt x="788" y="8538"/>
                  </a:lnTo>
                  <a:lnTo>
                    <a:pt x="788" y="1197"/>
                  </a:lnTo>
                  <a:cubicBezTo>
                    <a:pt x="788" y="977"/>
                    <a:pt x="977" y="788"/>
                    <a:pt x="1166" y="788"/>
                  </a:cubicBezTo>
                  <a:close/>
                  <a:moveTo>
                    <a:pt x="7278" y="788"/>
                  </a:moveTo>
                  <a:cubicBezTo>
                    <a:pt x="7530" y="788"/>
                    <a:pt x="7688" y="977"/>
                    <a:pt x="7688" y="1197"/>
                  </a:cubicBezTo>
                  <a:lnTo>
                    <a:pt x="7688" y="8538"/>
                  </a:lnTo>
                  <a:lnTo>
                    <a:pt x="4632" y="8538"/>
                  </a:lnTo>
                  <a:lnTo>
                    <a:pt x="4632" y="1197"/>
                  </a:lnTo>
                  <a:cubicBezTo>
                    <a:pt x="4632" y="977"/>
                    <a:pt x="4852" y="788"/>
                    <a:pt x="5073" y="788"/>
                  </a:cubicBezTo>
                  <a:close/>
                  <a:moveTo>
                    <a:pt x="11122" y="788"/>
                  </a:moveTo>
                  <a:cubicBezTo>
                    <a:pt x="11342" y="788"/>
                    <a:pt x="11500" y="977"/>
                    <a:pt x="11500" y="1197"/>
                  </a:cubicBezTo>
                  <a:lnTo>
                    <a:pt x="11500" y="8538"/>
                  </a:lnTo>
                  <a:lnTo>
                    <a:pt x="8507" y="8538"/>
                  </a:lnTo>
                  <a:lnTo>
                    <a:pt x="8507" y="1197"/>
                  </a:lnTo>
                  <a:cubicBezTo>
                    <a:pt x="8507" y="977"/>
                    <a:pt x="8696" y="788"/>
                    <a:pt x="8885" y="788"/>
                  </a:cubicBezTo>
                  <a:close/>
                  <a:moveTo>
                    <a:pt x="3813" y="9325"/>
                  </a:moveTo>
                  <a:lnTo>
                    <a:pt x="3813" y="11405"/>
                  </a:lnTo>
                  <a:cubicBezTo>
                    <a:pt x="3813" y="11657"/>
                    <a:pt x="3624" y="11846"/>
                    <a:pt x="3372" y="11846"/>
                  </a:cubicBezTo>
                  <a:lnTo>
                    <a:pt x="1166" y="11846"/>
                  </a:lnTo>
                  <a:cubicBezTo>
                    <a:pt x="946" y="11846"/>
                    <a:pt x="788" y="11657"/>
                    <a:pt x="788" y="11405"/>
                  </a:cubicBezTo>
                  <a:lnTo>
                    <a:pt x="788" y="9325"/>
                  </a:lnTo>
                  <a:close/>
                  <a:moveTo>
                    <a:pt x="7688" y="9325"/>
                  </a:moveTo>
                  <a:lnTo>
                    <a:pt x="7688" y="11405"/>
                  </a:lnTo>
                  <a:cubicBezTo>
                    <a:pt x="7688" y="11657"/>
                    <a:pt x="7467" y="11846"/>
                    <a:pt x="7278" y="11846"/>
                  </a:cubicBezTo>
                  <a:lnTo>
                    <a:pt x="5073" y="11846"/>
                  </a:lnTo>
                  <a:cubicBezTo>
                    <a:pt x="4852" y="11846"/>
                    <a:pt x="4632" y="11657"/>
                    <a:pt x="4632" y="11405"/>
                  </a:cubicBezTo>
                  <a:lnTo>
                    <a:pt x="4632" y="9325"/>
                  </a:lnTo>
                  <a:close/>
                  <a:moveTo>
                    <a:pt x="11563" y="9325"/>
                  </a:moveTo>
                  <a:lnTo>
                    <a:pt x="11563" y="11405"/>
                  </a:lnTo>
                  <a:lnTo>
                    <a:pt x="11531" y="11405"/>
                  </a:lnTo>
                  <a:cubicBezTo>
                    <a:pt x="11531" y="11657"/>
                    <a:pt x="11342" y="11846"/>
                    <a:pt x="11153" y="11846"/>
                  </a:cubicBezTo>
                  <a:lnTo>
                    <a:pt x="8948" y="11846"/>
                  </a:lnTo>
                  <a:cubicBezTo>
                    <a:pt x="8696" y="11846"/>
                    <a:pt x="8538" y="11657"/>
                    <a:pt x="8538" y="11405"/>
                  </a:cubicBezTo>
                  <a:lnTo>
                    <a:pt x="8538" y="9325"/>
                  </a:lnTo>
                  <a:close/>
                  <a:moveTo>
                    <a:pt x="1229" y="0"/>
                  </a:moveTo>
                  <a:cubicBezTo>
                    <a:pt x="536" y="0"/>
                    <a:pt x="0" y="536"/>
                    <a:pt x="0" y="1197"/>
                  </a:cubicBezTo>
                  <a:lnTo>
                    <a:pt x="0" y="11405"/>
                  </a:lnTo>
                  <a:cubicBezTo>
                    <a:pt x="0" y="12066"/>
                    <a:pt x="536" y="12665"/>
                    <a:pt x="1229" y="12665"/>
                  </a:cubicBezTo>
                  <a:lnTo>
                    <a:pt x="3435" y="12665"/>
                  </a:lnTo>
                  <a:cubicBezTo>
                    <a:pt x="3750" y="12665"/>
                    <a:pt x="4002" y="12539"/>
                    <a:pt x="4254" y="12350"/>
                  </a:cubicBezTo>
                  <a:cubicBezTo>
                    <a:pt x="4474" y="12539"/>
                    <a:pt x="4758" y="12665"/>
                    <a:pt x="5073" y="12665"/>
                  </a:cubicBezTo>
                  <a:lnTo>
                    <a:pt x="7278" y="12665"/>
                  </a:lnTo>
                  <a:cubicBezTo>
                    <a:pt x="7593" y="12665"/>
                    <a:pt x="7877" y="12539"/>
                    <a:pt x="8097" y="12350"/>
                  </a:cubicBezTo>
                  <a:cubicBezTo>
                    <a:pt x="8349" y="12539"/>
                    <a:pt x="8633" y="12665"/>
                    <a:pt x="8948" y="12665"/>
                  </a:cubicBezTo>
                  <a:lnTo>
                    <a:pt x="11153" y="12665"/>
                  </a:lnTo>
                  <a:cubicBezTo>
                    <a:pt x="11815" y="12665"/>
                    <a:pt x="12382" y="12129"/>
                    <a:pt x="12382" y="11405"/>
                  </a:cubicBezTo>
                  <a:lnTo>
                    <a:pt x="12382" y="1197"/>
                  </a:lnTo>
                  <a:cubicBezTo>
                    <a:pt x="12350" y="536"/>
                    <a:pt x="11815" y="0"/>
                    <a:pt x="11153" y="0"/>
                  </a:cubicBezTo>
                  <a:lnTo>
                    <a:pt x="8948" y="0"/>
                  </a:lnTo>
                  <a:cubicBezTo>
                    <a:pt x="8633" y="0"/>
                    <a:pt x="8349" y="95"/>
                    <a:pt x="8097" y="315"/>
                  </a:cubicBezTo>
                  <a:cubicBezTo>
                    <a:pt x="7877" y="95"/>
                    <a:pt x="7593" y="0"/>
                    <a:pt x="7278" y="0"/>
                  </a:cubicBezTo>
                  <a:lnTo>
                    <a:pt x="5073" y="0"/>
                  </a:lnTo>
                  <a:cubicBezTo>
                    <a:pt x="4758" y="0"/>
                    <a:pt x="4474" y="95"/>
                    <a:pt x="4254" y="315"/>
                  </a:cubicBezTo>
                  <a:cubicBezTo>
                    <a:pt x="4002" y="95"/>
                    <a:pt x="3750" y="0"/>
                    <a:pt x="343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9" name="Google Shape;2429;p45"/>
            <p:cNvSpPr/>
            <p:nvPr/>
          </p:nvSpPr>
          <p:spPr>
            <a:xfrm>
              <a:off x="-59234600" y="2913025"/>
              <a:ext cx="19725" cy="19700"/>
            </a:xfrm>
            <a:custGeom>
              <a:rect b="b" l="l" r="r" t="t"/>
              <a:pathLst>
                <a:path extrusionOk="0" h="788" w="789">
                  <a:moveTo>
                    <a:pt x="411" y="0"/>
                  </a:moveTo>
                  <a:cubicBezTo>
                    <a:pt x="190" y="0"/>
                    <a:pt x="1" y="189"/>
                    <a:pt x="1" y="410"/>
                  </a:cubicBezTo>
                  <a:cubicBezTo>
                    <a:pt x="1" y="630"/>
                    <a:pt x="190" y="788"/>
                    <a:pt x="411" y="788"/>
                  </a:cubicBezTo>
                  <a:cubicBezTo>
                    <a:pt x="631" y="788"/>
                    <a:pt x="789" y="630"/>
                    <a:pt x="789" y="410"/>
                  </a:cubicBezTo>
                  <a:cubicBezTo>
                    <a:pt x="789" y="189"/>
                    <a:pt x="631" y="0"/>
                    <a:pt x="41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0" name="Google Shape;2430;p45"/>
            <p:cNvSpPr/>
            <p:nvPr/>
          </p:nvSpPr>
          <p:spPr>
            <a:xfrm>
              <a:off x="-59235375" y="2699575"/>
              <a:ext cx="20500" cy="152825"/>
            </a:xfrm>
            <a:custGeom>
              <a:rect b="b" l="l" r="r" t="t"/>
              <a:pathLst>
                <a:path extrusionOk="0" h="6113" w="820">
                  <a:moveTo>
                    <a:pt x="442" y="0"/>
                  </a:moveTo>
                  <a:cubicBezTo>
                    <a:pt x="190" y="0"/>
                    <a:pt x="0" y="189"/>
                    <a:pt x="0" y="441"/>
                  </a:cubicBezTo>
                  <a:lnTo>
                    <a:pt x="0" y="5671"/>
                  </a:lnTo>
                  <a:cubicBezTo>
                    <a:pt x="0" y="5923"/>
                    <a:pt x="190" y="6112"/>
                    <a:pt x="442" y="6112"/>
                  </a:cubicBezTo>
                  <a:cubicBezTo>
                    <a:pt x="662" y="6112"/>
                    <a:pt x="820" y="5923"/>
                    <a:pt x="820" y="5671"/>
                  </a:cubicBezTo>
                  <a:lnTo>
                    <a:pt x="820" y="410"/>
                  </a:lnTo>
                  <a:cubicBezTo>
                    <a:pt x="820" y="158"/>
                    <a:pt x="631" y="0"/>
                    <a:pt x="4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31" name="Google Shape;2431;p45"/>
          <p:cNvSpPr/>
          <p:nvPr/>
        </p:nvSpPr>
        <p:spPr>
          <a:xfrm>
            <a:off x="2027070" y="1555078"/>
            <a:ext cx="284256" cy="284233"/>
          </a:xfrm>
          <a:custGeom>
            <a:rect b="b" l="l" r="r" t="t"/>
            <a:pathLst>
              <a:path extrusionOk="0" h="12634" w="12635">
                <a:moveTo>
                  <a:pt x="6302" y="2741"/>
                </a:moveTo>
                <a:cubicBezTo>
                  <a:pt x="6774" y="2741"/>
                  <a:pt x="7152" y="3087"/>
                  <a:pt x="7152" y="3560"/>
                </a:cubicBezTo>
                <a:cubicBezTo>
                  <a:pt x="7152" y="4033"/>
                  <a:pt x="6774" y="4411"/>
                  <a:pt x="6302" y="4411"/>
                </a:cubicBezTo>
                <a:cubicBezTo>
                  <a:pt x="5861" y="4411"/>
                  <a:pt x="5483" y="4033"/>
                  <a:pt x="5483" y="3560"/>
                </a:cubicBezTo>
                <a:cubicBezTo>
                  <a:pt x="5483" y="3087"/>
                  <a:pt x="5829" y="2741"/>
                  <a:pt x="6302" y="2741"/>
                </a:cubicBezTo>
                <a:close/>
                <a:moveTo>
                  <a:pt x="11910" y="819"/>
                </a:moveTo>
                <a:lnTo>
                  <a:pt x="11910" y="5230"/>
                </a:lnTo>
                <a:lnTo>
                  <a:pt x="8161" y="5230"/>
                </a:lnTo>
                <a:cubicBezTo>
                  <a:pt x="7972" y="5041"/>
                  <a:pt x="7751" y="4820"/>
                  <a:pt x="7530" y="4726"/>
                </a:cubicBezTo>
                <a:cubicBezTo>
                  <a:pt x="7814" y="4411"/>
                  <a:pt x="8003" y="4001"/>
                  <a:pt x="8003" y="3560"/>
                </a:cubicBezTo>
                <a:cubicBezTo>
                  <a:pt x="8003" y="2678"/>
                  <a:pt x="7247" y="1922"/>
                  <a:pt x="6333" y="1922"/>
                </a:cubicBezTo>
                <a:cubicBezTo>
                  <a:pt x="5451" y="1922"/>
                  <a:pt x="4695" y="2678"/>
                  <a:pt x="4695" y="3560"/>
                </a:cubicBezTo>
                <a:cubicBezTo>
                  <a:pt x="4695" y="4001"/>
                  <a:pt x="4853" y="4411"/>
                  <a:pt x="5168" y="4726"/>
                </a:cubicBezTo>
                <a:cubicBezTo>
                  <a:pt x="4916" y="4820"/>
                  <a:pt x="4695" y="5041"/>
                  <a:pt x="4537" y="5230"/>
                </a:cubicBezTo>
                <a:lnTo>
                  <a:pt x="883" y="5230"/>
                </a:lnTo>
                <a:lnTo>
                  <a:pt x="883" y="819"/>
                </a:lnTo>
                <a:close/>
                <a:moveTo>
                  <a:pt x="6302" y="5230"/>
                </a:moveTo>
                <a:cubicBezTo>
                  <a:pt x="7215" y="5230"/>
                  <a:pt x="7972" y="5986"/>
                  <a:pt x="7972" y="6868"/>
                </a:cubicBezTo>
                <a:lnTo>
                  <a:pt x="4664" y="6868"/>
                </a:lnTo>
                <a:cubicBezTo>
                  <a:pt x="4664" y="5986"/>
                  <a:pt x="5388" y="5230"/>
                  <a:pt x="6302" y="5230"/>
                </a:cubicBezTo>
                <a:close/>
                <a:moveTo>
                  <a:pt x="8287" y="7719"/>
                </a:moveTo>
                <a:lnTo>
                  <a:pt x="7593" y="11846"/>
                </a:lnTo>
                <a:lnTo>
                  <a:pt x="5010" y="11846"/>
                </a:lnTo>
                <a:lnTo>
                  <a:pt x="4285" y="7719"/>
                </a:lnTo>
                <a:close/>
                <a:moveTo>
                  <a:pt x="410" y="0"/>
                </a:moveTo>
                <a:cubicBezTo>
                  <a:pt x="158" y="0"/>
                  <a:pt x="1" y="189"/>
                  <a:pt x="1" y="378"/>
                </a:cubicBezTo>
                <a:lnTo>
                  <a:pt x="1" y="5608"/>
                </a:lnTo>
                <a:cubicBezTo>
                  <a:pt x="1" y="5860"/>
                  <a:pt x="190" y="6017"/>
                  <a:pt x="410" y="6017"/>
                </a:cubicBezTo>
                <a:lnTo>
                  <a:pt x="3970" y="6017"/>
                </a:lnTo>
                <a:cubicBezTo>
                  <a:pt x="3907" y="6301"/>
                  <a:pt x="3813" y="6553"/>
                  <a:pt x="3813" y="6837"/>
                </a:cubicBezTo>
                <a:lnTo>
                  <a:pt x="2994" y="6837"/>
                </a:lnTo>
                <a:cubicBezTo>
                  <a:pt x="2773" y="6837"/>
                  <a:pt x="2616" y="7026"/>
                  <a:pt x="2616" y="7246"/>
                </a:cubicBezTo>
                <a:cubicBezTo>
                  <a:pt x="2616" y="7467"/>
                  <a:pt x="2805" y="7656"/>
                  <a:pt x="2994" y="7656"/>
                </a:cubicBezTo>
                <a:lnTo>
                  <a:pt x="3466" y="7656"/>
                </a:lnTo>
                <a:lnTo>
                  <a:pt x="4254" y="12255"/>
                </a:lnTo>
                <a:cubicBezTo>
                  <a:pt x="4285" y="12476"/>
                  <a:pt x="4443" y="12633"/>
                  <a:pt x="4664" y="12633"/>
                </a:cubicBezTo>
                <a:lnTo>
                  <a:pt x="7972" y="12633"/>
                </a:lnTo>
                <a:cubicBezTo>
                  <a:pt x="8161" y="12633"/>
                  <a:pt x="8350" y="12476"/>
                  <a:pt x="8350" y="12255"/>
                </a:cubicBezTo>
                <a:lnTo>
                  <a:pt x="9137" y="7656"/>
                </a:lnTo>
                <a:lnTo>
                  <a:pt x="9610" y="7656"/>
                </a:lnTo>
                <a:cubicBezTo>
                  <a:pt x="9862" y="7656"/>
                  <a:pt x="10019" y="7467"/>
                  <a:pt x="10019" y="7215"/>
                </a:cubicBezTo>
                <a:cubicBezTo>
                  <a:pt x="10019" y="6994"/>
                  <a:pt x="9799" y="6837"/>
                  <a:pt x="9610" y="6837"/>
                </a:cubicBezTo>
                <a:lnTo>
                  <a:pt x="8791" y="6837"/>
                </a:lnTo>
                <a:cubicBezTo>
                  <a:pt x="8791" y="6553"/>
                  <a:pt x="8759" y="6269"/>
                  <a:pt x="8633" y="6017"/>
                </a:cubicBezTo>
                <a:lnTo>
                  <a:pt x="12225" y="6017"/>
                </a:lnTo>
                <a:cubicBezTo>
                  <a:pt x="12445" y="6017"/>
                  <a:pt x="12603" y="5797"/>
                  <a:pt x="12603" y="5608"/>
                </a:cubicBezTo>
                <a:lnTo>
                  <a:pt x="12603" y="378"/>
                </a:lnTo>
                <a:cubicBezTo>
                  <a:pt x="12634" y="189"/>
                  <a:pt x="12445" y="0"/>
                  <a:pt x="1225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2" name="Google Shape;2432;p45"/>
          <p:cNvSpPr/>
          <p:nvPr/>
        </p:nvSpPr>
        <p:spPr>
          <a:xfrm>
            <a:off x="2048341" y="1991192"/>
            <a:ext cx="241713" cy="287091"/>
          </a:xfrm>
          <a:custGeom>
            <a:rect b="b" l="l" r="r" t="t"/>
            <a:pathLst>
              <a:path extrusionOk="0" h="12761" w="10744">
                <a:moveTo>
                  <a:pt x="5419" y="820"/>
                </a:moveTo>
                <a:cubicBezTo>
                  <a:pt x="6585" y="820"/>
                  <a:pt x="7530" y="1765"/>
                  <a:pt x="7530" y="2899"/>
                </a:cubicBezTo>
                <a:cubicBezTo>
                  <a:pt x="7530" y="3655"/>
                  <a:pt x="7121" y="4317"/>
                  <a:pt x="6490" y="4663"/>
                </a:cubicBezTo>
                <a:cubicBezTo>
                  <a:pt x="6364" y="4758"/>
                  <a:pt x="6301" y="4884"/>
                  <a:pt x="6301" y="5042"/>
                </a:cubicBezTo>
                <a:lnTo>
                  <a:pt x="6301" y="7436"/>
                </a:lnTo>
                <a:lnTo>
                  <a:pt x="4632" y="7436"/>
                </a:lnTo>
                <a:lnTo>
                  <a:pt x="4632" y="5042"/>
                </a:lnTo>
                <a:cubicBezTo>
                  <a:pt x="4632" y="4884"/>
                  <a:pt x="4569" y="4758"/>
                  <a:pt x="4443" y="4663"/>
                </a:cubicBezTo>
                <a:cubicBezTo>
                  <a:pt x="3687" y="4317"/>
                  <a:pt x="3340" y="3655"/>
                  <a:pt x="3340" y="2899"/>
                </a:cubicBezTo>
                <a:cubicBezTo>
                  <a:pt x="3340" y="1765"/>
                  <a:pt x="4285" y="820"/>
                  <a:pt x="5419" y="820"/>
                </a:cubicBezTo>
                <a:close/>
                <a:moveTo>
                  <a:pt x="8696" y="8286"/>
                </a:moveTo>
                <a:cubicBezTo>
                  <a:pt x="9357" y="8286"/>
                  <a:pt x="9924" y="8854"/>
                  <a:pt x="9924" y="9547"/>
                </a:cubicBezTo>
                <a:lnTo>
                  <a:pt x="9924" y="10271"/>
                </a:lnTo>
                <a:lnTo>
                  <a:pt x="820" y="10271"/>
                </a:lnTo>
                <a:lnTo>
                  <a:pt x="820" y="9547"/>
                </a:lnTo>
                <a:cubicBezTo>
                  <a:pt x="820" y="8885"/>
                  <a:pt x="1387" y="8286"/>
                  <a:pt x="2048" y="8286"/>
                </a:cubicBezTo>
                <a:close/>
                <a:moveTo>
                  <a:pt x="9137" y="11059"/>
                </a:moveTo>
                <a:lnTo>
                  <a:pt x="9137" y="11878"/>
                </a:lnTo>
                <a:lnTo>
                  <a:pt x="1702" y="11878"/>
                </a:lnTo>
                <a:lnTo>
                  <a:pt x="1702" y="11059"/>
                </a:lnTo>
                <a:close/>
                <a:moveTo>
                  <a:pt x="5325" y="1"/>
                </a:moveTo>
                <a:cubicBezTo>
                  <a:pt x="3718" y="1"/>
                  <a:pt x="2458" y="1292"/>
                  <a:pt x="2458" y="2899"/>
                </a:cubicBezTo>
                <a:cubicBezTo>
                  <a:pt x="2458" y="3403"/>
                  <a:pt x="2615" y="3939"/>
                  <a:pt x="2836" y="4348"/>
                </a:cubicBezTo>
                <a:cubicBezTo>
                  <a:pt x="3025" y="4726"/>
                  <a:pt x="3340" y="5010"/>
                  <a:pt x="3655" y="5262"/>
                </a:cubicBezTo>
                <a:lnTo>
                  <a:pt x="3655" y="7467"/>
                </a:lnTo>
                <a:lnTo>
                  <a:pt x="2080" y="7467"/>
                </a:lnTo>
                <a:cubicBezTo>
                  <a:pt x="946" y="7467"/>
                  <a:pt x="0" y="8413"/>
                  <a:pt x="0" y="9547"/>
                </a:cubicBezTo>
                <a:lnTo>
                  <a:pt x="0" y="10649"/>
                </a:lnTo>
                <a:cubicBezTo>
                  <a:pt x="0" y="10901"/>
                  <a:pt x="189" y="11059"/>
                  <a:pt x="441" y="11059"/>
                </a:cubicBezTo>
                <a:lnTo>
                  <a:pt x="820" y="11059"/>
                </a:lnTo>
                <a:lnTo>
                  <a:pt x="820" y="12319"/>
                </a:lnTo>
                <a:cubicBezTo>
                  <a:pt x="820" y="12540"/>
                  <a:pt x="1009" y="12760"/>
                  <a:pt x="1229" y="12760"/>
                </a:cubicBezTo>
                <a:lnTo>
                  <a:pt x="9483" y="12760"/>
                </a:lnTo>
                <a:cubicBezTo>
                  <a:pt x="9735" y="12760"/>
                  <a:pt x="9924" y="12540"/>
                  <a:pt x="9924" y="12319"/>
                </a:cubicBezTo>
                <a:lnTo>
                  <a:pt x="9924" y="11059"/>
                </a:lnTo>
                <a:lnTo>
                  <a:pt x="10303" y="11059"/>
                </a:lnTo>
                <a:cubicBezTo>
                  <a:pt x="10555" y="11059"/>
                  <a:pt x="10744" y="10870"/>
                  <a:pt x="10744" y="10649"/>
                </a:cubicBezTo>
                <a:lnTo>
                  <a:pt x="10744" y="9547"/>
                </a:lnTo>
                <a:cubicBezTo>
                  <a:pt x="10744" y="8413"/>
                  <a:pt x="9798" y="7467"/>
                  <a:pt x="8664" y="7467"/>
                </a:cubicBezTo>
                <a:lnTo>
                  <a:pt x="7026" y="7467"/>
                </a:lnTo>
                <a:lnTo>
                  <a:pt x="7026" y="5262"/>
                </a:lnTo>
                <a:cubicBezTo>
                  <a:pt x="7373" y="5042"/>
                  <a:pt x="7656" y="4726"/>
                  <a:pt x="7845" y="4348"/>
                </a:cubicBezTo>
                <a:cubicBezTo>
                  <a:pt x="8129" y="3939"/>
                  <a:pt x="8223" y="3403"/>
                  <a:pt x="8223" y="2899"/>
                </a:cubicBezTo>
                <a:cubicBezTo>
                  <a:pt x="8223" y="1292"/>
                  <a:pt x="6932" y="1"/>
                  <a:pt x="532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33" name="Google Shape;2433;p45"/>
          <p:cNvGrpSpPr/>
          <p:nvPr/>
        </p:nvGrpSpPr>
        <p:grpSpPr>
          <a:xfrm>
            <a:off x="2066778" y="2430417"/>
            <a:ext cx="204840" cy="285651"/>
            <a:chOff x="-63987100" y="2646800"/>
            <a:chExt cx="227625" cy="317425"/>
          </a:xfrm>
        </p:grpSpPr>
        <p:sp>
          <p:nvSpPr>
            <p:cNvPr id="2434" name="Google Shape;2434;p45"/>
            <p:cNvSpPr/>
            <p:nvPr/>
          </p:nvSpPr>
          <p:spPr>
            <a:xfrm>
              <a:off x="-63987100" y="2646800"/>
              <a:ext cx="227625" cy="317425"/>
            </a:xfrm>
            <a:custGeom>
              <a:rect b="b" l="l" r="r" t="t"/>
              <a:pathLst>
                <a:path extrusionOk="0" h="12697" w="9105">
                  <a:moveTo>
                    <a:pt x="7467" y="851"/>
                  </a:moveTo>
                  <a:lnTo>
                    <a:pt x="7467" y="2426"/>
                  </a:lnTo>
                  <a:cubicBezTo>
                    <a:pt x="7152" y="2300"/>
                    <a:pt x="6711" y="2237"/>
                    <a:pt x="6238" y="2237"/>
                  </a:cubicBezTo>
                  <a:cubicBezTo>
                    <a:pt x="5198" y="2237"/>
                    <a:pt x="4411" y="2678"/>
                    <a:pt x="4379" y="2710"/>
                  </a:cubicBezTo>
                  <a:cubicBezTo>
                    <a:pt x="4379" y="2710"/>
                    <a:pt x="3718" y="3056"/>
                    <a:pt x="2930" y="3056"/>
                  </a:cubicBezTo>
                  <a:cubicBezTo>
                    <a:pt x="2426" y="3056"/>
                    <a:pt x="1953" y="2899"/>
                    <a:pt x="1701" y="2773"/>
                  </a:cubicBezTo>
                  <a:lnTo>
                    <a:pt x="1701" y="851"/>
                  </a:lnTo>
                  <a:close/>
                  <a:moveTo>
                    <a:pt x="6207" y="3088"/>
                  </a:moveTo>
                  <a:cubicBezTo>
                    <a:pt x="6711" y="3088"/>
                    <a:pt x="7183" y="3245"/>
                    <a:pt x="7404" y="3371"/>
                  </a:cubicBezTo>
                  <a:cubicBezTo>
                    <a:pt x="7309" y="4789"/>
                    <a:pt x="6049" y="5986"/>
                    <a:pt x="4537" y="5986"/>
                  </a:cubicBezTo>
                  <a:cubicBezTo>
                    <a:pt x="3151" y="5986"/>
                    <a:pt x="2016" y="5041"/>
                    <a:pt x="1701" y="3718"/>
                  </a:cubicBezTo>
                  <a:lnTo>
                    <a:pt x="1701" y="3718"/>
                  </a:lnTo>
                  <a:cubicBezTo>
                    <a:pt x="2016" y="3844"/>
                    <a:pt x="2426" y="3939"/>
                    <a:pt x="2899" y="3939"/>
                  </a:cubicBezTo>
                  <a:cubicBezTo>
                    <a:pt x="3907" y="3939"/>
                    <a:pt x="4694" y="3498"/>
                    <a:pt x="4726" y="3466"/>
                  </a:cubicBezTo>
                  <a:cubicBezTo>
                    <a:pt x="4726" y="3466"/>
                    <a:pt x="5419" y="3088"/>
                    <a:pt x="6207" y="3088"/>
                  </a:cubicBezTo>
                  <a:close/>
                  <a:moveTo>
                    <a:pt x="4537" y="10240"/>
                  </a:moveTo>
                  <a:cubicBezTo>
                    <a:pt x="5135" y="10240"/>
                    <a:pt x="5639" y="10933"/>
                    <a:pt x="5765" y="11878"/>
                  </a:cubicBezTo>
                  <a:lnTo>
                    <a:pt x="3308" y="11878"/>
                  </a:lnTo>
                  <a:cubicBezTo>
                    <a:pt x="3434" y="10933"/>
                    <a:pt x="3938" y="10240"/>
                    <a:pt x="4537" y="10240"/>
                  </a:cubicBezTo>
                  <a:close/>
                  <a:moveTo>
                    <a:pt x="4505" y="6774"/>
                  </a:moveTo>
                  <a:cubicBezTo>
                    <a:pt x="6144" y="6806"/>
                    <a:pt x="7467" y="8066"/>
                    <a:pt x="7467" y="9672"/>
                  </a:cubicBezTo>
                  <a:lnTo>
                    <a:pt x="7467" y="11878"/>
                  </a:lnTo>
                  <a:lnTo>
                    <a:pt x="6585" y="11878"/>
                  </a:lnTo>
                  <a:cubicBezTo>
                    <a:pt x="6553" y="11279"/>
                    <a:pt x="6364" y="10744"/>
                    <a:pt x="6049" y="10303"/>
                  </a:cubicBezTo>
                  <a:cubicBezTo>
                    <a:pt x="5639" y="9704"/>
                    <a:pt x="5104" y="9389"/>
                    <a:pt x="4537" y="9389"/>
                  </a:cubicBezTo>
                  <a:cubicBezTo>
                    <a:pt x="3938" y="9389"/>
                    <a:pt x="3434" y="9704"/>
                    <a:pt x="3056" y="10303"/>
                  </a:cubicBezTo>
                  <a:cubicBezTo>
                    <a:pt x="2772" y="10744"/>
                    <a:pt x="2583" y="11279"/>
                    <a:pt x="2489" y="11878"/>
                  </a:cubicBezTo>
                  <a:lnTo>
                    <a:pt x="1638" y="11878"/>
                  </a:lnTo>
                  <a:lnTo>
                    <a:pt x="1638" y="9672"/>
                  </a:lnTo>
                  <a:cubicBezTo>
                    <a:pt x="1638" y="8066"/>
                    <a:pt x="2930" y="6774"/>
                    <a:pt x="4505" y="6774"/>
                  </a:cubicBezTo>
                  <a:close/>
                  <a:moveTo>
                    <a:pt x="410" y="0"/>
                  </a:moveTo>
                  <a:cubicBezTo>
                    <a:pt x="158" y="0"/>
                    <a:pt x="0" y="189"/>
                    <a:pt x="0" y="410"/>
                  </a:cubicBezTo>
                  <a:cubicBezTo>
                    <a:pt x="0" y="662"/>
                    <a:pt x="221" y="851"/>
                    <a:pt x="410" y="851"/>
                  </a:cubicBezTo>
                  <a:lnTo>
                    <a:pt x="851" y="851"/>
                  </a:lnTo>
                  <a:lnTo>
                    <a:pt x="851" y="3056"/>
                  </a:lnTo>
                  <a:cubicBezTo>
                    <a:pt x="851" y="4506"/>
                    <a:pt x="1670" y="5734"/>
                    <a:pt x="2867" y="6364"/>
                  </a:cubicBezTo>
                  <a:cubicBezTo>
                    <a:pt x="1670" y="6995"/>
                    <a:pt x="851" y="8223"/>
                    <a:pt x="851" y="9672"/>
                  </a:cubicBezTo>
                  <a:lnTo>
                    <a:pt x="851" y="11878"/>
                  </a:lnTo>
                  <a:lnTo>
                    <a:pt x="410" y="11878"/>
                  </a:lnTo>
                  <a:cubicBezTo>
                    <a:pt x="158" y="11878"/>
                    <a:pt x="0" y="12067"/>
                    <a:pt x="0" y="12287"/>
                  </a:cubicBezTo>
                  <a:cubicBezTo>
                    <a:pt x="0" y="12508"/>
                    <a:pt x="221" y="12697"/>
                    <a:pt x="410" y="12697"/>
                  </a:cubicBezTo>
                  <a:lnTo>
                    <a:pt x="8664" y="12697"/>
                  </a:lnTo>
                  <a:cubicBezTo>
                    <a:pt x="8916" y="12697"/>
                    <a:pt x="9105" y="12508"/>
                    <a:pt x="9105" y="12287"/>
                  </a:cubicBezTo>
                  <a:cubicBezTo>
                    <a:pt x="9105" y="12035"/>
                    <a:pt x="8916" y="11878"/>
                    <a:pt x="8664" y="11878"/>
                  </a:cubicBezTo>
                  <a:lnTo>
                    <a:pt x="8286" y="11878"/>
                  </a:lnTo>
                  <a:lnTo>
                    <a:pt x="8286" y="9672"/>
                  </a:lnTo>
                  <a:cubicBezTo>
                    <a:pt x="8286" y="8223"/>
                    <a:pt x="7467" y="6995"/>
                    <a:pt x="6270" y="6364"/>
                  </a:cubicBezTo>
                  <a:cubicBezTo>
                    <a:pt x="7467" y="5734"/>
                    <a:pt x="8286" y="4506"/>
                    <a:pt x="8286" y="3056"/>
                  </a:cubicBezTo>
                  <a:lnTo>
                    <a:pt x="8286" y="851"/>
                  </a:lnTo>
                  <a:lnTo>
                    <a:pt x="8664" y="851"/>
                  </a:lnTo>
                  <a:cubicBezTo>
                    <a:pt x="8916" y="851"/>
                    <a:pt x="9105" y="662"/>
                    <a:pt x="9105" y="410"/>
                  </a:cubicBezTo>
                  <a:cubicBezTo>
                    <a:pt x="9105" y="189"/>
                    <a:pt x="8916" y="0"/>
                    <a:pt x="866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5" name="Google Shape;2435;p45"/>
            <p:cNvSpPr/>
            <p:nvPr/>
          </p:nvSpPr>
          <p:spPr>
            <a:xfrm>
              <a:off x="-63883150" y="2826375"/>
              <a:ext cx="20500" cy="41775"/>
            </a:xfrm>
            <a:custGeom>
              <a:rect b="b" l="l" r="r" t="t"/>
              <a:pathLst>
                <a:path extrusionOk="0" h="1671" w="820">
                  <a:moveTo>
                    <a:pt x="379" y="1"/>
                  </a:moveTo>
                  <a:cubicBezTo>
                    <a:pt x="158" y="1"/>
                    <a:pt x="1" y="221"/>
                    <a:pt x="1" y="442"/>
                  </a:cubicBezTo>
                  <a:lnTo>
                    <a:pt x="1" y="1261"/>
                  </a:lnTo>
                  <a:cubicBezTo>
                    <a:pt x="1" y="1513"/>
                    <a:pt x="190" y="1670"/>
                    <a:pt x="379" y="1670"/>
                  </a:cubicBezTo>
                  <a:cubicBezTo>
                    <a:pt x="631" y="1670"/>
                    <a:pt x="820" y="1481"/>
                    <a:pt x="820" y="1261"/>
                  </a:cubicBezTo>
                  <a:lnTo>
                    <a:pt x="820" y="442"/>
                  </a:lnTo>
                  <a:cubicBezTo>
                    <a:pt x="820" y="221"/>
                    <a:pt x="631" y="1"/>
                    <a:pt x="37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36" name="Google Shape;2436;p45"/>
          <p:cNvGrpSpPr/>
          <p:nvPr/>
        </p:nvGrpSpPr>
        <p:grpSpPr>
          <a:xfrm>
            <a:off x="720246" y="2866193"/>
            <a:ext cx="278564" cy="287788"/>
            <a:chOff x="-62148000" y="1930075"/>
            <a:chExt cx="309550" cy="319800"/>
          </a:xfrm>
        </p:grpSpPr>
        <p:sp>
          <p:nvSpPr>
            <p:cNvPr id="2437" name="Google Shape;2437;p45"/>
            <p:cNvSpPr/>
            <p:nvPr/>
          </p:nvSpPr>
          <p:spPr>
            <a:xfrm>
              <a:off x="-62148000" y="1930075"/>
              <a:ext cx="309550" cy="319800"/>
            </a:xfrm>
            <a:custGeom>
              <a:rect b="b" l="l" r="r" t="t"/>
              <a:pathLst>
                <a:path extrusionOk="0" h="12792" w="12382">
                  <a:moveTo>
                    <a:pt x="11594" y="1670"/>
                  </a:moveTo>
                  <a:lnTo>
                    <a:pt x="11594" y="2899"/>
                  </a:lnTo>
                  <a:cubicBezTo>
                    <a:pt x="11594" y="3970"/>
                    <a:pt x="10775" y="4883"/>
                    <a:pt x="9735" y="4946"/>
                  </a:cubicBezTo>
                  <a:cubicBezTo>
                    <a:pt x="9861" y="4631"/>
                    <a:pt x="9924" y="4190"/>
                    <a:pt x="9924" y="3781"/>
                  </a:cubicBezTo>
                  <a:lnTo>
                    <a:pt x="9924" y="1670"/>
                  </a:lnTo>
                  <a:close/>
                  <a:moveTo>
                    <a:pt x="2489" y="1733"/>
                  </a:moveTo>
                  <a:lnTo>
                    <a:pt x="2489" y="3812"/>
                  </a:lnTo>
                  <a:cubicBezTo>
                    <a:pt x="2489" y="4253"/>
                    <a:pt x="2584" y="4631"/>
                    <a:pt x="2678" y="5041"/>
                  </a:cubicBezTo>
                  <a:cubicBezTo>
                    <a:pt x="1638" y="4915"/>
                    <a:pt x="851" y="4033"/>
                    <a:pt x="851" y="2993"/>
                  </a:cubicBezTo>
                  <a:lnTo>
                    <a:pt x="851" y="1733"/>
                  </a:lnTo>
                  <a:close/>
                  <a:moveTo>
                    <a:pt x="9105" y="882"/>
                  </a:moveTo>
                  <a:lnTo>
                    <a:pt x="9105" y="3812"/>
                  </a:lnTo>
                  <a:cubicBezTo>
                    <a:pt x="9105" y="5419"/>
                    <a:pt x="7813" y="6679"/>
                    <a:pt x="6207" y="6679"/>
                  </a:cubicBezTo>
                  <a:cubicBezTo>
                    <a:pt x="4600" y="6679"/>
                    <a:pt x="3308" y="5387"/>
                    <a:pt x="3308" y="3812"/>
                  </a:cubicBezTo>
                  <a:lnTo>
                    <a:pt x="3308" y="882"/>
                  </a:lnTo>
                  <a:close/>
                  <a:moveTo>
                    <a:pt x="6648" y="7467"/>
                  </a:moveTo>
                  <a:lnTo>
                    <a:pt x="6648" y="8601"/>
                  </a:lnTo>
                  <a:lnTo>
                    <a:pt x="5797" y="8601"/>
                  </a:lnTo>
                  <a:lnTo>
                    <a:pt x="5797" y="7467"/>
                  </a:lnTo>
                  <a:cubicBezTo>
                    <a:pt x="5923" y="7467"/>
                    <a:pt x="6081" y="7498"/>
                    <a:pt x="6207" y="7498"/>
                  </a:cubicBezTo>
                  <a:cubicBezTo>
                    <a:pt x="6301" y="7498"/>
                    <a:pt x="6459" y="7498"/>
                    <a:pt x="6648" y="7467"/>
                  </a:cubicBezTo>
                  <a:close/>
                  <a:moveTo>
                    <a:pt x="7057" y="9389"/>
                  </a:moveTo>
                  <a:cubicBezTo>
                    <a:pt x="7309" y="9389"/>
                    <a:pt x="7498" y="9609"/>
                    <a:pt x="7498" y="9830"/>
                  </a:cubicBezTo>
                  <a:lnTo>
                    <a:pt x="7498" y="10271"/>
                  </a:lnTo>
                  <a:lnTo>
                    <a:pt x="5009" y="10271"/>
                  </a:lnTo>
                  <a:lnTo>
                    <a:pt x="5009" y="9830"/>
                  </a:lnTo>
                  <a:lnTo>
                    <a:pt x="4978" y="9830"/>
                  </a:lnTo>
                  <a:cubicBezTo>
                    <a:pt x="4978" y="9609"/>
                    <a:pt x="5167" y="9389"/>
                    <a:pt x="5419" y="9389"/>
                  </a:cubicBezTo>
                  <a:close/>
                  <a:moveTo>
                    <a:pt x="8727" y="11090"/>
                  </a:moveTo>
                  <a:cubicBezTo>
                    <a:pt x="8948" y="11090"/>
                    <a:pt x="9105" y="11279"/>
                    <a:pt x="9105" y="11499"/>
                  </a:cubicBezTo>
                  <a:lnTo>
                    <a:pt x="9105" y="11909"/>
                  </a:lnTo>
                  <a:lnTo>
                    <a:pt x="3308" y="11909"/>
                  </a:lnTo>
                  <a:lnTo>
                    <a:pt x="3308" y="11499"/>
                  </a:lnTo>
                  <a:cubicBezTo>
                    <a:pt x="3308" y="11247"/>
                    <a:pt x="3529" y="11090"/>
                    <a:pt x="3718" y="11090"/>
                  </a:cubicBezTo>
                  <a:close/>
                  <a:moveTo>
                    <a:pt x="2899" y="0"/>
                  </a:moveTo>
                  <a:cubicBezTo>
                    <a:pt x="2647" y="0"/>
                    <a:pt x="2489" y="189"/>
                    <a:pt x="2489" y="410"/>
                  </a:cubicBezTo>
                  <a:lnTo>
                    <a:pt x="2489" y="819"/>
                  </a:lnTo>
                  <a:lnTo>
                    <a:pt x="410" y="819"/>
                  </a:lnTo>
                  <a:cubicBezTo>
                    <a:pt x="221" y="882"/>
                    <a:pt x="0" y="1040"/>
                    <a:pt x="0" y="1292"/>
                  </a:cubicBezTo>
                  <a:lnTo>
                    <a:pt x="0" y="2930"/>
                  </a:lnTo>
                  <a:cubicBezTo>
                    <a:pt x="0" y="4568"/>
                    <a:pt x="1323" y="5860"/>
                    <a:pt x="2930" y="5860"/>
                  </a:cubicBezTo>
                  <a:lnTo>
                    <a:pt x="3119" y="5860"/>
                  </a:lnTo>
                  <a:cubicBezTo>
                    <a:pt x="3560" y="6522"/>
                    <a:pt x="4222" y="7026"/>
                    <a:pt x="4978" y="7309"/>
                  </a:cubicBezTo>
                  <a:lnTo>
                    <a:pt x="4978" y="8695"/>
                  </a:lnTo>
                  <a:cubicBezTo>
                    <a:pt x="4505" y="8853"/>
                    <a:pt x="4159" y="9326"/>
                    <a:pt x="4159" y="9861"/>
                  </a:cubicBezTo>
                  <a:lnTo>
                    <a:pt x="4159" y="10302"/>
                  </a:lnTo>
                  <a:lnTo>
                    <a:pt x="3749" y="10302"/>
                  </a:lnTo>
                  <a:cubicBezTo>
                    <a:pt x="3088" y="10302"/>
                    <a:pt x="2521" y="10869"/>
                    <a:pt x="2521" y="11531"/>
                  </a:cubicBezTo>
                  <a:lnTo>
                    <a:pt x="2521" y="12350"/>
                  </a:lnTo>
                  <a:cubicBezTo>
                    <a:pt x="2521" y="12571"/>
                    <a:pt x="2741" y="12791"/>
                    <a:pt x="2930" y="12791"/>
                  </a:cubicBezTo>
                  <a:lnTo>
                    <a:pt x="9546" y="12791"/>
                  </a:lnTo>
                  <a:cubicBezTo>
                    <a:pt x="9767" y="12791"/>
                    <a:pt x="9924" y="12571"/>
                    <a:pt x="9924" y="12350"/>
                  </a:cubicBezTo>
                  <a:lnTo>
                    <a:pt x="9924" y="11499"/>
                  </a:lnTo>
                  <a:cubicBezTo>
                    <a:pt x="9924" y="10806"/>
                    <a:pt x="9389" y="10271"/>
                    <a:pt x="8727" y="10271"/>
                  </a:cubicBezTo>
                  <a:lnTo>
                    <a:pt x="8286" y="10271"/>
                  </a:lnTo>
                  <a:lnTo>
                    <a:pt x="8286" y="9830"/>
                  </a:lnTo>
                  <a:cubicBezTo>
                    <a:pt x="8286" y="9294"/>
                    <a:pt x="7939" y="8853"/>
                    <a:pt x="7467" y="8664"/>
                  </a:cubicBezTo>
                  <a:lnTo>
                    <a:pt x="7467" y="7278"/>
                  </a:lnTo>
                  <a:cubicBezTo>
                    <a:pt x="8191" y="6994"/>
                    <a:pt x="8885" y="6490"/>
                    <a:pt x="9294" y="5828"/>
                  </a:cubicBezTo>
                  <a:lnTo>
                    <a:pt x="9515" y="5828"/>
                  </a:lnTo>
                  <a:cubicBezTo>
                    <a:pt x="11121" y="5828"/>
                    <a:pt x="12382" y="4505"/>
                    <a:pt x="12382" y="2899"/>
                  </a:cubicBezTo>
                  <a:lnTo>
                    <a:pt x="12382" y="1260"/>
                  </a:lnTo>
                  <a:cubicBezTo>
                    <a:pt x="12382" y="1008"/>
                    <a:pt x="12193" y="819"/>
                    <a:pt x="11972" y="819"/>
                  </a:cubicBezTo>
                  <a:lnTo>
                    <a:pt x="9893" y="819"/>
                  </a:lnTo>
                  <a:lnTo>
                    <a:pt x="9893" y="410"/>
                  </a:lnTo>
                  <a:cubicBezTo>
                    <a:pt x="9893" y="189"/>
                    <a:pt x="9704" y="0"/>
                    <a:pt x="951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8" name="Google Shape;2438;p45"/>
            <p:cNvSpPr/>
            <p:nvPr/>
          </p:nvSpPr>
          <p:spPr>
            <a:xfrm>
              <a:off x="-62044825" y="1972200"/>
              <a:ext cx="107125" cy="97700"/>
            </a:xfrm>
            <a:custGeom>
              <a:rect b="b" l="l" r="r" t="t"/>
              <a:pathLst>
                <a:path extrusionOk="0" h="3908" w="4285">
                  <a:moveTo>
                    <a:pt x="2111" y="1308"/>
                  </a:moveTo>
                  <a:lnTo>
                    <a:pt x="2237" y="1560"/>
                  </a:lnTo>
                  <a:cubicBezTo>
                    <a:pt x="2300" y="1686"/>
                    <a:pt x="2395" y="1781"/>
                    <a:pt x="2552" y="1812"/>
                  </a:cubicBezTo>
                  <a:lnTo>
                    <a:pt x="2867" y="1844"/>
                  </a:lnTo>
                  <a:lnTo>
                    <a:pt x="2615" y="2033"/>
                  </a:lnTo>
                  <a:cubicBezTo>
                    <a:pt x="2552" y="2127"/>
                    <a:pt x="2458" y="2285"/>
                    <a:pt x="2521" y="2411"/>
                  </a:cubicBezTo>
                  <a:lnTo>
                    <a:pt x="2552" y="2726"/>
                  </a:lnTo>
                  <a:lnTo>
                    <a:pt x="2269" y="2568"/>
                  </a:lnTo>
                  <a:cubicBezTo>
                    <a:pt x="2206" y="2505"/>
                    <a:pt x="2143" y="2505"/>
                    <a:pt x="2080" y="2505"/>
                  </a:cubicBezTo>
                  <a:cubicBezTo>
                    <a:pt x="1985" y="2505"/>
                    <a:pt x="1954" y="2505"/>
                    <a:pt x="1891" y="2568"/>
                  </a:cubicBezTo>
                  <a:lnTo>
                    <a:pt x="1607" y="2726"/>
                  </a:lnTo>
                  <a:lnTo>
                    <a:pt x="1639" y="2411"/>
                  </a:lnTo>
                  <a:cubicBezTo>
                    <a:pt x="1670" y="2285"/>
                    <a:pt x="1607" y="2127"/>
                    <a:pt x="1513" y="2033"/>
                  </a:cubicBezTo>
                  <a:lnTo>
                    <a:pt x="1292" y="1844"/>
                  </a:lnTo>
                  <a:lnTo>
                    <a:pt x="1670" y="1812"/>
                  </a:lnTo>
                  <a:cubicBezTo>
                    <a:pt x="1796" y="1812"/>
                    <a:pt x="1922" y="1686"/>
                    <a:pt x="1985" y="1560"/>
                  </a:cubicBezTo>
                  <a:lnTo>
                    <a:pt x="2111" y="1308"/>
                  </a:lnTo>
                  <a:close/>
                  <a:moveTo>
                    <a:pt x="2143" y="1"/>
                  </a:moveTo>
                  <a:cubicBezTo>
                    <a:pt x="1993" y="1"/>
                    <a:pt x="1843" y="79"/>
                    <a:pt x="1765" y="237"/>
                  </a:cubicBezTo>
                  <a:lnTo>
                    <a:pt x="1355" y="1056"/>
                  </a:lnTo>
                  <a:lnTo>
                    <a:pt x="473" y="1182"/>
                  </a:lnTo>
                  <a:cubicBezTo>
                    <a:pt x="95" y="1214"/>
                    <a:pt x="0" y="1655"/>
                    <a:pt x="221" y="1875"/>
                  </a:cubicBezTo>
                  <a:lnTo>
                    <a:pt x="851" y="2505"/>
                  </a:lnTo>
                  <a:lnTo>
                    <a:pt x="693" y="3419"/>
                  </a:lnTo>
                  <a:cubicBezTo>
                    <a:pt x="668" y="3693"/>
                    <a:pt x="880" y="3908"/>
                    <a:pt x="1110" y="3908"/>
                  </a:cubicBezTo>
                  <a:cubicBezTo>
                    <a:pt x="1171" y="3908"/>
                    <a:pt x="1233" y="3893"/>
                    <a:pt x="1292" y="3860"/>
                  </a:cubicBezTo>
                  <a:lnTo>
                    <a:pt x="2111" y="3419"/>
                  </a:lnTo>
                  <a:lnTo>
                    <a:pt x="2930" y="3860"/>
                  </a:lnTo>
                  <a:cubicBezTo>
                    <a:pt x="2992" y="3891"/>
                    <a:pt x="3056" y="3905"/>
                    <a:pt x="3119" y="3905"/>
                  </a:cubicBezTo>
                  <a:cubicBezTo>
                    <a:pt x="3376" y="3905"/>
                    <a:pt x="3605" y="3672"/>
                    <a:pt x="3529" y="3419"/>
                  </a:cubicBezTo>
                  <a:lnTo>
                    <a:pt x="3371" y="2505"/>
                  </a:lnTo>
                  <a:lnTo>
                    <a:pt x="4033" y="1875"/>
                  </a:lnTo>
                  <a:cubicBezTo>
                    <a:pt x="4285" y="1655"/>
                    <a:pt x="4159" y="1214"/>
                    <a:pt x="3812" y="1182"/>
                  </a:cubicBezTo>
                  <a:lnTo>
                    <a:pt x="2899" y="1056"/>
                  </a:lnTo>
                  <a:lnTo>
                    <a:pt x="2521" y="237"/>
                  </a:lnTo>
                  <a:cubicBezTo>
                    <a:pt x="2442" y="79"/>
                    <a:pt x="2292" y="1"/>
                    <a:pt x="214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39" name="Google Shape;2439;p45"/>
          <p:cNvGrpSpPr/>
          <p:nvPr/>
        </p:nvGrpSpPr>
        <p:grpSpPr>
          <a:xfrm>
            <a:off x="718120" y="3306720"/>
            <a:ext cx="282816" cy="284256"/>
            <a:chOff x="-62150375" y="2297875"/>
            <a:chExt cx="314275" cy="315875"/>
          </a:xfrm>
        </p:grpSpPr>
        <p:sp>
          <p:nvSpPr>
            <p:cNvPr id="2440" name="Google Shape;2440;p45"/>
            <p:cNvSpPr/>
            <p:nvPr/>
          </p:nvSpPr>
          <p:spPr>
            <a:xfrm>
              <a:off x="-61994425" y="2297875"/>
              <a:ext cx="64600" cy="69925"/>
            </a:xfrm>
            <a:custGeom>
              <a:rect b="b" l="l" r="r" t="t"/>
              <a:pathLst>
                <a:path extrusionOk="0" h="2797" w="2584">
                  <a:moveTo>
                    <a:pt x="1324" y="1"/>
                  </a:moveTo>
                  <a:cubicBezTo>
                    <a:pt x="1072" y="1"/>
                    <a:pt x="883" y="190"/>
                    <a:pt x="883" y="442"/>
                  </a:cubicBezTo>
                  <a:lnTo>
                    <a:pt x="883" y="1387"/>
                  </a:lnTo>
                  <a:lnTo>
                    <a:pt x="757" y="1261"/>
                  </a:lnTo>
                  <a:cubicBezTo>
                    <a:pt x="678" y="1182"/>
                    <a:pt x="568" y="1143"/>
                    <a:pt x="457" y="1143"/>
                  </a:cubicBezTo>
                  <a:cubicBezTo>
                    <a:pt x="347" y="1143"/>
                    <a:pt x="237" y="1182"/>
                    <a:pt x="158" y="1261"/>
                  </a:cubicBezTo>
                  <a:cubicBezTo>
                    <a:pt x="1" y="1419"/>
                    <a:pt x="1" y="1702"/>
                    <a:pt x="158" y="1860"/>
                  </a:cubicBezTo>
                  <a:lnTo>
                    <a:pt x="1009" y="2679"/>
                  </a:lnTo>
                  <a:cubicBezTo>
                    <a:pt x="1088" y="2758"/>
                    <a:pt x="1190" y="2797"/>
                    <a:pt x="1292" y="2797"/>
                  </a:cubicBezTo>
                  <a:cubicBezTo>
                    <a:pt x="1395" y="2797"/>
                    <a:pt x="1497" y="2758"/>
                    <a:pt x="1576" y="2679"/>
                  </a:cubicBezTo>
                  <a:lnTo>
                    <a:pt x="2426" y="1860"/>
                  </a:lnTo>
                  <a:cubicBezTo>
                    <a:pt x="2584" y="1702"/>
                    <a:pt x="2584" y="1419"/>
                    <a:pt x="2426" y="1261"/>
                  </a:cubicBezTo>
                  <a:cubicBezTo>
                    <a:pt x="2348" y="1182"/>
                    <a:pt x="2237" y="1143"/>
                    <a:pt x="2127" y="1143"/>
                  </a:cubicBezTo>
                  <a:cubicBezTo>
                    <a:pt x="2017" y="1143"/>
                    <a:pt x="1907" y="1182"/>
                    <a:pt x="1828" y="1261"/>
                  </a:cubicBezTo>
                  <a:lnTo>
                    <a:pt x="1702" y="1387"/>
                  </a:lnTo>
                  <a:lnTo>
                    <a:pt x="1702" y="442"/>
                  </a:lnTo>
                  <a:cubicBezTo>
                    <a:pt x="1733" y="190"/>
                    <a:pt x="1544" y="1"/>
                    <a:pt x="132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1" name="Google Shape;2441;p45"/>
            <p:cNvSpPr/>
            <p:nvPr/>
          </p:nvSpPr>
          <p:spPr>
            <a:xfrm>
              <a:off x="-62150375" y="2338050"/>
              <a:ext cx="314275" cy="275700"/>
            </a:xfrm>
            <a:custGeom>
              <a:rect b="b" l="l" r="r" t="t"/>
              <a:pathLst>
                <a:path extrusionOk="0" h="11028" w="12571">
                  <a:moveTo>
                    <a:pt x="11752" y="2805"/>
                  </a:moveTo>
                  <a:lnTo>
                    <a:pt x="11059" y="6932"/>
                  </a:lnTo>
                  <a:lnTo>
                    <a:pt x="3970" y="6932"/>
                  </a:lnTo>
                  <a:lnTo>
                    <a:pt x="3183" y="2805"/>
                  </a:lnTo>
                  <a:close/>
                  <a:moveTo>
                    <a:pt x="5199" y="9421"/>
                  </a:moveTo>
                  <a:cubicBezTo>
                    <a:pt x="5388" y="9452"/>
                    <a:pt x="5514" y="9610"/>
                    <a:pt x="5514" y="9830"/>
                  </a:cubicBezTo>
                  <a:cubicBezTo>
                    <a:pt x="5514" y="10051"/>
                    <a:pt x="5293" y="10240"/>
                    <a:pt x="5073" y="10240"/>
                  </a:cubicBezTo>
                  <a:cubicBezTo>
                    <a:pt x="4821" y="10240"/>
                    <a:pt x="4663" y="10051"/>
                    <a:pt x="4663" y="9830"/>
                  </a:cubicBezTo>
                  <a:cubicBezTo>
                    <a:pt x="4663" y="9610"/>
                    <a:pt x="4789" y="9452"/>
                    <a:pt x="4978" y="9421"/>
                  </a:cubicBezTo>
                  <a:close/>
                  <a:moveTo>
                    <a:pt x="9830" y="9421"/>
                  </a:moveTo>
                  <a:cubicBezTo>
                    <a:pt x="10019" y="9452"/>
                    <a:pt x="10145" y="9610"/>
                    <a:pt x="10145" y="9830"/>
                  </a:cubicBezTo>
                  <a:cubicBezTo>
                    <a:pt x="10145" y="10051"/>
                    <a:pt x="9956" y="10240"/>
                    <a:pt x="9704" y="10240"/>
                  </a:cubicBezTo>
                  <a:cubicBezTo>
                    <a:pt x="9484" y="10240"/>
                    <a:pt x="9326" y="10051"/>
                    <a:pt x="9326" y="9830"/>
                  </a:cubicBezTo>
                  <a:cubicBezTo>
                    <a:pt x="9358" y="9610"/>
                    <a:pt x="9484" y="9452"/>
                    <a:pt x="9673" y="9421"/>
                  </a:cubicBezTo>
                  <a:close/>
                  <a:moveTo>
                    <a:pt x="284" y="1"/>
                  </a:moveTo>
                  <a:cubicBezTo>
                    <a:pt x="190" y="64"/>
                    <a:pt x="1" y="253"/>
                    <a:pt x="1" y="473"/>
                  </a:cubicBezTo>
                  <a:cubicBezTo>
                    <a:pt x="1" y="725"/>
                    <a:pt x="190" y="883"/>
                    <a:pt x="379" y="883"/>
                  </a:cubicBezTo>
                  <a:lnTo>
                    <a:pt x="1954" y="883"/>
                  </a:lnTo>
                  <a:lnTo>
                    <a:pt x="3151" y="7058"/>
                  </a:lnTo>
                  <a:cubicBezTo>
                    <a:pt x="2710" y="7247"/>
                    <a:pt x="2427" y="7688"/>
                    <a:pt x="2427" y="8192"/>
                  </a:cubicBezTo>
                  <a:cubicBezTo>
                    <a:pt x="2427" y="8885"/>
                    <a:pt x="2994" y="9421"/>
                    <a:pt x="3655" y="9421"/>
                  </a:cubicBezTo>
                  <a:lnTo>
                    <a:pt x="3844" y="9421"/>
                  </a:lnTo>
                  <a:cubicBezTo>
                    <a:pt x="3813" y="9547"/>
                    <a:pt x="3781" y="9704"/>
                    <a:pt x="3781" y="9830"/>
                  </a:cubicBezTo>
                  <a:cubicBezTo>
                    <a:pt x="3781" y="10492"/>
                    <a:pt x="4317" y="11027"/>
                    <a:pt x="5010" y="11027"/>
                  </a:cubicBezTo>
                  <a:cubicBezTo>
                    <a:pt x="5672" y="11027"/>
                    <a:pt x="6207" y="10492"/>
                    <a:pt x="6207" y="9830"/>
                  </a:cubicBezTo>
                  <a:cubicBezTo>
                    <a:pt x="6207" y="9673"/>
                    <a:pt x="6176" y="9547"/>
                    <a:pt x="6144" y="9421"/>
                  </a:cubicBezTo>
                  <a:lnTo>
                    <a:pt x="8475" y="9421"/>
                  </a:lnTo>
                  <a:cubicBezTo>
                    <a:pt x="8412" y="9547"/>
                    <a:pt x="8381" y="9704"/>
                    <a:pt x="8381" y="9830"/>
                  </a:cubicBezTo>
                  <a:cubicBezTo>
                    <a:pt x="8381" y="10492"/>
                    <a:pt x="8948" y="11027"/>
                    <a:pt x="9610" y="11027"/>
                  </a:cubicBezTo>
                  <a:cubicBezTo>
                    <a:pt x="10271" y="11027"/>
                    <a:pt x="10870" y="10492"/>
                    <a:pt x="10870" y="9830"/>
                  </a:cubicBezTo>
                  <a:cubicBezTo>
                    <a:pt x="10870" y="9673"/>
                    <a:pt x="10838" y="9547"/>
                    <a:pt x="10775" y="9421"/>
                  </a:cubicBezTo>
                  <a:lnTo>
                    <a:pt x="11405" y="9421"/>
                  </a:lnTo>
                  <a:cubicBezTo>
                    <a:pt x="11657" y="9421"/>
                    <a:pt x="11815" y="9231"/>
                    <a:pt x="11815" y="9042"/>
                  </a:cubicBezTo>
                  <a:cubicBezTo>
                    <a:pt x="11815" y="8822"/>
                    <a:pt x="11626" y="8601"/>
                    <a:pt x="11405" y="8601"/>
                  </a:cubicBezTo>
                  <a:lnTo>
                    <a:pt x="3529" y="8601"/>
                  </a:lnTo>
                  <a:cubicBezTo>
                    <a:pt x="3309" y="8601"/>
                    <a:pt x="3151" y="8412"/>
                    <a:pt x="3151" y="8160"/>
                  </a:cubicBezTo>
                  <a:cubicBezTo>
                    <a:pt x="3151" y="7940"/>
                    <a:pt x="3340" y="7719"/>
                    <a:pt x="3529" y="7719"/>
                  </a:cubicBezTo>
                  <a:lnTo>
                    <a:pt x="11311" y="7719"/>
                  </a:lnTo>
                  <a:cubicBezTo>
                    <a:pt x="11500" y="7719"/>
                    <a:pt x="11689" y="7562"/>
                    <a:pt x="11689" y="7373"/>
                  </a:cubicBezTo>
                  <a:lnTo>
                    <a:pt x="12508" y="2426"/>
                  </a:lnTo>
                  <a:cubicBezTo>
                    <a:pt x="12571" y="2174"/>
                    <a:pt x="12351" y="1954"/>
                    <a:pt x="12130" y="1954"/>
                  </a:cubicBezTo>
                  <a:lnTo>
                    <a:pt x="2899" y="1954"/>
                  </a:lnTo>
                  <a:lnTo>
                    <a:pt x="2584" y="379"/>
                  </a:lnTo>
                  <a:cubicBezTo>
                    <a:pt x="2553" y="158"/>
                    <a:pt x="2395" y="1"/>
                    <a:pt x="2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2" name="Google Shape;2442;p45"/>
            <p:cNvSpPr/>
            <p:nvPr/>
          </p:nvSpPr>
          <p:spPr>
            <a:xfrm>
              <a:off x="-61972375" y="2430200"/>
              <a:ext cx="20500" cy="60675"/>
            </a:xfrm>
            <a:custGeom>
              <a:rect b="b" l="l" r="r" t="t"/>
              <a:pathLst>
                <a:path extrusionOk="0" h="2427" w="820">
                  <a:moveTo>
                    <a:pt x="442" y="1"/>
                  </a:moveTo>
                  <a:cubicBezTo>
                    <a:pt x="190" y="1"/>
                    <a:pt x="1" y="190"/>
                    <a:pt x="1" y="379"/>
                  </a:cubicBezTo>
                  <a:lnTo>
                    <a:pt x="1" y="2048"/>
                  </a:lnTo>
                  <a:cubicBezTo>
                    <a:pt x="32" y="2269"/>
                    <a:pt x="221" y="2427"/>
                    <a:pt x="442" y="2427"/>
                  </a:cubicBezTo>
                  <a:cubicBezTo>
                    <a:pt x="662" y="2427"/>
                    <a:pt x="820" y="2237"/>
                    <a:pt x="820" y="2048"/>
                  </a:cubicBezTo>
                  <a:lnTo>
                    <a:pt x="820" y="379"/>
                  </a:lnTo>
                  <a:cubicBezTo>
                    <a:pt x="820" y="158"/>
                    <a:pt x="631" y="1"/>
                    <a:pt x="44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3" name="Google Shape;2443;p45"/>
            <p:cNvSpPr/>
            <p:nvPr/>
          </p:nvSpPr>
          <p:spPr>
            <a:xfrm>
              <a:off x="-61909350" y="2430200"/>
              <a:ext cx="19700" cy="60675"/>
            </a:xfrm>
            <a:custGeom>
              <a:rect b="b" l="l" r="r" t="t"/>
              <a:pathLst>
                <a:path extrusionOk="0" h="2427" w="788">
                  <a:moveTo>
                    <a:pt x="378" y="1"/>
                  </a:moveTo>
                  <a:cubicBezTo>
                    <a:pt x="189" y="1"/>
                    <a:pt x="0" y="190"/>
                    <a:pt x="0" y="379"/>
                  </a:cubicBezTo>
                  <a:lnTo>
                    <a:pt x="0" y="2048"/>
                  </a:lnTo>
                  <a:cubicBezTo>
                    <a:pt x="0" y="2269"/>
                    <a:pt x="189" y="2427"/>
                    <a:pt x="378" y="2427"/>
                  </a:cubicBezTo>
                  <a:cubicBezTo>
                    <a:pt x="630" y="2427"/>
                    <a:pt x="788" y="2237"/>
                    <a:pt x="788" y="2048"/>
                  </a:cubicBezTo>
                  <a:lnTo>
                    <a:pt x="788" y="379"/>
                  </a:lnTo>
                  <a:cubicBezTo>
                    <a:pt x="788" y="158"/>
                    <a:pt x="599" y="1"/>
                    <a:pt x="37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4" name="Google Shape;2444;p45"/>
            <p:cNvSpPr/>
            <p:nvPr/>
          </p:nvSpPr>
          <p:spPr>
            <a:xfrm>
              <a:off x="-62033800" y="2430200"/>
              <a:ext cx="21275" cy="60675"/>
            </a:xfrm>
            <a:custGeom>
              <a:rect b="b" l="l" r="r" t="t"/>
              <a:pathLst>
                <a:path extrusionOk="0" h="2427" w="851">
                  <a:moveTo>
                    <a:pt x="410" y="1"/>
                  </a:moveTo>
                  <a:cubicBezTo>
                    <a:pt x="158" y="1"/>
                    <a:pt x="0" y="190"/>
                    <a:pt x="0" y="379"/>
                  </a:cubicBezTo>
                  <a:lnTo>
                    <a:pt x="0" y="2048"/>
                  </a:lnTo>
                  <a:cubicBezTo>
                    <a:pt x="0" y="2269"/>
                    <a:pt x="221" y="2427"/>
                    <a:pt x="410" y="2427"/>
                  </a:cubicBezTo>
                  <a:cubicBezTo>
                    <a:pt x="630" y="2427"/>
                    <a:pt x="851" y="2237"/>
                    <a:pt x="851" y="2048"/>
                  </a:cubicBezTo>
                  <a:lnTo>
                    <a:pt x="851" y="379"/>
                  </a:lnTo>
                  <a:cubicBezTo>
                    <a:pt x="851" y="158"/>
                    <a:pt x="630" y="1"/>
                    <a:pt x="41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45" name="Google Shape;2445;p45"/>
          <p:cNvGrpSpPr/>
          <p:nvPr/>
        </p:nvGrpSpPr>
        <p:grpSpPr>
          <a:xfrm>
            <a:off x="717052" y="3739960"/>
            <a:ext cx="284953" cy="286371"/>
            <a:chOff x="-62150375" y="2664925"/>
            <a:chExt cx="316650" cy="318225"/>
          </a:xfrm>
        </p:grpSpPr>
        <p:sp>
          <p:nvSpPr>
            <p:cNvPr id="2446" name="Google Shape;2446;p45"/>
            <p:cNvSpPr/>
            <p:nvPr/>
          </p:nvSpPr>
          <p:spPr>
            <a:xfrm>
              <a:off x="-62150375" y="2961850"/>
              <a:ext cx="316650" cy="21300"/>
            </a:xfrm>
            <a:custGeom>
              <a:rect b="b" l="l" r="r" t="t"/>
              <a:pathLst>
                <a:path extrusionOk="0" h="852" w="12666">
                  <a:moveTo>
                    <a:pt x="379" y="0"/>
                  </a:moveTo>
                  <a:cubicBezTo>
                    <a:pt x="158" y="0"/>
                    <a:pt x="1" y="189"/>
                    <a:pt x="1" y="410"/>
                  </a:cubicBezTo>
                  <a:cubicBezTo>
                    <a:pt x="1" y="662"/>
                    <a:pt x="190" y="851"/>
                    <a:pt x="379" y="851"/>
                  </a:cubicBezTo>
                  <a:lnTo>
                    <a:pt x="12225" y="851"/>
                  </a:lnTo>
                  <a:cubicBezTo>
                    <a:pt x="12477" y="851"/>
                    <a:pt x="12634" y="662"/>
                    <a:pt x="12634" y="410"/>
                  </a:cubicBezTo>
                  <a:cubicBezTo>
                    <a:pt x="12666" y="158"/>
                    <a:pt x="12477" y="0"/>
                    <a:pt x="1222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7" name="Google Shape;2447;p45"/>
            <p:cNvSpPr/>
            <p:nvPr/>
          </p:nvSpPr>
          <p:spPr>
            <a:xfrm>
              <a:off x="-62150375" y="2838200"/>
              <a:ext cx="82725" cy="102400"/>
            </a:xfrm>
            <a:custGeom>
              <a:rect b="b" l="l" r="r" t="t"/>
              <a:pathLst>
                <a:path extrusionOk="0" h="4096" w="3309">
                  <a:moveTo>
                    <a:pt x="2363" y="756"/>
                  </a:moveTo>
                  <a:cubicBezTo>
                    <a:pt x="2427" y="756"/>
                    <a:pt x="2521" y="851"/>
                    <a:pt x="2521" y="914"/>
                  </a:cubicBezTo>
                  <a:lnTo>
                    <a:pt x="2521" y="3119"/>
                  </a:lnTo>
                  <a:cubicBezTo>
                    <a:pt x="2521" y="3214"/>
                    <a:pt x="2427" y="3245"/>
                    <a:pt x="2363" y="3245"/>
                  </a:cubicBezTo>
                  <a:lnTo>
                    <a:pt x="977" y="3245"/>
                  </a:lnTo>
                  <a:cubicBezTo>
                    <a:pt x="883" y="3245"/>
                    <a:pt x="820" y="3151"/>
                    <a:pt x="820" y="3119"/>
                  </a:cubicBezTo>
                  <a:lnTo>
                    <a:pt x="820" y="914"/>
                  </a:lnTo>
                  <a:cubicBezTo>
                    <a:pt x="820" y="851"/>
                    <a:pt x="883" y="756"/>
                    <a:pt x="977" y="756"/>
                  </a:cubicBezTo>
                  <a:close/>
                  <a:moveTo>
                    <a:pt x="946" y="0"/>
                  </a:moveTo>
                  <a:cubicBezTo>
                    <a:pt x="379" y="0"/>
                    <a:pt x="1" y="441"/>
                    <a:pt x="1" y="945"/>
                  </a:cubicBezTo>
                  <a:lnTo>
                    <a:pt x="1" y="3151"/>
                  </a:lnTo>
                  <a:cubicBezTo>
                    <a:pt x="1" y="3686"/>
                    <a:pt x="410" y="4096"/>
                    <a:pt x="946" y="4096"/>
                  </a:cubicBezTo>
                  <a:lnTo>
                    <a:pt x="2300" y="4096"/>
                  </a:lnTo>
                  <a:cubicBezTo>
                    <a:pt x="2868" y="4096"/>
                    <a:pt x="3309" y="3686"/>
                    <a:pt x="3309" y="3151"/>
                  </a:cubicBezTo>
                  <a:lnTo>
                    <a:pt x="3309" y="945"/>
                  </a:lnTo>
                  <a:cubicBezTo>
                    <a:pt x="3309" y="410"/>
                    <a:pt x="2868" y="0"/>
                    <a:pt x="230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8" name="Google Shape;2448;p45"/>
            <p:cNvSpPr/>
            <p:nvPr/>
          </p:nvSpPr>
          <p:spPr>
            <a:xfrm>
              <a:off x="-62033800" y="2664925"/>
              <a:ext cx="82725" cy="274900"/>
            </a:xfrm>
            <a:custGeom>
              <a:rect b="b" l="l" r="r" t="t"/>
              <a:pathLst>
                <a:path extrusionOk="0" h="10996" w="3309">
                  <a:moveTo>
                    <a:pt x="2332" y="788"/>
                  </a:moveTo>
                  <a:cubicBezTo>
                    <a:pt x="2426" y="851"/>
                    <a:pt x="2489" y="882"/>
                    <a:pt x="2489" y="945"/>
                  </a:cubicBezTo>
                  <a:lnTo>
                    <a:pt x="2489" y="10050"/>
                  </a:lnTo>
                  <a:cubicBezTo>
                    <a:pt x="2489" y="10145"/>
                    <a:pt x="2426" y="10176"/>
                    <a:pt x="2332" y="10176"/>
                  </a:cubicBezTo>
                  <a:lnTo>
                    <a:pt x="946" y="10176"/>
                  </a:lnTo>
                  <a:cubicBezTo>
                    <a:pt x="882" y="10176"/>
                    <a:pt x="851" y="10082"/>
                    <a:pt x="851" y="10050"/>
                  </a:cubicBezTo>
                  <a:lnTo>
                    <a:pt x="851" y="945"/>
                  </a:lnTo>
                  <a:cubicBezTo>
                    <a:pt x="851" y="882"/>
                    <a:pt x="914" y="788"/>
                    <a:pt x="946" y="788"/>
                  </a:cubicBezTo>
                  <a:close/>
                  <a:moveTo>
                    <a:pt x="946" y="0"/>
                  </a:moveTo>
                  <a:cubicBezTo>
                    <a:pt x="410" y="0"/>
                    <a:pt x="0" y="441"/>
                    <a:pt x="0" y="945"/>
                  </a:cubicBezTo>
                  <a:lnTo>
                    <a:pt x="0" y="10050"/>
                  </a:lnTo>
                  <a:cubicBezTo>
                    <a:pt x="0" y="10617"/>
                    <a:pt x="441" y="10995"/>
                    <a:pt x="946" y="10995"/>
                  </a:cubicBezTo>
                  <a:lnTo>
                    <a:pt x="2332" y="10995"/>
                  </a:lnTo>
                  <a:cubicBezTo>
                    <a:pt x="2899" y="10995"/>
                    <a:pt x="3308" y="10554"/>
                    <a:pt x="3308" y="10050"/>
                  </a:cubicBezTo>
                  <a:lnTo>
                    <a:pt x="3308" y="945"/>
                  </a:lnTo>
                  <a:cubicBezTo>
                    <a:pt x="3308" y="410"/>
                    <a:pt x="2899" y="0"/>
                    <a:pt x="233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9" name="Google Shape;2449;p45"/>
            <p:cNvSpPr/>
            <p:nvPr/>
          </p:nvSpPr>
          <p:spPr>
            <a:xfrm>
              <a:off x="-61917225" y="2754700"/>
              <a:ext cx="83500" cy="185900"/>
            </a:xfrm>
            <a:custGeom>
              <a:rect b="b" l="l" r="r" t="t"/>
              <a:pathLst>
                <a:path extrusionOk="0" h="7436" w="3340">
                  <a:moveTo>
                    <a:pt x="2394" y="788"/>
                  </a:moveTo>
                  <a:cubicBezTo>
                    <a:pt x="2489" y="788"/>
                    <a:pt x="2520" y="883"/>
                    <a:pt x="2520" y="946"/>
                  </a:cubicBezTo>
                  <a:lnTo>
                    <a:pt x="2520" y="6459"/>
                  </a:lnTo>
                  <a:cubicBezTo>
                    <a:pt x="2520" y="6554"/>
                    <a:pt x="2426" y="6585"/>
                    <a:pt x="2394" y="6585"/>
                  </a:cubicBezTo>
                  <a:lnTo>
                    <a:pt x="1008" y="6585"/>
                  </a:lnTo>
                  <a:cubicBezTo>
                    <a:pt x="945" y="6585"/>
                    <a:pt x="851" y="6491"/>
                    <a:pt x="851" y="6459"/>
                  </a:cubicBezTo>
                  <a:lnTo>
                    <a:pt x="851" y="946"/>
                  </a:lnTo>
                  <a:cubicBezTo>
                    <a:pt x="851" y="883"/>
                    <a:pt x="945" y="788"/>
                    <a:pt x="1008" y="788"/>
                  </a:cubicBezTo>
                  <a:close/>
                  <a:moveTo>
                    <a:pt x="977" y="1"/>
                  </a:moveTo>
                  <a:cubicBezTo>
                    <a:pt x="441" y="1"/>
                    <a:pt x="0" y="442"/>
                    <a:pt x="0" y="977"/>
                  </a:cubicBezTo>
                  <a:lnTo>
                    <a:pt x="0" y="6491"/>
                  </a:lnTo>
                  <a:cubicBezTo>
                    <a:pt x="0" y="7058"/>
                    <a:pt x="441" y="7436"/>
                    <a:pt x="977" y="7436"/>
                  </a:cubicBezTo>
                  <a:lnTo>
                    <a:pt x="2363" y="7436"/>
                  </a:lnTo>
                  <a:cubicBezTo>
                    <a:pt x="2899" y="7436"/>
                    <a:pt x="3308" y="7026"/>
                    <a:pt x="3308" y="6491"/>
                  </a:cubicBezTo>
                  <a:lnTo>
                    <a:pt x="3308" y="977"/>
                  </a:lnTo>
                  <a:cubicBezTo>
                    <a:pt x="3340" y="442"/>
                    <a:pt x="2899" y="1"/>
                    <a:pt x="236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50" name="Google Shape;2450;p45"/>
          <p:cNvGrpSpPr/>
          <p:nvPr/>
        </p:nvGrpSpPr>
        <p:grpSpPr>
          <a:xfrm>
            <a:off x="2902861" y="2866587"/>
            <a:ext cx="285651" cy="287001"/>
            <a:chOff x="-60254550" y="1938025"/>
            <a:chExt cx="317425" cy="318925"/>
          </a:xfrm>
        </p:grpSpPr>
        <p:sp>
          <p:nvSpPr>
            <p:cNvPr id="2451" name="Google Shape;2451;p45"/>
            <p:cNvSpPr/>
            <p:nvPr/>
          </p:nvSpPr>
          <p:spPr>
            <a:xfrm>
              <a:off x="-60254550" y="2049000"/>
              <a:ext cx="317425" cy="207950"/>
            </a:xfrm>
            <a:custGeom>
              <a:rect b="b" l="l" r="r" t="t"/>
              <a:pathLst>
                <a:path extrusionOk="0" h="8318" w="12697">
                  <a:moveTo>
                    <a:pt x="10428" y="1639"/>
                  </a:moveTo>
                  <a:cubicBezTo>
                    <a:pt x="11184" y="1639"/>
                    <a:pt x="11814" y="2269"/>
                    <a:pt x="11814" y="3025"/>
                  </a:cubicBezTo>
                  <a:cubicBezTo>
                    <a:pt x="11814" y="3781"/>
                    <a:pt x="11184" y="4411"/>
                    <a:pt x="10428" y="4411"/>
                  </a:cubicBezTo>
                  <a:lnTo>
                    <a:pt x="9767" y="4411"/>
                  </a:lnTo>
                  <a:cubicBezTo>
                    <a:pt x="9861" y="4033"/>
                    <a:pt x="9893" y="3686"/>
                    <a:pt x="9893" y="3308"/>
                  </a:cubicBezTo>
                  <a:lnTo>
                    <a:pt x="9893" y="1639"/>
                  </a:lnTo>
                  <a:close/>
                  <a:moveTo>
                    <a:pt x="9073" y="819"/>
                  </a:moveTo>
                  <a:lnTo>
                    <a:pt x="9073" y="3308"/>
                  </a:lnTo>
                  <a:cubicBezTo>
                    <a:pt x="9073" y="5577"/>
                    <a:pt x="7215" y="7435"/>
                    <a:pt x="4915" y="7435"/>
                  </a:cubicBezTo>
                  <a:cubicBezTo>
                    <a:pt x="2646" y="7435"/>
                    <a:pt x="788" y="5577"/>
                    <a:pt x="788" y="3308"/>
                  </a:cubicBezTo>
                  <a:lnTo>
                    <a:pt x="788" y="819"/>
                  </a:lnTo>
                  <a:close/>
                  <a:moveTo>
                    <a:pt x="410" y="0"/>
                  </a:moveTo>
                  <a:cubicBezTo>
                    <a:pt x="158" y="0"/>
                    <a:pt x="0" y="189"/>
                    <a:pt x="0" y="441"/>
                  </a:cubicBezTo>
                  <a:lnTo>
                    <a:pt x="0" y="3308"/>
                  </a:lnTo>
                  <a:cubicBezTo>
                    <a:pt x="0" y="5041"/>
                    <a:pt x="882" y="6522"/>
                    <a:pt x="2205" y="7435"/>
                  </a:cubicBezTo>
                  <a:lnTo>
                    <a:pt x="410" y="7435"/>
                  </a:lnTo>
                  <a:cubicBezTo>
                    <a:pt x="158" y="7435"/>
                    <a:pt x="0" y="7624"/>
                    <a:pt x="0" y="7877"/>
                  </a:cubicBezTo>
                  <a:cubicBezTo>
                    <a:pt x="0" y="8097"/>
                    <a:pt x="189" y="8318"/>
                    <a:pt x="410" y="8318"/>
                  </a:cubicBezTo>
                  <a:lnTo>
                    <a:pt x="9483" y="8318"/>
                  </a:lnTo>
                  <a:cubicBezTo>
                    <a:pt x="9735" y="8318"/>
                    <a:pt x="9893" y="8097"/>
                    <a:pt x="9893" y="7877"/>
                  </a:cubicBezTo>
                  <a:cubicBezTo>
                    <a:pt x="9893" y="7624"/>
                    <a:pt x="9704" y="7435"/>
                    <a:pt x="9483" y="7435"/>
                  </a:cubicBezTo>
                  <a:lnTo>
                    <a:pt x="7687" y="7435"/>
                  </a:lnTo>
                  <a:cubicBezTo>
                    <a:pt x="8506" y="6900"/>
                    <a:pt x="9137" y="6144"/>
                    <a:pt x="9546" y="5230"/>
                  </a:cubicBezTo>
                  <a:lnTo>
                    <a:pt x="10491" y="5230"/>
                  </a:lnTo>
                  <a:cubicBezTo>
                    <a:pt x="11688" y="5230"/>
                    <a:pt x="12697" y="4253"/>
                    <a:pt x="12697" y="3025"/>
                  </a:cubicBezTo>
                  <a:cubicBezTo>
                    <a:pt x="12697" y="1796"/>
                    <a:pt x="11657" y="819"/>
                    <a:pt x="10428" y="819"/>
                  </a:cubicBezTo>
                  <a:lnTo>
                    <a:pt x="9893" y="819"/>
                  </a:lnTo>
                  <a:lnTo>
                    <a:pt x="9893" y="441"/>
                  </a:lnTo>
                  <a:cubicBezTo>
                    <a:pt x="9893" y="189"/>
                    <a:pt x="9704" y="0"/>
                    <a:pt x="948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2" name="Google Shape;2452;p45"/>
            <p:cNvSpPr/>
            <p:nvPr/>
          </p:nvSpPr>
          <p:spPr>
            <a:xfrm>
              <a:off x="-60219125" y="1938025"/>
              <a:ext cx="51225" cy="103625"/>
            </a:xfrm>
            <a:custGeom>
              <a:rect b="b" l="l" r="r" t="t"/>
              <a:pathLst>
                <a:path extrusionOk="0" h="4145" w="2049">
                  <a:moveTo>
                    <a:pt x="1068" y="0"/>
                  </a:moveTo>
                  <a:cubicBezTo>
                    <a:pt x="947" y="0"/>
                    <a:pt x="819" y="61"/>
                    <a:pt x="725" y="155"/>
                  </a:cubicBezTo>
                  <a:cubicBezTo>
                    <a:pt x="568" y="312"/>
                    <a:pt x="568" y="564"/>
                    <a:pt x="757" y="722"/>
                  </a:cubicBezTo>
                  <a:cubicBezTo>
                    <a:pt x="1103" y="1100"/>
                    <a:pt x="1103" y="1446"/>
                    <a:pt x="757" y="1761"/>
                  </a:cubicBezTo>
                  <a:cubicBezTo>
                    <a:pt x="32" y="2392"/>
                    <a:pt x="1" y="3368"/>
                    <a:pt x="757" y="4030"/>
                  </a:cubicBezTo>
                  <a:cubicBezTo>
                    <a:pt x="832" y="4105"/>
                    <a:pt x="936" y="4144"/>
                    <a:pt x="1041" y="4144"/>
                  </a:cubicBezTo>
                  <a:cubicBezTo>
                    <a:pt x="1156" y="4144"/>
                    <a:pt x="1273" y="4097"/>
                    <a:pt x="1356" y="3998"/>
                  </a:cubicBezTo>
                  <a:cubicBezTo>
                    <a:pt x="1513" y="3841"/>
                    <a:pt x="1513" y="3557"/>
                    <a:pt x="1292" y="3400"/>
                  </a:cubicBezTo>
                  <a:cubicBezTo>
                    <a:pt x="946" y="3085"/>
                    <a:pt x="946" y="2707"/>
                    <a:pt x="1292" y="2392"/>
                  </a:cubicBezTo>
                  <a:cubicBezTo>
                    <a:pt x="2017" y="1761"/>
                    <a:pt x="2049" y="785"/>
                    <a:pt x="1292" y="92"/>
                  </a:cubicBezTo>
                  <a:cubicBezTo>
                    <a:pt x="1229" y="28"/>
                    <a:pt x="1150" y="0"/>
                    <a:pt x="106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3" name="Google Shape;2453;p45"/>
            <p:cNvSpPr/>
            <p:nvPr/>
          </p:nvSpPr>
          <p:spPr>
            <a:xfrm>
              <a:off x="-60156900" y="1938025"/>
              <a:ext cx="51225" cy="103625"/>
            </a:xfrm>
            <a:custGeom>
              <a:rect b="b" l="l" r="r" t="t"/>
              <a:pathLst>
                <a:path extrusionOk="0" h="4145" w="2049">
                  <a:moveTo>
                    <a:pt x="1057" y="0"/>
                  </a:moveTo>
                  <a:cubicBezTo>
                    <a:pt x="926" y="0"/>
                    <a:pt x="788" y="61"/>
                    <a:pt x="694" y="155"/>
                  </a:cubicBezTo>
                  <a:cubicBezTo>
                    <a:pt x="536" y="312"/>
                    <a:pt x="536" y="564"/>
                    <a:pt x="757" y="722"/>
                  </a:cubicBezTo>
                  <a:cubicBezTo>
                    <a:pt x="1103" y="1100"/>
                    <a:pt x="1103" y="1446"/>
                    <a:pt x="757" y="1761"/>
                  </a:cubicBezTo>
                  <a:cubicBezTo>
                    <a:pt x="32" y="2392"/>
                    <a:pt x="1" y="3368"/>
                    <a:pt x="757" y="4030"/>
                  </a:cubicBezTo>
                  <a:cubicBezTo>
                    <a:pt x="832" y="4105"/>
                    <a:pt x="929" y="4144"/>
                    <a:pt x="1026" y="4144"/>
                  </a:cubicBezTo>
                  <a:cubicBezTo>
                    <a:pt x="1133" y="4144"/>
                    <a:pt x="1242" y="4097"/>
                    <a:pt x="1324" y="3998"/>
                  </a:cubicBezTo>
                  <a:cubicBezTo>
                    <a:pt x="1859" y="3463"/>
                    <a:pt x="473" y="3179"/>
                    <a:pt x="1292" y="2392"/>
                  </a:cubicBezTo>
                  <a:cubicBezTo>
                    <a:pt x="2017" y="1761"/>
                    <a:pt x="2049" y="785"/>
                    <a:pt x="1292" y="92"/>
                  </a:cubicBezTo>
                  <a:cubicBezTo>
                    <a:pt x="1229" y="28"/>
                    <a:pt x="1145" y="0"/>
                    <a:pt x="105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4" name="Google Shape;2454;p45"/>
            <p:cNvSpPr/>
            <p:nvPr/>
          </p:nvSpPr>
          <p:spPr>
            <a:xfrm>
              <a:off x="-60094675" y="1938025"/>
              <a:ext cx="51225" cy="103625"/>
            </a:xfrm>
            <a:custGeom>
              <a:rect b="b" l="l" r="r" t="t"/>
              <a:pathLst>
                <a:path extrusionOk="0" h="4145" w="2049">
                  <a:moveTo>
                    <a:pt x="1056" y="0"/>
                  </a:moveTo>
                  <a:cubicBezTo>
                    <a:pt x="926" y="0"/>
                    <a:pt x="788" y="61"/>
                    <a:pt x="694" y="155"/>
                  </a:cubicBezTo>
                  <a:cubicBezTo>
                    <a:pt x="536" y="312"/>
                    <a:pt x="536" y="564"/>
                    <a:pt x="725" y="722"/>
                  </a:cubicBezTo>
                  <a:cubicBezTo>
                    <a:pt x="1103" y="1100"/>
                    <a:pt x="1103" y="1446"/>
                    <a:pt x="725" y="1761"/>
                  </a:cubicBezTo>
                  <a:cubicBezTo>
                    <a:pt x="32" y="2392"/>
                    <a:pt x="1" y="3368"/>
                    <a:pt x="725" y="4030"/>
                  </a:cubicBezTo>
                  <a:cubicBezTo>
                    <a:pt x="800" y="4105"/>
                    <a:pt x="904" y="4144"/>
                    <a:pt x="1009" y="4144"/>
                  </a:cubicBezTo>
                  <a:cubicBezTo>
                    <a:pt x="1125" y="4144"/>
                    <a:pt x="1241" y="4097"/>
                    <a:pt x="1324" y="3998"/>
                  </a:cubicBezTo>
                  <a:cubicBezTo>
                    <a:pt x="1481" y="3841"/>
                    <a:pt x="1481" y="3557"/>
                    <a:pt x="1292" y="3400"/>
                  </a:cubicBezTo>
                  <a:cubicBezTo>
                    <a:pt x="946" y="3085"/>
                    <a:pt x="946" y="2707"/>
                    <a:pt x="1292" y="2392"/>
                  </a:cubicBezTo>
                  <a:cubicBezTo>
                    <a:pt x="1985" y="1761"/>
                    <a:pt x="2048" y="785"/>
                    <a:pt x="1292" y="92"/>
                  </a:cubicBezTo>
                  <a:cubicBezTo>
                    <a:pt x="1229" y="28"/>
                    <a:pt x="1145" y="0"/>
                    <a:pt x="105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55" name="Google Shape;2455;p45"/>
          <p:cNvGrpSpPr/>
          <p:nvPr/>
        </p:nvGrpSpPr>
        <p:grpSpPr>
          <a:xfrm>
            <a:off x="2924830" y="3739612"/>
            <a:ext cx="241713" cy="287068"/>
            <a:chOff x="-60232500" y="2671225"/>
            <a:chExt cx="268600" cy="319000"/>
          </a:xfrm>
        </p:grpSpPr>
        <p:sp>
          <p:nvSpPr>
            <p:cNvPr id="2456" name="Google Shape;2456;p45"/>
            <p:cNvSpPr/>
            <p:nvPr/>
          </p:nvSpPr>
          <p:spPr>
            <a:xfrm>
              <a:off x="-60222275" y="2843700"/>
              <a:ext cx="63025" cy="146525"/>
            </a:xfrm>
            <a:custGeom>
              <a:rect b="b" l="l" r="r" t="t"/>
              <a:pathLst>
                <a:path extrusionOk="0" h="5861" w="2521">
                  <a:moveTo>
                    <a:pt x="1261" y="1"/>
                  </a:moveTo>
                  <a:cubicBezTo>
                    <a:pt x="1040" y="1"/>
                    <a:pt x="851" y="190"/>
                    <a:pt x="851" y="410"/>
                  </a:cubicBezTo>
                  <a:lnTo>
                    <a:pt x="851" y="694"/>
                  </a:lnTo>
                  <a:cubicBezTo>
                    <a:pt x="379" y="851"/>
                    <a:pt x="1" y="1324"/>
                    <a:pt x="1" y="1891"/>
                  </a:cubicBezTo>
                  <a:cubicBezTo>
                    <a:pt x="1" y="2553"/>
                    <a:pt x="568" y="2931"/>
                    <a:pt x="1009" y="3246"/>
                  </a:cubicBezTo>
                  <a:cubicBezTo>
                    <a:pt x="1324" y="3498"/>
                    <a:pt x="1671" y="3718"/>
                    <a:pt x="1671" y="3970"/>
                  </a:cubicBezTo>
                  <a:cubicBezTo>
                    <a:pt x="1671" y="4191"/>
                    <a:pt x="1482" y="4348"/>
                    <a:pt x="1261" y="4348"/>
                  </a:cubicBezTo>
                  <a:cubicBezTo>
                    <a:pt x="1072" y="4348"/>
                    <a:pt x="851" y="4159"/>
                    <a:pt x="851" y="3970"/>
                  </a:cubicBezTo>
                  <a:cubicBezTo>
                    <a:pt x="851" y="3718"/>
                    <a:pt x="631" y="3529"/>
                    <a:pt x="442" y="3529"/>
                  </a:cubicBezTo>
                  <a:cubicBezTo>
                    <a:pt x="253" y="3529"/>
                    <a:pt x="64" y="3718"/>
                    <a:pt x="64" y="3970"/>
                  </a:cubicBezTo>
                  <a:cubicBezTo>
                    <a:pt x="64" y="4506"/>
                    <a:pt x="410" y="4947"/>
                    <a:pt x="883" y="5136"/>
                  </a:cubicBezTo>
                  <a:lnTo>
                    <a:pt x="883" y="5419"/>
                  </a:lnTo>
                  <a:cubicBezTo>
                    <a:pt x="883" y="5672"/>
                    <a:pt x="1072" y="5861"/>
                    <a:pt x="1324" y="5861"/>
                  </a:cubicBezTo>
                  <a:cubicBezTo>
                    <a:pt x="1545" y="5861"/>
                    <a:pt x="1702" y="5672"/>
                    <a:pt x="1702" y="5419"/>
                  </a:cubicBezTo>
                  <a:lnTo>
                    <a:pt x="1702" y="5136"/>
                  </a:lnTo>
                  <a:cubicBezTo>
                    <a:pt x="2175" y="4978"/>
                    <a:pt x="2521" y="4506"/>
                    <a:pt x="2521" y="3970"/>
                  </a:cubicBezTo>
                  <a:cubicBezTo>
                    <a:pt x="2521" y="3309"/>
                    <a:pt x="1986" y="2899"/>
                    <a:pt x="1545" y="2584"/>
                  </a:cubicBezTo>
                  <a:cubicBezTo>
                    <a:pt x="1229" y="2364"/>
                    <a:pt x="883" y="2111"/>
                    <a:pt x="883" y="1891"/>
                  </a:cubicBezTo>
                  <a:cubicBezTo>
                    <a:pt x="883" y="1639"/>
                    <a:pt x="1072" y="1450"/>
                    <a:pt x="1261" y="1450"/>
                  </a:cubicBezTo>
                  <a:cubicBezTo>
                    <a:pt x="1513" y="1450"/>
                    <a:pt x="1671" y="1639"/>
                    <a:pt x="1671" y="1891"/>
                  </a:cubicBezTo>
                  <a:cubicBezTo>
                    <a:pt x="1671" y="2111"/>
                    <a:pt x="1860" y="2269"/>
                    <a:pt x="2112" y="2269"/>
                  </a:cubicBezTo>
                  <a:cubicBezTo>
                    <a:pt x="2332" y="2269"/>
                    <a:pt x="2490" y="2080"/>
                    <a:pt x="2490" y="1891"/>
                  </a:cubicBezTo>
                  <a:cubicBezTo>
                    <a:pt x="2490" y="1324"/>
                    <a:pt x="2143" y="883"/>
                    <a:pt x="1671" y="694"/>
                  </a:cubicBezTo>
                  <a:lnTo>
                    <a:pt x="1671" y="410"/>
                  </a:lnTo>
                  <a:cubicBezTo>
                    <a:pt x="1671" y="190"/>
                    <a:pt x="1482" y="1"/>
                    <a:pt x="126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7" name="Google Shape;2457;p45"/>
            <p:cNvSpPr/>
            <p:nvPr/>
          </p:nvSpPr>
          <p:spPr>
            <a:xfrm>
              <a:off x="-60232500" y="2671225"/>
              <a:ext cx="268600" cy="318225"/>
            </a:xfrm>
            <a:custGeom>
              <a:rect b="b" l="l" r="r" t="t"/>
              <a:pathLst>
                <a:path extrusionOk="0" h="12729" w="10744">
                  <a:moveTo>
                    <a:pt x="5419" y="1701"/>
                  </a:moveTo>
                  <a:cubicBezTo>
                    <a:pt x="7561" y="1701"/>
                    <a:pt x="9357" y="3151"/>
                    <a:pt x="9830" y="5167"/>
                  </a:cubicBezTo>
                  <a:cubicBezTo>
                    <a:pt x="9641" y="5041"/>
                    <a:pt x="9389" y="5009"/>
                    <a:pt x="9137" y="5009"/>
                  </a:cubicBezTo>
                  <a:cubicBezTo>
                    <a:pt x="8601" y="5009"/>
                    <a:pt x="8191" y="5230"/>
                    <a:pt x="7908" y="5545"/>
                  </a:cubicBezTo>
                  <a:cubicBezTo>
                    <a:pt x="7593" y="5198"/>
                    <a:pt x="7152" y="5009"/>
                    <a:pt x="6679" y="5009"/>
                  </a:cubicBezTo>
                  <a:cubicBezTo>
                    <a:pt x="6175" y="5009"/>
                    <a:pt x="5734" y="5230"/>
                    <a:pt x="5419" y="5545"/>
                  </a:cubicBezTo>
                  <a:cubicBezTo>
                    <a:pt x="5104" y="5198"/>
                    <a:pt x="4663" y="5009"/>
                    <a:pt x="4190" y="5009"/>
                  </a:cubicBezTo>
                  <a:cubicBezTo>
                    <a:pt x="3686" y="5009"/>
                    <a:pt x="3245" y="5230"/>
                    <a:pt x="2993" y="5545"/>
                  </a:cubicBezTo>
                  <a:cubicBezTo>
                    <a:pt x="2678" y="5198"/>
                    <a:pt x="2237" y="5009"/>
                    <a:pt x="1764" y="5009"/>
                  </a:cubicBezTo>
                  <a:cubicBezTo>
                    <a:pt x="1512" y="5009"/>
                    <a:pt x="1292" y="5041"/>
                    <a:pt x="1040" y="5167"/>
                  </a:cubicBezTo>
                  <a:cubicBezTo>
                    <a:pt x="1481" y="3151"/>
                    <a:pt x="3308" y="1701"/>
                    <a:pt x="5419" y="1701"/>
                  </a:cubicBezTo>
                  <a:close/>
                  <a:moveTo>
                    <a:pt x="5356" y="0"/>
                  </a:moveTo>
                  <a:cubicBezTo>
                    <a:pt x="5104" y="0"/>
                    <a:pt x="4946" y="189"/>
                    <a:pt x="4946" y="441"/>
                  </a:cubicBezTo>
                  <a:lnTo>
                    <a:pt x="4946" y="851"/>
                  </a:lnTo>
                  <a:cubicBezTo>
                    <a:pt x="2206" y="1071"/>
                    <a:pt x="0" y="3371"/>
                    <a:pt x="0" y="6207"/>
                  </a:cubicBezTo>
                  <a:lnTo>
                    <a:pt x="0" y="6648"/>
                  </a:lnTo>
                  <a:lnTo>
                    <a:pt x="32" y="6648"/>
                  </a:lnTo>
                  <a:cubicBezTo>
                    <a:pt x="32" y="6900"/>
                    <a:pt x="221" y="7089"/>
                    <a:pt x="473" y="7089"/>
                  </a:cubicBezTo>
                  <a:cubicBezTo>
                    <a:pt x="693" y="7089"/>
                    <a:pt x="851" y="6900"/>
                    <a:pt x="851" y="6648"/>
                  </a:cubicBezTo>
                  <a:cubicBezTo>
                    <a:pt x="851" y="6175"/>
                    <a:pt x="1197" y="5829"/>
                    <a:pt x="1701" y="5829"/>
                  </a:cubicBezTo>
                  <a:cubicBezTo>
                    <a:pt x="2143" y="5829"/>
                    <a:pt x="2521" y="6175"/>
                    <a:pt x="2521" y="6648"/>
                  </a:cubicBezTo>
                  <a:cubicBezTo>
                    <a:pt x="2521" y="6900"/>
                    <a:pt x="2710" y="7089"/>
                    <a:pt x="2899" y="7089"/>
                  </a:cubicBezTo>
                  <a:cubicBezTo>
                    <a:pt x="3119" y="7089"/>
                    <a:pt x="3308" y="6900"/>
                    <a:pt x="3308" y="6648"/>
                  </a:cubicBezTo>
                  <a:cubicBezTo>
                    <a:pt x="3308" y="6175"/>
                    <a:pt x="3655" y="5829"/>
                    <a:pt x="4127" y="5829"/>
                  </a:cubicBezTo>
                  <a:cubicBezTo>
                    <a:pt x="4600" y="5829"/>
                    <a:pt x="4946" y="6175"/>
                    <a:pt x="4946" y="6648"/>
                  </a:cubicBezTo>
                  <a:lnTo>
                    <a:pt x="4946" y="11499"/>
                  </a:lnTo>
                  <a:cubicBezTo>
                    <a:pt x="4946" y="12161"/>
                    <a:pt x="5514" y="12728"/>
                    <a:pt x="6175" y="12728"/>
                  </a:cubicBezTo>
                  <a:cubicBezTo>
                    <a:pt x="6837" y="12728"/>
                    <a:pt x="7404" y="12161"/>
                    <a:pt x="7404" y="11499"/>
                  </a:cubicBezTo>
                  <a:lnTo>
                    <a:pt x="7404" y="10680"/>
                  </a:lnTo>
                  <a:cubicBezTo>
                    <a:pt x="7404" y="10428"/>
                    <a:pt x="7215" y="10239"/>
                    <a:pt x="6994" y="10239"/>
                  </a:cubicBezTo>
                  <a:cubicBezTo>
                    <a:pt x="6805" y="10239"/>
                    <a:pt x="6616" y="10428"/>
                    <a:pt x="6616" y="10680"/>
                  </a:cubicBezTo>
                  <a:lnTo>
                    <a:pt x="6616" y="11499"/>
                  </a:lnTo>
                  <a:cubicBezTo>
                    <a:pt x="6616" y="11720"/>
                    <a:pt x="6427" y="11940"/>
                    <a:pt x="6175" y="11940"/>
                  </a:cubicBezTo>
                  <a:cubicBezTo>
                    <a:pt x="5955" y="11940"/>
                    <a:pt x="5797" y="11720"/>
                    <a:pt x="5797" y="11499"/>
                  </a:cubicBezTo>
                  <a:lnTo>
                    <a:pt x="5797" y="6648"/>
                  </a:lnTo>
                  <a:cubicBezTo>
                    <a:pt x="5797" y="6175"/>
                    <a:pt x="6144" y="5829"/>
                    <a:pt x="6616" y="5829"/>
                  </a:cubicBezTo>
                  <a:cubicBezTo>
                    <a:pt x="7089" y="5829"/>
                    <a:pt x="7435" y="6175"/>
                    <a:pt x="7435" y="6648"/>
                  </a:cubicBezTo>
                  <a:cubicBezTo>
                    <a:pt x="7435" y="6900"/>
                    <a:pt x="7624" y="7089"/>
                    <a:pt x="7876" y="7089"/>
                  </a:cubicBezTo>
                  <a:cubicBezTo>
                    <a:pt x="8097" y="7089"/>
                    <a:pt x="8255" y="6900"/>
                    <a:pt x="8255" y="6648"/>
                  </a:cubicBezTo>
                  <a:cubicBezTo>
                    <a:pt x="8255" y="6175"/>
                    <a:pt x="8633" y="5829"/>
                    <a:pt x="9105" y="5829"/>
                  </a:cubicBezTo>
                  <a:cubicBezTo>
                    <a:pt x="9578" y="5829"/>
                    <a:pt x="9924" y="6175"/>
                    <a:pt x="9924" y="6648"/>
                  </a:cubicBezTo>
                  <a:cubicBezTo>
                    <a:pt x="9924" y="6900"/>
                    <a:pt x="10113" y="7089"/>
                    <a:pt x="10302" y="7089"/>
                  </a:cubicBezTo>
                  <a:cubicBezTo>
                    <a:pt x="10554" y="7089"/>
                    <a:pt x="10743" y="6900"/>
                    <a:pt x="10743" y="6648"/>
                  </a:cubicBezTo>
                  <a:lnTo>
                    <a:pt x="10743" y="6207"/>
                  </a:lnTo>
                  <a:cubicBezTo>
                    <a:pt x="10743" y="3371"/>
                    <a:pt x="8538" y="1071"/>
                    <a:pt x="5797" y="851"/>
                  </a:cubicBezTo>
                  <a:lnTo>
                    <a:pt x="5797" y="441"/>
                  </a:lnTo>
                  <a:cubicBezTo>
                    <a:pt x="5797" y="189"/>
                    <a:pt x="5577" y="0"/>
                    <a:pt x="535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58" name="Google Shape;2458;p45"/>
          <p:cNvGrpSpPr/>
          <p:nvPr/>
        </p:nvGrpSpPr>
        <p:grpSpPr>
          <a:xfrm>
            <a:off x="717400" y="4175137"/>
            <a:ext cx="284256" cy="287068"/>
            <a:chOff x="-59100700" y="1911950"/>
            <a:chExt cx="315875" cy="319000"/>
          </a:xfrm>
        </p:grpSpPr>
        <p:sp>
          <p:nvSpPr>
            <p:cNvPr id="2459" name="Google Shape;2459;p45"/>
            <p:cNvSpPr/>
            <p:nvPr/>
          </p:nvSpPr>
          <p:spPr>
            <a:xfrm>
              <a:off x="-59015625" y="1993850"/>
              <a:ext cx="20500" cy="20525"/>
            </a:xfrm>
            <a:custGeom>
              <a:rect b="b" l="l" r="r" t="t"/>
              <a:pathLst>
                <a:path extrusionOk="0" h="821" w="820">
                  <a:moveTo>
                    <a:pt x="189" y="1"/>
                  </a:moveTo>
                  <a:cubicBezTo>
                    <a:pt x="63" y="1"/>
                    <a:pt x="0" y="64"/>
                    <a:pt x="0" y="190"/>
                  </a:cubicBezTo>
                  <a:lnTo>
                    <a:pt x="0" y="631"/>
                  </a:lnTo>
                  <a:cubicBezTo>
                    <a:pt x="0" y="757"/>
                    <a:pt x="95" y="820"/>
                    <a:pt x="189" y="820"/>
                  </a:cubicBezTo>
                  <a:lnTo>
                    <a:pt x="630" y="820"/>
                  </a:lnTo>
                  <a:cubicBezTo>
                    <a:pt x="725" y="820"/>
                    <a:pt x="820" y="757"/>
                    <a:pt x="820" y="631"/>
                  </a:cubicBezTo>
                  <a:lnTo>
                    <a:pt x="820" y="190"/>
                  </a:lnTo>
                  <a:cubicBezTo>
                    <a:pt x="820" y="64"/>
                    <a:pt x="725" y="1"/>
                    <a:pt x="63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0" name="Google Shape;2460;p45"/>
            <p:cNvSpPr/>
            <p:nvPr/>
          </p:nvSpPr>
          <p:spPr>
            <a:xfrm>
              <a:off x="-58954200" y="1993850"/>
              <a:ext cx="21300" cy="20525"/>
            </a:xfrm>
            <a:custGeom>
              <a:rect b="b" l="l" r="r" t="t"/>
              <a:pathLst>
                <a:path extrusionOk="0" h="821" w="852">
                  <a:moveTo>
                    <a:pt x="221" y="1"/>
                  </a:moveTo>
                  <a:cubicBezTo>
                    <a:pt x="95" y="1"/>
                    <a:pt x="1" y="64"/>
                    <a:pt x="1" y="190"/>
                  </a:cubicBezTo>
                  <a:lnTo>
                    <a:pt x="1" y="631"/>
                  </a:lnTo>
                  <a:cubicBezTo>
                    <a:pt x="1" y="757"/>
                    <a:pt x="127" y="820"/>
                    <a:pt x="221" y="820"/>
                  </a:cubicBezTo>
                  <a:lnTo>
                    <a:pt x="631" y="820"/>
                  </a:lnTo>
                  <a:cubicBezTo>
                    <a:pt x="757" y="820"/>
                    <a:pt x="851" y="757"/>
                    <a:pt x="851" y="631"/>
                  </a:cubicBezTo>
                  <a:lnTo>
                    <a:pt x="851" y="190"/>
                  </a:lnTo>
                  <a:cubicBezTo>
                    <a:pt x="851" y="64"/>
                    <a:pt x="757" y="1"/>
                    <a:pt x="63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1" name="Google Shape;2461;p45"/>
            <p:cNvSpPr/>
            <p:nvPr/>
          </p:nvSpPr>
          <p:spPr>
            <a:xfrm>
              <a:off x="-58891975" y="1993850"/>
              <a:ext cx="21300" cy="20525"/>
            </a:xfrm>
            <a:custGeom>
              <a:rect b="b" l="l" r="r" t="t"/>
              <a:pathLst>
                <a:path extrusionOk="0" h="821" w="852">
                  <a:moveTo>
                    <a:pt x="190" y="1"/>
                  </a:moveTo>
                  <a:cubicBezTo>
                    <a:pt x="95" y="1"/>
                    <a:pt x="1" y="64"/>
                    <a:pt x="1" y="190"/>
                  </a:cubicBezTo>
                  <a:lnTo>
                    <a:pt x="1" y="631"/>
                  </a:lnTo>
                  <a:cubicBezTo>
                    <a:pt x="1" y="757"/>
                    <a:pt x="127" y="820"/>
                    <a:pt x="190" y="820"/>
                  </a:cubicBezTo>
                  <a:lnTo>
                    <a:pt x="631" y="820"/>
                  </a:lnTo>
                  <a:cubicBezTo>
                    <a:pt x="757" y="820"/>
                    <a:pt x="851" y="757"/>
                    <a:pt x="851" y="631"/>
                  </a:cubicBezTo>
                  <a:lnTo>
                    <a:pt x="851" y="190"/>
                  </a:lnTo>
                  <a:cubicBezTo>
                    <a:pt x="851" y="64"/>
                    <a:pt x="757" y="1"/>
                    <a:pt x="63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2" name="Google Shape;2462;p45"/>
            <p:cNvSpPr/>
            <p:nvPr/>
          </p:nvSpPr>
          <p:spPr>
            <a:xfrm>
              <a:off x="-59015625" y="2034825"/>
              <a:ext cx="20500" cy="21275"/>
            </a:xfrm>
            <a:custGeom>
              <a:rect b="b" l="l" r="r" t="t"/>
              <a:pathLst>
                <a:path extrusionOk="0" h="851" w="820">
                  <a:moveTo>
                    <a:pt x="189" y="0"/>
                  </a:moveTo>
                  <a:cubicBezTo>
                    <a:pt x="63" y="0"/>
                    <a:pt x="0" y="95"/>
                    <a:pt x="0" y="221"/>
                  </a:cubicBezTo>
                  <a:lnTo>
                    <a:pt x="0" y="630"/>
                  </a:lnTo>
                  <a:cubicBezTo>
                    <a:pt x="0" y="756"/>
                    <a:pt x="95" y="851"/>
                    <a:pt x="189" y="851"/>
                  </a:cubicBezTo>
                  <a:lnTo>
                    <a:pt x="630" y="851"/>
                  </a:lnTo>
                  <a:cubicBezTo>
                    <a:pt x="725" y="851"/>
                    <a:pt x="820" y="756"/>
                    <a:pt x="820" y="630"/>
                  </a:cubicBezTo>
                  <a:lnTo>
                    <a:pt x="820" y="221"/>
                  </a:lnTo>
                  <a:cubicBezTo>
                    <a:pt x="820" y="95"/>
                    <a:pt x="725" y="0"/>
                    <a:pt x="63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3" name="Google Shape;2463;p45"/>
            <p:cNvSpPr/>
            <p:nvPr/>
          </p:nvSpPr>
          <p:spPr>
            <a:xfrm>
              <a:off x="-58954200" y="2034825"/>
              <a:ext cx="21300" cy="21275"/>
            </a:xfrm>
            <a:custGeom>
              <a:rect b="b" l="l" r="r" t="t"/>
              <a:pathLst>
                <a:path extrusionOk="0" h="851" w="852">
                  <a:moveTo>
                    <a:pt x="221" y="0"/>
                  </a:moveTo>
                  <a:cubicBezTo>
                    <a:pt x="95" y="0"/>
                    <a:pt x="1" y="95"/>
                    <a:pt x="1" y="221"/>
                  </a:cubicBezTo>
                  <a:lnTo>
                    <a:pt x="1" y="630"/>
                  </a:lnTo>
                  <a:cubicBezTo>
                    <a:pt x="1" y="756"/>
                    <a:pt x="127" y="851"/>
                    <a:pt x="221" y="851"/>
                  </a:cubicBezTo>
                  <a:lnTo>
                    <a:pt x="631" y="851"/>
                  </a:lnTo>
                  <a:cubicBezTo>
                    <a:pt x="757" y="851"/>
                    <a:pt x="851" y="756"/>
                    <a:pt x="851" y="630"/>
                  </a:cubicBezTo>
                  <a:lnTo>
                    <a:pt x="851" y="221"/>
                  </a:lnTo>
                  <a:cubicBezTo>
                    <a:pt x="851" y="95"/>
                    <a:pt x="757" y="0"/>
                    <a:pt x="63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4" name="Google Shape;2464;p45"/>
            <p:cNvSpPr/>
            <p:nvPr/>
          </p:nvSpPr>
          <p:spPr>
            <a:xfrm>
              <a:off x="-58891975" y="2034825"/>
              <a:ext cx="21300" cy="21275"/>
            </a:xfrm>
            <a:custGeom>
              <a:rect b="b" l="l" r="r" t="t"/>
              <a:pathLst>
                <a:path extrusionOk="0" h="851" w="852">
                  <a:moveTo>
                    <a:pt x="190" y="0"/>
                  </a:moveTo>
                  <a:cubicBezTo>
                    <a:pt x="95" y="0"/>
                    <a:pt x="1" y="95"/>
                    <a:pt x="1" y="221"/>
                  </a:cubicBezTo>
                  <a:lnTo>
                    <a:pt x="1" y="630"/>
                  </a:lnTo>
                  <a:cubicBezTo>
                    <a:pt x="1" y="756"/>
                    <a:pt x="127" y="851"/>
                    <a:pt x="190" y="851"/>
                  </a:cubicBezTo>
                  <a:lnTo>
                    <a:pt x="631" y="851"/>
                  </a:lnTo>
                  <a:cubicBezTo>
                    <a:pt x="757" y="851"/>
                    <a:pt x="851" y="756"/>
                    <a:pt x="851" y="630"/>
                  </a:cubicBezTo>
                  <a:lnTo>
                    <a:pt x="851" y="221"/>
                  </a:lnTo>
                  <a:cubicBezTo>
                    <a:pt x="851" y="95"/>
                    <a:pt x="757" y="0"/>
                    <a:pt x="63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5" name="Google Shape;2465;p45"/>
            <p:cNvSpPr/>
            <p:nvPr/>
          </p:nvSpPr>
          <p:spPr>
            <a:xfrm>
              <a:off x="-59015625" y="2076550"/>
              <a:ext cx="20500" cy="20525"/>
            </a:xfrm>
            <a:custGeom>
              <a:rect b="b" l="l" r="r" t="t"/>
              <a:pathLst>
                <a:path extrusionOk="0" h="821" w="820">
                  <a:moveTo>
                    <a:pt x="189" y="1"/>
                  </a:moveTo>
                  <a:cubicBezTo>
                    <a:pt x="63" y="1"/>
                    <a:pt x="0" y="64"/>
                    <a:pt x="0" y="190"/>
                  </a:cubicBezTo>
                  <a:lnTo>
                    <a:pt x="0" y="631"/>
                  </a:lnTo>
                  <a:cubicBezTo>
                    <a:pt x="0" y="757"/>
                    <a:pt x="95" y="820"/>
                    <a:pt x="189" y="820"/>
                  </a:cubicBezTo>
                  <a:lnTo>
                    <a:pt x="630" y="820"/>
                  </a:lnTo>
                  <a:cubicBezTo>
                    <a:pt x="725" y="820"/>
                    <a:pt x="820" y="757"/>
                    <a:pt x="820" y="631"/>
                  </a:cubicBezTo>
                  <a:lnTo>
                    <a:pt x="820" y="190"/>
                  </a:lnTo>
                  <a:cubicBezTo>
                    <a:pt x="820" y="64"/>
                    <a:pt x="725" y="1"/>
                    <a:pt x="63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6" name="Google Shape;2466;p45"/>
            <p:cNvSpPr/>
            <p:nvPr/>
          </p:nvSpPr>
          <p:spPr>
            <a:xfrm>
              <a:off x="-58954200" y="2076550"/>
              <a:ext cx="21300" cy="20525"/>
            </a:xfrm>
            <a:custGeom>
              <a:rect b="b" l="l" r="r" t="t"/>
              <a:pathLst>
                <a:path extrusionOk="0" h="821" w="852">
                  <a:moveTo>
                    <a:pt x="221" y="1"/>
                  </a:moveTo>
                  <a:cubicBezTo>
                    <a:pt x="95" y="1"/>
                    <a:pt x="1" y="64"/>
                    <a:pt x="1" y="190"/>
                  </a:cubicBezTo>
                  <a:lnTo>
                    <a:pt x="1" y="631"/>
                  </a:lnTo>
                  <a:cubicBezTo>
                    <a:pt x="1" y="757"/>
                    <a:pt x="127" y="820"/>
                    <a:pt x="221" y="820"/>
                  </a:cubicBezTo>
                  <a:lnTo>
                    <a:pt x="631" y="820"/>
                  </a:lnTo>
                  <a:cubicBezTo>
                    <a:pt x="757" y="820"/>
                    <a:pt x="851" y="757"/>
                    <a:pt x="851" y="631"/>
                  </a:cubicBezTo>
                  <a:lnTo>
                    <a:pt x="851" y="190"/>
                  </a:lnTo>
                  <a:cubicBezTo>
                    <a:pt x="851" y="64"/>
                    <a:pt x="757" y="1"/>
                    <a:pt x="63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7" name="Google Shape;2467;p45"/>
            <p:cNvSpPr/>
            <p:nvPr/>
          </p:nvSpPr>
          <p:spPr>
            <a:xfrm>
              <a:off x="-58891975" y="2076550"/>
              <a:ext cx="21300" cy="20525"/>
            </a:xfrm>
            <a:custGeom>
              <a:rect b="b" l="l" r="r" t="t"/>
              <a:pathLst>
                <a:path extrusionOk="0" h="821" w="852">
                  <a:moveTo>
                    <a:pt x="190" y="1"/>
                  </a:moveTo>
                  <a:cubicBezTo>
                    <a:pt x="95" y="1"/>
                    <a:pt x="1" y="64"/>
                    <a:pt x="1" y="190"/>
                  </a:cubicBezTo>
                  <a:lnTo>
                    <a:pt x="1" y="631"/>
                  </a:lnTo>
                  <a:cubicBezTo>
                    <a:pt x="1" y="757"/>
                    <a:pt x="127" y="820"/>
                    <a:pt x="190" y="820"/>
                  </a:cubicBezTo>
                  <a:lnTo>
                    <a:pt x="631" y="820"/>
                  </a:lnTo>
                  <a:cubicBezTo>
                    <a:pt x="757" y="820"/>
                    <a:pt x="851" y="757"/>
                    <a:pt x="851" y="631"/>
                  </a:cubicBezTo>
                  <a:lnTo>
                    <a:pt x="851" y="190"/>
                  </a:lnTo>
                  <a:cubicBezTo>
                    <a:pt x="851" y="64"/>
                    <a:pt x="757" y="1"/>
                    <a:pt x="63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8" name="Google Shape;2468;p45"/>
            <p:cNvSpPr/>
            <p:nvPr/>
          </p:nvSpPr>
          <p:spPr>
            <a:xfrm>
              <a:off x="-59100700" y="1911950"/>
              <a:ext cx="315875" cy="319000"/>
            </a:xfrm>
            <a:custGeom>
              <a:rect b="b" l="l" r="r" t="t"/>
              <a:pathLst>
                <a:path extrusionOk="0" h="12760" w="12635">
                  <a:moveTo>
                    <a:pt x="9169" y="788"/>
                  </a:moveTo>
                  <a:lnTo>
                    <a:pt x="9169" y="1607"/>
                  </a:lnTo>
                  <a:lnTo>
                    <a:pt x="3403" y="1607"/>
                  </a:lnTo>
                  <a:lnTo>
                    <a:pt x="3403" y="788"/>
                  </a:lnTo>
                  <a:close/>
                  <a:moveTo>
                    <a:pt x="1734" y="9074"/>
                  </a:moveTo>
                  <a:lnTo>
                    <a:pt x="1734" y="11815"/>
                  </a:lnTo>
                  <a:lnTo>
                    <a:pt x="788" y="11815"/>
                  </a:lnTo>
                  <a:lnTo>
                    <a:pt x="788" y="9074"/>
                  </a:lnTo>
                  <a:close/>
                  <a:moveTo>
                    <a:pt x="5861" y="9074"/>
                  </a:moveTo>
                  <a:lnTo>
                    <a:pt x="5861" y="11815"/>
                  </a:lnTo>
                  <a:lnTo>
                    <a:pt x="4223" y="11815"/>
                  </a:lnTo>
                  <a:lnTo>
                    <a:pt x="4223" y="9074"/>
                  </a:lnTo>
                  <a:close/>
                  <a:moveTo>
                    <a:pt x="8350" y="9074"/>
                  </a:moveTo>
                  <a:lnTo>
                    <a:pt x="8350" y="11815"/>
                  </a:lnTo>
                  <a:lnTo>
                    <a:pt x="6711" y="11815"/>
                  </a:lnTo>
                  <a:lnTo>
                    <a:pt x="6711" y="9074"/>
                  </a:lnTo>
                  <a:close/>
                  <a:moveTo>
                    <a:pt x="10051" y="2458"/>
                  </a:moveTo>
                  <a:lnTo>
                    <a:pt x="10051" y="11815"/>
                  </a:lnTo>
                  <a:lnTo>
                    <a:pt x="9169" y="11815"/>
                  </a:lnTo>
                  <a:lnTo>
                    <a:pt x="9169" y="8664"/>
                  </a:lnTo>
                  <a:cubicBezTo>
                    <a:pt x="9169" y="8444"/>
                    <a:pt x="8980" y="8223"/>
                    <a:pt x="8791" y="8223"/>
                  </a:cubicBezTo>
                  <a:lnTo>
                    <a:pt x="3813" y="8223"/>
                  </a:lnTo>
                  <a:cubicBezTo>
                    <a:pt x="3592" y="8223"/>
                    <a:pt x="3435" y="8444"/>
                    <a:pt x="3435" y="8664"/>
                  </a:cubicBezTo>
                  <a:lnTo>
                    <a:pt x="3435" y="11815"/>
                  </a:lnTo>
                  <a:lnTo>
                    <a:pt x="2616" y="11815"/>
                  </a:lnTo>
                  <a:lnTo>
                    <a:pt x="2616" y="2458"/>
                  </a:lnTo>
                  <a:close/>
                  <a:moveTo>
                    <a:pt x="11815" y="9074"/>
                  </a:moveTo>
                  <a:lnTo>
                    <a:pt x="11815" y="11815"/>
                  </a:lnTo>
                  <a:lnTo>
                    <a:pt x="10839" y="11815"/>
                  </a:lnTo>
                  <a:lnTo>
                    <a:pt x="10839" y="9074"/>
                  </a:lnTo>
                  <a:close/>
                  <a:moveTo>
                    <a:pt x="2994" y="0"/>
                  </a:moveTo>
                  <a:cubicBezTo>
                    <a:pt x="2773" y="0"/>
                    <a:pt x="2616" y="190"/>
                    <a:pt x="2616" y="410"/>
                  </a:cubicBezTo>
                  <a:lnTo>
                    <a:pt x="2616" y="1670"/>
                  </a:lnTo>
                  <a:lnTo>
                    <a:pt x="2206" y="1670"/>
                  </a:lnTo>
                  <a:cubicBezTo>
                    <a:pt x="1986" y="1670"/>
                    <a:pt x="1765" y="1859"/>
                    <a:pt x="1765" y="2080"/>
                  </a:cubicBezTo>
                  <a:lnTo>
                    <a:pt x="1765" y="8318"/>
                  </a:lnTo>
                  <a:lnTo>
                    <a:pt x="410" y="8318"/>
                  </a:lnTo>
                  <a:cubicBezTo>
                    <a:pt x="158" y="8318"/>
                    <a:pt x="1" y="8507"/>
                    <a:pt x="1" y="8727"/>
                  </a:cubicBezTo>
                  <a:lnTo>
                    <a:pt x="1" y="12319"/>
                  </a:lnTo>
                  <a:cubicBezTo>
                    <a:pt x="1" y="12571"/>
                    <a:pt x="190" y="12760"/>
                    <a:pt x="410" y="12760"/>
                  </a:cubicBezTo>
                  <a:lnTo>
                    <a:pt x="12256" y="12760"/>
                  </a:lnTo>
                  <a:cubicBezTo>
                    <a:pt x="12477" y="12760"/>
                    <a:pt x="12634" y="12571"/>
                    <a:pt x="12634" y="12319"/>
                  </a:cubicBezTo>
                  <a:lnTo>
                    <a:pt x="12634" y="8664"/>
                  </a:lnTo>
                  <a:cubicBezTo>
                    <a:pt x="12634" y="8444"/>
                    <a:pt x="12445" y="8223"/>
                    <a:pt x="12225" y="8223"/>
                  </a:cubicBezTo>
                  <a:lnTo>
                    <a:pt x="10839" y="8223"/>
                  </a:lnTo>
                  <a:lnTo>
                    <a:pt x="10839" y="2017"/>
                  </a:lnTo>
                  <a:cubicBezTo>
                    <a:pt x="10839" y="1765"/>
                    <a:pt x="10650" y="1576"/>
                    <a:pt x="10429" y="1576"/>
                  </a:cubicBezTo>
                  <a:lnTo>
                    <a:pt x="10019" y="1576"/>
                  </a:lnTo>
                  <a:lnTo>
                    <a:pt x="10019" y="410"/>
                  </a:lnTo>
                  <a:cubicBezTo>
                    <a:pt x="10019" y="158"/>
                    <a:pt x="9799" y="0"/>
                    <a:pt x="961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69" name="Google Shape;2469;p45"/>
          <p:cNvGrpSpPr/>
          <p:nvPr/>
        </p:nvGrpSpPr>
        <p:grpSpPr>
          <a:xfrm>
            <a:off x="2454874" y="1554808"/>
            <a:ext cx="295572" cy="284773"/>
            <a:chOff x="-63665750" y="1914325"/>
            <a:chExt cx="328450" cy="316450"/>
          </a:xfrm>
        </p:grpSpPr>
        <p:sp>
          <p:nvSpPr>
            <p:cNvPr id="2470" name="Google Shape;2470;p45"/>
            <p:cNvSpPr/>
            <p:nvPr/>
          </p:nvSpPr>
          <p:spPr>
            <a:xfrm>
              <a:off x="-63665750" y="1914325"/>
              <a:ext cx="328450" cy="316450"/>
            </a:xfrm>
            <a:custGeom>
              <a:rect b="b" l="l" r="r" t="t"/>
              <a:pathLst>
                <a:path extrusionOk="0" h="12658" w="13138">
                  <a:moveTo>
                    <a:pt x="8144" y="835"/>
                  </a:moveTo>
                  <a:cubicBezTo>
                    <a:pt x="9097" y="835"/>
                    <a:pt x="10050" y="1197"/>
                    <a:pt x="10775" y="1922"/>
                  </a:cubicBezTo>
                  <a:cubicBezTo>
                    <a:pt x="12256" y="3371"/>
                    <a:pt x="12256" y="5734"/>
                    <a:pt x="10775" y="7183"/>
                  </a:cubicBezTo>
                  <a:cubicBezTo>
                    <a:pt x="10050" y="7908"/>
                    <a:pt x="9097" y="8270"/>
                    <a:pt x="8144" y="8270"/>
                  </a:cubicBezTo>
                  <a:cubicBezTo>
                    <a:pt x="7191" y="8270"/>
                    <a:pt x="6238" y="7908"/>
                    <a:pt x="5513" y="7183"/>
                  </a:cubicBezTo>
                  <a:cubicBezTo>
                    <a:pt x="4064" y="5734"/>
                    <a:pt x="4064" y="3371"/>
                    <a:pt x="5513" y="1922"/>
                  </a:cubicBezTo>
                  <a:cubicBezTo>
                    <a:pt x="6238" y="1197"/>
                    <a:pt x="7191" y="835"/>
                    <a:pt x="8144" y="835"/>
                  </a:cubicBezTo>
                  <a:close/>
                  <a:moveTo>
                    <a:pt x="3466" y="8632"/>
                  </a:moveTo>
                  <a:lnTo>
                    <a:pt x="4064" y="9231"/>
                  </a:lnTo>
                  <a:lnTo>
                    <a:pt x="1607" y="11688"/>
                  </a:lnTo>
                  <a:lnTo>
                    <a:pt x="1008" y="11090"/>
                  </a:lnTo>
                  <a:lnTo>
                    <a:pt x="3466" y="8632"/>
                  </a:lnTo>
                  <a:close/>
                  <a:moveTo>
                    <a:pt x="8172" y="0"/>
                  </a:moveTo>
                  <a:cubicBezTo>
                    <a:pt x="7010" y="0"/>
                    <a:pt x="5844" y="441"/>
                    <a:pt x="4946" y="1323"/>
                  </a:cubicBezTo>
                  <a:cubicBezTo>
                    <a:pt x="3277" y="3024"/>
                    <a:pt x="3182" y="5671"/>
                    <a:pt x="4694" y="7467"/>
                  </a:cubicBezTo>
                  <a:lnTo>
                    <a:pt x="4096" y="8065"/>
                  </a:lnTo>
                  <a:lnTo>
                    <a:pt x="3214" y="7183"/>
                  </a:lnTo>
                  <a:cubicBezTo>
                    <a:pt x="3151" y="7104"/>
                    <a:pt x="3048" y="7065"/>
                    <a:pt x="2942" y="7065"/>
                  </a:cubicBezTo>
                  <a:cubicBezTo>
                    <a:pt x="2836" y="7065"/>
                    <a:pt x="2725" y="7104"/>
                    <a:pt x="2646" y="7183"/>
                  </a:cubicBezTo>
                  <a:cubicBezTo>
                    <a:pt x="2489" y="7341"/>
                    <a:pt x="2489" y="7624"/>
                    <a:pt x="2646" y="7782"/>
                  </a:cubicBezTo>
                  <a:lnTo>
                    <a:pt x="2899" y="8065"/>
                  </a:lnTo>
                  <a:lnTo>
                    <a:pt x="158" y="10806"/>
                  </a:lnTo>
                  <a:cubicBezTo>
                    <a:pt x="0" y="10964"/>
                    <a:pt x="0" y="11247"/>
                    <a:pt x="158" y="11405"/>
                  </a:cubicBezTo>
                  <a:lnTo>
                    <a:pt x="1292" y="12539"/>
                  </a:lnTo>
                  <a:cubicBezTo>
                    <a:pt x="1371" y="12618"/>
                    <a:pt x="1481" y="12657"/>
                    <a:pt x="1591" y="12657"/>
                  </a:cubicBezTo>
                  <a:cubicBezTo>
                    <a:pt x="1701" y="12657"/>
                    <a:pt x="1812" y="12618"/>
                    <a:pt x="1890" y="12539"/>
                  </a:cubicBezTo>
                  <a:lnTo>
                    <a:pt x="4631" y="9798"/>
                  </a:lnTo>
                  <a:lnTo>
                    <a:pt x="4915" y="10050"/>
                  </a:lnTo>
                  <a:cubicBezTo>
                    <a:pt x="4994" y="10129"/>
                    <a:pt x="5104" y="10168"/>
                    <a:pt x="5214" y="10168"/>
                  </a:cubicBezTo>
                  <a:cubicBezTo>
                    <a:pt x="5324" y="10168"/>
                    <a:pt x="5435" y="10129"/>
                    <a:pt x="5513" y="10050"/>
                  </a:cubicBezTo>
                  <a:cubicBezTo>
                    <a:pt x="5671" y="9893"/>
                    <a:pt x="5671" y="9640"/>
                    <a:pt x="5513" y="9483"/>
                  </a:cubicBezTo>
                  <a:lnTo>
                    <a:pt x="4631" y="8601"/>
                  </a:lnTo>
                  <a:lnTo>
                    <a:pt x="5230" y="8034"/>
                  </a:lnTo>
                  <a:cubicBezTo>
                    <a:pt x="6059" y="8730"/>
                    <a:pt x="7090" y="9078"/>
                    <a:pt x="8127" y="9078"/>
                  </a:cubicBezTo>
                  <a:cubicBezTo>
                    <a:pt x="9296" y="9078"/>
                    <a:pt x="10472" y="8635"/>
                    <a:pt x="11373" y="7750"/>
                  </a:cubicBezTo>
                  <a:cubicBezTo>
                    <a:pt x="13138" y="5986"/>
                    <a:pt x="13138" y="3087"/>
                    <a:pt x="11373" y="1323"/>
                  </a:cubicBezTo>
                  <a:cubicBezTo>
                    <a:pt x="10491" y="441"/>
                    <a:pt x="9333" y="0"/>
                    <a:pt x="81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1" name="Google Shape;2471;p45"/>
            <p:cNvSpPr/>
            <p:nvPr/>
          </p:nvSpPr>
          <p:spPr>
            <a:xfrm>
              <a:off x="-63524775" y="1955275"/>
              <a:ext cx="123675" cy="134700"/>
            </a:xfrm>
            <a:custGeom>
              <a:rect b="b" l="l" r="r" t="t"/>
              <a:pathLst>
                <a:path extrusionOk="0" h="5388" w="4947">
                  <a:moveTo>
                    <a:pt x="2458" y="882"/>
                  </a:moveTo>
                  <a:cubicBezTo>
                    <a:pt x="2930" y="882"/>
                    <a:pt x="3308" y="1229"/>
                    <a:pt x="3308" y="1702"/>
                  </a:cubicBezTo>
                  <a:cubicBezTo>
                    <a:pt x="3308" y="2174"/>
                    <a:pt x="2962" y="2521"/>
                    <a:pt x="2458" y="2521"/>
                  </a:cubicBezTo>
                  <a:cubicBezTo>
                    <a:pt x="1985" y="2521"/>
                    <a:pt x="1639" y="2174"/>
                    <a:pt x="1639" y="1702"/>
                  </a:cubicBezTo>
                  <a:cubicBezTo>
                    <a:pt x="1639" y="1229"/>
                    <a:pt x="2048" y="882"/>
                    <a:pt x="2458" y="882"/>
                  </a:cubicBezTo>
                  <a:close/>
                  <a:moveTo>
                    <a:pt x="2458" y="3340"/>
                  </a:moveTo>
                  <a:cubicBezTo>
                    <a:pt x="3245" y="3340"/>
                    <a:pt x="3876" y="3875"/>
                    <a:pt x="4096" y="4600"/>
                  </a:cubicBezTo>
                  <a:lnTo>
                    <a:pt x="883" y="4600"/>
                  </a:lnTo>
                  <a:cubicBezTo>
                    <a:pt x="1040" y="3875"/>
                    <a:pt x="1733" y="3340"/>
                    <a:pt x="2458" y="3340"/>
                  </a:cubicBezTo>
                  <a:close/>
                  <a:moveTo>
                    <a:pt x="2458" y="0"/>
                  </a:moveTo>
                  <a:cubicBezTo>
                    <a:pt x="1576" y="0"/>
                    <a:pt x="820" y="756"/>
                    <a:pt x="820" y="1670"/>
                  </a:cubicBezTo>
                  <a:cubicBezTo>
                    <a:pt x="820" y="2080"/>
                    <a:pt x="977" y="2489"/>
                    <a:pt x="1292" y="2804"/>
                  </a:cubicBezTo>
                  <a:cubicBezTo>
                    <a:pt x="536" y="3245"/>
                    <a:pt x="0" y="4033"/>
                    <a:pt x="0" y="4978"/>
                  </a:cubicBezTo>
                  <a:cubicBezTo>
                    <a:pt x="0" y="5230"/>
                    <a:pt x="189" y="5388"/>
                    <a:pt x="410" y="5388"/>
                  </a:cubicBezTo>
                  <a:lnTo>
                    <a:pt x="4569" y="5388"/>
                  </a:lnTo>
                  <a:cubicBezTo>
                    <a:pt x="4789" y="5388"/>
                    <a:pt x="4947" y="5199"/>
                    <a:pt x="4947" y="4978"/>
                  </a:cubicBezTo>
                  <a:cubicBezTo>
                    <a:pt x="4947" y="4033"/>
                    <a:pt x="4443" y="3245"/>
                    <a:pt x="3655" y="2804"/>
                  </a:cubicBezTo>
                  <a:cubicBezTo>
                    <a:pt x="3939" y="2489"/>
                    <a:pt x="4128" y="2080"/>
                    <a:pt x="4128" y="1670"/>
                  </a:cubicBezTo>
                  <a:cubicBezTo>
                    <a:pt x="4128" y="756"/>
                    <a:pt x="3371" y="0"/>
                    <a:pt x="245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72" name="Google Shape;2472;p45"/>
          <p:cNvGrpSpPr/>
          <p:nvPr/>
        </p:nvGrpSpPr>
        <p:grpSpPr>
          <a:xfrm>
            <a:off x="2458766" y="1991372"/>
            <a:ext cx="287788" cy="286731"/>
            <a:chOff x="-63666550" y="2278975"/>
            <a:chExt cx="319800" cy="318625"/>
          </a:xfrm>
        </p:grpSpPr>
        <p:sp>
          <p:nvSpPr>
            <p:cNvPr id="2473" name="Google Shape;2473;p45"/>
            <p:cNvSpPr/>
            <p:nvPr/>
          </p:nvSpPr>
          <p:spPr>
            <a:xfrm>
              <a:off x="-63481450" y="2309700"/>
              <a:ext cx="62225" cy="146525"/>
            </a:xfrm>
            <a:custGeom>
              <a:rect b="b" l="l" r="r" t="t"/>
              <a:pathLst>
                <a:path extrusionOk="0" h="5861" w="2489">
                  <a:moveTo>
                    <a:pt x="1229" y="0"/>
                  </a:moveTo>
                  <a:cubicBezTo>
                    <a:pt x="977" y="0"/>
                    <a:pt x="819" y="189"/>
                    <a:pt x="819" y="441"/>
                  </a:cubicBezTo>
                  <a:lnTo>
                    <a:pt x="819" y="694"/>
                  </a:lnTo>
                  <a:cubicBezTo>
                    <a:pt x="347" y="883"/>
                    <a:pt x="0" y="1324"/>
                    <a:pt x="0" y="1891"/>
                  </a:cubicBezTo>
                  <a:cubicBezTo>
                    <a:pt x="0" y="2552"/>
                    <a:pt x="536" y="2962"/>
                    <a:pt x="977" y="3277"/>
                  </a:cubicBezTo>
                  <a:cubicBezTo>
                    <a:pt x="1292" y="3497"/>
                    <a:pt x="1638" y="3749"/>
                    <a:pt x="1638" y="3970"/>
                  </a:cubicBezTo>
                  <a:cubicBezTo>
                    <a:pt x="1607" y="4254"/>
                    <a:pt x="1418" y="4411"/>
                    <a:pt x="1197" y="4411"/>
                  </a:cubicBezTo>
                  <a:cubicBezTo>
                    <a:pt x="977" y="4411"/>
                    <a:pt x="819" y="4222"/>
                    <a:pt x="819" y="3970"/>
                  </a:cubicBezTo>
                  <a:cubicBezTo>
                    <a:pt x="819" y="3749"/>
                    <a:pt x="630" y="3560"/>
                    <a:pt x="410" y="3560"/>
                  </a:cubicBezTo>
                  <a:cubicBezTo>
                    <a:pt x="189" y="3560"/>
                    <a:pt x="0" y="3749"/>
                    <a:pt x="0" y="3970"/>
                  </a:cubicBezTo>
                  <a:cubicBezTo>
                    <a:pt x="0" y="4537"/>
                    <a:pt x="347" y="4978"/>
                    <a:pt x="819" y="5167"/>
                  </a:cubicBezTo>
                  <a:lnTo>
                    <a:pt x="819" y="5419"/>
                  </a:lnTo>
                  <a:cubicBezTo>
                    <a:pt x="819" y="5671"/>
                    <a:pt x="1008" y="5860"/>
                    <a:pt x="1197" y="5860"/>
                  </a:cubicBezTo>
                  <a:cubicBezTo>
                    <a:pt x="1449" y="5860"/>
                    <a:pt x="1638" y="5671"/>
                    <a:pt x="1638" y="5419"/>
                  </a:cubicBezTo>
                  <a:lnTo>
                    <a:pt x="1638" y="5167"/>
                  </a:lnTo>
                  <a:cubicBezTo>
                    <a:pt x="2111" y="5010"/>
                    <a:pt x="2489" y="4537"/>
                    <a:pt x="2489" y="3970"/>
                  </a:cubicBezTo>
                  <a:cubicBezTo>
                    <a:pt x="2489" y="3308"/>
                    <a:pt x="1922" y="2930"/>
                    <a:pt x="1481" y="2615"/>
                  </a:cubicBezTo>
                  <a:cubicBezTo>
                    <a:pt x="1166" y="2363"/>
                    <a:pt x="819" y="2143"/>
                    <a:pt x="819" y="1891"/>
                  </a:cubicBezTo>
                  <a:cubicBezTo>
                    <a:pt x="819" y="1670"/>
                    <a:pt x="1008" y="1450"/>
                    <a:pt x="1229" y="1450"/>
                  </a:cubicBezTo>
                  <a:cubicBezTo>
                    <a:pt x="1449" y="1450"/>
                    <a:pt x="1638" y="1670"/>
                    <a:pt x="1638" y="1891"/>
                  </a:cubicBezTo>
                  <a:cubicBezTo>
                    <a:pt x="1638" y="2111"/>
                    <a:pt x="1859" y="2332"/>
                    <a:pt x="2048" y="2332"/>
                  </a:cubicBezTo>
                  <a:cubicBezTo>
                    <a:pt x="2269" y="2332"/>
                    <a:pt x="2489" y="2111"/>
                    <a:pt x="2489" y="1891"/>
                  </a:cubicBezTo>
                  <a:cubicBezTo>
                    <a:pt x="2489" y="1324"/>
                    <a:pt x="2111" y="914"/>
                    <a:pt x="1638" y="694"/>
                  </a:cubicBezTo>
                  <a:lnTo>
                    <a:pt x="1638" y="441"/>
                  </a:lnTo>
                  <a:cubicBezTo>
                    <a:pt x="1638" y="189"/>
                    <a:pt x="1449" y="0"/>
                    <a:pt x="122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4" name="Google Shape;2474;p45"/>
            <p:cNvSpPr/>
            <p:nvPr/>
          </p:nvSpPr>
          <p:spPr>
            <a:xfrm>
              <a:off x="-63666550" y="2278975"/>
              <a:ext cx="319800" cy="318625"/>
            </a:xfrm>
            <a:custGeom>
              <a:rect b="b" l="l" r="r" t="t"/>
              <a:pathLst>
                <a:path extrusionOk="0" h="12745" w="12792">
                  <a:moveTo>
                    <a:pt x="8601" y="914"/>
                  </a:moveTo>
                  <a:cubicBezTo>
                    <a:pt x="10429" y="914"/>
                    <a:pt x="11909" y="2427"/>
                    <a:pt x="11909" y="4222"/>
                  </a:cubicBezTo>
                  <a:cubicBezTo>
                    <a:pt x="11909" y="6050"/>
                    <a:pt x="10429" y="7530"/>
                    <a:pt x="8601" y="7530"/>
                  </a:cubicBezTo>
                  <a:cubicBezTo>
                    <a:pt x="7971" y="7530"/>
                    <a:pt x="7404" y="7373"/>
                    <a:pt x="6869" y="7026"/>
                  </a:cubicBezTo>
                  <a:lnTo>
                    <a:pt x="7089" y="6270"/>
                  </a:lnTo>
                  <a:cubicBezTo>
                    <a:pt x="7144" y="5997"/>
                    <a:pt x="6938" y="5748"/>
                    <a:pt x="6677" y="5748"/>
                  </a:cubicBezTo>
                  <a:cubicBezTo>
                    <a:pt x="6637" y="5748"/>
                    <a:pt x="6596" y="5754"/>
                    <a:pt x="6554" y="5766"/>
                  </a:cubicBezTo>
                  <a:lnTo>
                    <a:pt x="5829" y="5955"/>
                  </a:lnTo>
                  <a:cubicBezTo>
                    <a:pt x="5514" y="5451"/>
                    <a:pt x="5293" y="4852"/>
                    <a:pt x="5293" y="4222"/>
                  </a:cubicBezTo>
                  <a:cubicBezTo>
                    <a:pt x="5293" y="2364"/>
                    <a:pt x="6774" y="914"/>
                    <a:pt x="8601" y="914"/>
                  </a:cubicBezTo>
                  <a:close/>
                  <a:moveTo>
                    <a:pt x="6050" y="6711"/>
                  </a:moveTo>
                  <a:lnTo>
                    <a:pt x="5041" y="10303"/>
                  </a:lnTo>
                  <a:lnTo>
                    <a:pt x="4789" y="9421"/>
                  </a:lnTo>
                  <a:cubicBezTo>
                    <a:pt x="4749" y="9221"/>
                    <a:pt x="4571" y="9098"/>
                    <a:pt x="4389" y="9098"/>
                  </a:cubicBezTo>
                  <a:cubicBezTo>
                    <a:pt x="4284" y="9098"/>
                    <a:pt x="4177" y="9139"/>
                    <a:pt x="4096" y="9232"/>
                  </a:cubicBezTo>
                  <a:lnTo>
                    <a:pt x="1418" y="11910"/>
                  </a:lnTo>
                  <a:lnTo>
                    <a:pt x="820" y="11311"/>
                  </a:lnTo>
                  <a:lnTo>
                    <a:pt x="3529" y="8665"/>
                  </a:lnTo>
                  <a:cubicBezTo>
                    <a:pt x="3781" y="8444"/>
                    <a:pt x="3655" y="8034"/>
                    <a:pt x="3340" y="7971"/>
                  </a:cubicBezTo>
                  <a:lnTo>
                    <a:pt x="2458" y="7719"/>
                  </a:lnTo>
                  <a:lnTo>
                    <a:pt x="6050" y="6711"/>
                  </a:lnTo>
                  <a:close/>
                  <a:moveTo>
                    <a:pt x="8664" y="1"/>
                  </a:moveTo>
                  <a:cubicBezTo>
                    <a:pt x="6365" y="1"/>
                    <a:pt x="4506" y="1860"/>
                    <a:pt x="4506" y="4159"/>
                  </a:cubicBezTo>
                  <a:cubicBezTo>
                    <a:pt x="4506" y="4852"/>
                    <a:pt x="4663" y="5514"/>
                    <a:pt x="5041" y="6113"/>
                  </a:cubicBezTo>
                  <a:lnTo>
                    <a:pt x="820" y="7341"/>
                  </a:lnTo>
                  <a:cubicBezTo>
                    <a:pt x="631" y="7373"/>
                    <a:pt x="505" y="7562"/>
                    <a:pt x="505" y="7719"/>
                  </a:cubicBezTo>
                  <a:cubicBezTo>
                    <a:pt x="505" y="7940"/>
                    <a:pt x="631" y="8097"/>
                    <a:pt x="820" y="8129"/>
                  </a:cubicBezTo>
                  <a:lnTo>
                    <a:pt x="2458" y="8570"/>
                  </a:lnTo>
                  <a:lnTo>
                    <a:pt x="316" y="10712"/>
                  </a:lnTo>
                  <a:cubicBezTo>
                    <a:pt x="1" y="11027"/>
                    <a:pt x="1" y="11563"/>
                    <a:pt x="316" y="11910"/>
                  </a:cubicBezTo>
                  <a:lnTo>
                    <a:pt x="883" y="12508"/>
                  </a:lnTo>
                  <a:cubicBezTo>
                    <a:pt x="1040" y="12666"/>
                    <a:pt x="1253" y="12744"/>
                    <a:pt x="1469" y="12744"/>
                  </a:cubicBezTo>
                  <a:cubicBezTo>
                    <a:pt x="1686" y="12744"/>
                    <a:pt x="1907" y="12666"/>
                    <a:pt x="2080" y="12508"/>
                  </a:cubicBezTo>
                  <a:lnTo>
                    <a:pt x="4254" y="10334"/>
                  </a:lnTo>
                  <a:lnTo>
                    <a:pt x="4663" y="11973"/>
                  </a:lnTo>
                  <a:cubicBezTo>
                    <a:pt x="4727" y="12181"/>
                    <a:pt x="4906" y="12292"/>
                    <a:pt x="5078" y="12292"/>
                  </a:cubicBezTo>
                  <a:cubicBezTo>
                    <a:pt x="5244" y="12292"/>
                    <a:pt x="5405" y="12189"/>
                    <a:pt x="5451" y="11973"/>
                  </a:cubicBezTo>
                  <a:lnTo>
                    <a:pt x="6680" y="7782"/>
                  </a:lnTo>
                  <a:cubicBezTo>
                    <a:pt x="7278" y="8097"/>
                    <a:pt x="7940" y="8286"/>
                    <a:pt x="8664" y="8286"/>
                  </a:cubicBezTo>
                  <a:cubicBezTo>
                    <a:pt x="10933" y="8286"/>
                    <a:pt x="12792" y="6428"/>
                    <a:pt x="12792" y="4159"/>
                  </a:cubicBezTo>
                  <a:cubicBezTo>
                    <a:pt x="12792" y="1860"/>
                    <a:pt x="10933" y="1"/>
                    <a:pt x="866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75" name="Google Shape;2475;p45"/>
          <p:cNvGrpSpPr/>
          <p:nvPr/>
        </p:nvGrpSpPr>
        <p:grpSpPr>
          <a:xfrm>
            <a:off x="2456640" y="2430327"/>
            <a:ext cx="292040" cy="285831"/>
            <a:chOff x="-63669700" y="2646600"/>
            <a:chExt cx="324525" cy="317625"/>
          </a:xfrm>
        </p:grpSpPr>
        <p:sp>
          <p:nvSpPr>
            <p:cNvPr id="2476" name="Google Shape;2476;p45"/>
            <p:cNvSpPr/>
            <p:nvPr/>
          </p:nvSpPr>
          <p:spPr>
            <a:xfrm>
              <a:off x="-63669700" y="2646600"/>
              <a:ext cx="324525" cy="317550"/>
            </a:xfrm>
            <a:custGeom>
              <a:rect b="b" l="l" r="r" t="t"/>
              <a:pathLst>
                <a:path extrusionOk="0" h="12702" w="12981">
                  <a:moveTo>
                    <a:pt x="6947" y="867"/>
                  </a:moveTo>
                  <a:cubicBezTo>
                    <a:pt x="7058" y="867"/>
                    <a:pt x="7168" y="906"/>
                    <a:pt x="7247" y="985"/>
                  </a:cubicBezTo>
                  <a:cubicBezTo>
                    <a:pt x="7404" y="1143"/>
                    <a:pt x="7404" y="1426"/>
                    <a:pt x="7247" y="1584"/>
                  </a:cubicBezTo>
                  <a:lnTo>
                    <a:pt x="5199" y="3632"/>
                  </a:lnTo>
                  <a:cubicBezTo>
                    <a:pt x="5120" y="3710"/>
                    <a:pt x="5010" y="3750"/>
                    <a:pt x="4900" y="3750"/>
                  </a:cubicBezTo>
                  <a:cubicBezTo>
                    <a:pt x="4789" y="3750"/>
                    <a:pt x="4679" y="3710"/>
                    <a:pt x="4600" y="3632"/>
                  </a:cubicBezTo>
                  <a:cubicBezTo>
                    <a:pt x="4443" y="3474"/>
                    <a:pt x="4443" y="3190"/>
                    <a:pt x="4600" y="3033"/>
                  </a:cubicBezTo>
                  <a:lnTo>
                    <a:pt x="6648" y="985"/>
                  </a:lnTo>
                  <a:cubicBezTo>
                    <a:pt x="6727" y="906"/>
                    <a:pt x="6837" y="867"/>
                    <a:pt x="6947" y="867"/>
                  </a:cubicBezTo>
                  <a:close/>
                  <a:moveTo>
                    <a:pt x="7530" y="2434"/>
                  </a:moveTo>
                  <a:lnTo>
                    <a:pt x="10429" y="5364"/>
                  </a:lnTo>
                  <a:lnTo>
                    <a:pt x="8979" y="6814"/>
                  </a:lnTo>
                  <a:lnTo>
                    <a:pt x="6050" y="3884"/>
                  </a:lnTo>
                  <a:lnTo>
                    <a:pt x="7530" y="2434"/>
                  </a:lnTo>
                  <a:close/>
                  <a:moveTo>
                    <a:pt x="6648" y="5679"/>
                  </a:moveTo>
                  <a:lnTo>
                    <a:pt x="7247" y="6246"/>
                  </a:lnTo>
                  <a:lnTo>
                    <a:pt x="5482" y="8042"/>
                  </a:lnTo>
                  <a:lnTo>
                    <a:pt x="4884" y="7444"/>
                  </a:lnTo>
                  <a:lnTo>
                    <a:pt x="6648" y="5679"/>
                  </a:lnTo>
                  <a:close/>
                  <a:moveTo>
                    <a:pt x="11642" y="5561"/>
                  </a:moveTo>
                  <a:cubicBezTo>
                    <a:pt x="11752" y="5561"/>
                    <a:pt x="11862" y="5601"/>
                    <a:pt x="11941" y="5679"/>
                  </a:cubicBezTo>
                  <a:cubicBezTo>
                    <a:pt x="12098" y="5837"/>
                    <a:pt x="12098" y="6089"/>
                    <a:pt x="11941" y="6246"/>
                  </a:cubicBezTo>
                  <a:lnTo>
                    <a:pt x="9893" y="8294"/>
                  </a:lnTo>
                  <a:cubicBezTo>
                    <a:pt x="9814" y="8373"/>
                    <a:pt x="9704" y="8412"/>
                    <a:pt x="9594" y="8412"/>
                  </a:cubicBezTo>
                  <a:cubicBezTo>
                    <a:pt x="9484" y="8412"/>
                    <a:pt x="9373" y="8373"/>
                    <a:pt x="9295" y="8294"/>
                  </a:cubicBezTo>
                  <a:cubicBezTo>
                    <a:pt x="9137" y="8137"/>
                    <a:pt x="9137" y="7885"/>
                    <a:pt x="9295" y="7727"/>
                  </a:cubicBezTo>
                  <a:lnTo>
                    <a:pt x="11342" y="5679"/>
                  </a:lnTo>
                  <a:cubicBezTo>
                    <a:pt x="11421" y="5601"/>
                    <a:pt x="11531" y="5561"/>
                    <a:pt x="11642" y="5561"/>
                  </a:cubicBezTo>
                  <a:close/>
                  <a:moveTo>
                    <a:pt x="4065" y="7664"/>
                  </a:moveTo>
                  <a:lnTo>
                    <a:pt x="5230" y="8861"/>
                  </a:lnTo>
                  <a:lnTo>
                    <a:pt x="2426" y="11665"/>
                  </a:lnTo>
                  <a:cubicBezTo>
                    <a:pt x="2269" y="11823"/>
                    <a:pt x="2064" y="11902"/>
                    <a:pt x="1855" y="11902"/>
                  </a:cubicBezTo>
                  <a:cubicBezTo>
                    <a:pt x="1647" y="11902"/>
                    <a:pt x="1434" y="11823"/>
                    <a:pt x="1261" y="11665"/>
                  </a:cubicBezTo>
                  <a:cubicBezTo>
                    <a:pt x="914" y="11350"/>
                    <a:pt x="914" y="10783"/>
                    <a:pt x="1261" y="10468"/>
                  </a:cubicBezTo>
                  <a:lnTo>
                    <a:pt x="4065" y="7664"/>
                  </a:lnTo>
                  <a:close/>
                  <a:moveTo>
                    <a:pt x="6971" y="1"/>
                  </a:moveTo>
                  <a:cubicBezTo>
                    <a:pt x="6648" y="1"/>
                    <a:pt x="6317" y="119"/>
                    <a:pt x="6050" y="355"/>
                  </a:cubicBezTo>
                  <a:lnTo>
                    <a:pt x="4002" y="2403"/>
                  </a:lnTo>
                  <a:cubicBezTo>
                    <a:pt x="3529" y="2875"/>
                    <a:pt x="3529" y="3663"/>
                    <a:pt x="4002" y="4167"/>
                  </a:cubicBezTo>
                  <a:cubicBezTo>
                    <a:pt x="4258" y="4424"/>
                    <a:pt x="4564" y="4544"/>
                    <a:pt x="4874" y="4544"/>
                  </a:cubicBezTo>
                  <a:cubicBezTo>
                    <a:pt x="5058" y="4544"/>
                    <a:pt x="5243" y="4501"/>
                    <a:pt x="5419" y="4419"/>
                  </a:cubicBezTo>
                  <a:lnTo>
                    <a:pt x="6081" y="5018"/>
                  </a:lnTo>
                  <a:lnTo>
                    <a:pt x="4285" y="6814"/>
                  </a:lnTo>
                  <a:cubicBezTo>
                    <a:pt x="4206" y="6735"/>
                    <a:pt x="4096" y="6695"/>
                    <a:pt x="3990" y="6695"/>
                  </a:cubicBezTo>
                  <a:cubicBezTo>
                    <a:pt x="3884" y="6695"/>
                    <a:pt x="3781" y="6735"/>
                    <a:pt x="3718" y="6814"/>
                  </a:cubicBezTo>
                  <a:lnTo>
                    <a:pt x="631" y="9869"/>
                  </a:lnTo>
                  <a:cubicBezTo>
                    <a:pt x="1" y="10500"/>
                    <a:pt x="1" y="11571"/>
                    <a:pt x="631" y="12201"/>
                  </a:cubicBezTo>
                  <a:cubicBezTo>
                    <a:pt x="965" y="12536"/>
                    <a:pt x="1405" y="12701"/>
                    <a:pt x="1840" y="12701"/>
                  </a:cubicBezTo>
                  <a:cubicBezTo>
                    <a:pt x="2264" y="12701"/>
                    <a:pt x="2682" y="12544"/>
                    <a:pt x="2994" y="12232"/>
                  </a:cubicBezTo>
                  <a:lnTo>
                    <a:pt x="6050" y="9176"/>
                  </a:lnTo>
                  <a:cubicBezTo>
                    <a:pt x="6207" y="9019"/>
                    <a:pt x="6207" y="8735"/>
                    <a:pt x="6050" y="8578"/>
                  </a:cubicBezTo>
                  <a:lnTo>
                    <a:pt x="7845" y="6814"/>
                  </a:lnTo>
                  <a:lnTo>
                    <a:pt x="8475" y="7444"/>
                  </a:lnTo>
                  <a:cubicBezTo>
                    <a:pt x="8255" y="7853"/>
                    <a:pt x="8318" y="8452"/>
                    <a:pt x="8696" y="8861"/>
                  </a:cubicBezTo>
                  <a:cubicBezTo>
                    <a:pt x="8932" y="9098"/>
                    <a:pt x="9247" y="9216"/>
                    <a:pt x="9566" y="9216"/>
                  </a:cubicBezTo>
                  <a:cubicBezTo>
                    <a:pt x="9885" y="9216"/>
                    <a:pt x="10208" y="9098"/>
                    <a:pt x="10460" y="8861"/>
                  </a:cubicBezTo>
                  <a:lnTo>
                    <a:pt x="12508" y="6814"/>
                  </a:lnTo>
                  <a:cubicBezTo>
                    <a:pt x="12981" y="6341"/>
                    <a:pt x="12981" y="5553"/>
                    <a:pt x="12508" y="5018"/>
                  </a:cubicBezTo>
                  <a:cubicBezTo>
                    <a:pt x="12274" y="4784"/>
                    <a:pt x="11979" y="4670"/>
                    <a:pt x="11669" y="4670"/>
                  </a:cubicBezTo>
                  <a:cubicBezTo>
                    <a:pt x="11479" y="4670"/>
                    <a:pt x="11282" y="4713"/>
                    <a:pt x="11090" y="4797"/>
                  </a:cubicBezTo>
                  <a:lnTo>
                    <a:pt x="8066" y="1773"/>
                  </a:lnTo>
                  <a:cubicBezTo>
                    <a:pt x="8255" y="1332"/>
                    <a:pt x="8223" y="733"/>
                    <a:pt x="7845" y="355"/>
                  </a:cubicBezTo>
                  <a:cubicBezTo>
                    <a:pt x="7609" y="119"/>
                    <a:pt x="7294" y="1"/>
                    <a:pt x="697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7" name="Google Shape;2477;p45"/>
            <p:cNvSpPr/>
            <p:nvPr/>
          </p:nvSpPr>
          <p:spPr>
            <a:xfrm>
              <a:off x="-63532650" y="2901200"/>
              <a:ext cx="185900" cy="63025"/>
            </a:xfrm>
            <a:custGeom>
              <a:rect b="b" l="l" r="r" t="t"/>
              <a:pathLst>
                <a:path extrusionOk="0" h="2521" w="7436">
                  <a:moveTo>
                    <a:pt x="5356" y="851"/>
                  </a:moveTo>
                  <a:cubicBezTo>
                    <a:pt x="5577" y="851"/>
                    <a:pt x="5734" y="1040"/>
                    <a:pt x="5734" y="1261"/>
                  </a:cubicBezTo>
                  <a:lnTo>
                    <a:pt x="5734" y="1702"/>
                  </a:lnTo>
                  <a:lnTo>
                    <a:pt x="1607" y="1702"/>
                  </a:lnTo>
                  <a:lnTo>
                    <a:pt x="1607" y="1261"/>
                  </a:lnTo>
                  <a:cubicBezTo>
                    <a:pt x="1607" y="1040"/>
                    <a:pt x="1796" y="851"/>
                    <a:pt x="2048" y="851"/>
                  </a:cubicBezTo>
                  <a:close/>
                  <a:moveTo>
                    <a:pt x="2048" y="1"/>
                  </a:moveTo>
                  <a:cubicBezTo>
                    <a:pt x="1355" y="1"/>
                    <a:pt x="788" y="568"/>
                    <a:pt x="788" y="1261"/>
                  </a:cubicBezTo>
                  <a:lnTo>
                    <a:pt x="788" y="1702"/>
                  </a:lnTo>
                  <a:lnTo>
                    <a:pt x="378" y="1702"/>
                  </a:lnTo>
                  <a:cubicBezTo>
                    <a:pt x="158" y="1702"/>
                    <a:pt x="0" y="1891"/>
                    <a:pt x="0" y="2111"/>
                  </a:cubicBezTo>
                  <a:cubicBezTo>
                    <a:pt x="0" y="2332"/>
                    <a:pt x="189" y="2521"/>
                    <a:pt x="378" y="2521"/>
                  </a:cubicBezTo>
                  <a:lnTo>
                    <a:pt x="6995" y="2521"/>
                  </a:lnTo>
                  <a:cubicBezTo>
                    <a:pt x="7247" y="2521"/>
                    <a:pt x="7436" y="2332"/>
                    <a:pt x="7436" y="2111"/>
                  </a:cubicBezTo>
                  <a:cubicBezTo>
                    <a:pt x="7404" y="1891"/>
                    <a:pt x="7184" y="1702"/>
                    <a:pt x="6963" y="1702"/>
                  </a:cubicBezTo>
                  <a:lnTo>
                    <a:pt x="6553" y="1702"/>
                  </a:lnTo>
                  <a:lnTo>
                    <a:pt x="6553" y="1261"/>
                  </a:lnTo>
                  <a:cubicBezTo>
                    <a:pt x="6553" y="599"/>
                    <a:pt x="6018" y="1"/>
                    <a:pt x="535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78" name="Google Shape;2478;p45"/>
          <p:cNvGrpSpPr/>
          <p:nvPr/>
        </p:nvGrpSpPr>
        <p:grpSpPr>
          <a:xfrm>
            <a:off x="1151160" y="2867431"/>
            <a:ext cx="284953" cy="285313"/>
            <a:chOff x="-61784125" y="1931250"/>
            <a:chExt cx="316650" cy="317050"/>
          </a:xfrm>
        </p:grpSpPr>
        <p:sp>
          <p:nvSpPr>
            <p:cNvPr id="2479" name="Google Shape;2479;p45"/>
            <p:cNvSpPr/>
            <p:nvPr/>
          </p:nvSpPr>
          <p:spPr>
            <a:xfrm>
              <a:off x="-61688025" y="1931250"/>
              <a:ext cx="124450" cy="134300"/>
            </a:xfrm>
            <a:custGeom>
              <a:rect b="b" l="l" r="r" t="t"/>
              <a:pathLst>
                <a:path extrusionOk="0" h="5372" w="4978">
                  <a:moveTo>
                    <a:pt x="2497" y="845"/>
                  </a:moveTo>
                  <a:cubicBezTo>
                    <a:pt x="2709" y="845"/>
                    <a:pt x="2922" y="922"/>
                    <a:pt x="3088" y="1087"/>
                  </a:cubicBezTo>
                  <a:cubicBezTo>
                    <a:pt x="3277" y="1276"/>
                    <a:pt x="3340" y="1591"/>
                    <a:pt x="3277" y="1906"/>
                  </a:cubicBezTo>
                  <a:cubicBezTo>
                    <a:pt x="3182" y="2190"/>
                    <a:pt x="2993" y="2410"/>
                    <a:pt x="2709" y="2442"/>
                  </a:cubicBezTo>
                  <a:cubicBezTo>
                    <a:pt x="2625" y="2467"/>
                    <a:pt x="2545" y="2479"/>
                    <a:pt x="2469" y="2479"/>
                  </a:cubicBezTo>
                  <a:cubicBezTo>
                    <a:pt x="2259" y="2479"/>
                    <a:pt x="2075" y="2391"/>
                    <a:pt x="1890" y="2253"/>
                  </a:cubicBezTo>
                  <a:cubicBezTo>
                    <a:pt x="1701" y="2032"/>
                    <a:pt x="1607" y="1717"/>
                    <a:pt x="1701" y="1434"/>
                  </a:cubicBezTo>
                  <a:cubicBezTo>
                    <a:pt x="1800" y="1059"/>
                    <a:pt x="2145" y="845"/>
                    <a:pt x="2497" y="845"/>
                  </a:cubicBezTo>
                  <a:close/>
                  <a:moveTo>
                    <a:pt x="2520" y="3324"/>
                  </a:moveTo>
                  <a:cubicBezTo>
                    <a:pt x="3277" y="3324"/>
                    <a:pt x="3907" y="3828"/>
                    <a:pt x="4096" y="4553"/>
                  </a:cubicBezTo>
                  <a:lnTo>
                    <a:pt x="914" y="4553"/>
                  </a:lnTo>
                  <a:cubicBezTo>
                    <a:pt x="1103" y="3828"/>
                    <a:pt x="1733" y="3324"/>
                    <a:pt x="2520" y="3324"/>
                  </a:cubicBezTo>
                  <a:close/>
                  <a:moveTo>
                    <a:pt x="2510" y="1"/>
                  </a:moveTo>
                  <a:cubicBezTo>
                    <a:pt x="1805" y="1"/>
                    <a:pt x="1113" y="455"/>
                    <a:pt x="914" y="1213"/>
                  </a:cubicBezTo>
                  <a:cubicBezTo>
                    <a:pt x="756" y="1780"/>
                    <a:pt x="914" y="2347"/>
                    <a:pt x="1292" y="2789"/>
                  </a:cubicBezTo>
                  <a:cubicBezTo>
                    <a:pt x="567" y="3198"/>
                    <a:pt x="0" y="3986"/>
                    <a:pt x="0" y="4931"/>
                  </a:cubicBezTo>
                  <a:cubicBezTo>
                    <a:pt x="0" y="5183"/>
                    <a:pt x="189" y="5372"/>
                    <a:pt x="441" y="5372"/>
                  </a:cubicBezTo>
                  <a:lnTo>
                    <a:pt x="4568" y="5372"/>
                  </a:lnTo>
                  <a:cubicBezTo>
                    <a:pt x="4820" y="5372"/>
                    <a:pt x="4978" y="5183"/>
                    <a:pt x="4978" y="4931"/>
                  </a:cubicBezTo>
                  <a:cubicBezTo>
                    <a:pt x="4978" y="3986"/>
                    <a:pt x="4442" y="3198"/>
                    <a:pt x="3718" y="2789"/>
                  </a:cubicBezTo>
                  <a:cubicBezTo>
                    <a:pt x="3907" y="2568"/>
                    <a:pt x="4033" y="2347"/>
                    <a:pt x="4096" y="2064"/>
                  </a:cubicBezTo>
                  <a:cubicBezTo>
                    <a:pt x="4253" y="1528"/>
                    <a:pt x="4096" y="930"/>
                    <a:pt x="3655" y="489"/>
                  </a:cubicBezTo>
                  <a:cubicBezTo>
                    <a:pt x="3331" y="153"/>
                    <a:pt x="2918" y="1"/>
                    <a:pt x="251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0" name="Google Shape;2480;p45"/>
            <p:cNvSpPr/>
            <p:nvPr/>
          </p:nvSpPr>
          <p:spPr>
            <a:xfrm>
              <a:off x="-61784125" y="2113325"/>
              <a:ext cx="124450" cy="134975"/>
            </a:xfrm>
            <a:custGeom>
              <a:rect b="b" l="l" r="r" t="t"/>
              <a:pathLst>
                <a:path extrusionOk="0" h="5399" w="4978">
                  <a:moveTo>
                    <a:pt x="2482" y="848"/>
                  </a:moveTo>
                  <a:cubicBezTo>
                    <a:pt x="2688" y="848"/>
                    <a:pt x="2895" y="921"/>
                    <a:pt x="3056" y="1082"/>
                  </a:cubicBezTo>
                  <a:cubicBezTo>
                    <a:pt x="3245" y="1271"/>
                    <a:pt x="3340" y="1586"/>
                    <a:pt x="3245" y="1901"/>
                  </a:cubicBezTo>
                  <a:cubicBezTo>
                    <a:pt x="3182" y="2185"/>
                    <a:pt x="2993" y="2437"/>
                    <a:pt x="2710" y="2468"/>
                  </a:cubicBezTo>
                  <a:cubicBezTo>
                    <a:pt x="2633" y="2483"/>
                    <a:pt x="2559" y="2491"/>
                    <a:pt x="2487" y="2491"/>
                  </a:cubicBezTo>
                  <a:cubicBezTo>
                    <a:pt x="2261" y="2491"/>
                    <a:pt x="2058" y="2415"/>
                    <a:pt x="1891" y="2248"/>
                  </a:cubicBezTo>
                  <a:cubicBezTo>
                    <a:pt x="1670" y="2059"/>
                    <a:pt x="1607" y="1743"/>
                    <a:pt x="1670" y="1428"/>
                  </a:cubicBezTo>
                  <a:cubicBezTo>
                    <a:pt x="1770" y="1068"/>
                    <a:pt x="2124" y="848"/>
                    <a:pt x="2482" y="848"/>
                  </a:cubicBezTo>
                  <a:close/>
                  <a:moveTo>
                    <a:pt x="2458" y="3319"/>
                  </a:moveTo>
                  <a:cubicBezTo>
                    <a:pt x="3245" y="3319"/>
                    <a:pt x="3907" y="3854"/>
                    <a:pt x="4096" y="4547"/>
                  </a:cubicBezTo>
                  <a:lnTo>
                    <a:pt x="883" y="4547"/>
                  </a:lnTo>
                  <a:cubicBezTo>
                    <a:pt x="1040" y="3886"/>
                    <a:pt x="1733" y="3319"/>
                    <a:pt x="2458" y="3319"/>
                  </a:cubicBezTo>
                  <a:close/>
                  <a:moveTo>
                    <a:pt x="2509" y="1"/>
                  </a:moveTo>
                  <a:cubicBezTo>
                    <a:pt x="1812" y="1"/>
                    <a:pt x="1143" y="437"/>
                    <a:pt x="946" y="1208"/>
                  </a:cubicBezTo>
                  <a:cubicBezTo>
                    <a:pt x="788" y="1806"/>
                    <a:pt x="946" y="2342"/>
                    <a:pt x="1324" y="2783"/>
                  </a:cubicBezTo>
                  <a:cubicBezTo>
                    <a:pt x="568" y="3224"/>
                    <a:pt x="32" y="4012"/>
                    <a:pt x="32" y="4957"/>
                  </a:cubicBezTo>
                  <a:cubicBezTo>
                    <a:pt x="0" y="5209"/>
                    <a:pt x="189" y="5398"/>
                    <a:pt x="410" y="5398"/>
                  </a:cubicBezTo>
                  <a:lnTo>
                    <a:pt x="4569" y="5398"/>
                  </a:lnTo>
                  <a:cubicBezTo>
                    <a:pt x="4789" y="5398"/>
                    <a:pt x="4978" y="5209"/>
                    <a:pt x="4978" y="4988"/>
                  </a:cubicBezTo>
                  <a:cubicBezTo>
                    <a:pt x="4978" y="4043"/>
                    <a:pt x="4474" y="3256"/>
                    <a:pt x="3718" y="2815"/>
                  </a:cubicBezTo>
                  <a:cubicBezTo>
                    <a:pt x="3939" y="2626"/>
                    <a:pt x="4033" y="2374"/>
                    <a:pt x="4128" y="2090"/>
                  </a:cubicBezTo>
                  <a:cubicBezTo>
                    <a:pt x="4285" y="1523"/>
                    <a:pt x="4128" y="924"/>
                    <a:pt x="3687" y="483"/>
                  </a:cubicBezTo>
                  <a:cubicBezTo>
                    <a:pt x="3346" y="155"/>
                    <a:pt x="2923" y="1"/>
                    <a:pt x="250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1" name="Google Shape;2481;p45"/>
            <p:cNvSpPr/>
            <p:nvPr/>
          </p:nvSpPr>
          <p:spPr>
            <a:xfrm>
              <a:off x="-61591150" y="2113325"/>
              <a:ext cx="123675" cy="134175"/>
            </a:xfrm>
            <a:custGeom>
              <a:rect b="b" l="l" r="r" t="t"/>
              <a:pathLst>
                <a:path extrusionOk="0" h="5367" w="4947">
                  <a:moveTo>
                    <a:pt x="2482" y="848"/>
                  </a:moveTo>
                  <a:cubicBezTo>
                    <a:pt x="2688" y="848"/>
                    <a:pt x="2895" y="921"/>
                    <a:pt x="3056" y="1082"/>
                  </a:cubicBezTo>
                  <a:cubicBezTo>
                    <a:pt x="3245" y="1271"/>
                    <a:pt x="3340" y="1586"/>
                    <a:pt x="3245" y="1901"/>
                  </a:cubicBezTo>
                  <a:cubicBezTo>
                    <a:pt x="3182" y="2185"/>
                    <a:pt x="2993" y="2437"/>
                    <a:pt x="2710" y="2468"/>
                  </a:cubicBezTo>
                  <a:cubicBezTo>
                    <a:pt x="2633" y="2483"/>
                    <a:pt x="2559" y="2491"/>
                    <a:pt x="2486" y="2491"/>
                  </a:cubicBezTo>
                  <a:cubicBezTo>
                    <a:pt x="2261" y="2491"/>
                    <a:pt x="2057" y="2415"/>
                    <a:pt x="1890" y="2248"/>
                  </a:cubicBezTo>
                  <a:cubicBezTo>
                    <a:pt x="1670" y="2059"/>
                    <a:pt x="1607" y="1743"/>
                    <a:pt x="1670" y="1428"/>
                  </a:cubicBezTo>
                  <a:cubicBezTo>
                    <a:pt x="1770" y="1068"/>
                    <a:pt x="2124" y="848"/>
                    <a:pt x="2482" y="848"/>
                  </a:cubicBezTo>
                  <a:close/>
                  <a:moveTo>
                    <a:pt x="2521" y="3382"/>
                  </a:moveTo>
                  <a:cubicBezTo>
                    <a:pt x="3308" y="3382"/>
                    <a:pt x="3938" y="3886"/>
                    <a:pt x="4127" y="4579"/>
                  </a:cubicBezTo>
                  <a:lnTo>
                    <a:pt x="882" y="4579"/>
                  </a:lnTo>
                  <a:cubicBezTo>
                    <a:pt x="1103" y="3886"/>
                    <a:pt x="1733" y="3382"/>
                    <a:pt x="2521" y="3382"/>
                  </a:cubicBezTo>
                  <a:close/>
                  <a:moveTo>
                    <a:pt x="2467" y="1"/>
                  </a:moveTo>
                  <a:cubicBezTo>
                    <a:pt x="1761" y="1"/>
                    <a:pt x="1080" y="437"/>
                    <a:pt x="882" y="1208"/>
                  </a:cubicBezTo>
                  <a:cubicBezTo>
                    <a:pt x="725" y="1806"/>
                    <a:pt x="882" y="2342"/>
                    <a:pt x="1292" y="2783"/>
                  </a:cubicBezTo>
                  <a:cubicBezTo>
                    <a:pt x="536" y="3224"/>
                    <a:pt x="0" y="4012"/>
                    <a:pt x="0" y="4957"/>
                  </a:cubicBezTo>
                  <a:cubicBezTo>
                    <a:pt x="0" y="5178"/>
                    <a:pt x="189" y="5367"/>
                    <a:pt x="378" y="5367"/>
                  </a:cubicBezTo>
                  <a:lnTo>
                    <a:pt x="4505" y="5367"/>
                  </a:lnTo>
                  <a:cubicBezTo>
                    <a:pt x="4757" y="5367"/>
                    <a:pt x="4946" y="5178"/>
                    <a:pt x="4946" y="4957"/>
                  </a:cubicBezTo>
                  <a:cubicBezTo>
                    <a:pt x="4946" y="4075"/>
                    <a:pt x="4442" y="3256"/>
                    <a:pt x="3686" y="2815"/>
                  </a:cubicBezTo>
                  <a:cubicBezTo>
                    <a:pt x="3875" y="2626"/>
                    <a:pt x="4001" y="2374"/>
                    <a:pt x="4096" y="2090"/>
                  </a:cubicBezTo>
                  <a:cubicBezTo>
                    <a:pt x="4253" y="1523"/>
                    <a:pt x="4096" y="924"/>
                    <a:pt x="3655" y="483"/>
                  </a:cubicBezTo>
                  <a:cubicBezTo>
                    <a:pt x="3314" y="155"/>
                    <a:pt x="2887" y="1"/>
                    <a:pt x="246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2" name="Google Shape;2482;p45"/>
            <p:cNvSpPr/>
            <p:nvPr/>
          </p:nvSpPr>
          <p:spPr>
            <a:xfrm>
              <a:off x="-61677800" y="2072225"/>
              <a:ext cx="106350" cy="62450"/>
            </a:xfrm>
            <a:custGeom>
              <a:rect b="b" l="l" r="r" t="t"/>
              <a:pathLst>
                <a:path extrusionOk="0" h="2498" w="4254">
                  <a:moveTo>
                    <a:pt x="2096" y="1"/>
                  </a:moveTo>
                  <a:cubicBezTo>
                    <a:pt x="1985" y="1"/>
                    <a:pt x="1875" y="48"/>
                    <a:pt x="1796" y="142"/>
                  </a:cubicBezTo>
                  <a:lnTo>
                    <a:pt x="158" y="1781"/>
                  </a:lnTo>
                  <a:cubicBezTo>
                    <a:pt x="1" y="1938"/>
                    <a:pt x="1" y="2222"/>
                    <a:pt x="158" y="2379"/>
                  </a:cubicBezTo>
                  <a:cubicBezTo>
                    <a:pt x="237" y="2458"/>
                    <a:pt x="339" y="2497"/>
                    <a:pt x="442" y="2497"/>
                  </a:cubicBezTo>
                  <a:cubicBezTo>
                    <a:pt x="544" y="2497"/>
                    <a:pt x="646" y="2458"/>
                    <a:pt x="725" y="2379"/>
                  </a:cubicBezTo>
                  <a:lnTo>
                    <a:pt x="2111" y="993"/>
                  </a:lnTo>
                  <a:lnTo>
                    <a:pt x="3498" y="2379"/>
                  </a:lnTo>
                  <a:cubicBezTo>
                    <a:pt x="3576" y="2458"/>
                    <a:pt x="3687" y="2497"/>
                    <a:pt x="3797" y="2497"/>
                  </a:cubicBezTo>
                  <a:cubicBezTo>
                    <a:pt x="3907" y="2497"/>
                    <a:pt x="4017" y="2458"/>
                    <a:pt x="4096" y="2379"/>
                  </a:cubicBezTo>
                  <a:cubicBezTo>
                    <a:pt x="4254" y="2222"/>
                    <a:pt x="4254" y="1938"/>
                    <a:pt x="4096" y="1781"/>
                  </a:cubicBezTo>
                  <a:lnTo>
                    <a:pt x="2395" y="142"/>
                  </a:lnTo>
                  <a:cubicBezTo>
                    <a:pt x="2316" y="48"/>
                    <a:pt x="2206" y="1"/>
                    <a:pt x="209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83" name="Google Shape;2483;p45"/>
          <p:cNvGrpSpPr/>
          <p:nvPr/>
        </p:nvGrpSpPr>
        <p:grpSpPr>
          <a:xfrm>
            <a:off x="1151160" y="3306371"/>
            <a:ext cx="284953" cy="284953"/>
            <a:chOff x="-61783350" y="2297100"/>
            <a:chExt cx="316650" cy="316650"/>
          </a:xfrm>
        </p:grpSpPr>
        <p:sp>
          <p:nvSpPr>
            <p:cNvPr id="2484" name="Google Shape;2484;p45"/>
            <p:cNvSpPr/>
            <p:nvPr/>
          </p:nvSpPr>
          <p:spPr>
            <a:xfrm>
              <a:off x="-61783350" y="2297100"/>
              <a:ext cx="316650" cy="316650"/>
            </a:xfrm>
            <a:custGeom>
              <a:rect b="b" l="l" r="r" t="t"/>
              <a:pathLst>
                <a:path extrusionOk="0" h="12666" w="12666">
                  <a:moveTo>
                    <a:pt x="379" y="0"/>
                  </a:moveTo>
                  <a:cubicBezTo>
                    <a:pt x="158" y="0"/>
                    <a:pt x="1" y="189"/>
                    <a:pt x="1" y="441"/>
                  </a:cubicBezTo>
                  <a:lnTo>
                    <a:pt x="1" y="12287"/>
                  </a:lnTo>
                  <a:cubicBezTo>
                    <a:pt x="1" y="12508"/>
                    <a:pt x="190" y="12665"/>
                    <a:pt x="379" y="12665"/>
                  </a:cubicBezTo>
                  <a:lnTo>
                    <a:pt x="12256" y="12665"/>
                  </a:lnTo>
                  <a:cubicBezTo>
                    <a:pt x="12477" y="12665"/>
                    <a:pt x="12666" y="12476"/>
                    <a:pt x="12666" y="12287"/>
                  </a:cubicBezTo>
                  <a:cubicBezTo>
                    <a:pt x="12634" y="12098"/>
                    <a:pt x="12477" y="11878"/>
                    <a:pt x="12256" y="11878"/>
                  </a:cubicBezTo>
                  <a:lnTo>
                    <a:pt x="820" y="11878"/>
                  </a:lnTo>
                  <a:lnTo>
                    <a:pt x="820" y="441"/>
                  </a:lnTo>
                  <a:cubicBezTo>
                    <a:pt x="820" y="189"/>
                    <a:pt x="631" y="0"/>
                    <a:pt x="37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5" name="Google Shape;2485;p45"/>
            <p:cNvSpPr/>
            <p:nvPr/>
          </p:nvSpPr>
          <p:spPr>
            <a:xfrm>
              <a:off x="-61742375" y="2387675"/>
              <a:ext cx="275675" cy="151250"/>
            </a:xfrm>
            <a:custGeom>
              <a:rect b="b" l="l" r="r" t="t"/>
              <a:pathLst>
                <a:path extrusionOk="0" h="6050" w="11027">
                  <a:moveTo>
                    <a:pt x="9767" y="788"/>
                  </a:moveTo>
                  <a:cubicBezTo>
                    <a:pt x="10019" y="788"/>
                    <a:pt x="10208" y="977"/>
                    <a:pt x="10208" y="1229"/>
                  </a:cubicBezTo>
                  <a:cubicBezTo>
                    <a:pt x="10176" y="1450"/>
                    <a:pt x="10019" y="1639"/>
                    <a:pt x="9767" y="1639"/>
                  </a:cubicBezTo>
                  <a:cubicBezTo>
                    <a:pt x="9546" y="1639"/>
                    <a:pt x="9389" y="1450"/>
                    <a:pt x="9389" y="1229"/>
                  </a:cubicBezTo>
                  <a:cubicBezTo>
                    <a:pt x="9389" y="977"/>
                    <a:pt x="9578" y="788"/>
                    <a:pt x="9767" y="788"/>
                  </a:cubicBezTo>
                  <a:close/>
                  <a:moveTo>
                    <a:pt x="4001" y="1607"/>
                  </a:moveTo>
                  <a:cubicBezTo>
                    <a:pt x="4222" y="1607"/>
                    <a:pt x="4379" y="1796"/>
                    <a:pt x="4379" y="2048"/>
                  </a:cubicBezTo>
                  <a:cubicBezTo>
                    <a:pt x="4379" y="2269"/>
                    <a:pt x="4222" y="2489"/>
                    <a:pt x="4001" y="2489"/>
                  </a:cubicBezTo>
                  <a:cubicBezTo>
                    <a:pt x="3749" y="2489"/>
                    <a:pt x="3560" y="2269"/>
                    <a:pt x="3560" y="2048"/>
                  </a:cubicBezTo>
                  <a:cubicBezTo>
                    <a:pt x="3560" y="1796"/>
                    <a:pt x="3749" y="1607"/>
                    <a:pt x="4001" y="1607"/>
                  </a:cubicBezTo>
                  <a:close/>
                  <a:moveTo>
                    <a:pt x="6459" y="4128"/>
                  </a:moveTo>
                  <a:cubicBezTo>
                    <a:pt x="6679" y="4128"/>
                    <a:pt x="6900" y="4317"/>
                    <a:pt x="6900" y="4569"/>
                  </a:cubicBezTo>
                  <a:cubicBezTo>
                    <a:pt x="6868" y="4758"/>
                    <a:pt x="6711" y="4947"/>
                    <a:pt x="6459" y="4947"/>
                  </a:cubicBezTo>
                  <a:cubicBezTo>
                    <a:pt x="6238" y="4947"/>
                    <a:pt x="6081" y="4758"/>
                    <a:pt x="6081" y="4569"/>
                  </a:cubicBezTo>
                  <a:cubicBezTo>
                    <a:pt x="6081" y="4317"/>
                    <a:pt x="6270" y="4128"/>
                    <a:pt x="6459" y="4128"/>
                  </a:cubicBezTo>
                  <a:close/>
                  <a:moveTo>
                    <a:pt x="1229" y="4380"/>
                  </a:moveTo>
                  <a:cubicBezTo>
                    <a:pt x="1481" y="4380"/>
                    <a:pt x="1638" y="4569"/>
                    <a:pt x="1638" y="4789"/>
                  </a:cubicBezTo>
                  <a:cubicBezTo>
                    <a:pt x="1638" y="5041"/>
                    <a:pt x="1481" y="5230"/>
                    <a:pt x="1229" y="5230"/>
                  </a:cubicBezTo>
                  <a:cubicBezTo>
                    <a:pt x="1008" y="5230"/>
                    <a:pt x="788" y="5041"/>
                    <a:pt x="788" y="4789"/>
                  </a:cubicBezTo>
                  <a:cubicBezTo>
                    <a:pt x="788" y="4569"/>
                    <a:pt x="1008" y="4380"/>
                    <a:pt x="1229" y="4380"/>
                  </a:cubicBezTo>
                  <a:close/>
                  <a:moveTo>
                    <a:pt x="9767" y="0"/>
                  </a:moveTo>
                  <a:cubicBezTo>
                    <a:pt x="9105" y="0"/>
                    <a:pt x="8570" y="536"/>
                    <a:pt x="8570" y="1229"/>
                  </a:cubicBezTo>
                  <a:cubicBezTo>
                    <a:pt x="8570" y="1418"/>
                    <a:pt x="8601" y="1576"/>
                    <a:pt x="8664" y="1765"/>
                  </a:cubicBezTo>
                  <a:lnTo>
                    <a:pt x="7026" y="3434"/>
                  </a:lnTo>
                  <a:cubicBezTo>
                    <a:pt x="6868" y="3340"/>
                    <a:pt x="6679" y="3308"/>
                    <a:pt x="6459" y="3308"/>
                  </a:cubicBezTo>
                  <a:cubicBezTo>
                    <a:pt x="6270" y="3308"/>
                    <a:pt x="6112" y="3340"/>
                    <a:pt x="5923" y="3434"/>
                  </a:cubicBezTo>
                  <a:lnTo>
                    <a:pt x="5104" y="2584"/>
                  </a:lnTo>
                  <a:cubicBezTo>
                    <a:pt x="5167" y="2426"/>
                    <a:pt x="5199" y="2237"/>
                    <a:pt x="5199" y="2048"/>
                  </a:cubicBezTo>
                  <a:cubicBezTo>
                    <a:pt x="5199" y="1387"/>
                    <a:pt x="4663" y="788"/>
                    <a:pt x="4001" y="788"/>
                  </a:cubicBezTo>
                  <a:cubicBezTo>
                    <a:pt x="3308" y="788"/>
                    <a:pt x="2773" y="1324"/>
                    <a:pt x="2773" y="2048"/>
                  </a:cubicBezTo>
                  <a:cubicBezTo>
                    <a:pt x="2773" y="2237"/>
                    <a:pt x="2804" y="2395"/>
                    <a:pt x="2899" y="2584"/>
                  </a:cubicBezTo>
                  <a:lnTo>
                    <a:pt x="1796" y="3686"/>
                  </a:lnTo>
                  <a:cubicBezTo>
                    <a:pt x="1638" y="3623"/>
                    <a:pt x="1418" y="3592"/>
                    <a:pt x="1229" y="3592"/>
                  </a:cubicBezTo>
                  <a:cubicBezTo>
                    <a:pt x="567" y="3592"/>
                    <a:pt x="0" y="4128"/>
                    <a:pt x="0" y="4852"/>
                  </a:cubicBezTo>
                  <a:cubicBezTo>
                    <a:pt x="0" y="5514"/>
                    <a:pt x="567" y="6049"/>
                    <a:pt x="1229" y="6049"/>
                  </a:cubicBezTo>
                  <a:cubicBezTo>
                    <a:pt x="1890" y="6049"/>
                    <a:pt x="2458" y="5514"/>
                    <a:pt x="2458" y="4852"/>
                  </a:cubicBezTo>
                  <a:cubicBezTo>
                    <a:pt x="2458" y="4632"/>
                    <a:pt x="2426" y="4474"/>
                    <a:pt x="2332" y="4285"/>
                  </a:cubicBezTo>
                  <a:lnTo>
                    <a:pt x="3434" y="3182"/>
                  </a:lnTo>
                  <a:cubicBezTo>
                    <a:pt x="3592" y="3245"/>
                    <a:pt x="3781" y="3308"/>
                    <a:pt x="4001" y="3308"/>
                  </a:cubicBezTo>
                  <a:cubicBezTo>
                    <a:pt x="4190" y="3308"/>
                    <a:pt x="4348" y="3277"/>
                    <a:pt x="4537" y="3182"/>
                  </a:cubicBezTo>
                  <a:lnTo>
                    <a:pt x="5356" y="4001"/>
                  </a:lnTo>
                  <a:cubicBezTo>
                    <a:pt x="5293" y="4159"/>
                    <a:pt x="5262" y="4348"/>
                    <a:pt x="5262" y="4569"/>
                  </a:cubicBezTo>
                  <a:cubicBezTo>
                    <a:pt x="5262" y="5230"/>
                    <a:pt x="5797" y="5766"/>
                    <a:pt x="6459" y="5766"/>
                  </a:cubicBezTo>
                  <a:cubicBezTo>
                    <a:pt x="7152" y="5766"/>
                    <a:pt x="7687" y="5230"/>
                    <a:pt x="7687" y="4569"/>
                  </a:cubicBezTo>
                  <a:cubicBezTo>
                    <a:pt x="7687" y="4348"/>
                    <a:pt x="7656" y="4191"/>
                    <a:pt x="7561" y="4001"/>
                  </a:cubicBezTo>
                  <a:lnTo>
                    <a:pt x="9231" y="2363"/>
                  </a:lnTo>
                  <a:cubicBezTo>
                    <a:pt x="9389" y="2426"/>
                    <a:pt x="9578" y="2489"/>
                    <a:pt x="9767" y="2489"/>
                  </a:cubicBezTo>
                  <a:cubicBezTo>
                    <a:pt x="10460" y="2489"/>
                    <a:pt x="11027" y="1922"/>
                    <a:pt x="11027" y="1229"/>
                  </a:cubicBezTo>
                  <a:cubicBezTo>
                    <a:pt x="10995" y="536"/>
                    <a:pt x="10460" y="0"/>
                    <a:pt x="976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86" name="Google Shape;2486;p45"/>
          <p:cNvGrpSpPr/>
          <p:nvPr/>
        </p:nvGrpSpPr>
        <p:grpSpPr>
          <a:xfrm>
            <a:off x="1151160" y="3739488"/>
            <a:ext cx="284953" cy="287316"/>
            <a:chOff x="-61782550" y="2664925"/>
            <a:chExt cx="316650" cy="319275"/>
          </a:xfrm>
        </p:grpSpPr>
        <p:sp>
          <p:nvSpPr>
            <p:cNvPr id="2487" name="Google Shape;2487;p45"/>
            <p:cNvSpPr/>
            <p:nvPr/>
          </p:nvSpPr>
          <p:spPr>
            <a:xfrm>
              <a:off x="-61782550" y="2664925"/>
              <a:ext cx="316650" cy="319275"/>
            </a:xfrm>
            <a:custGeom>
              <a:rect b="b" l="l" r="r" t="t"/>
              <a:pathLst>
                <a:path extrusionOk="0" h="12771" w="12666">
                  <a:moveTo>
                    <a:pt x="10208" y="851"/>
                  </a:moveTo>
                  <a:cubicBezTo>
                    <a:pt x="10366" y="1670"/>
                    <a:pt x="10996" y="2300"/>
                    <a:pt x="11815" y="2457"/>
                  </a:cubicBezTo>
                  <a:lnTo>
                    <a:pt x="11815" y="6679"/>
                  </a:lnTo>
                  <a:lnTo>
                    <a:pt x="11783" y="6679"/>
                  </a:lnTo>
                  <a:cubicBezTo>
                    <a:pt x="10964" y="6837"/>
                    <a:pt x="10334" y="7467"/>
                    <a:pt x="10177" y="8286"/>
                  </a:cubicBezTo>
                  <a:lnTo>
                    <a:pt x="9011" y="8286"/>
                  </a:lnTo>
                  <a:cubicBezTo>
                    <a:pt x="9105" y="8002"/>
                    <a:pt x="9168" y="7719"/>
                    <a:pt x="9168" y="7467"/>
                  </a:cubicBezTo>
                  <a:cubicBezTo>
                    <a:pt x="9168" y="6081"/>
                    <a:pt x="8066" y="4978"/>
                    <a:pt x="6711" y="4978"/>
                  </a:cubicBezTo>
                  <a:cubicBezTo>
                    <a:pt x="5325" y="4978"/>
                    <a:pt x="4222" y="6081"/>
                    <a:pt x="4222" y="7467"/>
                  </a:cubicBezTo>
                  <a:cubicBezTo>
                    <a:pt x="4222" y="7719"/>
                    <a:pt x="4254" y="8002"/>
                    <a:pt x="4380" y="8286"/>
                  </a:cubicBezTo>
                  <a:lnTo>
                    <a:pt x="2395" y="8286"/>
                  </a:lnTo>
                  <a:cubicBezTo>
                    <a:pt x="2237" y="7467"/>
                    <a:pt x="1607" y="6837"/>
                    <a:pt x="788" y="6679"/>
                  </a:cubicBezTo>
                  <a:lnTo>
                    <a:pt x="788" y="2457"/>
                  </a:lnTo>
                  <a:cubicBezTo>
                    <a:pt x="1607" y="2300"/>
                    <a:pt x="2237" y="1670"/>
                    <a:pt x="2395" y="851"/>
                  </a:cubicBezTo>
                  <a:close/>
                  <a:moveTo>
                    <a:pt x="6711" y="5797"/>
                  </a:moveTo>
                  <a:cubicBezTo>
                    <a:pt x="7593" y="5797"/>
                    <a:pt x="8349" y="6553"/>
                    <a:pt x="8349" y="7467"/>
                  </a:cubicBezTo>
                  <a:cubicBezTo>
                    <a:pt x="8349" y="8349"/>
                    <a:pt x="7593" y="9105"/>
                    <a:pt x="6711" y="9105"/>
                  </a:cubicBezTo>
                  <a:cubicBezTo>
                    <a:pt x="5797" y="9105"/>
                    <a:pt x="5041" y="8349"/>
                    <a:pt x="5041" y="7467"/>
                  </a:cubicBezTo>
                  <a:cubicBezTo>
                    <a:pt x="5041" y="6553"/>
                    <a:pt x="5797" y="5797"/>
                    <a:pt x="6711" y="5797"/>
                  </a:cubicBezTo>
                  <a:close/>
                  <a:moveTo>
                    <a:pt x="7530" y="9767"/>
                  </a:moveTo>
                  <a:lnTo>
                    <a:pt x="7530" y="11468"/>
                  </a:lnTo>
                  <a:lnTo>
                    <a:pt x="6932" y="11090"/>
                  </a:lnTo>
                  <a:cubicBezTo>
                    <a:pt x="6853" y="11043"/>
                    <a:pt x="6774" y="11019"/>
                    <a:pt x="6695" y="11019"/>
                  </a:cubicBezTo>
                  <a:cubicBezTo>
                    <a:pt x="6616" y="11019"/>
                    <a:pt x="6538" y="11043"/>
                    <a:pt x="6459" y="11090"/>
                  </a:cubicBezTo>
                  <a:lnTo>
                    <a:pt x="5860" y="11468"/>
                  </a:lnTo>
                  <a:lnTo>
                    <a:pt x="5860" y="9767"/>
                  </a:lnTo>
                  <a:cubicBezTo>
                    <a:pt x="6144" y="9861"/>
                    <a:pt x="6427" y="9924"/>
                    <a:pt x="6711" y="9924"/>
                  </a:cubicBezTo>
                  <a:cubicBezTo>
                    <a:pt x="6995" y="9924"/>
                    <a:pt x="7247" y="9893"/>
                    <a:pt x="7530" y="9767"/>
                  </a:cubicBezTo>
                  <a:close/>
                  <a:moveTo>
                    <a:pt x="2048" y="0"/>
                  </a:moveTo>
                  <a:cubicBezTo>
                    <a:pt x="1828" y="0"/>
                    <a:pt x="1670" y="221"/>
                    <a:pt x="1670" y="441"/>
                  </a:cubicBezTo>
                  <a:cubicBezTo>
                    <a:pt x="1670" y="1103"/>
                    <a:pt x="1103" y="1670"/>
                    <a:pt x="410" y="1670"/>
                  </a:cubicBezTo>
                  <a:cubicBezTo>
                    <a:pt x="158" y="1670"/>
                    <a:pt x="0" y="1859"/>
                    <a:pt x="0" y="2111"/>
                  </a:cubicBezTo>
                  <a:lnTo>
                    <a:pt x="0" y="7057"/>
                  </a:lnTo>
                  <a:cubicBezTo>
                    <a:pt x="0" y="7278"/>
                    <a:pt x="189" y="7498"/>
                    <a:pt x="410" y="7498"/>
                  </a:cubicBezTo>
                  <a:cubicBezTo>
                    <a:pt x="1072" y="7498"/>
                    <a:pt x="1670" y="8034"/>
                    <a:pt x="1670" y="8758"/>
                  </a:cubicBezTo>
                  <a:cubicBezTo>
                    <a:pt x="1670" y="8979"/>
                    <a:pt x="1859" y="9136"/>
                    <a:pt x="2048" y="9136"/>
                  </a:cubicBezTo>
                  <a:lnTo>
                    <a:pt x="4884" y="9136"/>
                  </a:lnTo>
                  <a:lnTo>
                    <a:pt x="5073" y="9326"/>
                  </a:lnTo>
                  <a:lnTo>
                    <a:pt x="5073" y="12318"/>
                  </a:lnTo>
                  <a:cubicBezTo>
                    <a:pt x="5073" y="12562"/>
                    <a:pt x="5298" y="12749"/>
                    <a:pt x="5517" y="12749"/>
                  </a:cubicBezTo>
                  <a:cubicBezTo>
                    <a:pt x="5581" y="12749"/>
                    <a:pt x="5645" y="12732"/>
                    <a:pt x="5703" y="12697"/>
                  </a:cubicBezTo>
                  <a:lnTo>
                    <a:pt x="6743" y="12003"/>
                  </a:lnTo>
                  <a:lnTo>
                    <a:pt x="7782" y="12697"/>
                  </a:lnTo>
                  <a:cubicBezTo>
                    <a:pt x="7850" y="12747"/>
                    <a:pt x="7926" y="12771"/>
                    <a:pt x="8002" y="12771"/>
                  </a:cubicBezTo>
                  <a:cubicBezTo>
                    <a:pt x="8210" y="12771"/>
                    <a:pt x="8412" y="12595"/>
                    <a:pt x="8412" y="12318"/>
                  </a:cubicBezTo>
                  <a:lnTo>
                    <a:pt x="8412" y="9262"/>
                  </a:lnTo>
                  <a:lnTo>
                    <a:pt x="8601" y="9073"/>
                  </a:lnTo>
                  <a:lnTo>
                    <a:pt x="10618" y="9073"/>
                  </a:lnTo>
                  <a:cubicBezTo>
                    <a:pt x="10838" y="9073"/>
                    <a:pt x="10996" y="8884"/>
                    <a:pt x="10996" y="8664"/>
                  </a:cubicBezTo>
                  <a:cubicBezTo>
                    <a:pt x="10996" y="8002"/>
                    <a:pt x="11563" y="7404"/>
                    <a:pt x="12224" y="7404"/>
                  </a:cubicBezTo>
                  <a:cubicBezTo>
                    <a:pt x="12445" y="7404"/>
                    <a:pt x="12665" y="7215"/>
                    <a:pt x="12665" y="6994"/>
                  </a:cubicBezTo>
                  <a:lnTo>
                    <a:pt x="12665" y="2016"/>
                  </a:lnTo>
                  <a:cubicBezTo>
                    <a:pt x="12602" y="1827"/>
                    <a:pt x="12445" y="1670"/>
                    <a:pt x="12224" y="1670"/>
                  </a:cubicBezTo>
                  <a:cubicBezTo>
                    <a:pt x="11531" y="1670"/>
                    <a:pt x="10996" y="1103"/>
                    <a:pt x="10996" y="441"/>
                  </a:cubicBezTo>
                  <a:cubicBezTo>
                    <a:pt x="10996" y="221"/>
                    <a:pt x="10807" y="0"/>
                    <a:pt x="105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8" name="Google Shape;2488;p45"/>
            <p:cNvSpPr/>
            <p:nvPr/>
          </p:nvSpPr>
          <p:spPr>
            <a:xfrm>
              <a:off x="-61701425" y="2705875"/>
              <a:ext cx="151250" cy="21275"/>
            </a:xfrm>
            <a:custGeom>
              <a:rect b="b" l="l" r="r" t="t"/>
              <a:pathLst>
                <a:path extrusionOk="0" h="851" w="6050">
                  <a:moveTo>
                    <a:pt x="410" y="0"/>
                  </a:moveTo>
                  <a:cubicBezTo>
                    <a:pt x="189" y="0"/>
                    <a:pt x="0" y="189"/>
                    <a:pt x="0" y="410"/>
                  </a:cubicBezTo>
                  <a:cubicBezTo>
                    <a:pt x="0" y="662"/>
                    <a:pt x="189" y="851"/>
                    <a:pt x="410" y="851"/>
                  </a:cubicBezTo>
                  <a:lnTo>
                    <a:pt x="5671" y="851"/>
                  </a:lnTo>
                  <a:cubicBezTo>
                    <a:pt x="5892" y="851"/>
                    <a:pt x="6049" y="662"/>
                    <a:pt x="6049" y="410"/>
                  </a:cubicBezTo>
                  <a:cubicBezTo>
                    <a:pt x="6049" y="189"/>
                    <a:pt x="5860" y="0"/>
                    <a:pt x="567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9" name="Google Shape;2489;p45"/>
            <p:cNvSpPr/>
            <p:nvPr/>
          </p:nvSpPr>
          <p:spPr>
            <a:xfrm>
              <a:off x="-61742375" y="2747625"/>
              <a:ext cx="233925" cy="22075"/>
            </a:xfrm>
            <a:custGeom>
              <a:rect b="b" l="l" r="r" t="t"/>
              <a:pathLst>
                <a:path extrusionOk="0" h="883" w="9357">
                  <a:moveTo>
                    <a:pt x="410" y="0"/>
                  </a:moveTo>
                  <a:cubicBezTo>
                    <a:pt x="158" y="0"/>
                    <a:pt x="0" y="221"/>
                    <a:pt x="0" y="441"/>
                  </a:cubicBezTo>
                  <a:cubicBezTo>
                    <a:pt x="0" y="693"/>
                    <a:pt x="221" y="882"/>
                    <a:pt x="410" y="882"/>
                  </a:cubicBezTo>
                  <a:lnTo>
                    <a:pt x="8948" y="882"/>
                  </a:lnTo>
                  <a:cubicBezTo>
                    <a:pt x="9200" y="882"/>
                    <a:pt x="9357" y="693"/>
                    <a:pt x="9357" y="441"/>
                  </a:cubicBezTo>
                  <a:cubicBezTo>
                    <a:pt x="9357" y="221"/>
                    <a:pt x="9137" y="0"/>
                    <a:pt x="894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90" name="Google Shape;2490;p45"/>
          <p:cNvGrpSpPr/>
          <p:nvPr/>
        </p:nvGrpSpPr>
        <p:grpSpPr>
          <a:xfrm>
            <a:off x="3339730" y="2874214"/>
            <a:ext cx="285651" cy="271747"/>
            <a:chOff x="-59889100" y="1945025"/>
            <a:chExt cx="317425" cy="301975"/>
          </a:xfrm>
        </p:grpSpPr>
        <p:sp>
          <p:nvSpPr>
            <p:cNvPr id="2491" name="Google Shape;2491;p45"/>
            <p:cNvSpPr/>
            <p:nvPr/>
          </p:nvSpPr>
          <p:spPr>
            <a:xfrm>
              <a:off x="-59845000" y="2074200"/>
              <a:ext cx="63025" cy="61450"/>
            </a:xfrm>
            <a:custGeom>
              <a:rect b="b" l="l" r="r" t="t"/>
              <a:pathLst>
                <a:path extrusionOk="0" h="2458" w="2521">
                  <a:moveTo>
                    <a:pt x="1702" y="788"/>
                  </a:moveTo>
                  <a:lnTo>
                    <a:pt x="1702" y="1639"/>
                  </a:lnTo>
                  <a:lnTo>
                    <a:pt x="883" y="1639"/>
                  </a:lnTo>
                  <a:lnTo>
                    <a:pt x="883" y="788"/>
                  </a:lnTo>
                  <a:close/>
                  <a:moveTo>
                    <a:pt x="442" y="0"/>
                  </a:moveTo>
                  <a:cubicBezTo>
                    <a:pt x="190" y="0"/>
                    <a:pt x="1" y="190"/>
                    <a:pt x="1" y="410"/>
                  </a:cubicBezTo>
                  <a:lnTo>
                    <a:pt x="1" y="2048"/>
                  </a:lnTo>
                  <a:cubicBezTo>
                    <a:pt x="1" y="2300"/>
                    <a:pt x="190" y="2458"/>
                    <a:pt x="442" y="2458"/>
                  </a:cubicBezTo>
                  <a:lnTo>
                    <a:pt x="2080" y="2458"/>
                  </a:lnTo>
                  <a:cubicBezTo>
                    <a:pt x="2332" y="2458"/>
                    <a:pt x="2521" y="2237"/>
                    <a:pt x="2521" y="2048"/>
                  </a:cubicBezTo>
                  <a:lnTo>
                    <a:pt x="2521" y="410"/>
                  </a:lnTo>
                  <a:cubicBezTo>
                    <a:pt x="2521" y="158"/>
                    <a:pt x="2332" y="0"/>
                    <a:pt x="208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2" name="Google Shape;2492;p45"/>
            <p:cNvSpPr/>
            <p:nvPr/>
          </p:nvSpPr>
          <p:spPr>
            <a:xfrm>
              <a:off x="-59761500" y="1990700"/>
              <a:ext cx="61450" cy="144950"/>
            </a:xfrm>
            <a:custGeom>
              <a:rect b="b" l="l" r="r" t="t"/>
              <a:pathLst>
                <a:path extrusionOk="0" h="5798" w="2458">
                  <a:moveTo>
                    <a:pt x="1670" y="820"/>
                  </a:moveTo>
                  <a:lnTo>
                    <a:pt x="1670" y="4979"/>
                  </a:lnTo>
                  <a:lnTo>
                    <a:pt x="851" y="4979"/>
                  </a:lnTo>
                  <a:lnTo>
                    <a:pt x="851" y="820"/>
                  </a:lnTo>
                  <a:close/>
                  <a:moveTo>
                    <a:pt x="410" y="1"/>
                  </a:moveTo>
                  <a:cubicBezTo>
                    <a:pt x="158" y="1"/>
                    <a:pt x="0" y="190"/>
                    <a:pt x="0" y="411"/>
                  </a:cubicBezTo>
                  <a:lnTo>
                    <a:pt x="0" y="5357"/>
                  </a:lnTo>
                  <a:cubicBezTo>
                    <a:pt x="0" y="5577"/>
                    <a:pt x="158" y="5798"/>
                    <a:pt x="410" y="5798"/>
                  </a:cubicBezTo>
                  <a:lnTo>
                    <a:pt x="2048" y="5798"/>
                  </a:lnTo>
                  <a:cubicBezTo>
                    <a:pt x="2300" y="5798"/>
                    <a:pt x="2458" y="5577"/>
                    <a:pt x="2458" y="5388"/>
                  </a:cubicBezTo>
                  <a:lnTo>
                    <a:pt x="2458" y="411"/>
                  </a:lnTo>
                  <a:cubicBezTo>
                    <a:pt x="2458" y="158"/>
                    <a:pt x="2269" y="1"/>
                    <a:pt x="20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3" name="Google Shape;2493;p45"/>
            <p:cNvSpPr/>
            <p:nvPr/>
          </p:nvSpPr>
          <p:spPr>
            <a:xfrm>
              <a:off x="-59678800" y="2053725"/>
              <a:ext cx="61450" cy="81925"/>
            </a:xfrm>
            <a:custGeom>
              <a:rect b="b" l="l" r="r" t="t"/>
              <a:pathLst>
                <a:path extrusionOk="0" h="3277" w="2458">
                  <a:moveTo>
                    <a:pt x="1670" y="788"/>
                  </a:moveTo>
                  <a:lnTo>
                    <a:pt x="1670" y="2458"/>
                  </a:lnTo>
                  <a:lnTo>
                    <a:pt x="851" y="2458"/>
                  </a:lnTo>
                  <a:lnTo>
                    <a:pt x="851" y="788"/>
                  </a:lnTo>
                  <a:close/>
                  <a:moveTo>
                    <a:pt x="410" y="0"/>
                  </a:moveTo>
                  <a:cubicBezTo>
                    <a:pt x="158" y="0"/>
                    <a:pt x="0" y="189"/>
                    <a:pt x="0" y="410"/>
                  </a:cubicBezTo>
                  <a:lnTo>
                    <a:pt x="0" y="2867"/>
                  </a:lnTo>
                  <a:cubicBezTo>
                    <a:pt x="0" y="3056"/>
                    <a:pt x="158" y="3277"/>
                    <a:pt x="410" y="3277"/>
                  </a:cubicBezTo>
                  <a:lnTo>
                    <a:pt x="2048" y="3277"/>
                  </a:lnTo>
                  <a:cubicBezTo>
                    <a:pt x="2300" y="3277"/>
                    <a:pt x="2458" y="3056"/>
                    <a:pt x="2458" y="2867"/>
                  </a:cubicBezTo>
                  <a:lnTo>
                    <a:pt x="2458" y="410"/>
                  </a:lnTo>
                  <a:cubicBezTo>
                    <a:pt x="2458" y="158"/>
                    <a:pt x="2269" y="0"/>
                    <a:pt x="204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4" name="Google Shape;2494;p45"/>
            <p:cNvSpPr/>
            <p:nvPr/>
          </p:nvSpPr>
          <p:spPr>
            <a:xfrm>
              <a:off x="-59889100" y="1945025"/>
              <a:ext cx="317425" cy="301975"/>
            </a:xfrm>
            <a:custGeom>
              <a:rect b="b" l="l" r="r" t="t"/>
              <a:pathLst>
                <a:path extrusionOk="0" h="12079" w="12697">
                  <a:moveTo>
                    <a:pt x="6333" y="851"/>
                  </a:moveTo>
                  <a:cubicBezTo>
                    <a:pt x="9357" y="851"/>
                    <a:pt x="11846" y="2931"/>
                    <a:pt x="11846" y="5546"/>
                  </a:cubicBezTo>
                  <a:cubicBezTo>
                    <a:pt x="11846" y="8129"/>
                    <a:pt x="9357" y="10208"/>
                    <a:pt x="6333" y="10208"/>
                  </a:cubicBezTo>
                  <a:cubicBezTo>
                    <a:pt x="5482" y="10208"/>
                    <a:pt x="4600" y="10019"/>
                    <a:pt x="3812" y="9704"/>
                  </a:cubicBezTo>
                  <a:cubicBezTo>
                    <a:pt x="3757" y="9682"/>
                    <a:pt x="3697" y="9671"/>
                    <a:pt x="3637" y="9671"/>
                  </a:cubicBezTo>
                  <a:cubicBezTo>
                    <a:pt x="3529" y="9671"/>
                    <a:pt x="3421" y="9706"/>
                    <a:pt x="3340" y="9767"/>
                  </a:cubicBezTo>
                  <a:lnTo>
                    <a:pt x="2489" y="10649"/>
                  </a:lnTo>
                  <a:lnTo>
                    <a:pt x="2489" y="9074"/>
                  </a:lnTo>
                  <a:cubicBezTo>
                    <a:pt x="2489" y="8948"/>
                    <a:pt x="2426" y="8822"/>
                    <a:pt x="2363" y="8759"/>
                  </a:cubicBezTo>
                  <a:cubicBezTo>
                    <a:pt x="1387" y="7877"/>
                    <a:pt x="819" y="6743"/>
                    <a:pt x="819" y="5514"/>
                  </a:cubicBezTo>
                  <a:cubicBezTo>
                    <a:pt x="819" y="2962"/>
                    <a:pt x="3308" y="851"/>
                    <a:pt x="6333" y="851"/>
                  </a:cubicBezTo>
                  <a:close/>
                  <a:moveTo>
                    <a:pt x="6333" y="1"/>
                  </a:moveTo>
                  <a:cubicBezTo>
                    <a:pt x="2836" y="1"/>
                    <a:pt x="0" y="2490"/>
                    <a:pt x="0" y="5514"/>
                  </a:cubicBezTo>
                  <a:cubicBezTo>
                    <a:pt x="0" y="6963"/>
                    <a:pt x="599" y="8255"/>
                    <a:pt x="1639" y="9263"/>
                  </a:cubicBezTo>
                  <a:lnTo>
                    <a:pt x="1639" y="11689"/>
                  </a:lnTo>
                  <a:cubicBezTo>
                    <a:pt x="1639" y="11918"/>
                    <a:pt x="1832" y="12079"/>
                    <a:pt x="2045" y="12079"/>
                  </a:cubicBezTo>
                  <a:cubicBezTo>
                    <a:pt x="2153" y="12079"/>
                    <a:pt x="2267" y="12037"/>
                    <a:pt x="2363" y="11941"/>
                  </a:cubicBezTo>
                  <a:lnTo>
                    <a:pt x="3749" y="10555"/>
                  </a:lnTo>
                  <a:cubicBezTo>
                    <a:pt x="4569" y="10901"/>
                    <a:pt x="5419" y="11027"/>
                    <a:pt x="6333" y="11027"/>
                  </a:cubicBezTo>
                  <a:cubicBezTo>
                    <a:pt x="9830" y="11027"/>
                    <a:pt x="12697" y="8570"/>
                    <a:pt x="12697" y="5514"/>
                  </a:cubicBezTo>
                  <a:cubicBezTo>
                    <a:pt x="12697" y="2490"/>
                    <a:pt x="9861" y="1"/>
                    <a:pt x="633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95" name="Google Shape;2495;p45"/>
          <p:cNvGrpSpPr/>
          <p:nvPr/>
        </p:nvGrpSpPr>
        <p:grpSpPr>
          <a:xfrm>
            <a:off x="2903082" y="3306332"/>
            <a:ext cx="285209" cy="285032"/>
            <a:chOff x="6479471" y="2079003"/>
            <a:chExt cx="348923" cy="348706"/>
          </a:xfrm>
        </p:grpSpPr>
        <p:sp>
          <p:nvSpPr>
            <p:cNvPr id="2496" name="Google Shape;2496;p45"/>
            <p:cNvSpPr/>
            <p:nvPr/>
          </p:nvSpPr>
          <p:spPr>
            <a:xfrm>
              <a:off x="6479471" y="2200291"/>
              <a:ext cx="38170" cy="22566"/>
            </a:xfrm>
            <a:custGeom>
              <a:rect b="b" l="l" r="r" t="t"/>
              <a:pathLst>
                <a:path extrusionOk="0" h="820" w="1387">
                  <a:moveTo>
                    <a:pt x="379" y="0"/>
                  </a:moveTo>
                  <a:cubicBezTo>
                    <a:pt x="158" y="0"/>
                    <a:pt x="1" y="189"/>
                    <a:pt x="1" y="378"/>
                  </a:cubicBezTo>
                  <a:cubicBezTo>
                    <a:pt x="1" y="630"/>
                    <a:pt x="190" y="819"/>
                    <a:pt x="379" y="819"/>
                  </a:cubicBezTo>
                  <a:lnTo>
                    <a:pt x="946" y="819"/>
                  </a:lnTo>
                  <a:cubicBezTo>
                    <a:pt x="1166" y="819"/>
                    <a:pt x="1387" y="630"/>
                    <a:pt x="1387" y="378"/>
                  </a:cubicBezTo>
                  <a:cubicBezTo>
                    <a:pt x="1387" y="189"/>
                    <a:pt x="1166" y="0"/>
                    <a:pt x="94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97" name="Google Shape;2497;p45"/>
            <p:cNvGrpSpPr/>
            <p:nvPr/>
          </p:nvGrpSpPr>
          <p:grpSpPr>
            <a:xfrm>
              <a:off x="6520582" y="2079003"/>
              <a:ext cx="307811" cy="348706"/>
              <a:chOff x="-60218325" y="2304850"/>
              <a:chExt cx="279625" cy="316775"/>
            </a:xfrm>
          </p:grpSpPr>
          <p:sp>
            <p:nvSpPr>
              <p:cNvPr id="2498" name="Google Shape;2498;p45"/>
              <p:cNvSpPr/>
              <p:nvPr/>
            </p:nvSpPr>
            <p:spPr>
              <a:xfrm>
                <a:off x="-60218325" y="2304850"/>
                <a:ext cx="235525" cy="316775"/>
              </a:xfrm>
              <a:custGeom>
                <a:rect b="b" l="l" r="r" t="t"/>
                <a:pathLst>
                  <a:path extrusionOk="0" h="12671" w="9421">
                    <a:moveTo>
                      <a:pt x="4884" y="825"/>
                    </a:moveTo>
                    <a:cubicBezTo>
                      <a:pt x="6994" y="825"/>
                      <a:pt x="8633" y="2463"/>
                      <a:pt x="8633" y="4542"/>
                    </a:cubicBezTo>
                    <a:cubicBezTo>
                      <a:pt x="8570" y="6023"/>
                      <a:pt x="7688" y="7378"/>
                      <a:pt x="6364" y="7945"/>
                    </a:cubicBezTo>
                    <a:cubicBezTo>
                      <a:pt x="6207" y="8039"/>
                      <a:pt x="6112" y="8165"/>
                      <a:pt x="6112" y="8354"/>
                    </a:cubicBezTo>
                    <a:lnTo>
                      <a:pt x="6112" y="8543"/>
                    </a:lnTo>
                    <a:lnTo>
                      <a:pt x="3623" y="8543"/>
                    </a:lnTo>
                    <a:lnTo>
                      <a:pt x="3623" y="8354"/>
                    </a:lnTo>
                    <a:cubicBezTo>
                      <a:pt x="3623" y="8197"/>
                      <a:pt x="3560" y="8039"/>
                      <a:pt x="3403" y="7945"/>
                    </a:cubicBezTo>
                    <a:cubicBezTo>
                      <a:pt x="1828" y="7251"/>
                      <a:pt x="914" y="5582"/>
                      <a:pt x="1229" y="3880"/>
                    </a:cubicBezTo>
                    <a:cubicBezTo>
                      <a:pt x="1481" y="2431"/>
                      <a:pt x="2647" y="1203"/>
                      <a:pt x="4096" y="888"/>
                    </a:cubicBezTo>
                    <a:cubicBezTo>
                      <a:pt x="4379" y="856"/>
                      <a:pt x="4663" y="825"/>
                      <a:pt x="4884" y="825"/>
                    </a:cubicBezTo>
                    <a:close/>
                    <a:moveTo>
                      <a:pt x="6081" y="9362"/>
                    </a:moveTo>
                    <a:lnTo>
                      <a:pt x="6081" y="10213"/>
                    </a:lnTo>
                    <a:lnTo>
                      <a:pt x="3592" y="10213"/>
                    </a:lnTo>
                    <a:lnTo>
                      <a:pt x="3592" y="9362"/>
                    </a:lnTo>
                    <a:close/>
                    <a:moveTo>
                      <a:pt x="5986" y="11032"/>
                    </a:moveTo>
                    <a:cubicBezTo>
                      <a:pt x="5829" y="11505"/>
                      <a:pt x="5419" y="11851"/>
                      <a:pt x="4852" y="11851"/>
                    </a:cubicBezTo>
                    <a:cubicBezTo>
                      <a:pt x="4316" y="11851"/>
                      <a:pt x="3875" y="11505"/>
                      <a:pt x="3686" y="11032"/>
                    </a:cubicBezTo>
                    <a:close/>
                    <a:moveTo>
                      <a:pt x="4842" y="0"/>
                    </a:moveTo>
                    <a:cubicBezTo>
                      <a:pt x="4526" y="0"/>
                      <a:pt x="4202" y="32"/>
                      <a:pt x="3875" y="100"/>
                    </a:cubicBezTo>
                    <a:cubicBezTo>
                      <a:pt x="2111" y="509"/>
                      <a:pt x="693" y="1959"/>
                      <a:pt x="378" y="3723"/>
                    </a:cubicBezTo>
                    <a:cubicBezTo>
                      <a:pt x="0" y="5834"/>
                      <a:pt x="1071" y="7724"/>
                      <a:pt x="2773" y="8575"/>
                    </a:cubicBezTo>
                    <a:lnTo>
                      <a:pt x="2773" y="10591"/>
                    </a:lnTo>
                    <a:cubicBezTo>
                      <a:pt x="2773" y="11725"/>
                      <a:pt x="3718" y="12670"/>
                      <a:pt x="4852" y="12670"/>
                    </a:cubicBezTo>
                    <a:cubicBezTo>
                      <a:pt x="5986" y="12670"/>
                      <a:pt x="6963" y="11725"/>
                      <a:pt x="6963" y="10591"/>
                    </a:cubicBezTo>
                    <a:lnTo>
                      <a:pt x="6963" y="8575"/>
                    </a:lnTo>
                    <a:cubicBezTo>
                      <a:pt x="8444" y="7787"/>
                      <a:pt x="9420" y="6243"/>
                      <a:pt x="9420" y="4511"/>
                    </a:cubicBezTo>
                    <a:cubicBezTo>
                      <a:pt x="9392" y="1995"/>
                      <a:pt x="7331" y="0"/>
                      <a:pt x="48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9" name="Google Shape;2499;p45"/>
              <p:cNvSpPr/>
              <p:nvPr/>
            </p:nvSpPr>
            <p:spPr>
              <a:xfrm>
                <a:off x="-60127750" y="2347500"/>
                <a:ext cx="62250" cy="145750"/>
              </a:xfrm>
              <a:custGeom>
                <a:rect b="b" l="l" r="r" t="t"/>
                <a:pathLst>
                  <a:path extrusionOk="0" h="5830" w="2490">
                    <a:moveTo>
                      <a:pt x="1229" y="1"/>
                    </a:moveTo>
                    <a:cubicBezTo>
                      <a:pt x="1009" y="1"/>
                      <a:pt x="851" y="190"/>
                      <a:pt x="851" y="379"/>
                    </a:cubicBezTo>
                    <a:lnTo>
                      <a:pt x="851" y="662"/>
                    </a:lnTo>
                    <a:cubicBezTo>
                      <a:pt x="378" y="820"/>
                      <a:pt x="0" y="1292"/>
                      <a:pt x="0" y="1828"/>
                    </a:cubicBezTo>
                    <a:cubicBezTo>
                      <a:pt x="0" y="2521"/>
                      <a:pt x="567" y="2899"/>
                      <a:pt x="1009" y="3214"/>
                    </a:cubicBezTo>
                    <a:cubicBezTo>
                      <a:pt x="1324" y="3466"/>
                      <a:pt x="1670" y="3687"/>
                      <a:pt x="1670" y="3939"/>
                    </a:cubicBezTo>
                    <a:cubicBezTo>
                      <a:pt x="1670" y="4159"/>
                      <a:pt x="1481" y="4348"/>
                      <a:pt x="1229" y="4348"/>
                    </a:cubicBezTo>
                    <a:cubicBezTo>
                      <a:pt x="1009" y="4348"/>
                      <a:pt x="851" y="4159"/>
                      <a:pt x="851" y="3939"/>
                    </a:cubicBezTo>
                    <a:cubicBezTo>
                      <a:pt x="851" y="3687"/>
                      <a:pt x="630" y="3498"/>
                      <a:pt x="441" y="3498"/>
                    </a:cubicBezTo>
                    <a:cubicBezTo>
                      <a:pt x="221" y="3498"/>
                      <a:pt x="0" y="3687"/>
                      <a:pt x="0" y="3939"/>
                    </a:cubicBezTo>
                    <a:cubicBezTo>
                      <a:pt x="0" y="4474"/>
                      <a:pt x="378" y="4915"/>
                      <a:pt x="851" y="5104"/>
                    </a:cubicBezTo>
                    <a:lnTo>
                      <a:pt x="851" y="5388"/>
                    </a:lnTo>
                    <a:cubicBezTo>
                      <a:pt x="851" y="5608"/>
                      <a:pt x="1040" y="5829"/>
                      <a:pt x="1229" y="5829"/>
                    </a:cubicBezTo>
                    <a:cubicBezTo>
                      <a:pt x="1481" y="5829"/>
                      <a:pt x="1670" y="5608"/>
                      <a:pt x="1670" y="5388"/>
                    </a:cubicBezTo>
                    <a:lnTo>
                      <a:pt x="1670" y="5104"/>
                    </a:lnTo>
                    <a:cubicBezTo>
                      <a:pt x="2143" y="4947"/>
                      <a:pt x="2489" y="4474"/>
                      <a:pt x="2489" y="3939"/>
                    </a:cubicBezTo>
                    <a:cubicBezTo>
                      <a:pt x="2489" y="3246"/>
                      <a:pt x="1954" y="2868"/>
                      <a:pt x="1513" y="2553"/>
                    </a:cubicBezTo>
                    <a:cubicBezTo>
                      <a:pt x="1198" y="2300"/>
                      <a:pt x="851" y="2080"/>
                      <a:pt x="851" y="1828"/>
                    </a:cubicBezTo>
                    <a:cubicBezTo>
                      <a:pt x="788" y="1607"/>
                      <a:pt x="1009" y="1418"/>
                      <a:pt x="1229" y="1418"/>
                    </a:cubicBezTo>
                    <a:cubicBezTo>
                      <a:pt x="1481" y="1418"/>
                      <a:pt x="1670" y="1607"/>
                      <a:pt x="1670" y="1828"/>
                    </a:cubicBezTo>
                    <a:cubicBezTo>
                      <a:pt x="1670" y="2080"/>
                      <a:pt x="1859" y="2269"/>
                      <a:pt x="2048" y="2269"/>
                    </a:cubicBezTo>
                    <a:cubicBezTo>
                      <a:pt x="2300" y="2269"/>
                      <a:pt x="2489" y="2080"/>
                      <a:pt x="2489" y="1828"/>
                    </a:cubicBezTo>
                    <a:cubicBezTo>
                      <a:pt x="2489" y="1292"/>
                      <a:pt x="2143" y="851"/>
                      <a:pt x="1670" y="662"/>
                    </a:cubicBezTo>
                    <a:lnTo>
                      <a:pt x="1670" y="379"/>
                    </a:lnTo>
                    <a:cubicBezTo>
                      <a:pt x="1670" y="158"/>
                      <a:pt x="1481" y="1"/>
                      <a:pt x="122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0" name="Google Shape;2500;p45"/>
              <p:cNvSpPr/>
              <p:nvPr/>
            </p:nvSpPr>
            <p:spPr>
              <a:xfrm>
                <a:off x="-60212825" y="2510750"/>
                <a:ext cx="32325" cy="30325"/>
              </a:xfrm>
              <a:custGeom>
                <a:rect b="b" l="l" r="r" t="t"/>
                <a:pathLst>
                  <a:path extrusionOk="0" h="1213" w="1293">
                    <a:moveTo>
                      <a:pt x="836" y="0"/>
                    </a:moveTo>
                    <a:cubicBezTo>
                      <a:pt x="725" y="0"/>
                      <a:pt x="615" y="39"/>
                      <a:pt x="536" y="118"/>
                    </a:cubicBezTo>
                    <a:lnTo>
                      <a:pt x="158" y="496"/>
                    </a:lnTo>
                    <a:cubicBezTo>
                      <a:pt x="1" y="654"/>
                      <a:pt x="1" y="906"/>
                      <a:pt x="158" y="1095"/>
                    </a:cubicBezTo>
                    <a:cubicBezTo>
                      <a:pt x="237" y="1174"/>
                      <a:pt x="340" y="1213"/>
                      <a:pt x="442" y="1213"/>
                    </a:cubicBezTo>
                    <a:cubicBezTo>
                      <a:pt x="544" y="1213"/>
                      <a:pt x="647" y="1174"/>
                      <a:pt x="725" y="1095"/>
                    </a:cubicBezTo>
                    <a:lnTo>
                      <a:pt x="1135" y="717"/>
                    </a:lnTo>
                    <a:cubicBezTo>
                      <a:pt x="1293" y="559"/>
                      <a:pt x="1293" y="276"/>
                      <a:pt x="1135" y="118"/>
                    </a:cubicBezTo>
                    <a:cubicBezTo>
                      <a:pt x="1056" y="39"/>
                      <a:pt x="946" y="0"/>
                      <a:pt x="83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1" name="Google Shape;2501;p45"/>
              <p:cNvSpPr/>
              <p:nvPr/>
            </p:nvSpPr>
            <p:spPr>
              <a:xfrm>
                <a:off x="-60012750" y="2310675"/>
                <a:ext cx="32300" cy="30350"/>
              </a:xfrm>
              <a:custGeom>
                <a:rect b="b" l="l" r="r" t="t"/>
                <a:pathLst>
                  <a:path extrusionOk="0" h="1214" w="1292">
                    <a:moveTo>
                      <a:pt x="835" y="1"/>
                    </a:moveTo>
                    <a:cubicBezTo>
                      <a:pt x="725" y="1"/>
                      <a:pt x="614" y="40"/>
                      <a:pt x="536" y="119"/>
                    </a:cubicBezTo>
                    <a:lnTo>
                      <a:pt x="126" y="528"/>
                    </a:lnTo>
                    <a:cubicBezTo>
                      <a:pt x="0" y="686"/>
                      <a:pt x="0" y="938"/>
                      <a:pt x="126" y="1096"/>
                    </a:cubicBezTo>
                    <a:cubicBezTo>
                      <a:pt x="205" y="1174"/>
                      <a:pt x="315" y="1214"/>
                      <a:pt x="425" y="1214"/>
                    </a:cubicBezTo>
                    <a:cubicBezTo>
                      <a:pt x="536" y="1214"/>
                      <a:pt x="646" y="1174"/>
                      <a:pt x="725" y="1096"/>
                    </a:cubicBezTo>
                    <a:lnTo>
                      <a:pt x="1134" y="718"/>
                    </a:lnTo>
                    <a:cubicBezTo>
                      <a:pt x="1292" y="560"/>
                      <a:pt x="1292" y="276"/>
                      <a:pt x="1134" y="119"/>
                    </a:cubicBezTo>
                    <a:cubicBezTo>
                      <a:pt x="1056" y="40"/>
                      <a:pt x="945" y="1"/>
                      <a:pt x="83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2" name="Google Shape;2502;p45"/>
              <p:cNvSpPr/>
              <p:nvPr/>
            </p:nvSpPr>
            <p:spPr>
              <a:xfrm>
                <a:off x="-60012750" y="2510750"/>
                <a:ext cx="32300" cy="30325"/>
              </a:xfrm>
              <a:custGeom>
                <a:rect b="b" l="l" r="r" t="t"/>
                <a:pathLst>
                  <a:path extrusionOk="0" h="1213" w="1292">
                    <a:moveTo>
                      <a:pt x="425" y="0"/>
                    </a:moveTo>
                    <a:cubicBezTo>
                      <a:pt x="315" y="0"/>
                      <a:pt x="205" y="39"/>
                      <a:pt x="126" y="118"/>
                    </a:cubicBezTo>
                    <a:cubicBezTo>
                      <a:pt x="0" y="276"/>
                      <a:pt x="0" y="559"/>
                      <a:pt x="126" y="717"/>
                    </a:cubicBezTo>
                    <a:lnTo>
                      <a:pt x="536" y="1095"/>
                    </a:lnTo>
                    <a:cubicBezTo>
                      <a:pt x="614" y="1174"/>
                      <a:pt x="725" y="1213"/>
                      <a:pt x="835" y="1213"/>
                    </a:cubicBezTo>
                    <a:cubicBezTo>
                      <a:pt x="945" y="1213"/>
                      <a:pt x="1056" y="1174"/>
                      <a:pt x="1134" y="1095"/>
                    </a:cubicBezTo>
                    <a:cubicBezTo>
                      <a:pt x="1292" y="937"/>
                      <a:pt x="1292" y="654"/>
                      <a:pt x="1134" y="496"/>
                    </a:cubicBezTo>
                    <a:lnTo>
                      <a:pt x="725" y="118"/>
                    </a:lnTo>
                    <a:cubicBezTo>
                      <a:pt x="646" y="39"/>
                      <a:pt x="536" y="0"/>
                      <a:pt x="42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3" name="Google Shape;2503;p45"/>
              <p:cNvSpPr/>
              <p:nvPr/>
            </p:nvSpPr>
            <p:spPr>
              <a:xfrm>
                <a:off x="-60212825" y="2310675"/>
                <a:ext cx="32325" cy="30350"/>
              </a:xfrm>
              <a:custGeom>
                <a:rect b="b" l="l" r="r" t="t"/>
                <a:pathLst>
                  <a:path extrusionOk="0" h="1214" w="1293">
                    <a:moveTo>
                      <a:pt x="442" y="1"/>
                    </a:moveTo>
                    <a:cubicBezTo>
                      <a:pt x="340" y="1"/>
                      <a:pt x="237" y="40"/>
                      <a:pt x="158" y="119"/>
                    </a:cubicBezTo>
                    <a:cubicBezTo>
                      <a:pt x="1" y="276"/>
                      <a:pt x="1" y="560"/>
                      <a:pt x="158" y="718"/>
                    </a:cubicBezTo>
                    <a:lnTo>
                      <a:pt x="536" y="1096"/>
                    </a:lnTo>
                    <a:cubicBezTo>
                      <a:pt x="615" y="1174"/>
                      <a:pt x="725" y="1214"/>
                      <a:pt x="836" y="1214"/>
                    </a:cubicBezTo>
                    <a:cubicBezTo>
                      <a:pt x="946" y="1214"/>
                      <a:pt x="1056" y="1174"/>
                      <a:pt x="1135" y="1096"/>
                    </a:cubicBezTo>
                    <a:cubicBezTo>
                      <a:pt x="1293" y="938"/>
                      <a:pt x="1293" y="686"/>
                      <a:pt x="1135" y="528"/>
                    </a:cubicBezTo>
                    <a:lnTo>
                      <a:pt x="725" y="119"/>
                    </a:lnTo>
                    <a:cubicBezTo>
                      <a:pt x="647" y="40"/>
                      <a:pt x="544" y="1"/>
                      <a:pt x="44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4" name="Google Shape;2504;p45"/>
              <p:cNvSpPr/>
              <p:nvPr/>
            </p:nvSpPr>
            <p:spPr>
              <a:xfrm>
                <a:off x="-59974175" y="2415250"/>
                <a:ext cx="35475" cy="20500"/>
              </a:xfrm>
              <a:custGeom>
                <a:rect b="b" l="l" r="r" t="t"/>
                <a:pathLst>
                  <a:path extrusionOk="0" h="820" w="1419">
                    <a:moveTo>
                      <a:pt x="442" y="0"/>
                    </a:moveTo>
                    <a:cubicBezTo>
                      <a:pt x="221" y="0"/>
                      <a:pt x="1" y="189"/>
                      <a:pt x="1" y="378"/>
                    </a:cubicBezTo>
                    <a:cubicBezTo>
                      <a:pt x="1" y="630"/>
                      <a:pt x="221" y="819"/>
                      <a:pt x="442" y="819"/>
                    </a:cubicBezTo>
                    <a:lnTo>
                      <a:pt x="1009" y="819"/>
                    </a:lnTo>
                    <a:cubicBezTo>
                      <a:pt x="1230" y="819"/>
                      <a:pt x="1387" y="630"/>
                      <a:pt x="1387" y="378"/>
                    </a:cubicBezTo>
                    <a:cubicBezTo>
                      <a:pt x="1419" y="189"/>
                      <a:pt x="1230" y="0"/>
                      <a:pt x="100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505" name="Google Shape;2505;p45"/>
          <p:cNvSpPr/>
          <p:nvPr/>
        </p:nvSpPr>
        <p:spPr>
          <a:xfrm>
            <a:off x="3339370" y="3337204"/>
            <a:ext cx="286371" cy="223288"/>
          </a:xfrm>
          <a:custGeom>
            <a:rect b="b" l="l" r="r" t="t"/>
            <a:pathLst>
              <a:path extrusionOk="0" h="9925" w="12729">
                <a:moveTo>
                  <a:pt x="925" y="3644"/>
                </a:moveTo>
                <a:cubicBezTo>
                  <a:pt x="944" y="3644"/>
                  <a:pt x="963" y="3648"/>
                  <a:pt x="978" y="3655"/>
                </a:cubicBezTo>
                <a:lnTo>
                  <a:pt x="1608" y="3970"/>
                </a:lnTo>
                <a:lnTo>
                  <a:pt x="1608" y="5923"/>
                </a:lnTo>
                <a:lnTo>
                  <a:pt x="978" y="6239"/>
                </a:lnTo>
                <a:cubicBezTo>
                  <a:pt x="963" y="6253"/>
                  <a:pt x="945" y="6259"/>
                  <a:pt x="926" y="6259"/>
                </a:cubicBezTo>
                <a:cubicBezTo>
                  <a:pt x="863" y="6259"/>
                  <a:pt x="788" y="6192"/>
                  <a:pt x="788" y="6144"/>
                </a:cubicBezTo>
                <a:lnTo>
                  <a:pt x="788" y="3781"/>
                </a:lnTo>
                <a:cubicBezTo>
                  <a:pt x="788" y="3685"/>
                  <a:pt x="862" y="3644"/>
                  <a:pt x="925" y="3644"/>
                </a:cubicBezTo>
                <a:close/>
                <a:moveTo>
                  <a:pt x="10177" y="1796"/>
                </a:moveTo>
                <a:lnTo>
                  <a:pt x="10177" y="8129"/>
                </a:lnTo>
                <a:lnTo>
                  <a:pt x="2458" y="5892"/>
                </a:lnTo>
                <a:lnTo>
                  <a:pt x="2458" y="4033"/>
                </a:lnTo>
                <a:lnTo>
                  <a:pt x="10177" y="1796"/>
                </a:lnTo>
                <a:close/>
                <a:moveTo>
                  <a:pt x="4128" y="7247"/>
                </a:moveTo>
                <a:lnTo>
                  <a:pt x="6963" y="8066"/>
                </a:lnTo>
                <a:cubicBezTo>
                  <a:pt x="6648" y="8507"/>
                  <a:pt x="6176" y="8822"/>
                  <a:pt x="5640" y="8822"/>
                </a:cubicBezTo>
                <a:cubicBezTo>
                  <a:pt x="4758" y="8822"/>
                  <a:pt x="4097" y="8097"/>
                  <a:pt x="4128" y="7247"/>
                </a:cubicBezTo>
                <a:close/>
                <a:moveTo>
                  <a:pt x="11374" y="820"/>
                </a:moveTo>
                <a:cubicBezTo>
                  <a:pt x="11626" y="820"/>
                  <a:pt x="11815" y="1009"/>
                  <a:pt x="11815" y="1261"/>
                </a:cubicBezTo>
                <a:lnTo>
                  <a:pt x="11815" y="8696"/>
                </a:lnTo>
                <a:cubicBezTo>
                  <a:pt x="11815" y="8916"/>
                  <a:pt x="11626" y="9137"/>
                  <a:pt x="11374" y="9137"/>
                </a:cubicBezTo>
                <a:cubicBezTo>
                  <a:pt x="11154" y="9137"/>
                  <a:pt x="10996" y="8916"/>
                  <a:pt x="10996" y="8696"/>
                </a:cubicBezTo>
                <a:lnTo>
                  <a:pt x="10996" y="1261"/>
                </a:lnTo>
                <a:cubicBezTo>
                  <a:pt x="10996" y="1009"/>
                  <a:pt x="11185" y="820"/>
                  <a:pt x="11374" y="820"/>
                </a:cubicBezTo>
                <a:close/>
                <a:moveTo>
                  <a:pt x="11437" y="1"/>
                </a:moveTo>
                <a:cubicBezTo>
                  <a:pt x="10839" y="1"/>
                  <a:pt x="10366" y="379"/>
                  <a:pt x="10240" y="883"/>
                </a:cubicBezTo>
                <a:lnTo>
                  <a:pt x="2080" y="3246"/>
                </a:lnTo>
                <a:lnTo>
                  <a:pt x="1387" y="2899"/>
                </a:lnTo>
                <a:cubicBezTo>
                  <a:pt x="1251" y="2831"/>
                  <a:pt x="1109" y="2800"/>
                  <a:pt x="970" y="2800"/>
                </a:cubicBezTo>
                <a:cubicBezTo>
                  <a:pt x="466" y="2800"/>
                  <a:pt x="1" y="3213"/>
                  <a:pt x="1" y="3781"/>
                </a:cubicBezTo>
                <a:lnTo>
                  <a:pt x="1" y="6144"/>
                </a:lnTo>
                <a:cubicBezTo>
                  <a:pt x="1" y="6687"/>
                  <a:pt x="465" y="7094"/>
                  <a:pt x="983" y="7094"/>
                </a:cubicBezTo>
                <a:cubicBezTo>
                  <a:pt x="1127" y="7094"/>
                  <a:pt x="1275" y="7063"/>
                  <a:pt x="1419" y="6995"/>
                </a:cubicBezTo>
                <a:lnTo>
                  <a:pt x="2143" y="6648"/>
                </a:lnTo>
                <a:lnTo>
                  <a:pt x="3340" y="6995"/>
                </a:lnTo>
                <a:cubicBezTo>
                  <a:pt x="3151" y="8412"/>
                  <a:pt x="4254" y="9641"/>
                  <a:pt x="5672" y="9641"/>
                </a:cubicBezTo>
                <a:cubicBezTo>
                  <a:pt x="6585" y="9641"/>
                  <a:pt x="7405" y="9074"/>
                  <a:pt x="7814" y="8286"/>
                </a:cubicBezTo>
                <a:lnTo>
                  <a:pt x="10271" y="9011"/>
                </a:lnTo>
                <a:cubicBezTo>
                  <a:pt x="10429" y="9515"/>
                  <a:pt x="10902" y="9925"/>
                  <a:pt x="11469" y="9925"/>
                </a:cubicBezTo>
                <a:cubicBezTo>
                  <a:pt x="12130" y="9925"/>
                  <a:pt x="12729" y="9358"/>
                  <a:pt x="12729" y="8664"/>
                </a:cubicBezTo>
                <a:lnTo>
                  <a:pt x="12729" y="1198"/>
                </a:lnTo>
                <a:cubicBezTo>
                  <a:pt x="12634" y="536"/>
                  <a:pt x="12099" y="1"/>
                  <a:pt x="1143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06" name="Google Shape;2506;p45"/>
          <p:cNvGrpSpPr/>
          <p:nvPr/>
        </p:nvGrpSpPr>
        <p:grpSpPr>
          <a:xfrm>
            <a:off x="3339021" y="3740984"/>
            <a:ext cx="287068" cy="284323"/>
            <a:chOff x="-59889100" y="2671925"/>
            <a:chExt cx="319000" cy="315950"/>
          </a:xfrm>
        </p:grpSpPr>
        <p:sp>
          <p:nvSpPr>
            <p:cNvPr id="2507" name="Google Shape;2507;p45"/>
            <p:cNvSpPr/>
            <p:nvPr/>
          </p:nvSpPr>
          <p:spPr>
            <a:xfrm>
              <a:off x="-59889100" y="2672000"/>
              <a:ext cx="149675" cy="256025"/>
            </a:xfrm>
            <a:custGeom>
              <a:rect b="b" l="l" r="r" t="t"/>
              <a:pathLst>
                <a:path extrusionOk="0" h="10241" w="5987">
                  <a:moveTo>
                    <a:pt x="5073" y="946"/>
                  </a:moveTo>
                  <a:lnTo>
                    <a:pt x="5073" y="2647"/>
                  </a:lnTo>
                  <a:lnTo>
                    <a:pt x="5104" y="2647"/>
                  </a:lnTo>
                  <a:cubicBezTo>
                    <a:pt x="3623" y="3151"/>
                    <a:pt x="2489" y="4569"/>
                    <a:pt x="2489" y="6302"/>
                  </a:cubicBezTo>
                  <a:cubicBezTo>
                    <a:pt x="2489" y="6900"/>
                    <a:pt x="2647" y="7499"/>
                    <a:pt x="2867" y="8034"/>
                  </a:cubicBezTo>
                  <a:lnTo>
                    <a:pt x="1639" y="9263"/>
                  </a:lnTo>
                  <a:cubicBezTo>
                    <a:pt x="1103" y="8381"/>
                    <a:pt x="788" y="7373"/>
                    <a:pt x="788" y="6302"/>
                  </a:cubicBezTo>
                  <a:cubicBezTo>
                    <a:pt x="788" y="3750"/>
                    <a:pt x="2584" y="1513"/>
                    <a:pt x="5073" y="946"/>
                  </a:cubicBezTo>
                  <a:close/>
                  <a:moveTo>
                    <a:pt x="5482" y="1"/>
                  </a:moveTo>
                  <a:cubicBezTo>
                    <a:pt x="2395" y="442"/>
                    <a:pt x="0" y="3088"/>
                    <a:pt x="0" y="6270"/>
                  </a:cubicBezTo>
                  <a:cubicBezTo>
                    <a:pt x="0" y="7688"/>
                    <a:pt x="441" y="8979"/>
                    <a:pt x="1292" y="10082"/>
                  </a:cubicBezTo>
                  <a:cubicBezTo>
                    <a:pt x="1377" y="10184"/>
                    <a:pt x="1500" y="10241"/>
                    <a:pt x="1624" y="10241"/>
                  </a:cubicBezTo>
                  <a:cubicBezTo>
                    <a:pt x="1729" y="10241"/>
                    <a:pt x="1835" y="10200"/>
                    <a:pt x="1922" y="10114"/>
                  </a:cubicBezTo>
                  <a:lnTo>
                    <a:pt x="3718" y="8349"/>
                  </a:lnTo>
                  <a:cubicBezTo>
                    <a:pt x="3812" y="8223"/>
                    <a:pt x="3844" y="8003"/>
                    <a:pt x="3781" y="7845"/>
                  </a:cubicBezTo>
                  <a:cubicBezTo>
                    <a:pt x="3497" y="7373"/>
                    <a:pt x="3340" y="6806"/>
                    <a:pt x="3340" y="6270"/>
                  </a:cubicBezTo>
                  <a:cubicBezTo>
                    <a:pt x="3340" y="4884"/>
                    <a:pt x="4285" y="3655"/>
                    <a:pt x="5671" y="3309"/>
                  </a:cubicBezTo>
                  <a:cubicBezTo>
                    <a:pt x="5860" y="3277"/>
                    <a:pt x="5986" y="3120"/>
                    <a:pt x="5986" y="2899"/>
                  </a:cubicBezTo>
                  <a:lnTo>
                    <a:pt x="5986" y="379"/>
                  </a:lnTo>
                  <a:cubicBezTo>
                    <a:pt x="5955" y="190"/>
                    <a:pt x="5703" y="1"/>
                    <a:pt x="548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8" name="Google Shape;2508;p45"/>
            <p:cNvSpPr/>
            <p:nvPr/>
          </p:nvSpPr>
          <p:spPr>
            <a:xfrm>
              <a:off x="-59830825" y="2892525"/>
              <a:ext cx="201650" cy="95350"/>
            </a:xfrm>
            <a:custGeom>
              <a:rect b="b" l="l" r="r" t="t"/>
              <a:pathLst>
                <a:path extrusionOk="0" h="3814" w="8066">
                  <a:moveTo>
                    <a:pt x="5735" y="946"/>
                  </a:moveTo>
                  <a:lnTo>
                    <a:pt x="6963" y="2175"/>
                  </a:lnTo>
                  <a:cubicBezTo>
                    <a:pt x="6113" y="2710"/>
                    <a:pt x="5073" y="2994"/>
                    <a:pt x="4065" y="2994"/>
                  </a:cubicBezTo>
                  <a:cubicBezTo>
                    <a:pt x="3025" y="2994"/>
                    <a:pt x="2017" y="2710"/>
                    <a:pt x="1135" y="2175"/>
                  </a:cubicBezTo>
                  <a:lnTo>
                    <a:pt x="2364" y="946"/>
                  </a:lnTo>
                  <a:cubicBezTo>
                    <a:pt x="2868" y="1198"/>
                    <a:pt x="3466" y="1356"/>
                    <a:pt x="4065" y="1356"/>
                  </a:cubicBezTo>
                  <a:cubicBezTo>
                    <a:pt x="4600" y="1356"/>
                    <a:pt x="5199" y="1198"/>
                    <a:pt x="5735" y="946"/>
                  </a:cubicBezTo>
                  <a:close/>
                  <a:moveTo>
                    <a:pt x="5758" y="1"/>
                  </a:moveTo>
                  <a:cubicBezTo>
                    <a:pt x="5693" y="1"/>
                    <a:pt x="5630" y="11"/>
                    <a:pt x="5577" y="32"/>
                  </a:cubicBezTo>
                  <a:cubicBezTo>
                    <a:pt x="5105" y="316"/>
                    <a:pt x="4569" y="474"/>
                    <a:pt x="4002" y="474"/>
                  </a:cubicBezTo>
                  <a:cubicBezTo>
                    <a:pt x="3956" y="476"/>
                    <a:pt x="3911" y="478"/>
                    <a:pt x="3865" y="478"/>
                  </a:cubicBezTo>
                  <a:cubicBezTo>
                    <a:pt x="3376" y="478"/>
                    <a:pt x="2890" y="326"/>
                    <a:pt x="2458" y="95"/>
                  </a:cubicBezTo>
                  <a:cubicBezTo>
                    <a:pt x="2389" y="54"/>
                    <a:pt x="2315" y="31"/>
                    <a:pt x="2239" y="31"/>
                  </a:cubicBezTo>
                  <a:cubicBezTo>
                    <a:pt x="2142" y="31"/>
                    <a:pt x="2043" y="70"/>
                    <a:pt x="1954" y="158"/>
                  </a:cubicBezTo>
                  <a:lnTo>
                    <a:pt x="190" y="1923"/>
                  </a:lnTo>
                  <a:cubicBezTo>
                    <a:pt x="1" y="2143"/>
                    <a:pt x="32" y="2395"/>
                    <a:pt x="221" y="2553"/>
                  </a:cubicBezTo>
                  <a:cubicBezTo>
                    <a:pt x="1324" y="3403"/>
                    <a:pt x="2616" y="3813"/>
                    <a:pt x="4002" y="3813"/>
                  </a:cubicBezTo>
                  <a:cubicBezTo>
                    <a:pt x="5388" y="3813"/>
                    <a:pt x="6711" y="3403"/>
                    <a:pt x="7814" y="2521"/>
                  </a:cubicBezTo>
                  <a:cubicBezTo>
                    <a:pt x="8035" y="2364"/>
                    <a:pt x="8066" y="2080"/>
                    <a:pt x="7877" y="1891"/>
                  </a:cubicBezTo>
                  <a:lnTo>
                    <a:pt x="6113" y="127"/>
                  </a:lnTo>
                  <a:cubicBezTo>
                    <a:pt x="6029" y="43"/>
                    <a:pt x="5889" y="1"/>
                    <a:pt x="575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9" name="Google Shape;2509;p45"/>
            <p:cNvSpPr/>
            <p:nvPr/>
          </p:nvSpPr>
          <p:spPr>
            <a:xfrm>
              <a:off x="-59719775" y="2671925"/>
              <a:ext cx="149675" cy="256425"/>
            </a:xfrm>
            <a:custGeom>
              <a:rect b="b" l="l" r="r" t="t"/>
              <a:pathLst>
                <a:path extrusionOk="0" h="10257" w="5987">
                  <a:moveTo>
                    <a:pt x="820" y="917"/>
                  </a:moveTo>
                  <a:cubicBezTo>
                    <a:pt x="3309" y="1453"/>
                    <a:pt x="5105" y="3690"/>
                    <a:pt x="5105" y="6273"/>
                  </a:cubicBezTo>
                  <a:cubicBezTo>
                    <a:pt x="5073" y="7344"/>
                    <a:pt x="4790" y="8352"/>
                    <a:pt x="4254" y="9235"/>
                  </a:cubicBezTo>
                  <a:lnTo>
                    <a:pt x="3025" y="8006"/>
                  </a:lnTo>
                  <a:cubicBezTo>
                    <a:pt x="3309" y="7502"/>
                    <a:pt x="3435" y="6903"/>
                    <a:pt x="3435" y="6305"/>
                  </a:cubicBezTo>
                  <a:cubicBezTo>
                    <a:pt x="3435" y="4572"/>
                    <a:pt x="2332" y="3154"/>
                    <a:pt x="820" y="2650"/>
                  </a:cubicBezTo>
                  <a:lnTo>
                    <a:pt x="820" y="917"/>
                  </a:lnTo>
                  <a:close/>
                  <a:moveTo>
                    <a:pt x="419" y="0"/>
                  </a:moveTo>
                  <a:cubicBezTo>
                    <a:pt x="190" y="0"/>
                    <a:pt x="1" y="180"/>
                    <a:pt x="1" y="413"/>
                  </a:cubicBezTo>
                  <a:lnTo>
                    <a:pt x="1" y="2934"/>
                  </a:lnTo>
                  <a:cubicBezTo>
                    <a:pt x="1" y="3123"/>
                    <a:pt x="127" y="3280"/>
                    <a:pt x="316" y="3312"/>
                  </a:cubicBezTo>
                  <a:cubicBezTo>
                    <a:pt x="1639" y="3658"/>
                    <a:pt x="2647" y="4855"/>
                    <a:pt x="2647" y="6273"/>
                  </a:cubicBezTo>
                  <a:cubicBezTo>
                    <a:pt x="2647" y="6809"/>
                    <a:pt x="2490" y="7376"/>
                    <a:pt x="2206" y="7848"/>
                  </a:cubicBezTo>
                  <a:cubicBezTo>
                    <a:pt x="2080" y="8006"/>
                    <a:pt x="2112" y="8195"/>
                    <a:pt x="2269" y="8352"/>
                  </a:cubicBezTo>
                  <a:lnTo>
                    <a:pt x="4065" y="10117"/>
                  </a:lnTo>
                  <a:cubicBezTo>
                    <a:pt x="4149" y="10214"/>
                    <a:pt x="4251" y="10257"/>
                    <a:pt x="4353" y="10257"/>
                  </a:cubicBezTo>
                  <a:cubicBezTo>
                    <a:pt x="4481" y="10257"/>
                    <a:pt x="4608" y="10190"/>
                    <a:pt x="4695" y="10085"/>
                  </a:cubicBezTo>
                  <a:cubicBezTo>
                    <a:pt x="5514" y="8982"/>
                    <a:pt x="5987" y="7659"/>
                    <a:pt x="5987" y="6273"/>
                  </a:cubicBezTo>
                  <a:cubicBezTo>
                    <a:pt x="5892" y="3123"/>
                    <a:pt x="3529" y="445"/>
                    <a:pt x="474" y="4"/>
                  </a:cubicBezTo>
                  <a:cubicBezTo>
                    <a:pt x="455" y="1"/>
                    <a:pt x="437" y="0"/>
                    <a:pt x="41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0" name="Google Shape;2510;p45"/>
            <p:cNvSpPr/>
            <p:nvPr/>
          </p:nvSpPr>
          <p:spPr>
            <a:xfrm>
              <a:off x="-59762300" y="2757075"/>
              <a:ext cx="63025" cy="145725"/>
            </a:xfrm>
            <a:custGeom>
              <a:rect b="b" l="l" r="r" t="t"/>
              <a:pathLst>
                <a:path extrusionOk="0" h="5829" w="2521">
                  <a:moveTo>
                    <a:pt x="1261" y="0"/>
                  </a:moveTo>
                  <a:cubicBezTo>
                    <a:pt x="1040" y="0"/>
                    <a:pt x="820" y="189"/>
                    <a:pt x="820" y="378"/>
                  </a:cubicBezTo>
                  <a:lnTo>
                    <a:pt x="820" y="662"/>
                  </a:lnTo>
                  <a:cubicBezTo>
                    <a:pt x="347" y="819"/>
                    <a:pt x="1" y="1292"/>
                    <a:pt x="1" y="1827"/>
                  </a:cubicBezTo>
                  <a:cubicBezTo>
                    <a:pt x="1" y="2521"/>
                    <a:pt x="568" y="2899"/>
                    <a:pt x="977" y="3214"/>
                  </a:cubicBezTo>
                  <a:cubicBezTo>
                    <a:pt x="1292" y="3466"/>
                    <a:pt x="1670" y="3686"/>
                    <a:pt x="1670" y="3938"/>
                  </a:cubicBezTo>
                  <a:cubicBezTo>
                    <a:pt x="1670" y="4159"/>
                    <a:pt x="1450" y="4348"/>
                    <a:pt x="1261" y="4348"/>
                  </a:cubicBezTo>
                  <a:cubicBezTo>
                    <a:pt x="1072" y="4348"/>
                    <a:pt x="820" y="4159"/>
                    <a:pt x="820" y="3938"/>
                  </a:cubicBezTo>
                  <a:cubicBezTo>
                    <a:pt x="820" y="3686"/>
                    <a:pt x="631" y="3497"/>
                    <a:pt x="442" y="3497"/>
                  </a:cubicBezTo>
                  <a:cubicBezTo>
                    <a:pt x="253" y="3497"/>
                    <a:pt x="32" y="3686"/>
                    <a:pt x="32" y="3938"/>
                  </a:cubicBezTo>
                  <a:cubicBezTo>
                    <a:pt x="32" y="4474"/>
                    <a:pt x="410" y="4915"/>
                    <a:pt x="883" y="5104"/>
                  </a:cubicBezTo>
                  <a:lnTo>
                    <a:pt x="883" y="5387"/>
                  </a:lnTo>
                  <a:cubicBezTo>
                    <a:pt x="883" y="5608"/>
                    <a:pt x="1072" y="5829"/>
                    <a:pt x="1292" y="5829"/>
                  </a:cubicBezTo>
                  <a:cubicBezTo>
                    <a:pt x="1544" y="5829"/>
                    <a:pt x="1702" y="5608"/>
                    <a:pt x="1702" y="5387"/>
                  </a:cubicBezTo>
                  <a:lnTo>
                    <a:pt x="1702" y="5104"/>
                  </a:lnTo>
                  <a:cubicBezTo>
                    <a:pt x="2175" y="4946"/>
                    <a:pt x="2521" y="4474"/>
                    <a:pt x="2521" y="3938"/>
                  </a:cubicBezTo>
                  <a:cubicBezTo>
                    <a:pt x="2521" y="3245"/>
                    <a:pt x="1985" y="2867"/>
                    <a:pt x="1544" y="2552"/>
                  </a:cubicBezTo>
                  <a:cubicBezTo>
                    <a:pt x="1229" y="2300"/>
                    <a:pt x="883" y="2079"/>
                    <a:pt x="883" y="1827"/>
                  </a:cubicBezTo>
                  <a:cubicBezTo>
                    <a:pt x="883" y="1607"/>
                    <a:pt x="1072" y="1418"/>
                    <a:pt x="1292" y="1418"/>
                  </a:cubicBezTo>
                  <a:cubicBezTo>
                    <a:pt x="1544" y="1418"/>
                    <a:pt x="1702" y="1607"/>
                    <a:pt x="1702" y="1827"/>
                  </a:cubicBezTo>
                  <a:cubicBezTo>
                    <a:pt x="1702" y="2079"/>
                    <a:pt x="1891" y="2268"/>
                    <a:pt x="2143" y="2268"/>
                  </a:cubicBezTo>
                  <a:cubicBezTo>
                    <a:pt x="2364" y="2268"/>
                    <a:pt x="2521" y="2079"/>
                    <a:pt x="2521" y="1827"/>
                  </a:cubicBezTo>
                  <a:cubicBezTo>
                    <a:pt x="2521" y="1292"/>
                    <a:pt x="2175" y="851"/>
                    <a:pt x="1702" y="662"/>
                  </a:cubicBezTo>
                  <a:lnTo>
                    <a:pt x="1702" y="378"/>
                  </a:lnTo>
                  <a:cubicBezTo>
                    <a:pt x="1702" y="189"/>
                    <a:pt x="1513" y="0"/>
                    <a:pt x="126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11" name="Google Shape;2511;p45"/>
          <p:cNvGrpSpPr/>
          <p:nvPr/>
        </p:nvGrpSpPr>
        <p:grpSpPr>
          <a:xfrm>
            <a:off x="1150812" y="4176195"/>
            <a:ext cx="285651" cy="284953"/>
            <a:chOff x="-59092025" y="2296300"/>
            <a:chExt cx="317425" cy="316650"/>
          </a:xfrm>
        </p:grpSpPr>
        <p:sp>
          <p:nvSpPr>
            <p:cNvPr id="2512" name="Google Shape;2512;p45"/>
            <p:cNvSpPr/>
            <p:nvPr/>
          </p:nvSpPr>
          <p:spPr>
            <a:xfrm>
              <a:off x="-58994350" y="2382950"/>
              <a:ext cx="122875" cy="133925"/>
            </a:xfrm>
            <a:custGeom>
              <a:rect b="b" l="l" r="r" t="t"/>
              <a:pathLst>
                <a:path extrusionOk="0" h="5357" w="4915">
                  <a:moveTo>
                    <a:pt x="2457" y="819"/>
                  </a:moveTo>
                  <a:cubicBezTo>
                    <a:pt x="2930" y="819"/>
                    <a:pt x="3277" y="1166"/>
                    <a:pt x="3277" y="1639"/>
                  </a:cubicBezTo>
                  <a:cubicBezTo>
                    <a:pt x="3277" y="2111"/>
                    <a:pt x="2930" y="2458"/>
                    <a:pt x="2457" y="2458"/>
                  </a:cubicBezTo>
                  <a:cubicBezTo>
                    <a:pt x="1985" y="2458"/>
                    <a:pt x="1607" y="2111"/>
                    <a:pt x="1607" y="1639"/>
                  </a:cubicBezTo>
                  <a:cubicBezTo>
                    <a:pt x="1607" y="1166"/>
                    <a:pt x="2016" y="819"/>
                    <a:pt x="2457" y="819"/>
                  </a:cubicBezTo>
                  <a:close/>
                  <a:moveTo>
                    <a:pt x="2489" y="3245"/>
                  </a:moveTo>
                  <a:cubicBezTo>
                    <a:pt x="3277" y="3245"/>
                    <a:pt x="3907" y="3781"/>
                    <a:pt x="4096" y="4506"/>
                  </a:cubicBezTo>
                  <a:lnTo>
                    <a:pt x="882" y="4506"/>
                  </a:lnTo>
                  <a:cubicBezTo>
                    <a:pt x="1071" y="3812"/>
                    <a:pt x="1701" y="3245"/>
                    <a:pt x="2489" y="3245"/>
                  </a:cubicBezTo>
                  <a:close/>
                  <a:moveTo>
                    <a:pt x="2489" y="0"/>
                  </a:moveTo>
                  <a:cubicBezTo>
                    <a:pt x="1575" y="0"/>
                    <a:pt x="819" y="725"/>
                    <a:pt x="819" y="1639"/>
                  </a:cubicBezTo>
                  <a:cubicBezTo>
                    <a:pt x="819" y="2080"/>
                    <a:pt x="977" y="2458"/>
                    <a:pt x="1292" y="2773"/>
                  </a:cubicBezTo>
                  <a:cubicBezTo>
                    <a:pt x="567" y="3214"/>
                    <a:pt x="0" y="4001"/>
                    <a:pt x="0" y="4947"/>
                  </a:cubicBezTo>
                  <a:cubicBezTo>
                    <a:pt x="0" y="5199"/>
                    <a:pt x="189" y="5356"/>
                    <a:pt x="410" y="5356"/>
                  </a:cubicBezTo>
                  <a:lnTo>
                    <a:pt x="4537" y="5356"/>
                  </a:lnTo>
                  <a:cubicBezTo>
                    <a:pt x="4757" y="5356"/>
                    <a:pt x="4915" y="5136"/>
                    <a:pt x="4915" y="4947"/>
                  </a:cubicBezTo>
                  <a:cubicBezTo>
                    <a:pt x="4915" y="4001"/>
                    <a:pt x="4411" y="3182"/>
                    <a:pt x="3655" y="2773"/>
                  </a:cubicBezTo>
                  <a:cubicBezTo>
                    <a:pt x="3938" y="2458"/>
                    <a:pt x="4127" y="2080"/>
                    <a:pt x="4127" y="1639"/>
                  </a:cubicBezTo>
                  <a:cubicBezTo>
                    <a:pt x="4127" y="725"/>
                    <a:pt x="3403" y="0"/>
                    <a:pt x="248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3" name="Google Shape;2513;p45"/>
            <p:cNvSpPr/>
            <p:nvPr/>
          </p:nvSpPr>
          <p:spPr>
            <a:xfrm>
              <a:off x="-59092025" y="2296300"/>
              <a:ext cx="317425" cy="316650"/>
            </a:xfrm>
            <a:custGeom>
              <a:rect b="b" l="l" r="r" t="t"/>
              <a:pathLst>
                <a:path extrusionOk="0" h="12666" w="12697">
                  <a:moveTo>
                    <a:pt x="1261" y="820"/>
                  </a:moveTo>
                  <a:cubicBezTo>
                    <a:pt x="1513" y="820"/>
                    <a:pt x="1702" y="1009"/>
                    <a:pt x="1702" y="1198"/>
                  </a:cubicBezTo>
                  <a:cubicBezTo>
                    <a:pt x="1670" y="1450"/>
                    <a:pt x="1513" y="1639"/>
                    <a:pt x="1261" y="1639"/>
                  </a:cubicBezTo>
                  <a:cubicBezTo>
                    <a:pt x="1040" y="1639"/>
                    <a:pt x="883" y="1450"/>
                    <a:pt x="883" y="1198"/>
                  </a:cubicBezTo>
                  <a:cubicBezTo>
                    <a:pt x="883" y="977"/>
                    <a:pt x="1072" y="820"/>
                    <a:pt x="1261" y="820"/>
                  </a:cubicBezTo>
                  <a:close/>
                  <a:moveTo>
                    <a:pt x="11468" y="820"/>
                  </a:moveTo>
                  <a:cubicBezTo>
                    <a:pt x="11720" y="820"/>
                    <a:pt x="11878" y="1009"/>
                    <a:pt x="11878" y="1198"/>
                  </a:cubicBezTo>
                  <a:cubicBezTo>
                    <a:pt x="11878" y="1450"/>
                    <a:pt x="11657" y="1639"/>
                    <a:pt x="11468" y="1639"/>
                  </a:cubicBezTo>
                  <a:cubicBezTo>
                    <a:pt x="11248" y="1639"/>
                    <a:pt x="11027" y="1450"/>
                    <a:pt x="11027" y="1198"/>
                  </a:cubicBezTo>
                  <a:cubicBezTo>
                    <a:pt x="11027" y="1009"/>
                    <a:pt x="11248" y="820"/>
                    <a:pt x="11468" y="820"/>
                  </a:cubicBezTo>
                  <a:close/>
                  <a:moveTo>
                    <a:pt x="6396" y="2616"/>
                  </a:moveTo>
                  <a:cubicBezTo>
                    <a:pt x="7341" y="2616"/>
                    <a:pt x="8286" y="2994"/>
                    <a:pt x="9042" y="3718"/>
                  </a:cubicBezTo>
                  <a:cubicBezTo>
                    <a:pt x="10492" y="5136"/>
                    <a:pt x="10492" y="7499"/>
                    <a:pt x="9042" y="8917"/>
                  </a:cubicBezTo>
                  <a:cubicBezTo>
                    <a:pt x="8318" y="9641"/>
                    <a:pt x="7373" y="10019"/>
                    <a:pt x="6396" y="10019"/>
                  </a:cubicBezTo>
                  <a:cubicBezTo>
                    <a:pt x="4348" y="10019"/>
                    <a:pt x="2647" y="8381"/>
                    <a:pt x="2647" y="6333"/>
                  </a:cubicBezTo>
                  <a:cubicBezTo>
                    <a:pt x="2647" y="4222"/>
                    <a:pt x="4348" y="2616"/>
                    <a:pt x="6396" y="2616"/>
                  </a:cubicBezTo>
                  <a:close/>
                  <a:moveTo>
                    <a:pt x="1261" y="10965"/>
                  </a:moveTo>
                  <a:cubicBezTo>
                    <a:pt x="1513" y="10965"/>
                    <a:pt x="1702" y="11185"/>
                    <a:pt x="1702" y="11406"/>
                  </a:cubicBezTo>
                  <a:cubicBezTo>
                    <a:pt x="1670" y="11658"/>
                    <a:pt x="1513" y="11847"/>
                    <a:pt x="1261" y="11847"/>
                  </a:cubicBezTo>
                  <a:cubicBezTo>
                    <a:pt x="1040" y="11847"/>
                    <a:pt x="883" y="11658"/>
                    <a:pt x="883" y="11406"/>
                  </a:cubicBezTo>
                  <a:cubicBezTo>
                    <a:pt x="883" y="11185"/>
                    <a:pt x="1072" y="10965"/>
                    <a:pt x="1261" y="10965"/>
                  </a:cubicBezTo>
                  <a:close/>
                  <a:moveTo>
                    <a:pt x="11468" y="11028"/>
                  </a:moveTo>
                  <a:cubicBezTo>
                    <a:pt x="11720" y="11028"/>
                    <a:pt x="11878" y="11217"/>
                    <a:pt x="11878" y="11437"/>
                  </a:cubicBezTo>
                  <a:cubicBezTo>
                    <a:pt x="11878" y="11689"/>
                    <a:pt x="11657" y="11878"/>
                    <a:pt x="11468" y="11878"/>
                  </a:cubicBezTo>
                  <a:cubicBezTo>
                    <a:pt x="11248" y="11878"/>
                    <a:pt x="11027" y="11689"/>
                    <a:pt x="11027" y="11437"/>
                  </a:cubicBezTo>
                  <a:cubicBezTo>
                    <a:pt x="11027" y="11217"/>
                    <a:pt x="11248" y="11028"/>
                    <a:pt x="11468" y="11028"/>
                  </a:cubicBezTo>
                  <a:close/>
                  <a:moveTo>
                    <a:pt x="1229" y="1"/>
                  </a:moveTo>
                  <a:cubicBezTo>
                    <a:pt x="567" y="1"/>
                    <a:pt x="0" y="536"/>
                    <a:pt x="0" y="1198"/>
                  </a:cubicBezTo>
                  <a:cubicBezTo>
                    <a:pt x="0" y="1891"/>
                    <a:pt x="567" y="2458"/>
                    <a:pt x="1229" y="2458"/>
                  </a:cubicBezTo>
                  <a:cubicBezTo>
                    <a:pt x="1418" y="2458"/>
                    <a:pt x="1576" y="2427"/>
                    <a:pt x="1796" y="2364"/>
                  </a:cubicBezTo>
                  <a:lnTo>
                    <a:pt x="2836" y="3403"/>
                  </a:lnTo>
                  <a:cubicBezTo>
                    <a:pt x="2174" y="4222"/>
                    <a:pt x="1828" y="5231"/>
                    <a:pt x="1828" y="6302"/>
                  </a:cubicBezTo>
                  <a:cubicBezTo>
                    <a:pt x="1828" y="7341"/>
                    <a:pt x="2174" y="8381"/>
                    <a:pt x="2899" y="9200"/>
                  </a:cubicBezTo>
                  <a:lnTo>
                    <a:pt x="1796" y="10303"/>
                  </a:lnTo>
                  <a:cubicBezTo>
                    <a:pt x="1639" y="10240"/>
                    <a:pt x="1418" y="10177"/>
                    <a:pt x="1229" y="10177"/>
                  </a:cubicBezTo>
                  <a:cubicBezTo>
                    <a:pt x="567" y="10177"/>
                    <a:pt x="0" y="10744"/>
                    <a:pt x="0" y="11437"/>
                  </a:cubicBezTo>
                  <a:cubicBezTo>
                    <a:pt x="0" y="12130"/>
                    <a:pt x="567" y="12666"/>
                    <a:pt x="1229" y="12666"/>
                  </a:cubicBezTo>
                  <a:cubicBezTo>
                    <a:pt x="1891" y="12666"/>
                    <a:pt x="2489" y="12130"/>
                    <a:pt x="2489" y="11437"/>
                  </a:cubicBezTo>
                  <a:cubicBezTo>
                    <a:pt x="2489" y="11248"/>
                    <a:pt x="2458" y="11091"/>
                    <a:pt x="2363" y="10901"/>
                  </a:cubicBezTo>
                  <a:lnTo>
                    <a:pt x="3466" y="9799"/>
                  </a:lnTo>
                  <a:cubicBezTo>
                    <a:pt x="4317" y="10460"/>
                    <a:pt x="5325" y="10838"/>
                    <a:pt x="6396" y="10838"/>
                  </a:cubicBezTo>
                  <a:cubicBezTo>
                    <a:pt x="7467" y="10838"/>
                    <a:pt x="8475" y="10492"/>
                    <a:pt x="9263" y="9830"/>
                  </a:cubicBezTo>
                  <a:lnTo>
                    <a:pt x="10334" y="10901"/>
                  </a:lnTo>
                  <a:cubicBezTo>
                    <a:pt x="10240" y="11059"/>
                    <a:pt x="10208" y="11248"/>
                    <a:pt x="10208" y="11437"/>
                  </a:cubicBezTo>
                  <a:cubicBezTo>
                    <a:pt x="10208" y="12099"/>
                    <a:pt x="10775" y="12666"/>
                    <a:pt x="11468" y="12666"/>
                  </a:cubicBezTo>
                  <a:cubicBezTo>
                    <a:pt x="12130" y="12666"/>
                    <a:pt x="12697" y="12099"/>
                    <a:pt x="12697" y="11437"/>
                  </a:cubicBezTo>
                  <a:cubicBezTo>
                    <a:pt x="12697" y="10775"/>
                    <a:pt x="12130" y="10177"/>
                    <a:pt x="11468" y="10177"/>
                  </a:cubicBezTo>
                  <a:cubicBezTo>
                    <a:pt x="11279" y="10177"/>
                    <a:pt x="11122" y="10208"/>
                    <a:pt x="10933" y="10303"/>
                  </a:cubicBezTo>
                  <a:lnTo>
                    <a:pt x="9861" y="9232"/>
                  </a:lnTo>
                  <a:cubicBezTo>
                    <a:pt x="11279" y="7562"/>
                    <a:pt x="11279" y="5073"/>
                    <a:pt x="9861" y="3403"/>
                  </a:cubicBezTo>
                  <a:lnTo>
                    <a:pt x="10933" y="2364"/>
                  </a:lnTo>
                  <a:cubicBezTo>
                    <a:pt x="11122" y="2427"/>
                    <a:pt x="11279" y="2458"/>
                    <a:pt x="11468" y="2458"/>
                  </a:cubicBezTo>
                  <a:cubicBezTo>
                    <a:pt x="12130" y="2458"/>
                    <a:pt x="12697" y="1923"/>
                    <a:pt x="12697" y="1198"/>
                  </a:cubicBezTo>
                  <a:cubicBezTo>
                    <a:pt x="12697" y="536"/>
                    <a:pt x="12130" y="1"/>
                    <a:pt x="11468" y="1"/>
                  </a:cubicBezTo>
                  <a:cubicBezTo>
                    <a:pt x="10807" y="1"/>
                    <a:pt x="10208" y="536"/>
                    <a:pt x="10208" y="1198"/>
                  </a:cubicBezTo>
                  <a:cubicBezTo>
                    <a:pt x="10208" y="1419"/>
                    <a:pt x="10240" y="1576"/>
                    <a:pt x="10334" y="1765"/>
                  </a:cubicBezTo>
                  <a:lnTo>
                    <a:pt x="9263" y="2836"/>
                  </a:lnTo>
                  <a:cubicBezTo>
                    <a:pt x="8412" y="2127"/>
                    <a:pt x="7373" y="1773"/>
                    <a:pt x="6337" y="1773"/>
                  </a:cubicBezTo>
                  <a:cubicBezTo>
                    <a:pt x="5301" y="1773"/>
                    <a:pt x="4269" y="2127"/>
                    <a:pt x="3434" y="2836"/>
                  </a:cubicBezTo>
                  <a:lnTo>
                    <a:pt x="2363" y="1765"/>
                  </a:lnTo>
                  <a:cubicBezTo>
                    <a:pt x="2458" y="1608"/>
                    <a:pt x="2489" y="1419"/>
                    <a:pt x="2489" y="1198"/>
                  </a:cubicBezTo>
                  <a:cubicBezTo>
                    <a:pt x="2489" y="536"/>
                    <a:pt x="1954" y="1"/>
                    <a:pt x="122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14" name="Google Shape;2514;p45"/>
          <p:cNvGrpSpPr/>
          <p:nvPr/>
        </p:nvGrpSpPr>
        <p:grpSpPr>
          <a:xfrm>
            <a:off x="5082363" y="1556458"/>
            <a:ext cx="289178" cy="284613"/>
            <a:chOff x="683125" y="1955275"/>
            <a:chExt cx="299325" cy="294600"/>
          </a:xfrm>
        </p:grpSpPr>
        <p:sp>
          <p:nvSpPr>
            <p:cNvPr id="2515" name="Google Shape;2515;p45"/>
            <p:cNvSpPr/>
            <p:nvPr/>
          </p:nvSpPr>
          <p:spPr>
            <a:xfrm>
              <a:off x="876875" y="1989925"/>
              <a:ext cx="52800" cy="63825"/>
            </a:xfrm>
            <a:custGeom>
              <a:rect b="b" l="l" r="r" t="t"/>
              <a:pathLst>
                <a:path extrusionOk="0" h="2553" w="2112">
                  <a:moveTo>
                    <a:pt x="1072" y="0"/>
                  </a:moveTo>
                  <a:cubicBezTo>
                    <a:pt x="473" y="0"/>
                    <a:pt x="64" y="473"/>
                    <a:pt x="64" y="1009"/>
                  </a:cubicBezTo>
                  <a:cubicBezTo>
                    <a:pt x="1" y="1229"/>
                    <a:pt x="158" y="1324"/>
                    <a:pt x="379" y="1324"/>
                  </a:cubicBezTo>
                  <a:cubicBezTo>
                    <a:pt x="568" y="1324"/>
                    <a:pt x="725" y="1166"/>
                    <a:pt x="725" y="977"/>
                  </a:cubicBezTo>
                  <a:cubicBezTo>
                    <a:pt x="725" y="788"/>
                    <a:pt x="883" y="631"/>
                    <a:pt x="1072" y="631"/>
                  </a:cubicBezTo>
                  <a:cubicBezTo>
                    <a:pt x="1261" y="631"/>
                    <a:pt x="1418" y="788"/>
                    <a:pt x="1418" y="977"/>
                  </a:cubicBezTo>
                  <a:cubicBezTo>
                    <a:pt x="1418" y="1103"/>
                    <a:pt x="1355" y="1198"/>
                    <a:pt x="1229" y="1292"/>
                  </a:cubicBezTo>
                  <a:cubicBezTo>
                    <a:pt x="914" y="1450"/>
                    <a:pt x="725" y="1796"/>
                    <a:pt x="725" y="2206"/>
                  </a:cubicBezTo>
                  <a:cubicBezTo>
                    <a:pt x="725" y="2395"/>
                    <a:pt x="883" y="2552"/>
                    <a:pt x="1072" y="2552"/>
                  </a:cubicBezTo>
                  <a:cubicBezTo>
                    <a:pt x="1261" y="2552"/>
                    <a:pt x="1418" y="2395"/>
                    <a:pt x="1418" y="2206"/>
                  </a:cubicBezTo>
                  <a:cubicBezTo>
                    <a:pt x="1418" y="2080"/>
                    <a:pt x="1481" y="1954"/>
                    <a:pt x="1544" y="1922"/>
                  </a:cubicBezTo>
                  <a:cubicBezTo>
                    <a:pt x="1891" y="1733"/>
                    <a:pt x="2111" y="1355"/>
                    <a:pt x="2111" y="1009"/>
                  </a:cubicBezTo>
                  <a:cubicBezTo>
                    <a:pt x="2111" y="410"/>
                    <a:pt x="1639" y="0"/>
                    <a:pt x="10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6" name="Google Shape;2516;p45"/>
            <p:cNvSpPr/>
            <p:nvPr/>
          </p:nvSpPr>
          <p:spPr>
            <a:xfrm>
              <a:off x="683125" y="2058450"/>
              <a:ext cx="159900" cy="191425"/>
            </a:xfrm>
            <a:custGeom>
              <a:rect b="b" l="l" r="r" t="t"/>
              <a:pathLst>
                <a:path extrusionOk="0" h="7657" w="6396">
                  <a:moveTo>
                    <a:pt x="3245" y="693"/>
                  </a:moveTo>
                  <a:cubicBezTo>
                    <a:pt x="3812" y="693"/>
                    <a:pt x="4285" y="1166"/>
                    <a:pt x="4285" y="1702"/>
                  </a:cubicBezTo>
                  <a:cubicBezTo>
                    <a:pt x="4285" y="2269"/>
                    <a:pt x="3812" y="2710"/>
                    <a:pt x="3245" y="2710"/>
                  </a:cubicBezTo>
                  <a:cubicBezTo>
                    <a:pt x="2647" y="2710"/>
                    <a:pt x="2174" y="2269"/>
                    <a:pt x="2174" y="1702"/>
                  </a:cubicBezTo>
                  <a:cubicBezTo>
                    <a:pt x="2174" y="1166"/>
                    <a:pt x="2678" y="693"/>
                    <a:pt x="3245" y="693"/>
                  </a:cubicBezTo>
                  <a:close/>
                  <a:moveTo>
                    <a:pt x="3245" y="3434"/>
                  </a:moveTo>
                  <a:cubicBezTo>
                    <a:pt x="4569" y="3434"/>
                    <a:pt x="5671" y="4537"/>
                    <a:pt x="5671" y="5892"/>
                  </a:cubicBezTo>
                  <a:lnTo>
                    <a:pt x="5671" y="6994"/>
                  </a:lnTo>
                  <a:lnTo>
                    <a:pt x="788" y="6994"/>
                  </a:lnTo>
                  <a:lnTo>
                    <a:pt x="788" y="5892"/>
                  </a:lnTo>
                  <a:cubicBezTo>
                    <a:pt x="788" y="4537"/>
                    <a:pt x="1891" y="3434"/>
                    <a:pt x="3245" y="3434"/>
                  </a:cubicBezTo>
                  <a:close/>
                  <a:moveTo>
                    <a:pt x="3182" y="0"/>
                  </a:moveTo>
                  <a:cubicBezTo>
                    <a:pt x="2237" y="0"/>
                    <a:pt x="1418" y="788"/>
                    <a:pt x="1418" y="1733"/>
                  </a:cubicBezTo>
                  <a:cubicBezTo>
                    <a:pt x="1418" y="2206"/>
                    <a:pt x="1607" y="2678"/>
                    <a:pt x="1985" y="2993"/>
                  </a:cubicBezTo>
                  <a:cubicBezTo>
                    <a:pt x="819" y="3466"/>
                    <a:pt x="0" y="4569"/>
                    <a:pt x="0" y="5892"/>
                  </a:cubicBezTo>
                  <a:lnTo>
                    <a:pt x="0" y="7309"/>
                  </a:lnTo>
                  <a:cubicBezTo>
                    <a:pt x="126" y="7499"/>
                    <a:pt x="284" y="7656"/>
                    <a:pt x="441" y="7656"/>
                  </a:cubicBezTo>
                  <a:lnTo>
                    <a:pt x="6018" y="7656"/>
                  </a:lnTo>
                  <a:cubicBezTo>
                    <a:pt x="6238" y="7656"/>
                    <a:pt x="6396" y="7499"/>
                    <a:pt x="6396" y="7309"/>
                  </a:cubicBezTo>
                  <a:lnTo>
                    <a:pt x="6396" y="5892"/>
                  </a:lnTo>
                  <a:cubicBezTo>
                    <a:pt x="6396" y="4569"/>
                    <a:pt x="5545" y="3466"/>
                    <a:pt x="4411" y="2993"/>
                  </a:cubicBezTo>
                  <a:cubicBezTo>
                    <a:pt x="4758" y="2647"/>
                    <a:pt x="4978" y="2206"/>
                    <a:pt x="4978" y="1733"/>
                  </a:cubicBezTo>
                  <a:cubicBezTo>
                    <a:pt x="4978" y="788"/>
                    <a:pt x="4190" y="0"/>
                    <a:pt x="318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7" name="Google Shape;2517;p45"/>
            <p:cNvSpPr/>
            <p:nvPr/>
          </p:nvSpPr>
          <p:spPr>
            <a:xfrm>
              <a:off x="824900" y="1955275"/>
              <a:ext cx="157550" cy="155975"/>
            </a:xfrm>
            <a:custGeom>
              <a:rect b="b" l="l" r="r" t="t"/>
              <a:pathLst>
                <a:path extrusionOk="0" h="6239" w="6302">
                  <a:moveTo>
                    <a:pt x="3151" y="662"/>
                  </a:moveTo>
                  <a:cubicBezTo>
                    <a:pt x="4505" y="662"/>
                    <a:pt x="5608" y="1765"/>
                    <a:pt x="5608" y="3119"/>
                  </a:cubicBezTo>
                  <a:cubicBezTo>
                    <a:pt x="5608" y="4442"/>
                    <a:pt x="4505" y="5545"/>
                    <a:pt x="3151" y="5545"/>
                  </a:cubicBezTo>
                  <a:cubicBezTo>
                    <a:pt x="2710" y="5545"/>
                    <a:pt x="2332" y="5451"/>
                    <a:pt x="1954" y="5230"/>
                  </a:cubicBezTo>
                  <a:cubicBezTo>
                    <a:pt x="1890" y="5199"/>
                    <a:pt x="1796" y="5199"/>
                    <a:pt x="1733" y="5199"/>
                  </a:cubicBezTo>
                  <a:lnTo>
                    <a:pt x="945" y="5388"/>
                  </a:lnTo>
                  <a:lnTo>
                    <a:pt x="1166" y="4694"/>
                  </a:lnTo>
                  <a:cubicBezTo>
                    <a:pt x="1229" y="4568"/>
                    <a:pt x="1166" y="4505"/>
                    <a:pt x="1134" y="4411"/>
                  </a:cubicBezTo>
                  <a:cubicBezTo>
                    <a:pt x="914" y="4033"/>
                    <a:pt x="756" y="3592"/>
                    <a:pt x="756" y="3119"/>
                  </a:cubicBezTo>
                  <a:cubicBezTo>
                    <a:pt x="725" y="1733"/>
                    <a:pt x="1827" y="662"/>
                    <a:pt x="3151" y="662"/>
                  </a:cubicBezTo>
                  <a:close/>
                  <a:moveTo>
                    <a:pt x="3182" y="0"/>
                  </a:moveTo>
                  <a:cubicBezTo>
                    <a:pt x="1449" y="0"/>
                    <a:pt x="95" y="1418"/>
                    <a:pt x="95" y="3119"/>
                  </a:cubicBezTo>
                  <a:cubicBezTo>
                    <a:pt x="95" y="3655"/>
                    <a:pt x="189" y="4190"/>
                    <a:pt x="473" y="4663"/>
                  </a:cubicBezTo>
                  <a:lnTo>
                    <a:pt x="32" y="5766"/>
                  </a:lnTo>
                  <a:cubicBezTo>
                    <a:pt x="0" y="5860"/>
                    <a:pt x="32" y="5986"/>
                    <a:pt x="126" y="6112"/>
                  </a:cubicBezTo>
                  <a:cubicBezTo>
                    <a:pt x="189" y="6175"/>
                    <a:pt x="315" y="6238"/>
                    <a:pt x="473" y="6238"/>
                  </a:cubicBezTo>
                  <a:lnTo>
                    <a:pt x="1764" y="5923"/>
                  </a:lnTo>
                  <a:cubicBezTo>
                    <a:pt x="2206" y="6144"/>
                    <a:pt x="2678" y="6238"/>
                    <a:pt x="3182" y="6238"/>
                  </a:cubicBezTo>
                  <a:cubicBezTo>
                    <a:pt x="4915" y="6238"/>
                    <a:pt x="6301" y="4820"/>
                    <a:pt x="6301" y="3119"/>
                  </a:cubicBezTo>
                  <a:cubicBezTo>
                    <a:pt x="6301" y="1386"/>
                    <a:pt x="4883" y="0"/>
                    <a:pt x="318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8" name="Google Shape;2518;p45"/>
            <p:cNvSpPr/>
            <p:nvPr/>
          </p:nvSpPr>
          <p:spPr>
            <a:xfrm>
              <a:off x="895000" y="2058450"/>
              <a:ext cx="17350" cy="18125"/>
            </a:xfrm>
            <a:custGeom>
              <a:rect b="b" l="l" r="r" t="t"/>
              <a:pathLst>
                <a:path extrusionOk="0" h="725" w="694">
                  <a:moveTo>
                    <a:pt x="347" y="0"/>
                  </a:moveTo>
                  <a:cubicBezTo>
                    <a:pt x="158" y="0"/>
                    <a:pt x="0" y="158"/>
                    <a:pt x="0" y="378"/>
                  </a:cubicBezTo>
                  <a:cubicBezTo>
                    <a:pt x="0" y="567"/>
                    <a:pt x="158" y="725"/>
                    <a:pt x="347" y="725"/>
                  </a:cubicBezTo>
                  <a:cubicBezTo>
                    <a:pt x="536" y="725"/>
                    <a:pt x="693" y="567"/>
                    <a:pt x="693" y="378"/>
                  </a:cubicBezTo>
                  <a:cubicBezTo>
                    <a:pt x="693" y="158"/>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19" name="Google Shape;2519;p45"/>
          <p:cNvGrpSpPr/>
          <p:nvPr/>
        </p:nvGrpSpPr>
        <p:grpSpPr>
          <a:xfrm>
            <a:off x="5083124" y="1992767"/>
            <a:ext cx="287656" cy="286159"/>
            <a:chOff x="685475" y="2318350"/>
            <a:chExt cx="297750" cy="296200"/>
          </a:xfrm>
        </p:grpSpPr>
        <p:sp>
          <p:nvSpPr>
            <p:cNvPr id="2520" name="Google Shape;2520;p45"/>
            <p:cNvSpPr/>
            <p:nvPr/>
          </p:nvSpPr>
          <p:spPr>
            <a:xfrm>
              <a:off x="685475" y="2371925"/>
              <a:ext cx="142600" cy="241975"/>
            </a:xfrm>
            <a:custGeom>
              <a:rect b="b" l="l" r="r" t="t"/>
              <a:pathLst>
                <a:path extrusionOk="0" h="9679" w="5704">
                  <a:moveTo>
                    <a:pt x="2080" y="662"/>
                  </a:moveTo>
                  <a:cubicBezTo>
                    <a:pt x="2458" y="662"/>
                    <a:pt x="2773" y="977"/>
                    <a:pt x="2773" y="1387"/>
                  </a:cubicBezTo>
                  <a:cubicBezTo>
                    <a:pt x="2773" y="1765"/>
                    <a:pt x="2458" y="2080"/>
                    <a:pt x="2080" y="2080"/>
                  </a:cubicBezTo>
                  <a:cubicBezTo>
                    <a:pt x="1671" y="2080"/>
                    <a:pt x="1356" y="1765"/>
                    <a:pt x="1356" y="1387"/>
                  </a:cubicBezTo>
                  <a:cubicBezTo>
                    <a:pt x="1356" y="977"/>
                    <a:pt x="1734" y="662"/>
                    <a:pt x="2080" y="662"/>
                  </a:cubicBezTo>
                  <a:close/>
                  <a:moveTo>
                    <a:pt x="2962" y="6900"/>
                  </a:moveTo>
                  <a:lnTo>
                    <a:pt x="3120" y="7593"/>
                  </a:lnTo>
                  <a:lnTo>
                    <a:pt x="1135" y="7593"/>
                  </a:lnTo>
                  <a:lnTo>
                    <a:pt x="1293" y="6900"/>
                  </a:lnTo>
                  <a:close/>
                  <a:moveTo>
                    <a:pt x="1742" y="2767"/>
                  </a:moveTo>
                  <a:cubicBezTo>
                    <a:pt x="1866" y="2767"/>
                    <a:pt x="1991" y="2831"/>
                    <a:pt x="2049" y="2962"/>
                  </a:cubicBezTo>
                  <a:lnTo>
                    <a:pt x="2553" y="3938"/>
                  </a:lnTo>
                  <a:cubicBezTo>
                    <a:pt x="2584" y="4064"/>
                    <a:pt x="2742" y="4127"/>
                    <a:pt x="2868" y="4127"/>
                  </a:cubicBezTo>
                  <a:lnTo>
                    <a:pt x="3813" y="4127"/>
                  </a:lnTo>
                  <a:cubicBezTo>
                    <a:pt x="4002" y="4127"/>
                    <a:pt x="4159" y="4285"/>
                    <a:pt x="4159" y="4474"/>
                  </a:cubicBezTo>
                  <a:cubicBezTo>
                    <a:pt x="4159" y="4695"/>
                    <a:pt x="4002" y="4852"/>
                    <a:pt x="3813" y="4852"/>
                  </a:cubicBezTo>
                  <a:lnTo>
                    <a:pt x="2427" y="4852"/>
                  </a:lnTo>
                  <a:cubicBezTo>
                    <a:pt x="2301" y="4852"/>
                    <a:pt x="2175" y="4758"/>
                    <a:pt x="2112" y="4631"/>
                  </a:cubicBezTo>
                  <a:cubicBezTo>
                    <a:pt x="2042" y="4515"/>
                    <a:pt x="1919" y="4450"/>
                    <a:pt x="1784" y="4450"/>
                  </a:cubicBezTo>
                  <a:cubicBezTo>
                    <a:pt x="1737" y="4450"/>
                    <a:pt x="1688" y="4458"/>
                    <a:pt x="1639" y="4474"/>
                  </a:cubicBezTo>
                  <a:cubicBezTo>
                    <a:pt x="1482" y="4568"/>
                    <a:pt x="1387" y="4758"/>
                    <a:pt x="1482" y="4947"/>
                  </a:cubicBezTo>
                  <a:cubicBezTo>
                    <a:pt x="1671" y="5325"/>
                    <a:pt x="2017" y="5545"/>
                    <a:pt x="2427" y="5545"/>
                  </a:cubicBezTo>
                  <a:lnTo>
                    <a:pt x="3813" y="5545"/>
                  </a:lnTo>
                  <a:cubicBezTo>
                    <a:pt x="3970" y="5545"/>
                    <a:pt x="4128" y="5671"/>
                    <a:pt x="4159" y="5829"/>
                  </a:cubicBezTo>
                  <a:lnTo>
                    <a:pt x="4853" y="8570"/>
                  </a:lnTo>
                  <a:cubicBezTo>
                    <a:pt x="4916" y="8790"/>
                    <a:pt x="4790" y="8979"/>
                    <a:pt x="4632" y="9011"/>
                  </a:cubicBezTo>
                  <a:cubicBezTo>
                    <a:pt x="4608" y="9015"/>
                    <a:pt x="4584" y="9017"/>
                    <a:pt x="4560" y="9017"/>
                  </a:cubicBezTo>
                  <a:cubicBezTo>
                    <a:pt x="4403" y="9017"/>
                    <a:pt x="4273" y="8927"/>
                    <a:pt x="4191" y="8790"/>
                  </a:cubicBezTo>
                  <a:lnTo>
                    <a:pt x="3655" y="6522"/>
                  </a:lnTo>
                  <a:cubicBezTo>
                    <a:pt x="3592" y="6364"/>
                    <a:pt x="3498" y="6270"/>
                    <a:pt x="3277" y="6270"/>
                  </a:cubicBezTo>
                  <a:lnTo>
                    <a:pt x="1040" y="6270"/>
                  </a:lnTo>
                  <a:cubicBezTo>
                    <a:pt x="914" y="6270"/>
                    <a:pt x="851" y="6207"/>
                    <a:pt x="757" y="6144"/>
                  </a:cubicBezTo>
                  <a:cubicBezTo>
                    <a:pt x="694" y="5986"/>
                    <a:pt x="694" y="5892"/>
                    <a:pt x="694" y="5797"/>
                  </a:cubicBezTo>
                  <a:lnTo>
                    <a:pt x="1419" y="3025"/>
                  </a:lnTo>
                  <a:cubicBezTo>
                    <a:pt x="1453" y="2855"/>
                    <a:pt x="1597" y="2767"/>
                    <a:pt x="1742" y="2767"/>
                  </a:cubicBezTo>
                  <a:close/>
                  <a:moveTo>
                    <a:pt x="2143" y="0"/>
                  </a:moveTo>
                  <a:cubicBezTo>
                    <a:pt x="1419" y="0"/>
                    <a:pt x="788" y="630"/>
                    <a:pt x="788" y="1387"/>
                  </a:cubicBezTo>
                  <a:cubicBezTo>
                    <a:pt x="788" y="1733"/>
                    <a:pt x="946" y="2080"/>
                    <a:pt x="1135" y="2332"/>
                  </a:cubicBezTo>
                  <a:cubicBezTo>
                    <a:pt x="977" y="2426"/>
                    <a:pt x="851" y="2647"/>
                    <a:pt x="788" y="2867"/>
                  </a:cubicBezTo>
                  <a:lnTo>
                    <a:pt x="64" y="5640"/>
                  </a:lnTo>
                  <a:cubicBezTo>
                    <a:pt x="1" y="5955"/>
                    <a:pt x="64" y="6270"/>
                    <a:pt x="253" y="6522"/>
                  </a:cubicBezTo>
                  <a:cubicBezTo>
                    <a:pt x="347" y="6648"/>
                    <a:pt x="473" y="6774"/>
                    <a:pt x="631" y="6805"/>
                  </a:cubicBezTo>
                  <a:lnTo>
                    <a:pt x="32" y="9263"/>
                  </a:lnTo>
                  <a:cubicBezTo>
                    <a:pt x="1" y="9452"/>
                    <a:pt x="95" y="9609"/>
                    <a:pt x="253" y="9672"/>
                  </a:cubicBezTo>
                  <a:cubicBezTo>
                    <a:pt x="281" y="9676"/>
                    <a:pt x="309" y="9678"/>
                    <a:pt x="335" y="9678"/>
                  </a:cubicBezTo>
                  <a:cubicBezTo>
                    <a:pt x="513" y="9678"/>
                    <a:pt x="639" y="9589"/>
                    <a:pt x="694" y="9452"/>
                  </a:cubicBezTo>
                  <a:lnTo>
                    <a:pt x="977" y="8318"/>
                  </a:lnTo>
                  <a:lnTo>
                    <a:pt x="3372" y="8318"/>
                  </a:lnTo>
                  <a:lnTo>
                    <a:pt x="3529" y="8885"/>
                  </a:lnTo>
                  <a:cubicBezTo>
                    <a:pt x="3661" y="9359"/>
                    <a:pt x="4079" y="9679"/>
                    <a:pt x="4526" y="9679"/>
                  </a:cubicBezTo>
                  <a:cubicBezTo>
                    <a:pt x="4613" y="9679"/>
                    <a:pt x="4702" y="9667"/>
                    <a:pt x="4790" y="9641"/>
                  </a:cubicBezTo>
                  <a:cubicBezTo>
                    <a:pt x="5357" y="9483"/>
                    <a:pt x="5703" y="8916"/>
                    <a:pt x="5546" y="8381"/>
                  </a:cubicBezTo>
                  <a:lnTo>
                    <a:pt x="4821" y="5640"/>
                  </a:lnTo>
                  <a:cubicBezTo>
                    <a:pt x="4790" y="5482"/>
                    <a:pt x="4727" y="5325"/>
                    <a:pt x="4601" y="5199"/>
                  </a:cubicBezTo>
                  <a:cubicBezTo>
                    <a:pt x="4758" y="5010"/>
                    <a:pt x="4884" y="4758"/>
                    <a:pt x="4884" y="4474"/>
                  </a:cubicBezTo>
                  <a:cubicBezTo>
                    <a:pt x="4884" y="3907"/>
                    <a:pt x="4412" y="3466"/>
                    <a:pt x="3844" y="3466"/>
                  </a:cubicBezTo>
                  <a:lnTo>
                    <a:pt x="3088" y="3466"/>
                  </a:lnTo>
                  <a:lnTo>
                    <a:pt x="2710" y="2647"/>
                  </a:lnTo>
                  <a:cubicBezTo>
                    <a:pt x="3183" y="2395"/>
                    <a:pt x="3529" y="1922"/>
                    <a:pt x="3529" y="1387"/>
                  </a:cubicBezTo>
                  <a:cubicBezTo>
                    <a:pt x="3529" y="630"/>
                    <a:pt x="2899" y="0"/>
                    <a:pt x="214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1" name="Google Shape;2521;p45"/>
            <p:cNvSpPr/>
            <p:nvPr/>
          </p:nvSpPr>
          <p:spPr>
            <a:xfrm>
              <a:off x="839850" y="2371925"/>
              <a:ext cx="143375" cy="242625"/>
            </a:xfrm>
            <a:custGeom>
              <a:rect b="b" l="l" r="r" t="t"/>
              <a:pathLst>
                <a:path extrusionOk="0" h="9705" w="5735">
                  <a:moveTo>
                    <a:pt x="3624" y="662"/>
                  </a:moveTo>
                  <a:cubicBezTo>
                    <a:pt x="4002" y="662"/>
                    <a:pt x="4317" y="977"/>
                    <a:pt x="4317" y="1355"/>
                  </a:cubicBezTo>
                  <a:cubicBezTo>
                    <a:pt x="4317" y="1765"/>
                    <a:pt x="4002" y="2080"/>
                    <a:pt x="3624" y="2080"/>
                  </a:cubicBezTo>
                  <a:cubicBezTo>
                    <a:pt x="3214" y="2080"/>
                    <a:pt x="2899" y="1765"/>
                    <a:pt x="2899" y="1355"/>
                  </a:cubicBezTo>
                  <a:cubicBezTo>
                    <a:pt x="2899" y="977"/>
                    <a:pt x="3214" y="662"/>
                    <a:pt x="3624" y="662"/>
                  </a:cubicBezTo>
                  <a:close/>
                  <a:moveTo>
                    <a:pt x="4317" y="6900"/>
                  </a:moveTo>
                  <a:lnTo>
                    <a:pt x="4474" y="7593"/>
                  </a:lnTo>
                  <a:lnTo>
                    <a:pt x="2490" y="7593"/>
                  </a:lnTo>
                  <a:lnTo>
                    <a:pt x="2647" y="6900"/>
                  </a:lnTo>
                  <a:close/>
                  <a:moveTo>
                    <a:pt x="3962" y="2731"/>
                  </a:moveTo>
                  <a:cubicBezTo>
                    <a:pt x="4108" y="2731"/>
                    <a:pt x="4250" y="2818"/>
                    <a:pt x="4285" y="2993"/>
                  </a:cubicBezTo>
                  <a:lnTo>
                    <a:pt x="4979" y="5734"/>
                  </a:lnTo>
                  <a:cubicBezTo>
                    <a:pt x="5010" y="6018"/>
                    <a:pt x="4853" y="6207"/>
                    <a:pt x="4632" y="6207"/>
                  </a:cubicBezTo>
                  <a:lnTo>
                    <a:pt x="2395" y="6207"/>
                  </a:lnTo>
                  <a:cubicBezTo>
                    <a:pt x="2238" y="6207"/>
                    <a:pt x="2080" y="6333"/>
                    <a:pt x="2049" y="6490"/>
                  </a:cubicBezTo>
                  <a:lnTo>
                    <a:pt x="1482" y="8727"/>
                  </a:lnTo>
                  <a:cubicBezTo>
                    <a:pt x="1456" y="8883"/>
                    <a:pt x="1323" y="8996"/>
                    <a:pt x="1154" y="8996"/>
                  </a:cubicBezTo>
                  <a:cubicBezTo>
                    <a:pt x="1118" y="8996"/>
                    <a:pt x="1080" y="8990"/>
                    <a:pt x="1040" y="8979"/>
                  </a:cubicBezTo>
                  <a:cubicBezTo>
                    <a:pt x="851" y="8916"/>
                    <a:pt x="725" y="8727"/>
                    <a:pt x="820" y="8538"/>
                  </a:cubicBezTo>
                  <a:lnTo>
                    <a:pt x="1513" y="5766"/>
                  </a:lnTo>
                  <a:cubicBezTo>
                    <a:pt x="1576" y="5608"/>
                    <a:pt x="1671" y="5514"/>
                    <a:pt x="1891" y="5514"/>
                  </a:cubicBezTo>
                  <a:lnTo>
                    <a:pt x="3246" y="5514"/>
                  </a:lnTo>
                  <a:cubicBezTo>
                    <a:pt x="3655" y="5514"/>
                    <a:pt x="4002" y="5262"/>
                    <a:pt x="4222" y="4915"/>
                  </a:cubicBezTo>
                  <a:cubicBezTo>
                    <a:pt x="4285" y="4758"/>
                    <a:pt x="4222" y="4537"/>
                    <a:pt x="4033" y="4442"/>
                  </a:cubicBezTo>
                  <a:cubicBezTo>
                    <a:pt x="3993" y="4426"/>
                    <a:pt x="3948" y="4418"/>
                    <a:pt x="3902" y="4418"/>
                  </a:cubicBezTo>
                  <a:cubicBezTo>
                    <a:pt x="3770" y="4418"/>
                    <a:pt x="3631" y="4483"/>
                    <a:pt x="3561" y="4600"/>
                  </a:cubicBezTo>
                  <a:cubicBezTo>
                    <a:pt x="3529" y="4726"/>
                    <a:pt x="3372" y="4789"/>
                    <a:pt x="3246" y="4789"/>
                  </a:cubicBezTo>
                  <a:lnTo>
                    <a:pt x="1891" y="4789"/>
                  </a:lnTo>
                  <a:cubicBezTo>
                    <a:pt x="1671" y="4789"/>
                    <a:pt x="1513" y="4631"/>
                    <a:pt x="1513" y="4442"/>
                  </a:cubicBezTo>
                  <a:cubicBezTo>
                    <a:pt x="1513" y="4253"/>
                    <a:pt x="1671" y="4096"/>
                    <a:pt x="1891" y="4096"/>
                  </a:cubicBezTo>
                  <a:lnTo>
                    <a:pt x="2836" y="4096"/>
                  </a:lnTo>
                  <a:cubicBezTo>
                    <a:pt x="2931" y="4096"/>
                    <a:pt x="3057" y="4001"/>
                    <a:pt x="3151" y="3907"/>
                  </a:cubicBezTo>
                  <a:cubicBezTo>
                    <a:pt x="3151" y="3844"/>
                    <a:pt x="3655" y="2899"/>
                    <a:pt x="3655" y="2899"/>
                  </a:cubicBezTo>
                  <a:cubicBezTo>
                    <a:pt x="3725" y="2787"/>
                    <a:pt x="3845" y="2731"/>
                    <a:pt x="3962" y="2731"/>
                  </a:cubicBezTo>
                  <a:close/>
                  <a:moveTo>
                    <a:pt x="3529" y="0"/>
                  </a:moveTo>
                  <a:cubicBezTo>
                    <a:pt x="2805" y="0"/>
                    <a:pt x="2175" y="630"/>
                    <a:pt x="2175" y="1355"/>
                  </a:cubicBezTo>
                  <a:cubicBezTo>
                    <a:pt x="2175" y="1922"/>
                    <a:pt x="2490" y="2395"/>
                    <a:pt x="2994" y="2615"/>
                  </a:cubicBezTo>
                  <a:lnTo>
                    <a:pt x="2584" y="3466"/>
                  </a:lnTo>
                  <a:lnTo>
                    <a:pt x="1860" y="3466"/>
                  </a:lnTo>
                  <a:cubicBezTo>
                    <a:pt x="1261" y="3466"/>
                    <a:pt x="820" y="3938"/>
                    <a:pt x="820" y="4474"/>
                  </a:cubicBezTo>
                  <a:cubicBezTo>
                    <a:pt x="820" y="4758"/>
                    <a:pt x="946" y="4978"/>
                    <a:pt x="1103" y="5199"/>
                  </a:cubicBezTo>
                  <a:cubicBezTo>
                    <a:pt x="977" y="5325"/>
                    <a:pt x="914" y="5451"/>
                    <a:pt x="851" y="5608"/>
                  </a:cubicBezTo>
                  <a:lnTo>
                    <a:pt x="158" y="8381"/>
                  </a:lnTo>
                  <a:cubicBezTo>
                    <a:pt x="1" y="8916"/>
                    <a:pt x="347" y="9483"/>
                    <a:pt x="914" y="9641"/>
                  </a:cubicBezTo>
                  <a:cubicBezTo>
                    <a:pt x="1002" y="9667"/>
                    <a:pt x="1091" y="9679"/>
                    <a:pt x="1178" y="9679"/>
                  </a:cubicBezTo>
                  <a:cubicBezTo>
                    <a:pt x="1624" y="9679"/>
                    <a:pt x="2038" y="9359"/>
                    <a:pt x="2143" y="8885"/>
                  </a:cubicBezTo>
                  <a:lnTo>
                    <a:pt x="2332" y="8286"/>
                  </a:lnTo>
                  <a:lnTo>
                    <a:pt x="4695" y="8286"/>
                  </a:lnTo>
                  <a:lnTo>
                    <a:pt x="4947" y="9452"/>
                  </a:lnTo>
                  <a:cubicBezTo>
                    <a:pt x="4995" y="9597"/>
                    <a:pt x="5118" y="9704"/>
                    <a:pt x="5257" y="9704"/>
                  </a:cubicBezTo>
                  <a:cubicBezTo>
                    <a:pt x="5300" y="9704"/>
                    <a:pt x="5344" y="9694"/>
                    <a:pt x="5388" y="9672"/>
                  </a:cubicBezTo>
                  <a:cubicBezTo>
                    <a:pt x="5577" y="9641"/>
                    <a:pt x="5703" y="9452"/>
                    <a:pt x="5609" y="9231"/>
                  </a:cubicBezTo>
                  <a:lnTo>
                    <a:pt x="5042" y="6805"/>
                  </a:lnTo>
                  <a:cubicBezTo>
                    <a:pt x="5514" y="6616"/>
                    <a:pt x="5735" y="6144"/>
                    <a:pt x="5640" y="5640"/>
                  </a:cubicBezTo>
                  <a:lnTo>
                    <a:pt x="4916" y="2867"/>
                  </a:lnTo>
                  <a:cubicBezTo>
                    <a:pt x="4884" y="2647"/>
                    <a:pt x="4758" y="2489"/>
                    <a:pt x="4569" y="2332"/>
                  </a:cubicBezTo>
                  <a:cubicBezTo>
                    <a:pt x="4790" y="2080"/>
                    <a:pt x="4916" y="1733"/>
                    <a:pt x="4916" y="1355"/>
                  </a:cubicBezTo>
                  <a:cubicBezTo>
                    <a:pt x="4916" y="630"/>
                    <a:pt x="4285" y="0"/>
                    <a:pt x="352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2" name="Google Shape;2522;p45"/>
            <p:cNvSpPr/>
            <p:nvPr/>
          </p:nvSpPr>
          <p:spPr>
            <a:xfrm>
              <a:off x="772900" y="2318350"/>
              <a:ext cx="122125" cy="105075"/>
            </a:xfrm>
            <a:custGeom>
              <a:rect b="b" l="l" r="r" t="t"/>
              <a:pathLst>
                <a:path extrusionOk="0" h="4203" w="4885">
                  <a:moveTo>
                    <a:pt x="3844" y="631"/>
                  </a:moveTo>
                  <a:cubicBezTo>
                    <a:pt x="4034" y="631"/>
                    <a:pt x="4223" y="789"/>
                    <a:pt x="4223" y="978"/>
                  </a:cubicBezTo>
                  <a:lnTo>
                    <a:pt x="4223" y="1734"/>
                  </a:lnTo>
                  <a:cubicBezTo>
                    <a:pt x="4223" y="1923"/>
                    <a:pt x="4034" y="2112"/>
                    <a:pt x="3844" y="2112"/>
                  </a:cubicBezTo>
                  <a:cubicBezTo>
                    <a:pt x="3655" y="2143"/>
                    <a:pt x="3498" y="2301"/>
                    <a:pt x="3498" y="2458"/>
                  </a:cubicBezTo>
                  <a:lnTo>
                    <a:pt x="3498" y="2994"/>
                  </a:lnTo>
                  <a:lnTo>
                    <a:pt x="2679" y="2206"/>
                  </a:lnTo>
                  <a:cubicBezTo>
                    <a:pt x="2584" y="2143"/>
                    <a:pt x="2521" y="2112"/>
                    <a:pt x="2427" y="2112"/>
                  </a:cubicBezTo>
                  <a:lnTo>
                    <a:pt x="1009" y="2112"/>
                  </a:lnTo>
                  <a:cubicBezTo>
                    <a:pt x="820" y="2112"/>
                    <a:pt x="662" y="1923"/>
                    <a:pt x="662" y="1734"/>
                  </a:cubicBezTo>
                  <a:lnTo>
                    <a:pt x="662" y="978"/>
                  </a:lnTo>
                  <a:cubicBezTo>
                    <a:pt x="662" y="789"/>
                    <a:pt x="820" y="631"/>
                    <a:pt x="1009" y="631"/>
                  </a:cubicBezTo>
                  <a:close/>
                  <a:moveTo>
                    <a:pt x="1009" y="1"/>
                  </a:moveTo>
                  <a:cubicBezTo>
                    <a:pt x="442" y="1"/>
                    <a:pt x="1" y="474"/>
                    <a:pt x="1" y="1041"/>
                  </a:cubicBezTo>
                  <a:lnTo>
                    <a:pt x="1" y="1765"/>
                  </a:lnTo>
                  <a:cubicBezTo>
                    <a:pt x="1" y="2364"/>
                    <a:pt x="473" y="2805"/>
                    <a:pt x="1009" y="2805"/>
                  </a:cubicBezTo>
                  <a:lnTo>
                    <a:pt x="2269" y="2805"/>
                  </a:lnTo>
                  <a:lnTo>
                    <a:pt x="3592" y="4097"/>
                  </a:lnTo>
                  <a:cubicBezTo>
                    <a:pt x="3663" y="4167"/>
                    <a:pt x="3770" y="4203"/>
                    <a:pt x="3872" y="4203"/>
                  </a:cubicBezTo>
                  <a:cubicBezTo>
                    <a:pt x="3906" y="4203"/>
                    <a:pt x="3939" y="4199"/>
                    <a:pt x="3970" y="4191"/>
                  </a:cubicBezTo>
                  <a:cubicBezTo>
                    <a:pt x="4097" y="4160"/>
                    <a:pt x="4160" y="4002"/>
                    <a:pt x="4160" y="3876"/>
                  </a:cubicBezTo>
                  <a:lnTo>
                    <a:pt x="4160" y="2773"/>
                  </a:lnTo>
                  <a:cubicBezTo>
                    <a:pt x="4569" y="2616"/>
                    <a:pt x="4884" y="2238"/>
                    <a:pt x="4884" y="1765"/>
                  </a:cubicBezTo>
                  <a:lnTo>
                    <a:pt x="4884" y="1041"/>
                  </a:lnTo>
                  <a:cubicBezTo>
                    <a:pt x="4884" y="442"/>
                    <a:pt x="4412" y="1"/>
                    <a:pt x="384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23" name="Google Shape;2523;p45"/>
          <p:cNvGrpSpPr/>
          <p:nvPr/>
        </p:nvGrpSpPr>
        <p:grpSpPr>
          <a:xfrm>
            <a:off x="7286613" y="1556264"/>
            <a:ext cx="253432" cy="284999"/>
            <a:chOff x="2523000" y="1954875"/>
            <a:chExt cx="262325" cy="295000"/>
          </a:xfrm>
        </p:grpSpPr>
        <p:sp>
          <p:nvSpPr>
            <p:cNvPr id="2524" name="Google Shape;2524;p45"/>
            <p:cNvSpPr/>
            <p:nvPr/>
          </p:nvSpPr>
          <p:spPr>
            <a:xfrm>
              <a:off x="2523000" y="1954875"/>
              <a:ext cx="262325" cy="295000"/>
            </a:xfrm>
            <a:custGeom>
              <a:rect b="b" l="l" r="r" t="t"/>
              <a:pathLst>
                <a:path extrusionOk="0" h="11800" w="10493">
                  <a:moveTo>
                    <a:pt x="5294" y="709"/>
                  </a:moveTo>
                  <a:cubicBezTo>
                    <a:pt x="6350" y="1316"/>
                    <a:pt x="7422" y="1602"/>
                    <a:pt x="8487" y="1602"/>
                  </a:cubicBezTo>
                  <a:cubicBezTo>
                    <a:pt x="8915" y="1602"/>
                    <a:pt x="9343" y="1556"/>
                    <a:pt x="9767" y="1465"/>
                  </a:cubicBezTo>
                  <a:lnTo>
                    <a:pt x="9767" y="5026"/>
                  </a:lnTo>
                  <a:cubicBezTo>
                    <a:pt x="9767" y="7798"/>
                    <a:pt x="7940" y="10287"/>
                    <a:pt x="5294" y="11137"/>
                  </a:cubicBezTo>
                  <a:cubicBezTo>
                    <a:pt x="2647" y="10350"/>
                    <a:pt x="789" y="7798"/>
                    <a:pt x="789" y="5026"/>
                  </a:cubicBezTo>
                  <a:lnTo>
                    <a:pt x="789" y="1465"/>
                  </a:lnTo>
                  <a:cubicBezTo>
                    <a:pt x="1222" y="1556"/>
                    <a:pt x="1654" y="1602"/>
                    <a:pt x="2084" y="1602"/>
                  </a:cubicBezTo>
                  <a:cubicBezTo>
                    <a:pt x="3153" y="1602"/>
                    <a:pt x="4215" y="1316"/>
                    <a:pt x="5294" y="709"/>
                  </a:cubicBezTo>
                  <a:close/>
                  <a:moveTo>
                    <a:pt x="5266" y="0"/>
                  </a:moveTo>
                  <a:cubicBezTo>
                    <a:pt x="5207" y="0"/>
                    <a:pt x="5152" y="16"/>
                    <a:pt x="5105" y="48"/>
                  </a:cubicBezTo>
                  <a:cubicBezTo>
                    <a:pt x="4065" y="646"/>
                    <a:pt x="3057" y="930"/>
                    <a:pt x="2017" y="930"/>
                  </a:cubicBezTo>
                  <a:cubicBezTo>
                    <a:pt x="1513" y="930"/>
                    <a:pt x="1009" y="835"/>
                    <a:pt x="473" y="678"/>
                  </a:cubicBezTo>
                  <a:cubicBezTo>
                    <a:pt x="440" y="669"/>
                    <a:pt x="408" y="665"/>
                    <a:pt x="378" y="665"/>
                  </a:cubicBezTo>
                  <a:cubicBezTo>
                    <a:pt x="297" y="665"/>
                    <a:pt x="228" y="695"/>
                    <a:pt x="158" y="741"/>
                  </a:cubicBezTo>
                  <a:cubicBezTo>
                    <a:pt x="95" y="804"/>
                    <a:pt x="1" y="898"/>
                    <a:pt x="1" y="993"/>
                  </a:cubicBezTo>
                  <a:lnTo>
                    <a:pt x="1" y="4994"/>
                  </a:lnTo>
                  <a:cubicBezTo>
                    <a:pt x="127" y="8176"/>
                    <a:pt x="2206" y="10917"/>
                    <a:pt x="5199" y="11799"/>
                  </a:cubicBezTo>
                  <a:lnTo>
                    <a:pt x="5357" y="11799"/>
                  </a:lnTo>
                  <a:cubicBezTo>
                    <a:pt x="8350" y="10917"/>
                    <a:pt x="10492" y="8176"/>
                    <a:pt x="10492" y="5026"/>
                  </a:cubicBezTo>
                  <a:lnTo>
                    <a:pt x="10492" y="1056"/>
                  </a:lnTo>
                  <a:cubicBezTo>
                    <a:pt x="10492" y="930"/>
                    <a:pt x="10429" y="835"/>
                    <a:pt x="10335" y="772"/>
                  </a:cubicBezTo>
                  <a:cubicBezTo>
                    <a:pt x="10282" y="720"/>
                    <a:pt x="10230" y="697"/>
                    <a:pt x="10173" y="697"/>
                  </a:cubicBezTo>
                  <a:cubicBezTo>
                    <a:pt x="10126" y="697"/>
                    <a:pt x="10076" y="713"/>
                    <a:pt x="10019" y="741"/>
                  </a:cubicBezTo>
                  <a:cubicBezTo>
                    <a:pt x="9509" y="876"/>
                    <a:pt x="9006" y="946"/>
                    <a:pt x="8504" y="946"/>
                  </a:cubicBezTo>
                  <a:cubicBezTo>
                    <a:pt x="7490" y="946"/>
                    <a:pt x="6485" y="659"/>
                    <a:pt x="5451" y="48"/>
                  </a:cubicBezTo>
                  <a:cubicBezTo>
                    <a:pt x="5388" y="16"/>
                    <a:pt x="5325" y="0"/>
                    <a:pt x="526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5" name="Google Shape;2525;p45"/>
            <p:cNvSpPr/>
            <p:nvPr/>
          </p:nvSpPr>
          <p:spPr>
            <a:xfrm>
              <a:off x="2595475" y="2024575"/>
              <a:ext cx="122100" cy="138650"/>
            </a:xfrm>
            <a:custGeom>
              <a:rect b="b" l="l" r="r" t="t"/>
              <a:pathLst>
                <a:path extrusionOk="0" h="5546" w="4884">
                  <a:moveTo>
                    <a:pt x="2426" y="694"/>
                  </a:moveTo>
                  <a:cubicBezTo>
                    <a:pt x="2836" y="694"/>
                    <a:pt x="3151" y="1009"/>
                    <a:pt x="3151" y="1418"/>
                  </a:cubicBezTo>
                  <a:cubicBezTo>
                    <a:pt x="3151" y="1796"/>
                    <a:pt x="2836" y="2111"/>
                    <a:pt x="2426" y="2111"/>
                  </a:cubicBezTo>
                  <a:cubicBezTo>
                    <a:pt x="2048" y="2111"/>
                    <a:pt x="1733" y="1796"/>
                    <a:pt x="1733" y="1418"/>
                  </a:cubicBezTo>
                  <a:cubicBezTo>
                    <a:pt x="1733" y="1009"/>
                    <a:pt x="2048" y="694"/>
                    <a:pt x="2426" y="694"/>
                  </a:cubicBezTo>
                  <a:close/>
                  <a:moveTo>
                    <a:pt x="2426" y="2742"/>
                  </a:moveTo>
                  <a:cubicBezTo>
                    <a:pt x="3371" y="2742"/>
                    <a:pt x="4159" y="3529"/>
                    <a:pt x="4159" y="4474"/>
                  </a:cubicBezTo>
                  <a:lnTo>
                    <a:pt x="4159" y="4821"/>
                  </a:lnTo>
                  <a:lnTo>
                    <a:pt x="693" y="4821"/>
                  </a:lnTo>
                  <a:lnTo>
                    <a:pt x="693" y="4474"/>
                  </a:lnTo>
                  <a:cubicBezTo>
                    <a:pt x="693" y="3529"/>
                    <a:pt x="1481" y="2742"/>
                    <a:pt x="2426" y="2742"/>
                  </a:cubicBezTo>
                  <a:close/>
                  <a:moveTo>
                    <a:pt x="2458" y="1"/>
                  </a:moveTo>
                  <a:cubicBezTo>
                    <a:pt x="1733" y="1"/>
                    <a:pt x="1103" y="599"/>
                    <a:pt x="1103" y="1355"/>
                  </a:cubicBezTo>
                  <a:cubicBezTo>
                    <a:pt x="1103" y="1733"/>
                    <a:pt x="1198" y="2048"/>
                    <a:pt x="1450" y="2269"/>
                  </a:cubicBezTo>
                  <a:cubicBezTo>
                    <a:pt x="630" y="2647"/>
                    <a:pt x="63" y="3498"/>
                    <a:pt x="63" y="4474"/>
                  </a:cubicBezTo>
                  <a:lnTo>
                    <a:pt x="63" y="5199"/>
                  </a:lnTo>
                  <a:cubicBezTo>
                    <a:pt x="0" y="5388"/>
                    <a:pt x="158" y="5546"/>
                    <a:pt x="347" y="5546"/>
                  </a:cubicBezTo>
                  <a:lnTo>
                    <a:pt x="4506" y="5546"/>
                  </a:lnTo>
                  <a:cubicBezTo>
                    <a:pt x="4726" y="5546"/>
                    <a:pt x="4884" y="5388"/>
                    <a:pt x="4884" y="5199"/>
                  </a:cubicBezTo>
                  <a:lnTo>
                    <a:pt x="4884" y="4474"/>
                  </a:lnTo>
                  <a:cubicBezTo>
                    <a:pt x="4884" y="3498"/>
                    <a:pt x="4317" y="2647"/>
                    <a:pt x="3497" y="2269"/>
                  </a:cubicBezTo>
                  <a:cubicBezTo>
                    <a:pt x="3718" y="2048"/>
                    <a:pt x="3844" y="1702"/>
                    <a:pt x="3844" y="1355"/>
                  </a:cubicBezTo>
                  <a:cubicBezTo>
                    <a:pt x="3844" y="599"/>
                    <a:pt x="3214" y="1"/>
                    <a:pt x="245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26" name="Google Shape;2526;p45"/>
          <p:cNvGrpSpPr/>
          <p:nvPr/>
        </p:nvGrpSpPr>
        <p:grpSpPr>
          <a:xfrm>
            <a:off x="7269501" y="1993154"/>
            <a:ext cx="287656" cy="285386"/>
            <a:chOff x="2508825" y="2318350"/>
            <a:chExt cx="297750" cy="295400"/>
          </a:xfrm>
        </p:grpSpPr>
        <p:sp>
          <p:nvSpPr>
            <p:cNvPr id="2527" name="Google Shape;2527;p45"/>
            <p:cNvSpPr/>
            <p:nvPr/>
          </p:nvSpPr>
          <p:spPr>
            <a:xfrm>
              <a:off x="2508825" y="2318350"/>
              <a:ext cx="297750" cy="295400"/>
            </a:xfrm>
            <a:custGeom>
              <a:rect b="b" l="l" r="r" t="t"/>
              <a:pathLst>
                <a:path extrusionOk="0" h="11816" w="11910">
                  <a:moveTo>
                    <a:pt x="5892" y="694"/>
                  </a:moveTo>
                  <a:cubicBezTo>
                    <a:pt x="7625" y="694"/>
                    <a:pt x="9043" y="2112"/>
                    <a:pt x="9043" y="3845"/>
                  </a:cubicBezTo>
                  <a:cubicBezTo>
                    <a:pt x="9043" y="5483"/>
                    <a:pt x="7751" y="6838"/>
                    <a:pt x="6081" y="6932"/>
                  </a:cubicBezTo>
                  <a:cubicBezTo>
                    <a:pt x="6018" y="6932"/>
                    <a:pt x="5987" y="6901"/>
                    <a:pt x="5924" y="6869"/>
                  </a:cubicBezTo>
                  <a:lnTo>
                    <a:pt x="5766" y="6711"/>
                  </a:lnTo>
                  <a:cubicBezTo>
                    <a:pt x="5297" y="6298"/>
                    <a:pt x="4683" y="6101"/>
                    <a:pt x="4072" y="6101"/>
                  </a:cubicBezTo>
                  <a:cubicBezTo>
                    <a:pt x="3985" y="6101"/>
                    <a:pt x="3899" y="6105"/>
                    <a:pt x="3813" y="6113"/>
                  </a:cubicBezTo>
                  <a:cubicBezTo>
                    <a:pt x="3151" y="5577"/>
                    <a:pt x="2773" y="4727"/>
                    <a:pt x="2773" y="3845"/>
                  </a:cubicBezTo>
                  <a:cubicBezTo>
                    <a:pt x="2773" y="2112"/>
                    <a:pt x="4191" y="694"/>
                    <a:pt x="5892" y="694"/>
                  </a:cubicBezTo>
                  <a:close/>
                  <a:moveTo>
                    <a:pt x="4171" y="6822"/>
                  </a:moveTo>
                  <a:cubicBezTo>
                    <a:pt x="4577" y="6822"/>
                    <a:pt x="4979" y="6964"/>
                    <a:pt x="5294" y="7247"/>
                  </a:cubicBezTo>
                  <a:cubicBezTo>
                    <a:pt x="5420" y="7373"/>
                    <a:pt x="5735" y="7657"/>
                    <a:pt x="5892" y="7657"/>
                  </a:cubicBezTo>
                  <a:lnTo>
                    <a:pt x="7972" y="7657"/>
                  </a:lnTo>
                  <a:cubicBezTo>
                    <a:pt x="8192" y="7657"/>
                    <a:pt x="8350" y="7814"/>
                    <a:pt x="8350" y="8003"/>
                  </a:cubicBezTo>
                  <a:cubicBezTo>
                    <a:pt x="8350" y="8192"/>
                    <a:pt x="8192" y="8350"/>
                    <a:pt x="7972" y="8350"/>
                  </a:cubicBezTo>
                  <a:lnTo>
                    <a:pt x="5514" y="8350"/>
                  </a:lnTo>
                  <a:cubicBezTo>
                    <a:pt x="5294" y="8350"/>
                    <a:pt x="5136" y="8507"/>
                    <a:pt x="5136" y="8728"/>
                  </a:cubicBezTo>
                  <a:cubicBezTo>
                    <a:pt x="5136" y="8917"/>
                    <a:pt x="5294" y="9074"/>
                    <a:pt x="5514" y="9074"/>
                  </a:cubicBezTo>
                  <a:lnTo>
                    <a:pt x="8224" y="9074"/>
                  </a:lnTo>
                  <a:cubicBezTo>
                    <a:pt x="8507" y="9074"/>
                    <a:pt x="8759" y="8948"/>
                    <a:pt x="8980" y="8759"/>
                  </a:cubicBezTo>
                  <a:lnTo>
                    <a:pt x="10492" y="7090"/>
                  </a:lnTo>
                  <a:cubicBezTo>
                    <a:pt x="10568" y="7033"/>
                    <a:pt x="10666" y="6987"/>
                    <a:pt x="10766" y="6987"/>
                  </a:cubicBezTo>
                  <a:cubicBezTo>
                    <a:pt x="10833" y="6987"/>
                    <a:pt x="10902" y="7008"/>
                    <a:pt x="10965" y="7058"/>
                  </a:cubicBezTo>
                  <a:cubicBezTo>
                    <a:pt x="11122" y="7184"/>
                    <a:pt x="11185" y="7373"/>
                    <a:pt x="11059" y="7531"/>
                  </a:cubicBezTo>
                  <a:lnTo>
                    <a:pt x="9389" y="9767"/>
                  </a:lnTo>
                  <a:cubicBezTo>
                    <a:pt x="9074" y="10209"/>
                    <a:pt x="8570" y="10492"/>
                    <a:pt x="8035" y="10492"/>
                  </a:cubicBezTo>
                  <a:lnTo>
                    <a:pt x="2773" y="10492"/>
                  </a:lnTo>
                  <a:lnTo>
                    <a:pt x="2773" y="7468"/>
                  </a:lnTo>
                  <a:lnTo>
                    <a:pt x="3025" y="7247"/>
                  </a:lnTo>
                  <a:cubicBezTo>
                    <a:pt x="3356" y="6964"/>
                    <a:pt x="3766" y="6822"/>
                    <a:pt x="4171" y="6822"/>
                  </a:cubicBezTo>
                  <a:close/>
                  <a:moveTo>
                    <a:pt x="1734" y="6932"/>
                  </a:moveTo>
                  <a:cubicBezTo>
                    <a:pt x="1923" y="6932"/>
                    <a:pt x="2080" y="7090"/>
                    <a:pt x="2080" y="7310"/>
                  </a:cubicBezTo>
                  <a:lnTo>
                    <a:pt x="2080" y="10807"/>
                  </a:lnTo>
                  <a:cubicBezTo>
                    <a:pt x="2080" y="10996"/>
                    <a:pt x="1923" y="11154"/>
                    <a:pt x="1734" y="11154"/>
                  </a:cubicBezTo>
                  <a:lnTo>
                    <a:pt x="662" y="11154"/>
                  </a:lnTo>
                  <a:lnTo>
                    <a:pt x="662" y="6932"/>
                  </a:lnTo>
                  <a:close/>
                  <a:moveTo>
                    <a:pt x="5924" y="1"/>
                  </a:moveTo>
                  <a:cubicBezTo>
                    <a:pt x="3844" y="1"/>
                    <a:pt x="2112" y="1734"/>
                    <a:pt x="2112" y="3845"/>
                  </a:cubicBezTo>
                  <a:cubicBezTo>
                    <a:pt x="2112" y="4790"/>
                    <a:pt x="2458" y="5672"/>
                    <a:pt x="3088" y="6396"/>
                  </a:cubicBezTo>
                  <a:cubicBezTo>
                    <a:pt x="2931" y="6459"/>
                    <a:pt x="2773" y="6585"/>
                    <a:pt x="2616" y="6711"/>
                  </a:cubicBezTo>
                  <a:cubicBezTo>
                    <a:pt x="2427" y="6428"/>
                    <a:pt x="2112" y="6270"/>
                    <a:pt x="1765" y="6270"/>
                  </a:cubicBezTo>
                  <a:lnTo>
                    <a:pt x="347" y="6270"/>
                  </a:lnTo>
                  <a:cubicBezTo>
                    <a:pt x="158" y="6270"/>
                    <a:pt x="1" y="6428"/>
                    <a:pt x="1" y="6585"/>
                  </a:cubicBezTo>
                  <a:lnTo>
                    <a:pt x="1" y="11469"/>
                  </a:lnTo>
                  <a:cubicBezTo>
                    <a:pt x="1" y="11658"/>
                    <a:pt x="158" y="11815"/>
                    <a:pt x="347" y="11815"/>
                  </a:cubicBezTo>
                  <a:lnTo>
                    <a:pt x="1765" y="11815"/>
                  </a:lnTo>
                  <a:cubicBezTo>
                    <a:pt x="2238" y="11815"/>
                    <a:pt x="2584" y="11563"/>
                    <a:pt x="2742" y="11122"/>
                  </a:cubicBezTo>
                  <a:lnTo>
                    <a:pt x="8035" y="11122"/>
                  </a:lnTo>
                  <a:cubicBezTo>
                    <a:pt x="8759" y="11122"/>
                    <a:pt x="9515" y="10776"/>
                    <a:pt x="9956" y="10146"/>
                  </a:cubicBezTo>
                  <a:lnTo>
                    <a:pt x="11595" y="7877"/>
                  </a:lnTo>
                  <a:cubicBezTo>
                    <a:pt x="11910" y="7468"/>
                    <a:pt x="11878" y="6838"/>
                    <a:pt x="11437" y="6459"/>
                  </a:cubicBezTo>
                  <a:cubicBezTo>
                    <a:pt x="11249" y="6301"/>
                    <a:pt x="11015" y="6221"/>
                    <a:pt x="10780" y="6221"/>
                  </a:cubicBezTo>
                  <a:cubicBezTo>
                    <a:pt x="10503" y="6221"/>
                    <a:pt x="10224" y="6332"/>
                    <a:pt x="10019" y="6554"/>
                  </a:cubicBezTo>
                  <a:lnTo>
                    <a:pt x="9011" y="7657"/>
                  </a:lnTo>
                  <a:cubicBezTo>
                    <a:pt x="8885" y="7247"/>
                    <a:pt x="8539" y="6932"/>
                    <a:pt x="8098" y="6932"/>
                  </a:cubicBezTo>
                  <a:cubicBezTo>
                    <a:pt x="8287" y="6838"/>
                    <a:pt x="8444" y="6680"/>
                    <a:pt x="8602" y="6522"/>
                  </a:cubicBezTo>
                  <a:cubicBezTo>
                    <a:pt x="9358" y="5798"/>
                    <a:pt x="9767" y="4821"/>
                    <a:pt x="9767" y="3845"/>
                  </a:cubicBezTo>
                  <a:cubicBezTo>
                    <a:pt x="9767" y="1734"/>
                    <a:pt x="8035" y="1"/>
                    <a:pt x="592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8" name="Google Shape;2528;p45"/>
            <p:cNvSpPr/>
            <p:nvPr/>
          </p:nvSpPr>
          <p:spPr>
            <a:xfrm>
              <a:off x="2629350" y="2353025"/>
              <a:ext cx="54350" cy="121300"/>
            </a:xfrm>
            <a:custGeom>
              <a:rect b="b" l="l" r="r" t="t"/>
              <a:pathLst>
                <a:path extrusionOk="0" h="4852" w="2174">
                  <a:moveTo>
                    <a:pt x="1071" y="0"/>
                  </a:moveTo>
                  <a:cubicBezTo>
                    <a:pt x="882" y="0"/>
                    <a:pt x="725" y="158"/>
                    <a:pt x="725" y="347"/>
                  </a:cubicBezTo>
                  <a:lnTo>
                    <a:pt x="725" y="756"/>
                  </a:lnTo>
                  <a:cubicBezTo>
                    <a:pt x="315" y="914"/>
                    <a:pt x="63" y="1292"/>
                    <a:pt x="63" y="1733"/>
                  </a:cubicBezTo>
                  <a:cubicBezTo>
                    <a:pt x="0" y="2332"/>
                    <a:pt x="473" y="2804"/>
                    <a:pt x="1071" y="2804"/>
                  </a:cubicBezTo>
                  <a:cubicBezTo>
                    <a:pt x="1260" y="2804"/>
                    <a:pt x="1418" y="2962"/>
                    <a:pt x="1418" y="3151"/>
                  </a:cubicBezTo>
                  <a:cubicBezTo>
                    <a:pt x="1418" y="3308"/>
                    <a:pt x="1355" y="3434"/>
                    <a:pt x="1229" y="3466"/>
                  </a:cubicBezTo>
                  <a:cubicBezTo>
                    <a:pt x="1185" y="3492"/>
                    <a:pt x="1140" y="3503"/>
                    <a:pt x="1093" y="3503"/>
                  </a:cubicBezTo>
                  <a:cubicBezTo>
                    <a:pt x="970" y="3503"/>
                    <a:pt x="839" y="3422"/>
                    <a:pt x="725" y="3308"/>
                  </a:cubicBezTo>
                  <a:cubicBezTo>
                    <a:pt x="662" y="3245"/>
                    <a:pt x="575" y="3214"/>
                    <a:pt x="488" y="3214"/>
                  </a:cubicBezTo>
                  <a:cubicBezTo>
                    <a:pt x="402" y="3214"/>
                    <a:pt x="315" y="3245"/>
                    <a:pt x="252" y="3308"/>
                  </a:cubicBezTo>
                  <a:cubicBezTo>
                    <a:pt x="126" y="3434"/>
                    <a:pt x="126" y="3655"/>
                    <a:pt x="252" y="3781"/>
                  </a:cubicBezTo>
                  <a:cubicBezTo>
                    <a:pt x="410" y="3938"/>
                    <a:pt x="567" y="4064"/>
                    <a:pt x="756" y="4096"/>
                  </a:cubicBezTo>
                  <a:lnTo>
                    <a:pt x="756" y="4505"/>
                  </a:lnTo>
                  <a:cubicBezTo>
                    <a:pt x="756" y="4694"/>
                    <a:pt x="914" y="4852"/>
                    <a:pt x="1103" y="4852"/>
                  </a:cubicBezTo>
                  <a:cubicBezTo>
                    <a:pt x="1323" y="4852"/>
                    <a:pt x="1481" y="4694"/>
                    <a:pt x="1481" y="4505"/>
                  </a:cubicBezTo>
                  <a:lnTo>
                    <a:pt x="1481" y="4096"/>
                  </a:lnTo>
                  <a:cubicBezTo>
                    <a:pt x="1481" y="4096"/>
                    <a:pt x="1512" y="4096"/>
                    <a:pt x="1512" y="4064"/>
                  </a:cubicBezTo>
                  <a:cubicBezTo>
                    <a:pt x="1890" y="3907"/>
                    <a:pt x="2142" y="3497"/>
                    <a:pt x="2142" y="3119"/>
                  </a:cubicBezTo>
                  <a:cubicBezTo>
                    <a:pt x="2142" y="2521"/>
                    <a:pt x="1670" y="2079"/>
                    <a:pt x="1103" y="2079"/>
                  </a:cubicBezTo>
                  <a:cubicBezTo>
                    <a:pt x="914" y="2079"/>
                    <a:pt x="756" y="1922"/>
                    <a:pt x="756" y="1733"/>
                  </a:cubicBezTo>
                  <a:cubicBezTo>
                    <a:pt x="756" y="1575"/>
                    <a:pt x="851" y="1449"/>
                    <a:pt x="1008" y="1418"/>
                  </a:cubicBezTo>
                  <a:cubicBezTo>
                    <a:pt x="1047" y="1405"/>
                    <a:pt x="1085" y="1399"/>
                    <a:pt x="1124" y="1399"/>
                  </a:cubicBezTo>
                  <a:cubicBezTo>
                    <a:pt x="1273" y="1399"/>
                    <a:pt x="1418" y="1494"/>
                    <a:pt x="1544" y="1670"/>
                  </a:cubicBezTo>
                  <a:cubicBezTo>
                    <a:pt x="1610" y="1753"/>
                    <a:pt x="1703" y="1792"/>
                    <a:pt x="1795" y="1792"/>
                  </a:cubicBezTo>
                  <a:cubicBezTo>
                    <a:pt x="1876" y="1792"/>
                    <a:pt x="1957" y="1761"/>
                    <a:pt x="2016" y="1701"/>
                  </a:cubicBezTo>
                  <a:cubicBezTo>
                    <a:pt x="2174" y="1575"/>
                    <a:pt x="2174" y="1323"/>
                    <a:pt x="2048" y="1229"/>
                  </a:cubicBezTo>
                  <a:cubicBezTo>
                    <a:pt x="1859" y="977"/>
                    <a:pt x="1670" y="819"/>
                    <a:pt x="1418" y="756"/>
                  </a:cubicBezTo>
                  <a:lnTo>
                    <a:pt x="1418" y="347"/>
                  </a:lnTo>
                  <a:cubicBezTo>
                    <a:pt x="1418" y="158"/>
                    <a:pt x="1260" y="0"/>
                    <a:pt x="107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29" name="Google Shape;2529;p45"/>
          <p:cNvSpPr/>
          <p:nvPr/>
        </p:nvSpPr>
        <p:spPr>
          <a:xfrm>
            <a:off x="7270262" y="2430756"/>
            <a:ext cx="286135" cy="286111"/>
          </a:xfrm>
          <a:custGeom>
            <a:rect b="b" l="l" r="r" t="t"/>
            <a:pathLst>
              <a:path extrusionOk="0" h="11846" w="11847">
                <a:moveTo>
                  <a:pt x="10744" y="3718"/>
                </a:moveTo>
                <a:lnTo>
                  <a:pt x="10428" y="4348"/>
                </a:lnTo>
                <a:cubicBezTo>
                  <a:pt x="10397" y="4442"/>
                  <a:pt x="10397" y="4568"/>
                  <a:pt x="10428" y="4663"/>
                </a:cubicBezTo>
                <a:lnTo>
                  <a:pt x="10744" y="5293"/>
                </a:lnTo>
                <a:lnTo>
                  <a:pt x="9483" y="4915"/>
                </a:lnTo>
                <a:lnTo>
                  <a:pt x="9105" y="4505"/>
                </a:lnTo>
                <a:lnTo>
                  <a:pt x="9483" y="4127"/>
                </a:lnTo>
                <a:lnTo>
                  <a:pt x="10744" y="3718"/>
                </a:lnTo>
                <a:close/>
                <a:moveTo>
                  <a:pt x="4443" y="3497"/>
                </a:moveTo>
                <a:cubicBezTo>
                  <a:pt x="4884" y="3497"/>
                  <a:pt x="5262" y="3781"/>
                  <a:pt x="5419" y="4190"/>
                </a:cubicBezTo>
                <a:lnTo>
                  <a:pt x="4443" y="4190"/>
                </a:lnTo>
                <a:cubicBezTo>
                  <a:pt x="4253" y="4190"/>
                  <a:pt x="4096" y="4348"/>
                  <a:pt x="4096" y="4568"/>
                </a:cubicBezTo>
                <a:cubicBezTo>
                  <a:pt x="4096" y="4663"/>
                  <a:pt x="4253" y="4820"/>
                  <a:pt x="4443" y="4820"/>
                </a:cubicBezTo>
                <a:lnTo>
                  <a:pt x="5419" y="4820"/>
                </a:lnTo>
                <a:cubicBezTo>
                  <a:pt x="5262" y="5230"/>
                  <a:pt x="4915" y="5545"/>
                  <a:pt x="4443" y="5545"/>
                </a:cubicBezTo>
                <a:cubicBezTo>
                  <a:pt x="3844" y="5545"/>
                  <a:pt x="3434" y="5072"/>
                  <a:pt x="3434" y="4505"/>
                </a:cubicBezTo>
                <a:cubicBezTo>
                  <a:pt x="3434" y="3970"/>
                  <a:pt x="3907" y="3497"/>
                  <a:pt x="4443" y="3497"/>
                </a:cubicBezTo>
                <a:close/>
                <a:moveTo>
                  <a:pt x="4443" y="2080"/>
                </a:moveTo>
                <a:cubicBezTo>
                  <a:pt x="5671" y="2080"/>
                  <a:pt x="6679" y="2993"/>
                  <a:pt x="6837" y="4159"/>
                </a:cubicBezTo>
                <a:lnTo>
                  <a:pt x="6144" y="4159"/>
                </a:lnTo>
                <a:cubicBezTo>
                  <a:pt x="5986" y="3371"/>
                  <a:pt x="5262" y="2773"/>
                  <a:pt x="4443" y="2773"/>
                </a:cubicBezTo>
                <a:cubicBezTo>
                  <a:pt x="3497" y="2773"/>
                  <a:pt x="2710" y="3560"/>
                  <a:pt x="2710" y="4505"/>
                </a:cubicBezTo>
                <a:cubicBezTo>
                  <a:pt x="2710" y="5451"/>
                  <a:pt x="3497" y="6238"/>
                  <a:pt x="4443" y="6238"/>
                </a:cubicBezTo>
                <a:cubicBezTo>
                  <a:pt x="5262" y="6238"/>
                  <a:pt x="5986" y="5671"/>
                  <a:pt x="6144" y="4883"/>
                </a:cubicBezTo>
                <a:lnTo>
                  <a:pt x="6837" y="4883"/>
                </a:lnTo>
                <a:cubicBezTo>
                  <a:pt x="6679" y="6049"/>
                  <a:pt x="5671" y="6963"/>
                  <a:pt x="4443" y="6963"/>
                </a:cubicBezTo>
                <a:cubicBezTo>
                  <a:pt x="3119" y="6963"/>
                  <a:pt x="2017" y="5860"/>
                  <a:pt x="2017" y="4505"/>
                </a:cubicBezTo>
                <a:cubicBezTo>
                  <a:pt x="2017" y="3182"/>
                  <a:pt x="3119" y="2080"/>
                  <a:pt x="4443" y="2080"/>
                </a:cubicBezTo>
                <a:close/>
                <a:moveTo>
                  <a:pt x="4474" y="662"/>
                </a:moveTo>
                <a:cubicBezTo>
                  <a:pt x="6459" y="662"/>
                  <a:pt x="8097" y="2206"/>
                  <a:pt x="8255" y="4127"/>
                </a:cubicBezTo>
                <a:lnTo>
                  <a:pt x="7562" y="4127"/>
                </a:lnTo>
                <a:cubicBezTo>
                  <a:pt x="7372" y="2584"/>
                  <a:pt x="6049" y="1355"/>
                  <a:pt x="4443" y="1355"/>
                </a:cubicBezTo>
                <a:cubicBezTo>
                  <a:pt x="2710" y="1355"/>
                  <a:pt x="1324" y="2773"/>
                  <a:pt x="1324" y="4474"/>
                </a:cubicBezTo>
                <a:cubicBezTo>
                  <a:pt x="1324" y="6175"/>
                  <a:pt x="2741" y="7593"/>
                  <a:pt x="4443" y="7593"/>
                </a:cubicBezTo>
                <a:cubicBezTo>
                  <a:pt x="6049" y="7593"/>
                  <a:pt x="7372" y="6364"/>
                  <a:pt x="7562" y="4820"/>
                </a:cubicBezTo>
                <a:lnTo>
                  <a:pt x="8255" y="4820"/>
                </a:lnTo>
                <a:cubicBezTo>
                  <a:pt x="8097" y="6774"/>
                  <a:pt x="6459" y="8286"/>
                  <a:pt x="4474" y="8286"/>
                </a:cubicBezTo>
                <a:cubicBezTo>
                  <a:pt x="2395" y="8286"/>
                  <a:pt x="662" y="6616"/>
                  <a:pt x="662" y="4474"/>
                </a:cubicBezTo>
                <a:cubicBezTo>
                  <a:pt x="662" y="2363"/>
                  <a:pt x="2363" y="662"/>
                  <a:pt x="4474" y="662"/>
                </a:cubicBezTo>
                <a:close/>
                <a:moveTo>
                  <a:pt x="5734" y="8822"/>
                </a:moveTo>
                <a:lnTo>
                  <a:pt x="6049" y="9767"/>
                </a:lnTo>
                <a:lnTo>
                  <a:pt x="2836" y="9767"/>
                </a:lnTo>
                <a:lnTo>
                  <a:pt x="3151" y="8822"/>
                </a:lnTo>
                <a:cubicBezTo>
                  <a:pt x="3529" y="8916"/>
                  <a:pt x="4001" y="9011"/>
                  <a:pt x="4443" y="9011"/>
                </a:cubicBezTo>
                <a:cubicBezTo>
                  <a:pt x="4884" y="9011"/>
                  <a:pt x="5356" y="8916"/>
                  <a:pt x="5734" y="8822"/>
                </a:cubicBezTo>
                <a:close/>
                <a:moveTo>
                  <a:pt x="6522" y="10428"/>
                </a:moveTo>
                <a:cubicBezTo>
                  <a:pt x="6963" y="10428"/>
                  <a:pt x="7372" y="10680"/>
                  <a:pt x="7530" y="11121"/>
                </a:cubicBezTo>
                <a:lnTo>
                  <a:pt x="1418" y="11121"/>
                </a:lnTo>
                <a:cubicBezTo>
                  <a:pt x="1576" y="10743"/>
                  <a:pt x="1922" y="10428"/>
                  <a:pt x="2395" y="10428"/>
                </a:cubicBezTo>
                <a:close/>
                <a:moveTo>
                  <a:pt x="4474" y="0"/>
                </a:moveTo>
                <a:cubicBezTo>
                  <a:pt x="1985" y="0"/>
                  <a:pt x="0" y="1985"/>
                  <a:pt x="0" y="4474"/>
                </a:cubicBezTo>
                <a:cubicBezTo>
                  <a:pt x="0" y="6238"/>
                  <a:pt x="1040" y="7813"/>
                  <a:pt x="2552" y="8538"/>
                </a:cubicBezTo>
                <a:lnTo>
                  <a:pt x="2143" y="9767"/>
                </a:lnTo>
                <a:cubicBezTo>
                  <a:pt x="1324" y="9861"/>
                  <a:pt x="693" y="10586"/>
                  <a:pt x="693" y="11499"/>
                </a:cubicBezTo>
                <a:cubicBezTo>
                  <a:pt x="693" y="11688"/>
                  <a:pt x="851" y="11846"/>
                  <a:pt x="1040" y="11846"/>
                </a:cubicBezTo>
                <a:lnTo>
                  <a:pt x="7971" y="11846"/>
                </a:lnTo>
                <a:cubicBezTo>
                  <a:pt x="8192" y="11846"/>
                  <a:pt x="8349" y="11688"/>
                  <a:pt x="8349" y="11499"/>
                </a:cubicBezTo>
                <a:cubicBezTo>
                  <a:pt x="8349" y="10617"/>
                  <a:pt x="7719" y="9924"/>
                  <a:pt x="6900" y="9767"/>
                </a:cubicBezTo>
                <a:lnTo>
                  <a:pt x="6490" y="8538"/>
                </a:lnTo>
                <a:cubicBezTo>
                  <a:pt x="7782" y="7908"/>
                  <a:pt x="8727" y="6679"/>
                  <a:pt x="8979" y="5230"/>
                </a:cubicBezTo>
                <a:lnTo>
                  <a:pt x="9137" y="5388"/>
                </a:lnTo>
                <a:cubicBezTo>
                  <a:pt x="9168" y="5419"/>
                  <a:pt x="9200" y="5451"/>
                  <a:pt x="9263" y="5451"/>
                </a:cubicBezTo>
                <a:lnTo>
                  <a:pt x="11374" y="6175"/>
                </a:lnTo>
                <a:cubicBezTo>
                  <a:pt x="11403" y="6183"/>
                  <a:pt x="11435" y="6186"/>
                  <a:pt x="11466" y="6186"/>
                </a:cubicBezTo>
                <a:cubicBezTo>
                  <a:pt x="11569" y="6186"/>
                  <a:pt x="11672" y="6145"/>
                  <a:pt x="11720" y="6049"/>
                </a:cubicBezTo>
                <a:cubicBezTo>
                  <a:pt x="11815" y="5923"/>
                  <a:pt x="11846" y="5766"/>
                  <a:pt x="11783" y="5671"/>
                </a:cubicBezTo>
                <a:lnTo>
                  <a:pt x="11153" y="4442"/>
                </a:lnTo>
                <a:lnTo>
                  <a:pt x="11783" y="3214"/>
                </a:lnTo>
                <a:cubicBezTo>
                  <a:pt x="11815" y="3151"/>
                  <a:pt x="11783" y="2993"/>
                  <a:pt x="11689" y="2899"/>
                </a:cubicBezTo>
                <a:cubicBezTo>
                  <a:pt x="11641" y="2802"/>
                  <a:pt x="11519" y="2761"/>
                  <a:pt x="11422" y="2761"/>
                </a:cubicBezTo>
                <a:cubicBezTo>
                  <a:pt x="11392" y="2761"/>
                  <a:pt x="11364" y="2765"/>
                  <a:pt x="11342" y="2773"/>
                </a:cubicBezTo>
                <a:lnTo>
                  <a:pt x="9200" y="3497"/>
                </a:lnTo>
                <a:cubicBezTo>
                  <a:pt x="9168" y="3497"/>
                  <a:pt x="9105" y="3529"/>
                  <a:pt x="9105" y="3560"/>
                </a:cubicBezTo>
                <a:lnTo>
                  <a:pt x="8916" y="3718"/>
                </a:lnTo>
                <a:cubicBezTo>
                  <a:pt x="8570" y="1607"/>
                  <a:pt x="6742" y="0"/>
                  <a:pt x="447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30" name="Google Shape;2530;p45"/>
          <p:cNvGrpSpPr/>
          <p:nvPr/>
        </p:nvGrpSpPr>
        <p:grpSpPr>
          <a:xfrm>
            <a:off x="5959876" y="2868847"/>
            <a:ext cx="284613" cy="285362"/>
            <a:chOff x="4321150" y="1946600"/>
            <a:chExt cx="294600" cy="295375"/>
          </a:xfrm>
        </p:grpSpPr>
        <p:sp>
          <p:nvSpPr>
            <p:cNvPr id="2531" name="Google Shape;2531;p45"/>
            <p:cNvSpPr/>
            <p:nvPr/>
          </p:nvSpPr>
          <p:spPr>
            <a:xfrm>
              <a:off x="4321150" y="1946600"/>
              <a:ext cx="294600" cy="295375"/>
            </a:xfrm>
            <a:custGeom>
              <a:rect b="b" l="l" r="r" t="t"/>
              <a:pathLst>
                <a:path extrusionOk="0" h="11815" w="11784">
                  <a:moveTo>
                    <a:pt x="9043" y="662"/>
                  </a:moveTo>
                  <a:lnTo>
                    <a:pt x="9043" y="2080"/>
                  </a:lnTo>
                  <a:lnTo>
                    <a:pt x="2742" y="2080"/>
                  </a:lnTo>
                  <a:lnTo>
                    <a:pt x="2742" y="662"/>
                  </a:lnTo>
                  <a:close/>
                  <a:moveTo>
                    <a:pt x="10775" y="2742"/>
                  </a:moveTo>
                  <a:cubicBezTo>
                    <a:pt x="10996" y="2742"/>
                    <a:pt x="11153" y="2899"/>
                    <a:pt x="11153" y="3120"/>
                  </a:cubicBezTo>
                  <a:lnTo>
                    <a:pt x="11153" y="6554"/>
                  </a:lnTo>
                  <a:cubicBezTo>
                    <a:pt x="11153" y="6774"/>
                    <a:pt x="10996" y="6932"/>
                    <a:pt x="10775" y="6932"/>
                  </a:cubicBezTo>
                  <a:lnTo>
                    <a:pt x="9767" y="6932"/>
                  </a:lnTo>
                  <a:lnTo>
                    <a:pt x="9767" y="4474"/>
                  </a:lnTo>
                  <a:cubicBezTo>
                    <a:pt x="9767" y="4285"/>
                    <a:pt x="9610" y="4128"/>
                    <a:pt x="9421" y="4128"/>
                  </a:cubicBezTo>
                  <a:lnTo>
                    <a:pt x="2427" y="4128"/>
                  </a:lnTo>
                  <a:cubicBezTo>
                    <a:pt x="2238" y="4128"/>
                    <a:pt x="2080" y="4285"/>
                    <a:pt x="2080" y="4474"/>
                  </a:cubicBezTo>
                  <a:lnTo>
                    <a:pt x="2080" y="6932"/>
                  </a:lnTo>
                  <a:lnTo>
                    <a:pt x="1009" y="6932"/>
                  </a:lnTo>
                  <a:cubicBezTo>
                    <a:pt x="820" y="6932"/>
                    <a:pt x="662" y="6774"/>
                    <a:pt x="662" y="6554"/>
                  </a:cubicBezTo>
                  <a:lnTo>
                    <a:pt x="662" y="3120"/>
                  </a:lnTo>
                  <a:cubicBezTo>
                    <a:pt x="662" y="2899"/>
                    <a:pt x="820" y="2742"/>
                    <a:pt x="1009" y="2742"/>
                  </a:cubicBezTo>
                  <a:close/>
                  <a:moveTo>
                    <a:pt x="9011" y="4821"/>
                  </a:moveTo>
                  <a:lnTo>
                    <a:pt x="9011" y="11090"/>
                  </a:lnTo>
                  <a:lnTo>
                    <a:pt x="2710" y="11090"/>
                  </a:lnTo>
                  <a:lnTo>
                    <a:pt x="2710" y="4821"/>
                  </a:lnTo>
                  <a:close/>
                  <a:moveTo>
                    <a:pt x="2395" y="1"/>
                  </a:moveTo>
                  <a:cubicBezTo>
                    <a:pt x="2206" y="1"/>
                    <a:pt x="2049" y="158"/>
                    <a:pt x="2049" y="347"/>
                  </a:cubicBezTo>
                  <a:lnTo>
                    <a:pt x="2049" y="2112"/>
                  </a:lnTo>
                  <a:lnTo>
                    <a:pt x="1009" y="2112"/>
                  </a:lnTo>
                  <a:cubicBezTo>
                    <a:pt x="442" y="2112"/>
                    <a:pt x="1" y="2584"/>
                    <a:pt x="1" y="3151"/>
                  </a:cubicBezTo>
                  <a:lnTo>
                    <a:pt x="1" y="6617"/>
                  </a:lnTo>
                  <a:cubicBezTo>
                    <a:pt x="1" y="7215"/>
                    <a:pt x="473" y="7625"/>
                    <a:pt x="1009" y="7625"/>
                  </a:cubicBezTo>
                  <a:lnTo>
                    <a:pt x="2049" y="7625"/>
                  </a:lnTo>
                  <a:lnTo>
                    <a:pt x="2049" y="11468"/>
                  </a:lnTo>
                  <a:cubicBezTo>
                    <a:pt x="2049" y="11657"/>
                    <a:pt x="2206" y="11815"/>
                    <a:pt x="2395" y="11815"/>
                  </a:cubicBezTo>
                  <a:lnTo>
                    <a:pt x="9358" y="11815"/>
                  </a:lnTo>
                  <a:cubicBezTo>
                    <a:pt x="9578" y="11815"/>
                    <a:pt x="9736" y="11657"/>
                    <a:pt x="9736" y="11468"/>
                  </a:cubicBezTo>
                  <a:lnTo>
                    <a:pt x="9736" y="7625"/>
                  </a:lnTo>
                  <a:lnTo>
                    <a:pt x="10744" y="7625"/>
                  </a:lnTo>
                  <a:cubicBezTo>
                    <a:pt x="11343" y="7625"/>
                    <a:pt x="11784" y="7152"/>
                    <a:pt x="11784" y="6617"/>
                  </a:cubicBezTo>
                  <a:lnTo>
                    <a:pt x="11784" y="3151"/>
                  </a:lnTo>
                  <a:cubicBezTo>
                    <a:pt x="11784" y="2553"/>
                    <a:pt x="11311" y="2112"/>
                    <a:pt x="10744" y="2112"/>
                  </a:cubicBezTo>
                  <a:lnTo>
                    <a:pt x="9736" y="2112"/>
                  </a:lnTo>
                  <a:lnTo>
                    <a:pt x="9736" y="347"/>
                  </a:lnTo>
                  <a:cubicBezTo>
                    <a:pt x="9736" y="158"/>
                    <a:pt x="9578" y="1"/>
                    <a:pt x="935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2" name="Google Shape;2532;p45"/>
            <p:cNvSpPr/>
            <p:nvPr/>
          </p:nvSpPr>
          <p:spPr>
            <a:xfrm>
              <a:off x="4564525" y="2031675"/>
              <a:ext cx="17350" cy="18125"/>
            </a:xfrm>
            <a:custGeom>
              <a:rect b="b" l="l" r="r" t="t"/>
              <a:pathLst>
                <a:path extrusionOk="0" h="725" w="694">
                  <a:moveTo>
                    <a:pt x="347" y="0"/>
                  </a:moveTo>
                  <a:cubicBezTo>
                    <a:pt x="158" y="0"/>
                    <a:pt x="1" y="189"/>
                    <a:pt x="1" y="378"/>
                  </a:cubicBezTo>
                  <a:cubicBezTo>
                    <a:pt x="1" y="599"/>
                    <a:pt x="158" y="725"/>
                    <a:pt x="347" y="725"/>
                  </a:cubicBezTo>
                  <a:cubicBezTo>
                    <a:pt x="536" y="725"/>
                    <a:pt x="694" y="567"/>
                    <a:pt x="694" y="378"/>
                  </a:cubicBezTo>
                  <a:cubicBezTo>
                    <a:pt x="694" y="189"/>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3" name="Google Shape;2533;p45"/>
            <p:cNvSpPr/>
            <p:nvPr/>
          </p:nvSpPr>
          <p:spPr>
            <a:xfrm>
              <a:off x="4414100" y="2084450"/>
              <a:ext cx="106350" cy="122100"/>
            </a:xfrm>
            <a:custGeom>
              <a:rect b="b" l="l" r="r" t="t"/>
              <a:pathLst>
                <a:path extrusionOk="0" h="4884" w="4254">
                  <a:moveTo>
                    <a:pt x="2174" y="693"/>
                  </a:moveTo>
                  <a:cubicBezTo>
                    <a:pt x="2584" y="693"/>
                    <a:pt x="2899" y="1008"/>
                    <a:pt x="2899" y="1418"/>
                  </a:cubicBezTo>
                  <a:cubicBezTo>
                    <a:pt x="2899" y="1796"/>
                    <a:pt x="2584" y="2111"/>
                    <a:pt x="2174" y="2111"/>
                  </a:cubicBezTo>
                  <a:cubicBezTo>
                    <a:pt x="1796" y="2111"/>
                    <a:pt x="1481" y="1796"/>
                    <a:pt x="1481" y="1418"/>
                  </a:cubicBezTo>
                  <a:cubicBezTo>
                    <a:pt x="1481" y="1008"/>
                    <a:pt x="1796" y="693"/>
                    <a:pt x="2174" y="693"/>
                  </a:cubicBezTo>
                  <a:close/>
                  <a:moveTo>
                    <a:pt x="2174" y="2804"/>
                  </a:moveTo>
                  <a:cubicBezTo>
                    <a:pt x="2930" y="2804"/>
                    <a:pt x="3592" y="3403"/>
                    <a:pt x="3592" y="4190"/>
                  </a:cubicBezTo>
                  <a:lnTo>
                    <a:pt x="756" y="4190"/>
                  </a:lnTo>
                  <a:cubicBezTo>
                    <a:pt x="756" y="3403"/>
                    <a:pt x="1387" y="2804"/>
                    <a:pt x="2174" y="2804"/>
                  </a:cubicBezTo>
                  <a:close/>
                  <a:moveTo>
                    <a:pt x="2143" y="0"/>
                  </a:moveTo>
                  <a:cubicBezTo>
                    <a:pt x="1387" y="0"/>
                    <a:pt x="725" y="630"/>
                    <a:pt x="725" y="1386"/>
                  </a:cubicBezTo>
                  <a:cubicBezTo>
                    <a:pt x="725" y="1733"/>
                    <a:pt x="882" y="2079"/>
                    <a:pt x="1103" y="2331"/>
                  </a:cubicBezTo>
                  <a:cubicBezTo>
                    <a:pt x="473" y="2678"/>
                    <a:pt x="0" y="3340"/>
                    <a:pt x="0" y="4159"/>
                  </a:cubicBezTo>
                  <a:lnTo>
                    <a:pt x="0" y="4537"/>
                  </a:lnTo>
                  <a:cubicBezTo>
                    <a:pt x="63" y="4726"/>
                    <a:pt x="221" y="4883"/>
                    <a:pt x="410" y="4883"/>
                  </a:cubicBezTo>
                  <a:lnTo>
                    <a:pt x="3907" y="4883"/>
                  </a:lnTo>
                  <a:cubicBezTo>
                    <a:pt x="4127" y="4883"/>
                    <a:pt x="4253" y="4726"/>
                    <a:pt x="4253" y="4537"/>
                  </a:cubicBezTo>
                  <a:lnTo>
                    <a:pt x="4253" y="4159"/>
                  </a:lnTo>
                  <a:cubicBezTo>
                    <a:pt x="4253" y="3371"/>
                    <a:pt x="3844" y="2709"/>
                    <a:pt x="3151" y="2331"/>
                  </a:cubicBezTo>
                  <a:cubicBezTo>
                    <a:pt x="3403" y="2048"/>
                    <a:pt x="3560" y="1733"/>
                    <a:pt x="3560" y="1386"/>
                  </a:cubicBezTo>
                  <a:cubicBezTo>
                    <a:pt x="3560" y="599"/>
                    <a:pt x="2930" y="0"/>
                    <a:pt x="214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34" name="Google Shape;2534;p45"/>
          <p:cNvSpPr/>
          <p:nvPr/>
        </p:nvSpPr>
        <p:spPr>
          <a:xfrm>
            <a:off x="5957207" y="3316059"/>
            <a:ext cx="289951" cy="267127"/>
          </a:xfrm>
          <a:custGeom>
            <a:rect b="b" l="l" r="r" t="t"/>
            <a:pathLst>
              <a:path extrusionOk="0" h="11060" w="12005">
                <a:moveTo>
                  <a:pt x="2049" y="2049"/>
                </a:moveTo>
                <a:cubicBezTo>
                  <a:pt x="2238" y="2049"/>
                  <a:pt x="2395" y="2206"/>
                  <a:pt x="2395" y="2395"/>
                </a:cubicBezTo>
                <a:cubicBezTo>
                  <a:pt x="2395" y="2584"/>
                  <a:pt x="2238" y="2742"/>
                  <a:pt x="2049" y="2742"/>
                </a:cubicBezTo>
                <a:cubicBezTo>
                  <a:pt x="1860" y="2742"/>
                  <a:pt x="1702" y="2584"/>
                  <a:pt x="1702" y="2395"/>
                </a:cubicBezTo>
                <a:cubicBezTo>
                  <a:pt x="1734" y="2206"/>
                  <a:pt x="1860" y="2049"/>
                  <a:pt x="2049" y="2049"/>
                </a:cubicBezTo>
                <a:close/>
                <a:moveTo>
                  <a:pt x="9736" y="2049"/>
                </a:moveTo>
                <a:cubicBezTo>
                  <a:pt x="9925" y="2049"/>
                  <a:pt x="10082" y="2206"/>
                  <a:pt x="10082" y="2395"/>
                </a:cubicBezTo>
                <a:cubicBezTo>
                  <a:pt x="10082" y="2584"/>
                  <a:pt x="9925" y="2742"/>
                  <a:pt x="9736" y="2742"/>
                </a:cubicBezTo>
                <a:cubicBezTo>
                  <a:pt x="9515" y="2742"/>
                  <a:pt x="9358" y="2584"/>
                  <a:pt x="9358" y="2395"/>
                </a:cubicBezTo>
                <a:cubicBezTo>
                  <a:pt x="9358" y="2206"/>
                  <a:pt x="9515" y="2049"/>
                  <a:pt x="9736" y="2049"/>
                </a:cubicBezTo>
                <a:close/>
                <a:moveTo>
                  <a:pt x="2049" y="3719"/>
                </a:moveTo>
                <a:lnTo>
                  <a:pt x="3151" y="5514"/>
                </a:lnTo>
                <a:lnTo>
                  <a:pt x="946" y="5514"/>
                </a:lnTo>
                <a:lnTo>
                  <a:pt x="2049" y="3719"/>
                </a:lnTo>
                <a:close/>
                <a:moveTo>
                  <a:pt x="9736" y="3719"/>
                </a:moveTo>
                <a:lnTo>
                  <a:pt x="10838" y="5514"/>
                </a:lnTo>
                <a:lnTo>
                  <a:pt x="8633" y="5514"/>
                </a:lnTo>
                <a:lnTo>
                  <a:pt x="9736" y="3719"/>
                </a:lnTo>
                <a:close/>
                <a:moveTo>
                  <a:pt x="3435" y="6207"/>
                </a:moveTo>
                <a:cubicBezTo>
                  <a:pt x="3466" y="6964"/>
                  <a:pt x="2836" y="7594"/>
                  <a:pt x="2049" y="7594"/>
                </a:cubicBezTo>
                <a:cubicBezTo>
                  <a:pt x="1292" y="7594"/>
                  <a:pt x="662" y="6964"/>
                  <a:pt x="662" y="6207"/>
                </a:cubicBezTo>
                <a:close/>
                <a:moveTo>
                  <a:pt x="11090" y="6207"/>
                </a:moveTo>
                <a:cubicBezTo>
                  <a:pt x="11090" y="6964"/>
                  <a:pt x="10460" y="7594"/>
                  <a:pt x="9736" y="7594"/>
                </a:cubicBezTo>
                <a:cubicBezTo>
                  <a:pt x="8980" y="7594"/>
                  <a:pt x="8350" y="6964"/>
                  <a:pt x="8350" y="6207"/>
                </a:cubicBezTo>
                <a:close/>
                <a:moveTo>
                  <a:pt x="5892" y="663"/>
                </a:moveTo>
                <a:cubicBezTo>
                  <a:pt x="6113" y="663"/>
                  <a:pt x="6270" y="820"/>
                  <a:pt x="6270" y="1009"/>
                </a:cubicBezTo>
                <a:lnTo>
                  <a:pt x="6270" y="8980"/>
                </a:lnTo>
                <a:lnTo>
                  <a:pt x="5546" y="8980"/>
                </a:lnTo>
                <a:lnTo>
                  <a:pt x="5546" y="1009"/>
                </a:lnTo>
                <a:cubicBezTo>
                  <a:pt x="5546" y="820"/>
                  <a:pt x="5703" y="663"/>
                  <a:pt x="5892" y="663"/>
                </a:cubicBezTo>
                <a:close/>
                <a:moveTo>
                  <a:pt x="8003" y="9673"/>
                </a:moveTo>
                <a:cubicBezTo>
                  <a:pt x="8192" y="9673"/>
                  <a:pt x="8350" y="9830"/>
                  <a:pt x="8350" y="10020"/>
                </a:cubicBezTo>
                <a:lnTo>
                  <a:pt x="8350" y="10398"/>
                </a:lnTo>
                <a:lnTo>
                  <a:pt x="3466" y="10398"/>
                </a:lnTo>
                <a:lnTo>
                  <a:pt x="3466" y="10020"/>
                </a:lnTo>
                <a:cubicBezTo>
                  <a:pt x="3466" y="9830"/>
                  <a:pt x="3624" y="9673"/>
                  <a:pt x="3813" y="9673"/>
                </a:cubicBezTo>
                <a:close/>
                <a:moveTo>
                  <a:pt x="5955" y="1"/>
                </a:moveTo>
                <a:cubicBezTo>
                  <a:pt x="5357" y="1"/>
                  <a:pt x="4916" y="474"/>
                  <a:pt x="4916" y="1009"/>
                </a:cubicBezTo>
                <a:lnTo>
                  <a:pt x="4916" y="1167"/>
                </a:lnTo>
                <a:cubicBezTo>
                  <a:pt x="3970" y="1671"/>
                  <a:pt x="3655" y="1891"/>
                  <a:pt x="3057" y="1954"/>
                </a:cubicBezTo>
                <a:cubicBezTo>
                  <a:pt x="2899" y="1608"/>
                  <a:pt x="2553" y="1324"/>
                  <a:pt x="2112" y="1324"/>
                </a:cubicBezTo>
                <a:cubicBezTo>
                  <a:pt x="1734" y="1324"/>
                  <a:pt x="1387" y="1576"/>
                  <a:pt x="1166" y="1923"/>
                </a:cubicBezTo>
                <a:cubicBezTo>
                  <a:pt x="946" y="1891"/>
                  <a:pt x="694" y="1797"/>
                  <a:pt x="505" y="1734"/>
                </a:cubicBezTo>
                <a:cubicBezTo>
                  <a:pt x="454" y="1708"/>
                  <a:pt x="404" y="1697"/>
                  <a:pt x="355" y="1697"/>
                </a:cubicBezTo>
                <a:cubicBezTo>
                  <a:pt x="224" y="1697"/>
                  <a:pt x="110" y="1784"/>
                  <a:pt x="64" y="1923"/>
                </a:cubicBezTo>
                <a:cubicBezTo>
                  <a:pt x="1" y="2112"/>
                  <a:pt x="64" y="2301"/>
                  <a:pt x="284" y="2364"/>
                </a:cubicBezTo>
                <a:cubicBezTo>
                  <a:pt x="536" y="2458"/>
                  <a:pt x="820" y="2553"/>
                  <a:pt x="1135" y="2616"/>
                </a:cubicBezTo>
                <a:cubicBezTo>
                  <a:pt x="1229" y="2899"/>
                  <a:pt x="1387" y="3151"/>
                  <a:pt x="1607" y="3277"/>
                </a:cubicBezTo>
                <a:lnTo>
                  <a:pt x="127" y="5703"/>
                </a:lnTo>
                <a:cubicBezTo>
                  <a:pt x="64" y="5735"/>
                  <a:pt x="64" y="5829"/>
                  <a:pt x="64" y="5892"/>
                </a:cubicBezTo>
                <a:lnTo>
                  <a:pt x="64" y="6239"/>
                </a:lnTo>
                <a:cubicBezTo>
                  <a:pt x="64" y="7405"/>
                  <a:pt x="1009" y="8350"/>
                  <a:pt x="2175" y="8350"/>
                </a:cubicBezTo>
                <a:cubicBezTo>
                  <a:pt x="3309" y="8350"/>
                  <a:pt x="4254" y="7405"/>
                  <a:pt x="4254" y="6239"/>
                </a:cubicBezTo>
                <a:lnTo>
                  <a:pt x="4254" y="5892"/>
                </a:lnTo>
                <a:cubicBezTo>
                  <a:pt x="4254" y="5829"/>
                  <a:pt x="4254" y="5766"/>
                  <a:pt x="4222" y="5703"/>
                </a:cubicBezTo>
                <a:lnTo>
                  <a:pt x="2710" y="3277"/>
                </a:lnTo>
                <a:cubicBezTo>
                  <a:pt x="2962" y="3183"/>
                  <a:pt x="3120" y="2931"/>
                  <a:pt x="3183" y="2647"/>
                </a:cubicBezTo>
                <a:cubicBezTo>
                  <a:pt x="3844" y="2553"/>
                  <a:pt x="4222" y="2332"/>
                  <a:pt x="4947" y="1954"/>
                </a:cubicBezTo>
                <a:lnTo>
                  <a:pt x="4947" y="8980"/>
                </a:lnTo>
                <a:lnTo>
                  <a:pt x="3939" y="8980"/>
                </a:lnTo>
                <a:cubicBezTo>
                  <a:pt x="3340" y="8980"/>
                  <a:pt x="2899" y="9421"/>
                  <a:pt x="2899" y="9988"/>
                </a:cubicBezTo>
                <a:lnTo>
                  <a:pt x="2899" y="10713"/>
                </a:lnTo>
                <a:cubicBezTo>
                  <a:pt x="2899" y="10902"/>
                  <a:pt x="3057" y="11059"/>
                  <a:pt x="3246" y="11059"/>
                </a:cubicBezTo>
                <a:lnTo>
                  <a:pt x="8822" y="11059"/>
                </a:lnTo>
                <a:cubicBezTo>
                  <a:pt x="9011" y="11059"/>
                  <a:pt x="9169" y="10902"/>
                  <a:pt x="9169" y="10713"/>
                </a:cubicBezTo>
                <a:lnTo>
                  <a:pt x="9169" y="9988"/>
                </a:lnTo>
                <a:cubicBezTo>
                  <a:pt x="9169" y="9389"/>
                  <a:pt x="8696" y="8980"/>
                  <a:pt x="8129" y="8980"/>
                </a:cubicBezTo>
                <a:lnTo>
                  <a:pt x="7089" y="8980"/>
                </a:lnTo>
                <a:lnTo>
                  <a:pt x="7089" y="1954"/>
                </a:lnTo>
                <a:cubicBezTo>
                  <a:pt x="7814" y="2332"/>
                  <a:pt x="8224" y="2553"/>
                  <a:pt x="8885" y="2647"/>
                </a:cubicBezTo>
                <a:cubicBezTo>
                  <a:pt x="8980" y="2931"/>
                  <a:pt x="9137" y="3120"/>
                  <a:pt x="9358" y="3277"/>
                </a:cubicBezTo>
                <a:lnTo>
                  <a:pt x="7877" y="5703"/>
                </a:lnTo>
                <a:cubicBezTo>
                  <a:pt x="7814" y="5735"/>
                  <a:pt x="7814" y="5829"/>
                  <a:pt x="7814" y="5892"/>
                </a:cubicBezTo>
                <a:lnTo>
                  <a:pt x="7814" y="6239"/>
                </a:lnTo>
                <a:cubicBezTo>
                  <a:pt x="7814" y="7405"/>
                  <a:pt x="8759" y="8350"/>
                  <a:pt x="9925" y="8350"/>
                </a:cubicBezTo>
                <a:cubicBezTo>
                  <a:pt x="11059" y="8350"/>
                  <a:pt x="12004" y="7405"/>
                  <a:pt x="12004" y="6239"/>
                </a:cubicBezTo>
                <a:lnTo>
                  <a:pt x="12004" y="5892"/>
                </a:lnTo>
                <a:cubicBezTo>
                  <a:pt x="12004" y="5829"/>
                  <a:pt x="12004" y="5766"/>
                  <a:pt x="11973" y="5703"/>
                </a:cubicBezTo>
                <a:lnTo>
                  <a:pt x="10460" y="3277"/>
                </a:lnTo>
                <a:cubicBezTo>
                  <a:pt x="10523" y="3151"/>
                  <a:pt x="10681" y="2899"/>
                  <a:pt x="10744" y="2616"/>
                </a:cubicBezTo>
                <a:cubicBezTo>
                  <a:pt x="11027" y="2553"/>
                  <a:pt x="11343" y="2458"/>
                  <a:pt x="11626" y="2364"/>
                </a:cubicBezTo>
                <a:cubicBezTo>
                  <a:pt x="11815" y="2269"/>
                  <a:pt x="11878" y="2080"/>
                  <a:pt x="11815" y="1923"/>
                </a:cubicBezTo>
                <a:cubicBezTo>
                  <a:pt x="11746" y="1784"/>
                  <a:pt x="11626" y="1697"/>
                  <a:pt x="11505" y="1697"/>
                </a:cubicBezTo>
                <a:cubicBezTo>
                  <a:pt x="11461" y="1697"/>
                  <a:pt x="11416" y="1708"/>
                  <a:pt x="11374" y="1734"/>
                </a:cubicBezTo>
                <a:cubicBezTo>
                  <a:pt x="11122" y="1797"/>
                  <a:pt x="10933" y="1891"/>
                  <a:pt x="10712" y="1923"/>
                </a:cubicBezTo>
                <a:cubicBezTo>
                  <a:pt x="10555" y="1576"/>
                  <a:pt x="10208" y="1324"/>
                  <a:pt x="9767" y="1324"/>
                </a:cubicBezTo>
                <a:cubicBezTo>
                  <a:pt x="9326" y="1324"/>
                  <a:pt x="8980" y="1576"/>
                  <a:pt x="8822" y="1954"/>
                </a:cubicBezTo>
                <a:cubicBezTo>
                  <a:pt x="8224" y="1828"/>
                  <a:pt x="7908" y="1639"/>
                  <a:pt x="6963" y="1167"/>
                </a:cubicBezTo>
                <a:lnTo>
                  <a:pt x="6963" y="1009"/>
                </a:lnTo>
                <a:cubicBezTo>
                  <a:pt x="6963" y="411"/>
                  <a:pt x="6491" y="1"/>
                  <a:pt x="595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5" name="Google Shape;2535;p45"/>
          <p:cNvSpPr/>
          <p:nvPr/>
        </p:nvSpPr>
        <p:spPr>
          <a:xfrm>
            <a:off x="5957593" y="3735332"/>
            <a:ext cx="289178" cy="285362"/>
          </a:xfrm>
          <a:custGeom>
            <a:rect b="b" l="l" r="r" t="t"/>
            <a:pathLst>
              <a:path extrusionOk="0" h="11815" w="11973">
                <a:moveTo>
                  <a:pt x="5986" y="631"/>
                </a:moveTo>
                <a:cubicBezTo>
                  <a:pt x="6396" y="631"/>
                  <a:pt x="6711" y="946"/>
                  <a:pt x="6711" y="1324"/>
                </a:cubicBezTo>
                <a:cubicBezTo>
                  <a:pt x="6711" y="1733"/>
                  <a:pt x="6396" y="2048"/>
                  <a:pt x="5986" y="2048"/>
                </a:cubicBezTo>
                <a:cubicBezTo>
                  <a:pt x="5608" y="2048"/>
                  <a:pt x="5293" y="1733"/>
                  <a:pt x="5293" y="1324"/>
                </a:cubicBezTo>
                <a:cubicBezTo>
                  <a:pt x="5293" y="946"/>
                  <a:pt x="5608" y="631"/>
                  <a:pt x="5986" y="631"/>
                </a:cubicBezTo>
                <a:close/>
                <a:moveTo>
                  <a:pt x="5986" y="2710"/>
                </a:moveTo>
                <a:cubicBezTo>
                  <a:pt x="6931" y="2710"/>
                  <a:pt x="7719" y="3498"/>
                  <a:pt x="7719" y="4443"/>
                </a:cubicBezTo>
                <a:lnTo>
                  <a:pt x="7719" y="4789"/>
                </a:lnTo>
                <a:lnTo>
                  <a:pt x="4253" y="4789"/>
                </a:lnTo>
                <a:lnTo>
                  <a:pt x="4253" y="4443"/>
                </a:lnTo>
                <a:cubicBezTo>
                  <a:pt x="4253" y="3498"/>
                  <a:pt x="5041" y="2710"/>
                  <a:pt x="5986" y="2710"/>
                </a:cubicBezTo>
                <a:close/>
                <a:moveTo>
                  <a:pt x="3245" y="6900"/>
                </a:moveTo>
                <a:cubicBezTo>
                  <a:pt x="3623" y="6900"/>
                  <a:pt x="3938" y="7215"/>
                  <a:pt x="3938" y="7593"/>
                </a:cubicBezTo>
                <a:cubicBezTo>
                  <a:pt x="3938" y="8003"/>
                  <a:pt x="3623" y="8318"/>
                  <a:pt x="3245" y="8318"/>
                </a:cubicBezTo>
                <a:cubicBezTo>
                  <a:pt x="2836" y="8255"/>
                  <a:pt x="2521" y="7940"/>
                  <a:pt x="2521" y="7593"/>
                </a:cubicBezTo>
                <a:cubicBezTo>
                  <a:pt x="2521" y="7215"/>
                  <a:pt x="2836" y="6900"/>
                  <a:pt x="3245" y="6900"/>
                </a:cubicBezTo>
                <a:close/>
                <a:moveTo>
                  <a:pt x="8759" y="6900"/>
                </a:moveTo>
                <a:cubicBezTo>
                  <a:pt x="9137" y="6900"/>
                  <a:pt x="9452" y="7215"/>
                  <a:pt x="9452" y="7593"/>
                </a:cubicBezTo>
                <a:cubicBezTo>
                  <a:pt x="9452" y="8003"/>
                  <a:pt x="9137" y="8318"/>
                  <a:pt x="8759" y="8318"/>
                </a:cubicBezTo>
                <a:cubicBezTo>
                  <a:pt x="8349" y="8318"/>
                  <a:pt x="8034" y="7940"/>
                  <a:pt x="8034" y="7593"/>
                </a:cubicBezTo>
                <a:cubicBezTo>
                  <a:pt x="8034" y="7215"/>
                  <a:pt x="8349" y="6900"/>
                  <a:pt x="8759" y="6900"/>
                </a:cubicBezTo>
                <a:close/>
                <a:moveTo>
                  <a:pt x="10365" y="5545"/>
                </a:moveTo>
                <a:cubicBezTo>
                  <a:pt x="10523" y="5545"/>
                  <a:pt x="10680" y="5672"/>
                  <a:pt x="10712" y="5829"/>
                </a:cubicBezTo>
                <a:lnTo>
                  <a:pt x="11216" y="8570"/>
                </a:lnTo>
                <a:cubicBezTo>
                  <a:pt x="11247" y="8790"/>
                  <a:pt x="11027" y="8980"/>
                  <a:pt x="10838" y="8980"/>
                </a:cubicBezTo>
                <a:lnTo>
                  <a:pt x="10460" y="8980"/>
                </a:lnTo>
                <a:cubicBezTo>
                  <a:pt x="10239" y="8790"/>
                  <a:pt x="10019" y="8633"/>
                  <a:pt x="9767" y="8507"/>
                </a:cubicBezTo>
                <a:cubicBezTo>
                  <a:pt x="10019" y="8255"/>
                  <a:pt x="10145" y="7940"/>
                  <a:pt x="10145" y="7562"/>
                </a:cubicBezTo>
                <a:cubicBezTo>
                  <a:pt x="10145" y="6806"/>
                  <a:pt x="9515" y="6176"/>
                  <a:pt x="8759" y="6176"/>
                </a:cubicBezTo>
                <a:cubicBezTo>
                  <a:pt x="8002" y="6176"/>
                  <a:pt x="7372" y="6806"/>
                  <a:pt x="7372" y="7562"/>
                </a:cubicBezTo>
                <a:cubicBezTo>
                  <a:pt x="7372" y="7908"/>
                  <a:pt x="7498" y="8223"/>
                  <a:pt x="7719" y="8507"/>
                </a:cubicBezTo>
                <a:cubicBezTo>
                  <a:pt x="7498" y="8633"/>
                  <a:pt x="7246" y="8790"/>
                  <a:pt x="7057" y="8980"/>
                </a:cubicBezTo>
                <a:lnTo>
                  <a:pt x="4883" y="8980"/>
                </a:lnTo>
                <a:cubicBezTo>
                  <a:pt x="4694" y="8790"/>
                  <a:pt x="4442" y="8633"/>
                  <a:pt x="4222" y="8507"/>
                </a:cubicBezTo>
                <a:cubicBezTo>
                  <a:pt x="4474" y="8255"/>
                  <a:pt x="4568" y="7940"/>
                  <a:pt x="4568" y="7562"/>
                </a:cubicBezTo>
                <a:cubicBezTo>
                  <a:pt x="4568" y="6806"/>
                  <a:pt x="3938" y="6176"/>
                  <a:pt x="3214" y="6176"/>
                </a:cubicBezTo>
                <a:cubicBezTo>
                  <a:pt x="2458" y="6176"/>
                  <a:pt x="1828" y="6806"/>
                  <a:pt x="1828" y="7562"/>
                </a:cubicBezTo>
                <a:cubicBezTo>
                  <a:pt x="1828" y="7908"/>
                  <a:pt x="1954" y="8223"/>
                  <a:pt x="2174" y="8507"/>
                </a:cubicBezTo>
                <a:cubicBezTo>
                  <a:pt x="1922" y="8633"/>
                  <a:pt x="1701" y="8790"/>
                  <a:pt x="1512" y="8980"/>
                </a:cubicBezTo>
                <a:lnTo>
                  <a:pt x="1103" y="8980"/>
                </a:lnTo>
                <a:cubicBezTo>
                  <a:pt x="882" y="8980"/>
                  <a:pt x="725" y="8790"/>
                  <a:pt x="756" y="8570"/>
                </a:cubicBezTo>
                <a:lnTo>
                  <a:pt x="1260" y="5829"/>
                </a:lnTo>
                <a:cubicBezTo>
                  <a:pt x="1323" y="5672"/>
                  <a:pt x="1418" y="5545"/>
                  <a:pt x="1638" y="5545"/>
                </a:cubicBezTo>
                <a:close/>
                <a:moveTo>
                  <a:pt x="3214" y="8948"/>
                </a:moveTo>
                <a:cubicBezTo>
                  <a:pt x="4127" y="8948"/>
                  <a:pt x="4915" y="9736"/>
                  <a:pt x="4915" y="10712"/>
                </a:cubicBezTo>
                <a:lnTo>
                  <a:pt x="4915" y="11059"/>
                </a:lnTo>
                <a:lnTo>
                  <a:pt x="1481" y="11059"/>
                </a:lnTo>
                <a:lnTo>
                  <a:pt x="1481" y="10712"/>
                </a:lnTo>
                <a:cubicBezTo>
                  <a:pt x="1481" y="9736"/>
                  <a:pt x="2269" y="8948"/>
                  <a:pt x="3214" y="8948"/>
                </a:cubicBezTo>
                <a:close/>
                <a:moveTo>
                  <a:pt x="8759" y="8948"/>
                </a:moveTo>
                <a:cubicBezTo>
                  <a:pt x="9704" y="8948"/>
                  <a:pt x="10491" y="9736"/>
                  <a:pt x="10491" y="10712"/>
                </a:cubicBezTo>
                <a:lnTo>
                  <a:pt x="10491" y="11059"/>
                </a:lnTo>
                <a:lnTo>
                  <a:pt x="7026" y="11059"/>
                </a:lnTo>
                <a:lnTo>
                  <a:pt x="7026" y="10712"/>
                </a:lnTo>
                <a:cubicBezTo>
                  <a:pt x="7026" y="9736"/>
                  <a:pt x="7813" y="8948"/>
                  <a:pt x="8759" y="8948"/>
                </a:cubicBezTo>
                <a:close/>
                <a:moveTo>
                  <a:pt x="5986" y="1"/>
                </a:moveTo>
                <a:cubicBezTo>
                  <a:pt x="5262" y="1"/>
                  <a:pt x="4631" y="631"/>
                  <a:pt x="4631" y="1387"/>
                </a:cubicBezTo>
                <a:cubicBezTo>
                  <a:pt x="4631" y="1733"/>
                  <a:pt x="4726" y="2048"/>
                  <a:pt x="4978" y="2269"/>
                </a:cubicBezTo>
                <a:cubicBezTo>
                  <a:pt x="4127" y="2679"/>
                  <a:pt x="3592" y="3498"/>
                  <a:pt x="3592" y="4474"/>
                </a:cubicBezTo>
                <a:lnTo>
                  <a:pt x="3592" y="4852"/>
                </a:lnTo>
                <a:lnTo>
                  <a:pt x="1670" y="4852"/>
                </a:lnTo>
                <a:cubicBezTo>
                  <a:pt x="1166" y="4852"/>
                  <a:pt x="725" y="5199"/>
                  <a:pt x="630" y="5703"/>
                </a:cubicBezTo>
                <a:lnTo>
                  <a:pt x="126" y="8475"/>
                </a:lnTo>
                <a:cubicBezTo>
                  <a:pt x="0" y="9043"/>
                  <a:pt x="473" y="9610"/>
                  <a:pt x="1071" y="9673"/>
                </a:cubicBezTo>
                <a:cubicBezTo>
                  <a:pt x="914" y="9988"/>
                  <a:pt x="819" y="10366"/>
                  <a:pt x="819" y="10744"/>
                </a:cubicBezTo>
                <a:lnTo>
                  <a:pt x="819" y="11468"/>
                </a:lnTo>
                <a:cubicBezTo>
                  <a:pt x="819" y="11657"/>
                  <a:pt x="977" y="11815"/>
                  <a:pt x="1197" y="11815"/>
                </a:cubicBezTo>
                <a:lnTo>
                  <a:pt x="5356" y="11815"/>
                </a:lnTo>
                <a:cubicBezTo>
                  <a:pt x="5545" y="11815"/>
                  <a:pt x="5703" y="11657"/>
                  <a:pt x="5703" y="11468"/>
                </a:cubicBezTo>
                <a:lnTo>
                  <a:pt x="5703" y="10744"/>
                </a:lnTo>
                <a:cubicBezTo>
                  <a:pt x="5703" y="10366"/>
                  <a:pt x="5640" y="9988"/>
                  <a:pt x="5482" y="9673"/>
                </a:cubicBezTo>
                <a:lnTo>
                  <a:pt x="6648" y="9673"/>
                </a:lnTo>
                <a:cubicBezTo>
                  <a:pt x="6490" y="9988"/>
                  <a:pt x="6427" y="10366"/>
                  <a:pt x="6427" y="10744"/>
                </a:cubicBezTo>
                <a:lnTo>
                  <a:pt x="6427" y="11468"/>
                </a:lnTo>
                <a:cubicBezTo>
                  <a:pt x="6427" y="11657"/>
                  <a:pt x="6585" y="11815"/>
                  <a:pt x="6774" y="11815"/>
                </a:cubicBezTo>
                <a:lnTo>
                  <a:pt x="10838" y="11815"/>
                </a:lnTo>
                <a:cubicBezTo>
                  <a:pt x="11027" y="11815"/>
                  <a:pt x="11184" y="11657"/>
                  <a:pt x="11184" y="11468"/>
                </a:cubicBezTo>
                <a:lnTo>
                  <a:pt x="11184" y="10744"/>
                </a:lnTo>
                <a:cubicBezTo>
                  <a:pt x="11184" y="10366"/>
                  <a:pt x="11121" y="9988"/>
                  <a:pt x="10964" y="9673"/>
                </a:cubicBezTo>
                <a:cubicBezTo>
                  <a:pt x="11563" y="9610"/>
                  <a:pt x="11972" y="9043"/>
                  <a:pt x="11878" y="8475"/>
                </a:cubicBezTo>
                <a:lnTo>
                  <a:pt x="11342" y="5703"/>
                </a:lnTo>
                <a:cubicBezTo>
                  <a:pt x="11279" y="5199"/>
                  <a:pt x="10838" y="4852"/>
                  <a:pt x="10334" y="4852"/>
                </a:cubicBezTo>
                <a:lnTo>
                  <a:pt x="8412" y="4852"/>
                </a:lnTo>
                <a:lnTo>
                  <a:pt x="8412" y="4474"/>
                </a:lnTo>
                <a:cubicBezTo>
                  <a:pt x="8412" y="3498"/>
                  <a:pt x="7845" y="2679"/>
                  <a:pt x="7026" y="2269"/>
                </a:cubicBezTo>
                <a:cubicBezTo>
                  <a:pt x="7246" y="2048"/>
                  <a:pt x="7372" y="1733"/>
                  <a:pt x="7372" y="1387"/>
                </a:cubicBezTo>
                <a:cubicBezTo>
                  <a:pt x="7372" y="631"/>
                  <a:pt x="6742" y="1"/>
                  <a:pt x="598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6" name="Google Shape;2536;p45"/>
          <p:cNvSpPr/>
          <p:nvPr/>
        </p:nvSpPr>
        <p:spPr>
          <a:xfrm>
            <a:off x="8195622" y="2869608"/>
            <a:ext cx="183414" cy="283840"/>
          </a:xfrm>
          <a:custGeom>
            <a:rect b="b" l="l" r="r" t="t"/>
            <a:pathLst>
              <a:path extrusionOk="0" h="11752" w="7594">
                <a:moveTo>
                  <a:pt x="6585" y="662"/>
                </a:moveTo>
                <a:cubicBezTo>
                  <a:pt x="6774" y="662"/>
                  <a:pt x="6932" y="819"/>
                  <a:pt x="6932" y="1008"/>
                </a:cubicBezTo>
                <a:cubicBezTo>
                  <a:pt x="6932" y="1197"/>
                  <a:pt x="6774" y="1355"/>
                  <a:pt x="6585" y="1355"/>
                </a:cubicBezTo>
                <a:lnTo>
                  <a:pt x="1040" y="1355"/>
                </a:lnTo>
                <a:cubicBezTo>
                  <a:pt x="820" y="1355"/>
                  <a:pt x="662" y="1197"/>
                  <a:pt x="662" y="1008"/>
                </a:cubicBezTo>
                <a:cubicBezTo>
                  <a:pt x="662" y="819"/>
                  <a:pt x="820" y="662"/>
                  <a:pt x="1040" y="662"/>
                </a:cubicBezTo>
                <a:close/>
                <a:moveTo>
                  <a:pt x="6175" y="2048"/>
                </a:moveTo>
                <a:lnTo>
                  <a:pt x="6175" y="2867"/>
                </a:lnTo>
                <a:cubicBezTo>
                  <a:pt x="5435" y="3277"/>
                  <a:pt x="4600" y="3481"/>
                  <a:pt x="3765" y="3481"/>
                </a:cubicBezTo>
                <a:cubicBezTo>
                  <a:pt x="2930" y="3481"/>
                  <a:pt x="2096" y="3277"/>
                  <a:pt x="1355" y="2867"/>
                </a:cubicBezTo>
                <a:lnTo>
                  <a:pt x="1355" y="2048"/>
                </a:lnTo>
                <a:close/>
                <a:moveTo>
                  <a:pt x="1418" y="3686"/>
                </a:moveTo>
                <a:lnTo>
                  <a:pt x="1418" y="3686"/>
                </a:lnTo>
                <a:cubicBezTo>
                  <a:pt x="2174" y="4001"/>
                  <a:pt x="2962" y="4190"/>
                  <a:pt x="3781" y="4190"/>
                </a:cubicBezTo>
                <a:cubicBezTo>
                  <a:pt x="4600" y="4190"/>
                  <a:pt x="5388" y="4033"/>
                  <a:pt x="6144" y="3686"/>
                </a:cubicBezTo>
                <a:lnTo>
                  <a:pt x="6144" y="3686"/>
                </a:lnTo>
                <a:cubicBezTo>
                  <a:pt x="5860" y="4757"/>
                  <a:pt x="4915" y="5545"/>
                  <a:pt x="3781" y="5545"/>
                </a:cubicBezTo>
                <a:cubicBezTo>
                  <a:pt x="2647" y="5545"/>
                  <a:pt x="1702" y="4757"/>
                  <a:pt x="1418" y="3686"/>
                </a:cubicBezTo>
                <a:close/>
                <a:moveTo>
                  <a:pt x="3435" y="6238"/>
                </a:moveTo>
                <a:lnTo>
                  <a:pt x="3435" y="7813"/>
                </a:lnTo>
                <a:lnTo>
                  <a:pt x="1544" y="9704"/>
                </a:lnTo>
                <a:lnTo>
                  <a:pt x="1355" y="9704"/>
                </a:lnTo>
                <a:lnTo>
                  <a:pt x="1355" y="8695"/>
                </a:lnTo>
                <a:cubicBezTo>
                  <a:pt x="1355" y="7467"/>
                  <a:pt x="2237" y="6427"/>
                  <a:pt x="3435" y="6238"/>
                </a:cubicBezTo>
                <a:close/>
                <a:moveTo>
                  <a:pt x="3781" y="8443"/>
                </a:moveTo>
                <a:lnTo>
                  <a:pt x="5041" y="9704"/>
                </a:lnTo>
                <a:lnTo>
                  <a:pt x="2552" y="9704"/>
                </a:lnTo>
                <a:lnTo>
                  <a:pt x="3781" y="8443"/>
                </a:lnTo>
                <a:close/>
                <a:moveTo>
                  <a:pt x="4128" y="6238"/>
                </a:moveTo>
                <a:cubicBezTo>
                  <a:pt x="5325" y="6396"/>
                  <a:pt x="6207" y="7435"/>
                  <a:pt x="6207" y="8695"/>
                </a:cubicBezTo>
                <a:lnTo>
                  <a:pt x="6207" y="9704"/>
                </a:lnTo>
                <a:lnTo>
                  <a:pt x="6018" y="9704"/>
                </a:lnTo>
                <a:lnTo>
                  <a:pt x="4128" y="7813"/>
                </a:lnTo>
                <a:lnTo>
                  <a:pt x="4128" y="6238"/>
                </a:lnTo>
                <a:close/>
                <a:moveTo>
                  <a:pt x="6553" y="10397"/>
                </a:moveTo>
                <a:cubicBezTo>
                  <a:pt x="6743" y="10428"/>
                  <a:pt x="6900" y="10586"/>
                  <a:pt x="6900" y="10743"/>
                </a:cubicBezTo>
                <a:cubicBezTo>
                  <a:pt x="6900" y="10932"/>
                  <a:pt x="6743" y="11090"/>
                  <a:pt x="6553" y="11090"/>
                </a:cubicBezTo>
                <a:lnTo>
                  <a:pt x="977" y="11090"/>
                </a:lnTo>
                <a:cubicBezTo>
                  <a:pt x="788" y="11090"/>
                  <a:pt x="631" y="10932"/>
                  <a:pt x="631" y="10743"/>
                </a:cubicBezTo>
                <a:cubicBezTo>
                  <a:pt x="631" y="10554"/>
                  <a:pt x="788" y="10397"/>
                  <a:pt x="977" y="10397"/>
                </a:cubicBezTo>
                <a:close/>
                <a:moveTo>
                  <a:pt x="1009" y="0"/>
                </a:moveTo>
                <a:cubicBezTo>
                  <a:pt x="442" y="0"/>
                  <a:pt x="0" y="473"/>
                  <a:pt x="0" y="1008"/>
                </a:cubicBezTo>
                <a:cubicBezTo>
                  <a:pt x="0" y="1449"/>
                  <a:pt x="284" y="1827"/>
                  <a:pt x="694" y="1985"/>
                </a:cubicBezTo>
                <a:lnTo>
                  <a:pt x="694" y="3088"/>
                </a:lnTo>
                <a:cubicBezTo>
                  <a:pt x="694" y="4316"/>
                  <a:pt x="1387" y="5356"/>
                  <a:pt x="2395" y="5860"/>
                </a:cubicBezTo>
                <a:cubicBezTo>
                  <a:pt x="1387" y="6364"/>
                  <a:pt x="694" y="7435"/>
                  <a:pt x="694" y="8664"/>
                </a:cubicBezTo>
                <a:lnTo>
                  <a:pt x="694" y="9767"/>
                </a:lnTo>
                <a:cubicBezTo>
                  <a:pt x="316" y="9924"/>
                  <a:pt x="0" y="10271"/>
                  <a:pt x="0" y="10743"/>
                </a:cubicBezTo>
                <a:cubicBezTo>
                  <a:pt x="0" y="11342"/>
                  <a:pt x="473" y="11751"/>
                  <a:pt x="1009" y="11751"/>
                </a:cubicBezTo>
                <a:lnTo>
                  <a:pt x="6585" y="11751"/>
                </a:lnTo>
                <a:cubicBezTo>
                  <a:pt x="7152" y="11751"/>
                  <a:pt x="7593" y="11279"/>
                  <a:pt x="7593" y="10743"/>
                </a:cubicBezTo>
                <a:cubicBezTo>
                  <a:pt x="7593" y="10302"/>
                  <a:pt x="7310" y="9924"/>
                  <a:pt x="6900" y="9767"/>
                </a:cubicBezTo>
                <a:lnTo>
                  <a:pt x="6900" y="8664"/>
                </a:lnTo>
                <a:cubicBezTo>
                  <a:pt x="6900" y="7435"/>
                  <a:pt x="6207" y="6364"/>
                  <a:pt x="5199" y="5860"/>
                </a:cubicBezTo>
                <a:cubicBezTo>
                  <a:pt x="6207" y="5387"/>
                  <a:pt x="6900" y="4316"/>
                  <a:pt x="6900" y="3088"/>
                </a:cubicBezTo>
                <a:lnTo>
                  <a:pt x="6900" y="1985"/>
                </a:lnTo>
                <a:cubicBezTo>
                  <a:pt x="7278" y="1827"/>
                  <a:pt x="7593" y="1481"/>
                  <a:pt x="7593" y="1008"/>
                </a:cubicBezTo>
                <a:cubicBezTo>
                  <a:pt x="7593" y="410"/>
                  <a:pt x="7121" y="0"/>
                  <a:pt x="658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7" name="Google Shape;2537;p45"/>
          <p:cNvSpPr/>
          <p:nvPr/>
        </p:nvSpPr>
        <p:spPr>
          <a:xfrm>
            <a:off x="5520590" y="1555697"/>
            <a:ext cx="287632" cy="286135"/>
          </a:xfrm>
          <a:custGeom>
            <a:rect b="b" l="l" r="r" t="t"/>
            <a:pathLst>
              <a:path extrusionOk="0" h="11847" w="11909">
                <a:moveTo>
                  <a:pt x="3560" y="2647"/>
                </a:moveTo>
                <a:lnTo>
                  <a:pt x="3560" y="3561"/>
                </a:lnTo>
                <a:lnTo>
                  <a:pt x="2615" y="3561"/>
                </a:lnTo>
                <a:lnTo>
                  <a:pt x="3560" y="2647"/>
                </a:lnTo>
                <a:close/>
                <a:moveTo>
                  <a:pt x="6616" y="4222"/>
                </a:moveTo>
                <a:cubicBezTo>
                  <a:pt x="7971" y="4285"/>
                  <a:pt x="9074" y="5325"/>
                  <a:pt x="9074" y="6680"/>
                </a:cubicBezTo>
                <a:cubicBezTo>
                  <a:pt x="9074" y="8003"/>
                  <a:pt x="7971" y="9106"/>
                  <a:pt x="6616" y="9106"/>
                </a:cubicBezTo>
                <a:cubicBezTo>
                  <a:pt x="5293" y="9106"/>
                  <a:pt x="4190" y="8003"/>
                  <a:pt x="4190" y="6680"/>
                </a:cubicBezTo>
                <a:cubicBezTo>
                  <a:pt x="4190" y="5325"/>
                  <a:pt x="5293" y="4222"/>
                  <a:pt x="6616" y="4222"/>
                </a:cubicBezTo>
                <a:close/>
                <a:moveTo>
                  <a:pt x="7687" y="757"/>
                </a:moveTo>
                <a:lnTo>
                  <a:pt x="7687" y="1513"/>
                </a:lnTo>
                <a:lnTo>
                  <a:pt x="3875" y="1513"/>
                </a:lnTo>
                <a:cubicBezTo>
                  <a:pt x="3781" y="1513"/>
                  <a:pt x="3655" y="1544"/>
                  <a:pt x="3623" y="1639"/>
                </a:cubicBezTo>
                <a:lnTo>
                  <a:pt x="1512" y="3718"/>
                </a:lnTo>
                <a:cubicBezTo>
                  <a:pt x="1418" y="3813"/>
                  <a:pt x="1386" y="3876"/>
                  <a:pt x="1386" y="3939"/>
                </a:cubicBezTo>
                <a:lnTo>
                  <a:pt x="1386" y="9862"/>
                </a:lnTo>
                <a:lnTo>
                  <a:pt x="662" y="9862"/>
                </a:lnTo>
                <a:lnTo>
                  <a:pt x="662" y="757"/>
                </a:lnTo>
                <a:close/>
                <a:moveTo>
                  <a:pt x="8380" y="2175"/>
                </a:moveTo>
                <a:lnTo>
                  <a:pt x="8380" y="4128"/>
                </a:lnTo>
                <a:cubicBezTo>
                  <a:pt x="7876" y="3813"/>
                  <a:pt x="7278" y="3592"/>
                  <a:pt x="6648" y="3592"/>
                </a:cubicBezTo>
                <a:cubicBezTo>
                  <a:pt x="4915" y="3592"/>
                  <a:pt x="3560" y="5010"/>
                  <a:pt x="3560" y="6711"/>
                </a:cubicBezTo>
                <a:cubicBezTo>
                  <a:pt x="3560" y="8444"/>
                  <a:pt x="4946" y="9830"/>
                  <a:pt x="6648" y="9830"/>
                </a:cubicBezTo>
                <a:cubicBezTo>
                  <a:pt x="7120" y="9830"/>
                  <a:pt x="7593" y="9704"/>
                  <a:pt x="8002" y="9515"/>
                </a:cubicBezTo>
                <a:lnTo>
                  <a:pt x="8380" y="9893"/>
                </a:lnTo>
                <a:lnTo>
                  <a:pt x="8380" y="10492"/>
                </a:lnTo>
                <a:lnTo>
                  <a:pt x="2079" y="10492"/>
                </a:lnTo>
                <a:lnTo>
                  <a:pt x="2079" y="4285"/>
                </a:lnTo>
                <a:lnTo>
                  <a:pt x="3875" y="4285"/>
                </a:lnTo>
                <a:cubicBezTo>
                  <a:pt x="4064" y="4285"/>
                  <a:pt x="4222" y="4128"/>
                  <a:pt x="4222" y="3907"/>
                </a:cubicBezTo>
                <a:lnTo>
                  <a:pt x="4222" y="2175"/>
                </a:lnTo>
                <a:close/>
                <a:moveTo>
                  <a:pt x="9074" y="8633"/>
                </a:moveTo>
                <a:lnTo>
                  <a:pt x="11027" y="10618"/>
                </a:lnTo>
                <a:cubicBezTo>
                  <a:pt x="11153" y="10744"/>
                  <a:pt x="11153" y="10964"/>
                  <a:pt x="11027" y="11090"/>
                </a:cubicBezTo>
                <a:cubicBezTo>
                  <a:pt x="10964" y="11153"/>
                  <a:pt x="10877" y="11185"/>
                  <a:pt x="10791" y="11185"/>
                </a:cubicBezTo>
                <a:cubicBezTo>
                  <a:pt x="10704" y="11185"/>
                  <a:pt x="10617" y="11153"/>
                  <a:pt x="10554" y="11090"/>
                </a:cubicBezTo>
                <a:lnTo>
                  <a:pt x="8601" y="9106"/>
                </a:lnTo>
                <a:cubicBezTo>
                  <a:pt x="8790" y="9011"/>
                  <a:pt x="8948" y="8791"/>
                  <a:pt x="9074" y="8633"/>
                </a:cubicBezTo>
                <a:close/>
                <a:moveTo>
                  <a:pt x="347" y="1"/>
                </a:moveTo>
                <a:cubicBezTo>
                  <a:pt x="158" y="1"/>
                  <a:pt x="0" y="190"/>
                  <a:pt x="0" y="379"/>
                </a:cubicBezTo>
                <a:lnTo>
                  <a:pt x="0" y="10145"/>
                </a:lnTo>
                <a:cubicBezTo>
                  <a:pt x="0" y="10334"/>
                  <a:pt x="158" y="10492"/>
                  <a:pt x="347" y="10492"/>
                </a:cubicBezTo>
                <a:lnTo>
                  <a:pt x="1386" y="10492"/>
                </a:lnTo>
                <a:lnTo>
                  <a:pt x="1386" y="10838"/>
                </a:lnTo>
                <a:cubicBezTo>
                  <a:pt x="1386" y="11059"/>
                  <a:pt x="1544" y="11216"/>
                  <a:pt x="1733" y="11216"/>
                </a:cubicBezTo>
                <a:lnTo>
                  <a:pt x="8695" y="11216"/>
                </a:lnTo>
                <a:cubicBezTo>
                  <a:pt x="8916" y="11216"/>
                  <a:pt x="9074" y="11059"/>
                  <a:pt x="9074" y="10838"/>
                </a:cubicBezTo>
                <a:lnTo>
                  <a:pt x="9074" y="10586"/>
                </a:lnTo>
                <a:lnTo>
                  <a:pt x="10050" y="11563"/>
                </a:lnTo>
                <a:cubicBezTo>
                  <a:pt x="10239" y="11752"/>
                  <a:pt x="10507" y="11847"/>
                  <a:pt x="10775" y="11847"/>
                </a:cubicBezTo>
                <a:cubicBezTo>
                  <a:pt x="11043" y="11847"/>
                  <a:pt x="11310" y="11752"/>
                  <a:pt x="11499" y="11563"/>
                </a:cubicBezTo>
                <a:cubicBezTo>
                  <a:pt x="11909" y="11153"/>
                  <a:pt x="11909" y="10492"/>
                  <a:pt x="11499" y="10114"/>
                </a:cubicBezTo>
                <a:lnTo>
                  <a:pt x="9420" y="8003"/>
                </a:lnTo>
                <a:cubicBezTo>
                  <a:pt x="9609" y="7625"/>
                  <a:pt x="9735" y="7152"/>
                  <a:pt x="9735" y="6680"/>
                </a:cubicBezTo>
                <a:cubicBezTo>
                  <a:pt x="9735" y="5924"/>
                  <a:pt x="9452" y="5262"/>
                  <a:pt x="9011" y="4695"/>
                </a:cubicBezTo>
                <a:lnTo>
                  <a:pt x="9011" y="1828"/>
                </a:lnTo>
                <a:cubicBezTo>
                  <a:pt x="9011" y="1639"/>
                  <a:pt x="8853" y="1481"/>
                  <a:pt x="8664" y="1481"/>
                </a:cubicBezTo>
                <a:lnTo>
                  <a:pt x="8317" y="1481"/>
                </a:lnTo>
                <a:lnTo>
                  <a:pt x="8317" y="379"/>
                </a:lnTo>
                <a:cubicBezTo>
                  <a:pt x="8317" y="190"/>
                  <a:pt x="8160" y="1"/>
                  <a:pt x="797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38" name="Google Shape;2538;p45"/>
          <p:cNvGrpSpPr/>
          <p:nvPr/>
        </p:nvGrpSpPr>
        <p:grpSpPr>
          <a:xfrm>
            <a:off x="5520204" y="1993154"/>
            <a:ext cx="288405" cy="285386"/>
            <a:chOff x="1049375" y="2318350"/>
            <a:chExt cx="298525" cy="295400"/>
          </a:xfrm>
        </p:grpSpPr>
        <p:sp>
          <p:nvSpPr>
            <p:cNvPr id="2539" name="Google Shape;2539;p45"/>
            <p:cNvSpPr/>
            <p:nvPr/>
          </p:nvSpPr>
          <p:spPr>
            <a:xfrm>
              <a:off x="1101350" y="2492325"/>
              <a:ext cx="70125" cy="50525"/>
            </a:xfrm>
            <a:custGeom>
              <a:rect b="b" l="l" r="r" t="t"/>
              <a:pathLst>
                <a:path extrusionOk="0" h="2021" w="2805">
                  <a:moveTo>
                    <a:pt x="2473" y="0"/>
                  </a:moveTo>
                  <a:cubicBezTo>
                    <a:pt x="2377" y="0"/>
                    <a:pt x="2273" y="32"/>
                    <a:pt x="2206" y="99"/>
                  </a:cubicBezTo>
                  <a:lnTo>
                    <a:pt x="1072" y="1233"/>
                  </a:lnTo>
                  <a:lnTo>
                    <a:pt x="599" y="761"/>
                  </a:lnTo>
                  <a:cubicBezTo>
                    <a:pt x="536" y="713"/>
                    <a:pt x="449" y="690"/>
                    <a:pt x="363" y="690"/>
                  </a:cubicBezTo>
                  <a:cubicBezTo>
                    <a:pt x="276" y="690"/>
                    <a:pt x="189" y="713"/>
                    <a:pt x="126" y="761"/>
                  </a:cubicBezTo>
                  <a:cubicBezTo>
                    <a:pt x="0" y="887"/>
                    <a:pt x="0" y="1139"/>
                    <a:pt x="126" y="1233"/>
                  </a:cubicBezTo>
                  <a:lnTo>
                    <a:pt x="820" y="1958"/>
                  </a:lnTo>
                  <a:cubicBezTo>
                    <a:pt x="914" y="2021"/>
                    <a:pt x="977" y="2021"/>
                    <a:pt x="1072" y="2021"/>
                  </a:cubicBezTo>
                  <a:cubicBezTo>
                    <a:pt x="1135" y="2021"/>
                    <a:pt x="1261" y="1989"/>
                    <a:pt x="1292" y="1926"/>
                  </a:cubicBezTo>
                  <a:lnTo>
                    <a:pt x="2678" y="540"/>
                  </a:lnTo>
                  <a:cubicBezTo>
                    <a:pt x="2804" y="414"/>
                    <a:pt x="2804" y="162"/>
                    <a:pt x="2678" y="68"/>
                  </a:cubicBezTo>
                  <a:cubicBezTo>
                    <a:pt x="2634" y="24"/>
                    <a:pt x="2557" y="0"/>
                    <a:pt x="24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0" name="Google Shape;2540;p45"/>
            <p:cNvSpPr/>
            <p:nvPr/>
          </p:nvSpPr>
          <p:spPr>
            <a:xfrm>
              <a:off x="1101350" y="2440525"/>
              <a:ext cx="70125" cy="51150"/>
            </a:xfrm>
            <a:custGeom>
              <a:rect b="b" l="l" r="r" t="t"/>
              <a:pathLst>
                <a:path extrusionOk="0" h="2046" w="2805">
                  <a:moveTo>
                    <a:pt x="2469" y="1"/>
                  </a:moveTo>
                  <a:cubicBezTo>
                    <a:pt x="2374" y="1"/>
                    <a:pt x="2272" y="40"/>
                    <a:pt x="2206" y="123"/>
                  </a:cubicBezTo>
                  <a:lnTo>
                    <a:pt x="1072" y="1257"/>
                  </a:lnTo>
                  <a:lnTo>
                    <a:pt x="599" y="785"/>
                  </a:lnTo>
                  <a:cubicBezTo>
                    <a:pt x="536" y="738"/>
                    <a:pt x="449" y="714"/>
                    <a:pt x="363" y="714"/>
                  </a:cubicBezTo>
                  <a:cubicBezTo>
                    <a:pt x="276" y="714"/>
                    <a:pt x="189" y="738"/>
                    <a:pt x="126" y="785"/>
                  </a:cubicBezTo>
                  <a:cubicBezTo>
                    <a:pt x="0" y="911"/>
                    <a:pt x="0" y="1163"/>
                    <a:pt x="126" y="1257"/>
                  </a:cubicBezTo>
                  <a:lnTo>
                    <a:pt x="820" y="1982"/>
                  </a:lnTo>
                  <a:cubicBezTo>
                    <a:pt x="914" y="2045"/>
                    <a:pt x="977" y="2045"/>
                    <a:pt x="1072" y="2045"/>
                  </a:cubicBezTo>
                  <a:cubicBezTo>
                    <a:pt x="1135" y="2045"/>
                    <a:pt x="1261" y="2014"/>
                    <a:pt x="1292" y="1951"/>
                  </a:cubicBezTo>
                  <a:lnTo>
                    <a:pt x="2678" y="564"/>
                  </a:lnTo>
                  <a:cubicBezTo>
                    <a:pt x="2804" y="438"/>
                    <a:pt x="2804" y="186"/>
                    <a:pt x="2678" y="92"/>
                  </a:cubicBezTo>
                  <a:cubicBezTo>
                    <a:pt x="2634" y="32"/>
                    <a:pt x="2554" y="1"/>
                    <a:pt x="246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1" name="Google Shape;2541;p45"/>
            <p:cNvSpPr/>
            <p:nvPr/>
          </p:nvSpPr>
          <p:spPr>
            <a:xfrm>
              <a:off x="1101350" y="2388550"/>
              <a:ext cx="70125" cy="51125"/>
            </a:xfrm>
            <a:custGeom>
              <a:rect b="b" l="l" r="r" t="t"/>
              <a:pathLst>
                <a:path extrusionOk="0" h="2045" w="2805">
                  <a:moveTo>
                    <a:pt x="2469" y="1"/>
                  </a:moveTo>
                  <a:cubicBezTo>
                    <a:pt x="2374" y="1"/>
                    <a:pt x="2272" y="40"/>
                    <a:pt x="2206" y="123"/>
                  </a:cubicBezTo>
                  <a:lnTo>
                    <a:pt x="1072" y="1257"/>
                  </a:lnTo>
                  <a:lnTo>
                    <a:pt x="599" y="785"/>
                  </a:lnTo>
                  <a:cubicBezTo>
                    <a:pt x="536" y="722"/>
                    <a:pt x="449" y="690"/>
                    <a:pt x="363" y="690"/>
                  </a:cubicBezTo>
                  <a:cubicBezTo>
                    <a:pt x="276" y="690"/>
                    <a:pt x="189" y="722"/>
                    <a:pt x="126" y="785"/>
                  </a:cubicBezTo>
                  <a:cubicBezTo>
                    <a:pt x="0" y="911"/>
                    <a:pt x="0" y="1131"/>
                    <a:pt x="126" y="1257"/>
                  </a:cubicBezTo>
                  <a:lnTo>
                    <a:pt x="820" y="1982"/>
                  </a:lnTo>
                  <a:cubicBezTo>
                    <a:pt x="914" y="2045"/>
                    <a:pt x="977" y="2045"/>
                    <a:pt x="1072" y="2045"/>
                  </a:cubicBezTo>
                  <a:cubicBezTo>
                    <a:pt x="1135" y="2045"/>
                    <a:pt x="1261" y="2013"/>
                    <a:pt x="1292" y="1919"/>
                  </a:cubicBezTo>
                  <a:lnTo>
                    <a:pt x="2678" y="532"/>
                  </a:lnTo>
                  <a:cubicBezTo>
                    <a:pt x="2804" y="438"/>
                    <a:pt x="2804" y="186"/>
                    <a:pt x="2678" y="91"/>
                  </a:cubicBezTo>
                  <a:cubicBezTo>
                    <a:pt x="2634" y="32"/>
                    <a:pt x="2554" y="1"/>
                    <a:pt x="246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2" name="Google Shape;2542;p45"/>
            <p:cNvSpPr/>
            <p:nvPr/>
          </p:nvSpPr>
          <p:spPr>
            <a:xfrm>
              <a:off x="1049375" y="2318350"/>
              <a:ext cx="298525" cy="295400"/>
            </a:xfrm>
            <a:custGeom>
              <a:rect b="b" l="l" r="r" t="t"/>
              <a:pathLst>
                <a:path extrusionOk="0" h="11816" w="11941">
                  <a:moveTo>
                    <a:pt x="6963" y="1198"/>
                  </a:moveTo>
                  <a:lnTo>
                    <a:pt x="7876" y="2143"/>
                  </a:lnTo>
                  <a:lnTo>
                    <a:pt x="6963" y="2143"/>
                  </a:lnTo>
                  <a:lnTo>
                    <a:pt x="6963" y="1198"/>
                  </a:lnTo>
                  <a:close/>
                  <a:moveTo>
                    <a:pt x="10286" y="3498"/>
                  </a:moveTo>
                  <a:cubicBezTo>
                    <a:pt x="10373" y="3498"/>
                    <a:pt x="10460" y="3530"/>
                    <a:pt x="10523" y="3593"/>
                  </a:cubicBezTo>
                  <a:lnTo>
                    <a:pt x="10995" y="4065"/>
                  </a:lnTo>
                  <a:cubicBezTo>
                    <a:pt x="11184" y="4223"/>
                    <a:pt x="11184" y="4475"/>
                    <a:pt x="11027" y="4569"/>
                  </a:cubicBezTo>
                  <a:lnTo>
                    <a:pt x="10806" y="4821"/>
                  </a:lnTo>
                  <a:lnTo>
                    <a:pt x="9798" y="3845"/>
                  </a:lnTo>
                  <a:lnTo>
                    <a:pt x="10050" y="3593"/>
                  </a:lnTo>
                  <a:cubicBezTo>
                    <a:pt x="10113" y="3530"/>
                    <a:pt x="10200" y="3498"/>
                    <a:pt x="10286" y="3498"/>
                  </a:cubicBezTo>
                  <a:close/>
                  <a:moveTo>
                    <a:pt x="9294" y="4349"/>
                  </a:moveTo>
                  <a:lnTo>
                    <a:pt x="10271" y="5325"/>
                  </a:lnTo>
                  <a:lnTo>
                    <a:pt x="7845" y="7783"/>
                  </a:lnTo>
                  <a:lnTo>
                    <a:pt x="6868" y="6774"/>
                  </a:lnTo>
                  <a:lnTo>
                    <a:pt x="9294" y="4349"/>
                  </a:lnTo>
                  <a:close/>
                  <a:moveTo>
                    <a:pt x="6585" y="7499"/>
                  </a:moveTo>
                  <a:lnTo>
                    <a:pt x="7183" y="8098"/>
                  </a:lnTo>
                  <a:lnTo>
                    <a:pt x="6427" y="8255"/>
                  </a:lnTo>
                  <a:lnTo>
                    <a:pt x="6585" y="7499"/>
                  </a:lnTo>
                  <a:close/>
                  <a:moveTo>
                    <a:pt x="6994" y="10398"/>
                  </a:moveTo>
                  <a:lnTo>
                    <a:pt x="6994" y="10776"/>
                  </a:lnTo>
                  <a:cubicBezTo>
                    <a:pt x="6994" y="10870"/>
                    <a:pt x="7057" y="10996"/>
                    <a:pt x="7089" y="11122"/>
                  </a:cubicBezTo>
                  <a:lnTo>
                    <a:pt x="1071" y="11122"/>
                  </a:lnTo>
                  <a:cubicBezTo>
                    <a:pt x="882" y="11122"/>
                    <a:pt x="693" y="10965"/>
                    <a:pt x="693" y="10776"/>
                  </a:cubicBezTo>
                  <a:lnTo>
                    <a:pt x="693" y="10398"/>
                  </a:lnTo>
                  <a:close/>
                  <a:moveTo>
                    <a:pt x="6270" y="663"/>
                  </a:moveTo>
                  <a:lnTo>
                    <a:pt x="6270" y="2458"/>
                  </a:lnTo>
                  <a:cubicBezTo>
                    <a:pt x="6270" y="2647"/>
                    <a:pt x="6427" y="2805"/>
                    <a:pt x="6616" y="2805"/>
                  </a:cubicBezTo>
                  <a:lnTo>
                    <a:pt x="8349" y="2805"/>
                  </a:lnTo>
                  <a:lnTo>
                    <a:pt x="8349" y="4286"/>
                  </a:lnTo>
                  <a:lnTo>
                    <a:pt x="6112" y="6554"/>
                  </a:lnTo>
                  <a:cubicBezTo>
                    <a:pt x="6081" y="6585"/>
                    <a:pt x="6018" y="6680"/>
                    <a:pt x="6018" y="6711"/>
                  </a:cubicBezTo>
                  <a:lnTo>
                    <a:pt x="5608" y="8633"/>
                  </a:lnTo>
                  <a:cubicBezTo>
                    <a:pt x="5545" y="8759"/>
                    <a:pt x="5608" y="8885"/>
                    <a:pt x="5671" y="8948"/>
                  </a:cubicBezTo>
                  <a:cubicBezTo>
                    <a:pt x="5742" y="9019"/>
                    <a:pt x="5813" y="9055"/>
                    <a:pt x="5897" y="9055"/>
                  </a:cubicBezTo>
                  <a:cubicBezTo>
                    <a:pt x="5925" y="9055"/>
                    <a:pt x="5955" y="9051"/>
                    <a:pt x="5986" y="9043"/>
                  </a:cubicBezTo>
                  <a:lnTo>
                    <a:pt x="7908" y="8602"/>
                  </a:lnTo>
                  <a:cubicBezTo>
                    <a:pt x="8002" y="8602"/>
                    <a:pt x="8034" y="8570"/>
                    <a:pt x="8065" y="8507"/>
                  </a:cubicBezTo>
                  <a:lnTo>
                    <a:pt x="8349" y="8255"/>
                  </a:lnTo>
                  <a:lnTo>
                    <a:pt x="8349" y="10807"/>
                  </a:lnTo>
                  <a:lnTo>
                    <a:pt x="8380" y="10807"/>
                  </a:lnTo>
                  <a:cubicBezTo>
                    <a:pt x="8380" y="10996"/>
                    <a:pt x="8223" y="11154"/>
                    <a:pt x="8034" y="11154"/>
                  </a:cubicBezTo>
                  <a:cubicBezTo>
                    <a:pt x="7845" y="11154"/>
                    <a:pt x="7687" y="10996"/>
                    <a:pt x="7687" y="10807"/>
                  </a:cubicBezTo>
                  <a:lnTo>
                    <a:pt x="7687" y="10083"/>
                  </a:lnTo>
                  <a:cubicBezTo>
                    <a:pt x="7687" y="9893"/>
                    <a:pt x="7530" y="9736"/>
                    <a:pt x="7309" y="9736"/>
                  </a:cubicBezTo>
                  <a:lnTo>
                    <a:pt x="1386" y="9736"/>
                  </a:lnTo>
                  <a:lnTo>
                    <a:pt x="1386" y="663"/>
                  </a:lnTo>
                  <a:close/>
                  <a:moveTo>
                    <a:pt x="1071" y="1"/>
                  </a:moveTo>
                  <a:cubicBezTo>
                    <a:pt x="882" y="1"/>
                    <a:pt x="693" y="158"/>
                    <a:pt x="693" y="379"/>
                  </a:cubicBezTo>
                  <a:lnTo>
                    <a:pt x="693" y="9736"/>
                  </a:lnTo>
                  <a:lnTo>
                    <a:pt x="347" y="9736"/>
                  </a:lnTo>
                  <a:cubicBezTo>
                    <a:pt x="158" y="9736"/>
                    <a:pt x="0" y="9893"/>
                    <a:pt x="0" y="10083"/>
                  </a:cubicBezTo>
                  <a:lnTo>
                    <a:pt x="0" y="10807"/>
                  </a:lnTo>
                  <a:cubicBezTo>
                    <a:pt x="0" y="11406"/>
                    <a:pt x="473" y="11815"/>
                    <a:pt x="1008" y="11815"/>
                  </a:cubicBezTo>
                  <a:lnTo>
                    <a:pt x="8002" y="11815"/>
                  </a:lnTo>
                  <a:cubicBezTo>
                    <a:pt x="8569" y="11815"/>
                    <a:pt x="9011" y="11343"/>
                    <a:pt x="9011" y="10807"/>
                  </a:cubicBezTo>
                  <a:lnTo>
                    <a:pt x="9011" y="7562"/>
                  </a:lnTo>
                  <a:lnTo>
                    <a:pt x="11499" y="5105"/>
                  </a:lnTo>
                  <a:cubicBezTo>
                    <a:pt x="11940" y="4664"/>
                    <a:pt x="11940" y="4034"/>
                    <a:pt x="11531" y="3593"/>
                  </a:cubicBezTo>
                  <a:lnTo>
                    <a:pt x="11058" y="3120"/>
                  </a:lnTo>
                  <a:cubicBezTo>
                    <a:pt x="10869" y="2931"/>
                    <a:pt x="10609" y="2836"/>
                    <a:pt x="10346" y="2836"/>
                  </a:cubicBezTo>
                  <a:cubicBezTo>
                    <a:pt x="10082" y="2836"/>
                    <a:pt x="9814" y="2931"/>
                    <a:pt x="9609" y="3120"/>
                  </a:cubicBezTo>
                  <a:lnTo>
                    <a:pt x="9105" y="3624"/>
                  </a:lnTo>
                  <a:lnTo>
                    <a:pt x="9105" y="2490"/>
                  </a:lnTo>
                  <a:cubicBezTo>
                    <a:pt x="9105" y="2427"/>
                    <a:pt x="9074" y="2332"/>
                    <a:pt x="8979" y="2269"/>
                  </a:cubicBezTo>
                  <a:lnTo>
                    <a:pt x="6900" y="127"/>
                  </a:lnTo>
                  <a:cubicBezTo>
                    <a:pt x="6805" y="64"/>
                    <a:pt x="6742" y="1"/>
                    <a:pt x="66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43" name="Google Shape;2543;p45"/>
          <p:cNvGrpSpPr/>
          <p:nvPr/>
        </p:nvGrpSpPr>
        <p:grpSpPr>
          <a:xfrm>
            <a:off x="5520590" y="2429996"/>
            <a:ext cx="287632" cy="287632"/>
            <a:chOff x="1049375" y="2680675"/>
            <a:chExt cx="297725" cy="297725"/>
          </a:xfrm>
        </p:grpSpPr>
        <p:sp>
          <p:nvSpPr>
            <p:cNvPr id="2544" name="Google Shape;2544;p45"/>
            <p:cNvSpPr/>
            <p:nvPr/>
          </p:nvSpPr>
          <p:spPr>
            <a:xfrm>
              <a:off x="1113175" y="2752350"/>
              <a:ext cx="161475" cy="155975"/>
            </a:xfrm>
            <a:custGeom>
              <a:rect b="b" l="l" r="r" t="t"/>
              <a:pathLst>
                <a:path extrusionOk="0" h="6239" w="6459">
                  <a:moveTo>
                    <a:pt x="3403" y="2079"/>
                  </a:moveTo>
                  <a:cubicBezTo>
                    <a:pt x="3781" y="2079"/>
                    <a:pt x="4096" y="2394"/>
                    <a:pt x="4096" y="2773"/>
                  </a:cubicBezTo>
                  <a:cubicBezTo>
                    <a:pt x="4096" y="3182"/>
                    <a:pt x="3781" y="3497"/>
                    <a:pt x="3403" y="3497"/>
                  </a:cubicBezTo>
                  <a:cubicBezTo>
                    <a:pt x="2993" y="3434"/>
                    <a:pt x="2678" y="3119"/>
                    <a:pt x="2678" y="2773"/>
                  </a:cubicBezTo>
                  <a:cubicBezTo>
                    <a:pt x="2678" y="2394"/>
                    <a:pt x="2993" y="2079"/>
                    <a:pt x="3403" y="2079"/>
                  </a:cubicBezTo>
                  <a:close/>
                  <a:moveTo>
                    <a:pt x="3371" y="693"/>
                  </a:moveTo>
                  <a:cubicBezTo>
                    <a:pt x="4694" y="693"/>
                    <a:pt x="5765" y="1796"/>
                    <a:pt x="5765" y="3119"/>
                  </a:cubicBezTo>
                  <a:cubicBezTo>
                    <a:pt x="5765" y="3686"/>
                    <a:pt x="5545" y="4222"/>
                    <a:pt x="5198" y="4663"/>
                  </a:cubicBezTo>
                  <a:cubicBezTo>
                    <a:pt x="5072" y="4442"/>
                    <a:pt x="4915" y="4190"/>
                    <a:pt x="4694" y="4001"/>
                  </a:cubicBezTo>
                  <a:cubicBezTo>
                    <a:pt x="4568" y="3907"/>
                    <a:pt x="4442" y="3812"/>
                    <a:pt x="4348" y="3749"/>
                  </a:cubicBezTo>
                  <a:cubicBezTo>
                    <a:pt x="4568" y="3529"/>
                    <a:pt x="4726" y="3182"/>
                    <a:pt x="4726" y="2804"/>
                  </a:cubicBezTo>
                  <a:cubicBezTo>
                    <a:pt x="4726" y="2079"/>
                    <a:pt x="4096" y="1449"/>
                    <a:pt x="3340" y="1449"/>
                  </a:cubicBezTo>
                  <a:cubicBezTo>
                    <a:pt x="2615" y="1449"/>
                    <a:pt x="1985" y="2079"/>
                    <a:pt x="1985" y="2804"/>
                  </a:cubicBezTo>
                  <a:cubicBezTo>
                    <a:pt x="1985" y="3182"/>
                    <a:pt x="2142" y="3529"/>
                    <a:pt x="2363" y="3749"/>
                  </a:cubicBezTo>
                  <a:lnTo>
                    <a:pt x="2016" y="4001"/>
                  </a:lnTo>
                  <a:cubicBezTo>
                    <a:pt x="1827" y="4190"/>
                    <a:pt x="1607" y="4442"/>
                    <a:pt x="1512" y="4663"/>
                  </a:cubicBezTo>
                  <a:cubicBezTo>
                    <a:pt x="1040" y="4064"/>
                    <a:pt x="882" y="3434"/>
                    <a:pt x="945" y="2773"/>
                  </a:cubicBezTo>
                  <a:cubicBezTo>
                    <a:pt x="1103" y="1670"/>
                    <a:pt x="2111" y="693"/>
                    <a:pt x="3371" y="693"/>
                  </a:cubicBezTo>
                  <a:close/>
                  <a:moveTo>
                    <a:pt x="3371" y="4159"/>
                  </a:moveTo>
                  <a:cubicBezTo>
                    <a:pt x="4001" y="4159"/>
                    <a:pt x="4505" y="4600"/>
                    <a:pt x="4694" y="5135"/>
                  </a:cubicBezTo>
                  <a:cubicBezTo>
                    <a:pt x="4316" y="5387"/>
                    <a:pt x="3875" y="5545"/>
                    <a:pt x="3371" y="5545"/>
                  </a:cubicBezTo>
                  <a:cubicBezTo>
                    <a:pt x="2898" y="5545"/>
                    <a:pt x="2426" y="5387"/>
                    <a:pt x="2016" y="5135"/>
                  </a:cubicBezTo>
                  <a:cubicBezTo>
                    <a:pt x="2174" y="4537"/>
                    <a:pt x="2741" y="4159"/>
                    <a:pt x="3371" y="4159"/>
                  </a:cubicBezTo>
                  <a:close/>
                  <a:moveTo>
                    <a:pt x="3308" y="0"/>
                  </a:moveTo>
                  <a:cubicBezTo>
                    <a:pt x="1701" y="0"/>
                    <a:pt x="441" y="1229"/>
                    <a:pt x="252" y="2710"/>
                  </a:cubicBezTo>
                  <a:cubicBezTo>
                    <a:pt x="0" y="4600"/>
                    <a:pt x="1512" y="6238"/>
                    <a:pt x="3371" y="6238"/>
                  </a:cubicBezTo>
                  <a:cubicBezTo>
                    <a:pt x="5104" y="6238"/>
                    <a:pt x="6459" y="4820"/>
                    <a:pt x="6459" y="3119"/>
                  </a:cubicBezTo>
                  <a:cubicBezTo>
                    <a:pt x="6459" y="1386"/>
                    <a:pt x="5041" y="0"/>
                    <a:pt x="330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5" name="Google Shape;2545;p45"/>
            <p:cNvSpPr/>
            <p:nvPr/>
          </p:nvSpPr>
          <p:spPr>
            <a:xfrm>
              <a:off x="1049375" y="2680675"/>
              <a:ext cx="297725" cy="297725"/>
            </a:xfrm>
            <a:custGeom>
              <a:rect b="b" l="l" r="r" t="t"/>
              <a:pathLst>
                <a:path extrusionOk="0" h="11909" w="11909">
                  <a:moveTo>
                    <a:pt x="6270" y="1512"/>
                  </a:moveTo>
                  <a:cubicBezTo>
                    <a:pt x="8475" y="1670"/>
                    <a:pt x="10239" y="3434"/>
                    <a:pt x="10397" y="5640"/>
                  </a:cubicBezTo>
                  <a:lnTo>
                    <a:pt x="10082" y="5640"/>
                  </a:lnTo>
                  <a:cubicBezTo>
                    <a:pt x="9893" y="5640"/>
                    <a:pt x="9735" y="5797"/>
                    <a:pt x="9735" y="5986"/>
                  </a:cubicBezTo>
                  <a:cubicBezTo>
                    <a:pt x="9735" y="6207"/>
                    <a:pt x="9893" y="6364"/>
                    <a:pt x="10082" y="6364"/>
                  </a:cubicBezTo>
                  <a:lnTo>
                    <a:pt x="10397" y="6364"/>
                  </a:lnTo>
                  <a:cubicBezTo>
                    <a:pt x="10239" y="8569"/>
                    <a:pt x="8475" y="10334"/>
                    <a:pt x="6270" y="10491"/>
                  </a:cubicBezTo>
                  <a:lnTo>
                    <a:pt x="6270" y="10176"/>
                  </a:lnTo>
                  <a:cubicBezTo>
                    <a:pt x="6270" y="9987"/>
                    <a:pt x="6112" y="9830"/>
                    <a:pt x="5923" y="9830"/>
                  </a:cubicBezTo>
                  <a:cubicBezTo>
                    <a:pt x="5703" y="9830"/>
                    <a:pt x="5545" y="9987"/>
                    <a:pt x="5545" y="10176"/>
                  </a:cubicBezTo>
                  <a:lnTo>
                    <a:pt x="5545" y="10491"/>
                  </a:lnTo>
                  <a:cubicBezTo>
                    <a:pt x="3340" y="10334"/>
                    <a:pt x="1575" y="8569"/>
                    <a:pt x="1418" y="6364"/>
                  </a:cubicBezTo>
                  <a:lnTo>
                    <a:pt x="1733" y="6364"/>
                  </a:lnTo>
                  <a:cubicBezTo>
                    <a:pt x="1922" y="6364"/>
                    <a:pt x="2079" y="6207"/>
                    <a:pt x="2079" y="5986"/>
                  </a:cubicBezTo>
                  <a:cubicBezTo>
                    <a:pt x="2142" y="5797"/>
                    <a:pt x="1985" y="5640"/>
                    <a:pt x="1764" y="5640"/>
                  </a:cubicBezTo>
                  <a:lnTo>
                    <a:pt x="1418" y="5640"/>
                  </a:lnTo>
                  <a:cubicBezTo>
                    <a:pt x="1575" y="3434"/>
                    <a:pt x="3340" y="1670"/>
                    <a:pt x="5545" y="1512"/>
                  </a:cubicBezTo>
                  <a:lnTo>
                    <a:pt x="5545" y="1827"/>
                  </a:lnTo>
                  <a:cubicBezTo>
                    <a:pt x="5545" y="2016"/>
                    <a:pt x="5703" y="2174"/>
                    <a:pt x="5923" y="2174"/>
                  </a:cubicBezTo>
                  <a:cubicBezTo>
                    <a:pt x="6112" y="2174"/>
                    <a:pt x="6270" y="2016"/>
                    <a:pt x="6270" y="1827"/>
                  </a:cubicBezTo>
                  <a:lnTo>
                    <a:pt x="6270" y="1512"/>
                  </a:lnTo>
                  <a:close/>
                  <a:moveTo>
                    <a:pt x="5955" y="0"/>
                  </a:moveTo>
                  <a:cubicBezTo>
                    <a:pt x="5766" y="0"/>
                    <a:pt x="5608" y="158"/>
                    <a:pt x="5608" y="347"/>
                  </a:cubicBezTo>
                  <a:lnTo>
                    <a:pt x="5608" y="756"/>
                  </a:lnTo>
                  <a:cubicBezTo>
                    <a:pt x="2993" y="914"/>
                    <a:pt x="914" y="2993"/>
                    <a:pt x="756" y="5608"/>
                  </a:cubicBezTo>
                  <a:lnTo>
                    <a:pt x="347" y="5608"/>
                  </a:lnTo>
                  <a:cubicBezTo>
                    <a:pt x="158" y="5608"/>
                    <a:pt x="0" y="5766"/>
                    <a:pt x="0" y="5955"/>
                  </a:cubicBezTo>
                  <a:cubicBezTo>
                    <a:pt x="0" y="6144"/>
                    <a:pt x="158" y="6301"/>
                    <a:pt x="347" y="6301"/>
                  </a:cubicBezTo>
                  <a:lnTo>
                    <a:pt x="756" y="6301"/>
                  </a:lnTo>
                  <a:cubicBezTo>
                    <a:pt x="914" y="8916"/>
                    <a:pt x="2993" y="10995"/>
                    <a:pt x="5608" y="11153"/>
                  </a:cubicBezTo>
                  <a:lnTo>
                    <a:pt x="5608" y="11562"/>
                  </a:lnTo>
                  <a:cubicBezTo>
                    <a:pt x="5608" y="11751"/>
                    <a:pt x="5766" y="11909"/>
                    <a:pt x="5955" y="11909"/>
                  </a:cubicBezTo>
                  <a:cubicBezTo>
                    <a:pt x="6144" y="11909"/>
                    <a:pt x="6301" y="11751"/>
                    <a:pt x="6301" y="11562"/>
                  </a:cubicBezTo>
                  <a:lnTo>
                    <a:pt x="6301" y="11153"/>
                  </a:lnTo>
                  <a:cubicBezTo>
                    <a:pt x="8916" y="10995"/>
                    <a:pt x="10995" y="8916"/>
                    <a:pt x="11153" y="6301"/>
                  </a:cubicBezTo>
                  <a:lnTo>
                    <a:pt x="11531" y="6301"/>
                  </a:lnTo>
                  <a:cubicBezTo>
                    <a:pt x="11751" y="6301"/>
                    <a:pt x="11909" y="6144"/>
                    <a:pt x="11909" y="5955"/>
                  </a:cubicBezTo>
                  <a:cubicBezTo>
                    <a:pt x="11909" y="5766"/>
                    <a:pt x="11751" y="5608"/>
                    <a:pt x="11531" y="5608"/>
                  </a:cubicBezTo>
                  <a:lnTo>
                    <a:pt x="11153" y="5608"/>
                  </a:lnTo>
                  <a:cubicBezTo>
                    <a:pt x="10995" y="2993"/>
                    <a:pt x="8916" y="914"/>
                    <a:pt x="6301" y="756"/>
                  </a:cubicBezTo>
                  <a:lnTo>
                    <a:pt x="6301" y="347"/>
                  </a:lnTo>
                  <a:cubicBezTo>
                    <a:pt x="6301" y="158"/>
                    <a:pt x="6144" y="0"/>
                    <a:pt x="59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46" name="Google Shape;2546;p45"/>
          <p:cNvGrpSpPr/>
          <p:nvPr/>
        </p:nvGrpSpPr>
        <p:grpSpPr>
          <a:xfrm>
            <a:off x="7706435" y="1556071"/>
            <a:ext cx="285362" cy="285386"/>
            <a:chOff x="2872725" y="1954475"/>
            <a:chExt cx="295375" cy="295400"/>
          </a:xfrm>
        </p:grpSpPr>
        <p:sp>
          <p:nvSpPr>
            <p:cNvPr id="2547" name="Google Shape;2547;p45"/>
            <p:cNvSpPr/>
            <p:nvPr/>
          </p:nvSpPr>
          <p:spPr>
            <a:xfrm>
              <a:off x="2959350" y="1954475"/>
              <a:ext cx="122100" cy="139450"/>
            </a:xfrm>
            <a:custGeom>
              <a:rect b="b" l="l" r="r" t="t"/>
              <a:pathLst>
                <a:path extrusionOk="0" h="5578" w="4884">
                  <a:moveTo>
                    <a:pt x="2395" y="694"/>
                  </a:moveTo>
                  <a:cubicBezTo>
                    <a:pt x="2805" y="694"/>
                    <a:pt x="3120" y="1009"/>
                    <a:pt x="3120" y="1418"/>
                  </a:cubicBezTo>
                  <a:cubicBezTo>
                    <a:pt x="3120" y="1797"/>
                    <a:pt x="2805" y="2112"/>
                    <a:pt x="2395" y="2112"/>
                  </a:cubicBezTo>
                  <a:cubicBezTo>
                    <a:pt x="2017" y="2112"/>
                    <a:pt x="1702" y="1797"/>
                    <a:pt x="1702" y="1418"/>
                  </a:cubicBezTo>
                  <a:cubicBezTo>
                    <a:pt x="1733" y="1009"/>
                    <a:pt x="2048" y="694"/>
                    <a:pt x="2395" y="694"/>
                  </a:cubicBezTo>
                  <a:close/>
                  <a:moveTo>
                    <a:pt x="2395" y="2742"/>
                  </a:moveTo>
                  <a:cubicBezTo>
                    <a:pt x="3340" y="2742"/>
                    <a:pt x="4128" y="3529"/>
                    <a:pt x="4128" y="4537"/>
                  </a:cubicBezTo>
                  <a:lnTo>
                    <a:pt x="4128" y="4884"/>
                  </a:lnTo>
                  <a:lnTo>
                    <a:pt x="662" y="4884"/>
                  </a:lnTo>
                  <a:lnTo>
                    <a:pt x="662" y="4537"/>
                  </a:lnTo>
                  <a:cubicBezTo>
                    <a:pt x="662" y="3529"/>
                    <a:pt x="1450" y="2742"/>
                    <a:pt x="2395" y="2742"/>
                  </a:cubicBezTo>
                  <a:close/>
                  <a:moveTo>
                    <a:pt x="2490" y="1"/>
                  </a:moveTo>
                  <a:cubicBezTo>
                    <a:pt x="1733" y="1"/>
                    <a:pt x="1103" y="631"/>
                    <a:pt x="1103" y="1387"/>
                  </a:cubicBezTo>
                  <a:cubicBezTo>
                    <a:pt x="1103" y="1734"/>
                    <a:pt x="1229" y="2049"/>
                    <a:pt x="1450" y="2332"/>
                  </a:cubicBezTo>
                  <a:cubicBezTo>
                    <a:pt x="568" y="2710"/>
                    <a:pt x="1" y="3529"/>
                    <a:pt x="1" y="4537"/>
                  </a:cubicBezTo>
                  <a:lnTo>
                    <a:pt x="1" y="5231"/>
                  </a:lnTo>
                  <a:cubicBezTo>
                    <a:pt x="1" y="5420"/>
                    <a:pt x="158" y="5577"/>
                    <a:pt x="347" y="5577"/>
                  </a:cubicBezTo>
                  <a:lnTo>
                    <a:pt x="4537" y="5577"/>
                  </a:lnTo>
                  <a:cubicBezTo>
                    <a:pt x="4726" y="5577"/>
                    <a:pt x="4884" y="5420"/>
                    <a:pt x="4884" y="5231"/>
                  </a:cubicBezTo>
                  <a:lnTo>
                    <a:pt x="4884" y="4537"/>
                  </a:lnTo>
                  <a:cubicBezTo>
                    <a:pt x="4884" y="3529"/>
                    <a:pt x="4317" y="2710"/>
                    <a:pt x="3498" y="2332"/>
                  </a:cubicBezTo>
                  <a:cubicBezTo>
                    <a:pt x="3750" y="2080"/>
                    <a:pt x="3844" y="1765"/>
                    <a:pt x="3844" y="1387"/>
                  </a:cubicBezTo>
                  <a:cubicBezTo>
                    <a:pt x="3844" y="631"/>
                    <a:pt x="3214" y="1"/>
                    <a:pt x="249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8" name="Google Shape;2548;p45"/>
            <p:cNvSpPr/>
            <p:nvPr/>
          </p:nvSpPr>
          <p:spPr>
            <a:xfrm>
              <a:off x="2906575" y="2146650"/>
              <a:ext cx="191425" cy="69350"/>
            </a:xfrm>
            <a:custGeom>
              <a:rect b="b" l="l" r="r" t="t"/>
              <a:pathLst>
                <a:path extrusionOk="0" h="2774" w="7657">
                  <a:moveTo>
                    <a:pt x="1419" y="694"/>
                  </a:moveTo>
                  <a:lnTo>
                    <a:pt x="1419" y="2080"/>
                  </a:lnTo>
                  <a:lnTo>
                    <a:pt x="694" y="2080"/>
                  </a:lnTo>
                  <a:lnTo>
                    <a:pt x="694" y="694"/>
                  </a:lnTo>
                  <a:close/>
                  <a:moveTo>
                    <a:pt x="2773" y="694"/>
                  </a:moveTo>
                  <a:lnTo>
                    <a:pt x="2773" y="2080"/>
                  </a:lnTo>
                  <a:lnTo>
                    <a:pt x="2080" y="2080"/>
                  </a:lnTo>
                  <a:lnTo>
                    <a:pt x="2080" y="694"/>
                  </a:lnTo>
                  <a:close/>
                  <a:moveTo>
                    <a:pt x="4159" y="694"/>
                  </a:moveTo>
                  <a:lnTo>
                    <a:pt x="4159" y="2080"/>
                  </a:lnTo>
                  <a:lnTo>
                    <a:pt x="3466" y="2080"/>
                  </a:lnTo>
                  <a:lnTo>
                    <a:pt x="3466" y="694"/>
                  </a:lnTo>
                  <a:close/>
                  <a:moveTo>
                    <a:pt x="6995" y="694"/>
                  </a:moveTo>
                  <a:lnTo>
                    <a:pt x="6995" y="2080"/>
                  </a:lnTo>
                  <a:lnTo>
                    <a:pt x="4884" y="2080"/>
                  </a:lnTo>
                  <a:lnTo>
                    <a:pt x="4884" y="694"/>
                  </a:lnTo>
                  <a:close/>
                  <a:moveTo>
                    <a:pt x="347" y="1"/>
                  </a:moveTo>
                  <a:cubicBezTo>
                    <a:pt x="158" y="1"/>
                    <a:pt x="1" y="158"/>
                    <a:pt x="1" y="347"/>
                  </a:cubicBezTo>
                  <a:lnTo>
                    <a:pt x="1" y="2427"/>
                  </a:lnTo>
                  <a:cubicBezTo>
                    <a:pt x="1" y="2616"/>
                    <a:pt x="158" y="2773"/>
                    <a:pt x="347" y="2773"/>
                  </a:cubicBezTo>
                  <a:lnTo>
                    <a:pt x="7310" y="2773"/>
                  </a:lnTo>
                  <a:cubicBezTo>
                    <a:pt x="7499" y="2773"/>
                    <a:pt x="7657" y="2616"/>
                    <a:pt x="7657" y="2427"/>
                  </a:cubicBezTo>
                  <a:lnTo>
                    <a:pt x="7657" y="347"/>
                  </a:lnTo>
                  <a:cubicBezTo>
                    <a:pt x="7657" y="127"/>
                    <a:pt x="7499" y="1"/>
                    <a:pt x="731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9" name="Google Shape;2549;p45"/>
            <p:cNvSpPr/>
            <p:nvPr/>
          </p:nvSpPr>
          <p:spPr>
            <a:xfrm>
              <a:off x="2872725" y="2112000"/>
              <a:ext cx="295375" cy="137875"/>
            </a:xfrm>
            <a:custGeom>
              <a:rect b="b" l="l" r="r" t="t"/>
              <a:pathLst>
                <a:path extrusionOk="0" h="5515" w="11815">
                  <a:moveTo>
                    <a:pt x="11121" y="2080"/>
                  </a:moveTo>
                  <a:lnTo>
                    <a:pt x="11121" y="3466"/>
                  </a:lnTo>
                  <a:lnTo>
                    <a:pt x="10397" y="3466"/>
                  </a:lnTo>
                  <a:lnTo>
                    <a:pt x="10397" y="2080"/>
                  </a:lnTo>
                  <a:close/>
                  <a:moveTo>
                    <a:pt x="9389" y="662"/>
                  </a:moveTo>
                  <a:cubicBezTo>
                    <a:pt x="9578" y="662"/>
                    <a:pt x="9735" y="820"/>
                    <a:pt x="9735" y="1009"/>
                  </a:cubicBezTo>
                  <a:lnTo>
                    <a:pt x="9735" y="4474"/>
                  </a:lnTo>
                  <a:cubicBezTo>
                    <a:pt x="9735" y="4663"/>
                    <a:pt x="9578" y="4852"/>
                    <a:pt x="9389" y="4852"/>
                  </a:cubicBezTo>
                  <a:lnTo>
                    <a:pt x="1040" y="4852"/>
                  </a:lnTo>
                  <a:cubicBezTo>
                    <a:pt x="819" y="4852"/>
                    <a:pt x="662" y="4663"/>
                    <a:pt x="662" y="4474"/>
                  </a:cubicBezTo>
                  <a:lnTo>
                    <a:pt x="662" y="1009"/>
                  </a:lnTo>
                  <a:cubicBezTo>
                    <a:pt x="662" y="820"/>
                    <a:pt x="819" y="662"/>
                    <a:pt x="1040" y="662"/>
                  </a:cubicBezTo>
                  <a:close/>
                  <a:moveTo>
                    <a:pt x="1040" y="1"/>
                  </a:moveTo>
                  <a:cubicBezTo>
                    <a:pt x="441" y="1"/>
                    <a:pt x="0" y="473"/>
                    <a:pt x="0" y="1009"/>
                  </a:cubicBezTo>
                  <a:lnTo>
                    <a:pt x="0" y="4474"/>
                  </a:lnTo>
                  <a:cubicBezTo>
                    <a:pt x="0" y="5073"/>
                    <a:pt x="473" y="5514"/>
                    <a:pt x="1040" y="5514"/>
                  </a:cubicBezTo>
                  <a:lnTo>
                    <a:pt x="9357" y="5514"/>
                  </a:lnTo>
                  <a:cubicBezTo>
                    <a:pt x="9956" y="5514"/>
                    <a:pt x="10397" y="5041"/>
                    <a:pt x="10397" y="4474"/>
                  </a:cubicBezTo>
                  <a:lnTo>
                    <a:pt x="10397" y="4128"/>
                  </a:lnTo>
                  <a:lnTo>
                    <a:pt x="11436" y="4128"/>
                  </a:lnTo>
                  <a:cubicBezTo>
                    <a:pt x="11625" y="4128"/>
                    <a:pt x="11783" y="3970"/>
                    <a:pt x="11783" y="3781"/>
                  </a:cubicBezTo>
                  <a:lnTo>
                    <a:pt x="11783" y="1702"/>
                  </a:lnTo>
                  <a:cubicBezTo>
                    <a:pt x="11814" y="1513"/>
                    <a:pt x="11657" y="1387"/>
                    <a:pt x="11468" y="1387"/>
                  </a:cubicBezTo>
                  <a:lnTo>
                    <a:pt x="10397" y="1387"/>
                  </a:lnTo>
                  <a:lnTo>
                    <a:pt x="10397" y="1009"/>
                  </a:lnTo>
                  <a:cubicBezTo>
                    <a:pt x="10397" y="442"/>
                    <a:pt x="9924" y="1"/>
                    <a:pt x="935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50" name="Google Shape;2550;p45"/>
          <p:cNvGrpSpPr/>
          <p:nvPr/>
        </p:nvGrpSpPr>
        <p:grpSpPr>
          <a:xfrm>
            <a:off x="7723933" y="1992393"/>
            <a:ext cx="250365" cy="286908"/>
            <a:chOff x="2890050" y="2318350"/>
            <a:chExt cx="259150" cy="296975"/>
          </a:xfrm>
        </p:grpSpPr>
        <p:sp>
          <p:nvSpPr>
            <p:cNvPr id="2551" name="Google Shape;2551;p45"/>
            <p:cNvSpPr/>
            <p:nvPr/>
          </p:nvSpPr>
          <p:spPr>
            <a:xfrm>
              <a:off x="2936525" y="2353025"/>
              <a:ext cx="160700" cy="155975"/>
            </a:xfrm>
            <a:custGeom>
              <a:rect b="b" l="l" r="r" t="t"/>
              <a:pathLst>
                <a:path extrusionOk="0" h="6239" w="6428">
                  <a:moveTo>
                    <a:pt x="3371" y="2048"/>
                  </a:moveTo>
                  <a:cubicBezTo>
                    <a:pt x="3749" y="2048"/>
                    <a:pt x="4064" y="2363"/>
                    <a:pt x="4064" y="2773"/>
                  </a:cubicBezTo>
                  <a:cubicBezTo>
                    <a:pt x="4064" y="3151"/>
                    <a:pt x="3749" y="3466"/>
                    <a:pt x="3371" y="3466"/>
                  </a:cubicBezTo>
                  <a:cubicBezTo>
                    <a:pt x="2961" y="3466"/>
                    <a:pt x="2646" y="3151"/>
                    <a:pt x="2646" y="2773"/>
                  </a:cubicBezTo>
                  <a:cubicBezTo>
                    <a:pt x="2646" y="2363"/>
                    <a:pt x="2961" y="2048"/>
                    <a:pt x="3371" y="2048"/>
                  </a:cubicBezTo>
                  <a:close/>
                  <a:moveTo>
                    <a:pt x="3308" y="662"/>
                  </a:moveTo>
                  <a:cubicBezTo>
                    <a:pt x="4663" y="662"/>
                    <a:pt x="5734" y="1764"/>
                    <a:pt x="5734" y="3119"/>
                  </a:cubicBezTo>
                  <a:cubicBezTo>
                    <a:pt x="5734" y="3655"/>
                    <a:pt x="5513" y="4159"/>
                    <a:pt x="5167" y="4663"/>
                  </a:cubicBezTo>
                  <a:cubicBezTo>
                    <a:pt x="4978" y="4253"/>
                    <a:pt x="4694" y="3938"/>
                    <a:pt x="4316" y="3686"/>
                  </a:cubicBezTo>
                  <a:cubicBezTo>
                    <a:pt x="4537" y="3466"/>
                    <a:pt x="4694" y="3119"/>
                    <a:pt x="4694" y="2741"/>
                  </a:cubicBezTo>
                  <a:cubicBezTo>
                    <a:pt x="4694" y="2016"/>
                    <a:pt x="4064" y="1386"/>
                    <a:pt x="3308" y="1386"/>
                  </a:cubicBezTo>
                  <a:cubicBezTo>
                    <a:pt x="2583" y="1386"/>
                    <a:pt x="1953" y="2016"/>
                    <a:pt x="1953" y="2741"/>
                  </a:cubicBezTo>
                  <a:cubicBezTo>
                    <a:pt x="1953" y="3119"/>
                    <a:pt x="2111" y="3466"/>
                    <a:pt x="2331" y="3686"/>
                  </a:cubicBezTo>
                  <a:cubicBezTo>
                    <a:pt x="1953" y="3907"/>
                    <a:pt x="1670" y="4253"/>
                    <a:pt x="1481" y="4663"/>
                  </a:cubicBezTo>
                  <a:cubicBezTo>
                    <a:pt x="1008" y="4096"/>
                    <a:pt x="851" y="3434"/>
                    <a:pt x="914" y="2773"/>
                  </a:cubicBezTo>
                  <a:cubicBezTo>
                    <a:pt x="1071" y="1670"/>
                    <a:pt x="2048" y="662"/>
                    <a:pt x="3308" y="662"/>
                  </a:cubicBezTo>
                  <a:close/>
                  <a:moveTo>
                    <a:pt x="3308" y="4190"/>
                  </a:moveTo>
                  <a:cubicBezTo>
                    <a:pt x="3938" y="4190"/>
                    <a:pt x="4442" y="4600"/>
                    <a:pt x="4663" y="5167"/>
                  </a:cubicBezTo>
                  <a:cubicBezTo>
                    <a:pt x="4253" y="5387"/>
                    <a:pt x="3844" y="5545"/>
                    <a:pt x="3308" y="5545"/>
                  </a:cubicBezTo>
                  <a:cubicBezTo>
                    <a:pt x="2835" y="5545"/>
                    <a:pt x="2363" y="5387"/>
                    <a:pt x="1985" y="5167"/>
                  </a:cubicBezTo>
                  <a:cubicBezTo>
                    <a:pt x="2142" y="4568"/>
                    <a:pt x="2678" y="4190"/>
                    <a:pt x="3308" y="4190"/>
                  </a:cubicBezTo>
                  <a:close/>
                  <a:moveTo>
                    <a:pt x="3308" y="0"/>
                  </a:moveTo>
                  <a:cubicBezTo>
                    <a:pt x="1701" y="0"/>
                    <a:pt x="410" y="1229"/>
                    <a:pt x="252" y="2678"/>
                  </a:cubicBezTo>
                  <a:cubicBezTo>
                    <a:pt x="0" y="4600"/>
                    <a:pt x="1481" y="6238"/>
                    <a:pt x="3308" y="6238"/>
                  </a:cubicBezTo>
                  <a:cubicBezTo>
                    <a:pt x="5041" y="6238"/>
                    <a:pt x="6427" y="4820"/>
                    <a:pt x="6427" y="3119"/>
                  </a:cubicBezTo>
                  <a:cubicBezTo>
                    <a:pt x="6427" y="1386"/>
                    <a:pt x="5009" y="0"/>
                    <a:pt x="330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2" name="Google Shape;2552;p45"/>
            <p:cNvSpPr/>
            <p:nvPr/>
          </p:nvSpPr>
          <p:spPr>
            <a:xfrm>
              <a:off x="2890050" y="2318350"/>
              <a:ext cx="259150" cy="296975"/>
            </a:xfrm>
            <a:custGeom>
              <a:rect b="b" l="l" r="r" t="t"/>
              <a:pathLst>
                <a:path extrusionOk="0" h="11879" w="10366">
                  <a:moveTo>
                    <a:pt x="5167" y="694"/>
                  </a:moveTo>
                  <a:cubicBezTo>
                    <a:pt x="7309" y="694"/>
                    <a:pt x="9011" y="2427"/>
                    <a:pt x="9011" y="4506"/>
                  </a:cubicBezTo>
                  <a:cubicBezTo>
                    <a:pt x="9011" y="5640"/>
                    <a:pt x="8475" y="6711"/>
                    <a:pt x="7656" y="7405"/>
                  </a:cubicBezTo>
                  <a:lnTo>
                    <a:pt x="5167" y="9547"/>
                  </a:lnTo>
                  <a:lnTo>
                    <a:pt x="2710" y="7405"/>
                  </a:lnTo>
                  <a:cubicBezTo>
                    <a:pt x="1796" y="6585"/>
                    <a:pt x="1229" y="5420"/>
                    <a:pt x="1386" y="4034"/>
                  </a:cubicBezTo>
                  <a:cubicBezTo>
                    <a:pt x="1575" y="2206"/>
                    <a:pt x="3151" y="694"/>
                    <a:pt x="5167" y="694"/>
                  </a:cubicBezTo>
                  <a:close/>
                  <a:moveTo>
                    <a:pt x="8475" y="8980"/>
                  </a:moveTo>
                  <a:lnTo>
                    <a:pt x="9546" y="11122"/>
                  </a:lnTo>
                  <a:lnTo>
                    <a:pt x="977" y="11122"/>
                  </a:lnTo>
                  <a:lnTo>
                    <a:pt x="2017" y="8980"/>
                  </a:lnTo>
                  <a:lnTo>
                    <a:pt x="3529" y="8980"/>
                  </a:lnTo>
                  <a:lnTo>
                    <a:pt x="4978" y="10240"/>
                  </a:lnTo>
                  <a:cubicBezTo>
                    <a:pt x="5073" y="10272"/>
                    <a:pt x="5136" y="10335"/>
                    <a:pt x="5230" y="10335"/>
                  </a:cubicBezTo>
                  <a:cubicBezTo>
                    <a:pt x="5293" y="10335"/>
                    <a:pt x="5388" y="10272"/>
                    <a:pt x="5451" y="10240"/>
                  </a:cubicBezTo>
                  <a:lnTo>
                    <a:pt x="6900" y="8980"/>
                  </a:lnTo>
                  <a:close/>
                  <a:moveTo>
                    <a:pt x="5107" y="1"/>
                  </a:moveTo>
                  <a:cubicBezTo>
                    <a:pt x="2772" y="1"/>
                    <a:pt x="912" y="1815"/>
                    <a:pt x="662" y="3939"/>
                  </a:cubicBezTo>
                  <a:cubicBezTo>
                    <a:pt x="441" y="5483"/>
                    <a:pt x="1040" y="6932"/>
                    <a:pt x="2174" y="7940"/>
                  </a:cubicBezTo>
                  <a:lnTo>
                    <a:pt x="2615" y="8318"/>
                  </a:lnTo>
                  <a:lnTo>
                    <a:pt x="1638" y="8318"/>
                  </a:lnTo>
                  <a:cubicBezTo>
                    <a:pt x="1575" y="8318"/>
                    <a:pt x="1481" y="8413"/>
                    <a:pt x="1449" y="8507"/>
                  </a:cubicBezTo>
                  <a:lnTo>
                    <a:pt x="63" y="11343"/>
                  </a:lnTo>
                  <a:cubicBezTo>
                    <a:pt x="0" y="11469"/>
                    <a:pt x="0" y="11595"/>
                    <a:pt x="63" y="11721"/>
                  </a:cubicBezTo>
                  <a:cubicBezTo>
                    <a:pt x="126" y="11815"/>
                    <a:pt x="221" y="11878"/>
                    <a:pt x="347" y="11878"/>
                  </a:cubicBezTo>
                  <a:lnTo>
                    <a:pt x="10019" y="11878"/>
                  </a:lnTo>
                  <a:cubicBezTo>
                    <a:pt x="10145" y="11878"/>
                    <a:pt x="10271" y="11784"/>
                    <a:pt x="10302" y="11721"/>
                  </a:cubicBezTo>
                  <a:cubicBezTo>
                    <a:pt x="10365" y="11595"/>
                    <a:pt x="10365" y="11469"/>
                    <a:pt x="10302" y="11343"/>
                  </a:cubicBezTo>
                  <a:lnTo>
                    <a:pt x="8916" y="8507"/>
                  </a:lnTo>
                  <a:cubicBezTo>
                    <a:pt x="8885" y="8413"/>
                    <a:pt x="8727" y="8318"/>
                    <a:pt x="8601" y="8318"/>
                  </a:cubicBezTo>
                  <a:lnTo>
                    <a:pt x="7624" y="8318"/>
                  </a:lnTo>
                  <a:lnTo>
                    <a:pt x="8065" y="7940"/>
                  </a:lnTo>
                  <a:cubicBezTo>
                    <a:pt x="9042" y="7090"/>
                    <a:pt x="9641" y="5829"/>
                    <a:pt x="9641" y="4506"/>
                  </a:cubicBezTo>
                  <a:cubicBezTo>
                    <a:pt x="9641" y="2049"/>
                    <a:pt x="7656" y="1"/>
                    <a:pt x="5167" y="1"/>
                  </a:cubicBezTo>
                  <a:cubicBezTo>
                    <a:pt x="5147" y="1"/>
                    <a:pt x="5127" y="1"/>
                    <a:pt x="510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53" name="Google Shape;2553;p45"/>
          <p:cNvSpPr/>
          <p:nvPr/>
        </p:nvSpPr>
        <p:spPr>
          <a:xfrm>
            <a:off x="7756648" y="2430370"/>
            <a:ext cx="184936" cy="286883"/>
          </a:xfrm>
          <a:custGeom>
            <a:rect b="b" l="l" r="r" t="t"/>
            <a:pathLst>
              <a:path extrusionOk="0" h="11878" w="7657">
                <a:moveTo>
                  <a:pt x="3813" y="1387"/>
                </a:moveTo>
                <a:cubicBezTo>
                  <a:pt x="4254" y="1387"/>
                  <a:pt x="4664" y="1670"/>
                  <a:pt x="4821" y="2112"/>
                </a:cubicBezTo>
                <a:lnTo>
                  <a:pt x="2836" y="2112"/>
                </a:lnTo>
                <a:cubicBezTo>
                  <a:pt x="2994" y="1702"/>
                  <a:pt x="3372" y="1387"/>
                  <a:pt x="3813" y="1387"/>
                </a:cubicBezTo>
                <a:close/>
                <a:moveTo>
                  <a:pt x="4947" y="2805"/>
                </a:moveTo>
                <a:cubicBezTo>
                  <a:pt x="5199" y="2805"/>
                  <a:pt x="5357" y="3057"/>
                  <a:pt x="5294" y="3277"/>
                </a:cubicBezTo>
                <a:lnTo>
                  <a:pt x="4947" y="4222"/>
                </a:lnTo>
                <a:lnTo>
                  <a:pt x="2679" y="4222"/>
                </a:lnTo>
                <a:lnTo>
                  <a:pt x="2364" y="3277"/>
                </a:lnTo>
                <a:cubicBezTo>
                  <a:pt x="2332" y="3025"/>
                  <a:pt x="2490" y="2805"/>
                  <a:pt x="2710" y="2805"/>
                </a:cubicBezTo>
                <a:close/>
                <a:moveTo>
                  <a:pt x="4916" y="4852"/>
                </a:moveTo>
                <a:lnTo>
                  <a:pt x="5514" y="8381"/>
                </a:lnTo>
                <a:lnTo>
                  <a:pt x="2175" y="8381"/>
                </a:lnTo>
                <a:lnTo>
                  <a:pt x="2773" y="4852"/>
                </a:lnTo>
                <a:close/>
                <a:moveTo>
                  <a:pt x="5955" y="9074"/>
                </a:moveTo>
                <a:cubicBezTo>
                  <a:pt x="6144" y="9074"/>
                  <a:pt x="6302" y="9232"/>
                  <a:pt x="6302" y="9421"/>
                </a:cubicBezTo>
                <a:lnTo>
                  <a:pt x="6302" y="9799"/>
                </a:lnTo>
                <a:lnTo>
                  <a:pt x="1450" y="9799"/>
                </a:lnTo>
                <a:lnTo>
                  <a:pt x="1450" y="9421"/>
                </a:lnTo>
                <a:cubicBezTo>
                  <a:pt x="1419" y="9232"/>
                  <a:pt x="1576" y="9074"/>
                  <a:pt x="1765" y="9074"/>
                </a:cubicBezTo>
                <a:close/>
                <a:moveTo>
                  <a:pt x="6648" y="10460"/>
                </a:moveTo>
                <a:cubicBezTo>
                  <a:pt x="6806" y="10460"/>
                  <a:pt x="6964" y="10618"/>
                  <a:pt x="6964" y="10807"/>
                </a:cubicBezTo>
                <a:lnTo>
                  <a:pt x="6964" y="11153"/>
                </a:lnTo>
                <a:lnTo>
                  <a:pt x="757" y="11153"/>
                </a:lnTo>
                <a:lnTo>
                  <a:pt x="757" y="10807"/>
                </a:lnTo>
                <a:cubicBezTo>
                  <a:pt x="757" y="10618"/>
                  <a:pt x="915" y="10460"/>
                  <a:pt x="1104" y="10460"/>
                </a:cubicBezTo>
                <a:close/>
                <a:moveTo>
                  <a:pt x="3782" y="1"/>
                </a:moveTo>
                <a:cubicBezTo>
                  <a:pt x="3592" y="1"/>
                  <a:pt x="3435" y="158"/>
                  <a:pt x="3435" y="379"/>
                </a:cubicBezTo>
                <a:lnTo>
                  <a:pt x="3435" y="757"/>
                </a:lnTo>
                <a:cubicBezTo>
                  <a:pt x="2679" y="914"/>
                  <a:pt x="2143" y="1544"/>
                  <a:pt x="2049" y="2301"/>
                </a:cubicBezTo>
                <a:cubicBezTo>
                  <a:pt x="1702" y="2521"/>
                  <a:pt x="1545" y="3025"/>
                  <a:pt x="1671" y="3466"/>
                </a:cubicBezTo>
                <a:lnTo>
                  <a:pt x="1891" y="4191"/>
                </a:lnTo>
                <a:lnTo>
                  <a:pt x="1702" y="4191"/>
                </a:lnTo>
                <a:cubicBezTo>
                  <a:pt x="1513" y="4191"/>
                  <a:pt x="1356" y="4348"/>
                  <a:pt x="1356" y="4537"/>
                </a:cubicBezTo>
                <a:cubicBezTo>
                  <a:pt x="1356" y="4758"/>
                  <a:pt x="1513" y="4915"/>
                  <a:pt x="1702" y="4915"/>
                </a:cubicBezTo>
                <a:lnTo>
                  <a:pt x="1986" y="4915"/>
                </a:lnTo>
                <a:lnTo>
                  <a:pt x="1387" y="8444"/>
                </a:lnTo>
                <a:cubicBezTo>
                  <a:pt x="1009" y="8570"/>
                  <a:pt x="726" y="8948"/>
                  <a:pt x="726" y="9421"/>
                </a:cubicBezTo>
                <a:lnTo>
                  <a:pt x="726" y="9830"/>
                </a:lnTo>
                <a:cubicBezTo>
                  <a:pt x="316" y="9988"/>
                  <a:pt x="1" y="10334"/>
                  <a:pt x="1" y="10807"/>
                </a:cubicBezTo>
                <a:lnTo>
                  <a:pt x="1" y="11531"/>
                </a:lnTo>
                <a:cubicBezTo>
                  <a:pt x="1" y="11720"/>
                  <a:pt x="158" y="11878"/>
                  <a:pt x="347" y="11878"/>
                </a:cubicBezTo>
                <a:lnTo>
                  <a:pt x="7279" y="11878"/>
                </a:lnTo>
                <a:cubicBezTo>
                  <a:pt x="7499" y="11878"/>
                  <a:pt x="7657" y="11720"/>
                  <a:pt x="7657" y="11531"/>
                </a:cubicBezTo>
                <a:lnTo>
                  <a:pt x="7657" y="10807"/>
                </a:lnTo>
                <a:cubicBezTo>
                  <a:pt x="7657" y="10366"/>
                  <a:pt x="7373" y="9988"/>
                  <a:pt x="6932" y="9830"/>
                </a:cubicBezTo>
                <a:lnTo>
                  <a:pt x="6932" y="9421"/>
                </a:lnTo>
                <a:cubicBezTo>
                  <a:pt x="6932" y="8948"/>
                  <a:pt x="6617" y="8570"/>
                  <a:pt x="6176" y="8444"/>
                </a:cubicBezTo>
                <a:lnTo>
                  <a:pt x="5609" y="4915"/>
                </a:lnTo>
                <a:lnTo>
                  <a:pt x="5861" y="4915"/>
                </a:lnTo>
                <a:cubicBezTo>
                  <a:pt x="6081" y="4915"/>
                  <a:pt x="6207" y="4758"/>
                  <a:pt x="6207" y="4537"/>
                </a:cubicBezTo>
                <a:cubicBezTo>
                  <a:pt x="6207" y="4348"/>
                  <a:pt x="6081" y="4191"/>
                  <a:pt x="5861" y="4191"/>
                </a:cubicBezTo>
                <a:lnTo>
                  <a:pt x="5672" y="4191"/>
                </a:lnTo>
                <a:lnTo>
                  <a:pt x="5924" y="3466"/>
                </a:lnTo>
                <a:cubicBezTo>
                  <a:pt x="6081" y="3025"/>
                  <a:pt x="5861" y="2584"/>
                  <a:pt x="5514" y="2301"/>
                </a:cubicBezTo>
                <a:cubicBezTo>
                  <a:pt x="5451" y="1513"/>
                  <a:pt x="4884" y="914"/>
                  <a:pt x="4128" y="757"/>
                </a:cubicBezTo>
                <a:lnTo>
                  <a:pt x="4128" y="379"/>
                </a:lnTo>
                <a:cubicBezTo>
                  <a:pt x="4128" y="158"/>
                  <a:pt x="3971" y="1"/>
                  <a:pt x="378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54" name="Google Shape;2554;p45"/>
          <p:cNvGrpSpPr/>
          <p:nvPr/>
        </p:nvGrpSpPr>
        <p:grpSpPr>
          <a:xfrm>
            <a:off x="6395237" y="2869234"/>
            <a:ext cx="284589" cy="284589"/>
            <a:chOff x="4685050" y="1945825"/>
            <a:chExt cx="294575" cy="294575"/>
          </a:xfrm>
        </p:grpSpPr>
        <p:sp>
          <p:nvSpPr>
            <p:cNvPr id="2555" name="Google Shape;2555;p45"/>
            <p:cNvSpPr/>
            <p:nvPr/>
          </p:nvSpPr>
          <p:spPr>
            <a:xfrm>
              <a:off x="4720475" y="2086025"/>
              <a:ext cx="104775" cy="121300"/>
            </a:xfrm>
            <a:custGeom>
              <a:rect b="b" l="l" r="r" t="t"/>
              <a:pathLst>
                <a:path extrusionOk="0" h="4852" w="4191">
                  <a:moveTo>
                    <a:pt x="2017" y="693"/>
                  </a:moveTo>
                  <a:cubicBezTo>
                    <a:pt x="2427" y="693"/>
                    <a:pt x="2742" y="1008"/>
                    <a:pt x="2742" y="1386"/>
                  </a:cubicBezTo>
                  <a:cubicBezTo>
                    <a:pt x="2742" y="1796"/>
                    <a:pt x="2427" y="2111"/>
                    <a:pt x="2017" y="2111"/>
                  </a:cubicBezTo>
                  <a:cubicBezTo>
                    <a:pt x="1639" y="2111"/>
                    <a:pt x="1324" y="1796"/>
                    <a:pt x="1324" y="1386"/>
                  </a:cubicBezTo>
                  <a:cubicBezTo>
                    <a:pt x="1324" y="1008"/>
                    <a:pt x="1639" y="693"/>
                    <a:pt x="2017" y="693"/>
                  </a:cubicBezTo>
                  <a:close/>
                  <a:moveTo>
                    <a:pt x="2017" y="2772"/>
                  </a:moveTo>
                  <a:cubicBezTo>
                    <a:pt x="2773" y="2772"/>
                    <a:pt x="3403" y="3403"/>
                    <a:pt x="3403" y="4127"/>
                  </a:cubicBezTo>
                  <a:lnTo>
                    <a:pt x="631" y="4127"/>
                  </a:lnTo>
                  <a:cubicBezTo>
                    <a:pt x="631" y="3403"/>
                    <a:pt x="1261" y="2772"/>
                    <a:pt x="2017" y="2772"/>
                  </a:cubicBezTo>
                  <a:close/>
                  <a:moveTo>
                    <a:pt x="2049" y="0"/>
                  </a:moveTo>
                  <a:cubicBezTo>
                    <a:pt x="1324" y="0"/>
                    <a:pt x="694" y="630"/>
                    <a:pt x="694" y="1386"/>
                  </a:cubicBezTo>
                  <a:cubicBezTo>
                    <a:pt x="694" y="1733"/>
                    <a:pt x="851" y="2111"/>
                    <a:pt x="1072" y="2331"/>
                  </a:cubicBezTo>
                  <a:cubicBezTo>
                    <a:pt x="442" y="2678"/>
                    <a:pt x="1" y="3340"/>
                    <a:pt x="1" y="4127"/>
                  </a:cubicBezTo>
                  <a:lnTo>
                    <a:pt x="1" y="4505"/>
                  </a:lnTo>
                  <a:cubicBezTo>
                    <a:pt x="1" y="4694"/>
                    <a:pt x="158" y="4852"/>
                    <a:pt x="379" y="4852"/>
                  </a:cubicBezTo>
                  <a:lnTo>
                    <a:pt x="3844" y="4852"/>
                  </a:lnTo>
                  <a:cubicBezTo>
                    <a:pt x="4033" y="4852"/>
                    <a:pt x="4191" y="4694"/>
                    <a:pt x="4191" y="4505"/>
                  </a:cubicBezTo>
                  <a:lnTo>
                    <a:pt x="4191" y="4127"/>
                  </a:lnTo>
                  <a:cubicBezTo>
                    <a:pt x="4096" y="3340"/>
                    <a:pt x="3687" y="2678"/>
                    <a:pt x="3057" y="2331"/>
                  </a:cubicBezTo>
                  <a:cubicBezTo>
                    <a:pt x="3277" y="2111"/>
                    <a:pt x="3435" y="1733"/>
                    <a:pt x="3435" y="1386"/>
                  </a:cubicBezTo>
                  <a:cubicBezTo>
                    <a:pt x="3435" y="630"/>
                    <a:pt x="2805" y="0"/>
                    <a:pt x="204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6" name="Google Shape;2556;p45"/>
            <p:cNvSpPr/>
            <p:nvPr/>
          </p:nvSpPr>
          <p:spPr>
            <a:xfrm>
              <a:off x="4685050" y="1945825"/>
              <a:ext cx="294575" cy="294575"/>
            </a:xfrm>
            <a:custGeom>
              <a:rect b="b" l="l" r="r" t="t"/>
              <a:pathLst>
                <a:path extrusionOk="0" h="11783" w="11783">
                  <a:moveTo>
                    <a:pt x="6900" y="693"/>
                  </a:moveTo>
                  <a:lnTo>
                    <a:pt x="6900" y="1418"/>
                  </a:lnTo>
                  <a:lnTo>
                    <a:pt x="4820" y="1418"/>
                  </a:lnTo>
                  <a:lnTo>
                    <a:pt x="4820" y="693"/>
                  </a:lnTo>
                  <a:close/>
                  <a:moveTo>
                    <a:pt x="7215" y="2111"/>
                  </a:moveTo>
                  <a:cubicBezTo>
                    <a:pt x="7404" y="2111"/>
                    <a:pt x="7561" y="2269"/>
                    <a:pt x="7561" y="2458"/>
                  </a:cubicBezTo>
                  <a:cubicBezTo>
                    <a:pt x="7561" y="2678"/>
                    <a:pt x="7404" y="2836"/>
                    <a:pt x="7215" y="2836"/>
                  </a:cubicBezTo>
                  <a:lnTo>
                    <a:pt x="4474" y="2836"/>
                  </a:lnTo>
                  <a:cubicBezTo>
                    <a:pt x="4253" y="2836"/>
                    <a:pt x="4096" y="2678"/>
                    <a:pt x="4096" y="2458"/>
                  </a:cubicBezTo>
                  <a:cubicBezTo>
                    <a:pt x="4096" y="2269"/>
                    <a:pt x="4316" y="2111"/>
                    <a:pt x="4474" y="2111"/>
                  </a:cubicBezTo>
                  <a:close/>
                  <a:moveTo>
                    <a:pt x="6900" y="3497"/>
                  </a:moveTo>
                  <a:lnTo>
                    <a:pt x="6900" y="4568"/>
                  </a:lnTo>
                  <a:cubicBezTo>
                    <a:pt x="6900" y="4757"/>
                    <a:pt x="6742" y="4915"/>
                    <a:pt x="6553" y="4915"/>
                  </a:cubicBezTo>
                  <a:lnTo>
                    <a:pt x="5167" y="4915"/>
                  </a:lnTo>
                  <a:cubicBezTo>
                    <a:pt x="4978" y="4915"/>
                    <a:pt x="4820" y="4757"/>
                    <a:pt x="4820" y="4568"/>
                  </a:cubicBezTo>
                  <a:lnTo>
                    <a:pt x="4820" y="3497"/>
                  </a:lnTo>
                  <a:close/>
                  <a:moveTo>
                    <a:pt x="10775" y="4883"/>
                  </a:moveTo>
                  <a:cubicBezTo>
                    <a:pt x="10964" y="4883"/>
                    <a:pt x="11121" y="5041"/>
                    <a:pt x="11121" y="5230"/>
                  </a:cubicBezTo>
                  <a:lnTo>
                    <a:pt x="11121" y="10775"/>
                  </a:lnTo>
                  <a:cubicBezTo>
                    <a:pt x="11121" y="10964"/>
                    <a:pt x="10964" y="11121"/>
                    <a:pt x="10775" y="11121"/>
                  </a:cubicBezTo>
                  <a:lnTo>
                    <a:pt x="1008" y="11121"/>
                  </a:lnTo>
                  <a:cubicBezTo>
                    <a:pt x="788" y="11121"/>
                    <a:pt x="630" y="10964"/>
                    <a:pt x="630" y="10775"/>
                  </a:cubicBezTo>
                  <a:lnTo>
                    <a:pt x="630" y="5230"/>
                  </a:lnTo>
                  <a:cubicBezTo>
                    <a:pt x="630" y="5041"/>
                    <a:pt x="788" y="4883"/>
                    <a:pt x="1008" y="4883"/>
                  </a:cubicBezTo>
                  <a:lnTo>
                    <a:pt x="4190" y="4883"/>
                  </a:lnTo>
                  <a:cubicBezTo>
                    <a:pt x="4348" y="5261"/>
                    <a:pt x="4694" y="5577"/>
                    <a:pt x="5167" y="5577"/>
                  </a:cubicBezTo>
                  <a:lnTo>
                    <a:pt x="6553" y="5577"/>
                  </a:lnTo>
                  <a:cubicBezTo>
                    <a:pt x="6994" y="5577"/>
                    <a:pt x="7372" y="5293"/>
                    <a:pt x="7530" y="4883"/>
                  </a:cubicBezTo>
                  <a:close/>
                  <a:moveTo>
                    <a:pt x="4505" y="0"/>
                  </a:moveTo>
                  <a:cubicBezTo>
                    <a:pt x="4316" y="0"/>
                    <a:pt x="4159" y="158"/>
                    <a:pt x="4159" y="347"/>
                  </a:cubicBezTo>
                  <a:lnTo>
                    <a:pt x="4159" y="1449"/>
                  </a:lnTo>
                  <a:cubicBezTo>
                    <a:pt x="3749" y="1607"/>
                    <a:pt x="3434" y="1953"/>
                    <a:pt x="3434" y="2426"/>
                  </a:cubicBezTo>
                  <a:cubicBezTo>
                    <a:pt x="3434" y="2867"/>
                    <a:pt x="3718" y="3245"/>
                    <a:pt x="4159" y="3403"/>
                  </a:cubicBezTo>
                  <a:lnTo>
                    <a:pt x="4159" y="4190"/>
                  </a:lnTo>
                  <a:lnTo>
                    <a:pt x="1040" y="4190"/>
                  </a:lnTo>
                  <a:cubicBezTo>
                    <a:pt x="441" y="4190"/>
                    <a:pt x="0" y="4663"/>
                    <a:pt x="0" y="5230"/>
                  </a:cubicBezTo>
                  <a:lnTo>
                    <a:pt x="0" y="10775"/>
                  </a:lnTo>
                  <a:cubicBezTo>
                    <a:pt x="0" y="11373"/>
                    <a:pt x="473" y="11783"/>
                    <a:pt x="1040" y="11783"/>
                  </a:cubicBezTo>
                  <a:lnTo>
                    <a:pt x="10775" y="11783"/>
                  </a:lnTo>
                  <a:cubicBezTo>
                    <a:pt x="11342" y="11783"/>
                    <a:pt x="11783" y="11310"/>
                    <a:pt x="11783" y="10775"/>
                  </a:cubicBezTo>
                  <a:lnTo>
                    <a:pt x="11783" y="5230"/>
                  </a:lnTo>
                  <a:cubicBezTo>
                    <a:pt x="11783" y="4663"/>
                    <a:pt x="11342" y="4190"/>
                    <a:pt x="10775" y="4190"/>
                  </a:cubicBezTo>
                  <a:lnTo>
                    <a:pt x="7624" y="4190"/>
                  </a:lnTo>
                  <a:lnTo>
                    <a:pt x="7624" y="3403"/>
                  </a:lnTo>
                  <a:cubicBezTo>
                    <a:pt x="8002" y="3245"/>
                    <a:pt x="8317" y="2899"/>
                    <a:pt x="8317" y="2426"/>
                  </a:cubicBezTo>
                  <a:cubicBezTo>
                    <a:pt x="8317" y="1985"/>
                    <a:pt x="8034" y="1607"/>
                    <a:pt x="7624" y="1449"/>
                  </a:cubicBezTo>
                  <a:lnTo>
                    <a:pt x="7624" y="347"/>
                  </a:lnTo>
                  <a:cubicBezTo>
                    <a:pt x="7624" y="158"/>
                    <a:pt x="7467" y="0"/>
                    <a:pt x="724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7" name="Google Shape;2557;p45"/>
            <p:cNvSpPr/>
            <p:nvPr/>
          </p:nvSpPr>
          <p:spPr>
            <a:xfrm>
              <a:off x="4840200" y="2103350"/>
              <a:ext cx="104775" cy="17350"/>
            </a:xfrm>
            <a:custGeom>
              <a:rect b="b" l="l" r="r" t="t"/>
              <a:pathLst>
                <a:path extrusionOk="0" h="694" w="4191">
                  <a:moveTo>
                    <a:pt x="347" y="0"/>
                  </a:moveTo>
                  <a:cubicBezTo>
                    <a:pt x="158" y="0"/>
                    <a:pt x="0" y="158"/>
                    <a:pt x="0" y="347"/>
                  </a:cubicBezTo>
                  <a:cubicBezTo>
                    <a:pt x="0" y="536"/>
                    <a:pt x="158" y="693"/>
                    <a:pt x="347" y="693"/>
                  </a:cubicBezTo>
                  <a:lnTo>
                    <a:pt x="3844" y="693"/>
                  </a:lnTo>
                  <a:cubicBezTo>
                    <a:pt x="4033" y="693"/>
                    <a:pt x="4191" y="536"/>
                    <a:pt x="4191" y="347"/>
                  </a:cubicBezTo>
                  <a:cubicBezTo>
                    <a:pt x="4191" y="158"/>
                    <a:pt x="4033" y="0"/>
                    <a:pt x="384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8" name="Google Shape;2558;p45"/>
            <p:cNvSpPr/>
            <p:nvPr/>
          </p:nvSpPr>
          <p:spPr>
            <a:xfrm>
              <a:off x="4840200" y="2137200"/>
              <a:ext cx="104775" cy="18150"/>
            </a:xfrm>
            <a:custGeom>
              <a:rect b="b" l="l" r="r" t="t"/>
              <a:pathLst>
                <a:path extrusionOk="0" h="726" w="4191">
                  <a:moveTo>
                    <a:pt x="347" y="1"/>
                  </a:moveTo>
                  <a:cubicBezTo>
                    <a:pt x="158" y="1"/>
                    <a:pt x="0" y="158"/>
                    <a:pt x="0" y="379"/>
                  </a:cubicBezTo>
                  <a:cubicBezTo>
                    <a:pt x="0" y="568"/>
                    <a:pt x="158" y="725"/>
                    <a:pt x="347" y="725"/>
                  </a:cubicBezTo>
                  <a:lnTo>
                    <a:pt x="3844" y="725"/>
                  </a:lnTo>
                  <a:cubicBezTo>
                    <a:pt x="4033" y="725"/>
                    <a:pt x="4191" y="568"/>
                    <a:pt x="4191" y="379"/>
                  </a:cubicBezTo>
                  <a:cubicBezTo>
                    <a:pt x="4191" y="158"/>
                    <a:pt x="4033" y="1"/>
                    <a:pt x="384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9" name="Google Shape;2559;p45"/>
            <p:cNvSpPr/>
            <p:nvPr/>
          </p:nvSpPr>
          <p:spPr>
            <a:xfrm>
              <a:off x="4840200" y="2171875"/>
              <a:ext cx="104775" cy="18125"/>
            </a:xfrm>
            <a:custGeom>
              <a:rect b="b" l="l" r="r" t="t"/>
              <a:pathLst>
                <a:path extrusionOk="0" h="725" w="4191">
                  <a:moveTo>
                    <a:pt x="347" y="0"/>
                  </a:moveTo>
                  <a:cubicBezTo>
                    <a:pt x="158" y="0"/>
                    <a:pt x="0" y="158"/>
                    <a:pt x="0" y="347"/>
                  </a:cubicBezTo>
                  <a:cubicBezTo>
                    <a:pt x="0" y="567"/>
                    <a:pt x="158" y="725"/>
                    <a:pt x="347" y="725"/>
                  </a:cubicBezTo>
                  <a:lnTo>
                    <a:pt x="3844" y="725"/>
                  </a:lnTo>
                  <a:cubicBezTo>
                    <a:pt x="4033" y="725"/>
                    <a:pt x="4191" y="567"/>
                    <a:pt x="4191" y="347"/>
                  </a:cubicBezTo>
                  <a:cubicBezTo>
                    <a:pt x="4191" y="158"/>
                    <a:pt x="4033" y="0"/>
                    <a:pt x="384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60" name="Google Shape;2560;p45"/>
          <p:cNvSpPr/>
          <p:nvPr/>
        </p:nvSpPr>
        <p:spPr>
          <a:xfrm>
            <a:off x="6394851" y="3307316"/>
            <a:ext cx="285362" cy="284613"/>
          </a:xfrm>
          <a:custGeom>
            <a:rect b="b" l="l" r="r" t="t"/>
            <a:pathLst>
              <a:path extrusionOk="0" h="11784" w="11815">
                <a:moveTo>
                  <a:pt x="5923" y="2080"/>
                </a:moveTo>
                <a:cubicBezTo>
                  <a:pt x="6459" y="2080"/>
                  <a:pt x="6932" y="2552"/>
                  <a:pt x="6932" y="3119"/>
                </a:cubicBezTo>
                <a:lnTo>
                  <a:pt x="6932" y="3466"/>
                </a:lnTo>
                <a:lnTo>
                  <a:pt x="4884" y="3466"/>
                </a:lnTo>
                <a:lnTo>
                  <a:pt x="4884" y="3119"/>
                </a:lnTo>
                <a:cubicBezTo>
                  <a:pt x="4884" y="2521"/>
                  <a:pt x="5356" y="2080"/>
                  <a:pt x="5923" y="2080"/>
                </a:cubicBezTo>
                <a:close/>
                <a:moveTo>
                  <a:pt x="5923" y="662"/>
                </a:moveTo>
                <a:cubicBezTo>
                  <a:pt x="7247" y="662"/>
                  <a:pt x="8349" y="1765"/>
                  <a:pt x="8349" y="3119"/>
                </a:cubicBezTo>
                <a:lnTo>
                  <a:pt x="8349" y="3466"/>
                </a:lnTo>
                <a:lnTo>
                  <a:pt x="7656" y="3466"/>
                </a:lnTo>
                <a:lnTo>
                  <a:pt x="7656" y="3119"/>
                </a:lnTo>
                <a:cubicBezTo>
                  <a:pt x="7656" y="2174"/>
                  <a:pt x="6869" y="1387"/>
                  <a:pt x="5923" y="1387"/>
                </a:cubicBezTo>
                <a:cubicBezTo>
                  <a:pt x="4978" y="1387"/>
                  <a:pt x="4191" y="2174"/>
                  <a:pt x="4191" y="3119"/>
                </a:cubicBezTo>
                <a:lnTo>
                  <a:pt x="4191" y="3466"/>
                </a:lnTo>
                <a:lnTo>
                  <a:pt x="3466" y="3466"/>
                </a:lnTo>
                <a:lnTo>
                  <a:pt x="3466" y="3119"/>
                </a:lnTo>
                <a:cubicBezTo>
                  <a:pt x="3466" y="1765"/>
                  <a:pt x="4569" y="662"/>
                  <a:pt x="5923" y="662"/>
                </a:cubicBezTo>
                <a:close/>
                <a:moveTo>
                  <a:pt x="1387" y="4191"/>
                </a:moveTo>
                <a:lnTo>
                  <a:pt x="1387" y="6742"/>
                </a:lnTo>
                <a:cubicBezTo>
                  <a:pt x="946" y="6490"/>
                  <a:pt x="662" y="6018"/>
                  <a:pt x="662" y="5545"/>
                </a:cubicBezTo>
                <a:lnTo>
                  <a:pt x="662" y="4537"/>
                </a:lnTo>
                <a:cubicBezTo>
                  <a:pt x="662" y="4348"/>
                  <a:pt x="820" y="4191"/>
                  <a:pt x="1040" y="4191"/>
                </a:cubicBezTo>
                <a:close/>
                <a:moveTo>
                  <a:pt x="10775" y="4128"/>
                </a:moveTo>
                <a:cubicBezTo>
                  <a:pt x="10996" y="4128"/>
                  <a:pt x="11153" y="4285"/>
                  <a:pt x="11153" y="4506"/>
                </a:cubicBezTo>
                <a:lnTo>
                  <a:pt x="11153" y="5545"/>
                </a:lnTo>
                <a:cubicBezTo>
                  <a:pt x="11153" y="6081"/>
                  <a:pt x="10870" y="6490"/>
                  <a:pt x="10429" y="6742"/>
                </a:cubicBezTo>
                <a:lnTo>
                  <a:pt x="10429" y="4128"/>
                </a:lnTo>
                <a:close/>
                <a:moveTo>
                  <a:pt x="8349" y="4191"/>
                </a:moveTo>
                <a:lnTo>
                  <a:pt x="8349" y="6931"/>
                </a:lnTo>
                <a:lnTo>
                  <a:pt x="3498" y="6931"/>
                </a:lnTo>
                <a:lnTo>
                  <a:pt x="3498" y="4191"/>
                </a:lnTo>
                <a:close/>
                <a:moveTo>
                  <a:pt x="6270" y="7593"/>
                </a:moveTo>
                <a:lnTo>
                  <a:pt x="6270" y="7971"/>
                </a:lnTo>
                <a:cubicBezTo>
                  <a:pt x="6270" y="8160"/>
                  <a:pt x="6112" y="8318"/>
                  <a:pt x="5923" y="8318"/>
                </a:cubicBezTo>
                <a:cubicBezTo>
                  <a:pt x="5703" y="8318"/>
                  <a:pt x="5545" y="8160"/>
                  <a:pt x="5545" y="7971"/>
                </a:cubicBezTo>
                <a:lnTo>
                  <a:pt x="5545" y="7593"/>
                </a:lnTo>
                <a:close/>
                <a:moveTo>
                  <a:pt x="662" y="7089"/>
                </a:moveTo>
                <a:cubicBezTo>
                  <a:pt x="883" y="7278"/>
                  <a:pt x="1103" y="7404"/>
                  <a:pt x="1387" y="7467"/>
                </a:cubicBezTo>
                <a:lnTo>
                  <a:pt x="1387" y="11153"/>
                </a:lnTo>
                <a:lnTo>
                  <a:pt x="1040" y="11153"/>
                </a:lnTo>
                <a:cubicBezTo>
                  <a:pt x="820" y="11153"/>
                  <a:pt x="662" y="10996"/>
                  <a:pt x="662" y="10807"/>
                </a:cubicBezTo>
                <a:lnTo>
                  <a:pt x="662" y="7089"/>
                </a:lnTo>
                <a:close/>
                <a:moveTo>
                  <a:pt x="2804" y="4191"/>
                </a:moveTo>
                <a:lnTo>
                  <a:pt x="2804" y="11153"/>
                </a:lnTo>
                <a:lnTo>
                  <a:pt x="2080" y="11153"/>
                </a:lnTo>
                <a:lnTo>
                  <a:pt x="2080" y="4191"/>
                </a:lnTo>
                <a:close/>
                <a:moveTo>
                  <a:pt x="8318" y="7656"/>
                </a:moveTo>
                <a:lnTo>
                  <a:pt x="8318" y="11153"/>
                </a:lnTo>
                <a:lnTo>
                  <a:pt x="3498" y="11153"/>
                </a:lnTo>
                <a:lnTo>
                  <a:pt x="3498" y="7656"/>
                </a:lnTo>
                <a:lnTo>
                  <a:pt x="4884" y="7656"/>
                </a:lnTo>
                <a:lnTo>
                  <a:pt x="4884" y="8003"/>
                </a:lnTo>
                <a:cubicBezTo>
                  <a:pt x="4884" y="8601"/>
                  <a:pt x="5356" y="9011"/>
                  <a:pt x="5923" y="9011"/>
                </a:cubicBezTo>
                <a:cubicBezTo>
                  <a:pt x="6459" y="9011"/>
                  <a:pt x="6932" y="8538"/>
                  <a:pt x="6932" y="8003"/>
                </a:cubicBezTo>
                <a:lnTo>
                  <a:pt x="6932" y="7656"/>
                </a:lnTo>
                <a:close/>
                <a:moveTo>
                  <a:pt x="9767" y="4191"/>
                </a:moveTo>
                <a:lnTo>
                  <a:pt x="9767" y="11153"/>
                </a:lnTo>
                <a:lnTo>
                  <a:pt x="9074" y="11153"/>
                </a:lnTo>
                <a:lnTo>
                  <a:pt x="9074" y="4191"/>
                </a:lnTo>
                <a:close/>
                <a:moveTo>
                  <a:pt x="11153" y="7120"/>
                </a:moveTo>
                <a:lnTo>
                  <a:pt x="11153" y="10807"/>
                </a:lnTo>
                <a:cubicBezTo>
                  <a:pt x="11153" y="10996"/>
                  <a:pt x="10996" y="11153"/>
                  <a:pt x="10807" y="11153"/>
                </a:cubicBezTo>
                <a:lnTo>
                  <a:pt x="10429" y="11153"/>
                </a:lnTo>
                <a:lnTo>
                  <a:pt x="10429" y="7530"/>
                </a:lnTo>
                <a:cubicBezTo>
                  <a:pt x="10712" y="7436"/>
                  <a:pt x="10964" y="7278"/>
                  <a:pt x="11153" y="7120"/>
                </a:cubicBezTo>
                <a:close/>
                <a:moveTo>
                  <a:pt x="5923" y="0"/>
                </a:moveTo>
                <a:cubicBezTo>
                  <a:pt x="4191" y="0"/>
                  <a:pt x="2804" y="1418"/>
                  <a:pt x="2804" y="3119"/>
                </a:cubicBezTo>
                <a:lnTo>
                  <a:pt x="2804" y="3466"/>
                </a:lnTo>
                <a:lnTo>
                  <a:pt x="1040" y="3466"/>
                </a:lnTo>
                <a:cubicBezTo>
                  <a:pt x="442" y="3466"/>
                  <a:pt x="1" y="3939"/>
                  <a:pt x="1" y="4474"/>
                </a:cubicBezTo>
                <a:lnTo>
                  <a:pt x="1" y="5514"/>
                </a:lnTo>
                <a:lnTo>
                  <a:pt x="1" y="10744"/>
                </a:lnTo>
                <a:cubicBezTo>
                  <a:pt x="1" y="11342"/>
                  <a:pt x="473" y="11783"/>
                  <a:pt x="1040" y="11783"/>
                </a:cubicBezTo>
                <a:lnTo>
                  <a:pt x="10807" y="11783"/>
                </a:lnTo>
                <a:cubicBezTo>
                  <a:pt x="11374" y="11783"/>
                  <a:pt x="11815" y="11311"/>
                  <a:pt x="11815" y="10744"/>
                </a:cubicBezTo>
                <a:lnTo>
                  <a:pt x="11815" y="5514"/>
                </a:lnTo>
                <a:lnTo>
                  <a:pt x="11815" y="4474"/>
                </a:lnTo>
                <a:cubicBezTo>
                  <a:pt x="11815" y="3939"/>
                  <a:pt x="11374" y="3466"/>
                  <a:pt x="10807" y="3466"/>
                </a:cubicBezTo>
                <a:lnTo>
                  <a:pt x="9011" y="3466"/>
                </a:lnTo>
                <a:lnTo>
                  <a:pt x="9011" y="3119"/>
                </a:lnTo>
                <a:cubicBezTo>
                  <a:pt x="9011" y="1387"/>
                  <a:pt x="7593" y="0"/>
                  <a:pt x="592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1" name="Google Shape;2561;p45"/>
          <p:cNvSpPr/>
          <p:nvPr/>
        </p:nvSpPr>
        <p:spPr>
          <a:xfrm>
            <a:off x="6411975" y="3734571"/>
            <a:ext cx="251114" cy="286883"/>
          </a:xfrm>
          <a:custGeom>
            <a:rect b="b" l="l" r="r" t="t"/>
            <a:pathLst>
              <a:path extrusionOk="0" h="11878" w="10397">
                <a:moveTo>
                  <a:pt x="5135" y="725"/>
                </a:moveTo>
                <a:cubicBezTo>
                  <a:pt x="6868" y="725"/>
                  <a:pt x="8254" y="2142"/>
                  <a:pt x="8254" y="3844"/>
                </a:cubicBezTo>
                <a:lnTo>
                  <a:pt x="8254" y="5923"/>
                </a:lnTo>
                <a:cubicBezTo>
                  <a:pt x="8254" y="6112"/>
                  <a:pt x="8097" y="6270"/>
                  <a:pt x="7908" y="6270"/>
                </a:cubicBezTo>
                <a:lnTo>
                  <a:pt x="7498" y="6270"/>
                </a:lnTo>
                <a:cubicBezTo>
                  <a:pt x="7561" y="6144"/>
                  <a:pt x="7561" y="6049"/>
                  <a:pt x="7561" y="5923"/>
                </a:cubicBezTo>
                <a:lnTo>
                  <a:pt x="7561" y="3844"/>
                </a:lnTo>
                <a:cubicBezTo>
                  <a:pt x="7561" y="3623"/>
                  <a:pt x="7404" y="3466"/>
                  <a:pt x="7183" y="3466"/>
                </a:cubicBezTo>
                <a:lnTo>
                  <a:pt x="6490" y="3466"/>
                </a:lnTo>
                <a:cubicBezTo>
                  <a:pt x="5892" y="3466"/>
                  <a:pt x="5450" y="2993"/>
                  <a:pt x="5450" y="2458"/>
                </a:cubicBezTo>
                <a:lnTo>
                  <a:pt x="5450" y="1733"/>
                </a:lnTo>
                <a:cubicBezTo>
                  <a:pt x="5450" y="1544"/>
                  <a:pt x="5293" y="1386"/>
                  <a:pt x="5104" y="1386"/>
                </a:cubicBezTo>
                <a:cubicBezTo>
                  <a:pt x="4915" y="1386"/>
                  <a:pt x="4757" y="1544"/>
                  <a:pt x="4757" y="1733"/>
                </a:cubicBezTo>
                <a:lnTo>
                  <a:pt x="4757" y="2458"/>
                </a:lnTo>
                <a:cubicBezTo>
                  <a:pt x="4757" y="3056"/>
                  <a:pt x="4285" y="3466"/>
                  <a:pt x="3718" y="3466"/>
                </a:cubicBezTo>
                <a:lnTo>
                  <a:pt x="3088" y="3466"/>
                </a:lnTo>
                <a:cubicBezTo>
                  <a:pt x="2899" y="3466"/>
                  <a:pt x="2741" y="3623"/>
                  <a:pt x="2741" y="3844"/>
                </a:cubicBezTo>
                <a:lnTo>
                  <a:pt x="2741" y="5923"/>
                </a:lnTo>
                <a:cubicBezTo>
                  <a:pt x="2741" y="6049"/>
                  <a:pt x="2741" y="6144"/>
                  <a:pt x="2773" y="6270"/>
                </a:cubicBezTo>
                <a:lnTo>
                  <a:pt x="2395" y="6270"/>
                </a:lnTo>
                <a:cubicBezTo>
                  <a:pt x="2205" y="6270"/>
                  <a:pt x="2048" y="6112"/>
                  <a:pt x="2048" y="5923"/>
                </a:cubicBezTo>
                <a:lnTo>
                  <a:pt x="2048" y="3844"/>
                </a:lnTo>
                <a:cubicBezTo>
                  <a:pt x="2048" y="2111"/>
                  <a:pt x="3466" y="725"/>
                  <a:pt x="5135" y="725"/>
                </a:cubicBezTo>
                <a:close/>
                <a:moveTo>
                  <a:pt x="5230" y="3466"/>
                </a:moveTo>
                <a:cubicBezTo>
                  <a:pt x="5545" y="3907"/>
                  <a:pt x="6049" y="4190"/>
                  <a:pt x="6585" y="4190"/>
                </a:cubicBezTo>
                <a:lnTo>
                  <a:pt x="6963" y="4190"/>
                </a:lnTo>
                <a:lnTo>
                  <a:pt x="6963" y="5955"/>
                </a:lnTo>
                <a:lnTo>
                  <a:pt x="6931" y="5955"/>
                </a:lnTo>
                <a:cubicBezTo>
                  <a:pt x="6931" y="6553"/>
                  <a:pt x="6459" y="6994"/>
                  <a:pt x="5892" y="6994"/>
                </a:cubicBezTo>
                <a:lnTo>
                  <a:pt x="4505" y="6994"/>
                </a:lnTo>
                <a:cubicBezTo>
                  <a:pt x="3938" y="6994"/>
                  <a:pt x="3497" y="6522"/>
                  <a:pt x="3497" y="5955"/>
                </a:cubicBezTo>
                <a:lnTo>
                  <a:pt x="3497" y="4190"/>
                </a:lnTo>
                <a:lnTo>
                  <a:pt x="3844" y="4190"/>
                </a:lnTo>
                <a:cubicBezTo>
                  <a:pt x="4379" y="4190"/>
                  <a:pt x="4915" y="3907"/>
                  <a:pt x="5230" y="3466"/>
                </a:cubicBezTo>
                <a:close/>
                <a:moveTo>
                  <a:pt x="6301" y="7624"/>
                </a:moveTo>
                <a:cubicBezTo>
                  <a:pt x="6396" y="8034"/>
                  <a:pt x="6805" y="8349"/>
                  <a:pt x="7278" y="8349"/>
                </a:cubicBezTo>
                <a:lnTo>
                  <a:pt x="7624" y="8349"/>
                </a:lnTo>
                <a:lnTo>
                  <a:pt x="7624" y="9200"/>
                </a:lnTo>
                <a:cubicBezTo>
                  <a:pt x="6852" y="9546"/>
                  <a:pt x="6025" y="9719"/>
                  <a:pt x="5198" y="9719"/>
                </a:cubicBezTo>
                <a:cubicBezTo>
                  <a:pt x="4371" y="9719"/>
                  <a:pt x="3544" y="9546"/>
                  <a:pt x="2773" y="9200"/>
                </a:cubicBezTo>
                <a:lnTo>
                  <a:pt x="2773" y="8349"/>
                </a:lnTo>
                <a:lnTo>
                  <a:pt x="3119" y="8349"/>
                </a:lnTo>
                <a:cubicBezTo>
                  <a:pt x="3560" y="8349"/>
                  <a:pt x="3970" y="8034"/>
                  <a:pt x="4127" y="7624"/>
                </a:cubicBezTo>
                <a:cubicBezTo>
                  <a:pt x="4253" y="7656"/>
                  <a:pt x="4411" y="7656"/>
                  <a:pt x="4505" y="7656"/>
                </a:cubicBezTo>
                <a:lnTo>
                  <a:pt x="5892" y="7656"/>
                </a:lnTo>
                <a:cubicBezTo>
                  <a:pt x="6018" y="7656"/>
                  <a:pt x="6175" y="7656"/>
                  <a:pt x="6301" y="7624"/>
                </a:cubicBezTo>
                <a:close/>
                <a:moveTo>
                  <a:pt x="2079" y="8349"/>
                </a:moveTo>
                <a:lnTo>
                  <a:pt x="2079" y="11153"/>
                </a:lnTo>
                <a:lnTo>
                  <a:pt x="693" y="11153"/>
                </a:lnTo>
                <a:lnTo>
                  <a:pt x="693" y="9389"/>
                </a:lnTo>
                <a:cubicBezTo>
                  <a:pt x="693" y="8790"/>
                  <a:pt x="1166" y="8349"/>
                  <a:pt x="1733" y="8349"/>
                </a:cubicBezTo>
                <a:close/>
                <a:moveTo>
                  <a:pt x="7656" y="9924"/>
                </a:moveTo>
                <a:lnTo>
                  <a:pt x="7656" y="11153"/>
                </a:lnTo>
                <a:lnTo>
                  <a:pt x="2773" y="11153"/>
                </a:lnTo>
                <a:lnTo>
                  <a:pt x="2773" y="9924"/>
                </a:lnTo>
                <a:cubicBezTo>
                  <a:pt x="3560" y="10239"/>
                  <a:pt x="4411" y="10397"/>
                  <a:pt x="5230" y="10397"/>
                </a:cubicBezTo>
                <a:cubicBezTo>
                  <a:pt x="6049" y="10397"/>
                  <a:pt x="6868" y="10239"/>
                  <a:pt x="7656" y="9924"/>
                </a:cubicBezTo>
                <a:close/>
                <a:moveTo>
                  <a:pt x="8664" y="8349"/>
                </a:moveTo>
                <a:cubicBezTo>
                  <a:pt x="9231" y="8349"/>
                  <a:pt x="9672" y="8821"/>
                  <a:pt x="9672" y="9389"/>
                </a:cubicBezTo>
                <a:lnTo>
                  <a:pt x="9672" y="11153"/>
                </a:lnTo>
                <a:lnTo>
                  <a:pt x="8286" y="11153"/>
                </a:lnTo>
                <a:lnTo>
                  <a:pt x="8286" y="8349"/>
                </a:lnTo>
                <a:close/>
                <a:moveTo>
                  <a:pt x="5198" y="0"/>
                </a:moveTo>
                <a:cubicBezTo>
                  <a:pt x="3088" y="0"/>
                  <a:pt x="1355" y="1701"/>
                  <a:pt x="1355" y="3844"/>
                </a:cubicBezTo>
                <a:lnTo>
                  <a:pt x="1355" y="5923"/>
                </a:lnTo>
                <a:cubicBezTo>
                  <a:pt x="1355" y="6522"/>
                  <a:pt x="1827" y="6931"/>
                  <a:pt x="2395" y="6931"/>
                </a:cubicBezTo>
                <a:lnTo>
                  <a:pt x="3088" y="6931"/>
                </a:lnTo>
                <a:cubicBezTo>
                  <a:pt x="3182" y="7057"/>
                  <a:pt x="3308" y="7183"/>
                  <a:pt x="3466" y="7309"/>
                </a:cubicBezTo>
                <a:cubicBezTo>
                  <a:pt x="3466" y="7530"/>
                  <a:pt x="3308" y="7687"/>
                  <a:pt x="3088" y="7687"/>
                </a:cubicBezTo>
                <a:lnTo>
                  <a:pt x="1733" y="7687"/>
                </a:lnTo>
                <a:cubicBezTo>
                  <a:pt x="788" y="7687"/>
                  <a:pt x="0" y="8475"/>
                  <a:pt x="0" y="9420"/>
                </a:cubicBezTo>
                <a:lnTo>
                  <a:pt x="0" y="11499"/>
                </a:lnTo>
                <a:cubicBezTo>
                  <a:pt x="0" y="11720"/>
                  <a:pt x="158" y="11877"/>
                  <a:pt x="347" y="11877"/>
                </a:cubicBezTo>
                <a:lnTo>
                  <a:pt x="10019" y="11877"/>
                </a:lnTo>
                <a:cubicBezTo>
                  <a:pt x="10239" y="11877"/>
                  <a:pt x="10397" y="11720"/>
                  <a:pt x="10397" y="11499"/>
                </a:cubicBezTo>
                <a:lnTo>
                  <a:pt x="10397" y="9420"/>
                </a:lnTo>
                <a:cubicBezTo>
                  <a:pt x="10397" y="8475"/>
                  <a:pt x="9609" y="7687"/>
                  <a:pt x="8664" y="7687"/>
                </a:cubicBezTo>
                <a:lnTo>
                  <a:pt x="7278" y="7687"/>
                </a:lnTo>
                <a:cubicBezTo>
                  <a:pt x="7089" y="7687"/>
                  <a:pt x="6931" y="7530"/>
                  <a:pt x="6931" y="7341"/>
                </a:cubicBezTo>
                <a:cubicBezTo>
                  <a:pt x="7026" y="7246"/>
                  <a:pt x="7152" y="7152"/>
                  <a:pt x="7278" y="6994"/>
                </a:cubicBezTo>
                <a:lnTo>
                  <a:pt x="7971" y="6994"/>
                </a:lnTo>
                <a:cubicBezTo>
                  <a:pt x="8569" y="6994"/>
                  <a:pt x="9011" y="6522"/>
                  <a:pt x="9011" y="5955"/>
                </a:cubicBezTo>
                <a:lnTo>
                  <a:pt x="9011" y="3844"/>
                </a:lnTo>
                <a:cubicBezTo>
                  <a:pt x="9011" y="1733"/>
                  <a:pt x="7309" y="0"/>
                  <a:pt x="519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62" name="Google Shape;2562;p45"/>
          <p:cNvGrpSpPr/>
          <p:nvPr/>
        </p:nvGrpSpPr>
        <p:grpSpPr>
          <a:xfrm>
            <a:off x="8144649" y="3307316"/>
            <a:ext cx="285362" cy="284613"/>
            <a:chOff x="6131900" y="2301825"/>
            <a:chExt cx="295375" cy="294600"/>
          </a:xfrm>
        </p:grpSpPr>
        <p:sp>
          <p:nvSpPr>
            <p:cNvPr id="2563" name="Google Shape;2563;p45"/>
            <p:cNvSpPr/>
            <p:nvPr/>
          </p:nvSpPr>
          <p:spPr>
            <a:xfrm>
              <a:off x="6131900" y="2301825"/>
              <a:ext cx="295375" cy="294600"/>
            </a:xfrm>
            <a:custGeom>
              <a:rect b="b" l="l" r="r" t="t"/>
              <a:pathLst>
                <a:path extrusionOk="0" h="11784" w="11815">
                  <a:moveTo>
                    <a:pt x="3813" y="630"/>
                  </a:moveTo>
                  <a:cubicBezTo>
                    <a:pt x="4002" y="630"/>
                    <a:pt x="4159" y="788"/>
                    <a:pt x="4159" y="977"/>
                  </a:cubicBezTo>
                  <a:lnTo>
                    <a:pt x="4159" y="1355"/>
                  </a:lnTo>
                  <a:lnTo>
                    <a:pt x="1387" y="1355"/>
                  </a:lnTo>
                  <a:lnTo>
                    <a:pt x="1387" y="977"/>
                  </a:lnTo>
                  <a:lnTo>
                    <a:pt x="1355" y="977"/>
                  </a:lnTo>
                  <a:cubicBezTo>
                    <a:pt x="1355" y="788"/>
                    <a:pt x="1513" y="630"/>
                    <a:pt x="1733" y="630"/>
                  </a:cubicBezTo>
                  <a:close/>
                  <a:moveTo>
                    <a:pt x="10114" y="1355"/>
                  </a:moveTo>
                  <a:cubicBezTo>
                    <a:pt x="10303" y="1355"/>
                    <a:pt x="10460" y="1513"/>
                    <a:pt x="10460" y="1702"/>
                  </a:cubicBezTo>
                  <a:lnTo>
                    <a:pt x="10460" y="3434"/>
                  </a:lnTo>
                  <a:lnTo>
                    <a:pt x="7688" y="3434"/>
                  </a:lnTo>
                  <a:cubicBezTo>
                    <a:pt x="7656" y="3277"/>
                    <a:pt x="7656" y="1859"/>
                    <a:pt x="7656" y="1702"/>
                  </a:cubicBezTo>
                  <a:cubicBezTo>
                    <a:pt x="7656" y="1513"/>
                    <a:pt x="7814" y="1355"/>
                    <a:pt x="8034" y="1355"/>
                  </a:cubicBezTo>
                  <a:close/>
                  <a:moveTo>
                    <a:pt x="4128" y="2048"/>
                  </a:moveTo>
                  <a:lnTo>
                    <a:pt x="4128" y="4821"/>
                  </a:lnTo>
                  <a:lnTo>
                    <a:pt x="1355" y="4821"/>
                  </a:lnTo>
                  <a:lnTo>
                    <a:pt x="1355" y="2048"/>
                  </a:lnTo>
                  <a:close/>
                  <a:moveTo>
                    <a:pt x="6617" y="2048"/>
                  </a:moveTo>
                  <a:cubicBezTo>
                    <a:pt x="6806" y="2048"/>
                    <a:pt x="6963" y="2206"/>
                    <a:pt x="6963" y="2395"/>
                  </a:cubicBezTo>
                  <a:lnTo>
                    <a:pt x="6963" y="4852"/>
                  </a:lnTo>
                  <a:lnTo>
                    <a:pt x="4821" y="4852"/>
                  </a:lnTo>
                  <a:lnTo>
                    <a:pt x="4821" y="2395"/>
                  </a:lnTo>
                  <a:cubicBezTo>
                    <a:pt x="4821" y="2206"/>
                    <a:pt x="4978" y="2048"/>
                    <a:pt x="5167" y="2048"/>
                  </a:cubicBezTo>
                  <a:close/>
                  <a:moveTo>
                    <a:pt x="10429" y="4127"/>
                  </a:moveTo>
                  <a:lnTo>
                    <a:pt x="10429" y="4852"/>
                  </a:lnTo>
                  <a:lnTo>
                    <a:pt x="7656" y="4852"/>
                  </a:lnTo>
                  <a:lnTo>
                    <a:pt x="7656" y="4127"/>
                  </a:lnTo>
                  <a:close/>
                  <a:moveTo>
                    <a:pt x="10775" y="5514"/>
                  </a:moveTo>
                  <a:cubicBezTo>
                    <a:pt x="10964" y="5514"/>
                    <a:pt x="11122" y="5671"/>
                    <a:pt x="11122" y="5860"/>
                  </a:cubicBezTo>
                  <a:lnTo>
                    <a:pt x="11122" y="10744"/>
                  </a:lnTo>
                  <a:cubicBezTo>
                    <a:pt x="11122" y="10964"/>
                    <a:pt x="10964" y="11122"/>
                    <a:pt x="10775" y="11122"/>
                  </a:cubicBezTo>
                  <a:lnTo>
                    <a:pt x="1009" y="11122"/>
                  </a:lnTo>
                  <a:cubicBezTo>
                    <a:pt x="820" y="11122"/>
                    <a:pt x="662" y="10964"/>
                    <a:pt x="662" y="10744"/>
                  </a:cubicBezTo>
                  <a:lnTo>
                    <a:pt x="662" y="5860"/>
                  </a:lnTo>
                  <a:cubicBezTo>
                    <a:pt x="662" y="5671"/>
                    <a:pt x="820" y="5514"/>
                    <a:pt x="1009" y="5514"/>
                  </a:cubicBezTo>
                  <a:close/>
                  <a:moveTo>
                    <a:pt x="1733" y="0"/>
                  </a:moveTo>
                  <a:cubicBezTo>
                    <a:pt x="1135" y="0"/>
                    <a:pt x="694" y="473"/>
                    <a:pt x="694" y="1040"/>
                  </a:cubicBezTo>
                  <a:lnTo>
                    <a:pt x="694" y="4884"/>
                  </a:lnTo>
                  <a:cubicBezTo>
                    <a:pt x="316" y="5041"/>
                    <a:pt x="1" y="5388"/>
                    <a:pt x="1" y="5860"/>
                  </a:cubicBezTo>
                  <a:lnTo>
                    <a:pt x="1" y="10744"/>
                  </a:lnTo>
                  <a:cubicBezTo>
                    <a:pt x="1" y="11342"/>
                    <a:pt x="473" y="11783"/>
                    <a:pt x="1009" y="11783"/>
                  </a:cubicBezTo>
                  <a:lnTo>
                    <a:pt x="10775" y="11783"/>
                  </a:lnTo>
                  <a:cubicBezTo>
                    <a:pt x="11374" y="11783"/>
                    <a:pt x="11815" y="11311"/>
                    <a:pt x="11815" y="10744"/>
                  </a:cubicBezTo>
                  <a:lnTo>
                    <a:pt x="11815" y="5860"/>
                  </a:lnTo>
                  <a:cubicBezTo>
                    <a:pt x="11815" y="5388"/>
                    <a:pt x="11531" y="5010"/>
                    <a:pt x="11122" y="4884"/>
                  </a:cubicBezTo>
                  <a:lnTo>
                    <a:pt x="11122" y="1702"/>
                  </a:lnTo>
                  <a:cubicBezTo>
                    <a:pt x="11122" y="1103"/>
                    <a:pt x="10649" y="662"/>
                    <a:pt x="10114" y="662"/>
                  </a:cubicBezTo>
                  <a:lnTo>
                    <a:pt x="8034" y="662"/>
                  </a:lnTo>
                  <a:cubicBezTo>
                    <a:pt x="7530" y="662"/>
                    <a:pt x="7152" y="977"/>
                    <a:pt x="7026" y="1418"/>
                  </a:cubicBezTo>
                  <a:cubicBezTo>
                    <a:pt x="6932" y="1387"/>
                    <a:pt x="6806" y="1355"/>
                    <a:pt x="6648" y="1355"/>
                  </a:cubicBezTo>
                  <a:lnTo>
                    <a:pt x="5230" y="1355"/>
                  </a:lnTo>
                  <a:cubicBezTo>
                    <a:pt x="5104" y="1355"/>
                    <a:pt x="4978" y="1387"/>
                    <a:pt x="4884" y="1418"/>
                  </a:cubicBezTo>
                  <a:lnTo>
                    <a:pt x="4884" y="1040"/>
                  </a:lnTo>
                  <a:cubicBezTo>
                    <a:pt x="4884" y="441"/>
                    <a:pt x="4380" y="0"/>
                    <a:pt x="384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4" name="Google Shape;2564;p45"/>
            <p:cNvSpPr/>
            <p:nvPr/>
          </p:nvSpPr>
          <p:spPr>
            <a:xfrm>
              <a:off x="6218550" y="2456200"/>
              <a:ext cx="122100" cy="51225"/>
            </a:xfrm>
            <a:custGeom>
              <a:rect b="b" l="l" r="r" t="t"/>
              <a:pathLst>
                <a:path extrusionOk="0" h="2049" w="4884">
                  <a:moveTo>
                    <a:pt x="3844" y="725"/>
                  </a:moveTo>
                  <a:cubicBezTo>
                    <a:pt x="4033" y="725"/>
                    <a:pt x="4190" y="882"/>
                    <a:pt x="4190" y="1071"/>
                  </a:cubicBezTo>
                  <a:cubicBezTo>
                    <a:pt x="4190" y="1260"/>
                    <a:pt x="4033" y="1418"/>
                    <a:pt x="3844" y="1418"/>
                  </a:cubicBezTo>
                  <a:lnTo>
                    <a:pt x="1008" y="1418"/>
                  </a:lnTo>
                  <a:cubicBezTo>
                    <a:pt x="819" y="1418"/>
                    <a:pt x="662" y="1260"/>
                    <a:pt x="662" y="1071"/>
                  </a:cubicBezTo>
                  <a:cubicBezTo>
                    <a:pt x="662" y="882"/>
                    <a:pt x="819" y="725"/>
                    <a:pt x="1008" y="725"/>
                  </a:cubicBezTo>
                  <a:close/>
                  <a:moveTo>
                    <a:pt x="1008" y="0"/>
                  </a:moveTo>
                  <a:cubicBezTo>
                    <a:pt x="410" y="0"/>
                    <a:pt x="0" y="473"/>
                    <a:pt x="0" y="1040"/>
                  </a:cubicBezTo>
                  <a:cubicBezTo>
                    <a:pt x="0" y="1639"/>
                    <a:pt x="473" y="2048"/>
                    <a:pt x="1008" y="2048"/>
                  </a:cubicBezTo>
                  <a:lnTo>
                    <a:pt x="3844" y="2048"/>
                  </a:lnTo>
                  <a:cubicBezTo>
                    <a:pt x="4442" y="2048"/>
                    <a:pt x="4883" y="1576"/>
                    <a:pt x="4883" y="1040"/>
                  </a:cubicBezTo>
                  <a:cubicBezTo>
                    <a:pt x="4852" y="473"/>
                    <a:pt x="4411" y="0"/>
                    <a:pt x="384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5" name="Google Shape;2565;p45"/>
            <p:cNvSpPr/>
            <p:nvPr/>
          </p:nvSpPr>
          <p:spPr>
            <a:xfrm>
              <a:off x="6340625" y="2353025"/>
              <a:ext cx="35475" cy="18125"/>
            </a:xfrm>
            <a:custGeom>
              <a:rect b="b" l="l" r="r" t="t"/>
              <a:pathLst>
                <a:path extrusionOk="0" h="725" w="1419">
                  <a:moveTo>
                    <a:pt x="347" y="0"/>
                  </a:moveTo>
                  <a:cubicBezTo>
                    <a:pt x="158" y="0"/>
                    <a:pt x="0" y="158"/>
                    <a:pt x="0" y="347"/>
                  </a:cubicBezTo>
                  <a:cubicBezTo>
                    <a:pt x="0" y="567"/>
                    <a:pt x="158" y="725"/>
                    <a:pt x="347" y="725"/>
                  </a:cubicBezTo>
                  <a:lnTo>
                    <a:pt x="1040" y="725"/>
                  </a:lnTo>
                  <a:cubicBezTo>
                    <a:pt x="1261" y="725"/>
                    <a:pt x="1418" y="567"/>
                    <a:pt x="1418" y="347"/>
                  </a:cubicBezTo>
                  <a:cubicBezTo>
                    <a:pt x="1355" y="158"/>
                    <a:pt x="1198" y="0"/>
                    <a:pt x="10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6" name="Google Shape;2566;p45"/>
            <p:cNvSpPr/>
            <p:nvPr/>
          </p:nvSpPr>
          <p:spPr>
            <a:xfrm>
              <a:off x="6183100" y="2369550"/>
              <a:ext cx="35475" cy="18150"/>
            </a:xfrm>
            <a:custGeom>
              <a:rect b="b" l="l" r="r" t="t"/>
              <a:pathLst>
                <a:path extrusionOk="0" h="726" w="1419">
                  <a:moveTo>
                    <a:pt x="347" y="1"/>
                  </a:moveTo>
                  <a:cubicBezTo>
                    <a:pt x="158" y="1"/>
                    <a:pt x="0" y="158"/>
                    <a:pt x="0" y="379"/>
                  </a:cubicBezTo>
                  <a:cubicBezTo>
                    <a:pt x="0" y="568"/>
                    <a:pt x="158" y="725"/>
                    <a:pt x="347" y="725"/>
                  </a:cubicBezTo>
                  <a:lnTo>
                    <a:pt x="1040" y="725"/>
                  </a:lnTo>
                  <a:cubicBezTo>
                    <a:pt x="1261" y="725"/>
                    <a:pt x="1418" y="568"/>
                    <a:pt x="1418" y="379"/>
                  </a:cubicBezTo>
                  <a:cubicBezTo>
                    <a:pt x="1418" y="158"/>
                    <a:pt x="1261" y="1"/>
                    <a:pt x="10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67" name="Google Shape;2567;p45"/>
          <p:cNvGrpSpPr/>
          <p:nvPr/>
        </p:nvGrpSpPr>
        <p:grpSpPr>
          <a:xfrm>
            <a:off x="5958354" y="1555697"/>
            <a:ext cx="287656" cy="286135"/>
            <a:chOff x="1412450" y="1954475"/>
            <a:chExt cx="297750" cy="296175"/>
          </a:xfrm>
        </p:grpSpPr>
        <p:sp>
          <p:nvSpPr>
            <p:cNvPr id="2568" name="Google Shape;2568;p45"/>
            <p:cNvSpPr/>
            <p:nvPr/>
          </p:nvSpPr>
          <p:spPr>
            <a:xfrm>
              <a:off x="1483350" y="2023800"/>
              <a:ext cx="155975" cy="155975"/>
            </a:xfrm>
            <a:custGeom>
              <a:rect b="b" l="l" r="r" t="t"/>
              <a:pathLst>
                <a:path extrusionOk="0" h="6239" w="6239">
                  <a:moveTo>
                    <a:pt x="3119" y="2079"/>
                  </a:moveTo>
                  <a:cubicBezTo>
                    <a:pt x="3529" y="2079"/>
                    <a:pt x="3844" y="2395"/>
                    <a:pt x="3844" y="2773"/>
                  </a:cubicBezTo>
                  <a:cubicBezTo>
                    <a:pt x="3844" y="3182"/>
                    <a:pt x="3529" y="3497"/>
                    <a:pt x="3119" y="3497"/>
                  </a:cubicBezTo>
                  <a:cubicBezTo>
                    <a:pt x="2741" y="3497"/>
                    <a:pt x="2426" y="3182"/>
                    <a:pt x="2426" y="2773"/>
                  </a:cubicBezTo>
                  <a:cubicBezTo>
                    <a:pt x="2426" y="2395"/>
                    <a:pt x="2741" y="2079"/>
                    <a:pt x="3119" y="2079"/>
                  </a:cubicBezTo>
                  <a:close/>
                  <a:moveTo>
                    <a:pt x="3119" y="725"/>
                  </a:moveTo>
                  <a:cubicBezTo>
                    <a:pt x="4474" y="725"/>
                    <a:pt x="5577" y="1827"/>
                    <a:pt x="5577" y="3182"/>
                  </a:cubicBezTo>
                  <a:cubicBezTo>
                    <a:pt x="5577" y="3686"/>
                    <a:pt x="5388" y="4159"/>
                    <a:pt x="5136" y="4537"/>
                  </a:cubicBezTo>
                  <a:cubicBezTo>
                    <a:pt x="4884" y="4190"/>
                    <a:pt x="4537" y="3907"/>
                    <a:pt x="4191" y="3718"/>
                  </a:cubicBezTo>
                  <a:cubicBezTo>
                    <a:pt x="4411" y="3497"/>
                    <a:pt x="4537" y="3182"/>
                    <a:pt x="4537" y="2804"/>
                  </a:cubicBezTo>
                  <a:cubicBezTo>
                    <a:pt x="4537" y="2079"/>
                    <a:pt x="3907" y="1449"/>
                    <a:pt x="3151" y="1449"/>
                  </a:cubicBezTo>
                  <a:cubicBezTo>
                    <a:pt x="2426" y="1449"/>
                    <a:pt x="1796" y="2079"/>
                    <a:pt x="1796" y="2804"/>
                  </a:cubicBezTo>
                  <a:cubicBezTo>
                    <a:pt x="1796" y="3182"/>
                    <a:pt x="1891" y="3497"/>
                    <a:pt x="2143" y="3718"/>
                  </a:cubicBezTo>
                  <a:cubicBezTo>
                    <a:pt x="1733" y="3907"/>
                    <a:pt x="1418" y="4190"/>
                    <a:pt x="1198" y="4537"/>
                  </a:cubicBezTo>
                  <a:cubicBezTo>
                    <a:pt x="914" y="4159"/>
                    <a:pt x="756" y="3686"/>
                    <a:pt x="756" y="3182"/>
                  </a:cubicBezTo>
                  <a:cubicBezTo>
                    <a:pt x="662" y="1796"/>
                    <a:pt x="1796" y="725"/>
                    <a:pt x="3119" y="725"/>
                  </a:cubicBezTo>
                  <a:close/>
                  <a:moveTo>
                    <a:pt x="3119" y="4190"/>
                  </a:moveTo>
                  <a:cubicBezTo>
                    <a:pt x="3749" y="4190"/>
                    <a:pt x="4317" y="4505"/>
                    <a:pt x="4632" y="5041"/>
                  </a:cubicBezTo>
                  <a:cubicBezTo>
                    <a:pt x="4222" y="5387"/>
                    <a:pt x="3686" y="5577"/>
                    <a:pt x="3119" y="5577"/>
                  </a:cubicBezTo>
                  <a:cubicBezTo>
                    <a:pt x="2584" y="5577"/>
                    <a:pt x="2017" y="5387"/>
                    <a:pt x="1639" y="5041"/>
                  </a:cubicBezTo>
                  <a:cubicBezTo>
                    <a:pt x="1954" y="4505"/>
                    <a:pt x="2489" y="4190"/>
                    <a:pt x="3119" y="4190"/>
                  </a:cubicBezTo>
                  <a:close/>
                  <a:moveTo>
                    <a:pt x="3119" y="0"/>
                  </a:moveTo>
                  <a:cubicBezTo>
                    <a:pt x="1387" y="0"/>
                    <a:pt x="0" y="1418"/>
                    <a:pt x="0" y="3119"/>
                  </a:cubicBezTo>
                  <a:cubicBezTo>
                    <a:pt x="0" y="4852"/>
                    <a:pt x="1387" y="6238"/>
                    <a:pt x="3119" y="6238"/>
                  </a:cubicBezTo>
                  <a:cubicBezTo>
                    <a:pt x="4852" y="6238"/>
                    <a:pt x="6238" y="4820"/>
                    <a:pt x="6238" y="3119"/>
                  </a:cubicBezTo>
                  <a:cubicBezTo>
                    <a:pt x="6238" y="1386"/>
                    <a:pt x="4821" y="0"/>
                    <a:pt x="311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9" name="Google Shape;2569;p45"/>
            <p:cNvSpPr/>
            <p:nvPr/>
          </p:nvSpPr>
          <p:spPr>
            <a:xfrm>
              <a:off x="1412450" y="1954475"/>
              <a:ext cx="297750" cy="296175"/>
            </a:xfrm>
            <a:custGeom>
              <a:rect b="b" l="l" r="r" t="t"/>
              <a:pathLst>
                <a:path extrusionOk="0" h="11847" w="11910">
                  <a:moveTo>
                    <a:pt x="6365" y="662"/>
                  </a:moveTo>
                  <a:lnTo>
                    <a:pt x="6522" y="1513"/>
                  </a:lnTo>
                  <a:cubicBezTo>
                    <a:pt x="6554" y="1702"/>
                    <a:pt x="6617" y="1765"/>
                    <a:pt x="6774" y="1797"/>
                  </a:cubicBezTo>
                  <a:cubicBezTo>
                    <a:pt x="7342" y="1923"/>
                    <a:pt x="7814" y="2112"/>
                    <a:pt x="8287" y="2427"/>
                  </a:cubicBezTo>
                  <a:cubicBezTo>
                    <a:pt x="8350" y="2474"/>
                    <a:pt x="8421" y="2498"/>
                    <a:pt x="8488" y="2498"/>
                  </a:cubicBezTo>
                  <a:cubicBezTo>
                    <a:pt x="8554" y="2498"/>
                    <a:pt x="8618" y="2474"/>
                    <a:pt x="8665" y="2427"/>
                  </a:cubicBezTo>
                  <a:lnTo>
                    <a:pt x="9389" y="1923"/>
                  </a:lnTo>
                  <a:lnTo>
                    <a:pt x="9925" y="2490"/>
                  </a:lnTo>
                  <a:lnTo>
                    <a:pt x="9421" y="3183"/>
                  </a:lnTo>
                  <a:cubicBezTo>
                    <a:pt x="9358" y="3309"/>
                    <a:pt x="9358" y="3466"/>
                    <a:pt x="9421" y="3592"/>
                  </a:cubicBezTo>
                  <a:cubicBezTo>
                    <a:pt x="9736" y="4065"/>
                    <a:pt x="9925" y="4537"/>
                    <a:pt x="10051" y="5073"/>
                  </a:cubicBezTo>
                  <a:cubicBezTo>
                    <a:pt x="10082" y="5231"/>
                    <a:pt x="10209" y="5294"/>
                    <a:pt x="10335" y="5357"/>
                  </a:cubicBezTo>
                  <a:lnTo>
                    <a:pt x="11185" y="5514"/>
                  </a:lnTo>
                  <a:lnTo>
                    <a:pt x="11185" y="6302"/>
                  </a:lnTo>
                  <a:lnTo>
                    <a:pt x="10335" y="6459"/>
                  </a:lnTo>
                  <a:cubicBezTo>
                    <a:pt x="10177" y="6491"/>
                    <a:pt x="10082" y="6585"/>
                    <a:pt x="10051" y="6743"/>
                  </a:cubicBezTo>
                  <a:cubicBezTo>
                    <a:pt x="9925" y="7278"/>
                    <a:pt x="9736" y="7751"/>
                    <a:pt x="9421" y="8224"/>
                  </a:cubicBezTo>
                  <a:cubicBezTo>
                    <a:pt x="9358" y="8350"/>
                    <a:pt x="9358" y="8507"/>
                    <a:pt x="9421" y="8633"/>
                  </a:cubicBezTo>
                  <a:lnTo>
                    <a:pt x="9925" y="9326"/>
                  </a:lnTo>
                  <a:lnTo>
                    <a:pt x="9389" y="9893"/>
                  </a:lnTo>
                  <a:lnTo>
                    <a:pt x="8665" y="9358"/>
                  </a:lnTo>
                  <a:cubicBezTo>
                    <a:pt x="8618" y="9326"/>
                    <a:pt x="8554" y="9310"/>
                    <a:pt x="8488" y="9310"/>
                  </a:cubicBezTo>
                  <a:cubicBezTo>
                    <a:pt x="8421" y="9310"/>
                    <a:pt x="8350" y="9326"/>
                    <a:pt x="8287" y="9358"/>
                  </a:cubicBezTo>
                  <a:cubicBezTo>
                    <a:pt x="7814" y="9673"/>
                    <a:pt x="7342" y="9893"/>
                    <a:pt x="6774" y="9988"/>
                  </a:cubicBezTo>
                  <a:cubicBezTo>
                    <a:pt x="6617" y="10051"/>
                    <a:pt x="6554" y="10145"/>
                    <a:pt x="6522" y="10271"/>
                  </a:cubicBezTo>
                  <a:lnTo>
                    <a:pt x="6365" y="11153"/>
                  </a:lnTo>
                  <a:lnTo>
                    <a:pt x="5577" y="11153"/>
                  </a:lnTo>
                  <a:lnTo>
                    <a:pt x="5420" y="10271"/>
                  </a:lnTo>
                  <a:cubicBezTo>
                    <a:pt x="5357" y="10114"/>
                    <a:pt x="5294" y="10051"/>
                    <a:pt x="5136" y="9988"/>
                  </a:cubicBezTo>
                  <a:cubicBezTo>
                    <a:pt x="4569" y="9893"/>
                    <a:pt x="4097" y="9673"/>
                    <a:pt x="3624" y="9358"/>
                  </a:cubicBezTo>
                  <a:cubicBezTo>
                    <a:pt x="3561" y="9326"/>
                    <a:pt x="3498" y="9310"/>
                    <a:pt x="3435" y="9310"/>
                  </a:cubicBezTo>
                  <a:cubicBezTo>
                    <a:pt x="3372" y="9310"/>
                    <a:pt x="3309" y="9326"/>
                    <a:pt x="3246" y="9358"/>
                  </a:cubicBezTo>
                  <a:lnTo>
                    <a:pt x="2521" y="9893"/>
                  </a:lnTo>
                  <a:lnTo>
                    <a:pt x="1986" y="9326"/>
                  </a:lnTo>
                  <a:lnTo>
                    <a:pt x="2490" y="8633"/>
                  </a:lnTo>
                  <a:cubicBezTo>
                    <a:pt x="2584" y="8507"/>
                    <a:pt x="2584" y="8350"/>
                    <a:pt x="2490" y="8224"/>
                  </a:cubicBezTo>
                  <a:cubicBezTo>
                    <a:pt x="2175" y="7751"/>
                    <a:pt x="1986" y="7278"/>
                    <a:pt x="1860" y="6743"/>
                  </a:cubicBezTo>
                  <a:cubicBezTo>
                    <a:pt x="1828" y="6585"/>
                    <a:pt x="1702" y="6491"/>
                    <a:pt x="1576" y="6459"/>
                  </a:cubicBezTo>
                  <a:lnTo>
                    <a:pt x="726" y="6302"/>
                  </a:lnTo>
                  <a:lnTo>
                    <a:pt x="726" y="5514"/>
                  </a:lnTo>
                  <a:lnTo>
                    <a:pt x="1576" y="5357"/>
                  </a:lnTo>
                  <a:cubicBezTo>
                    <a:pt x="1734" y="5325"/>
                    <a:pt x="1828" y="5231"/>
                    <a:pt x="1860" y="5073"/>
                  </a:cubicBezTo>
                  <a:cubicBezTo>
                    <a:pt x="1986" y="4506"/>
                    <a:pt x="2175" y="4065"/>
                    <a:pt x="2490" y="3592"/>
                  </a:cubicBezTo>
                  <a:cubicBezTo>
                    <a:pt x="2584" y="3466"/>
                    <a:pt x="2584" y="3309"/>
                    <a:pt x="2490" y="3183"/>
                  </a:cubicBezTo>
                  <a:lnTo>
                    <a:pt x="1986" y="2490"/>
                  </a:lnTo>
                  <a:lnTo>
                    <a:pt x="2521" y="1923"/>
                  </a:lnTo>
                  <a:lnTo>
                    <a:pt x="3246" y="2427"/>
                  </a:lnTo>
                  <a:cubicBezTo>
                    <a:pt x="3309" y="2474"/>
                    <a:pt x="3372" y="2498"/>
                    <a:pt x="3435" y="2498"/>
                  </a:cubicBezTo>
                  <a:cubicBezTo>
                    <a:pt x="3498" y="2498"/>
                    <a:pt x="3561" y="2474"/>
                    <a:pt x="3624" y="2427"/>
                  </a:cubicBezTo>
                  <a:cubicBezTo>
                    <a:pt x="4097" y="2112"/>
                    <a:pt x="4569" y="1923"/>
                    <a:pt x="5136" y="1797"/>
                  </a:cubicBezTo>
                  <a:cubicBezTo>
                    <a:pt x="5294" y="1765"/>
                    <a:pt x="5357" y="1639"/>
                    <a:pt x="5420" y="1513"/>
                  </a:cubicBezTo>
                  <a:lnTo>
                    <a:pt x="5577" y="662"/>
                  </a:lnTo>
                  <a:close/>
                  <a:moveTo>
                    <a:pt x="5262" y="1"/>
                  </a:moveTo>
                  <a:cubicBezTo>
                    <a:pt x="5073" y="1"/>
                    <a:pt x="4916" y="127"/>
                    <a:pt x="4884" y="284"/>
                  </a:cubicBezTo>
                  <a:lnTo>
                    <a:pt x="4727" y="1166"/>
                  </a:lnTo>
                  <a:cubicBezTo>
                    <a:pt x="4254" y="1292"/>
                    <a:pt x="3813" y="1481"/>
                    <a:pt x="3435" y="1734"/>
                  </a:cubicBezTo>
                  <a:lnTo>
                    <a:pt x="2679" y="1229"/>
                  </a:lnTo>
                  <a:cubicBezTo>
                    <a:pt x="2610" y="1174"/>
                    <a:pt x="2541" y="1149"/>
                    <a:pt x="2474" y="1149"/>
                  </a:cubicBezTo>
                  <a:cubicBezTo>
                    <a:pt x="2389" y="1149"/>
                    <a:pt x="2309" y="1190"/>
                    <a:pt x="2238" y="1261"/>
                  </a:cubicBezTo>
                  <a:lnTo>
                    <a:pt x="1261" y="2238"/>
                  </a:lnTo>
                  <a:cubicBezTo>
                    <a:pt x="1135" y="2364"/>
                    <a:pt x="1135" y="2553"/>
                    <a:pt x="1230" y="2679"/>
                  </a:cubicBezTo>
                  <a:lnTo>
                    <a:pt x="1734" y="3435"/>
                  </a:lnTo>
                  <a:cubicBezTo>
                    <a:pt x="1513" y="3813"/>
                    <a:pt x="1324" y="4254"/>
                    <a:pt x="1198" y="4726"/>
                  </a:cubicBezTo>
                  <a:lnTo>
                    <a:pt x="284" y="4884"/>
                  </a:lnTo>
                  <a:cubicBezTo>
                    <a:pt x="127" y="4915"/>
                    <a:pt x="1" y="5042"/>
                    <a:pt x="1" y="5231"/>
                  </a:cubicBezTo>
                  <a:lnTo>
                    <a:pt x="1" y="6617"/>
                  </a:lnTo>
                  <a:cubicBezTo>
                    <a:pt x="64" y="6774"/>
                    <a:pt x="158" y="6932"/>
                    <a:pt x="316" y="6963"/>
                  </a:cubicBezTo>
                  <a:lnTo>
                    <a:pt x="1230" y="7121"/>
                  </a:lnTo>
                  <a:cubicBezTo>
                    <a:pt x="1356" y="7593"/>
                    <a:pt x="1545" y="8034"/>
                    <a:pt x="1797" y="8413"/>
                  </a:cubicBezTo>
                  <a:lnTo>
                    <a:pt x="1261" y="9169"/>
                  </a:lnTo>
                  <a:cubicBezTo>
                    <a:pt x="1167" y="9295"/>
                    <a:pt x="1198" y="9484"/>
                    <a:pt x="1324" y="9610"/>
                  </a:cubicBezTo>
                  <a:lnTo>
                    <a:pt x="2301" y="10586"/>
                  </a:lnTo>
                  <a:cubicBezTo>
                    <a:pt x="2368" y="10654"/>
                    <a:pt x="2454" y="10685"/>
                    <a:pt x="2533" y="10685"/>
                  </a:cubicBezTo>
                  <a:cubicBezTo>
                    <a:pt x="2602" y="10685"/>
                    <a:pt x="2666" y="10662"/>
                    <a:pt x="2710" y="10618"/>
                  </a:cubicBezTo>
                  <a:lnTo>
                    <a:pt x="3466" y="10114"/>
                  </a:lnTo>
                  <a:cubicBezTo>
                    <a:pt x="3876" y="10366"/>
                    <a:pt x="4286" y="10555"/>
                    <a:pt x="4790" y="10681"/>
                  </a:cubicBezTo>
                  <a:lnTo>
                    <a:pt x="4947" y="11563"/>
                  </a:lnTo>
                  <a:cubicBezTo>
                    <a:pt x="4979" y="11721"/>
                    <a:pt x="5105" y="11847"/>
                    <a:pt x="5294" y="11847"/>
                  </a:cubicBezTo>
                  <a:lnTo>
                    <a:pt x="6680" y="11847"/>
                  </a:lnTo>
                  <a:cubicBezTo>
                    <a:pt x="6837" y="11847"/>
                    <a:pt x="6995" y="11721"/>
                    <a:pt x="7027" y="11563"/>
                  </a:cubicBezTo>
                  <a:lnTo>
                    <a:pt x="7184" y="10681"/>
                  </a:lnTo>
                  <a:cubicBezTo>
                    <a:pt x="7657" y="10555"/>
                    <a:pt x="8098" y="10366"/>
                    <a:pt x="8476" y="10114"/>
                  </a:cubicBezTo>
                  <a:lnTo>
                    <a:pt x="9232" y="10618"/>
                  </a:lnTo>
                  <a:cubicBezTo>
                    <a:pt x="9301" y="10673"/>
                    <a:pt x="9370" y="10698"/>
                    <a:pt x="9436" y="10698"/>
                  </a:cubicBezTo>
                  <a:cubicBezTo>
                    <a:pt x="9521" y="10698"/>
                    <a:pt x="9602" y="10657"/>
                    <a:pt x="9673" y="10586"/>
                  </a:cubicBezTo>
                  <a:lnTo>
                    <a:pt x="10650" y="9610"/>
                  </a:lnTo>
                  <a:cubicBezTo>
                    <a:pt x="10776" y="9484"/>
                    <a:pt x="10776" y="9295"/>
                    <a:pt x="10681" y="9169"/>
                  </a:cubicBezTo>
                  <a:lnTo>
                    <a:pt x="10177" y="8413"/>
                  </a:lnTo>
                  <a:cubicBezTo>
                    <a:pt x="10398" y="8034"/>
                    <a:pt x="10618" y="7593"/>
                    <a:pt x="10713" y="7121"/>
                  </a:cubicBezTo>
                  <a:lnTo>
                    <a:pt x="11626" y="6963"/>
                  </a:lnTo>
                  <a:cubicBezTo>
                    <a:pt x="11784" y="6932"/>
                    <a:pt x="11910" y="6806"/>
                    <a:pt x="11910" y="6617"/>
                  </a:cubicBezTo>
                  <a:lnTo>
                    <a:pt x="11910" y="5231"/>
                  </a:lnTo>
                  <a:cubicBezTo>
                    <a:pt x="11910" y="5073"/>
                    <a:pt x="11784" y="4915"/>
                    <a:pt x="11626" y="4884"/>
                  </a:cubicBezTo>
                  <a:lnTo>
                    <a:pt x="10713" y="4726"/>
                  </a:lnTo>
                  <a:cubicBezTo>
                    <a:pt x="10618" y="4254"/>
                    <a:pt x="10398" y="3813"/>
                    <a:pt x="10177" y="3403"/>
                  </a:cubicBezTo>
                  <a:lnTo>
                    <a:pt x="10681" y="2679"/>
                  </a:lnTo>
                  <a:cubicBezTo>
                    <a:pt x="10807" y="2553"/>
                    <a:pt x="10776" y="2364"/>
                    <a:pt x="10650" y="2238"/>
                  </a:cubicBezTo>
                  <a:lnTo>
                    <a:pt x="9673" y="1261"/>
                  </a:lnTo>
                  <a:cubicBezTo>
                    <a:pt x="9605" y="1193"/>
                    <a:pt x="9520" y="1162"/>
                    <a:pt x="9435" y="1162"/>
                  </a:cubicBezTo>
                  <a:cubicBezTo>
                    <a:pt x="9362" y="1162"/>
                    <a:pt x="9290" y="1186"/>
                    <a:pt x="9232" y="1229"/>
                  </a:cubicBezTo>
                  <a:lnTo>
                    <a:pt x="8476" y="1734"/>
                  </a:lnTo>
                  <a:cubicBezTo>
                    <a:pt x="8098" y="1481"/>
                    <a:pt x="7657" y="1292"/>
                    <a:pt x="7184" y="1166"/>
                  </a:cubicBezTo>
                  <a:lnTo>
                    <a:pt x="6995" y="284"/>
                  </a:lnTo>
                  <a:cubicBezTo>
                    <a:pt x="6932" y="127"/>
                    <a:pt x="6837" y="1"/>
                    <a:pt x="661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70" name="Google Shape;2570;p45"/>
          <p:cNvSpPr/>
          <p:nvPr/>
        </p:nvSpPr>
        <p:spPr>
          <a:xfrm>
            <a:off x="5959489" y="1994301"/>
            <a:ext cx="285386" cy="283091"/>
          </a:xfrm>
          <a:custGeom>
            <a:rect b="b" l="l" r="r" t="t"/>
            <a:pathLst>
              <a:path extrusionOk="0" h="11721" w="11816">
                <a:moveTo>
                  <a:pt x="2395" y="631"/>
                </a:moveTo>
                <a:cubicBezTo>
                  <a:pt x="2584" y="631"/>
                  <a:pt x="2742" y="789"/>
                  <a:pt x="2742" y="978"/>
                </a:cubicBezTo>
                <a:cubicBezTo>
                  <a:pt x="2742" y="1167"/>
                  <a:pt x="2584" y="1324"/>
                  <a:pt x="2395" y="1324"/>
                </a:cubicBezTo>
                <a:lnTo>
                  <a:pt x="1009" y="1324"/>
                </a:lnTo>
                <a:cubicBezTo>
                  <a:pt x="820" y="1324"/>
                  <a:pt x="663" y="1167"/>
                  <a:pt x="663" y="978"/>
                </a:cubicBezTo>
                <a:cubicBezTo>
                  <a:pt x="663" y="789"/>
                  <a:pt x="820" y="631"/>
                  <a:pt x="1009" y="631"/>
                </a:cubicBezTo>
                <a:close/>
                <a:moveTo>
                  <a:pt x="6554" y="631"/>
                </a:moveTo>
                <a:cubicBezTo>
                  <a:pt x="6774" y="631"/>
                  <a:pt x="6932" y="789"/>
                  <a:pt x="6932" y="978"/>
                </a:cubicBezTo>
                <a:cubicBezTo>
                  <a:pt x="6932" y="1167"/>
                  <a:pt x="6774" y="1324"/>
                  <a:pt x="6554" y="1324"/>
                </a:cubicBezTo>
                <a:lnTo>
                  <a:pt x="5199" y="1324"/>
                </a:lnTo>
                <a:cubicBezTo>
                  <a:pt x="4979" y="1324"/>
                  <a:pt x="4821" y="1167"/>
                  <a:pt x="4821" y="978"/>
                </a:cubicBezTo>
                <a:cubicBezTo>
                  <a:pt x="4821" y="789"/>
                  <a:pt x="4979" y="631"/>
                  <a:pt x="5199" y="631"/>
                </a:cubicBezTo>
                <a:close/>
                <a:moveTo>
                  <a:pt x="10776" y="631"/>
                </a:moveTo>
                <a:cubicBezTo>
                  <a:pt x="10965" y="631"/>
                  <a:pt x="11122" y="789"/>
                  <a:pt x="11122" y="978"/>
                </a:cubicBezTo>
                <a:cubicBezTo>
                  <a:pt x="11122" y="1167"/>
                  <a:pt x="10965" y="1324"/>
                  <a:pt x="10776" y="1324"/>
                </a:cubicBezTo>
                <a:lnTo>
                  <a:pt x="9389" y="1324"/>
                </a:lnTo>
                <a:cubicBezTo>
                  <a:pt x="9200" y="1324"/>
                  <a:pt x="9043" y="1167"/>
                  <a:pt x="9043" y="978"/>
                </a:cubicBezTo>
                <a:cubicBezTo>
                  <a:pt x="9043" y="789"/>
                  <a:pt x="9200" y="631"/>
                  <a:pt x="9389" y="631"/>
                </a:cubicBezTo>
                <a:close/>
                <a:moveTo>
                  <a:pt x="7279" y="4790"/>
                </a:moveTo>
                <a:cubicBezTo>
                  <a:pt x="7468" y="4790"/>
                  <a:pt x="7625" y="4947"/>
                  <a:pt x="7625" y="5136"/>
                </a:cubicBezTo>
                <a:lnTo>
                  <a:pt x="7625" y="6554"/>
                </a:lnTo>
                <a:cubicBezTo>
                  <a:pt x="7625" y="6775"/>
                  <a:pt x="7468" y="6932"/>
                  <a:pt x="7279" y="6932"/>
                </a:cubicBezTo>
                <a:lnTo>
                  <a:pt x="4506" y="6932"/>
                </a:lnTo>
                <a:cubicBezTo>
                  <a:pt x="4317" y="6932"/>
                  <a:pt x="4160" y="6775"/>
                  <a:pt x="4160" y="6554"/>
                </a:cubicBezTo>
                <a:lnTo>
                  <a:pt x="4160" y="5136"/>
                </a:lnTo>
                <a:cubicBezTo>
                  <a:pt x="4160" y="4947"/>
                  <a:pt x="4317" y="4790"/>
                  <a:pt x="4506" y="4790"/>
                </a:cubicBezTo>
                <a:close/>
                <a:moveTo>
                  <a:pt x="2395" y="10398"/>
                </a:moveTo>
                <a:cubicBezTo>
                  <a:pt x="2584" y="10398"/>
                  <a:pt x="2742" y="10555"/>
                  <a:pt x="2742" y="10744"/>
                </a:cubicBezTo>
                <a:cubicBezTo>
                  <a:pt x="2742" y="10933"/>
                  <a:pt x="2584" y="11091"/>
                  <a:pt x="2395" y="11091"/>
                </a:cubicBezTo>
                <a:lnTo>
                  <a:pt x="1009" y="11091"/>
                </a:lnTo>
                <a:cubicBezTo>
                  <a:pt x="820" y="11091"/>
                  <a:pt x="663" y="10933"/>
                  <a:pt x="663" y="10744"/>
                </a:cubicBezTo>
                <a:cubicBezTo>
                  <a:pt x="663" y="10555"/>
                  <a:pt x="820" y="10398"/>
                  <a:pt x="1009" y="10398"/>
                </a:cubicBezTo>
                <a:close/>
                <a:moveTo>
                  <a:pt x="6585" y="10398"/>
                </a:moveTo>
                <a:cubicBezTo>
                  <a:pt x="6806" y="10398"/>
                  <a:pt x="6964" y="10555"/>
                  <a:pt x="6964" y="10744"/>
                </a:cubicBezTo>
                <a:cubicBezTo>
                  <a:pt x="6964" y="10933"/>
                  <a:pt x="6806" y="11091"/>
                  <a:pt x="6585" y="11091"/>
                </a:cubicBezTo>
                <a:lnTo>
                  <a:pt x="5231" y="11091"/>
                </a:lnTo>
                <a:cubicBezTo>
                  <a:pt x="5010" y="11091"/>
                  <a:pt x="4853" y="10933"/>
                  <a:pt x="4853" y="10744"/>
                </a:cubicBezTo>
                <a:cubicBezTo>
                  <a:pt x="4853" y="10555"/>
                  <a:pt x="5010" y="10398"/>
                  <a:pt x="5231" y="10398"/>
                </a:cubicBezTo>
                <a:close/>
                <a:moveTo>
                  <a:pt x="10776" y="10398"/>
                </a:moveTo>
                <a:cubicBezTo>
                  <a:pt x="10965" y="10398"/>
                  <a:pt x="11122" y="10555"/>
                  <a:pt x="11122" y="10744"/>
                </a:cubicBezTo>
                <a:cubicBezTo>
                  <a:pt x="11122" y="10933"/>
                  <a:pt x="10965" y="11091"/>
                  <a:pt x="10776" y="11091"/>
                </a:cubicBezTo>
                <a:lnTo>
                  <a:pt x="9389" y="11091"/>
                </a:lnTo>
                <a:cubicBezTo>
                  <a:pt x="9200" y="11091"/>
                  <a:pt x="9043" y="10933"/>
                  <a:pt x="9043" y="10744"/>
                </a:cubicBezTo>
                <a:cubicBezTo>
                  <a:pt x="9043" y="10555"/>
                  <a:pt x="9200" y="10398"/>
                  <a:pt x="9389" y="10398"/>
                </a:cubicBezTo>
                <a:close/>
                <a:moveTo>
                  <a:pt x="1009" y="1"/>
                </a:moveTo>
                <a:cubicBezTo>
                  <a:pt x="410" y="1"/>
                  <a:pt x="1" y="474"/>
                  <a:pt x="1" y="1009"/>
                </a:cubicBezTo>
                <a:cubicBezTo>
                  <a:pt x="1" y="1608"/>
                  <a:pt x="473" y="2049"/>
                  <a:pt x="1009" y="2049"/>
                </a:cubicBezTo>
                <a:lnTo>
                  <a:pt x="1356" y="2049"/>
                </a:lnTo>
                <a:lnTo>
                  <a:pt x="1356" y="2395"/>
                </a:lnTo>
                <a:cubicBezTo>
                  <a:pt x="1356" y="2994"/>
                  <a:pt x="1828" y="3403"/>
                  <a:pt x="2395" y="3403"/>
                </a:cubicBezTo>
                <a:lnTo>
                  <a:pt x="5546" y="3403"/>
                </a:lnTo>
                <a:lnTo>
                  <a:pt x="5546" y="4128"/>
                </a:lnTo>
                <a:lnTo>
                  <a:pt x="4506" y="4128"/>
                </a:lnTo>
                <a:cubicBezTo>
                  <a:pt x="3939" y="4128"/>
                  <a:pt x="3466" y="4601"/>
                  <a:pt x="3466" y="5136"/>
                </a:cubicBezTo>
                <a:lnTo>
                  <a:pt x="3466" y="6554"/>
                </a:lnTo>
                <a:cubicBezTo>
                  <a:pt x="3466" y="7153"/>
                  <a:pt x="3939" y="7594"/>
                  <a:pt x="4506" y="7594"/>
                </a:cubicBezTo>
                <a:lnTo>
                  <a:pt x="5546" y="7594"/>
                </a:lnTo>
                <a:lnTo>
                  <a:pt x="5546" y="8287"/>
                </a:lnTo>
                <a:lnTo>
                  <a:pt x="2395" y="8287"/>
                </a:lnTo>
                <a:cubicBezTo>
                  <a:pt x="1797" y="8287"/>
                  <a:pt x="1356" y="8759"/>
                  <a:pt x="1356" y="9326"/>
                </a:cubicBezTo>
                <a:lnTo>
                  <a:pt x="1356" y="9673"/>
                </a:lnTo>
                <a:lnTo>
                  <a:pt x="1009" y="9673"/>
                </a:lnTo>
                <a:cubicBezTo>
                  <a:pt x="410" y="9673"/>
                  <a:pt x="1" y="10146"/>
                  <a:pt x="1" y="10713"/>
                </a:cubicBezTo>
                <a:cubicBezTo>
                  <a:pt x="1" y="11280"/>
                  <a:pt x="473" y="11721"/>
                  <a:pt x="1009" y="11721"/>
                </a:cubicBezTo>
                <a:lnTo>
                  <a:pt x="2395" y="11721"/>
                </a:lnTo>
                <a:cubicBezTo>
                  <a:pt x="2994" y="11721"/>
                  <a:pt x="3403" y="11248"/>
                  <a:pt x="3403" y="10713"/>
                </a:cubicBezTo>
                <a:cubicBezTo>
                  <a:pt x="3403" y="10114"/>
                  <a:pt x="2931" y="9673"/>
                  <a:pt x="2395" y="9673"/>
                </a:cubicBezTo>
                <a:lnTo>
                  <a:pt x="2049" y="9673"/>
                </a:lnTo>
                <a:lnTo>
                  <a:pt x="2049" y="9326"/>
                </a:lnTo>
                <a:cubicBezTo>
                  <a:pt x="2049" y="9137"/>
                  <a:pt x="2206" y="8980"/>
                  <a:pt x="2395" y="8980"/>
                </a:cubicBezTo>
                <a:lnTo>
                  <a:pt x="5546" y="8980"/>
                </a:lnTo>
                <a:lnTo>
                  <a:pt x="5546" y="9673"/>
                </a:lnTo>
                <a:lnTo>
                  <a:pt x="5199" y="9673"/>
                </a:lnTo>
                <a:cubicBezTo>
                  <a:pt x="4601" y="9673"/>
                  <a:pt x="4160" y="10146"/>
                  <a:pt x="4160" y="10713"/>
                </a:cubicBezTo>
                <a:cubicBezTo>
                  <a:pt x="4160" y="11280"/>
                  <a:pt x="4632" y="11721"/>
                  <a:pt x="5199" y="11721"/>
                </a:cubicBezTo>
                <a:lnTo>
                  <a:pt x="6554" y="11721"/>
                </a:lnTo>
                <a:cubicBezTo>
                  <a:pt x="7153" y="11721"/>
                  <a:pt x="7594" y="11248"/>
                  <a:pt x="7594" y="10713"/>
                </a:cubicBezTo>
                <a:cubicBezTo>
                  <a:pt x="7594" y="10114"/>
                  <a:pt x="7121" y="9673"/>
                  <a:pt x="6554" y="9673"/>
                </a:cubicBezTo>
                <a:lnTo>
                  <a:pt x="6207" y="9673"/>
                </a:lnTo>
                <a:lnTo>
                  <a:pt x="6207" y="8980"/>
                </a:lnTo>
                <a:lnTo>
                  <a:pt x="9358" y="8980"/>
                </a:lnTo>
                <a:cubicBezTo>
                  <a:pt x="9547" y="8980"/>
                  <a:pt x="9704" y="9137"/>
                  <a:pt x="9704" y="9326"/>
                </a:cubicBezTo>
                <a:lnTo>
                  <a:pt x="9704" y="9673"/>
                </a:lnTo>
                <a:lnTo>
                  <a:pt x="9358" y="9673"/>
                </a:lnTo>
                <a:cubicBezTo>
                  <a:pt x="8759" y="9673"/>
                  <a:pt x="8350" y="10146"/>
                  <a:pt x="8350" y="10713"/>
                </a:cubicBezTo>
                <a:cubicBezTo>
                  <a:pt x="8350" y="11280"/>
                  <a:pt x="8791" y="11721"/>
                  <a:pt x="9358" y="11721"/>
                </a:cubicBezTo>
                <a:lnTo>
                  <a:pt x="10744" y="11721"/>
                </a:lnTo>
                <a:cubicBezTo>
                  <a:pt x="11311" y="11721"/>
                  <a:pt x="11752" y="11248"/>
                  <a:pt x="11752" y="10713"/>
                </a:cubicBezTo>
                <a:cubicBezTo>
                  <a:pt x="11752" y="10114"/>
                  <a:pt x="11280" y="9673"/>
                  <a:pt x="10744" y="9673"/>
                </a:cubicBezTo>
                <a:lnTo>
                  <a:pt x="10366" y="9673"/>
                </a:lnTo>
                <a:lnTo>
                  <a:pt x="10366" y="9326"/>
                </a:lnTo>
                <a:cubicBezTo>
                  <a:pt x="10366" y="8728"/>
                  <a:pt x="9925" y="8287"/>
                  <a:pt x="9358" y="8287"/>
                </a:cubicBezTo>
                <a:lnTo>
                  <a:pt x="6207" y="8287"/>
                </a:lnTo>
                <a:lnTo>
                  <a:pt x="6207" y="7594"/>
                </a:lnTo>
                <a:lnTo>
                  <a:pt x="7216" y="7594"/>
                </a:lnTo>
                <a:cubicBezTo>
                  <a:pt x="7814" y="7594"/>
                  <a:pt x="8287" y="7121"/>
                  <a:pt x="8287" y="6554"/>
                </a:cubicBezTo>
                <a:lnTo>
                  <a:pt x="8287" y="5136"/>
                </a:lnTo>
                <a:cubicBezTo>
                  <a:pt x="8287" y="4569"/>
                  <a:pt x="7814" y="4128"/>
                  <a:pt x="7216" y="4128"/>
                </a:cubicBezTo>
                <a:lnTo>
                  <a:pt x="6207" y="4128"/>
                </a:lnTo>
                <a:lnTo>
                  <a:pt x="6207" y="3403"/>
                </a:lnTo>
                <a:lnTo>
                  <a:pt x="9389" y="3403"/>
                </a:lnTo>
                <a:cubicBezTo>
                  <a:pt x="9988" y="3403"/>
                  <a:pt x="10429" y="2931"/>
                  <a:pt x="10429" y="2395"/>
                </a:cubicBezTo>
                <a:lnTo>
                  <a:pt x="10429" y="2049"/>
                </a:lnTo>
                <a:lnTo>
                  <a:pt x="10776" y="2049"/>
                </a:lnTo>
                <a:cubicBezTo>
                  <a:pt x="11374" y="2049"/>
                  <a:pt x="11815" y="1576"/>
                  <a:pt x="11815" y="1009"/>
                </a:cubicBezTo>
                <a:cubicBezTo>
                  <a:pt x="11815" y="411"/>
                  <a:pt x="11343" y="1"/>
                  <a:pt x="10776" y="1"/>
                </a:cubicBezTo>
                <a:lnTo>
                  <a:pt x="9389" y="1"/>
                </a:lnTo>
                <a:cubicBezTo>
                  <a:pt x="8822" y="1"/>
                  <a:pt x="8381" y="474"/>
                  <a:pt x="8381" y="1009"/>
                </a:cubicBezTo>
                <a:cubicBezTo>
                  <a:pt x="8381" y="1608"/>
                  <a:pt x="8854" y="2049"/>
                  <a:pt x="9389" y="2049"/>
                </a:cubicBezTo>
                <a:lnTo>
                  <a:pt x="9767" y="2049"/>
                </a:lnTo>
                <a:lnTo>
                  <a:pt x="9767" y="2395"/>
                </a:lnTo>
                <a:cubicBezTo>
                  <a:pt x="9767" y="2584"/>
                  <a:pt x="9610" y="2742"/>
                  <a:pt x="9389" y="2742"/>
                </a:cubicBezTo>
                <a:lnTo>
                  <a:pt x="6239" y="2742"/>
                </a:lnTo>
                <a:lnTo>
                  <a:pt x="6239" y="2049"/>
                </a:lnTo>
                <a:lnTo>
                  <a:pt x="6617" y="2049"/>
                </a:lnTo>
                <a:cubicBezTo>
                  <a:pt x="7184" y="2049"/>
                  <a:pt x="7625" y="1576"/>
                  <a:pt x="7625" y="1009"/>
                </a:cubicBezTo>
                <a:cubicBezTo>
                  <a:pt x="7625" y="411"/>
                  <a:pt x="7153" y="1"/>
                  <a:pt x="6617" y="1"/>
                </a:cubicBezTo>
                <a:lnTo>
                  <a:pt x="5231" y="1"/>
                </a:lnTo>
                <a:cubicBezTo>
                  <a:pt x="4632" y="1"/>
                  <a:pt x="4191" y="474"/>
                  <a:pt x="4191" y="1009"/>
                </a:cubicBezTo>
                <a:cubicBezTo>
                  <a:pt x="4191" y="1608"/>
                  <a:pt x="4664" y="2049"/>
                  <a:pt x="5231" y="2049"/>
                </a:cubicBezTo>
                <a:lnTo>
                  <a:pt x="5577" y="2049"/>
                </a:lnTo>
                <a:lnTo>
                  <a:pt x="5577" y="2742"/>
                </a:lnTo>
                <a:lnTo>
                  <a:pt x="2427" y="2742"/>
                </a:lnTo>
                <a:cubicBezTo>
                  <a:pt x="2238" y="2742"/>
                  <a:pt x="2080" y="2584"/>
                  <a:pt x="2080" y="2395"/>
                </a:cubicBezTo>
                <a:lnTo>
                  <a:pt x="2080" y="2049"/>
                </a:lnTo>
                <a:lnTo>
                  <a:pt x="2427" y="2049"/>
                </a:lnTo>
                <a:cubicBezTo>
                  <a:pt x="3025" y="2049"/>
                  <a:pt x="3466" y="1576"/>
                  <a:pt x="3466" y="1009"/>
                </a:cubicBezTo>
                <a:cubicBezTo>
                  <a:pt x="3466" y="411"/>
                  <a:pt x="2994" y="1"/>
                  <a:pt x="242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71" name="Google Shape;2571;p45"/>
          <p:cNvGrpSpPr/>
          <p:nvPr/>
        </p:nvGrpSpPr>
        <p:grpSpPr>
          <a:xfrm>
            <a:off x="5958354" y="2430092"/>
            <a:ext cx="287656" cy="287439"/>
            <a:chOff x="1413250" y="2680675"/>
            <a:chExt cx="297750" cy="297525"/>
          </a:xfrm>
        </p:grpSpPr>
        <p:sp>
          <p:nvSpPr>
            <p:cNvPr id="2572" name="Google Shape;2572;p45"/>
            <p:cNvSpPr/>
            <p:nvPr/>
          </p:nvSpPr>
          <p:spPr>
            <a:xfrm>
              <a:off x="1413250" y="2680675"/>
              <a:ext cx="297750" cy="297525"/>
            </a:xfrm>
            <a:custGeom>
              <a:rect b="b" l="l" r="r" t="t"/>
              <a:pathLst>
                <a:path extrusionOk="0" h="11901" w="11910">
                  <a:moveTo>
                    <a:pt x="10460" y="1418"/>
                  </a:moveTo>
                  <a:lnTo>
                    <a:pt x="10460" y="7719"/>
                  </a:lnTo>
                  <a:lnTo>
                    <a:pt x="1387" y="7719"/>
                  </a:lnTo>
                  <a:lnTo>
                    <a:pt x="1387" y="1418"/>
                  </a:lnTo>
                  <a:close/>
                  <a:moveTo>
                    <a:pt x="5577" y="8380"/>
                  </a:moveTo>
                  <a:lnTo>
                    <a:pt x="5577" y="9105"/>
                  </a:lnTo>
                  <a:lnTo>
                    <a:pt x="5167" y="9105"/>
                  </a:lnTo>
                  <a:lnTo>
                    <a:pt x="5451" y="8380"/>
                  </a:lnTo>
                  <a:close/>
                  <a:moveTo>
                    <a:pt x="6396" y="8380"/>
                  </a:moveTo>
                  <a:lnTo>
                    <a:pt x="6679" y="9105"/>
                  </a:lnTo>
                  <a:lnTo>
                    <a:pt x="6270" y="9105"/>
                  </a:lnTo>
                  <a:lnTo>
                    <a:pt x="6270" y="8380"/>
                  </a:lnTo>
                  <a:close/>
                  <a:moveTo>
                    <a:pt x="5955" y="0"/>
                  </a:moveTo>
                  <a:cubicBezTo>
                    <a:pt x="5766" y="0"/>
                    <a:pt x="5608" y="158"/>
                    <a:pt x="5608" y="347"/>
                  </a:cubicBezTo>
                  <a:lnTo>
                    <a:pt x="5608" y="725"/>
                  </a:lnTo>
                  <a:lnTo>
                    <a:pt x="378" y="725"/>
                  </a:lnTo>
                  <a:cubicBezTo>
                    <a:pt x="158" y="725"/>
                    <a:pt x="0" y="882"/>
                    <a:pt x="0" y="1071"/>
                  </a:cubicBezTo>
                  <a:cubicBezTo>
                    <a:pt x="0" y="1260"/>
                    <a:pt x="158" y="1418"/>
                    <a:pt x="378" y="1418"/>
                  </a:cubicBezTo>
                  <a:lnTo>
                    <a:pt x="725" y="1418"/>
                  </a:lnTo>
                  <a:lnTo>
                    <a:pt x="725" y="7719"/>
                  </a:lnTo>
                  <a:lnTo>
                    <a:pt x="378" y="7719"/>
                  </a:lnTo>
                  <a:cubicBezTo>
                    <a:pt x="189" y="7719"/>
                    <a:pt x="32" y="7876"/>
                    <a:pt x="32" y="8097"/>
                  </a:cubicBezTo>
                  <a:cubicBezTo>
                    <a:pt x="32" y="8286"/>
                    <a:pt x="189" y="8443"/>
                    <a:pt x="378" y="8443"/>
                  </a:cubicBezTo>
                  <a:lnTo>
                    <a:pt x="4758" y="8443"/>
                  </a:lnTo>
                  <a:lnTo>
                    <a:pt x="3560" y="11436"/>
                  </a:lnTo>
                  <a:cubicBezTo>
                    <a:pt x="3497" y="11625"/>
                    <a:pt x="3560" y="11814"/>
                    <a:pt x="3749" y="11877"/>
                  </a:cubicBezTo>
                  <a:cubicBezTo>
                    <a:pt x="3803" y="11893"/>
                    <a:pt x="3855" y="11901"/>
                    <a:pt x="3903" y="11901"/>
                  </a:cubicBezTo>
                  <a:cubicBezTo>
                    <a:pt x="4052" y="11901"/>
                    <a:pt x="4167" y="11824"/>
                    <a:pt x="4191" y="11657"/>
                  </a:cubicBezTo>
                  <a:lnTo>
                    <a:pt x="4947" y="9830"/>
                  </a:lnTo>
                  <a:lnTo>
                    <a:pt x="5608" y="9830"/>
                  </a:lnTo>
                  <a:lnTo>
                    <a:pt x="5608" y="10838"/>
                  </a:lnTo>
                  <a:cubicBezTo>
                    <a:pt x="5608" y="11027"/>
                    <a:pt x="5766" y="11184"/>
                    <a:pt x="5955" y="11184"/>
                  </a:cubicBezTo>
                  <a:cubicBezTo>
                    <a:pt x="6175" y="11184"/>
                    <a:pt x="6333" y="11027"/>
                    <a:pt x="6333" y="10838"/>
                  </a:cubicBezTo>
                  <a:lnTo>
                    <a:pt x="6333" y="9830"/>
                  </a:lnTo>
                  <a:lnTo>
                    <a:pt x="6995" y="9830"/>
                  </a:lnTo>
                  <a:lnTo>
                    <a:pt x="7751" y="11657"/>
                  </a:lnTo>
                  <a:cubicBezTo>
                    <a:pt x="7798" y="11824"/>
                    <a:pt x="7918" y="11901"/>
                    <a:pt x="8042" y="11901"/>
                  </a:cubicBezTo>
                  <a:cubicBezTo>
                    <a:pt x="8082" y="11901"/>
                    <a:pt x="8122" y="11893"/>
                    <a:pt x="8160" y="11877"/>
                  </a:cubicBezTo>
                  <a:cubicBezTo>
                    <a:pt x="8381" y="11783"/>
                    <a:pt x="8444" y="11594"/>
                    <a:pt x="8381" y="11436"/>
                  </a:cubicBezTo>
                  <a:lnTo>
                    <a:pt x="7184" y="8443"/>
                  </a:lnTo>
                  <a:lnTo>
                    <a:pt x="11563" y="8443"/>
                  </a:lnTo>
                  <a:cubicBezTo>
                    <a:pt x="11752" y="8443"/>
                    <a:pt x="11909" y="8286"/>
                    <a:pt x="11909" y="8097"/>
                  </a:cubicBezTo>
                  <a:cubicBezTo>
                    <a:pt x="11909" y="7876"/>
                    <a:pt x="11752" y="7719"/>
                    <a:pt x="11563" y="7719"/>
                  </a:cubicBezTo>
                  <a:lnTo>
                    <a:pt x="11185" y="7719"/>
                  </a:lnTo>
                  <a:lnTo>
                    <a:pt x="11185" y="1418"/>
                  </a:lnTo>
                  <a:lnTo>
                    <a:pt x="11563" y="1418"/>
                  </a:lnTo>
                  <a:cubicBezTo>
                    <a:pt x="11752" y="1418"/>
                    <a:pt x="11909" y="1260"/>
                    <a:pt x="11909" y="1071"/>
                  </a:cubicBezTo>
                  <a:cubicBezTo>
                    <a:pt x="11909" y="882"/>
                    <a:pt x="11752" y="725"/>
                    <a:pt x="11563" y="725"/>
                  </a:cubicBezTo>
                  <a:lnTo>
                    <a:pt x="6301" y="725"/>
                  </a:lnTo>
                  <a:lnTo>
                    <a:pt x="6301" y="347"/>
                  </a:lnTo>
                  <a:cubicBezTo>
                    <a:pt x="6301" y="158"/>
                    <a:pt x="6144" y="0"/>
                    <a:pt x="59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3" name="Google Shape;2573;p45"/>
            <p:cNvSpPr/>
            <p:nvPr/>
          </p:nvSpPr>
          <p:spPr>
            <a:xfrm>
              <a:off x="1465225" y="2805100"/>
              <a:ext cx="52800" cy="52025"/>
            </a:xfrm>
            <a:custGeom>
              <a:rect b="b" l="l" r="r" t="t"/>
              <a:pathLst>
                <a:path extrusionOk="0" h="2081" w="2112">
                  <a:moveTo>
                    <a:pt x="1387" y="663"/>
                  </a:moveTo>
                  <a:lnTo>
                    <a:pt x="1387" y="1387"/>
                  </a:lnTo>
                  <a:lnTo>
                    <a:pt x="694" y="1387"/>
                  </a:lnTo>
                  <a:lnTo>
                    <a:pt x="694" y="663"/>
                  </a:lnTo>
                  <a:close/>
                  <a:moveTo>
                    <a:pt x="347" y="1"/>
                  </a:moveTo>
                  <a:cubicBezTo>
                    <a:pt x="158" y="1"/>
                    <a:pt x="1" y="158"/>
                    <a:pt x="1" y="347"/>
                  </a:cubicBezTo>
                  <a:lnTo>
                    <a:pt x="1" y="1734"/>
                  </a:lnTo>
                  <a:cubicBezTo>
                    <a:pt x="1" y="1923"/>
                    <a:pt x="158" y="2080"/>
                    <a:pt x="347" y="2080"/>
                  </a:cubicBezTo>
                  <a:lnTo>
                    <a:pt x="1765" y="2080"/>
                  </a:lnTo>
                  <a:cubicBezTo>
                    <a:pt x="1954" y="2080"/>
                    <a:pt x="2112" y="1923"/>
                    <a:pt x="2112" y="1734"/>
                  </a:cubicBezTo>
                  <a:lnTo>
                    <a:pt x="2112" y="347"/>
                  </a:lnTo>
                  <a:cubicBezTo>
                    <a:pt x="2112" y="158"/>
                    <a:pt x="1954" y="1"/>
                    <a:pt x="176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4" name="Google Shape;2574;p45"/>
            <p:cNvSpPr/>
            <p:nvPr/>
          </p:nvSpPr>
          <p:spPr>
            <a:xfrm>
              <a:off x="1535325" y="2769675"/>
              <a:ext cx="52800" cy="87450"/>
            </a:xfrm>
            <a:custGeom>
              <a:rect b="b" l="l" r="r" t="t"/>
              <a:pathLst>
                <a:path extrusionOk="0" h="3498" w="2112">
                  <a:moveTo>
                    <a:pt x="1387" y="662"/>
                  </a:moveTo>
                  <a:lnTo>
                    <a:pt x="1387" y="2741"/>
                  </a:lnTo>
                  <a:lnTo>
                    <a:pt x="694" y="2741"/>
                  </a:lnTo>
                  <a:lnTo>
                    <a:pt x="694" y="662"/>
                  </a:lnTo>
                  <a:close/>
                  <a:moveTo>
                    <a:pt x="379" y="0"/>
                  </a:moveTo>
                  <a:cubicBezTo>
                    <a:pt x="158" y="0"/>
                    <a:pt x="1" y="158"/>
                    <a:pt x="1" y="347"/>
                  </a:cubicBezTo>
                  <a:lnTo>
                    <a:pt x="1" y="3151"/>
                  </a:lnTo>
                  <a:cubicBezTo>
                    <a:pt x="1" y="3340"/>
                    <a:pt x="158" y="3497"/>
                    <a:pt x="379" y="3497"/>
                  </a:cubicBezTo>
                  <a:lnTo>
                    <a:pt x="1733" y="3497"/>
                  </a:lnTo>
                  <a:lnTo>
                    <a:pt x="1733" y="3466"/>
                  </a:lnTo>
                  <a:cubicBezTo>
                    <a:pt x="1954" y="3466"/>
                    <a:pt x="2112" y="3308"/>
                    <a:pt x="2112" y="3119"/>
                  </a:cubicBezTo>
                  <a:lnTo>
                    <a:pt x="2112" y="347"/>
                  </a:lnTo>
                  <a:cubicBezTo>
                    <a:pt x="2112" y="158"/>
                    <a:pt x="1954" y="0"/>
                    <a:pt x="17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5" name="Google Shape;2575;p45"/>
            <p:cNvSpPr/>
            <p:nvPr/>
          </p:nvSpPr>
          <p:spPr>
            <a:xfrm>
              <a:off x="1604650" y="2733425"/>
              <a:ext cx="52775" cy="122900"/>
            </a:xfrm>
            <a:custGeom>
              <a:rect b="b" l="l" r="r" t="t"/>
              <a:pathLst>
                <a:path extrusionOk="0" h="4916" w="2111">
                  <a:moveTo>
                    <a:pt x="1418" y="726"/>
                  </a:moveTo>
                  <a:lnTo>
                    <a:pt x="1418" y="4254"/>
                  </a:lnTo>
                  <a:lnTo>
                    <a:pt x="725" y="4254"/>
                  </a:lnTo>
                  <a:lnTo>
                    <a:pt x="725" y="726"/>
                  </a:lnTo>
                  <a:close/>
                  <a:moveTo>
                    <a:pt x="347" y="1"/>
                  </a:moveTo>
                  <a:cubicBezTo>
                    <a:pt x="158" y="1"/>
                    <a:pt x="0" y="159"/>
                    <a:pt x="0" y="348"/>
                  </a:cubicBezTo>
                  <a:lnTo>
                    <a:pt x="0" y="4569"/>
                  </a:lnTo>
                  <a:cubicBezTo>
                    <a:pt x="0" y="4758"/>
                    <a:pt x="158" y="4916"/>
                    <a:pt x="347" y="4916"/>
                  </a:cubicBezTo>
                  <a:lnTo>
                    <a:pt x="1764" y="4916"/>
                  </a:lnTo>
                  <a:cubicBezTo>
                    <a:pt x="1953" y="4916"/>
                    <a:pt x="2111" y="4758"/>
                    <a:pt x="2111" y="4569"/>
                  </a:cubicBezTo>
                  <a:lnTo>
                    <a:pt x="2111" y="348"/>
                  </a:lnTo>
                  <a:cubicBezTo>
                    <a:pt x="2111" y="159"/>
                    <a:pt x="1953" y="1"/>
                    <a:pt x="176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76" name="Google Shape;2576;p45"/>
          <p:cNvSpPr/>
          <p:nvPr/>
        </p:nvSpPr>
        <p:spPr>
          <a:xfrm>
            <a:off x="8176602" y="1555709"/>
            <a:ext cx="221454" cy="286111"/>
          </a:xfrm>
          <a:custGeom>
            <a:rect b="b" l="l" r="r" t="t"/>
            <a:pathLst>
              <a:path extrusionOk="0" h="11846" w="9169">
                <a:moveTo>
                  <a:pt x="4695" y="2079"/>
                </a:moveTo>
                <a:cubicBezTo>
                  <a:pt x="5073" y="2079"/>
                  <a:pt x="5388" y="2394"/>
                  <a:pt x="5388" y="2772"/>
                </a:cubicBezTo>
                <a:cubicBezTo>
                  <a:pt x="5388" y="3181"/>
                  <a:pt x="5073" y="3496"/>
                  <a:pt x="4695" y="3496"/>
                </a:cubicBezTo>
                <a:cubicBezTo>
                  <a:pt x="4285" y="3496"/>
                  <a:pt x="3970" y="3181"/>
                  <a:pt x="3970" y="2772"/>
                </a:cubicBezTo>
                <a:cubicBezTo>
                  <a:pt x="3970" y="2394"/>
                  <a:pt x="4285" y="2079"/>
                  <a:pt x="4695" y="2079"/>
                </a:cubicBezTo>
                <a:close/>
                <a:moveTo>
                  <a:pt x="4695" y="4189"/>
                </a:moveTo>
                <a:cubicBezTo>
                  <a:pt x="5640" y="4189"/>
                  <a:pt x="6428" y="4977"/>
                  <a:pt x="6428" y="5922"/>
                </a:cubicBezTo>
                <a:lnTo>
                  <a:pt x="6428" y="6300"/>
                </a:lnTo>
                <a:lnTo>
                  <a:pt x="2962" y="6300"/>
                </a:lnTo>
                <a:lnTo>
                  <a:pt x="2962" y="5922"/>
                </a:lnTo>
                <a:cubicBezTo>
                  <a:pt x="2962" y="4945"/>
                  <a:pt x="3750" y="4189"/>
                  <a:pt x="4695" y="4189"/>
                </a:cubicBezTo>
                <a:close/>
                <a:moveTo>
                  <a:pt x="4730" y="664"/>
                </a:moveTo>
                <a:cubicBezTo>
                  <a:pt x="6870" y="664"/>
                  <a:pt x="8538" y="2418"/>
                  <a:pt x="8538" y="4473"/>
                </a:cubicBezTo>
                <a:cubicBezTo>
                  <a:pt x="8538" y="5544"/>
                  <a:pt x="8097" y="6552"/>
                  <a:pt x="7310" y="7277"/>
                </a:cubicBezTo>
                <a:cubicBezTo>
                  <a:pt x="7215" y="7403"/>
                  <a:pt x="7121" y="7466"/>
                  <a:pt x="6995" y="7497"/>
                </a:cubicBezTo>
                <a:cubicBezTo>
                  <a:pt x="6774" y="7718"/>
                  <a:pt x="6522" y="7907"/>
                  <a:pt x="6459" y="8285"/>
                </a:cubicBezTo>
                <a:lnTo>
                  <a:pt x="5041" y="8285"/>
                </a:lnTo>
                <a:lnTo>
                  <a:pt x="5041" y="6993"/>
                </a:lnTo>
                <a:lnTo>
                  <a:pt x="6774" y="6993"/>
                </a:lnTo>
                <a:cubicBezTo>
                  <a:pt x="6963" y="6993"/>
                  <a:pt x="7121" y="6836"/>
                  <a:pt x="7121" y="6647"/>
                </a:cubicBezTo>
                <a:lnTo>
                  <a:pt x="7121" y="5922"/>
                </a:lnTo>
                <a:cubicBezTo>
                  <a:pt x="7121" y="4945"/>
                  <a:pt x="6585" y="4126"/>
                  <a:pt x="5734" y="3717"/>
                </a:cubicBezTo>
                <a:cubicBezTo>
                  <a:pt x="5987" y="3496"/>
                  <a:pt x="6113" y="3181"/>
                  <a:pt x="6113" y="2835"/>
                </a:cubicBezTo>
                <a:cubicBezTo>
                  <a:pt x="6113" y="2079"/>
                  <a:pt x="5482" y="1448"/>
                  <a:pt x="4726" y="1448"/>
                </a:cubicBezTo>
                <a:cubicBezTo>
                  <a:pt x="3970" y="1448"/>
                  <a:pt x="3340" y="2079"/>
                  <a:pt x="3340" y="2835"/>
                </a:cubicBezTo>
                <a:cubicBezTo>
                  <a:pt x="3340" y="3181"/>
                  <a:pt x="3466" y="3496"/>
                  <a:pt x="3687" y="3717"/>
                </a:cubicBezTo>
                <a:cubicBezTo>
                  <a:pt x="2868" y="4126"/>
                  <a:pt x="2332" y="4945"/>
                  <a:pt x="2332" y="5922"/>
                </a:cubicBezTo>
                <a:lnTo>
                  <a:pt x="2332" y="6647"/>
                </a:lnTo>
                <a:cubicBezTo>
                  <a:pt x="2332" y="6836"/>
                  <a:pt x="2489" y="6993"/>
                  <a:pt x="2679" y="6993"/>
                </a:cubicBezTo>
                <a:lnTo>
                  <a:pt x="4411" y="6993"/>
                </a:lnTo>
                <a:lnTo>
                  <a:pt x="4411" y="8411"/>
                </a:lnTo>
                <a:lnTo>
                  <a:pt x="2931" y="8411"/>
                </a:lnTo>
                <a:lnTo>
                  <a:pt x="2931" y="8380"/>
                </a:lnTo>
                <a:cubicBezTo>
                  <a:pt x="2836" y="7938"/>
                  <a:pt x="2615" y="7749"/>
                  <a:pt x="2363" y="7560"/>
                </a:cubicBezTo>
                <a:cubicBezTo>
                  <a:pt x="2300" y="7466"/>
                  <a:pt x="2174" y="7403"/>
                  <a:pt x="2048" y="7277"/>
                </a:cubicBezTo>
                <a:cubicBezTo>
                  <a:pt x="1135" y="6395"/>
                  <a:pt x="757" y="5135"/>
                  <a:pt x="946" y="3874"/>
                </a:cubicBezTo>
                <a:cubicBezTo>
                  <a:pt x="1198" y="2236"/>
                  <a:pt x="2615" y="881"/>
                  <a:pt x="4254" y="692"/>
                </a:cubicBezTo>
                <a:cubicBezTo>
                  <a:pt x="4415" y="673"/>
                  <a:pt x="4574" y="664"/>
                  <a:pt x="4730" y="664"/>
                </a:cubicBezTo>
                <a:close/>
                <a:moveTo>
                  <a:pt x="6428" y="9073"/>
                </a:moveTo>
                <a:lnTo>
                  <a:pt x="6428" y="9419"/>
                </a:lnTo>
                <a:cubicBezTo>
                  <a:pt x="6428" y="9640"/>
                  <a:pt x="6270" y="9797"/>
                  <a:pt x="6081" y="9797"/>
                </a:cubicBezTo>
                <a:lnTo>
                  <a:pt x="3309" y="9797"/>
                </a:lnTo>
                <a:cubicBezTo>
                  <a:pt x="3120" y="9797"/>
                  <a:pt x="2962" y="9640"/>
                  <a:pt x="2962" y="9419"/>
                </a:cubicBezTo>
                <a:lnTo>
                  <a:pt x="2962" y="9073"/>
                </a:lnTo>
                <a:close/>
                <a:moveTo>
                  <a:pt x="5703" y="10459"/>
                </a:moveTo>
                <a:lnTo>
                  <a:pt x="5703" y="10805"/>
                </a:lnTo>
                <a:cubicBezTo>
                  <a:pt x="5703" y="10994"/>
                  <a:pt x="5545" y="11183"/>
                  <a:pt x="5356" y="11183"/>
                </a:cubicBezTo>
                <a:lnTo>
                  <a:pt x="3970" y="11183"/>
                </a:lnTo>
                <a:cubicBezTo>
                  <a:pt x="3781" y="11183"/>
                  <a:pt x="3624" y="10994"/>
                  <a:pt x="3624" y="10805"/>
                </a:cubicBezTo>
                <a:lnTo>
                  <a:pt x="3624" y="10459"/>
                </a:lnTo>
                <a:close/>
                <a:moveTo>
                  <a:pt x="4662" y="0"/>
                </a:moveTo>
                <a:cubicBezTo>
                  <a:pt x="4486" y="0"/>
                  <a:pt x="4308" y="10"/>
                  <a:pt x="4128" y="31"/>
                </a:cubicBezTo>
                <a:cubicBezTo>
                  <a:pt x="2174" y="251"/>
                  <a:pt x="568" y="1827"/>
                  <a:pt x="253" y="3780"/>
                </a:cubicBezTo>
                <a:cubicBezTo>
                  <a:pt x="1" y="5229"/>
                  <a:pt x="505" y="6710"/>
                  <a:pt x="1576" y="7749"/>
                </a:cubicBezTo>
                <a:cubicBezTo>
                  <a:pt x="1733" y="7875"/>
                  <a:pt x="1859" y="7970"/>
                  <a:pt x="1922" y="8064"/>
                </a:cubicBezTo>
                <a:cubicBezTo>
                  <a:pt x="2206" y="8285"/>
                  <a:pt x="2237" y="8348"/>
                  <a:pt x="2237" y="8695"/>
                </a:cubicBezTo>
                <a:lnTo>
                  <a:pt x="2237" y="9388"/>
                </a:lnTo>
                <a:cubicBezTo>
                  <a:pt x="2237" y="9829"/>
                  <a:pt x="2521" y="10238"/>
                  <a:pt x="2962" y="10396"/>
                </a:cubicBezTo>
                <a:lnTo>
                  <a:pt x="2962" y="10774"/>
                </a:lnTo>
                <a:cubicBezTo>
                  <a:pt x="2962" y="11404"/>
                  <a:pt x="3435" y="11845"/>
                  <a:pt x="3970" y="11845"/>
                </a:cubicBezTo>
                <a:lnTo>
                  <a:pt x="5356" y="11845"/>
                </a:lnTo>
                <a:cubicBezTo>
                  <a:pt x="5955" y="11845"/>
                  <a:pt x="6396" y="11372"/>
                  <a:pt x="6396" y="10805"/>
                </a:cubicBezTo>
                <a:lnTo>
                  <a:pt x="6396" y="10427"/>
                </a:lnTo>
                <a:cubicBezTo>
                  <a:pt x="6774" y="10270"/>
                  <a:pt x="7089" y="9923"/>
                  <a:pt x="7089" y="9451"/>
                </a:cubicBezTo>
                <a:lnTo>
                  <a:pt x="7089" y="8726"/>
                </a:lnTo>
                <a:cubicBezTo>
                  <a:pt x="7089" y="8380"/>
                  <a:pt x="7121" y="8348"/>
                  <a:pt x="7404" y="8096"/>
                </a:cubicBezTo>
                <a:cubicBezTo>
                  <a:pt x="7499" y="8033"/>
                  <a:pt x="7593" y="7938"/>
                  <a:pt x="7751" y="7812"/>
                </a:cubicBezTo>
                <a:cubicBezTo>
                  <a:pt x="8664" y="6962"/>
                  <a:pt x="9169" y="5765"/>
                  <a:pt x="9169" y="4504"/>
                </a:cubicBezTo>
                <a:cubicBezTo>
                  <a:pt x="9169" y="2060"/>
                  <a:pt x="7186" y="0"/>
                  <a:pt x="466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7" name="Google Shape;2577;p45"/>
          <p:cNvSpPr/>
          <p:nvPr/>
        </p:nvSpPr>
        <p:spPr>
          <a:xfrm>
            <a:off x="8137415" y="1993359"/>
            <a:ext cx="299829" cy="284975"/>
          </a:xfrm>
          <a:custGeom>
            <a:rect b="b" l="l" r="r" t="t"/>
            <a:pathLst>
              <a:path extrusionOk="0" h="11799" w="12414">
                <a:moveTo>
                  <a:pt x="8979" y="2127"/>
                </a:moveTo>
                <a:cubicBezTo>
                  <a:pt x="9247" y="2127"/>
                  <a:pt x="9515" y="2229"/>
                  <a:pt x="9704" y="2434"/>
                </a:cubicBezTo>
                <a:cubicBezTo>
                  <a:pt x="10113" y="2812"/>
                  <a:pt x="10113" y="3473"/>
                  <a:pt x="9704" y="3883"/>
                </a:cubicBezTo>
                <a:lnTo>
                  <a:pt x="8885" y="4702"/>
                </a:lnTo>
                <a:cubicBezTo>
                  <a:pt x="8790" y="4765"/>
                  <a:pt x="8696" y="4860"/>
                  <a:pt x="8601" y="4891"/>
                </a:cubicBezTo>
                <a:cubicBezTo>
                  <a:pt x="8790" y="4513"/>
                  <a:pt x="8727" y="4041"/>
                  <a:pt x="8412" y="3726"/>
                </a:cubicBezTo>
                <a:cubicBezTo>
                  <a:pt x="8206" y="3520"/>
                  <a:pt x="7933" y="3408"/>
                  <a:pt x="7654" y="3408"/>
                </a:cubicBezTo>
                <a:cubicBezTo>
                  <a:pt x="7507" y="3408"/>
                  <a:pt x="7357" y="3439"/>
                  <a:pt x="7215" y="3505"/>
                </a:cubicBezTo>
                <a:cubicBezTo>
                  <a:pt x="7278" y="3410"/>
                  <a:pt x="7341" y="3316"/>
                  <a:pt x="7436" y="3253"/>
                </a:cubicBezTo>
                <a:lnTo>
                  <a:pt x="8255" y="2434"/>
                </a:lnTo>
                <a:cubicBezTo>
                  <a:pt x="8444" y="2229"/>
                  <a:pt x="8711" y="2127"/>
                  <a:pt x="8979" y="2127"/>
                </a:cubicBezTo>
                <a:close/>
                <a:moveTo>
                  <a:pt x="9027" y="685"/>
                </a:moveTo>
                <a:cubicBezTo>
                  <a:pt x="9649" y="685"/>
                  <a:pt x="10271" y="922"/>
                  <a:pt x="10744" y="1394"/>
                </a:cubicBezTo>
                <a:cubicBezTo>
                  <a:pt x="11689" y="2339"/>
                  <a:pt x="11689" y="3883"/>
                  <a:pt x="10744" y="4828"/>
                </a:cubicBezTo>
                <a:lnTo>
                  <a:pt x="9893" y="5647"/>
                </a:lnTo>
                <a:cubicBezTo>
                  <a:pt x="9431" y="6109"/>
                  <a:pt x="8816" y="6356"/>
                  <a:pt x="8187" y="6356"/>
                </a:cubicBezTo>
                <a:cubicBezTo>
                  <a:pt x="7914" y="6356"/>
                  <a:pt x="7639" y="6310"/>
                  <a:pt x="7373" y="6214"/>
                </a:cubicBezTo>
                <a:lnTo>
                  <a:pt x="7940" y="5647"/>
                </a:lnTo>
                <a:cubicBezTo>
                  <a:pt x="8008" y="5655"/>
                  <a:pt x="8077" y="5659"/>
                  <a:pt x="8146" y="5659"/>
                </a:cubicBezTo>
                <a:cubicBezTo>
                  <a:pt x="8617" y="5659"/>
                  <a:pt x="9087" y="5477"/>
                  <a:pt x="9389" y="5175"/>
                </a:cubicBezTo>
                <a:lnTo>
                  <a:pt x="10208" y="4356"/>
                </a:lnTo>
                <a:cubicBezTo>
                  <a:pt x="10901" y="3694"/>
                  <a:pt x="10901" y="2591"/>
                  <a:pt x="10208" y="1898"/>
                </a:cubicBezTo>
                <a:cubicBezTo>
                  <a:pt x="9877" y="1567"/>
                  <a:pt x="9436" y="1402"/>
                  <a:pt x="8995" y="1402"/>
                </a:cubicBezTo>
                <a:cubicBezTo>
                  <a:pt x="8554" y="1402"/>
                  <a:pt x="8113" y="1567"/>
                  <a:pt x="7782" y="1898"/>
                </a:cubicBezTo>
                <a:lnTo>
                  <a:pt x="6931" y="2749"/>
                </a:lnTo>
                <a:cubicBezTo>
                  <a:pt x="6553" y="3127"/>
                  <a:pt x="6396" y="3694"/>
                  <a:pt x="6490" y="4198"/>
                </a:cubicBezTo>
                <a:lnTo>
                  <a:pt x="5923" y="4734"/>
                </a:lnTo>
                <a:cubicBezTo>
                  <a:pt x="5608" y="3883"/>
                  <a:pt x="5797" y="2906"/>
                  <a:pt x="6490" y="2213"/>
                </a:cubicBezTo>
                <a:lnTo>
                  <a:pt x="7309" y="1394"/>
                </a:lnTo>
                <a:cubicBezTo>
                  <a:pt x="7782" y="922"/>
                  <a:pt x="8404" y="685"/>
                  <a:pt x="9027" y="685"/>
                </a:cubicBezTo>
                <a:close/>
                <a:moveTo>
                  <a:pt x="7703" y="4104"/>
                </a:moveTo>
                <a:cubicBezTo>
                  <a:pt x="7790" y="4104"/>
                  <a:pt x="7877" y="4135"/>
                  <a:pt x="7940" y="4198"/>
                </a:cubicBezTo>
                <a:cubicBezTo>
                  <a:pt x="8066" y="4324"/>
                  <a:pt x="8066" y="4545"/>
                  <a:pt x="7940" y="4671"/>
                </a:cubicBezTo>
                <a:lnTo>
                  <a:pt x="4978" y="7632"/>
                </a:lnTo>
                <a:cubicBezTo>
                  <a:pt x="4915" y="7679"/>
                  <a:pt x="4828" y="7703"/>
                  <a:pt x="4742" y="7703"/>
                </a:cubicBezTo>
                <a:cubicBezTo>
                  <a:pt x="4655" y="7703"/>
                  <a:pt x="4569" y="7679"/>
                  <a:pt x="4506" y="7632"/>
                </a:cubicBezTo>
                <a:cubicBezTo>
                  <a:pt x="4380" y="7506"/>
                  <a:pt x="4380" y="7254"/>
                  <a:pt x="4506" y="7160"/>
                </a:cubicBezTo>
                <a:lnTo>
                  <a:pt x="7467" y="4198"/>
                </a:lnTo>
                <a:cubicBezTo>
                  <a:pt x="7530" y="4135"/>
                  <a:pt x="7617" y="4104"/>
                  <a:pt x="7703" y="4104"/>
                </a:cubicBezTo>
                <a:close/>
                <a:moveTo>
                  <a:pt x="3781" y="6939"/>
                </a:moveTo>
                <a:lnTo>
                  <a:pt x="3781" y="6939"/>
                </a:lnTo>
                <a:cubicBezTo>
                  <a:pt x="3592" y="7349"/>
                  <a:pt x="3686" y="7821"/>
                  <a:pt x="4001" y="8136"/>
                </a:cubicBezTo>
                <a:cubicBezTo>
                  <a:pt x="4198" y="8333"/>
                  <a:pt x="4457" y="8432"/>
                  <a:pt x="4715" y="8432"/>
                </a:cubicBezTo>
                <a:cubicBezTo>
                  <a:pt x="4870" y="8432"/>
                  <a:pt x="5025" y="8396"/>
                  <a:pt x="5167" y="8325"/>
                </a:cubicBezTo>
                <a:lnTo>
                  <a:pt x="5167" y="8325"/>
                </a:lnTo>
                <a:cubicBezTo>
                  <a:pt x="5136" y="8451"/>
                  <a:pt x="5041" y="8514"/>
                  <a:pt x="4978" y="8609"/>
                </a:cubicBezTo>
                <a:lnTo>
                  <a:pt x="4159" y="9428"/>
                </a:lnTo>
                <a:cubicBezTo>
                  <a:pt x="3954" y="9633"/>
                  <a:pt x="3686" y="9735"/>
                  <a:pt x="3419" y="9735"/>
                </a:cubicBezTo>
                <a:cubicBezTo>
                  <a:pt x="3151" y="9735"/>
                  <a:pt x="2883" y="9633"/>
                  <a:pt x="2678" y="9428"/>
                </a:cubicBezTo>
                <a:cubicBezTo>
                  <a:pt x="2300" y="9050"/>
                  <a:pt x="2300" y="8357"/>
                  <a:pt x="2678" y="7979"/>
                </a:cubicBezTo>
                <a:lnTo>
                  <a:pt x="3529" y="7160"/>
                </a:lnTo>
                <a:cubicBezTo>
                  <a:pt x="3592" y="7065"/>
                  <a:pt x="3718" y="7002"/>
                  <a:pt x="3781" y="6939"/>
                </a:cubicBezTo>
                <a:close/>
                <a:moveTo>
                  <a:pt x="4212" y="5467"/>
                </a:moveTo>
                <a:cubicBezTo>
                  <a:pt x="4492" y="5467"/>
                  <a:pt x="4773" y="5516"/>
                  <a:pt x="5041" y="5616"/>
                </a:cubicBezTo>
                <a:lnTo>
                  <a:pt x="4506" y="6151"/>
                </a:lnTo>
                <a:cubicBezTo>
                  <a:pt x="4437" y="6143"/>
                  <a:pt x="4368" y="6139"/>
                  <a:pt x="4299" y="6139"/>
                </a:cubicBezTo>
                <a:cubicBezTo>
                  <a:pt x="3828" y="6139"/>
                  <a:pt x="3358" y="6322"/>
                  <a:pt x="3056" y="6624"/>
                </a:cubicBezTo>
                <a:lnTo>
                  <a:pt x="2206" y="7475"/>
                </a:lnTo>
                <a:cubicBezTo>
                  <a:pt x="1544" y="8136"/>
                  <a:pt x="1544" y="9239"/>
                  <a:pt x="2206" y="9900"/>
                </a:cubicBezTo>
                <a:cubicBezTo>
                  <a:pt x="2552" y="10231"/>
                  <a:pt x="3001" y="10397"/>
                  <a:pt x="3446" y="10397"/>
                </a:cubicBezTo>
                <a:cubicBezTo>
                  <a:pt x="3891" y="10397"/>
                  <a:pt x="4332" y="10231"/>
                  <a:pt x="4663" y="9900"/>
                </a:cubicBezTo>
                <a:lnTo>
                  <a:pt x="5482" y="9081"/>
                </a:lnTo>
                <a:cubicBezTo>
                  <a:pt x="5892" y="8672"/>
                  <a:pt x="6049" y="8136"/>
                  <a:pt x="5955" y="7632"/>
                </a:cubicBezTo>
                <a:lnTo>
                  <a:pt x="6522" y="7065"/>
                </a:lnTo>
                <a:lnTo>
                  <a:pt x="6522" y="7065"/>
                </a:lnTo>
                <a:cubicBezTo>
                  <a:pt x="6837" y="7947"/>
                  <a:pt x="6648" y="8924"/>
                  <a:pt x="5955" y="9585"/>
                </a:cubicBezTo>
                <a:lnTo>
                  <a:pt x="5136" y="10405"/>
                </a:lnTo>
                <a:cubicBezTo>
                  <a:pt x="4663" y="10877"/>
                  <a:pt x="4041" y="11113"/>
                  <a:pt x="3419" y="11113"/>
                </a:cubicBezTo>
                <a:cubicBezTo>
                  <a:pt x="2796" y="11113"/>
                  <a:pt x="2174" y="10877"/>
                  <a:pt x="1702" y="10405"/>
                </a:cubicBezTo>
                <a:cubicBezTo>
                  <a:pt x="756" y="9459"/>
                  <a:pt x="756" y="7916"/>
                  <a:pt x="1702" y="7002"/>
                </a:cubicBezTo>
                <a:lnTo>
                  <a:pt x="2552" y="6151"/>
                </a:lnTo>
                <a:cubicBezTo>
                  <a:pt x="3005" y="5699"/>
                  <a:pt x="3605" y="5467"/>
                  <a:pt x="4212" y="5467"/>
                </a:cubicBezTo>
                <a:close/>
                <a:moveTo>
                  <a:pt x="8999" y="0"/>
                </a:moveTo>
                <a:cubicBezTo>
                  <a:pt x="8200" y="0"/>
                  <a:pt x="7404" y="307"/>
                  <a:pt x="6805" y="922"/>
                </a:cubicBezTo>
                <a:lnTo>
                  <a:pt x="5955" y="1741"/>
                </a:lnTo>
                <a:cubicBezTo>
                  <a:pt x="5136" y="2560"/>
                  <a:pt x="4852" y="3789"/>
                  <a:pt x="5230" y="4891"/>
                </a:cubicBezTo>
                <a:cubicBezTo>
                  <a:pt x="4920" y="4794"/>
                  <a:pt x="4601" y="4746"/>
                  <a:pt x="4283" y="4746"/>
                </a:cubicBezTo>
                <a:cubicBezTo>
                  <a:pt x="3469" y="4746"/>
                  <a:pt x="2669" y="5058"/>
                  <a:pt x="2080" y="5647"/>
                </a:cubicBezTo>
                <a:lnTo>
                  <a:pt x="1229" y="6466"/>
                </a:lnTo>
                <a:cubicBezTo>
                  <a:pt x="0" y="7695"/>
                  <a:pt x="0" y="9680"/>
                  <a:pt x="1229" y="10877"/>
                </a:cubicBezTo>
                <a:cubicBezTo>
                  <a:pt x="1843" y="11491"/>
                  <a:pt x="2647" y="11799"/>
                  <a:pt x="3446" y="11799"/>
                </a:cubicBezTo>
                <a:cubicBezTo>
                  <a:pt x="4246" y="11799"/>
                  <a:pt x="5041" y="11491"/>
                  <a:pt x="5640" y="10877"/>
                </a:cubicBezTo>
                <a:lnTo>
                  <a:pt x="6490" y="10058"/>
                </a:lnTo>
                <a:cubicBezTo>
                  <a:pt x="7309" y="9239"/>
                  <a:pt x="7593" y="8010"/>
                  <a:pt x="7215" y="6908"/>
                </a:cubicBezTo>
                <a:lnTo>
                  <a:pt x="7215" y="6908"/>
                </a:lnTo>
                <a:cubicBezTo>
                  <a:pt x="7525" y="7005"/>
                  <a:pt x="7844" y="7053"/>
                  <a:pt x="8162" y="7053"/>
                </a:cubicBezTo>
                <a:cubicBezTo>
                  <a:pt x="8976" y="7053"/>
                  <a:pt x="9776" y="6740"/>
                  <a:pt x="10365" y="6151"/>
                </a:cubicBezTo>
                <a:lnTo>
                  <a:pt x="11216" y="5332"/>
                </a:lnTo>
                <a:cubicBezTo>
                  <a:pt x="12413" y="4104"/>
                  <a:pt x="12413" y="2150"/>
                  <a:pt x="11216" y="922"/>
                </a:cubicBezTo>
                <a:cubicBezTo>
                  <a:pt x="10602" y="307"/>
                  <a:pt x="9798" y="0"/>
                  <a:pt x="899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8" name="Google Shape;2578;p45"/>
          <p:cNvSpPr/>
          <p:nvPr/>
        </p:nvSpPr>
        <p:spPr>
          <a:xfrm>
            <a:off x="8143501" y="2430756"/>
            <a:ext cx="287656" cy="286111"/>
          </a:xfrm>
          <a:custGeom>
            <a:rect b="b" l="l" r="r" t="t"/>
            <a:pathLst>
              <a:path extrusionOk="0" h="11846" w="11910">
                <a:moveTo>
                  <a:pt x="5924" y="2080"/>
                </a:moveTo>
                <a:cubicBezTo>
                  <a:pt x="6302" y="2080"/>
                  <a:pt x="6617" y="2395"/>
                  <a:pt x="6617" y="2773"/>
                </a:cubicBezTo>
                <a:cubicBezTo>
                  <a:pt x="6617" y="3182"/>
                  <a:pt x="6302" y="3497"/>
                  <a:pt x="5924" y="3497"/>
                </a:cubicBezTo>
                <a:cubicBezTo>
                  <a:pt x="5514" y="3497"/>
                  <a:pt x="5199" y="3182"/>
                  <a:pt x="5199" y="2773"/>
                </a:cubicBezTo>
                <a:cubicBezTo>
                  <a:pt x="5199" y="2395"/>
                  <a:pt x="5514" y="2080"/>
                  <a:pt x="5924" y="2080"/>
                </a:cubicBezTo>
                <a:close/>
                <a:moveTo>
                  <a:pt x="5924" y="662"/>
                </a:moveTo>
                <a:cubicBezTo>
                  <a:pt x="7247" y="662"/>
                  <a:pt x="8318" y="1764"/>
                  <a:pt x="8318" y="3088"/>
                </a:cubicBezTo>
                <a:cubicBezTo>
                  <a:pt x="8318" y="3655"/>
                  <a:pt x="8129" y="4190"/>
                  <a:pt x="7783" y="4631"/>
                </a:cubicBezTo>
                <a:cubicBezTo>
                  <a:pt x="7562" y="4222"/>
                  <a:pt x="7310" y="3907"/>
                  <a:pt x="6900" y="3686"/>
                </a:cubicBezTo>
                <a:cubicBezTo>
                  <a:pt x="7153" y="3434"/>
                  <a:pt x="7310" y="3088"/>
                  <a:pt x="7310" y="2741"/>
                </a:cubicBezTo>
                <a:cubicBezTo>
                  <a:pt x="7310" y="1985"/>
                  <a:pt x="6680" y="1355"/>
                  <a:pt x="5924" y="1355"/>
                </a:cubicBezTo>
                <a:cubicBezTo>
                  <a:pt x="5168" y="1355"/>
                  <a:pt x="4538" y="1985"/>
                  <a:pt x="4538" y="2741"/>
                </a:cubicBezTo>
                <a:cubicBezTo>
                  <a:pt x="4538" y="3088"/>
                  <a:pt x="4695" y="3434"/>
                  <a:pt x="4947" y="3686"/>
                </a:cubicBezTo>
                <a:cubicBezTo>
                  <a:pt x="4538" y="3938"/>
                  <a:pt x="4223" y="4285"/>
                  <a:pt x="4034" y="4631"/>
                </a:cubicBezTo>
                <a:cubicBezTo>
                  <a:pt x="3592" y="4096"/>
                  <a:pt x="3403" y="3403"/>
                  <a:pt x="3498" y="2741"/>
                </a:cubicBezTo>
                <a:cubicBezTo>
                  <a:pt x="3655" y="1638"/>
                  <a:pt x="4664" y="662"/>
                  <a:pt x="5924" y="662"/>
                </a:cubicBezTo>
                <a:close/>
                <a:moveTo>
                  <a:pt x="5924" y="4159"/>
                </a:moveTo>
                <a:cubicBezTo>
                  <a:pt x="6554" y="4159"/>
                  <a:pt x="7058" y="4600"/>
                  <a:pt x="7247" y="5135"/>
                </a:cubicBezTo>
                <a:cubicBezTo>
                  <a:pt x="6869" y="5388"/>
                  <a:pt x="6428" y="5545"/>
                  <a:pt x="5924" y="5545"/>
                </a:cubicBezTo>
                <a:cubicBezTo>
                  <a:pt x="5451" y="5545"/>
                  <a:pt x="4979" y="5388"/>
                  <a:pt x="4569" y="5135"/>
                </a:cubicBezTo>
                <a:cubicBezTo>
                  <a:pt x="4727" y="4568"/>
                  <a:pt x="5294" y="4159"/>
                  <a:pt x="5924" y="4159"/>
                </a:cubicBezTo>
                <a:close/>
                <a:moveTo>
                  <a:pt x="1734" y="9042"/>
                </a:moveTo>
                <a:cubicBezTo>
                  <a:pt x="2301" y="9042"/>
                  <a:pt x="2773" y="9483"/>
                  <a:pt x="2773" y="10082"/>
                </a:cubicBezTo>
                <a:cubicBezTo>
                  <a:pt x="2773" y="10649"/>
                  <a:pt x="2301" y="11121"/>
                  <a:pt x="1734" y="11121"/>
                </a:cubicBezTo>
                <a:cubicBezTo>
                  <a:pt x="1198" y="11121"/>
                  <a:pt x="726" y="10649"/>
                  <a:pt x="726" y="10082"/>
                </a:cubicBezTo>
                <a:cubicBezTo>
                  <a:pt x="726" y="9483"/>
                  <a:pt x="1198" y="9042"/>
                  <a:pt x="1734" y="9042"/>
                </a:cubicBezTo>
                <a:close/>
                <a:moveTo>
                  <a:pt x="5924" y="9042"/>
                </a:moveTo>
                <a:cubicBezTo>
                  <a:pt x="6522" y="9042"/>
                  <a:pt x="6932" y="9515"/>
                  <a:pt x="6932" y="10082"/>
                </a:cubicBezTo>
                <a:cubicBezTo>
                  <a:pt x="6932" y="10649"/>
                  <a:pt x="6459" y="11121"/>
                  <a:pt x="5924" y="11121"/>
                </a:cubicBezTo>
                <a:cubicBezTo>
                  <a:pt x="5357" y="11121"/>
                  <a:pt x="4884" y="10649"/>
                  <a:pt x="4884" y="10082"/>
                </a:cubicBezTo>
                <a:cubicBezTo>
                  <a:pt x="4884" y="9483"/>
                  <a:pt x="5325" y="9042"/>
                  <a:pt x="5924" y="9042"/>
                </a:cubicBezTo>
                <a:close/>
                <a:moveTo>
                  <a:pt x="10145" y="9042"/>
                </a:moveTo>
                <a:cubicBezTo>
                  <a:pt x="10681" y="9042"/>
                  <a:pt x="11154" y="9483"/>
                  <a:pt x="11154" y="10082"/>
                </a:cubicBezTo>
                <a:cubicBezTo>
                  <a:pt x="11154" y="10649"/>
                  <a:pt x="10681" y="11121"/>
                  <a:pt x="10145" y="11121"/>
                </a:cubicBezTo>
                <a:cubicBezTo>
                  <a:pt x="9578" y="11121"/>
                  <a:pt x="9106" y="10649"/>
                  <a:pt x="9106" y="10082"/>
                </a:cubicBezTo>
                <a:cubicBezTo>
                  <a:pt x="9106" y="9483"/>
                  <a:pt x="9578" y="9042"/>
                  <a:pt x="10145" y="9042"/>
                </a:cubicBezTo>
                <a:close/>
                <a:moveTo>
                  <a:pt x="5955" y="0"/>
                </a:moveTo>
                <a:cubicBezTo>
                  <a:pt x="4349" y="0"/>
                  <a:pt x="3088" y="1197"/>
                  <a:pt x="2868" y="2678"/>
                </a:cubicBezTo>
                <a:cubicBezTo>
                  <a:pt x="2647" y="4442"/>
                  <a:pt x="3908" y="6018"/>
                  <a:pt x="5640" y="6207"/>
                </a:cubicBezTo>
                <a:lnTo>
                  <a:pt x="5640" y="6963"/>
                </a:lnTo>
                <a:lnTo>
                  <a:pt x="2427" y="6963"/>
                </a:lnTo>
                <a:cubicBezTo>
                  <a:pt x="1828" y="6963"/>
                  <a:pt x="1387" y="7435"/>
                  <a:pt x="1387" y="7971"/>
                </a:cubicBezTo>
                <a:lnTo>
                  <a:pt x="1387" y="8380"/>
                </a:lnTo>
                <a:cubicBezTo>
                  <a:pt x="599" y="8538"/>
                  <a:pt x="1" y="9231"/>
                  <a:pt x="1" y="10082"/>
                </a:cubicBezTo>
                <a:cubicBezTo>
                  <a:pt x="1" y="11027"/>
                  <a:pt x="789" y="11846"/>
                  <a:pt x="1734" y="11846"/>
                </a:cubicBezTo>
                <a:cubicBezTo>
                  <a:pt x="2679" y="11846"/>
                  <a:pt x="3466" y="11058"/>
                  <a:pt x="3466" y="10082"/>
                </a:cubicBezTo>
                <a:cubicBezTo>
                  <a:pt x="3466" y="9231"/>
                  <a:pt x="2868" y="8538"/>
                  <a:pt x="2080" y="8380"/>
                </a:cubicBezTo>
                <a:lnTo>
                  <a:pt x="2080" y="7971"/>
                </a:lnTo>
                <a:cubicBezTo>
                  <a:pt x="2080" y="7782"/>
                  <a:pt x="2238" y="7624"/>
                  <a:pt x="2458" y="7624"/>
                </a:cubicBezTo>
                <a:lnTo>
                  <a:pt x="5609" y="7624"/>
                </a:lnTo>
                <a:lnTo>
                  <a:pt x="5609" y="8349"/>
                </a:lnTo>
                <a:cubicBezTo>
                  <a:pt x="4821" y="8506"/>
                  <a:pt x="4223" y="9200"/>
                  <a:pt x="4223" y="10019"/>
                </a:cubicBezTo>
                <a:cubicBezTo>
                  <a:pt x="4223" y="10964"/>
                  <a:pt x="5010" y="11814"/>
                  <a:pt x="5955" y="11814"/>
                </a:cubicBezTo>
                <a:cubicBezTo>
                  <a:pt x="6900" y="11814"/>
                  <a:pt x="7688" y="11027"/>
                  <a:pt x="7688" y="10019"/>
                </a:cubicBezTo>
                <a:cubicBezTo>
                  <a:pt x="7688" y="9200"/>
                  <a:pt x="7090" y="8506"/>
                  <a:pt x="6302" y="8349"/>
                </a:cubicBezTo>
                <a:lnTo>
                  <a:pt x="6302" y="7624"/>
                </a:lnTo>
                <a:lnTo>
                  <a:pt x="9452" y="7624"/>
                </a:lnTo>
                <a:cubicBezTo>
                  <a:pt x="9641" y="7624"/>
                  <a:pt x="9799" y="7782"/>
                  <a:pt x="9799" y="7971"/>
                </a:cubicBezTo>
                <a:lnTo>
                  <a:pt x="9799" y="8380"/>
                </a:lnTo>
                <a:cubicBezTo>
                  <a:pt x="9011" y="8538"/>
                  <a:pt x="8444" y="9231"/>
                  <a:pt x="8444" y="10082"/>
                </a:cubicBezTo>
                <a:cubicBezTo>
                  <a:pt x="8444" y="11027"/>
                  <a:pt x="9232" y="11846"/>
                  <a:pt x="10177" y="11846"/>
                </a:cubicBezTo>
                <a:cubicBezTo>
                  <a:pt x="11122" y="11846"/>
                  <a:pt x="11910" y="11058"/>
                  <a:pt x="11910" y="10082"/>
                </a:cubicBezTo>
                <a:cubicBezTo>
                  <a:pt x="11910" y="9231"/>
                  <a:pt x="11311" y="8538"/>
                  <a:pt x="10524" y="8380"/>
                </a:cubicBezTo>
                <a:lnTo>
                  <a:pt x="10524" y="7971"/>
                </a:lnTo>
                <a:cubicBezTo>
                  <a:pt x="10524" y="7404"/>
                  <a:pt x="10051" y="6963"/>
                  <a:pt x="9484" y="6963"/>
                </a:cubicBezTo>
                <a:lnTo>
                  <a:pt x="6333" y="6963"/>
                </a:lnTo>
                <a:lnTo>
                  <a:pt x="6333" y="6207"/>
                </a:lnTo>
                <a:cubicBezTo>
                  <a:pt x="7909" y="6049"/>
                  <a:pt x="9106" y="4726"/>
                  <a:pt x="9106" y="3088"/>
                </a:cubicBezTo>
                <a:cubicBezTo>
                  <a:pt x="9106" y="1355"/>
                  <a:pt x="7688" y="0"/>
                  <a:pt x="59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79" name="Google Shape;2579;p45"/>
          <p:cNvGrpSpPr/>
          <p:nvPr/>
        </p:nvGrpSpPr>
        <p:grpSpPr>
          <a:xfrm>
            <a:off x="6826584" y="2868956"/>
            <a:ext cx="286883" cy="285144"/>
            <a:chOff x="5045775" y="1946400"/>
            <a:chExt cx="296950" cy="295150"/>
          </a:xfrm>
        </p:grpSpPr>
        <p:sp>
          <p:nvSpPr>
            <p:cNvPr id="2580" name="Google Shape;2580;p45"/>
            <p:cNvSpPr/>
            <p:nvPr/>
          </p:nvSpPr>
          <p:spPr>
            <a:xfrm>
              <a:off x="5113500" y="1998600"/>
              <a:ext cx="160700" cy="155950"/>
            </a:xfrm>
            <a:custGeom>
              <a:rect b="b" l="l" r="r" t="t"/>
              <a:pathLst>
                <a:path extrusionOk="0" h="6238" w="6428">
                  <a:moveTo>
                    <a:pt x="3309" y="2079"/>
                  </a:moveTo>
                  <a:cubicBezTo>
                    <a:pt x="3718" y="2079"/>
                    <a:pt x="4033" y="2394"/>
                    <a:pt x="4033" y="2804"/>
                  </a:cubicBezTo>
                  <a:cubicBezTo>
                    <a:pt x="4033" y="3182"/>
                    <a:pt x="3718" y="3497"/>
                    <a:pt x="3309" y="3497"/>
                  </a:cubicBezTo>
                  <a:cubicBezTo>
                    <a:pt x="2931" y="3497"/>
                    <a:pt x="2616" y="3150"/>
                    <a:pt x="2616" y="2804"/>
                  </a:cubicBezTo>
                  <a:cubicBezTo>
                    <a:pt x="2616" y="2394"/>
                    <a:pt x="2931" y="2079"/>
                    <a:pt x="3309" y="2079"/>
                  </a:cubicBezTo>
                  <a:close/>
                  <a:moveTo>
                    <a:pt x="3403" y="662"/>
                  </a:moveTo>
                  <a:cubicBezTo>
                    <a:pt x="4726" y="662"/>
                    <a:pt x="5798" y="1764"/>
                    <a:pt x="5798" y="3119"/>
                  </a:cubicBezTo>
                  <a:cubicBezTo>
                    <a:pt x="5703" y="3655"/>
                    <a:pt x="5546" y="4222"/>
                    <a:pt x="5199" y="4663"/>
                  </a:cubicBezTo>
                  <a:cubicBezTo>
                    <a:pt x="5010" y="4253"/>
                    <a:pt x="4726" y="3938"/>
                    <a:pt x="4348" y="3686"/>
                  </a:cubicBezTo>
                  <a:cubicBezTo>
                    <a:pt x="4569" y="3466"/>
                    <a:pt x="4726" y="3119"/>
                    <a:pt x="4726" y="2741"/>
                  </a:cubicBezTo>
                  <a:cubicBezTo>
                    <a:pt x="4726" y="2016"/>
                    <a:pt x="4096" y="1386"/>
                    <a:pt x="3340" y="1386"/>
                  </a:cubicBezTo>
                  <a:cubicBezTo>
                    <a:pt x="2616" y="1386"/>
                    <a:pt x="1986" y="2016"/>
                    <a:pt x="1986" y="2741"/>
                  </a:cubicBezTo>
                  <a:cubicBezTo>
                    <a:pt x="1986" y="3119"/>
                    <a:pt x="2143" y="3466"/>
                    <a:pt x="2364" y="3686"/>
                  </a:cubicBezTo>
                  <a:cubicBezTo>
                    <a:pt x="1986" y="3907"/>
                    <a:pt x="1702" y="4253"/>
                    <a:pt x="1513" y="4663"/>
                  </a:cubicBezTo>
                  <a:cubicBezTo>
                    <a:pt x="1072" y="4096"/>
                    <a:pt x="883" y="3434"/>
                    <a:pt x="977" y="2772"/>
                  </a:cubicBezTo>
                  <a:cubicBezTo>
                    <a:pt x="1135" y="1670"/>
                    <a:pt x="2143" y="662"/>
                    <a:pt x="3403" y="662"/>
                  </a:cubicBezTo>
                  <a:close/>
                  <a:moveTo>
                    <a:pt x="3309" y="4190"/>
                  </a:moveTo>
                  <a:cubicBezTo>
                    <a:pt x="3939" y="4190"/>
                    <a:pt x="4443" y="4600"/>
                    <a:pt x="4663" y="5167"/>
                  </a:cubicBezTo>
                  <a:cubicBezTo>
                    <a:pt x="4254" y="5450"/>
                    <a:pt x="3781" y="5545"/>
                    <a:pt x="3309" y="5545"/>
                  </a:cubicBezTo>
                  <a:cubicBezTo>
                    <a:pt x="2836" y="5545"/>
                    <a:pt x="2364" y="5387"/>
                    <a:pt x="1986" y="5167"/>
                  </a:cubicBezTo>
                  <a:cubicBezTo>
                    <a:pt x="2143" y="4568"/>
                    <a:pt x="2679" y="4190"/>
                    <a:pt x="3309" y="4190"/>
                  </a:cubicBezTo>
                  <a:close/>
                  <a:moveTo>
                    <a:pt x="3309" y="0"/>
                  </a:moveTo>
                  <a:cubicBezTo>
                    <a:pt x="1733" y="0"/>
                    <a:pt x="410" y="1229"/>
                    <a:pt x="253" y="2678"/>
                  </a:cubicBezTo>
                  <a:cubicBezTo>
                    <a:pt x="1" y="4600"/>
                    <a:pt x="1450" y="6238"/>
                    <a:pt x="3309" y="6238"/>
                  </a:cubicBezTo>
                  <a:cubicBezTo>
                    <a:pt x="5042" y="6238"/>
                    <a:pt x="6428" y="4820"/>
                    <a:pt x="6428" y="3119"/>
                  </a:cubicBezTo>
                  <a:cubicBezTo>
                    <a:pt x="6428" y="1418"/>
                    <a:pt x="5042" y="0"/>
                    <a:pt x="330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1" name="Google Shape;2581;p45"/>
            <p:cNvSpPr/>
            <p:nvPr/>
          </p:nvSpPr>
          <p:spPr>
            <a:xfrm>
              <a:off x="5045775" y="1946400"/>
              <a:ext cx="296950" cy="295150"/>
            </a:xfrm>
            <a:custGeom>
              <a:rect b="b" l="l" r="r" t="t"/>
              <a:pathLst>
                <a:path extrusionOk="0" h="11806" w="11878">
                  <a:moveTo>
                    <a:pt x="6018" y="765"/>
                  </a:moveTo>
                  <a:lnTo>
                    <a:pt x="6868" y="1426"/>
                  </a:lnTo>
                  <a:cubicBezTo>
                    <a:pt x="6963" y="1458"/>
                    <a:pt x="7026" y="1489"/>
                    <a:pt x="7152" y="1489"/>
                  </a:cubicBezTo>
                  <a:lnTo>
                    <a:pt x="8223" y="1332"/>
                  </a:lnTo>
                  <a:lnTo>
                    <a:pt x="8664" y="2372"/>
                  </a:lnTo>
                  <a:cubicBezTo>
                    <a:pt x="8696" y="2435"/>
                    <a:pt x="8790" y="2529"/>
                    <a:pt x="8853" y="2561"/>
                  </a:cubicBezTo>
                  <a:lnTo>
                    <a:pt x="9893" y="2970"/>
                  </a:lnTo>
                  <a:lnTo>
                    <a:pt x="9735" y="4073"/>
                  </a:lnTo>
                  <a:cubicBezTo>
                    <a:pt x="9735" y="4136"/>
                    <a:pt x="9735" y="4262"/>
                    <a:pt x="9798" y="4325"/>
                  </a:cubicBezTo>
                  <a:lnTo>
                    <a:pt x="10460" y="5207"/>
                  </a:lnTo>
                  <a:lnTo>
                    <a:pt x="9798" y="6058"/>
                  </a:lnTo>
                  <a:cubicBezTo>
                    <a:pt x="9767" y="6152"/>
                    <a:pt x="9735" y="6215"/>
                    <a:pt x="9735" y="6341"/>
                  </a:cubicBezTo>
                  <a:lnTo>
                    <a:pt x="9893" y="7444"/>
                  </a:lnTo>
                  <a:lnTo>
                    <a:pt x="8853" y="7853"/>
                  </a:lnTo>
                  <a:cubicBezTo>
                    <a:pt x="8790" y="7885"/>
                    <a:pt x="8696" y="7948"/>
                    <a:pt x="8664" y="8042"/>
                  </a:cubicBezTo>
                  <a:lnTo>
                    <a:pt x="8255" y="9051"/>
                  </a:lnTo>
                  <a:lnTo>
                    <a:pt x="7120" y="8893"/>
                  </a:lnTo>
                  <a:cubicBezTo>
                    <a:pt x="7057" y="8893"/>
                    <a:pt x="6931" y="8893"/>
                    <a:pt x="6837" y="8988"/>
                  </a:cubicBezTo>
                  <a:lnTo>
                    <a:pt x="5986" y="9649"/>
                  </a:lnTo>
                  <a:lnTo>
                    <a:pt x="5104" y="8988"/>
                  </a:lnTo>
                  <a:cubicBezTo>
                    <a:pt x="5041" y="8925"/>
                    <a:pt x="5010" y="8893"/>
                    <a:pt x="4915" y="8893"/>
                  </a:cubicBezTo>
                  <a:lnTo>
                    <a:pt x="4884" y="8893"/>
                  </a:lnTo>
                  <a:lnTo>
                    <a:pt x="3781" y="9051"/>
                  </a:lnTo>
                  <a:lnTo>
                    <a:pt x="3371" y="8042"/>
                  </a:lnTo>
                  <a:cubicBezTo>
                    <a:pt x="3340" y="7948"/>
                    <a:pt x="3277" y="7885"/>
                    <a:pt x="3182" y="7853"/>
                  </a:cubicBezTo>
                  <a:lnTo>
                    <a:pt x="2143" y="7444"/>
                  </a:lnTo>
                  <a:lnTo>
                    <a:pt x="2300" y="6341"/>
                  </a:lnTo>
                  <a:cubicBezTo>
                    <a:pt x="2300" y="6278"/>
                    <a:pt x="2300" y="6152"/>
                    <a:pt x="2237" y="6058"/>
                  </a:cubicBezTo>
                  <a:lnTo>
                    <a:pt x="1576" y="5207"/>
                  </a:lnTo>
                  <a:lnTo>
                    <a:pt x="2237" y="4325"/>
                  </a:lnTo>
                  <a:cubicBezTo>
                    <a:pt x="2269" y="4262"/>
                    <a:pt x="2300" y="4167"/>
                    <a:pt x="2300" y="4073"/>
                  </a:cubicBezTo>
                  <a:lnTo>
                    <a:pt x="2143" y="2970"/>
                  </a:lnTo>
                  <a:lnTo>
                    <a:pt x="3182" y="2561"/>
                  </a:lnTo>
                  <a:cubicBezTo>
                    <a:pt x="3277" y="2529"/>
                    <a:pt x="3340" y="2435"/>
                    <a:pt x="3371" y="2372"/>
                  </a:cubicBezTo>
                  <a:lnTo>
                    <a:pt x="3812" y="1332"/>
                  </a:lnTo>
                  <a:lnTo>
                    <a:pt x="4884" y="1489"/>
                  </a:lnTo>
                  <a:cubicBezTo>
                    <a:pt x="4947" y="1489"/>
                    <a:pt x="5073" y="1489"/>
                    <a:pt x="5167" y="1426"/>
                  </a:cubicBezTo>
                  <a:lnTo>
                    <a:pt x="6018" y="765"/>
                  </a:lnTo>
                  <a:close/>
                  <a:moveTo>
                    <a:pt x="2174" y="8168"/>
                  </a:moveTo>
                  <a:lnTo>
                    <a:pt x="2804" y="8420"/>
                  </a:lnTo>
                  <a:lnTo>
                    <a:pt x="3277" y="9586"/>
                  </a:lnTo>
                  <a:cubicBezTo>
                    <a:pt x="3308" y="9681"/>
                    <a:pt x="3434" y="9775"/>
                    <a:pt x="3529" y="9775"/>
                  </a:cubicBezTo>
                  <a:lnTo>
                    <a:pt x="2647" y="10720"/>
                  </a:lnTo>
                  <a:lnTo>
                    <a:pt x="2426" y="9649"/>
                  </a:lnTo>
                  <a:cubicBezTo>
                    <a:pt x="2395" y="9523"/>
                    <a:pt x="2332" y="9429"/>
                    <a:pt x="2174" y="9366"/>
                  </a:cubicBezTo>
                  <a:lnTo>
                    <a:pt x="1134" y="9177"/>
                  </a:lnTo>
                  <a:lnTo>
                    <a:pt x="2174" y="8168"/>
                  </a:lnTo>
                  <a:close/>
                  <a:moveTo>
                    <a:pt x="9861" y="8105"/>
                  </a:moveTo>
                  <a:lnTo>
                    <a:pt x="10901" y="9145"/>
                  </a:lnTo>
                  <a:lnTo>
                    <a:pt x="9893" y="9366"/>
                  </a:lnTo>
                  <a:cubicBezTo>
                    <a:pt x="9767" y="9429"/>
                    <a:pt x="9641" y="9492"/>
                    <a:pt x="9609" y="9649"/>
                  </a:cubicBezTo>
                  <a:lnTo>
                    <a:pt x="9389" y="10720"/>
                  </a:lnTo>
                  <a:lnTo>
                    <a:pt x="8507" y="9712"/>
                  </a:lnTo>
                  <a:cubicBezTo>
                    <a:pt x="8601" y="9712"/>
                    <a:pt x="8727" y="9649"/>
                    <a:pt x="8759" y="9523"/>
                  </a:cubicBezTo>
                  <a:lnTo>
                    <a:pt x="9231" y="8389"/>
                  </a:lnTo>
                  <a:lnTo>
                    <a:pt x="9861" y="8105"/>
                  </a:lnTo>
                  <a:close/>
                  <a:moveTo>
                    <a:pt x="6002" y="1"/>
                  </a:moveTo>
                  <a:cubicBezTo>
                    <a:pt x="5923" y="1"/>
                    <a:pt x="5844" y="24"/>
                    <a:pt x="5797" y="72"/>
                  </a:cubicBezTo>
                  <a:lnTo>
                    <a:pt x="4852" y="828"/>
                  </a:lnTo>
                  <a:lnTo>
                    <a:pt x="3623" y="670"/>
                  </a:lnTo>
                  <a:cubicBezTo>
                    <a:pt x="3607" y="667"/>
                    <a:pt x="3590" y="665"/>
                    <a:pt x="3573" y="665"/>
                  </a:cubicBezTo>
                  <a:cubicBezTo>
                    <a:pt x="3434" y="665"/>
                    <a:pt x="3305" y="775"/>
                    <a:pt x="3277" y="859"/>
                  </a:cubicBezTo>
                  <a:lnTo>
                    <a:pt x="2804" y="2025"/>
                  </a:lnTo>
                  <a:lnTo>
                    <a:pt x="1639" y="2498"/>
                  </a:lnTo>
                  <a:cubicBezTo>
                    <a:pt x="1481" y="2561"/>
                    <a:pt x="1418" y="2687"/>
                    <a:pt x="1450" y="2844"/>
                  </a:cubicBezTo>
                  <a:lnTo>
                    <a:pt x="1607" y="4073"/>
                  </a:lnTo>
                  <a:lnTo>
                    <a:pt x="851" y="5018"/>
                  </a:lnTo>
                  <a:cubicBezTo>
                    <a:pt x="788" y="5112"/>
                    <a:pt x="788" y="5333"/>
                    <a:pt x="851" y="5428"/>
                  </a:cubicBezTo>
                  <a:lnTo>
                    <a:pt x="1607" y="6373"/>
                  </a:lnTo>
                  <a:lnTo>
                    <a:pt x="1450" y="7601"/>
                  </a:lnTo>
                  <a:cubicBezTo>
                    <a:pt x="1450" y="7696"/>
                    <a:pt x="1450" y="7759"/>
                    <a:pt x="1481" y="7853"/>
                  </a:cubicBezTo>
                  <a:lnTo>
                    <a:pt x="189" y="9145"/>
                  </a:lnTo>
                  <a:cubicBezTo>
                    <a:pt x="0" y="9334"/>
                    <a:pt x="126" y="9649"/>
                    <a:pt x="347" y="9744"/>
                  </a:cubicBezTo>
                  <a:lnTo>
                    <a:pt x="1765" y="10059"/>
                  </a:lnTo>
                  <a:lnTo>
                    <a:pt x="2080" y="11539"/>
                  </a:lnTo>
                  <a:cubicBezTo>
                    <a:pt x="2099" y="11714"/>
                    <a:pt x="2250" y="11805"/>
                    <a:pt x="2407" y="11805"/>
                  </a:cubicBezTo>
                  <a:cubicBezTo>
                    <a:pt x="2505" y="11805"/>
                    <a:pt x="2606" y="11770"/>
                    <a:pt x="2678" y="11697"/>
                  </a:cubicBezTo>
                  <a:cubicBezTo>
                    <a:pt x="4410" y="9858"/>
                    <a:pt x="4587" y="9665"/>
                    <a:pt x="4601" y="9649"/>
                  </a:cubicBezTo>
                  <a:lnTo>
                    <a:pt x="4601" y="9649"/>
                  </a:lnTo>
                  <a:lnTo>
                    <a:pt x="4789" y="9618"/>
                  </a:lnTo>
                  <a:lnTo>
                    <a:pt x="5734" y="10374"/>
                  </a:lnTo>
                  <a:cubicBezTo>
                    <a:pt x="5829" y="10405"/>
                    <a:pt x="5860" y="10437"/>
                    <a:pt x="5955" y="10437"/>
                  </a:cubicBezTo>
                  <a:cubicBezTo>
                    <a:pt x="6018" y="10437"/>
                    <a:pt x="6112" y="10405"/>
                    <a:pt x="6144" y="10374"/>
                  </a:cubicBezTo>
                  <a:lnTo>
                    <a:pt x="7089" y="9618"/>
                  </a:lnTo>
                  <a:lnTo>
                    <a:pt x="7278" y="9649"/>
                  </a:lnTo>
                  <a:lnTo>
                    <a:pt x="9200" y="11697"/>
                  </a:lnTo>
                  <a:cubicBezTo>
                    <a:pt x="9284" y="11770"/>
                    <a:pt x="9388" y="11805"/>
                    <a:pt x="9485" y="11805"/>
                  </a:cubicBezTo>
                  <a:cubicBezTo>
                    <a:pt x="9640" y="11805"/>
                    <a:pt x="9779" y="11714"/>
                    <a:pt x="9798" y="11539"/>
                  </a:cubicBezTo>
                  <a:lnTo>
                    <a:pt x="10113" y="10059"/>
                  </a:lnTo>
                  <a:lnTo>
                    <a:pt x="11531" y="9744"/>
                  </a:lnTo>
                  <a:cubicBezTo>
                    <a:pt x="11815" y="9681"/>
                    <a:pt x="11878" y="9334"/>
                    <a:pt x="11689" y="9145"/>
                  </a:cubicBezTo>
                  <a:lnTo>
                    <a:pt x="10523" y="7853"/>
                  </a:lnTo>
                  <a:cubicBezTo>
                    <a:pt x="10554" y="7759"/>
                    <a:pt x="10586" y="7696"/>
                    <a:pt x="10554" y="7601"/>
                  </a:cubicBezTo>
                  <a:lnTo>
                    <a:pt x="10397" y="6373"/>
                  </a:lnTo>
                  <a:lnTo>
                    <a:pt x="11153" y="5428"/>
                  </a:lnTo>
                  <a:cubicBezTo>
                    <a:pt x="11216" y="5333"/>
                    <a:pt x="11216" y="5112"/>
                    <a:pt x="11153" y="5018"/>
                  </a:cubicBezTo>
                  <a:lnTo>
                    <a:pt x="10397" y="4073"/>
                  </a:lnTo>
                  <a:lnTo>
                    <a:pt x="10554" y="2844"/>
                  </a:lnTo>
                  <a:cubicBezTo>
                    <a:pt x="10586" y="2687"/>
                    <a:pt x="10460" y="2529"/>
                    <a:pt x="10365" y="2498"/>
                  </a:cubicBezTo>
                  <a:lnTo>
                    <a:pt x="9200" y="2025"/>
                  </a:lnTo>
                  <a:lnTo>
                    <a:pt x="8727" y="859"/>
                  </a:lnTo>
                  <a:cubicBezTo>
                    <a:pt x="8675" y="728"/>
                    <a:pt x="8578" y="662"/>
                    <a:pt x="8457" y="662"/>
                  </a:cubicBezTo>
                  <a:cubicBezTo>
                    <a:pt x="8432" y="662"/>
                    <a:pt x="8407" y="665"/>
                    <a:pt x="8381" y="670"/>
                  </a:cubicBezTo>
                  <a:lnTo>
                    <a:pt x="7152" y="828"/>
                  </a:lnTo>
                  <a:lnTo>
                    <a:pt x="6207" y="72"/>
                  </a:lnTo>
                  <a:cubicBezTo>
                    <a:pt x="6160" y="24"/>
                    <a:pt x="6081" y="1"/>
                    <a:pt x="600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82" name="Google Shape;2582;p45"/>
          <p:cNvGrpSpPr/>
          <p:nvPr/>
        </p:nvGrpSpPr>
        <p:grpSpPr>
          <a:xfrm>
            <a:off x="6825437" y="3323293"/>
            <a:ext cx="289178" cy="252659"/>
            <a:chOff x="5046550" y="2327025"/>
            <a:chExt cx="299325" cy="261525"/>
          </a:xfrm>
        </p:grpSpPr>
        <p:sp>
          <p:nvSpPr>
            <p:cNvPr id="2583" name="Google Shape;2583;p45"/>
            <p:cNvSpPr/>
            <p:nvPr/>
          </p:nvSpPr>
          <p:spPr>
            <a:xfrm>
              <a:off x="5046550" y="2448325"/>
              <a:ext cx="297750" cy="140225"/>
            </a:xfrm>
            <a:custGeom>
              <a:rect b="b" l="l" r="r" t="t"/>
              <a:pathLst>
                <a:path extrusionOk="0" h="5609" w="11910">
                  <a:moveTo>
                    <a:pt x="4569" y="1386"/>
                  </a:moveTo>
                  <a:cubicBezTo>
                    <a:pt x="4538" y="1575"/>
                    <a:pt x="4506" y="1828"/>
                    <a:pt x="4443" y="2111"/>
                  </a:cubicBezTo>
                  <a:lnTo>
                    <a:pt x="757" y="2111"/>
                  </a:lnTo>
                  <a:lnTo>
                    <a:pt x="757" y="1386"/>
                  </a:lnTo>
                  <a:close/>
                  <a:moveTo>
                    <a:pt x="11185" y="1386"/>
                  </a:moveTo>
                  <a:lnTo>
                    <a:pt x="11185" y="2111"/>
                  </a:lnTo>
                  <a:lnTo>
                    <a:pt x="7530" y="2111"/>
                  </a:lnTo>
                  <a:cubicBezTo>
                    <a:pt x="7467" y="1828"/>
                    <a:pt x="7436" y="1575"/>
                    <a:pt x="7373" y="1386"/>
                  </a:cubicBezTo>
                  <a:close/>
                  <a:moveTo>
                    <a:pt x="5955" y="725"/>
                  </a:moveTo>
                  <a:cubicBezTo>
                    <a:pt x="6270" y="725"/>
                    <a:pt x="6396" y="788"/>
                    <a:pt x="6491" y="1071"/>
                  </a:cubicBezTo>
                  <a:cubicBezTo>
                    <a:pt x="6743" y="1639"/>
                    <a:pt x="6900" y="2804"/>
                    <a:pt x="7247" y="4852"/>
                  </a:cubicBezTo>
                  <a:lnTo>
                    <a:pt x="4664" y="4852"/>
                  </a:lnTo>
                  <a:cubicBezTo>
                    <a:pt x="5010" y="2804"/>
                    <a:pt x="5168" y="1639"/>
                    <a:pt x="5388" y="1071"/>
                  </a:cubicBezTo>
                  <a:cubicBezTo>
                    <a:pt x="5514" y="788"/>
                    <a:pt x="5640" y="725"/>
                    <a:pt x="5955" y="725"/>
                  </a:cubicBezTo>
                  <a:close/>
                  <a:moveTo>
                    <a:pt x="5955" y="0"/>
                  </a:moveTo>
                  <a:cubicBezTo>
                    <a:pt x="5357" y="0"/>
                    <a:pt x="5010" y="221"/>
                    <a:pt x="4758" y="725"/>
                  </a:cubicBezTo>
                  <a:lnTo>
                    <a:pt x="347" y="725"/>
                  </a:lnTo>
                  <a:cubicBezTo>
                    <a:pt x="158" y="725"/>
                    <a:pt x="1" y="882"/>
                    <a:pt x="1" y="1071"/>
                  </a:cubicBezTo>
                  <a:lnTo>
                    <a:pt x="1" y="2458"/>
                  </a:lnTo>
                  <a:cubicBezTo>
                    <a:pt x="1" y="2647"/>
                    <a:pt x="158" y="2804"/>
                    <a:pt x="347" y="2804"/>
                  </a:cubicBezTo>
                  <a:lnTo>
                    <a:pt x="4254" y="2804"/>
                  </a:lnTo>
                  <a:cubicBezTo>
                    <a:pt x="4191" y="3371"/>
                    <a:pt x="4065" y="4064"/>
                    <a:pt x="3907" y="4884"/>
                  </a:cubicBezTo>
                  <a:lnTo>
                    <a:pt x="3498" y="4884"/>
                  </a:lnTo>
                  <a:cubicBezTo>
                    <a:pt x="3309" y="4884"/>
                    <a:pt x="3151" y="5041"/>
                    <a:pt x="3151" y="5262"/>
                  </a:cubicBezTo>
                  <a:cubicBezTo>
                    <a:pt x="3151" y="5451"/>
                    <a:pt x="3309" y="5608"/>
                    <a:pt x="3498" y="5608"/>
                  </a:cubicBezTo>
                  <a:lnTo>
                    <a:pt x="8350" y="5608"/>
                  </a:lnTo>
                  <a:cubicBezTo>
                    <a:pt x="8539" y="5608"/>
                    <a:pt x="8696" y="5451"/>
                    <a:pt x="8696" y="5262"/>
                  </a:cubicBezTo>
                  <a:cubicBezTo>
                    <a:pt x="8696" y="5041"/>
                    <a:pt x="8539" y="4884"/>
                    <a:pt x="8350" y="4884"/>
                  </a:cubicBezTo>
                  <a:lnTo>
                    <a:pt x="7972" y="4884"/>
                  </a:lnTo>
                  <a:cubicBezTo>
                    <a:pt x="7814" y="4064"/>
                    <a:pt x="7688" y="3403"/>
                    <a:pt x="7593" y="2804"/>
                  </a:cubicBezTo>
                  <a:lnTo>
                    <a:pt x="11500" y="2804"/>
                  </a:lnTo>
                  <a:cubicBezTo>
                    <a:pt x="11689" y="2804"/>
                    <a:pt x="11847" y="2647"/>
                    <a:pt x="11847" y="2458"/>
                  </a:cubicBezTo>
                  <a:lnTo>
                    <a:pt x="11847" y="1071"/>
                  </a:lnTo>
                  <a:cubicBezTo>
                    <a:pt x="11910" y="882"/>
                    <a:pt x="11752" y="725"/>
                    <a:pt x="11532" y="725"/>
                  </a:cubicBezTo>
                  <a:lnTo>
                    <a:pt x="7121" y="725"/>
                  </a:lnTo>
                  <a:cubicBezTo>
                    <a:pt x="6900" y="252"/>
                    <a:pt x="6554" y="0"/>
                    <a:pt x="59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4" name="Google Shape;2584;p45"/>
            <p:cNvSpPr/>
            <p:nvPr/>
          </p:nvSpPr>
          <p:spPr>
            <a:xfrm>
              <a:off x="5241900" y="2327025"/>
              <a:ext cx="103975" cy="121325"/>
            </a:xfrm>
            <a:custGeom>
              <a:rect b="b" l="l" r="r" t="t"/>
              <a:pathLst>
                <a:path extrusionOk="0" h="4853" w="4159">
                  <a:moveTo>
                    <a:pt x="1985" y="725"/>
                  </a:moveTo>
                  <a:cubicBezTo>
                    <a:pt x="2394" y="725"/>
                    <a:pt x="2709" y="1040"/>
                    <a:pt x="2709" y="1450"/>
                  </a:cubicBezTo>
                  <a:cubicBezTo>
                    <a:pt x="2709" y="1828"/>
                    <a:pt x="2394" y="2143"/>
                    <a:pt x="1985" y="2143"/>
                  </a:cubicBezTo>
                  <a:cubicBezTo>
                    <a:pt x="1607" y="2143"/>
                    <a:pt x="1292" y="1828"/>
                    <a:pt x="1292" y="1450"/>
                  </a:cubicBezTo>
                  <a:cubicBezTo>
                    <a:pt x="1292" y="1040"/>
                    <a:pt x="1638" y="725"/>
                    <a:pt x="1985" y="725"/>
                  </a:cubicBezTo>
                  <a:close/>
                  <a:moveTo>
                    <a:pt x="1985" y="2804"/>
                  </a:moveTo>
                  <a:cubicBezTo>
                    <a:pt x="2741" y="2804"/>
                    <a:pt x="3371" y="3435"/>
                    <a:pt x="3371" y="4191"/>
                  </a:cubicBezTo>
                  <a:lnTo>
                    <a:pt x="630" y="4191"/>
                  </a:lnTo>
                  <a:cubicBezTo>
                    <a:pt x="630" y="3435"/>
                    <a:pt x="1260" y="2804"/>
                    <a:pt x="1985" y="2804"/>
                  </a:cubicBezTo>
                  <a:close/>
                  <a:moveTo>
                    <a:pt x="2048" y="1"/>
                  </a:moveTo>
                  <a:cubicBezTo>
                    <a:pt x="1292" y="1"/>
                    <a:pt x="662" y="631"/>
                    <a:pt x="662" y="1387"/>
                  </a:cubicBezTo>
                  <a:cubicBezTo>
                    <a:pt x="662" y="1765"/>
                    <a:pt x="819" y="2111"/>
                    <a:pt x="1040" y="2332"/>
                  </a:cubicBezTo>
                  <a:cubicBezTo>
                    <a:pt x="410" y="2710"/>
                    <a:pt x="0" y="3372"/>
                    <a:pt x="0" y="4159"/>
                  </a:cubicBezTo>
                  <a:lnTo>
                    <a:pt x="0" y="4506"/>
                  </a:lnTo>
                  <a:cubicBezTo>
                    <a:pt x="0" y="4695"/>
                    <a:pt x="158" y="4852"/>
                    <a:pt x="347" y="4852"/>
                  </a:cubicBezTo>
                  <a:lnTo>
                    <a:pt x="3812" y="4852"/>
                  </a:lnTo>
                  <a:cubicBezTo>
                    <a:pt x="4001" y="4852"/>
                    <a:pt x="4159" y="4695"/>
                    <a:pt x="4159" y="4506"/>
                  </a:cubicBezTo>
                  <a:lnTo>
                    <a:pt x="4159" y="4159"/>
                  </a:lnTo>
                  <a:cubicBezTo>
                    <a:pt x="4096" y="3403"/>
                    <a:pt x="3655" y="2710"/>
                    <a:pt x="3025" y="2332"/>
                  </a:cubicBezTo>
                  <a:cubicBezTo>
                    <a:pt x="3245" y="2111"/>
                    <a:pt x="3403" y="1765"/>
                    <a:pt x="3403" y="1387"/>
                  </a:cubicBezTo>
                  <a:cubicBezTo>
                    <a:pt x="3403" y="631"/>
                    <a:pt x="2772" y="1"/>
                    <a:pt x="20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5" name="Google Shape;2585;p45"/>
            <p:cNvSpPr/>
            <p:nvPr/>
          </p:nvSpPr>
          <p:spPr>
            <a:xfrm>
              <a:off x="5048925" y="2328600"/>
              <a:ext cx="103975" cy="121325"/>
            </a:xfrm>
            <a:custGeom>
              <a:rect b="b" l="l" r="r" t="t"/>
              <a:pathLst>
                <a:path extrusionOk="0" h="4853" w="4159">
                  <a:moveTo>
                    <a:pt x="2048" y="662"/>
                  </a:moveTo>
                  <a:cubicBezTo>
                    <a:pt x="2426" y="662"/>
                    <a:pt x="2741" y="977"/>
                    <a:pt x="2741" y="1387"/>
                  </a:cubicBezTo>
                  <a:cubicBezTo>
                    <a:pt x="2741" y="1765"/>
                    <a:pt x="2426" y="2080"/>
                    <a:pt x="2048" y="2080"/>
                  </a:cubicBezTo>
                  <a:cubicBezTo>
                    <a:pt x="1639" y="2080"/>
                    <a:pt x="1324" y="1765"/>
                    <a:pt x="1324" y="1387"/>
                  </a:cubicBezTo>
                  <a:cubicBezTo>
                    <a:pt x="1324" y="977"/>
                    <a:pt x="1670" y="662"/>
                    <a:pt x="2048" y="662"/>
                  </a:cubicBezTo>
                  <a:close/>
                  <a:moveTo>
                    <a:pt x="2048" y="2710"/>
                  </a:moveTo>
                  <a:cubicBezTo>
                    <a:pt x="2773" y="2710"/>
                    <a:pt x="3403" y="3340"/>
                    <a:pt x="3403" y="4096"/>
                  </a:cubicBezTo>
                  <a:lnTo>
                    <a:pt x="662" y="4096"/>
                  </a:lnTo>
                  <a:cubicBezTo>
                    <a:pt x="662" y="3340"/>
                    <a:pt x="1292" y="2710"/>
                    <a:pt x="2048" y="2710"/>
                  </a:cubicBezTo>
                  <a:close/>
                  <a:moveTo>
                    <a:pt x="2111" y="1"/>
                  </a:moveTo>
                  <a:cubicBezTo>
                    <a:pt x="1355" y="1"/>
                    <a:pt x="725" y="631"/>
                    <a:pt x="725" y="1387"/>
                  </a:cubicBezTo>
                  <a:cubicBezTo>
                    <a:pt x="725" y="1733"/>
                    <a:pt x="882" y="2080"/>
                    <a:pt x="1134" y="2332"/>
                  </a:cubicBezTo>
                  <a:cubicBezTo>
                    <a:pt x="410" y="2647"/>
                    <a:pt x="0" y="3340"/>
                    <a:pt x="0" y="4128"/>
                  </a:cubicBezTo>
                  <a:lnTo>
                    <a:pt x="0" y="4474"/>
                  </a:lnTo>
                  <a:cubicBezTo>
                    <a:pt x="0" y="4695"/>
                    <a:pt x="158" y="4852"/>
                    <a:pt x="347" y="4852"/>
                  </a:cubicBezTo>
                  <a:lnTo>
                    <a:pt x="3812" y="4852"/>
                  </a:lnTo>
                  <a:cubicBezTo>
                    <a:pt x="4001" y="4852"/>
                    <a:pt x="4159" y="4695"/>
                    <a:pt x="4159" y="4474"/>
                  </a:cubicBezTo>
                  <a:lnTo>
                    <a:pt x="4159" y="4128"/>
                  </a:lnTo>
                  <a:cubicBezTo>
                    <a:pt x="4159" y="3340"/>
                    <a:pt x="3718" y="2678"/>
                    <a:pt x="3088" y="2332"/>
                  </a:cubicBezTo>
                  <a:cubicBezTo>
                    <a:pt x="3340" y="2080"/>
                    <a:pt x="3497" y="1733"/>
                    <a:pt x="3497" y="1387"/>
                  </a:cubicBezTo>
                  <a:cubicBezTo>
                    <a:pt x="3497" y="631"/>
                    <a:pt x="2867" y="1"/>
                    <a:pt x="211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86" name="Google Shape;2586;p45"/>
          <p:cNvSpPr/>
          <p:nvPr/>
        </p:nvSpPr>
        <p:spPr>
          <a:xfrm>
            <a:off x="6890117" y="3734571"/>
            <a:ext cx="159817" cy="286883"/>
          </a:xfrm>
          <a:custGeom>
            <a:rect b="b" l="l" r="r" t="t"/>
            <a:pathLst>
              <a:path extrusionOk="0" h="11878" w="6617">
                <a:moveTo>
                  <a:pt x="2962" y="725"/>
                </a:moveTo>
                <a:lnTo>
                  <a:pt x="2489" y="2111"/>
                </a:lnTo>
                <a:lnTo>
                  <a:pt x="1575" y="2111"/>
                </a:lnTo>
                <a:lnTo>
                  <a:pt x="1103" y="725"/>
                </a:lnTo>
                <a:close/>
                <a:moveTo>
                  <a:pt x="3277" y="3529"/>
                </a:moveTo>
                <a:lnTo>
                  <a:pt x="5892" y="6144"/>
                </a:lnTo>
                <a:lnTo>
                  <a:pt x="5892" y="6616"/>
                </a:lnTo>
                <a:lnTo>
                  <a:pt x="5419" y="6616"/>
                </a:lnTo>
                <a:lnTo>
                  <a:pt x="3434" y="4663"/>
                </a:lnTo>
                <a:lnTo>
                  <a:pt x="3277" y="3529"/>
                </a:lnTo>
                <a:close/>
                <a:moveTo>
                  <a:pt x="2458" y="2804"/>
                </a:moveTo>
                <a:lnTo>
                  <a:pt x="3434" y="9357"/>
                </a:lnTo>
                <a:lnTo>
                  <a:pt x="2048" y="10964"/>
                </a:lnTo>
                <a:lnTo>
                  <a:pt x="693" y="9357"/>
                </a:lnTo>
                <a:lnTo>
                  <a:pt x="1670" y="2804"/>
                </a:lnTo>
                <a:close/>
                <a:moveTo>
                  <a:pt x="693" y="0"/>
                </a:moveTo>
                <a:cubicBezTo>
                  <a:pt x="567" y="0"/>
                  <a:pt x="473" y="32"/>
                  <a:pt x="410" y="158"/>
                </a:cubicBezTo>
                <a:cubicBezTo>
                  <a:pt x="315" y="252"/>
                  <a:pt x="315" y="378"/>
                  <a:pt x="378" y="473"/>
                </a:cubicBezTo>
                <a:lnTo>
                  <a:pt x="1040" y="2489"/>
                </a:lnTo>
                <a:lnTo>
                  <a:pt x="0" y="9389"/>
                </a:lnTo>
                <a:cubicBezTo>
                  <a:pt x="0" y="9452"/>
                  <a:pt x="0" y="9578"/>
                  <a:pt x="95" y="9672"/>
                </a:cubicBezTo>
                <a:lnTo>
                  <a:pt x="1828" y="11751"/>
                </a:lnTo>
                <a:cubicBezTo>
                  <a:pt x="1891" y="11814"/>
                  <a:pt x="1985" y="11877"/>
                  <a:pt x="2080" y="11877"/>
                </a:cubicBezTo>
                <a:cubicBezTo>
                  <a:pt x="2206" y="11877"/>
                  <a:pt x="2300" y="11814"/>
                  <a:pt x="2363" y="11751"/>
                </a:cubicBezTo>
                <a:lnTo>
                  <a:pt x="4096" y="9672"/>
                </a:lnTo>
                <a:cubicBezTo>
                  <a:pt x="4190" y="9578"/>
                  <a:pt x="4190" y="9483"/>
                  <a:pt x="4190" y="9389"/>
                </a:cubicBezTo>
                <a:lnTo>
                  <a:pt x="3623" y="5797"/>
                </a:lnTo>
                <a:lnTo>
                  <a:pt x="5041" y="7183"/>
                </a:lnTo>
                <a:cubicBezTo>
                  <a:pt x="5136" y="7246"/>
                  <a:pt x="5199" y="7309"/>
                  <a:pt x="5293" y="7309"/>
                </a:cubicBezTo>
                <a:lnTo>
                  <a:pt x="6270" y="7309"/>
                </a:lnTo>
                <a:cubicBezTo>
                  <a:pt x="6459" y="7309"/>
                  <a:pt x="6616" y="7152"/>
                  <a:pt x="6616" y="6931"/>
                </a:cubicBezTo>
                <a:lnTo>
                  <a:pt x="6616" y="5955"/>
                </a:lnTo>
                <a:cubicBezTo>
                  <a:pt x="6616" y="5892"/>
                  <a:pt x="6585" y="5766"/>
                  <a:pt x="6490" y="5734"/>
                </a:cubicBezTo>
                <a:lnTo>
                  <a:pt x="3119" y="2426"/>
                </a:lnTo>
                <a:lnTo>
                  <a:pt x="3749" y="473"/>
                </a:lnTo>
                <a:cubicBezTo>
                  <a:pt x="3781" y="378"/>
                  <a:pt x="3749" y="252"/>
                  <a:pt x="3718" y="158"/>
                </a:cubicBezTo>
                <a:cubicBezTo>
                  <a:pt x="3623" y="95"/>
                  <a:pt x="3560" y="0"/>
                  <a:pt x="343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87" name="Google Shape;2587;p45"/>
          <p:cNvGrpSpPr/>
          <p:nvPr/>
        </p:nvGrpSpPr>
        <p:grpSpPr>
          <a:xfrm>
            <a:off x="8143501" y="3735332"/>
            <a:ext cx="287656" cy="285362"/>
            <a:chOff x="6167350" y="2672800"/>
            <a:chExt cx="297750" cy="295375"/>
          </a:xfrm>
        </p:grpSpPr>
        <p:sp>
          <p:nvSpPr>
            <p:cNvPr id="2588" name="Google Shape;2588;p45"/>
            <p:cNvSpPr/>
            <p:nvPr/>
          </p:nvSpPr>
          <p:spPr>
            <a:xfrm>
              <a:off x="6167350" y="2672800"/>
              <a:ext cx="226850" cy="295375"/>
            </a:xfrm>
            <a:custGeom>
              <a:rect b="b" l="l" r="r" t="t"/>
              <a:pathLst>
                <a:path extrusionOk="0" h="11815" w="9074">
                  <a:moveTo>
                    <a:pt x="4537" y="725"/>
                  </a:moveTo>
                  <a:cubicBezTo>
                    <a:pt x="4758" y="725"/>
                    <a:pt x="4915" y="882"/>
                    <a:pt x="4915" y="1071"/>
                  </a:cubicBezTo>
                  <a:cubicBezTo>
                    <a:pt x="4915" y="1260"/>
                    <a:pt x="5073" y="1418"/>
                    <a:pt x="5262" y="1418"/>
                  </a:cubicBezTo>
                  <a:lnTo>
                    <a:pt x="5955" y="1418"/>
                  </a:lnTo>
                  <a:cubicBezTo>
                    <a:pt x="6175" y="1418"/>
                    <a:pt x="6333" y="1575"/>
                    <a:pt x="6333" y="1796"/>
                  </a:cubicBezTo>
                  <a:cubicBezTo>
                    <a:pt x="6333" y="1985"/>
                    <a:pt x="6175" y="2142"/>
                    <a:pt x="5955" y="2142"/>
                  </a:cubicBezTo>
                  <a:lnTo>
                    <a:pt x="3119" y="2142"/>
                  </a:lnTo>
                  <a:cubicBezTo>
                    <a:pt x="2930" y="2142"/>
                    <a:pt x="2773" y="1985"/>
                    <a:pt x="2773" y="1796"/>
                  </a:cubicBezTo>
                  <a:cubicBezTo>
                    <a:pt x="2773" y="1575"/>
                    <a:pt x="2930" y="1418"/>
                    <a:pt x="3151" y="1418"/>
                  </a:cubicBezTo>
                  <a:lnTo>
                    <a:pt x="3844" y="1418"/>
                  </a:lnTo>
                  <a:cubicBezTo>
                    <a:pt x="4033" y="1418"/>
                    <a:pt x="4191" y="1260"/>
                    <a:pt x="4191" y="1071"/>
                  </a:cubicBezTo>
                  <a:cubicBezTo>
                    <a:pt x="4191" y="882"/>
                    <a:pt x="4348" y="725"/>
                    <a:pt x="4537" y="725"/>
                  </a:cubicBezTo>
                  <a:close/>
                  <a:moveTo>
                    <a:pt x="8066" y="2111"/>
                  </a:moveTo>
                  <a:cubicBezTo>
                    <a:pt x="8255" y="2111"/>
                    <a:pt x="8412" y="2268"/>
                    <a:pt x="8412" y="2458"/>
                  </a:cubicBezTo>
                  <a:lnTo>
                    <a:pt x="8412" y="10806"/>
                  </a:lnTo>
                  <a:lnTo>
                    <a:pt x="8381" y="10806"/>
                  </a:lnTo>
                  <a:cubicBezTo>
                    <a:pt x="8381" y="10995"/>
                    <a:pt x="8223" y="11153"/>
                    <a:pt x="8034" y="11153"/>
                  </a:cubicBezTo>
                  <a:lnTo>
                    <a:pt x="1040" y="11153"/>
                  </a:lnTo>
                  <a:cubicBezTo>
                    <a:pt x="851" y="11153"/>
                    <a:pt x="693" y="10995"/>
                    <a:pt x="693" y="10806"/>
                  </a:cubicBezTo>
                  <a:lnTo>
                    <a:pt x="693" y="2458"/>
                  </a:lnTo>
                  <a:cubicBezTo>
                    <a:pt x="693" y="2268"/>
                    <a:pt x="851" y="2111"/>
                    <a:pt x="1040" y="2111"/>
                  </a:cubicBezTo>
                  <a:lnTo>
                    <a:pt x="2143" y="2111"/>
                  </a:lnTo>
                  <a:cubicBezTo>
                    <a:pt x="2300" y="2489"/>
                    <a:pt x="2647" y="2804"/>
                    <a:pt x="3119" y="2804"/>
                  </a:cubicBezTo>
                  <a:lnTo>
                    <a:pt x="5986" y="2804"/>
                  </a:lnTo>
                  <a:cubicBezTo>
                    <a:pt x="6396" y="2804"/>
                    <a:pt x="6805" y="2521"/>
                    <a:pt x="6963" y="2111"/>
                  </a:cubicBezTo>
                  <a:close/>
                  <a:moveTo>
                    <a:pt x="4506" y="0"/>
                  </a:moveTo>
                  <a:cubicBezTo>
                    <a:pt x="4096" y="0"/>
                    <a:pt x="3686" y="284"/>
                    <a:pt x="3529" y="725"/>
                  </a:cubicBezTo>
                  <a:lnTo>
                    <a:pt x="3088" y="725"/>
                  </a:lnTo>
                  <a:cubicBezTo>
                    <a:pt x="2678" y="725"/>
                    <a:pt x="2269" y="1008"/>
                    <a:pt x="2111" y="1418"/>
                  </a:cubicBezTo>
                  <a:lnTo>
                    <a:pt x="1009" y="1418"/>
                  </a:lnTo>
                  <a:cubicBezTo>
                    <a:pt x="410" y="1418"/>
                    <a:pt x="0" y="1890"/>
                    <a:pt x="0" y="2458"/>
                  </a:cubicBezTo>
                  <a:lnTo>
                    <a:pt x="0" y="10806"/>
                  </a:lnTo>
                  <a:cubicBezTo>
                    <a:pt x="0" y="11405"/>
                    <a:pt x="473" y="11814"/>
                    <a:pt x="1009" y="11814"/>
                  </a:cubicBezTo>
                  <a:lnTo>
                    <a:pt x="7971" y="11814"/>
                  </a:lnTo>
                  <a:cubicBezTo>
                    <a:pt x="8570" y="11814"/>
                    <a:pt x="9011" y="11342"/>
                    <a:pt x="9011" y="10806"/>
                  </a:cubicBezTo>
                  <a:lnTo>
                    <a:pt x="9011" y="2458"/>
                  </a:lnTo>
                  <a:cubicBezTo>
                    <a:pt x="9074" y="1859"/>
                    <a:pt x="8601" y="1418"/>
                    <a:pt x="8034" y="1418"/>
                  </a:cubicBezTo>
                  <a:lnTo>
                    <a:pt x="6931" y="1418"/>
                  </a:lnTo>
                  <a:cubicBezTo>
                    <a:pt x="6774" y="1040"/>
                    <a:pt x="6396" y="725"/>
                    <a:pt x="5923" y="725"/>
                  </a:cubicBezTo>
                  <a:lnTo>
                    <a:pt x="5545" y="725"/>
                  </a:lnTo>
                  <a:cubicBezTo>
                    <a:pt x="5514" y="567"/>
                    <a:pt x="5388" y="441"/>
                    <a:pt x="5262" y="315"/>
                  </a:cubicBezTo>
                  <a:cubicBezTo>
                    <a:pt x="5073" y="126"/>
                    <a:pt x="4789" y="0"/>
                    <a:pt x="45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9" name="Google Shape;2589;p45"/>
            <p:cNvSpPr/>
            <p:nvPr/>
          </p:nvSpPr>
          <p:spPr>
            <a:xfrm>
              <a:off x="6201225" y="2762575"/>
              <a:ext cx="52775" cy="49650"/>
            </a:xfrm>
            <a:custGeom>
              <a:rect b="b" l="l" r="r" t="t"/>
              <a:pathLst>
                <a:path extrusionOk="0" h="1986" w="2111">
                  <a:moveTo>
                    <a:pt x="406" y="1"/>
                  </a:moveTo>
                  <a:cubicBezTo>
                    <a:pt x="315" y="1"/>
                    <a:pt x="221" y="32"/>
                    <a:pt x="158" y="95"/>
                  </a:cubicBezTo>
                  <a:cubicBezTo>
                    <a:pt x="63" y="190"/>
                    <a:pt x="63" y="442"/>
                    <a:pt x="158" y="568"/>
                  </a:cubicBezTo>
                  <a:lnTo>
                    <a:pt x="599" y="977"/>
                  </a:lnTo>
                  <a:lnTo>
                    <a:pt x="158" y="1418"/>
                  </a:lnTo>
                  <a:cubicBezTo>
                    <a:pt x="0" y="1544"/>
                    <a:pt x="0" y="1733"/>
                    <a:pt x="158" y="1891"/>
                  </a:cubicBezTo>
                  <a:cubicBezTo>
                    <a:pt x="221" y="1954"/>
                    <a:pt x="315" y="1985"/>
                    <a:pt x="406" y="1985"/>
                  </a:cubicBezTo>
                  <a:cubicBezTo>
                    <a:pt x="496" y="1985"/>
                    <a:pt x="583" y="1954"/>
                    <a:pt x="630" y="1891"/>
                  </a:cubicBezTo>
                  <a:lnTo>
                    <a:pt x="1071" y="1450"/>
                  </a:lnTo>
                  <a:lnTo>
                    <a:pt x="1512" y="1891"/>
                  </a:lnTo>
                  <a:cubicBezTo>
                    <a:pt x="1575" y="1954"/>
                    <a:pt x="1662" y="1985"/>
                    <a:pt x="1749" y="1985"/>
                  </a:cubicBezTo>
                  <a:cubicBezTo>
                    <a:pt x="1835" y="1985"/>
                    <a:pt x="1922" y="1954"/>
                    <a:pt x="1985" y="1891"/>
                  </a:cubicBezTo>
                  <a:cubicBezTo>
                    <a:pt x="2111" y="1765"/>
                    <a:pt x="2111" y="1544"/>
                    <a:pt x="1985" y="1418"/>
                  </a:cubicBezTo>
                  <a:lnTo>
                    <a:pt x="1544" y="977"/>
                  </a:lnTo>
                  <a:lnTo>
                    <a:pt x="1985" y="568"/>
                  </a:lnTo>
                  <a:cubicBezTo>
                    <a:pt x="2111" y="442"/>
                    <a:pt x="2111" y="190"/>
                    <a:pt x="1985" y="95"/>
                  </a:cubicBezTo>
                  <a:cubicBezTo>
                    <a:pt x="1922" y="32"/>
                    <a:pt x="1835" y="1"/>
                    <a:pt x="1749" y="1"/>
                  </a:cubicBezTo>
                  <a:cubicBezTo>
                    <a:pt x="1662" y="1"/>
                    <a:pt x="1575" y="32"/>
                    <a:pt x="1512" y="95"/>
                  </a:cubicBezTo>
                  <a:lnTo>
                    <a:pt x="1071" y="505"/>
                  </a:lnTo>
                  <a:lnTo>
                    <a:pt x="630" y="95"/>
                  </a:lnTo>
                  <a:cubicBezTo>
                    <a:pt x="583" y="32"/>
                    <a:pt x="496" y="1"/>
                    <a:pt x="4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0" name="Google Shape;2590;p45"/>
            <p:cNvSpPr/>
            <p:nvPr/>
          </p:nvSpPr>
          <p:spPr>
            <a:xfrm>
              <a:off x="6308325" y="2882300"/>
              <a:ext cx="51225" cy="49650"/>
            </a:xfrm>
            <a:custGeom>
              <a:rect b="b" l="l" r="r" t="t"/>
              <a:pathLst>
                <a:path extrusionOk="0" h="1986" w="2049">
                  <a:moveTo>
                    <a:pt x="363" y="0"/>
                  </a:moveTo>
                  <a:cubicBezTo>
                    <a:pt x="276" y="0"/>
                    <a:pt x="190" y="32"/>
                    <a:pt x="127" y="95"/>
                  </a:cubicBezTo>
                  <a:cubicBezTo>
                    <a:pt x="1" y="221"/>
                    <a:pt x="1" y="441"/>
                    <a:pt x="127" y="567"/>
                  </a:cubicBezTo>
                  <a:lnTo>
                    <a:pt x="568" y="1009"/>
                  </a:lnTo>
                  <a:lnTo>
                    <a:pt x="127" y="1450"/>
                  </a:lnTo>
                  <a:cubicBezTo>
                    <a:pt x="1" y="1544"/>
                    <a:pt x="1" y="1796"/>
                    <a:pt x="127" y="1891"/>
                  </a:cubicBezTo>
                  <a:cubicBezTo>
                    <a:pt x="190" y="1954"/>
                    <a:pt x="276" y="1985"/>
                    <a:pt x="363" y="1985"/>
                  </a:cubicBezTo>
                  <a:cubicBezTo>
                    <a:pt x="450" y="1985"/>
                    <a:pt x="536" y="1954"/>
                    <a:pt x="599" y="1891"/>
                  </a:cubicBezTo>
                  <a:lnTo>
                    <a:pt x="1040" y="1481"/>
                  </a:lnTo>
                  <a:lnTo>
                    <a:pt x="1481" y="1891"/>
                  </a:lnTo>
                  <a:cubicBezTo>
                    <a:pt x="1529" y="1954"/>
                    <a:pt x="1615" y="1985"/>
                    <a:pt x="1706" y="1985"/>
                  </a:cubicBezTo>
                  <a:cubicBezTo>
                    <a:pt x="1797" y="1985"/>
                    <a:pt x="1891" y="1954"/>
                    <a:pt x="1954" y="1891"/>
                  </a:cubicBezTo>
                  <a:cubicBezTo>
                    <a:pt x="2049" y="1796"/>
                    <a:pt x="2049" y="1544"/>
                    <a:pt x="1954" y="1450"/>
                  </a:cubicBezTo>
                  <a:lnTo>
                    <a:pt x="1513" y="1009"/>
                  </a:lnTo>
                  <a:lnTo>
                    <a:pt x="1954" y="567"/>
                  </a:lnTo>
                  <a:cubicBezTo>
                    <a:pt x="2049" y="441"/>
                    <a:pt x="2049" y="252"/>
                    <a:pt x="1954" y="95"/>
                  </a:cubicBezTo>
                  <a:cubicBezTo>
                    <a:pt x="1891" y="32"/>
                    <a:pt x="1804" y="0"/>
                    <a:pt x="1718" y="0"/>
                  </a:cubicBezTo>
                  <a:cubicBezTo>
                    <a:pt x="1631" y="0"/>
                    <a:pt x="1544" y="32"/>
                    <a:pt x="1481" y="95"/>
                  </a:cubicBezTo>
                  <a:lnTo>
                    <a:pt x="1040" y="536"/>
                  </a:lnTo>
                  <a:lnTo>
                    <a:pt x="599" y="95"/>
                  </a:lnTo>
                  <a:cubicBezTo>
                    <a:pt x="536" y="32"/>
                    <a:pt x="450" y="0"/>
                    <a:pt x="36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1" name="Google Shape;2591;p45"/>
            <p:cNvSpPr/>
            <p:nvPr/>
          </p:nvSpPr>
          <p:spPr>
            <a:xfrm>
              <a:off x="6200425" y="2759425"/>
              <a:ext cx="156775" cy="174875"/>
            </a:xfrm>
            <a:custGeom>
              <a:rect b="b" l="l" r="r" t="t"/>
              <a:pathLst>
                <a:path extrusionOk="0" h="6995" w="6271">
                  <a:moveTo>
                    <a:pt x="1103" y="5609"/>
                  </a:moveTo>
                  <a:cubicBezTo>
                    <a:pt x="1292" y="5609"/>
                    <a:pt x="1450" y="5766"/>
                    <a:pt x="1450" y="5955"/>
                  </a:cubicBezTo>
                  <a:cubicBezTo>
                    <a:pt x="1450" y="6144"/>
                    <a:pt x="1292" y="6302"/>
                    <a:pt x="1103" y="6302"/>
                  </a:cubicBezTo>
                  <a:cubicBezTo>
                    <a:pt x="914" y="6302"/>
                    <a:pt x="757" y="6144"/>
                    <a:pt x="757" y="5955"/>
                  </a:cubicBezTo>
                  <a:cubicBezTo>
                    <a:pt x="757" y="5766"/>
                    <a:pt x="914" y="5609"/>
                    <a:pt x="1103" y="5609"/>
                  </a:cubicBezTo>
                  <a:close/>
                  <a:moveTo>
                    <a:pt x="5325" y="1"/>
                  </a:moveTo>
                  <a:cubicBezTo>
                    <a:pt x="5230" y="1"/>
                    <a:pt x="5136" y="64"/>
                    <a:pt x="5073" y="127"/>
                  </a:cubicBezTo>
                  <a:lnTo>
                    <a:pt x="4380" y="851"/>
                  </a:lnTo>
                  <a:cubicBezTo>
                    <a:pt x="4254" y="946"/>
                    <a:pt x="4254" y="1198"/>
                    <a:pt x="4380" y="1324"/>
                  </a:cubicBezTo>
                  <a:cubicBezTo>
                    <a:pt x="4443" y="1371"/>
                    <a:pt x="4529" y="1395"/>
                    <a:pt x="4616" y="1395"/>
                  </a:cubicBezTo>
                  <a:cubicBezTo>
                    <a:pt x="4703" y="1395"/>
                    <a:pt x="4789" y="1371"/>
                    <a:pt x="4852" y="1324"/>
                  </a:cubicBezTo>
                  <a:lnTo>
                    <a:pt x="4978" y="1198"/>
                  </a:lnTo>
                  <a:lnTo>
                    <a:pt x="4978" y="2458"/>
                  </a:lnTo>
                  <a:cubicBezTo>
                    <a:pt x="4978" y="2647"/>
                    <a:pt x="4821" y="2805"/>
                    <a:pt x="4600" y="2805"/>
                  </a:cubicBezTo>
                  <a:lnTo>
                    <a:pt x="1765" y="2805"/>
                  </a:lnTo>
                  <a:cubicBezTo>
                    <a:pt x="1513" y="2805"/>
                    <a:pt x="1229" y="2931"/>
                    <a:pt x="1040" y="3120"/>
                  </a:cubicBezTo>
                  <a:cubicBezTo>
                    <a:pt x="820" y="3309"/>
                    <a:pt x="725" y="3592"/>
                    <a:pt x="725" y="3876"/>
                  </a:cubicBezTo>
                  <a:lnTo>
                    <a:pt x="725" y="4978"/>
                  </a:lnTo>
                  <a:cubicBezTo>
                    <a:pt x="316" y="5136"/>
                    <a:pt x="1" y="5482"/>
                    <a:pt x="1" y="5955"/>
                  </a:cubicBezTo>
                  <a:cubicBezTo>
                    <a:pt x="1" y="6554"/>
                    <a:pt x="473" y="6995"/>
                    <a:pt x="1040" y="6995"/>
                  </a:cubicBezTo>
                  <a:cubicBezTo>
                    <a:pt x="1607" y="6995"/>
                    <a:pt x="2048" y="6522"/>
                    <a:pt x="2048" y="5955"/>
                  </a:cubicBezTo>
                  <a:cubicBezTo>
                    <a:pt x="2048" y="5514"/>
                    <a:pt x="1765" y="5136"/>
                    <a:pt x="1355" y="4978"/>
                  </a:cubicBezTo>
                  <a:lnTo>
                    <a:pt x="1355" y="3876"/>
                  </a:lnTo>
                  <a:cubicBezTo>
                    <a:pt x="1355" y="3687"/>
                    <a:pt x="1513" y="3529"/>
                    <a:pt x="1702" y="3529"/>
                  </a:cubicBezTo>
                  <a:lnTo>
                    <a:pt x="4537" y="3529"/>
                  </a:lnTo>
                  <a:cubicBezTo>
                    <a:pt x="5136" y="3529"/>
                    <a:pt x="5545" y="3057"/>
                    <a:pt x="5545" y="2490"/>
                  </a:cubicBezTo>
                  <a:lnTo>
                    <a:pt x="5545" y="1229"/>
                  </a:lnTo>
                  <a:lnTo>
                    <a:pt x="5671" y="1355"/>
                  </a:lnTo>
                  <a:cubicBezTo>
                    <a:pt x="5734" y="1418"/>
                    <a:pt x="5821" y="1450"/>
                    <a:pt x="5908" y="1450"/>
                  </a:cubicBezTo>
                  <a:cubicBezTo>
                    <a:pt x="5994" y="1450"/>
                    <a:pt x="6081" y="1418"/>
                    <a:pt x="6144" y="1355"/>
                  </a:cubicBezTo>
                  <a:cubicBezTo>
                    <a:pt x="6270" y="1229"/>
                    <a:pt x="6270" y="1009"/>
                    <a:pt x="6144" y="883"/>
                  </a:cubicBezTo>
                  <a:lnTo>
                    <a:pt x="5545" y="127"/>
                  </a:lnTo>
                  <a:cubicBezTo>
                    <a:pt x="5482" y="64"/>
                    <a:pt x="5388" y="1"/>
                    <a:pt x="532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2" name="Google Shape;2592;p45"/>
            <p:cNvSpPr/>
            <p:nvPr/>
          </p:nvSpPr>
          <p:spPr>
            <a:xfrm>
              <a:off x="6412300" y="2742900"/>
              <a:ext cx="52800" cy="208725"/>
            </a:xfrm>
            <a:custGeom>
              <a:rect b="b" l="l" r="r" t="t"/>
              <a:pathLst>
                <a:path extrusionOk="0" h="8349" w="2112">
                  <a:moveTo>
                    <a:pt x="1009" y="662"/>
                  </a:moveTo>
                  <a:cubicBezTo>
                    <a:pt x="1229" y="662"/>
                    <a:pt x="1387" y="819"/>
                    <a:pt x="1387" y="1040"/>
                  </a:cubicBezTo>
                  <a:lnTo>
                    <a:pt x="1387" y="1386"/>
                  </a:lnTo>
                  <a:lnTo>
                    <a:pt x="662" y="1386"/>
                  </a:lnTo>
                  <a:lnTo>
                    <a:pt x="662" y="1040"/>
                  </a:lnTo>
                  <a:cubicBezTo>
                    <a:pt x="662" y="819"/>
                    <a:pt x="820" y="662"/>
                    <a:pt x="1009" y="662"/>
                  </a:cubicBezTo>
                  <a:close/>
                  <a:moveTo>
                    <a:pt x="1387" y="2048"/>
                  </a:moveTo>
                  <a:lnTo>
                    <a:pt x="1387" y="6017"/>
                  </a:lnTo>
                  <a:cubicBezTo>
                    <a:pt x="1261" y="5986"/>
                    <a:pt x="1142" y="5970"/>
                    <a:pt x="1024" y="5970"/>
                  </a:cubicBezTo>
                  <a:cubicBezTo>
                    <a:pt x="906" y="5970"/>
                    <a:pt x="788" y="5986"/>
                    <a:pt x="662" y="6017"/>
                  </a:cubicBezTo>
                  <a:lnTo>
                    <a:pt x="662" y="2048"/>
                  </a:lnTo>
                  <a:close/>
                  <a:moveTo>
                    <a:pt x="1009" y="6711"/>
                  </a:moveTo>
                  <a:cubicBezTo>
                    <a:pt x="1103" y="6711"/>
                    <a:pt x="1166" y="6711"/>
                    <a:pt x="1261" y="6742"/>
                  </a:cubicBezTo>
                  <a:lnTo>
                    <a:pt x="1009" y="7246"/>
                  </a:lnTo>
                  <a:lnTo>
                    <a:pt x="788" y="6742"/>
                  </a:lnTo>
                  <a:cubicBezTo>
                    <a:pt x="851" y="6711"/>
                    <a:pt x="946" y="6711"/>
                    <a:pt x="1009" y="6711"/>
                  </a:cubicBezTo>
                  <a:close/>
                  <a:moveTo>
                    <a:pt x="1009" y="0"/>
                  </a:moveTo>
                  <a:cubicBezTo>
                    <a:pt x="441" y="0"/>
                    <a:pt x="0" y="473"/>
                    <a:pt x="0" y="1040"/>
                  </a:cubicBezTo>
                  <a:lnTo>
                    <a:pt x="0" y="6616"/>
                  </a:lnTo>
                  <a:cubicBezTo>
                    <a:pt x="0" y="6648"/>
                    <a:pt x="0" y="6742"/>
                    <a:pt x="32" y="6774"/>
                  </a:cubicBezTo>
                  <a:lnTo>
                    <a:pt x="757" y="8160"/>
                  </a:lnTo>
                  <a:cubicBezTo>
                    <a:pt x="788" y="8286"/>
                    <a:pt x="946" y="8349"/>
                    <a:pt x="1040" y="8349"/>
                  </a:cubicBezTo>
                  <a:cubicBezTo>
                    <a:pt x="1166" y="8349"/>
                    <a:pt x="1292" y="8286"/>
                    <a:pt x="1355" y="8160"/>
                  </a:cubicBezTo>
                  <a:lnTo>
                    <a:pt x="2080" y="6774"/>
                  </a:lnTo>
                  <a:cubicBezTo>
                    <a:pt x="2111" y="6742"/>
                    <a:pt x="2111" y="6648"/>
                    <a:pt x="2111" y="6616"/>
                  </a:cubicBezTo>
                  <a:lnTo>
                    <a:pt x="2111" y="1040"/>
                  </a:lnTo>
                  <a:cubicBezTo>
                    <a:pt x="2048" y="473"/>
                    <a:pt x="1576" y="0"/>
                    <a:pt x="100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93" name="Google Shape;2593;p45"/>
          <p:cNvGrpSpPr/>
          <p:nvPr/>
        </p:nvGrpSpPr>
        <p:grpSpPr>
          <a:xfrm>
            <a:off x="6395225" y="1555322"/>
            <a:ext cx="284613" cy="286883"/>
            <a:chOff x="1777925" y="1953700"/>
            <a:chExt cx="294600" cy="296950"/>
          </a:xfrm>
        </p:grpSpPr>
        <p:sp>
          <p:nvSpPr>
            <p:cNvPr id="2594" name="Google Shape;2594;p45"/>
            <p:cNvSpPr/>
            <p:nvPr/>
          </p:nvSpPr>
          <p:spPr>
            <a:xfrm>
              <a:off x="1794450" y="2052125"/>
              <a:ext cx="278075" cy="198525"/>
            </a:xfrm>
            <a:custGeom>
              <a:rect b="b" l="l" r="r" t="t"/>
              <a:pathLst>
                <a:path extrusionOk="0" h="7941" w="11123">
                  <a:moveTo>
                    <a:pt x="10545" y="1"/>
                  </a:moveTo>
                  <a:cubicBezTo>
                    <a:pt x="10499" y="1"/>
                    <a:pt x="10449" y="11"/>
                    <a:pt x="10397" y="33"/>
                  </a:cubicBezTo>
                  <a:cubicBezTo>
                    <a:pt x="10208" y="64"/>
                    <a:pt x="10145" y="253"/>
                    <a:pt x="10177" y="474"/>
                  </a:cubicBezTo>
                  <a:cubicBezTo>
                    <a:pt x="10334" y="1009"/>
                    <a:pt x="10460" y="1514"/>
                    <a:pt x="10460" y="1986"/>
                  </a:cubicBezTo>
                  <a:cubicBezTo>
                    <a:pt x="10460" y="4885"/>
                    <a:pt x="8129" y="7247"/>
                    <a:pt x="5199" y="7247"/>
                  </a:cubicBezTo>
                  <a:cubicBezTo>
                    <a:pt x="3561" y="7247"/>
                    <a:pt x="2017" y="6460"/>
                    <a:pt x="1040" y="5137"/>
                  </a:cubicBezTo>
                  <a:lnTo>
                    <a:pt x="1734" y="5137"/>
                  </a:lnTo>
                  <a:cubicBezTo>
                    <a:pt x="1954" y="5137"/>
                    <a:pt x="2112" y="4979"/>
                    <a:pt x="2112" y="4790"/>
                  </a:cubicBezTo>
                  <a:cubicBezTo>
                    <a:pt x="2112" y="4601"/>
                    <a:pt x="1954" y="4444"/>
                    <a:pt x="1734" y="4444"/>
                  </a:cubicBezTo>
                  <a:lnTo>
                    <a:pt x="379" y="4444"/>
                  </a:lnTo>
                  <a:cubicBezTo>
                    <a:pt x="158" y="4444"/>
                    <a:pt x="1" y="4601"/>
                    <a:pt x="1" y="4790"/>
                  </a:cubicBezTo>
                  <a:lnTo>
                    <a:pt x="1" y="6176"/>
                  </a:lnTo>
                  <a:cubicBezTo>
                    <a:pt x="1" y="6365"/>
                    <a:pt x="158" y="6523"/>
                    <a:pt x="379" y="6523"/>
                  </a:cubicBezTo>
                  <a:cubicBezTo>
                    <a:pt x="568" y="6523"/>
                    <a:pt x="725" y="6365"/>
                    <a:pt x="725" y="6176"/>
                  </a:cubicBezTo>
                  <a:lnTo>
                    <a:pt x="725" y="5830"/>
                  </a:lnTo>
                  <a:cubicBezTo>
                    <a:pt x="1860" y="7184"/>
                    <a:pt x="3529" y="7941"/>
                    <a:pt x="5199" y="7941"/>
                  </a:cubicBezTo>
                  <a:cubicBezTo>
                    <a:pt x="8476" y="7941"/>
                    <a:pt x="11122" y="5294"/>
                    <a:pt x="11122" y="2049"/>
                  </a:cubicBezTo>
                  <a:cubicBezTo>
                    <a:pt x="11122" y="1482"/>
                    <a:pt x="11028" y="883"/>
                    <a:pt x="10839" y="253"/>
                  </a:cubicBezTo>
                  <a:cubicBezTo>
                    <a:pt x="10814" y="109"/>
                    <a:pt x="10698" y="1"/>
                    <a:pt x="1054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5" name="Google Shape;2595;p45"/>
            <p:cNvSpPr/>
            <p:nvPr/>
          </p:nvSpPr>
          <p:spPr>
            <a:xfrm>
              <a:off x="1777925" y="1953700"/>
              <a:ext cx="278050" cy="198675"/>
            </a:xfrm>
            <a:custGeom>
              <a:rect b="b" l="l" r="r" t="t"/>
              <a:pathLst>
                <a:path extrusionOk="0" h="7947" w="11122">
                  <a:moveTo>
                    <a:pt x="5892" y="0"/>
                  </a:moveTo>
                  <a:cubicBezTo>
                    <a:pt x="2647" y="0"/>
                    <a:pt x="0" y="2615"/>
                    <a:pt x="0" y="5892"/>
                  </a:cubicBezTo>
                  <a:cubicBezTo>
                    <a:pt x="0" y="6459"/>
                    <a:pt x="63" y="7026"/>
                    <a:pt x="284" y="7656"/>
                  </a:cubicBezTo>
                  <a:cubicBezTo>
                    <a:pt x="310" y="7869"/>
                    <a:pt x="450" y="7947"/>
                    <a:pt x="606" y="7947"/>
                  </a:cubicBezTo>
                  <a:cubicBezTo>
                    <a:pt x="635" y="7947"/>
                    <a:pt x="664" y="7944"/>
                    <a:pt x="693" y="7939"/>
                  </a:cubicBezTo>
                  <a:cubicBezTo>
                    <a:pt x="914" y="7908"/>
                    <a:pt x="977" y="7719"/>
                    <a:pt x="945" y="7498"/>
                  </a:cubicBezTo>
                  <a:cubicBezTo>
                    <a:pt x="788" y="6963"/>
                    <a:pt x="662" y="6459"/>
                    <a:pt x="662" y="5923"/>
                  </a:cubicBezTo>
                  <a:cubicBezTo>
                    <a:pt x="662" y="3056"/>
                    <a:pt x="2993" y="693"/>
                    <a:pt x="5923" y="693"/>
                  </a:cubicBezTo>
                  <a:cubicBezTo>
                    <a:pt x="7561" y="693"/>
                    <a:pt x="9105" y="1481"/>
                    <a:pt x="10082" y="2773"/>
                  </a:cubicBezTo>
                  <a:lnTo>
                    <a:pt x="9389" y="2773"/>
                  </a:lnTo>
                  <a:cubicBezTo>
                    <a:pt x="9168" y="2773"/>
                    <a:pt x="9011" y="2930"/>
                    <a:pt x="9011" y="3151"/>
                  </a:cubicBezTo>
                  <a:cubicBezTo>
                    <a:pt x="9011" y="3340"/>
                    <a:pt x="9168" y="3497"/>
                    <a:pt x="9389" y="3497"/>
                  </a:cubicBezTo>
                  <a:lnTo>
                    <a:pt x="10743" y="3497"/>
                  </a:lnTo>
                  <a:cubicBezTo>
                    <a:pt x="10964" y="3497"/>
                    <a:pt x="11121" y="3340"/>
                    <a:pt x="11121" y="3151"/>
                  </a:cubicBezTo>
                  <a:lnTo>
                    <a:pt x="11121" y="1765"/>
                  </a:lnTo>
                  <a:cubicBezTo>
                    <a:pt x="11121" y="1575"/>
                    <a:pt x="10964" y="1418"/>
                    <a:pt x="10743" y="1418"/>
                  </a:cubicBezTo>
                  <a:cubicBezTo>
                    <a:pt x="10554" y="1418"/>
                    <a:pt x="10397" y="1575"/>
                    <a:pt x="10397" y="1765"/>
                  </a:cubicBezTo>
                  <a:lnTo>
                    <a:pt x="10397" y="2111"/>
                  </a:lnTo>
                  <a:cubicBezTo>
                    <a:pt x="9263" y="725"/>
                    <a:pt x="7593" y="0"/>
                    <a:pt x="589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6" name="Google Shape;2596;p45"/>
            <p:cNvSpPr/>
            <p:nvPr/>
          </p:nvSpPr>
          <p:spPr>
            <a:xfrm>
              <a:off x="1829125" y="2006475"/>
              <a:ext cx="191400" cy="191400"/>
            </a:xfrm>
            <a:custGeom>
              <a:rect b="b" l="l" r="r" t="t"/>
              <a:pathLst>
                <a:path extrusionOk="0" h="7656" w="7656">
                  <a:moveTo>
                    <a:pt x="4190" y="693"/>
                  </a:moveTo>
                  <a:cubicBezTo>
                    <a:pt x="4757" y="788"/>
                    <a:pt x="5324" y="1008"/>
                    <a:pt x="5797" y="1386"/>
                  </a:cubicBezTo>
                  <a:lnTo>
                    <a:pt x="5545" y="1607"/>
                  </a:lnTo>
                  <a:cubicBezTo>
                    <a:pt x="5450" y="1733"/>
                    <a:pt x="5450" y="1953"/>
                    <a:pt x="5545" y="2079"/>
                  </a:cubicBezTo>
                  <a:cubicBezTo>
                    <a:pt x="5608" y="2142"/>
                    <a:pt x="5702" y="2174"/>
                    <a:pt x="5793" y="2174"/>
                  </a:cubicBezTo>
                  <a:cubicBezTo>
                    <a:pt x="5884" y="2174"/>
                    <a:pt x="5970" y="2142"/>
                    <a:pt x="6017" y="2079"/>
                  </a:cubicBezTo>
                  <a:lnTo>
                    <a:pt x="6270" y="1859"/>
                  </a:lnTo>
                  <a:cubicBezTo>
                    <a:pt x="6616" y="2268"/>
                    <a:pt x="6868" y="2835"/>
                    <a:pt x="6931" y="3466"/>
                  </a:cubicBezTo>
                  <a:lnTo>
                    <a:pt x="6616" y="3466"/>
                  </a:lnTo>
                  <a:cubicBezTo>
                    <a:pt x="6427" y="3466"/>
                    <a:pt x="6270" y="3623"/>
                    <a:pt x="6270" y="3812"/>
                  </a:cubicBezTo>
                  <a:cubicBezTo>
                    <a:pt x="6270" y="4001"/>
                    <a:pt x="6427" y="4159"/>
                    <a:pt x="6616" y="4159"/>
                  </a:cubicBezTo>
                  <a:lnTo>
                    <a:pt x="6931" y="4159"/>
                  </a:lnTo>
                  <a:cubicBezTo>
                    <a:pt x="6868" y="4757"/>
                    <a:pt x="6616" y="5324"/>
                    <a:pt x="6270" y="5797"/>
                  </a:cubicBezTo>
                  <a:lnTo>
                    <a:pt x="6017" y="5545"/>
                  </a:lnTo>
                  <a:cubicBezTo>
                    <a:pt x="5970" y="5482"/>
                    <a:pt x="5884" y="5450"/>
                    <a:pt x="5793" y="5450"/>
                  </a:cubicBezTo>
                  <a:cubicBezTo>
                    <a:pt x="5702" y="5450"/>
                    <a:pt x="5608" y="5482"/>
                    <a:pt x="5545" y="5545"/>
                  </a:cubicBezTo>
                  <a:cubicBezTo>
                    <a:pt x="5450" y="5671"/>
                    <a:pt x="5450" y="5923"/>
                    <a:pt x="5545" y="6017"/>
                  </a:cubicBezTo>
                  <a:lnTo>
                    <a:pt x="5797" y="6270"/>
                  </a:lnTo>
                  <a:cubicBezTo>
                    <a:pt x="5356" y="6616"/>
                    <a:pt x="4820" y="6837"/>
                    <a:pt x="4190" y="6931"/>
                  </a:cubicBezTo>
                  <a:lnTo>
                    <a:pt x="4190" y="6616"/>
                  </a:lnTo>
                  <a:cubicBezTo>
                    <a:pt x="4190" y="6427"/>
                    <a:pt x="4033" y="6270"/>
                    <a:pt x="3812" y="6270"/>
                  </a:cubicBezTo>
                  <a:cubicBezTo>
                    <a:pt x="3623" y="6270"/>
                    <a:pt x="3466" y="6427"/>
                    <a:pt x="3466" y="6616"/>
                  </a:cubicBezTo>
                  <a:lnTo>
                    <a:pt x="3466" y="6931"/>
                  </a:lnTo>
                  <a:cubicBezTo>
                    <a:pt x="2867" y="6837"/>
                    <a:pt x="2331" y="6616"/>
                    <a:pt x="1859" y="6270"/>
                  </a:cubicBezTo>
                  <a:lnTo>
                    <a:pt x="2079" y="6017"/>
                  </a:lnTo>
                  <a:cubicBezTo>
                    <a:pt x="2205" y="5891"/>
                    <a:pt x="2205" y="5671"/>
                    <a:pt x="2079" y="5545"/>
                  </a:cubicBezTo>
                  <a:cubicBezTo>
                    <a:pt x="2032" y="5482"/>
                    <a:pt x="1945" y="5450"/>
                    <a:pt x="1855" y="5450"/>
                  </a:cubicBezTo>
                  <a:cubicBezTo>
                    <a:pt x="1764" y="5450"/>
                    <a:pt x="1670" y="5482"/>
                    <a:pt x="1607" y="5545"/>
                  </a:cubicBezTo>
                  <a:lnTo>
                    <a:pt x="1386" y="5797"/>
                  </a:lnTo>
                  <a:cubicBezTo>
                    <a:pt x="1040" y="5356"/>
                    <a:pt x="788" y="4789"/>
                    <a:pt x="725" y="4159"/>
                  </a:cubicBezTo>
                  <a:lnTo>
                    <a:pt x="1040" y="4159"/>
                  </a:lnTo>
                  <a:cubicBezTo>
                    <a:pt x="1229" y="4159"/>
                    <a:pt x="1386" y="4001"/>
                    <a:pt x="1386" y="3812"/>
                  </a:cubicBezTo>
                  <a:cubicBezTo>
                    <a:pt x="1386" y="3623"/>
                    <a:pt x="1229" y="3466"/>
                    <a:pt x="1040" y="3466"/>
                  </a:cubicBezTo>
                  <a:lnTo>
                    <a:pt x="725" y="3466"/>
                  </a:lnTo>
                  <a:cubicBezTo>
                    <a:pt x="788" y="2867"/>
                    <a:pt x="1040" y="2331"/>
                    <a:pt x="1386" y="1859"/>
                  </a:cubicBezTo>
                  <a:lnTo>
                    <a:pt x="1607" y="2079"/>
                  </a:lnTo>
                  <a:cubicBezTo>
                    <a:pt x="1701" y="2174"/>
                    <a:pt x="1764" y="2205"/>
                    <a:pt x="1859" y="2205"/>
                  </a:cubicBezTo>
                  <a:cubicBezTo>
                    <a:pt x="1922" y="2205"/>
                    <a:pt x="2048" y="2174"/>
                    <a:pt x="2079" y="2079"/>
                  </a:cubicBezTo>
                  <a:cubicBezTo>
                    <a:pt x="2205" y="1953"/>
                    <a:pt x="2205" y="1733"/>
                    <a:pt x="2079" y="1607"/>
                  </a:cubicBezTo>
                  <a:lnTo>
                    <a:pt x="1859" y="1386"/>
                  </a:lnTo>
                  <a:cubicBezTo>
                    <a:pt x="2300" y="1008"/>
                    <a:pt x="2835" y="788"/>
                    <a:pt x="3466" y="693"/>
                  </a:cubicBezTo>
                  <a:lnTo>
                    <a:pt x="3466" y="1008"/>
                  </a:lnTo>
                  <a:cubicBezTo>
                    <a:pt x="3466" y="1229"/>
                    <a:pt x="3623" y="1386"/>
                    <a:pt x="3812" y="1386"/>
                  </a:cubicBezTo>
                  <a:cubicBezTo>
                    <a:pt x="4033" y="1386"/>
                    <a:pt x="4190" y="1229"/>
                    <a:pt x="4190" y="1008"/>
                  </a:cubicBezTo>
                  <a:lnTo>
                    <a:pt x="4190" y="693"/>
                  </a:lnTo>
                  <a:close/>
                  <a:moveTo>
                    <a:pt x="3812" y="0"/>
                  </a:moveTo>
                  <a:cubicBezTo>
                    <a:pt x="1733" y="0"/>
                    <a:pt x="0" y="1701"/>
                    <a:pt x="0" y="3812"/>
                  </a:cubicBezTo>
                  <a:cubicBezTo>
                    <a:pt x="0" y="5923"/>
                    <a:pt x="1701" y="7656"/>
                    <a:pt x="3812" y="7656"/>
                  </a:cubicBezTo>
                  <a:cubicBezTo>
                    <a:pt x="5923" y="7656"/>
                    <a:pt x="7656" y="5954"/>
                    <a:pt x="7656" y="3812"/>
                  </a:cubicBezTo>
                  <a:cubicBezTo>
                    <a:pt x="7656" y="1733"/>
                    <a:pt x="5954" y="0"/>
                    <a:pt x="381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7" name="Google Shape;2597;p45"/>
            <p:cNvSpPr/>
            <p:nvPr/>
          </p:nvSpPr>
          <p:spPr>
            <a:xfrm>
              <a:off x="1915750" y="2058450"/>
              <a:ext cx="35475" cy="52800"/>
            </a:xfrm>
            <a:custGeom>
              <a:rect b="b" l="l" r="r" t="t"/>
              <a:pathLst>
                <a:path extrusionOk="0" h="2112" w="1419">
                  <a:moveTo>
                    <a:pt x="347" y="0"/>
                  </a:moveTo>
                  <a:cubicBezTo>
                    <a:pt x="158" y="0"/>
                    <a:pt x="1" y="158"/>
                    <a:pt x="1" y="378"/>
                  </a:cubicBezTo>
                  <a:lnTo>
                    <a:pt x="1" y="1733"/>
                  </a:lnTo>
                  <a:cubicBezTo>
                    <a:pt x="1" y="1954"/>
                    <a:pt x="158" y="2111"/>
                    <a:pt x="347" y="2111"/>
                  </a:cubicBezTo>
                  <a:lnTo>
                    <a:pt x="1072" y="2111"/>
                  </a:lnTo>
                  <a:cubicBezTo>
                    <a:pt x="1261" y="2111"/>
                    <a:pt x="1418" y="1954"/>
                    <a:pt x="1418" y="1733"/>
                  </a:cubicBezTo>
                  <a:cubicBezTo>
                    <a:pt x="1418" y="1544"/>
                    <a:pt x="1261" y="1387"/>
                    <a:pt x="1072" y="1387"/>
                  </a:cubicBezTo>
                  <a:lnTo>
                    <a:pt x="725" y="1387"/>
                  </a:lnTo>
                  <a:lnTo>
                    <a:pt x="725" y="378"/>
                  </a:lnTo>
                  <a:cubicBezTo>
                    <a:pt x="725" y="158"/>
                    <a:pt x="568"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98" name="Google Shape;2598;p45"/>
          <p:cNvGrpSpPr/>
          <p:nvPr/>
        </p:nvGrpSpPr>
        <p:grpSpPr>
          <a:xfrm>
            <a:off x="6408171" y="1993540"/>
            <a:ext cx="258722" cy="284613"/>
            <a:chOff x="1790525" y="2319150"/>
            <a:chExt cx="267800" cy="294600"/>
          </a:xfrm>
        </p:grpSpPr>
        <p:sp>
          <p:nvSpPr>
            <p:cNvPr id="2599" name="Google Shape;2599;p45"/>
            <p:cNvSpPr/>
            <p:nvPr/>
          </p:nvSpPr>
          <p:spPr>
            <a:xfrm>
              <a:off x="1881100" y="2423125"/>
              <a:ext cx="88225" cy="155175"/>
            </a:xfrm>
            <a:custGeom>
              <a:rect b="b" l="l" r="r" t="t"/>
              <a:pathLst>
                <a:path extrusionOk="0" h="6207" w="3529">
                  <a:moveTo>
                    <a:pt x="1418" y="1323"/>
                  </a:moveTo>
                  <a:lnTo>
                    <a:pt x="1418" y="2741"/>
                  </a:lnTo>
                  <a:lnTo>
                    <a:pt x="1072" y="2741"/>
                  </a:lnTo>
                  <a:cubicBezTo>
                    <a:pt x="882" y="2741"/>
                    <a:pt x="725" y="2583"/>
                    <a:pt x="725" y="2394"/>
                  </a:cubicBezTo>
                  <a:lnTo>
                    <a:pt x="725" y="1701"/>
                  </a:lnTo>
                  <a:cubicBezTo>
                    <a:pt x="725" y="1481"/>
                    <a:pt x="882" y="1323"/>
                    <a:pt x="1072" y="1323"/>
                  </a:cubicBezTo>
                  <a:close/>
                  <a:moveTo>
                    <a:pt x="2458" y="3466"/>
                  </a:moveTo>
                  <a:cubicBezTo>
                    <a:pt x="2647" y="3466"/>
                    <a:pt x="2804" y="3623"/>
                    <a:pt x="2804" y="3812"/>
                  </a:cubicBezTo>
                  <a:lnTo>
                    <a:pt x="2804" y="4537"/>
                  </a:lnTo>
                  <a:cubicBezTo>
                    <a:pt x="2804" y="4726"/>
                    <a:pt x="2647" y="4883"/>
                    <a:pt x="2458" y="4883"/>
                  </a:cubicBezTo>
                  <a:lnTo>
                    <a:pt x="2111" y="4883"/>
                  </a:lnTo>
                  <a:lnTo>
                    <a:pt x="2111" y="3466"/>
                  </a:lnTo>
                  <a:close/>
                  <a:moveTo>
                    <a:pt x="1796" y="0"/>
                  </a:moveTo>
                  <a:cubicBezTo>
                    <a:pt x="1576" y="0"/>
                    <a:pt x="1418" y="158"/>
                    <a:pt x="1418" y="347"/>
                  </a:cubicBezTo>
                  <a:lnTo>
                    <a:pt x="1418" y="693"/>
                  </a:lnTo>
                  <a:lnTo>
                    <a:pt x="1072" y="693"/>
                  </a:lnTo>
                  <a:cubicBezTo>
                    <a:pt x="473" y="693"/>
                    <a:pt x="63" y="1166"/>
                    <a:pt x="63" y="1733"/>
                  </a:cubicBezTo>
                  <a:lnTo>
                    <a:pt x="63" y="2426"/>
                  </a:lnTo>
                  <a:cubicBezTo>
                    <a:pt x="63" y="3025"/>
                    <a:pt x="536" y="3466"/>
                    <a:pt x="1072" y="3466"/>
                  </a:cubicBezTo>
                  <a:lnTo>
                    <a:pt x="1418" y="3466"/>
                  </a:lnTo>
                  <a:lnTo>
                    <a:pt x="1418" y="4852"/>
                  </a:lnTo>
                  <a:lnTo>
                    <a:pt x="1072" y="4852"/>
                  </a:lnTo>
                  <a:cubicBezTo>
                    <a:pt x="882" y="4852"/>
                    <a:pt x="725" y="4694"/>
                    <a:pt x="725" y="4474"/>
                  </a:cubicBezTo>
                  <a:cubicBezTo>
                    <a:pt x="725" y="4285"/>
                    <a:pt x="567" y="4127"/>
                    <a:pt x="378" y="4127"/>
                  </a:cubicBezTo>
                  <a:cubicBezTo>
                    <a:pt x="158" y="4127"/>
                    <a:pt x="0" y="4285"/>
                    <a:pt x="0" y="4474"/>
                  </a:cubicBezTo>
                  <a:cubicBezTo>
                    <a:pt x="0" y="5072"/>
                    <a:pt x="473" y="5513"/>
                    <a:pt x="1040" y="5513"/>
                  </a:cubicBezTo>
                  <a:lnTo>
                    <a:pt x="1387" y="5513"/>
                  </a:lnTo>
                  <a:lnTo>
                    <a:pt x="1387" y="5860"/>
                  </a:lnTo>
                  <a:cubicBezTo>
                    <a:pt x="1387" y="6049"/>
                    <a:pt x="1544" y="6207"/>
                    <a:pt x="1733" y="6207"/>
                  </a:cubicBezTo>
                  <a:cubicBezTo>
                    <a:pt x="1954" y="6207"/>
                    <a:pt x="2111" y="6049"/>
                    <a:pt x="2111" y="5860"/>
                  </a:cubicBezTo>
                  <a:lnTo>
                    <a:pt x="2111" y="5545"/>
                  </a:lnTo>
                  <a:lnTo>
                    <a:pt x="2458" y="5545"/>
                  </a:lnTo>
                  <a:cubicBezTo>
                    <a:pt x="3056" y="5545"/>
                    <a:pt x="3466" y="5072"/>
                    <a:pt x="3466" y="4537"/>
                  </a:cubicBezTo>
                  <a:lnTo>
                    <a:pt x="3466" y="3812"/>
                  </a:lnTo>
                  <a:cubicBezTo>
                    <a:pt x="3466" y="3214"/>
                    <a:pt x="2993" y="2804"/>
                    <a:pt x="2458" y="2804"/>
                  </a:cubicBezTo>
                  <a:lnTo>
                    <a:pt x="2111" y="2804"/>
                  </a:lnTo>
                  <a:lnTo>
                    <a:pt x="2111" y="1386"/>
                  </a:lnTo>
                  <a:lnTo>
                    <a:pt x="2458" y="1386"/>
                  </a:lnTo>
                  <a:cubicBezTo>
                    <a:pt x="2647" y="1386"/>
                    <a:pt x="2804" y="1544"/>
                    <a:pt x="2804" y="1733"/>
                  </a:cubicBezTo>
                  <a:cubicBezTo>
                    <a:pt x="2804" y="1922"/>
                    <a:pt x="2962" y="2079"/>
                    <a:pt x="3151" y="2079"/>
                  </a:cubicBezTo>
                  <a:cubicBezTo>
                    <a:pt x="3371" y="2079"/>
                    <a:pt x="3529" y="1922"/>
                    <a:pt x="3529" y="1733"/>
                  </a:cubicBezTo>
                  <a:cubicBezTo>
                    <a:pt x="3529" y="1134"/>
                    <a:pt x="3056" y="693"/>
                    <a:pt x="2489" y="693"/>
                  </a:cubicBezTo>
                  <a:lnTo>
                    <a:pt x="2143" y="693"/>
                  </a:lnTo>
                  <a:lnTo>
                    <a:pt x="2143" y="347"/>
                  </a:lnTo>
                  <a:cubicBezTo>
                    <a:pt x="2143" y="158"/>
                    <a:pt x="1985" y="0"/>
                    <a:pt x="179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0" name="Google Shape;2600;p45"/>
            <p:cNvSpPr/>
            <p:nvPr/>
          </p:nvSpPr>
          <p:spPr>
            <a:xfrm>
              <a:off x="1790525" y="2319150"/>
              <a:ext cx="267800" cy="294600"/>
            </a:xfrm>
            <a:custGeom>
              <a:rect b="b" l="l" r="r" t="t"/>
              <a:pathLst>
                <a:path extrusionOk="0" h="11784" w="10712">
                  <a:moveTo>
                    <a:pt x="6427" y="662"/>
                  </a:moveTo>
                  <a:cubicBezTo>
                    <a:pt x="6837" y="662"/>
                    <a:pt x="7152" y="977"/>
                    <a:pt x="7152" y="1355"/>
                  </a:cubicBezTo>
                  <a:cubicBezTo>
                    <a:pt x="7152" y="1765"/>
                    <a:pt x="6837" y="2080"/>
                    <a:pt x="6427" y="2080"/>
                  </a:cubicBezTo>
                  <a:lnTo>
                    <a:pt x="6427" y="1702"/>
                  </a:lnTo>
                  <a:cubicBezTo>
                    <a:pt x="6427" y="1513"/>
                    <a:pt x="6270" y="1355"/>
                    <a:pt x="6081" y="1355"/>
                  </a:cubicBezTo>
                  <a:lnTo>
                    <a:pt x="4695" y="1355"/>
                  </a:lnTo>
                  <a:cubicBezTo>
                    <a:pt x="4505" y="1355"/>
                    <a:pt x="4348" y="1513"/>
                    <a:pt x="4348" y="1702"/>
                  </a:cubicBezTo>
                  <a:lnTo>
                    <a:pt x="4348" y="2080"/>
                  </a:lnTo>
                  <a:cubicBezTo>
                    <a:pt x="3938" y="2017"/>
                    <a:pt x="3623" y="1765"/>
                    <a:pt x="3623" y="1355"/>
                  </a:cubicBezTo>
                  <a:cubicBezTo>
                    <a:pt x="3623" y="977"/>
                    <a:pt x="3938" y="662"/>
                    <a:pt x="4348" y="662"/>
                  </a:cubicBezTo>
                  <a:close/>
                  <a:moveTo>
                    <a:pt x="5734" y="2017"/>
                  </a:moveTo>
                  <a:lnTo>
                    <a:pt x="5734" y="2741"/>
                  </a:lnTo>
                  <a:lnTo>
                    <a:pt x="5010" y="2741"/>
                  </a:lnTo>
                  <a:lnTo>
                    <a:pt x="5010" y="2017"/>
                  </a:lnTo>
                  <a:close/>
                  <a:moveTo>
                    <a:pt x="1418" y="1985"/>
                  </a:moveTo>
                  <a:lnTo>
                    <a:pt x="1859" y="2489"/>
                  </a:lnTo>
                  <a:lnTo>
                    <a:pt x="1355" y="2930"/>
                  </a:lnTo>
                  <a:lnTo>
                    <a:pt x="914" y="2426"/>
                  </a:lnTo>
                  <a:lnTo>
                    <a:pt x="1418" y="1985"/>
                  </a:lnTo>
                  <a:close/>
                  <a:moveTo>
                    <a:pt x="9357" y="1985"/>
                  </a:moveTo>
                  <a:lnTo>
                    <a:pt x="9861" y="2426"/>
                  </a:lnTo>
                  <a:lnTo>
                    <a:pt x="9420" y="2930"/>
                  </a:lnTo>
                  <a:lnTo>
                    <a:pt x="8916" y="2489"/>
                  </a:lnTo>
                  <a:lnTo>
                    <a:pt x="9357" y="1985"/>
                  </a:lnTo>
                  <a:close/>
                  <a:moveTo>
                    <a:pt x="5356" y="3434"/>
                  </a:moveTo>
                  <a:cubicBezTo>
                    <a:pt x="7467" y="3434"/>
                    <a:pt x="9200" y="5167"/>
                    <a:pt x="9200" y="7278"/>
                  </a:cubicBezTo>
                  <a:cubicBezTo>
                    <a:pt x="9200" y="9389"/>
                    <a:pt x="7498" y="11090"/>
                    <a:pt x="5356" y="11090"/>
                  </a:cubicBezTo>
                  <a:cubicBezTo>
                    <a:pt x="3277" y="11090"/>
                    <a:pt x="1544" y="9357"/>
                    <a:pt x="1544" y="7278"/>
                  </a:cubicBezTo>
                  <a:cubicBezTo>
                    <a:pt x="1576" y="5136"/>
                    <a:pt x="3277" y="3434"/>
                    <a:pt x="5356" y="3434"/>
                  </a:cubicBezTo>
                  <a:close/>
                  <a:moveTo>
                    <a:pt x="4316" y="0"/>
                  </a:moveTo>
                  <a:cubicBezTo>
                    <a:pt x="3560" y="0"/>
                    <a:pt x="2930" y="631"/>
                    <a:pt x="2930" y="1387"/>
                  </a:cubicBezTo>
                  <a:cubicBezTo>
                    <a:pt x="2930" y="2143"/>
                    <a:pt x="3560" y="2773"/>
                    <a:pt x="4316" y="2773"/>
                  </a:cubicBezTo>
                  <a:lnTo>
                    <a:pt x="4316" y="2899"/>
                  </a:lnTo>
                  <a:cubicBezTo>
                    <a:pt x="3749" y="3025"/>
                    <a:pt x="3214" y="3277"/>
                    <a:pt x="2741" y="3592"/>
                  </a:cubicBezTo>
                  <a:lnTo>
                    <a:pt x="2269" y="3056"/>
                  </a:lnTo>
                  <a:lnTo>
                    <a:pt x="2521" y="2804"/>
                  </a:lnTo>
                  <a:cubicBezTo>
                    <a:pt x="2741" y="2678"/>
                    <a:pt x="2741" y="2458"/>
                    <a:pt x="2615" y="2332"/>
                  </a:cubicBezTo>
                  <a:lnTo>
                    <a:pt x="1702" y="1292"/>
                  </a:lnTo>
                  <a:cubicBezTo>
                    <a:pt x="1631" y="1203"/>
                    <a:pt x="1530" y="1165"/>
                    <a:pt x="1432" y="1165"/>
                  </a:cubicBezTo>
                  <a:cubicBezTo>
                    <a:pt x="1357" y="1165"/>
                    <a:pt x="1284" y="1188"/>
                    <a:pt x="1229" y="1229"/>
                  </a:cubicBezTo>
                  <a:lnTo>
                    <a:pt x="158" y="2143"/>
                  </a:lnTo>
                  <a:cubicBezTo>
                    <a:pt x="0" y="2269"/>
                    <a:pt x="0" y="2489"/>
                    <a:pt x="126" y="2615"/>
                  </a:cubicBezTo>
                  <a:lnTo>
                    <a:pt x="1040" y="3687"/>
                  </a:lnTo>
                  <a:cubicBezTo>
                    <a:pt x="1106" y="3770"/>
                    <a:pt x="1199" y="3809"/>
                    <a:pt x="1291" y="3809"/>
                  </a:cubicBezTo>
                  <a:cubicBezTo>
                    <a:pt x="1372" y="3809"/>
                    <a:pt x="1453" y="3778"/>
                    <a:pt x="1513" y="3718"/>
                  </a:cubicBezTo>
                  <a:lnTo>
                    <a:pt x="1796" y="3498"/>
                  </a:lnTo>
                  <a:lnTo>
                    <a:pt x="2269" y="4033"/>
                  </a:lnTo>
                  <a:cubicBezTo>
                    <a:pt x="1387" y="4852"/>
                    <a:pt x="882" y="6018"/>
                    <a:pt x="882" y="7278"/>
                  </a:cubicBezTo>
                  <a:cubicBezTo>
                    <a:pt x="882" y="9735"/>
                    <a:pt x="2899" y="11783"/>
                    <a:pt x="5356" y="11783"/>
                  </a:cubicBezTo>
                  <a:cubicBezTo>
                    <a:pt x="7845" y="11783"/>
                    <a:pt x="9861" y="9735"/>
                    <a:pt x="9861" y="7278"/>
                  </a:cubicBezTo>
                  <a:cubicBezTo>
                    <a:pt x="9861" y="6081"/>
                    <a:pt x="9389" y="4915"/>
                    <a:pt x="8475" y="4033"/>
                  </a:cubicBezTo>
                  <a:lnTo>
                    <a:pt x="8948" y="3498"/>
                  </a:lnTo>
                  <a:lnTo>
                    <a:pt x="9231" y="3718"/>
                  </a:lnTo>
                  <a:cubicBezTo>
                    <a:pt x="9306" y="3778"/>
                    <a:pt x="9387" y="3809"/>
                    <a:pt x="9465" y="3809"/>
                  </a:cubicBezTo>
                  <a:cubicBezTo>
                    <a:pt x="9553" y="3809"/>
                    <a:pt x="9637" y="3770"/>
                    <a:pt x="9704" y="3687"/>
                  </a:cubicBezTo>
                  <a:lnTo>
                    <a:pt x="10617" y="2615"/>
                  </a:lnTo>
                  <a:cubicBezTo>
                    <a:pt x="10712" y="2458"/>
                    <a:pt x="10712" y="2269"/>
                    <a:pt x="10554" y="2143"/>
                  </a:cubicBezTo>
                  <a:lnTo>
                    <a:pt x="9515" y="1229"/>
                  </a:lnTo>
                  <a:cubicBezTo>
                    <a:pt x="9446" y="1188"/>
                    <a:pt x="9365" y="1165"/>
                    <a:pt x="9288" y="1165"/>
                  </a:cubicBezTo>
                  <a:cubicBezTo>
                    <a:pt x="9189" y="1165"/>
                    <a:pt x="9095" y="1203"/>
                    <a:pt x="9042" y="1292"/>
                  </a:cubicBezTo>
                  <a:lnTo>
                    <a:pt x="8129" y="2332"/>
                  </a:lnTo>
                  <a:cubicBezTo>
                    <a:pt x="8003" y="2489"/>
                    <a:pt x="8003" y="2710"/>
                    <a:pt x="8160" y="2804"/>
                  </a:cubicBezTo>
                  <a:lnTo>
                    <a:pt x="8444" y="3056"/>
                  </a:lnTo>
                  <a:lnTo>
                    <a:pt x="7971" y="3592"/>
                  </a:lnTo>
                  <a:cubicBezTo>
                    <a:pt x="7498" y="3245"/>
                    <a:pt x="6931" y="3025"/>
                    <a:pt x="6396" y="2899"/>
                  </a:cubicBezTo>
                  <a:lnTo>
                    <a:pt x="6396" y="2773"/>
                  </a:lnTo>
                  <a:cubicBezTo>
                    <a:pt x="7152" y="2773"/>
                    <a:pt x="7782" y="2143"/>
                    <a:pt x="7782" y="1387"/>
                  </a:cubicBezTo>
                  <a:cubicBezTo>
                    <a:pt x="7782" y="631"/>
                    <a:pt x="7152" y="0"/>
                    <a:pt x="639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01" name="Google Shape;2601;p45"/>
          <p:cNvSpPr/>
          <p:nvPr/>
        </p:nvSpPr>
        <p:spPr>
          <a:xfrm>
            <a:off x="6394078" y="2430370"/>
            <a:ext cx="286908" cy="286883"/>
          </a:xfrm>
          <a:custGeom>
            <a:rect b="b" l="l" r="r" t="t"/>
            <a:pathLst>
              <a:path extrusionOk="0" h="11878" w="11879">
                <a:moveTo>
                  <a:pt x="5892" y="693"/>
                </a:moveTo>
                <a:cubicBezTo>
                  <a:pt x="6302" y="693"/>
                  <a:pt x="6617" y="1008"/>
                  <a:pt x="6617" y="1418"/>
                </a:cubicBezTo>
                <a:cubicBezTo>
                  <a:pt x="6617" y="1796"/>
                  <a:pt x="6302" y="2111"/>
                  <a:pt x="5892" y="2111"/>
                </a:cubicBezTo>
                <a:cubicBezTo>
                  <a:pt x="5514" y="2111"/>
                  <a:pt x="5199" y="1796"/>
                  <a:pt x="5199" y="1418"/>
                </a:cubicBezTo>
                <a:cubicBezTo>
                  <a:pt x="5231" y="1008"/>
                  <a:pt x="5546" y="693"/>
                  <a:pt x="5892" y="693"/>
                </a:cubicBezTo>
                <a:close/>
                <a:moveTo>
                  <a:pt x="5892" y="2741"/>
                </a:moveTo>
                <a:cubicBezTo>
                  <a:pt x="6837" y="2741"/>
                  <a:pt x="7625" y="3529"/>
                  <a:pt x="7625" y="4505"/>
                </a:cubicBezTo>
                <a:lnTo>
                  <a:pt x="7625" y="5545"/>
                </a:lnTo>
                <a:lnTo>
                  <a:pt x="4159" y="5545"/>
                </a:lnTo>
                <a:lnTo>
                  <a:pt x="4159" y="4505"/>
                </a:lnTo>
                <a:cubicBezTo>
                  <a:pt x="4159" y="3529"/>
                  <a:pt x="4947" y="2741"/>
                  <a:pt x="5892" y="2741"/>
                </a:cubicBezTo>
                <a:close/>
                <a:moveTo>
                  <a:pt x="8381" y="5104"/>
                </a:moveTo>
                <a:cubicBezTo>
                  <a:pt x="9326" y="5356"/>
                  <a:pt x="9767" y="5703"/>
                  <a:pt x="9767" y="5892"/>
                </a:cubicBezTo>
                <a:cubicBezTo>
                  <a:pt x="9767" y="6238"/>
                  <a:pt x="8381" y="6931"/>
                  <a:pt x="5955" y="6931"/>
                </a:cubicBezTo>
                <a:cubicBezTo>
                  <a:pt x="5898" y="6932"/>
                  <a:pt x="5842" y="6932"/>
                  <a:pt x="5787" y="6932"/>
                </a:cubicBezTo>
                <a:cubicBezTo>
                  <a:pt x="3434" y="6932"/>
                  <a:pt x="2112" y="6292"/>
                  <a:pt x="2112" y="5892"/>
                </a:cubicBezTo>
                <a:cubicBezTo>
                  <a:pt x="2112" y="5703"/>
                  <a:pt x="2553" y="5388"/>
                  <a:pt x="3498" y="5104"/>
                </a:cubicBezTo>
                <a:lnTo>
                  <a:pt x="3498" y="5892"/>
                </a:lnTo>
                <a:cubicBezTo>
                  <a:pt x="3498" y="6081"/>
                  <a:pt x="3655" y="6238"/>
                  <a:pt x="3844" y="6238"/>
                </a:cubicBezTo>
                <a:lnTo>
                  <a:pt x="8034" y="6238"/>
                </a:lnTo>
                <a:cubicBezTo>
                  <a:pt x="8223" y="6238"/>
                  <a:pt x="8381" y="6081"/>
                  <a:pt x="8381" y="5892"/>
                </a:cubicBezTo>
                <a:lnTo>
                  <a:pt x="8381" y="5104"/>
                </a:lnTo>
                <a:close/>
                <a:moveTo>
                  <a:pt x="1765" y="10428"/>
                </a:moveTo>
                <a:cubicBezTo>
                  <a:pt x="2427" y="10428"/>
                  <a:pt x="2805" y="10680"/>
                  <a:pt x="2805" y="10775"/>
                </a:cubicBezTo>
                <a:cubicBezTo>
                  <a:pt x="2805" y="10869"/>
                  <a:pt x="2427" y="11121"/>
                  <a:pt x="1765" y="11121"/>
                </a:cubicBezTo>
                <a:cubicBezTo>
                  <a:pt x="1072" y="11121"/>
                  <a:pt x="694" y="10869"/>
                  <a:pt x="694" y="10775"/>
                </a:cubicBezTo>
                <a:cubicBezTo>
                  <a:pt x="694" y="10712"/>
                  <a:pt x="1072" y="10428"/>
                  <a:pt x="1765" y="10428"/>
                </a:cubicBezTo>
                <a:close/>
                <a:moveTo>
                  <a:pt x="5955" y="10428"/>
                </a:moveTo>
                <a:cubicBezTo>
                  <a:pt x="6617" y="10428"/>
                  <a:pt x="6963" y="10712"/>
                  <a:pt x="6963" y="10775"/>
                </a:cubicBezTo>
                <a:cubicBezTo>
                  <a:pt x="6963" y="10869"/>
                  <a:pt x="6617" y="11121"/>
                  <a:pt x="5955" y="11121"/>
                </a:cubicBezTo>
                <a:cubicBezTo>
                  <a:pt x="5262" y="11121"/>
                  <a:pt x="4915" y="10869"/>
                  <a:pt x="4915" y="10775"/>
                </a:cubicBezTo>
                <a:cubicBezTo>
                  <a:pt x="4915" y="10712"/>
                  <a:pt x="5262" y="10428"/>
                  <a:pt x="5955" y="10428"/>
                </a:cubicBezTo>
                <a:close/>
                <a:moveTo>
                  <a:pt x="10082" y="10428"/>
                </a:moveTo>
                <a:cubicBezTo>
                  <a:pt x="10775" y="10428"/>
                  <a:pt x="11153" y="10680"/>
                  <a:pt x="11153" y="10775"/>
                </a:cubicBezTo>
                <a:cubicBezTo>
                  <a:pt x="11153" y="10869"/>
                  <a:pt x="10775" y="11121"/>
                  <a:pt x="10082" y="11121"/>
                </a:cubicBezTo>
                <a:cubicBezTo>
                  <a:pt x="9421" y="11121"/>
                  <a:pt x="9043" y="10869"/>
                  <a:pt x="9043" y="10775"/>
                </a:cubicBezTo>
                <a:cubicBezTo>
                  <a:pt x="9043" y="10712"/>
                  <a:pt x="9421" y="10428"/>
                  <a:pt x="10082" y="10428"/>
                </a:cubicBezTo>
                <a:close/>
                <a:moveTo>
                  <a:pt x="5987" y="0"/>
                </a:moveTo>
                <a:cubicBezTo>
                  <a:pt x="5231" y="0"/>
                  <a:pt x="4600" y="630"/>
                  <a:pt x="4600" y="1355"/>
                </a:cubicBezTo>
                <a:cubicBezTo>
                  <a:pt x="4600" y="1733"/>
                  <a:pt x="4726" y="2016"/>
                  <a:pt x="4947" y="2300"/>
                </a:cubicBezTo>
                <a:cubicBezTo>
                  <a:pt x="4159" y="2710"/>
                  <a:pt x="3624" y="3497"/>
                  <a:pt x="3561" y="4442"/>
                </a:cubicBezTo>
                <a:cubicBezTo>
                  <a:pt x="2742" y="4631"/>
                  <a:pt x="1481" y="5072"/>
                  <a:pt x="1481" y="5923"/>
                </a:cubicBezTo>
                <a:cubicBezTo>
                  <a:pt x="1481" y="6679"/>
                  <a:pt x="2427" y="7120"/>
                  <a:pt x="3151" y="7309"/>
                </a:cubicBezTo>
                <a:lnTo>
                  <a:pt x="1954" y="9798"/>
                </a:lnTo>
                <a:lnTo>
                  <a:pt x="1828" y="9798"/>
                </a:lnTo>
                <a:cubicBezTo>
                  <a:pt x="851" y="9798"/>
                  <a:pt x="64" y="10239"/>
                  <a:pt x="64" y="10806"/>
                </a:cubicBezTo>
                <a:cubicBezTo>
                  <a:pt x="1" y="11373"/>
                  <a:pt x="725" y="11846"/>
                  <a:pt x="1765" y="11846"/>
                </a:cubicBezTo>
                <a:cubicBezTo>
                  <a:pt x="2679" y="11846"/>
                  <a:pt x="3498" y="11436"/>
                  <a:pt x="3498" y="10806"/>
                </a:cubicBezTo>
                <a:cubicBezTo>
                  <a:pt x="3498" y="10334"/>
                  <a:pt x="3057" y="10019"/>
                  <a:pt x="2584" y="9924"/>
                </a:cubicBezTo>
                <a:lnTo>
                  <a:pt x="3781" y="7498"/>
                </a:lnTo>
                <a:cubicBezTo>
                  <a:pt x="4317" y="7624"/>
                  <a:pt x="4947" y="7656"/>
                  <a:pt x="5577" y="7719"/>
                </a:cubicBezTo>
                <a:lnTo>
                  <a:pt x="5577" y="9830"/>
                </a:lnTo>
                <a:cubicBezTo>
                  <a:pt x="4947" y="9924"/>
                  <a:pt x="4222" y="10239"/>
                  <a:pt x="4222" y="10869"/>
                </a:cubicBezTo>
                <a:cubicBezTo>
                  <a:pt x="4222" y="11499"/>
                  <a:pt x="5041" y="11877"/>
                  <a:pt x="5955" y="11877"/>
                </a:cubicBezTo>
                <a:cubicBezTo>
                  <a:pt x="6837" y="11877"/>
                  <a:pt x="7688" y="11499"/>
                  <a:pt x="7688" y="10869"/>
                </a:cubicBezTo>
                <a:cubicBezTo>
                  <a:pt x="7688" y="10239"/>
                  <a:pt x="6932" y="9924"/>
                  <a:pt x="6302" y="9830"/>
                </a:cubicBezTo>
                <a:lnTo>
                  <a:pt x="6302" y="7719"/>
                </a:lnTo>
                <a:cubicBezTo>
                  <a:pt x="6932" y="7719"/>
                  <a:pt x="7562" y="7624"/>
                  <a:pt x="8097" y="7498"/>
                </a:cubicBezTo>
                <a:lnTo>
                  <a:pt x="9295" y="9924"/>
                </a:lnTo>
                <a:cubicBezTo>
                  <a:pt x="8822" y="10082"/>
                  <a:pt x="8381" y="10334"/>
                  <a:pt x="8381" y="10806"/>
                </a:cubicBezTo>
                <a:cubicBezTo>
                  <a:pt x="8381" y="11436"/>
                  <a:pt x="9200" y="11846"/>
                  <a:pt x="10114" y="11846"/>
                </a:cubicBezTo>
                <a:cubicBezTo>
                  <a:pt x="11090" y="11846"/>
                  <a:pt x="11878" y="11405"/>
                  <a:pt x="11878" y="10806"/>
                </a:cubicBezTo>
                <a:cubicBezTo>
                  <a:pt x="11878" y="10239"/>
                  <a:pt x="11153" y="9798"/>
                  <a:pt x="10114" y="9798"/>
                </a:cubicBezTo>
                <a:lnTo>
                  <a:pt x="9988" y="9798"/>
                </a:lnTo>
                <a:lnTo>
                  <a:pt x="8822" y="7309"/>
                </a:lnTo>
                <a:cubicBezTo>
                  <a:pt x="9515" y="7120"/>
                  <a:pt x="10460" y="6679"/>
                  <a:pt x="10460" y="5923"/>
                </a:cubicBezTo>
                <a:cubicBezTo>
                  <a:pt x="10460" y="5072"/>
                  <a:pt x="9200" y="4631"/>
                  <a:pt x="8381" y="4442"/>
                </a:cubicBezTo>
                <a:cubicBezTo>
                  <a:pt x="8350" y="3497"/>
                  <a:pt x="7782" y="2710"/>
                  <a:pt x="6995" y="2300"/>
                </a:cubicBezTo>
                <a:cubicBezTo>
                  <a:pt x="7247" y="2080"/>
                  <a:pt x="7341" y="1764"/>
                  <a:pt x="7341" y="1355"/>
                </a:cubicBezTo>
                <a:cubicBezTo>
                  <a:pt x="7341" y="630"/>
                  <a:pt x="6711" y="0"/>
                  <a:pt x="598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602" name="Google Shape;2602;p45"/>
          <p:cNvGrpSpPr/>
          <p:nvPr/>
        </p:nvGrpSpPr>
        <p:grpSpPr>
          <a:xfrm>
            <a:off x="5083885" y="2868835"/>
            <a:ext cx="286135" cy="285386"/>
            <a:chOff x="3599700" y="1954475"/>
            <a:chExt cx="296175" cy="295400"/>
          </a:xfrm>
        </p:grpSpPr>
        <p:sp>
          <p:nvSpPr>
            <p:cNvPr id="2603" name="Google Shape;2603;p45"/>
            <p:cNvSpPr/>
            <p:nvPr/>
          </p:nvSpPr>
          <p:spPr>
            <a:xfrm>
              <a:off x="3599700" y="1954475"/>
              <a:ext cx="296175" cy="295400"/>
            </a:xfrm>
            <a:custGeom>
              <a:rect b="b" l="l" r="r" t="t"/>
              <a:pathLst>
                <a:path extrusionOk="0" h="11816" w="11847">
                  <a:moveTo>
                    <a:pt x="3151" y="694"/>
                  </a:moveTo>
                  <a:cubicBezTo>
                    <a:pt x="3718" y="694"/>
                    <a:pt x="4159" y="1166"/>
                    <a:pt x="4159" y="1734"/>
                  </a:cubicBezTo>
                  <a:cubicBezTo>
                    <a:pt x="4159" y="2301"/>
                    <a:pt x="3686" y="2742"/>
                    <a:pt x="3151" y="2742"/>
                  </a:cubicBezTo>
                  <a:cubicBezTo>
                    <a:pt x="2584" y="2742"/>
                    <a:pt x="2111" y="2269"/>
                    <a:pt x="2111" y="1734"/>
                  </a:cubicBezTo>
                  <a:cubicBezTo>
                    <a:pt x="2080" y="1166"/>
                    <a:pt x="2552" y="694"/>
                    <a:pt x="3151" y="694"/>
                  </a:cubicBezTo>
                  <a:close/>
                  <a:moveTo>
                    <a:pt x="8727" y="694"/>
                  </a:moveTo>
                  <a:cubicBezTo>
                    <a:pt x="9326" y="694"/>
                    <a:pt x="9767" y="1166"/>
                    <a:pt x="9767" y="1734"/>
                  </a:cubicBezTo>
                  <a:cubicBezTo>
                    <a:pt x="9767" y="2301"/>
                    <a:pt x="9294" y="2742"/>
                    <a:pt x="8727" y="2742"/>
                  </a:cubicBezTo>
                  <a:cubicBezTo>
                    <a:pt x="8128" y="2742"/>
                    <a:pt x="7719" y="2269"/>
                    <a:pt x="7719" y="1734"/>
                  </a:cubicBezTo>
                  <a:cubicBezTo>
                    <a:pt x="7656" y="1166"/>
                    <a:pt x="8128" y="694"/>
                    <a:pt x="8727" y="694"/>
                  </a:cubicBezTo>
                  <a:close/>
                  <a:moveTo>
                    <a:pt x="5923" y="4852"/>
                  </a:moveTo>
                  <a:cubicBezTo>
                    <a:pt x="6522" y="4852"/>
                    <a:pt x="6994" y="5325"/>
                    <a:pt x="6994" y="5861"/>
                  </a:cubicBezTo>
                  <a:cubicBezTo>
                    <a:pt x="6994" y="6396"/>
                    <a:pt x="6522" y="6869"/>
                    <a:pt x="5923" y="6869"/>
                  </a:cubicBezTo>
                  <a:cubicBezTo>
                    <a:pt x="5356" y="6869"/>
                    <a:pt x="4883" y="6428"/>
                    <a:pt x="4883" y="5861"/>
                  </a:cubicBezTo>
                  <a:cubicBezTo>
                    <a:pt x="4883" y="5294"/>
                    <a:pt x="5356" y="4852"/>
                    <a:pt x="5923" y="4852"/>
                  </a:cubicBezTo>
                  <a:close/>
                  <a:moveTo>
                    <a:pt x="3151" y="3466"/>
                  </a:moveTo>
                  <a:cubicBezTo>
                    <a:pt x="3875" y="3466"/>
                    <a:pt x="4600" y="3813"/>
                    <a:pt x="5072" y="4380"/>
                  </a:cubicBezTo>
                  <a:cubicBezTo>
                    <a:pt x="4537" y="4695"/>
                    <a:pt x="4159" y="5231"/>
                    <a:pt x="4159" y="5861"/>
                  </a:cubicBezTo>
                  <a:cubicBezTo>
                    <a:pt x="4159" y="6239"/>
                    <a:pt x="4285" y="6617"/>
                    <a:pt x="4505" y="6900"/>
                  </a:cubicBezTo>
                  <a:lnTo>
                    <a:pt x="693" y="6900"/>
                  </a:lnTo>
                  <a:lnTo>
                    <a:pt x="693" y="5892"/>
                  </a:lnTo>
                  <a:cubicBezTo>
                    <a:pt x="693" y="4569"/>
                    <a:pt x="1796" y="3466"/>
                    <a:pt x="3151" y="3466"/>
                  </a:cubicBezTo>
                  <a:close/>
                  <a:moveTo>
                    <a:pt x="8696" y="3498"/>
                  </a:moveTo>
                  <a:cubicBezTo>
                    <a:pt x="10019" y="3498"/>
                    <a:pt x="11121" y="4600"/>
                    <a:pt x="11121" y="5955"/>
                  </a:cubicBezTo>
                  <a:lnTo>
                    <a:pt x="11121" y="6932"/>
                  </a:lnTo>
                  <a:lnTo>
                    <a:pt x="7309" y="6932"/>
                  </a:lnTo>
                  <a:cubicBezTo>
                    <a:pt x="7561" y="6617"/>
                    <a:pt x="7656" y="6270"/>
                    <a:pt x="7656" y="5892"/>
                  </a:cubicBezTo>
                  <a:cubicBezTo>
                    <a:pt x="7656" y="5262"/>
                    <a:pt x="7309" y="4726"/>
                    <a:pt x="6774" y="4411"/>
                  </a:cubicBezTo>
                  <a:cubicBezTo>
                    <a:pt x="7215" y="3813"/>
                    <a:pt x="7939" y="3498"/>
                    <a:pt x="8696" y="3498"/>
                  </a:cubicBezTo>
                  <a:close/>
                  <a:moveTo>
                    <a:pt x="5923" y="7625"/>
                  </a:moveTo>
                  <a:cubicBezTo>
                    <a:pt x="6207" y="7625"/>
                    <a:pt x="6490" y="7656"/>
                    <a:pt x="6711" y="7751"/>
                  </a:cubicBezTo>
                  <a:lnTo>
                    <a:pt x="5923" y="8791"/>
                  </a:lnTo>
                  <a:lnTo>
                    <a:pt x="5135" y="7751"/>
                  </a:lnTo>
                  <a:cubicBezTo>
                    <a:pt x="5388" y="7688"/>
                    <a:pt x="5671" y="7625"/>
                    <a:pt x="5923" y="7625"/>
                  </a:cubicBezTo>
                  <a:close/>
                  <a:moveTo>
                    <a:pt x="4505" y="8066"/>
                  </a:moveTo>
                  <a:lnTo>
                    <a:pt x="5577" y="9484"/>
                  </a:lnTo>
                  <a:lnTo>
                    <a:pt x="5577" y="11153"/>
                  </a:lnTo>
                  <a:lnTo>
                    <a:pt x="3497" y="11153"/>
                  </a:lnTo>
                  <a:lnTo>
                    <a:pt x="3497" y="10019"/>
                  </a:lnTo>
                  <a:cubicBezTo>
                    <a:pt x="3497" y="9200"/>
                    <a:pt x="3875" y="8507"/>
                    <a:pt x="4505" y="8066"/>
                  </a:cubicBezTo>
                  <a:close/>
                  <a:moveTo>
                    <a:pt x="7341" y="8066"/>
                  </a:moveTo>
                  <a:cubicBezTo>
                    <a:pt x="7939" y="8507"/>
                    <a:pt x="8381" y="9263"/>
                    <a:pt x="8381" y="10051"/>
                  </a:cubicBezTo>
                  <a:lnTo>
                    <a:pt x="8381" y="11153"/>
                  </a:lnTo>
                  <a:lnTo>
                    <a:pt x="6301" y="11153"/>
                  </a:lnTo>
                  <a:lnTo>
                    <a:pt x="6301" y="9484"/>
                  </a:lnTo>
                  <a:lnTo>
                    <a:pt x="7341" y="8066"/>
                  </a:lnTo>
                  <a:close/>
                  <a:moveTo>
                    <a:pt x="3088" y="1"/>
                  </a:moveTo>
                  <a:cubicBezTo>
                    <a:pt x="2143" y="1"/>
                    <a:pt x="1355" y="788"/>
                    <a:pt x="1355" y="1734"/>
                  </a:cubicBezTo>
                  <a:cubicBezTo>
                    <a:pt x="1355" y="2238"/>
                    <a:pt x="1575" y="2679"/>
                    <a:pt x="1922" y="2994"/>
                  </a:cubicBezTo>
                  <a:cubicBezTo>
                    <a:pt x="788" y="3466"/>
                    <a:pt x="0" y="4569"/>
                    <a:pt x="0" y="5861"/>
                  </a:cubicBezTo>
                  <a:lnTo>
                    <a:pt x="0" y="7247"/>
                  </a:lnTo>
                  <a:cubicBezTo>
                    <a:pt x="0" y="7436"/>
                    <a:pt x="158" y="7593"/>
                    <a:pt x="347" y="7593"/>
                  </a:cubicBezTo>
                  <a:lnTo>
                    <a:pt x="3938" y="7593"/>
                  </a:lnTo>
                  <a:cubicBezTo>
                    <a:pt x="3214" y="8192"/>
                    <a:pt x="2741" y="9043"/>
                    <a:pt x="2741" y="10019"/>
                  </a:cubicBezTo>
                  <a:lnTo>
                    <a:pt x="2741" y="11437"/>
                  </a:lnTo>
                  <a:cubicBezTo>
                    <a:pt x="2741" y="11658"/>
                    <a:pt x="2899" y="11815"/>
                    <a:pt x="3088" y="11815"/>
                  </a:cubicBezTo>
                  <a:lnTo>
                    <a:pt x="8696" y="11815"/>
                  </a:lnTo>
                  <a:cubicBezTo>
                    <a:pt x="8885" y="11815"/>
                    <a:pt x="9042" y="11658"/>
                    <a:pt x="9042" y="11437"/>
                  </a:cubicBezTo>
                  <a:lnTo>
                    <a:pt x="9042" y="10019"/>
                  </a:lnTo>
                  <a:cubicBezTo>
                    <a:pt x="9042" y="9043"/>
                    <a:pt x="8570" y="8192"/>
                    <a:pt x="7876" y="7593"/>
                  </a:cubicBezTo>
                  <a:lnTo>
                    <a:pt x="11436" y="7593"/>
                  </a:lnTo>
                  <a:cubicBezTo>
                    <a:pt x="11657" y="7593"/>
                    <a:pt x="11815" y="7436"/>
                    <a:pt x="11815" y="7247"/>
                  </a:cubicBezTo>
                  <a:lnTo>
                    <a:pt x="11815" y="5861"/>
                  </a:lnTo>
                  <a:cubicBezTo>
                    <a:pt x="11846" y="4600"/>
                    <a:pt x="11027" y="3466"/>
                    <a:pt x="9861" y="2994"/>
                  </a:cubicBezTo>
                  <a:cubicBezTo>
                    <a:pt x="10239" y="2679"/>
                    <a:pt x="10428" y="2206"/>
                    <a:pt x="10428" y="1734"/>
                  </a:cubicBezTo>
                  <a:cubicBezTo>
                    <a:pt x="10428" y="788"/>
                    <a:pt x="9641" y="1"/>
                    <a:pt x="8696" y="1"/>
                  </a:cubicBezTo>
                  <a:cubicBezTo>
                    <a:pt x="7750" y="1"/>
                    <a:pt x="6963" y="788"/>
                    <a:pt x="6963" y="1734"/>
                  </a:cubicBezTo>
                  <a:cubicBezTo>
                    <a:pt x="6963" y="2238"/>
                    <a:pt x="7152" y="2679"/>
                    <a:pt x="7498" y="2994"/>
                  </a:cubicBezTo>
                  <a:cubicBezTo>
                    <a:pt x="6931" y="3214"/>
                    <a:pt x="6396" y="3624"/>
                    <a:pt x="6049" y="4159"/>
                  </a:cubicBezTo>
                  <a:lnTo>
                    <a:pt x="5734" y="4159"/>
                  </a:lnTo>
                  <a:cubicBezTo>
                    <a:pt x="5388" y="3655"/>
                    <a:pt x="4883" y="3214"/>
                    <a:pt x="4285" y="2994"/>
                  </a:cubicBezTo>
                  <a:cubicBezTo>
                    <a:pt x="4631" y="2679"/>
                    <a:pt x="4820" y="2238"/>
                    <a:pt x="4820" y="1734"/>
                  </a:cubicBezTo>
                  <a:cubicBezTo>
                    <a:pt x="4820" y="788"/>
                    <a:pt x="4033" y="1"/>
                    <a:pt x="308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4" name="Google Shape;2604;p45"/>
            <p:cNvSpPr/>
            <p:nvPr/>
          </p:nvSpPr>
          <p:spPr>
            <a:xfrm>
              <a:off x="3825750" y="2075775"/>
              <a:ext cx="35450" cy="17350"/>
            </a:xfrm>
            <a:custGeom>
              <a:rect b="b" l="l" r="r" t="t"/>
              <a:pathLst>
                <a:path extrusionOk="0" h="694" w="1418">
                  <a:moveTo>
                    <a:pt x="347" y="0"/>
                  </a:moveTo>
                  <a:cubicBezTo>
                    <a:pt x="158" y="0"/>
                    <a:pt x="0" y="158"/>
                    <a:pt x="0" y="347"/>
                  </a:cubicBezTo>
                  <a:cubicBezTo>
                    <a:pt x="0" y="536"/>
                    <a:pt x="158" y="694"/>
                    <a:pt x="347" y="694"/>
                  </a:cubicBezTo>
                  <a:lnTo>
                    <a:pt x="1071" y="694"/>
                  </a:lnTo>
                  <a:cubicBezTo>
                    <a:pt x="1260" y="694"/>
                    <a:pt x="1418" y="536"/>
                    <a:pt x="1418" y="347"/>
                  </a:cubicBezTo>
                  <a:cubicBezTo>
                    <a:pt x="1418" y="158"/>
                    <a:pt x="1260" y="0"/>
                    <a:pt x="107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5" name="Google Shape;2605;p45"/>
            <p:cNvSpPr/>
            <p:nvPr/>
          </p:nvSpPr>
          <p:spPr>
            <a:xfrm>
              <a:off x="3633550" y="2075775"/>
              <a:ext cx="35475" cy="17350"/>
            </a:xfrm>
            <a:custGeom>
              <a:rect b="b" l="l" r="r" t="t"/>
              <a:pathLst>
                <a:path extrusionOk="0" h="694" w="1419">
                  <a:moveTo>
                    <a:pt x="379" y="0"/>
                  </a:moveTo>
                  <a:cubicBezTo>
                    <a:pt x="158" y="0"/>
                    <a:pt x="1" y="158"/>
                    <a:pt x="1" y="347"/>
                  </a:cubicBezTo>
                  <a:cubicBezTo>
                    <a:pt x="1" y="536"/>
                    <a:pt x="158" y="694"/>
                    <a:pt x="379" y="694"/>
                  </a:cubicBezTo>
                  <a:lnTo>
                    <a:pt x="1072" y="694"/>
                  </a:lnTo>
                  <a:cubicBezTo>
                    <a:pt x="1261" y="694"/>
                    <a:pt x="1419" y="536"/>
                    <a:pt x="1419" y="347"/>
                  </a:cubicBezTo>
                  <a:cubicBezTo>
                    <a:pt x="1419" y="158"/>
                    <a:pt x="1261" y="0"/>
                    <a:pt x="10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06" name="Google Shape;2606;p45"/>
          <p:cNvGrpSpPr/>
          <p:nvPr/>
        </p:nvGrpSpPr>
        <p:grpSpPr>
          <a:xfrm>
            <a:off x="5084645" y="3307316"/>
            <a:ext cx="284613" cy="284613"/>
            <a:chOff x="3601275" y="2319150"/>
            <a:chExt cx="294600" cy="294600"/>
          </a:xfrm>
        </p:grpSpPr>
        <p:sp>
          <p:nvSpPr>
            <p:cNvPr id="2607" name="Google Shape;2607;p45"/>
            <p:cNvSpPr/>
            <p:nvPr/>
          </p:nvSpPr>
          <p:spPr>
            <a:xfrm>
              <a:off x="3601275" y="2319150"/>
              <a:ext cx="294600" cy="294600"/>
            </a:xfrm>
            <a:custGeom>
              <a:rect b="b" l="l" r="r" t="t"/>
              <a:pathLst>
                <a:path extrusionOk="0" h="11784" w="11784">
                  <a:moveTo>
                    <a:pt x="8223" y="694"/>
                  </a:moveTo>
                  <a:cubicBezTo>
                    <a:pt x="8696" y="725"/>
                    <a:pt x="9168" y="914"/>
                    <a:pt x="9546" y="1198"/>
                  </a:cubicBezTo>
                  <a:lnTo>
                    <a:pt x="7057" y="3687"/>
                  </a:lnTo>
                  <a:cubicBezTo>
                    <a:pt x="6774" y="3498"/>
                    <a:pt x="6459" y="3340"/>
                    <a:pt x="6144" y="3245"/>
                  </a:cubicBezTo>
                  <a:lnTo>
                    <a:pt x="8223" y="694"/>
                  </a:lnTo>
                  <a:close/>
                  <a:moveTo>
                    <a:pt x="10523" y="1198"/>
                  </a:moveTo>
                  <a:cubicBezTo>
                    <a:pt x="10838" y="1576"/>
                    <a:pt x="11027" y="2111"/>
                    <a:pt x="11027" y="2615"/>
                  </a:cubicBezTo>
                  <a:lnTo>
                    <a:pt x="8286" y="4852"/>
                  </a:lnTo>
                  <a:lnTo>
                    <a:pt x="7561" y="4159"/>
                  </a:lnTo>
                  <a:lnTo>
                    <a:pt x="10523" y="1198"/>
                  </a:lnTo>
                  <a:close/>
                  <a:moveTo>
                    <a:pt x="5592" y="3923"/>
                  </a:moveTo>
                  <a:cubicBezTo>
                    <a:pt x="6033" y="3923"/>
                    <a:pt x="6474" y="4096"/>
                    <a:pt x="6805" y="4443"/>
                  </a:cubicBezTo>
                  <a:cubicBezTo>
                    <a:pt x="7498" y="5104"/>
                    <a:pt x="7498" y="6207"/>
                    <a:pt x="6805" y="6869"/>
                  </a:cubicBezTo>
                  <a:cubicBezTo>
                    <a:pt x="6474" y="7199"/>
                    <a:pt x="6033" y="7365"/>
                    <a:pt x="5592" y="7365"/>
                  </a:cubicBezTo>
                  <a:cubicBezTo>
                    <a:pt x="5151" y="7365"/>
                    <a:pt x="4710" y="7199"/>
                    <a:pt x="4379" y="6869"/>
                  </a:cubicBezTo>
                  <a:cubicBezTo>
                    <a:pt x="3718" y="6207"/>
                    <a:pt x="3718" y="5104"/>
                    <a:pt x="4379" y="4443"/>
                  </a:cubicBezTo>
                  <a:cubicBezTo>
                    <a:pt x="4710" y="4096"/>
                    <a:pt x="5151" y="3923"/>
                    <a:pt x="5592" y="3923"/>
                  </a:cubicBezTo>
                  <a:close/>
                  <a:moveTo>
                    <a:pt x="8034" y="5577"/>
                  </a:moveTo>
                  <a:lnTo>
                    <a:pt x="8191" y="5734"/>
                  </a:lnTo>
                  <a:cubicBezTo>
                    <a:pt x="8696" y="6270"/>
                    <a:pt x="9326" y="6742"/>
                    <a:pt x="10019" y="7058"/>
                  </a:cubicBezTo>
                  <a:lnTo>
                    <a:pt x="9420" y="7278"/>
                  </a:lnTo>
                  <a:cubicBezTo>
                    <a:pt x="9263" y="7310"/>
                    <a:pt x="9168" y="7467"/>
                    <a:pt x="9168" y="7593"/>
                  </a:cubicBezTo>
                  <a:lnTo>
                    <a:pt x="9168" y="8066"/>
                  </a:lnTo>
                  <a:cubicBezTo>
                    <a:pt x="8601" y="7814"/>
                    <a:pt x="8034" y="7467"/>
                    <a:pt x="7561" y="7058"/>
                  </a:cubicBezTo>
                  <a:cubicBezTo>
                    <a:pt x="7876" y="6648"/>
                    <a:pt x="8034" y="6175"/>
                    <a:pt x="8034" y="5608"/>
                  </a:cubicBezTo>
                  <a:lnTo>
                    <a:pt x="8034" y="5577"/>
                  </a:lnTo>
                  <a:close/>
                  <a:moveTo>
                    <a:pt x="3245" y="6081"/>
                  </a:moveTo>
                  <a:cubicBezTo>
                    <a:pt x="3308" y="6427"/>
                    <a:pt x="3466" y="6806"/>
                    <a:pt x="3655" y="7058"/>
                  </a:cubicBezTo>
                  <a:lnTo>
                    <a:pt x="1197" y="9546"/>
                  </a:lnTo>
                  <a:cubicBezTo>
                    <a:pt x="882" y="9200"/>
                    <a:pt x="662" y="8696"/>
                    <a:pt x="630" y="8160"/>
                  </a:cubicBezTo>
                  <a:lnTo>
                    <a:pt x="3245" y="6081"/>
                  </a:lnTo>
                  <a:close/>
                  <a:moveTo>
                    <a:pt x="7057" y="7593"/>
                  </a:moveTo>
                  <a:cubicBezTo>
                    <a:pt x="7435" y="8066"/>
                    <a:pt x="7813" y="8601"/>
                    <a:pt x="8034" y="9200"/>
                  </a:cubicBezTo>
                  <a:lnTo>
                    <a:pt x="7561" y="9200"/>
                  </a:lnTo>
                  <a:cubicBezTo>
                    <a:pt x="7404" y="9200"/>
                    <a:pt x="7278" y="9263"/>
                    <a:pt x="7246" y="9420"/>
                  </a:cubicBezTo>
                  <a:lnTo>
                    <a:pt x="7057" y="10019"/>
                  </a:lnTo>
                  <a:cubicBezTo>
                    <a:pt x="6742" y="9357"/>
                    <a:pt x="6270" y="8727"/>
                    <a:pt x="5766" y="8223"/>
                  </a:cubicBezTo>
                  <a:lnTo>
                    <a:pt x="5608" y="8066"/>
                  </a:lnTo>
                  <a:lnTo>
                    <a:pt x="5640" y="8066"/>
                  </a:lnTo>
                  <a:cubicBezTo>
                    <a:pt x="6144" y="8066"/>
                    <a:pt x="6648" y="7877"/>
                    <a:pt x="7057" y="7593"/>
                  </a:cubicBezTo>
                  <a:close/>
                  <a:moveTo>
                    <a:pt x="4096" y="7625"/>
                  </a:moveTo>
                  <a:lnTo>
                    <a:pt x="4820" y="8318"/>
                  </a:lnTo>
                  <a:lnTo>
                    <a:pt x="2552" y="11090"/>
                  </a:lnTo>
                  <a:cubicBezTo>
                    <a:pt x="2048" y="11059"/>
                    <a:pt x="1575" y="10901"/>
                    <a:pt x="1134" y="10586"/>
                  </a:cubicBezTo>
                  <a:lnTo>
                    <a:pt x="4096" y="7625"/>
                  </a:lnTo>
                  <a:close/>
                  <a:moveTo>
                    <a:pt x="8160" y="0"/>
                  </a:moveTo>
                  <a:cubicBezTo>
                    <a:pt x="8034" y="0"/>
                    <a:pt x="7971" y="63"/>
                    <a:pt x="7876" y="126"/>
                  </a:cubicBezTo>
                  <a:lnTo>
                    <a:pt x="5356" y="3245"/>
                  </a:lnTo>
                  <a:cubicBezTo>
                    <a:pt x="4852" y="3308"/>
                    <a:pt x="4348" y="3529"/>
                    <a:pt x="3938" y="3970"/>
                  </a:cubicBezTo>
                  <a:cubicBezTo>
                    <a:pt x="3592" y="4317"/>
                    <a:pt x="3340" y="4758"/>
                    <a:pt x="3277" y="5262"/>
                  </a:cubicBezTo>
                  <a:lnTo>
                    <a:pt x="126" y="7782"/>
                  </a:lnTo>
                  <a:cubicBezTo>
                    <a:pt x="32" y="7845"/>
                    <a:pt x="0" y="7940"/>
                    <a:pt x="0" y="8066"/>
                  </a:cubicBezTo>
                  <a:cubicBezTo>
                    <a:pt x="0" y="8790"/>
                    <a:pt x="284" y="9546"/>
                    <a:pt x="756" y="10114"/>
                  </a:cubicBezTo>
                  <a:lnTo>
                    <a:pt x="473" y="10366"/>
                  </a:lnTo>
                  <a:cubicBezTo>
                    <a:pt x="410" y="10460"/>
                    <a:pt x="347" y="10523"/>
                    <a:pt x="347" y="10618"/>
                  </a:cubicBezTo>
                  <a:cubicBezTo>
                    <a:pt x="347" y="10681"/>
                    <a:pt x="410" y="10807"/>
                    <a:pt x="473" y="10838"/>
                  </a:cubicBezTo>
                  <a:cubicBezTo>
                    <a:pt x="1103" y="11468"/>
                    <a:pt x="1922" y="11783"/>
                    <a:pt x="2804" y="11783"/>
                  </a:cubicBezTo>
                  <a:cubicBezTo>
                    <a:pt x="2930" y="11783"/>
                    <a:pt x="2993" y="11752"/>
                    <a:pt x="3088" y="11657"/>
                  </a:cubicBezTo>
                  <a:lnTo>
                    <a:pt x="5388" y="8790"/>
                  </a:lnTo>
                  <a:cubicBezTo>
                    <a:pt x="6018" y="9452"/>
                    <a:pt x="6553" y="10303"/>
                    <a:pt x="6805" y="11153"/>
                  </a:cubicBezTo>
                  <a:cubicBezTo>
                    <a:pt x="6868" y="11311"/>
                    <a:pt x="7026" y="11405"/>
                    <a:pt x="7120" y="11405"/>
                  </a:cubicBezTo>
                  <a:cubicBezTo>
                    <a:pt x="7278" y="11405"/>
                    <a:pt x="7404" y="11311"/>
                    <a:pt x="7435" y="11153"/>
                  </a:cubicBezTo>
                  <a:lnTo>
                    <a:pt x="7845" y="9924"/>
                  </a:lnTo>
                  <a:lnTo>
                    <a:pt x="8601" y="9924"/>
                  </a:lnTo>
                  <a:cubicBezTo>
                    <a:pt x="8696" y="9924"/>
                    <a:pt x="8790" y="9893"/>
                    <a:pt x="8853" y="9767"/>
                  </a:cubicBezTo>
                  <a:cubicBezTo>
                    <a:pt x="8948" y="9704"/>
                    <a:pt x="8948" y="9578"/>
                    <a:pt x="8916" y="9452"/>
                  </a:cubicBezTo>
                  <a:cubicBezTo>
                    <a:pt x="8790" y="9137"/>
                    <a:pt x="8664" y="8822"/>
                    <a:pt x="8507" y="8507"/>
                  </a:cubicBezTo>
                  <a:lnTo>
                    <a:pt x="8507" y="8507"/>
                  </a:lnTo>
                  <a:cubicBezTo>
                    <a:pt x="8822" y="8664"/>
                    <a:pt x="9137" y="8790"/>
                    <a:pt x="9452" y="8916"/>
                  </a:cubicBezTo>
                  <a:cubicBezTo>
                    <a:pt x="9489" y="8926"/>
                    <a:pt x="9526" y="8929"/>
                    <a:pt x="9561" y="8929"/>
                  </a:cubicBezTo>
                  <a:cubicBezTo>
                    <a:pt x="9646" y="8929"/>
                    <a:pt x="9722" y="8907"/>
                    <a:pt x="9767" y="8885"/>
                  </a:cubicBezTo>
                  <a:cubicBezTo>
                    <a:pt x="9861" y="8790"/>
                    <a:pt x="9924" y="8727"/>
                    <a:pt x="9924" y="8601"/>
                  </a:cubicBezTo>
                  <a:lnTo>
                    <a:pt x="9924" y="7845"/>
                  </a:lnTo>
                  <a:lnTo>
                    <a:pt x="11153" y="7467"/>
                  </a:lnTo>
                  <a:cubicBezTo>
                    <a:pt x="11310" y="7404"/>
                    <a:pt x="11373" y="7247"/>
                    <a:pt x="11373" y="7152"/>
                  </a:cubicBezTo>
                  <a:cubicBezTo>
                    <a:pt x="11373" y="6995"/>
                    <a:pt x="11310" y="6869"/>
                    <a:pt x="11153" y="6837"/>
                  </a:cubicBezTo>
                  <a:cubicBezTo>
                    <a:pt x="10271" y="6553"/>
                    <a:pt x="9452" y="6049"/>
                    <a:pt x="8790" y="5419"/>
                  </a:cubicBezTo>
                  <a:lnTo>
                    <a:pt x="11657" y="3088"/>
                  </a:lnTo>
                  <a:cubicBezTo>
                    <a:pt x="11689" y="2962"/>
                    <a:pt x="11783" y="2867"/>
                    <a:pt x="11783" y="2773"/>
                  </a:cubicBezTo>
                  <a:cubicBezTo>
                    <a:pt x="11783" y="1922"/>
                    <a:pt x="11436" y="1072"/>
                    <a:pt x="10838" y="442"/>
                  </a:cubicBezTo>
                  <a:cubicBezTo>
                    <a:pt x="10775" y="379"/>
                    <a:pt x="10688" y="347"/>
                    <a:pt x="10602" y="347"/>
                  </a:cubicBezTo>
                  <a:cubicBezTo>
                    <a:pt x="10515" y="347"/>
                    <a:pt x="10428" y="379"/>
                    <a:pt x="10365" y="442"/>
                  </a:cubicBezTo>
                  <a:lnTo>
                    <a:pt x="10082" y="725"/>
                  </a:lnTo>
                  <a:cubicBezTo>
                    <a:pt x="9546" y="284"/>
                    <a:pt x="8853" y="0"/>
                    <a:pt x="816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8" name="Google Shape;2608;p45"/>
            <p:cNvSpPr/>
            <p:nvPr/>
          </p:nvSpPr>
          <p:spPr>
            <a:xfrm>
              <a:off x="3713900" y="2434350"/>
              <a:ext cx="55950" cy="52200"/>
            </a:xfrm>
            <a:custGeom>
              <a:rect b="b" l="l" r="r" t="t"/>
              <a:pathLst>
                <a:path extrusionOk="0" h="2088" w="2238">
                  <a:moveTo>
                    <a:pt x="1087" y="685"/>
                  </a:moveTo>
                  <a:cubicBezTo>
                    <a:pt x="1174" y="685"/>
                    <a:pt x="1261" y="717"/>
                    <a:pt x="1324" y="780"/>
                  </a:cubicBezTo>
                  <a:cubicBezTo>
                    <a:pt x="1450" y="874"/>
                    <a:pt x="1450" y="1126"/>
                    <a:pt x="1324" y="1252"/>
                  </a:cubicBezTo>
                  <a:cubicBezTo>
                    <a:pt x="1261" y="1300"/>
                    <a:pt x="1174" y="1323"/>
                    <a:pt x="1087" y="1323"/>
                  </a:cubicBezTo>
                  <a:cubicBezTo>
                    <a:pt x="1001" y="1323"/>
                    <a:pt x="914" y="1300"/>
                    <a:pt x="851" y="1252"/>
                  </a:cubicBezTo>
                  <a:cubicBezTo>
                    <a:pt x="725" y="1126"/>
                    <a:pt x="725" y="937"/>
                    <a:pt x="851" y="780"/>
                  </a:cubicBezTo>
                  <a:cubicBezTo>
                    <a:pt x="914" y="717"/>
                    <a:pt x="1001" y="685"/>
                    <a:pt x="1087" y="685"/>
                  </a:cubicBezTo>
                  <a:close/>
                  <a:moveTo>
                    <a:pt x="1115" y="0"/>
                  </a:moveTo>
                  <a:cubicBezTo>
                    <a:pt x="851" y="0"/>
                    <a:pt x="583" y="102"/>
                    <a:pt x="378" y="307"/>
                  </a:cubicBezTo>
                  <a:cubicBezTo>
                    <a:pt x="0" y="685"/>
                    <a:pt x="0" y="1347"/>
                    <a:pt x="378" y="1756"/>
                  </a:cubicBezTo>
                  <a:cubicBezTo>
                    <a:pt x="583" y="1977"/>
                    <a:pt x="851" y="2087"/>
                    <a:pt x="1115" y="2087"/>
                  </a:cubicBezTo>
                  <a:cubicBezTo>
                    <a:pt x="1379" y="2087"/>
                    <a:pt x="1639" y="1977"/>
                    <a:pt x="1828" y="1756"/>
                  </a:cubicBezTo>
                  <a:cubicBezTo>
                    <a:pt x="2237" y="1347"/>
                    <a:pt x="2237" y="685"/>
                    <a:pt x="1828" y="307"/>
                  </a:cubicBezTo>
                  <a:cubicBezTo>
                    <a:pt x="1639" y="102"/>
                    <a:pt x="1379" y="0"/>
                    <a:pt x="111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09" name="Google Shape;2609;p45"/>
          <p:cNvSpPr/>
          <p:nvPr/>
        </p:nvSpPr>
        <p:spPr>
          <a:xfrm>
            <a:off x="5084259" y="3735332"/>
            <a:ext cx="285386" cy="285362"/>
          </a:xfrm>
          <a:custGeom>
            <a:rect b="b" l="l" r="r" t="t"/>
            <a:pathLst>
              <a:path extrusionOk="0" h="11815" w="11816">
                <a:moveTo>
                  <a:pt x="6207" y="693"/>
                </a:moveTo>
                <a:cubicBezTo>
                  <a:pt x="7877" y="819"/>
                  <a:pt x="9326" y="1670"/>
                  <a:pt x="10208" y="2993"/>
                </a:cubicBezTo>
                <a:lnTo>
                  <a:pt x="6207" y="5293"/>
                </a:lnTo>
                <a:lnTo>
                  <a:pt x="6207" y="693"/>
                </a:lnTo>
                <a:close/>
                <a:moveTo>
                  <a:pt x="10555" y="3623"/>
                </a:moveTo>
                <a:cubicBezTo>
                  <a:pt x="10901" y="4316"/>
                  <a:pt x="11090" y="5104"/>
                  <a:pt x="11090" y="5923"/>
                </a:cubicBezTo>
                <a:cubicBezTo>
                  <a:pt x="11090" y="7026"/>
                  <a:pt x="10744" y="8097"/>
                  <a:pt x="10114" y="8979"/>
                </a:cubicBezTo>
                <a:lnTo>
                  <a:pt x="6491" y="5986"/>
                </a:lnTo>
                <a:lnTo>
                  <a:pt x="10555" y="3623"/>
                </a:lnTo>
                <a:close/>
                <a:moveTo>
                  <a:pt x="5546" y="693"/>
                </a:moveTo>
                <a:lnTo>
                  <a:pt x="5546" y="5892"/>
                </a:lnTo>
                <a:cubicBezTo>
                  <a:pt x="5546" y="6018"/>
                  <a:pt x="5577" y="6081"/>
                  <a:pt x="5672" y="6175"/>
                </a:cubicBezTo>
                <a:lnTo>
                  <a:pt x="9673" y="9483"/>
                </a:lnTo>
                <a:cubicBezTo>
                  <a:pt x="8728" y="10491"/>
                  <a:pt x="7373" y="11121"/>
                  <a:pt x="5892" y="11121"/>
                </a:cubicBezTo>
                <a:cubicBezTo>
                  <a:pt x="3025" y="11121"/>
                  <a:pt x="662" y="8822"/>
                  <a:pt x="662" y="5892"/>
                </a:cubicBezTo>
                <a:cubicBezTo>
                  <a:pt x="662" y="3151"/>
                  <a:pt x="2836" y="851"/>
                  <a:pt x="5546" y="693"/>
                </a:cubicBezTo>
                <a:close/>
                <a:moveTo>
                  <a:pt x="5892" y="0"/>
                </a:moveTo>
                <a:cubicBezTo>
                  <a:pt x="2647" y="0"/>
                  <a:pt x="1" y="2615"/>
                  <a:pt x="1" y="5892"/>
                </a:cubicBezTo>
                <a:cubicBezTo>
                  <a:pt x="1" y="9168"/>
                  <a:pt x="2647" y="11814"/>
                  <a:pt x="5892" y="11814"/>
                </a:cubicBezTo>
                <a:cubicBezTo>
                  <a:pt x="9169" y="11814"/>
                  <a:pt x="11815" y="9168"/>
                  <a:pt x="11815" y="5892"/>
                </a:cubicBezTo>
                <a:cubicBezTo>
                  <a:pt x="11815" y="2678"/>
                  <a:pt x="9137" y="0"/>
                  <a:pt x="589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610" name="Google Shape;2610;p45"/>
          <p:cNvGrpSpPr/>
          <p:nvPr/>
        </p:nvGrpSpPr>
        <p:grpSpPr>
          <a:xfrm>
            <a:off x="7279017" y="2868473"/>
            <a:ext cx="268624" cy="286111"/>
            <a:chOff x="5421475" y="1945825"/>
            <a:chExt cx="278050" cy="296150"/>
          </a:xfrm>
        </p:grpSpPr>
        <p:sp>
          <p:nvSpPr>
            <p:cNvPr id="2611" name="Google Shape;2611;p45"/>
            <p:cNvSpPr/>
            <p:nvPr/>
          </p:nvSpPr>
          <p:spPr>
            <a:xfrm>
              <a:off x="5472650" y="1999375"/>
              <a:ext cx="172525" cy="242600"/>
            </a:xfrm>
            <a:custGeom>
              <a:rect b="b" l="l" r="r" t="t"/>
              <a:pathLst>
                <a:path extrusionOk="0" h="9704" w="6901">
                  <a:moveTo>
                    <a:pt x="1765" y="1355"/>
                  </a:moveTo>
                  <a:cubicBezTo>
                    <a:pt x="1986" y="1355"/>
                    <a:pt x="2143" y="1513"/>
                    <a:pt x="2143" y="1702"/>
                  </a:cubicBezTo>
                  <a:lnTo>
                    <a:pt x="2143" y="2048"/>
                  </a:lnTo>
                  <a:lnTo>
                    <a:pt x="1765" y="2048"/>
                  </a:lnTo>
                  <a:cubicBezTo>
                    <a:pt x="1671" y="2048"/>
                    <a:pt x="1545" y="2048"/>
                    <a:pt x="1419" y="2111"/>
                  </a:cubicBezTo>
                  <a:lnTo>
                    <a:pt x="1419" y="1702"/>
                  </a:lnTo>
                  <a:cubicBezTo>
                    <a:pt x="1419" y="1513"/>
                    <a:pt x="1576" y="1355"/>
                    <a:pt x="1765" y="1355"/>
                  </a:cubicBezTo>
                  <a:close/>
                  <a:moveTo>
                    <a:pt x="3151" y="631"/>
                  </a:moveTo>
                  <a:cubicBezTo>
                    <a:pt x="3341" y="631"/>
                    <a:pt x="3498" y="788"/>
                    <a:pt x="3498" y="1009"/>
                  </a:cubicBezTo>
                  <a:lnTo>
                    <a:pt x="3498" y="2111"/>
                  </a:lnTo>
                  <a:cubicBezTo>
                    <a:pt x="3404" y="2048"/>
                    <a:pt x="3277" y="2017"/>
                    <a:pt x="3151" y="2017"/>
                  </a:cubicBezTo>
                  <a:lnTo>
                    <a:pt x="2805" y="2017"/>
                  </a:lnTo>
                  <a:lnTo>
                    <a:pt x="2805" y="1009"/>
                  </a:lnTo>
                  <a:cubicBezTo>
                    <a:pt x="2805" y="788"/>
                    <a:pt x="2962" y="631"/>
                    <a:pt x="3151" y="631"/>
                  </a:cubicBezTo>
                  <a:close/>
                  <a:moveTo>
                    <a:pt x="4538" y="1355"/>
                  </a:moveTo>
                  <a:cubicBezTo>
                    <a:pt x="4727" y="1355"/>
                    <a:pt x="4884" y="1513"/>
                    <a:pt x="4884" y="1702"/>
                  </a:cubicBezTo>
                  <a:lnTo>
                    <a:pt x="4884" y="3088"/>
                  </a:lnTo>
                  <a:cubicBezTo>
                    <a:pt x="4884" y="3277"/>
                    <a:pt x="4727" y="3435"/>
                    <a:pt x="4538" y="3435"/>
                  </a:cubicBezTo>
                  <a:cubicBezTo>
                    <a:pt x="4349" y="3435"/>
                    <a:pt x="4191" y="3277"/>
                    <a:pt x="4191" y="3088"/>
                  </a:cubicBezTo>
                  <a:lnTo>
                    <a:pt x="4191" y="1702"/>
                  </a:lnTo>
                  <a:cubicBezTo>
                    <a:pt x="4191" y="1513"/>
                    <a:pt x="4349" y="1355"/>
                    <a:pt x="4538" y="1355"/>
                  </a:cubicBezTo>
                  <a:close/>
                  <a:moveTo>
                    <a:pt x="5924" y="2017"/>
                  </a:moveTo>
                  <a:cubicBezTo>
                    <a:pt x="6113" y="2017"/>
                    <a:pt x="6270" y="2174"/>
                    <a:pt x="6270" y="2363"/>
                  </a:cubicBezTo>
                  <a:lnTo>
                    <a:pt x="6270" y="3088"/>
                  </a:lnTo>
                  <a:cubicBezTo>
                    <a:pt x="6270" y="3277"/>
                    <a:pt x="6113" y="3435"/>
                    <a:pt x="5924" y="3435"/>
                  </a:cubicBezTo>
                  <a:cubicBezTo>
                    <a:pt x="5703" y="3435"/>
                    <a:pt x="5546" y="3277"/>
                    <a:pt x="5546" y="3088"/>
                  </a:cubicBezTo>
                  <a:lnTo>
                    <a:pt x="5546" y="2363"/>
                  </a:lnTo>
                  <a:cubicBezTo>
                    <a:pt x="5546" y="2174"/>
                    <a:pt x="5703" y="2017"/>
                    <a:pt x="5924" y="2017"/>
                  </a:cubicBezTo>
                  <a:close/>
                  <a:moveTo>
                    <a:pt x="3120" y="2741"/>
                  </a:moveTo>
                  <a:cubicBezTo>
                    <a:pt x="3309" y="2741"/>
                    <a:pt x="3467" y="2899"/>
                    <a:pt x="3467" y="3088"/>
                  </a:cubicBezTo>
                  <a:cubicBezTo>
                    <a:pt x="3467" y="3277"/>
                    <a:pt x="3309" y="3435"/>
                    <a:pt x="3120" y="3435"/>
                  </a:cubicBezTo>
                  <a:lnTo>
                    <a:pt x="1734" y="3435"/>
                  </a:lnTo>
                  <a:cubicBezTo>
                    <a:pt x="1545" y="3435"/>
                    <a:pt x="1387" y="3592"/>
                    <a:pt x="1387" y="3781"/>
                  </a:cubicBezTo>
                  <a:cubicBezTo>
                    <a:pt x="1387" y="4002"/>
                    <a:pt x="1545" y="4159"/>
                    <a:pt x="1734" y="4159"/>
                  </a:cubicBezTo>
                  <a:cubicBezTo>
                    <a:pt x="2679" y="4159"/>
                    <a:pt x="3467" y="4947"/>
                    <a:pt x="3467" y="5892"/>
                  </a:cubicBezTo>
                  <a:cubicBezTo>
                    <a:pt x="3467" y="6081"/>
                    <a:pt x="3624" y="6238"/>
                    <a:pt x="3845" y="6238"/>
                  </a:cubicBezTo>
                  <a:cubicBezTo>
                    <a:pt x="4034" y="6238"/>
                    <a:pt x="4191" y="6081"/>
                    <a:pt x="4191" y="5892"/>
                  </a:cubicBezTo>
                  <a:cubicBezTo>
                    <a:pt x="4191" y="5167"/>
                    <a:pt x="3876" y="4537"/>
                    <a:pt x="3435" y="4096"/>
                  </a:cubicBezTo>
                  <a:cubicBezTo>
                    <a:pt x="3593" y="4065"/>
                    <a:pt x="3750" y="4002"/>
                    <a:pt x="3876" y="3876"/>
                  </a:cubicBezTo>
                  <a:cubicBezTo>
                    <a:pt x="4065" y="4033"/>
                    <a:pt x="4317" y="4159"/>
                    <a:pt x="4569" y="4159"/>
                  </a:cubicBezTo>
                  <a:cubicBezTo>
                    <a:pt x="4853" y="4159"/>
                    <a:pt x="5073" y="4033"/>
                    <a:pt x="5294" y="3876"/>
                  </a:cubicBezTo>
                  <a:cubicBezTo>
                    <a:pt x="5483" y="4033"/>
                    <a:pt x="5703" y="4159"/>
                    <a:pt x="5987" y="4159"/>
                  </a:cubicBezTo>
                  <a:cubicBezTo>
                    <a:pt x="6113" y="4159"/>
                    <a:pt x="6239" y="4096"/>
                    <a:pt x="6333" y="4065"/>
                  </a:cubicBezTo>
                  <a:lnTo>
                    <a:pt x="6333" y="5167"/>
                  </a:lnTo>
                  <a:cubicBezTo>
                    <a:pt x="6333" y="5923"/>
                    <a:pt x="5861" y="6554"/>
                    <a:pt x="5199" y="6774"/>
                  </a:cubicBezTo>
                  <a:cubicBezTo>
                    <a:pt x="5042" y="6837"/>
                    <a:pt x="4979" y="6995"/>
                    <a:pt x="4979" y="7089"/>
                  </a:cubicBezTo>
                  <a:lnTo>
                    <a:pt x="4979" y="7562"/>
                  </a:lnTo>
                  <a:lnTo>
                    <a:pt x="2206" y="7562"/>
                  </a:lnTo>
                  <a:lnTo>
                    <a:pt x="2206" y="7089"/>
                  </a:lnTo>
                  <a:cubicBezTo>
                    <a:pt x="2206" y="6932"/>
                    <a:pt x="2143" y="6837"/>
                    <a:pt x="1986" y="6774"/>
                  </a:cubicBezTo>
                  <a:cubicBezTo>
                    <a:pt x="1261" y="6554"/>
                    <a:pt x="820" y="5892"/>
                    <a:pt x="820" y="5167"/>
                  </a:cubicBezTo>
                  <a:lnTo>
                    <a:pt x="820" y="3750"/>
                  </a:lnTo>
                  <a:lnTo>
                    <a:pt x="726" y="3750"/>
                  </a:lnTo>
                  <a:cubicBezTo>
                    <a:pt x="726" y="3151"/>
                    <a:pt x="1198" y="2741"/>
                    <a:pt x="1734" y="2741"/>
                  </a:cubicBezTo>
                  <a:close/>
                  <a:moveTo>
                    <a:pt x="5199" y="8286"/>
                  </a:moveTo>
                  <a:cubicBezTo>
                    <a:pt x="5388" y="8286"/>
                    <a:pt x="5546" y="8444"/>
                    <a:pt x="5546" y="8633"/>
                  </a:cubicBezTo>
                  <a:lnTo>
                    <a:pt x="5546" y="8979"/>
                  </a:lnTo>
                  <a:lnTo>
                    <a:pt x="1387" y="8979"/>
                  </a:lnTo>
                  <a:lnTo>
                    <a:pt x="1387" y="8633"/>
                  </a:lnTo>
                  <a:cubicBezTo>
                    <a:pt x="1387" y="8444"/>
                    <a:pt x="1545" y="8286"/>
                    <a:pt x="1734" y="8286"/>
                  </a:cubicBezTo>
                  <a:close/>
                  <a:moveTo>
                    <a:pt x="3120" y="1"/>
                  </a:moveTo>
                  <a:cubicBezTo>
                    <a:pt x="2647" y="1"/>
                    <a:pt x="2269" y="316"/>
                    <a:pt x="2143" y="757"/>
                  </a:cubicBezTo>
                  <a:cubicBezTo>
                    <a:pt x="2017" y="725"/>
                    <a:pt x="1891" y="694"/>
                    <a:pt x="1734" y="694"/>
                  </a:cubicBezTo>
                  <a:cubicBezTo>
                    <a:pt x="1167" y="694"/>
                    <a:pt x="726" y="1166"/>
                    <a:pt x="726" y="1702"/>
                  </a:cubicBezTo>
                  <a:lnTo>
                    <a:pt x="726" y="2426"/>
                  </a:lnTo>
                  <a:cubicBezTo>
                    <a:pt x="285" y="2678"/>
                    <a:pt x="1" y="3214"/>
                    <a:pt x="1" y="3750"/>
                  </a:cubicBezTo>
                  <a:lnTo>
                    <a:pt x="1" y="5136"/>
                  </a:lnTo>
                  <a:cubicBezTo>
                    <a:pt x="1" y="6081"/>
                    <a:pt x="568" y="6932"/>
                    <a:pt x="1387" y="7341"/>
                  </a:cubicBezTo>
                  <a:lnTo>
                    <a:pt x="1387" y="7656"/>
                  </a:lnTo>
                  <a:cubicBezTo>
                    <a:pt x="1009" y="7814"/>
                    <a:pt x="694" y="8160"/>
                    <a:pt x="694" y="8633"/>
                  </a:cubicBezTo>
                  <a:lnTo>
                    <a:pt x="694" y="9357"/>
                  </a:lnTo>
                  <a:cubicBezTo>
                    <a:pt x="694" y="9546"/>
                    <a:pt x="852" y="9704"/>
                    <a:pt x="1041" y="9704"/>
                  </a:cubicBezTo>
                  <a:lnTo>
                    <a:pt x="5892" y="9704"/>
                  </a:lnTo>
                  <a:cubicBezTo>
                    <a:pt x="6081" y="9704"/>
                    <a:pt x="6239" y="9546"/>
                    <a:pt x="6239" y="9357"/>
                  </a:cubicBezTo>
                  <a:lnTo>
                    <a:pt x="6239" y="8633"/>
                  </a:lnTo>
                  <a:cubicBezTo>
                    <a:pt x="6239" y="8192"/>
                    <a:pt x="5955" y="7814"/>
                    <a:pt x="5514" y="7656"/>
                  </a:cubicBezTo>
                  <a:lnTo>
                    <a:pt x="5514" y="7341"/>
                  </a:lnTo>
                  <a:cubicBezTo>
                    <a:pt x="6365" y="6932"/>
                    <a:pt x="6901" y="6081"/>
                    <a:pt x="6901" y="5136"/>
                  </a:cubicBezTo>
                  <a:lnTo>
                    <a:pt x="6901" y="2363"/>
                  </a:lnTo>
                  <a:cubicBezTo>
                    <a:pt x="6901" y="1796"/>
                    <a:pt x="6428" y="1355"/>
                    <a:pt x="5892" y="1355"/>
                  </a:cubicBezTo>
                  <a:cubicBezTo>
                    <a:pt x="5766" y="1355"/>
                    <a:pt x="5609" y="1387"/>
                    <a:pt x="5483" y="1418"/>
                  </a:cubicBezTo>
                  <a:cubicBezTo>
                    <a:pt x="5357" y="1009"/>
                    <a:pt x="4979" y="694"/>
                    <a:pt x="4506" y="694"/>
                  </a:cubicBezTo>
                  <a:cubicBezTo>
                    <a:pt x="4380" y="694"/>
                    <a:pt x="4223" y="725"/>
                    <a:pt x="4097" y="757"/>
                  </a:cubicBezTo>
                  <a:cubicBezTo>
                    <a:pt x="4002" y="316"/>
                    <a:pt x="3593" y="1"/>
                    <a:pt x="31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2" name="Google Shape;2612;p45"/>
            <p:cNvSpPr/>
            <p:nvPr/>
          </p:nvSpPr>
          <p:spPr>
            <a:xfrm>
              <a:off x="5559300" y="1945825"/>
              <a:ext cx="18150" cy="44125"/>
            </a:xfrm>
            <a:custGeom>
              <a:rect b="b" l="l" r="r" t="t"/>
              <a:pathLst>
                <a:path extrusionOk="0" h="1765" w="726">
                  <a:moveTo>
                    <a:pt x="379" y="0"/>
                  </a:moveTo>
                  <a:cubicBezTo>
                    <a:pt x="158" y="0"/>
                    <a:pt x="1" y="158"/>
                    <a:pt x="1" y="347"/>
                  </a:cubicBezTo>
                  <a:lnTo>
                    <a:pt x="1" y="1418"/>
                  </a:lnTo>
                  <a:cubicBezTo>
                    <a:pt x="1" y="1607"/>
                    <a:pt x="158" y="1764"/>
                    <a:pt x="379" y="1764"/>
                  </a:cubicBezTo>
                  <a:cubicBezTo>
                    <a:pt x="568" y="1764"/>
                    <a:pt x="725" y="1607"/>
                    <a:pt x="725" y="1418"/>
                  </a:cubicBezTo>
                  <a:lnTo>
                    <a:pt x="725" y="347"/>
                  </a:lnTo>
                  <a:cubicBezTo>
                    <a:pt x="725" y="158"/>
                    <a:pt x="568" y="0"/>
                    <a:pt x="37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3" name="Google Shape;2613;p45"/>
            <p:cNvSpPr/>
            <p:nvPr/>
          </p:nvSpPr>
          <p:spPr>
            <a:xfrm>
              <a:off x="5611275" y="1963925"/>
              <a:ext cx="35475" cy="34500"/>
            </a:xfrm>
            <a:custGeom>
              <a:rect b="b" l="l" r="r" t="t"/>
              <a:pathLst>
                <a:path extrusionOk="0" h="1380" w="1419">
                  <a:moveTo>
                    <a:pt x="1076" y="1"/>
                  </a:moveTo>
                  <a:cubicBezTo>
                    <a:pt x="985" y="1"/>
                    <a:pt x="899" y="32"/>
                    <a:pt x="851" y="95"/>
                  </a:cubicBezTo>
                  <a:lnTo>
                    <a:pt x="127" y="788"/>
                  </a:lnTo>
                  <a:cubicBezTo>
                    <a:pt x="1" y="914"/>
                    <a:pt x="1" y="1166"/>
                    <a:pt x="127" y="1261"/>
                  </a:cubicBezTo>
                  <a:cubicBezTo>
                    <a:pt x="190" y="1340"/>
                    <a:pt x="284" y="1379"/>
                    <a:pt x="375" y="1379"/>
                  </a:cubicBezTo>
                  <a:cubicBezTo>
                    <a:pt x="466" y="1379"/>
                    <a:pt x="552" y="1340"/>
                    <a:pt x="599" y="1261"/>
                  </a:cubicBezTo>
                  <a:lnTo>
                    <a:pt x="1324" y="568"/>
                  </a:lnTo>
                  <a:cubicBezTo>
                    <a:pt x="1419" y="442"/>
                    <a:pt x="1419" y="221"/>
                    <a:pt x="1324" y="95"/>
                  </a:cubicBezTo>
                  <a:cubicBezTo>
                    <a:pt x="1261" y="32"/>
                    <a:pt x="1167" y="1"/>
                    <a:pt x="107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4" name="Google Shape;2614;p45"/>
            <p:cNvSpPr/>
            <p:nvPr/>
          </p:nvSpPr>
          <p:spPr>
            <a:xfrm>
              <a:off x="5664050" y="2067900"/>
              <a:ext cx="35475" cy="17350"/>
            </a:xfrm>
            <a:custGeom>
              <a:rect b="b" l="l" r="r" t="t"/>
              <a:pathLst>
                <a:path extrusionOk="0" h="694" w="1419">
                  <a:moveTo>
                    <a:pt x="347" y="0"/>
                  </a:moveTo>
                  <a:cubicBezTo>
                    <a:pt x="158" y="0"/>
                    <a:pt x="1" y="158"/>
                    <a:pt x="1" y="347"/>
                  </a:cubicBezTo>
                  <a:cubicBezTo>
                    <a:pt x="1" y="536"/>
                    <a:pt x="158" y="694"/>
                    <a:pt x="347" y="694"/>
                  </a:cubicBezTo>
                  <a:lnTo>
                    <a:pt x="1040" y="694"/>
                  </a:lnTo>
                  <a:cubicBezTo>
                    <a:pt x="1261" y="694"/>
                    <a:pt x="1418" y="536"/>
                    <a:pt x="1418" y="347"/>
                  </a:cubicBezTo>
                  <a:cubicBezTo>
                    <a:pt x="1418" y="158"/>
                    <a:pt x="1261" y="0"/>
                    <a:pt x="10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5" name="Google Shape;2615;p45"/>
            <p:cNvSpPr/>
            <p:nvPr/>
          </p:nvSpPr>
          <p:spPr>
            <a:xfrm>
              <a:off x="5421475" y="2067900"/>
              <a:ext cx="35450" cy="17350"/>
            </a:xfrm>
            <a:custGeom>
              <a:rect b="b" l="l" r="r" t="t"/>
              <a:pathLst>
                <a:path extrusionOk="0" h="694" w="1418">
                  <a:moveTo>
                    <a:pt x="378" y="0"/>
                  </a:moveTo>
                  <a:cubicBezTo>
                    <a:pt x="158" y="0"/>
                    <a:pt x="0" y="158"/>
                    <a:pt x="0" y="347"/>
                  </a:cubicBezTo>
                  <a:cubicBezTo>
                    <a:pt x="0" y="536"/>
                    <a:pt x="158" y="694"/>
                    <a:pt x="378" y="694"/>
                  </a:cubicBezTo>
                  <a:lnTo>
                    <a:pt x="1071" y="694"/>
                  </a:lnTo>
                  <a:cubicBezTo>
                    <a:pt x="1260" y="694"/>
                    <a:pt x="1418" y="536"/>
                    <a:pt x="1418" y="347"/>
                  </a:cubicBezTo>
                  <a:cubicBezTo>
                    <a:pt x="1418" y="158"/>
                    <a:pt x="1260" y="0"/>
                    <a:pt x="107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6" name="Google Shape;2616;p45"/>
            <p:cNvSpPr/>
            <p:nvPr/>
          </p:nvSpPr>
          <p:spPr>
            <a:xfrm>
              <a:off x="5490000" y="1963925"/>
              <a:ext cx="35450" cy="33900"/>
            </a:xfrm>
            <a:custGeom>
              <a:rect b="b" l="l" r="r" t="t"/>
              <a:pathLst>
                <a:path extrusionOk="0" h="1356" w="1418">
                  <a:moveTo>
                    <a:pt x="343" y="1"/>
                  </a:moveTo>
                  <a:cubicBezTo>
                    <a:pt x="252" y="1"/>
                    <a:pt x="158" y="32"/>
                    <a:pt x="95" y="95"/>
                  </a:cubicBezTo>
                  <a:cubicBezTo>
                    <a:pt x="0" y="221"/>
                    <a:pt x="0" y="442"/>
                    <a:pt x="95" y="568"/>
                  </a:cubicBezTo>
                  <a:lnTo>
                    <a:pt x="819" y="1261"/>
                  </a:lnTo>
                  <a:cubicBezTo>
                    <a:pt x="866" y="1324"/>
                    <a:pt x="953" y="1356"/>
                    <a:pt x="1044" y="1356"/>
                  </a:cubicBezTo>
                  <a:cubicBezTo>
                    <a:pt x="1134" y="1356"/>
                    <a:pt x="1229" y="1324"/>
                    <a:pt x="1292" y="1261"/>
                  </a:cubicBezTo>
                  <a:cubicBezTo>
                    <a:pt x="1418" y="1166"/>
                    <a:pt x="1418" y="914"/>
                    <a:pt x="1292" y="788"/>
                  </a:cubicBezTo>
                  <a:lnTo>
                    <a:pt x="567" y="95"/>
                  </a:lnTo>
                  <a:cubicBezTo>
                    <a:pt x="520" y="32"/>
                    <a:pt x="433" y="1"/>
                    <a:pt x="34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7" name="Google Shape;2617;p45"/>
            <p:cNvSpPr/>
            <p:nvPr/>
          </p:nvSpPr>
          <p:spPr>
            <a:xfrm>
              <a:off x="5437225" y="1997650"/>
              <a:ext cx="37825" cy="26325"/>
            </a:xfrm>
            <a:custGeom>
              <a:rect b="b" l="l" r="r" t="t"/>
              <a:pathLst>
                <a:path extrusionOk="0" h="1053" w="1513">
                  <a:moveTo>
                    <a:pt x="422" y="0"/>
                  </a:moveTo>
                  <a:cubicBezTo>
                    <a:pt x="285" y="0"/>
                    <a:pt x="140" y="81"/>
                    <a:pt x="95" y="196"/>
                  </a:cubicBezTo>
                  <a:cubicBezTo>
                    <a:pt x="0" y="353"/>
                    <a:pt x="95" y="574"/>
                    <a:pt x="252" y="668"/>
                  </a:cubicBezTo>
                  <a:lnTo>
                    <a:pt x="945" y="1015"/>
                  </a:lnTo>
                  <a:cubicBezTo>
                    <a:pt x="989" y="1041"/>
                    <a:pt x="1039" y="1052"/>
                    <a:pt x="1091" y="1052"/>
                  </a:cubicBezTo>
                  <a:cubicBezTo>
                    <a:pt x="1227" y="1052"/>
                    <a:pt x="1372" y="971"/>
                    <a:pt x="1418" y="857"/>
                  </a:cubicBezTo>
                  <a:cubicBezTo>
                    <a:pt x="1512" y="700"/>
                    <a:pt x="1418" y="479"/>
                    <a:pt x="1260" y="385"/>
                  </a:cubicBezTo>
                  <a:lnTo>
                    <a:pt x="567" y="38"/>
                  </a:lnTo>
                  <a:cubicBezTo>
                    <a:pt x="524" y="12"/>
                    <a:pt x="473" y="0"/>
                    <a:pt x="42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8" name="Google Shape;2618;p45"/>
            <p:cNvSpPr/>
            <p:nvPr/>
          </p:nvSpPr>
          <p:spPr>
            <a:xfrm>
              <a:off x="5645150" y="1998300"/>
              <a:ext cx="37825" cy="26900"/>
            </a:xfrm>
            <a:custGeom>
              <a:rect b="b" l="l" r="r" t="t"/>
              <a:pathLst>
                <a:path extrusionOk="0" h="1076" w="1513">
                  <a:moveTo>
                    <a:pt x="1098" y="0"/>
                  </a:moveTo>
                  <a:cubicBezTo>
                    <a:pt x="1046" y="0"/>
                    <a:pt x="994" y="14"/>
                    <a:pt x="946" y="44"/>
                  </a:cubicBezTo>
                  <a:lnTo>
                    <a:pt x="253" y="422"/>
                  </a:lnTo>
                  <a:cubicBezTo>
                    <a:pt x="95" y="485"/>
                    <a:pt x="1" y="674"/>
                    <a:pt x="95" y="894"/>
                  </a:cubicBezTo>
                  <a:cubicBezTo>
                    <a:pt x="142" y="1011"/>
                    <a:pt x="258" y="1076"/>
                    <a:pt x="405" y="1076"/>
                  </a:cubicBezTo>
                  <a:cubicBezTo>
                    <a:pt x="456" y="1076"/>
                    <a:pt x="511" y="1068"/>
                    <a:pt x="568" y="1052"/>
                  </a:cubicBezTo>
                  <a:lnTo>
                    <a:pt x="1261" y="674"/>
                  </a:lnTo>
                  <a:cubicBezTo>
                    <a:pt x="1418" y="611"/>
                    <a:pt x="1513" y="422"/>
                    <a:pt x="1418" y="201"/>
                  </a:cubicBezTo>
                  <a:cubicBezTo>
                    <a:pt x="1331" y="71"/>
                    <a:pt x="1214" y="0"/>
                    <a:pt x="109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19" name="Google Shape;2619;p45"/>
          <p:cNvSpPr/>
          <p:nvPr/>
        </p:nvSpPr>
        <p:spPr>
          <a:xfrm>
            <a:off x="7268740" y="3305794"/>
            <a:ext cx="289178" cy="287656"/>
          </a:xfrm>
          <a:custGeom>
            <a:rect b="b" l="l" r="r" t="t"/>
            <a:pathLst>
              <a:path extrusionOk="0" h="11910" w="11973">
                <a:moveTo>
                  <a:pt x="11027" y="662"/>
                </a:moveTo>
                <a:lnTo>
                  <a:pt x="11027" y="1387"/>
                </a:lnTo>
                <a:lnTo>
                  <a:pt x="8601" y="1387"/>
                </a:lnTo>
                <a:cubicBezTo>
                  <a:pt x="8412" y="1387"/>
                  <a:pt x="8255" y="1229"/>
                  <a:pt x="8255" y="1040"/>
                </a:cubicBezTo>
                <a:cubicBezTo>
                  <a:pt x="8255" y="820"/>
                  <a:pt x="8412" y="662"/>
                  <a:pt x="8601" y="662"/>
                </a:cubicBezTo>
                <a:close/>
                <a:moveTo>
                  <a:pt x="10366" y="2048"/>
                </a:moveTo>
                <a:lnTo>
                  <a:pt x="10366" y="2773"/>
                </a:lnTo>
                <a:lnTo>
                  <a:pt x="7940" y="2773"/>
                </a:lnTo>
                <a:cubicBezTo>
                  <a:pt x="7926" y="2775"/>
                  <a:pt x="7912" y="2776"/>
                  <a:pt x="7899" y="2776"/>
                </a:cubicBezTo>
                <a:cubicBezTo>
                  <a:pt x="7728" y="2776"/>
                  <a:pt x="7593" y="2599"/>
                  <a:pt x="7593" y="2395"/>
                </a:cubicBezTo>
                <a:cubicBezTo>
                  <a:pt x="7593" y="2206"/>
                  <a:pt x="7751" y="2048"/>
                  <a:pt x="7940" y="2048"/>
                </a:cubicBezTo>
                <a:close/>
                <a:moveTo>
                  <a:pt x="11027" y="3466"/>
                </a:moveTo>
                <a:lnTo>
                  <a:pt x="11027" y="4191"/>
                </a:lnTo>
                <a:lnTo>
                  <a:pt x="8601" y="4191"/>
                </a:lnTo>
                <a:cubicBezTo>
                  <a:pt x="8412" y="4191"/>
                  <a:pt x="8255" y="4033"/>
                  <a:pt x="8255" y="3812"/>
                </a:cubicBezTo>
                <a:cubicBezTo>
                  <a:pt x="8255" y="3623"/>
                  <a:pt x="8412" y="3466"/>
                  <a:pt x="8601" y="3466"/>
                </a:cubicBezTo>
                <a:close/>
                <a:moveTo>
                  <a:pt x="1292" y="4884"/>
                </a:moveTo>
                <a:lnTo>
                  <a:pt x="1292" y="5608"/>
                </a:lnTo>
                <a:lnTo>
                  <a:pt x="568" y="5608"/>
                </a:lnTo>
                <a:lnTo>
                  <a:pt x="568" y="4884"/>
                </a:lnTo>
                <a:close/>
                <a:moveTo>
                  <a:pt x="11027" y="4884"/>
                </a:moveTo>
                <a:lnTo>
                  <a:pt x="11027" y="5608"/>
                </a:lnTo>
                <a:lnTo>
                  <a:pt x="6207" y="5608"/>
                </a:lnTo>
                <a:lnTo>
                  <a:pt x="6207" y="4884"/>
                </a:lnTo>
                <a:close/>
                <a:moveTo>
                  <a:pt x="3718" y="2080"/>
                </a:moveTo>
                <a:cubicBezTo>
                  <a:pt x="4663" y="2080"/>
                  <a:pt x="5482" y="2867"/>
                  <a:pt x="5482" y="3844"/>
                </a:cubicBezTo>
                <a:lnTo>
                  <a:pt x="5482" y="5955"/>
                </a:lnTo>
                <a:cubicBezTo>
                  <a:pt x="5482" y="6144"/>
                  <a:pt x="5325" y="6301"/>
                  <a:pt x="5136" y="6301"/>
                </a:cubicBezTo>
                <a:lnTo>
                  <a:pt x="2300" y="6301"/>
                </a:lnTo>
                <a:cubicBezTo>
                  <a:pt x="2111" y="6301"/>
                  <a:pt x="1954" y="6144"/>
                  <a:pt x="1954" y="5955"/>
                </a:cubicBezTo>
                <a:lnTo>
                  <a:pt x="1954" y="3844"/>
                </a:lnTo>
                <a:cubicBezTo>
                  <a:pt x="1954" y="2899"/>
                  <a:pt x="2742" y="2080"/>
                  <a:pt x="3718" y="2080"/>
                </a:cubicBezTo>
                <a:close/>
                <a:moveTo>
                  <a:pt x="11027" y="6301"/>
                </a:moveTo>
                <a:lnTo>
                  <a:pt x="11027" y="7688"/>
                </a:lnTo>
                <a:lnTo>
                  <a:pt x="7593" y="7688"/>
                </a:lnTo>
                <a:lnTo>
                  <a:pt x="7593" y="6301"/>
                </a:lnTo>
                <a:lnTo>
                  <a:pt x="8948" y="6301"/>
                </a:lnTo>
                <a:lnTo>
                  <a:pt x="8948" y="6648"/>
                </a:lnTo>
                <a:cubicBezTo>
                  <a:pt x="8948" y="6868"/>
                  <a:pt x="9106" y="7026"/>
                  <a:pt x="9326" y="7026"/>
                </a:cubicBezTo>
                <a:cubicBezTo>
                  <a:pt x="9515" y="7026"/>
                  <a:pt x="9673" y="6868"/>
                  <a:pt x="9673" y="6648"/>
                </a:cubicBezTo>
                <a:lnTo>
                  <a:pt x="9673" y="6301"/>
                </a:lnTo>
                <a:close/>
                <a:moveTo>
                  <a:pt x="4443" y="8349"/>
                </a:moveTo>
                <a:cubicBezTo>
                  <a:pt x="4852" y="8349"/>
                  <a:pt x="5293" y="8633"/>
                  <a:pt x="5419" y="9074"/>
                </a:cubicBezTo>
                <a:lnTo>
                  <a:pt x="2080" y="9074"/>
                </a:lnTo>
                <a:cubicBezTo>
                  <a:pt x="2237" y="8664"/>
                  <a:pt x="2616" y="8349"/>
                  <a:pt x="3057" y="8349"/>
                </a:cubicBezTo>
                <a:close/>
                <a:moveTo>
                  <a:pt x="11027" y="8349"/>
                </a:moveTo>
                <a:lnTo>
                  <a:pt x="11027" y="9735"/>
                </a:lnTo>
                <a:lnTo>
                  <a:pt x="7593" y="9735"/>
                </a:lnTo>
                <a:lnTo>
                  <a:pt x="7593" y="8349"/>
                </a:lnTo>
                <a:lnTo>
                  <a:pt x="8948" y="8349"/>
                </a:lnTo>
                <a:lnTo>
                  <a:pt x="8948" y="8696"/>
                </a:lnTo>
                <a:cubicBezTo>
                  <a:pt x="8948" y="8916"/>
                  <a:pt x="9106" y="9074"/>
                  <a:pt x="9326" y="9074"/>
                </a:cubicBezTo>
                <a:cubicBezTo>
                  <a:pt x="9515" y="9074"/>
                  <a:pt x="9673" y="8916"/>
                  <a:pt x="9673" y="8696"/>
                </a:cubicBezTo>
                <a:lnTo>
                  <a:pt x="9673" y="8349"/>
                </a:lnTo>
                <a:close/>
                <a:moveTo>
                  <a:pt x="8633" y="0"/>
                </a:moveTo>
                <a:cubicBezTo>
                  <a:pt x="8066" y="0"/>
                  <a:pt x="7625" y="473"/>
                  <a:pt x="7625" y="1040"/>
                </a:cubicBezTo>
                <a:cubicBezTo>
                  <a:pt x="7625" y="1135"/>
                  <a:pt x="7656" y="1292"/>
                  <a:pt x="7688" y="1418"/>
                </a:cubicBezTo>
                <a:cubicBezTo>
                  <a:pt x="7278" y="1544"/>
                  <a:pt x="6963" y="1922"/>
                  <a:pt x="6963" y="2395"/>
                </a:cubicBezTo>
                <a:cubicBezTo>
                  <a:pt x="6963" y="2678"/>
                  <a:pt x="7058" y="2962"/>
                  <a:pt x="7278" y="3151"/>
                </a:cubicBezTo>
                <a:cubicBezTo>
                  <a:pt x="7373" y="3308"/>
                  <a:pt x="7530" y="3403"/>
                  <a:pt x="7751" y="3434"/>
                </a:cubicBezTo>
                <a:cubicBezTo>
                  <a:pt x="7688" y="3560"/>
                  <a:pt x="7656" y="3655"/>
                  <a:pt x="7656" y="3812"/>
                </a:cubicBezTo>
                <a:cubicBezTo>
                  <a:pt x="7656" y="3939"/>
                  <a:pt x="7688" y="4065"/>
                  <a:pt x="7751" y="4191"/>
                </a:cubicBezTo>
                <a:lnTo>
                  <a:pt x="6270" y="4191"/>
                </a:lnTo>
                <a:lnTo>
                  <a:pt x="6270" y="3812"/>
                </a:lnTo>
                <a:cubicBezTo>
                  <a:pt x="6270" y="2489"/>
                  <a:pt x="5167" y="1387"/>
                  <a:pt x="3844" y="1387"/>
                </a:cubicBezTo>
                <a:cubicBezTo>
                  <a:pt x="2490" y="1387"/>
                  <a:pt x="1387" y="2489"/>
                  <a:pt x="1387" y="3812"/>
                </a:cubicBezTo>
                <a:lnTo>
                  <a:pt x="1387" y="4191"/>
                </a:lnTo>
                <a:lnTo>
                  <a:pt x="379" y="4191"/>
                </a:lnTo>
                <a:cubicBezTo>
                  <a:pt x="158" y="4191"/>
                  <a:pt x="1" y="4348"/>
                  <a:pt x="1" y="4537"/>
                </a:cubicBezTo>
                <a:lnTo>
                  <a:pt x="1" y="11500"/>
                </a:lnTo>
                <a:cubicBezTo>
                  <a:pt x="1" y="11689"/>
                  <a:pt x="158" y="11846"/>
                  <a:pt x="379" y="11846"/>
                </a:cubicBezTo>
                <a:cubicBezTo>
                  <a:pt x="568" y="11846"/>
                  <a:pt x="725" y="11689"/>
                  <a:pt x="725" y="11500"/>
                </a:cubicBezTo>
                <a:lnTo>
                  <a:pt x="725" y="6301"/>
                </a:lnTo>
                <a:lnTo>
                  <a:pt x="1481" y="6301"/>
                </a:lnTo>
                <a:cubicBezTo>
                  <a:pt x="1639" y="6711"/>
                  <a:pt x="1985" y="7026"/>
                  <a:pt x="2458" y="7026"/>
                </a:cubicBezTo>
                <a:lnTo>
                  <a:pt x="3529" y="7026"/>
                </a:lnTo>
                <a:lnTo>
                  <a:pt x="3529" y="7719"/>
                </a:lnTo>
                <a:lnTo>
                  <a:pt x="3151" y="7719"/>
                </a:lnTo>
                <a:cubicBezTo>
                  <a:pt x="2237" y="7719"/>
                  <a:pt x="1387" y="8507"/>
                  <a:pt x="1387" y="9452"/>
                </a:cubicBezTo>
                <a:cubicBezTo>
                  <a:pt x="1387" y="9641"/>
                  <a:pt x="1544" y="9798"/>
                  <a:pt x="1733" y="9798"/>
                </a:cubicBezTo>
                <a:lnTo>
                  <a:pt x="3529" y="9798"/>
                </a:lnTo>
                <a:lnTo>
                  <a:pt x="3529" y="10523"/>
                </a:lnTo>
                <a:lnTo>
                  <a:pt x="2458" y="10523"/>
                </a:lnTo>
                <a:cubicBezTo>
                  <a:pt x="1859" y="10523"/>
                  <a:pt x="1418" y="10996"/>
                  <a:pt x="1418" y="11531"/>
                </a:cubicBezTo>
                <a:cubicBezTo>
                  <a:pt x="1418" y="11752"/>
                  <a:pt x="1576" y="11909"/>
                  <a:pt x="1796" y="11909"/>
                </a:cubicBezTo>
                <a:cubicBezTo>
                  <a:pt x="1985" y="11909"/>
                  <a:pt x="2143" y="11752"/>
                  <a:pt x="2143" y="11531"/>
                </a:cubicBezTo>
                <a:cubicBezTo>
                  <a:pt x="2143" y="11342"/>
                  <a:pt x="2300" y="11185"/>
                  <a:pt x="2490" y="11185"/>
                </a:cubicBezTo>
                <a:lnTo>
                  <a:pt x="3561" y="11185"/>
                </a:lnTo>
                <a:lnTo>
                  <a:pt x="3561" y="11531"/>
                </a:lnTo>
                <a:cubicBezTo>
                  <a:pt x="3561" y="11752"/>
                  <a:pt x="3718" y="11909"/>
                  <a:pt x="3907" y="11909"/>
                </a:cubicBezTo>
                <a:cubicBezTo>
                  <a:pt x="4096" y="11909"/>
                  <a:pt x="4254" y="11752"/>
                  <a:pt x="4254" y="11531"/>
                </a:cubicBezTo>
                <a:lnTo>
                  <a:pt x="4254" y="11185"/>
                </a:lnTo>
                <a:lnTo>
                  <a:pt x="5325" y="11185"/>
                </a:lnTo>
                <a:cubicBezTo>
                  <a:pt x="5514" y="11185"/>
                  <a:pt x="5672" y="11342"/>
                  <a:pt x="5672" y="11531"/>
                </a:cubicBezTo>
                <a:cubicBezTo>
                  <a:pt x="5672" y="11752"/>
                  <a:pt x="5829" y="11909"/>
                  <a:pt x="6050" y="11909"/>
                </a:cubicBezTo>
                <a:cubicBezTo>
                  <a:pt x="6239" y="11909"/>
                  <a:pt x="6396" y="11752"/>
                  <a:pt x="6396" y="11531"/>
                </a:cubicBezTo>
                <a:cubicBezTo>
                  <a:pt x="6396" y="10964"/>
                  <a:pt x="5924" y="10523"/>
                  <a:pt x="5356" y="10523"/>
                </a:cubicBezTo>
                <a:lnTo>
                  <a:pt x="4317" y="10523"/>
                </a:lnTo>
                <a:lnTo>
                  <a:pt x="4317" y="9798"/>
                </a:lnTo>
                <a:lnTo>
                  <a:pt x="6081" y="9798"/>
                </a:lnTo>
                <a:cubicBezTo>
                  <a:pt x="6270" y="9798"/>
                  <a:pt x="6428" y="9641"/>
                  <a:pt x="6428" y="9452"/>
                </a:cubicBezTo>
                <a:cubicBezTo>
                  <a:pt x="6428" y="8507"/>
                  <a:pt x="5640" y="7719"/>
                  <a:pt x="4663" y="7719"/>
                </a:cubicBezTo>
                <a:lnTo>
                  <a:pt x="4317" y="7719"/>
                </a:lnTo>
                <a:lnTo>
                  <a:pt x="4317" y="7026"/>
                </a:lnTo>
                <a:lnTo>
                  <a:pt x="5356" y="7026"/>
                </a:lnTo>
                <a:cubicBezTo>
                  <a:pt x="5798" y="7026"/>
                  <a:pt x="6207" y="6742"/>
                  <a:pt x="6365" y="6301"/>
                </a:cubicBezTo>
                <a:lnTo>
                  <a:pt x="7089" y="6301"/>
                </a:lnTo>
                <a:lnTo>
                  <a:pt x="7089" y="11500"/>
                </a:lnTo>
                <a:cubicBezTo>
                  <a:pt x="7089" y="11689"/>
                  <a:pt x="7247" y="11846"/>
                  <a:pt x="7467" y="11846"/>
                </a:cubicBezTo>
                <a:cubicBezTo>
                  <a:pt x="7656" y="11846"/>
                  <a:pt x="7814" y="11689"/>
                  <a:pt x="7814" y="11500"/>
                </a:cubicBezTo>
                <a:lnTo>
                  <a:pt x="7814" y="10492"/>
                </a:lnTo>
                <a:lnTo>
                  <a:pt x="11279" y="10492"/>
                </a:lnTo>
                <a:lnTo>
                  <a:pt x="11279" y="11500"/>
                </a:lnTo>
                <a:cubicBezTo>
                  <a:pt x="11279" y="11689"/>
                  <a:pt x="11437" y="11846"/>
                  <a:pt x="11626" y="11846"/>
                </a:cubicBezTo>
                <a:cubicBezTo>
                  <a:pt x="11815" y="11846"/>
                  <a:pt x="11972" y="11689"/>
                  <a:pt x="11972" y="11500"/>
                </a:cubicBezTo>
                <a:lnTo>
                  <a:pt x="11972" y="3151"/>
                </a:lnTo>
                <a:cubicBezTo>
                  <a:pt x="11972" y="2962"/>
                  <a:pt x="11815" y="2804"/>
                  <a:pt x="11626" y="2804"/>
                </a:cubicBezTo>
                <a:lnTo>
                  <a:pt x="11279" y="2804"/>
                </a:lnTo>
                <a:lnTo>
                  <a:pt x="11279" y="2080"/>
                </a:lnTo>
                <a:lnTo>
                  <a:pt x="11626" y="2080"/>
                </a:lnTo>
                <a:cubicBezTo>
                  <a:pt x="11815" y="2080"/>
                  <a:pt x="11972" y="1922"/>
                  <a:pt x="11972" y="1733"/>
                </a:cubicBezTo>
                <a:lnTo>
                  <a:pt x="11972" y="347"/>
                </a:lnTo>
                <a:cubicBezTo>
                  <a:pt x="11752" y="158"/>
                  <a:pt x="11594" y="0"/>
                  <a:pt x="1140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620" name="Google Shape;2620;p45"/>
          <p:cNvGrpSpPr/>
          <p:nvPr/>
        </p:nvGrpSpPr>
        <p:grpSpPr>
          <a:xfrm>
            <a:off x="7269887" y="3785931"/>
            <a:ext cx="286883" cy="184163"/>
            <a:chOff x="5411225" y="2726350"/>
            <a:chExt cx="296950" cy="190625"/>
          </a:xfrm>
        </p:grpSpPr>
        <p:sp>
          <p:nvSpPr>
            <p:cNvPr id="2621" name="Google Shape;2621;p45"/>
            <p:cNvSpPr/>
            <p:nvPr/>
          </p:nvSpPr>
          <p:spPr>
            <a:xfrm>
              <a:off x="5534100" y="2794875"/>
              <a:ext cx="52000" cy="51225"/>
            </a:xfrm>
            <a:custGeom>
              <a:rect b="b" l="l" r="r" t="t"/>
              <a:pathLst>
                <a:path extrusionOk="0" h="2049" w="2080">
                  <a:moveTo>
                    <a:pt x="1009" y="662"/>
                  </a:moveTo>
                  <a:cubicBezTo>
                    <a:pt x="1229" y="662"/>
                    <a:pt x="1387" y="851"/>
                    <a:pt x="1387" y="1040"/>
                  </a:cubicBezTo>
                  <a:cubicBezTo>
                    <a:pt x="1387" y="1229"/>
                    <a:pt x="1229" y="1387"/>
                    <a:pt x="1009" y="1387"/>
                  </a:cubicBezTo>
                  <a:cubicBezTo>
                    <a:pt x="819" y="1387"/>
                    <a:pt x="662" y="1229"/>
                    <a:pt x="662" y="1040"/>
                  </a:cubicBezTo>
                  <a:cubicBezTo>
                    <a:pt x="662" y="851"/>
                    <a:pt x="819" y="662"/>
                    <a:pt x="1009" y="662"/>
                  </a:cubicBezTo>
                  <a:close/>
                  <a:moveTo>
                    <a:pt x="1009" y="0"/>
                  </a:moveTo>
                  <a:cubicBezTo>
                    <a:pt x="441" y="0"/>
                    <a:pt x="0" y="473"/>
                    <a:pt x="0" y="1040"/>
                  </a:cubicBezTo>
                  <a:cubicBezTo>
                    <a:pt x="0" y="1639"/>
                    <a:pt x="473" y="2048"/>
                    <a:pt x="1009" y="2048"/>
                  </a:cubicBezTo>
                  <a:cubicBezTo>
                    <a:pt x="1607" y="2048"/>
                    <a:pt x="2048" y="1576"/>
                    <a:pt x="2048" y="1040"/>
                  </a:cubicBezTo>
                  <a:cubicBezTo>
                    <a:pt x="2080" y="473"/>
                    <a:pt x="1607" y="0"/>
                    <a:pt x="100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2" name="Google Shape;2622;p45"/>
            <p:cNvSpPr/>
            <p:nvPr/>
          </p:nvSpPr>
          <p:spPr>
            <a:xfrm>
              <a:off x="5411225" y="2726350"/>
              <a:ext cx="296950" cy="190625"/>
            </a:xfrm>
            <a:custGeom>
              <a:rect b="b" l="l" r="r" t="t"/>
              <a:pathLst>
                <a:path extrusionOk="0" h="7625" w="11878">
                  <a:moveTo>
                    <a:pt x="5924" y="662"/>
                  </a:moveTo>
                  <a:cubicBezTo>
                    <a:pt x="7404" y="662"/>
                    <a:pt x="8759" y="1576"/>
                    <a:pt x="9641" y="2332"/>
                  </a:cubicBezTo>
                  <a:cubicBezTo>
                    <a:pt x="9736" y="2395"/>
                    <a:pt x="9830" y="2489"/>
                    <a:pt x="9925" y="2584"/>
                  </a:cubicBezTo>
                  <a:cubicBezTo>
                    <a:pt x="8696" y="2080"/>
                    <a:pt x="7278" y="1733"/>
                    <a:pt x="5924" y="1733"/>
                  </a:cubicBezTo>
                  <a:cubicBezTo>
                    <a:pt x="4569" y="1733"/>
                    <a:pt x="3183" y="2080"/>
                    <a:pt x="1954" y="2584"/>
                  </a:cubicBezTo>
                  <a:cubicBezTo>
                    <a:pt x="2048" y="2521"/>
                    <a:pt x="2111" y="2458"/>
                    <a:pt x="2206" y="2395"/>
                  </a:cubicBezTo>
                  <a:cubicBezTo>
                    <a:pt x="3151" y="1544"/>
                    <a:pt x="4474" y="662"/>
                    <a:pt x="5924" y="662"/>
                  </a:cubicBezTo>
                  <a:close/>
                  <a:moveTo>
                    <a:pt x="5924" y="2426"/>
                  </a:moveTo>
                  <a:cubicBezTo>
                    <a:pt x="6333" y="2426"/>
                    <a:pt x="6711" y="2489"/>
                    <a:pt x="7089" y="2521"/>
                  </a:cubicBezTo>
                  <a:cubicBezTo>
                    <a:pt x="7467" y="2836"/>
                    <a:pt x="7656" y="3308"/>
                    <a:pt x="7656" y="3813"/>
                  </a:cubicBezTo>
                  <a:cubicBezTo>
                    <a:pt x="7656" y="4758"/>
                    <a:pt x="6869" y="5545"/>
                    <a:pt x="5924" y="5545"/>
                  </a:cubicBezTo>
                  <a:cubicBezTo>
                    <a:pt x="4978" y="5545"/>
                    <a:pt x="4191" y="4758"/>
                    <a:pt x="4191" y="3813"/>
                  </a:cubicBezTo>
                  <a:cubicBezTo>
                    <a:pt x="4191" y="3308"/>
                    <a:pt x="4411" y="2836"/>
                    <a:pt x="4789" y="2521"/>
                  </a:cubicBezTo>
                  <a:cubicBezTo>
                    <a:pt x="5136" y="2489"/>
                    <a:pt x="5545" y="2426"/>
                    <a:pt x="5924" y="2426"/>
                  </a:cubicBezTo>
                  <a:close/>
                  <a:moveTo>
                    <a:pt x="3781" y="2710"/>
                  </a:moveTo>
                  <a:lnTo>
                    <a:pt x="3781" y="2710"/>
                  </a:lnTo>
                  <a:cubicBezTo>
                    <a:pt x="3624" y="3056"/>
                    <a:pt x="3498" y="3434"/>
                    <a:pt x="3498" y="3813"/>
                  </a:cubicBezTo>
                  <a:cubicBezTo>
                    <a:pt x="3498" y="5167"/>
                    <a:pt x="4600" y="6270"/>
                    <a:pt x="5924" y="6270"/>
                  </a:cubicBezTo>
                  <a:cubicBezTo>
                    <a:pt x="7278" y="6270"/>
                    <a:pt x="8381" y="5167"/>
                    <a:pt x="8381" y="3813"/>
                  </a:cubicBezTo>
                  <a:cubicBezTo>
                    <a:pt x="8381" y="3434"/>
                    <a:pt x="8286" y="3056"/>
                    <a:pt x="8097" y="2710"/>
                  </a:cubicBezTo>
                  <a:lnTo>
                    <a:pt x="8097" y="2710"/>
                  </a:lnTo>
                  <a:cubicBezTo>
                    <a:pt x="9137" y="2993"/>
                    <a:pt x="10145" y="3434"/>
                    <a:pt x="11027" y="3907"/>
                  </a:cubicBezTo>
                  <a:cubicBezTo>
                    <a:pt x="10744" y="4222"/>
                    <a:pt x="10240" y="4789"/>
                    <a:pt x="9547" y="5356"/>
                  </a:cubicBezTo>
                  <a:cubicBezTo>
                    <a:pt x="8601" y="6144"/>
                    <a:pt x="7310" y="6932"/>
                    <a:pt x="5924" y="6932"/>
                  </a:cubicBezTo>
                  <a:cubicBezTo>
                    <a:pt x="4474" y="6932"/>
                    <a:pt x="3088" y="6018"/>
                    <a:pt x="2237" y="5262"/>
                  </a:cubicBezTo>
                  <a:cubicBezTo>
                    <a:pt x="1607" y="4726"/>
                    <a:pt x="1135" y="4222"/>
                    <a:pt x="851" y="3907"/>
                  </a:cubicBezTo>
                  <a:cubicBezTo>
                    <a:pt x="1733" y="3371"/>
                    <a:pt x="2710" y="2962"/>
                    <a:pt x="3781" y="2710"/>
                  </a:cubicBezTo>
                  <a:close/>
                  <a:moveTo>
                    <a:pt x="5924" y="0"/>
                  </a:moveTo>
                  <a:cubicBezTo>
                    <a:pt x="4411" y="0"/>
                    <a:pt x="2931" y="820"/>
                    <a:pt x="1765" y="1796"/>
                  </a:cubicBezTo>
                  <a:cubicBezTo>
                    <a:pt x="725" y="2678"/>
                    <a:pt x="95" y="3592"/>
                    <a:pt x="64" y="3624"/>
                  </a:cubicBezTo>
                  <a:cubicBezTo>
                    <a:pt x="1" y="3750"/>
                    <a:pt x="1" y="3907"/>
                    <a:pt x="64" y="4002"/>
                  </a:cubicBezTo>
                  <a:cubicBezTo>
                    <a:pt x="95" y="4065"/>
                    <a:pt x="725" y="4915"/>
                    <a:pt x="1765" y="5829"/>
                  </a:cubicBezTo>
                  <a:cubicBezTo>
                    <a:pt x="2931" y="6805"/>
                    <a:pt x="4348" y="7625"/>
                    <a:pt x="5924" y="7625"/>
                  </a:cubicBezTo>
                  <a:cubicBezTo>
                    <a:pt x="7436" y="7625"/>
                    <a:pt x="8759" y="6900"/>
                    <a:pt x="9925" y="5955"/>
                  </a:cubicBezTo>
                  <a:cubicBezTo>
                    <a:pt x="10712" y="5325"/>
                    <a:pt x="11374" y="4600"/>
                    <a:pt x="11815" y="4002"/>
                  </a:cubicBezTo>
                  <a:cubicBezTo>
                    <a:pt x="11878" y="3907"/>
                    <a:pt x="11878" y="3750"/>
                    <a:pt x="11815" y="3624"/>
                  </a:cubicBezTo>
                  <a:cubicBezTo>
                    <a:pt x="11752" y="3592"/>
                    <a:pt x="11122" y="2710"/>
                    <a:pt x="10114" y="1796"/>
                  </a:cubicBezTo>
                  <a:cubicBezTo>
                    <a:pt x="8916" y="820"/>
                    <a:pt x="7499" y="0"/>
                    <a:pt x="592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23" name="Google Shape;2623;p45"/>
          <p:cNvGrpSpPr/>
          <p:nvPr/>
        </p:nvGrpSpPr>
        <p:grpSpPr>
          <a:xfrm>
            <a:off x="6821259" y="1993057"/>
            <a:ext cx="297535" cy="285579"/>
            <a:chOff x="2140225" y="2318650"/>
            <a:chExt cx="307975" cy="295600"/>
          </a:xfrm>
        </p:grpSpPr>
        <p:sp>
          <p:nvSpPr>
            <p:cNvPr id="2624" name="Google Shape;2624;p45"/>
            <p:cNvSpPr/>
            <p:nvPr/>
          </p:nvSpPr>
          <p:spPr>
            <a:xfrm>
              <a:off x="2281200" y="2353025"/>
              <a:ext cx="104000" cy="121300"/>
            </a:xfrm>
            <a:custGeom>
              <a:rect b="b" l="l" r="r" t="t"/>
              <a:pathLst>
                <a:path extrusionOk="0" h="4852" w="4160">
                  <a:moveTo>
                    <a:pt x="2080" y="662"/>
                  </a:moveTo>
                  <a:cubicBezTo>
                    <a:pt x="2490" y="662"/>
                    <a:pt x="2805" y="977"/>
                    <a:pt x="2805" y="1386"/>
                  </a:cubicBezTo>
                  <a:cubicBezTo>
                    <a:pt x="2805" y="1764"/>
                    <a:pt x="2490" y="2079"/>
                    <a:pt x="2080" y="2079"/>
                  </a:cubicBezTo>
                  <a:cubicBezTo>
                    <a:pt x="1702" y="2079"/>
                    <a:pt x="1387" y="1764"/>
                    <a:pt x="1387" y="1386"/>
                  </a:cubicBezTo>
                  <a:cubicBezTo>
                    <a:pt x="1387" y="977"/>
                    <a:pt x="1702" y="662"/>
                    <a:pt x="2080" y="662"/>
                  </a:cubicBezTo>
                  <a:close/>
                  <a:moveTo>
                    <a:pt x="2080" y="2773"/>
                  </a:moveTo>
                  <a:cubicBezTo>
                    <a:pt x="2836" y="2773"/>
                    <a:pt x="3466" y="3403"/>
                    <a:pt x="3466" y="4127"/>
                  </a:cubicBezTo>
                  <a:lnTo>
                    <a:pt x="662" y="4127"/>
                  </a:lnTo>
                  <a:cubicBezTo>
                    <a:pt x="662" y="3403"/>
                    <a:pt x="1293" y="2773"/>
                    <a:pt x="2080" y="2773"/>
                  </a:cubicBezTo>
                  <a:close/>
                  <a:moveTo>
                    <a:pt x="2112" y="0"/>
                  </a:moveTo>
                  <a:cubicBezTo>
                    <a:pt x="1387" y="0"/>
                    <a:pt x="757" y="630"/>
                    <a:pt x="757" y="1386"/>
                  </a:cubicBezTo>
                  <a:cubicBezTo>
                    <a:pt x="757" y="1733"/>
                    <a:pt x="915" y="2079"/>
                    <a:pt x="1135" y="2332"/>
                  </a:cubicBezTo>
                  <a:cubicBezTo>
                    <a:pt x="505" y="2678"/>
                    <a:pt x="64" y="3340"/>
                    <a:pt x="64" y="4127"/>
                  </a:cubicBezTo>
                  <a:lnTo>
                    <a:pt x="64" y="4505"/>
                  </a:lnTo>
                  <a:cubicBezTo>
                    <a:pt x="1" y="4694"/>
                    <a:pt x="158" y="4852"/>
                    <a:pt x="347" y="4852"/>
                  </a:cubicBezTo>
                  <a:lnTo>
                    <a:pt x="3813" y="4852"/>
                  </a:lnTo>
                  <a:cubicBezTo>
                    <a:pt x="4002" y="4852"/>
                    <a:pt x="4160" y="4694"/>
                    <a:pt x="4160" y="4505"/>
                  </a:cubicBezTo>
                  <a:lnTo>
                    <a:pt x="4160" y="4127"/>
                  </a:lnTo>
                  <a:cubicBezTo>
                    <a:pt x="4160" y="3340"/>
                    <a:pt x="3750" y="2678"/>
                    <a:pt x="3120" y="2332"/>
                  </a:cubicBezTo>
                  <a:cubicBezTo>
                    <a:pt x="3340" y="2079"/>
                    <a:pt x="3498" y="1733"/>
                    <a:pt x="3498" y="1386"/>
                  </a:cubicBezTo>
                  <a:cubicBezTo>
                    <a:pt x="3498" y="630"/>
                    <a:pt x="2868" y="0"/>
                    <a:pt x="211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5" name="Google Shape;2625;p45"/>
            <p:cNvSpPr/>
            <p:nvPr/>
          </p:nvSpPr>
          <p:spPr>
            <a:xfrm>
              <a:off x="2140225" y="2318650"/>
              <a:ext cx="307975" cy="295600"/>
            </a:xfrm>
            <a:custGeom>
              <a:rect b="b" l="l" r="r" t="t"/>
              <a:pathLst>
                <a:path extrusionOk="0" h="11824" w="12319">
                  <a:moveTo>
                    <a:pt x="7712" y="682"/>
                  </a:moveTo>
                  <a:cubicBezTo>
                    <a:pt x="8607" y="682"/>
                    <a:pt x="9499" y="1029"/>
                    <a:pt x="10177" y="1690"/>
                  </a:cubicBezTo>
                  <a:cubicBezTo>
                    <a:pt x="11468" y="2982"/>
                    <a:pt x="11531" y="5187"/>
                    <a:pt x="10177" y="6573"/>
                  </a:cubicBezTo>
                  <a:cubicBezTo>
                    <a:pt x="9500" y="7266"/>
                    <a:pt x="8627" y="7590"/>
                    <a:pt x="7754" y="7590"/>
                  </a:cubicBezTo>
                  <a:cubicBezTo>
                    <a:pt x="6839" y="7590"/>
                    <a:pt x="5923" y="7234"/>
                    <a:pt x="5230" y="6573"/>
                  </a:cubicBezTo>
                  <a:cubicBezTo>
                    <a:pt x="3939" y="5282"/>
                    <a:pt x="3876" y="3045"/>
                    <a:pt x="5325" y="1659"/>
                  </a:cubicBezTo>
                  <a:cubicBezTo>
                    <a:pt x="6001" y="997"/>
                    <a:pt x="6858" y="682"/>
                    <a:pt x="7712" y="682"/>
                  </a:cubicBezTo>
                  <a:close/>
                  <a:moveTo>
                    <a:pt x="4128" y="6258"/>
                  </a:moveTo>
                  <a:cubicBezTo>
                    <a:pt x="4285" y="6573"/>
                    <a:pt x="4537" y="6857"/>
                    <a:pt x="4758" y="7078"/>
                  </a:cubicBezTo>
                  <a:cubicBezTo>
                    <a:pt x="5010" y="7330"/>
                    <a:pt x="5293" y="7550"/>
                    <a:pt x="5577" y="7708"/>
                  </a:cubicBezTo>
                  <a:lnTo>
                    <a:pt x="5136" y="8180"/>
                  </a:lnTo>
                  <a:cubicBezTo>
                    <a:pt x="5073" y="8243"/>
                    <a:pt x="4978" y="8275"/>
                    <a:pt x="4888" y="8275"/>
                  </a:cubicBezTo>
                  <a:cubicBezTo>
                    <a:pt x="4797" y="8275"/>
                    <a:pt x="4710" y="8243"/>
                    <a:pt x="4663" y="8180"/>
                  </a:cubicBezTo>
                  <a:lnTo>
                    <a:pt x="3655" y="7204"/>
                  </a:lnTo>
                  <a:cubicBezTo>
                    <a:pt x="3498" y="7078"/>
                    <a:pt x="3498" y="6857"/>
                    <a:pt x="3655" y="6731"/>
                  </a:cubicBezTo>
                  <a:lnTo>
                    <a:pt x="4128" y="6258"/>
                  </a:lnTo>
                  <a:close/>
                  <a:moveTo>
                    <a:pt x="3403" y="7960"/>
                  </a:moveTo>
                  <a:lnTo>
                    <a:pt x="3876" y="8432"/>
                  </a:lnTo>
                  <a:lnTo>
                    <a:pt x="3309" y="8968"/>
                  </a:lnTo>
                  <a:lnTo>
                    <a:pt x="2836" y="8495"/>
                  </a:lnTo>
                  <a:lnTo>
                    <a:pt x="3403" y="7960"/>
                  </a:lnTo>
                  <a:close/>
                  <a:moveTo>
                    <a:pt x="2363" y="8968"/>
                  </a:moveTo>
                  <a:lnTo>
                    <a:pt x="2836" y="9440"/>
                  </a:lnTo>
                  <a:lnTo>
                    <a:pt x="1292" y="10984"/>
                  </a:lnTo>
                  <a:cubicBezTo>
                    <a:pt x="1245" y="11047"/>
                    <a:pt x="1158" y="11079"/>
                    <a:pt x="1068" y="11079"/>
                  </a:cubicBezTo>
                  <a:cubicBezTo>
                    <a:pt x="977" y="11079"/>
                    <a:pt x="883" y="11047"/>
                    <a:pt x="820" y="10984"/>
                  </a:cubicBezTo>
                  <a:cubicBezTo>
                    <a:pt x="725" y="10858"/>
                    <a:pt x="725" y="10669"/>
                    <a:pt x="820" y="10512"/>
                  </a:cubicBezTo>
                  <a:lnTo>
                    <a:pt x="2363" y="8968"/>
                  </a:lnTo>
                  <a:close/>
                  <a:moveTo>
                    <a:pt x="7731" y="1"/>
                  </a:moveTo>
                  <a:cubicBezTo>
                    <a:pt x="6669" y="1"/>
                    <a:pt x="5604" y="403"/>
                    <a:pt x="4789" y="1218"/>
                  </a:cubicBezTo>
                  <a:cubicBezTo>
                    <a:pt x="3592" y="2446"/>
                    <a:pt x="3309" y="4179"/>
                    <a:pt x="3844" y="5628"/>
                  </a:cubicBezTo>
                  <a:lnTo>
                    <a:pt x="3182" y="6290"/>
                  </a:lnTo>
                  <a:cubicBezTo>
                    <a:pt x="2867" y="6605"/>
                    <a:pt x="2804" y="7078"/>
                    <a:pt x="2993" y="7487"/>
                  </a:cubicBezTo>
                  <a:lnTo>
                    <a:pt x="410" y="10071"/>
                  </a:lnTo>
                  <a:cubicBezTo>
                    <a:pt x="0" y="10480"/>
                    <a:pt x="0" y="11142"/>
                    <a:pt x="410" y="11520"/>
                  </a:cubicBezTo>
                  <a:cubicBezTo>
                    <a:pt x="580" y="11721"/>
                    <a:pt x="826" y="11823"/>
                    <a:pt x="1081" y="11823"/>
                  </a:cubicBezTo>
                  <a:cubicBezTo>
                    <a:pt x="1345" y="11823"/>
                    <a:pt x="1619" y="11713"/>
                    <a:pt x="1828" y="11488"/>
                  </a:cubicBezTo>
                  <a:lnTo>
                    <a:pt x="4411" y="8905"/>
                  </a:lnTo>
                  <a:cubicBezTo>
                    <a:pt x="4565" y="8976"/>
                    <a:pt x="4727" y="9011"/>
                    <a:pt x="4887" y="9011"/>
                  </a:cubicBezTo>
                  <a:cubicBezTo>
                    <a:pt x="5153" y="9011"/>
                    <a:pt x="5411" y="8913"/>
                    <a:pt x="5608" y="8716"/>
                  </a:cubicBezTo>
                  <a:lnTo>
                    <a:pt x="6270" y="8023"/>
                  </a:lnTo>
                  <a:cubicBezTo>
                    <a:pt x="6736" y="8205"/>
                    <a:pt x="7231" y="8296"/>
                    <a:pt x="7729" y="8296"/>
                  </a:cubicBezTo>
                  <a:cubicBezTo>
                    <a:pt x="8781" y="8296"/>
                    <a:pt x="9847" y="7890"/>
                    <a:pt x="10681" y="7078"/>
                  </a:cubicBezTo>
                  <a:cubicBezTo>
                    <a:pt x="12319" y="5439"/>
                    <a:pt x="12287" y="2793"/>
                    <a:pt x="10681" y="1218"/>
                  </a:cubicBezTo>
                  <a:cubicBezTo>
                    <a:pt x="9873" y="410"/>
                    <a:pt x="8804" y="1"/>
                    <a:pt x="773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26" name="Google Shape;2626;p45"/>
          <p:cNvGrpSpPr/>
          <p:nvPr/>
        </p:nvGrpSpPr>
        <p:grpSpPr>
          <a:xfrm>
            <a:off x="6825811" y="2430756"/>
            <a:ext cx="288429" cy="286111"/>
            <a:chOff x="2139425" y="2682250"/>
            <a:chExt cx="298550" cy="296150"/>
          </a:xfrm>
        </p:grpSpPr>
        <p:sp>
          <p:nvSpPr>
            <p:cNvPr id="2627" name="Google Shape;2627;p45"/>
            <p:cNvSpPr/>
            <p:nvPr/>
          </p:nvSpPr>
          <p:spPr>
            <a:xfrm>
              <a:off x="2139425" y="2787000"/>
              <a:ext cx="159125" cy="191400"/>
            </a:xfrm>
            <a:custGeom>
              <a:rect b="b" l="l" r="r" t="t"/>
              <a:pathLst>
                <a:path extrusionOk="0" h="7656" w="6365">
                  <a:moveTo>
                    <a:pt x="3214" y="630"/>
                  </a:moveTo>
                  <a:cubicBezTo>
                    <a:pt x="3813" y="630"/>
                    <a:pt x="4286" y="1103"/>
                    <a:pt x="4286" y="1670"/>
                  </a:cubicBezTo>
                  <a:cubicBezTo>
                    <a:pt x="4286" y="2206"/>
                    <a:pt x="3813" y="2678"/>
                    <a:pt x="3214" y="2678"/>
                  </a:cubicBezTo>
                  <a:cubicBezTo>
                    <a:pt x="2647" y="2678"/>
                    <a:pt x="2175" y="2206"/>
                    <a:pt x="2175" y="1670"/>
                  </a:cubicBezTo>
                  <a:cubicBezTo>
                    <a:pt x="2175" y="1166"/>
                    <a:pt x="2647" y="630"/>
                    <a:pt x="3214" y="630"/>
                  </a:cubicBezTo>
                  <a:close/>
                  <a:moveTo>
                    <a:pt x="3183" y="3403"/>
                  </a:moveTo>
                  <a:cubicBezTo>
                    <a:pt x="4538" y="3403"/>
                    <a:pt x="5609" y="4506"/>
                    <a:pt x="5609" y="5829"/>
                  </a:cubicBezTo>
                  <a:lnTo>
                    <a:pt x="5609" y="6931"/>
                  </a:lnTo>
                  <a:lnTo>
                    <a:pt x="757" y="6931"/>
                  </a:lnTo>
                  <a:lnTo>
                    <a:pt x="757" y="5829"/>
                  </a:lnTo>
                  <a:cubicBezTo>
                    <a:pt x="757" y="4506"/>
                    <a:pt x="1860" y="3403"/>
                    <a:pt x="3183" y="3403"/>
                  </a:cubicBezTo>
                  <a:close/>
                  <a:moveTo>
                    <a:pt x="3183" y="0"/>
                  </a:moveTo>
                  <a:cubicBezTo>
                    <a:pt x="2238" y="0"/>
                    <a:pt x="1419" y="788"/>
                    <a:pt x="1419" y="1733"/>
                  </a:cubicBezTo>
                  <a:cubicBezTo>
                    <a:pt x="1419" y="2206"/>
                    <a:pt x="1608" y="2678"/>
                    <a:pt x="1954" y="2993"/>
                  </a:cubicBezTo>
                  <a:cubicBezTo>
                    <a:pt x="820" y="3466"/>
                    <a:pt x="1" y="4569"/>
                    <a:pt x="1" y="5892"/>
                  </a:cubicBezTo>
                  <a:lnTo>
                    <a:pt x="1" y="7309"/>
                  </a:lnTo>
                  <a:cubicBezTo>
                    <a:pt x="64" y="7498"/>
                    <a:pt x="222" y="7656"/>
                    <a:pt x="442" y="7656"/>
                  </a:cubicBezTo>
                  <a:lnTo>
                    <a:pt x="6018" y="7656"/>
                  </a:lnTo>
                  <a:cubicBezTo>
                    <a:pt x="6207" y="7656"/>
                    <a:pt x="6365" y="7498"/>
                    <a:pt x="6365" y="7309"/>
                  </a:cubicBezTo>
                  <a:lnTo>
                    <a:pt x="6365" y="5892"/>
                  </a:lnTo>
                  <a:cubicBezTo>
                    <a:pt x="6365" y="4569"/>
                    <a:pt x="5546" y="3466"/>
                    <a:pt x="4412" y="2993"/>
                  </a:cubicBezTo>
                  <a:cubicBezTo>
                    <a:pt x="4758" y="2647"/>
                    <a:pt x="4947" y="2206"/>
                    <a:pt x="4947" y="1733"/>
                  </a:cubicBezTo>
                  <a:cubicBezTo>
                    <a:pt x="4947" y="788"/>
                    <a:pt x="4160" y="0"/>
                    <a:pt x="318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8" name="Google Shape;2628;p45"/>
            <p:cNvSpPr/>
            <p:nvPr/>
          </p:nvSpPr>
          <p:spPr>
            <a:xfrm>
              <a:off x="2280425" y="2682250"/>
              <a:ext cx="157550" cy="155975"/>
            </a:xfrm>
            <a:custGeom>
              <a:rect b="b" l="l" r="r" t="t"/>
              <a:pathLst>
                <a:path extrusionOk="0" h="6239" w="6302">
                  <a:moveTo>
                    <a:pt x="3182" y="662"/>
                  </a:moveTo>
                  <a:cubicBezTo>
                    <a:pt x="4506" y="662"/>
                    <a:pt x="5608" y="1764"/>
                    <a:pt x="5608" y="3088"/>
                  </a:cubicBezTo>
                  <a:cubicBezTo>
                    <a:pt x="5577" y="4442"/>
                    <a:pt x="4474" y="5545"/>
                    <a:pt x="3151" y="5545"/>
                  </a:cubicBezTo>
                  <a:cubicBezTo>
                    <a:pt x="2710" y="5545"/>
                    <a:pt x="2300" y="5419"/>
                    <a:pt x="1954" y="5230"/>
                  </a:cubicBezTo>
                  <a:cubicBezTo>
                    <a:pt x="1891" y="5198"/>
                    <a:pt x="1796" y="5198"/>
                    <a:pt x="1733" y="5198"/>
                  </a:cubicBezTo>
                  <a:lnTo>
                    <a:pt x="946" y="5388"/>
                  </a:lnTo>
                  <a:lnTo>
                    <a:pt x="1166" y="4663"/>
                  </a:lnTo>
                  <a:cubicBezTo>
                    <a:pt x="1198" y="4568"/>
                    <a:pt x="1166" y="4474"/>
                    <a:pt x="1135" y="4411"/>
                  </a:cubicBezTo>
                  <a:cubicBezTo>
                    <a:pt x="883" y="4001"/>
                    <a:pt x="725" y="3560"/>
                    <a:pt x="725" y="3088"/>
                  </a:cubicBezTo>
                  <a:cubicBezTo>
                    <a:pt x="725" y="1764"/>
                    <a:pt x="1828" y="662"/>
                    <a:pt x="3182" y="662"/>
                  </a:cubicBezTo>
                  <a:close/>
                  <a:moveTo>
                    <a:pt x="3151" y="0"/>
                  </a:moveTo>
                  <a:cubicBezTo>
                    <a:pt x="1418" y="0"/>
                    <a:pt x="32" y="1418"/>
                    <a:pt x="32" y="3088"/>
                  </a:cubicBezTo>
                  <a:cubicBezTo>
                    <a:pt x="32" y="3655"/>
                    <a:pt x="158" y="4159"/>
                    <a:pt x="410" y="4631"/>
                  </a:cubicBezTo>
                  <a:lnTo>
                    <a:pt x="32" y="5766"/>
                  </a:lnTo>
                  <a:cubicBezTo>
                    <a:pt x="0" y="5892"/>
                    <a:pt x="32" y="6018"/>
                    <a:pt x="95" y="6144"/>
                  </a:cubicBezTo>
                  <a:cubicBezTo>
                    <a:pt x="189" y="6207"/>
                    <a:pt x="315" y="6238"/>
                    <a:pt x="473" y="6238"/>
                  </a:cubicBezTo>
                  <a:lnTo>
                    <a:pt x="1765" y="5923"/>
                  </a:lnTo>
                  <a:cubicBezTo>
                    <a:pt x="2206" y="6175"/>
                    <a:pt x="2678" y="6238"/>
                    <a:pt x="3182" y="6238"/>
                  </a:cubicBezTo>
                  <a:cubicBezTo>
                    <a:pt x="4915" y="6238"/>
                    <a:pt x="6301" y="4820"/>
                    <a:pt x="6301" y="3151"/>
                  </a:cubicBezTo>
                  <a:cubicBezTo>
                    <a:pt x="6238" y="1418"/>
                    <a:pt x="4884" y="0"/>
                    <a:pt x="315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9" name="Google Shape;2629;p45"/>
            <p:cNvSpPr/>
            <p:nvPr/>
          </p:nvSpPr>
          <p:spPr>
            <a:xfrm>
              <a:off x="2349725" y="2725550"/>
              <a:ext cx="18150" cy="17375"/>
            </a:xfrm>
            <a:custGeom>
              <a:rect b="b" l="l" r="r" t="t"/>
              <a:pathLst>
                <a:path extrusionOk="0" h="695" w="726">
                  <a:moveTo>
                    <a:pt x="379" y="1"/>
                  </a:moveTo>
                  <a:cubicBezTo>
                    <a:pt x="158" y="1"/>
                    <a:pt x="1" y="158"/>
                    <a:pt x="1" y="348"/>
                  </a:cubicBezTo>
                  <a:cubicBezTo>
                    <a:pt x="1" y="537"/>
                    <a:pt x="158" y="694"/>
                    <a:pt x="379" y="694"/>
                  </a:cubicBezTo>
                  <a:cubicBezTo>
                    <a:pt x="568" y="694"/>
                    <a:pt x="725" y="537"/>
                    <a:pt x="725" y="348"/>
                  </a:cubicBezTo>
                  <a:cubicBezTo>
                    <a:pt x="725" y="158"/>
                    <a:pt x="568" y="1"/>
                    <a:pt x="37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0" name="Google Shape;2630;p45"/>
            <p:cNvSpPr/>
            <p:nvPr/>
          </p:nvSpPr>
          <p:spPr>
            <a:xfrm>
              <a:off x="2349725" y="2751550"/>
              <a:ext cx="18150" cy="52800"/>
            </a:xfrm>
            <a:custGeom>
              <a:rect b="b" l="l" r="r" t="t"/>
              <a:pathLst>
                <a:path extrusionOk="0" h="2112" w="726">
                  <a:moveTo>
                    <a:pt x="379" y="1"/>
                  </a:moveTo>
                  <a:cubicBezTo>
                    <a:pt x="158" y="1"/>
                    <a:pt x="1" y="158"/>
                    <a:pt x="1" y="379"/>
                  </a:cubicBezTo>
                  <a:lnTo>
                    <a:pt x="1" y="1733"/>
                  </a:lnTo>
                  <a:cubicBezTo>
                    <a:pt x="1" y="1954"/>
                    <a:pt x="158" y="2111"/>
                    <a:pt x="379" y="2111"/>
                  </a:cubicBezTo>
                  <a:cubicBezTo>
                    <a:pt x="568" y="2111"/>
                    <a:pt x="725" y="1954"/>
                    <a:pt x="725" y="1733"/>
                  </a:cubicBezTo>
                  <a:lnTo>
                    <a:pt x="725" y="379"/>
                  </a:lnTo>
                  <a:cubicBezTo>
                    <a:pt x="725" y="158"/>
                    <a:pt x="568" y="1"/>
                    <a:pt x="37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1" name="Google Shape;2631;p45"/>
          <p:cNvGrpSpPr/>
          <p:nvPr/>
        </p:nvGrpSpPr>
        <p:grpSpPr>
          <a:xfrm>
            <a:off x="5520953" y="2903083"/>
            <a:ext cx="286908" cy="216889"/>
            <a:chOff x="3962775" y="1990700"/>
            <a:chExt cx="296975" cy="224500"/>
          </a:xfrm>
        </p:grpSpPr>
        <p:sp>
          <p:nvSpPr>
            <p:cNvPr id="2632" name="Google Shape;2632;p45"/>
            <p:cNvSpPr/>
            <p:nvPr/>
          </p:nvSpPr>
          <p:spPr>
            <a:xfrm>
              <a:off x="4216400" y="2093100"/>
              <a:ext cx="43350" cy="18150"/>
            </a:xfrm>
            <a:custGeom>
              <a:rect b="b" l="l" r="r" t="t"/>
              <a:pathLst>
                <a:path extrusionOk="0" h="726" w="1734">
                  <a:moveTo>
                    <a:pt x="379" y="1"/>
                  </a:moveTo>
                  <a:cubicBezTo>
                    <a:pt x="158" y="1"/>
                    <a:pt x="1" y="158"/>
                    <a:pt x="1" y="347"/>
                  </a:cubicBezTo>
                  <a:cubicBezTo>
                    <a:pt x="1" y="568"/>
                    <a:pt x="158" y="725"/>
                    <a:pt x="379" y="725"/>
                  </a:cubicBezTo>
                  <a:lnTo>
                    <a:pt x="1387" y="725"/>
                  </a:lnTo>
                  <a:cubicBezTo>
                    <a:pt x="1576" y="725"/>
                    <a:pt x="1733" y="568"/>
                    <a:pt x="1733" y="347"/>
                  </a:cubicBezTo>
                  <a:cubicBezTo>
                    <a:pt x="1702" y="158"/>
                    <a:pt x="1544" y="1"/>
                    <a:pt x="13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3" name="Google Shape;2633;p45"/>
            <p:cNvSpPr/>
            <p:nvPr/>
          </p:nvSpPr>
          <p:spPr>
            <a:xfrm>
              <a:off x="4206950" y="2129325"/>
              <a:ext cx="35475" cy="33900"/>
            </a:xfrm>
            <a:custGeom>
              <a:rect b="b" l="l" r="r" t="t"/>
              <a:pathLst>
                <a:path extrusionOk="0" h="1356" w="1419">
                  <a:moveTo>
                    <a:pt x="351" y="1"/>
                  </a:moveTo>
                  <a:cubicBezTo>
                    <a:pt x="260" y="1"/>
                    <a:pt x="174" y="32"/>
                    <a:pt x="127" y="95"/>
                  </a:cubicBezTo>
                  <a:cubicBezTo>
                    <a:pt x="1" y="221"/>
                    <a:pt x="1" y="410"/>
                    <a:pt x="127" y="568"/>
                  </a:cubicBezTo>
                  <a:lnTo>
                    <a:pt x="820" y="1261"/>
                  </a:lnTo>
                  <a:cubicBezTo>
                    <a:pt x="883" y="1324"/>
                    <a:pt x="969" y="1356"/>
                    <a:pt x="1056" y="1356"/>
                  </a:cubicBezTo>
                  <a:cubicBezTo>
                    <a:pt x="1143" y="1356"/>
                    <a:pt x="1229" y="1324"/>
                    <a:pt x="1292" y="1261"/>
                  </a:cubicBezTo>
                  <a:cubicBezTo>
                    <a:pt x="1418" y="1166"/>
                    <a:pt x="1418" y="914"/>
                    <a:pt x="1292" y="788"/>
                  </a:cubicBezTo>
                  <a:lnTo>
                    <a:pt x="599" y="95"/>
                  </a:lnTo>
                  <a:cubicBezTo>
                    <a:pt x="536" y="32"/>
                    <a:pt x="442" y="1"/>
                    <a:pt x="35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4" name="Google Shape;2634;p45"/>
            <p:cNvSpPr/>
            <p:nvPr/>
          </p:nvSpPr>
          <p:spPr>
            <a:xfrm>
              <a:off x="4207750" y="2041900"/>
              <a:ext cx="35450" cy="34500"/>
            </a:xfrm>
            <a:custGeom>
              <a:rect b="b" l="l" r="r" t="t"/>
              <a:pathLst>
                <a:path extrusionOk="0" h="1380" w="1418">
                  <a:moveTo>
                    <a:pt x="1067" y="1"/>
                  </a:moveTo>
                  <a:cubicBezTo>
                    <a:pt x="977" y="1"/>
                    <a:pt x="882" y="32"/>
                    <a:pt x="819" y="95"/>
                  </a:cubicBezTo>
                  <a:lnTo>
                    <a:pt x="126" y="788"/>
                  </a:lnTo>
                  <a:cubicBezTo>
                    <a:pt x="0" y="914"/>
                    <a:pt x="0" y="1135"/>
                    <a:pt x="126" y="1261"/>
                  </a:cubicBezTo>
                  <a:cubicBezTo>
                    <a:pt x="189" y="1340"/>
                    <a:pt x="268" y="1379"/>
                    <a:pt x="351" y="1379"/>
                  </a:cubicBezTo>
                  <a:cubicBezTo>
                    <a:pt x="433" y="1379"/>
                    <a:pt x="520" y="1340"/>
                    <a:pt x="599" y="1261"/>
                  </a:cubicBezTo>
                  <a:lnTo>
                    <a:pt x="1292" y="568"/>
                  </a:lnTo>
                  <a:cubicBezTo>
                    <a:pt x="1418" y="442"/>
                    <a:pt x="1418" y="190"/>
                    <a:pt x="1292" y="95"/>
                  </a:cubicBezTo>
                  <a:cubicBezTo>
                    <a:pt x="1244" y="32"/>
                    <a:pt x="1158" y="1"/>
                    <a:pt x="106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5" name="Google Shape;2635;p45"/>
            <p:cNvSpPr/>
            <p:nvPr/>
          </p:nvSpPr>
          <p:spPr>
            <a:xfrm>
              <a:off x="3962775" y="1990700"/>
              <a:ext cx="226075" cy="224500"/>
            </a:xfrm>
            <a:custGeom>
              <a:rect b="b" l="l" r="r" t="t"/>
              <a:pathLst>
                <a:path extrusionOk="0" h="8980" w="9043">
                  <a:moveTo>
                    <a:pt x="1419" y="3403"/>
                  </a:moveTo>
                  <a:lnTo>
                    <a:pt x="1419" y="4790"/>
                  </a:lnTo>
                  <a:cubicBezTo>
                    <a:pt x="1009" y="4790"/>
                    <a:pt x="694" y="4506"/>
                    <a:pt x="694" y="4097"/>
                  </a:cubicBezTo>
                  <a:cubicBezTo>
                    <a:pt x="694" y="3719"/>
                    <a:pt x="1009" y="3403"/>
                    <a:pt x="1419" y="3403"/>
                  </a:cubicBezTo>
                  <a:close/>
                  <a:moveTo>
                    <a:pt x="4191" y="2710"/>
                  </a:moveTo>
                  <a:lnTo>
                    <a:pt x="4191" y="5483"/>
                  </a:lnTo>
                  <a:lnTo>
                    <a:pt x="2490" y="5483"/>
                  </a:lnTo>
                  <a:cubicBezTo>
                    <a:pt x="2269" y="5483"/>
                    <a:pt x="2112" y="5325"/>
                    <a:pt x="2112" y="5105"/>
                  </a:cubicBezTo>
                  <a:lnTo>
                    <a:pt x="2112" y="3088"/>
                  </a:lnTo>
                  <a:cubicBezTo>
                    <a:pt x="2112" y="2868"/>
                    <a:pt x="2269" y="2710"/>
                    <a:pt x="2490" y="2710"/>
                  </a:cubicBezTo>
                  <a:close/>
                  <a:moveTo>
                    <a:pt x="6995" y="1828"/>
                  </a:moveTo>
                  <a:lnTo>
                    <a:pt x="6995" y="6428"/>
                  </a:lnTo>
                  <a:cubicBezTo>
                    <a:pt x="6428" y="5924"/>
                    <a:pt x="5672" y="5609"/>
                    <a:pt x="4884" y="5514"/>
                  </a:cubicBezTo>
                  <a:lnTo>
                    <a:pt x="4884" y="2710"/>
                  </a:lnTo>
                  <a:cubicBezTo>
                    <a:pt x="5672" y="2647"/>
                    <a:pt x="6428" y="2332"/>
                    <a:pt x="6995" y="1828"/>
                  </a:cubicBezTo>
                  <a:close/>
                  <a:moveTo>
                    <a:pt x="8066" y="631"/>
                  </a:moveTo>
                  <a:cubicBezTo>
                    <a:pt x="8255" y="631"/>
                    <a:pt x="8413" y="789"/>
                    <a:pt x="8413" y="978"/>
                  </a:cubicBezTo>
                  <a:lnTo>
                    <a:pt x="8413" y="7216"/>
                  </a:lnTo>
                  <a:cubicBezTo>
                    <a:pt x="8413" y="7405"/>
                    <a:pt x="8255" y="7562"/>
                    <a:pt x="8066" y="7562"/>
                  </a:cubicBezTo>
                  <a:cubicBezTo>
                    <a:pt x="7877" y="7562"/>
                    <a:pt x="7720" y="7405"/>
                    <a:pt x="7720" y="7216"/>
                  </a:cubicBezTo>
                  <a:lnTo>
                    <a:pt x="7720" y="978"/>
                  </a:lnTo>
                  <a:cubicBezTo>
                    <a:pt x="7720" y="789"/>
                    <a:pt x="7877" y="631"/>
                    <a:pt x="8066" y="631"/>
                  </a:cubicBezTo>
                  <a:close/>
                  <a:moveTo>
                    <a:pt x="3498" y="6176"/>
                  </a:moveTo>
                  <a:lnTo>
                    <a:pt x="3498" y="7909"/>
                  </a:lnTo>
                  <a:cubicBezTo>
                    <a:pt x="3498" y="8129"/>
                    <a:pt x="3340" y="8287"/>
                    <a:pt x="3151" y="8287"/>
                  </a:cubicBezTo>
                  <a:cubicBezTo>
                    <a:pt x="2962" y="8287"/>
                    <a:pt x="2805" y="8129"/>
                    <a:pt x="2805" y="7909"/>
                  </a:cubicBezTo>
                  <a:lnTo>
                    <a:pt x="2805" y="6176"/>
                  </a:lnTo>
                  <a:close/>
                  <a:moveTo>
                    <a:pt x="8035" y="1"/>
                  </a:moveTo>
                  <a:cubicBezTo>
                    <a:pt x="7531" y="1"/>
                    <a:pt x="7090" y="411"/>
                    <a:pt x="6995" y="883"/>
                  </a:cubicBezTo>
                  <a:lnTo>
                    <a:pt x="6680" y="1198"/>
                  </a:lnTo>
                  <a:cubicBezTo>
                    <a:pt x="6144" y="1734"/>
                    <a:pt x="5325" y="2049"/>
                    <a:pt x="4538" y="2049"/>
                  </a:cubicBezTo>
                  <a:lnTo>
                    <a:pt x="2427" y="2049"/>
                  </a:lnTo>
                  <a:cubicBezTo>
                    <a:pt x="2017" y="2049"/>
                    <a:pt x="1608" y="2332"/>
                    <a:pt x="1450" y="2773"/>
                  </a:cubicBezTo>
                  <a:lnTo>
                    <a:pt x="1387" y="2773"/>
                  </a:lnTo>
                  <a:cubicBezTo>
                    <a:pt x="631" y="2773"/>
                    <a:pt x="1" y="3403"/>
                    <a:pt x="1" y="4128"/>
                  </a:cubicBezTo>
                  <a:cubicBezTo>
                    <a:pt x="1" y="4884"/>
                    <a:pt x="631" y="5514"/>
                    <a:pt x="1387" y="5514"/>
                  </a:cubicBezTo>
                  <a:lnTo>
                    <a:pt x="1450" y="5514"/>
                  </a:lnTo>
                  <a:cubicBezTo>
                    <a:pt x="1576" y="5798"/>
                    <a:pt x="1797" y="6018"/>
                    <a:pt x="2080" y="6144"/>
                  </a:cubicBezTo>
                  <a:lnTo>
                    <a:pt x="2080" y="7940"/>
                  </a:lnTo>
                  <a:cubicBezTo>
                    <a:pt x="2112" y="8507"/>
                    <a:pt x="2584" y="8980"/>
                    <a:pt x="3151" y="8980"/>
                  </a:cubicBezTo>
                  <a:cubicBezTo>
                    <a:pt x="3750" y="8980"/>
                    <a:pt x="4160" y="8507"/>
                    <a:pt x="4160" y="7972"/>
                  </a:cubicBezTo>
                  <a:lnTo>
                    <a:pt x="4160" y="6239"/>
                  </a:lnTo>
                  <a:lnTo>
                    <a:pt x="4538" y="6239"/>
                  </a:lnTo>
                  <a:cubicBezTo>
                    <a:pt x="5325" y="6239"/>
                    <a:pt x="6144" y="6554"/>
                    <a:pt x="6680" y="7090"/>
                  </a:cubicBezTo>
                  <a:lnTo>
                    <a:pt x="6995" y="7405"/>
                  </a:lnTo>
                  <a:cubicBezTo>
                    <a:pt x="7090" y="7909"/>
                    <a:pt x="7531" y="8287"/>
                    <a:pt x="8035" y="8287"/>
                  </a:cubicBezTo>
                  <a:cubicBezTo>
                    <a:pt x="8633" y="8287"/>
                    <a:pt x="9043" y="7814"/>
                    <a:pt x="9043" y="7247"/>
                  </a:cubicBezTo>
                  <a:lnTo>
                    <a:pt x="9043" y="1041"/>
                  </a:lnTo>
                  <a:cubicBezTo>
                    <a:pt x="9043" y="442"/>
                    <a:pt x="8570" y="1"/>
                    <a:pt x="803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6" name="Google Shape;2636;p45"/>
          <p:cNvGrpSpPr/>
          <p:nvPr/>
        </p:nvGrpSpPr>
        <p:grpSpPr>
          <a:xfrm>
            <a:off x="5521339" y="3306555"/>
            <a:ext cx="286135" cy="286135"/>
            <a:chOff x="3963575" y="2317575"/>
            <a:chExt cx="296175" cy="296175"/>
          </a:xfrm>
        </p:grpSpPr>
        <p:sp>
          <p:nvSpPr>
            <p:cNvPr id="2637" name="Google Shape;2637;p45"/>
            <p:cNvSpPr/>
            <p:nvPr/>
          </p:nvSpPr>
          <p:spPr>
            <a:xfrm>
              <a:off x="3963575" y="2317575"/>
              <a:ext cx="296175" cy="296175"/>
            </a:xfrm>
            <a:custGeom>
              <a:rect b="b" l="l" r="r" t="t"/>
              <a:pathLst>
                <a:path extrusionOk="0" h="11847" w="11847">
                  <a:moveTo>
                    <a:pt x="9483" y="1418"/>
                  </a:moveTo>
                  <a:cubicBezTo>
                    <a:pt x="9672" y="1418"/>
                    <a:pt x="9830" y="1576"/>
                    <a:pt x="9830" y="1765"/>
                  </a:cubicBezTo>
                  <a:lnTo>
                    <a:pt x="9830" y="2836"/>
                  </a:lnTo>
                  <a:lnTo>
                    <a:pt x="788" y="2836"/>
                  </a:lnTo>
                  <a:lnTo>
                    <a:pt x="788" y="1765"/>
                  </a:lnTo>
                  <a:lnTo>
                    <a:pt x="725" y="1765"/>
                  </a:lnTo>
                  <a:cubicBezTo>
                    <a:pt x="725" y="1576"/>
                    <a:pt x="883" y="1418"/>
                    <a:pt x="1072" y="1418"/>
                  </a:cubicBezTo>
                  <a:lnTo>
                    <a:pt x="1418" y="1418"/>
                  </a:lnTo>
                  <a:lnTo>
                    <a:pt x="1418" y="1765"/>
                  </a:lnTo>
                  <a:cubicBezTo>
                    <a:pt x="1418" y="1954"/>
                    <a:pt x="1576" y="2143"/>
                    <a:pt x="1765" y="2143"/>
                  </a:cubicBezTo>
                  <a:cubicBezTo>
                    <a:pt x="1954" y="2143"/>
                    <a:pt x="2111" y="1954"/>
                    <a:pt x="2111" y="1765"/>
                  </a:cubicBezTo>
                  <a:lnTo>
                    <a:pt x="2111" y="1418"/>
                  </a:lnTo>
                  <a:lnTo>
                    <a:pt x="3498" y="1418"/>
                  </a:lnTo>
                  <a:lnTo>
                    <a:pt x="3498" y="1765"/>
                  </a:lnTo>
                  <a:cubicBezTo>
                    <a:pt x="3498" y="1954"/>
                    <a:pt x="3655" y="2143"/>
                    <a:pt x="3844" y="2143"/>
                  </a:cubicBezTo>
                  <a:cubicBezTo>
                    <a:pt x="4065" y="2143"/>
                    <a:pt x="4222" y="1954"/>
                    <a:pt x="4222" y="1765"/>
                  </a:cubicBezTo>
                  <a:lnTo>
                    <a:pt x="4222" y="1418"/>
                  </a:lnTo>
                  <a:lnTo>
                    <a:pt x="6333" y="1418"/>
                  </a:lnTo>
                  <a:lnTo>
                    <a:pt x="6333" y="1765"/>
                  </a:lnTo>
                  <a:cubicBezTo>
                    <a:pt x="6333" y="1954"/>
                    <a:pt x="6490" y="2143"/>
                    <a:pt x="6680" y="2143"/>
                  </a:cubicBezTo>
                  <a:cubicBezTo>
                    <a:pt x="6900" y="2143"/>
                    <a:pt x="7058" y="1954"/>
                    <a:pt x="7058" y="1765"/>
                  </a:cubicBezTo>
                  <a:lnTo>
                    <a:pt x="7058" y="1418"/>
                  </a:lnTo>
                  <a:lnTo>
                    <a:pt x="8412" y="1418"/>
                  </a:lnTo>
                  <a:lnTo>
                    <a:pt x="8412" y="1765"/>
                  </a:lnTo>
                  <a:cubicBezTo>
                    <a:pt x="8412" y="1954"/>
                    <a:pt x="8570" y="2143"/>
                    <a:pt x="8790" y="2143"/>
                  </a:cubicBezTo>
                  <a:cubicBezTo>
                    <a:pt x="8979" y="2143"/>
                    <a:pt x="9137" y="1954"/>
                    <a:pt x="9137" y="1765"/>
                  </a:cubicBezTo>
                  <a:lnTo>
                    <a:pt x="9137" y="1418"/>
                  </a:lnTo>
                  <a:close/>
                  <a:moveTo>
                    <a:pt x="9767" y="3497"/>
                  </a:moveTo>
                  <a:lnTo>
                    <a:pt x="9767" y="7026"/>
                  </a:lnTo>
                  <a:cubicBezTo>
                    <a:pt x="9641" y="7026"/>
                    <a:pt x="9546" y="6963"/>
                    <a:pt x="9420" y="6963"/>
                  </a:cubicBezTo>
                  <a:cubicBezTo>
                    <a:pt x="8066" y="6963"/>
                    <a:pt x="6963" y="8066"/>
                    <a:pt x="6963" y="9420"/>
                  </a:cubicBezTo>
                  <a:cubicBezTo>
                    <a:pt x="6963" y="9546"/>
                    <a:pt x="6963" y="9641"/>
                    <a:pt x="7026" y="9767"/>
                  </a:cubicBezTo>
                  <a:lnTo>
                    <a:pt x="1040" y="9767"/>
                  </a:lnTo>
                  <a:cubicBezTo>
                    <a:pt x="820" y="9767"/>
                    <a:pt x="662" y="9609"/>
                    <a:pt x="662" y="9420"/>
                  </a:cubicBezTo>
                  <a:lnTo>
                    <a:pt x="662" y="3497"/>
                  </a:lnTo>
                  <a:close/>
                  <a:moveTo>
                    <a:pt x="9420" y="7688"/>
                  </a:moveTo>
                  <a:cubicBezTo>
                    <a:pt x="10366" y="7688"/>
                    <a:pt x="11153" y="8475"/>
                    <a:pt x="11153" y="9420"/>
                  </a:cubicBezTo>
                  <a:cubicBezTo>
                    <a:pt x="11153" y="10397"/>
                    <a:pt x="10366" y="11185"/>
                    <a:pt x="9420" y="11185"/>
                  </a:cubicBezTo>
                  <a:cubicBezTo>
                    <a:pt x="8475" y="11185"/>
                    <a:pt x="7688" y="10397"/>
                    <a:pt x="7688" y="9420"/>
                  </a:cubicBezTo>
                  <a:cubicBezTo>
                    <a:pt x="7688" y="8475"/>
                    <a:pt x="8475" y="7688"/>
                    <a:pt x="9420" y="7688"/>
                  </a:cubicBezTo>
                  <a:close/>
                  <a:moveTo>
                    <a:pt x="1733" y="0"/>
                  </a:moveTo>
                  <a:cubicBezTo>
                    <a:pt x="1544" y="0"/>
                    <a:pt x="1387" y="158"/>
                    <a:pt x="1387" y="347"/>
                  </a:cubicBezTo>
                  <a:lnTo>
                    <a:pt x="1387" y="725"/>
                  </a:lnTo>
                  <a:lnTo>
                    <a:pt x="1040" y="725"/>
                  </a:lnTo>
                  <a:cubicBezTo>
                    <a:pt x="442" y="725"/>
                    <a:pt x="0" y="1166"/>
                    <a:pt x="0" y="1733"/>
                  </a:cubicBezTo>
                  <a:lnTo>
                    <a:pt x="0" y="9389"/>
                  </a:lnTo>
                  <a:cubicBezTo>
                    <a:pt x="0" y="9956"/>
                    <a:pt x="473" y="10429"/>
                    <a:pt x="1040" y="10429"/>
                  </a:cubicBezTo>
                  <a:lnTo>
                    <a:pt x="7215" y="10429"/>
                  </a:lnTo>
                  <a:cubicBezTo>
                    <a:pt x="7593" y="11279"/>
                    <a:pt x="8444" y="11846"/>
                    <a:pt x="9420" y="11846"/>
                  </a:cubicBezTo>
                  <a:cubicBezTo>
                    <a:pt x="10744" y="11846"/>
                    <a:pt x="11846" y="10744"/>
                    <a:pt x="11846" y="9420"/>
                  </a:cubicBezTo>
                  <a:cubicBezTo>
                    <a:pt x="11846" y="8444"/>
                    <a:pt x="11311" y="7593"/>
                    <a:pt x="10492" y="7215"/>
                  </a:cubicBezTo>
                  <a:lnTo>
                    <a:pt x="10492" y="1733"/>
                  </a:lnTo>
                  <a:cubicBezTo>
                    <a:pt x="10492" y="1135"/>
                    <a:pt x="10019" y="725"/>
                    <a:pt x="9452" y="725"/>
                  </a:cubicBezTo>
                  <a:lnTo>
                    <a:pt x="9105" y="725"/>
                  </a:lnTo>
                  <a:lnTo>
                    <a:pt x="9105" y="347"/>
                  </a:lnTo>
                  <a:cubicBezTo>
                    <a:pt x="9105" y="158"/>
                    <a:pt x="8948" y="0"/>
                    <a:pt x="8759" y="0"/>
                  </a:cubicBezTo>
                  <a:cubicBezTo>
                    <a:pt x="8538" y="0"/>
                    <a:pt x="8381" y="158"/>
                    <a:pt x="8381" y="347"/>
                  </a:cubicBezTo>
                  <a:lnTo>
                    <a:pt x="8381" y="725"/>
                  </a:lnTo>
                  <a:lnTo>
                    <a:pt x="7026" y="725"/>
                  </a:lnTo>
                  <a:lnTo>
                    <a:pt x="7026" y="347"/>
                  </a:lnTo>
                  <a:cubicBezTo>
                    <a:pt x="7026" y="158"/>
                    <a:pt x="6869" y="0"/>
                    <a:pt x="6648" y="0"/>
                  </a:cubicBezTo>
                  <a:cubicBezTo>
                    <a:pt x="6459" y="0"/>
                    <a:pt x="6301" y="158"/>
                    <a:pt x="6301" y="347"/>
                  </a:cubicBezTo>
                  <a:lnTo>
                    <a:pt x="6301" y="725"/>
                  </a:lnTo>
                  <a:lnTo>
                    <a:pt x="4191" y="725"/>
                  </a:lnTo>
                  <a:lnTo>
                    <a:pt x="4191" y="347"/>
                  </a:lnTo>
                  <a:cubicBezTo>
                    <a:pt x="4191" y="158"/>
                    <a:pt x="4033" y="0"/>
                    <a:pt x="3813" y="0"/>
                  </a:cubicBezTo>
                  <a:cubicBezTo>
                    <a:pt x="3624" y="0"/>
                    <a:pt x="3466" y="158"/>
                    <a:pt x="3466" y="347"/>
                  </a:cubicBezTo>
                  <a:lnTo>
                    <a:pt x="3466" y="725"/>
                  </a:lnTo>
                  <a:lnTo>
                    <a:pt x="2080" y="725"/>
                  </a:lnTo>
                  <a:lnTo>
                    <a:pt x="2080" y="347"/>
                  </a:lnTo>
                  <a:cubicBezTo>
                    <a:pt x="2080" y="158"/>
                    <a:pt x="1922" y="0"/>
                    <a:pt x="17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8" name="Google Shape;2638;p45"/>
            <p:cNvSpPr/>
            <p:nvPr/>
          </p:nvSpPr>
          <p:spPr>
            <a:xfrm>
              <a:off x="4190400" y="2526300"/>
              <a:ext cx="34700" cy="35450"/>
            </a:xfrm>
            <a:custGeom>
              <a:rect b="b" l="l" r="r" t="t"/>
              <a:pathLst>
                <a:path extrusionOk="0" h="1418" w="1388">
                  <a:moveTo>
                    <a:pt x="347" y="0"/>
                  </a:moveTo>
                  <a:cubicBezTo>
                    <a:pt x="158" y="0"/>
                    <a:pt x="1" y="158"/>
                    <a:pt x="1" y="347"/>
                  </a:cubicBezTo>
                  <a:lnTo>
                    <a:pt x="1" y="1071"/>
                  </a:lnTo>
                  <a:cubicBezTo>
                    <a:pt x="1" y="1260"/>
                    <a:pt x="127" y="1418"/>
                    <a:pt x="347" y="1418"/>
                  </a:cubicBezTo>
                  <a:lnTo>
                    <a:pt x="1041" y="1418"/>
                  </a:lnTo>
                  <a:cubicBezTo>
                    <a:pt x="1261" y="1418"/>
                    <a:pt x="1387" y="1260"/>
                    <a:pt x="1387" y="1071"/>
                  </a:cubicBezTo>
                  <a:cubicBezTo>
                    <a:pt x="1387" y="882"/>
                    <a:pt x="1261" y="725"/>
                    <a:pt x="1041" y="725"/>
                  </a:cubicBezTo>
                  <a:lnTo>
                    <a:pt x="694" y="725"/>
                  </a:lnTo>
                  <a:lnTo>
                    <a:pt x="694" y="347"/>
                  </a:lnTo>
                  <a:cubicBezTo>
                    <a:pt x="694" y="158"/>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9" name="Google Shape;2639;p45"/>
            <p:cNvSpPr/>
            <p:nvPr/>
          </p:nvSpPr>
          <p:spPr>
            <a:xfrm>
              <a:off x="3998225" y="2421550"/>
              <a:ext cx="35475" cy="18125"/>
            </a:xfrm>
            <a:custGeom>
              <a:rect b="b" l="l" r="r" t="t"/>
              <a:pathLst>
                <a:path extrusionOk="0" h="725" w="1419">
                  <a:moveTo>
                    <a:pt x="347" y="0"/>
                  </a:moveTo>
                  <a:cubicBezTo>
                    <a:pt x="158" y="0"/>
                    <a:pt x="1" y="158"/>
                    <a:pt x="1" y="378"/>
                  </a:cubicBezTo>
                  <a:cubicBezTo>
                    <a:pt x="1" y="567"/>
                    <a:pt x="158" y="725"/>
                    <a:pt x="347" y="725"/>
                  </a:cubicBezTo>
                  <a:lnTo>
                    <a:pt x="1072" y="725"/>
                  </a:lnTo>
                  <a:cubicBezTo>
                    <a:pt x="1261" y="725"/>
                    <a:pt x="1418" y="567"/>
                    <a:pt x="1418" y="378"/>
                  </a:cubicBezTo>
                  <a:cubicBezTo>
                    <a:pt x="1418" y="158"/>
                    <a:pt x="1261" y="0"/>
                    <a:pt x="10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0" name="Google Shape;2640;p45"/>
            <p:cNvSpPr/>
            <p:nvPr/>
          </p:nvSpPr>
          <p:spPr>
            <a:xfrm>
              <a:off x="4050225" y="2421550"/>
              <a:ext cx="35450" cy="18125"/>
            </a:xfrm>
            <a:custGeom>
              <a:rect b="b" l="l" r="r" t="t"/>
              <a:pathLst>
                <a:path extrusionOk="0" h="725" w="1418">
                  <a:moveTo>
                    <a:pt x="347" y="0"/>
                  </a:moveTo>
                  <a:cubicBezTo>
                    <a:pt x="158" y="0"/>
                    <a:pt x="0" y="158"/>
                    <a:pt x="0" y="378"/>
                  </a:cubicBezTo>
                  <a:cubicBezTo>
                    <a:pt x="0" y="567"/>
                    <a:pt x="158" y="725"/>
                    <a:pt x="347" y="725"/>
                  </a:cubicBezTo>
                  <a:lnTo>
                    <a:pt x="1071" y="725"/>
                  </a:lnTo>
                  <a:cubicBezTo>
                    <a:pt x="1260" y="725"/>
                    <a:pt x="1418" y="567"/>
                    <a:pt x="1418" y="378"/>
                  </a:cubicBezTo>
                  <a:cubicBezTo>
                    <a:pt x="1418" y="158"/>
                    <a:pt x="1260" y="0"/>
                    <a:pt x="107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1" name="Google Shape;2641;p45"/>
            <p:cNvSpPr/>
            <p:nvPr/>
          </p:nvSpPr>
          <p:spPr>
            <a:xfrm>
              <a:off x="4102200" y="2421550"/>
              <a:ext cx="35475" cy="18125"/>
            </a:xfrm>
            <a:custGeom>
              <a:rect b="b" l="l" r="r" t="t"/>
              <a:pathLst>
                <a:path extrusionOk="0" h="725" w="1419">
                  <a:moveTo>
                    <a:pt x="378" y="0"/>
                  </a:moveTo>
                  <a:cubicBezTo>
                    <a:pt x="158" y="0"/>
                    <a:pt x="0" y="158"/>
                    <a:pt x="0" y="378"/>
                  </a:cubicBezTo>
                  <a:cubicBezTo>
                    <a:pt x="0" y="567"/>
                    <a:pt x="158" y="725"/>
                    <a:pt x="378" y="725"/>
                  </a:cubicBezTo>
                  <a:lnTo>
                    <a:pt x="1072" y="725"/>
                  </a:lnTo>
                  <a:cubicBezTo>
                    <a:pt x="1261" y="725"/>
                    <a:pt x="1418" y="567"/>
                    <a:pt x="1418" y="378"/>
                  </a:cubicBezTo>
                  <a:cubicBezTo>
                    <a:pt x="1418" y="158"/>
                    <a:pt x="1261" y="0"/>
                    <a:pt x="10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2" name="Google Shape;2642;p45"/>
            <p:cNvSpPr/>
            <p:nvPr/>
          </p:nvSpPr>
          <p:spPr>
            <a:xfrm>
              <a:off x="4155750" y="2421550"/>
              <a:ext cx="35475" cy="18125"/>
            </a:xfrm>
            <a:custGeom>
              <a:rect b="b" l="l" r="r" t="t"/>
              <a:pathLst>
                <a:path extrusionOk="0" h="725" w="1419">
                  <a:moveTo>
                    <a:pt x="347" y="0"/>
                  </a:moveTo>
                  <a:cubicBezTo>
                    <a:pt x="158" y="0"/>
                    <a:pt x="1" y="158"/>
                    <a:pt x="1" y="378"/>
                  </a:cubicBezTo>
                  <a:cubicBezTo>
                    <a:pt x="1" y="567"/>
                    <a:pt x="158" y="725"/>
                    <a:pt x="347" y="725"/>
                  </a:cubicBezTo>
                  <a:lnTo>
                    <a:pt x="1072" y="725"/>
                  </a:lnTo>
                  <a:cubicBezTo>
                    <a:pt x="1261" y="725"/>
                    <a:pt x="1418" y="567"/>
                    <a:pt x="1418" y="378"/>
                  </a:cubicBezTo>
                  <a:cubicBezTo>
                    <a:pt x="1418" y="158"/>
                    <a:pt x="1261" y="0"/>
                    <a:pt x="10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3" name="Google Shape;2643;p45"/>
            <p:cNvSpPr/>
            <p:nvPr/>
          </p:nvSpPr>
          <p:spPr>
            <a:xfrm>
              <a:off x="3998225" y="2456975"/>
              <a:ext cx="35475" cy="18150"/>
            </a:xfrm>
            <a:custGeom>
              <a:rect b="b" l="l" r="r" t="t"/>
              <a:pathLst>
                <a:path extrusionOk="0" h="726" w="1419">
                  <a:moveTo>
                    <a:pt x="347" y="1"/>
                  </a:moveTo>
                  <a:cubicBezTo>
                    <a:pt x="158" y="1"/>
                    <a:pt x="1" y="158"/>
                    <a:pt x="1" y="379"/>
                  </a:cubicBezTo>
                  <a:cubicBezTo>
                    <a:pt x="1" y="568"/>
                    <a:pt x="158" y="725"/>
                    <a:pt x="347" y="725"/>
                  </a:cubicBezTo>
                  <a:lnTo>
                    <a:pt x="1072" y="725"/>
                  </a:lnTo>
                  <a:cubicBezTo>
                    <a:pt x="1261" y="725"/>
                    <a:pt x="1418" y="568"/>
                    <a:pt x="1418" y="379"/>
                  </a:cubicBezTo>
                  <a:cubicBezTo>
                    <a:pt x="1418" y="158"/>
                    <a:pt x="1261" y="1"/>
                    <a:pt x="107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4" name="Google Shape;2644;p45"/>
            <p:cNvSpPr/>
            <p:nvPr/>
          </p:nvSpPr>
          <p:spPr>
            <a:xfrm>
              <a:off x="4050225" y="2456975"/>
              <a:ext cx="35450" cy="18150"/>
            </a:xfrm>
            <a:custGeom>
              <a:rect b="b" l="l" r="r" t="t"/>
              <a:pathLst>
                <a:path extrusionOk="0" h="726" w="1418">
                  <a:moveTo>
                    <a:pt x="347" y="1"/>
                  </a:moveTo>
                  <a:cubicBezTo>
                    <a:pt x="158" y="1"/>
                    <a:pt x="0" y="158"/>
                    <a:pt x="0" y="379"/>
                  </a:cubicBezTo>
                  <a:cubicBezTo>
                    <a:pt x="0" y="568"/>
                    <a:pt x="158" y="725"/>
                    <a:pt x="347" y="725"/>
                  </a:cubicBezTo>
                  <a:lnTo>
                    <a:pt x="1071" y="725"/>
                  </a:lnTo>
                  <a:cubicBezTo>
                    <a:pt x="1260" y="725"/>
                    <a:pt x="1418" y="568"/>
                    <a:pt x="1418" y="379"/>
                  </a:cubicBezTo>
                  <a:cubicBezTo>
                    <a:pt x="1418" y="158"/>
                    <a:pt x="1260" y="1"/>
                    <a:pt x="107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5" name="Google Shape;2645;p45"/>
            <p:cNvSpPr/>
            <p:nvPr/>
          </p:nvSpPr>
          <p:spPr>
            <a:xfrm>
              <a:off x="4102200" y="2456975"/>
              <a:ext cx="35475" cy="18150"/>
            </a:xfrm>
            <a:custGeom>
              <a:rect b="b" l="l" r="r" t="t"/>
              <a:pathLst>
                <a:path extrusionOk="0" h="726" w="1419">
                  <a:moveTo>
                    <a:pt x="378" y="1"/>
                  </a:moveTo>
                  <a:cubicBezTo>
                    <a:pt x="158" y="1"/>
                    <a:pt x="0" y="158"/>
                    <a:pt x="0" y="379"/>
                  </a:cubicBezTo>
                  <a:cubicBezTo>
                    <a:pt x="0" y="568"/>
                    <a:pt x="158" y="725"/>
                    <a:pt x="378" y="725"/>
                  </a:cubicBezTo>
                  <a:lnTo>
                    <a:pt x="1072" y="725"/>
                  </a:lnTo>
                  <a:cubicBezTo>
                    <a:pt x="1261" y="725"/>
                    <a:pt x="1418" y="568"/>
                    <a:pt x="1418" y="379"/>
                  </a:cubicBezTo>
                  <a:cubicBezTo>
                    <a:pt x="1418" y="158"/>
                    <a:pt x="1261" y="1"/>
                    <a:pt x="107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6" name="Google Shape;2646;p45"/>
            <p:cNvSpPr/>
            <p:nvPr/>
          </p:nvSpPr>
          <p:spPr>
            <a:xfrm>
              <a:off x="4155750" y="2456975"/>
              <a:ext cx="35475" cy="18150"/>
            </a:xfrm>
            <a:custGeom>
              <a:rect b="b" l="l" r="r" t="t"/>
              <a:pathLst>
                <a:path extrusionOk="0" h="726" w="1419">
                  <a:moveTo>
                    <a:pt x="347" y="1"/>
                  </a:moveTo>
                  <a:cubicBezTo>
                    <a:pt x="158" y="1"/>
                    <a:pt x="1" y="158"/>
                    <a:pt x="1" y="379"/>
                  </a:cubicBezTo>
                  <a:cubicBezTo>
                    <a:pt x="1" y="568"/>
                    <a:pt x="158" y="725"/>
                    <a:pt x="347" y="725"/>
                  </a:cubicBezTo>
                  <a:lnTo>
                    <a:pt x="1072" y="725"/>
                  </a:lnTo>
                  <a:cubicBezTo>
                    <a:pt x="1261" y="725"/>
                    <a:pt x="1418" y="568"/>
                    <a:pt x="1418" y="379"/>
                  </a:cubicBezTo>
                  <a:cubicBezTo>
                    <a:pt x="1418" y="158"/>
                    <a:pt x="1261" y="1"/>
                    <a:pt x="107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7" name="Google Shape;2647;p45"/>
            <p:cNvSpPr/>
            <p:nvPr/>
          </p:nvSpPr>
          <p:spPr>
            <a:xfrm>
              <a:off x="3998225" y="2491650"/>
              <a:ext cx="35475" cy="18125"/>
            </a:xfrm>
            <a:custGeom>
              <a:rect b="b" l="l" r="r" t="t"/>
              <a:pathLst>
                <a:path extrusionOk="0" h="725" w="1419">
                  <a:moveTo>
                    <a:pt x="347" y="0"/>
                  </a:moveTo>
                  <a:cubicBezTo>
                    <a:pt x="158" y="0"/>
                    <a:pt x="1" y="158"/>
                    <a:pt x="1" y="378"/>
                  </a:cubicBezTo>
                  <a:cubicBezTo>
                    <a:pt x="1" y="567"/>
                    <a:pt x="158" y="725"/>
                    <a:pt x="347" y="725"/>
                  </a:cubicBezTo>
                  <a:lnTo>
                    <a:pt x="1072" y="725"/>
                  </a:lnTo>
                  <a:cubicBezTo>
                    <a:pt x="1261" y="725"/>
                    <a:pt x="1418" y="567"/>
                    <a:pt x="1418" y="378"/>
                  </a:cubicBezTo>
                  <a:cubicBezTo>
                    <a:pt x="1418" y="158"/>
                    <a:pt x="1261" y="0"/>
                    <a:pt x="10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8" name="Google Shape;2648;p45"/>
            <p:cNvSpPr/>
            <p:nvPr/>
          </p:nvSpPr>
          <p:spPr>
            <a:xfrm>
              <a:off x="4050225" y="2491650"/>
              <a:ext cx="35450" cy="18125"/>
            </a:xfrm>
            <a:custGeom>
              <a:rect b="b" l="l" r="r" t="t"/>
              <a:pathLst>
                <a:path extrusionOk="0" h="725" w="1418">
                  <a:moveTo>
                    <a:pt x="347" y="0"/>
                  </a:moveTo>
                  <a:cubicBezTo>
                    <a:pt x="158" y="0"/>
                    <a:pt x="0" y="158"/>
                    <a:pt x="0" y="378"/>
                  </a:cubicBezTo>
                  <a:cubicBezTo>
                    <a:pt x="0" y="567"/>
                    <a:pt x="158" y="725"/>
                    <a:pt x="347" y="725"/>
                  </a:cubicBezTo>
                  <a:lnTo>
                    <a:pt x="1071" y="725"/>
                  </a:lnTo>
                  <a:cubicBezTo>
                    <a:pt x="1260" y="725"/>
                    <a:pt x="1418" y="567"/>
                    <a:pt x="1418" y="378"/>
                  </a:cubicBezTo>
                  <a:cubicBezTo>
                    <a:pt x="1418" y="158"/>
                    <a:pt x="1260" y="0"/>
                    <a:pt x="107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9" name="Google Shape;2649;p45"/>
            <p:cNvSpPr/>
            <p:nvPr/>
          </p:nvSpPr>
          <p:spPr>
            <a:xfrm>
              <a:off x="4102200" y="2491650"/>
              <a:ext cx="35475" cy="18125"/>
            </a:xfrm>
            <a:custGeom>
              <a:rect b="b" l="l" r="r" t="t"/>
              <a:pathLst>
                <a:path extrusionOk="0" h="725" w="1419">
                  <a:moveTo>
                    <a:pt x="378" y="0"/>
                  </a:moveTo>
                  <a:cubicBezTo>
                    <a:pt x="158" y="0"/>
                    <a:pt x="0" y="158"/>
                    <a:pt x="0" y="378"/>
                  </a:cubicBezTo>
                  <a:cubicBezTo>
                    <a:pt x="0" y="567"/>
                    <a:pt x="158" y="725"/>
                    <a:pt x="378" y="725"/>
                  </a:cubicBezTo>
                  <a:lnTo>
                    <a:pt x="1072" y="725"/>
                  </a:lnTo>
                  <a:cubicBezTo>
                    <a:pt x="1261" y="725"/>
                    <a:pt x="1418" y="567"/>
                    <a:pt x="1418" y="378"/>
                  </a:cubicBezTo>
                  <a:cubicBezTo>
                    <a:pt x="1418" y="158"/>
                    <a:pt x="1261" y="0"/>
                    <a:pt x="10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0" name="Google Shape;2650;p45"/>
            <p:cNvSpPr/>
            <p:nvPr/>
          </p:nvSpPr>
          <p:spPr>
            <a:xfrm>
              <a:off x="3998225" y="2526300"/>
              <a:ext cx="35475" cy="18125"/>
            </a:xfrm>
            <a:custGeom>
              <a:rect b="b" l="l" r="r" t="t"/>
              <a:pathLst>
                <a:path extrusionOk="0" h="725" w="1419">
                  <a:moveTo>
                    <a:pt x="347" y="0"/>
                  </a:moveTo>
                  <a:cubicBezTo>
                    <a:pt x="158" y="0"/>
                    <a:pt x="1" y="158"/>
                    <a:pt x="1" y="347"/>
                  </a:cubicBezTo>
                  <a:cubicBezTo>
                    <a:pt x="1" y="567"/>
                    <a:pt x="158" y="725"/>
                    <a:pt x="347" y="725"/>
                  </a:cubicBezTo>
                  <a:lnTo>
                    <a:pt x="1072" y="725"/>
                  </a:lnTo>
                  <a:cubicBezTo>
                    <a:pt x="1261" y="725"/>
                    <a:pt x="1418" y="567"/>
                    <a:pt x="1418" y="347"/>
                  </a:cubicBezTo>
                  <a:cubicBezTo>
                    <a:pt x="1418" y="158"/>
                    <a:pt x="1261" y="0"/>
                    <a:pt x="10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1" name="Google Shape;2651;p45"/>
            <p:cNvSpPr/>
            <p:nvPr/>
          </p:nvSpPr>
          <p:spPr>
            <a:xfrm>
              <a:off x="4050225" y="2526300"/>
              <a:ext cx="35450" cy="18125"/>
            </a:xfrm>
            <a:custGeom>
              <a:rect b="b" l="l" r="r" t="t"/>
              <a:pathLst>
                <a:path extrusionOk="0" h="725" w="1418">
                  <a:moveTo>
                    <a:pt x="347" y="0"/>
                  </a:moveTo>
                  <a:cubicBezTo>
                    <a:pt x="158" y="0"/>
                    <a:pt x="0" y="158"/>
                    <a:pt x="0" y="347"/>
                  </a:cubicBezTo>
                  <a:cubicBezTo>
                    <a:pt x="0" y="567"/>
                    <a:pt x="158" y="725"/>
                    <a:pt x="347" y="725"/>
                  </a:cubicBezTo>
                  <a:lnTo>
                    <a:pt x="1071" y="725"/>
                  </a:lnTo>
                  <a:cubicBezTo>
                    <a:pt x="1260" y="725"/>
                    <a:pt x="1418" y="567"/>
                    <a:pt x="1418" y="347"/>
                  </a:cubicBezTo>
                  <a:cubicBezTo>
                    <a:pt x="1418" y="158"/>
                    <a:pt x="1260" y="0"/>
                    <a:pt x="107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2" name="Google Shape;2652;p45"/>
            <p:cNvSpPr/>
            <p:nvPr/>
          </p:nvSpPr>
          <p:spPr>
            <a:xfrm>
              <a:off x="4102200" y="2526300"/>
              <a:ext cx="35475" cy="18125"/>
            </a:xfrm>
            <a:custGeom>
              <a:rect b="b" l="l" r="r" t="t"/>
              <a:pathLst>
                <a:path extrusionOk="0" h="725" w="1419">
                  <a:moveTo>
                    <a:pt x="378" y="0"/>
                  </a:moveTo>
                  <a:cubicBezTo>
                    <a:pt x="158" y="0"/>
                    <a:pt x="0" y="158"/>
                    <a:pt x="0" y="347"/>
                  </a:cubicBezTo>
                  <a:cubicBezTo>
                    <a:pt x="0" y="567"/>
                    <a:pt x="158" y="725"/>
                    <a:pt x="378" y="725"/>
                  </a:cubicBezTo>
                  <a:lnTo>
                    <a:pt x="1072" y="725"/>
                  </a:lnTo>
                  <a:cubicBezTo>
                    <a:pt x="1261" y="725"/>
                    <a:pt x="1418" y="567"/>
                    <a:pt x="1418" y="347"/>
                  </a:cubicBezTo>
                  <a:cubicBezTo>
                    <a:pt x="1418" y="158"/>
                    <a:pt x="1261" y="0"/>
                    <a:pt x="10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53" name="Google Shape;2653;p45"/>
          <p:cNvGrpSpPr/>
          <p:nvPr/>
        </p:nvGrpSpPr>
        <p:grpSpPr>
          <a:xfrm>
            <a:off x="5521339" y="3735332"/>
            <a:ext cx="286135" cy="285362"/>
            <a:chOff x="3962775" y="2683025"/>
            <a:chExt cx="296175" cy="295375"/>
          </a:xfrm>
        </p:grpSpPr>
        <p:sp>
          <p:nvSpPr>
            <p:cNvPr id="2654" name="Google Shape;2654;p45"/>
            <p:cNvSpPr/>
            <p:nvPr/>
          </p:nvSpPr>
          <p:spPr>
            <a:xfrm>
              <a:off x="3962775" y="2838200"/>
              <a:ext cx="296175" cy="140200"/>
            </a:xfrm>
            <a:custGeom>
              <a:rect b="b" l="l" r="r" t="t"/>
              <a:pathLst>
                <a:path extrusionOk="0" h="5608" w="11847">
                  <a:moveTo>
                    <a:pt x="3530" y="3466"/>
                  </a:moveTo>
                  <a:lnTo>
                    <a:pt x="3530" y="4883"/>
                  </a:lnTo>
                  <a:lnTo>
                    <a:pt x="757" y="4883"/>
                  </a:lnTo>
                  <a:lnTo>
                    <a:pt x="757" y="3466"/>
                  </a:lnTo>
                  <a:close/>
                  <a:moveTo>
                    <a:pt x="7688" y="725"/>
                  </a:moveTo>
                  <a:lnTo>
                    <a:pt x="7688" y="4883"/>
                  </a:lnTo>
                  <a:lnTo>
                    <a:pt x="4223" y="4883"/>
                  </a:lnTo>
                  <a:lnTo>
                    <a:pt x="4223" y="725"/>
                  </a:lnTo>
                  <a:close/>
                  <a:moveTo>
                    <a:pt x="11185" y="2111"/>
                  </a:moveTo>
                  <a:lnTo>
                    <a:pt x="11185" y="4883"/>
                  </a:lnTo>
                  <a:lnTo>
                    <a:pt x="8381" y="4883"/>
                  </a:lnTo>
                  <a:lnTo>
                    <a:pt x="8381" y="2111"/>
                  </a:lnTo>
                  <a:close/>
                  <a:moveTo>
                    <a:pt x="3845" y="0"/>
                  </a:moveTo>
                  <a:cubicBezTo>
                    <a:pt x="3656" y="0"/>
                    <a:pt x="3498" y="158"/>
                    <a:pt x="3498" y="378"/>
                  </a:cubicBezTo>
                  <a:lnTo>
                    <a:pt x="3498" y="2804"/>
                  </a:lnTo>
                  <a:lnTo>
                    <a:pt x="348" y="2804"/>
                  </a:lnTo>
                  <a:cubicBezTo>
                    <a:pt x="158" y="2804"/>
                    <a:pt x="1" y="2962"/>
                    <a:pt x="1" y="3151"/>
                  </a:cubicBezTo>
                  <a:lnTo>
                    <a:pt x="1" y="5261"/>
                  </a:lnTo>
                  <a:cubicBezTo>
                    <a:pt x="1" y="5450"/>
                    <a:pt x="158" y="5608"/>
                    <a:pt x="348" y="5608"/>
                  </a:cubicBezTo>
                  <a:lnTo>
                    <a:pt x="11500" y="5608"/>
                  </a:lnTo>
                  <a:cubicBezTo>
                    <a:pt x="11689" y="5608"/>
                    <a:pt x="11847" y="5450"/>
                    <a:pt x="11847" y="5261"/>
                  </a:cubicBezTo>
                  <a:lnTo>
                    <a:pt x="11847" y="1733"/>
                  </a:lnTo>
                  <a:cubicBezTo>
                    <a:pt x="11847" y="1544"/>
                    <a:pt x="11689" y="1386"/>
                    <a:pt x="11532" y="1386"/>
                  </a:cubicBezTo>
                  <a:lnTo>
                    <a:pt x="8381" y="1386"/>
                  </a:lnTo>
                  <a:lnTo>
                    <a:pt x="8381" y="378"/>
                  </a:lnTo>
                  <a:cubicBezTo>
                    <a:pt x="8381" y="158"/>
                    <a:pt x="8224" y="0"/>
                    <a:pt x="803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5" name="Google Shape;2655;p45"/>
            <p:cNvSpPr/>
            <p:nvPr/>
          </p:nvSpPr>
          <p:spPr>
            <a:xfrm>
              <a:off x="4051000" y="2683025"/>
              <a:ext cx="122100" cy="138650"/>
            </a:xfrm>
            <a:custGeom>
              <a:rect b="b" l="l" r="r" t="t"/>
              <a:pathLst>
                <a:path extrusionOk="0" h="5546" w="4884">
                  <a:moveTo>
                    <a:pt x="2426" y="662"/>
                  </a:moveTo>
                  <a:cubicBezTo>
                    <a:pt x="2804" y="662"/>
                    <a:pt x="3120" y="977"/>
                    <a:pt x="3120" y="1387"/>
                  </a:cubicBezTo>
                  <a:cubicBezTo>
                    <a:pt x="3120" y="1765"/>
                    <a:pt x="2804" y="2080"/>
                    <a:pt x="2426" y="2080"/>
                  </a:cubicBezTo>
                  <a:cubicBezTo>
                    <a:pt x="2017" y="2080"/>
                    <a:pt x="1702" y="1765"/>
                    <a:pt x="1702" y="1387"/>
                  </a:cubicBezTo>
                  <a:cubicBezTo>
                    <a:pt x="1702" y="977"/>
                    <a:pt x="2017" y="662"/>
                    <a:pt x="2426" y="662"/>
                  </a:cubicBezTo>
                  <a:close/>
                  <a:moveTo>
                    <a:pt x="2426" y="2742"/>
                  </a:moveTo>
                  <a:cubicBezTo>
                    <a:pt x="3340" y="2742"/>
                    <a:pt x="4128" y="3529"/>
                    <a:pt x="4128" y="4474"/>
                  </a:cubicBezTo>
                  <a:lnTo>
                    <a:pt x="4128" y="4852"/>
                  </a:lnTo>
                  <a:lnTo>
                    <a:pt x="694" y="4852"/>
                  </a:lnTo>
                  <a:lnTo>
                    <a:pt x="694" y="4474"/>
                  </a:lnTo>
                  <a:cubicBezTo>
                    <a:pt x="694" y="3498"/>
                    <a:pt x="1481" y="2742"/>
                    <a:pt x="2426" y="2742"/>
                  </a:cubicBezTo>
                  <a:close/>
                  <a:moveTo>
                    <a:pt x="2489" y="1"/>
                  </a:moveTo>
                  <a:cubicBezTo>
                    <a:pt x="1733" y="1"/>
                    <a:pt x="1103" y="631"/>
                    <a:pt x="1103" y="1387"/>
                  </a:cubicBezTo>
                  <a:cubicBezTo>
                    <a:pt x="1103" y="1733"/>
                    <a:pt x="1229" y="2049"/>
                    <a:pt x="1450" y="2269"/>
                  </a:cubicBezTo>
                  <a:cubicBezTo>
                    <a:pt x="568" y="2679"/>
                    <a:pt x="1" y="3498"/>
                    <a:pt x="1" y="4474"/>
                  </a:cubicBezTo>
                  <a:lnTo>
                    <a:pt x="1" y="5199"/>
                  </a:lnTo>
                  <a:cubicBezTo>
                    <a:pt x="1" y="5388"/>
                    <a:pt x="158" y="5546"/>
                    <a:pt x="379" y="5546"/>
                  </a:cubicBezTo>
                  <a:lnTo>
                    <a:pt x="4537" y="5546"/>
                  </a:lnTo>
                  <a:cubicBezTo>
                    <a:pt x="4726" y="5546"/>
                    <a:pt x="4884" y="5388"/>
                    <a:pt x="4884" y="5199"/>
                  </a:cubicBezTo>
                  <a:lnTo>
                    <a:pt x="4884" y="4474"/>
                  </a:lnTo>
                  <a:cubicBezTo>
                    <a:pt x="4884" y="3498"/>
                    <a:pt x="4348" y="2679"/>
                    <a:pt x="3529" y="2269"/>
                  </a:cubicBezTo>
                  <a:cubicBezTo>
                    <a:pt x="3750" y="2049"/>
                    <a:pt x="3876" y="1733"/>
                    <a:pt x="3876" y="1387"/>
                  </a:cubicBezTo>
                  <a:cubicBezTo>
                    <a:pt x="3876" y="631"/>
                    <a:pt x="3246" y="1"/>
                    <a:pt x="248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6" name="Google Shape;2656;p45"/>
            <p:cNvSpPr/>
            <p:nvPr/>
          </p:nvSpPr>
          <p:spPr>
            <a:xfrm>
              <a:off x="4084875" y="2873200"/>
              <a:ext cx="52800" cy="69775"/>
            </a:xfrm>
            <a:custGeom>
              <a:rect b="b" l="l" r="r" t="t"/>
              <a:pathLst>
                <a:path extrusionOk="0" h="2791" w="2112">
                  <a:moveTo>
                    <a:pt x="1095" y="0"/>
                  </a:moveTo>
                  <a:cubicBezTo>
                    <a:pt x="1001" y="0"/>
                    <a:pt x="903" y="28"/>
                    <a:pt x="819" y="112"/>
                  </a:cubicBezTo>
                  <a:lnTo>
                    <a:pt x="126" y="805"/>
                  </a:lnTo>
                  <a:cubicBezTo>
                    <a:pt x="0" y="931"/>
                    <a:pt x="0" y="1184"/>
                    <a:pt x="126" y="1278"/>
                  </a:cubicBezTo>
                  <a:cubicBezTo>
                    <a:pt x="205" y="1341"/>
                    <a:pt x="292" y="1373"/>
                    <a:pt x="378" y="1373"/>
                  </a:cubicBezTo>
                  <a:cubicBezTo>
                    <a:pt x="465" y="1373"/>
                    <a:pt x="552" y="1341"/>
                    <a:pt x="630" y="1278"/>
                  </a:cubicBezTo>
                  <a:lnTo>
                    <a:pt x="756" y="1184"/>
                  </a:lnTo>
                  <a:lnTo>
                    <a:pt x="756" y="2066"/>
                  </a:lnTo>
                  <a:lnTo>
                    <a:pt x="378" y="2066"/>
                  </a:lnTo>
                  <a:cubicBezTo>
                    <a:pt x="189" y="2066"/>
                    <a:pt x="32" y="2223"/>
                    <a:pt x="32" y="2444"/>
                  </a:cubicBezTo>
                  <a:cubicBezTo>
                    <a:pt x="32" y="2633"/>
                    <a:pt x="189" y="2790"/>
                    <a:pt x="378" y="2790"/>
                  </a:cubicBezTo>
                  <a:lnTo>
                    <a:pt x="1765" y="2790"/>
                  </a:lnTo>
                  <a:cubicBezTo>
                    <a:pt x="1954" y="2790"/>
                    <a:pt x="2111" y="2633"/>
                    <a:pt x="2111" y="2444"/>
                  </a:cubicBezTo>
                  <a:cubicBezTo>
                    <a:pt x="2111" y="2223"/>
                    <a:pt x="1954" y="2066"/>
                    <a:pt x="1765" y="2066"/>
                  </a:cubicBezTo>
                  <a:lnTo>
                    <a:pt x="1418" y="2066"/>
                  </a:lnTo>
                  <a:lnTo>
                    <a:pt x="1418" y="333"/>
                  </a:lnTo>
                  <a:cubicBezTo>
                    <a:pt x="1418" y="175"/>
                    <a:pt x="1323" y="81"/>
                    <a:pt x="1229" y="18"/>
                  </a:cubicBezTo>
                  <a:cubicBezTo>
                    <a:pt x="1187" y="7"/>
                    <a:pt x="1141" y="0"/>
                    <a:pt x="109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57" name="Google Shape;2657;p45"/>
          <p:cNvSpPr/>
          <p:nvPr/>
        </p:nvSpPr>
        <p:spPr>
          <a:xfrm>
            <a:off x="7704140" y="2868847"/>
            <a:ext cx="289951" cy="285362"/>
          </a:xfrm>
          <a:custGeom>
            <a:rect b="b" l="l" r="r" t="t"/>
            <a:pathLst>
              <a:path extrusionOk="0" h="11815" w="12005">
                <a:moveTo>
                  <a:pt x="6003" y="693"/>
                </a:moveTo>
                <a:cubicBezTo>
                  <a:pt x="6089" y="693"/>
                  <a:pt x="6176" y="725"/>
                  <a:pt x="6239" y="788"/>
                </a:cubicBezTo>
                <a:lnTo>
                  <a:pt x="8444" y="2993"/>
                </a:lnTo>
                <a:lnTo>
                  <a:pt x="7972" y="3466"/>
                </a:lnTo>
                <a:lnTo>
                  <a:pt x="7751" y="3214"/>
                </a:lnTo>
                <a:cubicBezTo>
                  <a:pt x="7562" y="3025"/>
                  <a:pt x="7279" y="2899"/>
                  <a:pt x="6995" y="2899"/>
                </a:cubicBezTo>
                <a:cubicBezTo>
                  <a:pt x="6711" y="2899"/>
                  <a:pt x="6459" y="3025"/>
                  <a:pt x="6239" y="3214"/>
                </a:cubicBezTo>
                <a:cubicBezTo>
                  <a:pt x="5861" y="3623"/>
                  <a:pt x="5861" y="4285"/>
                  <a:pt x="6239" y="4663"/>
                </a:cubicBezTo>
                <a:lnTo>
                  <a:pt x="6491" y="4915"/>
                </a:lnTo>
                <a:lnTo>
                  <a:pt x="6018" y="5388"/>
                </a:lnTo>
                <a:lnTo>
                  <a:pt x="5262" y="4631"/>
                </a:lnTo>
                <a:cubicBezTo>
                  <a:pt x="5199" y="4568"/>
                  <a:pt x="5113" y="4537"/>
                  <a:pt x="5026" y="4537"/>
                </a:cubicBezTo>
                <a:cubicBezTo>
                  <a:pt x="4939" y="4537"/>
                  <a:pt x="4853" y="4568"/>
                  <a:pt x="4790" y="4631"/>
                </a:cubicBezTo>
                <a:lnTo>
                  <a:pt x="4317" y="5104"/>
                </a:lnTo>
                <a:cubicBezTo>
                  <a:pt x="4254" y="5167"/>
                  <a:pt x="4167" y="5198"/>
                  <a:pt x="4081" y="5198"/>
                </a:cubicBezTo>
                <a:cubicBezTo>
                  <a:pt x="3994" y="5198"/>
                  <a:pt x="3907" y="5167"/>
                  <a:pt x="3844" y="5104"/>
                </a:cubicBezTo>
                <a:cubicBezTo>
                  <a:pt x="3718" y="4978"/>
                  <a:pt x="3718" y="4757"/>
                  <a:pt x="3844" y="4631"/>
                </a:cubicBezTo>
                <a:lnTo>
                  <a:pt x="4317" y="4159"/>
                </a:lnTo>
                <a:cubicBezTo>
                  <a:pt x="4443" y="4033"/>
                  <a:pt x="4443" y="3812"/>
                  <a:pt x="4317" y="3686"/>
                </a:cubicBezTo>
                <a:lnTo>
                  <a:pt x="3624" y="2993"/>
                </a:lnTo>
                <a:lnTo>
                  <a:pt x="5766" y="788"/>
                </a:lnTo>
                <a:cubicBezTo>
                  <a:pt x="5829" y="725"/>
                  <a:pt x="5916" y="693"/>
                  <a:pt x="6003" y="693"/>
                </a:cubicBezTo>
                <a:close/>
                <a:moveTo>
                  <a:pt x="3088" y="3466"/>
                </a:moveTo>
                <a:lnTo>
                  <a:pt x="3561" y="3938"/>
                </a:lnTo>
                <a:lnTo>
                  <a:pt x="3340" y="4159"/>
                </a:lnTo>
                <a:cubicBezTo>
                  <a:pt x="2931" y="4568"/>
                  <a:pt x="2931" y="5230"/>
                  <a:pt x="3340" y="5608"/>
                </a:cubicBezTo>
                <a:cubicBezTo>
                  <a:pt x="3529" y="5813"/>
                  <a:pt x="3797" y="5915"/>
                  <a:pt x="4065" y="5915"/>
                </a:cubicBezTo>
                <a:cubicBezTo>
                  <a:pt x="4333" y="5915"/>
                  <a:pt x="4601" y="5813"/>
                  <a:pt x="4790" y="5608"/>
                </a:cubicBezTo>
                <a:lnTo>
                  <a:pt x="5042" y="5388"/>
                </a:lnTo>
                <a:lnTo>
                  <a:pt x="5514" y="5860"/>
                </a:lnTo>
                <a:lnTo>
                  <a:pt x="4758" y="6616"/>
                </a:lnTo>
                <a:cubicBezTo>
                  <a:pt x="4632" y="6711"/>
                  <a:pt x="4632" y="6963"/>
                  <a:pt x="4758" y="7089"/>
                </a:cubicBezTo>
                <a:lnTo>
                  <a:pt x="5231" y="7561"/>
                </a:lnTo>
                <a:cubicBezTo>
                  <a:pt x="5357" y="7656"/>
                  <a:pt x="5357" y="7908"/>
                  <a:pt x="5231" y="8002"/>
                </a:cubicBezTo>
                <a:cubicBezTo>
                  <a:pt x="5168" y="8065"/>
                  <a:pt x="5081" y="8097"/>
                  <a:pt x="4994" y="8097"/>
                </a:cubicBezTo>
                <a:cubicBezTo>
                  <a:pt x="4908" y="8097"/>
                  <a:pt x="4821" y="8065"/>
                  <a:pt x="4758" y="8002"/>
                </a:cubicBezTo>
                <a:lnTo>
                  <a:pt x="4286" y="7561"/>
                </a:lnTo>
                <a:cubicBezTo>
                  <a:pt x="4223" y="7498"/>
                  <a:pt x="4136" y="7467"/>
                  <a:pt x="4049" y="7467"/>
                </a:cubicBezTo>
                <a:cubicBezTo>
                  <a:pt x="3963" y="7467"/>
                  <a:pt x="3876" y="7498"/>
                  <a:pt x="3813" y="7561"/>
                </a:cubicBezTo>
                <a:lnTo>
                  <a:pt x="3088" y="8254"/>
                </a:lnTo>
                <a:lnTo>
                  <a:pt x="883" y="6049"/>
                </a:lnTo>
                <a:cubicBezTo>
                  <a:pt x="789" y="6018"/>
                  <a:pt x="789" y="5829"/>
                  <a:pt x="883" y="5671"/>
                </a:cubicBezTo>
                <a:lnTo>
                  <a:pt x="3088" y="3466"/>
                </a:lnTo>
                <a:close/>
                <a:moveTo>
                  <a:pt x="8917" y="3529"/>
                </a:moveTo>
                <a:lnTo>
                  <a:pt x="11122" y="5671"/>
                </a:lnTo>
                <a:cubicBezTo>
                  <a:pt x="11248" y="5766"/>
                  <a:pt x="11248" y="6018"/>
                  <a:pt x="11122" y="6144"/>
                </a:cubicBezTo>
                <a:lnTo>
                  <a:pt x="8917" y="8349"/>
                </a:lnTo>
                <a:lnTo>
                  <a:pt x="8444" y="7876"/>
                </a:lnTo>
                <a:lnTo>
                  <a:pt x="8696" y="7624"/>
                </a:lnTo>
                <a:cubicBezTo>
                  <a:pt x="9074" y="7246"/>
                  <a:pt x="9074" y="6553"/>
                  <a:pt x="8696" y="6175"/>
                </a:cubicBezTo>
                <a:cubicBezTo>
                  <a:pt x="8491" y="5970"/>
                  <a:pt x="8224" y="5868"/>
                  <a:pt x="7956" y="5868"/>
                </a:cubicBezTo>
                <a:cubicBezTo>
                  <a:pt x="7688" y="5868"/>
                  <a:pt x="7420" y="5970"/>
                  <a:pt x="7216" y="6175"/>
                </a:cubicBezTo>
                <a:lnTo>
                  <a:pt x="6995" y="6396"/>
                </a:lnTo>
                <a:lnTo>
                  <a:pt x="6522" y="5923"/>
                </a:lnTo>
                <a:lnTo>
                  <a:pt x="7279" y="5198"/>
                </a:lnTo>
                <a:cubicBezTo>
                  <a:pt x="7373" y="5072"/>
                  <a:pt x="7373" y="4820"/>
                  <a:pt x="7279" y="4726"/>
                </a:cubicBezTo>
                <a:lnTo>
                  <a:pt x="6806" y="4222"/>
                </a:lnTo>
                <a:cubicBezTo>
                  <a:pt x="6680" y="4127"/>
                  <a:pt x="6680" y="3875"/>
                  <a:pt x="6806" y="3749"/>
                </a:cubicBezTo>
                <a:cubicBezTo>
                  <a:pt x="6869" y="3686"/>
                  <a:pt x="6963" y="3655"/>
                  <a:pt x="7026" y="3655"/>
                </a:cubicBezTo>
                <a:cubicBezTo>
                  <a:pt x="7121" y="3655"/>
                  <a:pt x="7216" y="3686"/>
                  <a:pt x="7279" y="3749"/>
                </a:cubicBezTo>
                <a:lnTo>
                  <a:pt x="7751" y="4222"/>
                </a:lnTo>
                <a:cubicBezTo>
                  <a:pt x="7798" y="4285"/>
                  <a:pt x="7885" y="4316"/>
                  <a:pt x="7976" y="4316"/>
                </a:cubicBezTo>
                <a:cubicBezTo>
                  <a:pt x="8066" y="4316"/>
                  <a:pt x="8161" y="4285"/>
                  <a:pt x="8224" y="4222"/>
                </a:cubicBezTo>
                <a:lnTo>
                  <a:pt x="8917" y="3529"/>
                </a:lnTo>
                <a:close/>
                <a:moveTo>
                  <a:pt x="5987" y="6396"/>
                </a:moveTo>
                <a:lnTo>
                  <a:pt x="6711" y="7152"/>
                </a:lnTo>
                <a:cubicBezTo>
                  <a:pt x="6774" y="7215"/>
                  <a:pt x="6869" y="7246"/>
                  <a:pt x="6960" y="7246"/>
                </a:cubicBezTo>
                <a:cubicBezTo>
                  <a:pt x="7050" y="7246"/>
                  <a:pt x="7137" y="7215"/>
                  <a:pt x="7184" y="7152"/>
                </a:cubicBezTo>
                <a:lnTo>
                  <a:pt x="7657" y="6679"/>
                </a:lnTo>
                <a:cubicBezTo>
                  <a:pt x="7720" y="6616"/>
                  <a:pt x="7814" y="6585"/>
                  <a:pt x="7905" y="6585"/>
                </a:cubicBezTo>
                <a:cubicBezTo>
                  <a:pt x="7995" y="6585"/>
                  <a:pt x="8082" y="6616"/>
                  <a:pt x="8129" y="6679"/>
                </a:cubicBezTo>
                <a:cubicBezTo>
                  <a:pt x="8255" y="6805"/>
                  <a:pt x="8255" y="7026"/>
                  <a:pt x="8129" y="7152"/>
                </a:cubicBezTo>
                <a:lnTo>
                  <a:pt x="7657" y="7624"/>
                </a:lnTo>
                <a:cubicBezTo>
                  <a:pt x="7562" y="7750"/>
                  <a:pt x="7562" y="7971"/>
                  <a:pt x="7657" y="8097"/>
                </a:cubicBezTo>
                <a:lnTo>
                  <a:pt x="8381" y="8822"/>
                </a:lnTo>
                <a:lnTo>
                  <a:pt x="6239" y="11027"/>
                </a:lnTo>
                <a:cubicBezTo>
                  <a:pt x="6192" y="11074"/>
                  <a:pt x="6105" y="11098"/>
                  <a:pt x="6014" y="11098"/>
                </a:cubicBezTo>
                <a:cubicBezTo>
                  <a:pt x="5924" y="11098"/>
                  <a:pt x="5829" y="11074"/>
                  <a:pt x="5766" y="11027"/>
                </a:cubicBezTo>
                <a:lnTo>
                  <a:pt x="3561" y="8822"/>
                </a:lnTo>
                <a:lnTo>
                  <a:pt x="4034" y="8349"/>
                </a:lnTo>
                <a:lnTo>
                  <a:pt x="4286" y="8570"/>
                </a:lnTo>
                <a:cubicBezTo>
                  <a:pt x="4475" y="8774"/>
                  <a:pt x="4742" y="8877"/>
                  <a:pt x="5010" y="8877"/>
                </a:cubicBezTo>
                <a:cubicBezTo>
                  <a:pt x="5278" y="8877"/>
                  <a:pt x="5546" y="8774"/>
                  <a:pt x="5735" y="8570"/>
                </a:cubicBezTo>
                <a:cubicBezTo>
                  <a:pt x="6144" y="8191"/>
                  <a:pt x="6144" y="7498"/>
                  <a:pt x="5735" y="7120"/>
                </a:cubicBezTo>
                <a:lnTo>
                  <a:pt x="5514" y="6868"/>
                </a:lnTo>
                <a:lnTo>
                  <a:pt x="5987" y="6396"/>
                </a:lnTo>
                <a:close/>
                <a:moveTo>
                  <a:pt x="5999" y="0"/>
                </a:moveTo>
                <a:cubicBezTo>
                  <a:pt x="5735" y="0"/>
                  <a:pt x="5467" y="95"/>
                  <a:pt x="5262" y="284"/>
                </a:cubicBezTo>
                <a:lnTo>
                  <a:pt x="379" y="5167"/>
                </a:lnTo>
                <a:cubicBezTo>
                  <a:pt x="1" y="5577"/>
                  <a:pt x="1" y="6238"/>
                  <a:pt x="379" y="6648"/>
                </a:cubicBezTo>
                <a:lnTo>
                  <a:pt x="5262" y="11531"/>
                </a:lnTo>
                <a:cubicBezTo>
                  <a:pt x="5467" y="11720"/>
                  <a:pt x="5735" y="11814"/>
                  <a:pt x="5999" y="11814"/>
                </a:cubicBezTo>
                <a:cubicBezTo>
                  <a:pt x="6262" y="11814"/>
                  <a:pt x="6522" y="11720"/>
                  <a:pt x="6711" y="11531"/>
                </a:cubicBezTo>
                <a:lnTo>
                  <a:pt x="11595" y="6648"/>
                </a:lnTo>
                <a:cubicBezTo>
                  <a:pt x="12004" y="6238"/>
                  <a:pt x="12004" y="5577"/>
                  <a:pt x="11595" y="5167"/>
                </a:cubicBezTo>
                <a:lnTo>
                  <a:pt x="6711" y="284"/>
                </a:lnTo>
                <a:cubicBezTo>
                  <a:pt x="6522" y="95"/>
                  <a:pt x="6262" y="0"/>
                  <a:pt x="599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658" name="Google Shape;2658;p45"/>
          <p:cNvGrpSpPr/>
          <p:nvPr/>
        </p:nvGrpSpPr>
        <p:grpSpPr>
          <a:xfrm>
            <a:off x="7706435" y="3306941"/>
            <a:ext cx="285362" cy="285362"/>
            <a:chOff x="5775900" y="2308125"/>
            <a:chExt cx="295375" cy="295375"/>
          </a:xfrm>
        </p:grpSpPr>
        <p:sp>
          <p:nvSpPr>
            <p:cNvPr id="2659" name="Google Shape;2659;p45"/>
            <p:cNvSpPr/>
            <p:nvPr/>
          </p:nvSpPr>
          <p:spPr>
            <a:xfrm>
              <a:off x="5984625" y="2482975"/>
              <a:ext cx="18125" cy="18150"/>
            </a:xfrm>
            <a:custGeom>
              <a:rect b="b" l="l" r="r" t="t"/>
              <a:pathLst>
                <a:path extrusionOk="0" h="726" w="725">
                  <a:moveTo>
                    <a:pt x="378" y="0"/>
                  </a:moveTo>
                  <a:cubicBezTo>
                    <a:pt x="158" y="0"/>
                    <a:pt x="0" y="158"/>
                    <a:pt x="0" y="347"/>
                  </a:cubicBezTo>
                  <a:cubicBezTo>
                    <a:pt x="0" y="568"/>
                    <a:pt x="158" y="725"/>
                    <a:pt x="378" y="725"/>
                  </a:cubicBezTo>
                  <a:cubicBezTo>
                    <a:pt x="567" y="725"/>
                    <a:pt x="725" y="568"/>
                    <a:pt x="725" y="347"/>
                  </a:cubicBezTo>
                  <a:cubicBezTo>
                    <a:pt x="725" y="158"/>
                    <a:pt x="567" y="0"/>
                    <a:pt x="3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0" name="Google Shape;2660;p45"/>
            <p:cNvSpPr/>
            <p:nvPr/>
          </p:nvSpPr>
          <p:spPr>
            <a:xfrm>
              <a:off x="5775900" y="2308125"/>
              <a:ext cx="295375" cy="295375"/>
            </a:xfrm>
            <a:custGeom>
              <a:rect b="b" l="l" r="r" t="t"/>
              <a:pathLst>
                <a:path extrusionOk="0" h="11815" w="11815">
                  <a:moveTo>
                    <a:pt x="7845" y="725"/>
                  </a:moveTo>
                  <a:cubicBezTo>
                    <a:pt x="7719" y="914"/>
                    <a:pt x="7656" y="1166"/>
                    <a:pt x="7656" y="1450"/>
                  </a:cubicBezTo>
                  <a:cubicBezTo>
                    <a:pt x="7656" y="1670"/>
                    <a:pt x="7719" y="1922"/>
                    <a:pt x="7845" y="2143"/>
                  </a:cubicBezTo>
                  <a:lnTo>
                    <a:pt x="1387" y="2143"/>
                  </a:lnTo>
                  <a:cubicBezTo>
                    <a:pt x="1009" y="2143"/>
                    <a:pt x="694" y="1828"/>
                    <a:pt x="694" y="1450"/>
                  </a:cubicBezTo>
                  <a:cubicBezTo>
                    <a:pt x="694" y="1040"/>
                    <a:pt x="1009" y="725"/>
                    <a:pt x="1387" y="725"/>
                  </a:cubicBezTo>
                  <a:close/>
                  <a:moveTo>
                    <a:pt x="6112" y="6994"/>
                  </a:moveTo>
                  <a:cubicBezTo>
                    <a:pt x="5955" y="7183"/>
                    <a:pt x="5829" y="7436"/>
                    <a:pt x="5766" y="7719"/>
                  </a:cubicBezTo>
                  <a:lnTo>
                    <a:pt x="3466" y="7719"/>
                  </a:lnTo>
                  <a:lnTo>
                    <a:pt x="3466" y="6994"/>
                  </a:lnTo>
                  <a:close/>
                  <a:moveTo>
                    <a:pt x="694" y="2678"/>
                  </a:moveTo>
                  <a:cubicBezTo>
                    <a:pt x="883" y="2773"/>
                    <a:pt x="1103" y="2867"/>
                    <a:pt x="1387" y="2867"/>
                  </a:cubicBezTo>
                  <a:lnTo>
                    <a:pt x="1387" y="10460"/>
                  </a:lnTo>
                  <a:cubicBezTo>
                    <a:pt x="1009" y="10460"/>
                    <a:pt x="694" y="10145"/>
                    <a:pt x="694" y="9767"/>
                  </a:cubicBezTo>
                  <a:lnTo>
                    <a:pt x="694" y="2678"/>
                  </a:lnTo>
                  <a:close/>
                  <a:moveTo>
                    <a:pt x="8381" y="2836"/>
                  </a:moveTo>
                  <a:lnTo>
                    <a:pt x="8381" y="5608"/>
                  </a:lnTo>
                  <a:cubicBezTo>
                    <a:pt x="7814" y="5703"/>
                    <a:pt x="7247" y="5923"/>
                    <a:pt x="6774" y="6301"/>
                  </a:cubicBezTo>
                  <a:lnTo>
                    <a:pt x="3151" y="6301"/>
                  </a:lnTo>
                  <a:cubicBezTo>
                    <a:pt x="2962" y="6301"/>
                    <a:pt x="2804" y="6459"/>
                    <a:pt x="2804" y="6648"/>
                  </a:cubicBezTo>
                  <a:lnTo>
                    <a:pt x="2804" y="8034"/>
                  </a:lnTo>
                  <a:cubicBezTo>
                    <a:pt x="2804" y="8223"/>
                    <a:pt x="2962" y="8381"/>
                    <a:pt x="3151" y="8381"/>
                  </a:cubicBezTo>
                  <a:lnTo>
                    <a:pt x="5640" y="8381"/>
                  </a:lnTo>
                  <a:lnTo>
                    <a:pt x="5640" y="8727"/>
                  </a:lnTo>
                  <a:cubicBezTo>
                    <a:pt x="5640" y="9357"/>
                    <a:pt x="5829" y="9956"/>
                    <a:pt x="6144" y="10492"/>
                  </a:cubicBezTo>
                  <a:lnTo>
                    <a:pt x="2080" y="10492"/>
                  </a:lnTo>
                  <a:lnTo>
                    <a:pt x="2080" y="10460"/>
                  </a:lnTo>
                  <a:lnTo>
                    <a:pt x="2080" y="2836"/>
                  </a:lnTo>
                  <a:close/>
                  <a:moveTo>
                    <a:pt x="8727" y="6301"/>
                  </a:moveTo>
                  <a:cubicBezTo>
                    <a:pt x="10050" y="6301"/>
                    <a:pt x="11153" y="7404"/>
                    <a:pt x="11153" y="8727"/>
                  </a:cubicBezTo>
                  <a:cubicBezTo>
                    <a:pt x="11153" y="10082"/>
                    <a:pt x="10050" y="11216"/>
                    <a:pt x="8727" y="11216"/>
                  </a:cubicBezTo>
                  <a:cubicBezTo>
                    <a:pt x="7373" y="11216"/>
                    <a:pt x="6270" y="10113"/>
                    <a:pt x="6270" y="8727"/>
                  </a:cubicBezTo>
                  <a:cubicBezTo>
                    <a:pt x="6270" y="7373"/>
                    <a:pt x="7373" y="6301"/>
                    <a:pt x="8727" y="6301"/>
                  </a:cubicBezTo>
                  <a:close/>
                  <a:moveTo>
                    <a:pt x="1387" y="0"/>
                  </a:moveTo>
                  <a:cubicBezTo>
                    <a:pt x="630" y="0"/>
                    <a:pt x="0" y="630"/>
                    <a:pt x="0" y="1355"/>
                  </a:cubicBezTo>
                  <a:lnTo>
                    <a:pt x="0" y="9704"/>
                  </a:lnTo>
                  <a:cubicBezTo>
                    <a:pt x="0" y="10460"/>
                    <a:pt x="630" y="11090"/>
                    <a:pt x="1387" y="11090"/>
                  </a:cubicBezTo>
                  <a:lnTo>
                    <a:pt x="6742" y="11090"/>
                  </a:lnTo>
                  <a:cubicBezTo>
                    <a:pt x="7310" y="11563"/>
                    <a:pt x="8003" y="11815"/>
                    <a:pt x="8727" y="11815"/>
                  </a:cubicBezTo>
                  <a:cubicBezTo>
                    <a:pt x="10460" y="11815"/>
                    <a:pt x="11815" y="10334"/>
                    <a:pt x="11815" y="8664"/>
                  </a:cubicBezTo>
                  <a:cubicBezTo>
                    <a:pt x="11815" y="7120"/>
                    <a:pt x="10618" y="5829"/>
                    <a:pt x="9074" y="5608"/>
                  </a:cubicBezTo>
                  <a:lnTo>
                    <a:pt x="9074" y="2458"/>
                  </a:lnTo>
                  <a:cubicBezTo>
                    <a:pt x="9074" y="2269"/>
                    <a:pt x="9042" y="2143"/>
                    <a:pt x="8822" y="2080"/>
                  </a:cubicBezTo>
                  <a:cubicBezTo>
                    <a:pt x="8538" y="1985"/>
                    <a:pt x="8349" y="1733"/>
                    <a:pt x="8349" y="1418"/>
                  </a:cubicBezTo>
                  <a:cubicBezTo>
                    <a:pt x="8349" y="1135"/>
                    <a:pt x="8538" y="851"/>
                    <a:pt x="8822" y="725"/>
                  </a:cubicBezTo>
                  <a:cubicBezTo>
                    <a:pt x="8979" y="694"/>
                    <a:pt x="9074" y="536"/>
                    <a:pt x="9074" y="410"/>
                  </a:cubicBezTo>
                  <a:lnTo>
                    <a:pt x="9074" y="347"/>
                  </a:lnTo>
                  <a:cubicBezTo>
                    <a:pt x="9074" y="158"/>
                    <a:pt x="8916" y="0"/>
                    <a:pt x="872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1" name="Google Shape;2661;p45"/>
            <p:cNvSpPr/>
            <p:nvPr/>
          </p:nvSpPr>
          <p:spPr>
            <a:xfrm>
              <a:off x="5984625" y="2508975"/>
              <a:ext cx="18125" cy="61450"/>
            </a:xfrm>
            <a:custGeom>
              <a:rect b="b" l="l" r="r" t="t"/>
              <a:pathLst>
                <a:path extrusionOk="0" h="2458" w="725">
                  <a:moveTo>
                    <a:pt x="378" y="0"/>
                  </a:moveTo>
                  <a:cubicBezTo>
                    <a:pt x="158" y="0"/>
                    <a:pt x="0" y="158"/>
                    <a:pt x="0" y="347"/>
                  </a:cubicBezTo>
                  <a:lnTo>
                    <a:pt x="0" y="2111"/>
                  </a:lnTo>
                  <a:cubicBezTo>
                    <a:pt x="0" y="2300"/>
                    <a:pt x="158" y="2458"/>
                    <a:pt x="378" y="2458"/>
                  </a:cubicBezTo>
                  <a:cubicBezTo>
                    <a:pt x="567" y="2458"/>
                    <a:pt x="725" y="2300"/>
                    <a:pt x="725" y="2111"/>
                  </a:cubicBezTo>
                  <a:lnTo>
                    <a:pt x="725" y="347"/>
                  </a:lnTo>
                  <a:cubicBezTo>
                    <a:pt x="725" y="158"/>
                    <a:pt x="567" y="0"/>
                    <a:pt x="3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2" name="Google Shape;2662;p45"/>
            <p:cNvSpPr/>
            <p:nvPr/>
          </p:nvSpPr>
          <p:spPr>
            <a:xfrm>
              <a:off x="5845200" y="2395550"/>
              <a:ext cx="122900" cy="17350"/>
            </a:xfrm>
            <a:custGeom>
              <a:rect b="b" l="l" r="r" t="t"/>
              <a:pathLst>
                <a:path extrusionOk="0" h="694" w="4916">
                  <a:moveTo>
                    <a:pt x="347" y="0"/>
                  </a:moveTo>
                  <a:cubicBezTo>
                    <a:pt x="158" y="0"/>
                    <a:pt x="1" y="158"/>
                    <a:pt x="1" y="347"/>
                  </a:cubicBezTo>
                  <a:cubicBezTo>
                    <a:pt x="1" y="599"/>
                    <a:pt x="158" y="694"/>
                    <a:pt x="347" y="694"/>
                  </a:cubicBezTo>
                  <a:lnTo>
                    <a:pt x="4569" y="694"/>
                  </a:lnTo>
                  <a:cubicBezTo>
                    <a:pt x="4758" y="694"/>
                    <a:pt x="4916" y="536"/>
                    <a:pt x="4916" y="347"/>
                  </a:cubicBezTo>
                  <a:cubicBezTo>
                    <a:pt x="4916" y="158"/>
                    <a:pt x="4758" y="0"/>
                    <a:pt x="456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3" name="Google Shape;2663;p45"/>
            <p:cNvSpPr/>
            <p:nvPr/>
          </p:nvSpPr>
          <p:spPr>
            <a:xfrm>
              <a:off x="5845200" y="2431000"/>
              <a:ext cx="122900" cy="17350"/>
            </a:xfrm>
            <a:custGeom>
              <a:rect b="b" l="l" r="r" t="t"/>
              <a:pathLst>
                <a:path extrusionOk="0" h="694" w="4916">
                  <a:moveTo>
                    <a:pt x="347" y="0"/>
                  </a:moveTo>
                  <a:cubicBezTo>
                    <a:pt x="158" y="0"/>
                    <a:pt x="1" y="158"/>
                    <a:pt x="1" y="347"/>
                  </a:cubicBezTo>
                  <a:cubicBezTo>
                    <a:pt x="1" y="536"/>
                    <a:pt x="158" y="693"/>
                    <a:pt x="347" y="693"/>
                  </a:cubicBezTo>
                  <a:lnTo>
                    <a:pt x="4569" y="693"/>
                  </a:lnTo>
                  <a:cubicBezTo>
                    <a:pt x="4758" y="693"/>
                    <a:pt x="4916" y="536"/>
                    <a:pt x="4916" y="347"/>
                  </a:cubicBezTo>
                  <a:cubicBezTo>
                    <a:pt x="4916" y="158"/>
                    <a:pt x="4758" y="0"/>
                    <a:pt x="456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64" name="Google Shape;2664;p45"/>
          <p:cNvGrpSpPr/>
          <p:nvPr/>
        </p:nvGrpSpPr>
        <p:grpSpPr>
          <a:xfrm>
            <a:off x="7723559" y="3734946"/>
            <a:ext cx="251114" cy="286135"/>
            <a:chOff x="5794025" y="2673575"/>
            <a:chExt cx="259925" cy="296175"/>
          </a:xfrm>
        </p:grpSpPr>
        <p:sp>
          <p:nvSpPr>
            <p:cNvPr id="2665" name="Google Shape;2665;p45"/>
            <p:cNvSpPr/>
            <p:nvPr/>
          </p:nvSpPr>
          <p:spPr>
            <a:xfrm>
              <a:off x="5794025" y="2673575"/>
              <a:ext cx="259925" cy="296175"/>
            </a:xfrm>
            <a:custGeom>
              <a:rect b="b" l="l" r="r" t="t"/>
              <a:pathLst>
                <a:path extrusionOk="0" h="11847" w="10397">
                  <a:moveTo>
                    <a:pt x="5860" y="694"/>
                  </a:moveTo>
                  <a:cubicBezTo>
                    <a:pt x="7089" y="694"/>
                    <a:pt x="8097" y="1639"/>
                    <a:pt x="8254" y="2805"/>
                  </a:cubicBezTo>
                  <a:cubicBezTo>
                    <a:pt x="8160" y="2773"/>
                    <a:pt x="8065" y="2773"/>
                    <a:pt x="7939" y="2773"/>
                  </a:cubicBezTo>
                  <a:lnTo>
                    <a:pt x="7561" y="2773"/>
                  </a:lnTo>
                  <a:cubicBezTo>
                    <a:pt x="7404" y="1985"/>
                    <a:pt x="6679" y="1387"/>
                    <a:pt x="5860" y="1387"/>
                  </a:cubicBezTo>
                  <a:lnTo>
                    <a:pt x="4474" y="1387"/>
                  </a:lnTo>
                  <a:cubicBezTo>
                    <a:pt x="3655" y="1387"/>
                    <a:pt x="2930" y="1985"/>
                    <a:pt x="2804" y="2773"/>
                  </a:cubicBezTo>
                  <a:lnTo>
                    <a:pt x="2394" y="2773"/>
                  </a:lnTo>
                  <a:cubicBezTo>
                    <a:pt x="2268" y="2773"/>
                    <a:pt x="2142" y="2773"/>
                    <a:pt x="2079" y="2805"/>
                  </a:cubicBezTo>
                  <a:cubicBezTo>
                    <a:pt x="2237" y="1639"/>
                    <a:pt x="3277" y="694"/>
                    <a:pt x="4474" y="694"/>
                  </a:cubicBezTo>
                  <a:close/>
                  <a:moveTo>
                    <a:pt x="6206" y="2143"/>
                  </a:moveTo>
                  <a:cubicBezTo>
                    <a:pt x="6616" y="2300"/>
                    <a:pt x="6931" y="2647"/>
                    <a:pt x="6931" y="3120"/>
                  </a:cubicBezTo>
                  <a:lnTo>
                    <a:pt x="6931" y="3403"/>
                  </a:lnTo>
                  <a:cubicBezTo>
                    <a:pt x="6522" y="3246"/>
                    <a:pt x="6206" y="2899"/>
                    <a:pt x="6206" y="2427"/>
                  </a:cubicBezTo>
                  <a:lnTo>
                    <a:pt x="6206" y="2143"/>
                  </a:lnTo>
                  <a:close/>
                  <a:moveTo>
                    <a:pt x="5513" y="2080"/>
                  </a:moveTo>
                  <a:lnTo>
                    <a:pt x="5513" y="2427"/>
                  </a:lnTo>
                  <a:cubicBezTo>
                    <a:pt x="5513" y="3025"/>
                    <a:pt x="5041" y="3435"/>
                    <a:pt x="4474" y="3435"/>
                  </a:cubicBezTo>
                  <a:lnTo>
                    <a:pt x="3466" y="3435"/>
                  </a:lnTo>
                  <a:lnTo>
                    <a:pt x="3466" y="3088"/>
                  </a:lnTo>
                  <a:cubicBezTo>
                    <a:pt x="3466" y="2490"/>
                    <a:pt x="3938" y="2080"/>
                    <a:pt x="4474" y="2080"/>
                  </a:cubicBezTo>
                  <a:close/>
                  <a:moveTo>
                    <a:pt x="2741" y="3435"/>
                  </a:moveTo>
                  <a:lnTo>
                    <a:pt x="2741" y="5451"/>
                  </a:lnTo>
                  <a:cubicBezTo>
                    <a:pt x="2363" y="5293"/>
                    <a:pt x="2048" y="4947"/>
                    <a:pt x="2048" y="4474"/>
                  </a:cubicBezTo>
                  <a:lnTo>
                    <a:pt x="2048" y="3813"/>
                  </a:lnTo>
                  <a:cubicBezTo>
                    <a:pt x="2048" y="3592"/>
                    <a:pt x="2205" y="3435"/>
                    <a:pt x="2394" y="3435"/>
                  </a:cubicBezTo>
                  <a:close/>
                  <a:moveTo>
                    <a:pt x="7939" y="3498"/>
                  </a:moveTo>
                  <a:cubicBezTo>
                    <a:pt x="8160" y="3498"/>
                    <a:pt x="8317" y="3655"/>
                    <a:pt x="8317" y="3844"/>
                  </a:cubicBezTo>
                  <a:lnTo>
                    <a:pt x="8317" y="4506"/>
                  </a:lnTo>
                  <a:cubicBezTo>
                    <a:pt x="8317" y="4947"/>
                    <a:pt x="8034" y="5325"/>
                    <a:pt x="7593" y="5482"/>
                  </a:cubicBezTo>
                  <a:lnTo>
                    <a:pt x="7593" y="3498"/>
                  </a:lnTo>
                  <a:close/>
                  <a:moveTo>
                    <a:pt x="5891" y="3435"/>
                  </a:moveTo>
                  <a:cubicBezTo>
                    <a:pt x="6143" y="3750"/>
                    <a:pt x="6522" y="4033"/>
                    <a:pt x="6931" y="4128"/>
                  </a:cubicBezTo>
                  <a:lnTo>
                    <a:pt x="6931" y="5892"/>
                  </a:lnTo>
                  <a:cubicBezTo>
                    <a:pt x="6931" y="6491"/>
                    <a:pt x="6459" y="6900"/>
                    <a:pt x="5891" y="6900"/>
                  </a:cubicBezTo>
                  <a:lnTo>
                    <a:pt x="4505" y="6900"/>
                  </a:lnTo>
                  <a:cubicBezTo>
                    <a:pt x="3938" y="6900"/>
                    <a:pt x="3497" y="6428"/>
                    <a:pt x="3497" y="5892"/>
                  </a:cubicBezTo>
                  <a:lnTo>
                    <a:pt x="3497" y="4159"/>
                  </a:lnTo>
                  <a:lnTo>
                    <a:pt x="4505" y="4159"/>
                  </a:lnTo>
                  <a:cubicBezTo>
                    <a:pt x="5072" y="4159"/>
                    <a:pt x="5576" y="3876"/>
                    <a:pt x="5891" y="3435"/>
                  </a:cubicBezTo>
                  <a:close/>
                  <a:moveTo>
                    <a:pt x="6238" y="7593"/>
                  </a:moveTo>
                  <a:cubicBezTo>
                    <a:pt x="6333" y="7782"/>
                    <a:pt x="6459" y="7971"/>
                    <a:pt x="6616" y="8097"/>
                  </a:cubicBezTo>
                  <a:lnTo>
                    <a:pt x="5198" y="9547"/>
                  </a:lnTo>
                  <a:lnTo>
                    <a:pt x="3718" y="8097"/>
                  </a:lnTo>
                  <a:cubicBezTo>
                    <a:pt x="3875" y="7971"/>
                    <a:pt x="4033" y="7782"/>
                    <a:pt x="4096" y="7593"/>
                  </a:cubicBezTo>
                  <a:cubicBezTo>
                    <a:pt x="4190" y="7625"/>
                    <a:pt x="4379" y="7625"/>
                    <a:pt x="4474" y="7625"/>
                  </a:cubicBezTo>
                  <a:lnTo>
                    <a:pt x="5860" y="7625"/>
                  </a:lnTo>
                  <a:cubicBezTo>
                    <a:pt x="5986" y="7625"/>
                    <a:pt x="6143" y="7625"/>
                    <a:pt x="6238" y="7593"/>
                  </a:cubicBezTo>
                  <a:close/>
                  <a:moveTo>
                    <a:pt x="2961" y="8318"/>
                  </a:moveTo>
                  <a:lnTo>
                    <a:pt x="4852" y="10177"/>
                  </a:lnTo>
                  <a:lnTo>
                    <a:pt x="4852" y="11122"/>
                  </a:lnTo>
                  <a:lnTo>
                    <a:pt x="662" y="11122"/>
                  </a:lnTo>
                  <a:lnTo>
                    <a:pt x="662" y="9358"/>
                  </a:lnTo>
                  <a:cubicBezTo>
                    <a:pt x="662" y="8759"/>
                    <a:pt x="1134" y="8318"/>
                    <a:pt x="1701" y="8318"/>
                  </a:cubicBezTo>
                  <a:close/>
                  <a:moveTo>
                    <a:pt x="8664" y="8318"/>
                  </a:moveTo>
                  <a:cubicBezTo>
                    <a:pt x="9262" y="8318"/>
                    <a:pt x="9672" y="8790"/>
                    <a:pt x="9672" y="9358"/>
                  </a:cubicBezTo>
                  <a:lnTo>
                    <a:pt x="9672" y="11122"/>
                  </a:lnTo>
                  <a:lnTo>
                    <a:pt x="5513" y="11122"/>
                  </a:lnTo>
                  <a:lnTo>
                    <a:pt x="5513" y="10177"/>
                  </a:lnTo>
                  <a:lnTo>
                    <a:pt x="7404" y="8318"/>
                  </a:lnTo>
                  <a:close/>
                  <a:moveTo>
                    <a:pt x="4537" y="1"/>
                  </a:moveTo>
                  <a:cubicBezTo>
                    <a:pt x="2804" y="1"/>
                    <a:pt x="1418" y="1418"/>
                    <a:pt x="1418" y="3120"/>
                  </a:cubicBezTo>
                  <a:lnTo>
                    <a:pt x="1418" y="4506"/>
                  </a:lnTo>
                  <a:cubicBezTo>
                    <a:pt x="1418" y="5356"/>
                    <a:pt x="2048" y="6050"/>
                    <a:pt x="2835" y="6207"/>
                  </a:cubicBezTo>
                  <a:cubicBezTo>
                    <a:pt x="2898" y="6648"/>
                    <a:pt x="3151" y="7026"/>
                    <a:pt x="3497" y="7278"/>
                  </a:cubicBezTo>
                  <a:cubicBezTo>
                    <a:pt x="3466" y="7467"/>
                    <a:pt x="3308" y="7625"/>
                    <a:pt x="3119" y="7625"/>
                  </a:cubicBezTo>
                  <a:lnTo>
                    <a:pt x="1733" y="7625"/>
                  </a:lnTo>
                  <a:cubicBezTo>
                    <a:pt x="788" y="7625"/>
                    <a:pt x="0" y="8412"/>
                    <a:pt x="0" y="9358"/>
                  </a:cubicBezTo>
                  <a:lnTo>
                    <a:pt x="0" y="11468"/>
                  </a:lnTo>
                  <a:cubicBezTo>
                    <a:pt x="0" y="11689"/>
                    <a:pt x="158" y="11846"/>
                    <a:pt x="347" y="11846"/>
                  </a:cubicBezTo>
                  <a:lnTo>
                    <a:pt x="10050" y="11846"/>
                  </a:lnTo>
                  <a:cubicBezTo>
                    <a:pt x="10239" y="11846"/>
                    <a:pt x="10397" y="11689"/>
                    <a:pt x="10397" y="11468"/>
                  </a:cubicBezTo>
                  <a:lnTo>
                    <a:pt x="10397" y="9358"/>
                  </a:lnTo>
                  <a:cubicBezTo>
                    <a:pt x="10397" y="8412"/>
                    <a:pt x="9609" y="7625"/>
                    <a:pt x="8664" y="7625"/>
                  </a:cubicBezTo>
                  <a:lnTo>
                    <a:pt x="7278" y="7625"/>
                  </a:lnTo>
                  <a:cubicBezTo>
                    <a:pt x="7089" y="7625"/>
                    <a:pt x="6931" y="7467"/>
                    <a:pt x="6931" y="7278"/>
                  </a:cubicBezTo>
                  <a:cubicBezTo>
                    <a:pt x="7278" y="7026"/>
                    <a:pt x="7530" y="6648"/>
                    <a:pt x="7593" y="6207"/>
                  </a:cubicBezTo>
                  <a:cubicBezTo>
                    <a:pt x="8380" y="6050"/>
                    <a:pt x="9010" y="5325"/>
                    <a:pt x="9010" y="4506"/>
                  </a:cubicBezTo>
                  <a:lnTo>
                    <a:pt x="9010" y="3120"/>
                  </a:lnTo>
                  <a:cubicBezTo>
                    <a:pt x="9010" y="1387"/>
                    <a:pt x="7593" y="1"/>
                    <a:pt x="589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6" name="Google Shape;2666;p45"/>
            <p:cNvSpPr/>
            <p:nvPr/>
          </p:nvSpPr>
          <p:spPr>
            <a:xfrm>
              <a:off x="5967300" y="2915375"/>
              <a:ext cx="35450" cy="17350"/>
            </a:xfrm>
            <a:custGeom>
              <a:rect b="b" l="l" r="r" t="t"/>
              <a:pathLst>
                <a:path extrusionOk="0" h="694" w="1418">
                  <a:moveTo>
                    <a:pt x="347" y="1"/>
                  </a:moveTo>
                  <a:cubicBezTo>
                    <a:pt x="158" y="1"/>
                    <a:pt x="0" y="158"/>
                    <a:pt x="0" y="347"/>
                  </a:cubicBezTo>
                  <a:cubicBezTo>
                    <a:pt x="0" y="536"/>
                    <a:pt x="158" y="694"/>
                    <a:pt x="347" y="694"/>
                  </a:cubicBezTo>
                  <a:lnTo>
                    <a:pt x="1040" y="694"/>
                  </a:lnTo>
                  <a:cubicBezTo>
                    <a:pt x="1260" y="694"/>
                    <a:pt x="1418" y="536"/>
                    <a:pt x="1418" y="347"/>
                  </a:cubicBezTo>
                  <a:cubicBezTo>
                    <a:pt x="1418" y="158"/>
                    <a:pt x="1260" y="1"/>
                    <a:pt x="10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67" name="Google Shape;2667;p45"/>
          <p:cNvSpPr/>
          <p:nvPr/>
        </p:nvSpPr>
        <p:spPr>
          <a:xfrm>
            <a:off x="5521339" y="4174327"/>
            <a:ext cx="286135" cy="285362"/>
          </a:xfrm>
          <a:custGeom>
            <a:rect b="b" l="l" r="r" t="t"/>
            <a:pathLst>
              <a:path extrusionOk="0" h="11815" w="11847">
                <a:moveTo>
                  <a:pt x="5892" y="693"/>
                </a:moveTo>
                <a:cubicBezTo>
                  <a:pt x="6491" y="693"/>
                  <a:pt x="6932" y="1134"/>
                  <a:pt x="6932" y="1701"/>
                </a:cubicBezTo>
                <a:cubicBezTo>
                  <a:pt x="6932" y="2269"/>
                  <a:pt x="6459" y="2710"/>
                  <a:pt x="5892" y="2710"/>
                </a:cubicBezTo>
                <a:cubicBezTo>
                  <a:pt x="5325" y="2710"/>
                  <a:pt x="4884" y="2269"/>
                  <a:pt x="4884" y="1701"/>
                </a:cubicBezTo>
                <a:cubicBezTo>
                  <a:pt x="4884" y="1134"/>
                  <a:pt x="5325" y="693"/>
                  <a:pt x="5892" y="693"/>
                </a:cubicBezTo>
                <a:close/>
                <a:moveTo>
                  <a:pt x="5892" y="3466"/>
                </a:moveTo>
                <a:cubicBezTo>
                  <a:pt x="6176" y="3466"/>
                  <a:pt x="6428" y="3497"/>
                  <a:pt x="6680" y="3592"/>
                </a:cubicBezTo>
                <a:lnTo>
                  <a:pt x="5892" y="4631"/>
                </a:lnTo>
                <a:lnTo>
                  <a:pt x="5104" y="3592"/>
                </a:lnTo>
                <a:cubicBezTo>
                  <a:pt x="5357" y="3529"/>
                  <a:pt x="5609" y="3466"/>
                  <a:pt x="5892" y="3466"/>
                </a:cubicBezTo>
                <a:close/>
                <a:moveTo>
                  <a:pt x="4222" y="2048"/>
                </a:moveTo>
                <a:cubicBezTo>
                  <a:pt x="4285" y="2426"/>
                  <a:pt x="4474" y="2710"/>
                  <a:pt x="4726" y="2962"/>
                </a:cubicBezTo>
                <a:cubicBezTo>
                  <a:pt x="4632" y="2993"/>
                  <a:pt x="4537" y="3056"/>
                  <a:pt x="4443" y="3088"/>
                </a:cubicBezTo>
                <a:cubicBezTo>
                  <a:pt x="4443" y="3088"/>
                  <a:pt x="4411" y="3088"/>
                  <a:pt x="4411" y="3119"/>
                </a:cubicBezTo>
                <a:cubicBezTo>
                  <a:pt x="3403" y="3623"/>
                  <a:pt x="2773" y="4694"/>
                  <a:pt x="2773" y="5829"/>
                </a:cubicBezTo>
                <a:lnTo>
                  <a:pt x="2773" y="6207"/>
                </a:lnTo>
                <a:lnTo>
                  <a:pt x="2143" y="6207"/>
                </a:lnTo>
                <a:lnTo>
                  <a:pt x="2647" y="2300"/>
                </a:lnTo>
                <a:cubicBezTo>
                  <a:pt x="2679" y="2174"/>
                  <a:pt x="2836" y="2048"/>
                  <a:pt x="2962" y="2048"/>
                </a:cubicBezTo>
                <a:close/>
                <a:moveTo>
                  <a:pt x="4474" y="3907"/>
                </a:moveTo>
                <a:lnTo>
                  <a:pt x="5546" y="5325"/>
                </a:lnTo>
                <a:lnTo>
                  <a:pt x="5546" y="6238"/>
                </a:lnTo>
                <a:lnTo>
                  <a:pt x="3466" y="6238"/>
                </a:lnTo>
                <a:lnTo>
                  <a:pt x="3466" y="5892"/>
                </a:lnTo>
                <a:cubicBezTo>
                  <a:pt x="3466" y="5041"/>
                  <a:pt x="3844" y="4348"/>
                  <a:pt x="4474" y="3907"/>
                </a:cubicBezTo>
                <a:close/>
                <a:moveTo>
                  <a:pt x="7278" y="3907"/>
                </a:moveTo>
                <a:cubicBezTo>
                  <a:pt x="7908" y="4348"/>
                  <a:pt x="8318" y="5104"/>
                  <a:pt x="8318" y="5892"/>
                </a:cubicBezTo>
                <a:lnTo>
                  <a:pt x="8318" y="6238"/>
                </a:lnTo>
                <a:lnTo>
                  <a:pt x="6207" y="6238"/>
                </a:lnTo>
                <a:lnTo>
                  <a:pt x="6207" y="5325"/>
                </a:lnTo>
                <a:lnTo>
                  <a:pt x="7278" y="3907"/>
                </a:lnTo>
                <a:close/>
                <a:moveTo>
                  <a:pt x="8854" y="2048"/>
                </a:moveTo>
                <a:cubicBezTo>
                  <a:pt x="9011" y="2048"/>
                  <a:pt x="9137" y="2143"/>
                  <a:pt x="9169" y="2300"/>
                </a:cubicBezTo>
                <a:lnTo>
                  <a:pt x="9673" y="6238"/>
                </a:lnTo>
                <a:lnTo>
                  <a:pt x="9043" y="6238"/>
                </a:lnTo>
                <a:lnTo>
                  <a:pt x="9043" y="5860"/>
                </a:lnTo>
                <a:cubicBezTo>
                  <a:pt x="9043" y="4694"/>
                  <a:pt x="8381" y="3655"/>
                  <a:pt x="7436" y="3151"/>
                </a:cubicBezTo>
                <a:cubicBezTo>
                  <a:pt x="7436" y="3151"/>
                  <a:pt x="7404" y="3151"/>
                  <a:pt x="7404" y="3119"/>
                </a:cubicBezTo>
                <a:cubicBezTo>
                  <a:pt x="7310" y="3088"/>
                  <a:pt x="7184" y="3056"/>
                  <a:pt x="7121" y="2993"/>
                </a:cubicBezTo>
                <a:cubicBezTo>
                  <a:pt x="7310" y="2773"/>
                  <a:pt x="7530" y="2458"/>
                  <a:pt x="7593" y="2048"/>
                </a:cubicBezTo>
                <a:close/>
                <a:moveTo>
                  <a:pt x="10744" y="6900"/>
                </a:moveTo>
                <a:cubicBezTo>
                  <a:pt x="10933" y="6900"/>
                  <a:pt x="11090" y="7057"/>
                  <a:pt x="11090" y="7246"/>
                </a:cubicBezTo>
                <a:cubicBezTo>
                  <a:pt x="11090" y="7435"/>
                  <a:pt x="10933" y="7624"/>
                  <a:pt x="10744" y="7624"/>
                </a:cubicBezTo>
                <a:lnTo>
                  <a:pt x="1009" y="7624"/>
                </a:lnTo>
                <a:cubicBezTo>
                  <a:pt x="820" y="7624"/>
                  <a:pt x="662" y="7435"/>
                  <a:pt x="662" y="7246"/>
                </a:cubicBezTo>
                <a:cubicBezTo>
                  <a:pt x="662" y="7057"/>
                  <a:pt x="820" y="6900"/>
                  <a:pt x="1009" y="6900"/>
                </a:cubicBezTo>
                <a:close/>
                <a:moveTo>
                  <a:pt x="10397" y="8317"/>
                </a:moveTo>
                <a:lnTo>
                  <a:pt x="10397" y="11121"/>
                </a:lnTo>
                <a:lnTo>
                  <a:pt x="1387" y="11121"/>
                </a:lnTo>
                <a:lnTo>
                  <a:pt x="1387" y="8317"/>
                </a:lnTo>
                <a:close/>
                <a:moveTo>
                  <a:pt x="5892" y="0"/>
                </a:moveTo>
                <a:cubicBezTo>
                  <a:pt x="5073" y="0"/>
                  <a:pt x="4380" y="599"/>
                  <a:pt x="4222" y="1386"/>
                </a:cubicBezTo>
                <a:lnTo>
                  <a:pt x="2962" y="1386"/>
                </a:lnTo>
                <a:cubicBezTo>
                  <a:pt x="2458" y="1386"/>
                  <a:pt x="2080" y="1701"/>
                  <a:pt x="1954" y="2143"/>
                </a:cubicBezTo>
                <a:lnTo>
                  <a:pt x="1954" y="2174"/>
                </a:lnTo>
                <a:lnTo>
                  <a:pt x="1450" y="6238"/>
                </a:lnTo>
                <a:lnTo>
                  <a:pt x="1072" y="6238"/>
                </a:lnTo>
                <a:cubicBezTo>
                  <a:pt x="473" y="6238"/>
                  <a:pt x="1" y="6711"/>
                  <a:pt x="1" y="7246"/>
                </a:cubicBezTo>
                <a:cubicBezTo>
                  <a:pt x="1" y="7719"/>
                  <a:pt x="316" y="8065"/>
                  <a:pt x="694" y="8254"/>
                </a:cubicBezTo>
                <a:lnTo>
                  <a:pt x="694" y="11468"/>
                </a:lnTo>
                <a:cubicBezTo>
                  <a:pt x="694" y="11657"/>
                  <a:pt x="851" y="11815"/>
                  <a:pt x="1040" y="11815"/>
                </a:cubicBezTo>
                <a:lnTo>
                  <a:pt x="10775" y="11815"/>
                </a:lnTo>
                <a:cubicBezTo>
                  <a:pt x="10996" y="11815"/>
                  <a:pt x="11153" y="11657"/>
                  <a:pt x="11153" y="11468"/>
                </a:cubicBezTo>
                <a:lnTo>
                  <a:pt x="11153" y="8254"/>
                </a:lnTo>
                <a:cubicBezTo>
                  <a:pt x="11531" y="8065"/>
                  <a:pt x="11847" y="7719"/>
                  <a:pt x="11847" y="7246"/>
                </a:cubicBezTo>
                <a:cubicBezTo>
                  <a:pt x="11815" y="6711"/>
                  <a:pt x="11342" y="6238"/>
                  <a:pt x="10744" y="6238"/>
                </a:cubicBezTo>
                <a:lnTo>
                  <a:pt x="10366" y="6238"/>
                </a:lnTo>
                <a:lnTo>
                  <a:pt x="9830" y="2174"/>
                </a:lnTo>
                <a:lnTo>
                  <a:pt x="9830" y="2143"/>
                </a:lnTo>
                <a:cubicBezTo>
                  <a:pt x="9736" y="1701"/>
                  <a:pt x="9295" y="1386"/>
                  <a:pt x="8854" y="1386"/>
                </a:cubicBezTo>
                <a:lnTo>
                  <a:pt x="7593" y="1386"/>
                </a:lnTo>
                <a:cubicBezTo>
                  <a:pt x="7436" y="599"/>
                  <a:pt x="6711" y="0"/>
                  <a:pt x="589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8" name="Google Shape;2668;p45"/>
          <p:cNvSpPr/>
          <p:nvPr/>
        </p:nvSpPr>
        <p:spPr>
          <a:xfrm>
            <a:off x="5084271" y="2430756"/>
            <a:ext cx="285362" cy="286111"/>
          </a:xfrm>
          <a:custGeom>
            <a:rect b="b" l="l" r="r" t="t"/>
            <a:pathLst>
              <a:path extrusionOk="0" h="11846" w="11815">
                <a:moveTo>
                  <a:pt x="5829" y="693"/>
                </a:moveTo>
                <a:cubicBezTo>
                  <a:pt x="6238" y="693"/>
                  <a:pt x="6553" y="1008"/>
                  <a:pt x="6553" y="1418"/>
                </a:cubicBezTo>
                <a:cubicBezTo>
                  <a:pt x="6553" y="1796"/>
                  <a:pt x="6238" y="2111"/>
                  <a:pt x="5829" y="2111"/>
                </a:cubicBezTo>
                <a:cubicBezTo>
                  <a:pt x="5451" y="2111"/>
                  <a:pt x="5136" y="1796"/>
                  <a:pt x="5136" y="1418"/>
                </a:cubicBezTo>
                <a:cubicBezTo>
                  <a:pt x="5136" y="1008"/>
                  <a:pt x="5482" y="693"/>
                  <a:pt x="5829" y="693"/>
                </a:cubicBezTo>
                <a:close/>
                <a:moveTo>
                  <a:pt x="5829" y="2773"/>
                </a:moveTo>
                <a:cubicBezTo>
                  <a:pt x="6774" y="2773"/>
                  <a:pt x="7562" y="3560"/>
                  <a:pt x="7562" y="4568"/>
                </a:cubicBezTo>
                <a:lnTo>
                  <a:pt x="7562" y="4915"/>
                </a:lnTo>
                <a:lnTo>
                  <a:pt x="4096" y="4915"/>
                </a:lnTo>
                <a:lnTo>
                  <a:pt x="4096" y="4568"/>
                </a:lnTo>
                <a:cubicBezTo>
                  <a:pt x="4096" y="3560"/>
                  <a:pt x="4884" y="2773"/>
                  <a:pt x="5829" y="2773"/>
                </a:cubicBezTo>
                <a:close/>
                <a:moveTo>
                  <a:pt x="2363" y="6963"/>
                </a:moveTo>
                <a:cubicBezTo>
                  <a:pt x="2773" y="6963"/>
                  <a:pt x="3088" y="7278"/>
                  <a:pt x="3088" y="7656"/>
                </a:cubicBezTo>
                <a:cubicBezTo>
                  <a:pt x="3088" y="8065"/>
                  <a:pt x="2773" y="8380"/>
                  <a:pt x="2363" y="8380"/>
                </a:cubicBezTo>
                <a:cubicBezTo>
                  <a:pt x="1985" y="8380"/>
                  <a:pt x="1670" y="8065"/>
                  <a:pt x="1670" y="7656"/>
                </a:cubicBezTo>
                <a:cubicBezTo>
                  <a:pt x="1670" y="7278"/>
                  <a:pt x="1985" y="6963"/>
                  <a:pt x="2363" y="6963"/>
                </a:cubicBezTo>
                <a:close/>
                <a:moveTo>
                  <a:pt x="9357" y="6963"/>
                </a:moveTo>
                <a:cubicBezTo>
                  <a:pt x="9735" y="6963"/>
                  <a:pt x="10050" y="7278"/>
                  <a:pt x="10050" y="7656"/>
                </a:cubicBezTo>
                <a:cubicBezTo>
                  <a:pt x="10050" y="8065"/>
                  <a:pt x="9735" y="8380"/>
                  <a:pt x="9357" y="8380"/>
                </a:cubicBezTo>
                <a:cubicBezTo>
                  <a:pt x="8948" y="8380"/>
                  <a:pt x="8633" y="8065"/>
                  <a:pt x="8633" y="7656"/>
                </a:cubicBezTo>
                <a:cubicBezTo>
                  <a:pt x="8633" y="7278"/>
                  <a:pt x="8948" y="6963"/>
                  <a:pt x="9357" y="6963"/>
                </a:cubicBezTo>
                <a:close/>
                <a:moveTo>
                  <a:pt x="2363" y="9042"/>
                </a:moveTo>
                <a:cubicBezTo>
                  <a:pt x="3308" y="9042"/>
                  <a:pt x="4096" y="9830"/>
                  <a:pt x="4096" y="10806"/>
                </a:cubicBezTo>
                <a:lnTo>
                  <a:pt x="4096" y="11184"/>
                </a:lnTo>
                <a:lnTo>
                  <a:pt x="630" y="11184"/>
                </a:lnTo>
                <a:lnTo>
                  <a:pt x="630" y="10806"/>
                </a:lnTo>
                <a:cubicBezTo>
                  <a:pt x="630" y="9830"/>
                  <a:pt x="1418" y="9042"/>
                  <a:pt x="2363" y="9042"/>
                </a:cubicBezTo>
                <a:close/>
                <a:moveTo>
                  <a:pt x="9357" y="9042"/>
                </a:moveTo>
                <a:cubicBezTo>
                  <a:pt x="10302" y="9042"/>
                  <a:pt x="11090" y="9830"/>
                  <a:pt x="11090" y="10806"/>
                </a:cubicBezTo>
                <a:lnTo>
                  <a:pt x="11090" y="11184"/>
                </a:lnTo>
                <a:lnTo>
                  <a:pt x="7625" y="11184"/>
                </a:lnTo>
                <a:lnTo>
                  <a:pt x="7625" y="10806"/>
                </a:lnTo>
                <a:cubicBezTo>
                  <a:pt x="7625" y="9830"/>
                  <a:pt x="8412" y="9042"/>
                  <a:pt x="9357" y="9042"/>
                </a:cubicBezTo>
                <a:close/>
                <a:moveTo>
                  <a:pt x="5892" y="0"/>
                </a:moveTo>
                <a:cubicBezTo>
                  <a:pt x="5136" y="0"/>
                  <a:pt x="4506" y="630"/>
                  <a:pt x="4506" y="1355"/>
                </a:cubicBezTo>
                <a:cubicBezTo>
                  <a:pt x="4506" y="1733"/>
                  <a:pt x="4632" y="2016"/>
                  <a:pt x="4852" y="2300"/>
                </a:cubicBezTo>
                <a:cubicBezTo>
                  <a:pt x="4033" y="2710"/>
                  <a:pt x="3466" y="3529"/>
                  <a:pt x="3466" y="4505"/>
                </a:cubicBezTo>
                <a:lnTo>
                  <a:pt x="3466" y="5230"/>
                </a:lnTo>
                <a:cubicBezTo>
                  <a:pt x="3466" y="5419"/>
                  <a:pt x="3623" y="5577"/>
                  <a:pt x="3844" y="5577"/>
                </a:cubicBezTo>
                <a:lnTo>
                  <a:pt x="5577" y="5577"/>
                </a:lnTo>
                <a:lnTo>
                  <a:pt x="5577" y="7152"/>
                </a:lnTo>
                <a:lnTo>
                  <a:pt x="3875" y="8822"/>
                </a:lnTo>
                <a:cubicBezTo>
                  <a:pt x="3749" y="8696"/>
                  <a:pt x="3592" y="8601"/>
                  <a:pt x="3434" y="8569"/>
                </a:cubicBezTo>
                <a:cubicBezTo>
                  <a:pt x="3686" y="8349"/>
                  <a:pt x="3781" y="8034"/>
                  <a:pt x="3781" y="7624"/>
                </a:cubicBezTo>
                <a:cubicBezTo>
                  <a:pt x="3781" y="6868"/>
                  <a:pt x="3151" y="6238"/>
                  <a:pt x="2426" y="6238"/>
                </a:cubicBezTo>
                <a:cubicBezTo>
                  <a:pt x="1670" y="6238"/>
                  <a:pt x="1040" y="6868"/>
                  <a:pt x="1040" y="7624"/>
                </a:cubicBezTo>
                <a:cubicBezTo>
                  <a:pt x="1040" y="7971"/>
                  <a:pt x="1166" y="8286"/>
                  <a:pt x="1387" y="8569"/>
                </a:cubicBezTo>
                <a:cubicBezTo>
                  <a:pt x="567" y="8979"/>
                  <a:pt x="0" y="9798"/>
                  <a:pt x="0" y="10775"/>
                </a:cubicBezTo>
                <a:lnTo>
                  <a:pt x="0" y="11499"/>
                </a:lnTo>
                <a:cubicBezTo>
                  <a:pt x="0" y="11688"/>
                  <a:pt x="158" y="11846"/>
                  <a:pt x="378" y="11846"/>
                </a:cubicBezTo>
                <a:lnTo>
                  <a:pt x="4474" y="11846"/>
                </a:lnTo>
                <a:cubicBezTo>
                  <a:pt x="4663" y="11846"/>
                  <a:pt x="4821" y="11688"/>
                  <a:pt x="4821" y="11499"/>
                </a:cubicBezTo>
                <a:lnTo>
                  <a:pt x="4821" y="10775"/>
                </a:lnTo>
                <a:cubicBezTo>
                  <a:pt x="4821" y="10239"/>
                  <a:pt x="4632" y="9704"/>
                  <a:pt x="4348" y="9326"/>
                </a:cubicBezTo>
                <a:lnTo>
                  <a:pt x="5860" y="7782"/>
                </a:lnTo>
                <a:lnTo>
                  <a:pt x="7404" y="9326"/>
                </a:lnTo>
                <a:cubicBezTo>
                  <a:pt x="7089" y="9704"/>
                  <a:pt x="6931" y="10239"/>
                  <a:pt x="6931" y="10775"/>
                </a:cubicBezTo>
                <a:lnTo>
                  <a:pt x="6931" y="11499"/>
                </a:lnTo>
                <a:cubicBezTo>
                  <a:pt x="6931" y="11688"/>
                  <a:pt x="7089" y="11846"/>
                  <a:pt x="7309" y="11846"/>
                </a:cubicBezTo>
                <a:lnTo>
                  <a:pt x="11468" y="11846"/>
                </a:lnTo>
                <a:cubicBezTo>
                  <a:pt x="11657" y="11846"/>
                  <a:pt x="11815" y="11688"/>
                  <a:pt x="11815" y="11499"/>
                </a:cubicBezTo>
                <a:lnTo>
                  <a:pt x="11815" y="10775"/>
                </a:lnTo>
                <a:cubicBezTo>
                  <a:pt x="11783" y="9830"/>
                  <a:pt x="11185" y="8979"/>
                  <a:pt x="10365" y="8569"/>
                </a:cubicBezTo>
                <a:cubicBezTo>
                  <a:pt x="10586" y="8349"/>
                  <a:pt x="10712" y="8034"/>
                  <a:pt x="10712" y="7624"/>
                </a:cubicBezTo>
                <a:cubicBezTo>
                  <a:pt x="10712" y="6868"/>
                  <a:pt x="10082" y="6238"/>
                  <a:pt x="9357" y="6238"/>
                </a:cubicBezTo>
                <a:cubicBezTo>
                  <a:pt x="8601" y="6238"/>
                  <a:pt x="7971" y="6868"/>
                  <a:pt x="7971" y="7624"/>
                </a:cubicBezTo>
                <a:cubicBezTo>
                  <a:pt x="7971" y="7971"/>
                  <a:pt x="8097" y="8286"/>
                  <a:pt x="8318" y="8569"/>
                </a:cubicBezTo>
                <a:cubicBezTo>
                  <a:pt x="8160" y="8664"/>
                  <a:pt x="8034" y="8727"/>
                  <a:pt x="7877" y="8822"/>
                </a:cubicBezTo>
                <a:lnTo>
                  <a:pt x="6207" y="7152"/>
                </a:lnTo>
                <a:lnTo>
                  <a:pt x="6207" y="5577"/>
                </a:lnTo>
                <a:lnTo>
                  <a:pt x="7940" y="5577"/>
                </a:lnTo>
                <a:cubicBezTo>
                  <a:pt x="8129" y="5577"/>
                  <a:pt x="8286" y="5419"/>
                  <a:pt x="8286" y="5230"/>
                </a:cubicBezTo>
                <a:lnTo>
                  <a:pt x="8286" y="4505"/>
                </a:lnTo>
                <a:cubicBezTo>
                  <a:pt x="8286" y="3529"/>
                  <a:pt x="7688" y="2710"/>
                  <a:pt x="6900" y="2300"/>
                </a:cubicBezTo>
                <a:cubicBezTo>
                  <a:pt x="7152" y="2080"/>
                  <a:pt x="7246" y="1764"/>
                  <a:pt x="7246" y="1355"/>
                </a:cubicBezTo>
                <a:cubicBezTo>
                  <a:pt x="7246" y="630"/>
                  <a:pt x="6616" y="0"/>
                  <a:pt x="589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669" name="Google Shape;2669;p45"/>
          <p:cNvGrpSpPr/>
          <p:nvPr/>
        </p:nvGrpSpPr>
        <p:grpSpPr>
          <a:xfrm>
            <a:off x="6826572" y="1555697"/>
            <a:ext cx="286908" cy="286135"/>
            <a:chOff x="2141000" y="1954475"/>
            <a:chExt cx="296975" cy="296175"/>
          </a:xfrm>
        </p:grpSpPr>
        <p:sp>
          <p:nvSpPr>
            <p:cNvPr id="2670" name="Google Shape;2670;p45"/>
            <p:cNvSpPr/>
            <p:nvPr/>
          </p:nvSpPr>
          <p:spPr>
            <a:xfrm>
              <a:off x="2280425" y="1989925"/>
              <a:ext cx="104775" cy="68550"/>
            </a:xfrm>
            <a:custGeom>
              <a:rect b="b" l="l" r="r" t="t"/>
              <a:pathLst>
                <a:path extrusionOk="0" h="2742" w="4191">
                  <a:moveTo>
                    <a:pt x="347" y="0"/>
                  </a:moveTo>
                  <a:cubicBezTo>
                    <a:pt x="158" y="0"/>
                    <a:pt x="0" y="158"/>
                    <a:pt x="0" y="347"/>
                  </a:cubicBezTo>
                  <a:cubicBezTo>
                    <a:pt x="0" y="505"/>
                    <a:pt x="158" y="662"/>
                    <a:pt x="315" y="662"/>
                  </a:cubicBezTo>
                  <a:lnTo>
                    <a:pt x="2426" y="662"/>
                  </a:lnTo>
                  <a:cubicBezTo>
                    <a:pt x="2615" y="662"/>
                    <a:pt x="2773" y="820"/>
                    <a:pt x="2773" y="1009"/>
                  </a:cubicBezTo>
                  <a:lnTo>
                    <a:pt x="2773" y="1576"/>
                  </a:lnTo>
                  <a:lnTo>
                    <a:pt x="2678" y="1450"/>
                  </a:lnTo>
                  <a:cubicBezTo>
                    <a:pt x="2615" y="1387"/>
                    <a:pt x="2521" y="1355"/>
                    <a:pt x="2430" y="1355"/>
                  </a:cubicBezTo>
                  <a:cubicBezTo>
                    <a:pt x="2340" y="1355"/>
                    <a:pt x="2253" y="1387"/>
                    <a:pt x="2206" y="1450"/>
                  </a:cubicBezTo>
                  <a:cubicBezTo>
                    <a:pt x="2080" y="1576"/>
                    <a:pt x="2080" y="1796"/>
                    <a:pt x="2206" y="1922"/>
                  </a:cubicBezTo>
                  <a:lnTo>
                    <a:pt x="2899" y="2647"/>
                  </a:lnTo>
                  <a:cubicBezTo>
                    <a:pt x="2993" y="2710"/>
                    <a:pt x="3056" y="2741"/>
                    <a:pt x="3151" y="2741"/>
                  </a:cubicBezTo>
                  <a:cubicBezTo>
                    <a:pt x="3214" y="2741"/>
                    <a:pt x="3340" y="2710"/>
                    <a:pt x="3371" y="2647"/>
                  </a:cubicBezTo>
                  <a:lnTo>
                    <a:pt x="4096" y="1922"/>
                  </a:lnTo>
                  <a:cubicBezTo>
                    <a:pt x="4191" y="1796"/>
                    <a:pt x="4191" y="1576"/>
                    <a:pt x="4096" y="1450"/>
                  </a:cubicBezTo>
                  <a:cubicBezTo>
                    <a:pt x="4033" y="1387"/>
                    <a:pt x="3938" y="1355"/>
                    <a:pt x="3848" y="1355"/>
                  </a:cubicBezTo>
                  <a:cubicBezTo>
                    <a:pt x="3757" y="1355"/>
                    <a:pt x="3671" y="1387"/>
                    <a:pt x="3623" y="1450"/>
                  </a:cubicBezTo>
                  <a:lnTo>
                    <a:pt x="3497" y="1576"/>
                  </a:lnTo>
                  <a:lnTo>
                    <a:pt x="3497" y="1009"/>
                  </a:lnTo>
                  <a:cubicBezTo>
                    <a:pt x="3497" y="442"/>
                    <a:pt x="3025" y="0"/>
                    <a:pt x="245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1" name="Google Shape;2671;p45"/>
            <p:cNvSpPr/>
            <p:nvPr/>
          </p:nvSpPr>
          <p:spPr>
            <a:xfrm>
              <a:off x="2174875" y="2145875"/>
              <a:ext cx="105575" cy="69325"/>
            </a:xfrm>
            <a:custGeom>
              <a:rect b="b" l="l" r="r" t="t"/>
              <a:pathLst>
                <a:path extrusionOk="0" h="2773" w="4223">
                  <a:moveTo>
                    <a:pt x="1056" y="0"/>
                  </a:moveTo>
                  <a:cubicBezTo>
                    <a:pt x="969" y="0"/>
                    <a:pt x="883" y="32"/>
                    <a:pt x="820" y="95"/>
                  </a:cubicBezTo>
                  <a:lnTo>
                    <a:pt x="95" y="820"/>
                  </a:lnTo>
                  <a:cubicBezTo>
                    <a:pt x="1" y="914"/>
                    <a:pt x="1" y="1166"/>
                    <a:pt x="95" y="1292"/>
                  </a:cubicBezTo>
                  <a:cubicBezTo>
                    <a:pt x="158" y="1339"/>
                    <a:pt x="253" y="1363"/>
                    <a:pt x="343" y="1363"/>
                  </a:cubicBezTo>
                  <a:cubicBezTo>
                    <a:pt x="434" y="1363"/>
                    <a:pt x="521" y="1339"/>
                    <a:pt x="568" y="1292"/>
                  </a:cubicBezTo>
                  <a:lnTo>
                    <a:pt x="694" y="1166"/>
                  </a:lnTo>
                  <a:lnTo>
                    <a:pt x="694" y="1702"/>
                  </a:lnTo>
                  <a:cubicBezTo>
                    <a:pt x="757" y="2300"/>
                    <a:pt x="1229" y="2773"/>
                    <a:pt x="1765" y="2773"/>
                  </a:cubicBezTo>
                  <a:lnTo>
                    <a:pt x="3844" y="2773"/>
                  </a:lnTo>
                  <a:cubicBezTo>
                    <a:pt x="4065" y="2773"/>
                    <a:pt x="4222" y="2615"/>
                    <a:pt x="4222" y="2426"/>
                  </a:cubicBezTo>
                  <a:cubicBezTo>
                    <a:pt x="4222" y="2237"/>
                    <a:pt x="4065" y="2080"/>
                    <a:pt x="3844" y="2080"/>
                  </a:cubicBezTo>
                  <a:lnTo>
                    <a:pt x="1765" y="2080"/>
                  </a:lnTo>
                  <a:cubicBezTo>
                    <a:pt x="1576" y="2080"/>
                    <a:pt x="1418" y="1922"/>
                    <a:pt x="1418" y="1702"/>
                  </a:cubicBezTo>
                  <a:lnTo>
                    <a:pt x="1418" y="1166"/>
                  </a:lnTo>
                  <a:lnTo>
                    <a:pt x="1544" y="1292"/>
                  </a:lnTo>
                  <a:cubicBezTo>
                    <a:pt x="1592" y="1339"/>
                    <a:pt x="1678" y="1363"/>
                    <a:pt x="1769" y="1363"/>
                  </a:cubicBezTo>
                  <a:cubicBezTo>
                    <a:pt x="1859" y="1363"/>
                    <a:pt x="1954" y="1339"/>
                    <a:pt x="2017" y="1292"/>
                  </a:cubicBezTo>
                  <a:cubicBezTo>
                    <a:pt x="2112" y="1166"/>
                    <a:pt x="2112" y="914"/>
                    <a:pt x="2017" y="820"/>
                  </a:cubicBezTo>
                  <a:lnTo>
                    <a:pt x="1292" y="95"/>
                  </a:lnTo>
                  <a:cubicBezTo>
                    <a:pt x="1229" y="32"/>
                    <a:pt x="1143" y="0"/>
                    <a:pt x="105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2" name="Google Shape;2672;p45"/>
            <p:cNvSpPr/>
            <p:nvPr/>
          </p:nvSpPr>
          <p:spPr>
            <a:xfrm>
              <a:off x="2141000" y="1954475"/>
              <a:ext cx="139450" cy="174100"/>
            </a:xfrm>
            <a:custGeom>
              <a:rect b="b" l="l" r="r" t="t"/>
              <a:pathLst>
                <a:path extrusionOk="0" h="6964" w="5578">
                  <a:moveTo>
                    <a:pt x="2773" y="694"/>
                  </a:moveTo>
                  <a:cubicBezTo>
                    <a:pt x="3372" y="694"/>
                    <a:pt x="3782" y="1166"/>
                    <a:pt x="3782" y="1734"/>
                  </a:cubicBezTo>
                  <a:cubicBezTo>
                    <a:pt x="3782" y="2301"/>
                    <a:pt x="3309" y="2742"/>
                    <a:pt x="2773" y="2742"/>
                  </a:cubicBezTo>
                  <a:cubicBezTo>
                    <a:pt x="2175" y="2742"/>
                    <a:pt x="1734" y="2269"/>
                    <a:pt x="1734" y="1734"/>
                  </a:cubicBezTo>
                  <a:cubicBezTo>
                    <a:pt x="1734" y="1166"/>
                    <a:pt x="2206" y="694"/>
                    <a:pt x="2773" y="694"/>
                  </a:cubicBezTo>
                  <a:close/>
                  <a:moveTo>
                    <a:pt x="2773" y="3466"/>
                  </a:moveTo>
                  <a:cubicBezTo>
                    <a:pt x="3908" y="3466"/>
                    <a:pt x="4853" y="4411"/>
                    <a:pt x="4853" y="5546"/>
                  </a:cubicBezTo>
                  <a:lnTo>
                    <a:pt x="4853" y="6270"/>
                  </a:lnTo>
                  <a:lnTo>
                    <a:pt x="694" y="6270"/>
                  </a:lnTo>
                  <a:lnTo>
                    <a:pt x="694" y="5546"/>
                  </a:lnTo>
                  <a:cubicBezTo>
                    <a:pt x="694" y="4411"/>
                    <a:pt x="1639" y="3466"/>
                    <a:pt x="2773" y="3466"/>
                  </a:cubicBezTo>
                  <a:close/>
                  <a:moveTo>
                    <a:pt x="2805" y="1"/>
                  </a:moveTo>
                  <a:cubicBezTo>
                    <a:pt x="1860" y="1"/>
                    <a:pt x="1072" y="788"/>
                    <a:pt x="1072" y="1734"/>
                  </a:cubicBezTo>
                  <a:cubicBezTo>
                    <a:pt x="1072" y="2238"/>
                    <a:pt x="1324" y="2710"/>
                    <a:pt x="1671" y="3025"/>
                  </a:cubicBezTo>
                  <a:cubicBezTo>
                    <a:pt x="726" y="3466"/>
                    <a:pt x="64" y="4443"/>
                    <a:pt x="64" y="5577"/>
                  </a:cubicBezTo>
                  <a:lnTo>
                    <a:pt x="64" y="6617"/>
                  </a:lnTo>
                  <a:cubicBezTo>
                    <a:pt x="1" y="6806"/>
                    <a:pt x="159" y="6963"/>
                    <a:pt x="379" y="6963"/>
                  </a:cubicBezTo>
                  <a:lnTo>
                    <a:pt x="5199" y="6963"/>
                  </a:lnTo>
                  <a:cubicBezTo>
                    <a:pt x="5420" y="6963"/>
                    <a:pt x="5577" y="6806"/>
                    <a:pt x="5577" y="6617"/>
                  </a:cubicBezTo>
                  <a:lnTo>
                    <a:pt x="5577" y="5577"/>
                  </a:lnTo>
                  <a:cubicBezTo>
                    <a:pt x="5577" y="4443"/>
                    <a:pt x="4884" y="3498"/>
                    <a:pt x="3939" y="3025"/>
                  </a:cubicBezTo>
                  <a:cubicBezTo>
                    <a:pt x="4317" y="2710"/>
                    <a:pt x="4538" y="2238"/>
                    <a:pt x="4538" y="1734"/>
                  </a:cubicBezTo>
                  <a:cubicBezTo>
                    <a:pt x="4538" y="788"/>
                    <a:pt x="3750" y="1"/>
                    <a:pt x="280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3" name="Google Shape;2673;p45"/>
            <p:cNvSpPr/>
            <p:nvPr/>
          </p:nvSpPr>
          <p:spPr>
            <a:xfrm>
              <a:off x="2298525" y="2076550"/>
              <a:ext cx="139450" cy="174100"/>
            </a:xfrm>
            <a:custGeom>
              <a:rect b="b" l="l" r="r" t="t"/>
              <a:pathLst>
                <a:path extrusionOk="0" h="6964" w="5578">
                  <a:moveTo>
                    <a:pt x="2773" y="663"/>
                  </a:moveTo>
                  <a:cubicBezTo>
                    <a:pt x="3372" y="663"/>
                    <a:pt x="3782" y="1135"/>
                    <a:pt x="3782" y="1702"/>
                  </a:cubicBezTo>
                  <a:cubicBezTo>
                    <a:pt x="3782" y="2238"/>
                    <a:pt x="3309" y="2710"/>
                    <a:pt x="2773" y="2710"/>
                  </a:cubicBezTo>
                  <a:cubicBezTo>
                    <a:pt x="2175" y="2710"/>
                    <a:pt x="1734" y="2238"/>
                    <a:pt x="1734" y="1702"/>
                  </a:cubicBezTo>
                  <a:cubicBezTo>
                    <a:pt x="1734" y="1135"/>
                    <a:pt x="2175" y="663"/>
                    <a:pt x="2773" y="663"/>
                  </a:cubicBezTo>
                  <a:close/>
                  <a:moveTo>
                    <a:pt x="2773" y="3467"/>
                  </a:moveTo>
                  <a:cubicBezTo>
                    <a:pt x="3908" y="3467"/>
                    <a:pt x="4853" y="4412"/>
                    <a:pt x="4853" y="5546"/>
                  </a:cubicBezTo>
                  <a:lnTo>
                    <a:pt x="4853" y="6270"/>
                  </a:lnTo>
                  <a:lnTo>
                    <a:pt x="694" y="6270"/>
                  </a:lnTo>
                  <a:lnTo>
                    <a:pt x="694" y="5546"/>
                  </a:lnTo>
                  <a:cubicBezTo>
                    <a:pt x="694" y="4412"/>
                    <a:pt x="1639" y="3467"/>
                    <a:pt x="2773" y="3467"/>
                  </a:cubicBezTo>
                  <a:close/>
                  <a:moveTo>
                    <a:pt x="2773" y="1"/>
                  </a:moveTo>
                  <a:cubicBezTo>
                    <a:pt x="1828" y="1"/>
                    <a:pt x="1041" y="789"/>
                    <a:pt x="1041" y="1734"/>
                  </a:cubicBezTo>
                  <a:cubicBezTo>
                    <a:pt x="1041" y="2238"/>
                    <a:pt x="1261" y="2710"/>
                    <a:pt x="1608" y="3025"/>
                  </a:cubicBezTo>
                  <a:cubicBezTo>
                    <a:pt x="663" y="3467"/>
                    <a:pt x="1" y="4443"/>
                    <a:pt x="1" y="5546"/>
                  </a:cubicBezTo>
                  <a:lnTo>
                    <a:pt x="1" y="6617"/>
                  </a:lnTo>
                  <a:cubicBezTo>
                    <a:pt x="1" y="6806"/>
                    <a:pt x="159" y="6964"/>
                    <a:pt x="379" y="6964"/>
                  </a:cubicBezTo>
                  <a:lnTo>
                    <a:pt x="5199" y="6964"/>
                  </a:lnTo>
                  <a:cubicBezTo>
                    <a:pt x="5420" y="6964"/>
                    <a:pt x="5577" y="6806"/>
                    <a:pt x="5577" y="6617"/>
                  </a:cubicBezTo>
                  <a:lnTo>
                    <a:pt x="5577" y="5546"/>
                  </a:lnTo>
                  <a:cubicBezTo>
                    <a:pt x="5514" y="4412"/>
                    <a:pt x="4853" y="3467"/>
                    <a:pt x="3908" y="3025"/>
                  </a:cubicBezTo>
                  <a:cubicBezTo>
                    <a:pt x="4254" y="2710"/>
                    <a:pt x="4506" y="2238"/>
                    <a:pt x="4506" y="1734"/>
                  </a:cubicBezTo>
                  <a:cubicBezTo>
                    <a:pt x="4506" y="789"/>
                    <a:pt x="3719" y="1"/>
                    <a:pt x="277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74" name="Google Shape;2674;p45"/>
          <p:cNvGrpSpPr/>
          <p:nvPr/>
        </p:nvGrpSpPr>
        <p:grpSpPr>
          <a:xfrm>
            <a:off x="5083148" y="4182384"/>
            <a:ext cx="287632" cy="267247"/>
            <a:chOff x="6524150" y="1938725"/>
            <a:chExt cx="297725" cy="276625"/>
          </a:xfrm>
        </p:grpSpPr>
        <p:sp>
          <p:nvSpPr>
            <p:cNvPr id="2675" name="Google Shape;2675;p45"/>
            <p:cNvSpPr/>
            <p:nvPr/>
          </p:nvSpPr>
          <p:spPr>
            <a:xfrm>
              <a:off x="6524150" y="2025375"/>
              <a:ext cx="297725" cy="189975"/>
            </a:xfrm>
            <a:custGeom>
              <a:rect b="b" l="l" r="r" t="t"/>
              <a:pathLst>
                <a:path extrusionOk="0" h="7599" w="11909">
                  <a:moveTo>
                    <a:pt x="9767" y="2079"/>
                  </a:moveTo>
                  <a:lnTo>
                    <a:pt x="9767" y="5198"/>
                  </a:lnTo>
                  <a:cubicBezTo>
                    <a:pt x="9735" y="5041"/>
                    <a:pt x="9672" y="4915"/>
                    <a:pt x="9546" y="4789"/>
                  </a:cubicBezTo>
                  <a:lnTo>
                    <a:pt x="7813" y="3056"/>
                  </a:lnTo>
                  <a:cubicBezTo>
                    <a:pt x="7624" y="2867"/>
                    <a:pt x="7341" y="2741"/>
                    <a:pt x="7057" y="2741"/>
                  </a:cubicBezTo>
                  <a:lnTo>
                    <a:pt x="6018" y="2741"/>
                  </a:lnTo>
                  <a:cubicBezTo>
                    <a:pt x="5923" y="2741"/>
                    <a:pt x="5797" y="2836"/>
                    <a:pt x="5734" y="2930"/>
                  </a:cubicBezTo>
                  <a:lnTo>
                    <a:pt x="5482" y="3403"/>
                  </a:lnTo>
                  <a:cubicBezTo>
                    <a:pt x="5293" y="3812"/>
                    <a:pt x="4883" y="4001"/>
                    <a:pt x="4505" y="4001"/>
                  </a:cubicBezTo>
                  <a:lnTo>
                    <a:pt x="5356" y="2269"/>
                  </a:lnTo>
                  <a:cubicBezTo>
                    <a:pt x="5419" y="2143"/>
                    <a:pt x="5576" y="2079"/>
                    <a:pt x="5671" y="2079"/>
                  </a:cubicBezTo>
                  <a:close/>
                  <a:moveTo>
                    <a:pt x="1418" y="2079"/>
                  </a:moveTo>
                  <a:lnTo>
                    <a:pt x="1418" y="5545"/>
                  </a:lnTo>
                  <a:lnTo>
                    <a:pt x="725" y="5545"/>
                  </a:lnTo>
                  <a:lnTo>
                    <a:pt x="725" y="2079"/>
                  </a:lnTo>
                  <a:close/>
                  <a:moveTo>
                    <a:pt x="11153" y="2079"/>
                  </a:moveTo>
                  <a:lnTo>
                    <a:pt x="11153" y="5545"/>
                  </a:lnTo>
                  <a:lnTo>
                    <a:pt x="10460" y="5545"/>
                  </a:lnTo>
                  <a:lnTo>
                    <a:pt x="10460" y="2079"/>
                  </a:lnTo>
                  <a:close/>
                  <a:moveTo>
                    <a:pt x="6931" y="630"/>
                  </a:moveTo>
                  <a:cubicBezTo>
                    <a:pt x="6774" y="1008"/>
                    <a:pt x="6427" y="1323"/>
                    <a:pt x="5955" y="1323"/>
                  </a:cubicBezTo>
                  <a:lnTo>
                    <a:pt x="5671" y="1323"/>
                  </a:lnTo>
                  <a:cubicBezTo>
                    <a:pt x="5293" y="1323"/>
                    <a:pt x="4946" y="1575"/>
                    <a:pt x="4726" y="1922"/>
                  </a:cubicBezTo>
                  <a:lnTo>
                    <a:pt x="3655" y="4064"/>
                  </a:lnTo>
                  <a:cubicBezTo>
                    <a:pt x="3623" y="4127"/>
                    <a:pt x="3623" y="4253"/>
                    <a:pt x="3655" y="4316"/>
                  </a:cubicBezTo>
                  <a:cubicBezTo>
                    <a:pt x="3718" y="4411"/>
                    <a:pt x="3781" y="4474"/>
                    <a:pt x="3875" y="4537"/>
                  </a:cubicBezTo>
                  <a:cubicBezTo>
                    <a:pt x="4088" y="4627"/>
                    <a:pt x="4310" y="4670"/>
                    <a:pt x="4532" y="4670"/>
                  </a:cubicBezTo>
                  <a:cubicBezTo>
                    <a:pt x="5165" y="4670"/>
                    <a:pt x="5785" y="4316"/>
                    <a:pt x="6112" y="3686"/>
                  </a:cubicBezTo>
                  <a:lnTo>
                    <a:pt x="6238" y="3434"/>
                  </a:lnTo>
                  <a:lnTo>
                    <a:pt x="7026" y="3434"/>
                  </a:lnTo>
                  <a:cubicBezTo>
                    <a:pt x="7089" y="3434"/>
                    <a:pt x="7215" y="3466"/>
                    <a:pt x="7246" y="3529"/>
                  </a:cubicBezTo>
                  <a:lnTo>
                    <a:pt x="8979" y="5261"/>
                  </a:lnTo>
                  <a:cubicBezTo>
                    <a:pt x="9137" y="5419"/>
                    <a:pt x="9137" y="5545"/>
                    <a:pt x="9105" y="5640"/>
                  </a:cubicBezTo>
                  <a:cubicBezTo>
                    <a:pt x="9105" y="5671"/>
                    <a:pt x="9042" y="5829"/>
                    <a:pt x="8885" y="5860"/>
                  </a:cubicBezTo>
                  <a:lnTo>
                    <a:pt x="5576" y="6805"/>
                  </a:lnTo>
                  <a:cubicBezTo>
                    <a:pt x="5543" y="6814"/>
                    <a:pt x="5507" y="6818"/>
                    <a:pt x="5470" y="6818"/>
                  </a:cubicBezTo>
                  <a:cubicBezTo>
                    <a:pt x="5371" y="6818"/>
                    <a:pt x="5268" y="6788"/>
                    <a:pt x="5198" y="6742"/>
                  </a:cubicBezTo>
                  <a:lnTo>
                    <a:pt x="4096" y="5640"/>
                  </a:lnTo>
                  <a:cubicBezTo>
                    <a:pt x="4033" y="5545"/>
                    <a:pt x="3938" y="5514"/>
                    <a:pt x="3875" y="5514"/>
                  </a:cubicBezTo>
                  <a:lnTo>
                    <a:pt x="2111" y="5514"/>
                  </a:lnTo>
                  <a:lnTo>
                    <a:pt x="2111" y="2048"/>
                  </a:lnTo>
                  <a:lnTo>
                    <a:pt x="2741" y="2048"/>
                  </a:lnTo>
                  <a:cubicBezTo>
                    <a:pt x="3119" y="2048"/>
                    <a:pt x="3466" y="1796"/>
                    <a:pt x="3686" y="1449"/>
                  </a:cubicBezTo>
                  <a:lnTo>
                    <a:pt x="4001" y="819"/>
                  </a:lnTo>
                  <a:cubicBezTo>
                    <a:pt x="4064" y="693"/>
                    <a:pt x="4190" y="630"/>
                    <a:pt x="4316" y="630"/>
                  </a:cubicBezTo>
                  <a:close/>
                  <a:moveTo>
                    <a:pt x="4316" y="0"/>
                  </a:moveTo>
                  <a:cubicBezTo>
                    <a:pt x="3907" y="0"/>
                    <a:pt x="3560" y="221"/>
                    <a:pt x="3371" y="599"/>
                  </a:cubicBezTo>
                  <a:lnTo>
                    <a:pt x="3056" y="1229"/>
                  </a:lnTo>
                  <a:cubicBezTo>
                    <a:pt x="2962" y="1323"/>
                    <a:pt x="2836" y="1418"/>
                    <a:pt x="2741" y="1418"/>
                  </a:cubicBezTo>
                  <a:lnTo>
                    <a:pt x="378" y="1418"/>
                  </a:lnTo>
                  <a:cubicBezTo>
                    <a:pt x="158" y="1418"/>
                    <a:pt x="0" y="1575"/>
                    <a:pt x="0" y="1764"/>
                  </a:cubicBezTo>
                  <a:lnTo>
                    <a:pt x="0" y="5955"/>
                  </a:lnTo>
                  <a:cubicBezTo>
                    <a:pt x="0" y="6144"/>
                    <a:pt x="158" y="6301"/>
                    <a:pt x="378" y="6301"/>
                  </a:cubicBezTo>
                  <a:lnTo>
                    <a:pt x="3718" y="6301"/>
                  </a:lnTo>
                  <a:lnTo>
                    <a:pt x="4694" y="7278"/>
                  </a:lnTo>
                  <a:cubicBezTo>
                    <a:pt x="4894" y="7477"/>
                    <a:pt x="5139" y="7598"/>
                    <a:pt x="5410" y="7598"/>
                  </a:cubicBezTo>
                  <a:cubicBezTo>
                    <a:pt x="5525" y="7598"/>
                    <a:pt x="5644" y="7577"/>
                    <a:pt x="5766" y="7530"/>
                  </a:cubicBezTo>
                  <a:lnTo>
                    <a:pt x="9074" y="6553"/>
                  </a:lnTo>
                  <a:cubicBezTo>
                    <a:pt x="9263" y="6522"/>
                    <a:pt x="9420" y="6396"/>
                    <a:pt x="9578" y="6238"/>
                  </a:cubicBezTo>
                  <a:lnTo>
                    <a:pt x="11562" y="6238"/>
                  </a:lnTo>
                  <a:cubicBezTo>
                    <a:pt x="11751" y="6238"/>
                    <a:pt x="11909" y="6081"/>
                    <a:pt x="11909" y="5892"/>
                  </a:cubicBezTo>
                  <a:lnTo>
                    <a:pt x="11909" y="1733"/>
                  </a:lnTo>
                  <a:cubicBezTo>
                    <a:pt x="11877" y="1544"/>
                    <a:pt x="11720" y="1386"/>
                    <a:pt x="11499" y="1386"/>
                  </a:cubicBezTo>
                  <a:lnTo>
                    <a:pt x="7341" y="1386"/>
                  </a:lnTo>
                  <a:cubicBezTo>
                    <a:pt x="7561" y="1103"/>
                    <a:pt x="7687" y="693"/>
                    <a:pt x="7687" y="347"/>
                  </a:cubicBezTo>
                  <a:cubicBezTo>
                    <a:pt x="7687" y="158"/>
                    <a:pt x="7530" y="0"/>
                    <a:pt x="734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6" name="Google Shape;2676;p45"/>
            <p:cNvSpPr/>
            <p:nvPr/>
          </p:nvSpPr>
          <p:spPr>
            <a:xfrm>
              <a:off x="6664325" y="1938725"/>
              <a:ext cx="17375" cy="43350"/>
            </a:xfrm>
            <a:custGeom>
              <a:rect b="b" l="l" r="r" t="t"/>
              <a:pathLst>
                <a:path extrusionOk="0" h="1734" w="695">
                  <a:moveTo>
                    <a:pt x="348" y="1"/>
                  </a:moveTo>
                  <a:cubicBezTo>
                    <a:pt x="159" y="1"/>
                    <a:pt x="1" y="158"/>
                    <a:pt x="1" y="347"/>
                  </a:cubicBezTo>
                  <a:lnTo>
                    <a:pt x="1" y="1355"/>
                  </a:lnTo>
                  <a:cubicBezTo>
                    <a:pt x="1" y="1576"/>
                    <a:pt x="159" y="1733"/>
                    <a:pt x="348" y="1733"/>
                  </a:cubicBezTo>
                  <a:cubicBezTo>
                    <a:pt x="537" y="1733"/>
                    <a:pt x="694" y="1576"/>
                    <a:pt x="694" y="1355"/>
                  </a:cubicBezTo>
                  <a:lnTo>
                    <a:pt x="694" y="347"/>
                  </a:lnTo>
                  <a:cubicBezTo>
                    <a:pt x="694" y="158"/>
                    <a:pt x="537" y="1"/>
                    <a:pt x="3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7" name="Google Shape;2677;p45"/>
            <p:cNvSpPr/>
            <p:nvPr/>
          </p:nvSpPr>
          <p:spPr>
            <a:xfrm>
              <a:off x="6594250" y="1972800"/>
              <a:ext cx="35450" cy="35275"/>
            </a:xfrm>
            <a:custGeom>
              <a:rect b="b" l="l" r="r" t="t"/>
              <a:pathLst>
                <a:path extrusionOk="0" h="1411" w="1418">
                  <a:moveTo>
                    <a:pt x="374" y="0"/>
                  </a:moveTo>
                  <a:cubicBezTo>
                    <a:pt x="291" y="0"/>
                    <a:pt x="205" y="40"/>
                    <a:pt x="126" y="118"/>
                  </a:cubicBezTo>
                  <a:cubicBezTo>
                    <a:pt x="0" y="244"/>
                    <a:pt x="0" y="496"/>
                    <a:pt x="126" y="591"/>
                  </a:cubicBezTo>
                  <a:lnTo>
                    <a:pt x="819" y="1316"/>
                  </a:lnTo>
                  <a:cubicBezTo>
                    <a:pt x="882" y="1379"/>
                    <a:pt x="969" y="1410"/>
                    <a:pt x="1055" y="1410"/>
                  </a:cubicBezTo>
                  <a:cubicBezTo>
                    <a:pt x="1142" y="1410"/>
                    <a:pt x="1229" y="1379"/>
                    <a:pt x="1292" y="1316"/>
                  </a:cubicBezTo>
                  <a:cubicBezTo>
                    <a:pt x="1418" y="1190"/>
                    <a:pt x="1418" y="969"/>
                    <a:pt x="1292" y="843"/>
                  </a:cubicBezTo>
                  <a:lnTo>
                    <a:pt x="599" y="118"/>
                  </a:lnTo>
                  <a:cubicBezTo>
                    <a:pt x="536" y="40"/>
                    <a:pt x="457" y="0"/>
                    <a:pt x="37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8" name="Google Shape;2678;p45"/>
            <p:cNvSpPr/>
            <p:nvPr/>
          </p:nvSpPr>
          <p:spPr>
            <a:xfrm>
              <a:off x="6715525" y="1972800"/>
              <a:ext cx="35475" cy="35275"/>
            </a:xfrm>
            <a:custGeom>
              <a:rect b="b" l="l" r="r" t="t"/>
              <a:pathLst>
                <a:path extrusionOk="0" h="1411" w="1419">
                  <a:moveTo>
                    <a:pt x="1056" y="0"/>
                  </a:moveTo>
                  <a:cubicBezTo>
                    <a:pt x="970" y="0"/>
                    <a:pt x="883" y="40"/>
                    <a:pt x="820" y="118"/>
                  </a:cubicBezTo>
                  <a:lnTo>
                    <a:pt x="127" y="843"/>
                  </a:lnTo>
                  <a:cubicBezTo>
                    <a:pt x="1" y="969"/>
                    <a:pt x="1" y="1190"/>
                    <a:pt x="127" y="1316"/>
                  </a:cubicBezTo>
                  <a:cubicBezTo>
                    <a:pt x="174" y="1379"/>
                    <a:pt x="261" y="1410"/>
                    <a:pt x="351" y="1410"/>
                  </a:cubicBezTo>
                  <a:cubicBezTo>
                    <a:pt x="442" y="1410"/>
                    <a:pt x="536" y="1379"/>
                    <a:pt x="599" y="1316"/>
                  </a:cubicBezTo>
                  <a:lnTo>
                    <a:pt x="1293" y="591"/>
                  </a:lnTo>
                  <a:cubicBezTo>
                    <a:pt x="1419" y="496"/>
                    <a:pt x="1419" y="244"/>
                    <a:pt x="1293" y="118"/>
                  </a:cubicBezTo>
                  <a:cubicBezTo>
                    <a:pt x="1230" y="40"/>
                    <a:pt x="1143" y="0"/>
                    <a:pt x="105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682" name="Shape 2682"/>
        <p:cNvGrpSpPr/>
        <p:nvPr/>
      </p:nvGrpSpPr>
      <p:grpSpPr>
        <a:xfrm>
          <a:off x="0" y="0"/>
          <a:ext cx="0" cy="0"/>
          <a:chOff x="0" y="0"/>
          <a:chExt cx="0" cy="0"/>
        </a:xfrm>
      </p:grpSpPr>
      <p:sp>
        <p:nvSpPr>
          <p:cNvPr id="2683" name="Google Shape;2683;p46"/>
          <p:cNvSpPr txBox="1"/>
          <p:nvPr>
            <p:ph type="title"/>
          </p:nvPr>
        </p:nvSpPr>
        <p:spPr>
          <a:xfrm>
            <a:off x="728527" y="539500"/>
            <a:ext cx="3347700" cy="48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Help &amp; support icons</a:t>
            </a:r>
            <a:endParaRPr/>
          </a:p>
        </p:txBody>
      </p:sp>
      <p:sp>
        <p:nvSpPr>
          <p:cNvPr id="2684" name="Google Shape;2684;p46"/>
          <p:cNvSpPr txBox="1"/>
          <p:nvPr>
            <p:ph idx="2" type="title"/>
          </p:nvPr>
        </p:nvSpPr>
        <p:spPr>
          <a:xfrm>
            <a:off x="4977550" y="539500"/>
            <a:ext cx="3458400" cy="48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Avatar icons</a:t>
            </a:r>
            <a:endParaRPr/>
          </a:p>
        </p:txBody>
      </p:sp>
      <p:grpSp>
        <p:nvGrpSpPr>
          <p:cNvPr id="2685" name="Google Shape;2685;p46"/>
          <p:cNvGrpSpPr/>
          <p:nvPr/>
        </p:nvGrpSpPr>
        <p:grpSpPr>
          <a:xfrm>
            <a:off x="737318" y="1553709"/>
            <a:ext cx="242954" cy="295571"/>
            <a:chOff x="-35830350" y="1912725"/>
            <a:chExt cx="241050" cy="293225"/>
          </a:xfrm>
        </p:grpSpPr>
        <p:sp>
          <p:nvSpPr>
            <p:cNvPr id="2686" name="Google Shape;2686;p46"/>
            <p:cNvSpPr/>
            <p:nvPr/>
          </p:nvSpPr>
          <p:spPr>
            <a:xfrm>
              <a:off x="-35830350" y="1912725"/>
              <a:ext cx="241050" cy="293225"/>
            </a:xfrm>
            <a:custGeom>
              <a:rect b="b" l="l" r="r" t="t"/>
              <a:pathLst>
                <a:path extrusionOk="0" h="11729" w="9642">
                  <a:moveTo>
                    <a:pt x="8665" y="694"/>
                  </a:moveTo>
                  <a:cubicBezTo>
                    <a:pt x="8822" y="726"/>
                    <a:pt x="8980" y="883"/>
                    <a:pt x="8980" y="1041"/>
                  </a:cubicBezTo>
                  <a:lnTo>
                    <a:pt x="8980" y="7562"/>
                  </a:lnTo>
                  <a:lnTo>
                    <a:pt x="2836" y="7562"/>
                  </a:lnTo>
                  <a:lnTo>
                    <a:pt x="2836" y="694"/>
                  </a:lnTo>
                  <a:close/>
                  <a:moveTo>
                    <a:pt x="2175" y="726"/>
                  </a:moveTo>
                  <a:lnTo>
                    <a:pt x="2175" y="7625"/>
                  </a:lnTo>
                  <a:lnTo>
                    <a:pt x="1828" y="7625"/>
                  </a:lnTo>
                  <a:cubicBezTo>
                    <a:pt x="1450" y="7625"/>
                    <a:pt x="1072" y="7720"/>
                    <a:pt x="788" y="7972"/>
                  </a:cubicBezTo>
                  <a:lnTo>
                    <a:pt x="788" y="1797"/>
                  </a:lnTo>
                  <a:cubicBezTo>
                    <a:pt x="788" y="1198"/>
                    <a:pt x="1261" y="726"/>
                    <a:pt x="1828" y="726"/>
                  </a:cubicBezTo>
                  <a:close/>
                  <a:moveTo>
                    <a:pt x="8791" y="8287"/>
                  </a:moveTo>
                  <a:cubicBezTo>
                    <a:pt x="8696" y="8507"/>
                    <a:pt x="8665" y="8759"/>
                    <a:pt x="8633" y="8948"/>
                  </a:cubicBezTo>
                  <a:lnTo>
                    <a:pt x="1734" y="8948"/>
                  </a:lnTo>
                  <a:cubicBezTo>
                    <a:pt x="1545" y="8948"/>
                    <a:pt x="1387" y="9106"/>
                    <a:pt x="1387" y="9295"/>
                  </a:cubicBezTo>
                  <a:cubicBezTo>
                    <a:pt x="1387" y="9515"/>
                    <a:pt x="1545" y="9673"/>
                    <a:pt x="1734" y="9673"/>
                  </a:cubicBezTo>
                  <a:lnTo>
                    <a:pt x="4821" y="9673"/>
                  </a:lnTo>
                  <a:lnTo>
                    <a:pt x="4821" y="10335"/>
                  </a:lnTo>
                  <a:lnTo>
                    <a:pt x="1860" y="10335"/>
                  </a:lnTo>
                  <a:cubicBezTo>
                    <a:pt x="1293" y="10335"/>
                    <a:pt x="757" y="9925"/>
                    <a:pt x="757" y="9295"/>
                  </a:cubicBezTo>
                  <a:cubicBezTo>
                    <a:pt x="757" y="8728"/>
                    <a:pt x="1230" y="8287"/>
                    <a:pt x="1765" y="8287"/>
                  </a:cubicBezTo>
                  <a:close/>
                  <a:moveTo>
                    <a:pt x="8665" y="9673"/>
                  </a:moveTo>
                  <a:cubicBezTo>
                    <a:pt x="8696" y="9894"/>
                    <a:pt x="8759" y="10146"/>
                    <a:pt x="8822" y="10335"/>
                  </a:cubicBezTo>
                  <a:lnTo>
                    <a:pt x="7594" y="10335"/>
                  </a:lnTo>
                  <a:lnTo>
                    <a:pt x="7594" y="9673"/>
                  </a:lnTo>
                  <a:close/>
                  <a:moveTo>
                    <a:pt x="6900" y="9673"/>
                  </a:moveTo>
                  <a:lnTo>
                    <a:pt x="6900" y="10693"/>
                  </a:lnTo>
                  <a:lnTo>
                    <a:pt x="6428" y="10398"/>
                  </a:lnTo>
                  <a:cubicBezTo>
                    <a:pt x="6396" y="10366"/>
                    <a:pt x="6302" y="10366"/>
                    <a:pt x="6239" y="10366"/>
                  </a:cubicBezTo>
                  <a:cubicBezTo>
                    <a:pt x="6144" y="10366"/>
                    <a:pt x="6113" y="10366"/>
                    <a:pt x="6018" y="10398"/>
                  </a:cubicBezTo>
                  <a:lnTo>
                    <a:pt x="5514" y="10713"/>
                  </a:lnTo>
                  <a:lnTo>
                    <a:pt x="5514" y="9673"/>
                  </a:lnTo>
                  <a:close/>
                  <a:moveTo>
                    <a:pt x="1734" y="1"/>
                  </a:moveTo>
                  <a:cubicBezTo>
                    <a:pt x="1261" y="1"/>
                    <a:pt x="820" y="222"/>
                    <a:pt x="505" y="537"/>
                  </a:cubicBezTo>
                  <a:cubicBezTo>
                    <a:pt x="190" y="820"/>
                    <a:pt x="1" y="1261"/>
                    <a:pt x="1" y="1734"/>
                  </a:cubicBezTo>
                  <a:lnTo>
                    <a:pt x="1" y="9295"/>
                  </a:lnTo>
                  <a:cubicBezTo>
                    <a:pt x="95" y="10272"/>
                    <a:pt x="946" y="10996"/>
                    <a:pt x="1860" y="10996"/>
                  </a:cubicBezTo>
                  <a:lnTo>
                    <a:pt x="4853" y="10996"/>
                  </a:lnTo>
                  <a:lnTo>
                    <a:pt x="4853" y="11343"/>
                  </a:lnTo>
                  <a:cubicBezTo>
                    <a:pt x="4853" y="11469"/>
                    <a:pt x="4916" y="11595"/>
                    <a:pt x="5042" y="11658"/>
                  </a:cubicBezTo>
                  <a:cubicBezTo>
                    <a:pt x="5099" y="11700"/>
                    <a:pt x="5155" y="11717"/>
                    <a:pt x="5209" y="11717"/>
                  </a:cubicBezTo>
                  <a:cubicBezTo>
                    <a:pt x="5275" y="11717"/>
                    <a:pt x="5336" y="11692"/>
                    <a:pt x="5388" y="11658"/>
                  </a:cubicBezTo>
                  <a:lnTo>
                    <a:pt x="6239" y="11122"/>
                  </a:lnTo>
                  <a:lnTo>
                    <a:pt x="7058" y="11658"/>
                  </a:lnTo>
                  <a:cubicBezTo>
                    <a:pt x="7121" y="11705"/>
                    <a:pt x="7176" y="11729"/>
                    <a:pt x="7231" y="11729"/>
                  </a:cubicBezTo>
                  <a:cubicBezTo>
                    <a:pt x="7286" y="11729"/>
                    <a:pt x="7342" y="11705"/>
                    <a:pt x="7405" y="11658"/>
                  </a:cubicBezTo>
                  <a:cubicBezTo>
                    <a:pt x="7531" y="11595"/>
                    <a:pt x="7594" y="11500"/>
                    <a:pt x="7594" y="11343"/>
                  </a:cubicBezTo>
                  <a:lnTo>
                    <a:pt x="7594" y="10996"/>
                  </a:lnTo>
                  <a:lnTo>
                    <a:pt x="9295" y="10996"/>
                  </a:lnTo>
                  <a:cubicBezTo>
                    <a:pt x="9421" y="10996"/>
                    <a:pt x="9547" y="10933"/>
                    <a:pt x="9578" y="10839"/>
                  </a:cubicBezTo>
                  <a:cubicBezTo>
                    <a:pt x="9641" y="10713"/>
                    <a:pt x="9641" y="10618"/>
                    <a:pt x="9578" y="10524"/>
                  </a:cubicBezTo>
                  <a:cubicBezTo>
                    <a:pt x="9169" y="9767"/>
                    <a:pt x="9169" y="8885"/>
                    <a:pt x="9578" y="8098"/>
                  </a:cubicBezTo>
                  <a:cubicBezTo>
                    <a:pt x="9610" y="8035"/>
                    <a:pt x="9610" y="8003"/>
                    <a:pt x="9610" y="7909"/>
                  </a:cubicBezTo>
                  <a:lnTo>
                    <a:pt x="9610" y="1041"/>
                  </a:lnTo>
                  <a:cubicBezTo>
                    <a:pt x="9610" y="474"/>
                    <a:pt x="9137" y="1"/>
                    <a:pt x="860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7" name="Google Shape;2687;p46"/>
            <p:cNvSpPr/>
            <p:nvPr/>
          </p:nvSpPr>
          <p:spPr>
            <a:xfrm>
              <a:off x="-35742925" y="1965500"/>
              <a:ext cx="120550" cy="119750"/>
            </a:xfrm>
            <a:custGeom>
              <a:rect b="b" l="l" r="r" t="t"/>
              <a:pathLst>
                <a:path extrusionOk="0" h="4790" w="4822">
                  <a:moveTo>
                    <a:pt x="2364" y="694"/>
                  </a:moveTo>
                  <a:cubicBezTo>
                    <a:pt x="2773" y="694"/>
                    <a:pt x="3057" y="1009"/>
                    <a:pt x="3057" y="1356"/>
                  </a:cubicBezTo>
                  <a:cubicBezTo>
                    <a:pt x="3057" y="1765"/>
                    <a:pt x="2742" y="2049"/>
                    <a:pt x="2364" y="2049"/>
                  </a:cubicBezTo>
                  <a:cubicBezTo>
                    <a:pt x="2348" y="2050"/>
                    <a:pt x="2332" y="2051"/>
                    <a:pt x="2316" y="2051"/>
                  </a:cubicBezTo>
                  <a:cubicBezTo>
                    <a:pt x="1989" y="2051"/>
                    <a:pt x="1702" y="1746"/>
                    <a:pt x="1702" y="1356"/>
                  </a:cubicBezTo>
                  <a:cubicBezTo>
                    <a:pt x="1702" y="977"/>
                    <a:pt x="2017" y="694"/>
                    <a:pt x="2364" y="694"/>
                  </a:cubicBezTo>
                  <a:close/>
                  <a:moveTo>
                    <a:pt x="2427" y="2742"/>
                  </a:moveTo>
                  <a:cubicBezTo>
                    <a:pt x="3246" y="2742"/>
                    <a:pt x="3939" y="3340"/>
                    <a:pt x="4097" y="4128"/>
                  </a:cubicBezTo>
                  <a:lnTo>
                    <a:pt x="757" y="4128"/>
                  </a:lnTo>
                  <a:cubicBezTo>
                    <a:pt x="883" y="3340"/>
                    <a:pt x="1576" y="2742"/>
                    <a:pt x="2427" y="2742"/>
                  </a:cubicBezTo>
                  <a:close/>
                  <a:moveTo>
                    <a:pt x="2427" y="1"/>
                  </a:moveTo>
                  <a:cubicBezTo>
                    <a:pt x="1671" y="1"/>
                    <a:pt x="1041" y="599"/>
                    <a:pt x="1041" y="1356"/>
                  </a:cubicBezTo>
                  <a:cubicBezTo>
                    <a:pt x="1041" y="1734"/>
                    <a:pt x="1167" y="2049"/>
                    <a:pt x="1387" y="2269"/>
                  </a:cubicBezTo>
                  <a:cubicBezTo>
                    <a:pt x="568" y="2647"/>
                    <a:pt x="32" y="3498"/>
                    <a:pt x="32" y="4443"/>
                  </a:cubicBezTo>
                  <a:cubicBezTo>
                    <a:pt x="1" y="4632"/>
                    <a:pt x="158" y="4790"/>
                    <a:pt x="379" y="4790"/>
                  </a:cubicBezTo>
                  <a:lnTo>
                    <a:pt x="4475" y="4790"/>
                  </a:lnTo>
                  <a:cubicBezTo>
                    <a:pt x="4664" y="4790"/>
                    <a:pt x="4821" y="4632"/>
                    <a:pt x="4821" y="4443"/>
                  </a:cubicBezTo>
                  <a:cubicBezTo>
                    <a:pt x="4821" y="3498"/>
                    <a:pt x="4254" y="2647"/>
                    <a:pt x="3435" y="2269"/>
                  </a:cubicBezTo>
                  <a:cubicBezTo>
                    <a:pt x="3687" y="2049"/>
                    <a:pt x="3813" y="1702"/>
                    <a:pt x="3813" y="1356"/>
                  </a:cubicBezTo>
                  <a:cubicBezTo>
                    <a:pt x="3813" y="599"/>
                    <a:pt x="3183" y="1"/>
                    <a:pt x="242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88" name="Google Shape;2688;p46"/>
          <p:cNvGrpSpPr/>
          <p:nvPr/>
        </p:nvGrpSpPr>
        <p:grpSpPr>
          <a:xfrm>
            <a:off x="711138" y="1989986"/>
            <a:ext cx="295315" cy="293782"/>
            <a:chOff x="-35854750" y="2272675"/>
            <a:chExt cx="293000" cy="291450"/>
          </a:xfrm>
        </p:grpSpPr>
        <p:sp>
          <p:nvSpPr>
            <p:cNvPr id="2689" name="Google Shape;2689;p46"/>
            <p:cNvSpPr/>
            <p:nvPr/>
          </p:nvSpPr>
          <p:spPr>
            <a:xfrm>
              <a:off x="-35854750" y="2272675"/>
              <a:ext cx="293000" cy="291450"/>
            </a:xfrm>
            <a:custGeom>
              <a:rect b="b" l="l" r="r" t="t"/>
              <a:pathLst>
                <a:path extrusionOk="0" h="11658" w="11720">
                  <a:moveTo>
                    <a:pt x="5844" y="654"/>
                  </a:moveTo>
                  <a:cubicBezTo>
                    <a:pt x="6144" y="654"/>
                    <a:pt x="6443" y="773"/>
                    <a:pt x="6679" y="1009"/>
                  </a:cubicBezTo>
                  <a:lnTo>
                    <a:pt x="7057" y="1355"/>
                  </a:lnTo>
                  <a:lnTo>
                    <a:pt x="4600" y="1355"/>
                  </a:lnTo>
                  <a:lnTo>
                    <a:pt x="5009" y="1009"/>
                  </a:lnTo>
                  <a:cubicBezTo>
                    <a:pt x="5246" y="773"/>
                    <a:pt x="5545" y="654"/>
                    <a:pt x="5844" y="654"/>
                  </a:cubicBezTo>
                  <a:close/>
                  <a:moveTo>
                    <a:pt x="2080" y="3939"/>
                  </a:moveTo>
                  <a:lnTo>
                    <a:pt x="2080" y="6365"/>
                  </a:lnTo>
                  <a:lnTo>
                    <a:pt x="819" y="5136"/>
                  </a:lnTo>
                  <a:lnTo>
                    <a:pt x="2080" y="3939"/>
                  </a:lnTo>
                  <a:close/>
                  <a:moveTo>
                    <a:pt x="9609" y="3876"/>
                  </a:moveTo>
                  <a:lnTo>
                    <a:pt x="10869" y="5136"/>
                  </a:lnTo>
                  <a:lnTo>
                    <a:pt x="9609" y="6365"/>
                  </a:lnTo>
                  <a:lnTo>
                    <a:pt x="9609" y="3876"/>
                  </a:lnTo>
                  <a:close/>
                  <a:moveTo>
                    <a:pt x="8570" y="2080"/>
                  </a:moveTo>
                  <a:cubicBezTo>
                    <a:pt x="8790" y="2080"/>
                    <a:pt x="8948" y="2238"/>
                    <a:pt x="8948" y="2427"/>
                  </a:cubicBezTo>
                  <a:lnTo>
                    <a:pt x="8948" y="7089"/>
                  </a:lnTo>
                  <a:lnTo>
                    <a:pt x="8286" y="7751"/>
                  </a:lnTo>
                  <a:cubicBezTo>
                    <a:pt x="7593" y="7152"/>
                    <a:pt x="6774" y="6837"/>
                    <a:pt x="5860" y="6837"/>
                  </a:cubicBezTo>
                  <a:cubicBezTo>
                    <a:pt x="4978" y="6837"/>
                    <a:pt x="4127" y="7152"/>
                    <a:pt x="3466" y="7751"/>
                  </a:cubicBezTo>
                  <a:lnTo>
                    <a:pt x="2804" y="7089"/>
                  </a:lnTo>
                  <a:lnTo>
                    <a:pt x="2804" y="2427"/>
                  </a:lnTo>
                  <a:cubicBezTo>
                    <a:pt x="2804" y="2238"/>
                    <a:pt x="2962" y="2080"/>
                    <a:pt x="3119" y="2080"/>
                  </a:cubicBezTo>
                  <a:close/>
                  <a:moveTo>
                    <a:pt x="693" y="5987"/>
                  </a:moveTo>
                  <a:lnTo>
                    <a:pt x="2993" y="8223"/>
                  </a:lnTo>
                  <a:lnTo>
                    <a:pt x="693" y="10492"/>
                  </a:lnTo>
                  <a:lnTo>
                    <a:pt x="693" y="5987"/>
                  </a:lnTo>
                  <a:close/>
                  <a:moveTo>
                    <a:pt x="11027" y="5987"/>
                  </a:moveTo>
                  <a:lnTo>
                    <a:pt x="11027" y="10492"/>
                  </a:lnTo>
                  <a:lnTo>
                    <a:pt x="8727" y="8223"/>
                  </a:lnTo>
                  <a:lnTo>
                    <a:pt x="11027" y="5987"/>
                  </a:lnTo>
                  <a:close/>
                  <a:moveTo>
                    <a:pt x="5829" y="7499"/>
                  </a:moveTo>
                  <a:cubicBezTo>
                    <a:pt x="6616" y="7499"/>
                    <a:pt x="7309" y="7814"/>
                    <a:pt x="7876" y="8381"/>
                  </a:cubicBezTo>
                  <a:lnTo>
                    <a:pt x="10523" y="10964"/>
                  </a:lnTo>
                  <a:lnTo>
                    <a:pt x="1166" y="10964"/>
                  </a:lnTo>
                  <a:lnTo>
                    <a:pt x="3781" y="8381"/>
                  </a:lnTo>
                  <a:cubicBezTo>
                    <a:pt x="4316" y="7814"/>
                    <a:pt x="5041" y="7499"/>
                    <a:pt x="5829" y="7499"/>
                  </a:cubicBezTo>
                  <a:close/>
                  <a:moveTo>
                    <a:pt x="5864" y="1"/>
                  </a:moveTo>
                  <a:cubicBezTo>
                    <a:pt x="5380" y="1"/>
                    <a:pt x="4899" y="190"/>
                    <a:pt x="4537" y="568"/>
                  </a:cubicBezTo>
                  <a:lnTo>
                    <a:pt x="3655" y="1387"/>
                  </a:lnTo>
                  <a:lnTo>
                    <a:pt x="3119" y="1387"/>
                  </a:lnTo>
                  <a:cubicBezTo>
                    <a:pt x="2552" y="1387"/>
                    <a:pt x="2080" y="1859"/>
                    <a:pt x="2080" y="2427"/>
                  </a:cubicBezTo>
                  <a:lnTo>
                    <a:pt x="2080" y="2962"/>
                  </a:lnTo>
                  <a:lnTo>
                    <a:pt x="315" y="4726"/>
                  </a:lnTo>
                  <a:cubicBezTo>
                    <a:pt x="126" y="4915"/>
                    <a:pt x="0" y="5136"/>
                    <a:pt x="0" y="5420"/>
                  </a:cubicBezTo>
                  <a:lnTo>
                    <a:pt x="0" y="10618"/>
                  </a:lnTo>
                  <a:cubicBezTo>
                    <a:pt x="32" y="11216"/>
                    <a:pt x="473" y="11657"/>
                    <a:pt x="1071" y="11657"/>
                  </a:cubicBezTo>
                  <a:lnTo>
                    <a:pt x="10680" y="11657"/>
                  </a:lnTo>
                  <a:cubicBezTo>
                    <a:pt x="11216" y="11657"/>
                    <a:pt x="11720" y="11185"/>
                    <a:pt x="11720" y="10618"/>
                  </a:cubicBezTo>
                  <a:lnTo>
                    <a:pt x="11720" y="5420"/>
                  </a:lnTo>
                  <a:cubicBezTo>
                    <a:pt x="11720" y="5136"/>
                    <a:pt x="11626" y="4915"/>
                    <a:pt x="11405" y="4726"/>
                  </a:cubicBezTo>
                  <a:lnTo>
                    <a:pt x="9641" y="2962"/>
                  </a:lnTo>
                  <a:lnTo>
                    <a:pt x="9641" y="2427"/>
                  </a:lnTo>
                  <a:cubicBezTo>
                    <a:pt x="9641" y="1859"/>
                    <a:pt x="9168" y="1387"/>
                    <a:pt x="8633" y="1387"/>
                  </a:cubicBezTo>
                  <a:lnTo>
                    <a:pt x="8065" y="1387"/>
                  </a:lnTo>
                  <a:lnTo>
                    <a:pt x="7215" y="568"/>
                  </a:lnTo>
                  <a:cubicBezTo>
                    <a:pt x="6837" y="190"/>
                    <a:pt x="6348" y="1"/>
                    <a:pt x="586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0" name="Google Shape;2690;p46"/>
            <p:cNvSpPr/>
            <p:nvPr/>
          </p:nvSpPr>
          <p:spPr>
            <a:xfrm>
              <a:off x="-35733475" y="2340425"/>
              <a:ext cx="51225" cy="68550"/>
            </a:xfrm>
            <a:custGeom>
              <a:rect b="b" l="l" r="r" t="t"/>
              <a:pathLst>
                <a:path extrusionOk="0" h="2742" w="2049">
                  <a:moveTo>
                    <a:pt x="1009" y="0"/>
                  </a:moveTo>
                  <a:cubicBezTo>
                    <a:pt x="474" y="0"/>
                    <a:pt x="1" y="473"/>
                    <a:pt x="1" y="1008"/>
                  </a:cubicBezTo>
                  <a:cubicBezTo>
                    <a:pt x="1" y="1260"/>
                    <a:pt x="158" y="1418"/>
                    <a:pt x="316" y="1418"/>
                  </a:cubicBezTo>
                  <a:cubicBezTo>
                    <a:pt x="505" y="1418"/>
                    <a:pt x="663" y="1260"/>
                    <a:pt x="663" y="1040"/>
                  </a:cubicBezTo>
                  <a:cubicBezTo>
                    <a:pt x="663" y="851"/>
                    <a:pt x="820" y="693"/>
                    <a:pt x="1009" y="693"/>
                  </a:cubicBezTo>
                  <a:cubicBezTo>
                    <a:pt x="1198" y="693"/>
                    <a:pt x="1356" y="851"/>
                    <a:pt x="1356" y="1040"/>
                  </a:cubicBezTo>
                  <a:cubicBezTo>
                    <a:pt x="1356" y="1229"/>
                    <a:pt x="1293" y="1323"/>
                    <a:pt x="1135" y="1386"/>
                  </a:cubicBezTo>
                  <a:cubicBezTo>
                    <a:pt x="852" y="1449"/>
                    <a:pt x="663" y="1733"/>
                    <a:pt x="663" y="2016"/>
                  </a:cubicBezTo>
                  <a:lnTo>
                    <a:pt x="663" y="2394"/>
                  </a:lnTo>
                  <a:cubicBezTo>
                    <a:pt x="663" y="2583"/>
                    <a:pt x="820" y="2741"/>
                    <a:pt x="1009" y="2741"/>
                  </a:cubicBezTo>
                  <a:cubicBezTo>
                    <a:pt x="1230" y="2741"/>
                    <a:pt x="1387" y="2583"/>
                    <a:pt x="1387" y="2394"/>
                  </a:cubicBezTo>
                  <a:lnTo>
                    <a:pt x="1387" y="2016"/>
                  </a:lnTo>
                  <a:cubicBezTo>
                    <a:pt x="1765" y="1827"/>
                    <a:pt x="2049" y="1449"/>
                    <a:pt x="2049" y="1008"/>
                  </a:cubicBezTo>
                  <a:cubicBezTo>
                    <a:pt x="2049" y="473"/>
                    <a:pt x="1576" y="0"/>
                    <a:pt x="100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1" name="Google Shape;2691;p46"/>
            <p:cNvSpPr/>
            <p:nvPr/>
          </p:nvSpPr>
          <p:spPr>
            <a:xfrm>
              <a:off x="-35716925" y="2418400"/>
              <a:ext cx="17350" cy="17350"/>
            </a:xfrm>
            <a:custGeom>
              <a:rect b="b" l="l" r="r" t="t"/>
              <a:pathLst>
                <a:path extrusionOk="0" h="694" w="694">
                  <a:moveTo>
                    <a:pt x="347" y="0"/>
                  </a:moveTo>
                  <a:cubicBezTo>
                    <a:pt x="158" y="0"/>
                    <a:pt x="1" y="158"/>
                    <a:pt x="1" y="347"/>
                  </a:cubicBezTo>
                  <a:cubicBezTo>
                    <a:pt x="1" y="536"/>
                    <a:pt x="158" y="693"/>
                    <a:pt x="347" y="693"/>
                  </a:cubicBezTo>
                  <a:cubicBezTo>
                    <a:pt x="536" y="693"/>
                    <a:pt x="694" y="536"/>
                    <a:pt x="694" y="347"/>
                  </a:cubicBezTo>
                  <a:cubicBezTo>
                    <a:pt x="662" y="158"/>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92" name="Google Shape;2692;p46"/>
          <p:cNvGrpSpPr/>
          <p:nvPr/>
        </p:nvGrpSpPr>
        <p:grpSpPr>
          <a:xfrm>
            <a:off x="710734" y="2426564"/>
            <a:ext cx="296121" cy="294588"/>
            <a:chOff x="-35853975" y="2631825"/>
            <a:chExt cx="293800" cy="292250"/>
          </a:xfrm>
        </p:grpSpPr>
        <p:sp>
          <p:nvSpPr>
            <p:cNvPr id="2693" name="Google Shape;2693;p46"/>
            <p:cNvSpPr/>
            <p:nvPr/>
          </p:nvSpPr>
          <p:spPr>
            <a:xfrm>
              <a:off x="-35813025" y="2701825"/>
              <a:ext cx="201675" cy="171925"/>
            </a:xfrm>
            <a:custGeom>
              <a:rect b="b" l="l" r="r" t="t"/>
              <a:pathLst>
                <a:path extrusionOk="0" h="6877" w="8067">
                  <a:moveTo>
                    <a:pt x="1765" y="824"/>
                  </a:moveTo>
                  <a:lnTo>
                    <a:pt x="2868" y="1643"/>
                  </a:lnTo>
                  <a:lnTo>
                    <a:pt x="2238" y="2462"/>
                  </a:lnTo>
                  <a:cubicBezTo>
                    <a:pt x="2112" y="2620"/>
                    <a:pt x="2143" y="2840"/>
                    <a:pt x="2301" y="2935"/>
                  </a:cubicBezTo>
                  <a:lnTo>
                    <a:pt x="5042" y="4983"/>
                  </a:lnTo>
                  <a:cubicBezTo>
                    <a:pt x="5108" y="5035"/>
                    <a:pt x="5179" y="5060"/>
                    <a:pt x="5246" y="5060"/>
                  </a:cubicBezTo>
                  <a:cubicBezTo>
                    <a:pt x="5341" y="5060"/>
                    <a:pt x="5428" y="5011"/>
                    <a:pt x="5483" y="4920"/>
                  </a:cubicBezTo>
                  <a:lnTo>
                    <a:pt x="6113" y="4100"/>
                  </a:lnTo>
                  <a:lnTo>
                    <a:pt x="7247" y="4920"/>
                  </a:lnTo>
                  <a:lnTo>
                    <a:pt x="6554" y="5739"/>
                  </a:lnTo>
                  <a:cubicBezTo>
                    <a:pt x="6348" y="6001"/>
                    <a:pt x="6042" y="6152"/>
                    <a:pt x="5735" y="6152"/>
                  </a:cubicBezTo>
                  <a:cubicBezTo>
                    <a:pt x="5525" y="6152"/>
                    <a:pt x="5315" y="6081"/>
                    <a:pt x="5136" y="5928"/>
                  </a:cubicBezTo>
                  <a:lnTo>
                    <a:pt x="1324" y="3061"/>
                  </a:lnTo>
                  <a:cubicBezTo>
                    <a:pt x="883" y="2714"/>
                    <a:pt x="757" y="2084"/>
                    <a:pt x="1135" y="1643"/>
                  </a:cubicBezTo>
                  <a:lnTo>
                    <a:pt x="1765" y="824"/>
                  </a:lnTo>
                  <a:close/>
                  <a:moveTo>
                    <a:pt x="1647" y="1"/>
                  </a:moveTo>
                  <a:cubicBezTo>
                    <a:pt x="1540" y="1"/>
                    <a:pt x="1435" y="63"/>
                    <a:pt x="1356" y="162"/>
                  </a:cubicBezTo>
                  <a:lnTo>
                    <a:pt x="537" y="1265"/>
                  </a:lnTo>
                  <a:cubicBezTo>
                    <a:pt x="1" y="1990"/>
                    <a:pt x="95" y="3061"/>
                    <a:pt x="883" y="3659"/>
                  </a:cubicBezTo>
                  <a:lnTo>
                    <a:pt x="4727" y="6526"/>
                  </a:lnTo>
                  <a:cubicBezTo>
                    <a:pt x="5026" y="6760"/>
                    <a:pt x="5384" y="6876"/>
                    <a:pt x="5744" y="6876"/>
                  </a:cubicBezTo>
                  <a:cubicBezTo>
                    <a:pt x="6255" y="6876"/>
                    <a:pt x="6770" y="6642"/>
                    <a:pt x="7121" y="6180"/>
                  </a:cubicBezTo>
                  <a:lnTo>
                    <a:pt x="7940" y="5077"/>
                  </a:lnTo>
                  <a:cubicBezTo>
                    <a:pt x="8066" y="4888"/>
                    <a:pt x="8003" y="4668"/>
                    <a:pt x="7846" y="4573"/>
                  </a:cubicBezTo>
                  <a:lnTo>
                    <a:pt x="6207" y="3344"/>
                  </a:lnTo>
                  <a:cubicBezTo>
                    <a:pt x="6142" y="3292"/>
                    <a:pt x="6070" y="3267"/>
                    <a:pt x="6001" y="3267"/>
                  </a:cubicBezTo>
                  <a:cubicBezTo>
                    <a:pt x="5903" y="3267"/>
                    <a:pt x="5808" y="3316"/>
                    <a:pt x="5735" y="3407"/>
                  </a:cubicBezTo>
                  <a:lnTo>
                    <a:pt x="5105" y="4258"/>
                  </a:lnTo>
                  <a:lnTo>
                    <a:pt x="2931" y="2588"/>
                  </a:lnTo>
                  <a:lnTo>
                    <a:pt x="3561" y="1769"/>
                  </a:lnTo>
                  <a:cubicBezTo>
                    <a:pt x="3687" y="1612"/>
                    <a:pt x="3656" y="1423"/>
                    <a:pt x="3498" y="1297"/>
                  </a:cubicBezTo>
                  <a:lnTo>
                    <a:pt x="1828" y="68"/>
                  </a:lnTo>
                  <a:cubicBezTo>
                    <a:pt x="1770" y="22"/>
                    <a:pt x="1708" y="1"/>
                    <a:pt x="16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4" name="Google Shape;2694;p46"/>
            <p:cNvSpPr/>
            <p:nvPr/>
          </p:nvSpPr>
          <p:spPr>
            <a:xfrm>
              <a:off x="-35853975" y="2631825"/>
              <a:ext cx="293800" cy="292250"/>
            </a:xfrm>
            <a:custGeom>
              <a:rect b="b" l="l" r="r" t="t"/>
              <a:pathLst>
                <a:path extrusionOk="0" h="11690" w="11752">
                  <a:moveTo>
                    <a:pt x="5861" y="662"/>
                  </a:moveTo>
                  <a:cubicBezTo>
                    <a:pt x="8696" y="662"/>
                    <a:pt x="11027" y="2994"/>
                    <a:pt x="11027" y="5829"/>
                  </a:cubicBezTo>
                  <a:cubicBezTo>
                    <a:pt x="11027" y="6806"/>
                    <a:pt x="10744" y="7751"/>
                    <a:pt x="10240" y="8539"/>
                  </a:cubicBezTo>
                  <a:cubicBezTo>
                    <a:pt x="10177" y="8665"/>
                    <a:pt x="10114" y="8791"/>
                    <a:pt x="10177" y="8854"/>
                  </a:cubicBezTo>
                  <a:lnTo>
                    <a:pt x="10807" y="10776"/>
                  </a:lnTo>
                  <a:lnTo>
                    <a:pt x="8854" y="10145"/>
                  </a:lnTo>
                  <a:cubicBezTo>
                    <a:pt x="8837" y="10137"/>
                    <a:pt x="8815" y="10133"/>
                    <a:pt x="8792" y="10133"/>
                  </a:cubicBezTo>
                  <a:cubicBezTo>
                    <a:pt x="8728" y="10133"/>
                    <a:pt x="8648" y="10162"/>
                    <a:pt x="8602" y="10208"/>
                  </a:cubicBezTo>
                  <a:cubicBezTo>
                    <a:pt x="7751" y="10713"/>
                    <a:pt x="6806" y="10996"/>
                    <a:pt x="5861" y="10996"/>
                  </a:cubicBezTo>
                  <a:cubicBezTo>
                    <a:pt x="3025" y="10996"/>
                    <a:pt x="725" y="8665"/>
                    <a:pt x="725" y="5829"/>
                  </a:cubicBezTo>
                  <a:cubicBezTo>
                    <a:pt x="725" y="2994"/>
                    <a:pt x="3025" y="662"/>
                    <a:pt x="5861" y="662"/>
                  </a:cubicBezTo>
                  <a:close/>
                  <a:moveTo>
                    <a:pt x="5829" y="1"/>
                  </a:moveTo>
                  <a:cubicBezTo>
                    <a:pt x="2616" y="1"/>
                    <a:pt x="1" y="2647"/>
                    <a:pt x="1" y="5829"/>
                  </a:cubicBezTo>
                  <a:cubicBezTo>
                    <a:pt x="1" y="7373"/>
                    <a:pt x="599" y="8854"/>
                    <a:pt x="1733" y="9956"/>
                  </a:cubicBezTo>
                  <a:cubicBezTo>
                    <a:pt x="2836" y="11059"/>
                    <a:pt x="4285" y="11689"/>
                    <a:pt x="5861" y="11689"/>
                  </a:cubicBezTo>
                  <a:cubicBezTo>
                    <a:pt x="6900" y="11689"/>
                    <a:pt x="7908" y="11406"/>
                    <a:pt x="8822" y="10870"/>
                  </a:cubicBezTo>
                  <a:lnTo>
                    <a:pt x="11279" y="11658"/>
                  </a:lnTo>
                  <a:cubicBezTo>
                    <a:pt x="11303" y="11666"/>
                    <a:pt x="11331" y="11669"/>
                    <a:pt x="11360" y="11669"/>
                  </a:cubicBezTo>
                  <a:cubicBezTo>
                    <a:pt x="11449" y="11669"/>
                    <a:pt x="11555" y="11634"/>
                    <a:pt x="11626" y="11563"/>
                  </a:cubicBezTo>
                  <a:cubicBezTo>
                    <a:pt x="11689" y="11500"/>
                    <a:pt x="11752" y="11343"/>
                    <a:pt x="11689" y="11217"/>
                  </a:cubicBezTo>
                  <a:lnTo>
                    <a:pt x="10901" y="8791"/>
                  </a:lnTo>
                  <a:cubicBezTo>
                    <a:pt x="11469" y="7877"/>
                    <a:pt x="11752" y="6837"/>
                    <a:pt x="11752" y="5829"/>
                  </a:cubicBezTo>
                  <a:cubicBezTo>
                    <a:pt x="11689" y="2647"/>
                    <a:pt x="9074" y="1"/>
                    <a:pt x="582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5" name="Google Shape;2695;p46"/>
            <p:cNvSpPr/>
            <p:nvPr/>
          </p:nvSpPr>
          <p:spPr>
            <a:xfrm>
              <a:off x="-35715350" y="2735025"/>
              <a:ext cx="49650" cy="40675"/>
            </a:xfrm>
            <a:custGeom>
              <a:rect b="b" l="l" r="r" t="t"/>
              <a:pathLst>
                <a:path extrusionOk="0" h="1627" w="1986">
                  <a:moveTo>
                    <a:pt x="410" y="0"/>
                  </a:moveTo>
                  <a:cubicBezTo>
                    <a:pt x="221" y="0"/>
                    <a:pt x="64" y="126"/>
                    <a:pt x="64" y="315"/>
                  </a:cubicBezTo>
                  <a:cubicBezTo>
                    <a:pt x="1" y="504"/>
                    <a:pt x="158" y="662"/>
                    <a:pt x="379" y="662"/>
                  </a:cubicBezTo>
                  <a:cubicBezTo>
                    <a:pt x="788" y="725"/>
                    <a:pt x="1166" y="977"/>
                    <a:pt x="1261" y="1386"/>
                  </a:cubicBezTo>
                  <a:cubicBezTo>
                    <a:pt x="1311" y="1536"/>
                    <a:pt x="1439" y="1626"/>
                    <a:pt x="1585" y="1626"/>
                  </a:cubicBezTo>
                  <a:cubicBezTo>
                    <a:pt x="1623" y="1626"/>
                    <a:pt x="1662" y="1620"/>
                    <a:pt x="1702" y="1607"/>
                  </a:cubicBezTo>
                  <a:cubicBezTo>
                    <a:pt x="1891" y="1575"/>
                    <a:pt x="1985" y="1386"/>
                    <a:pt x="1954" y="1197"/>
                  </a:cubicBezTo>
                  <a:cubicBezTo>
                    <a:pt x="1733" y="504"/>
                    <a:pt x="1103" y="32"/>
                    <a:pt x="41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6" name="Google Shape;2696;p46"/>
            <p:cNvSpPr/>
            <p:nvPr/>
          </p:nvSpPr>
          <p:spPr>
            <a:xfrm>
              <a:off x="-35705900" y="2667275"/>
              <a:ext cx="107925" cy="101750"/>
            </a:xfrm>
            <a:custGeom>
              <a:rect b="b" l="l" r="r" t="t"/>
              <a:pathLst>
                <a:path extrusionOk="0" h="4070" w="4317">
                  <a:moveTo>
                    <a:pt x="347" y="1"/>
                  </a:moveTo>
                  <a:cubicBezTo>
                    <a:pt x="158" y="1"/>
                    <a:pt x="1" y="127"/>
                    <a:pt x="1" y="316"/>
                  </a:cubicBezTo>
                  <a:cubicBezTo>
                    <a:pt x="1" y="505"/>
                    <a:pt x="95" y="662"/>
                    <a:pt x="316" y="662"/>
                  </a:cubicBezTo>
                  <a:cubicBezTo>
                    <a:pt x="2048" y="820"/>
                    <a:pt x="3372" y="2111"/>
                    <a:pt x="3655" y="3781"/>
                  </a:cubicBezTo>
                  <a:cubicBezTo>
                    <a:pt x="3683" y="3951"/>
                    <a:pt x="3813" y="4070"/>
                    <a:pt x="3976" y="4070"/>
                  </a:cubicBezTo>
                  <a:cubicBezTo>
                    <a:pt x="3995" y="4070"/>
                    <a:pt x="4014" y="4068"/>
                    <a:pt x="4033" y="4065"/>
                  </a:cubicBezTo>
                  <a:cubicBezTo>
                    <a:pt x="4191" y="4065"/>
                    <a:pt x="4317" y="3844"/>
                    <a:pt x="4317" y="3687"/>
                  </a:cubicBezTo>
                  <a:cubicBezTo>
                    <a:pt x="4002" y="1733"/>
                    <a:pt x="2364" y="190"/>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7" name="Google Shape;2697;p46"/>
            <p:cNvSpPr/>
            <p:nvPr/>
          </p:nvSpPr>
          <p:spPr>
            <a:xfrm>
              <a:off x="-35709825" y="2700350"/>
              <a:ext cx="77200" cy="68700"/>
            </a:xfrm>
            <a:custGeom>
              <a:rect b="b" l="l" r="r" t="t"/>
              <a:pathLst>
                <a:path extrusionOk="0" h="2748" w="3088">
                  <a:moveTo>
                    <a:pt x="347" y="1"/>
                  </a:moveTo>
                  <a:cubicBezTo>
                    <a:pt x="158" y="1"/>
                    <a:pt x="0" y="127"/>
                    <a:pt x="0" y="316"/>
                  </a:cubicBezTo>
                  <a:cubicBezTo>
                    <a:pt x="0" y="536"/>
                    <a:pt x="95" y="694"/>
                    <a:pt x="315" y="725"/>
                  </a:cubicBezTo>
                  <a:cubicBezTo>
                    <a:pt x="1323" y="788"/>
                    <a:pt x="2142" y="1545"/>
                    <a:pt x="2394" y="2490"/>
                  </a:cubicBezTo>
                  <a:cubicBezTo>
                    <a:pt x="2422" y="2655"/>
                    <a:pt x="2570" y="2748"/>
                    <a:pt x="2753" y="2748"/>
                  </a:cubicBezTo>
                  <a:cubicBezTo>
                    <a:pt x="2780" y="2748"/>
                    <a:pt x="2808" y="2746"/>
                    <a:pt x="2836" y="2742"/>
                  </a:cubicBezTo>
                  <a:cubicBezTo>
                    <a:pt x="3025" y="2679"/>
                    <a:pt x="3088" y="2490"/>
                    <a:pt x="3056" y="2301"/>
                  </a:cubicBezTo>
                  <a:cubicBezTo>
                    <a:pt x="2741" y="1072"/>
                    <a:pt x="1670" y="127"/>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98" name="Google Shape;2698;p46"/>
          <p:cNvGrpSpPr/>
          <p:nvPr/>
        </p:nvGrpSpPr>
        <p:grpSpPr>
          <a:xfrm>
            <a:off x="2895364" y="1554604"/>
            <a:ext cx="293752" cy="293782"/>
            <a:chOff x="-34032200" y="1916675"/>
            <a:chExt cx="291450" cy="291450"/>
          </a:xfrm>
        </p:grpSpPr>
        <p:sp>
          <p:nvSpPr>
            <p:cNvPr id="2699" name="Google Shape;2699;p46"/>
            <p:cNvSpPr/>
            <p:nvPr/>
          </p:nvSpPr>
          <p:spPr>
            <a:xfrm>
              <a:off x="-34032200" y="1916675"/>
              <a:ext cx="291450" cy="291450"/>
            </a:xfrm>
            <a:custGeom>
              <a:rect b="b" l="l" r="r" t="t"/>
              <a:pathLst>
                <a:path extrusionOk="0" h="11658" w="11658">
                  <a:moveTo>
                    <a:pt x="6459" y="694"/>
                  </a:moveTo>
                  <a:cubicBezTo>
                    <a:pt x="6648" y="694"/>
                    <a:pt x="6806" y="851"/>
                    <a:pt x="6806" y="1040"/>
                  </a:cubicBezTo>
                  <a:lnTo>
                    <a:pt x="6806" y="1387"/>
                  </a:lnTo>
                  <a:lnTo>
                    <a:pt x="662" y="1387"/>
                  </a:lnTo>
                  <a:lnTo>
                    <a:pt x="662" y="1040"/>
                  </a:lnTo>
                  <a:cubicBezTo>
                    <a:pt x="662" y="851"/>
                    <a:pt x="820" y="694"/>
                    <a:pt x="977" y="694"/>
                  </a:cubicBezTo>
                  <a:close/>
                  <a:moveTo>
                    <a:pt x="10303" y="4096"/>
                  </a:moveTo>
                  <a:lnTo>
                    <a:pt x="8192" y="5419"/>
                  </a:lnTo>
                  <a:lnTo>
                    <a:pt x="6207" y="4096"/>
                  </a:lnTo>
                  <a:close/>
                  <a:moveTo>
                    <a:pt x="5420" y="4411"/>
                  </a:moveTo>
                  <a:lnTo>
                    <a:pt x="7971" y="6112"/>
                  </a:lnTo>
                  <a:cubicBezTo>
                    <a:pt x="8034" y="6144"/>
                    <a:pt x="8097" y="6144"/>
                    <a:pt x="8192" y="6144"/>
                  </a:cubicBezTo>
                  <a:cubicBezTo>
                    <a:pt x="8255" y="6144"/>
                    <a:pt x="8286" y="6144"/>
                    <a:pt x="8381" y="6112"/>
                  </a:cubicBezTo>
                  <a:lnTo>
                    <a:pt x="10933" y="4537"/>
                  </a:lnTo>
                  <a:lnTo>
                    <a:pt x="10933" y="7184"/>
                  </a:lnTo>
                  <a:cubicBezTo>
                    <a:pt x="10933" y="7373"/>
                    <a:pt x="10775" y="7530"/>
                    <a:pt x="10618" y="7530"/>
                  </a:cubicBezTo>
                  <a:lnTo>
                    <a:pt x="5766" y="7530"/>
                  </a:lnTo>
                  <a:cubicBezTo>
                    <a:pt x="5577" y="7530"/>
                    <a:pt x="5420" y="7373"/>
                    <a:pt x="5420" y="7184"/>
                  </a:cubicBezTo>
                  <a:lnTo>
                    <a:pt x="5420" y="4443"/>
                  </a:lnTo>
                  <a:lnTo>
                    <a:pt x="5420" y="4411"/>
                  </a:lnTo>
                  <a:close/>
                  <a:moveTo>
                    <a:pt x="6806" y="2048"/>
                  </a:moveTo>
                  <a:lnTo>
                    <a:pt x="6806" y="3435"/>
                  </a:lnTo>
                  <a:lnTo>
                    <a:pt x="5766" y="3435"/>
                  </a:lnTo>
                  <a:cubicBezTo>
                    <a:pt x="5231" y="3435"/>
                    <a:pt x="4758" y="3907"/>
                    <a:pt x="4758" y="4443"/>
                  </a:cubicBezTo>
                  <a:lnTo>
                    <a:pt x="4758" y="7184"/>
                  </a:lnTo>
                  <a:cubicBezTo>
                    <a:pt x="4758" y="7719"/>
                    <a:pt x="5231" y="8192"/>
                    <a:pt x="5766" y="8192"/>
                  </a:cubicBezTo>
                  <a:lnTo>
                    <a:pt x="6806" y="8192"/>
                  </a:lnTo>
                  <a:lnTo>
                    <a:pt x="6806" y="8916"/>
                  </a:lnTo>
                  <a:lnTo>
                    <a:pt x="662" y="8916"/>
                  </a:lnTo>
                  <a:lnTo>
                    <a:pt x="662" y="2048"/>
                  </a:lnTo>
                  <a:close/>
                  <a:moveTo>
                    <a:pt x="6774" y="9578"/>
                  </a:moveTo>
                  <a:lnTo>
                    <a:pt x="6774" y="10649"/>
                  </a:lnTo>
                  <a:cubicBezTo>
                    <a:pt x="6806" y="10838"/>
                    <a:pt x="6648" y="10996"/>
                    <a:pt x="6459" y="10996"/>
                  </a:cubicBezTo>
                  <a:lnTo>
                    <a:pt x="977" y="10996"/>
                  </a:lnTo>
                  <a:cubicBezTo>
                    <a:pt x="788" y="10996"/>
                    <a:pt x="631" y="10838"/>
                    <a:pt x="631" y="10649"/>
                  </a:cubicBezTo>
                  <a:lnTo>
                    <a:pt x="631" y="9578"/>
                  </a:lnTo>
                  <a:close/>
                  <a:moveTo>
                    <a:pt x="1009" y="1"/>
                  </a:moveTo>
                  <a:cubicBezTo>
                    <a:pt x="473" y="1"/>
                    <a:pt x="1" y="473"/>
                    <a:pt x="1" y="1040"/>
                  </a:cubicBezTo>
                  <a:lnTo>
                    <a:pt x="1" y="10649"/>
                  </a:lnTo>
                  <a:cubicBezTo>
                    <a:pt x="1" y="11185"/>
                    <a:pt x="473" y="11657"/>
                    <a:pt x="1009" y="11657"/>
                  </a:cubicBezTo>
                  <a:lnTo>
                    <a:pt x="6491" y="11657"/>
                  </a:lnTo>
                  <a:cubicBezTo>
                    <a:pt x="7026" y="11657"/>
                    <a:pt x="7499" y="11185"/>
                    <a:pt x="7499" y="10649"/>
                  </a:cubicBezTo>
                  <a:lnTo>
                    <a:pt x="7499" y="8255"/>
                  </a:lnTo>
                  <a:lnTo>
                    <a:pt x="10618" y="8255"/>
                  </a:lnTo>
                  <a:cubicBezTo>
                    <a:pt x="11185" y="8255"/>
                    <a:pt x="11658" y="7782"/>
                    <a:pt x="11658" y="7215"/>
                  </a:cubicBezTo>
                  <a:lnTo>
                    <a:pt x="11658" y="4506"/>
                  </a:lnTo>
                  <a:cubicBezTo>
                    <a:pt x="11658" y="3907"/>
                    <a:pt x="11185" y="3435"/>
                    <a:pt x="10618" y="3435"/>
                  </a:cubicBezTo>
                  <a:lnTo>
                    <a:pt x="7499" y="3435"/>
                  </a:lnTo>
                  <a:lnTo>
                    <a:pt x="7499" y="1040"/>
                  </a:lnTo>
                  <a:cubicBezTo>
                    <a:pt x="7499" y="473"/>
                    <a:pt x="7026" y="1"/>
                    <a:pt x="649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0" name="Google Shape;2700;p46"/>
            <p:cNvSpPr/>
            <p:nvPr/>
          </p:nvSpPr>
          <p:spPr>
            <a:xfrm>
              <a:off x="-33999125" y="2019075"/>
              <a:ext cx="69350" cy="18125"/>
            </a:xfrm>
            <a:custGeom>
              <a:rect b="b" l="l" r="r" t="t"/>
              <a:pathLst>
                <a:path extrusionOk="0" h="725" w="2774">
                  <a:moveTo>
                    <a:pt x="347" y="0"/>
                  </a:moveTo>
                  <a:cubicBezTo>
                    <a:pt x="158" y="0"/>
                    <a:pt x="1" y="158"/>
                    <a:pt x="1" y="378"/>
                  </a:cubicBezTo>
                  <a:cubicBezTo>
                    <a:pt x="1" y="567"/>
                    <a:pt x="158" y="725"/>
                    <a:pt x="347" y="725"/>
                  </a:cubicBezTo>
                  <a:lnTo>
                    <a:pt x="2395" y="725"/>
                  </a:lnTo>
                  <a:cubicBezTo>
                    <a:pt x="2616" y="725"/>
                    <a:pt x="2773" y="567"/>
                    <a:pt x="2773" y="378"/>
                  </a:cubicBezTo>
                  <a:cubicBezTo>
                    <a:pt x="2710" y="158"/>
                    <a:pt x="2616" y="0"/>
                    <a:pt x="239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1" name="Google Shape;2701;p46"/>
            <p:cNvSpPr/>
            <p:nvPr/>
          </p:nvSpPr>
          <p:spPr>
            <a:xfrm>
              <a:off x="-33999900" y="2053725"/>
              <a:ext cx="52000" cy="18125"/>
            </a:xfrm>
            <a:custGeom>
              <a:rect b="b" l="l" r="r" t="t"/>
              <a:pathLst>
                <a:path extrusionOk="0" h="725" w="2080">
                  <a:moveTo>
                    <a:pt x="347" y="0"/>
                  </a:moveTo>
                  <a:cubicBezTo>
                    <a:pt x="158" y="0"/>
                    <a:pt x="0" y="158"/>
                    <a:pt x="0" y="347"/>
                  </a:cubicBezTo>
                  <a:cubicBezTo>
                    <a:pt x="0" y="567"/>
                    <a:pt x="158" y="725"/>
                    <a:pt x="347" y="725"/>
                  </a:cubicBezTo>
                  <a:lnTo>
                    <a:pt x="1733" y="725"/>
                  </a:lnTo>
                  <a:cubicBezTo>
                    <a:pt x="1922" y="725"/>
                    <a:pt x="2080" y="567"/>
                    <a:pt x="2080" y="347"/>
                  </a:cubicBezTo>
                  <a:cubicBezTo>
                    <a:pt x="2080" y="158"/>
                    <a:pt x="1922" y="0"/>
                    <a:pt x="17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2" name="Google Shape;2702;p46"/>
            <p:cNvSpPr/>
            <p:nvPr/>
          </p:nvSpPr>
          <p:spPr>
            <a:xfrm>
              <a:off x="-33999125" y="2088375"/>
              <a:ext cx="34675" cy="17350"/>
            </a:xfrm>
            <a:custGeom>
              <a:rect b="b" l="l" r="r" t="t"/>
              <a:pathLst>
                <a:path extrusionOk="0" h="694" w="1387">
                  <a:moveTo>
                    <a:pt x="347" y="1"/>
                  </a:moveTo>
                  <a:cubicBezTo>
                    <a:pt x="158" y="1"/>
                    <a:pt x="1" y="158"/>
                    <a:pt x="1" y="347"/>
                  </a:cubicBezTo>
                  <a:cubicBezTo>
                    <a:pt x="1" y="536"/>
                    <a:pt x="158" y="694"/>
                    <a:pt x="347" y="694"/>
                  </a:cubicBezTo>
                  <a:lnTo>
                    <a:pt x="1041" y="694"/>
                  </a:lnTo>
                  <a:cubicBezTo>
                    <a:pt x="1230" y="694"/>
                    <a:pt x="1387" y="536"/>
                    <a:pt x="1387" y="347"/>
                  </a:cubicBezTo>
                  <a:cubicBezTo>
                    <a:pt x="1387" y="158"/>
                    <a:pt x="1230" y="1"/>
                    <a:pt x="104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03" name="Google Shape;2703;p46"/>
          <p:cNvSpPr/>
          <p:nvPr/>
        </p:nvSpPr>
        <p:spPr>
          <a:xfrm>
            <a:off x="2894973" y="1988726"/>
            <a:ext cx="294534" cy="296302"/>
          </a:xfrm>
          <a:custGeom>
            <a:rect b="b" l="l" r="r" t="t"/>
            <a:pathLst>
              <a:path extrusionOk="0" h="11758" w="11689">
                <a:moveTo>
                  <a:pt x="8538" y="2747"/>
                </a:moveTo>
                <a:cubicBezTo>
                  <a:pt x="8727" y="2747"/>
                  <a:pt x="8853" y="2905"/>
                  <a:pt x="8853" y="3094"/>
                </a:cubicBezTo>
                <a:cubicBezTo>
                  <a:pt x="8885" y="3251"/>
                  <a:pt x="8727" y="3409"/>
                  <a:pt x="8538" y="3409"/>
                </a:cubicBezTo>
                <a:cubicBezTo>
                  <a:pt x="8444" y="3409"/>
                  <a:pt x="8381" y="3377"/>
                  <a:pt x="8286" y="3346"/>
                </a:cubicBezTo>
                <a:lnTo>
                  <a:pt x="8538" y="2747"/>
                </a:lnTo>
                <a:close/>
                <a:moveTo>
                  <a:pt x="3277" y="1581"/>
                </a:moveTo>
                <a:cubicBezTo>
                  <a:pt x="3844" y="1581"/>
                  <a:pt x="4316" y="2023"/>
                  <a:pt x="4316" y="2590"/>
                </a:cubicBezTo>
                <a:cubicBezTo>
                  <a:pt x="4316" y="3157"/>
                  <a:pt x="3844" y="3598"/>
                  <a:pt x="3277" y="3598"/>
                </a:cubicBezTo>
                <a:cubicBezTo>
                  <a:pt x="2741" y="3598"/>
                  <a:pt x="2269" y="3157"/>
                  <a:pt x="2269" y="2590"/>
                </a:cubicBezTo>
                <a:cubicBezTo>
                  <a:pt x="2269" y="1991"/>
                  <a:pt x="2741" y="1581"/>
                  <a:pt x="3277" y="1581"/>
                </a:cubicBezTo>
                <a:close/>
                <a:moveTo>
                  <a:pt x="9231" y="5457"/>
                </a:moveTo>
                <a:cubicBezTo>
                  <a:pt x="9672" y="5457"/>
                  <a:pt x="10050" y="5740"/>
                  <a:pt x="10208" y="6150"/>
                </a:cubicBezTo>
                <a:lnTo>
                  <a:pt x="8286" y="6150"/>
                </a:lnTo>
                <a:cubicBezTo>
                  <a:pt x="8412" y="5772"/>
                  <a:pt x="8759" y="5457"/>
                  <a:pt x="9231" y="5457"/>
                </a:cubicBezTo>
                <a:close/>
                <a:moveTo>
                  <a:pt x="10932" y="6843"/>
                </a:moveTo>
                <a:lnTo>
                  <a:pt x="10932" y="7504"/>
                </a:lnTo>
                <a:lnTo>
                  <a:pt x="5262" y="7504"/>
                </a:lnTo>
                <a:lnTo>
                  <a:pt x="5262" y="6843"/>
                </a:lnTo>
                <a:close/>
                <a:moveTo>
                  <a:pt x="3403" y="4291"/>
                </a:moveTo>
                <a:cubicBezTo>
                  <a:pt x="4064" y="4322"/>
                  <a:pt x="4631" y="4921"/>
                  <a:pt x="4631" y="5583"/>
                </a:cubicBezTo>
                <a:lnTo>
                  <a:pt x="4631" y="7725"/>
                </a:lnTo>
                <a:cubicBezTo>
                  <a:pt x="4348" y="7567"/>
                  <a:pt x="4033" y="7441"/>
                  <a:pt x="3686" y="7441"/>
                </a:cubicBezTo>
                <a:lnTo>
                  <a:pt x="3340" y="7441"/>
                </a:lnTo>
                <a:lnTo>
                  <a:pt x="3340" y="6402"/>
                </a:lnTo>
                <a:cubicBezTo>
                  <a:pt x="3340" y="6213"/>
                  <a:pt x="3182" y="6055"/>
                  <a:pt x="2962" y="6055"/>
                </a:cubicBezTo>
                <a:cubicBezTo>
                  <a:pt x="2773" y="6055"/>
                  <a:pt x="2615" y="6213"/>
                  <a:pt x="2615" y="6402"/>
                </a:cubicBezTo>
                <a:lnTo>
                  <a:pt x="2615" y="7788"/>
                </a:lnTo>
                <a:cubicBezTo>
                  <a:pt x="2615" y="7977"/>
                  <a:pt x="2773" y="8134"/>
                  <a:pt x="2962" y="8134"/>
                </a:cubicBezTo>
                <a:lnTo>
                  <a:pt x="3655" y="8134"/>
                </a:lnTo>
                <a:cubicBezTo>
                  <a:pt x="4064" y="8134"/>
                  <a:pt x="4474" y="8418"/>
                  <a:pt x="4600" y="8828"/>
                </a:cubicBezTo>
                <a:lnTo>
                  <a:pt x="1985" y="8828"/>
                </a:lnTo>
                <a:lnTo>
                  <a:pt x="1985" y="5583"/>
                </a:lnTo>
                <a:lnTo>
                  <a:pt x="2080" y="5583"/>
                </a:lnTo>
                <a:cubicBezTo>
                  <a:pt x="2080" y="5236"/>
                  <a:pt x="2237" y="4858"/>
                  <a:pt x="2458" y="4637"/>
                </a:cubicBezTo>
                <a:cubicBezTo>
                  <a:pt x="2741" y="4385"/>
                  <a:pt x="3056" y="4291"/>
                  <a:pt x="3403" y="4291"/>
                </a:cubicBezTo>
                <a:close/>
                <a:moveTo>
                  <a:pt x="1040" y="4795"/>
                </a:moveTo>
                <a:cubicBezTo>
                  <a:pt x="1229" y="4795"/>
                  <a:pt x="1418" y="4952"/>
                  <a:pt x="1418" y="5141"/>
                </a:cubicBezTo>
                <a:lnTo>
                  <a:pt x="1418" y="9174"/>
                </a:lnTo>
                <a:lnTo>
                  <a:pt x="1418" y="9300"/>
                </a:lnTo>
                <a:cubicBezTo>
                  <a:pt x="1449" y="9458"/>
                  <a:pt x="1575" y="9521"/>
                  <a:pt x="1733" y="9521"/>
                </a:cubicBezTo>
                <a:lnTo>
                  <a:pt x="5860" y="9521"/>
                </a:lnTo>
                <a:cubicBezTo>
                  <a:pt x="6049" y="9521"/>
                  <a:pt x="6175" y="9678"/>
                  <a:pt x="6175" y="9836"/>
                </a:cubicBezTo>
                <a:lnTo>
                  <a:pt x="6175" y="10938"/>
                </a:lnTo>
                <a:lnTo>
                  <a:pt x="693" y="10938"/>
                </a:lnTo>
                <a:lnTo>
                  <a:pt x="693" y="5141"/>
                </a:lnTo>
                <a:cubicBezTo>
                  <a:pt x="693" y="4952"/>
                  <a:pt x="851" y="4795"/>
                  <a:pt x="1040" y="4795"/>
                </a:cubicBezTo>
                <a:close/>
                <a:moveTo>
                  <a:pt x="7656" y="8197"/>
                </a:moveTo>
                <a:cubicBezTo>
                  <a:pt x="7971" y="8260"/>
                  <a:pt x="8254" y="8576"/>
                  <a:pt x="8254" y="8922"/>
                </a:cubicBezTo>
                <a:lnTo>
                  <a:pt x="8254" y="10938"/>
                </a:lnTo>
                <a:lnTo>
                  <a:pt x="6868" y="10938"/>
                </a:lnTo>
                <a:lnTo>
                  <a:pt x="6868" y="9836"/>
                </a:lnTo>
                <a:cubicBezTo>
                  <a:pt x="6868" y="9269"/>
                  <a:pt x="6396" y="8796"/>
                  <a:pt x="5860" y="8796"/>
                </a:cubicBezTo>
                <a:lnTo>
                  <a:pt x="5388" y="8796"/>
                </a:lnTo>
                <a:cubicBezTo>
                  <a:pt x="5356" y="8576"/>
                  <a:pt x="5230" y="8386"/>
                  <a:pt x="5104" y="8197"/>
                </a:cubicBezTo>
                <a:close/>
                <a:moveTo>
                  <a:pt x="9185" y="1"/>
                </a:moveTo>
                <a:cubicBezTo>
                  <a:pt x="9049" y="1"/>
                  <a:pt x="8908" y="88"/>
                  <a:pt x="8885" y="227"/>
                </a:cubicBezTo>
                <a:lnTo>
                  <a:pt x="6837" y="5078"/>
                </a:lnTo>
                <a:cubicBezTo>
                  <a:pt x="6774" y="5236"/>
                  <a:pt x="6837" y="5457"/>
                  <a:pt x="7026" y="5520"/>
                </a:cubicBezTo>
                <a:cubicBezTo>
                  <a:pt x="7089" y="5520"/>
                  <a:pt x="7120" y="5551"/>
                  <a:pt x="7152" y="5551"/>
                </a:cubicBezTo>
                <a:cubicBezTo>
                  <a:pt x="7278" y="5551"/>
                  <a:pt x="7435" y="5457"/>
                  <a:pt x="7467" y="5362"/>
                </a:cubicBezTo>
                <a:lnTo>
                  <a:pt x="8034" y="4039"/>
                </a:lnTo>
                <a:cubicBezTo>
                  <a:pt x="8191" y="4133"/>
                  <a:pt x="8349" y="4165"/>
                  <a:pt x="8538" y="4165"/>
                </a:cubicBezTo>
                <a:cubicBezTo>
                  <a:pt x="8664" y="4165"/>
                  <a:pt x="8759" y="4133"/>
                  <a:pt x="8885" y="4133"/>
                </a:cubicBezTo>
                <a:lnTo>
                  <a:pt x="8885" y="4921"/>
                </a:lnTo>
                <a:cubicBezTo>
                  <a:pt x="8223" y="5047"/>
                  <a:pt x="7719" y="5583"/>
                  <a:pt x="7561" y="6244"/>
                </a:cubicBezTo>
                <a:lnTo>
                  <a:pt x="5293" y="6244"/>
                </a:lnTo>
                <a:lnTo>
                  <a:pt x="5293" y="5709"/>
                </a:lnTo>
                <a:cubicBezTo>
                  <a:pt x="5293" y="4984"/>
                  <a:pt x="4915" y="4354"/>
                  <a:pt x="4348" y="4007"/>
                </a:cubicBezTo>
                <a:cubicBezTo>
                  <a:pt x="4757" y="3692"/>
                  <a:pt x="4978" y="3220"/>
                  <a:pt x="4978" y="2653"/>
                </a:cubicBezTo>
                <a:cubicBezTo>
                  <a:pt x="4978" y="1707"/>
                  <a:pt x="4253" y="983"/>
                  <a:pt x="3308" y="983"/>
                </a:cubicBezTo>
                <a:cubicBezTo>
                  <a:pt x="2363" y="983"/>
                  <a:pt x="1607" y="1707"/>
                  <a:pt x="1607" y="2653"/>
                </a:cubicBezTo>
                <a:cubicBezTo>
                  <a:pt x="1607" y="3220"/>
                  <a:pt x="1890" y="3724"/>
                  <a:pt x="2269" y="4039"/>
                </a:cubicBezTo>
                <a:cubicBezTo>
                  <a:pt x="2143" y="4133"/>
                  <a:pt x="2080" y="4196"/>
                  <a:pt x="1985" y="4291"/>
                </a:cubicBezTo>
                <a:cubicBezTo>
                  <a:pt x="1922" y="4354"/>
                  <a:pt x="1827" y="4448"/>
                  <a:pt x="1764" y="4543"/>
                </a:cubicBezTo>
                <a:cubicBezTo>
                  <a:pt x="1575" y="4354"/>
                  <a:pt x="1323" y="4228"/>
                  <a:pt x="1008" y="4228"/>
                </a:cubicBezTo>
                <a:cubicBezTo>
                  <a:pt x="473" y="4228"/>
                  <a:pt x="0" y="4700"/>
                  <a:pt x="0" y="5268"/>
                </a:cubicBezTo>
                <a:lnTo>
                  <a:pt x="0" y="11411"/>
                </a:lnTo>
                <a:cubicBezTo>
                  <a:pt x="0" y="11600"/>
                  <a:pt x="158" y="11758"/>
                  <a:pt x="347" y="11758"/>
                </a:cubicBezTo>
                <a:lnTo>
                  <a:pt x="8570" y="11758"/>
                </a:lnTo>
                <a:cubicBezTo>
                  <a:pt x="8759" y="11758"/>
                  <a:pt x="8916" y="11600"/>
                  <a:pt x="8916" y="11411"/>
                </a:cubicBezTo>
                <a:lnTo>
                  <a:pt x="8916" y="9048"/>
                </a:lnTo>
                <a:cubicBezTo>
                  <a:pt x="8916" y="8765"/>
                  <a:pt x="8853" y="8544"/>
                  <a:pt x="8727" y="8292"/>
                </a:cubicBezTo>
                <a:lnTo>
                  <a:pt x="11342" y="8292"/>
                </a:lnTo>
                <a:cubicBezTo>
                  <a:pt x="11531" y="8292"/>
                  <a:pt x="11689" y="8134"/>
                  <a:pt x="11689" y="7945"/>
                </a:cubicBezTo>
                <a:lnTo>
                  <a:pt x="11689" y="6559"/>
                </a:lnTo>
                <a:cubicBezTo>
                  <a:pt x="11689" y="6339"/>
                  <a:pt x="11531" y="6181"/>
                  <a:pt x="11310" y="6181"/>
                </a:cubicBezTo>
                <a:lnTo>
                  <a:pt x="10901" y="6181"/>
                </a:lnTo>
                <a:cubicBezTo>
                  <a:pt x="10775" y="5520"/>
                  <a:pt x="10239" y="4984"/>
                  <a:pt x="9546" y="4826"/>
                </a:cubicBezTo>
                <a:lnTo>
                  <a:pt x="9546" y="3094"/>
                </a:lnTo>
                <a:cubicBezTo>
                  <a:pt x="9546" y="2621"/>
                  <a:pt x="9231" y="2243"/>
                  <a:pt x="8790" y="2117"/>
                </a:cubicBezTo>
                <a:lnTo>
                  <a:pt x="9515" y="447"/>
                </a:lnTo>
                <a:cubicBezTo>
                  <a:pt x="9578" y="290"/>
                  <a:pt x="9515" y="69"/>
                  <a:pt x="9326" y="38"/>
                </a:cubicBezTo>
                <a:cubicBezTo>
                  <a:pt x="9283" y="12"/>
                  <a:pt x="9234" y="1"/>
                  <a:pt x="918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04" name="Google Shape;2704;p46"/>
          <p:cNvGrpSpPr/>
          <p:nvPr/>
        </p:nvGrpSpPr>
        <p:grpSpPr>
          <a:xfrm>
            <a:off x="2894973" y="2426564"/>
            <a:ext cx="294534" cy="294588"/>
            <a:chOff x="-34032200" y="2634975"/>
            <a:chExt cx="292225" cy="292250"/>
          </a:xfrm>
        </p:grpSpPr>
        <p:sp>
          <p:nvSpPr>
            <p:cNvPr id="2705" name="Google Shape;2705;p46"/>
            <p:cNvSpPr/>
            <p:nvPr/>
          </p:nvSpPr>
          <p:spPr>
            <a:xfrm>
              <a:off x="-34032200" y="2634975"/>
              <a:ext cx="292225" cy="292250"/>
            </a:xfrm>
            <a:custGeom>
              <a:rect b="b" l="l" r="r" t="t"/>
              <a:pathLst>
                <a:path extrusionOk="0" h="11690" w="11689">
                  <a:moveTo>
                    <a:pt x="5766" y="662"/>
                  </a:moveTo>
                  <a:cubicBezTo>
                    <a:pt x="8602" y="662"/>
                    <a:pt x="10933" y="2962"/>
                    <a:pt x="10933" y="5798"/>
                  </a:cubicBezTo>
                  <a:cubicBezTo>
                    <a:pt x="10933" y="6806"/>
                    <a:pt x="10649" y="7783"/>
                    <a:pt x="10114" y="8602"/>
                  </a:cubicBezTo>
                  <a:lnTo>
                    <a:pt x="10145" y="8444"/>
                  </a:lnTo>
                  <a:cubicBezTo>
                    <a:pt x="10177" y="8350"/>
                    <a:pt x="10145" y="8224"/>
                    <a:pt x="10082" y="8129"/>
                  </a:cubicBezTo>
                  <a:cubicBezTo>
                    <a:pt x="9988" y="8066"/>
                    <a:pt x="9862" y="8035"/>
                    <a:pt x="9767" y="8035"/>
                  </a:cubicBezTo>
                  <a:lnTo>
                    <a:pt x="9641" y="8066"/>
                  </a:lnTo>
                  <a:cubicBezTo>
                    <a:pt x="10019" y="7405"/>
                    <a:pt x="10240" y="6617"/>
                    <a:pt x="10240" y="5829"/>
                  </a:cubicBezTo>
                  <a:cubicBezTo>
                    <a:pt x="10240" y="3372"/>
                    <a:pt x="8223" y="1356"/>
                    <a:pt x="5766" y="1356"/>
                  </a:cubicBezTo>
                  <a:cubicBezTo>
                    <a:pt x="5136" y="1356"/>
                    <a:pt x="4506" y="1482"/>
                    <a:pt x="3970" y="1765"/>
                  </a:cubicBezTo>
                  <a:cubicBezTo>
                    <a:pt x="3813" y="1828"/>
                    <a:pt x="3718" y="2017"/>
                    <a:pt x="3813" y="2175"/>
                  </a:cubicBezTo>
                  <a:lnTo>
                    <a:pt x="3970" y="2553"/>
                  </a:lnTo>
                  <a:lnTo>
                    <a:pt x="2710" y="2742"/>
                  </a:lnTo>
                  <a:lnTo>
                    <a:pt x="2301" y="2773"/>
                  </a:lnTo>
                  <a:cubicBezTo>
                    <a:pt x="2364" y="2647"/>
                    <a:pt x="2710" y="1324"/>
                    <a:pt x="2742" y="1198"/>
                  </a:cubicBezTo>
                  <a:lnTo>
                    <a:pt x="2836" y="1293"/>
                  </a:lnTo>
                  <a:cubicBezTo>
                    <a:pt x="2898" y="1354"/>
                    <a:pt x="2986" y="1402"/>
                    <a:pt x="3084" y="1402"/>
                  </a:cubicBezTo>
                  <a:cubicBezTo>
                    <a:pt x="3136" y="1402"/>
                    <a:pt x="3191" y="1389"/>
                    <a:pt x="3246" y="1356"/>
                  </a:cubicBezTo>
                  <a:cubicBezTo>
                    <a:pt x="4033" y="883"/>
                    <a:pt x="4915" y="662"/>
                    <a:pt x="5766" y="662"/>
                  </a:cubicBezTo>
                  <a:close/>
                  <a:moveTo>
                    <a:pt x="6144" y="2080"/>
                  </a:moveTo>
                  <a:cubicBezTo>
                    <a:pt x="7940" y="2238"/>
                    <a:pt x="9358" y="3687"/>
                    <a:pt x="9515" y="5451"/>
                  </a:cubicBezTo>
                  <a:lnTo>
                    <a:pt x="9200" y="5451"/>
                  </a:lnTo>
                  <a:cubicBezTo>
                    <a:pt x="9011" y="5451"/>
                    <a:pt x="8854" y="5609"/>
                    <a:pt x="8854" y="5829"/>
                  </a:cubicBezTo>
                  <a:cubicBezTo>
                    <a:pt x="8854" y="6018"/>
                    <a:pt x="9011" y="6176"/>
                    <a:pt x="9200" y="6176"/>
                  </a:cubicBezTo>
                  <a:lnTo>
                    <a:pt x="9515" y="6176"/>
                  </a:lnTo>
                  <a:cubicBezTo>
                    <a:pt x="9452" y="6932"/>
                    <a:pt x="9169" y="7657"/>
                    <a:pt x="8665" y="8255"/>
                  </a:cubicBezTo>
                  <a:lnTo>
                    <a:pt x="6995" y="8570"/>
                  </a:lnTo>
                  <a:cubicBezTo>
                    <a:pt x="6900" y="8602"/>
                    <a:pt x="6806" y="8665"/>
                    <a:pt x="6774" y="8759"/>
                  </a:cubicBezTo>
                  <a:cubicBezTo>
                    <a:pt x="6743" y="8885"/>
                    <a:pt x="6743" y="9011"/>
                    <a:pt x="6806" y="9074"/>
                  </a:cubicBezTo>
                  <a:lnTo>
                    <a:pt x="6995" y="9389"/>
                  </a:lnTo>
                  <a:cubicBezTo>
                    <a:pt x="6743" y="9484"/>
                    <a:pt x="6459" y="9547"/>
                    <a:pt x="6176" y="9547"/>
                  </a:cubicBezTo>
                  <a:lnTo>
                    <a:pt x="6176" y="9232"/>
                  </a:lnTo>
                  <a:cubicBezTo>
                    <a:pt x="6176" y="9043"/>
                    <a:pt x="6018" y="8885"/>
                    <a:pt x="5829" y="8885"/>
                  </a:cubicBezTo>
                  <a:cubicBezTo>
                    <a:pt x="5640" y="8885"/>
                    <a:pt x="5483" y="9043"/>
                    <a:pt x="5483" y="9232"/>
                  </a:cubicBezTo>
                  <a:lnTo>
                    <a:pt x="5483" y="9547"/>
                  </a:lnTo>
                  <a:cubicBezTo>
                    <a:pt x="3655" y="9389"/>
                    <a:pt x="2238" y="7940"/>
                    <a:pt x="2080" y="6176"/>
                  </a:cubicBezTo>
                  <a:lnTo>
                    <a:pt x="2395" y="6176"/>
                  </a:lnTo>
                  <a:cubicBezTo>
                    <a:pt x="2584" y="6176"/>
                    <a:pt x="2742" y="6018"/>
                    <a:pt x="2742" y="5829"/>
                  </a:cubicBezTo>
                  <a:cubicBezTo>
                    <a:pt x="2742" y="5609"/>
                    <a:pt x="2584" y="5451"/>
                    <a:pt x="2395" y="5451"/>
                  </a:cubicBezTo>
                  <a:lnTo>
                    <a:pt x="2080" y="5451"/>
                  </a:lnTo>
                  <a:cubicBezTo>
                    <a:pt x="2175" y="4727"/>
                    <a:pt x="2427" y="3971"/>
                    <a:pt x="2962" y="3372"/>
                  </a:cubicBezTo>
                  <a:lnTo>
                    <a:pt x="4474" y="3183"/>
                  </a:lnTo>
                  <a:cubicBezTo>
                    <a:pt x="4600" y="3183"/>
                    <a:pt x="4663" y="3088"/>
                    <a:pt x="4726" y="3025"/>
                  </a:cubicBezTo>
                  <a:cubicBezTo>
                    <a:pt x="4758" y="2931"/>
                    <a:pt x="4758" y="2836"/>
                    <a:pt x="4726" y="2710"/>
                  </a:cubicBezTo>
                  <a:lnTo>
                    <a:pt x="4506" y="2269"/>
                  </a:lnTo>
                  <a:cubicBezTo>
                    <a:pt x="4789" y="2143"/>
                    <a:pt x="5104" y="2112"/>
                    <a:pt x="5420" y="2080"/>
                  </a:cubicBezTo>
                  <a:lnTo>
                    <a:pt x="5420" y="2395"/>
                  </a:lnTo>
                  <a:cubicBezTo>
                    <a:pt x="5420" y="2584"/>
                    <a:pt x="5577" y="2742"/>
                    <a:pt x="5766" y="2742"/>
                  </a:cubicBezTo>
                  <a:cubicBezTo>
                    <a:pt x="5987" y="2742"/>
                    <a:pt x="6144" y="2584"/>
                    <a:pt x="6144" y="2395"/>
                  </a:cubicBezTo>
                  <a:lnTo>
                    <a:pt x="6144" y="2080"/>
                  </a:lnTo>
                  <a:close/>
                  <a:moveTo>
                    <a:pt x="1607" y="2899"/>
                  </a:moveTo>
                  <a:lnTo>
                    <a:pt x="1544" y="3151"/>
                  </a:lnTo>
                  <a:cubicBezTo>
                    <a:pt x="1481" y="3246"/>
                    <a:pt x="1544" y="3372"/>
                    <a:pt x="1607" y="3466"/>
                  </a:cubicBezTo>
                  <a:cubicBezTo>
                    <a:pt x="1670" y="3529"/>
                    <a:pt x="1796" y="3561"/>
                    <a:pt x="1922" y="3561"/>
                  </a:cubicBezTo>
                  <a:lnTo>
                    <a:pt x="1985" y="3561"/>
                  </a:lnTo>
                  <a:cubicBezTo>
                    <a:pt x="1607" y="4254"/>
                    <a:pt x="1387" y="5042"/>
                    <a:pt x="1387" y="5861"/>
                  </a:cubicBezTo>
                  <a:cubicBezTo>
                    <a:pt x="1387" y="8287"/>
                    <a:pt x="3372" y="10303"/>
                    <a:pt x="5829" y="10303"/>
                  </a:cubicBezTo>
                  <a:cubicBezTo>
                    <a:pt x="6459" y="10303"/>
                    <a:pt x="7089" y="10177"/>
                    <a:pt x="7688" y="9925"/>
                  </a:cubicBezTo>
                  <a:cubicBezTo>
                    <a:pt x="7751" y="9862"/>
                    <a:pt x="7845" y="9799"/>
                    <a:pt x="7877" y="9704"/>
                  </a:cubicBezTo>
                  <a:cubicBezTo>
                    <a:pt x="7908" y="9641"/>
                    <a:pt x="7877" y="9515"/>
                    <a:pt x="7845" y="9452"/>
                  </a:cubicBezTo>
                  <a:lnTo>
                    <a:pt x="7688" y="9200"/>
                  </a:lnTo>
                  <a:lnTo>
                    <a:pt x="9421" y="8854"/>
                  </a:lnTo>
                  <a:lnTo>
                    <a:pt x="9421" y="8854"/>
                  </a:lnTo>
                  <a:cubicBezTo>
                    <a:pt x="9326" y="9200"/>
                    <a:pt x="9074" y="10177"/>
                    <a:pt x="9011" y="10492"/>
                  </a:cubicBezTo>
                  <a:lnTo>
                    <a:pt x="8759" y="10303"/>
                  </a:lnTo>
                  <a:cubicBezTo>
                    <a:pt x="8708" y="10235"/>
                    <a:pt x="8640" y="10204"/>
                    <a:pt x="8567" y="10204"/>
                  </a:cubicBezTo>
                  <a:cubicBezTo>
                    <a:pt x="8505" y="10204"/>
                    <a:pt x="8439" y="10228"/>
                    <a:pt x="8381" y="10271"/>
                  </a:cubicBezTo>
                  <a:cubicBezTo>
                    <a:pt x="7593" y="10744"/>
                    <a:pt x="6680" y="10965"/>
                    <a:pt x="5829" y="10965"/>
                  </a:cubicBezTo>
                  <a:cubicBezTo>
                    <a:pt x="2994" y="10965"/>
                    <a:pt x="662" y="8665"/>
                    <a:pt x="662" y="5829"/>
                  </a:cubicBezTo>
                  <a:cubicBezTo>
                    <a:pt x="662" y="4758"/>
                    <a:pt x="977" y="3781"/>
                    <a:pt x="1607" y="2899"/>
                  </a:cubicBezTo>
                  <a:close/>
                  <a:moveTo>
                    <a:pt x="5766" y="1"/>
                  </a:moveTo>
                  <a:cubicBezTo>
                    <a:pt x="4884" y="1"/>
                    <a:pt x="3970" y="221"/>
                    <a:pt x="3151" y="662"/>
                  </a:cubicBezTo>
                  <a:lnTo>
                    <a:pt x="2836" y="316"/>
                  </a:lnTo>
                  <a:cubicBezTo>
                    <a:pt x="2765" y="245"/>
                    <a:pt x="2677" y="210"/>
                    <a:pt x="2597" y="210"/>
                  </a:cubicBezTo>
                  <a:cubicBezTo>
                    <a:pt x="2570" y="210"/>
                    <a:pt x="2545" y="214"/>
                    <a:pt x="2521" y="221"/>
                  </a:cubicBezTo>
                  <a:cubicBezTo>
                    <a:pt x="2395" y="253"/>
                    <a:pt x="2301" y="347"/>
                    <a:pt x="2269" y="473"/>
                  </a:cubicBezTo>
                  <a:lnTo>
                    <a:pt x="1985" y="1450"/>
                  </a:lnTo>
                  <a:cubicBezTo>
                    <a:pt x="694" y="2553"/>
                    <a:pt x="1" y="4160"/>
                    <a:pt x="1" y="5829"/>
                  </a:cubicBezTo>
                  <a:cubicBezTo>
                    <a:pt x="1" y="7342"/>
                    <a:pt x="599" y="8854"/>
                    <a:pt x="1733" y="9956"/>
                  </a:cubicBezTo>
                  <a:cubicBezTo>
                    <a:pt x="2836" y="11059"/>
                    <a:pt x="4285" y="11689"/>
                    <a:pt x="5861" y="11689"/>
                  </a:cubicBezTo>
                  <a:cubicBezTo>
                    <a:pt x="6774" y="11689"/>
                    <a:pt x="7719" y="11437"/>
                    <a:pt x="8539" y="11028"/>
                  </a:cubicBezTo>
                  <a:lnTo>
                    <a:pt x="8980" y="11406"/>
                  </a:lnTo>
                  <a:cubicBezTo>
                    <a:pt x="9027" y="11477"/>
                    <a:pt x="9110" y="11512"/>
                    <a:pt x="9201" y="11512"/>
                  </a:cubicBezTo>
                  <a:cubicBezTo>
                    <a:pt x="9232" y="11512"/>
                    <a:pt x="9263" y="11508"/>
                    <a:pt x="9295" y="11500"/>
                  </a:cubicBezTo>
                  <a:cubicBezTo>
                    <a:pt x="9421" y="11437"/>
                    <a:pt x="9484" y="11374"/>
                    <a:pt x="9515" y="11248"/>
                  </a:cubicBezTo>
                  <a:lnTo>
                    <a:pt x="9799" y="10114"/>
                  </a:lnTo>
                  <a:cubicBezTo>
                    <a:pt x="10996" y="9011"/>
                    <a:pt x="11689" y="7468"/>
                    <a:pt x="11689" y="5861"/>
                  </a:cubicBezTo>
                  <a:cubicBezTo>
                    <a:pt x="11658" y="2616"/>
                    <a:pt x="9011" y="1"/>
                    <a:pt x="576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6" name="Google Shape;2706;p46"/>
            <p:cNvSpPr/>
            <p:nvPr/>
          </p:nvSpPr>
          <p:spPr>
            <a:xfrm>
              <a:off x="-33947125" y="2735800"/>
              <a:ext cx="51200" cy="86675"/>
            </a:xfrm>
            <a:custGeom>
              <a:rect b="b" l="l" r="r" t="t"/>
              <a:pathLst>
                <a:path extrusionOk="0" h="3467" w="2048">
                  <a:moveTo>
                    <a:pt x="1040" y="1"/>
                  </a:moveTo>
                  <a:cubicBezTo>
                    <a:pt x="473" y="1"/>
                    <a:pt x="0" y="473"/>
                    <a:pt x="0" y="1040"/>
                  </a:cubicBezTo>
                  <a:cubicBezTo>
                    <a:pt x="0" y="1229"/>
                    <a:pt x="158" y="1387"/>
                    <a:pt x="378" y="1387"/>
                  </a:cubicBezTo>
                  <a:cubicBezTo>
                    <a:pt x="567" y="1387"/>
                    <a:pt x="725" y="1229"/>
                    <a:pt x="725" y="1040"/>
                  </a:cubicBezTo>
                  <a:cubicBezTo>
                    <a:pt x="725" y="851"/>
                    <a:pt x="882" y="662"/>
                    <a:pt x="1071" y="662"/>
                  </a:cubicBezTo>
                  <a:cubicBezTo>
                    <a:pt x="1292" y="662"/>
                    <a:pt x="1449" y="851"/>
                    <a:pt x="1449" y="1040"/>
                  </a:cubicBezTo>
                  <a:lnTo>
                    <a:pt x="1449" y="1292"/>
                  </a:lnTo>
                  <a:cubicBezTo>
                    <a:pt x="1449" y="1418"/>
                    <a:pt x="1355" y="1544"/>
                    <a:pt x="1229" y="1639"/>
                  </a:cubicBezTo>
                  <a:lnTo>
                    <a:pt x="599" y="1954"/>
                  </a:lnTo>
                  <a:cubicBezTo>
                    <a:pt x="252" y="2111"/>
                    <a:pt x="63" y="2458"/>
                    <a:pt x="63" y="2836"/>
                  </a:cubicBezTo>
                  <a:lnTo>
                    <a:pt x="63" y="3119"/>
                  </a:lnTo>
                  <a:cubicBezTo>
                    <a:pt x="0" y="3372"/>
                    <a:pt x="158" y="3466"/>
                    <a:pt x="315" y="3466"/>
                  </a:cubicBezTo>
                  <a:lnTo>
                    <a:pt x="1701" y="3466"/>
                  </a:lnTo>
                  <a:cubicBezTo>
                    <a:pt x="1891" y="3466"/>
                    <a:pt x="2048" y="3309"/>
                    <a:pt x="2048" y="3119"/>
                  </a:cubicBezTo>
                  <a:cubicBezTo>
                    <a:pt x="2048" y="2930"/>
                    <a:pt x="1891" y="2773"/>
                    <a:pt x="1701" y="2773"/>
                  </a:cubicBezTo>
                  <a:lnTo>
                    <a:pt x="693" y="2773"/>
                  </a:lnTo>
                  <a:cubicBezTo>
                    <a:pt x="725" y="2678"/>
                    <a:pt x="756" y="2584"/>
                    <a:pt x="882" y="2521"/>
                  </a:cubicBezTo>
                  <a:lnTo>
                    <a:pt x="1512" y="2206"/>
                  </a:lnTo>
                  <a:cubicBezTo>
                    <a:pt x="1859" y="2048"/>
                    <a:pt x="2048" y="1702"/>
                    <a:pt x="2048" y="1292"/>
                  </a:cubicBezTo>
                  <a:lnTo>
                    <a:pt x="2048" y="1040"/>
                  </a:lnTo>
                  <a:cubicBezTo>
                    <a:pt x="2048" y="473"/>
                    <a:pt x="1575" y="1"/>
                    <a:pt x="10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7" name="Google Shape;2707;p46"/>
            <p:cNvSpPr/>
            <p:nvPr/>
          </p:nvSpPr>
          <p:spPr>
            <a:xfrm>
              <a:off x="-33878600" y="2737375"/>
              <a:ext cx="52000" cy="86675"/>
            </a:xfrm>
            <a:custGeom>
              <a:rect b="b" l="l" r="r" t="t"/>
              <a:pathLst>
                <a:path extrusionOk="0" h="3467" w="2080">
                  <a:moveTo>
                    <a:pt x="347" y="1"/>
                  </a:moveTo>
                  <a:cubicBezTo>
                    <a:pt x="158" y="1"/>
                    <a:pt x="0" y="158"/>
                    <a:pt x="0" y="347"/>
                  </a:cubicBezTo>
                  <a:lnTo>
                    <a:pt x="0" y="1733"/>
                  </a:lnTo>
                  <a:cubicBezTo>
                    <a:pt x="0" y="1922"/>
                    <a:pt x="158" y="2080"/>
                    <a:pt x="347" y="2080"/>
                  </a:cubicBezTo>
                  <a:lnTo>
                    <a:pt x="1355" y="2080"/>
                  </a:lnTo>
                  <a:lnTo>
                    <a:pt x="1355" y="3088"/>
                  </a:lnTo>
                  <a:cubicBezTo>
                    <a:pt x="1355" y="3309"/>
                    <a:pt x="1512" y="3466"/>
                    <a:pt x="1733" y="3466"/>
                  </a:cubicBezTo>
                  <a:cubicBezTo>
                    <a:pt x="1922" y="3466"/>
                    <a:pt x="2079" y="3309"/>
                    <a:pt x="2079" y="3088"/>
                  </a:cubicBezTo>
                  <a:lnTo>
                    <a:pt x="2079" y="1733"/>
                  </a:lnTo>
                  <a:lnTo>
                    <a:pt x="2079" y="347"/>
                  </a:lnTo>
                  <a:cubicBezTo>
                    <a:pt x="2079" y="158"/>
                    <a:pt x="1922" y="1"/>
                    <a:pt x="1733" y="1"/>
                  </a:cubicBezTo>
                  <a:cubicBezTo>
                    <a:pt x="1512" y="1"/>
                    <a:pt x="1355" y="158"/>
                    <a:pt x="1355" y="347"/>
                  </a:cubicBezTo>
                  <a:lnTo>
                    <a:pt x="1355" y="1355"/>
                  </a:lnTo>
                  <a:lnTo>
                    <a:pt x="693" y="1355"/>
                  </a:lnTo>
                  <a:lnTo>
                    <a:pt x="693" y="347"/>
                  </a:lnTo>
                  <a:cubicBezTo>
                    <a:pt x="693"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08" name="Google Shape;2708;p46"/>
          <p:cNvGrpSpPr/>
          <p:nvPr/>
        </p:nvGrpSpPr>
        <p:grpSpPr>
          <a:xfrm>
            <a:off x="1585570" y="2863217"/>
            <a:ext cx="297734" cy="294563"/>
            <a:chOff x="-32245875" y="1938725"/>
            <a:chExt cx="295400" cy="292225"/>
          </a:xfrm>
        </p:grpSpPr>
        <p:sp>
          <p:nvSpPr>
            <p:cNvPr id="2709" name="Google Shape;2709;p46"/>
            <p:cNvSpPr/>
            <p:nvPr/>
          </p:nvSpPr>
          <p:spPr>
            <a:xfrm>
              <a:off x="-32156075" y="2042700"/>
              <a:ext cx="120525" cy="120525"/>
            </a:xfrm>
            <a:custGeom>
              <a:rect b="b" l="l" r="r" t="t"/>
              <a:pathLst>
                <a:path extrusionOk="0" h="4821" w="4821">
                  <a:moveTo>
                    <a:pt x="2395" y="725"/>
                  </a:moveTo>
                  <a:cubicBezTo>
                    <a:pt x="3340" y="725"/>
                    <a:pt x="4096" y="1481"/>
                    <a:pt x="4096" y="2426"/>
                  </a:cubicBezTo>
                  <a:cubicBezTo>
                    <a:pt x="4096" y="3308"/>
                    <a:pt x="3340" y="4096"/>
                    <a:pt x="2395" y="4096"/>
                  </a:cubicBezTo>
                  <a:cubicBezTo>
                    <a:pt x="1450" y="4096"/>
                    <a:pt x="725" y="3340"/>
                    <a:pt x="725" y="2426"/>
                  </a:cubicBezTo>
                  <a:cubicBezTo>
                    <a:pt x="725" y="1450"/>
                    <a:pt x="1450" y="725"/>
                    <a:pt x="2395" y="725"/>
                  </a:cubicBezTo>
                  <a:close/>
                  <a:moveTo>
                    <a:pt x="2395" y="0"/>
                  </a:moveTo>
                  <a:cubicBezTo>
                    <a:pt x="1072" y="0"/>
                    <a:pt x="1" y="1071"/>
                    <a:pt x="1" y="2426"/>
                  </a:cubicBezTo>
                  <a:cubicBezTo>
                    <a:pt x="1" y="3749"/>
                    <a:pt x="1072" y="4821"/>
                    <a:pt x="2395" y="4821"/>
                  </a:cubicBezTo>
                  <a:cubicBezTo>
                    <a:pt x="3750" y="4821"/>
                    <a:pt x="4821" y="3749"/>
                    <a:pt x="4821" y="2426"/>
                  </a:cubicBezTo>
                  <a:cubicBezTo>
                    <a:pt x="4758" y="1071"/>
                    <a:pt x="3718" y="0"/>
                    <a:pt x="239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0" name="Google Shape;2710;p46"/>
            <p:cNvSpPr/>
            <p:nvPr/>
          </p:nvSpPr>
          <p:spPr>
            <a:xfrm>
              <a:off x="-32105675" y="2076550"/>
              <a:ext cx="35475" cy="33900"/>
            </a:xfrm>
            <a:custGeom>
              <a:rect b="b" l="l" r="r" t="t"/>
              <a:pathLst>
                <a:path extrusionOk="0" h="1356" w="1419">
                  <a:moveTo>
                    <a:pt x="347" y="1"/>
                  </a:moveTo>
                  <a:cubicBezTo>
                    <a:pt x="158" y="1"/>
                    <a:pt x="1" y="159"/>
                    <a:pt x="1" y="348"/>
                  </a:cubicBezTo>
                  <a:lnTo>
                    <a:pt x="1" y="1009"/>
                  </a:lnTo>
                  <a:cubicBezTo>
                    <a:pt x="1" y="1230"/>
                    <a:pt x="158" y="1356"/>
                    <a:pt x="347" y="1356"/>
                  </a:cubicBezTo>
                  <a:lnTo>
                    <a:pt x="1009" y="1356"/>
                  </a:lnTo>
                  <a:cubicBezTo>
                    <a:pt x="1230" y="1356"/>
                    <a:pt x="1387" y="1198"/>
                    <a:pt x="1387" y="1009"/>
                  </a:cubicBezTo>
                  <a:cubicBezTo>
                    <a:pt x="1419" y="852"/>
                    <a:pt x="1261" y="694"/>
                    <a:pt x="1072" y="694"/>
                  </a:cubicBezTo>
                  <a:lnTo>
                    <a:pt x="694" y="694"/>
                  </a:lnTo>
                  <a:lnTo>
                    <a:pt x="694" y="348"/>
                  </a:lnTo>
                  <a:cubicBezTo>
                    <a:pt x="694" y="159"/>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1" name="Google Shape;2711;p46"/>
            <p:cNvSpPr/>
            <p:nvPr/>
          </p:nvSpPr>
          <p:spPr>
            <a:xfrm>
              <a:off x="-32245875" y="1938725"/>
              <a:ext cx="295400" cy="292225"/>
            </a:xfrm>
            <a:custGeom>
              <a:rect b="b" l="l" r="r" t="t"/>
              <a:pathLst>
                <a:path extrusionOk="0" h="11689" w="11816">
                  <a:moveTo>
                    <a:pt x="10965" y="1355"/>
                  </a:moveTo>
                  <a:cubicBezTo>
                    <a:pt x="11154" y="1355"/>
                    <a:pt x="11311" y="1544"/>
                    <a:pt x="11311" y="1733"/>
                  </a:cubicBezTo>
                  <a:lnTo>
                    <a:pt x="11311" y="2742"/>
                  </a:lnTo>
                  <a:lnTo>
                    <a:pt x="1009" y="2742"/>
                  </a:lnTo>
                  <a:lnTo>
                    <a:pt x="1009" y="1733"/>
                  </a:lnTo>
                  <a:lnTo>
                    <a:pt x="852" y="1733"/>
                  </a:lnTo>
                  <a:cubicBezTo>
                    <a:pt x="852" y="1544"/>
                    <a:pt x="1009" y="1355"/>
                    <a:pt x="1198" y="1355"/>
                  </a:cubicBezTo>
                  <a:lnTo>
                    <a:pt x="1545" y="1355"/>
                  </a:lnTo>
                  <a:lnTo>
                    <a:pt x="1545" y="1733"/>
                  </a:lnTo>
                  <a:cubicBezTo>
                    <a:pt x="1545" y="1922"/>
                    <a:pt x="1702" y="2080"/>
                    <a:pt x="1891" y="2080"/>
                  </a:cubicBezTo>
                  <a:cubicBezTo>
                    <a:pt x="2112" y="2080"/>
                    <a:pt x="2269" y="1922"/>
                    <a:pt x="2269" y="1733"/>
                  </a:cubicBezTo>
                  <a:lnTo>
                    <a:pt x="2269" y="1355"/>
                  </a:lnTo>
                  <a:lnTo>
                    <a:pt x="3624" y="1355"/>
                  </a:lnTo>
                  <a:lnTo>
                    <a:pt x="3624" y="1733"/>
                  </a:lnTo>
                  <a:cubicBezTo>
                    <a:pt x="3624" y="1922"/>
                    <a:pt x="3782" y="2080"/>
                    <a:pt x="4002" y="2080"/>
                  </a:cubicBezTo>
                  <a:cubicBezTo>
                    <a:pt x="4191" y="2080"/>
                    <a:pt x="4349" y="1922"/>
                    <a:pt x="4349" y="1733"/>
                  </a:cubicBezTo>
                  <a:lnTo>
                    <a:pt x="4349" y="1355"/>
                  </a:lnTo>
                  <a:lnTo>
                    <a:pt x="5735" y="1355"/>
                  </a:lnTo>
                  <a:lnTo>
                    <a:pt x="5735" y="1733"/>
                  </a:lnTo>
                  <a:cubicBezTo>
                    <a:pt x="5735" y="1922"/>
                    <a:pt x="5892" y="2080"/>
                    <a:pt x="6081" y="2080"/>
                  </a:cubicBezTo>
                  <a:cubicBezTo>
                    <a:pt x="6270" y="2080"/>
                    <a:pt x="6428" y="1922"/>
                    <a:pt x="6428" y="1733"/>
                  </a:cubicBezTo>
                  <a:lnTo>
                    <a:pt x="6428" y="1355"/>
                  </a:lnTo>
                  <a:lnTo>
                    <a:pt x="7814" y="1355"/>
                  </a:lnTo>
                  <a:lnTo>
                    <a:pt x="7814" y="1733"/>
                  </a:lnTo>
                  <a:cubicBezTo>
                    <a:pt x="7814" y="1922"/>
                    <a:pt x="7972" y="2080"/>
                    <a:pt x="8161" y="2080"/>
                  </a:cubicBezTo>
                  <a:cubicBezTo>
                    <a:pt x="8381" y="2080"/>
                    <a:pt x="8539" y="1922"/>
                    <a:pt x="8539" y="1733"/>
                  </a:cubicBezTo>
                  <a:lnTo>
                    <a:pt x="8539" y="1355"/>
                  </a:lnTo>
                  <a:lnTo>
                    <a:pt x="9893" y="1355"/>
                  </a:lnTo>
                  <a:lnTo>
                    <a:pt x="9893" y="1733"/>
                  </a:lnTo>
                  <a:cubicBezTo>
                    <a:pt x="9893" y="1922"/>
                    <a:pt x="10051" y="2080"/>
                    <a:pt x="10272" y="2080"/>
                  </a:cubicBezTo>
                  <a:cubicBezTo>
                    <a:pt x="10461" y="2080"/>
                    <a:pt x="10618" y="1922"/>
                    <a:pt x="10618" y="1733"/>
                  </a:cubicBezTo>
                  <a:lnTo>
                    <a:pt x="10618" y="1355"/>
                  </a:lnTo>
                  <a:close/>
                  <a:moveTo>
                    <a:pt x="11154" y="3466"/>
                  </a:moveTo>
                  <a:lnTo>
                    <a:pt x="11154" y="9641"/>
                  </a:lnTo>
                  <a:lnTo>
                    <a:pt x="852" y="9641"/>
                  </a:lnTo>
                  <a:lnTo>
                    <a:pt x="852" y="3466"/>
                  </a:lnTo>
                  <a:close/>
                  <a:moveTo>
                    <a:pt x="11154" y="10366"/>
                  </a:moveTo>
                  <a:lnTo>
                    <a:pt x="11154" y="10712"/>
                  </a:lnTo>
                  <a:cubicBezTo>
                    <a:pt x="11122" y="10870"/>
                    <a:pt x="10965" y="11027"/>
                    <a:pt x="10807" y="11027"/>
                  </a:cubicBezTo>
                  <a:lnTo>
                    <a:pt x="1198" y="11027"/>
                  </a:lnTo>
                  <a:cubicBezTo>
                    <a:pt x="1009" y="11027"/>
                    <a:pt x="852" y="10870"/>
                    <a:pt x="852" y="10649"/>
                  </a:cubicBezTo>
                  <a:lnTo>
                    <a:pt x="852" y="10366"/>
                  </a:lnTo>
                  <a:close/>
                  <a:moveTo>
                    <a:pt x="1734" y="1"/>
                  </a:moveTo>
                  <a:cubicBezTo>
                    <a:pt x="1545" y="1"/>
                    <a:pt x="1387" y="158"/>
                    <a:pt x="1387" y="347"/>
                  </a:cubicBezTo>
                  <a:lnTo>
                    <a:pt x="1387" y="694"/>
                  </a:lnTo>
                  <a:lnTo>
                    <a:pt x="1041" y="694"/>
                  </a:lnTo>
                  <a:cubicBezTo>
                    <a:pt x="474" y="694"/>
                    <a:pt x="1" y="1166"/>
                    <a:pt x="1" y="1733"/>
                  </a:cubicBezTo>
                  <a:lnTo>
                    <a:pt x="1" y="10649"/>
                  </a:lnTo>
                  <a:cubicBezTo>
                    <a:pt x="1" y="11216"/>
                    <a:pt x="474" y="11689"/>
                    <a:pt x="1041" y="11689"/>
                  </a:cubicBezTo>
                  <a:lnTo>
                    <a:pt x="10650" y="11689"/>
                  </a:lnTo>
                  <a:cubicBezTo>
                    <a:pt x="11185" y="11689"/>
                    <a:pt x="11658" y="11216"/>
                    <a:pt x="11658" y="10649"/>
                  </a:cubicBezTo>
                  <a:lnTo>
                    <a:pt x="11658" y="1733"/>
                  </a:lnTo>
                  <a:cubicBezTo>
                    <a:pt x="11815" y="1166"/>
                    <a:pt x="11343" y="694"/>
                    <a:pt x="10807" y="694"/>
                  </a:cubicBezTo>
                  <a:lnTo>
                    <a:pt x="10461" y="694"/>
                  </a:lnTo>
                  <a:lnTo>
                    <a:pt x="10461" y="347"/>
                  </a:lnTo>
                  <a:cubicBezTo>
                    <a:pt x="10461" y="158"/>
                    <a:pt x="10303" y="1"/>
                    <a:pt x="10083" y="1"/>
                  </a:cubicBezTo>
                  <a:cubicBezTo>
                    <a:pt x="9893" y="1"/>
                    <a:pt x="9736" y="158"/>
                    <a:pt x="9736" y="347"/>
                  </a:cubicBezTo>
                  <a:lnTo>
                    <a:pt x="9736" y="694"/>
                  </a:lnTo>
                  <a:lnTo>
                    <a:pt x="8350" y="694"/>
                  </a:lnTo>
                  <a:lnTo>
                    <a:pt x="8350" y="347"/>
                  </a:lnTo>
                  <a:cubicBezTo>
                    <a:pt x="8350" y="158"/>
                    <a:pt x="8192" y="1"/>
                    <a:pt x="8003" y="1"/>
                  </a:cubicBezTo>
                  <a:cubicBezTo>
                    <a:pt x="7814" y="1"/>
                    <a:pt x="7657" y="158"/>
                    <a:pt x="7657" y="347"/>
                  </a:cubicBezTo>
                  <a:lnTo>
                    <a:pt x="7657" y="694"/>
                  </a:lnTo>
                  <a:lnTo>
                    <a:pt x="6270" y="694"/>
                  </a:lnTo>
                  <a:lnTo>
                    <a:pt x="6270" y="347"/>
                  </a:lnTo>
                  <a:cubicBezTo>
                    <a:pt x="6270" y="158"/>
                    <a:pt x="6113" y="1"/>
                    <a:pt x="5924" y="1"/>
                  </a:cubicBezTo>
                  <a:cubicBezTo>
                    <a:pt x="5735" y="1"/>
                    <a:pt x="5577" y="158"/>
                    <a:pt x="5577" y="347"/>
                  </a:cubicBezTo>
                  <a:lnTo>
                    <a:pt x="5577" y="694"/>
                  </a:lnTo>
                  <a:lnTo>
                    <a:pt x="4191" y="694"/>
                  </a:lnTo>
                  <a:lnTo>
                    <a:pt x="4191" y="347"/>
                  </a:lnTo>
                  <a:cubicBezTo>
                    <a:pt x="4191" y="158"/>
                    <a:pt x="4034" y="1"/>
                    <a:pt x="3845" y="1"/>
                  </a:cubicBezTo>
                  <a:cubicBezTo>
                    <a:pt x="3624" y="1"/>
                    <a:pt x="3466" y="158"/>
                    <a:pt x="3466" y="347"/>
                  </a:cubicBezTo>
                  <a:lnTo>
                    <a:pt x="3466" y="694"/>
                  </a:lnTo>
                  <a:lnTo>
                    <a:pt x="2112" y="694"/>
                  </a:lnTo>
                  <a:lnTo>
                    <a:pt x="2112" y="347"/>
                  </a:lnTo>
                  <a:cubicBezTo>
                    <a:pt x="2112" y="158"/>
                    <a:pt x="1954" y="1"/>
                    <a:pt x="173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12" name="Google Shape;2712;p46"/>
          <p:cNvGrpSpPr/>
          <p:nvPr/>
        </p:nvGrpSpPr>
        <p:grpSpPr>
          <a:xfrm>
            <a:off x="1582798" y="3301569"/>
            <a:ext cx="303277" cy="292597"/>
            <a:chOff x="-32243500" y="2299850"/>
            <a:chExt cx="300900" cy="290275"/>
          </a:xfrm>
        </p:grpSpPr>
        <p:sp>
          <p:nvSpPr>
            <p:cNvPr id="2713" name="Google Shape;2713;p46"/>
            <p:cNvSpPr/>
            <p:nvPr/>
          </p:nvSpPr>
          <p:spPr>
            <a:xfrm>
              <a:off x="-32243500" y="2299850"/>
              <a:ext cx="300900" cy="290275"/>
            </a:xfrm>
            <a:custGeom>
              <a:rect b="b" l="l" r="r" t="t"/>
              <a:pathLst>
                <a:path extrusionOk="0" h="11611" w="12036">
                  <a:moveTo>
                    <a:pt x="7955" y="654"/>
                  </a:moveTo>
                  <a:cubicBezTo>
                    <a:pt x="8743" y="654"/>
                    <a:pt x="9531" y="946"/>
                    <a:pt x="10114" y="1529"/>
                  </a:cubicBezTo>
                  <a:cubicBezTo>
                    <a:pt x="11311" y="2726"/>
                    <a:pt x="11311" y="4679"/>
                    <a:pt x="10114" y="5876"/>
                  </a:cubicBezTo>
                  <a:cubicBezTo>
                    <a:pt x="9540" y="6450"/>
                    <a:pt x="8752" y="6766"/>
                    <a:pt x="7951" y="6766"/>
                  </a:cubicBezTo>
                  <a:cubicBezTo>
                    <a:pt x="7565" y="6766"/>
                    <a:pt x="7175" y="6692"/>
                    <a:pt x="6806" y="6538"/>
                  </a:cubicBezTo>
                  <a:cubicBezTo>
                    <a:pt x="6759" y="6526"/>
                    <a:pt x="6709" y="6519"/>
                    <a:pt x="6661" y="6519"/>
                  </a:cubicBezTo>
                  <a:cubicBezTo>
                    <a:pt x="6577" y="6519"/>
                    <a:pt x="6499" y="6541"/>
                    <a:pt x="6459" y="6601"/>
                  </a:cubicBezTo>
                  <a:lnTo>
                    <a:pt x="5545" y="7514"/>
                  </a:lnTo>
                  <a:lnTo>
                    <a:pt x="4726" y="7514"/>
                  </a:lnTo>
                  <a:cubicBezTo>
                    <a:pt x="4537" y="7514"/>
                    <a:pt x="4380" y="7672"/>
                    <a:pt x="4380" y="7861"/>
                  </a:cubicBezTo>
                  <a:lnTo>
                    <a:pt x="4380" y="8460"/>
                  </a:lnTo>
                  <a:lnTo>
                    <a:pt x="3907" y="8428"/>
                  </a:lnTo>
                  <a:cubicBezTo>
                    <a:pt x="3813" y="8428"/>
                    <a:pt x="3687" y="8428"/>
                    <a:pt x="3655" y="8491"/>
                  </a:cubicBezTo>
                  <a:cubicBezTo>
                    <a:pt x="3592" y="8554"/>
                    <a:pt x="3529" y="8649"/>
                    <a:pt x="3529" y="8743"/>
                  </a:cubicBezTo>
                  <a:lnTo>
                    <a:pt x="3466" y="9531"/>
                  </a:lnTo>
                  <a:lnTo>
                    <a:pt x="2678" y="9594"/>
                  </a:lnTo>
                  <a:cubicBezTo>
                    <a:pt x="2584" y="9594"/>
                    <a:pt x="2521" y="9657"/>
                    <a:pt x="2426" y="9720"/>
                  </a:cubicBezTo>
                  <a:cubicBezTo>
                    <a:pt x="2395" y="9814"/>
                    <a:pt x="2363" y="9877"/>
                    <a:pt x="2363" y="9972"/>
                  </a:cubicBezTo>
                  <a:lnTo>
                    <a:pt x="2426" y="10665"/>
                  </a:lnTo>
                  <a:lnTo>
                    <a:pt x="2174" y="10949"/>
                  </a:lnTo>
                  <a:lnTo>
                    <a:pt x="694" y="10949"/>
                  </a:lnTo>
                  <a:lnTo>
                    <a:pt x="694" y="9499"/>
                  </a:lnTo>
                  <a:lnTo>
                    <a:pt x="757" y="9499"/>
                  </a:lnTo>
                  <a:lnTo>
                    <a:pt x="5041" y="5215"/>
                  </a:lnTo>
                  <a:cubicBezTo>
                    <a:pt x="5104" y="5120"/>
                    <a:pt x="5167" y="4963"/>
                    <a:pt x="5104" y="4837"/>
                  </a:cubicBezTo>
                  <a:cubicBezTo>
                    <a:pt x="4695" y="3702"/>
                    <a:pt x="4947" y="2411"/>
                    <a:pt x="5797" y="1529"/>
                  </a:cubicBezTo>
                  <a:cubicBezTo>
                    <a:pt x="6380" y="946"/>
                    <a:pt x="7168" y="654"/>
                    <a:pt x="7955" y="654"/>
                  </a:cubicBezTo>
                  <a:close/>
                  <a:moveTo>
                    <a:pt x="7936" y="1"/>
                  </a:moveTo>
                  <a:cubicBezTo>
                    <a:pt x="6971" y="1"/>
                    <a:pt x="6002" y="363"/>
                    <a:pt x="5262" y="1088"/>
                  </a:cubicBezTo>
                  <a:cubicBezTo>
                    <a:pt x="4285" y="2096"/>
                    <a:pt x="3939" y="3576"/>
                    <a:pt x="4380" y="4931"/>
                  </a:cubicBezTo>
                  <a:lnTo>
                    <a:pt x="126" y="9184"/>
                  </a:lnTo>
                  <a:cubicBezTo>
                    <a:pt x="32" y="9247"/>
                    <a:pt x="0" y="9342"/>
                    <a:pt x="0" y="9405"/>
                  </a:cubicBezTo>
                  <a:lnTo>
                    <a:pt x="0" y="11358"/>
                  </a:lnTo>
                  <a:cubicBezTo>
                    <a:pt x="32" y="11453"/>
                    <a:pt x="189" y="11610"/>
                    <a:pt x="379" y="11610"/>
                  </a:cubicBezTo>
                  <a:lnTo>
                    <a:pt x="2332" y="11610"/>
                  </a:lnTo>
                  <a:cubicBezTo>
                    <a:pt x="2395" y="11610"/>
                    <a:pt x="2521" y="11579"/>
                    <a:pt x="2552" y="11516"/>
                  </a:cubicBezTo>
                  <a:lnTo>
                    <a:pt x="3025" y="11043"/>
                  </a:lnTo>
                  <a:cubicBezTo>
                    <a:pt x="3119" y="10949"/>
                    <a:pt x="3151" y="10823"/>
                    <a:pt x="3119" y="10759"/>
                  </a:cubicBezTo>
                  <a:lnTo>
                    <a:pt x="3025" y="10255"/>
                  </a:lnTo>
                  <a:lnTo>
                    <a:pt x="3750" y="10161"/>
                  </a:lnTo>
                  <a:cubicBezTo>
                    <a:pt x="3907" y="10161"/>
                    <a:pt x="4002" y="10003"/>
                    <a:pt x="4065" y="9846"/>
                  </a:cubicBezTo>
                  <a:lnTo>
                    <a:pt x="4128" y="9153"/>
                  </a:lnTo>
                  <a:lnTo>
                    <a:pt x="4663" y="9216"/>
                  </a:lnTo>
                  <a:cubicBezTo>
                    <a:pt x="4726" y="9216"/>
                    <a:pt x="4852" y="9216"/>
                    <a:pt x="4915" y="9153"/>
                  </a:cubicBezTo>
                  <a:cubicBezTo>
                    <a:pt x="5010" y="9058"/>
                    <a:pt x="5041" y="8995"/>
                    <a:pt x="5041" y="8901"/>
                  </a:cubicBezTo>
                  <a:lnTo>
                    <a:pt x="5041" y="8271"/>
                  </a:lnTo>
                  <a:lnTo>
                    <a:pt x="5671" y="8271"/>
                  </a:lnTo>
                  <a:cubicBezTo>
                    <a:pt x="5734" y="8271"/>
                    <a:pt x="5829" y="8239"/>
                    <a:pt x="5892" y="8145"/>
                  </a:cubicBezTo>
                  <a:lnTo>
                    <a:pt x="6774" y="7325"/>
                  </a:lnTo>
                  <a:cubicBezTo>
                    <a:pt x="7153" y="7452"/>
                    <a:pt x="7548" y="7514"/>
                    <a:pt x="7941" y="7514"/>
                  </a:cubicBezTo>
                  <a:cubicBezTo>
                    <a:pt x="8920" y="7514"/>
                    <a:pt x="9889" y="7131"/>
                    <a:pt x="10586" y="6412"/>
                  </a:cubicBezTo>
                  <a:cubicBezTo>
                    <a:pt x="12035" y="4963"/>
                    <a:pt x="12035" y="2568"/>
                    <a:pt x="10586" y="1088"/>
                  </a:cubicBezTo>
                  <a:cubicBezTo>
                    <a:pt x="9862" y="363"/>
                    <a:pt x="8901" y="1"/>
                    <a:pt x="793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4" name="Google Shape;2714;p46"/>
            <p:cNvSpPr/>
            <p:nvPr/>
          </p:nvSpPr>
          <p:spPr>
            <a:xfrm>
              <a:off x="-32048175" y="2342775"/>
              <a:ext cx="55950" cy="51025"/>
            </a:xfrm>
            <a:custGeom>
              <a:rect b="b" l="l" r="r" t="t"/>
              <a:pathLst>
                <a:path extrusionOk="0" h="2041" w="2238">
                  <a:moveTo>
                    <a:pt x="1119" y="662"/>
                  </a:moveTo>
                  <a:cubicBezTo>
                    <a:pt x="1206" y="662"/>
                    <a:pt x="1292" y="694"/>
                    <a:pt x="1355" y="757"/>
                  </a:cubicBezTo>
                  <a:cubicBezTo>
                    <a:pt x="1481" y="883"/>
                    <a:pt x="1481" y="1135"/>
                    <a:pt x="1355" y="1229"/>
                  </a:cubicBezTo>
                  <a:cubicBezTo>
                    <a:pt x="1292" y="1292"/>
                    <a:pt x="1206" y="1324"/>
                    <a:pt x="1119" y="1324"/>
                  </a:cubicBezTo>
                  <a:cubicBezTo>
                    <a:pt x="1032" y="1324"/>
                    <a:pt x="946" y="1292"/>
                    <a:pt x="883" y="1229"/>
                  </a:cubicBezTo>
                  <a:cubicBezTo>
                    <a:pt x="725" y="1135"/>
                    <a:pt x="725" y="914"/>
                    <a:pt x="883" y="757"/>
                  </a:cubicBezTo>
                  <a:cubicBezTo>
                    <a:pt x="946" y="694"/>
                    <a:pt x="1032" y="662"/>
                    <a:pt x="1119" y="662"/>
                  </a:cubicBezTo>
                  <a:close/>
                  <a:moveTo>
                    <a:pt x="1115" y="1"/>
                  </a:moveTo>
                  <a:cubicBezTo>
                    <a:pt x="851" y="1"/>
                    <a:pt x="584" y="95"/>
                    <a:pt x="379" y="284"/>
                  </a:cubicBezTo>
                  <a:cubicBezTo>
                    <a:pt x="1" y="694"/>
                    <a:pt x="1" y="1355"/>
                    <a:pt x="379" y="1733"/>
                  </a:cubicBezTo>
                  <a:cubicBezTo>
                    <a:pt x="599" y="1938"/>
                    <a:pt x="867" y="2041"/>
                    <a:pt x="1127" y="2041"/>
                  </a:cubicBezTo>
                  <a:cubicBezTo>
                    <a:pt x="1387" y="2041"/>
                    <a:pt x="1639" y="1938"/>
                    <a:pt x="1828" y="1733"/>
                  </a:cubicBezTo>
                  <a:cubicBezTo>
                    <a:pt x="2238" y="1355"/>
                    <a:pt x="2238" y="694"/>
                    <a:pt x="1828" y="284"/>
                  </a:cubicBezTo>
                  <a:cubicBezTo>
                    <a:pt x="1639" y="95"/>
                    <a:pt x="1379" y="1"/>
                    <a:pt x="111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15" name="Google Shape;2715;p46"/>
          <p:cNvSpPr/>
          <p:nvPr/>
        </p:nvSpPr>
        <p:spPr>
          <a:xfrm>
            <a:off x="1589535" y="3741870"/>
            <a:ext cx="289804" cy="286755"/>
          </a:xfrm>
          <a:custGeom>
            <a:rect b="b" l="l" r="r" t="t"/>
            <a:pathLst>
              <a:path extrusionOk="0" h="11626" w="11752">
                <a:moveTo>
                  <a:pt x="5829" y="662"/>
                </a:moveTo>
                <a:cubicBezTo>
                  <a:pt x="6049" y="662"/>
                  <a:pt x="6207" y="819"/>
                  <a:pt x="6207" y="1008"/>
                </a:cubicBezTo>
                <a:cubicBezTo>
                  <a:pt x="6207" y="1197"/>
                  <a:pt x="6049" y="1355"/>
                  <a:pt x="5829" y="1355"/>
                </a:cubicBezTo>
                <a:cubicBezTo>
                  <a:pt x="5640" y="1355"/>
                  <a:pt x="5482" y="1197"/>
                  <a:pt x="5482" y="1008"/>
                </a:cubicBezTo>
                <a:cubicBezTo>
                  <a:pt x="5482" y="819"/>
                  <a:pt x="5640" y="662"/>
                  <a:pt x="5829" y="662"/>
                </a:cubicBezTo>
                <a:close/>
                <a:moveTo>
                  <a:pt x="5829" y="2048"/>
                </a:moveTo>
                <a:cubicBezTo>
                  <a:pt x="6743" y="2048"/>
                  <a:pt x="7625" y="2363"/>
                  <a:pt x="8255" y="2898"/>
                </a:cubicBezTo>
                <a:lnTo>
                  <a:pt x="7247" y="3875"/>
                </a:lnTo>
                <a:cubicBezTo>
                  <a:pt x="6869" y="3560"/>
                  <a:pt x="6364" y="3403"/>
                  <a:pt x="5797" y="3403"/>
                </a:cubicBezTo>
                <a:cubicBezTo>
                  <a:pt x="5325" y="3403"/>
                  <a:pt x="4821" y="3560"/>
                  <a:pt x="4380" y="3875"/>
                </a:cubicBezTo>
                <a:lnTo>
                  <a:pt x="3435" y="2930"/>
                </a:lnTo>
                <a:cubicBezTo>
                  <a:pt x="4065" y="2363"/>
                  <a:pt x="4884" y="2048"/>
                  <a:pt x="5829" y="2048"/>
                </a:cubicBezTo>
                <a:close/>
                <a:moveTo>
                  <a:pt x="4852" y="1355"/>
                </a:moveTo>
                <a:cubicBezTo>
                  <a:pt x="4852" y="1418"/>
                  <a:pt x="4884" y="1449"/>
                  <a:pt x="4884" y="1449"/>
                </a:cubicBezTo>
                <a:cubicBezTo>
                  <a:pt x="3214" y="1796"/>
                  <a:pt x="1828" y="3151"/>
                  <a:pt x="1481" y="4883"/>
                </a:cubicBezTo>
                <a:cubicBezTo>
                  <a:pt x="1450" y="4883"/>
                  <a:pt x="1387" y="4820"/>
                  <a:pt x="1387" y="4820"/>
                </a:cubicBezTo>
                <a:lnTo>
                  <a:pt x="1387" y="3718"/>
                </a:lnTo>
                <a:cubicBezTo>
                  <a:pt x="1387" y="2426"/>
                  <a:pt x="2458" y="1355"/>
                  <a:pt x="3750" y="1355"/>
                </a:cubicBezTo>
                <a:close/>
                <a:moveTo>
                  <a:pt x="7908" y="1355"/>
                </a:moveTo>
                <a:cubicBezTo>
                  <a:pt x="9200" y="1355"/>
                  <a:pt x="10240" y="2426"/>
                  <a:pt x="10240" y="3718"/>
                </a:cubicBezTo>
                <a:lnTo>
                  <a:pt x="10240" y="4820"/>
                </a:lnTo>
                <a:cubicBezTo>
                  <a:pt x="10208" y="4820"/>
                  <a:pt x="10177" y="4883"/>
                  <a:pt x="10177" y="4883"/>
                </a:cubicBezTo>
                <a:cubicBezTo>
                  <a:pt x="9830" y="3182"/>
                  <a:pt x="8475" y="1796"/>
                  <a:pt x="6743" y="1449"/>
                </a:cubicBezTo>
                <a:cubicBezTo>
                  <a:pt x="6743" y="1418"/>
                  <a:pt x="6774" y="1355"/>
                  <a:pt x="6774" y="1355"/>
                </a:cubicBezTo>
                <a:close/>
                <a:moveTo>
                  <a:pt x="10618" y="5419"/>
                </a:moveTo>
                <a:cubicBezTo>
                  <a:pt x="10807" y="5419"/>
                  <a:pt x="10964" y="5576"/>
                  <a:pt x="10964" y="5765"/>
                </a:cubicBezTo>
                <a:cubicBezTo>
                  <a:pt x="10964" y="5986"/>
                  <a:pt x="10807" y="6143"/>
                  <a:pt x="10618" y="6143"/>
                </a:cubicBezTo>
                <a:cubicBezTo>
                  <a:pt x="10397" y="6143"/>
                  <a:pt x="10240" y="5986"/>
                  <a:pt x="10240" y="5765"/>
                </a:cubicBezTo>
                <a:cubicBezTo>
                  <a:pt x="10240" y="5576"/>
                  <a:pt x="10397" y="5419"/>
                  <a:pt x="10618" y="5419"/>
                </a:cubicBezTo>
                <a:close/>
                <a:moveTo>
                  <a:pt x="1040" y="5450"/>
                </a:moveTo>
                <a:cubicBezTo>
                  <a:pt x="1229" y="5450"/>
                  <a:pt x="1387" y="5608"/>
                  <a:pt x="1387" y="5828"/>
                </a:cubicBezTo>
                <a:cubicBezTo>
                  <a:pt x="1387" y="6017"/>
                  <a:pt x="1229" y="6175"/>
                  <a:pt x="1040" y="6175"/>
                </a:cubicBezTo>
                <a:cubicBezTo>
                  <a:pt x="851" y="6175"/>
                  <a:pt x="694" y="6017"/>
                  <a:pt x="694" y="5828"/>
                </a:cubicBezTo>
                <a:cubicBezTo>
                  <a:pt x="694" y="5608"/>
                  <a:pt x="851" y="5450"/>
                  <a:pt x="1040" y="5450"/>
                </a:cubicBezTo>
                <a:close/>
                <a:moveTo>
                  <a:pt x="5829" y="4096"/>
                </a:moveTo>
                <a:cubicBezTo>
                  <a:pt x="6774" y="4096"/>
                  <a:pt x="7530" y="4820"/>
                  <a:pt x="7530" y="5765"/>
                </a:cubicBezTo>
                <a:cubicBezTo>
                  <a:pt x="7530" y="6711"/>
                  <a:pt x="6837" y="7498"/>
                  <a:pt x="5829" y="7498"/>
                </a:cubicBezTo>
                <a:cubicBezTo>
                  <a:pt x="4884" y="7498"/>
                  <a:pt x="4096" y="6711"/>
                  <a:pt x="4159" y="5734"/>
                </a:cubicBezTo>
                <a:cubicBezTo>
                  <a:pt x="4191" y="4789"/>
                  <a:pt x="4884" y="4096"/>
                  <a:pt x="5829" y="4096"/>
                </a:cubicBezTo>
                <a:close/>
                <a:moveTo>
                  <a:pt x="2930" y="3371"/>
                </a:moveTo>
                <a:lnTo>
                  <a:pt x="3876" y="4316"/>
                </a:lnTo>
                <a:cubicBezTo>
                  <a:pt x="3561" y="4757"/>
                  <a:pt x="3403" y="5261"/>
                  <a:pt x="3403" y="5765"/>
                </a:cubicBezTo>
                <a:cubicBezTo>
                  <a:pt x="3403" y="6301"/>
                  <a:pt x="3561" y="6805"/>
                  <a:pt x="3876" y="7183"/>
                </a:cubicBezTo>
                <a:lnTo>
                  <a:pt x="2899" y="8191"/>
                </a:lnTo>
                <a:cubicBezTo>
                  <a:pt x="2363" y="7561"/>
                  <a:pt x="2048" y="6711"/>
                  <a:pt x="2048" y="5765"/>
                </a:cubicBezTo>
                <a:cubicBezTo>
                  <a:pt x="2048" y="4883"/>
                  <a:pt x="2363" y="4001"/>
                  <a:pt x="2930" y="3371"/>
                </a:cubicBezTo>
                <a:close/>
                <a:moveTo>
                  <a:pt x="8759" y="3340"/>
                </a:moveTo>
                <a:cubicBezTo>
                  <a:pt x="9294" y="4001"/>
                  <a:pt x="9609" y="4820"/>
                  <a:pt x="9609" y="5734"/>
                </a:cubicBezTo>
                <a:cubicBezTo>
                  <a:pt x="9578" y="6711"/>
                  <a:pt x="9263" y="7561"/>
                  <a:pt x="8727" y="8191"/>
                </a:cubicBezTo>
                <a:lnTo>
                  <a:pt x="7782" y="7246"/>
                </a:lnTo>
                <a:cubicBezTo>
                  <a:pt x="8097" y="6805"/>
                  <a:pt x="8255" y="6301"/>
                  <a:pt x="8255" y="5765"/>
                </a:cubicBezTo>
                <a:cubicBezTo>
                  <a:pt x="8255" y="5576"/>
                  <a:pt x="8192" y="5387"/>
                  <a:pt x="8160" y="5198"/>
                </a:cubicBezTo>
                <a:cubicBezTo>
                  <a:pt x="8097" y="4883"/>
                  <a:pt x="7971" y="4600"/>
                  <a:pt x="7782" y="4316"/>
                </a:cubicBezTo>
                <a:lnTo>
                  <a:pt x="8759" y="3340"/>
                </a:lnTo>
                <a:close/>
                <a:moveTo>
                  <a:pt x="7310" y="7719"/>
                </a:moveTo>
                <a:lnTo>
                  <a:pt x="8255" y="8664"/>
                </a:lnTo>
                <a:cubicBezTo>
                  <a:pt x="7562" y="9231"/>
                  <a:pt x="6743" y="9546"/>
                  <a:pt x="5829" y="9546"/>
                </a:cubicBezTo>
                <a:cubicBezTo>
                  <a:pt x="4947" y="9546"/>
                  <a:pt x="4065" y="9231"/>
                  <a:pt x="3435" y="8695"/>
                </a:cubicBezTo>
                <a:lnTo>
                  <a:pt x="4411" y="7719"/>
                </a:lnTo>
                <a:cubicBezTo>
                  <a:pt x="4821" y="8034"/>
                  <a:pt x="5325" y="8191"/>
                  <a:pt x="5829" y="8191"/>
                </a:cubicBezTo>
                <a:cubicBezTo>
                  <a:pt x="6364" y="8191"/>
                  <a:pt x="6869" y="8034"/>
                  <a:pt x="7310" y="7719"/>
                </a:cubicBezTo>
                <a:close/>
                <a:moveTo>
                  <a:pt x="1481" y="6711"/>
                </a:moveTo>
                <a:cubicBezTo>
                  <a:pt x="1828" y="8443"/>
                  <a:pt x="3214" y="9798"/>
                  <a:pt x="4884" y="10145"/>
                </a:cubicBezTo>
                <a:cubicBezTo>
                  <a:pt x="4884" y="10176"/>
                  <a:pt x="4852" y="10239"/>
                  <a:pt x="4852" y="10271"/>
                </a:cubicBezTo>
                <a:lnTo>
                  <a:pt x="3781" y="10271"/>
                </a:lnTo>
                <a:cubicBezTo>
                  <a:pt x="2458" y="10271"/>
                  <a:pt x="1387" y="9168"/>
                  <a:pt x="1387" y="7813"/>
                </a:cubicBezTo>
                <a:lnTo>
                  <a:pt x="1387" y="6774"/>
                </a:lnTo>
                <a:cubicBezTo>
                  <a:pt x="1418" y="6774"/>
                  <a:pt x="1481" y="6711"/>
                  <a:pt x="1481" y="6711"/>
                </a:cubicBezTo>
                <a:close/>
                <a:moveTo>
                  <a:pt x="10177" y="6711"/>
                </a:moveTo>
                <a:cubicBezTo>
                  <a:pt x="10208" y="6711"/>
                  <a:pt x="10240" y="6774"/>
                  <a:pt x="10240" y="6774"/>
                </a:cubicBezTo>
                <a:lnTo>
                  <a:pt x="10240" y="7876"/>
                </a:lnTo>
                <a:cubicBezTo>
                  <a:pt x="10240" y="9168"/>
                  <a:pt x="9200" y="10271"/>
                  <a:pt x="7877" y="10271"/>
                </a:cubicBezTo>
                <a:lnTo>
                  <a:pt x="6774" y="10271"/>
                </a:lnTo>
                <a:cubicBezTo>
                  <a:pt x="6774" y="10239"/>
                  <a:pt x="6743" y="10176"/>
                  <a:pt x="6743" y="10145"/>
                </a:cubicBezTo>
                <a:cubicBezTo>
                  <a:pt x="8475" y="9798"/>
                  <a:pt x="9830" y="8412"/>
                  <a:pt x="10177" y="6711"/>
                </a:cubicBezTo>
                <a:close/>
                <a:moveTo>
                  <a:pt x="5829" y="10239"/>
                </a:moveTo>
                <a:cubicBezTo>
                  <a:pt x="6049" y="10239"/>
                  <a:pt x="6207" y="10397"/>
                  <a:pt x="6207" y="10586"/>
                </a:cubicBezTo>
                <a:cubicBezTo>
                  <a:pt x="6144" y="10775"/>
                  <a:pt x="5986" y="10932"/>
                  <a:pt x="5829" y="10932"/>
                </a:cubicBezTo>
                <a:cubicBezTo>
                  <a:pt x="5640" y="10932"/>
                  <a:pt x="5482" y="10775"/>
                  <a:pt x="5482" y="10586"/>
                </a:cubicBezTo>
                <a:cubicBezTo>
                  <a:pt x="5482" y="10397"/>
                  <a:pt x="5640" y="10239"/>
                  <a:pt x="5829" y="10239"/>
                </a:cubicBezTo>
                <a:close/>
                <a:moveTo>
                  <a:pt x="5829" y="0"/>
                </a:moveTo>
                <a:cubicBezTo>
                  <a:pt x="5388" y="0"/>
                  <a:pt x="5010" y="315"/>
                  <a:pt x="4852" y="693"/>
                </a:cubicBezTo>
                <a:lnTo>
                  <a:pt x="3813" y="693"/>
                </a:lnTo>
                <a:cubicBezTo>
                  <a:pt x="2111" y="693"/>
                  <a:pt x="725" y="2079"/>
                  <a:pt x="725" y="3781"/>
                </a:cubicBezTo>
                <a:lnTo>
                  <a:pt x="725" y="4820"/>
                </a:lnTo>
                <a:cubicBezTo>
                  <a:pt x="316" y="4946"/>
                  <a:pt x="0" y="5356"/>
                  <a:pt x="0" y="5828"/>
                </a:cubicBezTo>
                <a:cubicBezTo>
                  <a:pt x="0" y="6301"/>
                  <a:pt x="316" y="6648"/>
                  <a:pt x="725" y="6805"/>
                </a:cubicBezTo>
                <a:lnTo>
                  <a:pt x="725" y="7876"/>
                </a:lnTo>
                <a:cubicBezTo>
                  <a:pt x="725" y="9546"/>
                  <a:pt x="2111" y="10964"/>
                  <a:pt x="3813" y="10964"/>
                </a:cubicBezTo>
                <a:lnTo>
                  <a:pt x="4915" y="10964"/>
                </a:lnTo>
                <a:cubicBezTo>
                  <a:pt x="5073" y="11373"/>
                  <a:pt x="5419" y="11625"/>
                  <a:pt x="5892" y="11625"/>
                </a:cubicBezTo>
                <a:cubicBezTo>
                  <a:pt x="6333" y="11625"/>
                  <a:pt x="6711" y="11310"/>
                  <a:pt x="6869" y="10932"/>
                </a:cubicBezTo>
                <a:lnTo>
                  <a:pt x="7971" y="10932"/>
                </a:lnTo>
                <a:cubicBezTo>
                  <a:pt x="9672" y="10932"/>
                  <a:pt x="11059" y="9546"/>
                  <a:pt x="11059" y="7845"/>
                </a:cubicBezTo>
                <a:lnTo>
                  <a:pt x="11059" y="6774"/>
                </a:lnTo>
                <a:cubicBezTo>
                  <a:pt x="11216" y="6711"/>
                  <a:pt x="11311" y="6648"/>
                  <a:pt x="11437" y="6522"/>
                </a:cubicBezTo>
                <a:cubicBezTo>
                  <a:pt x="11626" y="6333"/>
                  <a:pt x="11752" y="6049"/>
                  <a:pt x="11752" y="5765"/>
                </a:cubicBezTo>
                <a:cubicBezTo>
                  <a:pt x="11752" y="5513"/>
                  <a:pt x="11626" y="5230"/>
                  <a:pt x="11437" y="5041"/>
                </a:cubicBezTo>
                <a:cubicBezTo>
                  <a:pt x="11248" y="4946"/>
                  <a:pt x="11090" y="4883"/>
                  <a:pt x="10964" y="4820"/>
                </a:cubicBezTo>
                <a:lnTo>
                  <a:pt x="10964" y="3781"/>
                </a:lnTo>
                <a:cubicBezTo>
                  <a:pt x="10964" y="2079"/>
                  <a:pt x="9578" y="693"/>
                  <a:pt x="7877" y="693"/>
                </a:cubicBezTo>
                <a:lnTo>
                  <a:pt x="6837" y="693"/>
                </a:lnTo>
                <a:cubicBezTo>
                  <a:pt x="6711" y="315"/>
                  <a:pt x="6301" y="0"/>
                  <a:pt x="582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16" name="Google Shape;2716;p46"/>
          <p:cNvGrpSpPr/>
          <p:nvPr/>
        </p:nvGrpSpPr>
        <p:grpSpPr>
          <a:xfrm>
            <a:off x="1148325" y="1553810"/>
            <a:ext cx="294534" cy="295369"/>
            <a:chOff x="-35495600" y="1912725"/>
            <a:chExt cx="292225" cy="293025"/>
          </a:xfrm>
        </p:grpSpPr>
        <p:sp>
          <p:nvSpPr>
            <p:cNvPr id="2717" name="Google Shape;2717;p46"/>
            <p:cNvSpPr/>
            <p:nvPr/>
          </p:nvSpPr>
          <p:spPr>
            <a:xfrm>
              <a:off x="-35495600" y="1912725"/>
              <a:ext cx="102400" cy="293025"/>
            </a:xfrm>
            <a:custGeom>
              <a:rect b="b" l="l" r="r" t="t"/>
              <a:pathLst>
                <a:path extrusionOk="0" h="11721" w="4096">
                  <a:moveTo>
                    <a:pt x="3088" y="726"/>
                  </a:moveTo>
                  <a:cubicBezTo>
                    <a:pt x="3277" y="726"/>
                    <a:pt x="3435" y="883"/>
                    <a:pt x="3435" y="1041"/>
                  </a:cubicBezTo>
                  <a:lnTo>
                    <a:pt x="3435" y="3120"/>
                  </a:lnTo>
                  <a:cubicBezTo>
                    <a:pt x="3435" y="3309"/>
                    <a:pt x="3277" y="3467"/>
                    <a:pt x="3088" y="3467"/>
                  </a:cubicBezTo>
                  <a:lnTo>
                    <a:pt x="2710" y="3467"/>
                  </a:lnTo>
                  <a:lnTo>
                    <a:pt x="2710" y="726"/>
                  </a:lnTo>
                  <a:close/>
                  <a:moveTo>
                    <a:pt x="2080" y="757"/>
                  </a:moveTo>
                  <a:lnTo>
                    <a:pt x="2080" y="3561"/>
                  </a:lnTo>
                  <a:cubicBezTo>
                    <a:pt x="1702" y="3719"/>
                    <a:pt x="1418" y="4065"/>
                    <a:pt x="1418" y="4538"/>
                  </a:cubicBezTo>
                  <a:lnTo>
                    <a:pt x="1418" y="7310"/>
                  </a:lnTo>
                  <a:cubicBezTo>
                    <a:pt x="1418" y="7720"/>
                    <a:pt x="1702" y="8129"/>
                    <a:pt x="2080" y="8287"/>
                  </a:cubicBezTo>
                  <a:lnTo>
                    <a:pt x="2080" y="11028"/>
                  </a:lnTo>
                  <a:cubicBezTo>
                    <a:pt x="1292" y="10870"/>
                    <a:pt x="725" y="10177"/>
                    <a:pt x="725" y="9326"/>
                  </a:cubicBezTo>
                  <a:lnTo>
                    <a:pt x="725" y="2458"/>
                  </a:lnTo>
                  <a:cubicBezTo>
                    <a:pt x="725" y="1639"/>
                    <a:pt x="1292" y="915"/>
                    <a:pt x="2080" y="757"/>
                  </a:cubicBezTo>
                  <a:close/>
                  <a:moveTo>
                    <a:pt x="3136" y="8314"/>
                  </a:moveTo>
                  <a:cubicBezTo>
                    <a:pt x="3303" y="8314"/>
                    <a:pt x="3435" y="8461"/>
                    <a:pt x="3435" y="8633"/>
                  </a:cubicBezTo>
                  <a:lnTo>
                    <a:pt x="3435" y="10681"/>
                  </a:lnTo>
                  <a:cubicBezTo>
                    <a:pt x="3435" y="10870"/>
                    <a:pt x="3277" y="11028"/>
                    <a:pt x="3088" y="11028"/>
                  </a:cubicBezTo>
                  <a:lnTo>
                    <a:pt x="2710" y="11028"/>
                  </a:lnTo>
                  <a:lnTo>
                    <a:pt x="2710" y="8318"/>
                  </a:lnTo>
                  <a:lnTo>
                    <a:pt x="3088" y="8318"/>
                  </a:lnTo>
                  <a:cubicBezTo>
                    <a:pt x="3104" y="8316"/>
                    <a:pt x="3120" y="8314"/>
                    <a:pt x="3136" y="8314"/>
                  </a:cubicBezTo>
                  <a:close/>
                  <a:moveTo>
                    <a:pt x="2395" y="1"/>
                  </a:moveTo>
                  <a:cubicBezTo>
                    <a:pt x="1072" y="1"/>
                    <a:pt x="0" y="1104"/>
                    <a:pt x="0" y="2427"/>
                  </a:cubicBezTo>
                  <a:lnTo>
                    <a:pt x="0" y="9263"/>
                  </a:lnTo>
                  <a:cubicBezTo>
                    <a:pt x="0" y="10618"/>
                    <a:pt x="1072" y="11721"/>
                    <a:pt x="2395" y="11721"/>
                  </a:cubicBezTo>
                  <a:lnTo>
                    <a:pt x="3088" y="11721"/>
                  </a:lnTo>
                  <a:cubicBezTo>
                    <a:pt x="3624" y="11721"/>
                    <a:pt x="4096" y="11248"/>
                    <a:pt x="4096" y="10681"/>
                  </a:cubicBezTo>
                  <a:lnTo>
                    <a:pt x="4096" y="8633"/>
                  </a:lnTo>
                  <a:cubicBezTo>
                    <a:pt x="4096" y="8098"/>
                    <a:pt x="3624" y="7625"/>
                    <a:pt x="3088" y="7625"/>
                  </a:cubicBezTo>
                  <a:lnTo>
                    <a:pt x="2395" y="7625"/>
                  </a:lnTo>
                  <a:cubicBezTo>
                    <a:pt x="2206" y="7625"/>
                    <a:pt x="2048" y="7468"/>
                    <a:pt x="2048" y="7247"/>
                  </a:cubicBezTo>
                  <a:lnTo>
                    <a:pt x="2048" y="4506"/>
                  </a:lnTo>
                  <a:cubicBezTo>
                    <a:pt x="2048" y="4317"/>
                    <a:pt x="2206" y="4160"/>
                    <a:pt x="2395" y="4160"/>
                  </a:cubicBezTo>
                  <a:lnTo>
                    <a:pt x="3088" y="4160"/>
                  </a:lnTo>
                  <a:cubicBezTo>
                    <a:pt x="3624" y="4160"/>
                    <a:pt x="4096" y="3687"/>
                    <a:pt x="4096" y="3120"/>
                  </a:cubicBezTo>
                  <a:lnTo>
                    <a:pt x="4096" y="1041"/>
                  </a:lnTo>
                  <a:cubicBezTo>
                    <a:pt x="4096" y="474"/>
                    <a:pt x="3624" y="1"/>
                    <a:pt x="308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8" name="Google Shape;2718;p46"/>
            <p:cNvSpPr/>
            <p:nvPr/>
          </p:nvSpPr>
          <p:spPr>
            <a:xfrm>
              <a:off x="-35305775" y="1912725"/>
              <a:ext cx="102400" cy="292250"/>
            </a:xfrm>
            <a:custGeom>
              <a:rect b="b" l="l" r="r" t="t"/>
              <a:pathLst>
                <a:path extrusionOk="0" h="11690" w="4096">
                  <a:moveTo>
                    <a:pt x="1386" y="694"/>
                  </a:moveTo>
                  <a:lnTo>
                    <a:pt x="1386" y="3435"/>
                  </a:lnTo>
                  <a:lnTo>
                    <a:pt x="1040" y="3435"/>
                  </a:lnTo>
                  <a:cubicBezTo>
                    <a:pt x="1023" y="3438"/>
                    <a:pt x="1007" y="3439"/>
                    <a:pt x="992" y="3439"/>
                  </a:cubicBezTo>
                  <a:cubicBezTo>
                    <a:pt x="825" y="3439"/>
                    <a:pt x="693" y="3293"/>
                    <a:pt x="693" y="3120"/>
                  </a:cubicBezTo>
                  <a:lnTo>
                    <a:pt x="693" y="1041"/>
                  </a:lnTo>
                  <a:cubicBezTo>
                    <a:pt x="693" y="852"/>
                    <a:pt x="851" y="694"/>
                    <a:pt x="1040" y="694"/>
                  </a:cubicBezTo>
                  <a:close/>
                  <a:moveTo>
                    <a:pt x="1386" y="8287"/>
                  </a:moveTo>
                  <a:lnTo>
                    <a:pt x="1386" y="10996"/>
                  </a:lnTo>
                  <a:lnTo>
                    <a:pt x="1040" y="10996"/>
                  </a:lnTo>
                  <a:cubicBezTo>
                    <a:pt x="851" y="10996"/>
                    <a:pt x="693" y="10839"/>
                    <a:pt x="693" y="10681"/>
                  </a:cubicBezTo>
                  <a:lnTo>
                    <a:pt x="693" y="8633"/>
                  </a:lnTo>
                  <a:cubicBezTo>
                    <a:pt x="693" y="8444"/>
                    <a:pt x="851" y="8287"/>
                    <a:pt x="1040" y="8287"/>
                  </a:cubicBezTo>
                  <a:close/>
                  <a:moveTo>
                    <a:pt x="2016" y="757"/>
                  </a:moveTo>
                  <a:cubicBezTo>
                    <a:pt x="2804" y="915"/>
                    <a:pt x="3403" y="1639"/>
                    <a:pt x="3403" y="2458"/>
                  </a:cubicBezTo>
                  <a:lnTo>
                    <a:pt x="3403" y="9295"/>
                  </a:lnTo>
                  <a:cubicBezTo>
                    <a:pt x="3403" y="10114"/>
                    <a:pt x="2804" y="10839"/>
                    <a:pt x="2016" y="10996"/>
                  </a:cubicBezTo>
                  <a:lnTo>
                    <a:pt x="2016" y="8255"/>
                  </a:lnTo>
                  <a:cubicBezTo>
                    <a:pt x="2426" y="8098"/>
                    <a:pt x="2678" y="7720"/>
                    <a:pt x="2678" y="7247"/>
                  </a:cubicBezTo>
                  <a:lnTo>
                    <a:pt x="2678" y="4506"/>
                  </a:lnTo>
                  <a:cubicBezTo>
                    <a:pt x="2678" y="4065"/>
                    <a:pt x="2426" y="3687"/>
                    <a:pt x="2016" y="3530"/>
                  </a:cubicBezTo>
                  <a:lnTo>
                    <a:pt x="2016" y="757"/>
                  </a:lnTo>
                  <a:close/>
                  <a:moveTo>
                    <a:pt x="1040" y="1"/>
                  </a:moveTo>
                  <a:cubicBezTo>
                    <a:pt x="473" y="1"/>
                    <a:pt x="0" y="474"/>
                    <a:pt x="0" y="1041"/>
                  </a:cubicBezTo>
                  <a:lnTo>
                    <a:pt x="0" y="3120"/>
                  </a:lnTo>
                  <a:cubicBezTo>
                    <a:pt x="0" y="3687"/>
                    <a:pt x="473" y="4128"/>
                    <a:pt x="1040" y="4128"/>
                  </a:cubicBezTo>
                  <a:lnTo>
                    <a:pt x="1701" y="4128"/>
                  </a:lnTo>
                  <a:cubicBezTo>
                    <a:pt x="1890" y="4128"/>
                    <a:pt x="2048" y="4286"/>
                    <a:pt x="2048" y="4506"/>
                  </a:cubicBezTo>
                  <a:lnTo>
                    <a:pt x="2048" y="7247"/>
                  </a:lnTo>
                  <a:cubicBezTo>
                    <a:pt x="2048" y="7436"/>
                    <a:pt x="1890" y="7625"/>
                    <a:pt x="1701" y="7625"/>
                  </a:cubicBezTo>
                  <a:lnTo>
                    <a:pt x="1040" y="7625"/>
                  </a:lnTo>
                  <a:cubicBezTo>
                    <a:pt x="473" y="7625"/>
                    <a:pt x="0" y="8098"/>
                    <a:pt x="0" y="8633"/>
                  </a:cubicBezTo>
                  <a:lnTo>
                    <a:pt x="0" y="10681"/>
                  </a:lnTo>
                  <a:cubicBezTo>
                    <a:pt x="0" y="11248"/>
                    <a:pt x="473" y="11689"/>
                    <a:pt x="1040" y="11689"/>
                  </a:cubicBezTo>
                  <a:lnTo>
                    <a:pt x="1701" y="11689"/>
                  </a:lnTo>
                  <a:cubicBezTo>
                    <a:pt x="3056" y="11689"/>
                    <a:pt x="4096" y="10650"/>
                    <a:pt x="4096" y="9295"/>
                  </a:cubicBezTo>
                  <a:lnTo>
                    <a:pt x="4096" y="2458"/>
                  </a:lnTo>
                  <a:cubicBezTo>
                    <a:pt x="4096" y="1104"/>
                    <a:pt x="2993" y="1"/>
                    <a:pt x="170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9" name="Google Shape;2719;p46"/>
            <p:cNvSpPr/>
            <p:nvPr/>
          </p:nvSpPr>
          <p:spPr>
            <a:xfrm>
              <a:off x="-35427875" y="2017025"/>
              <a:ext cx="155200" cy="85800"/>
            </a:xfrm>
            <a:custGeom>
              <a:rect b="b" l="l" r="r" t="t"/>
              <a:pathLst>
                <a:path extrusionOk="0" h="3432" w="6208">
                  <a:moveTo>
                    <a:pt x="4853" y="1122"/>
                  </a:moveTo>
                  <a:lnTo>
                    <a:pt x="5420" y="1657"/>
                  </a:lnTo>
                  <a:lnTo>
                    <a:pt x="4853" y="2256"/>
                  </a:lnTo>
                  <a:cubicBezTo>
                    <a:pt x="4821" y="2130"/>
                    <a:pt x="4695" y="2035"/>
                    <a:pt x="4538" y="2035"/>
                  </a:cubicBezTo>
                  <a:lnTo>
                    <a:pt x="1734" y="2035"/>
                  </a:lnTo>
                  <a:cubicBezTo>
                    <a:pt x="1576" y="2035"/>
                    <a:pt x="1482" y="2098"/>
                    <a:pt x="1419" y="2256"/>
                  </a:cubicBezTo>
                  <a:lnTo>
                    <a:pt x="883" y="1657"/>
                  </a:lnTo>
                  <a:lnTo>
                    <a:pt x="1419" y="1122"/>
                  </a:lnTo>
                  <a:cubicBezTo>
                    <a:pt x="1482" y="1248"/>
                    <a:pt x="1576" y="1342"/>
                    <a:pt x="1734" y="1342"/>
                  </a:cubicBezTo>
                  <a:lnTo>
                    <a:pt x="4538" y="1342"/>
                  </a:lnTo>
                  <a:cubicBezTo>
                    <a:pt x="4695" y="1342"/>
                    <a:pt x="4821" y="1279"/>
                    <a:pt x="4853" y="1122"/>
                  </a:cubicBezTo>
                  <a:close/>
                  <a:moveTo>
                    <a:pt x="1715" y="0"/>
                  </a:moveTo>
                  <a:cubicBezTo>
                    <a:pt x="1631" y="0"/>
                    <a:pt x="1553" y="22"/>
                    <a:pt x="1513" y="82"/>
                  </a:cubicBezTo>
                  <a:lnTo>
                    <a:pt x="127" y="1468"/>
                  </a:lnTo>
                  <a:cubicBezTo>
                    <a:pt x="1" y="1594"/>
                    <a:pt x="1" y="1783"/>
                    <a:pt x="127" y="1941"/>
                  </a:cubicBezTo>
                  <a:lnTo>
                    <a:pt x="1513" y="3327"/>
                  </a:lnTo>
                  <a:cubicBezTo>
                    <a:pt x="1550" y="3401"/>
                    <a:pt x="1619" y="3432"/>
                    <a:pt x="1696" y="3432"/>
                  </a:cubicBezTo>
                  <a:cubicBezTo>
                    <a:pt x="1750" y="3432"/>
                    <a:pt x="1807" y="3416"/>
                    <a:pt x="1860" y="3390"/>
                  </a:cubicBezTo>
                  <a:cubicBezTo>
                    <a:pt x="1986" y="3359"/>
                    <a:pt x="2049" y="3201"/>
                    <a:pt x="2049" y="3075"/>
                  </a:cubicBezTo>
                  <a:lnTo>
                    <a:pt x="2049" y="2729"/>
                  </a:lnTo>
                  <a:lnTo>
                    <a:pt x="4160" y="2729"/>
                  </a:lnTo>
                  <a:lnTo>
                    <a:pt x="4160" y="3075"/>
                  </a:lnTo>
                  <a:cubicBezTo>
                    <a:pt x="4160" y="3233"/>
                    <a:pt x="4223" y="3359"/>
                    <a:pt x="4349" y="3390"/>
                  </a:cubicBezTo>
                  <a:cubicBezTo>
                    <a:pt x="4401" y="3416"/>
                    <a:pt x="4458" y="3432"/>
                    <a:pt x="4512" y="3432"/>
                  </a:cubicBezTo>
                  <a:cubicBezTo>
                    <a:pt x="4589" y="3432"/>
                    <a:pt x="4658" y="3401"/>
                    <a:pt x="4695" y="3327"/>
                  </a:cubicBezTo>
                  <a:lnTo>
                    <a:pt x="6081" y="1941"/>
                  </a:lnTo>
                  <a:cubicBezTo>
                    <a:pt x="6207" y="1815"/>
                    <a:pt x="6207" y="1594"/>
                    <a:pt x="6081" y="1468"/>
                  </a:cubicBezTo>
                  <a:lnTo>
                    <a:pt x="4695" y="82"/>
                  </a:lnTo>
                  <a:cubicBezTo>
                    <a:pt x="4649" y="36"/>
                    <a:pt x="4552" y="7"/>
                    <a:pt x="4454" y="7"/>
                  </a:cubicBezTo>
                  <a:cubicBezTo>
                    <a:pt x="4418" y="7"/>
                    <a:pt x="4382" y="11"/>
                    <a:pt x="4349" y="19"/>
                  </a:cubicBezTo>
                  <a:cubicBezTo>
                    <a:pt x="4223" y="51"/>
                    <a:pt x="4160" y="208"/>
                    <a:pt x="4160" y="334"/>
                  </a:cubicBezTo>
                  <a:lnTo>
                    <a:pt x="4160" y="681"/>
                  </a:lnTo>
                  <a:lnTo>
                    <a:pt x="2049" y="681"/>
                  </a:lnTo>
                  <a:lnTo>
                    <a:pt x="2049" y="334"/>
                  </a:lnTo>
                  <a:cubicBezTo>
                    <a:pt x="2049" y="177"/>
                    <a:pt x="1986" y="51"/>
                    <a:pt x="1860" y="19"/>
                  </a:cubicBezTo>
                  <a:cubicBezTo>
                    <a:pt x="1814" y="8"/>
                    <a:pt x="1763" y="0"/>
                    <a:pt x="171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20" name="Google Shape;2720;p46"/>
          <p:cNvSpPr/>
          <p:nvPr/>
        </p:nvSpPr>
        <p:spPr>
          <a:xfrm>
            <a:off x="1147531" y="1989596"/>
            <a:ext cx="296121" cy="294563"/>
          </a:xfrm>
          <a:custGeom>
            <a:rect b="b" l="l" r="r" t="t"/>
            <a:pathLst>
              <a:path extrusionOk="0" h="11689" w="11752">
                <a:moveTo>
                  <a:pt x="5860" y="662"/>
                </a:moveTo>
                <a:cubicBezTo>
                  <a:pt x="6427" y="662"/>
                  <a:pt x="6900" y="1135"/>
                  <a:pt x="6900" y="1670"/>
                </a:cubicBezTo>
                <a:cubicBezTo>
                  <a:pt x="6900" y="2238"/>
                  <a:pt x="6427" y="2710"/>
                  <a:pt x="5860" y="2710"/>
                </a:cubicBezTo>
                <a:cubicBezTo>
                  <a:pt x="5293" y="2710"/>
                  <a:pt x="4821" y="2238"/>
                  <a:pt x="4821" y="1670"/>
                </a:cubicBezTo>
                <a:cubicBezTo>
                  <a:pt x="4821" y="1135"/>
                  <a:pt x="5293" y="662"/>
                  <a:pt x="5860" y="662"/>
                </a:cubicBezTo>
                <a:close/>
                <a:moveTo>
                  <a:pt x="5860" y="3372"/>
                </a:moveTo>
                <a:cubicBezTo>
                  <a:pt x="7058" y="3403"/>
                  <a:pt x="8034" y="4317"/>
                  <a:pt x="8223" y="5451"/>
                </a:cubicBezTo>
                <a:lnTo>
                  <a:pt x="3466" y="5451"/>
                </a:lnTo>
                <a:cubicBezTo>
                  <a:pt x="3624" y="4285"/>
                  <a:pt x="4663" y="3372"/>
                  <a:pt x="5860" y="3372"/>
                </a:cubicBezTo>
                <a:close/>
                <a:moveTo>
                  <a:pt x="9420" y="7562"/>
                </a:moveTo>
                <a:cubicBezTo>
                  <a:pt x="9956" y="7562"/>
                  <a:pt x="10429" y="7814"/>
                  <a:pt x="10744" y="8223"/>
                </a:cubicBezTo>
                <a:lnTo>
                  <a:pt x="10082" y="8223"/>
                </a:lnTo>
                <a:cubicBezTo>
                  <a:pt x="9546" y="8223"/>
                  <a:pt x="9074" y="8696"/>
                  <a:pt x="9074" y="9232"/>
                </a:cubicBezTo>
                <a:cubicBezTo>
                  <a:pt x="9074" y="9799"/>
                  <a:pt x="9546" y="10271"/>
                  <a:pt x="10082" y="10271"/>
                </a:cubicBezTo>
                <a:lnTo>
                  <a:pt x="10744" y="10271"/>
                </a:lnTo>
                <a:cubicBezTo>
                  <a:pt x="10429" y="10712"/>
                  <a:pt x="9925" y="10933"/>
                  <a:pt x="9420" y="10933"/>
                </a:cubicBezTo>
                <a:cubicBezTo>
                  <a:pt x="8696" y="10933"/>
                  <a:pt x="8034" y="10460"/>
                  <a:pt x="7814" y="9799"/>
                </a:cubicBezTo>
                <a:cubicBezTo>
                  <a:pt x="7751" y="9673"/>
                  <a:pt x="7593" y="9547"/>
                  <a:pt x="7499" y="9547"/>
                </a:cubicBezTo>
                <a:lnTo>
                  <a:pt x="4222" y="9547"/>
                </a:lnTo>
                <a:cubicBezTo>
                  <a:pt x="4065" y="9547"/>
                  <a:pt x="3939" y="9641"/>
                  <a:pt x="3907" y="9799"/>
                </a:cubicBezTo>
                <a:cubicBezTo>
                  <a:pt x="3655" y="10460"/>
                  <a:pt x="2993" y="10933"/>
                  <a:pt x="2300" y="10933"/>
                </a:cubicBezTo>
                <a:cubicBezTo>
                  <a:pt x="1733" y="10933"/>
                  <a:pt x="1261" y="10649"/>
                  <a:pt x="914" y="10271"/>
                </a:cubicBezTo>
                <a:lnTo>
                  <a:pt x="1576" y="10271"/>
                </a:lnTo>
                <a:cubicBezTo>
                  <a:pt x="2143" y="10271"/>
                  <a:pt x="2615" y="9799"/>
                  <a:pt x="2615" y="9232"/>
                </a:cubicBezTo>
                <a:cubicBezTo>
                  <a:pt x="2615" y="8696"/>
                  <a:pt x="2143" y="8223"/>
                  <a:pt x="1576" y="8223"/>
                </a:cubicBezTo>
                <a:lnTo>
                  <a:pt x="914" y="8223"/>
                </a:lnTo>
                <a:cubicBezTo>
                  <a:pt x="1229" y="7782"/>
                  <a:pt x="1733" y="7562"/>
                  <a:pt x="2300" y="7562"/>
                </a:cubicBezTo>
                <a:cubicBezTo>
                  <a:pt x="2993" y="7562"/>
                  <a:pt x="3655" y="8034"/>
                  <a:pt x="3907" y="8696"/>
                </a:cubicBezTo>
                <a:cubicBezTo>
                  <a:pt x="3939" y="8822"/>
                  <a:pt x="4096" y="8917"/>
                  <a:pt x="4222" y="8917"/>
                </a:cubicBezTo>
                <a:lnTo>
                  <a:pt x="7499" y="8917"/>
                </a:lnTo>
                <a:cubicBezTo>
                  <a:pt x="7656" y="8917"/>
                  <a:pt x="7751" y="8854"/>
                  <a:pt x="7814" y="8696"/>
                </a:cubicBezTo>
                <a:cubicBezTo>
                  <a:pt x="8034" y="8034"/>
                  <a:pt x="8727" y="7562"/>
                  <a:pt x="9420" y="7562"/>
                </a:cubicBezTo>
                <a:close/>
                <a:moveTo>
                  <a:pt x="5860" y="1"/>
                </a:moveTo>
                <a:cubicBezTo>
                  <a:pt x="4915" y="1"/>
                  <a:pt x="4128" y="725"/>
                  <a:pt x="4128" y="1670"/>
                </a:cubicBezTo>
                <a:cubicBezTo>
                  <a:pt x="4128" y="2143"/>
                  <a:pt x="4348" y="2584"/>
                  <a:pt x="4663" y="2899"/>
                </a:cubicBezTo>
                <a:lnTo>
                  <a:pt x="4695" y="2931"/>
                </a:lnTo>
                <a:cubicBezTo>
                  <a:pt x="3592" y="3372"/>
                  <a:pt x="2773" y="4474"/>
                  <a:pt x="2773" y="5829"/>
                </a:cubicBezTo>
                <a:cubicBezTo>
                  <a:pt x="2773" y="6018"/>
                  <a:pt x="2930" y="6176"/>
                  <a:pt x="3119" y="6176"/>
                </a:cubicBezTo>
                <a:lnTo>
                  <a:pt x="5514" y="6176"/>
                </a:lnTo>
                <a:lnTo>
                  <a:pt x="5514" y="8255"/>
                </a:lnTo>
                <a:lnTo>
                  <a:pt x="4443" y="8255"/>
                </a:lnTo>
                <a:cubicBezTo>
                  <a:pt x="4065" y="7436"/>
                  <a:pt x="3245" y="6869"/>
                  <a:pt x="2300" y="6869"/>
                </a:cubicBezTo>
                <a:cubicBezTo>
                  <a:pt x="1261" y="6869"/>
                  <a:pt x="410" y="7499"/>
                  <a:pt x="32" y="8444"/>
                </a:cubicBezTo>
                <a:cubicBezTo>
                  <a:pt x="0" y="8570"/>
                  <a:pt x="0" y="8696"/>
                  <a:pt x="95" y="8759"/>
                </a:cubicBezTo>
                <a:cubicBezTo>
                  <a:pt x="158" y="8854"/>
                  <a:pt x="253" y="8917"/>
                  <a:pt x="347" y="8917"/>
                </a:cubicBezTo>
                <a:lnTo>
                  <a:pt x="1607" y="8917"/>
                </a:lnTo>
                <a:cubicBezTo>
                  <a:pt x="1828" y="8917"/>
                  <a:pt x="1985" y="9074"/>
                  <a:pt x="1985" y="9295"/>
                </a:cubicBezTo>
                <a:cubicBezTo>
                  <a:pt x="1985" y="9484"/>
                  <a:pt x="1828" y="9641"/>
                  <a:pt x="1607" y="9641"/>
                </a:cubicBezTo>
                <a:lnTo>
                  <a:pt x="347" y="9641"/>
                </a:lnTo>
                <a:cubicBezTo>
                  <a:pt x="253" y="9641"/>
                  <a:pt x="158" y="9673"/>
                  <a:pt x="95" y="9799"/>
                </a:cubicBezTo>
                <a:cubicBezTo>
                  <a:pt x="0" y="9862"/>
                  <a:pt x="0" y="9988"/>
                  <a:pt x="32" y="10114"/>
                </a:cubicBezTo>
                <a:cubicBezTo>
                  <a:pt x="410" y="11059"/>
                  <a:pt x="1292" y="11689"/>
                  <a:pt x="2300" y="11689"/>
                </a:cubicBezTo>
                <a:cubicBezTo>
                  <a:pt x="3182" y="11689"/>
                  <a:pt x="4065" y="11122"/>
                  <a:pt x="4443" y="10303"/>
                </a:cubicBezTo>
                <a:lnTo>
                  <a:pt x="7278" y="10303"/>
                </a:lnTo>
                <a:cubicBezTo>
                  <a:pt x="7688" y="11122"/>
                  <a:pt x="8507" y="11689"/>
                  <a:pt x="9452" y="11689"/>
                </a:cubicBezTo>
                <a:cubicBezTo>
                  <a:pt x="10492" y="11689"/>
                  <a:pt x="11342" y="11059"/>
                  <a:pt x="11689" y="10114"/>
                </a:cubicBezTo>
                <a:cubicBezTo>
                  <a:pt x="11752" y="9988"/>
                  <a:pt x="11752" y="9862"/>
                  <a:pt x="11657" y="9799"/>
                </a:cubicBezTo>
                <a:cubicBezTo>
                  <a:pt x="11594" y="9704"/>
                  <a:pt x="11500" y="9641"/>
                  <a:pt x="11374" y="9641"/>
                </a:cubicBezTo>
                <a:lnTo>
                  <a:pt x="10114" y="9641"/>
                </a:lnTo>
                <a:cubicBezTo>
                  <a:pt x="9925" y="9641"/>
                  <a:pt x="9767" y="9484"/>
                  <a:pt x="9767" y="9295"/>
                </a:cubicBezTo>
                <a:cubicBezTo>
                  <a:pt x="9767" y="9074"/>
                  <a:pt x="9925" y="8917"/>
                  <a:pt x="10114" y="8917"/>
                </a:cubicBezTo>
                <a:lnTo>
                  <a:pt x="11374" y="8917"/>
                </a:lnTo>
                <a:cubicBezTo>
                  <a:pt x="11500" y="8917"/>
                  <a:pt x="11594" y="8885"/>
                  <a:pt x="11657" y="8759"/>
                </a:cubicBezTo>
                <a:cubicBezTo>
                  <a:pt x="11752" y="8696"/>
                  <a:pt x="11752" y="8570"/>
                  <a:pt x="11689" y="8444"/>
                </a:cubicBezTo>
                <a:cubicBezTo>
                  <a:pt x="11342" y="7499"/>
                  <a:pt x="10429" y="6869"/>
                  <a:pt x="9452" y="6869"/>
                </a:cubicBezTo>
                <a:cubicBezTo>
                  <a:pt x="8538" y="6869"/>
                  <a:pt x="7688" y="7436"/>
                  <a:pt x="7278" y="8255"/>
                </a:cubicBezTo>
                <a:lnTo>
                  <a:pt x="6238" y="8255"/>
                </a:lnTo>
                <a:lnTo>
                  <a:pt x="6238" y="6176"/>
                </a:lnTo>
                <a:lnTo>
                  <a:pt x="8633" y="6176"/>
                </a:lnTo>
                <a:cubicBezTo>
                  <a:pt x="8822" y="6176"/>
                  <a:pt x="8979" y="6018"/>
                  <a:pt x="8979" y="5829"/>
                </a:cubicBezTo>
                <a:cubicBezTo>
                  <a:pt x="8979" y="4506"/>
                  <a:pt x="8192" y="3403"/>
                  <a:pt x="7058" y="2931"/>
                </a:cubicBezTo>
                <a:cubicBezTo>
                  <a:pt x="7341" y="2616"/>
                  <a:pt x="7562" y="2175"/>
                  <a:pt x="7562" y="1670"/>
                </a:cubicBezTo>
                <a:cubicBezTo>
                  <a:pt x="7562" y="725"/>
                  <a:pt x="6806" y="1"/>
                  <a:pt x="586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21" name="Google Shape;2721;p46"/>
          <p:cNvGrpSpPr/>
          <p:nvPr/>
        </p:nvGrpSpPr>
        <p:grpSpPr>
          <a:xfrm>
            <a:off x="1148325" y="2426968"/>
            <a:ext cx="294534" cy="293782"/>
            <a:chOff x="-35495600" y="2631825"/>
            <a:chExt cx="292225" cy="291450"/>
          </a:xfrm>
        </p:grpSpPr>
        <p:sp>
          <p:nvSpPr>
            <p:cNvPr id="2722" name="Google Shape;2722;p46"/>
            <p:cNvSpPr/>
            <p:nvPr/>
          </p:nvSpPr>
          <p:spPr>
            <a:xfrm>
              <a:off x="-35495600" y="2735025"/>
              <a:ext cx="137075" cy="188250"/>
            </a:xfrm>
            <a:custGeom>
              <a:rect b="b" l="l" r="r" t="t"/>
              <a:pathLst>
                <a:path extrusionOk="0" h="7530" w="5483">
                  <a:moveTo>
                    <a:pt x="4443" y="662"/>
                  </a:moveTo>
                  <a:cubicBezTo>
                    <a:pt x="4663" y="662"/>
                    <a:pt x="4821" y="819"/>
                    <a:pt x="4821" y="1040"/>
                  </a:cubicBezTo>
                  <a:lnTo>
                    <a:pt x="4821" y="1386"/>
                  </a:lnTo>
                  <a:lnTo>
                    <a:pt x="662" y="1386"/>
                  </a:lnTo>
                  <a:lnTo>
                    <a:pt x="662" y="1040"/>
                  </a:lnTo>
                  <a:cubicBezTo>
                    <a:pt x="725" y="819"/>
                    <a:pt x="820" y="662"/>
                    <a:pt x="1040" y="662"/>
                  </a:cubicBezTo>
                  <a:close/>
                  <a:moveTo>
                    <a:pt x="4821" y="2048"/>
                  </a:moveTo>
                  <a:lnTo>
                    <a:pt x="4821" y="5482"/>
                  </a:lnTo>
                  <a:lnTo>
                    <a:pt x="662" y="5482"/>
                  </a:lnTo>
                  <a:lnTo>
                    <a:pt x="662" y="2048"/>
                  </a:lnTo>
                  <a:close/>
                  <a:moveTo>
                    <a:pt x="4852" y="6143"/>
                  </a:moveTo>
                  <a:lnTo>
                    <a:pt x="4852" y="6490"/>
                  </a:lnTo>
                  <a:cubicBezTo>
                    <a:pt x="4821" y="6711"/>
                    <a:pt x="4663" y="6868"/>
                    <a:pt x="4506" y="6868"/>
                  </a:cubicBezTo>
                  <a:lnTo>
                    <a:pt x="1072" y="6868"/>
                  </a:lnTo>
                  <a:cubicBezTo>
                    <a:pt x="883" y="6868"/>
                    <a:pt x="725" y="6711"/>
                    <a:pt x="725" y="6490"/>
                  </a:cubicBezTo>
                  <a:lnTo>
                    <a:pt x="725" y="6143"/>
                  </a:lnTo>
                  <a:close/>
                  <a:moveTo>
                    <a:pt x="1040" y="0"/>
                  </a:moveTo>
                  <a:cubicBezTo>
                    <a:pt x="473" y="0"/>
                    <a:pt x="0" y="473"/>
                    <a:pt x="0" y="1040"/>
                  </a:cubicBezTo>
                  <a:lnTo>
                    <a:pt x="0" y="6490"/>
                  </a:lnTo>
                  <a:cubicBezTo>
                    <a:pt x="0" y="7057"/>
                    <a:pt x="473" y="7530"/>
                    <a:pt x="1040" y="7530"/>
                  </a:cubicBezTo>
                  <a:lnTo>
                    <a:pt x="4443" y="7530"/>
                  </a:lnTo>
                  <a:cubicBezTo>
                    <a:pt x="5010" y="7530"/>
                    <a:pt x="5482" y="7057"/>
                    <a:pt x="5482" y="6490"/>
                  </a:cubicBezTo>
                  <a:lnTo>
                    <a:pt x="5482" y="1040"/>
                  </a:lnTo>
                  <a:cubicBezTo>
                    <a:pt x="5482" y="473"/>
                    <a:pt x="5010" y="0"/>
                    <a:pt x="444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3" name="Google Shape;2723;p46"/>
            <p:cNvSpPr/>
            <p:nvPr/>
          </p:nvSpPr>
          <p:spPr>
            <a:xfrm>
              <a:off x="-35339650" y="2631825"/>
              <a:ext cx="136275" cy="188275"/>
            </a:xfrm>
            <a:custGeom>
              <a:rect b="b" l="l" r="r" t="t"/>
              <a:pathLst>
                <a:path extrusionOk="0" h="7531" w="5451">
                  <a:moveTo>
                    <a:pt x="4411" y="662"/>
                  </a:moveTo>
                  <a:cubicBezTo>
                    <a:pt x="4600" y="662"/>
                    <a:pt x="4758" y="820"/>
                    <a:pt x="4758" y="1009"/>
                  </a:cubicBezTo>
                  <a:lnTo>
                    <a:pt x="4758" y="1387"/>
                  </a:lnTo>
                  <a:lnTo>
                    <a:pt x="631" y="1387"/>
                  </a:lnTo>
                  <a:lnTo>
                    <a:pt x="631" y="1009"/>
                  </a:lnTo>
                  <a:cubicBezTo>
                    <a:pt x="631" y="820"/>
                    <a:pt x="788" y="662"/>
                    <a:pt x="977" y="662"/>
                  </a:cubicBezTo>
                  <a:close/>
                  <a:moveTo>
                    <a:pt x="4758" y="2049"/>
                  </a:moveTo>
                  <a:lnTo>
                    <a:pt x="4758" y="5483"/>
                  </a:lnTo>
                  <a:lnTo>
                    <a:pt x="631" y="5483"/>
                  </a:lnTo>
                  <a:lnTo>
                    <a:pt x="631" y="2049"/>
                  </a:lnTo>
                  <a:close/>
                  <a:moveTo>
                    <a:pt x="4789" y="6144"/>
                  </a:moveTo>
                  <a:lnTo>
                    <a:pt x="4789" y="6491"/>
                  </a:lnTo>
                  <a:cubicBezTo>
                    <a:pt x="4758" y="6680"/>
                    <a:pt x="4600" y="6837"/>
                    <a:pt x="4443" y="6837"/>
                  </a:cubicBezTo>
                  <a:lnTo>
                    <a:pt x="1009" y="6837"/>
                  </a:lnTo>
                  <a:cubicBezTo>
                    <a:pt x="820" y="6837"/>
                    <a:pt x="662" y="6680"/>
                    <a:pt x="662" y="6491"/>
                  </a:cubicBezTo>
                  <a:lnTo>
                    <a:pt x="662" y="6144"/>
                  </a:lnTo>
                  <a:close/>
                  <a:moveTo>
                    <a:pt x="1009" y="1"/>
                  </a:moveTo>
                  <a:cubicBezTo>
                    <a:pt x="473" y="1"/>
                    <a:pt x="0" y="473"/>
                    <a:pt x="0" y="1009"/>
                  </a:cubicBezTo>
                  <a:lnTo>
                    <a:pt x="0" y="6491"/>
                  </a:lnTo>
                  <a:cubicBezTo>
                    <a:pt x="0" y="7058"/>
                    <a:pt x="473" y="7531"/>
                    <a:pt x="1009" y="7531"/>
                  </a:cubicBezTo>
                  <a:lnTo>
                    <a:pt x="4443" y="7531"/>
                  </a:lnTo>
                  <a:cubicBezTo>
                    <a:pt x="4978" y="7531"/>
                    <a:pt x="5451" y="7058"/>
                    <a:pt x="5451" y="6491"/>
                  </a:cubicBezTo>
                  <a:lnTo>
                    <a:pt x="5451" y="1009"/>
                  </a:lnTo>
                  <a:cubicBezTo>
                    <a:pt x="5451" y="442"/>
                    <a:pt x="4978" y="1"/>
                    <a:pt x="444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4" name="Google Shape;2724;p46"/>
            <p:cNvSpPr/>
            <p:nvPr/>
          </p:nvSpPr>
          <p:spPr>
            <a:xfrm>
              <a:off x="-35341225" y="2836625"/>
              <a:ext cx="85075" cy="84500"/>
            </a:xfrm>
            <a:custGeom>
              <a:rect b="b" l="l" r="r" t="t"/>
              <a:pathLst>
                <a:path extrusionOk="0" h="3380" w="3403">
                  <a:moveTo>
                    <a:pt x="3056" y="0"/>
                  </a:moveTo>
                  <a:cubicBezTo>
                    <a:pt x="2836" y="0"/>
                    <a:pt x="2678" y="158"/>
                    <a:pt x="2678" y="347"/>
                  </a:cubicBezTo>
                  <a:lnTo>
                    <a:pt x="2678" y="1008"/>
                  </a:lnTo>
                  <a:cubicBezTo>
                    <a:pt x="2678" y="1575"/>
                    <a:pt x="2206" y="2048"/>
                    <a:pt x="1670" y="2048"/>
                  </a:cubicBezTo>
                  <a:lnTo>
                    <a:pt x="1103" y="2048"/>
                  </a:lnTo>
                  <a:lnTo>
                    <a:pt x="1229" y="1922"/>
                  </a:lnTo>
                  <a:cubicBezTo>
                    <a:pt x="1418" y="1859"/>
                    <a:pt x="1418" y="1638"/>
                    <a:pt x="1261" y="1481"/>
                  </a:cubicBezTo>
                  <a:cubicBezTo>
                    <a:pt x="1213" y="1418"/>
                    <a:pt x="1127" y="1386"/>
                    <a:pt x="1036" y="1386"/>
                  </a:cubicBezTo>
                  <a:cubicBezTo>
                    <a:pt x="946" y="1386"/>
                    <a:pt x="851" y="1418"/>
                    <a:pt x="788" y="1481"/>
                  </a:cubicBezTo>
                  <a:lnTo>
                    <a:pt x="126" y="2142"/>
                  </a:lnTo>
                  <a:cubicBezTo>
                    <a:pt x="0" y="2268"/>
                    <a:pt x="0" y="2521"/>
                    <a:pt x="126" y="2615"/>
                  </a:cubicBezTo>
                  <a:lnTo>
                    <a:pt x="788" y="3308"/>
                  </a:lnTo>
                  <a:cubicBezTo>
                    <a:pt x="851" y="3355"/>
                    <a:pt x="946" y="3379"/>
                    <a:pt x="1036" y="3379"/>
                  </a:cubicBezTo>
                  <a:cubicBezTo>
                    <a:pt x="1127" y="3379"/>
                    <a:pt x="1213" y="3355"/>
                    <a:pt x="1261" y="3308"/>
                  </a:cubicBezTo>
                  <a:cubicBezTo>
                    <a:pt x="1387" y="3182"/>
                    <a:pt x="1387" y="2930"/>
                    <a:pt x="1261" y="2836"/>
                  </a:cubicBezTo>
                  <a:lnTo>
                    <a:pt x="1166" y="2710"/>
                  </a:lnTo>
                  <a:lnTo>
                    <a:pt x="1702" y="2710"/>
                  </a:lnTo>
                  <a:cubicBezTo>
                    <a:pt x="2647" y="2710"/>
                    <a:pt x="3403" y="1953"/>
                    <a:pt x="3403" y="1008"/>
                  </a:cubicBezTo>
                  <a:lnTo>
                    <a:pt x="3403" y="347"/>
                  </a:lnTo>
                  <a:cubicBezTo>
                    <a:pt x="3403" y="158"/>
                    <a:pt x="3245" y="0"/>
                    <a:pt x="305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5" name="Google Shape;2725;p46"/>
            <p:cNvSpPr/>
            <p:nvPr/>
          </p:nvSpPr>
          <p:spPr>
            <a:xfrm>
              <a:off x="-35442050" y="2632625"/>
              <a:ext cx="84300" cy="85075"/>
            </a:xfrm>
            <a:custGeom>
              <a:rect b="b" l="l" r="r" t="t"/>
              <a:pathLst>
                <a:path extrusionOk="0" h="3403" w="3372">
                  <a:moveTo>
                    <a:pt x="2348" y="0"/>
                  </a:moveTo>
                  <a:cubicBezTo>
                    <a:pt x="2261" y="0"/>
                    <a:pt x="2175" y="32"/>
                    <a:pt x="2112" y="95"/>
                  </a:cubicBezTo>
                  <a:cubicBezTo>
                    <a:pt x="1986" y="189"/>
                    <a:pt x="1986" y="441"/>
                    <a:pt x="2112" y="567"/>
                  </a:cubicBezTo>
                  <a:lnTo>
                    <a:pt x="2238" y="662"/>
                  </a:lnTo>
                  <a:lnTo>
                    <a:pt x="1671" y="662"/>
                  </a:lnTo>
                  <a:cubicBezTo>
                    <a:pt x="725" y="662"/>
                    <a:pt x="1" y="1418"/>
                    <a:pt x="1" y="2363"/>
                  </a:cubicBezTo>
                  <a:lnTo>
                    <a:pt x="1" y="3025"/>
                  </a:lnTo>
                  <a:cubicBezTo>
                    <a:pt x="1" y="3245"/>
                    <a:pt x="158" y="3403"/>
                    <a:pt x="347" y="3403"/>
                  </a:cubicBezTo>
                  <a:cubicBezTo>
                    <a:pt x="536" y="3403"/>
                    <a:pt x="694" y="3245"/>
                    <a:pt x="694" y="3025"/>
                  </a:cubicBezTo>
                  <a:lnTo>
                    <a:pt x="694" y="2363"/>
                  </a:lnTo>
                  <a:cubicBezTo>
                    <a:pt x="694" y="1828"/>
                    <a:pt x="1166" y="1355"/>
                    <a:pt x="1734" y="1355"/>
                  </a:cubicBezTo>
                  <a:lnTo>
                    <a:pt x="2269" y="1355"/>
                  </a:lnTo>
                  <a:lnTo>
                    <a:pt x="2143" y="1450"/>
                  </a:lnTo>
                  <a:cubicBezTo>
                    <a:pt x="1954" y="1544"/>
                    <a:pt x="1954" y="1765"/>
                    <a:pt x="2112" y="1891"/>
                  </a:cubicBezTo>
                  <a:cubicBezTo>
                    <a:pt x="2175" y="1954"/>
                    <a:pt x="2261" y="1985"/>
                    <a:pt x="2348" y="1985"/>
                  </a:cubicBezTo>
                  <a:cubicBezTo>
                    <a:pt x="2435" y="1985"/>
                    <a:pt x="2521" y="1954"/>
                    <a:pt x="2584" y="1891"/>
                  </a:cubicBezTo>
                  <a:lnTo>
                    <a:pt x="3246" y="1229"/>
                  </a:lnTo>
                  <a:cubicBezTo>
                    <a:pt x="3372" y="1103"/>
                    <a:pt x="3372" y="883"/>
                    <a:pt x="3246" y="756"/>
                  </a:cubicBezTo>
                  <a:lnTo>
                    <a:pt x="2584" y="95"/>
                  </a:lnTo>
                  <a:cubicBezTo>
                    <a:pt x="2521" y="32"/>
                    <a:pt x="2435" y="0"/>
                    <a:pt x="234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26" name="Google Shape;2726;p46"/>
          <p:cNvGrpSpPr/>
          <p:nvPr/>
        </p:nvGrpSpPr>
        <p:grpSpPr>
          <a:xfrm>
            <a:off x="3333097" y="1554604"/>
            <a:ext cx="293752" cy="293782"/>
            <a:chOff x="-33673825" y="1916675"/>
            <a:chExt cx="291450" cy="291450"/>
          </a:xfrm>
        </p:grpSpPr>
        <p:sp>
          <p:nvSpPr>
            <p:cNvPr id="2727" name="Google Shape;2727;p46"/>
            <p:cNvSpPr/>
            <p:nvPr/>
          </p:nvSpPr>
          <p:spPr>
            <a:xfrm>
              <a:off x="-33486375" y="1950550"/>
              <a:ext cx="85875" cy="85075"/>
            </a:xfrm>
            <a:custGeom>
              <a:rect b="b" l="l" r="r" t="t"/>
              <a:pathLst>
                <a:path extrusionOk="0" h="3403" w="3435">
                  <a:moveTo>
                    <a:pt x="379" y="0"/>
                  </a:moveTo>
                  <a:cubicBezTo>
                    <a:pt x="158" y="0"/>
                    <a:pt x="1" y="158"/>
                    <a:pt x="1" y="347"/>
                  </a:cubicBezTo>
                  <a:cubicBezTo>
                    <a:pt x="1" y="536"/>
                    <a:pt x="158" y="693"/>
                    <a:pt x="379" y="693"/>
                  </a:cubicBezTo>
                  <a:lnTo>
                    <a:pt x="1072" y="693"/>
                  </a:lnTo>
                  <a:cubicBezTo>
                    <a:pt x="1639" y="693"/>
                    <a:pt x="2111" y="1166"/>
                    <a:pt x="2111" y="1733"/>
                  </a:cubicBezTo>
                  <a:lnTo>
                    <a:pt x="2111" y="2269"/>
                  </a:lnTo>
                  <a:lnTo>
                    <a:pt x="1985" y="2174"/>
                  </a:lnTo>
                  <a:cubicBezTo>
                    <a:pt x="1922" y="2111"/>
                    <a:pt x="1836" y="2080"/>
                    <a:pt x="1749" y="2080"/>
                  </a:cubicBezTo>
                  <a:cubicBezTo>
                    <a:pt x="1663" y="2080"/>
                    <a:pt x="1576" y="2111"/>
                    <a:pt x="1513" y="2174"/>
                  </a:cubicBezTo>
                  <a:cubicBezTo>
                    <a:pt x="1387" y="2269"/>
                    <a:pt x="1387" y="2521"/>
                    <a:pt x="1513" y="2647"/>
                  </a:cubicBezTo>
                  <a:lnTo>
                    <a:pt x="2174" y="3308"/>
                  </a:lnTo>
                  <a:cubicBezTo>
                    <a:pt x="2237" y="3371"/>
                    <a:pt x="2324" y="3403"/>
                    <a:pt x="2411" y="3403"/>
                  </a:cubicBezTo>
                  <a:cubicBezTo>
                    <a:pt x="2497" y="3403"/>
                    <a:pt x="2584" y="3371"/>
                    <a:pt x="2647" y="3308"/>
                  </a:cubicBezTo>
                  <a:lnTo>
                    <a:pt x="3309" y="2647"/>
                  </a:lnTo>
                  <a:cubicBezTo>
                    <a:pt x="3435" y="2521"/>
                    <a:pt x="3435" y="2269"/>
                    <a:pt x="3309" y="2174"/>
                  </a:cubicBezTo>
                  <a:cubicBezTo>
                    <a:pt x="3261" y="2111"/>
                    <a:pt x="3175" y="2080"/>
                    <a:pt x="3084" y="2080"/>
                  </a:cubicBezTo>
                  <a:cubicBezTo>
                    <a:pt x="2994" y="2080"/>
                    <a:pt x="2899" y="2111"/>
                    <a:pt x="2836" y="2174"/>
                  </a:cubicBezTo>
                  <a:lnTo>
                    <a:pt x="2742" y="2269"/>
                  </a:lnTo>
                  <a:lnTo>
                    <a:pt x="2742" y="1733"/>
                  </a:lnTo>
                  <a:cubicBezTo>
                    <a:pt x="2773" y="788"/>
                    <a:pt x="1985" y="0"/>
                    <a:pt x="10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8" name="Google Shape;2728;p46"/>
            <p:cNvSpPr/>
            <p:nvPr/>
          </p:nvSpPr>
          <p:spPr>
            <a:xfrm>
              <a:off x="-33605300" y="2122250"/>
              <a:ext cx="85075" cy="85875"/>
            </a:xfrm>
            <a:custGeom>
              <a:rect b="b" l="l" r="r" t="t"/>
              <a:pathLst>
                <a:path extrusionOk="0" h="3435" w="3403">
                  <a:moveTo>
                    <a:pt x="1024" y="0"/>
                  </a:moveTo>
                  <a:cubicBezTo>
                    <a:pt x="938" y="0"/>
                    <a:pt x="851" y="32"/>
                    <a:pt x="788" y="95"/>
                  </a:cubicBezTo>
                  <a:lnTo>
                    <a:pt x="126" y="756"/>
                  </a:lnTo>
                  <a:cubicBezTo>
                    <a:pt x="0" y="882"/>
                    <a:pt x="0" y="1134"/>
                    <a:pt x="126" y="1229"/>
                  </a:cubicBezTo>
                  <a:cubicBezTo>
                    <a:pt x="189" y="1292"/>
                    <a:pt x="276" y="1323"/>
                    <a:pt x="363" y="1323"/>
                  </a:cubicBezTo>
                  <a:cubicBezTo>
                    <a:pt x="449" y="1323"/>
                    <a:pt x="536" y="1292"/>
                    <a:pt x="599" y="1229"/>
                  </a:cubicBezTo>
                  <a:lnTo>
                    <a:pt x="725" y="1134"/>
                  </a:lnTo>
                  <a:lnTo>
                    <a:pt x="725" y="1670"/>
                  </a:lnTo>
                  <a:cubicBezTo>
                    <a:pt x="662" y="2174"/>
                    <a:pt x="820" y="2615"/>
                    <a:pt x="1135" y="2930"/>
                  </a:cubicBezTo>
                  <a:cubicBezTo>
                    <a:pt x="1450" y="3245"/>
                    <a:pt x="1891" y="3434"/>
                    <a:pt x="2363" y="3434"/>
                  </a:cubicBezTo>
                  <a:lnTo>
                    <a:pt x="3025" y="3434"/>
                  </a:lnTo>
                  <a:cubicBezTo>
                    <a:pt x="3245" y="3434"/>
                    <a:pt x="3403" y="3277"/>
                    <a:pt x="3403" y="3088"/>
                  </a:cubicBezTo>
                  <a:cubicBezTo>
                    <a:pt x="3403" y="2899"/>
                    <a:pt x="3245" y="2741"/>
                    <a:pt x="3025" y="2741"/>
                  </a:cubicBezTo>
                  <a:lnTo>
                    <a:pt x="2363" y="2741"/>
                  </a:lnTo>
                  <a:cubicBezTo>
                    <a:pt x="1828" y="2741"/>
                    <a:pt x="1355" y="2269"/>
                    <a:pt x="1355" y="1670"/>
                  </a:cubicBezTo>
                  <a:lnTo>
                    <a:pt x="1355" y="1134"/>
                  </a:lnTo>
                  <a:lnTo>
                    <a:pt x="1450" y="1229"/>
                  </a:lnTo>
                  <a:cubicBezTo>
                    <a:pt x="1513" y="1292"/>
                    <a:pt x="1607" y="1323"/>
                    <a:pt x="1698" y="1323"/>
                  </a:cubicBezTo>
                  <a:cubicBezTo>
                    <a:pt x="1788" y="1323"/>
                    <a:pt x="1875" y="1292"/>
                    <a:pt x="1922" y="1229"/>
                  </a:cubicBezTo>
                  <a:cubicBezTo>
                    <a:pt x="2048" y="1134"/>
                    <a:pt x="2048" y="882"/>
                    <a:pt x="1922" y="756"/>
                  </a:cubicBezTo>
                  <a:lnTo>
                    <a:pt x="1261" y="95"/>
                  </a:lnTo>
                  <a:cubicBezTo>
                    <a:pt x="1198" y="32"/>
                    <a:pt x="1111" y="0"/>
                    <a:pt x="102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9" name="Google Shape;2729;p46"/>
            <p:cNvSpPr/>
            <p:nvPr/>
          </p:nvSpPr>
          <p:spPr>
            <a:xfrm>
              <a:off x="-33673825" y="1916675"/>
              <a:ext cx="189050" cy="189050"/>
            </a:xfrm>
            <a:custGeom>
              <a:rect b="b" l="l" r="r" t="t"/>
              <a:pathLst>
                <a:path extrusionOk="0" h="7562" w="7562">
                  <a:moveTo>
                    <a:pt x="3718" y="694"/>
                  </a:moveTo>
                  <a:cubicBezTo>
                    <a:pt x="5073" y="694"/>
                    <a:pt x="6144" y="1733"/>
                    <a:pt x="6144" y="3088"/>
                  </a:cubicBezTo>
                  <a:lnTo>
                    <a:pt x="6144" y="3466"/>
                  </a:lnTo>
                  <a:lnTo>
                    <a:pt x="6081" y="3466"/>
                  </a:lnTo>
                  <a:cubicBezTo>
                    <a:pt x="5986" y="2647"/>
                    <a:pt x="5262" y="2048"/>
                    <a:pt x="4411" y="2048"/>
                  </a:cubicBezTo>
                  <a:lnTo>
                    <a:pt x="3025" y="2048"/>
                  </a:lnTo>
                  <a:cubicBezTo>
                    <a:pt x="2143" y="2048"/>
                    <a:pt x="1481" y="2678"/>
                    <a:pt x="1324" y="3466"/>
                  </a:cubicBezTo>
                  <a:lnTo>
                    <a:pt x="1292" y="3466"/>
                  </a:lnTo>
                  <a:lnTo>
                    <a:pt x="1292" y="3088"/>
                  </a:lnTo>
                  <a:cubicBezTo>
                    <a:pt x="1355" y="1733"/>
                    <a:pt x="2426" y="694"/>
                    <a:pt x="3718" y="694"/>
                  </a:cubicBezTo>
                  <a:close/>
                  <a:moveTo>
                    <a:pt x="4380" y="2741"/>
                  </a:moveTo>
                  <a:cubicBezTo>
                    <a:pt x="4915" y="2741"/>
                    <a:pt x="5388" y="3214"/>
                    <a:pt x="5388" y="3750"/>
                  </a:cubicBezTo>
                  <a:lnTo>
                    <a:pt x="5388" y="4096"/>
                  </a:lnTo>
                  <a:lnTo>
                    <a:pt x="5388" y="4096"/>
                  </a:lnTo>
                  <a:cubicBezTo>
                    <a:pt x="5153" y="4096"/>
                    <a:pt x="4907" y="4091"/>
                    <a:pt x="4821" y="4033"/>
                  </a:cubicBezTo>
                  <a:cubicBezTo>
                    <a:pt x="4789" y="4002"/>
                    <a:pt x="4758" y="3876"/>
                    <a:pt x="4758" y="3781"/>
                  </a:cubicBezTo>
                  <a:cubicBezTo>
                    <a:pt x="4758" y="3592"/>
                    <a:pt x="4600" y="3435"/>
                    <a:pt x="4411" y="3435"/>
                  </a:cubicBezTo>
                  <a:cubicBezTo>
                    <a:pt x="4191" y="3435"/>
                    <a:pt x="4033" y="3592"/>
                    <a:pt x="4033" y="3781"/>
                  </a:cubicBezTo>
                  <a:cubicBezTo>
                    <a:pt x="4033" y="3876"/>
                    <a:pt x="4033" y="4002"/>
                    <a:pt x="3970" y="4033"/>
                  </a:cubicBezTo>
                  <a:cubicBezTo>
                    <a:pt x="3907" y="4096"/>
                    <a:pt x="3757" y="4112"/>
                    <a:pt x="3576" y="4112"/>
                  </a:cubicBezTo>
                  <a:cubicBezTo>
                    <a:pt x="3395" y="4112"/>
                    <a:pt x="3182" y="4096"/>
                    <a:pt x="2993" y="4096"/>
                  </a:cubicBezTo>
                  <a:lnTo>
                    <a:pt x="1954" y="4096"/>
                  </a:lnTo>
                  <a:lnTo>
                    <a:pt x="1954" y="3750"/>
                  </a:lnTo>
                  <a:cubicBezTo>
                    <a:pt x="1954" y="3214"/>
                    <a:pt x="2426" y="2741"/>
                    <a:pt x="2993" y="2741"/>
                  </a:cubicBezTo>
                  <a:close/>
                  <a:moveTo>
                    <a:pt x="1009" y="4065"/>
                  </a:moveTo>
                  <a:cubicBezTo>
                    <a:pt x="1198" y="4065"/>
                    <a:pt x="1355" y="4222"/>
                    <a:pt x="1355" y="4411"/>
                  </a:cubicBezTo>
                  <a:lnTo>
                    <a:pt x="1355" y="5104"/>
                  </a:lnTo>
                  <a:cubicBezTo>
                    <a:pt x="1355" y="5293"/>
                    <a:pt x="1198" y="5451"/>
                    <a:pt x="1009" y="5451"/>
                  </a:cubicBezTo>
                  <a:cubicBezTo>
                    <a:pt x="820" y="5451"/>
                    <a:pt x="662" y="5293"/>
                    <a:pt x="662" y="5104"/>
                  </a:cubicBezTo>
                  <a:lnTo>
                    <a:pt x="662" y="4411"/>
                  </a:lnTo>
                  <a:cubicBezTo>
                    <a:pt x="662" y="4222"/>
                    <a:pt x="820" y="4065"/>
                    <a:pt x="1009" y="4065"/>
                  </a:cubicBezTo>
                  <a:close/>
                  <a:moveTo>
                    <a:pt x="6490" y="4096"/>
                  </a:moveTo>
                  <a:cubicBezTo>
                    <a:pt x="6679" y="4096"/>
                    <a:pt x="6837" y="4254"/>
                    <a:pt x="6837" y="4474"/>
                  </a:cubicBezTo>
                  <a:lnTo>
                    <a:pt x="6837" y="5136"/>
                  </a:lnTo>
                  <a:cubicBezTo>
                    <a:pt x="6837" y="5325"/>
                    <a:pt x="6679" y="5482"/>
                    <a:pt x="6490" y="5482"/>
                  </a:cubicBezTo>
                  <a:cubicBezTo>
                    <a:pt x="6301" y="5482"/>
                    <a:pt x="6144" y="5325"/>
                    <a:pt x="6144" y="5136"/>
                  </a:cubicBezTo>
                  <a:lnTo>
                    <a:pt x="6144" y="4474"/>
                  </a:lnTo>
                  <a:cubicBezTo>
                    <a:pt x="6144" y="4254"/>
                    <a:pt x="6301" y="4096"/>
                    <a:pt x="6490" y="4096"/>
                  </a:cubicBezTo>
                  <a:close/>
                  <a:moveTo>
                    <a:pt x="4443" y="4537"/>
                  </a:moveTo>
                  <a:cubicBezTo>
                    <a:pt x="4726" y="4726"/>
                    <a:pt x="5073" y="4789"/>
                    <a:pt x="5451" y="4789"/>
                  </a:cubicBezTo>
                  <a:lnTo>
                    <a:pt x="5451" y="5136"/>
                  </a:lnTo>
                  <a:cubicBezTo>
                    <a:pt x="5451" y="6081"/>
                    <a:pt x="4663" y="6869"/>
                    <a:pt x="3718" y="6869"/>
                  </a:cubicBezTo>
                  <a:cubicBezTo>
                    <a:pt x="2773" y="6869"/>
                    <a:pt x="2048" y="6081"/>
                    <a:pt x="2048" y="5136"/>
                  </a:cubicBezTo>
                  <a:lnTo>
                    <a:pt x="2048" y="4789"/>
                  </a:lnTo>
                  <a:lnTo>
                    <a:pt x="3056" y="4789"/>
                  </a:lnTo>
                  <a:cubicBezTo>
                    <a:pt x="3148" y="4789"/>
                    <a:pt x="3241" y="4790"/>
                    <a:pt x="3333" y="4790"/>
                  </a:cubicBezTo>
                  <a:cubicBezTo>
                    <a:pt x="3749" y="4790"/>
                    <a:pt x="4159" y="4769"/>
                    <a:pt x="4443" y="4537"/>
                  </a:cubicBezTo>
                  <a:close/>
                  <a:moveTo>
                    <a:pt x="3813" y="1"/>
                  </a:moveTo>
                  <a:cubicBezTo>
                    <a:pt x="2111" y="1"/>
                    <a:pt x="725" y="1387"/>
                    <a:pt x="725" y="3088"/>
                  </a:cubicBezTo>
                  <a:lnTo>
                    <a:pt x="725" y="3466"/>
                  </a:lnTo>
                  <a:cubicBezTo>
                    <a:pt x="347" y="3624"/>
                    <a:pt x="63" y="4002"/>
                    <a:pt x="63" y="4474"/>
                  </a:cubicBezTo>
                  <a:lnTo>
                    <a:pt x="63" y="5136"/>
                  </a:lnTo>
                  <a:cubicBezTo>
                    <a:pt x="0" y="5671"/>
                    <a:pt x="473" y="6144"/>
                    <a:pt x="1009" y="6144"/>
                  </a:cubicBezTo>
                  <a:cubicBezTo>
                    <a:pt x="1198" y="6144"/>
                    <a:pt x="1355" y="6112"/>
                    <a:pt x="1513" y="6049"/>
                  </a:cubicBezTo>
                  <a:cubicBezTo>
                    <a:pt x="1891" y="6932"/>
                    <a:pt x="2741" y="7562"/>
                    <a:pt x="3781" y="7562"/>
                  </a:cubicBezTo>
                  <a:cubicBezTo>
                    <a:pt x="4789" y="7562"/>
                    <a:pt x="5671" y="6932"/>
                    <a:pt x="6018" y="6049"/>
                  </a:cubicBezTo>
                  <a:cubicBezTo>
                    <a:pt x="6175" y="6112"/>
                    <a:pt x="6333" y="6144"/>
                    <a:pt x="6522" y="6144"/>
                  </a:cubicBezTo>
                  <a:cubicBezTo>
                    <a:pt x="7089" y="6144"/>
                    <a:pt x="7562" y="5671"/>
                    <a:pt x="7562" y="5136"/>
                  </a:cubicBezTo>
                  <a:lnTo>
                    <a:pt x="7562" y="4474"/>
                  </a:lnTo>
                  <a:cubicBezTo>
                    <a:pt x="7562" y="4033"/>
                    <a:pt x="7278" y="3624"/>
                    <a:pt x="6869" y="3466"/>
                  </a:cubicBezTo>
                  <a:lnTo>
                    <a:pt x="6869" y="3088"/>
                  </a:lnTo>
                  <a:cubicBezTo>
                    <a:pt x="6869" y="1387"/>
                    <a:pt x="5514" y="1"/>
                    <a:pt x="381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0" name="Google Shape;2730;p46"/>
            <p:cNvSpPr/>
            <p:nvPr/>
          </p:nvSpPr>
          <p:spPr>
            <a:xfrm>
              <a:off x="-33503700" y="2070250"/>
              <a:ext cx="121325" cy="137075"/>
            </a:xfrm>
            <a:custGeom>
              <a:rect b="b" l="l" r="r" t="t"/>
              <a:pathLst>
                <a:path extrusionOk="0" h="5483" w="4853">
                  <a:moveTo>
                    <a:pt x="3151" y="726"/>
                  </a:moveTo>
                  <a:cubicBezTo>
                    <a:pt x="3687" y="726"/>
                    <a:pt x="4222" y="1198"/>
                    <a:pt x="4222" y="1734"/>
                  </a:cubicBezTo>
                  <a:lnTo>
                    <a:pt x="4222" y="2112"/>
                  </a:lnTo>
                  <a:cubicBezTo>
                    <a:pt x="3939" y="2112"/>
                    <a:pt x="3655" y="2112"/>
                    <a:pt x="3592" y="1986"/>
                  </a:cubicBezTo>
                  <a:cubicBezTo>
                    <a:pt x="3529" y="1954"/>
                    <a:pt x="3498" y="1828"/>
                    <a:pt x="3498" y="1734"/>
                  </a:cubicBezTo>
                  <a:cubicBezTo>
                    <a:pt x="3498" y="1545"/>
                    <a:pt x="3340" y="1387"/>
                    <a:pt x="3151" y="1387"/>
                  </a:cubicBezTo>
                  <a:cubicBezTo>
                    <a:pt x="2962" y="1387"/>
                    <a:pt x="2804" y="1545"/>
                    <a:pt x="2804" y="1734"/>
                  </a:cubicBezTo>
                  <a:cubicBezTo>
                    <a:pt x="2804" y="1828"/>
                    <a:pt x="2804" y="1954"/>
                    <a:pt x="2710" y="1986"/>
                  </a:cubicBezTo>
                  <a:cubicBezTo>
                    <a:pt x="2636" y="2060"/>
                    <a:pt x="2487" y="2090"/>
                    <a:pt x="2312" y="2090"/>
                  </a:cubicBezTo>
                  <a:cubicBezTo>
                    <a:pt x="2189" y="2090"/>
                    <a:pt x="2053" y="2075"/>
                    <a:pt x="1922" y="2049"/>
                  </a:cubicBezTo>
                  <a:lnTo>
                    <a:pt x="694" y="2049"/>
                  </a:lnTo>
                  <a:lnTo>
                    <a:pt x="694" y="1734"/>
                  </a:lnTo>
                  <a:cubicBezTo>
                    <a:pt x="694" y="1198"/>
                    <a:pt x="1166" y="726"/>
                    <a:pt x="1765" y="726"/>
                  </a:cubicBezTo>
                  <a:close/>
                  <a:moveTo>
                    <a:pt x="3151" y="2521"/>
                  </a:moveTo>
                  <a:cubicBezTo>
                    <a:pt x="3435" y="2742"/>
                    <a:pt x="3813" y="2773"/>
                    <a:pt x="4222" y="2773"/>
                  </a:cubicBezTo>
                  <a:lnTo>
                    <a:pt x="4222" y="3120"/>
                  </a:lnTo>
                  <a:cubicBezTo>
                    <a:pt x="4159" y="4034"/>
                    <a:pt x="3372" y="4853"/>
                    <a:pt x="2426" y="4853"/>
                  </a:cubicBezTo>
                  <a:cubicBezTo>
                    <a:pt x="1481" y="4853"/>
                    <a:pt x="694" y="4065"/>
                    <a:pt x="694" y="3120"/>
                  </a:cubicBezTo>
                  <a:lnTo>
                    <a:pt x="694" y="2773"/>
                  </a:lnTo>
                  <a:lnTo>
                    <a:pt x="1765" y="2773"/>
                  </a:lnTo>
                  <a:cubicBezTo>
                    <a:pt x="1859" y="2773"/>
                    <a:pt x="2836" y="2773"/>
                    <a:pt x="3151" y="2521"/>
                  </a:cubicBezTo>
                  <a:close/>
                  <a:moveTo>
                    <a:pt x="1733" y="1"/>
                  </a:moveTo>
                  <a:cubicBezTo>
                    <a:pt x="788" y="1"/>
                    <a:pt x="1" y="757"/>
                    <a:pt x="1" y="1702"/>
                  </a:cubicBezTo>
                  <a:lnTo>
                    <a:pt x="1" y="3088"/>
                  </a:lnTo>
                  <a:cubicBezTo>
                    <a:pt x="1" y="4412"/>
                    <a:pt x="1103" y="5483"/>
                    <a:pt x="2395" y="5483"/>
                  </a:cubicBezTo>
                  <a:cubicBezTo>
                    <a:pt x="3750" y="5483"/>
                    <a:pt x="4789" y="4380"/>
                    <a:pt x="4789" y="3088"/>
                  </a:cubicBezTo>
                  <a:lnTo>
                    <a:pt x="4789" y="1702"/>
                  </a:lnTo>
                  <a:cubicBezTo>
                    <a:pt x="4852" y="789"/>
                    <a:pt x="4065" y="1"/>
                    <a:pt x="31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31" name="Google Shape;2731;p46"/>
          <p:cNvGrpSpPr/>
          <p:nvPr/>
        </p:nvGrpSpPr>
        <p:grpSpPr>
          <a:xfrm>
            <a:off x="3331119" y="1989205"/>
            <a:ext cx="297708" cy="295344"/>
            <a:chOff x="-33676975" y="2275050"/>
            <a:chExt cx="295375" cy="293000"/>
          </a:xfrm>
        </p:grpSpPr>
        <p:sp>
          <p:nvSpPr>
            <p:cNvPr id="2732" name="Google Shape;2732;p46"/>
            <p:cNvSpPr/>
            <p:nvPr/>
          </p:nvSpPr>
          <p:spPr>
            <a:xfrm>
              <a:off x="-33502125" y="2309700"/>
              <a:ext cx="52800" cy="67750"/>
            </a:xfrm>
            <a:custGeom>
              <a:rect b="b" l="l" r="r" t="t"/>
              <a:pathLst>
                <a:path extrusionOk="0" h="2710" w="2112">
                  <a:moveTo>
                    <a:pt x="1040" y="0"/>
                  </a:moveTo>
                  <a:cubicBezTo>
                    <a:pt x="473" y="0"/>
                    <a:pt x="1" y="473"/>
                    <a:pt x="1" y="1040"/>
                  </a:cubicBezTo>
                  <a:cubicBezTo>
                    <a:pt x="1" y="1229"/>
                    <a:pt x="158" y="1387"/>
                    <a:pt x="379" y="1387"/>
                  </a:cubicBezTo>
                  <a:cubicBezTo>
                    <a:pt x="568" y="1387"/>
                    <a:pt x="725" y="1229"/>
                    <a:pt x="725" y="1040"/>
                  </a:cubicBezTo>
                  <a:cubicBezTo>
                    <a:pt x="725" y="820"/>
                    <a:pt x="883" y="662"/>
                    <a:pt x="1072" y="662"/>
                  </a:cubicBezTo>
                  <a:cubicBezTo>
                    <a:pt x="1261" y="662"/>
                    <a:pt x="1450" y="820"/>
                    <a:pt x="1450" y="1040"/>
                  </a:cubicBezTo>
                  <a:cubicBezTo>
                    <a:pt x="1450" y="1198"/>
                    <a:pt x="1355" y="1292"/>
                    <a:pt x="1198" y="1355"/>
                  </a:cubicBezTo>
                  <a:cubicBezTo>
                    <a:pt x="914" y="1418"/>
                    <a:pt x="725" y="1702"/>
                    <a:pt x="725" y="1985"/>
                  </a:cubicBezTo>
                  <a:lnTo>
                    <a:pt x="725" y="2363"/>
                  </a:lnTo>
                  <a:cubicBezTo>
                    <a:pt x="725" y="2552"/>
                    <a:pt x="883" y="2710"/>
                    <a:pt x="1072" y="2710"/>
                  </a:cubicBezTo>
                  <a:cubicBezTo>
                    <a:pt x="1292" y="2710"/>
                    <a:pt x="1450" y="2552"/>
                    <a:pt x="1450" y="2363"/>
                  </a:cubicBezTo>
                  <a:lnTo>
                    <a:pt x="1450" y="1985"/>
                  </a:lnTo>
                  <a:cubicBezTo>
                    <a:pt x="1828" y="1828"/>
                    <a:pt x="2111" y="1418"/>
                    <a:pt x="2111" y="977"/>
                  </a:cubicBezTo>
                  <a:cubicBezTo>
                    <a:pt x="2048" y="473"/>
                    <a:pt x="1576" y="0"/>
                    <a:pt x="10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3" name="Google Shape;2733;p46"/>
            <p:cNvSpPr/>
            <p:nvPr/>
          </p:nvSpPr>
          <p:spPr>
            <a:xfrm>
              <a:off x="-33484800" y="2395550"/>
              <a:ext cx="17350" cy="17350"/>
            </a:xfrm>
            <a:custGeom>
              <a:rect b="b" l="l" r="r" t="t"/>
              <a:pathLst>
                <a:path extrusionOk="0" h="694" w="694">
                  <a:moveTo>
                    <a:pt x="347" y="0"/>
                  </a:moveTo>
                  <a:cubicBezTo>
                    <a:pt x="158" y="0"/>
                    <a:pt x="1" y="158"/>
                    <a:pt x="1" y="347"/>
                  </a:cubicBezTo>
                  <a:cubicBezTo>
                    <a:pt x="1" y="536"/>
                    <a:pt x="158" y="694"/>
                    <a:pt x="347" y="694"/>
                  </a:cubicBezTo>
                  <a:cubicBezTo>
                    <a:pt x="536" y="694"/>
                    <a:pt x="694" y="536"/>
                    <a:pt x="694" y="347"/>
                  </a:cubicBezTo>
                  <a:cubicBezTo>
                    <a:pt x="662" y="158"/>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4" name="Google Shape;2734;p46"/>
            <p:cNvSpPr/>
            <p:nvPr/>
          </p:nvSpPr>
          <p:spPr>
            <a:xfrm>
              <a:off x="-33676975" y="2275050"/>
              <a:ext cx="295375" cy="293000"/>
            </a:xfrm>
            <a:custGeom>
              <a:rect b="b" l="l" r="r" t="t"/>
              <a:pathLst>
                <a:path extrusionOk="0" h="11720" w="11815">
                  <a:moveTo>
                    <a:pt x="8034" y="725"/>
                  </a:moveTo>
                  <a:cubicBezTo>
                    <a:pt x="9735" y="725"/>
                    <a:pt x="11090" y="2080"/>
                    <a:pt x="11090" y="3781"/>
                  </a:cubicBezTo>
                  <a:cubicBezTo>
                    <a:pt x="11090" y="5482"/>
                    <a:pt x="9735" y="6868"/>
                    <a:pt x="8034" y="6868"/>
                  </a:cubicBezTo>
                  <a:cubicBezTo>
                    <a:pt x="6333" y="6868"/>
                    <a:pt x="4947" y="5482"/>
                    <a:pt x="4947" y="3781"/>
                  </a:cubicBezTo>
                  <a:cubicBezTo>
                    <a:pt x="4947" y="2080"/>
                    <a:pt x="6333" y="725"/>
                    <a:pt x="8034" y="725"/>
                  </a:cubicBezTo>
                  <a:close/>
                  <a:moveTo>
                    <a:pt x="5104" y="6207"/>
                  </a:moveTo>
                  <a:cubicBezTo>
                    <a:pt x="5262" y="6364"/>
                    <a:pt x="5419" y="6553"/>
                    <a:pt x="5577" y="6679"/>
                  </a:cubicBezTo>
                  <a:lnTo>
                    <a:pt x="5325" y="6931"/>
                  </a:lnTo>
                  <a:cubicBezTo>
                    <a:pt x="5262" y="6994"/>
                    <a:pt x="5167" y="7026"/>
                    <a:pt x="5077" y="7026"/>
                  </a:cubicBezTo>
                  <a:cubicBezTo>
                    <a:pt x="4986" y="7026"/>
                    <a:pt x="4899" y="6994"/>
                    <a:pt x="4852" y="6931"/>
                  </a:cubicBezTo>
                  <a:cubicBezTo>
                    <a:pt x="4726" y="6805"/>
                    <a:pt x="4726" y="6585"/>
                    <a:pt x="4852" y="6459"/>
                  </a:cubicBezTo>
                  <a:lnTo>
                    <a:pt x="5104" y="6207"/>
                  </a:lnTo>
                  <a:close/>
                  <a:moveTo>
                    <a:pt x="3104" y="8380"/>
                  </a:moveTo>
                  <a:cubicBezTo>
                    <a:pt x="3190" y="8380"/>
                    <a:pt x="3277" y="8412"/>
                    <a:pt x="3340" y="8475"/>
                  </a:cubicBezTo>
                  <a:cubicBezTo>
                    <a:pt x="3466" y="8601"/>
                    <a:pt x="3466" y="8822"/>
                    <a:pt x="3340" y="8948"/>
                  </a:cubicBezTo>
                  <a:lnTo>
                    <a:pt x="1387" y="10932"/>
                  </a:lnTo>
                  <a:cubicBezTo>
                    <a:pt x="1324" y="10980"/>
                    <a:pt x="1229" y="11003"/>
                    <a:pt x="1139" y="11003"/>
                  </a:cubicBezTo>
                  <a:cubicBezTo>
                    <a:pt x="1048" y="11003"/>
                    <a:pt x="961" y="10980"/>
                    <a:pt x="914" y="10932"/>
                  </a:cubicBezTo>
                  <a:cubicBezTo>
                    <a:pt x="788" y="10806"/>
                    <a:pt x="788" y="10554"/>
                    <a:pt x="914" y="10460"/>
                  </a:cubicBezTo>
                  <a:lnTo>
                    <a:pt x="2867" y="8475"/>
                  </a:lnTo>
                  <a:cubicBezTo>
                    <a:pt x="2930" y="8412"/>
                    <a:pt x="3017" y="8380"/>
                    <a:pt x="3104" y="8380"/>
                  </a:cubicBezTo>
                  <a:close/>
                  <a:moveTo>
                    <a:pt x="8034" y="0"/>
                  </a:moveTo>
                  <a:cubicBezTo>
                    <a:pt x="5955" y="0"/>
                    <a:pt x="4285" y="1701"/>
                    <a:pt x="4285" y="3749"/>
                  </a:cubicBezTo>
                  <a:cubicBezTo>
                    <a:pt x="4285" y="4411"/>
                    <a:pt x="4443" y="5041"/>
                    <a:pt x="4758" y="5608"/>
                  </a:cubicBezTo>
                  <a:lnTo>
                    <a:pt x="4380" y="5986"/>
                  </a:lnTo>
                  <a:cubicBezTo>
                    <a:pt x="4065" y="6301"/>
                    <a:pt x="3970" y="6774"/>
                    <a:pt x="4159" y="7183"/>
                  </a:cubicBezTo>
                  <a:lnTo>
                    <a:pt x="3529" y="7813"/>
                  </a:lnTo>
                  <a:cubicBezTo>
                    <a:pt x="3387" y="7743"/>
                    <a:pt x="3232" y="7707"/>
                    <a:pt x="3077" y="7707"/>
                  </a:cubicBezTo>
                  <a:cubicBezTo>
                    <a:pt x="2819" y="7707"/>
                    <a:pt x="2560" y="7806"/>
                    <a:pt x="2363" y="8002"/>
                  </a:cubicBezTo>
                  <a:lnTo>
                    <a:pt x="378" y="9987"/>
                  </a:lnTo>
                  <a:cubicBezTo>
                    <a:pt x="0" y="10365"/>
                    <a:pt x="0" y="11027"/>
                    <a:pt x="378" y="11436"/>
                  </a:cubicBezTo>
                  <a:cubicBezTo>
                    <a:pt x="583" y="11625"/>
                    <a:pt x="851" y="11720"/>
                    <a:pt x="1119" y="11720"/>
                  </a:cubicBezTo>
                  <a:cubicBezTo>
                    <a:pt x="1387" y="11720"/>
                    <a:pt x="1654" y="11625"/>
                    <a:pt x="1859" y="11436"/>
                  </a:cubicBezTo>
                  <a:lnTo>
                    <a:pt x="3813" y="9452"/>
                  </a:lnTo>
                  <a:cubicBezTo>
                    <a:pt x="4128" y="9137"/>
                    <a:pt x="4222" y="8664"/>
                    <a:pt x="4002" y="8286"/>
                  </a:cubicBezTo>
                  <a:lnTo>
                    <a:pt x="4632" y="7656"/>
                  </a:lnTo>
                  <a:cubicBezTo>
                    <a:pt x="4782" y="7725"/>
                    <a:pt x="4940" y="7761"/>
                    <a:pt x="5097" y="7761"/>
                  </a:cubicBezTo>
                  <a:cubicBezTo>
                    <a:pt x="5367" y="7761"/>
                    <a:pt x="5629" y="7655"/>
                    <a:pt x="5829" y="7435"/>
                  </a:cubicBezTo>
                  <a:lnTo>
                    <a:pt x="6207" y="7057"/>
                  </a:lnTo>
                  <a:cubicBezTo>
                    <a:pt x="6774" y="7372"/>
                    <a:pt x="7404" y="7530"/>
                    <a:pt x="8066" y="7530"/>
                  </a:cubicBezTo>
                  <a:cubicBezTo>
                    <a:pt x="10145" y="7530"/>
                    <a:pt x="11815" y="5829"/>
                    <a:pt x="11815" y="3781"/>
                  </a:cubicBezTo>
                  <a:cubicBezTo>
                    <a:pt x="11815" y="1733"/>
                    <a:pt x="10082" y="0"/>
                    <a:pt x="803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35" name="Google Shape;2735;p46"/>
          <p:cNvGrpSpPr/>
          <p:nvPr/>
        </p:nvGrpSpPr>
        <p:grpSpPr>
          <a:xfrm>
            <a:off x="3333097" y="2426375"/>
            <a:ext cx="293752" cy="294966"/>
            <a:chOff x="-33673825" y="2634975"/>
            <a:chExt cx="291450" cy="292625"/>
          </a:xfrm>
        </p:grpSpPr>
        <p:sp>
          <p:nvSpPr>
            <p:cNvPr id="2736" name="Google Shape;2736;p46"/>
            <p:cNvSpPr/>
            <p:nvPr/>
          </p:nvSpPr>
          <p:spPr>
            <a:xfrm>
              <a:off x="-33673825" y="2634975"/>
              <a:ext cx="291450" cy="292625"/>
            </a:xfrm>
            <a:custGeom>
              <a:rect b="b" l="l" r="r" t="t"/>
              <a:pathLst>
                <a:path extrusionOk="0" h="11705" w="11658">
                  <a:moveTo>
                    <a:pt x="5829" y="662"/>
                  </a:moveTo>
                  <a:cubicBezTo>
                    <a:pt x="6459" y="662"/>
                    <a:pt x="7089" y="1261"/>
                    <a:pt x="7562" y="2238"/>
                  </a:cubicBezTo>
                  <a:cubicBezTo>
                    <a:pt x="7310" y="2364"/>
                    <a:pt x="7152" y="2553"/>
                    <a:pt x="7026" y="2773"/>
                  </a:cubicBezTo>
                  <a:cubicBezTo>
                    <a:pt x="6648" y="2742"/>
                    <a:pt x="6238" y="2710"/>
                    <a:pt x="5860" y="2710"/>
                  </a:cubicBezTo>
                  <a:cubicBezTo>
                    <a:pt x="5451" y="2710"/>
                    <a:pt x="5041" y="2742"/>
                    <a:pt x="4663" y="2773"/>
                  </a:cubicBezTo>
                  <a:cubicBezTo>
                    <a:pt x="4569" y="2553"/>
                    <a:pt x="4348" y="2364"/>
                    <a:pt x="4159" y="2238"/>
                  </a:cubicBezTo>
                  <a:cubicBezTo>
                    <a:pt x="4569" y="1261"/>
                    <a:pt x="5199" y="662"/>
                    <a:pt x="5829" y="662"/>
                  </a:cubicBezTo>
                  <a:close/>
                  <a:moveTo>
                    <a:pt x="3403" y="2742"/>
                  </a:moveTo>
                  <a:cubicBezTo>
                    <a:pt x="3813" y="2742"/>
                    <a:pt x="4096" y="3057"/>
                    <a:pt x="4096" y="3403"/>
                  </a:cubicBezTo>
                  <a:cubicBezTo>
                    <a:pt x="4096" y="3750"/>
                    <a:pt x="3781" y="4097"/>
                    <a:pt x="3403" y="4097"/>
                  </a:cubicBezTo>
                  <a:cubicBezTo>
                    <a:pt x="3025" y="4097"/>
                    <a:pt x="2741" y="3750"/>
                    <a:pt x="2741" y="3403"/>
                  </a:cubicBezTo>
                  <a:cubicBezTo>
                    <a:pt x="2741" y="3057"/>
                    <a:pt x="3025" y="2742"/>
                    <a:pt x="3403" y="2742"/>
                  </a:cubicBezTo>
                  <a:close/>
                  <a:moveTo>
                    <a:pt x="7562" y="946"/>
                  </a:moveTo>
                  <a:cubicBezTo>
                    <a:pt x="9011" y="1482"/>
                    <a:pt x="10145" y="2616"/>
                    <a:pt x="10649" y="4097"/>
                  </a:cubicBezTo>
                  <a:cubicBezTo>
                    <a:pt x="10334" y="3844"/>
                    <a:pt x="9988" y="3655"/>
                    <a:pt x="9609" y="3466"/>
                  </a:cubicBezTo>
                  <a:lnTo>
                    <a:pt x="9609" y="3403"/>
                  </a:lnTo>
                  <a:cubicBezTo>
                    <a:pt x="9609" y="2679"/>
                    <a:pt x="8979" y="2049"/>
                    <a:pt x="8223" y="2049"/>
                  </a:cubicBezTo>
                  <a:lnTo>
                    <a:pt x="8192" y="2049"/>
                  </a:lnTo>
                  <a:cubicBezTo>
                    <a:pt x="7971" y="1608"/>
                    <a:pt x="7782" y="1261"/>
                    <a:pt x="7562" y="946"/>
                  </a:cubicBezTo>
                  <a:close/>
                  <a:moveTo>
                    <a:pt x="4096" y="978"/>
                  </a:moveTo>
                  <a:lnTo>
                    <a:pt x="4096" y="978"/>
                  </a:lnTo>
                  <a:cubicBezTo>
                    <a:pt x="3844" y="1293"/>
                    <a:pt x="3624" y="1639"/>
                    <a:pt x="3466" y="2080"/>
                  </a:cubicBezTo>
                  <a:lnTo>
                    <a:pt x="3403" y="2080"/>
                  </a:lnTo>
                  <a:cubicBezTo>
                    <a:pt x="2678" y="2080"/>
                    <a:pt x="2048" y="2710"/>
                    <a:pt x="2048" y="3466"/>
                  </a:cubicBezTo>
                  <a:lnTo>
                    <a:pt x="2048" y="3498"/>
                  </a:lnTo>
                  <a:cubicBezTo>
                    <a:pt x="1639" y="3687"/>
                    <a:pt x="1292" y="3876"/>
                    <a:pt x="977" y="4128"/>
                  </a:cubicBezTo>
                  <a:cubicBezTo>
                    <a:pt x="1481" y="2616"/>
                    <a:pt x="2615" y="1482"/>
                    <a:pt x="4096" y="978"/>
                  </a:cubicBezTo>
                  <a:close/>
                  <a:moveTo>
                    <a:pt x="8223" y="2773"/>
                  </a:moveTo>
                  <a:cubicBezTo>
                    <a:pt x="8601" y="2773"/>
                    <a:pt x="8885" y="3088"/>
                    <a:pt x="8885" y="3466"/>
                  </a:cubicBezTo>
                  <a:cubicBezTo>
                    <a:pt x="8885" y="3813"/>
                    <a:pt x="8601" y="4128"/>
                    <a:pt x="8223" y="4128"/>
                  </a:cubicBezTo>
                  <a:cubicBezTo>
                    <a:pt x="7814" y="4128"/>
                    <a:pt x="7562" y="3813"/>
                    <a:pt x="7562" y="3466"/>
                  </a:cubicBezTo>
                  <a:cubicBezTo>
                    <a:pt x="7562" y="3088"/>
                    <a:pt x="7877" y="2773"/>
                    <a:pt x="8223" y="2773"/>
                  </a:cubicBezTo>
                  <a:close/>
                  <a:moveTo>
                    <a:pt x="9452" y="4160"/>
                  </a:moveTo>
                  <a:cubicBezTo>
                    <a:pt x="10429" y="4632"/>
                    <a:pt x="11027" y="5262"/>
                    <a:pt x="11027" y="5892"/>
                  </a:cubicBezTo>
                  <a:cubicBezTo>
                    <a:pt x="10964" y="5924"/>
                    <a:pt x="10933" y="6050"/>
                    <a:pt x="10933" y="6176"/>
                  </a:cubicBezTo>
                  <a:cubicBezTo>
                    <a:pt x="10492" y="5735"/>
                    <a:pt x="9925" y="5514"/>
                    <a:pt x="9294" y="5514"/>
                  </a:cubicBezTo>
                  <a:cubicBezTo>
                    <a:pt x="9168" y="5514"/>
                    <a:pt x="9042" y="5514"/>
                    <a:pt x="8916" y="5546"/>
                  </a:cubicBezTo>
                  <a:cubicBezTo>
                    <a:pt x="8916" y="5231"/>
                    <a:pt x="8885" y="4947"/>
                    <a:pt x="8885" y="4664"/>
                  </a:cubicBezTo>
                  <a:cubicBezTo>
                    <a:pt x="9137" y="4569"/>
                    <a:pt x="9326" y="4349"/>
                    <a:pt x="9452" y="4160"/>
                  </a:cubicBezTo>
                  <a:close/>
                  <a:moveTo>
                    <a:pt x="2237" y="4097"/>
                  </a:moveTo>
                  <a:cubicBezTo>
                    <a:pt x="2363" y="4349"/>
                    <a:pt x="2552" y="4506"/>
                    <a:pt x="2773" y="4632"/>
                  </a:cubicBezTo>
                  <a:cubicBezTo>
                    <a:pt x="2741" y="5042"/>
                    <a:pt x="2710" y="5420"/>
                    <a:pt x="2710" y="5829"/>
                  </a:cubicBezTo>
                  <a:cubicBezTo>
                    <a:pt x="2710" y="6207"/>
                    <a:pt x="2741" y="6617"/>
                    <a:pt x="2773" y="6995"/>
                  </a:cubicBezTo>
                  <a:cubicBezTo>
                    <a:pt x="2552" y="7121"/>
                    <a:pt x="2363" y="7310"/>
                    <a:pt x="2237" y="7499"/>
                  </a:cubicBezTo>
                  <a:cubicBezTo>
                    <a:pt x="1261" y="7026"/>
                    <a:pt x="662" y="6459"/>
                    <a:pt x="662" y="5829"/>
                  </a:cubicBezTo>
                  <a:cubicBezTo>
                    <a:pt x="662" y="5199"/>
                    <a:pt x="1261" y="4569"/>
                    <a:pt x="2237" y="4097"/>
                  </a:cubicBezTo>
                  <a:close/>
                  <a:moveTo>
                    <a:pt x="5829" y="3466"/>
                  </a:moveTo>
                  <a:cubicBezTo>
                    <a:pt x="6175" y="3466"/>
                    <a:pt x="6522" y="3466"/>
                    <a:pt x="6869" y="3498"/>
                  </a:cubicBezTo>
                  <a:cubicBezTo>
                    <a:pt x="6932" y="4191"/>
                    <a:pt x="7467" y="4790"/>
                    <a:pt x="8192" y="4790"/>
                  </a:cubicBezTo>
                  <a:cubicBezTo>
                    <a:pt x="8223" y="5105"/>
                    <a:pt x="8223" y="5420"/>
                    <a:pt x="8223" y="5735"/>
                  </a:cubicBezTo>
                  <a:cubicBezTo>
                    <a:pt x="7436" y="6144"/>
                    <a:pt x="6869" y="6963"/>
                    <a:pt x="6869" y="7909"/>
                  </a:cubicBezTo>
                  <a:lnTo>
                    <a:pt x="6869" y="8192"/>
                  </a:lnTo>
                  <a:cubicBezTo>
                    <a:pt x="6522" y="8224"/>
                    <a:pt x="6175" y="8224"/>
                    <a:pt x="5829" y="8224"/>
                  </a:cubicBezTo>
                  <a:cubicBezTo>
                    <a:pt x="5451" y="8224"/>
                    <a:pt x="5104" y="8224"/>
                    <a:pt x="4758" y="8192"/>
                  </a:cubicBezTo>
                  <a:cubicBezTo>
                    <a:pt x="4726" y="7468"/>
                    <a:pt x="4159" y="6869"/>
                    <a:pt x="3466" y="6869"/>
                  </a:cubicBezTo>
                  <a:cubicBezTo>
                    <a:pt x="3403" y="6522"/>
                    <a:pt x="3403" y="6207"/>
                    <a:pt x="3403" y="5861"/>
                  </a:cubicBezTo>
                  <a:cubicBezTo>
                    <a:pt x="3403" y="5483"/>
                    <a:pt x="3403" y="5136"/>
                    <a:pt x="3466" y="4790"/>
                  </a:cubicBezTo>
                  <a:cubicBezTo>
                    <a:pt x="4159" y="4758"/>
                    <a:pt x="4758" y="4191"/>
                    <a:pt x="4758" y="3498"/>
                  </a:cubicBezTo>
                  <a:cubicBezTo>
                    <a:pt x="5104" y="3466"/>
                    <a:pt x="5482" y="3466"/>
                    <a:pt x="5829" y="3466"/>
                  </a:cubicBezTo>
                  <a:close/>
                  <a:moveTo>
                    <a:pt x="3403" y="7562"/>
                  </a:moveTo>
                  <a:cubicBezTo>
                    <a:pt x="3813" y="7562"/>
                    <a:pt x="4096" y="7877"/>
                    <a:pt x="4096" y="8224"/>
                  </a:cubicBezTo>
                  <a:cubicBezTo>
                    <a:pt x="4096" y="8570"/>
                    <a:pt x="3781" y="8885"/>
                    <a:pt x="3403" y="8885"/>
                  </a:cubicBezTo>
                  <a:cubicBezTo>
                    <a:pt x="3025" y="8885"/>
                    <a:pt x="2741" y="8570"/>
                    <a:pt x="2741" y="8224"/>
                  </a:cubicBezTo>
                  <a:cubicBezTo>
                    <a:pt x="2741" y="7877"/>
                    <a:pt x="3025" y="7562"/>
                    <a:pt x="3403" y="7562"/>
                  </a:cubicBezTo>
                  <a:close/>
                  <a:moveTo>
                    <a:pt x="7940" y="10114"/>
                  </a:moveTo>
                  <a:lnTo>
                    <a:pt x="8192" y="10429"/>
                  </a:lnTo>
                  <a:lnTo>
                    <a:pt x="7593" y="10650"/>
                  </a:lnTo>
                  <a:cubicBezTo>
                    <a:pt x="7719" y="10492"/>
                    <a:pt x="7814" y="10303"/>
                    <a:pt x="7940" y="10114"/>
                  </a:cubicBezTo>
                  <a:close/>
                  <a:moveTo>
                    <a:pt x="977" y="7594"/>
                  </a:moveTo>
                  <a:cubicBezTo>
                    <a:pt x="1261" y="7814"/>
                    <a:pt x="1639" y="8035"/>
                    <a:pt x="2048" y="8224"/>
                  </a:cubicBezTo>
                  <a:lnTo>
                    <a:pt x="2048" y="8255"/>
                  </a:lnTo>
                  <a:cubicBezTo>
                    <a:pt x="2048" y="9011"/>
                    <a:pt x="2678" y="9641"/>
                    <a:pt x="3403" y="9641"/>
                  </a:cubicBezTo>
                  <a:lnTo>
                    <a:pt x="3466" y="9641"/>
                  </a:lnTo>
                  <a:cubicBezTo>
                    <a:pt x="3655" y="10019"/>
                    <a:pt x="3844" y="10397"/>
                    <a:pt x="4096" y="10681"/>
                  </a:cubicBezTo>
                  <a:cubicBezTo>
                    <a:pt x="2615" y="10145"/>
                    <a:pt x="1481" y="9011"/>
                    <a:pt x="977" y="7594"/>
                  </a:cubicBezTo>
                  <a:close/>
                  <a:moveTo>
                    <a:pt x="9294" y="6207"/>
                  </a:moveTo>
                  <a:cubicBezTo>
                    <a:pt x="10240" y="6207"/>
                    <a:pt x="10964" y="6963"/>
                    <a:pt x="10964" y="7909"/>
                  </a:cubicBezTo>
                  <a:cubicBezTo>
                    <a:pt x="10964" y="8192"/>
                    <a:pt x="10901" y="8413"/>
                    <a:pt x="10807" y="8665"/>
                  </a:cubicBezTo>
                  <a:cubicBezTo>
                    <a:pt x="10744" y="8759"/>
                    <a:pt x="10177" y="9484"/>
                    <a:pt x="9294" y="10744"/>
                  </a:cubicBezTo>
                  <a:lnTo>
                    <a:pt x="8979" y="10303"/>
                  </a:lnTo>
                  <a:cubicBezTo>
                    <a:pt x="8018" y="9071"/>
                    <a:pt x="8059" y="9043"/>
                    <a:pt x="8038" y="9043"/>
                  </a:cubicBezTo>
                  <a:lnTo>
                    <a:pt x="8038" y="9043"/>
                  </a:lnTo>
                  <a:cubicBezTo>
                    <a:pt x="8037" y="9043"/>
                    <a:pt x="8036" y="9043"/>
                    <a:pt x="8034" y="9043"/>
                  </a:cubicBezTo>
                  <a:cubicBezTo>
                    <a:pt x="7751" y="8728"/>
                    <a:pt x="7593" y="8350"/>
                    <a:pt x="7593" y="7909"/>
                  </a:cubicBezTo>
                  <a:cubicBezTo>
                    <a:pt x="7593" y="6963"/>
                    <a:pt x="8349" y="6207"/>
                    <a:pt x="9294" y="6207"/>
                  </a:cubicBezTo>
                  <a:close/>
                  <a:moveTo>
                    <a:pt x="7026" y="8854"/>
                  </a:moveTo>
                  <a:cubicBezTo>
                    <a:pt x="7152" y="9074"/>
                    <a:pt x="7278" y="9326"/>
                    <a:pt x="7467" y="9515"/>
                  </a:cubicBezTo>
                  <a:cubicBezTo>
                    <a:pt x="7026" y="10429"/>
                    <a:pt x="6459" y="10965"/>
                    <a:pt x="5829" y="10965"/>
                  </a:cubicBezTo>
                  <a:cubicBezTo>
                    <a:pt x="5199" y="10965"/>
                    <a:pt x="4569" y="10397"/>
                    <a:pt x="4096" y="9389"/>
                  </a:cubicBezTo>
                  <a:cubicBezTo>
                    <a:pt x="4317" y="9295"/>
                    <a:pt x="4474" y="9074"/>
                    <a:pt x="4600" y="8854"/>
                  </a:cubicBezTo>
                  <a:cubicBezTo>
                    <a:pt x="4978" y="8885"/>
                    <a:pt x="5388" y="8917"/>
                    <a:pt x="5766" y="8917"/>
                  </a:cubicBezTo>
                  <a:cubicBezTo>
                    <a:pt x="6207" y="8917"/>
                    <a:pt x="6616" y="8885"/>
                    <a:pt x="7026" y="8854"/>
                  </a:cubicBezTo>
                  <a:close/>
                  <a:moveTo>
                    <a:pt x="5829" y="1"/>
                  </a:moveTo>
                  <a:cubicBezTo>
                    <a:pt x="2584" y="1"/>
                    <a:pt x="0" y="2616"/>
                    <a:pt x="0" y="5861"/>
                  </a:cubicBezTo>
                  <a:cubicBezTo>
                    <a:pt x="0" y="9043"/>
                    <a:pt x="2584" y="11689"/>
                    <a:pt x="5829" y="11689"/>
                  </a:cubicBezTo>
                  <a:cubicBezTo>
                    <a:pt x="6806" y="11689"/>
                    <a:pt x="7751" y="11437"/>
                    <a:pt x="8570" y="11028"/>
                  </a:cubicBezTo>
                  <a:lnTo>
                    <a:pt x="8979" y="11563"/>
                  </a:lnTo>
                  <a:cubicBezTo>
                    <a:pt x="9042" y="11658"/>
                    <a:pt x="9145" y="11705"/>
                    <a:pt x="9247" y="11705"/>
                  </a:cubicBezTo>
                  <a:cubicBezTo>
                    <a:pt x="9350" y="11705"/>
                    <a:pt x="9452" y="11658"/>
                    <a:pt x="9515" y="11563"/>
                  </a:cubicBezTo>
                  <a:cubicBezTo>
                    <a:pt x="9515" y="11563"/>
                    <a:pt x="11279" y="9169"/>
                    <a:pt x="11405" y="8980"/>
                  </a:cubicBezTo>
                  <a:cubicBezTo>
                    <a:pt x="11563" y="8665"/>
                    <a:pt x="11657" y="8287"/>
                    <a:pt x="11657" y="7940"/>
                  </a:cubicBezTo>
                  <a:cubicBezTo>
                    <a:pt x="11657" y="7657"/>
                    <a:pt x="11626" y="7405"/>
                    <a:pt x="11531" y="7152"/>
                  </a:cubicBezTo>
                  <a:cubicBezTo>
                    <a:pt x="11594" y="6774"/>
                    <a:pt x="11657" y="6333"/>
                    <a:pt x="11657" y="5892"/>
                  </a:cubicBezTo>
                  <a:cubicBezTo>
                    <a:pt x="11657" y="2616"/>
                    <a:pt x="9042" y="1"/>
                    <a:pt x="582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7" name="Google Shape;2737;p46"/>
            <p:cNvSpPr/>
            <p:nvPr/>
          </p:nvSpPr>
          <p:spPr>
            <a:xfrm>
              <a:off x="-33467475" y="2806675"/>
              <a:ext cx="51225" cy="51225"/>
            </a:xfrm>
            <a:custGeom>
              <a:rect b="b" l="l" r="r" t="t"/>
              <a:pathLst>
                <a:path extrusionOk="0" h="2049" w="2049">
                  <a:moveTo>
                    <a:pt x="1040" y="631"/>
                  </a:moveTo>
                  <a:cubicBezTo>
                    <a:pt x="1229" y="631"/>
                    <a:pt x="1387" y="789"/>
                    <a:pt x="1387" y="1009"/>
                  </a:cubicBezTo>
                  <a:cubicBezTo>
                    <a:pt x="1387" y="1198"/>
                    <a:pt x="1198" y="1356"/>
                    <a:pt x="1040" y="1356"/>
                  </a:cubicBezTo>
                  <a:cubicBezTo>
                    <a:pt x="820" y="1356"/>
                    <a:pt x="662" y="1198"/>
                    <a:pt x="662" y="1009"/>
                  </a:cubicBezTo>
                  <a:cubicBezTo>
                    <a:pt x="662" y="789"/>
                    <a:pt x="820" y="631"/>
                    <a:pt x="1040" y="631"/>
                  </a:cubicBezTo>
                  <a:close/>
                  <a:moveTo>
                    <a:pt x="1040" y="1"/>
                  </a:moveTo>
                  <a:cubicBezTo>
                    <a:pt x="473" y="1"/>
                    <a:pt x="1" y="474"/>
                    <a:pt x="1" y="1041"/>
                  </a:cubicBezTo>
                  <a:cubicBezTo>
                    <a:pt x="1" y="1576"/>
                    <a:pt x="473" y="2049"/>
                    <a:pt x="1040" y="2049"/>
                  </a:cubicBezTo>
                  <a:cubicBezTo>
                    <a:pt x="1576" y="2049"/>
                    <a:pt x="2049" y="1576"/>
                    <a:pt x="2049" y="1041"/>
                  </a:cubicBezTo>
                  <a:cubicBezTo>
                    <a:pt x="2049" y="442"/>
                    <a:pt x="1576" y="1"/>
                    <a:pt x="10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38" name="Google Shape;2738;p46"/>
          <p:cNvGrpSpPr/>
          <p:nvPr/>
        </p:nvGrpSpPr>
        <p:grpSpPr>
          <a:xfrm>
            <a:off x="2032817" y="2863582"/>
            <a:ext cx="273897" cy="293832"/>
            <a:chOff x="-31874100" y="1939525"/>
            <a:chExt cx="271750" cy="291500"/>
          </a:xfrm>
        </p:grpSpPr>
        <p:sp>
          <p:nvSpPr>
            <p:cNvPr id="2739" name="Google Shape;2739;p46"/>
            <p:cNvSpPr/>
            <p:nvPr/>
          </p:nvSpPr>
          <p:spPr>
            <a:xfrm>
              <a:off x="-31874100" y="2132475"/>
              <a:ext cx="271750" cy="98550"/>
            </a:xfrm>
            <a:custGeom>
              <a:rect b="b" l="l" r="r" t="t"/>
              <a:pathLst>
                <a:path extrusionOk="0" h="3942" w="10870">
                  <a:moveTo>
                    <a:pt x="2080" y="1135"/>
                  </a:moveTo>
                  <a:lnTo>
                    <a:pt x="2300" y="1576"/>
                  </a:lnTo>
                  <a:cubicBezTo>
                    <a:pt x="2363" y="1702"/>
                    <a:pt x="2458" y="1734"/>
                    <a:pt x="2584" y="1765"/>
                  </a:cubicBezTo>
                  <a:lnTo>
                    <a:pt x="3056" y="1860"/>
                  </a:lnTo>
                  <a:lnTo>
                    <a:pt x="2710" y="2206"/>
                  </a:lnTo>
                  <a:cubicBezTo>
                    <a:pt x="2615" y="2269"/>
                    <a:pt x="2584" y="2395"/>
                    <a:pt x="2615" y="2521"/>
                  </a:cubicBezTo>
                  <a:lnTo>
                    <a:pt x="2710" y="2994"/>
                  </a:lnTo>
                  <a:lnTo>
                    <a:pt x="2269" y="2773"/>
                  </a:lnTo>
                  <a:cubicBezTo>
                    <a:pt x="2237" y="2710"/>
                    <a:pt x="2143" y="2710"/>
                    <a:pt x="2111" y="2710"/>
                  </a:cubicBezTo>
                  <a:cubicBezTo>
                    <a:pt x="2080" y="2710"/>
                    <a:pt x="1985" y="2710"/>
                    <a:pt x="1954" y="2773"/>
                  </a:cubicBezTo>
                  <a:lnTo>
                    <a:pt x="1513" y="2994"/>
                  </a:lnTo>
                  <a:lnTo>
                    <a:pt x="1607" y="2521"/>
                  </a:lnTo>
                  <a:cubicBezTo>
                    <a:pt x="1607" y="2395"/>
                    <a:pt x="1607" y="2301"/>
                    <a:pt x="1513" y="2206"/>
                  </a:cubicBezTo>
                  <a:lnTo>
                    <a:pt x="1166" y="1860"/>
                  </a:lnTo>
                  <a:lnTo>
                    <a:pt x="1639" y="1765"/>
                  </a:lnTo>
                  <a:cubicBezTo>
                    <a:pt x="1670" y="1765"/>
                    <a:pt x="1796" y="1702"/>
                    <a:pt x="1828" y="1576"/>
                  </a:cubicBezTo>
                  <a:lnTo>
                    <a:pt x="2080" y="1135"/>
                  </a:lnTo>
                  <a:close/>
                  <a:moveTo>
                    <a:pt x="5514" y="1135"/>
                  </a:moveTo>
                  <a:lnTo>
                    <a:pt x="5734" y="1576"/>
                  </a:lnTo>
                  <a:cubicBezTo>
                    <a:pt x="5766" y="1702"/>
                    <a:pt x="5892" y="1734"/>
                    <a:pt x="6018" y="1765"/>
                  </a:cubicBezTo>
                  <a:lnTo>
                    <a:pt x="6490" y="1860"/>
                  </a:lnTo>
                  <a:lnTo>
                    <a:pt x="6144" y="2206"/>
                  </a:lnTo>
                  <a:cubicBezTo>
                    <a:pt x="6049" y="2269"/>
                    <a:pt x="6018" y="2395"/>
                    <a:pt x="6049" y="2521"/>
                  </a:cubicBezTo>
                  <a:lnTo>
                    <a:pt x="6144" y="2994"/>
                  </a:lnTo>
                  <a:lnTo>
                    <a:pt x="5703" y="2773"/>
                  </a:lnTo>
                  <a:cubicBezTo>
                    <a:pt x="5671" y="2710"/>
                    <a:pt x="5577" y="2710"/>
                    <a:pt x="5545" y="2710"/>
                  </a:cubicBezTo>
                  <a:cubicBezTo>
                    <a:pt x="5514" y="2710"/>
                    <a:pt x="5419" y="2710"/>
                    <a:pt x="5388" y="2773"/>
                  </a:cubicBezTo>
                  <a:lnTo>
                    <a:pt x="4947" y="2994"/>
                  </a:lnTo>
                  <a:lnTo>
                    <a:pt x="5041" y="2521"/>
                  </a:lnTo>
                  <a:cubicBezTo>
                    <a:pt x="5041" y="2395"/>
                    <a:pt x="5041" y="2301"/>
                    <a:pt x="4947" y="2206"/>
                  </a:cubicBezTo>
                  <a:lnTo>
                    <a:pt x="4600" y="1860"/>
                  </a:lnTo>
                  <a:lnTo>
                    <a:pt x="4978" y="1765"/>
                  </a:lnTo>
                  <a:cubicBezTo>
                    <a:pt x="5104" y="1765"/>
                    <a:pt x="5199" y="1702"/>
                    <a:pt x="5262" y="1576"/>
                  </a:cubicBezTo>
                  <a:lnTo>
                    <a:pt x="5514" y="1135"/>
                  </a:lnTo>
                  <a:close/>
                  <a:moveTo>
                    <a:pt x="8916" y="1135"/>
                  </a:moveTo>
                  <a:lnTo>
                    <a:pt x="9168" y="1576"/>
                  </a:lnTo>
                  <a:cubicBezTo>
                    <a:pt x="9200" y="1702"/>
                    <a:pt x="9326" y="1734"/>
                    <a:pt x="9452" y="1765"/>
                  </a:cubicBezTo>
                  <a:lnTo>
                    <a:pt x="9924" y="1860"/>
                  </a:lnTo>
                  <a:lnTo>
                    <a:pt x="9546" y="2206"/>
                  </a:lnTo>
                  <a:cubicBezTo>
                    <a:pt x="9483" y="2269"/>
                    <a:pt x="9452" y="2395"/>
                    <a:pt x="9483" y="2521"/>
                  </a:cubicBezTo>
                  <a:lnTo>
                    <a:pt x="9546" y="2994"/>
                  </a:lnTo>
                  <a:lnTo>
                    <a:pt x="9137" y="2773"/>
                  </a:lnTo>
                  <a:cubicBezTo>
                    <a:pt x="9074" y="2710"/>
                    <a:pt x="9011" y="2710"/>
                    <a:pt x="8979" y="2710"/>
                  </a:cubicBezTo>
                  <a:cubicBezTo>
                    <a:pt x="8916" y="2710"/>
                    <a:pt x="8853" y="2710"/>
                    <a:pt x="8822" y="2773"/>
                  </a:cubicBezTo>
                  <a:lnTo>
                    <a:pt x="8381" y="2994"/>
                  </a:lnTo>
                  <a:lnTo>
                    <a:pt x="8444" y="2521"/>
                  </a:lnTo>
                  <a:cubicBezTo>
                    <a:pt x="8444" y="2395"/>
                    <a:pt x="8444" y="2301"/>
                    <a:pt x="8381" y="2206"/>
                  </a:cubicBezTo>
                  <a:lnTo>
                    <a:pt x="8034" y="1860"/>
                  </a:lnTo>
                  <a:lnTo>
                    <a:pt x="8412" y="1765"/>
                  </a:lnTo>
                  <a:cubicBezTo>
                    <a:pt x="8538" y="1765"/>
                    <a:pt x="8601" y="1702"/>
                    <a:pt x="8696" y="1576"/>
                  </a:cubicBezTo>
                  <a:lnTo>
                    <a:pt x="8916" y="1135"/>
                  </a:lnTo>
                  <a:close/>
                  <a:moveTo>
                    <a:pt x="2048" y="1"/>
                  </a:moveTo>
                  <a:cubicBezTo>
                    <a:pt x="1922" y="1"/>
                    <a:pt x="1796" y="64"/>
                    <a:pt x="1733" y="190"/>
                  </a:cubicBezTo>
                  <a:lnTo>
                    <a:pt x="1292" y="1104"/>
                  </a:lnTo>
                  <a:lnTo>
                    <a:pt x="315" y="1261"/>
                  </a:lnTo>
                  <a:cubicBezTo>
                    <a:pt x="189" y="1261"/>
                    <a:pt x="63" y="1387"/>
                    <a:pt x="32" y="1482"/>
                  </a:cubicBezTo>
                  <a:cubicBezTo>
                    <a:pt x="0" y="1608"/>
                    <a:pt x="32" y="1765"/>
                    <a:pt x="95" y="1860"/>
                  </a:cubicBezTo>
                  <a:lnTo>
                    <a:pt x="819" y="2553"/>
                  </a:lnTo>
                  <a:lnTo>
                    <a:pt x="662" y="3561"/>
                  </a:lnTo>
                  <a:cubicBezTo>
                    <a:pt x="630" y="3655"/>
                    <a:pt x="693" y="3813"/>
                    <a:pt x="788" y="3876"/>
                  </a:cubicBezTo>
                  <a:cubicBezTo>
                    <a:pt x="862" y="3913"/>
                    <a:pt x="925" y="3928"/>
                    <a:pt x="990" y="3928"/>
                  </a:cubicBezTo>
                  <a:cubicBezTo>
                    <a:pt x="1035" y="3928"/>
                    <a:pt x="1082" y="3920"/>
                    <a:pt x="1134" y="3907"/>
                  </a:cubicBezTo>
                  <a:lnTo>
                    <a:pt x="2048" y="3435"/>
                  </a:lnTo>
                  <a:lnTo>
                    <a:pt x="2962" y="3907"/>
                  </a:lnTo>
                  <a:cubicBezTo>
                    <a:pt x="2998" y="3931"/>
                    <a:pt x="3039" y="3942"/>
                    <a:pt x="3082" y="3942"/>
                  </a:cubicBezTo>
                  <a:cubicBezTo>
                    <a:pt x="3153" y="3942"/>
                    <a:pt x="3230" y="3915"/>
                    <a:pt x="3308" y="3876"/>
                  </a:cubicBezTo>
                  <a:cubicBezTo>
                    <a:pt x="3434" y="3781"/>
                    <a:pt x="3466" y="3655"/>
                    <a:pt x="3434" y="3561"/>
                  </a:cubicBezTo>
                  <a:lnTo>
                    <a:pt x="3277" y="2553"/>
                  </a:lnTo>
                  <a:lnTo>
                    <a:pt x="3749" y="2080"/>
                  </a:lnTo>
                  <a:lnTo>
                    <a:pt x="4222" y="2553"/>
                  </a:lnTo>
                  <a:lnTo>
                    <a:pt x="4064" y="3561"/>
                  </a:lnTo>
                  <a:cubicBezTo>
                    <a:pt x="4001" y="3655"/>
                    <a:pt x="4096" y="3813"/>
                    <a:pt x="4159" y="3876"/>
                  </a:cubicBezTo>
                  <a:cubicBezTo>
                    <a:pt x="4233" y="3913"/>
                    <a:pt x="4307" y="3928"/>
                    <a:pt x="4380" y="3928"/>
                  </a:cubicBezTo>
                  <a:cubicBezTo>
                    <a:pt x="4433" y="3928"/>
                    <a:pt x="4485" y="3920"/>
                    <a:pt x="4537" y="3907"/>
                  </a:cubicBezTo>
                  <a:lnTo>
                    <a:pt x="5419" y="3435"/>
                  </a:lnTo>
                  <a:lnTo>
                    <a:pt x="6333" y="3907"/>
                  </a:lnTo>
                  <a:cubicBezTo>
                    <a:pt x="6381" y="3931"/>
                    <a:pt x="6429" y="3942"/>
                    <a:pt x="6475" y="3942"/>
                  </a:cubicBezTo>
                  <a:cubicBezTo>
                    <a:pt x="6550" y="3942"/>
                    <a:pt x="6621" y="3915"/>
                    <a:pt x="6679" y="3876"/>
                  </a:cubicBezTo>
                  <a:cubicBezTo>
                    <a:pt x="6805" y="3781"/>
                    <a:pt x="6837" y="3655"/>
                    <a:pt x="6805" y="3561"/>
                  </a:cubicBezTo>
                  <a:lnTo>
                    <a:pt x="6648" y="2553"/>
                  </a:lnTo>
                  <a:lnTo>
                    <a:pt x="7120" y="2080"/>
                  </a:lnTo>
                  <a:lnTo>
                    <a:pt x="7593" y="2553"/>
                  </a:lnTo>
                  <a:lnTo>
                    <a:pt x="7435" y="3561"/>
                  </a:lnTo>
                  <a:cubicBezTo>
                    <a:pt x="7404" y="3655"/>
                    <a:pt x="7467" y="3813"/>
                    <a:pt x="7561" y="3876"/>
                  </a:cubicBezTo>
                  <a:cubicBezTo>
                    <a:pt x="7635" y="3913"/>
                    <a:pt x="7698" y="3928"/>
                    <a:pt x="7763" y="3928"/>
                  </a:cubicBezTo>
                  <a:cubicBezTo>
                    <a:pt x="7809" y="3928"/>
                    <a:pt x="7856" y="3920"/>
                    <a:pt x="7908" y="3907"/>
                  </a:cubicBezTo>
                  <a:lnTo>
                    <a:pt x="8822" y="3435"/>
                  </a:lnTo>
                  <a:lnTo>
                    <a:pt x="9735" y="3907"/>
                  </a:lnTo>
                  <a:cubicBezTo>
                    <a:pt x="9771" y="3931"/>
                    <a:pt x="9812" y="3942"/>
                    <a:pt x="9856" y="3942"/>
                  </a:cubicBezTo>
                  <a:cubicBezTo>
                    <a:pt x="9926" y="3942"/>
                    <a:pt x="10004" y="3915"/>
                    <a:pt x="10082" y="3876"/>
                  </a:cubicBezTo>
                  <a:cubicBezTo>
                    <a:pt x="10208" y="3781"/>
                    <a:pt x="10239" y="3655"/>
                    <a:pt x="10208" y="3561"/>
                  </a:cubicBezTo>
                  <a:lnTo>
                    <a:pt x="10050" y="2553"/>
                  </a:lnTo>
                  <a:lnTo>
                    <a:pt x="10743" y="1860"/>
                  </a:lnTo>
                  <a:cubicBezTo>
                    <a:pt x="10838" y="1765"/>
                    <a:pt x="10869" y="1608"/>
                    <a:pt x="10838" y="1482"/>
                  </a:cubicBezTo>
                  <a:cubicBezTo>
                    <a:pt x="10775" y="1387"/>
                    <a:pt x="10680" y="1293"/>
                    <a:pt x="10554" y="1261"/>
                  </a:cubicBezTo>
                  <a:lnTo>
                    <a:pt x="9578" y="1104"/>
                  </a:lnTo>
                  <a:lnTo>
                    <a:pt x="9137" y="190"/>
                  </a:lnTo>
                  <a:cubicBezTo>
                    <a:pt x="9105" y="64"/>
                    <a:pt x="8979" y="1"/>
                    <a:pt x="8822" y="1"/>
                  </a:cubicBezTo>
                  <a:cubicBezTo>
                    <a:pt x="8696" y="1"/>
                    <a:pt x="8570" y="64"/>
                    <a:pt x="8507" y="190"/>
                  </a:cubicBezTo>
                  <a:lnTo>
                    <a:pt x="8066" y="1104"/>
                  </a:lnTo>
                  <a:lnTo>
                    <a:pt x="7120" y="1261"/>
                  </a:lnTo>
                  <a:lnTo>
                    <a:pt x="6175" y="1104"/>
                  </a:lnTo>
                  <a:lnTo>
                    <a:pt x="5734" y="190"/>
                  </a:lnTo>
                  <a:cubicBezTo>
                    <a:pt x="5703" y="64"/>
                    <a:pt x="5577" y="1"/>
                    <a:pt x="5419" y="1"/>
                  </a:cubicBezTo>
                  <a:cubicBezTo>
                    <a:pt x="5262" y="1"/>
                    <a:pt x="5199" y="64"/>
                    <a:pt x="5104" y="190"/>
                  </a:cubicBezTo>
                  <a:lnTo>
                    <a:pt x="4695" y="1104"/>
                  </a:lnTo>
                  <a:lnTo>
                    <a:pt x="3749" y="1261"/>
                  </a:lnTo>
                  <a:lnTo>
                    <a:pt x="2804" y="1104"/>
                  </a:lnTo>
                  <a:lnTo>
                    <a:pt x="2363" y="190"/>
                  </a:lnTo>
                  <a:cubicBezTo>
                    <a:pt x="2332" y="64"/>
                    <a:pt x="2206" y="1"/>
                    <a:pt x="20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0" name="Google Shape;2740;p46"/>
            <p:cNvSpPr/>
            <p:nvPr/>
          </p:nvSpPr>
          <p:spPr>
            <a:xfrm>
              <a:off x="-31830775" y="1939525"/>
              <a:ext cx="189050" cy="189825"/>
            </a:xfrm>
            <a:custGeom>
              <a:rect b="b" l="l" r="r" t="t"/>
              <a:pathLst>
                <a:path extrusionOk="0" h="7593" w="7562">
                  <a:moveTo>
                    <a:pt x="3718" y="662"/>
                  </a:moveTo>
                  <a:cubicBezTo>
                    <a:pt x="5072" y="662"/>
                    <a:pt x="6144" y="1764"/>
                    <a:pt x="6144" y="3088"/>
                  </a:cubicBezTo>
                  <a:lnTo>
                    <a:pt x="6144" y="3466"/>
                  </a:lnTo>
                  <a:lnTo>
                    <a:pt x="6081" y="3466"/>
                  </a:lnTo>
                  <a:cubicBezTo>
                    <a:pt x="5986" y="2647"/>
                    <a:pt x="5261" y="2048"/>
                    <a:pt x="4411" y="2048"/>
                  </a:cubicBezTo>
                  <a:lnTo>
                    <a:pt x="3025" y="2048"/>
                  </a:lnTo>
                  <a:cubicBezTo>
                    <a:pt x="2142" y="2048"/>
                    <a:pt x="1481" y="2678"/>
                    <a:pt x="1323" y="3466"/>
                  </a:cubicBezTo>
                  <a:lnTo>
                    <a:pt x="1292" y="3466"/>
                  </a:lnTo>
                  <a:lnTo>
                    <a:pt x="1292" y="3088"/>
                  </a:lnTo>
                  <a:cubicBezTo>
                    <a:pt x="1323" y="1764"/>
                    <a:pt x="2426" y="662"/>
                    <a:pt x="3718" y="662"/>
                  </a:cubicBezTo>
                  <a:close/>
                  <a:moveTo>
                    <a:pt x="4348" y="2773"/>
                  </a:moveTo>
                  <a:cubicBezTo>
                    <a:pt x="4915" y="2773"/>
                    <a:pt x="5387" y="3245"/>
                    <a:pt x="5387" y="3781"/>
                  </a:cubicBezTo>
                  <a:lnTo>
                    <a:pt x="5387" y="4127"/>
                  </a:lnTo>
                  <a:lnTo>
                    <a:pt x="5387" y="4127"/>
                  </a:lnTo>
                  <a:cubicBezTo>
                    <a:pt x="5153" y="4127"/>
                    <a:pt x="4907" y="4122"/>
                    <a:pt x="4820" y="4064"/>
                  </a:cubicBezTo>
                  <a:cubicBezTo>
                    <a:pt x="4789" y="4033"/>
                    <a:pt x="4757" y="3907"/>
                    <a:pt x="4757" y="3812"/>
                  </a:cubicBezTo>
                  <a:cubicBezTo>
                    <a:pt x="4757" y="3623"/>
                    <a:pt x="4600" y="3466"/>
                    <a:pt x="4411" y="3466"/>
                  </a:cubicBezTo>
                  <a:cubicBezTo>
                    <a:pt x="4190" y="3466"/>
                    <a:pt x="4033" y="3623"/>
                    <a:pt x="4033" y="3812"/>
                  </a:cubicBezTo>
                  <a:cubicBezTo>
                    <a:pt x="4033" y="3907"/>
                    <a:pt x="4033" y="4033"/>
                    <a:pt x="3970" y="4064"/>
                  </a:cubicBezTo>
                  <a:cubicBezTo>
                    <a:pt x="3907" y="4127"/>
                    <a:pt x="3789" y="4143"/>
                    <a:pt x="3643" y="4143"/>
                  </a:cubicBezTo>
                  <a:cubicBezTo>
                    <a:pt x="3497" y="4143"/>
                    <a:pt x="3324" y="4127"/>
                    <a:pt x="3151" y="4127"/>
                  </a:cubicBezTo>
                  <a:lnTo>
                    <a:pt x="1953" y="4127"/>
                  </a:lnTo>
                  <a:lnTo>
                    <a:pt x="1953" y="3781"/>
                  </a:lnTo>
                  <a:cubicBezTo>
                    <a:pt x="1953" y="3214"/>
                    <a:pt x="2426" y="2773"/>
                    <a:pt x="2993" y="2773"/>
                  </a:cubicBezTo>
                  <a:close/>
                  <a:moveTo>
                    <a:pt x="1008" y="4096"/>
                  </a:moveTo>
                  <a:cubicBezTo>
                    <a:pt x="1197" y="4096"/>
                    <a:pt x="1355" y="4253"/>
                    <a:pt x="1355" y="4442"/>
                  </a:cubicBezTo>
                  <a:lnTo>
                    <a:pt x="1355" y="5135"/>
                  </a:lnTo>
                  <a:cubicBezTo>
                    <a:pt x="1323" y="5356"/>
                    <a:pt x="1197" y="5482"/>
                    <a:pt x="1008" y="5482"/>
                  </a:cubicBezTo>
                  <a:cubicBezTo>
                    <a:pt x="819" y="5482"/>
                    <a:pt x="662" y="5324"/>
                    <a:pt x="662" y="5135"/>
                  </a:cubicBezTo>
                  <a:lnTo>
                    <a:pt x="662" y="4442"/>
                  </a:lnTo>
                  <a:cubicBezTo>
                    <a:pt x="662" y="4253"/>
                    <a:pt x="819" y="4096"/>
                    <a:pt x="1008" y="4096"/>
                  </a:cubicBezTo>
                  <a:close/>
                  <a:moveTo>
                    <a:pt x="6459" y="4127"/>
                  </a:moveTo>
                  <a:cubicBezTo>
                    <a:pt x="6648" y="4127"/>
                    <a:pt x="6805" y="4285"/>
                    <a:pt x="6805" y="4505"/>
                  </a:cubicBezTo>
                  <a:lnTo>
                    <a:pt x="6805" y="5167"/>
                  </a:lnTo>
                  <a:cubicBezTo>
                    <a:pt x="6805" y="5356"/>
                    <a:pt x="6648" y="5513"/>
                    <a:pt x="6459" y="5513"/>
                  </a:cubicBezTo>
                  <a:cubicBezTo>
                    <a:pt x="6238" y="5513"/>
                    <a:pt x="6081" y="5356"/>
                    <a:pt x="6081" y="5167"/>
                  </a:cubicBezTo>
                  <a:lnTo>
                    <a:pt x="6081" y="4505"/>
                  </a:lnTo>
                  <a:cubicBezTo>
                    <a:pt x="6081" y="4285"/>
                    <a:pt x="6238" y="4127"/>
                    <a:pt x="6459" y="4127"/>
                  </a:cubicBezTo>
                  <a:close/>
                  <a:moveTo>
                    <a:pt x="4442" y="4568"/>
                  </a:moveTo>
                  <a:cubicBezTo>
                    <a:pt x="4726" y="4757"/>
                    <a:pt x="5072" y="4820"/>
                    <a:pt x="5450" y="4820"/>
                  </a:cubicBezTo>
                  <a:lnTo>
                    <a:pt x="5450" y="5167"/>
                  </a:lnTo>
                  <a:cubicBezTo>
                    <a:pt x="5450" y="6112"/>
                    <a:pt x="4663" y="6900"/>
                    <a:pt x="3718" y="6900"/>
                  </a:cubicBezTo>
                  <a:cubicBezTo>
                    <a:pt x="2772" y="6900"/>
                    <a:pt x="2048" y="6112"/>
                    <a:pt x="2048" y="5167"/>
                  </a:cubicBezTo>
                  <a:lnTo>
                    <a:pt x="2048" y="4820"/>
                  </a:lnTo>
                  <a:lnTo>
                    <a:pt x="3214" y="4820"/>
                  </a:lnTo>
                  <a:cubicBezTo>
                    <a:pt x="3305" y="4820"/>
                    <a:pt x="3394" y="4821"/>
                    <a:pt x="3479" y="4821"/>
                  </a:cubicBezTo>
                  <a:cubicBezTo>
                    <a:pt x="3863" y="4821"/>
                    <a:pt x="4184" y="4800"/>
                    <a:pt x="4442" y="4568"/>
                  </a:cubicBezTo>
                  <a:close/>
                  <a:moveTo>
                    <a:pt x="3718" y="0"/>
                  </a:moveTo>
                  <a:cubicBezTo>
                    <a:pt x="2048" y="0"/>
                    <a:pt x="662" y="1386"/>
                    <a:pt x="662" y="3119"/>
                  </a:cubicBezTo>
                  <a:lnTo>
                    <a:pt x="662" y="3497"/>
                  </a:lnTo>
                  <a:cubicBezTo>
                    <a:pt x="252" y="3655"/>
                    <a:pt x="0" y="4033"/>
                    <a:pt x="0" y="4505"/>
                  </a:cubicBezTo>
                  <a:lnTo>
                    <a:pt x="0" y="5167"/>
                  </a:lnTo>
                  <a:cubicBezTo>
                    <a:pt x="0" y="5703"/>
                    <a:pt x="473" y="6175"/>
                    <a:pt x="1008" y="6175"/>
                  </a:cubicBezTo>
                  <a:cubicBezTo>
                    <a:pt x="1197" y="6175"/>
                    <a:pt x="1355" y="6144"/>
                    <a:pt x="1512" y="6081"/>
                  </a:cubicBezTo>
                  <a:cubicBezTo>
                    <a:pt x="1890" y="6963"/>
                    <a:pt x="2741" y="7593"/>
                    <a:pt x="3781" y="7593"/>
                  </a:cubicBezTo>
                  <a:cubicBezTo>
                    <a:pt x="4789" y="7593"/>
                    <a:pt x="5671" y="6963"/>
                    <a:pt x="6018" y="6049"/>
                  </a:cubicBezTo>
                  <a:cubicBezTo>
                    <a:pt x="6175" y="6144"/>
                    <a:pt x="6333" y="6175"/>
                    <a:pt x="6522" y="6175"/>
                  </a:cubicBezTo>
                  <a:cubicBezTo>
                    <a:pt x="7089" y="6175"/>
                    <a:pt x="7561" y="5703"/>
                    <a:pt x="7561" y="5167"/>
                  </a:cubicBezTo>
                  <a:lnTo>
                    <a:pt x="7561" y="4474"/>
                  </a:lnTo>
                  <a:cubicBezTo>
                    <a:pt x="7561" y="4064"/>
                    <a:pt x="7278" y="3655"/>
                    <a:pt x="6868" y="3497"/>
                  </a:cubicBezTo>
                  <a:lnTo>
                    <a:pt x="6868" y="3119"/>
                  </a:lnTo>
                  <a:cubicBezTo>
                    <a:pt x="6805" y="1386"/>
                    <a:pt x="5419" y="0"/>
                    <a:pt x="371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41" name="Google Shape;2741;p46"/>
          <p:cNvSpPr/>
          <p:nvPr/>
        </p:nvSpPr>
        <p:spPr>
          <a:xfrm>
            <a:off x="2040351" y="3300977"/>
            <a:ext cx="258829" cy="293782"/>
          </a:xfrm>
          <a:custGeom>
            <a:rect b="b" l="l" r="r" t="t"/>
            <a:pathLst>
              <a:path extrusionOk="0" h="11658" w="10272">
                <a:moveTo>
                  <a:pt x="7877" y="693"/>
                </a:moveTo>
                <a:cubicBezTo>
                  <a:pt x="8066" y="693"/>
                  <a:pt x="8224" y="851"/>
                  <a:pt x="8224" y="1040"/>
                </a:cubicBezTo>
                <a:lnTo>
                  <a:pt x="8224" y="1387"/>
                </a:lnTo>
                <a:lnTo>
                  <a:pt x="2080" y="1387"/>
                </a:lnTo>
                <a:lnTo>
                  <a:pt x="2080" y="1040"/>
                </a:lnTo>
                <a:cubicBezTo>
                  <a:pt x="2049" y="851"/>
                  <a:pt x="2206" y="693"/>
                  <a:pt x="2395" y="693"/>
                </a:cubicBezTo>
                <a:close/>
                <a:moveTo>
                  <a:pt x="9200" y="2710"/>
                </a:moveTo>
                <a:cubicBezTo>
                  <a:pt x="9421" y="2710"/>
                  <a:pt x="9578" y="2899"/>
                  <a:pt x="9578" y="3088"/>
                </a:cubicBezTo>
                <a:cubicBezTo>
                  <a:pt x="9578" y="3277"/>
                  <a:pt x="9421" y="3434"/>
                  <a:pt x="9200" y="3434"/>
                </a:cubicBezTo>
                <a:lnTo>
                  <a:pt x="8854" y="3434"/>
                </a:lnTo>
                <a:lnTo>
                  <a:pt x="8854" y="2773"/>
                </a:lnTo>
                <a:lnTo>
                  <a:pt x="9200" y="2773"/>
                </a:lnTo>
                <a:lnTo>
                  <a:pt x="9200" y="2710"/>
                </a:lnTo>
                <a:close/>
                <a:moveTo>
                  <a:pt x="6176" y="3907"/>
                </a:moveTo>
                <a:cubicBezTo>
                  <a:pt x="6207" y="4033"/>
                  <a:pt x="6333" y="4127"/>
                  <a:pt x="6491" y="4127"/>
                </a:cubicBezTo>
                <a:lnTo>
                  <a:pt x="9200" y="4127"/>
                </a:lnTo>
                <a:cubicBezTo>
                  <a:pt x="9326" y="4127"/>
                  <a:pt x="9421" y="4127"/>
                  <a:pt x="9515" y="4096"/>
                </a:cubicBezTo>
                <a:lnTo>
                  <a:pt x="9515" y="4096"/>
                </a:lnTo>
                <a:cubicBezTo>
                  <a:pt x="9421" y="4474"/>
                  <a:pt x="9011" y="4789"/>
                  <a:pt x="8539" y="4789"/>
                </a:cubicBezTo>
                <a:lnTo>
                  <a:pt x="6491" y="4789"/>
                </a:lnTo>
                <a:cubicBezTo>
                  <a:pt x="6333" y="4789"/>
                  <a:pt x="6239" y="4852"/>
                  <a:pt x="6176" y="5010"/>
                </a:cubicBezTo>
                <a:lnTo>
                  <a:pt x="5640" y="4474"/>
                </a:lnTo>
                <a:lnTo>
                  <a:pt x="6176" y="3907"/>
                </a:lnTo>
                <a:close/>
                <a:moveTo>
                  <a:pt x="1387" y="4789"/>
                </a:moveTo>
                <a:lnTo>
                  <a:pt x="1387" y="5451"/>
                </a:lnTo>
                <a:lnTo>
                  <a:pt x="1009" y="5451"/>
                </a:lnTo>
                <a:cubicBezTo>
                  <a:pt x="820" y="5451"/>
                  <a:pt x="662" y="5293"/>
                  <a:pt x="662" y="5073"/>
                </a:cubicBezTo>
                <a:cubicBezTo>
                  <a:pt x="662" y="4884"/>
                  <a:pt x="820" y="4789"/>
                  <a:pt x="1009" y="4789"/>
                </a:cubicBezTo>
                <a:close/>
                <a:moveTo>
                  <a:pt x="4065" y="5923"/>
                </a:moveTo>
                <a:lnTo>
                  <a:pt x="4601" y="6459"/>
                </a:lnTo>
                <a:lnTo>
                  <a:pt x="4065" y="7026"/>
                </a:lnTo>
                <a:cubicBezTo>
                  <a:pt x="4033" y="6900"/>
                  <a:pt x="3907" y="6774"/>
                  <a:pt x="3750" y="6774"/>
                </a:cubicBezTo>
                <a:lnTo>
                  <a:pt x="1702" y="6774"/>
                </a:lnTo>
                <a:cubicBezTo>
                  <a:pt x="1664" y="6779"/>
                  <a:pt x="1626" y="6782"/>
                  <a:pt x="1589" y="6782"/>
                </a:cubicBezTo>
                <a:cubicBezTo>
                  <a:pt x="1192" y="6782"/>
                  <a:pt x="838" y="6487"/>
                  <a:pt x="694" y="6112"/>
                </a:cubicBezTo>
                <a:lnTo>
                  <a:pt x="694" y="6112"/>
                </a:lnTo>
                <a:cubicBezTo>
                  <a:pt x="788" y="6144"/>
                  <a:pt x="914" y="6144"/>
                  <a:pt x="1009" y="6144"/>
                </a:cubicBezTo>
                <a:lnTo>
                  <a:pt x="3750" y="6144"/>
                </a:lnTo>
                <a:cubicBezTo>
                  <a:pt x="3907" y="6144"/>
                  <a:pt x="4002" y="6081"/>
                  <a:pt x="4065" y="5923"/>
                </a:cubicBezTo>
                <a:close/>
                <a:moveTo>
                  <a:pt x="8192" y="2048"/>
                </a:moveTo>
                <a:lnTo>
                  <a:pt x="8192" y="3434"/>
                </a:lnTo>
                <a:lnTo>
                  <a:pt x="6806" y="3434"/>
                </a:lnTo>
                <a:lnTo>
                  <a:pt x="6806" y="3088"/>
                </a:lnTo>
                <a:cubicBezTo>
                  <a:pt x="6806" y="2930"/>
                  <a:pt x="6743" y="2804"/>
                  <a:pt x="6617" y="2773"/>
                </a:cubicBezTo>
                <a:cubicBezTo>
                  <a:pt x="6571" y="2761"/>
                  <a:pt x="6520" y="2754"/>
                  <a:pt x="6472" y="2754"/>
                </a:cubicBezTo>
                <a:cubicBezTo>
                  <a:pt x="6388" y="2754"/>
                  <a:pt x="6310" y="2776"/>
                  <a:pt x="6270" y="2836"/>
                </a:cubicBezTo>
                <a:lnTo>
                  <a:pt x="4884" y="4222"/>
                </a:lnTo>
                <a:cubicBezTo>
                  <a:pt x="4758" y="4348"/>
                  <a:pt x="4758" y="4569"/>
                  <a:pt x="4884" y="4695"/>
                </a:cubicBezTo>
                <a:lnTo>
                  <a:pt x="6270" y="6081"/>
                </a:lnTo>
                <a:cubicBezTo>
                  <a:pt x="6315" y="6125"/>
                  <a:pt x="6407" y="6170"/>
                  <a:pt x="6501" y="6170"/>
                </a:cubicBezTo>
                <a:cubicBezTo>
                  <a:pt x="6540" y="6170"/>
                  <a:pt x="6580" y="6162"/>
                  <a:pt x="6617" y="6144"/>
                </a:cubicBezTo>
                <a:cubicBezTo>
                  <a:pt x="6743" y="6112"/>
                  <a:pt x="6806" y="5955"/>
                  <a:pt x="6806" y="5829"/>
                </a:cubicBezTo>
                <a:lnTo>
                  <a:pt x="6806" y="5482"/>
                </a:lnTo>
                <a:lnTo>
                  <a:pt x="8192" y="5482"/>
                </a:lnTo>
                <a:lnTo>
                  <a:pt x="8192" y="8948"/>
                </a:lnTo>
                <a:lnTo>
                  <a:pt x="2049" y="8948"/>
                </a:lnTo>
                <a:lnTo>
                  <a:pt x="2049" y="7530"/>
                </a:lnTo>
                <a:lnTo>
                  <a:pt x="3435" y="7530"/>
                </a:lnTo>
                <a:lnTo>
                  <a:pt x="3435" y="7877"/>
                </a:lnTo>
                <a:cubicBezTo>
                  <a:pt x="3435" y="8034"/>
                  <a:pt x="3498" y="8160"/>
                  <a:pt x="3624" y="8192"/>
                </a:cubicBezTo>
                <a:cubicBezTo>
                  <a:pt x="3676" y="8218"/>
                  <a:pt x="3734" y="8233"/>
                  <a:pt x="3788" y="8233"/>
                </a:cubicBezTo>
                <a:cubicBezTo>
                  <a:pt x="3864" y="8233"/>
                  <a:pt x="3934" y="8202"/>
                  <a:pt x="3970" y="8129"/>
                </a:cubicBezTo>
                <a:lnTo>
                  <a:pt x="5357" y="6742"/>
                </a:lnTo>
                <a:cubicBezTo>
                  <a:pt x="5483" y="6616"/>
                  <a:pt x="5483" y="6396"/>
                  <a:pt x="5357" y="6270"/>
                </a:cubicBezTo>
                <a:lnTo>
                  <a:pt x="3970" y="4884"/>
                </a:lnTo>
                <a:cubicBezTo>
                  <a:pt x="3924" y="4837"/>
                  <a:pt x="3828" y="4808"/>
                  <a:pt x="3730" y="4808"/>
                </a:cubicBezTo>
                <a:cubicBezTo>
                  <a:pt x="3694" y="4808"/>
                  <a:pt x="3658" y="4812"/>
                  <a:pt x="3624" y="4821"/>
                </a:cubicBezTo>
                <a:cubicBezTo>
                  <a:pt x="3498" y="4852"/>
                  <a:pt x="3435" y="5010"/>
                  <a:pt x="3435" y="5136"/>
                </a:cubicBezTo>
                <a:lnTo>
                  <a:pt x="3435" y="5482"/>
                </a:lnTo>
                <a:lnTo>
                  <a:pt x="2049" y="5482"/>
                </a:lnTo>
                <a:lnTo>
                  <a:pt x="2049" y="2048"/>
                </a:lnTo>
                <a:close/>
                <a:moveTo>
                  <a:pt x="8192" y="9609"/>
                </a:moveTo>
                <a:lnTo>
                  <a:pt x="8192" y="10649"/>
                </a:lnTo>
                <a:cubicBezTo>
                  <a:pt x="8192" y="10838"/>
                  <a:pt x="8035" y="10996"/>
                  <a:pt x="7877" y="10996"/>
                </a:cubicBezTo>
                <a:lnTo>
                  <a:pt x="2395" y="10996"/>
                </a:lnTo>
                <a:cubicBezTo>
                  <a:pt x="2206" y="10996"/>
                  <a:pt x="2049" y="10838"/>
                  <a:pt x="2049" y="10649"/>
                </a:cubicBezTo>
                <a:lnTo>
                  <a:pt x="2049" y="9609"/>
                </a:lnTo>
                <a:close/>
                <a:moveTo>
                  <a:pt x="2395" y="0"/>
                </a:moveTo>
                <a:cubicBezTo>
                  <a:pt x="1860" y="0"/>
                  <a:pt x="1387" y="473"/>
                  <a:pt x="1387" y="1040"/>
                </a:cubicBezTo>
                <a:lnTo>
                  <a:pt x="1387" y="4096"/>
                </a:lnTo>
                <a:lnTo>
                  <a:pt x="1009" y="4096"/>
                </a:lnTo>
                <a:cubicBezTo>
                  <a:pt x="473" y="4096"/>
                  <a:pt x="1" y="4569"/>
                  <a:pt x="1" y="5136"/>
                </a:cubicBezTo>
                <a:lnTo>
                  <a:pt x="1" y="5797"/>
                </a:lnTo>
                <a:cubicBezTo>
                  <a:pt x="1" y="6616"/>
                  <a:pt x="599" y="7341"/>
                  <a:pt x="1387" y="7498"/>
                </a:cubicBezTo>
                <a:lnTo>
                  <a:pt x="1387" y="10649"/>
                </a:lnTo>
                <a:cubicBezTo>
                  <a:pt x="1387" y="11185"/>
                  <a:pt x="1860" y="11657"/>
                  <a:pt x="2395" y="11657"/>
                </a:cubicBezTo>
                <a:lnTo>
                  <a:pt x="7877" y="11657"/>
                </a:lnTo>
                <a:cubicBezTo>
                  <a:pt x="8413" y="11657"/>
                  <a:pt x="8885" y="11185"/>
                  <a:pt x="8885" y="10649"/>
                </a:cubicBezTo>
                <a:lnTo>
                  <a:pt x="8885" y="5451"/>
                </a:lnTo>
                <a:cubicBezTo>
                  <a:pt x="9673" y="5293"/>
                  <a:pt x="10271" y="4569"/>
                  <a:pt x="10271" y="3749"/>
                </a:cubicBezTo>
                <a:lnTo>
                  <a:pt x="10271" y="3088"/>
                </a:lnTo>
                <a:cubicBezTo>
                  <a:pt x="10271" y="2521"/>
                  <a:pt x="9799" y="2048"/>
                  <a:pt x="9263" y="2048"/>
                </a:cubicBezTo>
                <a:lnTo>
                  <a:pt x="8885" y="2048"/>
                </a:lnTo>
                <a:lnTo>
                  <a:pt x="8885" y="1040"/>
                </a:lnTo>
                <a:cubicBezTo>
                  <a:pt x="8885" y="473"/>
                  <a:pt x="8413" y="0"/>
                  <a:pt x="787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42" name="Google Shape;2742;p46"/>
          <p:cNvGrpSpPr/>
          <p:nvPr/>
        </p:nvGrpSpPr>
        <p:grpSpPr>
          <a:xfrm>
            <a:off x="2024864" y="3745938"/>
            <a:ext cx="289801" cy="278621"/>
            <a:chOff x="-31889075" y="2658950"/>
            <a:chExt cx="302475" cy="290775"/>
          </a:xfrm>
        </p:grpSpPr>
        <p:sp>
          <p:nvSpPr>
            <p:cNvPr id="2743" name="Google Shape;2743;p46"/>
            <p:cNvSpPr/>
            <p:nvPr/>
          </p:nvSpPr>
          <p:spPr>
            <a:xfrm>
              <a:off x="-31889075" y="2658950"/>
              <a:ext cx="302475" cy="290775"/>
            </a:xfrm>
            <a:custGeom>
              <a:rect b="b" l="l" r="r" t="t"/>
              <a:pathLst>
                <a:path extrusionOk="0" h="11631" w="12099">
                  <a:moveTo>
                    <a:pt x="10555" y="712"/>
                  </a:moveTo>
                  <a:lnTo>
                    <a:pt x="11153" y="1310"/>
                  </a:lnTo>
                  <a:lnTo>
                    <a:pt x="10051" y="3138"/>
                  </a:lnTo>
                  <a:lnTo>
                    <a:pt x="8728" y="1814"/>
                  </a:lnTo>
                  <a:lnTo>
                    <a:pt x="10555" y="712"/>
                  </a:lnTo>
                  <a:close/>
                  <a:moveTo>
                    <a:pt x="8665" y="2696"/>
                  </a:moveTo>
                  <a:lnTo>
                    <a:pt x="9137" y="3169"/>
                  </a:lnTo>
                  <a:lnTo>
                    <a:pt x="7278" y="4996"/>
                  </a:lnTo>
                  <a:lnTo>
                    <a:pt x="6806" y="4524"/>
                  </a:lnTo>
                  <a:lnTo>
                    <a:pt x="8665" y="2696"/>
                  </a:lnTo>
                  <a:close/>
                  <a:moveTo>
                    <a:pt x="3022" y="640"/>
                  </a:moveTo>
                  <a:cubicBezTo>
                    <a:pt x="3549" y="640"/>
                    <a:pt x="4066" y="847"/>
                    <a:pt x="4443" y="1247"/>
                  </a:cubicBezTo>
                  <a:cubicBezTo>
                    <a:pt x="5010" y="1783"/>
                    <a:pt x="5199" y="2602"/>
                    <a:pt x="4915" y="3358"/>
                  </a:cubicBezTo>
                  <a:cubicBezTo>
                    <a:pt x="4884" y="3484"/>
                    <a:pt x="4915" y="3642"/>
                    <a:pt x="5010" y="3705"/>
                  </a:cubicBezTo>
                  <a:lnTo>
                    <a:pt x="8160" y="6855"/>
                  </a:lnTo>
                  <a:cubicBezTo>
                    <a:pt x="8208" y="6926"/>
                    <a:pt x="8308" y="6961"/>
                    <a:pt x="8409" y="6961"/>
                  </a:cubicBezTo>
                  <a:cubicBezTo>
                    <a:pt x="8442" y="6961"/>
                    <a:pt x="8476" y="6957"/>
                    <a:pt x="8507" y="6950"/>
                  </a:cubicBezTo>
                  <a:cubicBezTo>
                    <a:pt x="8741" y="6862"/>
                    <a:pt x="8981" y="6819"/>
                    <a:pt x="9217" y="6819"/>
                  </a:cubicBezTo>
                  <a:cubicBezTo>
                    <a:pt x="9743" y="6819"/>
                    <a:pt x="10248" y="7031"/>
                    <a:pt x="10618" y="7422"/>
                  </a:cubicBezTo>
                  <a:cubicBezTo>
                    <a:pt x="11153" y="7926"/>
                    <a:pt x="11342" y="8682"/>
                    <a:pt x="11153" y="9375"/>
                  </a:cubicBezTo>
                  <a:lnTo>
                    <a:pt x="10240" y="8493"/>
                  </a:lnTo>
                  <a:cubicBezTo>
                    <a:pt x="10035" y="8289"/>
                    <a:pt x="9767" y="8186"/>
                    <a:pt x="9503" y="8186"/>
                  </a:cubicBezTo>
                  <a:cubicBezTo>
                    <a:pt x="9240" y="8186"/>
                    <a:pt x="8980" y="8289"/>
                    <a:pt x="8791" y="8493"/>
                  </a:cubicBezTo>
                  <a:cubicBezTo>
                    <a:pt x="8381" y="8871"/>
                    <a:pt x="8381" y="9533"/>
                    <a:pt x="8791" y="9943"/>
                  </a:cubicBezTo>
                  <a:lnTo>
                    <a:pt x="9673" y="10856"/>
                  </a:lnTo>
                  <a:cubicBezTo>
                    <a:pt x="9498" y="10904"/>
                    <a:pt x="9318" y="10928"/>
                    <a:pt x="9140" y="10928"/>
                  </a:cubicBezTo>
                  <a:cubicBezTo>
                    <a:pt x="8614" y="10928"/>
                    <a:pt x="8096" y="10721"/>
                    <a:pt x="7719" y="10321"/>
                  </a:cubicBezTo>
                  <a:cubicBezTo>
                    <a:pt x="7152" y="9785"/>
                    <a:pt x="6963" y="8966"/>
                    <a:pt x="7247" y="8210"/>
                  </a:cubicBezTo>
                  <a:cubicBezTo>
                    <a:pt x="7278" y="8084"/>
                    <a:pt x="7247" y="7926"/>
                    <a:pt x="7152" y="7863"/>
                  </a:cubicBezTo>
                  <a:lnTo>
                    <a:pt x="4002" y="4713"/>
                  </a:lnTo>
                  <a:cubicBezTo>
                    <a:pt x="3960" y="4629"/>
                    <a:pt x="3876" y="4587"/>
                    <a:pt x="3787" y="4587"/>
                  </a:cubicBezTo>
                  <a:cubicBezTo>
                    <a:pt x="3743" y="4587"/>
                    <a:pt x="3697" y="4597"/>
                    <a:pt x="3655" y="4618"/>
                  </a:cubicBezTo>
                  <a:cubicBezTo>
                    <a:pt x="3421" y="4706"/>
                    <a:pt x="3181" y="4749"/>
                    <a:pt x="2945" y="4749"/>
                  </a:cubicBezTo>
                  <a:cubicBezTo>
                    <a:pt x="2419" y="4749"/>
                    <a:pt x="1914" y="4537"/>
                    <a:pt x="1544" y="4146"/>
                  </a:cubicBezTo>
                  <a:cubicBezTo>
                    <a:pt x="1009" y="3642"/>
                    <a:pt x="820" y="2885"/>
                    <a:pt x="1009" y="2192"/>
                  </a:cubicBezTo>
                  <a:lnTo>
                    <a:pt x="1009" y="2192"/>
                  </a:lnTo>
                  <a:lnTo>
                    <a:pt x="1922" y="3075"/>
                  </a:lnTo>
                  <a:cubicBezTo>
                    <a:pt x="2127" y="3279"/>
                    <a:pt x="2395" y="3382"/>
                    <a:pt x="2659" y="3382"/>
                  </a:cubicBezTo>
                  <a:cubicBezTo>
                    <a:pt x="2923" y="3382"/>
                    <a:pt x="3183" y="3279"/>
                    <a:pt x="3372" y="3075"/>
                  </a:cubicBezTo>
                  <a:cubicBezTo>
                    <a:pt x="3781" y="2696"/>
                    <a:pt x="3781" y="2035"/>
                    <a:pt x="3372" y="1625"/>
                  </a:cubicBezTo>
                  <a:lnTo>
                    <a:pt x="2490" y="712"/>
                  </a:lnTo>
                  <a:cubicBezTo>
                    <a:pt x="2665" y="664"/>
                    <a:pt x="2844" y="640"/>
                    <a:pt x="3022" y="640"/>
                  </a:cubicBezTo>
                  <a:close/>
                  <a:moveTo>
                    <a:pt x="4380" y="6036"/>
                  </a:moveTo>
                  <a:lnTo>
                    <a:pt x="5829" y="7485"/>
                  </a:lnTo>
                  <a:lnTo>
                    <a:pt x="2679" y="10636"/>
                  </a:lnTo>
                  <a:cubicBezTo>
                    <a:pt x="2474" y="10840"/>
                    <a:pt x="2206" y="10943"/>
                    <a:pt x="1942" y="10943"/>
                  </a:cubicBezTo>
                  <a:cubicBezTo>
                    <a:pt x="1678" y="10943"/>
                    <a:pt x="1418" y="10840"/>
                    <a:pt x="1229" y="10636"/>
                  </a:cubicBezTo>
                  <a:cubicBezTo>
                    <a:pt x="820" y="10226"/>
                    <a:pt x="820" y="9596"/>
                    <a:pt x="1229" y="9186"/>
                  </a:cubicBezTo>
                  <a:lnTo>
                    <a:pt x="4380" y="6036"/>
                  </a:lnTo>
                  <a:close/>
                  <a:moveTo>
                    <a:pt x="2915" y="1"/>
                  </a:moveTo>
                  <a:cubicBezTo>
                    <a:pt x="2465" y="1"/>
                    <a:pt x="2014" y="112"/>
                    <a:pt x="1607" y="334"/>
                  </a:cubicBezTo>
                  <a:cubicBezTo>
                    <a:pt x="1544" y="365"/>
                    <a:pt x="1450" y="491"/>
                    <a:pt x="1450" y="554"/>
                  </a:cubicBezTo>
                  <a:cubicBezTo>
                    <a:pt x="1450" y="680"/>
                    <a:pt x="1481" y="775"/>
                    <a:pt x="1544" y="838"/>
                  </a:cubicBezTo>
                  <a:lnTo>
                    <a:pt x="2836" y="2129"/>
                  </a:lnTo>
                  <a:cubicBezTo>
                    <a:pt x="2962" y="2255"/>
                    <a:pt x="2962" y="2507"/>
                    <a:pt x="2836" y="2602"/>
                  </a:cubicBezTo>
                  <a:cubicBezTo>
                    <a:pt x="2773" y="2665"/>
                    <a:pt x="2686" y="2696"/>
                    <a:pt x="2600" y="2696"/>
                  </a:cubicBezTo>
                  <a:cubicBezTo>
                    <a:pt x="2513" y="2696"/>
                    <a:pt x="2427" y="2665"/>
                    <a:pt x="2364" y="2602"/>
                  </a:cubicBezTo>
                  <a:lnTo>
                    <a:pt x="1072" y="1310"/>
                  </a:lnTo>
                  <a:cubicBezTo>
                    <a:pt x="1001" y="1239"/>
                    <a:pt x="912" y="1204"/>
                    <a:pt x="846" y="1204"/>
                  </a:cubicBezTo>
                  <a:cubicBezTo>
                    <a:pt x="824" y="1204"/>
                    <a:pt x="804" y="1208"/>
                    <a:pt x="788" y="1216"/>
                  </a:cubicBezTo>
                  <a:cubicBezTo>
                    <a:pt x="662" y="1216"/>
                    <a:pt x="599" y="1310"/>
                    <a:pt x="536" y="1373"/>
                  </a:cubicBezTo>
                  <a:cubicBezTo>
                    <a:pt x="1" y="2413"/>
                    <a:pt x="127" y="3736"/>
                    <a:pt x="1009" y="4618"/>
                  </a:cubicBezTo>
                  <a:cubicBezTo>
                    <a:pt x="1549" y="5135"/>
                    <a:pt x="2230" y="5407"/>
                    <a:pt x="2934" y="5407"/>
                  </a:cubicBezTo>
                  <a:cubicBezTo>
                    <a:pt x="3173" y="5407"/>
                    <a:pt x="3415" y="5375"/>
                    <a:pt x="3655" y="5311"/>
                  </a:cubicBezTo>
                  <a:lnTo>
                    <a:pt x="3907" y="5563"/>
                  </a:lnTo>
                  <a:lnTo>
                    <a:pt x="757" y="8714"/>
                  </a:lnTo>
                  <a:cubicBezTo>
                    <a:pt x="64" y="9344"/>
                    <a:pt x="64" y="10447"/>
                    <a:pt x="757" y="11108"/>
                  </a:cubicBezTo>
                  <a:cubicBezTo>
                    <a:pt x="1088" y="11455"/>
                    <a:pt x="1521" y="11628"/>
                    <a:pt x="1954" y="11628"/>
                  </a:cubicBezTo>
                  <a:cubicBezTo>
                    <a:pt x="2387" y="11628"/>
                    <a:pt x="2820" y="11455"/>
                    <a:pt x="3151" y="11108"/>
                  </a:cubicBezTo>
                  <a:lnTo>
                    <a:pt x="6302" y="7958"/>
                  </a:lnTo>
                  <a:lnTo>
                    <a:pt x="6522" y="8210"/>
                  </a:lnTo>
                  <a:cubicBezTo>
                    <a:pt x="6302" y="9155"/>
                    <a:pt x="6522" y="10132"/>
                    <a:pt x="7247" y="10825"/>
                  </a:cubicBezTo>
                  <a:cubicBezTo>
                    <a:pt x="7765" y="11362"/>
                    <a:pt x="8469" y="11630"/>
                    <a:pt x="9169" y="11630"/>
                  </a:cubicBezTo>
                  <a:cubicBezTo>
                    <a:pt x="9618" y="11630"/>
                    <a:pt x="10066" y="11519"/>
                    <a:pt x="10460" y="11297"/>
                  </a:cubicBezTo>
                  <a:cubicBezTo>
                    <a:pt x="10555" y="11266"/>
                    <a:pt x="10618" y="11140"/>
                    <a:pt x="10618" y="11077"/>
                  </a:cubicBezTo>
                  <a:cubicBezTo>
                    <a:pt x="10618" y="11014"/>
                    <a:pt x="10586" y="10888"/>
                    <a:pt x="10555" y="10793"/>
                  </a:cubicBezTo>
                  <a:lnTo>
                    <a:pt x="9263" y="9501"/>
                  </a:lnTo>
                  <a:cubicBezTo>
                    <a:pt x="9137" y="9375"/>
                    <a:pt x="9137" y="9155"/>
                    <a:pt x="9263" y="9029"/>
                  </a:cubicBezTo>
                  <a:cubicBezTo>
                    <a:pt x="9310" y="8966"/>
                    <a:pt x="9397" y="8934"/>
                    <a:pt x="9488" y="8934"/>
                  </a:cubicBezTo>
                  <a:cubicBezTo>
                    <a:pt x="9578" y="8934"/>
                    <a:pt x="9673" y="8966"/>
                    <a:pt x="9736" y="9029"/>
                  </a:cubicBezTo>
                  <a:lnTo>
                    <a:pt x="11027" y="10321"/>
                  </a:lnTo>
                  <a:cubicBezTo>
                    <a:pt x="11075" y="10392"/>
                    <a:pt x="11157" y="10427"/>
                    <a:pt x="11236" y="10427"/>
                  </a:cubicBezTo>
                  <a:cubicBezTo>
                    <a:pt x="11262" y="10427"/>
                    <a:pt x="11287" y="10423"/>
                    <a:pt x="11311" y="10415"/>
                  </a:cubicBezTo>
                  <a:cubicBezTo>
                    <a:pt x="11405" y="10415"/>
                    <a:pt x="11500" y="10321"/>
                    <a:pt x="11532" y="10258"/>
                  </a:cubicBezTo>
                  <a:cubicBezTo>
                    <a:pt x="12099" y="9218"/>
                    <a:pt x="11973" y="7895"/>
                    <a:pt x="11059" y="7013"/>
                  </a:cubicBezTo>
                  <a:cubicBezTo>
                    <a:pt x="10542" y="6496"/>
                    <a:pt x="9850" y="6224"/>
                    <a:pt x="9139" y="6224"/>
                  </a:cubicBezTo>
                  <a:cubicBezTo>
                    <a:pt x="8897" y="6224"/>
                    <a:pt x="8653" y="6255"/>
                    <a:pt x="8413" y="6320"/>
                  </a:cubicBezTo>
                  <a:lnTo>
                    <a:pt x="7719" y="5595"/>
                  </a:lnTo>
                  <a:lnTo>
                    <a:pt x="9578" y="3736"/>
                  </a:lnTo>
                  <a:lnTo>
                    <a:pt x="9799" y="3988"/>
                  </a:lnTo>
                  <a:cubicBezTo>
                    <a:pt x="9867" y="4056"/>
                    <a:pt x="9958" y="4089"/>
                    <a:pt x="10051" y="4089"/>
                  </a:cubicBezTo>
                  <a:cubicBezTo>
                    <a:pt x="10172" y="4089"/>
                    <a:pt x="10294" y="4032"/>
                    <a:pt x="10366" y="3925"/>
                  </a:cubicBezTo>
                  <a:lnTo>
                    <a:pt x="11815" y="1499"/>
                  </a:lnTo>
                  <a:cubicBezTo>
                    <a:pt x="11878" y="1373"/>
                    <a:pt x="11878" y="1184"/>
                    <a:pt x="11784" y="1090"/>
                  </a:cubicBezTo>
                  <a:lnTo>
                    <a:pt x="10775" y="82"/>
                  </a:lnTo>
                  <a:cubicBezTo>
                    <a:pt x="10723" y="30"/>
                    <a:pt x="10652" y="6"/>
                    <a:pt x="10573" y="6"/>
                  </a:cubicBezTo>
                  <a:cubicBezTo>
                    <a:pt x="10507" y="6"/>
                    <a:pt x="10437" y="22"/>
                    <a:pt x="10366" y="50"/>
                  </a:cubicBezTo>
                  <a:lnTo>
                    <a:pt x="7940" y="1499"/>
                  </a:lnTo>
                  <a:cubicBezTo>
                    <a:pt x="7751" y="1625"/>
                    <a:pt x="7719" y="1909"/>
                    <a:pt x="7877" y="2066"/>
                  </a:cubicBezTo>
                  <a:lnTo>
                    <a:pt x="8097" y="2287"/>
                  </a:lnTo>
                  <a:lnTo>
                    <a:pt x="6270" y="4146"/>
                  </a:lnTo>
                  <a:lnTo>
                    <a:pt x="5546" y="3421"/>
                  </a:lnTo>
                  <a:cubicBezTo>
                    <a:pt x="5798" y="2476"/>
                    <a:pt x="5546" y="1499"/>
                    <a:pt x="4852" y="806"/>
                  </a:cubicBezTo>
                  <a:cubicBezTo>
                    <a:pt x="4315" y="269"/>
                    <a:pt x="3615" y="1"/>
                    <a:pt x="291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4" name="Google Shape;2744;p46"/>
            <p:cNvSpPr/>
            <p:nvPr/>
          </p:nvSpPr>
          <p:spPr>
            <a:xfrm>
              <a:off x="-31838650" y="2838200"/>
              <a:ext cx="70100" cy="68550"/>
            </a:xfrm>
            <a:custGeom>
              <a:rect b="b" l="l" r="r" t="t"/>
              <a:pathLst>
                <a:path extrusionOk="0" h="2742" w="2804">
                  <a:moveTo>
                    <a:pt x="2430" y="0"/>
                  </a:moveTo>
                  <a:cubicBezTo>
                    <a:pt x="2339" y="0"/>
                    <a:pt x="2253" y="32"/>
                    <a:pt x="2205" y="95"/>
                  </a:cubicBezTo>
                  <a:lnTo>
                    <a:pt x="95" y="2174"/>
                  </a:lnTo>
                  <a:cubicBezTo>
                    <a:pt x="0" y="2300"/>
                    <a:pt x="0" y="2521"/>
                    <a:pt x="95" y="2647"/>
                  </a:cubicBezTo>
                  <a:cubicBezTo>
                    <a:pt x="158" y="2710"/>
                    <a:pt x="236" y="2741"/>
                    <a:pt x="319" y="2741"/>
                  </a:cubicBezTo>
                  <a:cubicBezTo>
                    <a:pt x="402" y="2741"/>
                    <a:pt x="488" y="2710"/>
                    <a:pt x="567" y="2647"/>
                  </a:cubicBezTo>
                  <a:lnTo>
                    <a:pt x="2678" y="567"/>
                  </a:lnTo>
                  <a:cubicBezTo>
                    <a:pt x="2804" y="441"/>
                    <a:pt x="2804" y="221"/>
                    <a:pt x="2678" y="95"/>
                  </a:cubicBezTo>
                  <a:cubicBezTo>
                    <a:pt x="2615" y="32"/>
                    <a:pt x="2520" y="0"/>
                    <a:pt x="243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45" name="Google Shape;2745;p46"/>
          <p:cNvSpPr/>
          <p:nvPr/>
        </p:nvSpPr>
        <p:spPr>
          <a:xfrm>
            <a:off x="3766884" y="3300574"/>
            <a:ext cx="296121" cy="294588"/>
          </a:xfrm>
          <a:custGeom>
            <a:rect b="b" l="l" r="r" t="t"/>
            <a:pathLst>
              <a:path extrusionOk="0" h="11690" w="11752">
                <a:moveTo>
                  <a:pt x="5923" y="694"/>
                </a:moveTo>
                <a:cubicBezTo>
                  <a:pt x="6490" y="694"/>
                  <a:pt x="6963" y="1166"/>
                  <a:pt x="6963" y="1765"/>
                </a:cubicBezTo>
                <a:cubicBezTo>
                  <a:pt x="6963" y="2332"/>
                  <a:pt x="6490" y="2805"/>
                  <a:pt x="5923" y="2805"/>
                </a:cubicBezTo>
                <a:cubicBezTo>
                  <a:pt x="5325" y="2805"/>
                  <a:pt x="4852" y="2332"/>
                  <a:pt x="4852" y="1765"/>
                </a:cubicBezTo>
                <a:cubicBezTo>
                  <a:pt x="4852" y="1229"/>
                  <a:pt x="5325" y="694"/>
                  <a:pt x="5923" y="694"/>
                </a:cubicBezTo>
                <a:close/>
                <a:moveTo>
                  <a:pt x="2489" y="3466"/>
                </a:moveTo>
                <a:cubicBezTo>
                  <a:pt x="2678" y="3466"/>
                  <a:pt x="2836" y="3624"/>
                  <a:pt x="2836" y="3813"/>
                </a:cubicBezTo>
                <a:lnTo>
                  <a:pt x="2836" y="4916"/>
                </a:lnTo>
                <a:cubicBezTo>
                  <a:pt x="2678" y="4947"/>
                  <a:pt x="2584" y="5042"/>
                  <a:pt x="2458" y="5168"/>
                </a:cubicBezTo>
                <a:cubicBezTo>
                  <a:pt x="2363" y="5231"/>
                  <a:pt x="2300" y="5357"/>
                  <a:pt x="2237" y="5420"/>
                </a:cubicBezTo>
                <a:cubicBezTo>
                  <a:pt x="2174" y="5357"/>
                  <a:pt x="2143" y="5262"/>
                  <a:pt x="2143" y="5199"/>
                </a:cubicBezTo>
                <a:lnTo>
                  <a:pt x="2143" y="3813"/>
                </a:lnTo>
                <a:cubicBezTo>
                  <a:pt x="2143" y="3624"/>
                  <a:pt x="2300" y="3466"/>
                  <a:pt x="2489" y="3466"/>
                </a:cubicBezTo>
                <a:close/>
                <a:moveTo>
                  <a:pt x="9326" y="3466"/>
                </a:moveTo>
                <a:cubicBezTo>
                  <a:pt x="9546" y="3466"/>
                  <a:pt x="9704" y="3624"/>
                  <a:pt x="9704" y="3813"/>
                </a:cubicBezTo>
                <a:lnTo>
                  <a:pt x="9704" y="5199"/>
                </a:lnTo>
                <a:cubicBezTo>
                  <a:pt x="9704" y="5262"/>
                  <a:pt x="9641" y="5357"/>
                  <a:pt x="9578" y="5420"/>
                </a:cubicBezTo>
                <a:cubicBezTo>
                  <a:pt x="9546" y="5294"/>
                  <a:pt x="9452" y="5231"/>
                  <a:pt x="9389" y="5168"/>
                </a:cubicBezTo>
                <a:cubicBezTo>
                  <a:pt x="9263" y="5042"/>
                  <a:pt x="9137" y="4947"/>
                  <a:pt x="8979" y="4916"/>
                </a:cubicBezTo>
                <a:lnTo>
                  <a:pt x="8979" y="3813"/>
                </a:lnTo>
                <a:cubicBezTo>
                  <a:pt x="9011" y="3624"/>
                  <a:pt x="9168" y="3466"/>
                  <a:pt x="9326" y="3466"/>
                </a:cubicBezTo>
                <a:close/>
                <a:moveTo>
                  <a:pt x="5923" y="3466"/>
                </a:moveTo>
                <a:cubicBezTo>
                  <a:pt x="6900" y="3466"/>
                  <a:pt x="7814" y="4096"/>
                  <a:pt x="8160" y="4947"/>
                </a:cubicBezTo>
                <a:cubicBezTo>
                  <a:pt x="8066" y="5010"/>
                  <a:pt x="8003" y="5042"/>
                  <a:pt x="7971" y="5105"/>
                </a:cubicBezTo>
                <a:lnTo>
                  <a:pt x="6081" y="6963"/>
                </a:lnTo>
                <a:cubicBezTo>
                  <a:pt x="6018" y="6995"/>
                  <a:pt x="5955" y="7089"/>
                  <a:pt x="5923" y="7152"/>
                </a:cubicBezTo>
                <a:cubicBezTo>
                  <a:pt x="5860" y="7089"/>
                  <a:pt x="5797" y="7026"/>
                  <a:pt x="5766" y="6963"/>
                </a:cubicBezTo>
                <a:lnTo>
                  <a:pt x="3876" y="5105"/>
                </a:lnTo>
                <a:cubicBezTo>
                  <a:pt x="3781" y="5042"/>
                  <a:pt x="3750" y="5010"/>
                  <a:pt x="3655" y="4947"/>
                </a:cubicBezTo>
                <a:cubicBezTo>
                  <a:pt x="4033" y="4096"/>
                  <a:pt x="4915" y="3466"/>
                  <a:pt x="5923" y="3466"/>
                </a:cubicBezTo>
                <a:close/>
                <a:moveTo>
                  <a:pt x="10744" y="2049"/>
                </a:moveTo>
                <a:cubicBezTo>
                  <a:pt x="10964" y="2049"/>
                  <a:pt x="11122" y="2206"/>
                  <a:pt x="11122" y="2395"/>
                </a:cubicBezTo>
                <a:lnTo>
                  <a:pt x="11122" y="6144"/>
                </a:lnTo>
                <a:lnTo>
                  <a:pt x="11059" y="6144"/>
                </a:lnTo>
                <a:cubicBezTo>
                  <a:pt x="11059" y="6333"/>
                  <a:pt x="11027" y="6491"/>
                  <a:pt x="10901" y="6648"/>
                </a:cubicBezTo>
                <a:lnTo>
                  <a:pt x="9263" y="9421"/>
                </a:lnTo>
                <a:cubicBezTo>
                  <a:pt x="9105" y="9673"/>
                  <a:pt x="9011" y="9956"/>
                  <a:pt x="9011" y="10271"/>
                </a:cubicBezTo>
                <a:lnTo>
                  <a:pt x="9011" y="10933"/>
                </a:lnTo>
                <a:lnTo>
                  <a:pt x="6270" y="10933"/>
                </a:lnTo>
                <a:lnTo>
                  <a:pt x="6270" y="8097"/>
                </a:lnTo>
                <a:cubicBezTo>
                  <a:pt x="6270" y="7845"/>
                  <a:pt x="6396" y="7593"/>
                  <a:pt x="6585" y="7404"/>
                </a:cubicBezTo>
                <a:lnTo>
                  <a:pt x="8475" y="5546"/>
                </a:lnTo>
                <a:cubicBezTo>
                  <a:pt x="8538" y="5483"/>
                  <a:pt x="8625" y="5451"/>
                  <a:pt x="8712" y="5451"/>
                </a:cubicBezTo>
                <a:cubicBezTo>
                  <a:pt x="8798" y="5451"/>
                  <a:pt x="8885" y="5483"/>
                  <a:pt x="8948" y="5546"/>
                </a:cubicBezTo>
                <a:cubicBezTo>
                  <a:pt x="9074" y="5672"/>
                  <a:pt x="9074" y="5892"/>
                  <a:pt x="8948" y="6018"/>
                </a:cubicBezTo>
                <a:lnTo>
                  <a:pt x="7751" y="7215"/>
                </a:lnTo>
                <a:cubicBezTo>
                  <a:pt x="7656" y="7310"/>
                  <a:pt x="7656" y="7562"/>
                  <a:pt x="7751" y="7656"/>
                </a:cubicBezTo>
                <a:cubicBezTo>
                  <a:pt x="7814" y="7719"/>
                  <a:pt x="7908" y="7751"/>
                  <a:pt x="7999" y="7751"/>
                </a:cubicBezTo>
                <a:cubicBezTo>
                  <a:pt x="8089" y="7751"/>
                  <a:pt x="8176" y="7719"/>
                  <a:pt x="8223" y="7656"/>
                </a:cubicBezTo>
                <a:lnTo>
                  <a:pt x="10082" y="5829"/>
                </a:lnTo>
                <a:cubicBezTo>
                  <a:pt x="10271" y="5609"/>
                  <a:pt x="10397" y="5388"/>
                  <a:pt x="10397" y="5105"/>
                </a:cubicBezTo>
                <a:lnTo>
                  <a:pt x="10397" y="2395"/>
                </a:lnTo>
                <a:cubicBezTo>
                  <a:pt x="10397" y="2206"/>
                  <a:pt x="10555" y="2049"/>
                  <a:pt x="10744" y="2049"/>
                </a:cubicBezTo>
                <a:close/>
                <a:moveTo>
                  <a:pt x="1103" y="2080"/>
                </a:moveTo>
                <a:cubicBezTo>
                  <a:pt x="1292" y="2080"/>
                  <a:pt x="1450" y="2238"/>
                  <a:pt x="1450" y="2427"/>
                </a:cubicBezTo>
                <a:lnTo>
                  <a:pt x="1450" y="5168"/>
                </a:lnTo>
                <a:cubicBezTo>
                  <a:pt x="1450" y="5420"/>
                  <a:pt x="1576" y="5672"/>
                  <a:pt x="1796" y="5861"/>
                </a:cubicBezTo>
                <a:lnTo>
                  <a:pt x="3624" y="7719"/>
                </a:lnTo>
                <a:cubicBezTo>
                  <a:pt x="3687" y="7782"/>
                  <a:pt x="3781" y="7814"/>
                  <a:pt x="3872" y="7814"/>
                </a:cubicBezTo>
                <a:cubicBezTo>
                  <a:pt x="3962" y="7814"/>
                  <a:pt x="4049" y="7782"/>
                  <a:pt x="4096" y="7719"/>
                </a:cubicBezTo>
                <a:cubicBezTo>
                  <a:pt x="4222" y="7593"/>
                  <a:pt x="4222" y="7373"/>
                  <a:pt x="4096" y="7247"/>
                </a:cubicBezTo>
                <a:lnTo>
                  <a:pt x="2930" y="6050"/>
                </a:lnTo>
                <a:cubicBezTo>
                  <a:pt x="2804" y="5955"/>
                  <a:pt x="2804" y="5703"/>
                  <a:pt x="2930" y="5577"/>
                </a:cubicBezTo>
                <a:cubicBezTo>
                  <a:pt x="2978" y="5530"/>
                  <a:pt x="3064" y="5506"/>
                  <a:pt x="3155" y="5506"/>
                </a:cubicBezTo>
                <a:cubicBezTo>
                  <a:pt x="3245" y="5506"/>
                  <a:pt x="3340" y="5530"/>
                  <a:pt x="3403" y="5577"/>
                </a:cubicBezTo>
                <a:lnTo>
                  <a:pt x="5293" y="7436"/>
                </a:lnTo>
                <a:cubicBezTo>
                  <a:pt x="5482" y="7625"/>
                  <a:pt x="5608" y="7877"/>
                  <a:pt x="5608" y="8161"/>
                </a:cubicBezTo>
                <a:lnTo>
                  <a:pt x="5608" y="10996"/>
                </a:lnTo>
                <a:lnTo>
                  <a:pt x="2836" y="10996"/>
                </a:lnTo>
                <a:lnTo>
                  <a:pt x="2836" y="10303"/>
                </a:lnTo>
                <a:cubicBezTo>
                  <a:pt x="2804" y="10051"/>
                  <a:pt x="2710" y="9736"/>
                  <a:pt x="2552" y="9452"/>
                </a:cubicBezTo>
                <a:lnTo>
                  <a:pt x="914" y="6680"/>
                </a:lnTo>
                <a:cubicBezTo>
                  <a:pt x="851" y="6522"/>
                  <a:pt x="757" y="6333"/>
                  <a:pt x="757" y="6176"/>
                </a:cubicBezTo>
                <a:lnTo>
                  <a:pt x="757" y="2427"/>
                </a:lnTo>
                <a:cubicBezTo>
                  <a:pt x="757" y="2238"/>
                  <a:pt x="914" y="2080"/>
                  <a:pt x="1103" y="2080"/>
                </a:cubicBezTo>
                <a:close/>
                <a:moveTo>
                  <a:pt x="5860" y="1"/>
                </a:moveTo>
                <a:cubicBezTo>
                  <a:pt x="4915" y="1"/>
                  <a:pt x="4128" y="788"/>
                  <a:pt x="4128" y="1734"/>
                </a:cubicBezTo>
                <a:cubicBezTo>
                  <a:pt x="4128" y="2206"/>
                  <a:pt x="4348" y="2647"/>
                  <a:pt x="4695" y="2994"/>
                </a:cubicBezTo>
                <a:cubicBezTo>
                  <a:pt x="4411" y="3120"/>
                  <a:pt x="4191" y="3214"/>
                  <a:pt x="3939" y="3435"/>
                </a:cubicBezTo>
                <a:cubicBezTo>
                  <a:pt x="3750" y="3592"/>
                  <a:pt x="3592" y="3750"/>
                  <a:pt x="3435" y="3939"/>
                </a:cubicBezTo>
                <a:lnTo>
                  <a:pt x="3435" y="3813"/>
                </a:lnTo>
                <a:cubicBezTo>
                  <a:pt x="3435" y="3246"/>
                  <a:pt x="2962" y="2805"/>
                  <a:pt x="2395" y="2805"/>
                </a:cubicBezTo>
                <a:cubicBezTo>
                  <a:pt x="2300" y="2805"/>
                  <a:pt x="2174" y="2836"/>
                  <a:pt x="2048" y="2836"/>
                </a:cubicBezTo>
                <a:lnTo>
                  <a:pt x="2048" y="2427"/>
                </a:lnTo>
                <a:cubicBezTo>
                  <a:pt x="2048" y="1891"/>
                  <a:pt x="1576" y="1418"/>
                  <a:pt x="1040" y="1418"/>
                </a:cubicBezTo>
                <a:cubicBezTo>
                  <a:pt x="473" y="1418"/>
                  <a:pt x="0" y="1891"/>
                  <a:pt x="0" y="2427"/>
                </a:cubicBezTo>
                <a:lnTo>
                  <a:pt x="0" y="6176"/>
                </a:lnTo>
                <a:cubicBezTo>
                  <a:pt x="0" y="6491"/>
                  <a:pt x="95" y="6806"/>
                  <a:pt x="253" y="7026"/>
                </a:cubicBezTo>
                <a:lnTo>
                  <a:pt x="1891" y="9799"/>
                </a:lnTo>
                <a:cubicBezTo>
                  <a:pt x="1985" y="9956"/>
                  <a:pt x="2048" y="10145"/>
                  <a:pt x="2048" y="10303"/>
                </a:cubicBezTo>
                <a:lnTo>
                  <a:pt x="2048" y="11342"/>
                </a:lnTo>
                <a:cubicBezTo>
                  <a:pt x="2048" y="11532"/>
                  <a:pt x="2206" y="11689"/>
                  <a:pt x="2395" y="11689"/>
                </a:cubicBezTo>
                <a:lnTo>
                  <a:pt x="9294" y="11689"/>
                </a:lnTo>
                <a:cubicBezTo>
                  <a:pt x="9483" y="11689"/>
                  <a:pt x="9641" y="11532"/>
                  <a:pt x="9641" y="11342"/>
                </a:cubicBezTo>
                <a:lnTo>
                  <a:pt x="9641" y="10303"/>
                </a:lnTo>
                <a:cubicBezTo>
                  <a:pt x="9641" y="10114"/>
                  <a:pt x="9704" y="9956"/>
                  <a:pt x="9799" y="9799"/>
                </a:cubicBezTo>
                <a:lnTo>
                  <a:pt x="11468" y="7026"/>
                </a:lnTo>
                <a:cubicBezTo>
                  <a:pt x="11626" y="6774"/>
                  <a:pt x="11689" y="6491"/>
                  <a:pt x="11689" y="6176"/>
                </a:cubicBezTo>
                <a:lnTo>
                  <a:pt x="11689" y="2427"/>
                </a:lnTo>
                <a:cubicBezTo>
                  <a:pt x="11752" y="1891"/>
                  <a:pt x="11279" y="1418"/>
                  <a:pt x="10712" y="1418"/>
                </a:cubicBezTo>
                <a:cubicBezTo>
                  <a:pt x="10177" y="1418"/>
                  <a:pt x="9704" y="1891"/>
                  <a:pt x="9704" y="2427"/>
                </a:cubicBezTo>
                <a:lnTo>
                  <a:pt x="9704" y="2836"/>
                </a:lnTo>
                <a:cubicBezTo>
                  <a:pt x="9578" y="2805"/>
                  <a:pt x="9452" y="2805"/>
                  <a:pt x="9326" y="2805"/>
                </a:cubicBezTo>
                <a:cubicBezTo>
                  <a:pt x="8790" y="2805"/>
                  <a:pt x="8318" y="3246"/>
                  <a:pt x="8318" y="3813"/>
                </a:cubicBezTo>
                <a:lnTo>
                  <a:pt x="8318" y="3939"/>
                </a:lnTo>
                <a:cubicBezTo>
                  <a:pt x="8160" y="3750"/>
                  <a:pt x="8003" y="3592"/>
                  <a:pt x="7814" y="3435"/>
                </a:cubicBezTo>
                <a:cubicBezTo>
                  <a:pt x="7562" y="3246"/>
                  <a:pt x="7341" y="3088"/>
                  <a:pt x="7058" y="2994"/>
                </a:cubicBezTo>
                <a:cubicBezTo>
                  <a:pt x="7404" y="2647"/>
                  <a:pt x="7593" y="2206"/>
                  <a:pt x="7593" y="1734"/>
                </a:cubicBezTo>
                <a:cubicBezTo>
                  <a:pt x="7593" y="788"/>
                  <a:pt x="6806" y="1"/>
                  <a:pt x="586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46" name="Google Shape;2746;p46"/>
          <p:cNvGrpSpPr/>
          <p:nvPr/>
        </p:nvGrpSpPr>
        <p:grpSpPr>
          <a:xfrm>
            <a:off x="1587170" y="1553810"/>
            <a:ext cx="294534" cy="295369"/>
            <a:chOff x="-35136450" y="1912725"/>
            <a:chExt cx="292225" cy="293025"/>
          </a:xfrm>
        </p:grpSpPr>
        <p:sp>
          <p:nvSpPr>
            <p:cNvPr id="2747" name="Google Shape;2747;p46"/>
            <p:cNvSpPr/>
            <p:nvPr/>
          </p:nvSpPr>
          <p:spPr>
            <a:xfrm>
              <a:off x="-35136450" y="2050575"/>
              <a:ext cx="155975" cy="155175"/>
            </a:xfrm>
            <a:custGeom>
              <a:rect b="b" l="l" r="r" t="t"/>
              <a:pathLst>
                <a:path extrusionOk="0" h="6207" w="6239">
                  <a:moveTo>
                    <a:pt x="3120" y="693"/>
                  </a:moveTo>
                  <a:cubicBezTo>
                    <a:pt x="3718" y="693"/>
                    <a:pt x="4191" y="1166"/>
                    <a:pt x="4191" y="1702"/>
                  </a:cubicBezTo>
                  <a:cubicBezTo>
                    <a:pt x="4191" y="2269"/>
                    <a:pt x="3718" y="2741"/>
                    <a:pt x="3120" y="2741"/>
                  </a:cubicBezTo>
                  <a:cubicBezTo>
                    <a:pt x="2521" y="2741"/>
                    <a:pt x="2049" y="2269"/>
                    <a:pt x="2049" y="1702"/>
                  </a:cubicBezTo>
                  <a:cubicBezTo>
                    <a:pt x="2049" y="1166"/>
                    <a:pt x="2521" y="693"/>
                    <a:pt x="3120" y="693"/>
                  </a:cubicBezTo>
                  <a:close/>
                  <a:moveTo>
                    <a:pt x="3120" y="3434"/>
                  </a:moveTo>
                  <a:cubicBezTo>
                    <a:pt x="4348" y="3434"/>
                    <a:pt x="5357" y="4348"/>
                    <a:pt x="5514" y="5514"/>
                  </a:cubicBezTo>
                  <a:lnTo>
                    <a:pt x="757" y="5514"/>
                  </a:lnTo>
                  <a:cubicBezTo>
                    <a:pt x="883" y="4348"/>
                    <a:pt x="1891" y="3434"/>
                    <a:pt x="3120" y="3434"/>
                  </a:cubicBezTo>
                  <a:close/>
                  <a:moveTo>
                    <a:pt x="3120" y="0"/>
                  </a:moveTo>
                  <a:cubicBezTo>
                    <a:pt x="2175" y="0"/>
                    <a:pt x="1387" y="756"/>
                    <a:pt x="1387" y="1702"/>
                  </a:cubicBezTo>
                  <a:cubicBezTo>
                    <a:pt x="1387" y="2174"/>
                    <a:pt x="1576" y="2615"/>
                    <a:pt x="1891" y="2930"/>
                  </a:cubicBezTo>
                  <a:lnTo>
                    <a:pt x="1954" y="2962"/>
                  </a:lnTo>
                  <a:cubicBezTo>
                    <a:pt x="851" y="3403"/>
                    <a:pt x="1" y="4506"/>
                    <a:pt x="1" y="5829"/>
                  </a:cubicBezTo>
                  <a:cubicBezTo>
                    <a:pt x="1" y="6049"/>
                    <a:pt x="158" y="6207"/>
                    <a:pt x="379" y="6207"/>
                  </a:cubicBezTo>
                  <a:lnTo>
                    <a:pt x="5892" y="6207"/>
                  </a:lnTo>
                  <a:cubicBezTo>
                    <a:pt x="6081" y="6207"/>
                    <a:pt x="6239" y="6049"/>
                    <a:pt x="6239" y="5829"/>
                  </a:cubicBezTo>
                  <a:cubicBezTo>
                    <a:pt x="6239" y="4537"/>
                    <a:pt x="5420" y="3434"/>
                    <a:pt x="4317" y="2962"/>
                  </a:cubicBezTo>
                  <a:lnTo>
                    <a:pt x="4348" y="2930"/>
                  </a:lnTo>
                  <a:cubicBezTo>
                    <a:pt x="4663" y="2615"/>
                    <a:pt x="4852" y="2174"/>
                    <a:pt x="4852" y="1702"/>
                  </a:cubicBezTo>
                  <a:cubicBezTo>
                    <a:pt x="4852" y="756"/>
                    <a:pt x="4065" y="0"/>
                    <a:pt x="312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8" name="Google Shape;2748;p46"/>
            <p:cNvSpPr/>
            <p:nvPr/>
          </p:nvSpPr>
          <p:spPr>
            <a:xfrm>
              <a:off x="-34964750" y="1947400"/>
              <a:ext cx="68550" cy="103200"/>
            </a:xfrm>
            <a:custGeom>
              <a:rect b="b" l="l" r="r" t="t"/>
              <a:pathLst>
                <a:path extrusionOk="0" h="4128" w="2742">
                  <a:moveTo>
                    <a:pt x="1387" y="725"/>
                  </a:moveTo>
                  <a:cubicBezTo>
                    <a:pt x="1765" y="725"/>
                    <a:pt x="2049" y="1008"/>
                    <a:pt x="2049" y="1386"/>
                  </a:cubicBezTo>
                  <a:lnTo>
                    <a:pt x="2049" y="2773"/>
                  </a:lnTo>
                  <a:cubicBezTo>
                    <a:pt x="2049" y="2836"/>
                    <a:pt x="2049" y="2867"/>
                    <a:pt x="2017" y="2930"/>
                  </a:cubicBezTo>
                  <a:lnTo>
                    <a:pt x="1923" y="2836"/>
                  </a:lnTo>
                  <a:cubicBezTo>
                    <a:pt x="1860" y="2773"/>
                    <a:pt x="1773" y="2741"/>
                    <a:pt x="1686" y="2741"/>
                  </a:cubicBezTo>
                  <a:cubicBezTo>
                    <a:pt x="1600" y="2741"/>
                    <a:pt x="1513" y="2773"/>
                    <a:pt x="1450" y="2836"/>
                  </a:cubicBezTo>
                  <a:cubicBezTo>
                    <a:pt x="1324" y="2962"/>
                    <a:pt x="1324" y="3182"/>
                    <a:pt x="1450" y="3308"/>
                  </a:cubicBezTo>
                  <a:lnTo>
                    <a:pt x="1545" y="3403"/>
                  </a:lnTo>
                  <a:cubicBezTo>
                    <a:pt x="1482" y="3434"/>
                    <a:pt x="1450" y="3434"/>
                    <a:pt x="1387" y="3434"/>
                  </a:cubicBezTo>
                  <a:cubicBezTo>
                    <a:pt x="977" y="3434"/>
                    <a:pt x="694" y="3119"/>
                    <a:pt x="694" y="2773"/>
                  </a:cubicBezTo>
                  <a:lnTo>
                    <a:pt x="694" y="1386"/>
                  </a:lnTo>
                  <a:cubicBezTo>
                    <a:pt x="694" y="977"/>
                    <a:pt x="1040" y="725"/>
                    <a:pt x="1387" y="725"/>
                  </a:cubicBezTo>
                  <a:close/>
                  <a:moveTo>
                    <a:pt x="1387" y="0"/>
                  </a:moveTo>
                  <a:cubicBezTo>
                    <a:pt x="631" y="0"/>
                    <a:pt x="1" y="630"/>
                    <a:pt x="1" y="1386"/>
                  </a:cubicBezTo>
                  <a:lnTo>
                    <a:pt x="1" y="2773"/>
                  </a:lnTo>
                  <a:cubicBezTo>
                    <a:pt x="1" y="3497"/>
                    <a:pt x="631" y="4127"/>
                    <a:pt x="1387" y="4127"/>
                  </a:cubicBezTo>
                  <a:cubicBezTo>
                    <a:pt x="1608" y="4127"/>
                    <a:pt x="1860" y="4064"/>
                    <a:pt x="2080" y="3938"/>
                  </a:cubicBezTo>
                  <a:lnTo>
                    <a:pt x="2175" y="4033"/>
                  </a:lnTo>
                  <a:cubicBezTo>
                    <a:pt x="2222" y="4080"/>
                    <a:pt x="2309" y="4104"/>
                    <a:pt x="2399" y="4104"/>
                  </a:cubicBezTo>
                  <a:cubicBezTo>
                    <a:pt x="2490" y="4104"/>
                    <a:pt x="2584" y="4080"/>
                    <a:pt x="2647" y="4033"/>
                  </a:cubicBezTo>
                  <a:cubicBezTo>
                    <a:pt x="2742" y="3907"/>
                    <a:pt x="2742" y="3655"/>
                    <a:pt x="2647" y="3560"/>
                  </a:cubicBezTo>
                  <a:lnTo>
                    <a:pt x="2553" y="3466"/>
                  </a:lnTo>
                  <a:cubicBezTo>
                    <a:pt x="2679" y="3277"/>
                    <a:pt x="2742" y="3025"/>
                    <a:pt x="2742" y="2773"/>
                  </a:cubicBezTo>
                  <a:lnTo>
                    <a:pt x="2742" y="1386"/>
                  </a:lnTo>
                  <a:cubicBezTo>
                    <a:pt x="2742" y="630"/>
                    <a:pt x="2112" y="0"/>
                    <a:pt x="138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9" name="Google Shape;2749;p46"/>
            <p:cNvSpPr/>
            <p:nvPr/>
          </p:nvSpPr>
          <p:spPr>
            <a:xfrm>
              <a:off x="-35016725" y="1912725"/>
              <a:ext cx="172500" cy="172025"/>
            </a:xfrm>
            <a:custGeom>
              <a:rect b="b" l="l" r="r" t="t"/>
              <a:pathLst>
                <a:path extrusionOk="0" h="6881" w="6900">
                  <a:moveTo>
                    <a:pt x="3466" y="726"/>
                  </a:moveTo>
                  <a:cubicBezTo>
                    <a:pt x="4947" y="726"/>
                    <a:pt x="6175" y="1954"/>
                    <a:pt x="6175" y="3467"/>
                  </a:cubicBezTo>
                  <a:cubicBezTo>
                    <a:pt x="6207" y="4979"/>
                    <a:pt x="4978" y="6207"/>
                    <a:pt x="3466" y="6207"/>
                  </a:cubicBezTo>
                  <a:cubicBezTo>
                    <a:pt x="2930" y="6207"/>
                    <a:pt x="2426" y="6050"/>
                    <a:pt x="1985" y="5766"/>
                  </a:cubicBezTo>
                  <a:cubicBezTo>
                    <a:pt x="1942" y="5745"/>
                    <a:pt x="1868" y="5708"/>
                    <a:pt x="1806" y="5708"/>
                  </a:cubicBezTo>
                  <a:cubicBezTo>
                    <a:pt x="1778" y="5708"/>
                    <a:pt x="1753" y="5715"/>
                    <a:pt x="1733" y="5735"/>
                  </a:cubicBezTo>
                  <a:lnTo>
                    <a:pt x="946" y="5987"/>
                  </a:lnTo>
                  <a:lnTo>
                    <a:pt x="1198" y="5199"/>
                  </a:lnTo>
                  <a:cubicBezTo>
                    <a:pt x="1261" y="5136"/>
                    <a:pt x="1198" y="5010"/>
                    <a:pt x="1166" y="4947"/>
                  </a:cubicBezTo>
                  <a:cubicBezTo>
                    <a:pt x="914" y="4506"/>
                    <a:pt x="757" y="4002"/>
                    <a:pt x="757" y="3467"/>
                  </a:cubicBezTo>
                  <a:cubicBezTo>
                    <a:pt x="757" y="1954"/>
                    <a:pt x="1954" y="726"/>
                    <a:pt x="3466" y="726"/>
                  </a:cubicBezTo>
                  <a:close/>
                  <a:moveTo>
                    <a:pt x="3466" y="1"/>
                  </a:moveTo>
                  <a:cubicBezTo>
                    <a:pt x="1576" y="1"/>
                    <a:pt x="32" y="1545"/>
                    <a:pt x="32" y="3435"/>
                  </a:cubicBezTo>
                  <a:cubicBezTo>
                    <a:pt x="32" y="4034"/>
                    <a:pt x="190" y="4569"/>
                    <a:pt x="473" y="5136"/>
                  </a:cubicBezTo>
                  <a:lnTo>
                    <a:pt x="32" y="6428"/>
                  </a:lnTo>
                  <a:cubicBezTo>
                    <a:pt x="0" y="6554"/>
                    <a:pt x="32" y="6712"/>
                    <a:pt x="95" y="6775"/>
                  </a:cubicBezTo>
                  <a:cubicBezTo>
                    <a:pt x="166" y="6845"/>
                    <a:pt x="272" y="6881"/>
                    <a:pt x="374" y="6881"/>
                  </a:cubicBezTo>
                  <a:cubicBezTo>
                    <a:pt x="408" y="6881"/>
                    <a:pt x="442" y="6877"/>
                    <a:pt x="473" y="6869"/>
                  </a:cubicBezTo>
                  <a:lnTo>
                    <a:pt x="1765" y="6428"/>
                  </a:lnTo>
                  <a:cubicBezTo>
                    <a:pt x="2269" y="6712"/>
                    <a:pt x="2867" y="6869"/>
                    <a:pt x="3466" y="6869"/>
                  </a:cubicBezTo>
                  <a:cubicBezTo>
                    <a:pt x="5356" y="6869"/>
                    <a:pt x="6900" y="5325"/>
                    <a:pt x="6900" y="3435"/>
                  </a:cubicBezTo>
                  <a:cubicBezTo>
                    <a:pt x="6869" y="1576"/>
                    <a:pt x="5356" y="1"/>
                    <a:pt x="346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50" name="Google Shape;2750;p46"/>
          <p:cNvGrpSpPr/>
          <p:nvPr/>
        </p:nvGrpSpPr>
        <p:grpSpPr>
          <a:xfrm>
            <a:off x="1587561" y="1989772"/>
            <a:ext cx="293752" cy="294210"/>
            <a:chOff x="-35134875" y="2272675"/>
            <a:chExt cx="291450" cy="291875"/>
          </a:xfrm>
        </p:grpSpPr>
        <p:sp>
          <p:nvSpPr>
            <p:cNvPr id="2751" name="Google Shape;2751;p46"/>
            <p:cNvSpPr/>
            <p:nvPr/>
          </p:nvSpPr>
          <p:spPr>
            <a:xfrm>
              <a:off x="-35134875" y="2272675"/>
              <a:ext cx="291450" cy="291875"/>
            </a:xfrm>
            <a:custGeom>
              <a:rect b="b" l="l" r="r" t="t"/>
              <a:pathLst>
                <a:path extrusionOk="0" h="11675" w="11658">
                  <a:moveTo>
                    <a:pt x="9925" y="662"/>
                  </a:moveTo>
                  <a:cubicBezTo>
                    <a:pt x="10460" y="662"/>
                    <a:pt x="10933" y="1135"/>
                    <a:pt x="10933" y="1733"/>
                  </a:cubicBezTo>
                  <a:lnTo>
                    <a:pt x="10933" y="5136"/>
                  </a:lnTo>
                  <a:cubicBezTo>
                    <a:pt x="10933" y="5703"/>
                    <a:pt x="10460" y="6176"/>
                    <a:pt x="9925" y="6176"/>
                  </a:cubicBezTo>
                  <a:cubicBezTo>
                    <a:pt x="9704" y="6176"/>
                    <a:pt x="9547" y="6333"/>
                    <a:pt x="9547" y="6522"/>
                  </a:cubicBezTo>
                  <a:lnTo>
                    <a:pt x="9547" y="7751"/>
                  </a:lnTo>
                  <a:lnTo>
                    <a:pt x="8192" y="6365"/>
                  </a:lnTo>
                  <a:lnTo>
                    <a:pt x="8192" y="4474"/>
                  </a:lnTo>
                  <a:cubicBezTo>
                    <a:pt x="8192" y="3529"/>
                    <a:pt x="7404" y="2742"/>
                    <a:pt x="6459" y="2742"/>
                  </a:cubicBezTo>
                  <a:lnTo>
                    <a:pt x="3372" y="2742"/>
                  </a:lnTo>
                  <a:lnTo>
                    <a:pt x="3372" y="1733"/>
                  </a:lnTo>
                  <a:cubicBezTo>
                    <a:pt x="3372" y="1166"/>
                    <a:pt x="3844" y="662"/>
                    <a:pt x="4411" y="662"/>
                  </a:cubicBezTo>
                  <a:close/>
                  <a:moveTo>
                    <a:pt x="6459" y="3403"/>
                  </a:moveTo>
                  <a:cubicBezTo>
                    <a:pt x="6995" y="3403"/>
                    <a:pt x="7499" y="3876"/>
                    <a:pt x="7499" y="4474"/>
                  </a:cubicBezTo>
                  <a:lnTo>
                    <a:pt x="7499" y="7908"/>
                  </a:lnTo>
                  <a:lnTo>
                    <a:pt x="7467" y="7908"/>
                  </a:lnTo>
                  <a:cubicBezTo>
                    <a:pt x="7467" y="8444"/>
                    <a:pt x="6995" y="8917"/>
                    <a:pt x="6396" y="8917"/>
                  </a:cubicBezTo>
                  <a:lnTo>
                    <a:pt x="3687" y="8917"/>
                  </a:lnTo>
                  <a:cubicBezTo>
                    <a:pt x="3624" y="8917"/>
                    <a:pt x="3498" y="8948"/>
                    <a:pt x="3466" y="9043"/>
                  </a:cubicBezTo>
                  <a:lnTo>
                    <a:pt x="1986" y="10492"/>
                  </a:lnTo>
                  <a:lnTo>
                    <a:pt x="1986" y="9295"/>
                  </a:lnTo>
                  <a:cubicBezTo>
                    <a:pt x="1986" y="9074"/>
                    <a:pt x="1828" y="8917"/>
                    <a:pt x="1639" y="8917"/>
                  </a:cubicBezTo>
                  <a:cubicBezTo>
                    <a:pt x="1103" y="8917"/>
                    <a:pt x="631" y="8444"/>
                    <a:pt x="631" y="7908"/>
                  </a:cubicBezTo>
                  <a:lnTo>
                    <a:pt x="631" y="4474"/>
                  </a:lnTo>
                  <a:cubicBezTo>
                    <a:pt x="631" y="3939"/>
                    <a:pt x="1103" y="3403"/>
                    <a:pt x="1639" y="3403"/>
                  </a:cubicBezTo>
                  <a:close/>
                  <a:moveTo>
                    <a:pt x="4411" y="1"/>
                  </a:moveTo>
                  <a:cubicBezTo>
                    <a:pt x="3466" y="1"/>
                    <a:pt x="2710" y="788"/>
                    <a:pt x="2710" y="1733"/>
                  </a:cubicBezTo>
                  <a:lnTo>
                    <a:pt x="2710" y="2742"/>
                  </a:lnTo>
                  <a:lnTo>
                    <a:pt x="1671" y="2742"/>
                  </a:lnTo>
                  <a:cubicBezTo>
                    <a:pt x="725" y="2742"/>
                    <a:pt x="1" y="3529"/>
                    <a:pt x="1" y="4474"/>
                  </a:cubicBezTo>
                  <a:lnTo>
                    <a:pt x="1" y="7908"/>
                  </a:lnTo>
                  <a:cubicBezTo>
                    <a:pt x="1" y="8728"/>
                    <a:pt x="568" y="9452"/>
                    <a:pt x="1355" y="9610"/>
                  </a:cubicBezTo>
                  <a:lnTo>
                    <a:pt x="1355" y="11342"/>
                  </a:lnTo>
                  <a:cubicBezTo>
                    <a:pt x="1355" y="11500"/>
                    <a:pt x="1450" y="11594"/>
                    <a:pt x="1576" y="11657"/>
                  </a:cubicBezTo>
                  <a:cubicBezTo>
                    <a:pt x="1607" y="11668"/>
                    <a:pt x="1646" y="11675"/>
                    <a:pt x="1687" y="11675"/>
                  </a:cubicBezTo>
                  <a:cubicBezTo>
                    <a:pt x="1769" y="11675"/>
                    <a:pt x="1860" y="11647"/>
                    <a:pt x="1923" y="11563"/>
                  </a:cubicBezTo>
                  <a:lnTo>
                    <a:pt x="3876" y="9610"/>
                  </a:lnTo>
                  <a:lnTo>
                    <a:pt x="6491" y="9610"/>
                  </a:lnTo>
                  <a:cubicBezTo>
                    <a:pt x="7436" y="9610"/>
                    <a:pt x="8224" y="8854"/>
                    <a:pt x="8224" y="7908"/>
                  </a:cubicBezTo>
                  <a:lnTo>
                    <a:pt x="8224" y="7341"/>
                  </a:lnTo>
                  <a:lnTo>
                    <a:pt x="9704" y="8822"/>
                  </a:lnTo>
                  <a:cubicBezTo>
                    <a:pt x="9773" y="8868"/>
                    <a:pt x="9876" y="8897"/>
                    <a:pt x="9976" y="8897"/>
                  </a:cubicBezTo>
                  <a:cubicBezTo>
                    <a:pt x="10013" y="8897"/>
                    <a:pt x="10049" y="8893"/>
                    <a:pt x="10082" y="8885"/>
                  </a:cubicBezTo>
                  <a:cubicBezTo>
                    <a:pt x="10208" y="8854"/>
                    <a:pt x="10271" y="8696"/>
                    <a:pt x="10271" y="8570"/>
                  </a:cubicBezTo>
                  <a:lnTo>
                    <a:pt x="10271" y="6837"/>
                  </a:lnTo>
                  <a:cubicBezTo>
                    <a:pt x="11059" y="6680"/>
                    <a:pt x="11658" y="5987"/>
                    <a:pt x="11658" y="5136"/>
                  </a:cubicBezTo>
                  <a:lnTo>
                    <a:pt x="11658" y="1733"/>
                  </a:lnTo>
                  <a:cubicBezTo>
                    <a:pt x="11595" y="788"/>
                    <a:pt x="10870" y="1"/>
                    <a:pt x="992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2" name="Google Shape;2752;p46"/>
            <p:cNvSpPr/>
            <p:nvPr/>
          </p:nvSpPr>
          <p:spPr>
            <a:xfrm>
              <a:off x="-35093925" y="2419175"/>
              <a:ext cx="18150" cy="17350"/>
            </a:xfrm>
            <a:custGeom>
              <a:rect b="b" l="l" r="r" t="t"/>
              <a:pathLst>
                <a:path extrusionOk="0" h="694" w="726">
                  <a:moveTo>
                    <a:pt x="348" y="1"/>
                  </a:moveTo>
                  <a:cubicBezTo>
                    <a:pt x="159" y="1"/>
                    <a:pt x="1" y="158"/>
                    <a:pt x="1" y="347"/>
                  </a:cubicBezTo>
                  <a:cubicBezTo>
                    <a:pt x="1" y="536"/>
                    <a:pt x="159" y="694"/>
                    <a:pt x="348" y="694"/>
                  </a:cubicBezTo>
                  <a:cubicBezTo>
                    <a:pt x="568" y="694"/>
                    <a:pt x="726" y="536"/>
                    <a:pt x="726" y="347"/>
                  </a:cubicBezTo>
                  <a:cubicBezTo>
                    <a:pt x="726" y="158"/>
                    <a:pt x="568" y="1"/>
                    <a:pt x="3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3" name="Google Shape;2753;p46"/>
            <p:cNvSpPr/>
            <p:nvPr/>
          </p:nvSpPr>
          <p:spPr>
            <a:xfrm>
              <a:off x="-35042725" y="2419175"/>
              <a:ext cx="18150" cy="17350"/>
            </a:xfrm>
            <a:custGeom>
              <a:rect b="b" l="l" r="r" t="t"/>
              <a:pathLst>
                <a:path extrusionOk="0" h="694" w="726">
                  <a:moveTo>
                    <a:pt x="347" y="1"/>
                  </a:moveTo>
                  <a:cubicBezTo>
                    <a:pt x="158" y="1"/>
                    <a:pt x="1" y="158"/>
                    <a:pt x="1" y="347"/>
                  </a:cubicBezTo>
                  <a:cubicBezTo>
                    <a:pt x="1" y="536"/>
                    <a:pt x="158" y="694"/>
                    <a:pt x="347" y="694"/>
                  </a:cubicBezTo>
                  <a:cubicBezTo>
                    <a:pt x="568" y="694"/>
                    <a:pt x="725" y="536"/>
                    <a:pt x="725" y="347"/>
                  </a:cubicBezTo>
                  <a:cubicBezTo>
                    <a:pt x="725" y="158"/>
                    <a:pt x="568"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4" name="Google Shape;2754;p46"/>
            <p:cNvSpPr/>
            <p:nvPr/>
          </p:nvSpPr>
          <p:spPr>
            <a:xfrm>
              <a:off x="-34991525" y="2419175"/>
              <a:ext cx="18150" cy="17350"/>
            </a:xfrm>
            <a:custGeom>
              <a:rect b="b" l="l" r="r" t="t"/>
              <a:pathLst>
                <a:path extrusionOk="0" h="694" w="726">
                  <a:moveTo>
                    <a:pt x="347" y="1"/>
                  </a:moveTo>
                  <a:cubicBezTo>
                    <a:pt x="158" y="1"/>
                    <a:pt x="1" y="158"/>
                    <a:pt x="1" y="347"/>
                  </a:cubicBezTo>
                  <a:cubicBezTo>
                    <a:pt x="1" y="536"/>
                    <a:pt x="158" y="694"/>
                    <a:pt x="347" y="694"/>
                  </a:cubicBezTo>
                  <a:cubicBezTo>
                    <a:pt x="568" y="694"/>
                    <a:pt x="725" y="536"/>
                    <a:pt x="725" y="347"/>
                  </a:cubicBezTo>
                  <a:cubicBezTo>
                    <a:pt x="725" y="158"/>
                    <a:pt x="568"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55" name="Google Shape;2755;p46"/>
          <p:cNvGrpSpPr/>
          <p:nvPr/>
        </p:nvGrpSpPr>
        <p:grpSpPr>
          <a:xfrm>
            <a:off x="1622094" y="2426968"/>
            <a:ext cx="224686" cy="293782"/>
            <a:chOff x="-35101800" y="2631050"/>
            <a:chExt cx="222925" cy="291450"/>
          </a:xfrm>
        </p:grpSpPr>
        <p:sp>
          <p:nvSpPr>
            <p:cNvPr id="2756" name="Google Shape;2756;p46"/>
            <p:cNvSpPr/>
            <p:nvPr/>
          </p:nvSpPr>
          <p:spPr>
            <a:xfrm>
              <a:off x="-34999400" y="2699575"/>
              <a:ext cx="18150" cy="18125"/>
            </a:xfrm>
            <a:custGeom>
              <a:rect b="b" l="l" r="r" t="t"/>
              <a:pathLst>
                <a:path extrusionOk="0" h="725" w="726">
                  <a:moveTo>
                    <a:pt x="347" y="0"/>
                  </a:moveTo>
                  <a:cubicBezTo>
                    <a:pt x="158" y="0"/>
                    <a:pt x="1" y="158"/>
                    <a:pt x="1" y="347"/>
                  </a:cubicBezTo>
                  <a:cubicBezTo>
                    <a:pt x="1" y="567"/>
                    <a:pt x="158" y="725"/>
                    <a:pt x="347" y="725"/>
                  </a:cubicBezTo>
                  <a:cubicBezTo>
                    <a:pt x="568" y="725"/>
                    <a:pt x="725" y="567"/>
                    <a:pt x="725" y="347"/>
                  </a:cubicBezTo>
                  <a:cubicBezTo>
                    <a:pt x="725" y="158"/>
                    <a:pt x="568"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7" name="Google Shape;2757;p46"/>
            <p:cNvSpPr/>
            <p:nvPr/>
          </p:nvSpPr>
          <p:spPr>
            <a:xfrm>
              <a:off x="-34999400" y="2732650"/>
              <a:ext cx="18150" cy="52800"/>
            </a:xfrm>
            <a:custGeom>
              <a:rect b="b" l="l" r="r" t="t"/>
              <a:pathLst>
                <a:path extrusionOk="0" h="2112" w="726">
                  <a:moveTo>
                    <a:pt x="347" y="0"/>
                  </a:moveTo>
                  <a:cubicBezTo>
                    <a:pt x="158" y="0"/>
                    <a:pt x="1" y="190"/>
                    <a:pt x="1" y="379"/>
                  </a:cubicBezTo>
                  <a:lnTo>
                    <a:pt x="1" y="1765"/>
                  </a:lnTo>
                  <a:cubicBezTo>
                    <a:pt x="1" y="1985"/>
                    <a:pt x="158" y="2111"/>
                    <a:pt x="347" y="2111"/>
                  </a:cubicBezTo>
                  <a:cubicBezTo>
                    <a:pt x="568" y="2111"/>
                    <a:pt x="725" y="1954"/>
                    <a:pt x="725" y="1765"/>
                  </a:cubicBezTo>
                  <a:lnTo>
                    <a:pt x="725" y="379"/>
                  </a:lnTo>
                  <a:cubicBezTo>
                    <a:pt x="725" y="190"/>
                    <a:pt x="568"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8" name="Google Shape;2758;p46"/>
            <p:cNvSpPr/>
            <p:nvPr/>
          </p:nvSpPr>
          <p:spPr>
            <a:xfrm>
              <a:off x="-35067125" y="2665700"/>
              <a:ext cx="153600" cy="154400"/>
            </a:xfrm>
            <a:custGeom>
              <a:rect b="b" l="l" r="r" t="t"/>
              <a:pathLst>
                <a:path extrusionOk="0" h="6176" w="6144">
                  <a:moveTo>
                    <a:pt x="3056" y="694"/>
                  </a:moveTo>
                  <a:cubicBezTo>
                    <a:pt x="4411" y="694"/>
                    <a:pt x="5482" y="1765"/>
                    <a:pt x="5482" y="3088"/>
                  </a:cubicBezTo>
                  <a:cubicBezTo>
                    <a:pt x="5482" y="4443"/>
                    <a:pt x="4411" y="5482"/>
                    <a:pt x="3056" y="5482"/>
                  </a:cubicBezTo>
                  <a:cubicBezTo>
                    <a:pt x="1733" y="5482"/>
                    <a:pt x="662" y="4443"/>
                    <a:pt x="662" y="3088"/>
                  </a:cubicBezTo>
                  <a:cubicBezTo>
                    <a:pt x="662" y="1796"/>
                    <a:pt x="1764" y="694"/>
                    <a:pt x="3056" y="694"/>
                  </a:cubicBezTo>
                  <a:close/>
                  <a:moveTo>
                    <a:pt x="3056" y="1"/>
                  </a:moveTo>
                  <a:cubicBezTo>
                    <a:pt x="1386" y="1"/>
                    <a:pt x="0" y="1387"/>
                    <a:pt x="0" y="3088"/>
                  </a:cubicBezTo>
                  <a:cubicBezTo>
                    <a:pt x="0" y="4789"/>
                    <a:pt x="1386" y="6176"/>
                    <a:pt x="3056" y="6176"/>
                  </a:cubicBezTo>
                  <a:cubicBezTo>
                    <a:pt x="4757" y="6176"/>
                    <a:pt x="6144" y="4789"/>
                    <a:pt x="6144" y="3088"/>
                  </a:cubicBezTo>
                  <a:cubicBezTo>
                    <a:pt x="6144" y="1387"/>
                    <a:pt x="4757" y="1"/>
                    <a:pt x="305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9" name="Google Shape;2759;p46"/>
            <p:cNvSpPr/>
            <p:nvPr/>
          </p:nvSpPr>
          <p:spPr>
            <a:xfrm>
              <a:off x="-35101800" y="2631050"/>
              <a:ext cx="222925" cy="291450"/>
            </a:xfrm>
            <a:custGeom>
              <a:rect b="b" l="l" r="r" t="t"/>
              <a:pathLst>
                <a:path extrusionOk="0" h="11658" w="8917">
                  <a:moveTo>
                    <a:pt x="4443" y="693"/>
                  </a:moveTo>
                  <a:cubicBezTo>
                    <a:pt x="6554" y="693"/>
                    <a:pt x="8192" y="2395"/>
                    <a:pt x="8192" y="4474"/>
                  </a:cubicBezTo>
                  <a:cubicBezTo>
                    <a:pt x="8192" y="5293"/>
                    <a:pt x="7940" y="6081"/>
                    <a:pt x="7436" y="6711"/>
                  </a:cubicBezTo>
                  <a:lnTo>
                    <a:pt x="4443" y="10775"/>
                  </a:lnTo>
                  <a:lnTo>
                    <a:pt x="1450" y="6711"/>
                  </a:lnTo>
                  <a:cubicBezTo>
                    <a:pt x="1009" y="6049"/>
                    <a:pt x="726" y="5293"/>
                    <a:pt x="726" y="4474"/>
                  </a:cubicBezTo>
                  <a:cubicBezTo>
                    <a:pt x="726" y="2395"/>
                    <a:pt x="2364" y="693"/>
                    <a:pt x="4443" y="693"/>
                  </a:cubicBezTo>
                  <a:close/>
                  <a:moveTo>
                    <a:pt x="4443" y="0"/>
                  </a:moveTo>
                  <a:cubicBezTo>
                    <a:pt x="2017" y="0"/>
                    <a:pt x="1" y="1985"/>
                    <a:pt x="1" y="4443"/>
                  </a:cubicBezTo>
                  <a:cubicBezTo>
                    <a:pt x="1" y="5419"/>
                    <a:pt x="316" y="6333"/>
                    <a:pt x="883" y="7120"/>
                  </a:cubicBezTo>
                  <a:lnTo>
                    <a:pt x="4191" y="11531"/>
                  </a:lnTo>
                  <a:cubicBezTo>
                    <a:pt x="4254" y="11594"/>
                    <a:pt x="4349" y="11657"/>
                    <a:pt x="4443" y="11657"/>
                  </a:cubicBezTo>
                  <a:cubicBezTo>
                    <a:pt x="4569" y="11657"/>
                    <a:pt x="4664" y="11594"/>
                    <a:pt x="4727" y="11531"/>
                  </a:cubicBezTo>
                  <a:lnTo>
                    <a:pt x="8003" y="7120"/>
                  </a:lnTo>
                  <a:cubicBezTo>
                    <a:pt x="8602" y="6333"/>
                    <a:pt x="8917" y="5419"/>
                    <a:pt x="8917" y="4443"/>
                  </a:cubicBezTo>
                  <a:cubicBezTo>
                    <a:pt x="8917" y="1985"/>
                    <a:pt x="6901" y="0"/>
                    <a:pt x="444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60" name="Google Shape;2760;p46"/>
          <p:cNvSpPr/>
          <p:nvPr/>
        </p:nvSpPr>
        <p:spPr>
          <a:xfrm>
            <a:off x="3774431" y="1553911"/>
            <a:ext cx="281028" cy="295168"/>
          </a:xfrm>
          <a:custGeom>
            <a:rect b="b" l="l" r="r" t="t"/>
            <a:pathLst>
              <a:path extrusionOk="0" h="11713" w="11153">
                <a:moveTo>
                  <a:pt x="9594" y="693"/>
                </a:moveTo>
                <a:cubicBezTo>
                  <a:pt x="9767" y="693"/>
                  <a:pt x="9940" y="764"/>
                  <a:pt x="10082" y="906"/>
                </a:cubicBezTo>
                <a:cubicBezTo>
                  <a:pt x="10365" y="1158"/>
                  <a:pt x="10365" y="1599"/>
                  <a:pt x="10082" y="1883"/>
                </a:cubicBezTo>
                <a:lnTo>
                  <a:pt x="9168" y="2796"/>
                </a:lnTo>
                <a:lnTo>
                  <a:pt x="6175" y="3364"/>
                </a:lnTo>
                <a:lnTo>
                  <a:pt x="6175" y="1410"/>
                </a:lnTo>
                <a:lnTo>
                  <a:pt x="8475" y="1410"/>
                </a:lnTo>
                <a:cubicBezTo>
                  <a:pt x="8538" y="1410"/>
                  <a:pt x="8664" y="1379"/>
                  <a:pt x="8696" y="1284"/>
                </a:cubicBezTo>
                <a:lnTo>
                  <a:pt x="9105" y="906"/>
                </a:lnTo>
                <a:cubicBezTo>
                  <a:pt x="9247" y="764"/>
                  <a:pt x="9420" y="693"/>
                  <a:pt x="9594" y="693"/>
                </a:cubicBezTo>
                <a:close/>
                <a:moveTo>
                  <a:pt x="5136" y="749"/>
                </a:moveTo>
                <a:cubicBezTo>
                  <a:pt x="5325" y="749"/>
                  <a:pt x="5482" y="906"/>
                  <a:pt x="5482" y="1095"/>
                </a:cubicBezTo>
                <a:lnTo>
                  <a:pt x="5482" y="4214"/>
                </a:lnTo>
                <a:cubicBezTo>
                  <a:pt x="5356" y="4151"/>
                  <a:pt x="5230" y="4151"/>
                  <a:pt x="5136" y="4151"/>
                </a:cubicBezTo>
                <a:cubicBezTo>
                  <a:pt x="5010" y="4151"/>
                  <a:pt x="4884" y="4151"/>
                  <a:pt x="4758" y="4214"/>
                </a:cubicBezTo>
                <a:lnTo>
                  <a:pt x="4758" y="1095"/>
                </a:lnTo>
                <a:cubicBezTo>
                  <a:pt x="4758" y="906"/>
                  <a:pt x="4915" y="749"/>
                  <a:pt x="5136" y="749"/>
                </a:cubicBezTo>
                <a:close/>
                <a:moveTo>
                  <a:pt x="5136" y="4844"/>
                </a:moveTo>
                <a:cubicBezTo>
                  <a:pt x="5671" y="4844"/>
                  <a:pt x="6144" y="5317"/>
                  <a:pt x="6144" y="5852"/>
                </a:cubicBezTo>
                <a:cubicBezTo>
                  <a:pt x="6144" y="6419"/>
                  <a:pt x="5671" y="6861"/>
                  <a:pt x="5136" y="6861"/>
                </a:cubicBezTo>
                <a:cubicBezTo>
                  <a:pt x="4568" y="6861"/>
                  <a:pt x="4096" y="6388"/>
                  <a:pt x="4096" y="5852"/>
                </a:cubicBezTo>
                <a:cubicBezTo>
                  <a:pt x="4096" y="5317"/>
                  <a:pt x="4568" y="4844"/>
                  <a:pt x="5136" y="4844"/>
                </a:cubicBezTo>
                <a:close/>
                <a:moveTo>
                  <a:pt x="4096" y="1442"/>
                </a:moveTo>
                <a:lnTo>
                  <a:pt x="4096" y="4529"/>
                </a:lnTo>
                <a:cubicBezTo>
                  <a:pt x="3655" y="4844"/>
                  <a:pt x="3434" y="5348"/>
                  <a:pt x="3434" y="5884"/>
                </a:cubicBezTo>
                <a:cubicBezTo>
                  <a:pt x="3434" y="6136"/>
                  <a:pt x="3466" y="6419"/>
                  <a:pt x="3592" y="6609"/>
                </a:cubicBezTo>
                <a:lnTo>
                  <a:pt x="2332" y="8184"/>
                </a:lnTo>
                <a:cubicBezTo>
                  <a:pt x="1323" y="7522"/>
                  <a:pt x="725" y="6356"/>
                  <a:pt x="725" y="5159"/>
                </a:cubicBezTo>
                <a:cubicBezTo>
                  <a:pt x="662" y="3143"/>
                  <a:pt x="2206" y="1568"/>
                  <a:pt x="4096" y="1442"/>
                </a:cubicBezTo>
                <a:close/>
                <a:moveTo>
                  <a:pt x="8916" y="3521"/>
                </a:moveTo>
                <a:lnTo>
                  <a:pt x="8916" y="4466"/>
                </a:lnTo>
                <a:cubicBezTo>
                  <a:pt x="8916" y="4529"/>
                  <a:pt x="8916" y="4592"/>
                  <a:pt x="8948" y="4624"/>
                </a:cubicBezTo>
                <a:lnTo>
                  <a:pt x="9798" y="6419"/>
                </a:lnTo>
                <a:cubicBezTo>
                  <a:pt x="9893" y="6577"/>
                  <a:pt x="9798" y="6672"/>
                  <a:pt x="9798" y="6735"/>
                </a:cubicBezTo>
                <a:cubicBezTo>
                  <a:pt x="9767" y="6766"/>
                  <a:pt x="9704" y="6892"/>
                  <a:pt x="9546" y="6892"/>
                </a:cubicBezTo>
                <a:lnTo>
                  <a:pt x="9263" y="6892"/>
                </a:lnTo>
                <a:cubicBezTo>
                  <a:pt x="9074" y="6892"/>
                  <a:pt x="8916" y="7050"/>
                  <a:pt x="8916" y="7239"/>
                </a:cubicBezTo>
                <a:lnTo>
                  <a:pt x="8916" y="8341"/>
                </a:lnTo>
                <a:cubicBezTo>
                  <a:pt x="8633" y="8467"/>
                  <a:pt x="8381" y="8656"/>
                  <a:pt x="8286" y="8971"/>
                </a:cubicBezTo>
                <a:lnTo>
                  <a:pt x="6522" y="8971"/>
                </a:lnTo>
                <a:cubicBezTo>
                  <a:pt x="5955" y="8971"/>
                  <a:pt x="5482" y="8499"/>
                  <a:pt x="5482" y="7932"/>
                </a:cubicBezTo>
                <a:lnTo>
                  <a:pt x="5482" y="7554"/>
                </a:lnTo>
                <a:cubicBezTo>
                  <a:pt x="6270" y="7396"/>
                  <a:pt x="6868" y="6672"/>
                  <a:pt x="6868" y="5852"/>
                </a:cubicBezTo>
                <a:cubicBezTo>
                  <a:pt x="6868" y="5317"/>
                  <a:pt x="6585" y="4781"/>
                  <a:pt x="6207" y="4466"/>
                </a:cubicBezTo>
                <a:lnTo>
                  <a:pt x="6207" y="4088"/>
                </a:lnTo>
                <a:lnTo>
                  <a:pt x="8916" y="3521"/>
                </a:lnTo>
                <a:close/>
                <a:moveTo>
                  <a:pt x="9231" y="8940"/>
                </a:moveTo>
                <a:cubicBezTo>
                  <a:pt x="9420" y="8940"/>
                  <a:pt x="9578" y="9097"/>
                  <a:pt x="9578" y="9286"/>
                </a:cubicBezTo>
                <a:cubicBezTo>
                  <a:pt x="9578" y="9475"/>
                  <a:pt x="9420" y="9633"/>
                  <a:pt x="9231" y="9633"/>
                </a:cubicBezTo>
                <a:cubicBezTo>
                  <a:pt x="9011" y="9633"/>
                  <a:pt x="8853" y="9475"/>
                  <a:pt x="8853" y="9286"/>
                </a:cubicBezTo>
                <a:cubicBezTo>
                  <a:pt x="8853" y="9097"/>
                  <a:pt x="9011" y="8940"/>
                  <a:pt x="9231" y="8940"/>
                </a:cubicBezTo>
                <a:close/>
                <a:moveTo>
                  <a:pt x="3970" y="7144"/>
                </a:moveTo>
                <a:cubicBezTo>
                  <a:pt x="4222" y="7365"/>
                  <a:pt x="4442" y="7522"/>
                  <a:pt x="4758" y="7554"/>
                </a:cubicBezTo>
                <a:lnTo>
                  <a:pt x="4758" y="7932"/>
                </a:lnTo>
                <a:cubicBezTo>
                  <a:pt x="4758" y="8877"/>
                  <a:pt x="5514" y="9633"/>
                  <a:pt x="6459" y="9633"/>
                </a:cubicBezTo>
                <a:lnTo>
                  <a:pt x="8223" y="9633"/>
                </a:lnTo>
                <a:cubicBezTo>
                  <a:pt x="8286" y="9727"/>
                  <a:pt x="8318" y="9791"/>
                  <a:pt x="8349" y="9822"/>
                </a:cubicBezTo>
                <a:cubicBezTo>
                  <a:pt x="8034" y="10137"/>
                  <a:pt x="7593" y="10295"/>
                  <a:pt x="7183" y="10295"/>
                </a:cubicBezTo>
                <a:lnTo>
                  <a:pt x="5797" y="10295"/>
                </a:lnTo>
                <a:cubicBezTo>
                  <a:pt x="5608" y="10295"/>
                  <a:pt x="5451" y="10452"/>
                  <a:pt x="5451" y="10673"/>
                </a:cubicBezTo>
                <a:lnTo>
                  <a:pt x="5451" y="11051"/>
                </a:lnTo>
                <a:lnTo>
                  <a:pt x="2710" y="11051"/>
                </a:lnTo>
                <a:lnTo>
                  <a:pt x="2710" y="8719"/>
                </a:lnTo>
                <a:lnTo>
                  <a:pt x="3970" y="7144"/>
                </a:lnTo>
                <a:close/>
                <a:moveTo>
                  <a:pt x="9629" y="0"/>
                </a:moveTo>
                <a:cubicBezTo>
                  <a:pt x="9278" y="0"/>
                  <a:pt x="8932" y="134"/>
                  <a:pt x="8664" y="402"/>
                </a:cubicBezTo>
                <a:lnTo>
                  <a:pt x="8412" y="686"/>
                </a:lnTo>
                <a:lnTo>
                  <a:pt x="6144" y="686"/>
                </a:lnTo>
                <a:cubicBezTo>
                  <a:pt x="5986" y="308"/>
                  <a:pt x="5640" y="24"/>
                  <a:pt x="5167" y="24"/>
                </a:cubicBezTo>
                <a:cubicBezTo>
                  <a:pt x="4726" y="24"/>
                  <a:pt x="4348" y="308"/>
                  <a:pt x="4190" y="686"/>
                </a:cubicBezTo>
                <a:cubicBezTo>
                  <a:pt x="1859" y="812"/>
                  <a:pt x="0" y="2702"/>
                  <a:pt x="0" y="5033"/>
                </a:cubicBezTo>
                <a:cubicBezTo>
                  <a:pt x="0" y="6514"/>
                  <a:pt x="725" y="7900"/>
                  <a:pt x="1922" y="8688"/>
                </a:cubicBezTo>
                <a:lnTo>
                  <a:pt x="2048" y="8782"/>
                </a:lnTo>
                <a:lnTo>
                  <a:pt x="2048" y="11366"/>
                </a:lnTo>
                <a:cubicBezTo>
                  <a:pt x="2048" y="11555"/>
                  <a:pt x="2206" y="11712"/>
                  <a:pt x="2426" y="11712"/>
                </a:cubicBezTo>
                <a:lnTo>
                  <a:pt x="5829" y="11712"/>
                </a:lnTo>
                <a:cubicBezTo>
                  <a:pt x="6018" y="11712"/>
                  <a:pt x="6207" y="11555"/>
                  <a:pt x="6207" y="11366"/>
                </a:cubicBezTo>
                <a:lnTo>
                  <a:pt x="6207" y="10956"/>
                </a:lnTo>
                <a:lnTo>
                  <a:pt x="7215" y="10956"/>
                </a:lnTo>
                <a:cubicBezTo>
                  <a:pt x="7877" y="10956"/>
                  <a:pt x="8475" y="10704"/>
                  <a:pt x="8948" y="10232"/>
                </a:cubicBezTo>
                <a:cubicBezTo>
                  <a:pt x="9074" y="10263"/>
                  <a:pt x="9137" y="10263"/>
                  <a:pt x="9263" y="10263"/>
                </a:cubicBezTo>
                <a:cubicBezTo>
                  <a:pt x="9830" y="10263"/>
                  <a:pt x="10302" y="9791"/>
                  <a:pt x="10302" y="9223"/>
                </a:cubicBezTo>
                <a:cubicBezTo>
                  <a:pt x="10302" y="8814"/>
                  <a:pt x="10019" y="8404"/>
                  <a:pt x="9609" y="8247"/>
                </a:cubicBezTo>
                <a:lnTo>
                  <a:pt x="9609" y="7491"/>
                </a:lnTo>
                <a:cubicBezTo>
                  <a:pt x="9924" y="7459"/>
                  <a:pt x="10239" y="7302"/>
                  <a:pt x="10397" y="7018"/>
                </a:cubicBezTo>
                <a:cubicBezTo>
                  <a:pt x="10617" y="6703"/>
                  <a:pt x="10617" y="6356"/>
                  <a:pt x="10460" y="6041"/>
                </a:cubicBezTo>
                <a:lnTo>
                  <a:pt x="9609" y="4403"/>
                </a:lnTo>
                <a:lnTo>
                  <a:pt x="9609" y="3332"/>
                </a:lnTo>
                <a:lnTo>
                  <a:pt x="10617" y="2355"/>
                </a:lnTo>
                <a:cubicBezTo>
                  <a:pt x="11153" y="1788"/>
                  <a:pt x="11153" y="938"/>
                  <a:pt x="10617" y="402"/>
                </a:cubicBezTo>
                <a:cubicBezTo>
                  <a:pt x="10334" y="134"/>
                  <a:pt x="9979" y="0"/>
                  <a:pt x="962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61" name="Google Shape;2761;p46"/>
          <p:cNvGrpSpPr/>
          <p:nvPr/>
        </p:nvGrpSpPr>
        <p:grpSpPr>
          <a:xfrm>
            <a:off x="3768068" y="1989205"/>
            <a:ext cx="293752" cy="295344"/>
            <a:chOff x="-33314675" y="2275050"/>
            <a:chExt cx="291450" cy="293000"/>
          </a:xfrm>
        </p:grpSpPr>
        <p:sp>
          <p:nvSpPr>
            <p:cNvPr id="2762" name="Google Shape;2762;p46"/>
            <p:cNvSpPr/>
            <p:nvPr/>
          </p:nvSpPr>
          <p:spPr>
            <a:xfrm>
              <a:off x="-33143750" y="2275050"/>
              <a:ext cx="120525" cy="120525"/>
            </a:xfrm>
            <a:custGeom>
              <a:rect b="b" l="l" r="r" t="t"/>
              <a:pathLst>
                <a:path extrusionOk="0" h="4821" w="4821">
                  <a:moveTo>
                    <a:pt x="2426" y="725"/>
                  </a:moveTo>
                  <a:cubicBezTo>
                    <a:pt x="3371" y="725"/>
                    <a:pt x="4096" y="1512"/>
                    <a:pt x="4096" y="2458"/>
                  </a:cubicBezTo>
                  <a:cubicBezTo>
                    <a:pt x="4159" y="3403"/>
                    <a:pt x="3371" y="4159"/>
                    <a:pt x="2426" y="4159"/>
                  </a:cubicBezTo>
                  <a:cubicBezTo>
                    <a:pt x="1481" y="4159"/>
                    <a:pt x="725" y="3403"/>
                    <a:pt x="725" y="2458"/>
                  </a:cubicBezTo>
                  <a:cubicBezTo>
                    <a:pt x="725" y="1512"/>
                    <a:pt x="1481" y="725"/>
                    <a:pt x="2426" y="725"/>
                  </a:cubicBezTo>
                  <a:close/>
                  <a:moveTo>
                    <a:pt x="2426" y="0"/>
                  </a:moveTo>
                  <a:cubicBezTo>
                    <a:pt x="1071" y="0"/>
                    <a:pt x="0" y="1103"/>
                    <a:pt x="0" y="2426"/>
                  </a:cubicBezTo>
                  <a:cubicBezTo>
                    <a:pt x="0" y="3749"/>
                    <a:pt x="1071" y="4820"/>
                    <a:pt x="2426" y="4820"/>
                  </a:cubicBezTo>
                  <a:cubicBezTo>
                    <a:pt x="3749" y="4820"/>
                    <a:pt x="4821" y="3749"/>
                    <a:pt x="4821" y="2426"/>
                  </a:cubicBezTo>
                  <a:cubicBezTo>
                    <a:pt x="4821" y="1103"/>
                    <a:pt x="3749" y="0"/>
                    <a:pt x="242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3" name="Google Shape;2763;p46"/>
            <p:cNvSpPr/>
            <p:nvPr/>
          </p:nvSpPr>
          <p:spPr>
            <a:xfrm>
              <a:off x="-33093350" y="2309700"/>
              <a:ext cx="35475" cy="34675"/>
            </a:xfrm>
            <a:custGeom>
              <a:rect b="b" l="l" r="r" t="t"/>
              <a:pathLst>
                <a:path extrusionOk="0" h="1387" w="1419">
                  <a:moveTo>
                    <a:pt x="347" y="0"/>
                  </a:moveTo>
                  <a:cubicBezTo>
                    <a:pt x="158" y="0"/>
                    <a:pt x="1" y="158"/>
                    <a:pt x="1" y="347"/>
                  </a:cubicBezTo>
                  <a:lnTo>
                    <a:pt x="1" y="1009"/>
                  </a:lnTo>
                  <a:cubicBezTo>
                    <a:pt x="1" y="1229"/>
                    <a:pt x="158" y="1387"/>
                    <a:pt x="347" y="1387"/>
                  </a:cubicBezTo>
                  <a:lnTo>
                    <a:pt x="1040" y="1387"/>
                  </a:lnTo>
                  <a:cubicBezTo>
                    <a:pt x="1229" y="1387"/>
                    <a:pt x="1387" y="1229"/>
                    <a:pt x="1387" y="1009"/>
                  </a:cubicBezTo>
                  <a:cubicBezTo>
                    <a:pt x="1418" y="883"/>
                    <a:pt x="1261" y="694"/>
                    <a:pt x="1072" y="694"/>
                  </a:cubicBezTo>
                  <a:lnTo>
                    <a:pt x="725" y="694"/>
                  </a:lnTo>
                  <a:lnTo>
                    <a:pt x="725" y="347"/>
                  </a:lnTo>
                  <a:cubicBezTo>
                    <a:pt x="725" y="158"/>
                    <a:pt x="568"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4" name="Google Shape;2764;p46"/>
            <p:cNvSpPr/>
            <p:nvPr/>
          </p:nvSpPr>
          <p:spPr>
            <a:xfrm>
              <a:off x="-33314675" y="2328600"/>
              <a:ext cx="239475" cy="239450"/>
            </a:xfrm>
            <a:custGeom>
              <a:rect b="b" l="l" r="r" t="t"/>
              <a:pathLst>
                <a:path extrusionOk="0" h="9578" w="9579">
                  <a:moveTo>
                    <a:pt x="3057" y="631"/>
                  </a:moveTo>
                  <a:cubicBezTo>
                    <a:pt x="3624" y="631"/>
                    <a:pt x="4096" y="1103"/>
                    <a:pt x="4096" y="1639"/>
                  </a:cubicBezTo>
                  <a:cubicBezTo>
                    <a:pt x="4096" y="2206"/>
                    <a:pt x="3624" y="2678"/>
                    <a:pt x="3057" y="2678"/>
                  </a:cubicBezTo>
                  <a:cubicBezTo>
                    <a:pt x="2521" y="2678"/>
                    <a:pt x="2049" y="2206"/>
                    <a:pt x="2049" y="1639"/>
                  </a:cubicBezTo>
                  <a:cubicBezTo>
                    <a:pt x="2049" y="1103"/>
                    <a:pt x="2490" y="631"/>
                    <a:pt x="3057" y="631"/>
                  </a:cubicBezTo>
                  <a:close/>
                  <a:moveTo>
                    <a:pt x="3063" y="3369"/>
                  </a:moveTo>
                  <a:cubicBezTo>
                    <a:pt x="3690" y="3369"/>
                    <a:pt x="4308" y="3646"/>
                    <a:pt x="4726" y="4065"/>
                  </a:cubicBezTo>
                  <a:lnTo>
                    <a:pt x="4411" y="4065"/>
                  </a:lnTo>
                  <a:cubicBezTo>
                    <a:pt x="3844" y="4065"/>
                    <a:pt x="3372" y="4506"/>
                    <a:pt x="3372" y="5073"/>
                  </a:cubicBezTo>
                  <a:lnTo>
                    <a:pt x="3372" y="6774"/>
                  </a:lnTo>
                  <a:lnTo>
                    <a:pt x="662" y="6774"/>
                  </a:lnTo>
                  <a:lnTo>
                    <a:pt x="662" y="5892"/>
                  </a:lnTo>
                  <a:cubicBezTo>
                    <a:pt x="662" y="4569"/>
                    <a:pt x="1702" y="3435"/>
                    <a:pt x="2962" y="3372"/>
                  </a:cubicBezTo>
                  <a:cubicBezTo>
                    <a:pt x="2996" y="3370"/>
                    <a:pt x="3029" y="3369"/>
                    <a:pt x="3063" y="3369"/>
                  </a:cubicBezTo>
                  <a:close/>
                  <a:moveTo>
                    <a:pt x="7215" y="4726"/>
                  </a:moveTo>
                  <a:cubicBezTo>
                    <a:pt x="7373" y="4726"/>
                    <a:pt x="7530" y="4884"/>
                    <a:pt x="7530" y="5073"/>
                  </a:cubicBezTo>
                  <a:lnTo>
                    <a:pt x="7530" y="6774"/>
                  </a:lnTo>
                  <a:lnTo>
                    <a:pt x="4096" y="6774"/>
                  </a:lnTo>
                  <a:lnTo>
                    <a:pt x="4096" y="5073"/>
                  </a:lnTo>
                  <a:cubicBezTo>
                    <a:pt x="4096" y="4884"/>
                    <a:pt x="4254" y="4726"/>
                    <a:pt x="4443" y="4726"/>
                  </a:cubicBezTo>
                  <a:close/>
                  <a:moveTo>
                    <a:pt x="8586" y="7495"/>
                  </a:moveTo>
                  <a:cubicBezTo>
                    <a:pt x="8753" y="7495"/>
                    <a:pt x="8885" y="7644"/>
                    <a:pt x="8885" y="7845"/>
                  </a:cubicBezTo>
                  <a:lnTo>
                    <a:pt x="8885" y="8885"/>
                  </a:lnTo>
                  <a:lnTo>
                    <a:pt x="662" y="8885"/>
                  </a:lnTo>
                  <a:lnTo>
                    <a:pt x="662" y="7499"/>
                  </a:lnTo>
                  <a:lnTo>
                    <a:pt x="8539" y="7499"/>
                  </a:lnTo>
                  <a:cubicBezTo>
                    <a:pt x="8555" y="7496"/>
                    <a:pt x="8571" y="7495"/>
                    <a:pt x="8586" y="7495"/>
                  </a:cubicBezTo>
                  <a:close/>
                  <a:moveTo>
                    <a:pt x="3057" y="1"/>
                  </a:moveTo>
                  <a:cubicBezTo>
                    <a:pt x="2112" y="1"/>
                    <a:pt x="1387" y="725"/>
                    <a:pt x="1387" y="1702"/>
                  </a:cubicBezTo>
                  <a:cubicBezTo>
                    <a:pt x="1387" y="2206"/>
                    <a:pt x="1576" y="2647"/>
                    <a:pt x="1923" y="2930"/>
                  </a:cubicBezTo>
                  <a:cubicBezTo>
                    <a:pt x="820" y="3403"/>
                    <a:pt x="1" y="4600"/>
                    <a:pt x="1" y="5923"/>
                  </a:cubicBezTo>
                  <a:lnTo>
                    <a:pt x="1" y="9263"/>
                  </a:lnTo>
                  <a:cubicBezTo>
                    <a:pt x="1" y="9420"/>
                    <a:pt x="127" y="9578"/>
                    <a:pt x="316" y="9578"/>
                  </a:cubicBezTo>
                  <a:lnTo>
                    <a:pt x="9200" y="9578"/>
                  </a:lnTo>
                  <a:cubicBezTo>
                    <a:pt x="9421" y="9578"/>
                    <a:pt x="9578" y="9420"/>
                    <a:pt x="9578" y="9200"/>
                  </a:cubicBezTo>
                  <a:lnTo>
                    <a:pt x="9578" y="7845"/>
                  </a:lnTo>
                  <a:cubicBezTo>
                    <a:pt x="9578" y="7278"/>
                    <a:pt x="9106" y="6806"/>
                    <a:pt x="8539" y="6806"/>
                  </a:cubicBezTo>
                  <a:lnTo>
                    <a:pt x="8192" y="6806"/>
                  </a:lnTo>
                  <a:lnTo>
                    <a:pt x="8192" y="5104"/>
                  </a:lnTo>
                  <a:cubicBezTo>
                    <a:pt x="8192" y="4569"/>
                    <a:pt x="7719" y="4096"/>
                    <a:pt x="7152" y="4096"/>
                  </a:cubicBezTo>
                  <a:lnTo>
                    <a:pt x="5577" y="4096"/>
                  </a:lnTo>
                  <a:cubicBezTo>
                    <a:pt x="5231" y="3561"/>
                    <a:pt x="4758" y="3183"/>
                    <a:pt x="4222" y="2930"/>
                  </a:cubicBezTo>
                  <a:cubicBezTo>
                    <a:pt x="4569" y="2615"/>
                    <a:pt x="4758" y="2206"/>
                    <a:pt x="4758" y="1702"/>
                  </a:cubicBezTo>
                  <a:cubicBezTo>
                    <a:pt x="4758" y="725"/>
                    <a:pt x="4002" y="1"/>
                    <a:pt x="305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65" name="Google Shape;2765;p46"/>
          <p:cNvSpPr/>
          <p:nvPr/>
        </p:nvSpPr>
        <p:spPr>
          <a:xfrm>
            <a:off x="3766884" y="2425771"/>
            <a:ext cx="296121" cy="296176"/>
          </a:xfrm>
          <a:custGeom>
            <a:rect b="b" l="l" r="r" t="t"/>
            <a:pathLst>
              <a:path extrusionOk="0" h="11753" w="11752">
                <a:moveTo>
                  <a:pt x="9672" y="725"/>
                </a:moveTo>
                <a:lnTo>
                  <a:pt x="9672" y="4191"/>
                </a:lnTo>
                <a:cubicBezTo>
                  <a:pt x="9546" y="4160"/>
                  <a:pt x="9420" y="4160"/>
                  <a:pt x="9294" y="4160"/>
                </a:cubicBezTo>
                <a:cubicBezTo>
                  <a:pt x="9200" y="4160"/>
                  <a:pt x="9074" y="4191"/>
                  <a:pt x="8948" y="4223"/>
                </a:cubicBezTo>
                <a:lnTo>
                  <a:pt x="8948" y="3844"/>
                </a:lnTo>
                <a:cubicBezTo>
                  <a:pt x="8948" y="3277"/>
                  <a:pt x="8475" y="2805"/>
                  <a:pt x="7939" y="2805"/>
                </a:cubicBezTo>
                <a:cubicBezTo>
                  <a:pt x="7813" y="2805"/>
                  <a:pt x="7687" y="2836"/>
                  <a:pt x="7561" y="2836"/>
                </a:cubicBezTo>
                <a:lnTo>
                  <a:pt x="7561" y="2458"/>
                </a:lnTo>
                <a:cubicBezTo>
                  <a:pt x="7561" y="1891"/>
                  <a:pt x="7089" y="1419"/>
                  <a:pt x="6553" y="1419"/>
                </a:cubicBezTo>
                <a:cubicBezTo>
                  <a:pt x="6427" y="1419"/>
                  <a:pt x="6364" y="1419"/>
                  <a:pt x="6238" y="1482"/>
                </a:cubicBezTo>
                <a:cubicBezTo>
                  <a:pt x="6427" y="1041"/>
                  <a:pt x="6837" y="725"/>
                  <a:pt x="7246" y="725"/>
                </a:cubicBezTo>
                <a:close/>
                <a:moveTo>
                  <a:pt x="11090" y="1419"/>
                </a:moveTo>
                <a:lnTo>
                  <a:pt x="11090" y="4884"/>
                </a:lnTo>
                <a:cubicBezTo>
                  <a:pt x="10964" y="4853"/>
                  <a:pt x="10838" y="4853"/>
                  <a:pt x="10712" y="4853"/>
                </a:cubicBezTo>
                <a:cubicBezTo>
                  <a:pt x="10617" y="4853"/>
                  <a:pt x="10491" y="4884"/>
                  <a:pt x="10365" y="4884"/>
                </a:cubicBezTo>
                <a:lnTo>
                  <a:pt x="10365" y="1419"/>
                </a:lnTo>
                <a:close/>
                <a:moveTo>
                  <a:pt x="4537" y="725"/>
                </a:moveTo>
                <a:cubicBezTo>
                  <a:pt x="5104" y="725"/>
                  <a:pt x="5577" y="1198"/>
                  <a:pt x="5577" y="1734"/>
                </a:cubicBezTo>
                <a:lnTo>
                  <a:pt x="5577" y="5010"/>
                </a:lnTo>
                <a:lnTo>
                  <a:pt x="4474" y="6113"/>
                </a:lnTo>
                <a:cubicBezTo>
                  <a:pt x="4253" y="6302"/>
                  <a:pt x="4096" y="6585"/>
                  <a:pt x="4033" y="6869"/>
                </a:cubicBezTo>
                <a:lnTo>
                  <a:pt x="2143" y="6869"/>
                </a:lnTo>
                <a:lnTo>
                  <a:pt x="2143" y="725"/>
                </a:lnTo>
                <a:close/>
                <a:moveTo>
                  <a:pt x="1418" y="1419"/>
                </a:moveTo>
                <a:lnTo>
                  <a:pt x="1418" y="7247"/>
                </a:lnTo>
                <a:cubicBezTo>
                  <a:pt x="1418" y="7468"/>
                  <a:pt x="1575" y="7625"/>
                  <a:pt x="1796" y="7625"/>
                </a:cubicBezTo>
                <a:lnTo>
                  <a:pt x="3938" y="7625"/>
                </a:lnTo>
                <a:cubicBezTo>
                  <a:pt x="4001" y="7846"/>
                  <a:pt x="4064" y="8098"/>
                  <a:pt x="4190" y="8287"/>
                </a:cubicBezTo>
                <a:lnTo>
                  <a:pt x="725" y="8287"/>
                </a:lnTo>
                <a:lnTo>
                  <a:pt x="725" y="1419"/>
                </a:lnTo>
                <a:close/>
                <a:moveTo>
                  <a:pt x="6648" y="2112"/>
                </a:moveTo>
                <a:cubicBezTo>
                  <a:pt x="6837" y="2112"/>
                  <a:pt x="6994" y="2269"/>
                  <a:pt x="6994" y="2458"/>
                </a:cubicBezTo>
                <a:lnTo>
                  <a:pt x="6994" y="6554"/>
                </a:lnTo>
                <a:cubicBezTo>
                  <a:pt x="6994" y="6743"/>
                  <a:pt x="7152" y="6900"/>
                  <a:pt x="7341" y="6900"/>
                </a:cubicBezTo>
                <a:cubicBezTo>
                  <a:pt x="7530" y="6900"/>
                  <a:pt x="7687" y="6743"/>
                  <a:pt x="7687" y="6554"/>
                </a:cubicBezTo>
                <a:lnTo>
                  <a:pt x="7687" y="3844"/>
                </a:lnTo>
                <a:cubicBezTo>
                  <a:pt x="7687" y="3624"/>
                  <a:pt x="7845" y="3466"/>
                  <a:pt x="8065" y="3466"/>
                </a:cubicBezTo>
                <a:cubicBezTo>
                  <a:pt x="8254" y="3466"/>
                  <a:pt x="8412" y="3624"/>
                  <a:pt x="8412" y="3844"/>
                </a:cubicBezTo>
                <a:lnTo>
                  <a:pt x="8412" y="6554"/>
                </a:lnTo>
                <a:cubicBezTo>
                  <a:pt x="8412" y="6743"/>
                  <a:pt x="8570" y="6900"/>
                  <a:pt x="8759" y="6900"/>
                </a:cubicBezTo>
                <a:cubicBezTo>
                  <a:pt x="8948" y="6900"/>
                  <a:pt x="9105" y="6743"/>
                  <a:pt x="9105" y="6554"/>
                </a:cubicBezTo>
                <a:lnTo>
                  <a:pt x="9105" y="5168"/>
                </a:lnTo>
                <a:cubicBezTo>
                  <a:pt x="9105" y="4979"/>
                  <a:pt x="9263" y="4821"/>
                  <a:pt x="9483" y="4821"/>
                </a:cubicBezTo>
                <a:cubicBezTo>
                  <a:pt x="9672" y="4821"/>
                  <a:pt x="9830" y="4979"/>
                  <a:pt x="9830" y="5168"/>
                </a:cubicBezTo>
                <a:lnTo>
                  <a:pt x="9830" y="6554"/>
                </a:lnTo>
                <a:cubicBezTo>
                  <a:pt x="9830" y="6743"/>
                  <a:pt x="9987" y="6900"/>
                  <a:pt x="10176" y="6900"/>
                </a:cubicBezTo>
                <a:cubicBezTo>
                  <a:pt x="10365" y="6900"/>
                  <a:pt x="10523" y="6743"/>
                  <a:pt x="10523" y="6554"/>
                </a:cubicBezTo>
                <a:lnTo>
                  <a:pt x="10523" y="5892"/>
                </a:lnTo>
                <a:cubicBezTo>
                  <a:pt x="10523" y="5672"/>
                  <a:pt x="10680" y="5514"/>
                  <a:pt x="10901" y="5514"/>
                </a:cubicBezTo>
                <a:cubicBezTo>
                  <a:pt x="11090" y="5514"/>
                  <a:pt x="11247" y="5672"/>
                  <a:pt x="11247" y="5892"/>
                </a:cubicBezTo>
                <a:cubicBezTo>
                  <a:pt x="11090" y="5955"/>
                  <a:pt x="11090" y="8633"/>
                  <a:pt x="11090" y="8791"/>
                </a:cubicBezTo>
                <a:cubicBezTo>
                  <a:pt x="11090" y="9043"/>
                  <a:pt x="10995" y="9232"/>
                  <a:pt x="10838" y="9389"/>
                </a:cubicBezTo>
                <a:cubicBezTo>
                  <a:pt x="10586" y="9673"/>
                  <a:pt x="10397" y="10051"/>
                  <a:pt x="10397" y="10460"/>
                </a:cubicBezTo>
                <a:lnTo>
                  <a:pt x="10397" y="11028"/>
                </a:lnTo>
                <a:lnTo>
                  <a:pt x="6270" y="11028"/>
                </a:lnTo>
                <a:lnTo>
                  <a:pt x="6270" y="10397"/>
                </a:lnTo>
                <a:cubicBezTo>
                  <a:pt x="6270" y="10051"/>
                  <a:pt x="6144" y="9673"/>
                  <a:pt x="5923" y="9389"/>
                </a:cubicBezTo>
                <a:lnTo>
                  <a:pt x="4852" y="7972"/>
                </a:lnTo>
                <a:cubicBezTo>
                  <a:pt x="4537" y="7562"/>
                  <a:pt x="4600" y="6995"/>
                  <a:pt x="4946" y="6617"/>
                </a:cubicBezTo>
                <a:lnTo>
                  <a:pt x="5577" y="5987"/>
                </a:lnTo>
                <a:lnTo>
                  <a:pt x="5577" y="6554"/>
                </a:lnTo>
                <a:cubicBezTo>
                  <a:pt x="5577" y="6743"/>
                  <a:pt x="5734" y="6900"/>
                  <a:pt x="5923" y="6900"/>
                </a:cubicBezTo>
                <a:cubicBezTo>
                  <a:pt x="6112" y="6900"/>
                  <a:pt x="6270" y="6743"/>
                  <a:pt x="6270" y="6554"/>
                </a:cubicBezTo>
                <a:lnTo>
                  <a:pt x="6270" y="2458"/>
                </a:lnTo>
                <a:cubicBezTo>
                  <a:pt x="6270" y="2269"/>
                  <a:pt x="6427" y="2112"/>
                  <a:pt x="6648" y="2112"/>
                </a:cubicBezTo>
                <a:close/>
                <a:moveTo>
                  <a:pt x="1733" y="1"/>
                </a:moveTo>
                <a:cubicBezTo>
                  <a:pt x="1544" y="1"/>
                  <a:pt x="1386" y="158"/>
                  <a:pt x="1386" y="379"/>
                </a:cubicBezTo>
                <a:lnTo>
                  <a:pt x="1386" y="725"/>
                </a:lnTo>
                <a:lnTo>
                  <a:pt x="378" y="725"/>
                </a:lnTo>
                <a:cubicBezTo>
                  <a:pt x="158" y="725"/>
                  <a:pt x="0" y="883"/>
                  <a:pt x="0" y="1072"/>
                </a:cubicBezTo>
                <a:lnTo>
                  <a:pt x="0" y="8602"/>
                </a:lnTo>
                <a:cubicBezTo>
                  <a:pt x="0" y="8791"/>
                  <a:pt x="158" y="8948"/>
                  <a:pt x="378" y="8948"/>
                </a:cubicBezTo>
                <a:lnTo>
                  <a:pt x="4663" y="8948"/>
                </a:lnTo>
                <a:lnTo>
                  <a:pt x="5293" y="9830"/>
                </a:lnTo>
                <a:cubicBezTo>
                  <a:pt x="5419" y="9988"/>
                  <a:pt x="5482" y="10208"/>
                  <a:pt x="5482" y="10460"/>
                </a:cubicBezTo>
                <a:lnTo>
                  <a:pt x="5482" y="11406"/>
                </a:lnTo>
                <a:cubicBezTo>
                  <a:pt x="5482" y="11595"/>
                  <a:pt x="5640" y="11752"/>
                  <a:pt x="5829" y="11752"/>
                </a:cubicBezTo>
                <a:lnTo>
                  <a:pt x="10649" y="11752"/>
                </a:lnTo>
                <a:cubicBezTo>
                  <a:pt x="10838" y="11752"/>
                  <a:pt x="10995" y="11595"/>
                  <a:pt x="10995" y="11406"/>
                </a:cubicBezTo>
                <a:lnTo>
                  <a:pt x="10995" y="10460"/>
                </a:lnTo>
                <a:cubicBezTo>
                  <a:pt x="10995" y="10208"/>
                  <a:pt x="11090" y="10019"/>
                  <a:pt x="11247" y="9862"/>
                </a:cubicBezTo>
                <a:cubicBezTo>
                  <a:pt x="11500" y="9578"/>
                  <a:pt x="11657" y="9200"/>
                  <a:pt x="11657" y="8791"/>
                </a:cubicBezTo>
                <a:lnTo>
                  <a:pt x="11657" y="1072"/>
                </a:lnTo>
                <a:cubicBezTo>
                  <a:pt x="11752" y="883"/>
                  <a:pt x="11594" y="725"/>
                  <a:pt x="11405" y="725"/>
                </a:cubicBezTo>
                <a:lnTo>
                  <a:pt x="10365" y="725"/>
                </a:lnTo>
                <a:lnTo>
                  <a:pt x="10365" y="379"/>
                </a:lnTo>
                <a:cubicBezTo>
                  <a:pt x="10365" y="158"/>
                  <a:pt x="10208" y="1"/>
                  <a:pt x="10019" y="1"/>
                </a:cubicBezTo>
                <a:lnTo>
                  <a:pt x="7246" y="1"/>
                </a:lnTo>
                <a:cubicBezTo>
                  <a:pt x="6711" y="1"/>
                  <a:pt x="6207" y="284"/>
                  <a:pt x="5892" y="662"/>
                </a:cubicBezTo>
                <a:cubicBezTo>
                  <a:pt x="5577" y="253"/>
                  <a:pt x="5041" y="1"/>
                  <a:pt x="450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66" name="Google Shape;2766;p46"/>
          <p:cNvGrpSpPr/>
          <p:nvPr/>
        </p:nvGrpSpPr>
        <p:grpSpPr>
          <a:xfrm>
            <a:off x="2457822" y="2863620"/>
            <a:ext cx="293752" cy="293756"/>
            <a:chOff x="-31523625" y="1939525"/>
            <a:chExt cx="291450" cy="291425"/>
          </a:xfrm>
        </p:grpSpPr>
        <p:sp>
          <p:nvSpPr>
            <p:cNvPr id="2767" name="Google Shape;2767;p46"/>
            <p:cNvSpPr/>
            <p:nvPr/>
          </p:nvSpPr>
          <p:spPr>
            <a:xfrm>
              <a:off x="-31523625" y="1939525"/>
              <a:ext cx="291450" cy="291425"/>
            </a:xfrm>
            <a:custGeom>
              <a:rect b="b" l="l" r="r" t="t"/>
              <a:pathLst>
                <a:path extrusionOk="0" h="11657" w="11658">
                  <a:moveTo>
                    <a:pt x="2269" y="756"/>
                  </a:moveTo>
                  <a:cubicBezTo>
                    <a:pt x="2899" y="756"/>
                    <a:pt x="3372" y="1260"/>
                    <a:pt x="3372" y="1859"/>
                  </a:cubicBezTo>
                  <a:cubicBezTo>
                    <a:pt x="3372" y="2363"/>
                    <a:pt x="3057" y="2615"/>
                    <a:pt x="2805" y="2867"/>
                  </a:cubicBezTo>
                  <a:cubicBezTo>
                    <a:pt x="2710" y="2962"/>
                    <a:pt x="2679" y="3025"/>
                    <a:pt x="2679" y="3119"/>
                  </a:cubicBezTo>
                  <a:lnTo>
                    <a:pt x="2679" y="7246"/>
                  </a:lnTo>
                  <a:cubicBezTo>
                    <a:pt x="2679" y="7341"/>
                    <a:pt x="2710" y="7435"/>
                    <a:pt x="2805" y="7498"/>
                  </a:cubicBezTo>
                  <a:cubicBezTo>
                    <a:pt x="3057" y="7750"/>
                    <a:pt x="3372" y="8002"/>
                    <a:pt x="3372" y="8506"/>
                  </a:cubicBezTo>
                  <a:cubicBezTo>
                    <a:pt x="3372" y="9137"/>
                    <a:pt x="2868" y="9609"/>
                    <a:pt x="2269" y="9609"/>
                  </a:cubicBezTo>
                  <a:lnTo>
                    <a:pt x="1765" y="9609"/>
                  </a:lnTo>
                  <a:cubicBezTo>
                    <a:pt x="1167" y="9609"/>
                    <a:pt x="663" y="9137"/>
                    <a:pt x="663" y="8506"/>
                  </a:cubicBezTo>
                  <a:cubicBezTo>
                    <a:pt x="663" y="8002"/>
                    <a:pt x="978" y="7750"/>
                    <a:pt x="1261" y="7498"/>
                  </a:cubicBezTo>
                  <a:cubicBezTo>
                    <a:pt x="1324" y="7404"/>
                    <a:pt x="1356" y="7341"/>
                    <a:pt x="1356" y="7246"/>
                  </a:cubicBezTo>
                  <a:lnTo>
                    <a:pt x="1356" y="3119"/>
                  </a:lnTo>
                  <a:cubicBezTo>
                    <a:pt x="1356" y="3025"/>
                    <a:pt x="1324" y="2930"/>
                    <a:pt x="1261" y="2867"/>
                  </a:cubicBezTo>
                  <a:cubicBezTo>
                    <a:pt x="978" y="2615"/>
                    <a:pt x="663" y="2363"/>
                    <a:pt x="663" y="1859"/>
                  </a:cubicBezTo>
                  <a:cubicBezTo>
                    <a:pt x="663" y="1229"/>
                    <a:pt x="1167" y="756"/>
                    <a:pt x="1765" y="756"/>
                  </a:cubicBezTo>
                  <a:close/>
                  <a:moveTo>
                    <a:pt x="10650" y="2048"/>
                  </a:moveTo>
                  <a:cubicBezTo>
                    <a:pt x="10870" y="2048"/>
                    <a:pt x="11028" y="2205"/>
                    <a:pt x="11028" y="2395"/>
                  </a:cubicBezTo>
                  <a:lnTo>
                    <a:pt x="11028" y="9294"/>
                  </a:lnTo>
                  <a:lnTo>
                    <a:pt x="10965" y="9294"/>
                  </a:lnTo>
                  <a:cubicBezTo>
                    <a:pt x="10965" y="9483"/>
                    <a:pt x="10807" y="9641"/>
                    <a:pt x="10618" y="9641"/>
                  </a:cubicBezTo>
                  <a:lnTo>
                    <a:pt x="3687" y="9641"/>
                  </a:lnTo>
                  <a:cubicBezTo>
                    <a:pt x="3939" y="9326"/>
                    <a:pt x="4097" y="8948"/>
                    <a:pt x="4097" y="8538"/>
                  </a:cubicBezTo>
                  <a:cubicBezTo>
                    <a:pt x="4097" y="8065"/>
                    <a:pt x="3876" y="7593"/>
                    <a:pt x="3561" y="7278"/>
                  </a:cubicBezTo>
                  <a:lnTo>
                    <a:pt x="3404" y="7120"/>
                  </a:lnTo>
                  <a:lnTo>
                    <a:pt x="3404" y="3245"/>
                  </a:lnTo>
                  <a:cubicBezTo>
                    <a:pt x="3624" y="3025"/>
                    <a:pt x="4002" y="2710"/>
                    <a:pt x="4097" y="2048"/>
                  </a:cubicBezTo>
                  <a:close/>
                  <a:moveTo>
                    <a:pt x="4758" y="10334"/>
                  </a:moveTo>
                  <a:lnTo>
                    <a:pt x="4758" y="10649"/>
                  </a:lnTo>
                  <a:cubicBezTo>
                    <a:pt x="4758" y="10838"/>
                    <a:pt x="4601" y="10995"/>
                    <a:pt x="4412" y="10995"/>
                  </a:cubicBezTo>
                  <a:lnTo>
                    <a:pt x="2710" y="10995"/>
                  </a:lnTo>
                  <a:cubicBezTo>
                    <a:pt x="2521" y="10995"/>
                    <a:pt x="2364" y="10838"/>
                    <a:pt x="2364" y="10649"/>
                  </a:cubicBezTo>
                  <a:lnTo>
                    <a:pt x="2364" y="10334"/>
                  </a:lnTo>
                  <a:close/>
                  <a:moveTo>
                    <a:pt x="1797" y="0"/>
                  </a:moveTo>
                  <a:cubicBezTo>
                    <a:pt x="820" y="0"/>
                    <a:pt x="1" y="788"/>
                    <a:pt x="1" y="1827"/>
                  </a:cubicBezTo>
                  <a:cubicBezTo>
                    <a:pt x="1" y="2300"/>
                    <a:pt x="190" y="2773"/>
                    <a:pt x="505" y="3088"/>
                  </a:cubicBezTo>
                  <a:lnTo>
                    <a:pt x="663" y="3245"/>
                  </a:lnTo>
                  <a:lnTo>
                    <a:pt x="663" y="7089"/>
                  </a:lnTo>
                  <a:cubicBezTo>
                    <a:pt x="474" y="7278"/>
                    <a:pt x="1" y="7719"/>
                    <a:pt x="1" y="8506"/>
                  </a:cubicBezTo>
                  <a:cubicBezTo>
                    <a:pt x="1" y="9452"/>
                    <a:pt x="694" y="10208"/>
                    <a:pt x="1639" y="10271"/>
                  </a:cubicBezTo>
                  <a:lnTo>
                    <a:pt x="1734" y="10271"/>
                  </a:lnTo>
                  <a:lnTo>
                    <a:pt x="1734" y="10649"/>
                  </a:lnTo>
                  <a:cubicBezTo>
                    <a:pt x="1734" y="11184"/>
                    <a:pt x="2206" y="11657"/>
                    <a:pt x="2742" y="11657"/>
                  </a:cubicBezTo>
                  <a:lnTo>
                    <a:pt x="4443" y="11657"/>
                  </a:lnTo>
                  <a:cubicBezTo>
                    <a:pt x="5010" y="11657"/>
                    <a:pt x="5451" y="11184"/>
                    <a:pt x="5451" y="10649"/>
                  </a:cubicBezTo>
                  <a:lnTo>
                    <a:pt x="5451" y="10334"/>
                  </a:lnTo>
                  <a:lnTo>
                    <a:pt x="10618" y="10334"/>
                  </a:lnTo>
                  <a:cubicBezTo>
                    <a:pt x="11185" y="10334"/>
                    <a:pt x="11658" y="9861"/>
                    <a:pt x="11658" y="9294"/>
                  </a:cubicBezTo>
                  <a:lnTo>
                    <a:pt x="11658" y="2395"/>
                  </a:lnTo>
                  <a:cubicBezTo>
                    <a:pt x="11658" y="1827"/>
                    <a:pt x="11185" y="1386"/>
                    <a:pt x="10618" y="1386"/>
                  </a:cubicBezTo>
                  <a:lnTo>
                    <a:pt x="4034" y="1386"/>
                  </a:lnTo>
                  <a:cubicBezTo>
                    <a:pt x="3845" y="599"/>
                    <a:pt x="3151" y="0"/>
                    <a:pt x="230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8" name="Google Shape;2768;p46"/>
            <p:cNvSpPr/>
            <p:nvPr/>
          </p:nvSpPr>
          <p:spPr>
            <a:xfrm>
              <a:off x="-31404675" y="2007250"/>
              <a:ext cx="138625" cy="52800"/>
            </a:xfrm>
            <a:custGeom>
              <a:rect b="b" l="l" r="r" t="t"/>
              <a:pathLst>
                <a:path extrusionOk="0" h="2112" w="5545">
                  <a:moveTo>
                    <a:pt x="4852" y="725"/>
                  </a:moveTo>
                  <a:lnTo>
                    <a:pt x="4852" y="1418"/>
                  </a:lnTo>
                  <a:lnTo>
                    <a:pt x="693" y="1418"/>
                  </a:lnTo>
                  <a:lnTo>
                    <a:pt x="693" y="725"/>
                  </a:lnTo>
                  <a:close/>
                  <a:moveTo>
                    <a:pt x="347" y="1"/>
                  </a:moveTo>
                  <a:cubicBezTo>
                    <a:pt x="158" y="1"/>
                    <a:pt x="0" y="158"/>
                    <a:pt x="0" y="379"/>
                  </a:cubicBezTo>
                  <a:lnTo>
                    <a:pt x="0" y="1733"/>
                  </a:lnTo>
                  <a:cubicBezTo>
                    <a:pt x="0" y="1954"/>
                    <a:pt x="158" y="2111"/>
                    <a:pt x="347" y="2111"/>
                  </a:cubicBezTo>
                  <a:lnTo>
                    <a:pt x="5199" y="2111"/>
                  </a:lnTo>
                  <a:cubicBezTo>
                    <a:pt x="5388" y="2111"/>
                    <a:pt x="5545" y="1954"/>
                    <a:pt x="5545" y="1733"/>
                  </a:cubicBezTo>
                  <a:lnTo>
                    <a:pt x="5545" y="379"/>
                  </a:lnTo>
                  <a:cubicBezTo>
                    <a:pt x="5514" y="158"/>
                    <a:pt x="5356" y="1"/>
                    <a:pt x="519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9" name="Google Shape;2769;p46"/>
            <p:cNvSpPr/>
            <p:nvPr/>
          </p:nvSpPr>
          <p:spPr>
            <a:xfrm>
              <a:off x="-31404675" y="2077350"/>
              <a:ext cx="34675" cy="18150"/>
            </a:xfrm>
            <a:custGeom>
              <a:rect b="b" l="l" r="r" t="t"/>
              <a:pathLst>
                <a:path extrusionOk="0" h="726" w="1387">
                  <a:moveTo>
                    <a:pt x="347" y="0"/>
                  </a:moveTo>
                  <a:cubicBezTo>
                    <a:pt x="158" y="0"/>
                    <a:pt x="0" y="158"/>
                    <a:pt x="0" y="347"/>
                  </a:cubicBezTo>
                  <a:cubicBezTo>
                    <a:pt x="0" y="568"/>
                    <a:pt x="158" y="725"/>
                    <a:pt x="347" y="725"/>
                  </a:cubicBezTo>
                  <a:lnTo>
                    <a:pt x="1008" y="725"/>
                  </a:lnTo>
                  <a:cubicBezTo>
                    <a:pt x="1229" y="725"/>
                    <a:pt x="1386" y="568"/>
                    <a:pt x="1386" y="347"/>
                  </a:cubicBezTo>
                  <a:cubicBezTo>
                    <a:pt x="1386" y="158"/>
                    <a:pt x="1229" y="0"/>
                    <a:pt x="100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0" name="Google Shape;2770;p46"/>
            <p:cNvSpPr/>
            <p:nvPr/>
          </p:nvSpPr>
          <p:spPr>
            <a:xfrm>
              <a:off x="-31353475" y="2077350"/>
              <a:ext cx="35450" cy="18150"/>
            </a:xfrm>
            <a:custGeom>
              <a:rect b="b" l="l" r="r" t="t"/>
              <a:pathLst>
                <a:path extrusionOk="0" h="726" w="1418">
                  <a:moveTo>
                    <a:pt x="347" y="0"/>
                  </a:moveTo>
                  <a:cubicBezTo>
                    <a:pt x="158" y="0"/>
                    <a:pt x="0" y="158"/>
                    <a:pt x="0" y="347"/>
                  </a:cubicBezTo>
                  <a:cubicBezTo>
                    <a:pt x="0" y="568"/>
                    <a:pt x="158" y="725"/>
                    <a:pt x="347" y="725"/>
                  </a:cubicBezTo>
                  <a:lnTo>
                    <a:pt x="1071" y="725"/>
                  </a:lnTo>
                  <a:cubicBezTo>
                    <a:pt x="1260" y="725"/>
                    <a:pt x="1418" y="568"/>
                    <a:pt x="1418" y="347"/>
                  </a:cubicBezTo>
                  <a:cubicBezTo>
                    <a:pt x="1418" y="158"/>
                    <a:pt x="1260" y="0"/>
                    <a:pt x="107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1" name="Google Shape;2771;p46"/>
            <p:cNvSpPr/>
            <p:nvPr/>
          </p:nvSpPr>
          <p:spPr>
            <a:xfrm>
              <a:off x="-31301500" y="2077350"/>
              <a:ext cx="35450" cy="18150"/>
            </a:xfrm>
            <a:custGeom>
              <a:rect b="b" l="l" r="r" t="t"/>
              <a:pathLst>
                <a:path extrusionOk="0" h="726" w="1418">
                  <a:moveTo>
                    <a:pt x="347" y="0"/>
                  </a:moveTo>
                  <a:cubicBezTo>
                    <a:pt x="158" y="0"/>
                    <a:pt x="0" y="158"/>
                    <a:pt x="0" y="347"/>
                  </a:cubicBezTo>
                  <a:cubicBezTo>
                    <a:pt x="0" y="568"/>
                    <a:pt x="158" y="725"/>
                    <a:pt x="347" y="725"/>
                  </a:cubicBezTo>
                  <a:lnTo>
                    <a:pt x="1072" y="725"/>
                  </a:lnTo>
                  <a:cubicBezTo>
                    <a:pt x="1261" y="725"/>
                    <a:pt x="1418" y="568"/>
                    <a:pt x="1418" y="347"/>
                  </a:cubicBezTo>
                  <a:cubicBezTo>
                    <a:pt x="1387" y="158"/>
                    <a:pt x="1229" y="0"/>
                    <a:pt x="10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2" name="Google Shape;2772;p46"/>
            <p:cNvSpPr/>
            <p:nvPr/>
          </p:nvSpPr>
          <p:spPr>
            <a:xfrm>
              <a:off x="-31404675" y="2112000"/>
              <a:ext cx="34675" cy="17350"/>
            </a:xfrm>
            <a:custGeom>
              <a:rect b="b" l="l" r="r" t="t"/>
              <a:pathLst>
                <a:path extrusionOk="0" h="694" w="1387">
                  <a:moveTo>
                    <a:pt x="347" y="1"/>
                  </a:moveTo>
                  <a:cubicBezTo>
                    <a:pt x="158" y="1"/>
                    <a:pt x="0" y="158"/>
                    <a:pt x="0" y="347"/>
                  </a:cubicBezTo>
                  <a:cubicBezTo>
                    <a:pt x="0" y="536"/>
                    <a:pt x="158" y="694"/>
                    <a:pt x="347" y="694"/>
                  </a:cubicBezTo>
                  <a:lnTo>
                    <a:pt x="1008" y="694"/>
                  </a:lnTo>
                  <a:cubicBezTo>
                    <a:pt x="1229" y="694"/>
                    <a:pt x="1386" y="536"/>
                    <a:pt x="1386" y="347"/>
                  </a:cubicBezTo>
                  <a:cubicBezTo>
                    <a:pt x="1386" y="158"/>
                    <a:pt x="1229" y="1"/>
                    <a:pt x="100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3" name="Google Shape;2773;p46"/>
            <p:cNvSpPr/>
            <p:nvPr/>
          </p:nvSpPr>
          <p:spPr>
            <a:xfrm>
              <a:off x="-31353475" y="2112000"/>
              <a:ext cx="35450" cy="17350"/>
            </a:xfrm>
            <a:custGeom>
              <a:rect b="b" l="l" r="r" t="t"/>
              <a:pathLst>
                <a:path extrusionOk="0" h="694" w="1418">
                  <a:moveTo>
                    <a:pt x="347" y="1"/>
                  </a:moveTo>
                  <a:cubicBezTo>
                    <a:pt x="158" y="1"/>
                    <a:pt x="0" y="158"/>
                    <a:pt x="0" y="347"/>
                  </a:cubicBezTo>
                  <a:cubicBezTo>
                    <a:pt x="0" y="536"/>
                    <a:pt x="158" y="694"/>
                    <a:pt x="347" y="694"/>
                  </a:cubicBezTo>
                  <a:lnTo>
                    <a:pt x="1071" y="694"/>
                  </a:lnTo>
                  <a:cubicBezTo>
                    <a:pt x="1260" y="694"/>
                    <a:pt x="1418" y="536"/>
                    <a:pt x="1418" y="347"/>
                  </a:cubicBezTo>
                  <a:cubicBezTo>
                    <a:pt x="1418" y="158"/>
                    <a:pt x="1260" y="1"/>
                    <a:pt x="107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4" name="Google Shape;2774;p46"/>
            <p:cNvSpPr/>
            <p:nvPr/>
          </p:nvSpPr>
          <p:spPr>
            <a:xfrm>
              <a:off x="-31301500" y="2112000"/>
              <a:ext cx="35450" cy="17350"/>
            </a:xfrm>
            <a:custGeom>
              <a:rect b="b" l="l" r="r" t="t"/>
              <a:pathLst>
                <a:path extrusionOk="0" h="694" w="1418">
                  <a:moveTo>
                    <a:pt x="347" y="1"/>
                  </a:moveTo>
                  <a:cubicBezTo>
                    <a:pt x="158" y="1"/>
                    <a:pt x="0" y="158"/>
                    <a:pt x="0" y="347"/>
                  </a:cubicBezTo>
                  <a:cubicBezTo>
                    <a:pt x="0" y="536"/>
                    <a:pt x="158" y="694"/>
                    <a:pt x="347" y="694"/>
                  </a:cubicBezTo>
                  <a:lnTo>
                    <a:pt x="1072" y="694"/>
                  </a:lnTo>
                  <a:cubicBezTo>
                    <a:pt x="1261" y="694"/>
                    <a:pt x="1418" y="536"/>
                    <a:pt x="1418" y="347"/>
                  </a:cubicBezTo>
                  <a:cubicBezTo>
                    <a:pt x="1387" y="158"/>
                    <a:pt x="1229" y="1"/>
                    <a:pt x="107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5" name="Google Shape;2775;p46"/>
            <p:cNvSpPr/>
            <p:nvPr/>
          </p:nvSpPr>
          <p:spPr>
            <a:xfrm>
              <a:off x="-31404675" y="2145075"/>
              <a:ext cx="34675" cy="18150"/>
            </a:xfrm>
            <a:custGeom>
              <a:rect b="b" l="l" r="r" t="t"/>
              <a:pathLst>
                <a:path extrusionOk="0" h="726" w="1387">
                  <a:moveTo>
                    <a:pt x="347" y="1"/>
                  </a:moveTo>
                  <a:cubicBezTo>
                    <a:pt x="158" y="1"/>
                    <a:pt x="0" y="158"/>
                    <a:pt x="0" y="379"/>
                  </a:cubicBezTo>
                  <a:cubicBezTo>
                    <a:pt x="0" y="568"/>
                    <a:pt x="158" y="726"/>
                    <a:pt x="347" y="726"/>
                  </a:cubicBezTo>
                  <a:lnTo>
                    <a:pt x="1008" y="726"/>
                  </a:lnTo>
                  <a:cubicBezTo>
                    <a:pt x="1229" y="726"/>
                    <a:pt x="1386" y="568"/>
                    <a:pt x="1386" y="379"/>
                  </a:cubicBezTo>
                  <a:cubicBezTo>
                    <a:pt x="1386" y="158"/>
                    <a:pt x="1229" y="1"/>
                    <a:pt x="100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6" name="Google Shape;2776;p46"/>
            <p:cNvSpPr/>
            <p:nvPr/>
          </p:nvSpPr>
          <p:spPr>
            <a:xfrm>
              <a:off x="-31353475" y="2145075"/>
              <a:ext cx="35450" cy="18150"/>
            </a:xfrm>
            <a:custGeom>
              <a:rect b="b" l="l" r="r" t="t"/>
              <a:pathLst>
                <a:path extrusionOk="0" h="726" w="1418">
                  <a:moveTo>
                    <a:pt x="347" y="1"/>
                  </a:moveTo>
                  <a:cubicBezTo>
                    <a:pt x="158" y="1"/>
                    <a:pt x="0" y="158"/>
                    <a:pt x="0" y="379"/>
                  </a:cubicBezTo>
                  <a:cubicBezTo>
                    <a:pt x="0" y="568"/>
                    <a:pt x="158" y="726"/>
                    <a:pt x="347" y="726"/>
                  </a:cubicBezTo>
                  <a:lnTo>
                    <a:pt x="1071" y="726"/>
                  </a:lnTo>
                  <a:cubicBezTo>
                    <a:pt x="1260" y="726"/>
                    <a:pt x="1418" y="568"/>
                    <a:pt x="1418" y="379"/>
                  </a:cubicBezTo>
                  <a:cubicBezTo>
                    <a:pt x="1418" y="158"/>
                    <a:pt x="1260" y="1"/>
                    <a:pt x="107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7" name="Google Shape;2777;p46"/>
            <p:cNvSpPr/>
            <p:nvPr/>
          </p:nvSpPr>
          <p:spPr>
            <a:xfrm>
              <a:off x="-31301500" y="2145075"/>
              <a:ext cx="35450" cy="18150"/>
            </a:xfrm>
            <a:custGeom>
              <a:rect b="b" l="l" r="r" t="t"/>
              <a:pathLst>
                <a:path extrusionOk="0" h="726" w="1418">
                  <a:moveTo>
                    <a:pt x="347" y="1"/>
                  </a:moveTo>
                  <a:cubicBezTo>
                    <a:pt x="158" y="1"/>
                    <a:pt x="0" y="158"/>
                    <a:pt x="0" y="379"/>
                  </a:cubicBezTo>
                  <a:cubicBezTo>
                    <a:pt x="0" y="568"/>
                    <a:pt x="158" y="726"/>
                    <a:pt x="347" y="726"/>
                  </a:cubicBezTo>
                  <a:lnTo>
                    <a:pt x="1072" y="726"/>
                  </a:lnTo>
                  <a:cubicBezTo>
                    <a:pt x="1261" y="726"/>
                    <a:pt x="1418" y="568"/>
                    <a:pt x="1418" y="379"/>
                  </a:cubicBezTo>
                  <a:cubicBezTo>
                    <a:pt x="1387" y="158"/>
                    <a:pt x="1229" y="1"/>
                    <a:pt x="107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78" name="Google Shape;2778;p46"/>
          <p:cNvGrpSpPr/>
          <p:nvPr/>
        </p:nvGrpSpPr>
        <p:grpSpPr>
          <a:xfrm>
            <a:off x="2457029" y="3300977"/>
            <a:ext cx="295340" cy="293782"/>
            <a:chOff x="-31523625" y="2298675"/>
            <a:chExt cx="293025" cy="291450"/>
          </a:xfrm>
        </p:grpSpPr>
        <p:sp>
          <p:nvSpPr>
            <p:cNvPr id="2779" name="Google Shape;2779;p46"/>
            <p:cNvSpPr/>
            <p:nvPr/>
          </p:nvSpPr>
          <p:spPr>
            <a:xfrm>
              <a:off x="-31523625" y="2298675"/>
              <a:ext cx="293025" cy="291450"/>
            </a:xfrm>
            <a:custGeom>
              <a:rect b="b" l="l" r="r" t="t"/>
              <a:pathLst>
                <a:path extrusionOk="0" h="11658" w="11721">
                  <a:moveTo>
                    <a:pt x="4443" y="630"/>
                  </a:moveTo>
                  <a:cubicBezTo>
                    <a:pt x="4632" y="630"/>
                    <a:pt x="4790" y="788"/>
                    <a:pt x="4790" y="977"/>
                  </a:cubicBezTo>
                  <a:cubicBezTo>
                    <a:pt x="4790" y="1198"/>
                    <a:pt x="4632" y="1355"/>
                    <a:pt x="4443" y="1355"/>
                  </a:cubicBezTo>
                  <a:cubicBezTo>
                    <a:pt x="4254" y="1355"/>
                    <a:pt x="4097" y="1198"/>
                    <a:pt x="4097" y="977"/>
                  </a:cubicBezTo>
                  <a:cubicBezTo>
                    <a:pt x="4097" y="788"/>
                    <a:pt x="4254" y="630"/>
                    <a:pt x="4443" y="630"/>
                  </a:cubicBezTo>
                  <a:close/>
                  <a:moveTo>
                    <a:pt x="7153" y="3434"/>
                  </a:moveTo>
                  <a:cubicBezTo>
                    <a:pt x="6523" y="3938"/>
                    <a:pt x="6176" y="4663"/>
                    <a:pt x="6176" y="5482"/>
                  </a:cubicBezTo>
                  <a:lnTo>
                    <a:pt x="6176" y="7530"/>
                  </a:lnTo>
                  <a:lnTo>
                    <a:pt x="663" y="7530"/>
                  </a:lnTo>
                  <a:lnTo>
                    <a:pt x="663" y="5482"/>
                  </a:lnTo>
                  <a:cubicBezTo>
                    <a:pt x="663" y="4348"/>
                    <a:pt x="1576" y="3434"/>
                    <a:pt x="2710" y="3434"/>
                  </a:cubicBezTo>
                  <a:lnTo>
                    <a:pt x="4790" y="3434"/>
                  </a:lnTo>
                  <a:lnTo>
                    <a:pt x="4790" y="4474"/>
                  </a:lnTo>
                  <a:cubicBezTo>
                    <a:pt x="4790" y="4663"/>
                    <a:pt x="4947" y="4821"/>
                    <a:pt x="5136" y="4821"/>
                  </a:cubicBezTo>
                  <a:cubicBezTo>
                    <a:pt x="5357" y="4821"/>
                    <a:pt x="5514" y="4663"/>
                    <a:pt x="5514" y="4474"/>
                  </a:cubicBezTo>
                  <a:lnTo>
                    <a:pt x="5514" y="3434"/>
                  </a:lnTo>
                  <a:close/>
                  <a:moveTo>
                    <a:pt x="6176" y="8255"/>
                  </a:moveTo>
                  <a:lnTo>
                    <a:pt x="6176" y="8916"/>
                  </a:lnTo>
                  <a:lnTo>
                    <a:pt x="663" y="8916"/>
                  </a:lnTo>
                  <a:lnTo>
                    <a:pt x="663" y="8255"/>
                  </a:lnTo>
                  <a:close/>
                  <a:moveTo>
                    <a:pt x="8917" y="3434"/>
                  </a:moveTo>
                  <a:cubicBezTo>
                    <a:pt x="10083" y="3434"/>
                    <a:pt x="10965" y="4348"/>
                    <a:pt x="10965" y="5482"/>
                  </a:cubicBezTo>
                  <a:lnTo>
                    <a:pt x="10965" y="8916"/>
                  </a:lnTo>
                  <a:lnTo>
                    <a:pt x="6869" y="8916"/>
                  </a:lnTo>
                  <a:lnTo>
                    <a:pt x="6869" y="5482"/>
                  </a:lnTo>
                  <a:cubicBezTo>
                    <a:pt x="6869" y="4380"/>
                    <a:pt x="7783" y="3434"/>
                    <a:pt x="8917" y="3434"/>
                  </a:cubicBezTo>
                  <a:close/>
                  <a:moveTo>
                    <a:pt x="4790" y="9609"/>
                  </a:moveTo>
                  <a:lnTo>
                    <a:pt x="4790" y="10996"/>
                  </a:lnTo>
                  <a:lnTo>
                    <a:pt x="4128" y="10996"/>
                  </a:lnTo>
                  <a:lnTo>
                    <a:pt x="4128" y="9609"/>
                  </a:lnTo>
                  <a:close/>
                  <a:moveTo>
                    <a:pt x="4443" y="0"/>
                  </a:moveTo>
                  <a:cubicBezTo>
                    <a:pt x="3876" y="0"/>
                    <a:pt x="3404" y="473"/>
                    <a:pt x="3404" y="1040"/>
                  </a:cubicBezTo>
                  <a:cubicBezTo>
                    <a:pt x="3404" y="1576"/>
                    <a:pt x="3876" y="2048"/>
                    <a:pt x="4443" y="2048"/>
                  </a:cubicBezTo>
                  <a:cubicBezTo>
                    <a:pt x="4569" y="2048"/>
                    <a:pt x="4664" y="2017"/>
                    <a:pt x="4790" y="2017"/>
                  </a:cubicBezTo>
                  <a:lnTo>
                    <a:pt x="4790" y="2773"/>
                  </a:lnTo>
                  <a:lnTo>
                    <a:pt x="2710" y="2773"/>
                  </a:lnTo>
                  <a:cubicBezTo>
                    <a:pt x="1198" y="2773"/>
                    <a:pt x="1" y="4001"/>
                    <a:pt x="1" y="5482"/>
                  </a:cubicBezTo>
                  <a:lnTo>
                    <a:pt x="1" y="9231"/>
                  </a:lnTo>
                  <a:cubicBezTo>
                    <a:pt x="1" y="9420"/>
                    <a:pt x="159" y="9578"/>
                    <a:pt x="348" y="9578"/>
                  </a:cubicBezTo>
                  <a:lnTo>
                    <a:pt x="3467" y="9578"/>
                  </a:lnTo>
                  <a:lnTo>
                    <a:pt x="3467" y="11311"/>
                  </a:lnTo>
                  <a:cubicBezTo>
                    <a:pt x="3467" y="11500"/>
                    <a:pt x="3624" y="11657"/>
                    <a:pt x="3813" y="11657"/>
                  </a:cubicBezTo>
                  <a:lnTo>
                    <a:pt x="5199" y="11657"/>
                  </a:lnTo>
                  <a:cubicBezTo>
                    <a:pt x="5388" y="11657"/>
                    <a:pt x="5546" y="11500"/>
                    <a:pt x="5546" y="11311"/>
                  </a:cubicBezTo>
                  <a:lnTo>
                    <a:pt x="5546" y="9578"/>
                  </a:lnTo>
                  <a:lnTo>
                    <a:pt x="11374" y="9578"/>
                  </a:lnTo>
                  <a:cubicBezTo>
                    <a:pt x="11563" y="9578"/>
                    <a:pt x="11721" y="9420"/>
                    <a:pt x="11721" y="9231"/>
                  </a:cubicBezTo>
                  <a:lnTo>
                    <a:pt x="11721" y="5482"/>
                  </a:lnTo>
                  <a:cubicBezTo>
                    <a:pt x="11658" y="4001"/>
                    <a:pt x="10429" y="2773"/>
                    <a:pt x="8917" y="2773"/>
                  </a:cubicBezTo>
                  <a:lnTo>
                    <a:pt x="5451" y="2773"/>
                  </a:lnTo>
                  <a:lnTo>
                    <a:pt x="5451" y="1040"/>
                  </a:lnTo>
                  <a:cubicBezTo>
                    <a:pt x="5451" y="473"/>
                    <a:pt x="4979" y="0"/>
                    <a:pt x="444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0" name="Google Shape;2780;p46"/>
            <p:cNvSpPr/>
            <p:nvPr/>
          </p:nvSpPr>
          <p:spPr>
            <a:xfrm>
              <a:off x="-31334575" y="2452250"/>
              <a:ext cx="67750" cy="51225"/>
            </a:xfrm>
            <a:custGeom>
              <a:rect b="b" l="l" r="r" t="t"/>
              <a:pathLst>
                <a:path extrusionOk="0" h="2049" w="2710">
                  <a:moveTo>
                    <a:pt x="1670" y="694"/>
                  </a:moveTo>
                  <a:cubicBezTo>
                    <a:pt x="1890" y="694"/>
                    <a:pt x="2048" y="851"/>
                    <a:pt x="2048" y="1040"/>
                  </a:cubicBezTo>
                  <a:cubicBezTo>
                    <a:pt x="2048" y="1229"/>
                    <a:pt x="1890" y="1387"/>
                    <a:pt x="1670" y="1387"/>
                  </a:cubicBezTo>
                  <a:lnTo>
                    <a:pt x="1008" y="1387"/>
                  </a:lnTo>
                  <a:cubicBezTo>
                    <a:pt x="819" y="1387"/>
                    <a:pt x="662" y="1229"/>
                    <a:pt x="662" y="1040"/>
                  </a:cubicBezTo>
                  <a:cubicBezTo>
                    <a:pt x="662" y="851"/>
                    <a:pt x="819" y="694"/>
                    <a:pt x="1008" y="694"/>
                  </a:cubicBezTo>
                  <a:close/>
                  <a:moveTo>
                    <a:pt x="1008" y="1"/>
                  </a:moveTo>
                  <a:cubicBezTo>
                    <a:pt x="473" y="1"/>
                    <a:pt x="0" y="473"/>
                    <a:pt x="0" y="1040"/>
                  </a:cubicBezTo>
                  <a:cubicBezTo>
                    <a:pt x="0" y="1576"/>
                    <a:pt x="473" y="2049"/>
                    <a:pt x="1008" y="2049"/>
                  </a:cubicBezTo>
                  <a:lnTo>
                    <a:pt x="1670" y="2049"/>
                  </a:lnTo>
                  <a:cubicBezTo>
                    <a:pt x="2237" y="2049"/>
                    <a:pt x="2710" y="1576"/>
                    <a:pt x="2710" y="1040"/>
                  </a:cubicBezTo>
                  <a:cubicBezTo>
                    <a:pt x="2710" y="473"/>
                    <a:pt x="2269" y="1"/>
                    <a:pt x="167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1" name="Google Shape;2781;p46"/>
            <p:cNvSpPr/>
            <p:nvPr/>
          </p:nvSpPr>
          <p:spPr>
            <a:xfrm>
              <a:off x="-31334575" y="2419175"/>
              <a:ext cx="68525" cy="17350"/>
            </a:xfrm>
            <a:custGeom>
              <a:rect b="b" l="l" r="r" t="t"/>
              <a:pathLst>
                <a:path extrusionOk="0" h="694" w="2741">
                  <a:moveTo>
                    <a:pt x="347" y="1"/>
                  </a:moveTo>
                  <a:cubicBezTo>
                    <a:pt x="158" y="1"/>
                    <a:pt x="0" y="158"/>
                    <a:pt x="0" y="347"/>
                  </a:cubicBezTo>
                  <a:cubicBezTo>
                    <a:pt x="0" y="536"/>
                    <a:pt x="158" y="694"/>
                    <a:pt x="347" y="694"/>
                  </a:cubicBezTo>
                  <a:lnTo>
                    <a:pt x="2395" y="694"/>
                  </a:lnTo>
                  <a:cubicBezTo>
                    <a:pt x="2584" y="694"/>
                    <a:pt x="2741" y="536"/>
                    <a:pt x="2741" y="347"/>
                  </a:cubicBezTo>
                  <a:cubicBezTo>
                    <a:pt x="2710" y="158"/>
                    <a:pt x="2552" y="1"/>
                    <a:pt x="239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82" name="Google Shape;2782;p46"/>
          <p:cNvSpPr/>
          <p:nvPr/>
        </p:nvSpPr>
        <p:spPr>
          <a:xfrm>
            <a:off x="2464193" y="3745855"/>
            <a:ext cx="281011" cy="278787"/>
          </a:xfrm>
          <a:custGeom>
            <a:rect b="b" l="l" r="r" t="t"/>
            <a:pathLst>
              <a:path extrusionOk="0" h="11752" w="11847">
                <a:moveTo>
                  <a:pt x="6039" y="2796"/>
                </a:moveTo>
                <a:cubicBezTo>
                  <a:pt x="6845" y="2796"/>
                  <a:pt x="7621" y="3116"/>
                  <a:pt x="8224" y="3718"/>
                </a:cubicBezTo>
                <a:cubicBezTo>
                  <a:pt x="8917" y="4411"/>
                  <a:pt x="9232" y="5356"/>
                  <a:pt x="9074" y="6396"/>
                </a:cubicBezTo>
                <a:cubicBezTo>
                  <a:pt x="8885" y="7688"/>
                  <a:pt x="7814" y="8759"/>
                  <a:pt x="6522" y="8948"/>
                </a:cubicBezTo>
                <a:cubicBezTo>
                  <a:pt x="6377" y="8962"/>
                  <a:pt x="6232" y="8970"/>
                  <a:pt x="6088" y="8970"/>
                </a:cubicBezTo>
                <a:cubicBezTo>
                  <a:pt x="5606" y="8970"/>
                  <a:pt x="5132" y="8883"/>
                  <a:pt x="4695" y="8664"/>
                </a:cubicBezTo>
                <a:lnTo>
                  <a:pt x="5231" y="8160"/>
                </a:lnTo>
                <a:cubicBezTo>
                  <a:pt x="5444" y="8249"/>
                  <a:pt x="5677" y="8288"/>
                  <a:pt x="5919" y="8288"/>
                </a:cubicBezTo>
                <a:cubicBezTo>
                  <a:pt x="6106" y="8288"/>
                  <a:pt x="6298" y="8265"/>
                  <a:pt x="6491" y="8223"/>
                </a:cubicBezTo>
                <a:cubicBezTo>
                  <a:pt x="6964" y="8160"/>
                  <a:pt x="7373" y="7908"/>
                  <a:pt x="7751" y="7562"/>
                </a:cubicBezTo>
                <a:cubicBezTo>
                  <a:pt x="8098" y="7215"/>
                  <a:pt x="8318" y="6774"/>
                  <a:pt x="8413" y="6301"/>
                </a:cubicBezTo>
                <a:cubicBezTo>
                  <a:pt x="8476" y="5797"/>
                  <a:pt x="8444" y="5293"/>
                  <a:pt x="8224" y="4821"/>
                </a:cubicBezTo>
                <a:cubicBezTo>
                  <a:pt x="8161" y="4695"/>
                  <a:pt x="8066" y="4663"/>
                  <a:pt x="7972" y="4600"/>
                </a:cubicBezTo>
                <a:cubicBezTo>
                  <a:pt x="7846" y="4600"/>
                  <a:pt x="7751" y="4600"/>
                  <a:pt x="7657" y="4695"/>
                </a:cubicBezTo>
                <a:lnTo>
                  <a:pt x="6806" y="5545"/>
                </a:lnTo>
                <a:cubicBezTo>
                  <a:pt x="6743" y="5608"/>
                  <a:pt x="6649" y="5640"/>
                  <a:pt x="6558" y="5640"/>
                </a:cubicBezTo>
                <a:cubicBezTo>
                  <a:pt x="6467" y="5640"/>
                  <a:pt x="6381" y="5608"/>
                  <a:pt x="6333" y="5545"/>
                </a:cubicBezTo>
                <a:cubicBezTo>
                  <a:pt x="6207" y="5419"/>
                  <a:pt x="6207" y="5199"/>
                  <a:pt x="6333" y="5073"/>
                </a:cubicBezTo>
                <a:lnTo>
                  <a:pt x="7184" y="4222"/>
                </a:lnTo>
                <a:cubicBezTo>
                  <a:pt x="7279" y="4128"/>
                  <a:pt x="7310" y="4033"/>
                  <a:pt x="7279" y="3907"/>
                </a:cubicBezTo>
                <a:cubicBezTo>
                  <a:pt x="7279" y="3781"/>
                  <a:pt x="7184" y="3718"/>
                  <a:pt x="7058" y="3655"/>
                </a:cubicBezTo>
                <a:cubicBezTo>
                  <a:pt x="6723" y="3499"/>
                  <a:pt x="6372" y="3437"/>
                  <a:pt x="6017" y="3437"/>
                </a:cubicBezTo>
                <a:cubicBezTo>
                  <a:pt x="5871" y="3437"/>
                  <a:pt x="5724" y="3448"/>
                  <a:pt x="5577" y="3466"/>
                </a:cubicBezTo>
                <a:cubicBezTo>
                  <a:pt x="5105" y="3561"/>
                  <a:pt x="4664" y="3781"/>
                  <a:pt x="4317" y="4128"/>
                </a:cubicBezTo>
                <a:cubicBezTo>
                  <a:pt x="3971" y="4506"/>
                  <a:pt x="3719" y="4915"/>
                  <a:pt x="3656" y="5388"/>
                </a:cubicBezTo>
                <a:cubicBezTo>
                  <a:pt x="3561" y="5829"/>
                  <a:pt x="3593" y="6270"/>
                  <a:pt x="3719" y="6648"/>
                </a:cubicBezTo>
                <a:lnTo>
                  <a:pt x="3214" y="7184"/>
                </a:lnTo>
                <a:cubicBezTo>
                  <a:pt x="2962" y="6648"/>
                  <a:pt x="2868" y="6018"/>
                  <a:pt x="2962" y="5388"/>
                </a:cubicBezTo>
                <a:cubicBezTo>
                  <a:pt x="3183" y="4096"/>
                  <a:pt x="4223" y="3025"/>
                  <a:pt x="5546" y="2836"/>
                </a:cubicBezTo>
                <a:cubicBezTo>
                  <a:pt x="5710" y="2809"/>
                  <a:pt x="5875" y="2796"/>
                  <a:pt x="6039" y="2796"/>
                </a:cubicBezTo>
                <a:close/>
                <a:moveTo>
                  <a:pt x="6428" y="757"/>
                </a:moveTo>
                <a:lnTo>
                  <a:pt x="6554" y="1261"/>
                </a:lnTo>
                <a:cubicBezTo>
                  <a:pt x="6585" y="1387"/>
                  <a:pt x="6680" y="1481"/>
                  <a:pt x="6838" y="1481"/>
                </a:cubicBezTo>
                <a:cubicBezTo>
                  <a:pt x="7468" y="1607"/>
                  <a:pt x="8003" y="1859"/>
                  <a:pt x="8539" y="2206"/>
                </a:cubicBezTo>
                <a:cubicBezTo>
                  <a:pt x="8586" y="2237"/>
                  <a:pt x="8641" y="2253"/>
                  <a:pt x="8700" y="2253"/>
                </a:cubicBezTo>
                <a:cubicBezTo>
                  <a:pt x="8759" y="2253"/>
                  <a:pt x="8822" y="2237"/>
                  <a:pt x="8885" y="2206"/>
                </a:cubicBezTo>
                <a:lnTo>
                  <a:pt x="9326" y="1922"/>
                </a:lnTo>
                <a:lnTo>
                  <a:pt x="9894" y="2521"/>
                </a:lnTo>
                <a:lnTo>
                  <a:pt x="9641" y="2962"/>
                </a:lnTo>
                <a:cubicBezTo>
                  <a:pt x="9547" y="3088"/>
                  <a:pt x="9547" y="3246"/>
                  <a:pt x="9641" y="3309"/>
                </a:cubicBezTo>
                <a:cubicBezTo>
                  <a:pt x="9988" y="3813"/>
                  <a:pt x="10209" y="4411"/>
                  <a:pt x="10335" y="5010"/>
                </a:cubicBezTo>
                <a:cubicBezTo>
                  <a:pt x="10366" y="5136"/>
                  <a:pt x="10461" y="5230"/>
                  <a:pt x="10587" y="5293"/>
                </a:cubicBezTo>
                <a:lnTo>
                  <a:pt x="11091" y="5388"/>
                </a:lnTo>
                <a:lnTo>
                  <a:pt x="11091" y="6301"/>
                </a:lnTo>
                <a:lnTo>
                  <a:pt x="11154" y="6301"/>
                </a:lnTo>
                <a:lnTo>
                  <a:pt x="10650" y="6428"/>
                </a:lnTo>
                <a:cubicBezTo>
                  <a:pt x="10524" y="6459"/>
                  <a:pt x="10429" y="6554"/>
                  <a:pt x="10429" y="6711"/>
                </a:cubicBezTo>
                <a:cubicBezTo>
                  <a:pt x="10303" y="7341"/>
                  <a:pt x="10051" y="7877"/>
                  <a:pt x="9704" y="8381"/>
                </a:cubicBezTo>
                <a:cubicBezTo>
                  <a:pt x="9641" y="8507"/>
                  <a:pt x="9641" y="8633"/>
                  <a:pt x="9704" y="8759"/>
                </a:cubicBezTo>
                <a:lnTo>
                  <a:pt x="9988" y="9168"/>
                </a:lnTo>
                <a:lnTo>
                  <a:pt x="9389" y="9767"/>
                </a:lnTo>
                <a:lnTo>
                  <a:pt x="8948" y="9483"/>
                </a:lnTo>
                <a:cubicBezTo>
                  <a:pt x="8901" y="9452"/>
                  <a:pt x="8838" y="9436"/>
                  <a:pt x="8775" y="9436"/>
                </a:cubicBezTo>
                <a:cubicBezTo>
                  <a:pt x="8712" y="9436"/>
                  <a:pt x="8649" y="9452"/>
                  <a:pt x="8602" y="9483"/>
                </a:cubicBezTo>
                <a:cubicBezTo>
                  <a:pt x="8098" y="9862"/>
                  <a:pt x="7499" y="10082"/>
                  <a:pt x="6901" y="10208"/>
                </a:cubicBezTo>
                <a:cubicBezTo>
                  <a:pt x="6806" y="10240"/>
                  <a:pt x="6680" y="10334"/>
                  <a:pt x="6649" y="10429"/>
                </a:cubicBezTo>
                <a:lnTo>
                  <a:pt x="6522" y="10964"/>
                </a:lnTo>
                <a:lnTo>
                  <a:pt x="5703" y="10964"/>
                </a:lnTo>
                <a:lnTo>
                  <a:pt x="5577" y="10429"/>
                </a:lnTo>
                <a:cubicBezTo>
                  <a:pt x="5546" y="10334"/>
                  <a:pt x="5451" y="10208"/>
                  <a:pt x="5294" y="10208"/>
                </a:cubicBezTo>
                <a:cubicBezTo>
                  <a:pt x="4758" y="10082"/>
                  <a:pt x="4223" y="9893"/>
                  <a:pt x="3750" y="9609"/>
                </a:cubicBezTo>
                <a:lnTo>
                  <a:pt x="4286" y="9105"/>
                </a:lnTo>
                <a:cubicBezTo>
                  <a:pt x="4821" y="9420"/>
                  <a:pt x="5451" y="9578"/>
                  <a:pt x="6113" y="9578"/>
                </a:cubicBezTo>
                <a:cubicBezTo>
                  <a:pt x="6333" y="9578"/>
                  <a:pt x="6522" y="9578"/>
                  <a:pt x="6712" y="9546"/>
                </a:cubicBezTo>
                <a:cubicBezTo>
                  <a:pt x="7499" y="9420"/>
                  <a:pt x="8224" y="9011"/>
                  <a:pt x="8759" y="8475"/>
                </a:cubicBezTo>
                <a:cubicBezTo>
                  <a:pt x="9326" y="7908"/>
                  <a:pt x="9704" y="7184"/>
                  <a:pt x="9831" y="6428"/>
                </a:cubicBezTo>
                <a:cubicBezTo>
                  <a:pt x="10020" y="5199"/>
                  <a:pt x="9641" y="4033"/>
                  <a:pt x="8759" y="3151"/>
                </a:cubicBezTo>
                <a:cubicBezTo>
                  <a:pt x="8046" y="2438"/>
                  <a:pt x="7089" y="2034"/>
                  <a:pt x="6074" y="2034"/>
                </a:cubicBezTo>
                <a:cubicBezTo>
                  <a:pt x="5878" y="2034"/>
                  <a:pt x="5681" y="2049"/>
                  <a:pt x="5483" y="2080"/>
                </a:cubicBezTo>
                <a:cubicBezTo>
                  <a:pt x="4695" y="2206"/>
                  <a:pt x="4002" y="2615"/>
                  <a:pt x="3435" y="3151"/>
                </a:cubicBezTo>
                <a:cubicBezTo>
                  <a:pt x="2899" y="3718"/>
                  <a:pt x="2490" y="4443"/>
                  <a:pt x="2395" y="5199"/>
                </a:cubicBezTo>
                <a:cubicBezTo>
                  <a:pt x="2269" y="6018"/>
                  <a:pt x="2427" y="6900"/>
                  <a:pt x="2805" y="7656"/>
                </a:cubicBezTo>
                <a:lnTo>
                  <a:pt x="2301" y="8160"/>
                </a:lnTo>
                <a:cubicBezTo>
                  <a:pt x="2017" y="7688"/>
                  <a:pt x="1828" y="7184"/>
                  <a:pt x="1702" y="6617"/>
                </a:cubicBezTo>
                <a:cubicBezTo>
                  <a:pt x="1671" y="6491"/>
                  <a:pt x="1608" y="6396"/>
                  <a:pt x="1482" y="6333"/>
                </a:cubicBezTo>
                <a:lnTo>
                  <a:pt x="978" y="6238"/>
                </a:lnTo>
                <a:lnTo>
                  <a:pt x="978" y="5388"/>
                </a:lnTo>
                <a:lnTo>
                  <a:pt x="1482" y="5293"/>
                </a:lnTo>
                <a:cubicBezTo>
                  <a:pt x="1608" y="5230"/>
                  <a:pt x="1702" y="5167"/>
                  <a:pt x="1702" y="5010"/>
                </a:cubicBezTo>
                <a:cubicBezTo>
                  <a:pt x="1828" y="4380"/>
                  <a:pt x="2080" y="3813"/>
                  <a:pt x="2427" y="3309"/>
                </a:cubicBezTo>
                <a:cubicBezTo>
                  <a:pt x="2490" y="3183"/>
                  <a:pt x="2490" y="3088"/>
                  <a:pt x="2427" y="2962"/>
                </a:cubicBezTo>
                <a:lnTo>
                  <a:pt x="2143" y="2521"/>
                </a:lnTo>
                <a:lnTo>
                  <a:pt x="2742" y="1922"/>
                </a:lnTo>
                <a:lnTo>
                  <a:pt x="3183" y="2206"/>
                </a:lnTo>
                <a:cubicBezTo>
                  <a:pt x="3230" y="2237"/>
                  <a:pt x="3293" y="2253"/>
                  <a:pt x="3356" y="2253"/>
                </a:cubicBezTo>
                <a:cubicBezTo>
                  <a:pt x="3419" y="2253"/>
                  <a:pt x="3482" y="2237"/>
                  <a:pt x="3530" y="2206"/>
                </a:cubicBezTo>
                <a:cubicBezTo>
                  <a:pt x="4034" y="1859"/>
                  <a:pt x="4632" y="1607"/>
                  <a:pt x="5231" y="1481"/>
                </a:cubicBezTo>
                <a:cubicBezTo>
                  <a:pt x="5325" y="1450"/>
                  <a:pt x="5451" y="1387"/>
                  <a:pt x="5483" y="1261"/>
                </a:cubicBezTo>
                <a:lnTo>
                  <a:pt x="5609" y="757"/>
                </a:lnTo>
                <a:close/>
                <a:moveTo>
                  <a:pt x="6239" y="4222"/>
                </a:moveTo>
                <a:lnTo>
                  <a:pt x="5766" y="4695"/>
                </a:lnTo>
                <a:cubicBezTo>
                  <a:pt x="5388" y="5073"/>
                  <a:pt x="5388" y="5766"/>
                  <a:pt x="5766" y="6144"/>
                </a:cubicBezTo>
                <a:cubicBezTo>
                  <a:pt x="5971" y="6349"/>
                  <a:pt x="6239" y="6451"/>
                  <a:pt x="6503" y="6451"/>
                </a:cubicBezTo>
                <a:cubicBezTo>
                  <a:pt x="6767" y="6451"/>
                  <a:pt x="7027" y="6349"/>
                  <a:pt x="7216" y="6144"/>
                </a:cubicBezTo>
                <a:lnTo>
                  <a:pt x="7688" y="5671"/>
                </a:lnTo>
                <a:cubicBezTo>
                  <a:pt x="7751" y="5860"/>
                  <a:pt x="7751" y="6081"/>
                  <a:pt x="7688" y="6238"/>
                </a:cubicBezTo>
                <a:cubicBezTo>
                  <a:pt x="7594" y="6900"/>
                  <a:pt x="7027" y="7436"/>
                  <a:pt x="6365" y="7562"/>
                </a:cubicBezTo>
                <a:cubicBezTo>
                  <a:pt x="6267" y="7588"/>
                  <a:pt x="6163" y="7600"/>
                  <a:pt x="6059" y="7600"/>
                </a:cubicBezTo>
                <a:cubicBezTo>
                  <a:pt x="5794" y="7600"/>
                  <a:pt x="5520" y="7526"/>
                  <a:pt x="5294" y="7436"/>
                </a:cubicBezTo>
                <a:cubicBezTo>
                  <a:pt x="5252" y="7415"/>
                  <a:pt x="5206" y="7404"/>
                  <a:pt x="5161" y="7404"/>
                </a:cubicBezTo>
                <a:cubicBezTo>
                  <a:pt x="5070" y="7404"/>
                  <a:pt x="4979" y="7446"/>
                  <a:pt x="4916" y="7530"/>
                </a:cubicBezTo>
                <a:lnTo>
                  <a:pt x="3908" y="8507"/>
                </a:lnTo>
                <a:lnTo>
                  <a:pt x="1450" y="10964"/>
                </a:lnTo>
                <a:cubicBezTo>
                  <a:pt x="1387" y="11011"/>
                  <a:pt x="1293" y="11035"/>
                  <a:pt x="1202" y="11035"/>
                </a:cubicBezTo>
                <a:cubicBezTo>
                  <a:pt x="1112" y="11035"/>
                  <a:pt x="1025" y="11011"/>
                  <a:pt x="978" y="10964"/>
                </a:cubicBezTo>
                <a:cubicBezTo>
                  <a:pt x="852" y="10838"/>
                  <a:pt x="852" y="10586"/>
                  <a:pt x="978" y="10492"/>
                </a:cubicBezTo>
                <a:lnTo>
                  <a:pt x="3403" y="8034"/>
                </a:lnTo>
                <a:lnTo>
                  <a:pt x="4380" y="7058"/>
                </a:lnTo>
                <a:cubicBezTo>
                  <a:pt x="4506" y="6932"/>
                  <a:pt x="4506" y="6774"/>
                  <a:pt x="4475" y="6648"/>
                </a:cubicBezTo>
                <a:cubicBezTo>
                  <a:pt x="4317" y="6333"/>
                  <a:pt x="4286" y="5955"/>
                  <a:pt x="4349" y="5608"/>
                </a:cubicBezTo>
                <a:cubicBezTo>
                  <a:pt x="4475" y="4915"/>
                  <a:pt x="5010" y="4380"/>
                  <a:pt x="5703" y="4254"/>
                </a:cubicBezTo>
                <a:cubicBezTo>
                  <a:pt x="5798" y="4254"/>
                  <a:pt x="5892" y="4222"/>
                  <a:pt x="6018" y="4222"/>
                </a:cubicBezTo>
                <a:close/>
                <a:moveTo>
                  <a:pt x="5262" y="1"/>
                </a:moveTo>
                <a:cubicBezTo>
                  <a:pt x="5105" y="1"/>
                  <a:pt x="4979" y="127"/>
                  <a:pt x="4947" y="284"/>
                </a:cubicBezTo>
                <a:lnTo>
                  <a:pt x="4790" y="883"/>
                </a:lnTo>
                <a:cubicBezTo>
                  <a:pt x="4223" y="977"/>
                  <a:pt x="3719" y="1229"/>
                  <a:pt x="3214" y="1513"/>
                </a:cubicBezTo>
                <a:lnTo>
                  <a:pt x="2710" y="1198"/>
                </a:lnTo>
                <a:cubicBezTo>
                  <a:pt x="2652" y="1154"/>
                  <a:pt x="2580" y="1130"/>
                  <a:pt x="2507" y="1130"/>
                </a:cubicBezTo>
                <a:cubicBezTo>
                  <a:pt x="2422" y="1130"/>
                  <a:pt x="2337" y="1162"/>
                  <a:pt x="2269" y="1229"/>
                </a:cubicBezTo>
                <a:lnTo>
                  <a:pt x="1293" y="2206"/>
                </a:lnTo>
                <a:cubicBezTo>
                  <a:pt x="1167" y="2332"/>
                  <a:pt x="1167" y="2489"/>
                  <a:pt x="1230" y="2647"/>
                </a:cubicBezTo>
                <a:lnTo>
                  <a:pt x="1545" y="3151"/>
                </a:lnTo>
                <a:cubicBezTo>
                  <a:pt x="1230" y="3624"/>
                  <a:pt x="1041" y="4128"/>
                  <a:pt x="915" y="4726"/>
                </a:cubicBezTo>
                <a:lnTo>
                  <a:pt x="348" y="4884"/>
                </a:lnTo>
                <a:cubicBezTo>
                  <a:pt x="190" y="4915"/>
                  <a:pt x="64" y="5041"/>
                  <a:pt x="64" y="5199"/>
                </a:cubicBezTo>
                <a:lnTo>
                  <a:pt x="64" y="6585"/>
                </a:lnTo>
                <a:cubicBezTo>
                  <a:pt x="64" y="6743"/>
                  <a:pt x="190" y="6869"/>
                  <a:pt x="348" y="6900"/>
                </a:cubicBezTo>
                <a:lnTo>
                  <a:pt x="915" y="7058"/>
                </a:lnTo>
                <a:cubicBezTo>
                  <a:pt x="1041" y="7656"/>
                  <a:pt x="1324" y="8223"/>
                  <a:pt x="1639" y="8696"/>
                </a:cubicBezTo>
                <a:lnTo>
                  <a:pt x="379" y="9956"/>
                </a:lnTo>
                <a:cubicBezTo>
                  <a:pt x="1" y="10366"/>
                  <a:pt x="1" y="11027"/>
                  <a:pt x="379" y="11437"/>
                </a:cubicBezTo>
                <a:cubicBezTo>
                  <a:pt x="584" y="11626"/>
                  <a:pt x="852" y="11720"/>
                  <a:pt x="1115" y="11720"/>
                </a:cubicBezTo>
                <a:cubicBezTo>
                  <a:pt x="1379" y="11720"/>
                  <a:pt x="1639" y="11626"/>
                  <a:pt x="1828" y="11437"/>
                </a:cubicBezTo>
                <a:lnTo>
                  <a:pt x="3088" y="10177"/>
                </a:lnTo>
                <a:cubicBezTo>
                  <a:pt x="3624" y="10523"/>
                  <a:pt x="4160" y="10744"/>
                  <a:pt x="4758" y="10870"/>
                </a:cubicBezTo>
                <a:lnTo>
                  <a:pt x="4916" y="11468"/>
                </a:lnTo>
                <a:cubicBezTo>
                  <a:pt x="4947" y="11626"/>
                  <a:pt x="5073" y="11752"/>
                  <a:pt x="5231" y="11752"/>
                </a:cubicBezTo>
                <a:lnTo>
                  <a:pt x="6585" y="11752"/>
                </a:lnTo>
                <a:cubicBezTo>
                  <a:pt x="6775" y="11752"/>
                  <a:pt x="6869" y="11626"/>
                  <a:pt x="6932" y="11468"/>
                </a:cubicBezTo>
                <a:lnTo>
                  <a:pt x="7090" y="10870"/>
                </a:lnTo>
                <a:cubicBezTo>
                  <a:pt x="7625" y="10744"/>
                  <a:pt x="8129" y="10523"/>
                  <a:pt x="8665" y="10240"/>
                </a:cubicBezTo>
                <a:lnTo>
                  <a:pt x="9169" y="10555"/>
                </a:lnTo>
                <a:cubicBezTo>
                  <a:pt x="9227" y="10599"/>
                  <a:pt x="9299" y="10622"/>
                  <a:pt x="9372" y="10622"/>
                </a:cubicBezTo>
                <a:cubicBezTo>
                  <a:pt x="9457" y="10622"/>
                  <a:pt x="9542" y="10591"/>
                  <a:pt x="9610" y="10523"/>
                </a:cubicBezTo>
                <a:lnTo>
                  <a:pt x="10587" y="9546"/>
                </a:lnTo>
                <a:cubicBezTo>
                  <a:pt x="10713" y="9420"/>
                  <a:pt x="10713" y="9263"/>
                  <a:pt x="10618" y="9105"/>
                </a:cubicBezTo>
                <a:lnTo>
                  <a:pt x="10303" y="8601"/>
                </a:lnTo>
                <a:cubicBezTo>
                  <a:pt x="10618" y="8129"/>
                  <a:pt x="10807" y="7593"/>
                  <a:pt x="10933" y="7026"/>
                </a:cubicBezTo>
                <a:lnTo>
                  <a:pt x="11532" y="6869"/>
                </a:lnTo>
                <a:cubicBezTo>
                  <a:pt x="11689" y="6806"/>
                  <a:pt x="11784" y="6711"/>
                  <a:pt x="11784" y="6554"/>
                </a:cubicBezTo>
                <a:lnTo>
                  <a:pt x="11784" y="5167"/>
                </a:lnTo>
                <a:cubicBezTo>
                  <a:pt x="11847" y="5041"/>
                  <a:pt x="11721" y="4915"/>
                  <a:pt x="11563" y="4884"/>
                </a:cubicBezTo>
                <a:lnTo>
                  <a:pt x="10965" y="4726"/>
                </a:lnTo>
                <a:cubicBezTo>
                  <a:pt x="10839" y="4191"/>
                  <a:pt x="10618" y="3655"/>
                  <a:pt x="10335" y="3151"/>
                </a:cubicBezTo>
                <a:lnTo>
                  <a:pt x="10650" y="2647"/>
                </a:lnTo>
                <a:cubicBezTo>
                  <a:pt x="10744" y="2521"/>
                  <a:pt x="10744" y="2332"/>
                  <a:pt x="10618" y="2206"/>
                </a:cubicBezTo>
                <a:lnTo>
                  <a:pt x="9641" y="1229"/>
                </a:lnTo>
                <a:cubicBezTo>
                  <a:pt x="9574" y="1162"/>
                  <a:pt x="9497" y="1130"/>
                  <a:pt x="9417" y="1130"/>
                </a:cubicBezTo>
                <a:cubicBezTo>
                  <a:pt x="9347" y="1130"/>
                  <a:pt x="9274" y="1154"/>
                  <a:pt x="9200" y="1198"/>
                </a:cubicBezTo>
                <a:lnTo>
                  <a:pt x="8696" y="1513"/>
                </a:lnTo>
                <a:cubicBezTo>
                  <a:pt x="8224" y="1198"/>
                  <a:pt x="7720" y="977"/>
                  <a:pt x="7121" y="883"/>
                </a:cubicBezTo>
                <a:lnTo>
                  <a:pt x="6964" y="284"/>
                </a:lnTo>
                <a:cubicBezTo>
                  <a:pt x="6932" y="127"/>
                  <a:pt x="6806" y="1"/>
                  <a:pt x="66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3" name="Google Shape;2783;p46"/>
          <p:cNvSpPr/>
          <p:nvPr/>
        </p:nvSpPr>
        <p:spPr>
          <a:xfrm>
            <a:off x="3777190" y="3747844"/>
            <a:ext cx="275510" cy="274808"/>
          </a:xfrm>
          <a:custGeom>
            <a:rect b="b" l="l" r="r" t="t"/>
            <a:pathLst>
              <a:path extrusionOk="0" h="11658" w="11689">
                <a:moveTo>
                  <a:pt x="8632" y="694"/>
                </a:moveTo>
                <a:cubicBezTo>
                  <a:pt x="8821" y="694"/>
                  <a:pt x="8979" y="851"/>
                  <a:pt x="8979" y="1040"/>
                </a:cubicBezTo>
                <a:lnTo>
                  <a:pt x="8979" y="1387"/>
                </a:lnTo>
                <a:lnTo>
                  <a:pt x="2836" y="1387"/>
                </a:lnTo>
                <a:lnTo>
                  <a:pt x="2836" y="1040"/>
                </a:lnTo>
                <a:cubicBezTo>
                  <a:pt x="2804" y="851"/>
                  <a:pt x="2962" y="694"/>
                  <a:pt x="3151" y="694"/>
                </a:cubicBezTo>
                <a:close/>
                <a:moveTo>
                  <a:pt x="4505" y="3435"/>
                </a:moveTo>
                <a:cubicBezTo>
                  <a:pt x="4694" y="3435"/>
                  <a:pt x="4852" y="3592"/>
                  <a:pt x="4852" y="3781"/>
                </a:cubicBezTo>
                <a:lnTo>
                  <a:pt x="4852" y="5829"/>
                </a:lnTo>
                <a:cubicBezTo>
                  <a:pt x="4852" y="6049"/>
                  <a:pt x="4694" y="6207"/>
                  <a:pt x="4505" y="6207"/>
                </a:cubicBezTo>
                <a:lnTo>
                  <a:pt x="3812" y="6207"/>
                </a:lnTo>
                <a:cubicBezTo>
                  <a:pt x="3623" y="6207"/>
                  <a:pt x="3466" y="6365"/>
                  <a:pt x="3466" y="6554"/>
                </a:cubicBezTo>
                <a:lnTo>
                  <a:pt x="3466" y="7089"/>
                </a:lnTo>
                <a:lnTo>
                  <a:pt x="2678" y="6302"/>
                </a:lnTo>
                <a:cubicBezTo>
                  <a:pt x="2615" y="6239"/>
                  <a:pt x="2520" y="6207"/>
                  <a:pt x="2457" y="6207"/>
                </a:cubicBezTo>
                <a:lnTo>
                  <a:pt x="1071" y="6207"/>
                </a:lnTo>
                <a:cubicBezTo>
                  <a:pt x="882" y="6144"/>
                  <a:pt x="725" y="5986"/>
                  <a:pt x="725" y="5829"/>
                </a:cubicBezTo>
                <a:lnTo>
                  <a:pt x="725" y="3781"/>
                </a:lnTo>
                <a:cubicBezTo>
                  <a:pt x="725" y="3592"/>
                  <a:pt x="882" y="3435"/>
                  <a:pt x="1071" y="3435"/>
                </a:cubicBezTo>
                <a:close/>
                <a:moveTo>
                  <a:pt x="10680" y="3435"/>
                </a:moveTo>
                <a:cubicBezTo>
                  <a:pt x="10869" y="3435"/>
                  <a:pt x="11027" y="3592"/>
                  <a:pt x="11027" y="3781"/>
                </a:cubicBezTo>
                <a:lnTo>
                  <a:pt x="11027" y="5829"/>
                </a:lnTo>
                <a:cubicBezTo>
                  <a:pt x="11027" y="6049"/>
                  <a:pt x="10869" y="6207"/>
                  <a:pt x="10680" y="6207"/>
                </a:cubicBezTo>
                <a:lnTo>
                  <a:pt x="9294" y="6207"/>
                </a:lnTo>
                <a:cubicBezTo>
                  <a:pt x="9231" y="6207"/>
                  <a:pt x="9105" y="6239"/>
                  <a:pt x="9074" y="6302"/>
                </a:cubicBezTo>
                <a:lnTo>
                  <a:pt x="8286" y="7089"/>
                </a:lnTo>
                <a:lnTo>
                  <a:pt x="8286" y="6554"/>
                </a:lnTo>
                <a:cubicBezTo>
                  <a:pt x="8286" y="6365"/>
                  <a:pt x="8128" y="6207"/>
                  <a:pt x="7908" y="6207"/>
                </a:cubicBezTo>
                <a:lnTo>
                  <a:pt x="7246" y="6207"/>
                </a:lnTo>
                <a:cubicBezTo>
                  <a:pt x="7057" y="6207"/>
                  <a:pt x="6900" y="6049"/>
                  <a:pt x="6900" y="5829"/>
                </a:cubicBezTo>
                <a:lnTo>
                  <a:pt x="6900" y="3781"/>
                </a:lnTo>
                <a:cubicBezTo>
                  <a:pt x="6900" y="3592"/>
                  <a:pt x="7057" y="3435"/>
                  <a:pt x="7246" y="3435"/>
                </a:cubicBezTo>
                <a:close/>
                <a:moveTo>
                  <a:pt x="8948" y="2048"/>
                </a:moveTo>
                <a:lnTo>
                  <a:pt x="8948" y="2773"/>
                </a:lnTo>
                <a:lnTo>
                  <a:pt x="7246" y="2773"/>
                </a:lnTo>
                <a:cubicBezTo>
                  <a:pt x="6711" y="2773"/>
                  <a:pt x="6238" y="3246"/>
                  <a:pt x="6238" y="3781"/>
                </a:cubicBezTo>
                <a:lnTo>
                  <a:pt x="6238" y="5829"/>
                </a:lnTo>
                <a:cubicBezTo>
                  <a:pt x="6238" y="6396"/>
                  <a:pt x="6711" y="6869"/>
                  <a:pt x="7246" y="6869"/>
                </a:cubicBezTo>
                <a:lnTo>
                  <a:pt x="7593" y="6869"/>
                </a:lnTo>
                <a:lnTo>
                  <a:pt x="7593" y="7877"/>
                </a:lnTo>
                <a:cubicBezTo>
                  <a:pt x="7593" y="8034"/>
                  <a:pt x="7687" y="8160"/>
                  <a:pt x="7813" y="8192"/>
                </a:cubicBezTo>
                <a:cubicBezTo>
                  <a:pt x="7852" y="8218"/>
                  <a:pt x="7902" y="8233"/>
                  <a:pt x="7954" y="8233"/>
                </a:cubicBezTo>
                <a:cubicBezTo>
                  <a:pt x="8028" y="8233"/>
                  <a:pt x="8105" y="8203"/>
                  <a:pt x="8160" y="8129"/>
                </a:cubicBezTo>
                <a:lnTo>
                  <a:pt x="8948" y="7341"/>
                </a:lnTo>
                <a:lnTo>
                  <a:pt x="8948" y="8916"/>
                </a:lnTo>
                <a:lnTo>
                  <a:pt x="2804" y="8916"/>
                </a:lnTo>
                <a:lnTo>
                  <a:pt x="2804" y="7341"/>
                </a:lnTo>
                <a:lnTo>
                  <a:pt x="3592" y="8129"/>
                </a:lnTo>
                <a:cubicBezTo>
                  <a:pt x="3636" y="8173"/>
                  <a:pt x="3728" y="8218"/>
                  <a:pt x="3823" y="8218"/>
                </a:cubicBezTo>
                <a:cubicBezTo>
                  <a:pt x="3862" y="8218"/>
                  <a:pt x="3901" y="8210"/>
                  <a:pt x="3938" y="8192"/>
                </a:cubicBezTo>
                <a:cubicBezTo>
                  <a:pt x="4064" y="8160"/>
                  <a:pt x="4127" y="8003"/>
                  <a:pt x="4127" y="7877"/>
                </a:cubicBezTo>
                <a:lnTo>
                  <a:pt x="4127" y="6869"/>
                </a:lnTo>
                <a:lnTo>
                  <a:pt x="4505" y="6869"/>
                </a:lnTo>
                <a:cubicBezTo>
                  <a:pt x="5041" y="6869"/>
                  <a:pt x="5513" y="6396"/>
                  <a:pt x="5513" y="5829"/>
                </a:cubicBezTo>
                <a:lnTo>
                  <a:pt x="5513" y="3781"/>
                </a:lnTo>
                <a:cubicBezTo>
                  <a:pt x="5513" y="3246"/>
                  <a:pt x="5041" y="2773"/>
                  <a:pt x="4505" y="2773"/>
                </a:cubicBezTo>
                <a:lnTo>
                  <a:pt x="2804" y="2773"/>
                </a:lnTo>
                <a:lnTo>
                  <a:pt x="2804" y="2048"/>
                </a:lnTo>
                <a:close/>
                <a:moveTo>
                  <a:pt x="8948" y="9547"/>
                </a:moveTo>
                <a:lnTo>
                  <a:pt x="8948" y="10618"/>
                </a:lnTo>
                <a:cubicBezTo>
                  <a:pt x="8948" y="10838"/>
                  <a:pt x="8790" y="10964"/>
                  <a:pt x="8632" y="10964"/>
                </a:cubicBezTo>
                <a:lnTo>
                  <a:pt x="3151" y="10964"/>
                </a:lnTo>
                <a:cubicBezTo>
                  <a:pt x="2962" y="10964"/>
                  <a:pt x="2804" y="10807"/>
                  <a:pt x="2804" y="10618"/>
                </a:cubicBezTo>
                <a:lnTo>
                  <a:pt x="2804" y="9547"/>
                </a:lnTo>
                <a:close/>
                <a:moveTo>
                  <a:pt x="3119" y="1"/>
                </a:moveTo>
                <a:cubicBezTo>
                  <a:pt x="2552" y="1"/>
                  <a:pt x="2079" y="473"/>
                  <a:pt x="2079" y="1040"/>
                </a:cubicBezTo>
                <a:lnTo>
                  <a:pt x="2079" y="2773"/>
                </a:lnTo>
                <a:lnTo>
                  <a:pt x="1040" y="2773"/>
                </a:lnTo>
                <a:cubicBezTo>
                  <a:pt x="473" y="2773"/>
                  <a:pt x="0" y="3246"/>
                  <a:pt x="0" y="3781"/>
                </a:cubicBezTo>
                <a:lnTo>
                  <a:pt x="0" y="5829"/>
                </a:lnTo>
                <a:cubicBezTo>
                  <a:pt x="0" y="6396"/>
                  <a:pt x="473" y="6869"/>
                  <a:pt x="1040" y="6869"/>
                </a:cubicBezTo>
                <a:lnTo>
                  <a:pt x="2079" y="6869"/>
                </a:lnTo>
                <a:lnTo>
                  <a:pt x="2079" y="10649"/>
                </a:lnTo>
                <a:cubicBezTo>
                  <a:pt x="2079" y="11185"/>
                  <a:pt x="2552" y="11657"/>
                  <a:pt x="3119" y="11657"/>
                </a:cubicBezTo>
                <a:lnTo>
                  <a:pt x="8601" y="11657"/>
                </a:lnTo>
                <a:cubicBezTo>
                  <a:pt x="9137" y="11657"/>
                  <a:pt x="9609" y="11185"/>
                  <a:pt x="9609" y="10649"/>
                </a:cubicBezTo>
                <a:lnTo>
                  <a:pt x="9609" y="6869"/>
                </a:lnTo>
                <a:lnTo>
                  <a:pt x="10680" y="6869"/>
                </a:lnTo>
                <a:cubicBezTo>
                  <a:pt x="11216" y="6869"/>
                  <a:pt x="11688" y="6396"/>
                  <a:pt x="11688" y="5829"/>
                </a:cubicBezTo>
                <a:lnTo>
                  <a:pt x="11688" y="3781"/>
                </a:lnTo>
                <a:cubicBezTo>
                  <a:pt x="11688" y="3214"/>
                  <a:pt x="11279" y="2773"/>
                  <a:pt x="10680" y="2773"/>
                </a:cubicBezTo>
                <a:lnTo>
                  <a:pt x="9609" y="2773"/>
                </a:lnTo>
                <a:lnTo>
                  <a:pt x="9609" y="1040"/>
                </a:lnTo>
                <a:cubicBezTo>
                  <a:pt x="9609" y="473"/>
                  <a:pt x="9137" y="1"/>
                  <a:pt x="860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84" name="Google Shape;2784;p46"/>
          <p:cNvGrpSpPr/>
          <p:nvPr/>
        </p:nvGrpSpPr>
        <p:grpSpPr>
          <a:xfrm>
            <a:off x="2032023" y="1554616"/>
            <a:ext cx="275484" cy="293756"/>
            <a:chOff x="-34767825" y="1914325"/>
            <a:chExt cx="273325" cy="291425"/>
          </a:xfrm>
        </p:grpSpPr>
        <p:sp>
          <p:nvSpPr>
            <p:cNvPr id="2785" name="Google Shape;2785;p46"/>
            <p:cNvSpPr/>
            <p:nvPr/>
          </p:nvSpPr>
          <p:spPr>
            <a:xfrm>
              <a:off x="-34767825" y="1914325"/>
              <a:ext cx="273325" cy="291425"/>
            </a:xfrm>
            <a:custGeom>
              <a:rect b="b" l="l" r="r" t="t"/>
              <a:pathLst>
                <a:path extrusionOk="0" h="11657" w="10933">
                  <a:moveTo>
                    <a:pt x="5954" y="662"/>
                  </a:moveTo>
                  <a:cubicBezTo>
                    <a:pt x="5702" y="851"/>
                    <a:pt x="5482" y="1103"/>
                    <a:pt x="5324" y="1355"/>
                  </a:cubicBezTo>
                  <a:lnTo>
                    <a:pt x="693" y="1355"/>
                  </a:lnTo>
                  <a:lnTo>
                    <a:pt x="693" y="1008"/>
                  </a:lnTo>
                  <a:cubicBezTo>
                    <a:pt x="662" y="819"/>
                    <a:pt x="819" y="662"/>
                    <a:pt x="1008" y="662"/>
                  </a:cubicBezTo>
                  <a:close/>
                  <a:moveTo>
                    <a:pt x="7902" y="692"/>
                  </a:moveTo>
                  <a:cubicBezTo>
                    <a:pt x="9199" y="692"/>
                    <a:pt x="10239" y="1752"/>
                    <a:pt x="10239" y="3056"/>
                  </a:cubicBezTo>
                  <a:cubicBezTo>
                    <a:pt x="10239" y="4411"/>
                    <a:pt x="9168" y="5450"/>
                    <a:pt x="7845" y="5450"/>
                  </a:cubicBezTo>
                  <a:cubicBezTo>
                    <a:pt x="7404" y="5450"/>
                    <a:pt x="6963" y="5356"/>
                    <a:pt x="6585" y="5104"/>
                  </a:cubicBezTo>
                  <a:cubicBezTo>
                    <a:pt x="6519" y="5082"/>
                    <a:pt x="6454" y="5045"/>
                    <a:pt x="6389" y="5045"/>
                  </a:cubicBezTo>
                  <a:cubicBezTo>
                    <a:pt x="6360" y="5045"/>
                    <a:pt x="6330" y="5053"/>
                    <a:pt x="6301" y="5072"/>
                  </a:cubicBezTo>
                  <a:lnTo>
                    <a:pt x="5671" y="5261"/>
                  </a:lnTo>
                  <a:lnTo>
                    <a:pt x="5860" y="4631"/>
                  </a:lnTo>
                  <a:cubicBezTo>
                    <a:pt x="5923" y="4568"/>
                    <a:pt x="5860" y="4442"/>
                    <a:pt x="5828" y="4348"/>
                  </a:cubicBezTo>
                  <a:cubicBezTo>
                    <a:pt x="5608" y="3970"/>
                    <a:pt x="5482" y="3529"/>
                    <a:pt x="5482" y="3087"/>
                  </a:cubicBezTo>
                  <a:cubicBezTo>
                    <a:pt x="5482" y="2678"/>
                    <a:pt x="5608" y="2268"/>
                    <a:pt x="5765" y="1953"/>
                  </a:cubicBezTo>
                  <a:cubicBezTo>
                    <a:pt x="5797" y="1922"/>
                    <a:pt x="5797" y="1922"/>
                    <a:pt x="5797" y="1859"/>
                  </a:cubicBezTo>
                  <a:cubicBezTo>
                    <a:pt x="6207" y="1166"/>
                    <a:pt x="6963" y="693"/>
                    <a:pt x="7845" y="693"/>
                  </a:cubicBezTo>
                  <a:cubicBezTo>
                    <a:pt x="7864" y="693"/>
                    <a:pt x="7883" y="692"/>
                    <a:pt x="7902" y="692"/>
                  </a:cubicBezTo>
                  <a:close/>
                  <a:moveTo>
                    <a:pt x="3749" y="5450"/>
                  </a:moveTo>
                  <a:cubicBezTo>
                    <a:pt x="4127" y="5450"/>
                    <a:pt x="4411" y="5765"/>
                    <a:pt x="4411" y="6143"/>
                  </a:cubicBezTo>
                  <a:cubicBezTo>
                    <a:pt x="4411" y="6521"/>
                    <a:pt x="4096" y="6805"/>
                    <a:pt x="3749" y="6805"/>
                  </a:cubicBezTo>
                  <a:cubicBezTo>
                    <a:pt x="3732" y="6806"/>
                    <a:pt x="3714" y="6807"/>
                    <a:pt x="3697" y="6807"/>
                  </a:cubicBezTo>
                  <a:cubicBezTo>
                    <a:pt x="3343" y="6807"/>
                    <a:pt x="3056" y="6504"/>
                    <a:pt x="3056" y="6143"/>
                  </a:cubicBezTo>
                  <a:cubicBezTo>
                    <a:pt x="3056" y="5734"/>
                    <a:pt x="3371" y="5450"/>
                    <a:pt x="3749" y="5450"/>
                  </a:cubicBezTo>
                  <a:close/>
                  <a:moveTo>
                    <a:pt x="4946" y="1985"/>
                  </a:moveTo>
                  <a:cubicBezTo>
                    <a:pt x="4852" y="2300"/>
                    <a:pt x="4789" y="2646"/>
                    <a:pt x="4789" y="3024"/>
                  </a:cubicBezTo>
                  <a:cubicBezTo>
                    <a:pt x="4757" y="3560"/>
                    <a:pt x="4915" y="4096"/>
                    <a:pt x="5167" y="4568"/>
                  </a:cubicBezTo>
                  <a:lnTo>
                    <a:pt x="4883" y="5387"/>
                  </a:lnTo>
                  <a:cubicBezTo>
                    <a:pt x="4631" y="5009"/>
                    <a:pt x="4222" y="4757"/>
                    <a:pt x="3749" y="4757"/>
                  </a:cubicBezTo>
                  <a:cubicBezTo>
                    <a:pt x="2993" y="4757"/>
                    <a:pt x="2363" y="5387"/>
                    <a:pt x="2363" y="6143"/>
                  </a:cubicBezTo>
                  <a:cubicBezTo>
                    <a:pt x="2363" y="6490"/>
                    <a:pt x="2489" y="6805"/>
                    <a:pt x="2709" y="7026"/>
                  </a:cubicBezTo>
                  <a:cubicBezTo>
                    <a:pt x="2016" y="7404"/>
                    <a:pt x="1481" y="8065"/>
                    <a:pt x="1386" y="8853"/>
                  </a:cubicBezTo>
                  <a:lnTo>
                    <a:pt x="662" y="8853"/>
                  </a:lnTo>
                  <a:lnTo>
                    <a:pt x="662" y="1985"/>
                  </a:lnTo>
                  <a:close/>
                  <a:moveTo>
                    <a:pt x="3749" y="7498"/>
                  </a:moveTo>
                  <a:cubicBezTo>
                    <a:pt x="4568" y="7498"/>
                    <a:pt x="5261" y="8097"/>
                    <a:pt x="5419" y="8884"/>
                  </a:cubicBezTo>
                  <a:lnTo>
                    <a:pt x="2079" y="8884"/>
                  </a:lnTo>
                  <a:cubicBezTo>
                    <a:pt x="2237" y="8097"/>
                    <a:pt x="2899" y="7498"/>
                    <a:pt x="3749" y="7498"/>
                  </a:cubicBezTo>
                  <a:close/>
                  <a:moveTo>
                    <a:pt x="6364" y="5765"/>
                  </a:moveTo>
                  <a:cubicBezTo>
                    <a:pt x="6522" y="5860"/>
                    <a:pt x="6679" y="5923"/>
                    <a:pt x="6837" y="5986"/>
                  </a:cubicBezTo>
                  <a:lnTo>
                    <a:pt x="6837" y="8884"/>
                  </a:lnTo>
                  <a:lnTo>
                    <a:pt x="6112" y="8884"/>
                  </a:lnTo>
                  <a:cubicBezTo>
                    <a:pt x="5986" y="8065"/>
                    <a:pt x="5482" y="7404"/>
                    <a:pt x="4757" y="7089"/>
                  </a:cubicBezTo>
                  <a:cubicBezTo>
                    <a:pt x="5009" y="6837"/>
                    <a:pt x="5104" y="6521"/>
                    <a:pt x="5104" y="6175"/>
                  </a:cubicBezTo>
                  <a:lnTo>
                    <a:pt x="5230" y="6175"/>
                  </a:lnTo>
                  <a:lnTo>
                    <a:pt x="6364" y="5765"/>
                  </a:lnTo>
                  <a:close/>
                  <a:moveTo>
                    <a:pt x="6805" y="9514"/>
                  </a:moveTo>
                  <a:lnTo>
                    <a:pt x="6805" y="10586"/>
                  </a:lnTo>
                  <a:cubicBezTo>
                    <a:pt x="6805" y="10775"/>
                    <a:pt x="6648" y="10932"/>
                    <a:pt x="6490" y="10932"/>
                  </a:cubicBezTo>
                  <a:lnTo>
                    <a:pt x="1008" y="10932"/>
                  </a:lnTo>
                  <a:cubicBezTo>
                    <a:pt x="819" y="10932"/>
                    <a:pt x="662" y="10775"/>
                    <a:pt x="662" y="10586"/>
                  </a:cubicBezTo>
                  <a:lnTo>
                    <a:pt x="662" y="9514"/>
                  </a:lnTo>
                  <a:close/>
                  <a:moveTo>
                    <a:pt x="1008" y="0"/>
                  </a:moveTo>
                  <a:cubicBezTo>
                    <a:pt x="473" y="0"/>
                    <a:pt x="0" y="473"/>
                    <a:pt x="0" y="1040"/>
                  </a:cubicBezTo>
                  <a:lnTo>
                    <a:pt x="0" y="10649"/>
                  </a:lnTo>
                  <a:cubicBezTo>
                    <a:pt x="0" y="11184"/>
                    <a:pt x="441" y="11657"/>
                    <a:pt x="1008" y="11657"/>
                  </a:cubicBezTo>
                  <a:lnTo>
                    <a:pt x="6490" y="11657"/>
                  </a:lnTo>
                  <a:cubicBezTo>
                    <a:pt x="7057" y="11657"/>
                    <a:pt x="7530" y="11184"/>
                    <a:pt x="7530" y="10617"/>
                  </a:cubicBezTo>
                  <a:lnTo>
                    <a:pt x="7530" y="6143"/>
                  </a:lnTo>
                  <a:cubicBezTo>
                    <a:pt x="7624" y="6143"/>
                    <a:pt x="7750" y="6175"/>
                    <a:pt x="7876" y="6175"/>
                  </a:cubicBezTo>
                  <a:cubicBezTo>
                    <a:pt x="9578" y="6175"/>
                    <a:pt x="10932" y="4789"/>
                    <a:pt x="10932" y="3087"/>
                  </a:cubicBezTo>
                  <a:cubicBezTo>
                    <a:pt x="10932" y="1418"/>
                    <a:pt x="9578" y="0"/>
                    <a:pt x="787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6" name="Google Shape;2786;p46"/>
            <p:cNvSpPr/>
            <p:nvPr/>
          </p:nvSpPr>
          <p:spPr>
            <a:xfrm>
              <a:off x="-34579600" y="1947400"/>
              <a:ext cx="17350" cy="18125"/>
            </a:xfrm>
            <a:custGeom>
              <a:rect b="b" l="l" r="r" t="t"/>
              <a:pathLst>
                <a:path extrusionOk="0" h="725" w="694">
                  <a:moveTo>
                    <a:pt x="347" y="0"/>
                  </a:moveTo>
                  <a:cubicBezTo>
                    <a:pt x="158" y="0"/>
                    <a:pt x="1" y="189"/>
                    <a:pt x="1" y="347"/>
                  </a:cubicBezTo>
                  <a:cubicBezTo>
                    <a:pt x="1" y="567"/>
                    <a:pt x="158" y="725"/>
                    <a:pt x="347" y="725"/>
                  </a:cubicBezTo>
                  <a:cubicBezTo>
                    <a:pt x="536" y="725"/>
                    <a:pt x="694" y="567"/>
                    <a:pt x="694" y="347"/>
                  </a:cubicBezTo>
                  <a:cubicBezTo>
                    <a:pt x="694" y="158"/>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7" name="Google Shape;2787;p46"/>
            <p:cNvSpPr/>
            <p:nvPr/>
          </p:nvSpPr>
          <p:spPr>
            <a:xfrm>
              <a:off x="-34581175" y="1982050"/>
              <a:ext cx="18150" cy="52000"/>
            </a:xfrm>
            <a:custGeom>
              <a:rect b="b" l="l" r="r" t="t"/>
              <a:pathLst>
                <a:path extrusionOk="0" h="2080" w="726">
                  <a:moveTo>
                    <a:pt x="379" y="0"/>
                  </a:moveTo>
                  <a:cubicBezTo>
                    <a:pt x="158" y="0"/>
                    <a:pt x="1" y="158"/>
                    <a:pt x="1" y="347"/>
                  </a:cubicBezTo>
                  <a:lnTo>
                    <a:pt x="1" y="1733"/>
                  </a:lnTo>
                  <a:cubicBezTo>
                    <a:pt x="1" y="1922"/>
                    <a:pt x="158" y="2080"/>
                    <a:pt x="379" y="2080"/>
                  </a:cubicBezTo>
                  <a:cubicBezTo>
                    <a:pt x="568" y="2080"/>
                    <a:pt x="725" y="1922"/>
                    <a:pt x="725" y="1733"/>
                  </a:cubicBezTo>
                  <a:lnTo>
                    <a:pt x="725" y="347"/>
                  </a:lnTo>
                  <a:cubicBezTo>
                    <a:pt x="725" y="158"/>
                    <a:pt x="568" y="0"/>
                    <a:pt x="37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88" name="Google Shape;2788;p46"/>
          <p:cNvGrpSpPr/>
          <p:nvPr/>
        </p:nvGrpSpPr>
        <p:grpSpPr>
          <a:xfrm>
            <a:off x="2021705" y="1989193"/>
            <a:ext cx="296121" cy="295369"/>
            <a:chOff x="-34778075" y="2272675"/>
            <a:chExt cx="293800" cy="293025"/>
          </a:xfrm>
        </p:grpSpPr>
        <p:sp>
          <p:nvSpPr>
            <p:cNvPr id="2789" name="Google Shape;2789;p46"/>
            <p:cNvSpPr/>
            <p:nvPr/>
          </p:nvSpPr>
          <p:spPr>
            <a:xfrm>
              <a:off x="-34725300" y="2324675"/>
              <a:ext cx="187475" cy="188250"/>
            </a:xfrm>
            <a:custGeom>
              <a:rect b="b" l="l" r="r" t="t"/>
              <a:pathLst>
                <a:path extrusionOk="0" h="7530" w="7499">
                  <a:moveTo>
                    <a:pt x="4127" y="693"/>
                  </a:moveTo>
                  <a:lnTo>
                    <a:pt x="4127" y="1134"/>
                  </a:lnTo>
                  <a:cubicBezTo>
                    <a:pt x="4127" y="1292"/>
                    <a:pt x="4253" y="1418"/>
                    <a:pt x="4411" y="1449"/>
                  </a:cubicBezTo>
                  <a:cubicBezTo>
                    <a:pt x="4600" y="1481"/>
                    <a:pt x="4821" y="1607"/>
                    <a:pt x="4978" y="1701"/>
                  </a:cubicBezTo>
                  <a:cubicBezTo>
                    <a:pt x="5023" y="1724"/>
                    <a:pt x="5075" y="1734"/>
                    <a:pt x="5130" y="1734"/>
                  </a:cubicBezTo>
                  <a:cubicBezTo>
                    <a:pt x="5230" y="1734"/>
                    <a:pt x="5338" y="1699"/>
                    <a:pt x="5419" y="1638"/>
                  </a:cubicBezTo>
                  <a:lnTo>
                    <a:pt x="5734" y="1323"/>
                  </a:lnTo>
                  <a:lnTo>
                    <a:pt x="6207" y="1796"/>
                  </a:lnTo>
                  <a:lnTo>
                    <a:pt x="5892" y="2111"/>
                  </a:lnTo>
                  <a:cubicBezTo>
                    <a:pt x="5766" y="2237"/>
                    <a:pt x="5766" y="2394"/>
                    <a:pt x="5860" y="2552"/>
                  </a:cubicBezTo>
                  <a:cubicBezTo>
                    <a:pt x="5986" y="2741"/>
                    <a:pt x="6049" y="2961"/>
                    <a:pt x="6081" y="3150"/>
                  </a:cubicBezTo>
                  <a:cubicBezTo>
                    <a:pt x="6144" y="3308"/>
                    <a:pt x="6238" y="3434"/>
                    <a:pt x="6396" y="3434"/>
                  </a:cubicBezTo>
                  <a:lnTo>
                    <a:pt x="6837" y="3434"/>
                  </a:lnTo>
                  <a:lnTo>
                    <a:pt x="6837" y="4096"/>
                  </a:lnTo>
                  <a:lnTo>
                    <a:pt x="6396" y="4096"/>
                  </a:lnTo>
                  <a:cubicBezTo>
                    <a:pt x="6238" y="4096"/>
                    <a:pt x="6144" y="4222"/>
                    <a:pt x="6081" y="4379"/>
                  </a:cubicBezTo>
                  <a:cubicBezTo>
                    <a:pt x="6049" y="4568"/>
                    <a:pt x="5923" y="4789"/>
                    <a:pt x="5860" y="4946"/>
                  </a:cubicBezTo>
                  <a:cubicBezTo>
                    <a:pt x="5766" y="5072"/>
                    <a:pt x="5829" y="5261"/>
                    <a:pt x="5892" y="5387"/>
                  </a:cubicBezTo>
                  <a:lnTo>
                    <a:pt x="6207" y="5702"/>
                  </a:lnTo>
                  <a:lnTo>
                    <a:pt x="5734" y="6175"/>
                  </a:lnTo>
                  <a:lnTo>
                    <a:pt x="5419" y="5860"/>
                  </a:lnTo>
                  <a:cubicBezTo>
                    <a:pt x="5352" y="5792"/>
                    <a:pt x="5275" y="5761"/>
                    <a:pt x="5194" y="5761"/>
                  </a:cubicBezTo>
                  <a:cubicBezTo>
                    <a:pt x="5124" y="5761"/>
                    <a:pt x="5051" y="5785"/>
                    <a:pt x="4978" y="5828"/>
                  </a:cubicBezTo>
                  <a:cubicBezTo>
                    <a:pt x="4789" y="5954"/>
                    <a:pt x="4600" y="6017"/>
                    <a:pt x="4411" y="6049"/>
                  </a:cubicBezTo>
                  <a:cubicBezTo>
                    <a:pt x="4253" y="6080"/>
                    <a:pt x="4127" y="6206"/>
                    <a:pt x="4127" y="6364"/>
                  </a:cubicBezTo>
                  <a:lnTo>
                    <a:pt x="4127" y="6805"/>
                  </a:lnTo>
                  <a:lnTo>
                    <a:pt x="3466" y="6805"/>
                  </a:lnTo>
                  <a:lnTo>
                    <a:pt x="3466" y="6364"/>
                  </a:lnTo>
                  <a:cubicBezTo>
                    <a:pt x="3466" y="6206"/>
                    <a:pt x="3340" y="6112"/>
                    <a:pt x="3182" y="6049"/>
                  </a:cubicBezTo>
                  <a:cubicBezTo>
                    <a:pt x="2993" y="6017"/>
                    <a:pt x="2741" y="5891"/>
                    <a:pt x="2584" y="5828"/>
                  </a:cubicBezTo>
                  <a:cubicBezTo>
                    <a:pt x="2549" y="5794"/>
                    <a:pt x="2497" y="5780"/>
                    <a:pt x="2441" y="5780"/>
                  </a:cubicBezTo>
                  <a:cubicBezTo>
                    <a:pt x="2344" y="5780"/>
                    <a:pt x="2234" y="5820"/>
                    <a:pt x="2174" y="5860"/>
                  </a:cubicBezTo>
                  <a:lnTo>
                    <a:pt x="1859" y="6175"/>
                  </a:lnTo>
                  <a:lnTo>
                    <a:pt x="1387" y="5702"/>
                  </a:lnTo>
                  <a:lnTo>
                    <a:pt x="1702" y="5387"/>
                  </a:lnTo>
                  <a:cubicBezTo>
                    <a:pt x="1796" y="5261"/>
                    <a:pt x="1796" y="5104"/>
                    <a:pt x="1733" y="4946"/>
                  </a:cubicBezTo>
                  <a:cubicBezTo>
                    <a:pt x="1607" y="4757"/>
                    <a:pt x="1544" y="4568"/>
                    <a:pt x="1481" y="4379"/>
                  </a:cubicBezTo>
                  <a:cubicBezTo>
                    <a:pt x="1450" y="4222"/>
                    <a:pt x="1324" y="4096"/>
                    <a:pt x="1166" y="4096"/>
                  </a:cubicBezTo>
                  <a:lnTo>
                    <a:pt x="756" y="4096"/>
                  </a:lnTo>
                  <a:lnTo>
                    <a:pt x="756" y="3434"/>
                  </a:lnTo>
                  <a:lnTo>
                    <a:pt x="1166" y="3434"/>
                  </a:lnTo>
                  <a:cubicBezTo>
                    <a:pt x="1324" y="3434"/>
                    <a:pt x="1450" y="3308"/>
                    <a:pt x="1481" y="3150"/>
                  </a:cubicBezTo>
                  <a:cubicBezTo>
                    <a:pt x="1544" y="2961"/>
                    <a:pt x="1639" y="2709"/>
                    <a:pt x="1733" y="2552"/>
                  </a:cubicBezTo>
                  <a:cubicBezTo>
                    <a:pt x="1796" y="2426"/>
                    <a:pt x="1765" y="2237"/>
                    <a:pt x="1702" y="2111"/>
                  </a:cubicBezTo>
                  <a:lnTo>
                    <a:pt x="1387" y="1796"/>
                  </a:lnTo>
                  <a:lnTo>
                    <a:pt x="1859" y="1323"/>
                  </a:lnTo>
                  <a:lnTo>
                    <a:pt x="2174" y="1638"/>
                  </a:lnTo>
                  <a:cubicBezTo>
                    <a:pt x="2230" y="1712"/>
                    <a:pt x="2307" y="1743"/>
                    <a:pt x="2392" y="1743"/>
                  </a:cubicBezTo>
                  <a:cubicBezTo>
                    <a:pt x="2453" y="1743"/>
                    <a:pt x="2518" y="1727"/>
                    <a:pt x="2584" y="1701"/>
                  </a:cubicBezTo>
                  <a:cubicBezTo>
                    <a:pt x="2804" y="1575"/>
                    <a:pt x="2993" y="1481"/>
                    <a:pt x="3182" y="1449"/>
                  </a:cubicBezTo>
                  <a:cubicBezTo>
                    <a:pt x="3340" y="1418"/>
                    <a:pt x="3466" y="1292"/>
                    <a:pt x="3466" y="1134"/>
                  </a:cubicBezTo>
                  <a:lnTo>
                    <a:pt x="3466" y="693"/>
                  </a:lnTo>
                  <a:close/>
                  <a:moveTo>
                    <a:pt x="3056" y="0"/>
                  </a:moveTo>
                  <a:cubicBezTo>
                    <a:pt x="2867" y="0"/>
                    <a:pt x="2710" y="158"/>
                    <a:pt x="2710" y="347"/>
                  </a:cubicBezTo>
                  <a:lnTo>
                    <a:pt x="2710" y="851"/>
                  </a:lnTo>
                  <a:cubicBezTo>
                    <a:pt x="2584" y="914"/>
                    <a:pt x="2521" y="945"/>
                    <a:pt x="2426" y="977"/>
                  </a:cubicBezTo>
                  <a:lnTo>
                    <a:pt x="2080" y="630"/>
                  </a:lnTo>
                  <a:cubicBezTo>
                    <a:pt x="1985" y="536"/>
                    <a:pt x="1922" y="504"/>
                    <a:pt x="1828" y="504"/>
                  </a:cubicBezTo>
                  <a:cubicBezTo>
                    <a:pt x="1765" y="504"/>
                    <a:pt x="1639" y="536"/>
                    <a:pt x="1607" y="630"/>
                  </a:cubicBezTo>
                  <a:lnTo>
                    <a:pt x="630" y="1607"/>
                  </a:lnTo>
                  <a:cubicBezTo>
                    <a:pt x="536" y="1701"/>
                    <a:pt x="504" y="1764"/>
                    <a:pt x="504" y="1859"/>
                  </a:cubicBezTo>
                  <a:cubicBezTo>
                    <a:pt x="504" y="1922"/>
                    <a:pt x="536" y="2048"/>
                    <a:pt x="630" y="2079"/>
                  </a:cubicBezTo>
                  <a:lnTo>
                    <a:pt x="977" y="2426"/>
                  </a:lnTo>
                  <a:cubicBezTo>
                    <a:pt x="945" y="2520"/>
                    <a:pt x="914" y="2646"/>
                    <a:pt x="851" y="2709"/>
                  </a:cubicBezTo>
                  <a:lnTo>
                    <a:pt x="347" y="2709"/>
                  </a:lnTo>
                  <a:cubicBezTo>
                    <a:pt x="158" y="2709"/>
                    <a:pt x="0" y="2867"/>
                    <a:pt x="0" y="3056"/>
                  </a:cubicBezTo>
                  <a:lnTo>
                    <a:pt x="0" y="4442"/>
                  </a:lnTo>
                  <a:cubicBezTo>
                    <a:pt x="0" y="4631"/>
                    <a:pt x="158" y="4789"/>
                    <a:pt x="347" y="4789"/>
                  </a:cubicBezTo>
                  <a:lnTo>
                    <a:pt x="851" y="4789"/>
                  </a:lnTo>
                  <a:cubicBezTo>
                    <a:pt x="882" y="4915"/>
                    <a:pt x="945" y="5009"/>
                    <a:pt x="977" y="5072"/>
                  </a:cubicBezTo>
                  <a:lnTo>
                    <a:pt x="630" y="5419"/>
                  </a:lnTo>
                  <a:cubicBezTo>
                    <a:pt x="536" y="5513"/>
                    <a:pt x="504" y="5576"/>
                    <a:pt x="504" y="5671"/>
                  </a:cubicBezTo>
                  <a:cubicBezTo>
                    <a:pt x="504" y="5734"/>
                    <a:pt x="536" y="5860"/>
                    <a:pt x="630" y="5891"/>
                  </a:cubicBezTo>
                  <a:lnTo>
                    <a:pt x="1607" y="6900"/>
                  </a:lnTo>
                  <a:cubicBezTo>
                    <a:pt x="1670" y="6963"/>
                    <a:pt x="1765" y="6994"/>
                    <a:pt x="1828" y="6994"/>
                  </a:cubicBezTo>
                  <a:cubicBezTo>
                    <a:pt x="1922" y="6994"/>
                    <a:pt x="2048" y="6963"/>
                    <a:pt x="2080" y="6900"/>
                  </a:cubicBezTo>
                  <a:lnTo>
                    <a:pt x="2426" y="6521"/>
                  </a:lnTo>
                  <a:cubicBezTo>
                    <a:pt x="2521" y="6585"/>
                    <a:pt x="2615" y="6616"/>
                    <a:pt x="2710" y="6648"/>
                  </a:cubicBezTo>
                  <a:lnTo>
                    <a:pt x="2710" y="7152"/>
                  </a:lnTo>
                  <a:cubicBezTo>
                    <a:pt x="2710" y="7372"/>
                    <a:pt x="2867" y="7530"/>
                    <a:pt x="3056" y="7530"/>
                  </a:cubicBezTo>
                  <a:lnTo>
                    <a:pt x="4443" y="7530"/>
                  </a:lnTo>
                  <a:cubicBezTo>
                    <a:pt x="4632" y="7530"/>
                    <a:pt x="4789" y="7372"/>
                    <a:pt x="4789" y="7152"/>
                  </a:cubicBezTo>
                  <a:lnTo>
                    <a:pt x="4789" y="6648"/>
                  </a:lnTo>
                  <a:cubicBezTo>
                    <a:pt x="4915" y="6616"/>
                    <a:pt x="4978" y="6585"/>
                    <a:pt x="5073" y="6521"/>
                  </a:cubicBezTo>
                  <a:lnTo>
                    <a:pt x="5419" y="6900"/>
                  </a:lnTo>
                  <a:cubicBezTo>
                    <a:pt x="5514" y="6963"/>
                    <a:pt x="5577" y="6994"/>
                    <a:pt x="5671" y="6994"/>
                  </a:cubicBezTo>
                  <a:cubicBezTo>
                    <a:pt x="5734" y="6994"/>
                    <a:pt x="5860" y="6963"/>
                    <a:pt x="5892" y="6900"/>
                  </a:cubicBezTo>
                  <a:lnTo>
                    <a:pt x="6868" y="5891"/>
                  </a:lnTo>
                  <a:cubicBezTo>
                    <a:pt x="6994" y="5797"/>
                    <a:pt x="6994" y="5545"/>
                    <a:pt x="6868" y="5419"/>
                  </a:cubicBezTo>
                  <a:lnTo>
                    <a:pt x="6522" y="5072"/>
                  </a:lnTo>
                  <a:cubicBezTo>
                    <a:pt x="6553" y="5009"/>
                    <a:pt x="6616" y="4883"/>
                    <a:pt x="6648" y="4789"/>
                  </a:cubicBezTo>
                  <a:lnTo>
                    <a:pt x="7152" y="4789"/>
                  </a:lnTo>
                  <a:cubicBezTo>
                    <a:pt x="7341" y="4789"/>
                    <a:pt x="7499" y="4631"/>
                    <a:pt x="7499" y="4442"/>
                  </a:cubicBezTo>
                  <a:lnTo>
                    <a:pt x="7499" y="3056"/>
                  </a:lnTo>
                  <a:cubicBezTo>
                    <a:pt x="7499" y="2867"/>
                    <a:pt x="7341" y="2709"/>
                    <a:pt x="7152" y="2709"/>
                  </a:cubicBezTo>
                  <a:lnTo>
                    <a:pt x="6648" y="2709"/>
                  </a:lnTo>
                  <a:cubicBezTo>
                    <a:pt x="6616" y="2583"/>
                    <a:pt x="6553" y="2520"/>
                    <a:pt x="6522" y="2426"/>
                  </a:cubicBezTo>
                  <a:lnTo>
                    <a:pt x="6868" y="2079"/>
                  </a:lnTo>
                  <a:cubicBezTo>
                    <a:pt x="6994" y="1953"/>
                    <a:pt x="6994" y="1733"/>
                    <a:pt x="6868" y="1607"/>
                  </a:cubicBezTo>
                  <a:lnTo>
                    <a:pt x="5892" y="630"/>
                  </a:lnTo>
                  <a:cubicBezTo>
                    <a:pt x="5829" y="536"/>
                    <a:pt x="5734" y="504"/>
                    <a:pt x="5671" y="504"/>
                  </a:cubicBezTo>
                  <a:cubicBezTo>
                    <a:pt x="5577" y="504"/>
                    <a:pt x="5451" y="536"/>
                    <a:pt x="5419" y="630"/>
                  </a:cubicBezTo>
                  <a:lnTo>
                    <a:pt x="5073" y="977"/>
                  </a:lnTo>
                  <a:cubicBezTo>
                    <a:pt x="4978" y="945"/>
                    <a:pt x="4884" y="914"/>
                    <a:pt x="4789" y="851"/>
                  </a:cubicBezTo>
                  <a:lnTo>
                    <a:pt x="4789" y="347"/>
                  </a:lnTo>
                  <a:cubicBezTo>
                    <a:pt x="4789" y="158"/>
                    <a:pt x="4632" y="0"/>
                    <a:pt x="444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0" name="Google Shape;2790;p46"/>
            <p:cNvSpPr/>
            <p:nvPr/>
          </p:nvSpPr>
          <p:spPr>
            <a:xfrm>
              <a:off x="-34673325" y="2375850"/>
              <a:ext cx="85100" cy="84300"/>
            </a:xfrm>
            <a:custGeom>
              <a:rect b="b" l="l" r="r" t="t"/>
              <a:pathLst>
                <a:path extrusionOk="0" h="3372" w="3404">
                  <a:moveTo>
                    <a:pt x="1702" y="662"/>
                  </a:moveTo>
                  <a:cubicBezTo>
                    <a:pt x="2238" y="662"/>
                    <a:pt x="2710" y="1135"/>
                    <a:pt x="2710" y="1702"/>
                  </a:cubicBezTo>
                  <a:cubicBezTo>
                    <a:pt x="2710" y="2238"/>
                    <a:pt x="2238" y="2710"/>
                    <a:pt x="1702" y="2710"/>
                  </a:cubicBezTo>
                  <a:cubicBezTo>
                    <a:pt x="1135" y="2710"/>
                    <a:pt x="662" y="2238"/>
                    <a:pt x="662" y="1702"/>
                  </a:cubicBezTo>
                  <a:cubicBezTo>
                    <a:pt x="662" y="1135"/>
                    <a:pt x="1135" y="662"/>
                    <a:pt x="1702" y="662"/>
                  </a:cubicBezTo>
                  <a:close/>
                  <a:moveTo>
                    <a:pt x="1702" y="1"/>
                  </a:moveTo>
                  <a:cubicBezTo>
                    <a:pt x="757" y="1"/>
                    <a:pt x="1" y="757"/>
                    <a:pt x="1" y="1702"/>
                  </a:cubicBezTo>
                  <a:cubicBezTo>
                    <a:pt x="1" y="2647"/>
                    <a:pt x="757" y="3372"/>
                    <a:pt x="1702" y="3372"/>
                  </a:cubicBezTo>
                  <a:cubicBezTo>
                    <a:pt x="2647" y="3372"/>
                    <a:pt x="3403" y="2647"/>
                    <a:pt x="3403" y="1702"/>
                  </a:cubicBezTo>
                  <a:cubicBezTo>
                    <a:pt x="3372" y="757"/>
                    <a:pt x="2647" y="1"/>
                    <a:pt x="170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1" name="Google Shape;2791;p46"/>
            <p:cNvSpPr/>
            <p:nvPr/>
          </p:nvSpPr>
          <p:spPr>
            <a:xfrm>
              <a:off x="-34778075" y="2272675"/>
              <a:ext cx="293800" cy="293025"/>
            </a:xfrm>
            <a:custGeom>
              <a:rect b="b" l="l" r="r" t="t"/>
              <a:pathLst>
                <a:path extrusionOk="0" h="11721" w="11752">
                  <a:moveTo>
                    <a:pt x="5892" y="694"/>
                  </a:moveTo>
                  <a:cubicBezTo>
                    <a:pt x="8727" y="694"/>
                    <a:pt x="11027" y="3025"/>
                    <a:pt x="11027" y="5861"/>
                  </a:cubicBezTo>
                  <a:cubicBezTo>
                    <a:pt x="10996" y="8665"/>
                    <a:pt x="8727" y="10964"/>
                    <a:pt x="5892" y="10964"/>
                  </a:cubicBezTo>
                  <a:cubicBezTo>
                    <a:pt x="4884" y="10964"/>
                    <a:pt x="3939" y="10712"/>
                    <a:pt x="3119" y="10177"/>
                  </a:cubicBezTo>
                  <a:cubicBezTo>
                    <a:pt x="3075" y="10154"/>
                    <a:pt x="2999" y="10132"/>
                    <a:pt x="2936" y="10132"/>
                  </a:cubicBezTo>
                  <a:cubicBezTo>
                    <a:pt x="2910" y="10132"/>
                    <a:pt x="2886" y="10136"/>
                    <a:pt x="2867" y="10145"/>
                  </a:cubicBezTo>
                  <a:lnTo>
                    <a:pt x="914" y="10775"/>
                  </a:lnTo>
                  <a:lnTo>
                    <a:pt x="1544" y="8854"/>
                  </a:lnTo>
                  <a:cubicBezTo>
                    <a:pt x="1576" y="8759"/>
                    <a:pt x="1544" y="8665"/>
                    <a:pt x="1513" y="8570"/>
                  </a:cubicBezTo>
                  <a:cubicBezTo>
                    <a:pt x="1009" y="7751"/>
                    <a:pt x="725" y="6806"/>
                    <a:pt x="725" y="5861"/>
                  </a:cubicBezTo>
                  <a:cubicBezTo>
                    <a:pt x="725" y="3025"/>
                    <a:pt x="3056" y="694"/>
                    <a:pt x="5892" y="694"/>
                  </a:cubicBezTo>
                  <a:close/>
                  <a:moveTo>
                    <a:pt x="5892" y="1"/>
                  </a:moveTo>
                  <a:cubicBezTo>
                    <a:pt x="4348" y="1"/>
                    <a:pt x="2867" y="568"/>
                    <a:pt x="1733" y="1733"/>
                  </a:cubicBezTo>
                  <a:cubicBezTo>
                    <a:pt x="631" y="2836"/>
                    <a:pt x="0" y="4285"/>
                    <a:pt x="0" y="5861"/>
                  </a:cubicBezTo>
                  <a:cubicBezTo>
                    <a:pt x="0" y="6869"/>
                    <a:pt x="284" y="7908"/>
                    <a:pt x="851" y="8822"/>
                  </a:cubicBezTo>
                  <a:lnTo>
                    <a:pt x="63" y="11248"/>
                  </a:lnTo>
                  <a:cubicBezTo>
                    <a:pt x="0" y="11374"/>
                    <a:pt x="63" y="11531"/>
                    <a:pt x="127" y="11594"/>
                  </a:cubicBezTo>
                  <a:cubicBezTo>
                    <a:pt x="197" y="11665"/>
                    <a:pt x="304" y="11701"/>
                    <a:pt x="392" y="11701"/>
                  </a:cubicBezTo>
                  <a:cubicBezTo>
                    <a:pt x="422" y="11701"/>
                    <a:pt x="449" y="11697"/>
                    <a:pt x="473" y="11689"/>
                  </a:cubicBezTo>
                  <a:lnTo>
                    <a:pt x="2930" y="10901"/>
                  </a:lnTo>
                  <a:cubicBezTo>
                    <a:pt x="3844" y="11437"/>
                    <a:pt x="4852" y="11720"/>
                    <a:pt x="5892" y="11720"/>
                  </a:cubicBezTo>
                  <a:cubicBezTo>
                    <a:pt x="7404" y="11720"/>
                    <a:pt x="8916" y="11122"/>
                    <a:pt x="10019" y="9988"/>
                  </a:cubicBezTo>
                  <a:cubicBezTo>
                    <a:pt x="11122" y="8885"/>
                    <a:pt x="11752" y="7436"/>
                    <a:pt x="11752" y="5861"/>
                  </a:cubicBezTo>
                  <a:cubicBezTo>
                    <a:pt x="11752" y="4317"/>
                    <a:pt x="11153" y="2805"/>
                    <a:pt x="10019" y="1702"/>
                  </a:cubicBezTo>
                  <a:cubicBezTo>
                    <a:pt x="8885" y="568"/>
                    <a:pt x="7404" y="1"/>
                    <a:pt x="589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92" name="Google Shape;2792;p46"/>
          <p:cNvGrpSpPr/>
          <p:nvPr/>
        </p:nvGrpSpPr>
        <p:grpSpPr>
          <a:xfrm>
            <a:off x="2022889" y="2426968"/>
            <a:ext cx="293752" cy="293782"/>
            <a:chOff x="-34776500" y="2631825"/>
            <a:chExt cx="291450" cy="291450"/>
          </a:xfrm>
        </p:grpSpPr>
        <p:sp>
          <p:nvSpPr>
            <p:cNvPr id="2793" name="Google Shape;2793;p46"/>
            <p:cNvSpPr/>
            <p:nvPr/>
          </p:nvSpPr>
          <p:spPr>
            <a:xfrm>
              <a:off x="-34691425" y="2666500"/>
              <a:ext cx="120525" cy="154400"/>
            </a:xfrm>
            <a:custGeom>
              <a:rect b="b" l="l" r="r" t="t"/>
              <a:pathLst>
                <a:path extrusionOk="0" h="6176" w="4821">
                  <a:moveTo>
                    <a:pt x="2331" y="693"/>
                  </a:moveTo>
                  <a:cubicBezTo>
                    <a:pt x="3277" y="693"/>
                    <a:pt x="4033" y="1449"/>
                    <a:pt x="4033" y="2394"/>
                  </a:cubicBezTo>
                  <a:cubicBezTo>
                    <a:pt x="4096" y="2899"/>
                    <a:pt x="3844" y="3466"/>
                    <a:pt x="3403" y="3781"/>
                  </a:cubicBezTo>
                  <a:cubicBezTo>
                    <a:pt x="3151" y="3970"/>
                    <a:pt x="2741" y="4348"/>
                    <a:pt x="2741" y="4946"/>
                  </a:cubicBezTo>
                  <a:lnTo>
                    <a:pt x="2741" y="5135"/>
                  </a:lnTo>
                  <a:cubicBezTo>
                    <a:pt x="2741" y="5356"/>
                    <a:pt x="2583" y="5513"/>
                    <a:pt x="2363" y="5513"/>
                  </a:cubicBezTo>
                  <a:cubicBezTo>
                    <a:pt x="2174" y="5513"/>
                    <a:pt x="2016" y="5356"/>
                    <a:pt x="2016" y="5135"/>
                  </a:cubicBezTo>
                  <a:lnTo>
                    <a:pt x="2016" y="4946"/>
                  </a:lnTo>
                  <a:cubicBezTo>
                    <a:pt x="2016" y="4285"/>
                    <a:pt x="2363" y="3655"/>
                    <a:pt x="2962" y="3214"/>
                  </a:cubicBezTo>
                  <a:cubicBezTo>
                    <a:pt x="3245" y="3025"/>
                    <a:pt x="3403" y="2710"/>
                    <a:pt x="3403" y="2394"/>
                  </a:cubicBezTo>
                  <a:cubicBezTo>
                    <a:pt x="3403" y="1827"/>
                    <a:pt x="2930" y="1355"/>
                    <a:pt x="2363" y="1355"/>
                  </a:cubicBezTo>
                  <a:cubicBezTo>
                    <a:pt x="1827" y="1355"/>
                    <a:pt x="1355" y="1827"/>
                    <a:pt x="1355" y="2394"/>
                  </a:cubicBezTo>
                  <a:cubicBezTo>
                    <a:pt x="1355" y="2583"/>
                    <a:pt x="1197" y="2741"/>
                    <a:pt x="1008" y="2741"/>
                  </a:cubicBezTo>
                  <a:cubicBezTo>
                    <a:pt x="788" y="2741"/>
                    <a:pt x="630" y="2583"/>
                    <a:pt x="630" y="2394"/>
                  </a:cubicBezTo>
                  <a:cubicBezTo>
                    <a:pt x="630" y="1449"/>
                    <a:pt x="1386" y="693"/>
                    <a:pt x="2331" y="693"/>
                  </a:cubicBezTo>
                  <a:close/>
                  <a:moveTo>
                    <a:pt x="2426" y="0"/>
                  </a:moveTo>
                  <a:cubicBezTo>
                    <a:pt x="1071" y="0"/>
                    <a:pt x="0" y="1040"/>
                    <a:pt x="0" y="2394"/>
                  </a:cubicBezTo>
                  <a:cubicBezTo>
                    <a:pt x="0" y="2930"/>
                    <a:pt x="473" y="3403"/>
                    <a:pt x="1040" y="3403"/>
                  </a:cubicBezTo>
                  <a:cubicBezTo>
                    <a:pt x="1575" y="3403"/>
                    <a:pt x="2048" y="2930"/>
                    <a:pt x="2048" y="2394"/>
                  </a:cubicBezTo>
                  <a:cubicBezTo>
                    <a:pt x="2048" y="2205"/>
                    <a:pt x="2205" y="2048"/>
                    <a:pt x="2426" y="2048"/>
                  </a:cubicBezTo>
                  <a:cubicBezTo>
                    <a:pt x="2615" y="2048"/>
                    <a:pt x="2772" y="2205"/>
                    <a:pt x="2772" y="2394"/>
                  </a:cubicBezTo>
                  <a:cubicBezTo>
                    <a:pt x="2772" y="2520"/>
                    <a:pt x="2741" y="2583"/>
                    <a:pt x="2615" y="2646"/>
                  </a:cubicBezTo>
                  <a:cubicBezTo>
                    <a:pt x="1827" y="3245"/>
                    <a:pt x="1386" y="4064"/>
                    <a:pt x="1386" y="4946"/>
                  </a:cubicBezTo>
                  <a:lnTo>
                    <a:pt x="1386" y="5135"/>
                  </a:lnTo>
                  <a:cubicBezTo>
                    <a:pt x="1386" y="5702"/>
                    <a:pt x="1859" y="6175"/>
                    <a:pt x="2426" y="6175"/>
                  </a:cubicBezTo>
                  <a:cubicBezTo>
                    <a:pt x="2962" y="6175"/>
                    <a:pt x="3434" y="5702"/>
                    <a:pt x="3434" y="5135"/>
                  </a:cubicBezTo>
                  <a:lnTo>
                    <a:pt x="3434" y="4946"/>
                  </a:lnTo>
                  <a:cubicBezTo>
                    <a:pt x="3434" y="4663"/>
                    <a:pt x="3686" y="4442"/>
                    <a:pt x="3844" y="4316"/>
                  </a:cubicBezTo>
                  <a:cubicBezTo>
                    <a:pt x="4474" y="3875"/>
                    <a:pt x="4820" y="3151"/>
                    <a:pt x="4820" y="2394"/>
                  </a:cubicBezTo>
                  <a:cubicBezTo>
                    <a:pt x="4789" y="1040"/>
                    <a:pt x="3718" y="0"/>
                    <a:pt x="242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4" name="Google Shape;2794;p46"/>
            <p:cNvSpPr/>
            <p:nvPr/>
          </p:nvSpPr>
          <p:spPr>
            <a:xfrm>
              <a:off x="-34656775" y="2837400"/>
              <a:ext cx="51200" cy="51225"/>
            </a:xfrm>
            <a:custGeom>
              <a:rect b="b" l="l" r="r" t="t"/>
              <a:pathLst>
                <a:path extrusionOk="0" h="2049" w="2048">
                  <a:moveTo>
                    <a:pt x="1040" y="662"/>
                  </a:moveTo>
                  <a:cubicBezTo>
                    <a:pt x="1229" y="662"/>
                    <a:pt x="1386" y="820"/>
                    <a:pt x="1386" y="1040"/>
                  </a:cubicBezTo>
                  <a:cubicBezTo>
                    <a:pt x="1386" y="1229"/>
                    <a:pt x="1197" y="1387"/>
                    <a:pt x="1040" y="1387"/>
                  </a:cubicBezTo>
                  <a:cubicBezTo>
                    <a:pt x="819" y="1387"/>
                    <a:pt x="662" y="1229"/>
                    <a:pt x="662" y="1040"/>
                  </a:cubicBezTo>
                  <a:cubicBezTo>
                    <a:pt x="662" y="820"/>
                    <a:pt x="819" y="662"/>
                    <a:pt x="1040" y="662"/>
                  </a:cubicBezTo>
                  <a:close/>
                  <a:moveTo>
                    <a:pt x="1040" y="1"/>
                  </a:moveTo>
                  <a:cubicBezTo>
                    <a:pt x="473" y="1"/>
                    <a:pt x="0" y="473"/>
                    <a:pt x="0" y="1040"/>
                  </a:cubicBezTo>
                  <a:cubicBezTo>
                    <a:pt x="0" y="1576"/>
                    <a:pt x="473" y="2048"/>
                    <a:pt x="1040" y="2048"/>
                  </a:cubicBezTo>
                  <a:cubicBezTo>
                    <a:pt x="1576" y="2048"/>
                    <a:pt x="2048" y="1576"/>
                    <a:pt x="2048" y="1040"/>
                  </a:cubicBezTo>
                  <a:cubicBezTo>
                    <a:pt x="2048" y="473"/>
                    <a:pt x="1576" y="1"/>
                    <a:pt x="10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5" name="Google Shape;2795;p46"/>
            <p:cNvSpPr/>
            <p:nvPr/>
          </p:nvSpPr>
          <p:spPr>
            <a:xfrm>
              <a:off x="-34776500" y="2631825"/>
              <a:ext cx="291450" cy="291450"/>
            </a:xfrm>
            <a:custGeom>
              <a:rect b="b" l="l" r="r" t="t"/>
              <a:pathLst>
                <a:path extrusionOk="0" h="11658" w="11658">
                  <a:moveTo>
                    <a:pt x="5829" y="662"/>
                  </a:moveTo>
                  <a:cubicBezTo>
                    <a:pt x="8664" y="662"/>
                    <a:pt x="10964" y="2994"/>
                    <a:pt x="10964" y="5829"/>
                  </a:cubicBezTo>
                  <a:cubicBezTo>
                    <a:pt x="10933" y="8665"/>
                    <a:pt x="8664" y="10996"/>
                    <a:pt x="5829" y="10996"/>
                  </a:cubicBezTo>
                  <a:cubicBezTo>
                    <a:pt x="2993" y="10996"/>
                    <a:pt x="662" y="8665"/>
                    <a:pt x="662" y="5829"/>
                  </a:cubicBezTo>
                  <a:cubicBezTo>
                    <a:pt x="662" y="2994"/>
                    <a:pt x="2993" y="662"/>
                    <a:pt x="5829" y="662"/>
                  </a:cubicBezTo>
                  <a:close/>
                  <a:moveTo>
                    <a:pt x="5829" y="1"/>
                  </a:moveTo>
                  <a:cubicBezTo>
                    <a:pt x="2584" y="1"/>
                    <a:pt x="0" y="2647"/>
                    <a:pt x="0" y="5829"/>
                  </a:cubicBezTo>
                  <a:cubicBezTo>
                    <a:pt x="0" y="9043"/>
                    <a:pt x="2615" y="11658"/>
                    <a:pt x="5829" y="11658"/>
                  </a:cubicBezTo>
                  <a:cubicBezTo>
                    <a:pt x="9042" y="11658"/>
                    <a:pt x="11657" y="9011"/>
                    <a:pt x="11657" y="5829"/>
                  </a:cubicBezTo>
                  <a:cubicBezTo>
                    <a:pt x="11657" y="2584"/>
                    <a:pt x="9011" y="1"/>
                    <a:pt x="582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96" name="Google Shape;2796;p46"/>
          <p:cNvGrpSpPr/>
          <p:nvPr/>
        </p:nvGrpSpPr>
        <p:grpSpPr>
          <a:xfrm>
            <a:off x="718278" y="2868452"/>
            <a:ext cx="281033" cy="284092"/>
            <a:chOff x="-32956300" y="1915900"/>
            <a:chExt cx="292225" cy="295375"/>
          </a:xfrm>
        </p:grpSpPr>
        <p:sp>
          <p:nvSpPr>
            <p:cNvPr id="2797" name="Google Shape;2797;p46"/>
            <p:cNvSpPr/>
            <p:nvPr/>
          </p:nvSpPr>
          <p:spPr>
            <a:xfrm>
              <a:off x="-32956300" y="1915900"/>
              <a:ext cx="292225" cy="295375"/>
            </a:xfrm>
            <a:custGeom>
              <a:rect b="b" l="l" r="r" t="t"/>
              <a:pathLst>
                <a:path extrusionOk="0" h="11815" w="11689">
                  <a:moveTo>
                    <a:pt x="10996" y="2079"/>
                  </a:moveTo>
                  <a:lnTo>
                    <a:pt x="10996" y="3466"/>
                  </a:lnTo>
                  <a:lnTo>
                    <a:pt x="10334" y="3466"/>
                  </a:lnTo>
                  <a:lnTo>
                    <a:pt x="10334" y="2079"/>
                  </a:lnTo>
                  <a:close/>
                  <a:moveTo>
                    <a:pt x="10996" y="4127"/>
                  </a:moveTo>
                  <a:lnTo>
                    <a:pt x="10996" y="5513"/>
                  </a:lnTo>
                  <a:lnTo>
                    <a:pt x="10303" y="5513"/>
                  </a:lnTo>
                  <a:lnTo>
                    <a:pt x="10303" y="4127"/>
                  </a:lnTo>
                  <a:close/>
                  <a:moveTo>
                    <a:pt x="10996" y="6175"/>
                  </a:moveTo>
                  <a:lnTo>
                    <a:pt x="10996" y="7561"/>
                  </a:lnTo>
                  <a:lnTo>
                    <a:pt x="10334" y="7561"/>
                  </a:lnTo>
                  <a:lnTo>
                    <a:pt x="10334" y="6175"/>
                  </a:lnTo>
                  <a:close/>
                  <a:moveTo>
                    <a:pt x="2741" y="536"/>
                  </a:moveTo>
                  <a:lnTo>
                    <a:pt x="2741" y="10869"/>
                  </a:lnTo>
                  <a:lnTo>
                    <a:pt x="1733" y="10869"/>
                  </a:lnTo>
                  <a:cubicBezTo>
                    <a:pt x="1679" y="10914"/>
                    <a:pt x="1627" y="10934"/>
                    <a:pt x="1581" y="10934"/>
                  </a:cubicBezTo>
                  <a:cubicBezTo>
                    <a:pt x="1467" y="10934"/>
                    <a:pt x="1387" y="10815"/>
                    <a:pt x="1387" y="10680"/>
                  </a:cubicBezTo>
                  <a:lnTo>
                    <a:pt x="1387" y="10334"/>
                  </a:lnTo>
                  <a:lnTo>
                    <a:pt x="1733" y="10334"/>
                  </a:lnTo>
                  <a:cubicBezTo>
                    <a:pt x="1922" y="10334"/>
                    <a:pt x="2080" y="10145"/>
                    <a:pt x="2080" y="9956"/>
                  </a:cubicBezTo>
                  <a:cubicBezTo>
                    <a:pt x="2080" y="9767"/>
                    <a:pt x="1922" y="9609"/>
                    <a:pt x="1733" y="9609"/>
                  </a:cubicBezTo>
                  <a:lnTo>
                    <a:pt x="1387" y="9609"/>
                  </a:lnTo>
                  <a:lnTo>
                    <a:pt x="1387" y="8223"/>
                  </a:lnTo>
                  <a:lnTo>
                    <a:pt x="1733" y="8223"/>
                  </a:lnTo>
                  <a:cubicBezTo>
                    <a:pt x="1922" y="8223"/>
                    <a:pt x="2080" y="8065"/>
                    <a:pt x="2080" y="7876"/>
                  </a:cubicBezTo>
                  <a:cubicBezTo>
                    <a:pt x="2080" y="7687"/>
                    <a:pt x="1922" y="7530"/>
                    <a:pt x="1733" y="7530"/>
                  </a:cubicBezTo>
                  <a:lnTo>
                    <a:pt x="1387" y="7530"/>
                  </a:lnTo>
                  <a:lnTo>
                    <a:pt x="1387" y="6143"/>
                  </a:lnTo>
                  <a:lnTo>
                    <a:pt x="1733" y="6143"/>
                  </a:lnTo>
                  <a:cubicBezTo>
                    <a:pt x="1922" y="6143"/>
                    <a:pt x="2080" y="5986"/>
                    <a:pt x="2080" y="5797"/>
                  </a:cubicBezTo>
                  <a:cubicBezTo>
                    <a:pt x="2080" y="5576"/>
                    <a:pt x="1922" y="5419"/>
                    <a:pt x="1733" y="5419"/>
                  </a:cubicBezTo>
                  <a:lnTo>
                    <a:pt x="1387" y="5419"/>
                  </a:lnTo>
                  <a:lnTo>
                    <a:pt x="1387" y="4064"/>
                  </a:lnTo>
                  <a:lnTo>
                    <a:pt x="1733" y="4064"/>
                  </a:lnTo>
                  <a:cubicBezTo>
                    <a:pt x="1922" y="4064"/>
                    <a:pt x="2080" y="3907"/>
                    <a:pt x="2080" y="3686"/>
                  </a:cubicBezTo>
                  <a:cubicBezTo>
                    <a:pt x="2080" y="3497"/>
                    <a:pt x="1922" y="3340"/>
                    <a:pt x="1733" y="3340"/>
                  </a:cubicBezTo>
                  <a:lnTo>
                    <a:pt x="1387" y="3340"/>
                  </a:lnTo>
                  <a:lnTo>
                    <a:pt x="1387" y="1953"/>
                  </a:lnTo>
                  <a:lnTo>
                    <a:pt x="1733" y="1953"/>
                  </a:lnTo>
                  <a:cubicBezTo>
                    <a:pt x="1922" y="1953"/>
                    <a:pt x="2080" y="1796"/>
                    <a:pt x="2080" y="1607"/>
                  </a:cubicBezTo>
                  <a:cubicBezTo>
                    <a:pt x="2080" y="1418"/>
                    <a:pt x="1922" y="1260"/>
                    <a:pt x="1733" y="1260"/>
                  </a:cubicBezTo>
                  <a:lnTo>
                    <a:pt x="1387" y="1260"/>
                  </a:lnTo>
                  <a:lnTo>
                    <a:pt x="1387" y="914"/>
                  </a:lnTo>
                  <a:cubicBezTo>
                    <a:pt x="1387" y="693"/>
                    <a:pt x="1544" y="536"/>
                    <a:pt x="1733" y="536"/>
                  </a:cubicBezTo>
                  <a:close/>
                  <a:moveTo>
                    <a:pt x="9263" y="725"/>
                  </a:moveTo>
                  <a:cubicBezTo>
                    <a:pt x="9452" y="725"/>
                    <a:pt x="9609" y="882"/>
                    <a:pt x="9609" y="1071"/>
                  </a:cubicBezTo>
                  <a:lnTo>
                    <a:pt x="9609" y="10680"/>
                  </a:lnTo>
                  <a:cubicBezTo>
                    <a:pt x="9609" y="10869"/>
                    <a:pt x="9452" y="11027"/>
                    <a:pt x="9263" y="11027"/>
                  </a:cubicBezTo>
                  <a:lnTo>
                    <a:pt x="3371" y="11027"/>
                  </a:lnTo>
                  <a:lnTo>
                    <a:pt x="3371" y="725"/>
                  </a:lnTo>
                  <a:close/>
                  <a:moveTo>
                    <a:pt x="1733" y="0"/>
                  </a:moveTo>
                  <a:cubicBezTo>
                    <a:pt x="1166" y="0"/>
                    <a:pt x="694" y="473"/>
                    <a:pt x="694" y="1040"/>
                  </a:cubicBezTo>
                  <a:lnTo>
                    <a:pt x="694" y="1386"/>
                  </a:lnTo>
                  <a:lnTo>
                    <a:pt x="347" y="1386"/>
                  </a:lnTo>
                  <a:cubicBezTo>
                    <a:pt x="158" y="1386"/>
                    <a:pt x="0" y="1544"/>
                    <a:pt x="0" y="1733"/>
                  </a:cubicBezTo>
                  <a:cubicBezTo>
                    <a:pt x="0" y="1922"/>
                    <a:pt x="158" y="2079"/>
                    <a:pt x="347" y="2079"/>
                  </a:cubicBezTo>
                  <a:lnTo>
                    <a:pt x="694" y="2079"/>
                  </a:lnTo>
                  <a:lnTo>
                    <a:pt x="694" y="3466"/>
                  </a:lnTo>
                  <a:lnTo>
                    <a:pt x="347" y="3466"/>
                  </a:lnTo>
                  <a:cubicBezTo>
                    <a:pt x="158" y="3466"/>
                    <a:pt x="0" y="3623"/>
                    <a:pt x="0" y="3812"/>
                  </a:cubicBezTo>
                  <a:cubicBezTo>
                    <a:pt x="0" y="4033"/>
                    <a:pt x="158" y="4190"/>
                    <a:pt x="347" y="4190"/>
                  </a:cubicBezTo>
                  <a:lnTo>
                    <a:pt x="694" y="4190"/>
                  </a:lnTo>
                  <a:lnTo>
                    <a:pt x="694" y="5545"/>
                  </a:lnTo>
                  <a:lnTo>
                    <a:pt x="347" y="5545"/>
                  </a:lnTo>
                  <a:cubicBezTo>
                    <a:pt x="158" y="5545"/>
                    <a:pt x="0" y="5702"/>
                    <a:pt x="0" y="5923"/>
                  </a:cubicBezTo>
                  <a:cubicBezTo>
                    <a:pt x="0" y="6112"/>
                    <a:pt x="158" y="6269"/>
                    <a:pt x="347" y="6269"/>
                  </a:cubicBezTo>
                  <a:lnTo>
                    <a:pt x="694" y="6269"/>
                  </a:lnTo>
                  <a:lnTo>
                    <a:pt x="694" y="7656"/>
                  </a:lnTo>
                  <a:lnTo>
                    <a:pt x="347" y="7656"/>
                  </a:lnTo>
                  <a:cubicBezTo>
                    <a:pt x="158" y="7656"/>
                    <a:pt x="0" y="7813"/>
                    <a:pt x="0" y="8002"/>
                  </a:cubicBezTo>
                  <a:cubicBezTo>
                    <a:pt x="0" y="8191"/>
                    <a:pt x="158" y="8349"/>
                    <a:pt x="347" y="8349"/>
                  </a:cubicBezTo>
                  <a:lnTo>
                    <a:pt x="694" y="8349"/>
                  </a:lnTo>
                  <a:lnTo>
                    <a:pt x="694" y="9735"/>
                  </a:lnTo>
                  <a:lnTo>
                    <a:pt x="347" y="9735"/>
                  </a:lnTo>
                  <a:cubicBezTo>
                    <a:pt x="158" y="9735"/>
                    <a:pt x="0" y="9893"/>
                    <a:pt x="0" y="10082"/>
                  </a:cubicBezTo>
                  <a:cubicBezTo>
                    <a:pt x="0" y="10271"/>
                    <a:pt x="158" y="10428"/>
                    <a:pt x="347" y="10428"/>
                  </a:cubicBezTo>
                  <a:lnTo>
                    <a:pt x="694" y="10428"/>
                  </a:lnTo>
                  <a:lnTo>
                    <a:pt x="694" y="10806"/>
                  </a:lnTo>
                  <a:cubicBezTo>
                    <a:pt x="694" y="11342"/>
                    <a:pt x="1166" y="11814"/>
                    <a:pt x="1733" y="11814"/>
                  </a:cubicBezTo>
                  <a:lnTo>
                    <a:pt x="9294" y="11814"/>
                  </a:lnTo>
                  <a:cubicBezTo>
                    <a:pt x="9830" y="11814"/>
                    <a:pt x="10303" y="11342"/>
                    <a:pt x="10303" y="10806"/>
                  </a:cubicBezTo>
                  <a:lnTo>
                    <a:pt x="10303" y="8380"/>
                  </a:lnTo>
                  <a:lnTo>
                    <a:pt x="11342" y="8380"/>
                  </a:lnTo>
                  <a:cubicBezTo>
                    <a:pt x="11531" y="8380"/>
                    <a:pt x="11689" y="8223"/>
                    <a:pt x="11689" y="8034"/>
                  </a:cubicBezTo>
                  <a:lnTo>
                    <a:pt x="11689" y="1859"/>
                  </a:lnTo>
                  <a:cubicBezTo>
                    <a:pt x="11689" y="1544"/>
                    <a:pt x="11531" y="1386"/>
                    <a:pt x="11342" y="1386"/>
                  </a:cubicBezTo>
                  <a:lnTo>
                    <a:pt x="10303" y="1386"/>
                  </a:lnTo>
                  <a:lnTo>
                    <a:pt x="10303" y="1040"/>
                  </a:lnTo>
                  <a:cubicBezTo>
                    <a:pt x="10303" y="473"/>
                    <a:pt x="9830" y="0"/>
                    <a:pt x="929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8" name="Google Shape;2798;p46"/>
            <p:cNvSpPr/>
            <p:nvPr/>
          </p:nvSpPr>
          <p:spPr>
            <a:xfrm>
              <a:off x="-32836575" y="1967875"/>
              <a:ext cx="85875" cy="188250"/>
            </a:xfrm>
            <a:custGeom>
              <a:rect b="b" l="l" r="r" t="t"/>
              <a:pathLst>
                <a:path extrusionOk="0" h="7530" w="3435">
                  <a:moveTo>
                    <a:pt x="2773" y="693"/>
                  </a:moveTo>
                  <a:lnTo>
                    <a:pt x="2773" y="2048"/>
                  </a:lnTo>
                  <a:lnTo>
                    <a:pt x="1733" y="2048"/>
                  </a:lnTo>
                  <a:cubicBezTo>
                    <a:pt x="1544" y="2048"/>
                    <a:pt x="1386" y="2206"/>
                    <a:pt x="1386" y="2426"/>
                  </a:cubicBezTo>
                  <a:lnTo>
                    <a:pt x="1386" y="5136"/>
                  </a:lnTo>
                  <a:cubicBezTo>
                    <a:pt x="1386" y="5325"/>
                    <a:pt x="1544" y="5482"/>
                    <a:pt x="1733" y="5482"/>
                  </a:cubicBezTo>
                  <a:lnTo>
                    <a:pt x="2773" y="5482"/>
                  </a:lnTo>
                  <a:lnTo>
                    <a:pt x="2773" y="6868"/>
                  </a:lnTo>
                  <a:lnTo>
                    <a:pt x="1733" y="6868"/>
                  </a:lnTo>
                  <a:cubicBezTo>
                    <a:pt x="1197" y="6868"/>
                    <a:pt x="725" y="6396"/>
                    <a:pt x="725" y="5829"/>
                  </a:cubicBezTo>
                  <a:lnTo>
                    <a:pt x="725" y="1733"/>
                  </a:lnTo>
                  <a:cubicBezTo>
                    <a:pt x="725" y="1198"/>
                    <a:pt x="1197" y="693"/>
                    <a:pt x="1733" y="693"/>
                  </a:cubicBezTo>
                  <a:close/>
                  <a:moveTo>
                    <a:pt x="1701" y="0"/>
                  </a:moveTo>
                  <a:cubicBezTo>
                    <a:pt x="756" y="0"/>
                    <a:pt x="0" y="788"/>
                    <a:pt x="0" y="1733"/>
                  </a:cubicBezTo>
                  <a:lnTo>
                    <a:pt x="0" y="5829"/>
                  </a:lnTo>
                  <a:cubicBezTo>
                    <a:pt x="0" y="6774"/>
                    <a:pt x="756" y="7530"/>
                    <a:pt x="1701" y="7530"/>
                  </a:cubicBezTo>
                  <a:lnTo>
                    <a:pt x="3088" y="7530"/>
                  </a:lnTo>
                  <a:cubicBezTo>
                    <a:pt x="3277" y="7530"/>
                    <a:pt x="3434" y="7372"/>
                    <a:pt x="3434" y="7183"/>
                  </a:cubicBezTo>
                  <a:lnTo>
                    <a:pt x="3434" y="5136"/>
                  </a:lnTo>
                  <a:cubicBezTo>
                    <a:pt x="3434" y="4947"/>
                    <a:pt x="3277" y="4789"/>
                    <a:pt x="3088" y="4789"/>
                  </a:cubicBezTo>
                  <a:lnTo>
                    <a:pt x="2048" y="4789"/>
                  </a:lnTo>
                  <a:lnTo>
                    <a:pt x="2048" y="2741"/>
                  </a:lnTo>
                  <a:lnTo>
                    <a:pt x="3088" y="2741"/>
                  </a:lnTo>
                  <a:cubicBezTo>
                    <a:pt x="3277" y="2741"/>
                    <a:pt x="3434" y="2552"/>
                    <a:pt x="3434" y="2363"/>
                  </a:cubicBezTo>
                  <a:lnTo>
                    <a:pt x="3434" y="284"/>
                  </a:lnTo>
                  <a:cubicBezTo>
                    <a:pt x="3434" y="158"/>
                    <a:pt x="3277" y="0"/>
                    <a:pt x="308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99" name="Google Shape;2799;p46"/>
          <p:cNvSpPr/>
          <p:nvPr/>
        </p:nvSpPr>
        <p:spPr>
          <a:xfrm>
            <a:off x="711528" y="3300990"/>
            <a:ext cx="294534" cy="293756"/>
          </a:xfrm>
          <a:custGeom>
            <a:rect b="b" l="l" r="r" t="t"/>
            <a:pathLst>
              <a:path extrusionOk="0" h="11657" w="11689">
                <a:moveTo>
                  <a:pt x="5829" y="725"/>
                </a:moveTo>
                <a:cubicBezTo>
                  <a:pt x="6112" y="725"/>
                  <a:pt x="6333" y="882"/>
                  <a:pt x="6427" y="1134"/>
                </a:cubicBezTo>
                <a:lnTo>
                  <a:pt x="6774" y="2080"/>
                </a:lnTo>
                <a:lnTo>
                  <a:pt x="4915" y="2080"/>
                </a:lnTo>
                <a:lnTo>
                  <a:pt x="5262" y="1134"/>
                </a:lnTo>
                <a:cubicBezTo>
                  <a:pt x="5356" y="882"/>
                  <a:pt x="5577" y="725"/>
                  <a:pt x="5829" y="725"/>
                </a:cubicBezTo>
                <a:close/>
                <a:moveTo>
                  <a:pt x="7058" y="2773"/>
                </a:moveTo>
                <a:lnTo>
                  <a:pt x="7782" y="4852"/>
                </a:lnTo>
                <a:lnTo>
                  <a:pt x="3970" y="4852"/>
                </a:lnTo>
                <a:lnTo>
                  <a:pt x="4695" y="2773"/>
                </a:lnTo>
                <a:close/>
                <a:moveTo>
                  <a:pt x="8003" y="5514"/>
                </a:moveTo>
                <a:lnTo>
                  <a:pt x="8759" y="7624"/>
                </a:lnTo>
                <a:lnTo>
                  <a:pt x="2962" y="7624"/>
                </a:lnTo>
                <a:lnTo>
                  <a:pt x="3687" y="5514"/>
                </a:lnTo>
                <a:close/>
                <a:moveTo>
                  <a:pt x="8979" y="8286"/>
                </a:moveTo>
                <a:lnTo>
                  <a:pt x="9452" y="9672"/>
                </a:lnTo>
                <a:lnTo>
                  <a:pt x="2206" y="9672"/>
                </a:lnTo>
                <a:lnTo>
                  <a:pt x="2710" y="8286"/>
                </a:lnTo>
                <a:close/>
                <a:moveTo>
                  <a:pt x="10649" y="10334"/>
                </a:moveTo>
                <a:cubicBezTo>
                  <a:pt x="10838" y="10334"/>
                  <a:pt x="10996" y="10491"/>
                  <a:pt x="10996" y="10680"/>
                </a:cubicBezTo>
                <a:lnTo>
                  <a:pt x="10996" y="10995"/>
                </a:lnTo>
                <a:lnTo>
                  <a:pt x="662" y="10995"/>
                </a:lnTo>
                <a:lnTo>
                  <a:pt x="662" y="10680"/>
                </a:lnTo>
                <a:cubicBezTo>
                  <a:pt x="662" y="10491"/>
                  <a:pt x="820" y="10334"/>
                  <a:pt x="1040" y="10334"/>
                </a:cubicBezTo>
                <a:close/>
                <a:moveTo>
                  <a:pt x="5829" y="0"/>
                </a:moveTo>
                <a:cubicBezTo>
                  <a:pt x="5262" y="0"/>
                  <a:pt x="4758" y="378"/>
                  <a:pt x="4600" y="882"/>
                </a:cubicBezTo>
                <a:cubicBezTo>
                  <a:pt x="4474" y="1260"/>
                  <a:pt x="1670" y="9231"/>
                  <a:pt x="1481" y="9609"/>
                </a:cubicBezTo>
                <a:lnTo>
                  <a:pt x="1040" y="9609"/>
                </a:lnTo>
                <a:cubicBezTo>
                  <a:pt x="473" y="9609"/>
                  <a:pt x="0" y="10082"/>
                  <a:pt x="0" y="10649"/>
                </a:cubicBezTo>
                <a:lnTo>
                  <a:pt x="0" y="11310"/>
                </a:lnTo>
                <a:cubicBezTo>
                  <a:pt x="0" y="11499"/>
                  <a:pt x="158" y="11657"/>
                  <a:pt x="347" y="11657"/>
                </a:cubicBezTo>
                <a:lnTo>
                  <a:pt x="11342" y="11657"/>
                </a:lnTo>
                <a:cubicBezTo>
                  <a:pt x="11531" y="11657"/>
                  <a:pt x="11689" y="11499"/>
                  <a:pt x="11689" y="11310"/>
                </a:cubicBezTo>
                <a:lnTo>
                  <a:pt x="11689" y="10680"/>
                </a:lnTo>
                <a:cubicBezTo>
                  <a:pt x="11689" y="10082"/>
                  <a:pt x="11216" y="9609"/>
                  <a:pt x="10618" y="9609"/>
                </a:cubicBezTo>
                <a:lnTo>
                  <a:pt x="10145" y="9609"/>
                </a:lnTo>
                <a:cubicBezTo>
                  <a:pt x="9988" y="9231"/>
                  <a:pt x="7184" y="1229"/>
                  <a:pt x="7058" y="882"/>
                </a:cubicBezTo>
                <a:cubicBezTo>
                  <a:pt x="6837" y="378"/>
                  <a:pt x="6396" y="0"/>
                  <a:pt x="582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0" name="Google Shape;2800;p46"/>
          <p:cNvSpPr/>
          <p:nvPr/>
        </p:nvSpPr>
        <p:spPr>
          <a:xfrm>
            <a:off x="721850" y="3748636"/>
            <a:ext cx="273890" cy="273225"/>
          </a:xfrm>
          <a:custGeom>
            <a:rect b="b" l="l" r="r" t="t"/>
            <a:pathLst>
              <a:path extrusionOk="0" h="11690" w="11721">
                <a:moveTo>
                  <a:pt x="8980" y="662"/>
                </a:moveTo>
                <a:lnTo>
                  <a:pt x="8980" y="2710"/>
                </a:lnTo>
                <a:lnTo>
                  <a:pt x="7594" y="2710"/>
                </a:lnTo>
                <a:lnTo>
                  <a:pt x="7594" y="1671"/>
                </a:lnTo>
                <a:cubicBezTo>
                  <a:pt x="7594" y="1135"/>
                  <a:pt x="8066" y="662"/>
                  <a:pt x="8602" y="662"/>
                </a:cubicBezTo>
                <a:close/>
                <a:moveTo>
                  <a:pt x="9988" y="662"/>
                </a:moveTo>
                <a:cubicBezTo>
                  <a:pt x="10177" y="662"/>
                  <a:pt x="10366" y="820"/>
                  <a:pt x="10366" y="1009"/>
                </a:cubicBezTo>
                <a:lnTo>
                  <a:pt x="10366" y="2395"/>
                </a:lnTo>
                <a:cubicBezTo>
                  <a:pt x="10366" y="2584"/>
                  <a:pt x="10177" y="2742"/>
                  <a:pt x="9988" y="2742"/>
                </a:cubicBezTo>
                <a:lnTo>
                  <a:pt x="9641" y="2742"/>
                </a:lnTo>
                <a:lnTo>
                  <a:pt x="9641" y="662"/>
                </a:lnTo>
                <a:close/>
                <a:moveTo>
                  <a:pt x="10650" y="4758"/>
                </a:moveTo>
                <a:cubicBezTo>
                  <a:pt x="10870" y="4758"/>
                  <a:pt x="11028" y="4916"/>
                  <a:pt x="11028" y="5105"/>
                </a:cubicBezTo>
                <a:cubicBezTo>
                  <a:pt x="11028" y="5294"/>
                  <a:pt x="10870" y="5451"/>
                  <a:pt x="10650" y="5451"/>
                </a:cubicBezTo>
                <a:lnTo>
                  <a:pt x="9295" y="5451"/>
                </a:lnTo>
                <a:cubicBezTo>
                  <a:pt x="9074" y="5451"/>
                  <a:pt x="8917" y="5294"/>
                  <a:pt x="8917" y="5105"/>
                </a:cubicBezTo>
                <a:cubicBezTo>
                  <a:pt x="8917" y="4916"/>
                  <a:pt x="9074" y="4758"/>
                  <a:pt x="9295" y="4758"/>
                </a:cubicBezTo>
                <a:close/>
                <a:moveTo>
                  <a:pt x="10650" y="6144"/>
                </a:moveTo>
                <a:cubicBezTo>
                  <a:pt x="10870" y="6144"/>
                  <a:pt x="11028" y="6302"/>
                  <a:pt x="11028" y="6491"/>
                </a:cubicBezTo>
                <a:cubicBezTo>
                  <a:pt x="11028" y="6680"/>
                  <a:pt x="10870" y="6837"/>
                  <a:pt x="10650" y="6837"/>
                </a:cubicBezTo>
                <a:lnTo>
                  <a:pt x="9295" y="6837"/>
                </a:lnTo>
                <a:cubicBezTo>
                  <a:pt x="9074" y="6837"/>
                  <a:pt x="8917" y="6680"/>
                  <a:pt x="8917" y="6491"/>
                </a:cubicBezTo>
                <a:cubicBezTo>
                  <a:pt x="8917" y="6302"/>
                  <a:pt x="9074" y="6144"/>
                  <a:pt x="9295" y="6144"/>
                </a:cubicBezTo>
                <a:close/>
                <a:moveTo>
                  <a:pt x="3088" y="3372"/>
                </a:moveTo>
                <a:cubicBezTo>
                  <a:pt x="3309" y="3372"/>
                  <a:pt x="3467" y="3529"/>
                  <a:pt x="3467" y="3718"/>
                </a:cubicBezTo>
                <a:lnTo>
                  <a:pt x="3467" y="7814"/>
                </a:lnTo>
                <a:cubicBezTo>
                  <a:pt x="3467" y="8035"/>
                  <a:pt x="3309" y="8192"/>
                  <a:pt x="3088" y="8192"/>
                </a:cubicBezTo>
                <a:lnTo>
                  <a:pt x="2742" y="8192"/>
                </a:lnTo>
                <a:lnTo>
                  <a:pt x="2742" y="3372"/>
                </a:lnTo>
                <a:close/>
                <a:moveTo>
                  <a:pt x="9988" y="7499"/>
                </a:moveTo>
                <a:cubicBezTo>
                  <a:pt x="10177" y="7499"/>
                  <a:pt x="10335" y="7657"/>
                  <a:pt x="10335" y="7877"/>
                </a:cubicBezTo>
                <a:cubicBezTo>
                  <a:pt x="10335" y="8066"/>
                  <a:pt x="10177" y="8224"/>
                  <a:pt x="9988" y="8224"/>
                </a:cubicBezTo>
                <a:lnTo>
                  <a:pt x="9326" y="8224"/>
                </a:lnTo>
                <a:cubicBezTo>
                  <a:pt x="9137" y="8224"/>
                  <a:pt x="8980" y="8066"/>
                  <a:pt x="8980" y="7877"/>
                </a:cubicBezTo>
                <a:cubicBezTo>
                  <a:pt x="8980" y="7657"/>
                  <a:pt x="9137" y="7499"/>
                  <a:pt x="9326" y="7499"/>
                </a:cubicBezTo>
                <a:close/>
                <a:moveTo>
                  <a:pt x="9988" y="3403"/>
                </a:moveTo>
                <a:cubicBezTo>
                  <a:pt x="10177" y="3403"/>
                  <a:pt x="10335" y="3561"/>
                  <a:pt x="10335" y="3781"/>
                </a:cubicBezTo>
                <a:cubicBezTo>
                  <a:pt x="10335" y="3971"/>
                  <a:pt x="10177" y="4128"/>
                  <a:pt x="9988" y="4128"/>
                </a:cubicBezTo>
                <a:lnTo>
                  <a:pt x="7279" y="4128"/>
                </a:lnTo>
                <a:cubicBezTo>
                  <a:pt x="7090" y="4128"/>
                  <a:pt x="6932" y="4286"/>
                  <a:pt x="6932" y="4475"/>
                </a:cubicBezTo>
                <a:cubicBezTo>
                  <a:pt x="6932" y="5042"/>
                  <a:pt x="6459" y="5514"/>
                  <a:pt x="5892" y="5514"/>
                </a:cubicBezTo>
                <a:cubicBezTo>
                  <a:pt x="5703" y="5514"/>
                  <a:pt x="5546" y="5672"/>
                  <a:pt x="5546" y="5861"/>
                </a:cubicBezTo>
                <a:cubicBezTo>
                  <a:pt x="5546" y="6050"/>
                  <a:pt x="5703" y="6207"/>
                  <a:pt x="5892" y="6207"/>
                </a:cubicBezTo>
                <a:cubicBezTo>
                  <a:pt x="6302" y="6207"/>
                  <a:pt x="6649" y="6081"/>
                  <a:pt x="6932" y="5861"/>
                </a:cubicBezTo>
                <a:lnTo>
                  <a:pt x="6932" y="8255"/>
                </a:lnTo>
                <a:lnTo>
                  <a:pt x="5546" y="8255"/>
                </a:lnTo>
                <a:lnTo>
                  <a:pt x="5546" y="8192"/>
                </a:lnTo>
                <a:cubicBezTo>
                  <a:pt x="5388" y="8192"/>
                  <a:pt x="5231" y="8129"/>
                  <a:pt x="5073" y="8066"/>
                </a:cubicBezTo>
                <a:lnTo>
                  <a:pt x="4128" y="7625"/>
                </a:lnTo>
                <a:lnTo>
                  <a:pt x="4128" y="4097"/>
                </a:lnTo>
                <a:lnTo>
                  <a:pt x="4727" y="4097"/>
                </a:lnTo>
                <a:cubicBezTo>
                  <a:pt x="5105" y="4097"/>
                  <a:pt x="5514" y="3907"/>
                  <a:pt x="5766" y="3655"/>
                </a:cubicBezTo>
                <a:cubicBezTo>
                  <a:pt x="5924" y="3498"/>
                  <a:pt x="6144" y="3403"/>
                  <a:pt x="6365" y="3403"/>
                </a:cubicBezTo>
                <a:close/>
                <a:moveTo>
                  <a:pt x="1734" y="662"/>
                </a:moveTo>
                <a:cubicBezTo>
                  <a:pt x="1923" y="662"/>
                  <a:pt x="2080" y="820"/>
                  <a:pt x="2080" y="1009"/>
                </a:cubicBezTo>
                <a:lnTo>
                  <a:pt x="2080" y="9200"/>
                </a:lnTo>
                <a:cubicBezTo>
                  <a:pt x="2080" y="9389"/>
                  <a:pt x="1923" y="9547"/>
                  <a:pt x="1734" y="9547"/>
                </a:cubicBezTo>
                <a:cubicBezTo>
                  <a:pt x="1513" y="9547"/>
                  <a:pt x="1356" y="9389"/>
                  <a:pt x="1356" y="9200"/>
                </a:cubicBezTo>
                <a:lnTo>
                  <a:pt x="1356" y="1009"/>
                </a:lnTo>
                <a:cubicBezTo>
                  <a:pt x="1356" y="820"/>
                  <a:pt x="1513" y="662"/>
                  <a:pt x="1734" y="662"/>
                </a:cubicBezTo>
                <a:close/>
                <a:moveTo>
                  <a:pt x="8350" y="4790"/>
                </a:moveTo>
                <a:cubicBezTo>
                  <a:pt x="8287" y="4916"/>
                  <a:pt x="8287" y="5042"/>
                  <a:pt x="8287" y="5136"/>
                </a:cubicBezTo>
                <a:cubicBezTo>
                  <a:pt x="8287" y="5420"/>
                  <a:pt x="8413" y="5672"/>
                  <a:pt x="8570" y="5829"/>
                </a:cubicBezTo>
                <a:cubicBezTo>
                  <a:pt x="8413" y="6018"/>
                  <a:pt x="8287" y="6239"/>
                  <a:pt x="8287" y="6491"/>
                </a:cubicBezTo>
                <a:cubicBezTo>
                  <a:pt x="8287" y="6743"/>
                  <a:pt x="8413" y="6995"/>
                  <a:pt x="8570" y="7152"/>
                </a:cubicBezTo>
                <a:cubicBezTo>
                  <a:pt x="8413" y="7342"/>
                  <a:pt x="8287" y="7594"/>
                  <a:pt x="8287" y="7814"/>
                </a:cubicBezTo>
                <a:cubicBezTo>
                  <a:pt x="8287" y="8255"/>
                  <a:pt x="8570" y="8633"/>
                  <a:pt x="8980" y="8791"/>
                </a:cubicBezTo>
                <a:lnTo>
                  <a:pt x="8980" y="10965"/>
                </a:lnTo>
                <a:lnTo>
                  <a:pt x="8602" y="10965"/>
                </a:lnTo>
                <a:cubicBezTo>
                  <a:pt x="8066" y="10965"/>
                  <a:pt x="7594" y="10460"/>
                  <a:pt x="7594" y="9925"/>
                </a:cubicBezTo>
                <a:lnTo>
                  <a:pt x="7594" y="4790"/>
                </a:lnTo>
                <a:close/>
                <a:moveTo>
                  <a:pt x="9988" y="8885"/>
                </a:moveTo>
                <a:cubicBezTo>
                  <a:pt x="10177" y="8885"/>
                  <a:pt x="10335" y="9043"/>
                  <a:pt x="10335" y="9232"/>
                </a:cubicBezTo>
                <a:lnTo>
                  <a:pt x="10335" y="10618"/>
                </a:lnTo>
                <a:cubicBezTo>
                  <a:pt x="10335" y="10807"/>
                  <a:pt x="10177" y="10965"/>
                  <a:pt x="9988" y="10965"/>
                </a:cubicBezTo>
                <a:lnTo>
                  <a:pt x="9641" y="10965"/>
                </a:lnTo>
                <a:lnTo>
                  <a:pt x="9641" y="8885"/>
                </a:lnTo>
                <a:close/>
                <a:moveTo>
                  <a:pt x="1734" y="1"/>
                </a:moveTo>
                <a:cubicBezTo>
                  <a:pt x="1167" y="1"/>
                  <a:pt x="694" y="473"/>
                  <a:pt x="694" y="1009"/>
                </a:cubicBezTo>
                <a:lnTo>
                  <a:pt x="694" y="9200"/>
                </a:lnTo>
                <a:cubicBezTo>
                  <a:pt x="694" y="9641"/>
                  <a:pt x="978" y="10019"/>
                  <a:pt x="1356" y="10177"/>
                </a:cubicBezTo>
                <a:lnTo>
                  <a:pt x="1356" y="10965"/>
                </a:lnTo>
                <a:lnTo>
                  <a:pt x="348" y="10965"/>
                </a:lnTo>
                <a:cubicBezTo>
                  <a:pt x="158" y="10965"/>
                  <a:pt x="1" y="11122"/>
                  <a:pt x="1" y="11343"/>
                </a:cubicBezTo>
                <a:cubicBezTo>
                  <a:pt x="1" y="11532"/>
                  <a:pt x="158" y="11689"/>
                  <a:pt x="348" y="11689"/>
                </a:cubicBezTo>
                <a:lnTo>
                  <a:pt x="3057" y="11689"/>
                </a:lnTo>
                <a:cubicBezTo>
                  <a:pt x="3246" y="11689"/>
                  <a:pt x="3403" y="11532"/>
                  <a:pt x="3403" y="11343"/>
                </a:cubicBezTo>
                <a:cubicBezTo>
                  <a:pt x="3403" y="11122"/>
                  <a:pt x="3246" y="10965"/>
                  <a:pt x="3057" y="10965"/>
                </a:cubicBezTo>
                <a:lnTo>
                  <a:pt x="2049" y="10965"/>
                </a:lnTo>
                <a:lnTo>
                  <a:pt x="2049" y="10177"/>
                </a:lnTo>
                <a:cubicBezTo>
                  <a:pt x="2427" y="10019"/>
                  <a:pt x="2710" y="9673"/>
                  <a:pt x="2710" y="9200"/>
                </a:cubicBezTo>
                <a:lnTo>
                  <a:pt x="2710" y="8885"/>
                </a:lnTo>
                <a:lnTo>
                  <a:pt x="3057" y="8885"/>
                </a:lnTo>
                <a:cubicBezTo>
                  <a:pt x="3467" y="8885"/>
                  <a:pt x="3813" y="8665"/>
                  <a:pt x="3971" y="8350"/>
                </a:cubicBezTo>
                <a:lnTo>
                  <a:pt x="4727" y="8696"/>
                </a:lnTo>
                <a:cubicBezTo>
                  <a:pt x="4947" y="8822"/>
                  <a:pt x="5231" y="8885"/>
                  <a:pt x="5451" y="8885"/>
                </a:cubicBezTo>
                <a:lnTo>
                  <a:pt x="6838" y="8885"/>
                </a:lnTo>
                <a:lnTo>
                  <a:pt x="6838" y="9925"/>
                </a:lnTo>
                <a:cubicBezTo>
                  <a:pt x="6838" y="10870"/>
                  <a:pt x="7594" y="11689"/>
                  <a:pt x="8539" y="11689"/>
                </a:cubicBezTo>
                <a:lnTo>
                  <a:pt x="9925" y="11689"/>
                </a:lnTo>
                <a:cubicBezTo>
                  <a:pt x="10461" y="11689"/>
                  <a:pt x="10933" y="11217"/>
                  <a:pt x="10933" y="10650"/>
                </a:cubicBezTo>
                <a:lnTo>
                  <a:pt x="10933" y="9232"/>
                </a:lnTo>
                <a:cubicBezTo>
                  <a:pt x="10933" y="8980"/>
                  <a:pt x="10807" y="8728"/>
                  <a:pt x="10681" y="8570"/>
                </a:cubicBezTo>
                <a:cubicBezTo>
                  <a:pt x="10839" y="8381"/>
                  <a:pt x="10933" y="8129"/>
                  <a:pt x="10933" y="7909"/>
                </a:cubicBezTo>
                <a:cubicBezTo>
                  <a:pt x="10933" y="7783"/>
                  <a:pt x="10902" y="7625"/>
                  <a:pt x="10870" y="7499"/>
                </a:cubicBezTo>
                <a:cubicBezTo>
                  <a:pt x="11311" y="7405"/>
                  <a:pt x="11626" y="6995"/>
                  <a:pt x="11626" y="6522"/>
                </a:cubicBezTo>
                <a:cubicBezTo>
                  <a:pt x="11626" y="6239"/>
                  <a:pt x="11500" y="6018"/>
                  <a:pt x="11343" y="5861"/>
                </a:cubicBezTo>
                <a:cubicBezTo>
                  <a:pt x="11500" y="5672"/>
                  <a:pt x="11626" y="5420"/>
                  <a:pt x="11626" y="5199"/>
                </a:cubicBezTo>
                <a:cubicBezTo>
                  <a:pt x="11721" y="4632"/>
                  <a:pt x="11374" y="4254"/>
                  <a:pt x="10933" y="4128"/>
                </a:cubicBezTo>
                <a:cubicBezTo>
                  <a:pt x="10965" y="4002"/>
                  <a:pt x="11028" y="3876"/>
                  <a:pt x="11028" y="3718"/>
                </a:cubicBezTo>
                <a:cubicBezTo>
                  <a:pt x="11028" y="3466"/>
                  <a:pt x="10902" y="3214"/>
                  <a:pt x="10744" y="3057"/>
                </a:cubicBezTo>
                <a:cubicBezTo>
                  <a:pt x="10902" y="2868"/>
                  <a:pt x="11028" y="2616"/>
                  <a:pt x="11028" y="2395"/>
                </a:cubicBezTo>
                <a:lnTo>
                  <a:pt x="11028" y="1009"/>
                </a:lnTo>
                <a:cubicBezTo>
                  <a:pt x="11028" y="473"/>
                  <a:pt x="10555" y="1"/>
                  <a:pt x="9988" y="1"/>
                </a:cubicBezTo>
                <a:lnTo>
                  <a:pt x="8602" y="1"/>
                </a:lnTo>
                <a:cubicBezTo>
                  <a:pt x="7657" y="1"/>
                  <a:pt x="6932" y="726"/>
                  <a:pt x="6932" y="1671"/>
                </a:cubicBezTo>
                <a:lnTo>
                  <a:pt x="6932" y="2710"/>
                </a:lnTo>
                <a:lnTo>
                  <a:pt x="6365" y="2710"/>
                </a:lnTo>
                <a:cubicBezTo>
                  <a:pt x="5987" y="2710"/>
                  <a:pt x="5577" y="2868"/>
                  <a:pt x="5294" y="3151"/>
                </a:cubicBezTo>
                <a:cubicBezTo>
                  <a:pt x="5136" y="3309"/>
                  <a:pt x="4947" y="3372"/>
                  <a:pt x="4727" y="3372"/>
                </a:cubicBezTo>
                <a:lnTo>
                  <a:pt x="4097" y="3372"/>
                </a:lnTo>
                <a:cubicBezTo>
                  <a:pt x="3939" y="2994"/>
                  <a:pt x="3561" y="2710"/>
                  <a:pt x="3088" y="2710"/>
                </a:cubicBezTo>
                <a:lnTo>
                  <a:pt x="2742" y="2710"/>
                </a:lnTo>
                <a:lnTo>
                  <a:pt x="2742" y="1009"/>
                </a:lnTo>
                <a:cubicBezTo>
                  <a:pt x="2742" y="473"/>
                  <a:pt x="2269" y="1"/>
                  <a:pt x="173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801" name="Google Shape;2801;p46"/>
          <p:cNvGrpSpPr/>
          <p:nvPr/>
        </p:nvGrpSpPr>
        <p:grpSpPr>
          <a:xfrm>
            <a:off x="2894179" y="2863620"/>
            <a:ext cx="296121" cy="293756"/>
            <a:chOff x="-31166825" y="1939525"/>
            <a:chExt cx="293800" cy="291425"/>
          </a:xfrm>
        </p:grpSpPr>
        <p:sp>
          <p:nvSpPr>
            <p:cNvPr id="2802" name="Google Shape;2802;p46"/>
            <p:cNvSpPr/>
            <p:nvPr/>
          </p:nvSpPr>
          <p:spPr>
            <a:xfrm>
              <a:off x="-31166825" y="1939525"/>
              <a:ext cx="224500" cy="291425"/>
            </a:xfrm>
            <a:custGeom>
              <a:rect b="b" l="l" r="r" t="t"/>
              <a:pathLst>
                <a:path extrusionOk="0" h="11657" w="8980">
                  <a:moveTo>
                    <a:pt x="5892" y="662"/>
                  </a:moveTo>
                  <a:cubicBezTo>
                    <a:pt x="6081" y="662"/>
                    <a:pt x="6239" y="819"/>
                    <a:pt x="6239" y="1040"/>
                  </a:cubicBezTo>
                  <a:lnTo>
                    <a:pt x="6239" y="1386"/>
                  </a:lnTo>
                  <a:lnTo>
                    <a:pt x="2805" y="1386"/>
                  </a:lnTo>
                  <a:lnTo>
                    <a:pt x="2805" y="1040"/>
                  </a:lnTo>
                  <a:cubicBezTo>
                    <a:pt x="2805" y="819"/>
                    <a:pt x="2962" y="662"/>
                    <a:pt x="3120" y="662"/>
                  </a:cubicBezTo>
                  <a:close/>
                  <a:moveTo>
                    <a:pt x="8035" y="1323"/>
                  </a:moveTo>
                  <a:cubicBezTo>
                    <a:pt x="8255" y="1323"/>
                    <a:pt x="8413" y="1512"/>
                    <a:pt x="8413" y="1701"/>
                  </a:cubicBezTo>
                  <a:lnTo>
                    <a:pt x="8413" y="10617"/>
                  </a:lnTo>
                  <a:cubicBezTo>
                    <a:pt x="8413" y="10838"/>
                    <a:pt x="8255" y="10995"/>
                    <a:pt x="8035" y="10995"/>
                  </a:cubicBezTo>
                  <a:lnTo>
                    <a:pt x="1166" y="10995"/>
                  </a:lnTo>
                  <a:cubicBezTo>
                    <a:pt x="946" y="10995"/>
                    <a:pt x="788" y="10838"/>
                    <a:pt x="788" y="10617"/>
                  </a:cubicBezTo>
                  <a:lnTo>
                    <a:pt x="788" y="1701"/>
                  </a:lnTo>
                  <a:lnTo>
                    <a:pt x="757" y="1701"/>
                  </a:lnTo>
                  <a:cubicBezTo>
                    <a:pt x="757" y="1512"/>
                    <a:pt x="914" y="1323"/>
                    <a:pt x="1103" y="1323"/>
                  </a:cubicBezTo>
                  <a:lnTo>
                    <a:pt x="2143" y="1323"/>
                  </a:lnTo>
                  <a:lnTo>
                    <a:pt x="2143" y="1701"/>
                  </a:lnTo>
                  <a:cubicBezTo>
                    <a:pt x="2143" y="1890"/>
                    <a:pt x="2301" y="2048"/>
                    <a:pt x="2490" y="2048"/>
                  </a:cubicBezTo>
                  <a:lnTo>
                    <a:pt x="6617" y="2048"/>
                  </a:lnTo>
                  <a:cubicBezTo>
                    <a:pt x="6837" y="2048"/>
                    <a:pt x="6995" y="1890"/>
                    <a:pt x="6995" y="1701"/>
                  </a:cubicBezTo>
                  <a:lnTo>
                    <a:pt x="6995" y="1323"/>
                  </a:lnTo>
                  <a:close/>
                  <a:moveTo>
                    <a:pt x="3120" y="0"/>
                  </a:moveTo>
                  <a:cubicBezTo>
                    <a:pt x="2679" y="0"/>
                    <a:pt x="2301" y="284"/>
                    <a:pt x="2143" y="662"/>
                  </a:cubicBezTo>
                  <a:lnTo>
                    <a:pt x="1040" y="662"/>
                  </a:lnTo>
                  <a:cubicBezTo>
                    <a:pt x="473" y="662"/>
                    <a:pt x="1" y="1134"/>
                    <a:pt x="1" y="1701"/>
                  </a:cubicBezTo>
                  <a:lnTo>
                    <a:pt x="1" y="10649"/>
                  </a:lnTo>
                  <a:cubicBezTo>
                    <a:pt x="64" y="11216"/>
                    <a:pt x="536" y="11657"/>
                    <a:pt x="1072" y="11657"/>
                  </a:cubicBezTo>
                  <a:lnTo>
                    <a:pt x="7971" y="11657"/>
                  </a:lnTo>
                  <a:cubicBezTo>
                    <a:pt x="8507" y="11657"/>
                    <a:pt x="8980" y="11184"/>
                    <a:pt x="8980" y="10649"/>
                  </a:cubicBezTo>
                  <a:lnTo>
                    <a:pt x="8980" y="1701"/>
                  </a:lnTo>
                  <a:cubicBezTo>
                    <a:pt x="8980" y="1134"/>
                    <a:pt x="8507" y="662"/>
                    <a:pt x="7971" y="662"/>
                  </a:cubicBezTo>
                  <a:lnTo>
                    <a:pt x="6869" y="662"/>
                  </a:lnTo>
                  <a:cubicBezTo>
                    <a:pt x="6711" y="284"/>
                    <a:pt x="6365" y="0"/>
                    <a:pt x="589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3" name="Google Shape;2803;p46"/>
            <p:cNvSpPr/>
            <p:nvPr/>
          </p:nvSpPr>
          <p:spPr>
            <a:xfrm>
              <a:off x="-31131375" y="2145075"/>
              <a:ext cx="52800" cy="52800"/>
            </a:xfrm>
            <a:custGeom>
              <a:rect b="b" l="l" r="r" t="t"/>
              <a:pathLst>
                <a:path extrusionOk="0" h="2112" w="2112">
                  <a:moveTo>
                    <a:pt x="1355" y="726"/>
                  </a:moveTo>
                  <a:lnTo>
                    <a:pt x="1355" y="1387"/>
                  </a:lnTo>
                  <a:lnTo>
                    <a:pt x="694" y="1387"/>
                  </a:lnTo>
                  <a:lnTo>
                    <a:pt x="694" y="726"/>
                  </a:lnTo>
                  <a:close/>
                  <a:moveTo>
                    <a:pt x="379" y="1"/>
                  </a:moveTo>
                  <a:cubicBezTo>
                    <a:pt x="158" y="1"/>
                    <a:pt x="0" y="158"/>
                    <a:pt x="0" y="379"/>
                  </a:cubicBezTo>
                  <a:lnTo>
                    <a:pt x="0" y="1734"/>
                  </a:lnTo>
                  <a:cubicBezTo>
                    <a:pt x="0" y="1954"/>
                    <a:pt x="158" y="2112"/>
                    <a:pt x="379" y="2112"/>
                  </a:cubicBezTo>
                  <a:lnTo>
                    <a:pt x="1733" y="2112"/>
                  </a:lnTo>
                  <a:cubicBezTo>
                    <a:pt x="1954" y="2112"/>
                    <a:pt x="2111" y="1954"/>
                    <a:pt x="2111" y="1734"/>
                  </a:cubicBezTo>
                  <a:lnTo>
                    <a:pt x="2111" y="379"/>
                  </a:lnTo>
                  <a:cubicBezTo>
                    <a:pt x="2111" y="158"/>
                    <a:pt x="1954" y="1"/>
                    <a:pt x="173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4" name="Google Shape;2804;p46"/>
            <p:cNvSpPr/>
            <p:nvPr/>
          </p:nvSpPr>
          <p:spPr>
            <a:xfrm>
              <a:off x="-31131375" y="2076550"/>
              <a:ext cx="52800" cy="52025"/>
            </a:xfrm>
            <a:custGeom>
              <a:rect b="b" l="l" r="r" t="t"/>
              <a:pathLst>
                <a:path extrusionOk="0" h="2081" w="2112">
                  <a:moveTo>
                    <a:pt x="1355" y="694"/>
                  </a:moveTo>
                  <a:lnTo>
                    <a:pt x="1355" y="1356"/>
                  </a:lnTo>
                  <a:lnTo>
                    <a:pt x="694" y="1356"/>
                  </a:lnTo>
                  <a:lnTo>
                    <a:pt x="694" y="694"/>
                  </a:lnTo>
                  <a:close/>
                  <a:moveTo>
                    <a:pt x="379" y="1"/>
                  </a:moveTo>
                  <a:cubicBezTo>
                    <a:pt x="158" y="1"/>
                    <a:pt x="0" y="159"/>
                    <a:pt x="0" y="348"/>
                  </a:cubicBezTo>
                  <a:lnTo>
                    <a:pt x="0" y="1734"/>
                  </a:lnTo>
                  <a:cubicBezTo>
                    <a:pt x="0" y="1923"/>
                    <a:pt x="158" y="2080"/>
                    <a:pt x="379" y="2080"/>
                  </a:cubicBezTo>
                  <a:lnTo>
                    <a:pt x="1733" y="2080"/>
                  </a:lnTo>
                  <a:cubicBezTo>
                    <a:pt x="1954" y="2080"/>
                    <a:pt x="2111" y="1923"/>
                    <a:pt x="2111" y="1734"/>
                  </a:cubicBezTo>
                  <a:lnTo>
                    <a:pt x="2111" y="348"/>
                  </a:lnTo>
                  <a:cubicBezTo>
                    <a:pt x="2111" y="159"/>
                    <a:pt x="1954" y="1"/>
                    <a:pt x="173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5" name="Google Shape;2805;p46"/>
            <p:cNvSpPr/>
            <p:nvPr/>
          </p:nvSpPr>
          <p:spPr>
            <a:xfrm>
              <a:off x="-31131375" y="2007250"/>
              <a:ext cx="52800" cy="52800"/>
            </a:xfrm>
            <a:custGeom>
              <a:rect b="b" l="l" r="r" t="t"/>
              <a:pathLst>
                <a:path extrusionOk="0" h="2112" w="2112">
                  <a:moveTo>
                    <a:pt x="1355" y="725"/>
                  </a:moveTo>
                  <a:lnTo>
                    <a:pt x="1355" y="1387"/>
                  </a:lnTo>
                  <a:lnTo>
                    <a:pt x="694" y="1387"/>
                  </a:lnTo>
                  <a:lnTo>
                    <a:pt x="694" y="725"/>
                  </a:lnTo>
                  <a:close/>
                  <a:moveTo>
                    <a:pt x="379" y="1"/>
                  </a:moveTo>
                  <a:cubicBezTo>
                    <a:pt x="158" y="1"/>
                    <a:pt x="0" y="158"/>
                    <a:pt x="0" y="379"/>
                  </a:cubicBezTo>
                  <a:lnTo>
                    <a:pt x="0" y="1733"/>
                  </a:lnTo>
                  <a:cubicBezTo>
                    <a:pt x="0" y="1954"/>
                    <a:pt x="158" y="2111"/>
                    <a:pt x="379" y="2111"/>
                  </a:cubicBezTo>
                  <a:lnTo>
                    <a:pt x="1733" y="2111"/>
                  </a:lnTo>
                  <a:cubicBezTo>
                    <a:pt x="1954" y="2111"/>
                    <a:pt x="2111" y="1954"/>
                    <a:pt x="2111" y="1733"/>
                  </a:cubicBezTo>
                  <a:lnTo>
                    <a:pt x="2111" y="379"/>
                  </a:lnTo>
                  <a:cubicBezTo>
                    <a:pt x="2111" y="158"/>
                    <a:pt x="1954" y="1"/>
                    <a:pt x="173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6" name="Google Shape;2806;p46"/>
            <p:cNvSpPr/>
            <p:nvPr/>
          </p:nvSpPr>
          <p:spPr>
            <a:xfrm>
              <a:off x="-31062075" y="2007250"/>
              <a:ext cx="85875" cy="18150"/>
            </a:xfrm>
            <a:custGeom>
              <a:rect b="b" l="l" r="r" t="t"/>
              <a:pathLst>
                <a:path extrusionOk="0" h="726" w="3435">
                  <a:moveTo>
                    <a:pt x="347" y="1"/>
                  </a:moveTo>
                  <a:cubicBezTo>
                    <a:pt x="158" y="1"/>
                    <a:pt x="1" y="158"/>
                    <a:pt x="1" y="379"/>
                  </a:cubicBezTo>
                  <a:cubicBezTo>
                    <a:pt x="1" y="568"/>
                    <a:pt x="158" y="725"/>
                    <a:pt x="347" y="725"/>
                  </a:cubicBezTo>
                  <a:lnTo>
                    <a:pt x="3057" y="725"/>
                  </a:lnTo>
                  <a:cubicBezTo>
                    <a:pt x="3277" y="725"/>
                    <a:pt x="3435" y="568"/>
                    <a:pt x="3435" y="379"/>
                  </a:cubicBezTo>
                  <a:cubicBezTo>
                    <a:pt x="3435" y="158"/>
                    <a:pt x="3277" y="1"/>
                    <a:pt x="305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7" name="Google Shape;2807;p46"/>
            <p:cNvSpPr/>
            <p:nvPr/>
          </p:nvSpPr>
          <p:spPr>
            <a:xfrm>
              <a:off x="-31062075" y="2041900"/>
              <a:ext cx="52025" cy="18150"/>
            </a:xfrm>
            <a:custGeom>
              <a:rect b="b" l="l" r="r" t="t"/>
              <a:pathLst>
                <a:path extrusionOk="0" h="726" w="2081">
                  <a:moveTo>
                    <a:pt x="347" y="1"/>
                  </a:moveTo>
                  <a:cubicBezTo>
                    <a:pt x="158" y="1"/>
                    <a:pt x="1" y="158"/>
                    <a:pt x="1" y="347"/>
                  </a:cubicBezTo>
                  <a:cubicBezTo>
                    <a:pt x="1" y="568"/>
                    <a:pt x="158" y="725"/>
                    <a:pt x="347" y="725"/>
                  </a:cubicBezTo>
                  <a:lnTo>
                    <a:pt x="1734" y="725"/>
                  </a:lnTo>
                  <a:cubicBezTo>
                    <a:pt x="1923" y="725"/>
                    <a:pt x="2080" y="568"/>
                    <a:pt x="2080" y="347"/>
                  </a:cubicBezTo>
                  <a:cubicBezTo>
                    <a:pt x="2080" y="158"/>
                    <a:pt x="1923" y="1"/>
                    <a:pt x="173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8" name="Google Shape;2808;p46"/>
            <p:cNvSpPr/>
            <p:nvPr/>
          </p:nvSpPr>
          <p:spPr>
            <a:xfrm>
              <a:off x="-31062075" y="2076550"/>
              <a:ext cx="85875" cy="17375"/>
            </a:xfrm>
            <a:custGeom>
              <a:rect b="b" l="l" r="r" t="t"/>
              <a:pathLst>
                <a:path extrusionOk="0" h="695" w="3435">
                  <a:moveTo>
                    <a:pt x="347" y="1"/>
                  </a:moveTo>
                  <a:cubicBezTo>
                    <a:pt x="158" y="1"/>
                    <a:pt x="1" y="159"/>
                    <a:pt x="1" y="348"/>
                  </a:cubicBezTo>
                  <a:cubicBezTo>
                    <a:pt x="1" y="537"/>
                    <a:pt x="158" y="694"/>
                    <a:pt x="347" y="694"/>
                  </a:cubicBezTo>
                  <a:lnTo>
                    <a:pt x="3057" y="694"/>
                  </a:lnTo>
                  <a:cubicBezTo>
                    <a:pt x="3277" y="694"/>
                    <a:pt x="3435" y="537"/>
                    <a:pt x="3435" y="348"/>
                  </a:cubicBezTo>
                  <a:cubicBezTo>
                    <a:pt x="3435" y="159"/>
                    <a:pt x="3277" y="1"/>
                    <a:pt x="305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9" name="Google Shape;2809;p46"/>
            <p:cNvSpPr/>
            <p:nvPr/>
          </p:nvSpPr>
          <p:spPr>
            <a:xfrm>
              <a:off x="-31062075" y="2110425"/>
              <a:ext cx="52025" cy="18150"/>
            </a:xfrm>
            <a:custGeom>
              <a:rect b="b" l="l" r="r" t="t"/>
              <a:pathLst>
                <a:path extrusionOk="0" h="726" w="2081">
                  <a:moveTo>
                    <a:pt x="347" y="1"/>
                  </a:moveTo>
                  <a:cubicBezTo>
                    <a:pt x="158" y="1"/>
                    <a:pt x="1" y="190"/>
                    <a:pt x="1" y="379"/>
                  </a:cubicBezTo>
                  <a:cubicBezTo>
                    <a:pt x="1" y="568"/>
                    <a:pt x="158" y="725"/>
                    <a:pt x="347" y="725"/>
                  </a:cubicBezTo>
                  <a:lnTo>
                    <a:pt x="1734" y="725"/>
                  </a:lnTo>
                  <a:cubicBezTo>
                    <a:pt x="1923" y="725"/>
                    <a:pt x="2080" y="568"/>
                    <a:pt x="2080" y="379"/>
                  </a:cubicBezTo>
                  <a:cubicBezTo>
                    <a:pt x="2080" y="190"/>
                    <a:pt x="1923" y="1"/>
                    <a:pt x="173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0" name="Google Shape;2810;p46"/>
            <p:cNvSpPr/>
            <p:nvPr/>
          </p:nvSpPr>
          <p:spPr>
            <a:xfrm>
              <a:off x="-31062075" y="2145075"/>
              <a:ext cx="85875" cy="18150"/>
            </a:xfrm>
            <a:custGeom>
              <a:rect b="b" l="l" r="r" t="t"/>
              <a:pathLst>
                <a:path extrusionOk="0" h="726" w="3435">
                  <a:moveTo>
                    <a:pt x="347" y="1"/>
                  </a:moveTo>
                  <a:cubicBezTo>
                    <a:pt x="158" y="1"/>
                    <a:pt x="1" y="158"/>
                    <a:pt x="1" y="379"/>
                  </a:cubicBezTo>
                  <a:cubicBezTo>
                    <a:pt x="1" y="568"/>
                    <a:pt x="158" y="726"/>
                    <a:pt x="347" y="726"/>
                  </a:cubicBezTo>
                  <a:lnTo>
                    <a:pt x="3057" y="726"/>
                  </a:lnTo>
                  <a:cubicBezTo>
                    <a:pt x="3277" y="726"/>
                    <a:pt x="3435" y="568"/>
                    <a:pt x="3435" y="379"/>
                  </a:cubicBezTo>
                  <a:cubicBezTo>
                    <a:pt x="3435" y="158"/>
                    <a:pt x="3277" y="1"/>
                    <a:pt x="305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1" name="Google Shape;2811;p46"/>
            <p:cNvSpPr/>
            <p:nvPr/>
          </p:nvSpPr>
          <p:spPr>
            <a:xfrm>
              <a:off x="-31062075" y="2179750"/>
              <a:ext cx="52025" cy="18125"/>
            </a:xfrm>
            <a:custGeom>
              <a:rect b="b" l="l" r="r" t="t"/>
              <a:pathLst>
                <a:path extrusionOk="0" h="725" w="2081">
                  <a:moveTo>
                    <a:pt x="347" y="0"/>
                  </a:moveTo>
                  <a:cubicBezTo>
                    <a:pt x="158" y="0"/>
                    <a:pt x="1" y="158"/>
                    <a:pt x="1" y="347"/>
                  </a:cubicBezTo>
                  <a:cubicBezTo>
                    <a:pt x="1" y="567"/>
                    <a:pt x="158" y="725"/>
                    <a:pt x="347" y="725"/>
                  </a:cubicBezTo>
                  <a:lnTo>
                    <a:pt x="1734" y="725"/>
                  </a:lnTo>
                  <a:cubicBezTo>
                    <a:pt x="1923" y="725"/>
                    <a:pt x="2080" y="567"/>
                    <a:pt x="2080" y="347"/>
                  </a:cubicBezTo>
                  <a:cubicBezTo>
                    <a:pt x="2080" y="158"/>
                    <a:pt x="1923" y="0"/>
                    <a:pt x="173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2" name="Google Shape;2812;p46"/>
            <p:cNvSpPr/>
            <p:nvPr/>
          </p:nvSpPr>
          <p:spPr>
            <a:xfrm>
              <a:off x="-30924225" y="1974175"/>
              <a:ext cx="51200" cy="240250"/>
            </a:xfrm>
            <a:custGeom>
              <a:rect b="b" l="l" r="r" t="t"/>
              <a:pathLst>
                <a:path extrusionOk="0" h="9610" w="2048">
                  <a:moveTo>
                    <a:pt x="1008" y="662"/>
                  </a:moveTo>
                  <a:cubicBezTo>
                    <a:pt x="1229" y="662"/>
                    <a:pt x="1386" y="819"/>
                    <a:pt x="1386" y="1009"/>
                  </a:cubicBezTo>
                  <a:lnTo>
                    <a:pt x="1386" y="2080"/>
                  </a:lnTo>
                  <a:lnTo>
                    <a:pt x="725" y="2080"/>
                  </a:lnTo>
                  <a:lnTo>
                    <a:pt x="725" y="1009"/>
                  </a:lnTo>
                  <a:lnTo>
                    <a:pt x="662" y="1009"/>
                  </a:lnTo>
                  <a:cubicBezTo>
                    <a:pt x="662" y="819"/>
                    <a:pt x="819" y="662"/>
                    <a:pt x="1008" y="662"/>
                  </a:cubicBezTo>
                  <a:close/>
                  <a:moveTo>
                    <a:pt x="1323" y="2741"/>
                  </a:moveTo>
                  <a:lnTo>
                    <a:pt x="1323" y="6900"/>
                  </a:lnTo>
                  <a:lnTo>
                    <a:pt x="662" y="6900"/>
                  </a:lnTo>
                  <a:lnTo>
                    <a:pt x="662" y="2741"/>
                  </a:lnTo>
                  <a:close/>
                  <a:moveTo>
                    <a:pt x="1260" y="7562"/>
                  </a:moveTo>
                  <a:lnTo>
                    <a:pt x="1008" y="8192"/>
                  </a:lnTo>
                  <a:lnTo>
                    <a:pt x="819" y="7562"/>
                  </a:lnTo>
                  <a:close/>
                  <a:moveTo>
                    <a:pt x="1008" y="0"/>
                  </a:moveTo>
                  <a:cubicBezTo>
                    <a:pt x="473" y="0"/>
                    <a:pt x="0" y="473"/>
                    <a:pt x="0" y="1009"/>
                  </a:cubicBezTo>
                  <a:lnTo>
                    <a:pt x="0" y="7215"/>
                  </a:lnTo>
                  <a:lnTo>
                    <a:pt x="0" y="7309"/>
                  </a:lnTo>
                  <a:lnTo>
                    <a:pt x="662" y="9357"/>
                  </a:lnTo>
                  <a:cubicBezTo>
                    <a:pt x="693" y="9515"/>
                    <a:pt x="819" y="9609"/>
                    <a:pt x="977" y="9609"/>
                  </a:cubicBezTo>
                  <a:cubicBezTo>
                    <a:pt x="1134" y="9609"/>
                    <a:pt x="1260" y="9515"/>
                    <a:pt x="1292" y="9357"/>
                  </a:cubicBezTo>
                  <a:lnTo>
                    <a:pt x="1954" y="7309"/>
                  </a:lnTo>
                  <a:lnTo>
                    <a:pt x="1954" y="7215"/>
                  </a:lnTo>
                  <a:lnTo>
                    <a:pt x="1954" y="1009"/>
                  </a:lnTo>
                  <a:cubicBezTo>
                    <a:pt x="2048" y="441"/>
                    <a:pt x="1576" y="0"/>
                    <a:pt x="100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13" name="Google Shape;2813;p46"/>
          <p:cNvGrpSpPr/>
          <p:nvPr/>
        </p:nvGrpSpPr>
        <p:grpSpPr>
          <a:xfrm>
            <a:off x="2894973" y="3300750"/>
            <a:ext cx="294534" cy="294235"/>
            <a:chOff x="-31165250" y="2298675"/>
            <a:chExt cx="292225" cy="291900"/>
          </a:xfrm>
        </p:grpSpPr>
        <p:sp>
          <p:nvSpPr>
            <p:cNvPr id="2814" name="Google Shape;2814;p46"/>
            <p:cNvSpPr/>
            <p:nvPr/>
          </p:nvSpPr>
          <p:spPr>
            <a:xfrm>
              <a:off x="-31003000" y="2332550"/>
              <a:ext cx="86675" cy="103400"/>
            </a:xfrm>
            <a:custGeom>
              <a:rect b="b" l="l" r="r" t="t"/>
              <a:pathLst>
                <a:path extrusionOk="0" h="4136" w="3467">
                  <a:moveTo>
                    <a:pt x="2049" y="1386"/>
                  </a:moveTo>
                  <a:cubicBezTo>
                    <a:pt x="2017" y="1764"/>
                    <a:pt x="1923" y="2111"/>
                    <a:pt x="1734" y="2426"/>
                  </a:cubicBezTo>
                  <a:cubicBezTo>
                    <a:pt x="1576" y="2111"/>
                    <a:pt x="1450" y="1764"/>
                    <a:pt x="1418" y="1386"/>
                  </a:cubicBezTo>
                  <a:close/>
                  <a:moveTo>
                    <a:pt x="1734" y="0"/>
                  </a:moveTo>
                  <a:cubicBezTo>
                    <a:pt x="1545" y="0"/>
                    <a:pt x="1387" y="158"/>
                    <a:pt x="1387" y="347"/>
                  </a:cubicBezTo>
                  <a:lnTo>
                    <a:pt x="1387" y="693"/>
                  </a:lnTo>
                  <a:lnTo>
                    <a:pt x="347" y="693"/>
                  </a:lnTo>
                  <a:cubicBezTo>
                    <a:pt x="158" y="693"/>
                    <a:pt x="1" y="851"/>
                    <a:pt x="1" y="1071"/>
                  </a:cubicBezTo>
                  <a:cubicBezTo>
                    <a:pt x="1" y="1260"/>
                    <a:pt x="158" y="1418"/>
                    <a:pt x="347" y="1418"/>
                  </a:cubicBezTo>
                  <a:lnTo>
                    <a:pt x="694" y="1418"/>
                  </a:lnTo>
                  <a:cubicBezTo>
                    <a:pt x="757" y="2016"/>
                    <a:pt x="946" y="2552"/>
                    <a:pt x="1292" y="3056"/>
                  </a:cubicBezTo>
                  <a:lnTo>
                    <a:pt x="788" y="3592"/>
                  </a:lnTo>
                  <a:cubicBezTo>
                    <a:pt x="662" y="3686"/>
                    <a:pt x="662" y="3938"/>
                    <a:pt x="788" y="4064"/>
                  </a:cubicBezTo>
                  <a:cubicBezTo>
                    <a:pt x="851" y="4111"/>
                    <a:pt x="938" y="4135"/>
                    <a:pt x="1025" y="4135"/>
                  </a:cubicBezTo>
                  <a:cubicBezTo>
                    <a:pt x="1111" y="4135"/>
                    <a:pt x="1198" y="4111"/>
                    <a:pt x="1261" y="4064"/>
                  </a:cubicBezTo>
                  <a:lnTo>
                    <a:pt x="1702" y="3623"/>
                  </a:lnTo>
                  <a:lnTo>
                    <a:pt x="2112" y="4064"/>
                  </a:lnTo>
                  <a:cubicBezTo>
                    <a:pt x="2175" y="4111"/>
                    <a:pt x="2269" y="4135"/>
                    <a:pt x="2360" y="4135"/>
                  </a:cubicBezTo>
                  <a:cubicBezTo>
                    <a:pt x="2450" y="4135"/>
                    <a:pt x="2537" y="4111"/>
                    <a:pt x="2584" y="4064"/>
                  </a:cubicBezTo>
                  <a:cubicBezTo>
                    <a:pt x="2710" y="3938"/>
                    <a:pt x="2710" y="3686"/>
                    <a:pt x="2584" y="3592"/>
                  </a:cubicBezTo>
                  <a:lnTo>
                    <a:pt x="2080" y="3056"/>
                  </a:lnTo>
                  <a:cubicBezTo>
                    <a:pt x="2395" y="2552"/>
                    <a:pt x="2584" y="2016"/>
                    <a:pt x="2679" y="1418"/>
                  </a:cubicBezTo>
                  <a:lnTo>
                    <a:pt x="3025" y="1418"/>
                  </a:lnTo>
                  <a:cubicBezTo>
                    <a:pt x="3214" y="1418"/>
                    <a:pt x="3372" y="1260"/>
                    <a:pt x="3372" y="1071"/>
                  </a:cubicBezTo>
                  <a:cubicBezTo>
                    <a:pt x="3466" y="851"/>
                    <a:pt x="3309" y="693"/>
                    <a:pt x="3120" y="693"/>
                  </a:cubicBezTo>
                  <a:lnTo>
                    <a:pt x="2080" y="693"/>
                  </a:lnTo>
                  <a:lnTo>
                    <a:pt x="2080" y="347"/>
                  </a:lnTo>
                  <a:cubicBezTo>
                    <a:pt x="2080" y="158"/>
                    <a:pt x="1923" y="0"/>
                    <a:pt x="173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5" name="Google Shape;2815;p46"/>
            <p:cNvSpPr/>
            <p:nvPr/>
          </p:nvSpPr>
          <p:spPr>
            <a:xfrm>
              <a:off x="-31165250" y="2298675"/>
              <a:ext cx="292225" cy="291900"/>
            </a:xfrm>
            <a:custGeom>
              <a:rect b="b" l="l" r="r" t="t"/>
              <a:pathLst>
                <a:path extrusionOk="0" h="11676" w="11689">
                  <a:moveTo>
                    <a:pt x="8192" y="630"/>
                  </a:moveTo>
                  <a:cubicBezTo>
                    <a:pt x="9704" y="630"/>
                    <a:pt x="10933" y="1859"/>
                    <a:pt x="10933" y="3403"/>
                  </a:cubicBezTo>
                  <a:cubicBezTo>
                    <a:pt x="10964" y="4947"/>
                    <a:pt x="9767" y="6144"/>
                    <a:pt x="8224" y="6144"/>
                  </a:cubicBezTo>
                  <a:cubicBezTo>
                    <a:pt x="7656" y="6144"/>
                    <a:pt x="7152" y="5986"/>
                    <a:pt x="6711" y="5671"/>
                  </a:cubicBezTo>
                  <a:cubicBezTo>
                    <a:pt x="6674" y="5634"/>
                    <a:pt x="6616" y="5619"/>
                    <a:pt x="6548" y="5619"/>
                  </a:cubicBezTo>
                  <a:cubicBezTo>
                    <a:pt x="6501" y="5619"/>
                    <a:pt x="6448" y="5627"/>
                    <a:pt x="6396" y="5640"/>
                  </a:cubicBezTo>
                  <a:lnTo>
                    <a:pt x="5609" y="5923"/>
                  </a:lnTo>
                  <a:lnTo>
                    <a:pt x="5861" y="4947"/>
                  </a:lnTo>
                  <a:cubicBezTo>
                    <a:pt x="5861" y="4852"/>
                    <a:pt x="5861" y="4789"/>
                    <a:pt x="5829" y="4695"/>
                  </a:cubicBezTo>
                  <a:cubicBezTo>
                    <a:pt x="5577" y="4317"/>
                    <a:pt x="5451" y="3844"/>
                    <a:pt x="5451" y="3403"/>
                  </a:cubicBezTo>
                  <a:cubicBezTo>
                    <a:pt x="5451" y="1859"/>
                    <a:pt x="6680" y="630"/>
                    <a:pt x="8192" y="630"/>
                  </a:cubicBezTo>
                  <a:close/>
                  <a:moveTo>
                    <a:pt x="3403" y="5545"/>
                  </a:moveTo>
                  <a:cubicBezTo>
                    <a:pt x="3970" y="5545"/>
                    <a:pt x="4474" y="5703"/>
                    <a:pt x="4916" y="5986"/>
                  </a:cubicBezTo>
                  <a:lnTo>
                    <a:pt x="4790" y="6490"/>
                  </a:lnTo>
                  <a:cubicBezTo>
                    <a:pt x="4758" y="6616"/>
                    <a:pt x="4790" y="6742"/>
                    <a:pt x="4916" y="6868"/>
                  </a:cubicBezTo>
                  <a:cubicBezTo>
                    <a:pt x="4960" y="6913"/>
                    <a:pt x="5052" y="6958"/>
                    <a:pt x="5146" y="6958"/>
                  </a:cubicBezTo>
                  <a:cubicBezTo>
                    <a:pt x="5186" y="6958"/>
                    <a:pt x="5225" y="6950"/>
                    <a:pt x="5262" y="6931"/>
                  </a:cubicBezTo>
                  <a:lnTo>
                    <a:pt x="5703" y="6774"/>
                  </a:lnTo>
                  <a:cubicBezTo>
                    <a:pt x="6018" y="7152"/>
                    <a:pt x="6176" y="7656"/>
                    <a:pt x="6176" y="8255"/>
                  </a:cubicBezTo>
                  <a:cubicBezTo>
                    <a:pt x="6176" y="8696"/>
                    <a:pt x="6050" y="9137"/>
                    <a:pt x="5829" y="9546"/>
                  </a:cubicBezTo>
                  <a:cubicBezTo>
                    <a:pt x="5766" y="9609"/>
                    <a:pt x="5766" y="9704"/>
                    <a:pt x="5766" y="9767"/>
                  </a:cubicBezTo>
                  <a:lnTo>
                    <a:pt x="6018" y="10775"/>
                  </a:lnTo>
                  <a:lnTo>
                    <a:pt x="5231" y="10491"/>
                  </a:lnTo>
                  <a:cubicBezTo>
                    <a:pt x="5178" y="10478"/>
                    <a:pt x="5126" y="10471"/>
                    <a:pt x="5078" y="10471"/>
                  </a:cubicBezTo>
                  <a:cubicBezTo>
                    <a:pt x="5011" y="10471"/>
                    <a:pt x="4952" y="10486"/>
                    <a:pt x="4916" y="10523"/>
                  </a:cubicBezTo>
                  <a:cubicBezTo>
                    <a:pt x="4474" y="10838"/>
                    <a:pt x="3939" y="10996"/>
                    <a:pt x="3403" y="10996"/>
                  </a:cubicBezTo>
                  <a:cubicBezTo>
                    <a:pt x="1891" y="10996"/>
                    <a:pt x="662" y="9767"/>
                    <a:pt x="662" y="8286"/>
                  </a:cubicBezTo>
                  <a:cubicBezTo>
                    <a:pt x="662" y="6774"/>
                    <a:pt x="1891" y="5545"/>
                    <a:pt x="3403" y="5545"/>
                  </a:cubicBezTo>
                  <a:close/>
                  <a:moveTo>
                    <a:pt x="8224" y="0"/>
                  </a:moveTo>
                  <a:cubicBezTo>
                    <a:pt x="6333" y="0"/>
                    <a:pt x="4790" y="1544"/>
                    <a:pt x="4790" y="3434"/>
                  </a:cubicBezTo>
                  <a:cubicBezTo>
                    <a:pt x="4790" y="3938"/>
                    <a:pt x="4916" y="4506"/>
                    <a:pt x="5136" y="4978"/>
                  </a:cubicBezTo>
                  <a:lnTo>
                    <a:pt x="5073" y="5262"/>
                  </a:lnTo>
                  <a:cubicBezTo>
                    <a:pt x="4569" y="4978"/>
                    <a:pt x="4002" y="4821"/>
                    <a:pt x="3435" y="4821"/>
                  </a:cubicBezTo>
                  <a:cubicBezTo>
                    <a:pt x="1513" y="4821"/>
                    <a:pt x="1" y="6364"/>
                    <a:pt x="1" y="8255"/>
                  </a:cubicBezTo>
                  <a:cubicBezTo>
                    <a:pt x="1" y="10113"/>
                    <a:pt x="1544" y="11657"/>
                    <a:pt x="3435" y="11657"/>
                  </a:cubicBezTo>
                  <a:cubicBezTo>
                    <a:pt x="4065" y="11657"/>
                    <a:pt x="4632" y="11500"/>
                    <a:pt x="5168" y="11185"/>
                  </a:cubicBezTo>
                  <a:lnTo>
                    <a:pt x="6365" y="11657"/>
                  </a:lnTo>
                  <a:cubicBezTo>
                    <a:pt x="6411" y="11669"/>
                    <a:pt x="6457" y="11676"/>
                    <a:pt x="6503" y="11676"/>
                  </a:cubicBezTo>
                  <a:cubicBezTo>
                    <a:pt x="6583" y="11676"/>
                    <a:pt x="6663" y="11654"/>
                    <a:pt x="6743" y="11594"/>
                  </a:cubicBezTo>
                  <a:cubicBezTo>
                    <a:pt x="6806" y="11500"/>
                    <a:pt x="6837" y="11405"/>
                    <a:pt x="6837" y="11248"/>
                  </a:cubicBezTo>
                  <a:lnTo>
                    <a:pt x="6491" y="9767"/>
                  </a:lnTo>
                  <a:cubicBezTo>
                    <a:pt x="6743" y="9294"/>
                    <a:pt x="6837" y="8790"/>
                    <a:pt x="6837" y="8255"/>
                  </a:cubicBezTo>
                  <a:cubicBezTo>
                    <a:pt x="6837" y="7625"/>
                    <a:pt x="6648" y="6994"/>
                    <a:pt x="6333" y="6427"/>
                  </a:cubicBezTo>
                  <a:lnTo>
                    <a:pt x="6459" y="6396"/>
                  </a:lnTo>
                  <a:cubicBezTo>
                    <a:pt x="6963" y="6711"/>
                    <a:pt x="7593" y="6868"/>
                    <a:pt x="8192" y="6868"/>
                  </a:cubicBezTo>
                  <a:cubicBezTo>
                    <a:pt x="10082" y="6868"/>
                    <a:pt x="11626" y="5325"/>
                    <a:pt x="11626" y="3434"/>
                  </a:cubicBezTo>
                  <a:cubicBezTo>
                    <a:pt x="11689" y="1544"/>
                    <a:pt x="10114" y="0"/>
                    <a:pt x="822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6" name="Google Shape;2816;p46"/>
            <p:cNvSpPr/>
            <p:nvPr/>
          </p:nvSpPr>
          <p:spPr>
            <a:xfrm>
              <a:off x="-31115625" y="2452250"/>
              <a:ext cx="70900" cy="104150"/>
            </a:xfrm>
            <a:custGeom>
              <a:rect b="b" l="l" r="r" t="t"/>
              <a:pathLst>
                <a:path extrusionOk="0" h="4166" w="2836">
                  <a:moveTo>
                    <a:pt x="1481" y="1576"/>
                  </a:moveTo>
                  <a:lnTo>
                    <a:pt x="1639" y="2112"/>
                  </a:lnTo>
                  <a:lnTo>
                    <a:pt x="1324" y="2112"/>
                  </a:lnTo>
                  <a:lnTo>
                    <a:pt x="1481" y="1576"/>
                  </a:lnTo>
                  <a:close/>
                  <a:moveTo>
                    <a:pt x="1418" y="1"/>
                  </a:moveTo>
                  <a:cubicBezTo>
                    <a:pt x="1261" y="1"/>
                    <a:pt x="1166" y="127"/>
                    <a:pt x="1103" y="253"/>
                  </a:cubicBezTo>
                  <a:lnTo>
                    <a:pt x="568" y="2049"/>
                  </a:lnTo>
                  <a:lnTo>
                    <a:pt x="410" y="2049"/>
                  </a:lnTo>
                  <a:cubicBezTo>
                    <a:pt x="221" y="2049"/>
                    <a:pt x="64" y="2206"/>
                    <a:pt x="64" y="2427"/>
                  </a:cubicBezTo>
                  <a:cubicBezTo>
                    <a:pt x="64" y="2584"/>
                    <a:pt x="158" y="2742"/>
                    <a:pt x="316" y="2773"/>
                  </a:cubicBezTo>
                  <a:lnTo>
                    <a:pt x="64" y="3718"/>
                  </a:lnTo>
                  <a:cubicBezTo>
                    <a:pt x="1" y="3907"/>
                    <a:pt x="95" y="4065"/>
                    <a:pt x="284" y="4159"/>
                  </a:cubicBezTo>
                  <a:cubicBezTo>
                    <a:pt x="308" y="4163"/>
                    <a:pt x="332" y="4165"/>
                    <a:pt x="355" y="4165"/>
                  </a:cubicBezTo>
                  <a:cubicBezTo>
                    <a:pt x="512" y="4165"/>
                    <a:pt x="643" y="4072"/>
                    <a:pt x="725" y="3907"/>
                  </a:cubicBezTo>
                  <a:lnTo>
                    <a:pt x="1072" y="2773"/>
                  </a:lnTo>
                  <a:lnTo>
                    <a:pt x="1796" y="2773"/>
                  </a:lnTo>
                  <a:lnTo>
                    <a:pt x="2143" y="3907"/>
                  </a:lnTo>
                  <a:cubicBezTo>
                    <a:pt x="2170" y="4072"/>
                    <a:pt x="2318" y="4165"/>
                    <a:pt x="2502" y="4165"/>
                  </a:cubicBezTo>
                  <a:cubicBezTo>
                    <a:pt x="2528" y="4165"/>
                    <a:pt x="2556" y="4163"/>
                    <a:pt x="2584" y="4159"/>
                  </a:cubicBezTo>
                  <a:cubicBezTo>
                    <a:pt x="2773" y="4096"/>
                    <a:pt x="2836" y="3907"/>
                    <a:pt x="2805" y="3718"/>
                  </a:cubicBezTo>
                  <a:lnTo>
                    <a:pt x="2521" y="2773"/>
                  </a:lnTo>
                  <a:cubicBezTo>
                    <a:pt x="2678" y="2742"/>
                    <a:pt x="2805" y="2616"/>
                    <a:pt x="2805" y="2427"/>
                  </a:cubicBezTo>
                  <a:cubicBezTo>
                    <a:pt x="2805" y="2206"/>
                    <a:pt x="2647" y="2049"/>
                    <a:pt x="2458" y="2049"/>
                  </a:cubicBezTo>
                  <a:lnTo>
                    <a:pt x="2300" y="2049"/>
                  </a:lnTo>
                  <a:lnTo>
                    <a:pt x="1733" y="253"/>
                  </a:lnTo>
                  <a:cubicBezTo>
                    <a:pt x="1702" y="95"/>
                    <a:pt x="1576" y="1"/>
                    <a:pt x="141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17" name="Google Shape;2817;p46"/>
          <p:cNvGrpSpPr/>
          <p:nvPr/>
        </p:nvGrpSpPr>
        <p:grpSpPr>
          <a:xfrm>
            <a:off x="2897343" y="3740337"/>
            <a:ext cx="289793" cy="289822"/>
            <a:chOff x="-31164450" y="2657050"/>
            <a:chExt cx="291425" cy="291425"/>
          </a:xfrm>
        </p:grpSpPr>
        <p:sp>
          <p:nvSpPr>
            <p:cNvPr id="2818" name="Google Shape;2818;p46"/>
            <p:cNvSpPr/>
            <p:nvPr/>
          </p:nvSpPr>
          <p:spPr>
            <a:xfrm>
              <a:off x="-31028975" y="2761000"/>
              <a:ext cx="18125" cy="17350"/>
            </a:xfrm>
            <a:custGeom>
              <a:rect b="b" l="l" r="r" t="t"/>
              <a:pathLst>
                <a:path extrusionOk="0" h="694" w="725">
                  <a:moveTo>
                    <a:pt x="378" y="1"/>
                  </a:moveTo>
                  <a:cubicBezTo>
                    <a:pt x="158" y="1"/>
                    <a:pt x="0" y="158"/>
                    <a:pt x="0" y="347"/>
                  </a:cubicBezTo>
                  <a:cubicBezTo>
                    <a:pt x="63" y="536"/>
                    <a:pt x="221" y="694"/>
                    <a:pt x="378" y="694"/>
                  </a:cubicBezTo>
                  <a:cubicBezTo>
                    <a:pt x="567" y="694"/>
                    <a:pt x="725" y="536"/>
                    <a:pt x="725" y="347"/>
                  </a:cubicBezTo>
                  <a:cubicBezTo>
                    <a:pt x="725" y="158"/>
                    <a:pt x="567" y="1"/>
                    <a:pt x="37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9" name="Google Shape;2819;p46"/>
            <p:cNvSpPr/>
            <p:nvPr/>
          </p:nvSpPr>
          <p:spPr>
            <a:xfrm>
              <a:off x="-31028975" y="2794075"/>
              <a:ext cx="18125" cy="52025"/>
            </a:xfrm>
            <a:custGeom>
              <a:rect b="b" l="l" r="r" t="t"/>
              <a:pathLst>
                <a:path extrusionOk="0" h="2081" w="725">
                  <a:moveTo>
                    <a:pt x="378" y="1"/>
                  </a:moveTo>
                  <a:cubicBezTo>
                    <a:pt x="158" y="1"/>
                    <a:pt x="0" y="158"/>
                    <a:pt x="0" y="347"/>
                  </a:cubicBezTo>
                  <a:lnTo>
                    <a:pt x="0" y="1734"/>
                  </a:lnTo>
                  <a:cubicBezTo>
                    <a:pt x="63" y="1923"/>
                    <a:pt x="221" y="2080"/>
                    <a:pt x="378" y="2080"/>
                  </a:cubicBezTo>
                  <a:cubicBezTo>
                    <a:pt x="567" y="2080"/>
                    <a:pt x="725" y="1923"/>
                    <a:pt x="725" y="1734"/>
                  </a:cubicBezTo>
                  <a:lnTo>
                    <a:pt x="725" y="347"/>
                  </a:lnTo>
                  <a:cubicBezTo>
                    <a:pt x="725" y="158"/>
                    <a:pt x="567" y="1"/>
                    <a:pt x="37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0" name="Google Shape;2820;p46"/>
            <p:cNvSpPr/>
            <p:nvPr/>
          </p:nvSpPr>
          <p:spPr>
            <a:xfrm>
              <a:off x="-31164450" y="2657050"/>
              <a:ext cx="291425" cy="291425"/>
            </a:xfrm>
            <a:custGeom>
              <a:rect b="b" l="l" r="r" t="t"/>
              <a:pathLst>
                <a:path extrusionOk="0" h="11657" w="11657">
                  <a:moveTo>
                    <a:pt x="1323" y="4852"/>
                  </a:moveTo>
                  <a:lnTo>
                    <a:pt x="1323" y="8286"/>
                  </a:lnTo>
                  <a:lnTo>
                    <a:pt x="977" y="8286"/>
                  </a:lnTo>
                  <a:cubicBezTo>
                    <a:pt x="788" y="8286"/>
                    <a:pt x="630" y="8128"/>
                    <a:pt x="630" y="7939"/>
                  </a:cubicBezTo>
                  <a:lnTo>
                    <a:pt x="630" y="5198"/>
                  </a:lnTo>
                  <a:cubicBezTo>
                    <a:pt x="630" y="5009"/>
                    <a:pt x="788" y="4852"/>
                    <a:pt x="977" y="4852"/>
                  </a:cubicBezTo>
                  <a:close/>
                  <a:moveTo>
                    <a:pt x="10554" y="4852"/>
                  </a:moveTo>
                  <a:cubicBezTo>
                    <a:pt x="10743" y="4852"/>
                    <a:pt x="10901" y="5009"/>
                    <a:pt x="10901" y="5198"/>
                  </a:cubicBezTo>
                  <a:lnTo>
                    <a:pt x="10901" y="7939"/>
                  </a:lnTo>
                  <a:lnTo>
                    <a:pt x="10932" y="7939"/>
                  </a:lnTo>
                  <a:cubicBezTo>
                    <a:pt x="10932" y="8128"/>
                    <a:pt x="10775" y="8286"/>
                    <a:pt x="10586" y="8286"/>
                  </a:cubicBezTo>
                  <a:lnTo>
                    <a:pt x="10239" y="8286"/>
                  </a:lnTo>
                  <a:lnTo>
                    <a:pt x="10239" y="4852"/>
                  </a:lnTo>
                  <a:close/>
                  <a:moveTo>
                    <a:pt x="5797" y="10302"/>
                  </a:moveTo>
                  <a:cubicBezTo>
                    <a:pt x="5986" y="10302"/>
                    <a:pt x="6144" y="10460"/>
                    <a:pt x="6144" y="10649"/>
                  </a:cubicBezTo>
                  <a:cubicBezTo>
                    <a:pt x="6144" y="10838"/>
                    <a:pt x="5986" y="10995"/>
                    <a:pt x="5797" y="10995"/>
                  </a:cubicBezTo>
                  <a:cubicBezTo>
                    <a:pt x="5577" y="10995"/>
                    <a:pt x="5419" y="10838"/>
                    <a:pt x="5419" y="10649"/>
                  </a:cubicBezTo>
                  <a:cubicBezTo>
                    <a:pt x="5419" y="10460"/>
                    <a:pt x="5577" y="10302"/>
                    <a:pt x="5797" y="10302"/>
                  </a:cubicBezTo>
                  <a:close/>
                  <a:moveTo>
                    <a:pt x="5829" y="0"/>
                  </a:moveTo>
                  <a:cubicBezTo>
                    <a:pt x="3371" y="0"/>
                    <a:pt x="1260" y="1796"/>
                    <a:pt x="788" y="4190"/>
                  </a:cubicBezTo>
                  <a:cubicBezTo>
                    <a:pt x="347" y="4316"/>
                    <a:pt x="0" y="4694"/>
                    <a:pt x="0" y="5167"/>
                  </a:cubicBezTo>
                  <a:lnTo>
                    <a:pt x="0" y="7876"/>
                  </a:lnTo>
                  <a:cubicBezTo>
                    <a:pt x="0" y="8443"/>
                    <a:pt x="473" y="8916"/>
                    <a:pt x="1008" y="8916"/>
                  </a:cubicBezTo>
                  <a:lnTo>
                    <a:pt x="1702" y="8916"/>
                  </a:lnTo>
                  <a:cubicBezTo>
                    <a:pt x="1891" y="8916"/>
                    <a:pt x="2048" y="8758"/>
                    <a:pt x="2048" y="8569"/>
                  </a:cubicBezTo>
                  <a:lnTo>
                    <a:pt x="2048" y="4474"/>
                  </a:lnTo>
                  <a:cubicBezTo>
                    <a:pt x="2048" y="4253"/>
                    <a:pt x="1891" y="4096"/>
                    <a:pt x="1702" y="4096"/>
                  </a:cubicBezTo>
                  <a:lnTo>
                    <a:pt x="1449" y="4096"/>
                  </a:lnTo>
                  <a:cubicBezTo>
                    <a:pt x="1922" y="2111"/>
                    <a:pt x="3749" y="630"/>
                    <a:pt x="5797" y="630"/>
                  </a:cubicBezTo>
                  <a:cubicBezTo>
                    <a:pt x="7876" y="630"/>
                    <a:pt x="9641" y="2079"/>
                    <a:pt x="10113" y="4096"/>
                  </a:cubicBezTo>
                  <a:lnTo>
                    <a:pt x="9893" y="4096"/>
                  </a:lnTo>
                  <a:cubicBezTo>
                    <a:pt x="9672" y="4096"/>
                    <a:pt x="9515" y="4253"/>
                    <a:pt x="9515" y="4474"/>
                  </a:cubicBezTo>
                  <a:lnTo>
                    <a:pt x="9515" y="8569"/>
                  </a:lnTo>
                  <a:cubicBezTo>
                    <a:pt x="9515" y="8758"/>
                    <a:pt x="9672" y="8916"/>
                    <a:pt x="9893" y="8916"/>
                  </a:cubicBezTo>
                  <a:lnTo>
                    <a:pt x="10208" y="8916"/>
                  </a:lnTo>
                  <a:cubicBezTo>
                    <a:pt x="10050" y="9704"/>
                    <a:pt x="9326" y="10302"/>
                    <a:pt x="8507" y="10302"/>
                  </a:cubicBezTo>
                  <a:lnTo>
                    <a:pt x="6742" y="10302"/>
                  </a:lnTo>
                  <a:cubicBezTo>
                    <a:pt x="6585" y="9893"/>
                    <a:pt x="6207" y="9609"/>
                    <a:pt x="5734" y="9609"/>
                  </a:cubicBezTo>
                  <a:cubicBezTo>
                    <a:pt x="5199" y="9609"/>
                    <a:pt x="4726" y="10082"/>
                    <a:pt x="4726" y="10649"/>
                  </a:cubicBezTo>
                  <a:cubicBezTo>
                    <a:pt x="4726" y="11184"/>
                    <a:pt x="5199" y="11657"/>
                    <a:pt x="5734" y="11657"/>
                  </a:cubicBezTo>
                  <a:cubicBezTo>
                    <a:pt x="6175" y="11657"/>
                    <a:pt x="6585" y="11405"/>
                    <a:pt x="6742" y="10995"/>
                  </a:cubicBezTo>
                  <a:lnTo>
                    <a:pt x="8507" y="10995"/>
                  </a:lnTo>
                  <a:cubicBezTo>
                    <a:pt x="9735" y="10995"/>
                    <a:pt x="10743" y="10082"/>
                    <a:pt x="10869" y="8916"/>
                  </a:cubicBezTo>
                  <a:cubicBezTo>
                    <a:pt x="11248" y="8790"/>
                    <a:pt x="11563" y="8412"/>
                    <a:pt x="11563" y="7939"/>
                  </a:cubicBezTo>
                  <a:lnTo>
                    <a:pt x="11563" y="5198"/>
                  </a:lnTo>
                  <a:cubicBezTo>
                    <a:pt x="11657" y="4694"/>
                    <a:pt x="11311" y="4316"/>
                    <a:pt x="10869" y="4190"/>
                  </a:cubicBezTo>
                  <a:cubicBezTo>
                    <a:pt x="10397" y="1796"/>
                    <a:pt x="8255" y="0"/>
                    <a:pt x="582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1" name="Google Shape;2821;p46"/>
            <p:cNvSpPr/>
            <p:nvPr/>
          </p:nvSpPr>
          <p:spPr>
            <a:xfrm>
              <a:off x="-31097500" y="2727125"/>
              <a:ext cx="156750" cy="153925"/>
            </a:xfrm>
            <a:custGeom>
              <a:rect b="b" l="l" r="r" t="t"/>
              <a:pathLst>
                <a:path extrusionOk="0" h="6157" w="6270">
                  <a:moveTo>
                    <a:pt x="3119" y="663"/>
                  </a:moveTo>
                  <a:cubicBezTo>
                    <a:pt x="4442" y="663"/>
                    <a:pt x="5514" y="1734"/>
                    <a:pt x="5514" y="3088"/>
                  </a:cubicBezTo>
                  <a:cubicBezTo>
                    <a:pt x="5514" y="4412"/>
                    <a:pt x="4411" y="5483"/>
                    <a:pt x="3119" y="5483"/>
                  </a:cubicBezTo>
                  <a:cubicBezTo>
                    <a:pt x="2647" y="5483"/>
                    <a:pt x="2206" y="5357"/>
                    <a:pt x="1796" y="5136"/>
                  </a:cubicBezTo>
                  <a:cubicBezTo>
                    <a:pt x="1750" y="5090"/>
                    <a:pt x="1670" y="5061"/>
                    <a:pt x="1606" y="5061"/>
                  </a:cubicBezTo>
                  <a:cubicBezTo>
                    <a:pt x="1582" y="5061"/>
                    <a:pt x="1561" y="5065"/>
                    <a:pt x="1544" y="5073"/>
                  </a:cubicBezTo>
                  <a:lnTo>
                    <a:pt x="914" y="5294"/>
                  </a:lnTo>
                  <a:lnTo>
                    <a:pt x="1103" y="4664"/>
                  </a:lnTo>
                  <a:cubicBezTo>
                    <a:pt x="1134" y="4569"/>
                    <a:pt x="1103" y="4443"/>
                    <a:pt x="1071" y="4380"/>
                  </a:cubicBezTo>
                  <a:cubicBezTo>
                    <a:pt x="819" y="3971"/>
                    <a:pt x="693" y="3561"/>
                    <a:pt x="693" y="3120"/>
                  </a:cubicBezTo>
                  <a:cubicBezTo>
                    <a:pt x="693" y="1734"/>
                    <a:pt x="1796" y="663"/>
                    <a:pt x="3119" y="663"/>
                  </a:cubicBezTo>
                  <a:close/>
                  <a:moveTo>
                    <a:pt x="3151" y="1"/>
                  </a:moveTo>
                  <a:cubicBezTo>
                    <a:pt x="1449" y="1"/>
                    <a:pt x="32" y="1387"/>
                    <a:pt x="32" y="3057"/>
                  </a:cubicBezTo>
                  <a:cubicBezTo>
                    <a:pt x="32" y="3593"/>
                    <a:pt x="158" y="4097"/>
                    <a:pt x="441" y="4569"/>
                  </a:cubicBezTo>
                  <a:lnTo>
                    <a:pt x="32" y="5703"/>
                  </a:lnTo>
                  <a:cubicBezTo>
                    <a:pt x="0" y="5829"/>
                    <a:pt x="32" y="5955"/>
                    <a:pt x="126" y="6081"/>
                  </a:cubicBezTo>
                  <a:cubicBezTo>
                    <a:pt x="172" y="6128"/>
                    <a:pt x="269" y="6157"/>
                    <a:pt x="367" y="6157"/>
                  </a:cubicBezTo>
                  <a:cubicBezTo>
                    <a:pt x="403" y="6157"/>
                    <a:pt x="439" y="6153"/>
                    <a:pt x="473" y="6144"/>
                  </a:cubicBezTo>
                  <a:lnTo>
                    <a:pt x="1607" y="5735"/>
                  </a:lnTo>
                  <a:cubicBezTo>
                    <a:pt x="2080" y="5987"/>
                    <a:pt x="2584" y="6144"/>
                    <a:pt x="3151" y="6144"/>
                  </a:cubicBezTo>
                  <a:cubicBezTo>
                    <a:pt x="4852" y="6144"/>
                    <a:pt x="6270" y="4758"/>
                    <a:pt x="6270" y="3057"/>
                  </a:cubicBezTo>
                  <a:cubicBezTo>
                    <a:pt x="6270" y="1387"/>
                    <a:pt x="4883" y="1"/>
                    <a:pt x="315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22" name="Google Shape;2822;p46"/>
          <p:cNvSpPr/>
          <p:nvPr/>
        </p:nvSpPr>
        <p:spPr>
          <a:xfrm>
            <a:off x="711125" y="4176131"/>
            <a:ext cx="295340" cy="292975"/>
          </a:xfrm>
          <a:custGeom>
            <a:rect b="b" l="l" r="r" t="t"/>
            <a:pathLst>
              <a:path extrusionOk="0" h="11626" w="11721">
                <a:moveTo>
                  <a:pt x="8570" y="694"/>
                </a:moveTo>
                <a:cubicBezTo>
                  <a:pt x="9106" y="694"/>
                  <a:pt x="9578" y="1166"/>
                  <a:pt x="9578" y="1702"/>
                </a:cubicBezTo>
                <a:cubicBezTo>
                  <a:pt x="9578" y="2269"/>
                  <a:pt x="9106" y="2773"/>
                  <a:pt x="8570" y="2773"/>
                </a:cubicBezTo>
                <a:cubicBezTo>
                  <a:pt x="8003" y="2773"/>
                  <a:pt x="7530" y="2269"/>
                  <a:pt x="7530" y="1702"/>
                </a:cubicBezTo>
                <a:cubicBezTo>
                  <a:pt x="7530" y="1166"/>
                  <a:pt x="8003" y="694"/>
                  <a:pt x="8570" y="694"/>
                </a:cubicBezTo>
                <a:close/>
                <a:moveTo>
                  <a:pt x="8570" y="3403"/>
                </a:moveTo>
                <a:cubicBezTo>
                  <a:pt x="9893" y="3403"/>
                  <a:pt x="10964" y="4474"/>
                  <a:pt x="10964" y="5798"/>
                </a:cubicBezTo>
                <a:lnTo>
                  <a:pt x="10964" y="6144"/>
                </a:lnTo>
                <a:lnTo>
                  <a:pt x="6144" y="6144"/>
                </a:lnTo>
                <a:lnTo>
                  <a:pt x="6144" y="5798"/>
                </a:lnTo>
                <a:cubicBezTo>
                  <a:pt x="6144" y="4443"/>
                  <a:pt x="7215" y="3403"/>
                  <a:pt x="8570" y="3403"/>
                </a:cubicBezTo>
                <a:close/>
                <a:moveTo>
                  <a:pt x="3057" y="5483"/>
                </a:moveTo>
                <a:cubicBezTo>
                  <a:pt x="3592" y="5483"/>
                  <a:pt x="4096" y="5955"/>
                  <a:pt x="4096" y="6491"/>
                </a:cubicBezTo>
                <a:cubicBezTo>
                  <a:pt x="4096" y="7058"/>
                  <a:pt x="3624" y="7530"/>
                  <a:pt x="3057" y="7530"/>
                </a:cubicBezTo>
                <a:cubicBezTo>
                  <a:pt x="2490" y="7530"/>
                  <a:pt x="2017" y="7089"/>
                  <a:pt x="2017" y="6491"/>
                </a:cubicBezTo>
                <a:cubicBezTo>
                  <a:pt x="2017" y="5955"/>
                  <a:pt x="2490" y="5483"/>
                  <a:pt x="3057" y="5483"/>
                </a:cubicBezTo>
                <a:close/>
                <a:moveTo>
                  <a:pt x="10964" y="6869"/>
                </a:moveTo>
                <a:lnTo>
                  <a:pt x="10964" y="7530"/>
                </a:lnTo>
                <a:lnTo>
                  <a:pt x="4411" y="7530"/>
                </a:lnTo>
                <a:cubicBezTo>
                  <a:pt x="4569" y="7341"/>
                  <a:pt x="4695" y="7089"/>
                  <a:pt x="4726" y="6869"/>
                </a:cubicBezTo>
                <a:close/>
                <a:moveTo>
                  <a:pt x="3088" y="8255"/>
                </a:moveTo>
                <a:cubicBezTo>
                  <a:pt x="4411" y="8255"/>
                  <a:pt x="5514" y="9295"/>
                  <a:pt x="5514" y="10649"/>
                </a:cubicBezTo>
                <a:lnTo>
                  <a:pt x="5514" y="10996"/>
                </a:lnTo>
                <a:lnTo>
                  <a:pt x="694" y="10996"/>
                </a:lnTo>
                <a:lnTo>
                  <a:pt x="694" y="10649"/>
                </a:lnTo>
                <a:cubicBezTo>
                  <a:pt x="694" y="9295"/>
                  <a:pt x="1733" y="8255"/>
                  <a:pt x="3088" y="8255"/>
                </a:cubicBezTo>
                <a:close/>
                <a:moveTo>
                  <a:pt x="10933" y="8286"/>
                </a:moveTo>
                <a:lnTo>
                  <a:pt x="10933" y="10996"/>
                </a:lnTo>
                <a:lnTo>
                  <a:pt x="6144" y="10996"/>
                </a:lnTo>
                <a:lnTo>
                  <a:pt x="6144" y="10649"/>
                </a:lnTo>
                <a:cubicBezTo>
                  <a:pt x="6144" y="9830"/>
                  <a:pt x="5829" y="9074"/>
                  <a:pt x="5199" y="8476"/>
                </a:cubicBezTo>
                <a:cubicBezTo>
                  <a:pt x="5136" y="8412"/>
                  <a:pt x="5041" y="8318"/>
                  <a:pt x="4978" y="8286"/>
                </a:cubicBezTo>
                <a:close/>
                <a:moveTo>
                  <a:pt x="8602" y="1"/>
                </a:moveTo>
                <a:cubicBezTo>
                  <a:pt x="7656" y="1"/>
                  <a:pt x="6900" y="757"/>
                  <a:pt x="6900" y="1702"/>
                </a:cubicBezTo>
                <a:cubicBezTo>
                  <a:pt x="6900" y="2175"/>
                  <a:pt x="7058" y="2616"/>
                  <a:pt x="7404" y="2931"/>
                </a:cubicBezTo>
                <a:lnTo>
                  <a:pt x="7467" y="2962"/>
                </a:lnTo>
                <a:cubicBezTo>
                  <a:pt x="6302" y="3435"/>
                  <a:pt x="5514" y="4537"/>
                  <a:pt x="5514" y="5798"/>
                </a:cubicBezTo>
                <a:lnTo>
                  <a:pt x="5514" y="6144"/>
                </a:lnTo>
                <a:lnTo>
                  <a:pt x="4789" y="6144"/>
                </a:lnTo>
                <a:cubicBezTo>
                  <a:pt x="4632" y="5420"/>
                  <a:pt x="3907" y="4789"/>
                  <a:pt x="3088" y="4789"/>
                </a:cubicBezTo>
                <a:cubicBezTo>
                  <a:pt x="2143" y="4789"/>
                  <a:pt x="1387" y="5514"/>
                  <a:pt x="1387" y="6459"/>
                </a:cubicBezTo>
                <a:cubicBezTo>
                  <a:pt x="1387" y="6995"/>
                  <a:pt x="1576" y="7404"/>
                  <a:pt x="1954" y="7719"/>
                </a:cubicBezTo>
                <a:cubicBezTo>
                  <a:pt x="788" y="8192"/>
                  <a:pt x="1" y="9295"/>
                  <a:pt x="1" y="10555"/>
                </a:cubicBezTo>
                <a:lnTo>
                  <a:pt x="1" y="11279"/>
                </a:lnTo>
                <a:cubicBezTo>
                  <a:pt x="1" y="11468"/>
                  <a:pt x="158" y="11626"/>
                  <a:pt x="379" y="11626"/>
                </a:cubicBezTo>
                <a:lnTo>
                  <a:pt x="11342" y="11626"/>
                </a:lnTo>
                <a:cubicBezTo>
                  <a:pt x="11563" y="11626"/>
                  <a:pt x="11721" y="11468"/>
                  <a:pt x="11721" y="11279"/>
                </a:cubicBezTo>
                <a:lnTo>
                  <a:pt x="11721" y="5798"/>
                </a:lnTo>
                <a:cubicBezTo>
                  <a:pt x="11626" y="4537"/>
                  <a:pt x="10838" y="3435"/>
                  <a:pt x="9736" y="2962"/>
                </a:cubicBezTo>
                <a:lnTo>
                  <a:pt x="9767" y="2931"/>
                </a:lnTo>
                <a:cubicBezTo>
                  <a:pt x="10082" y="2616"/>
                  <a:pt x="10303" y="2175"/>
                  <a:pt x="10303" y="1702"/>
                </a:cubicBezTo>
                <a:cubicBezTo>
                  <a:pt x="10303" y="757"/>
                  <a:pt x="9547" y="1"/>
                  <a:pt x="860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823" name="Google Shape;2823;p46"/>
          <p:cNvGrpSpPr/>
          <p:nvPr/>
        </p:nvGrpSpPr>
        <p:grpSpPr>
          <a:xfrm>
            <a:off x="2455844" y="1554314"/>
            <a:ext cx="297708" cy="294361"/>
            <a:chOff x="-34421275" y="1912725"/>
            <a:chExt cx="295375" cy="292025"/>
          </a:xfrm>
        </p:grpSpPr>
        <p:sp>
          <p:nvSpPr>
            <p:cNvPr id="2824" name="Google Shape;2824;p46"/>
            <p:cNvSpPr/>
            <p:nvPr/>
          </p:nvSpPr>
          <p:spPr>
            <a:xfrm>
              <a:off x="-34421275" y="1974375"/>
              <a:ext cx="236300" cy="230375"/>
            </a:xfrm>
            <a:custGeom>
              <a:rect b="b" l="l" r="r" t="t"/>
              <a:pathLst>
                <a:path extrusionOk="0" h="9215" w="9452">
                  <a:moveTo>
                    <a:pt x="2158" y="725"/>
                  </a:moveTo>
                  <a:cubicBezTo>
                    <a:pt x="2245" y="725"/>
                    <a:pt x="2332" y="764"/>
                    <a:pt x="2395" y="843"/>
                  </a:cubicBezTo>
                  <a:lnTo>
                    <a:pt x="3371" y="1851"/>
                  </a:lnTo>
                  <a:cubicBezTo>
                    <a:pt x="3497" y="1946"/>
                    <a:pt x="3497" y="2198"/>
                    <a:pt x="3371" y="2324"/>
                  </a:cubicBezTo>
                  <a:lnTo>
                    <a:pt x="3151" y="2544"/>
                  </a:lnTo>
                  <a:lnTo>
                    <a:pt x="1702" y="1095"/>
                  </a:lnTo>
                  <a:lnTo>
                    <a:pt x="1922" y="843"/>
                  </a:lnTo>
                  <a:cubicBezTo>
                    <a:pt x="1985" y="764"/>
                    <a:pt x="2072" y="725"/>
                    <a:pt x="2158" y="725"/>
                  </a:cubicBezTo>
                  <a:close/>
                  <a:moveTo>
                    <a:pt x="7345" y="5884"/>
                  </a:moveTo>
                  <a:cubicBezTo>
                    <a:pt x="7428" y="5884"/>
                    <a:pt x="7514" y="5915"/>
                    <a:pt x="7593" y="5978"/>
                  </a:cubicBezTo>
                  <a:lnTo>
                    <a:pt x="8570" y="6955"/>
                  </a:lnTo>
                  <a:cubicBezTo>
                    <a:pt x="8696" y="7081"/>
                    <a:pt x="8696" y="7301"/>
                    <a:pt x="8570" y="7428"/>
                  </a:cubicBezTo>
                  <a:lnTo>
                    <a:pt x="8349" y="7648"/>
                  </a:lnTo>
                  <a:lnTo>
                    <a:pt x="6900" y="6199"/>
                  </a:lnTo>
                  <a:lnTo>
                    <a:pt x="7120" y="5978"/>
                  </a:lnTo>
                  <a:cubicBezTo>
                    <a:pt x="7183" y="5915"/>
                    <a:pt x="7262" y="5884"/>
                    <a:pt x="7345" y="5884"/>
                  </a:cubicBezTo>
                  <a:close/>
                  <a:moveTo>
                    <a:pt x="1166" y="1568"/>
                  </a:moveTo>
                  <a:lnTo>
                    <a:pt x="2678" y="3048"/>
                  </a:lnTo>
                  <a:cubicBezTo>
                    <a:pt x="2521" y="3426"/>
                    <a:pt x="2584" y="3867"/>
                    <a:pt x="2867" y="4214"/>
                  </a:cubicBezTo>
                  <a:lnTo>
                    <a:pt x="5104" y="6451"/>
                  </a:lnTo>
                  <a:cubicBezTo>
                    <a:pt x="5301" y="6648"/>
                    <a:pt x="5559" y="6746"/>
                    <a:pt x="5826" y="6746"/>
                  </a:cubicBezTo>
                  <a:cubicBezTo>
                    <a:pt x="5985" y="6746"/>
                    <a:pt x="6148" y="6711"/>
                    <a:pt x="6301" y="6640"/>
                  </a:cubicBezTo>
                  <a:lnTo>
                    <a:pt x="7782" y="8152"/>
                  </a:lnTo>
                  <a:lnTo>
                    <a:pt x="7719" y="8215"/>
                  </a:lnTo>
                  <a:cubicBezTo>
                    <a:pt x="7522" y="8412"/>
                    <a:pt x="7264" y="8510"/>
                    <a:pt x="6997" y="8510"/>
                  </a:cubicBezTo>
                  <a:cubicBezTo>
                    <a:pt x="6838" y="8510"/>
                    <a:pt x="6675" y="8475"/>
                    <a:pt x="6522" y="8404"/>
                  </a:cubicBezTo>
                  <a:cubicBezTo>
                    <a:pt x="4348" y="7301"/>
                    <a:pt x="1891" y="4876"/>
                    <a:pt x="851" y="2796"/>
                  </a:cubicBezTo>
                  <a:cubicBezTo>
                    <a:pt x="693" y="2418"/>
                    <a:pt x="788" y="1946"/>
                    <a:pt x="1103" y="1631"/>
                  </a:cubicBezTo>
                  <a:lnTo>
                    <a:pt x="1166" y="1568"/>
                  </a:lnTo>
                  <a:close/>
                  <a:moveTo>
                    <a:pt x="2190" y="0"/>
                  </a:moveTo>
                  <a:cubicBezTo>
                    <a:pt x="1922" y="0"/>
                    <a:pt x="1654" y="103"/>
                    <a:pt x="1449" y="307"/>
                  </a:cubicBezTo>
                  <a:lnTo>
                    <a:pt x="662" y="1095"/>
                  </a:lnTo>
                  <a:cubicBezTo>
                    <a:pt x="158" y="1599"/>
                    <a:pt x="0" y="2387"/>
                    <a:pt x="315" y="3017"/>
                  </a:cubicBezTo>
                  <a:cubicBezTo>
                    <a:pt x="1386" y="5348"/>
                    <a:pt x="3907" y="7869"/>
                    <a:pt x="6270" y="9034"/>
                  </a:cubicBezTo>
                  <a:cubicBezTo>
                    <a:pt x="6521" y="9154"/>
                    <a:pt x="6789" y="9214"/>
                    <a:pt x="7054" y="9214"/>
                  </a:cubicBezTo>
                  <a:cubicBezTo>
                    <a:pt x="7488" y="9214"/>
                    <a:pt x="7910" y="9052"/>
                    <a:pt x="8223" y="8719"/>
                  </a:cubicBezTo>
                  <a:lnTo>
                    <a:pt x="9042" y="7900"/>
                  </a:lnTo>
                  <a:cubicBezTo>
                    <a:pt x="9452" y="7522"/>
                    <a:pt x="9452" y="6829"/>
                    <a:pt x="9042" y="6451"/>
                  </a:cubicBezTo>
                  <a:lnTo>
                    <a:pt x="8066" y="5474"/>
                  </a:lnTo>
                  <a:cubicBezTo>
                    <a:pt x="7876" y="5269"/>
                    <a:pt x="7609" y="5167"/>
                    <a:pt x="7341" y="5167"/>
                  </a:cubicBezTo>
                  <a:cubicBezTo>
                    <a:pt x="7073" y="5167"/>
                    <a:pt x="6805" y="5269"/>
                    <a:pt x="6616" y="5474"/>
                  </a:cubicBezTo>
                  <a:lnTo>
                    <a:pt x="6144" y="5947"/>
                  </a:lnTo>
                  <a:cubicBezTo>
                    <a:pt x="6081" y="5994"/>
                    <a:pt x="5994" y="6018"/>
                    <a:pt x="5907" y="6018"/>
                  </a:cubicBezTo>
                  <a:cubicBezTo>
                    <a:pt x="5821" y="6018"/>
                    <a:pt x="5734" y="5994"/>
                    <a:pt x="5671" y="5947"/>
                  </a:cubicBezTo>
                  <a:lnTo>
                    <a:pt x="3434" y="3678"/>
                  </a:lnTo>
                  <a:cubicBezTo>
                    <a:pt x="3308" y="3584"/>
                    <a:pt x="3308" y="3332"/>
                    <a:pt x="3434" y="3206"/>
                  </a:cubicBezTo>
                  <a:lnTo>
                    <a:pt x="3907" y="2733"/>
                  </a:lnTo>
                  <a:cubicBezTo>
                    <a:pt x="4285" y="2355"/>
                    <a:pt x="4285" y="1694"/>
                    <a:pt x="3907" y="1284"/>
                  </a:cubicBezTo>
                  <a:lnTo>
                    <a:pt x="2930" y="307"/>
                  </a:lnTo>
                  <a:cubicBezTo>
                    <a:pt x="2725" y="103"/>
                    <a:pt x="2458" y="0"/>
                    <a:pt x="219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5" name="Google Shape;2825;p46"/>
            <p:cNvSpPr/>
            <p:nvPr/>
          </p:nvSpPr>
          <p:spPr>
            <a:xfrm>
              <a:off x="-34288175" y="1912725"/>
              <a:ext cx="162275" cy="163075"/>
            </a:xfrm>
            <a:custGeom>
              <a:rect b="b" l="l" r="r" t="t"/>
              <a:pathLst>
                <a:path extrusionOk="0" h="6523" w="6491">
                  <a:moveTo>
                    <a:pt x="5766" y="726"/>
                  </a:moveTo>
                  <a:lnTo>
                    <a:pt x="5766" y="2458"/>
                  </a:lnTo>
                  <a:lnTo>
                    <a:pt x="5388" y="2049"/>
                  </a:lnTo>
                  <a:cubicBezTo>
                    <a:pt x="5325" y="2002"/>
                    <a:pt x="5238" y="1978"/>
                    <a:pt x="5152" y="1978"/>
                  </a:cubicBezTo>
                  <a:cubicBezTo>
                    <a:pt x="5065" y="1978"/>
                    <a:pt x="4978" y="2002"/>
                    <a:pt x="4915" y="2049"/>
                  </a:cubicBezTo>
                  <a:lnTo>
                    <a:pt x="1985" y="4979"/>
                  </a:lnTo>
                  <a:cubicBezTo>
                    <a:pt x="1922" y="5042"/>
                    <a:pt x="1891" y="5136"/>
                    <a:pt x="1891" y="5199"/>
                  </a:cubicBezTo>
                  <a:cubicBezTo>
                    <a:pt x="1891" y="5294"/>
                    <a:pt x="1922" y="5420"/>
                    <a:pt x="1985" y="5451"/>
                  </a:cubicBezTo>
                  <a:lnTo>
                    <a:pt x="2395" y="5829"/>
                  </a:lnTo>
                  <a:lnTo>
                    <a:pt x="662" y="5829"/>
                  </a:lnTo>
                  <a:lnTo>
                    <a:pt x="662" y="4097"/>
                  </a:lnTo>
                  <a:lnTo>
                    <a:pt x="1040" y="4506"/>
                  </a:lnTo>
                  <a:cubicBezTo>
                    <a:pt x="1103" y="4553"/>
                    <a:pt x="1198" y="4577"/>
                    <a:pt x="1288" y="4577"/>
                  </a:cubicBezTo>
                  <a:cubicBezTo>
                    <a:pt x="1379" y="4577"/>
                    <a:pt x="1466" y="4553"/>
                    <a:pt x="1513" y="4506"/>
                  </a:cubicBezTo>
                  <a:lnTo>
                    <a:pt x="4443" y="1576"/>
                  </a:lnTo>
                  <a:cubicBezTo>
                    <a:pt x="4506" y="1513"/>
                    <a:pt x="4569" y="1419"/>
                    <a:pt x="4569" y="1356"/>
                  </a:cubicBezTo>
                  <a:cubicBezTo>
                    <a:pt x="4569" y="1261"/>
                    <a:pt x="4537" y="1135"/>
                    <a:pt x="4443" y="1104"/>
                  </a:cubicBezTo>
                  <a:lnTo>
                    <a:pt x="4033" y="726"/>
                  </a:lnTo>
                  <a:close/>
                  <a:moveTo>
                    <a:pt x="3214" y="1"/>
                  </a:moveTo>
                  <a:cubicBezTo>
                    <a:pt x="3057" y="1"/>
                    <a:pt x="2931" y="96"/>
                    <a:pt x="2899" y="222"/>
                  </a:cubicBezTo>
                  <a:cubicBezTo>
                    <a:pt x="2868" y="316"/>
                    <a:pt x="2868" y="474"/>
                    <a:pt x="2994" y="568"/>
                  </a:cubicBezTo>
                  <a:lnTo>
                    <a:pt x="3687" y="1261"/>
                  </a:lnTo>
                  <a:lnTo>
                    <a:pt x="1261" y="3719"/>
                  </a:lnTo>
                  <a:lnTo>
                    <a:pt x="536" y="2994"/>
                  </a:lnTo>
                  <a:cubicBezTo>
                    <a:pt x="490" y="2948"/>
                    <a:pt x="393" y="2919"/>
                    <a:pt x="295" y="2919"/>
                  </a:cubicBezTo>
                  <a:cubicBezTo>
                    <a:pt x="259" y="2919"/>
                    <a:pt x="223" y="2922"/>
                    <a:pt x="190" y="2931"/>
                  </a:cubicBezTo>
                  <a:cubicBezTo>
                    <a:pt x="64" y="2962"/>
                    <a:pt x="1" y="3120"/>
                    <a:pt x="1" y="3246"/>
                  </a:cubicBezTo>
                  <a:lnTo>
                    <a:pt x="1" y="6144"/>
                  </a:lnTo>
                  <a:cubicBezTo>
                    <a:pt x="1" y="6365"/>
                    <a:pt x="158" y="6522"/>
                    <a:pt x="347" y="6522"/>
                  </a:cubicBezTo>
                  <a:lnTo>
                    <a:pt x="3246" y="6522"/>
                  </a:lnTo>
                  <a:cubicBezTo>
                    <a:pt x="3403" y="6522"/>
                    <a:pt x="3529" y="6428"/>
                    <a:pt x="3561" y="6302"/>
                  </a:cubicBezTo>
                  <a:cubicBezTo>
                    <a:pt x="3624" y="6207"/>
                    <a:pt x="3624" y="6050"/>
                    <a:pt x="3498" y="5955"/>
                  </a:cubicBezTo>
                  <a:lnTo>
                    <a:pt x="2773" y="5262"/>
                  </a:lnTo>
                  <a:lnTo>
                    <a:pt x="5230" y="2805"/>
                  </a:lnTo>
                  <a:lnTo>
                    <a:pt x="5924" y="3530"/>
                  </a:lnTo>
                  <a:cubicBezTo>
                    <a:pt x="5993" y="3576"/>
                    <a:pt x="6096" y="3605"/>
                    <a:pt x="6195" y="3605"/>
                  </a:cubicBezTo>
                  <a:cubicBezTo>
                    <a:pt x="6232" y="3605"/>
                    <a:pt x="6268" y="3601"/>
                    <a:pt x="6302" y="3593"/>
                  </a:cubicBezTo>
                  <a:cubicBezTo>
                    <a:pt x="6396" y="3561"/>
                    <a:pt x="6491" y="3404"/>
                    <a:pt x="6491" y="3277"/>
                  </a:cubicBezTo>
                  <a:lnTo>
                    <a:pt x="6491" y="379"/>
                  </a:lnTo>
                  <a:cubicBezTo>
                    <a:pt x="6459" y="159"/>
                    <a:pt x="6333" y="1"/>
                    <a:pt x="614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26" name="Google Shape;2826;p46"/>
          <p:cNvGrpSpPr/>
          <p:nvPr/>
        </p:nvGrpSpPr>
        <p:grpSpPr>
          <a:xfrm>
            <a:off x="2455051" y="1989193"/>
            <a:ext cx="299296" cy="295369"/>
            <a:chOff x="-34418125" y="2271100"/>
            <a:chExt cx="296950" cy="293025"/>
          </a:xfrm>
        </p:grpSpPr>
        <p:sp>
          <p:nvSpPr>
            <p:cNvPr id="2827" name="Google Shape;2827;p46"/>
            <p:cNvSpPr/>
            <p:nvPr/>
          </p:nvSpPr>
          <p:spPr>
            <a:xfrm>
              <a:off x="-34418125" y="2271100"/>
              <a:ext cx="296950" cy="293025"/>
            </a:xfrm>
            <a:custGeom>
              <a:rect b="b" l="l" r="r" t="t"/>
              <a:pathLst>
                <a:path extrusionOk="0" h="11721" w="11878">
                  <a:moveTo>
                    <a:pt x="6207" y="1229"/>
                  </a:moveTo>
                  <a:lnTo>
                    <a:pt x="7089" y="2080"/>
                  </a:lnTo>
                  <a:lnTo>
                    <a:pt x="6207" y="2080"/>
                  </a:lnTo>
                  <a:lnTo>
                    <a:pt x="6207" y="1229"/>
                  </a:lnTo>
                  <a:close/>
                  <a:moveTo>
                    <a:pt x="7561" y="9074"/>
                  </a:moveTo>
                  <a:lnTo>
                    <a:pt x="7561" y="10366"/>
                  </a:lnTo>
                  <a:lnTo>
                    <a:pt x="6238" y="10366"/>
                  </a:lnTo>
                  <a:lnTo>
                    <a:pt x="7561" y="9074"/>
                  </a:lnTo>
                  <a:close/>
                  <a:moveTo>
                    <a:pt x="5514" y="725"/>
                  </a:moveTo>
                  <a:lnTo>
                    <a:pt x="5514" y="2427"/>
                  </a:lnTo>
                  <a:cubicBezTo>
                    <a:pt x="5514" y="2616"/>
                    <a:pt x="5671" y="2773"/>
                    <a:pt x="5860" y="2773"/>
                  </a:cubicBezTo>
                  <a:lnTo>
                    <a:pt x="7561" y="2773"/>
                  </a:lnTo>
                  <a:lnTo>
                    <a:pt x="7561" y="4222"/>
                  </a:lnTo>
                  <a:cubicBezTo>
                    <a:pt x="6837" y="4947"/>
                    <a:pt x="6742" y="5924"/>
                    <a:pt x="6994" y="6711"/>
                  </a:cubicBezTo>
                  <a:lnTo>
                    <a:pt x="4726" y="8980"/>
                  </a:lnTo>
                  <a:lnTo>
                    <a:pt x="1670" y="8980"/>
                  </a:lnTo>
                  <a:cubicBezTo>
                    <a:pt x="1481" y="8980"/>
                    <a:pt x="1323" y="9137"/>
                    <a:pt x="1323" y="9358"/>
                  </a:cubicBezTo>
                  <a:cubicBezTo>
                    <a:pt x="1323" y="9547"/>
                    <a:pt x="1481" y="9704"/>
                    <a:pt x="1670" y="9704"/>
                  </a:cubicBezTo>
                  <a:lnTo>
                    <a:pt x="4033" y="9704"/>
                  </a:lnTo>
                  <a:lnTo>
                    <a:pt x="3718" y="10019"/>
                  </a:lnTo>
                  <a:cubicBezTo>
                    <a:pt x="3623" y="10145"/>
                    <a:pt x="3529" y="10240"/>
                    <a:pt x="3497" y="10397"/>
                  </a:cubicBezTo>
                  <a:lnTo>
                    <a:pt x="662" y="10397"/>
                  </a:lnTo>
                  <a:lnTo>
                    <a:pt x="662" y="725"/>
                  </a:lnTo>
                  <a:close/>
                  <a:moveTo>
                    <a:pt x="9295" y="4211"/>
                  </a:moveTo>
                  <a:cubicBezTo>
                    <a:pt x="9367" y="4211"/>
                    <a:pt x="9441" y="4215"/>
                    <a:pt x="9515" y="4222"/>
                  </a:cubicBezTo>
                  <a:lnTo>
                    <a:pt x="9042" y="4695"/>
                  </a:lnTo>
                  <a:cubicBezTo>
                    <a:pt x="8664" y="5073"/>
                    <a:pt x="8664" y="5766"/>
                    <a:pt x="9042" y="6144"/>
                  </a:cubicBezTo>
                  <a:cubicBezTo>
                    <a:pt x="9247" y="6349"/>
                    <a:pt x="9515" y="6451"/>
                    <a:pt x="9779" y="6451"/>
                  </a:cubicBezTo>
                  <a:cubicBezTo>
                    <a:pt x="10042" y="6451"/>
                    <a:pt x="10302" y="6349"/>
                    <a:pt x="10491" y="6144"/>
                  </a:cubicBezTo>
                  <a:lnTo>
                    <a:pt x="10964" y="5672"/>
                  </a:lnTo>
                  <a:lnTo>
                    <a:pt x="10964" y="5672"/>
                  </a:lnTo>
                  <a:cubicBezTo>
                    <a:pt x="11058" y="6239"/>
                    <a:pt x="10869" y="6743"/>
                    <a:pt x="10491" y="7089"/>
                  </a:cubicBezTo>
                  <a:cubicBezTo>
                    <a:pt x="10183" y="7418"/>
                    <a:pt x="9741" y="7626"/>
                    <a:pt x="9278" y="7626"/>
                  </a:cubicBezTo>
                  <a:cubicBezTo>
                    <a:pt x="9031" y="7626"/>
                    <a:pt x="8779" y="7567"/>
                    <a:pt x="8538" y="7436"/>
                  </a:cubicBezTo>
                  <a:cubicBezTo>
                    <a:pt x="8496" y="7415"/>
                    <a:pt x="8451" y="7404"/>
                    <a:pt x="8404" y="7404"/>
                  </a:cubicBezTo>
                  <a:cubicBezTo>
                    <a:pt x="8311" y="7404"/>
                    <a:pt x="8213" y="7446"/>
                    <a:pt x="8129" y="7530"/>
                  </a:cubicBezTo>
                  <a:lnTo>
                    <a:pt x="4726" y="10964"/>
                  </a:lnTo>
                  <a:cubicBezTo>
                    <a:pt x="4663" y="11012"/>
                    <a:pt x="4568" y="11035"/>
                    <a:pt x="4478" y="11035"/>
                  </a:cubicBezTo>
                  <a:cubicBezTo>
                    <a:pt x="4387" y="11035"/>
                    <a:pt x="4301" y="11012"/>
                    <a:pt x="4253" y="10964"/>
                  </a:cubicBezTo>
                  <a:cubicBezTo>
                    <a:pt x="4127" y="10838"/>
                    <a:pt x="4127" y="10586"/>
                    <a:pt x="4253" y="10492"/>
                  </a:cubicBezTo>
                  <a:lnTo>
                    <a:pt x="7656" y="7058"/>
                  </a:lnTo>
                  <a:cubicBezTo>
                    <a:pt x="7782" y="6932"/>
                    <a:pt x="7782" y="6774"/>
                    <a:pt x="7750" y="6648"/>
                  </a:cubicBezTo>
                  <a:cubicBezTo>
                    <a:pt x="7467" y="6113"/>
                    <a:pt x="7498" y="5356"/>
                    <a:pt x="7971" y="4821"/>
                  </a:cubicBezTo>
                  <a:cubicBezTo>
                    <a:pt x="8330" y="4407"/>
                    <a:pt x="8785" y="4211"/>
                    <a:pt x="9295" y="4211"/>
                  </a:cubicBezTo>
                  <a:close/>
                  <a:moveTo>
                    <a:pt x="378" y="1"/>
                  </a:moveTo>
                  <a:cubicBezTo>
                    <a:pt x="189" y="1"/>
                    <a:pt x="32" y="158"/>
                    <a:pt x="32" y="347"/>
                  </a:cubicBezTo>
                  <a:lnTo>
                    <a:pt x="32" y="10681"/>
                  </a:lnTo>
                  <a:cubicBezTo>
                    <a:pt x="0" y="10870"/>
                    <a:pt x="158" y="11027"/>
                    <a:pt x="347" y="11027"/>
                  </a:cubicBezTo>
                  <a:lnTo>
                    <a:pt x="3529" y="11027"/>
                  </a:lnTo>
                  <a:cubicBezTo>
                    <a:pt x="3560" y="11185"/>
                    <a:pt x="3655" y="11311"/>
                    <a:pt x="3781" y="11437"/>
                  </a:cubicBezTo>
                  <a:cubicBezTo>
                    <a:pt x="3970" y="11626"/>
                    <a:pt x="4230" y="11720"/>
                    <a:pt x="4494" y="11720"/>
                  </a:cubicBezTo>
                  <a:cubicBezTo>
                    <a:pt x="4758" y="11720"/>
                    <a:pt x="5025" y="11626"/>
                    <a:pt x="5230" y="11437"/>
                  </a:cubicBezTo>
                  <a:lnTo>
                    <a:pt x="5608" y="11027"/>
                  </a:lnTo>
                  <a:lnTo>
                    <a:pt x="7940" y="11027"/>
                  </a:lnTo>
                  <a:cubicBezTo>
                    <a:pt x="8129" y="11027"/>
                    <a:pt x="8286" y="10870"/>
                    <a:pt x="8286" y="10681"/>
                  </a:cubicBezTo>
                  <a:lnTo>
                    <a:pt x="8286" y="8349"/>
                  </a:lnTo>
                  <a:lnTo>
                    <a:pt x="8538" y="8129"/>
                  </a:lnTo>
                  <a:cubicBezTo>
                    <a:pt x="8792" y="8220"/>
                    <a:pt x="9065" y="8269"/>
                    <a:pt x="9344" y="8269"/>
                  </a:cubicBezTo>
                  <a:cubicBezTo>
                    <a:pt x="9929" y="8269"/>
                    <a:pt x="10536" y="8053"/>
                    <a:pt x="11027" y="7562"/>
                  </a:cubicBezTo>
                  <a:cubicBezTo>
                    <a:pt x="11752" y="6806"/>
                    <a:pt x="11878" y="5735"/>
                    <a:pt x="11500" y="4852"/>
                  </a:cubicBezTo>
                  <a:cubicBezTo>
                    <a:pt x="11437" y="4726"/>
                    <a:pt x="11342" y="4695"/>
                    <a:pt x="11248" y="4663"/>
                  </a:cubicBezTo>
                  <a:cubicBezTo>
                    <a:pt x="11122" y="4663"/>
                    <a:pt x="11027" y="4663"/>
                    <a:pt x="10932" y="4726"/>
                  </a:cubicBezTo>
                  <a:lnTo>
                    <a:pt x="10082" y="5609"/>
                  </a:lnTo>
                  <a:cubicBezTo>
                    <a:pt x="10019" y="5656"/>
                    <a:pt x="9924" y="5679"/>
                    <a:pt x="9834" y="5679"/>
                  </a:cubicBezTo>
                  <a:cubicBezTo>
                    <a:pt x="9743" y="5679"/>
                    <a:pt x="9657" y="5656"/>
                    <a:pt x="9609" y="5609"/>
                  </a:cubicBezTo>
                  <a:cubicBezTo>
                    <a:pt x="9483" y="5483"/>
                    <a:pt x="9483" y="5230"/>
                    <a:pt x="9609" y="5136"/>
                  </a:cubicBezTo>
                  <a:lnTo>
                    <a:pt x="10460" y="4254"/>
                  </a:lnTo>
                  <a:cubicBezTo>
                    <a:pt x="10554" y="4191"/>
                    <a:pt x="10586" y="4065"/>
                    <a:pt x="10554" y="3939"/>
                  </a:cubicBezTo>
                  <a:cubicBezTo>
                    <a:pt x="10554" y="3813"/>
                    <a:pt x="10460" y="3750"/>
                    <a:pt x="10334" y="3718"/>
                  </a:cubicBezTo>
                  <a:cubicBezTo>
                    <a:pt x="10003" y="3561"/>
                    <a:pt x="9649" y="3482"/>
                    <a:pt x="9298" y="3482"/>
                  </a:cubicBezTo>
                  <a:cubicBezTo>
                    <a:pt x="8948" y="3482"/>
                    <a:pt x="8601" y="3561"/>
                    <a:pt x="8286" y="3718"/>
                  </a:cubicBezTo>
                  <a:lnTo>
                    <a:pt x="8286" y="2395"/>
                  </a:lnTo>
                  <a:cubicBezTo>
                    <a:pt x="8286" y="2332"/>
                    <a:pt x="8255" y="2206"/>
                    <a:pt x="8192" y="2175"/>
                  </a:cubicBezTo>
                  <a:lnTo>
                    <a:pt x="6144" y="127"/>
                  </a:lnTo>
                  <a:cubicBezTo>
                    <a:pt x="6049" y="64"/>
                    <a:pt x="5986" y="1"/>
                    <a:pt x="589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8" name="Google Shape;2828;p46"/>
            <p:cNvSpPr/>
            <p:nvPr/>
          </p:nvSpPr>
          <p:spPr>
            <a:xfrm>
              <a:off x="-34331500" y="2305750"/>
              <a:ext cx="17350" cy="18150"/>
            </a:xfrm>
            <a:custGeom>
              <a:rect b="b" l="l" r="r" t="t"/>
              <a:pathLst>
                <a:path extrusionOk="0" h="726" w="694">
                  <a:moveTo>
                    <a:pt x="347" y="1"/>
                  </a:moveTo>
                  <a:cubicBezTo>
                    <a:pt x="158" y="1"/>
                    <a:pt x="1" y="158"/>
                    <a:pt x="1" y="347"/>
                  </a:cubicBezTo>
                  <a:cubicBezTo>
                    <a:pt x="1" y="568"/>
                    <a:pt x="158" y="725"/>
                    <a:pt x="347" y="725"/>
                  </a:cubicBezTo>
                  <a:cubicBezTo>
                    <a:pt x="536" y="725"/>
                    <a:pt x="694" y="568"/>
                    <a:pt x="694" y="347"/>
                  </a:cubicBezTo>
                  <a:cubicBezTo>
                    <a:pt x="694"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9" name="Google Shape;2829;p46"/>
            <p:cNvSpPr/>
            <p:nvPr/>
          </p:nvSpPr>
          <p:spPr>
            <a:xfrm>
              <a:off x="-34331500" y="2341200"/>
              <a:ext cx="17350" cy="69350"/>
            </a:xfrm>
            <a:custGeom>
              <a:rect b="b" l="l" r="r" t="t"/>
              <a:pathLst>
                <a:path extrusionOk="0" h="2774" w="694">
                  <a:moveTo>
                    <a:pt x="347" y="1"/>
                  </a:moveTo>
                  <a:cubicBezTo>
                    <a:pt x="158" y="1"/>
                    <a:pt x="1" y="158"/>
                    <a:pt x="1" y="347"/>
                  </a:cubicBezTo>
                  <a:lnTo>
                    <a:pt x="1" y="2395"/>
                  </a:lnTo>
                  <a:cubicBezTo>
                    <a:pt x="1" y="2584"/>
                    <a:pt x="158" y="2773"/>
                    <a:pt x="347" y="2773"/>
                  </a:cubicBezTo>
                  <a:cubicBezTo>
                    <a:pt x="536" y="2773"/>
                    <a:pt x="694" y="2584"/>
                    <a:pt x="694" y="2395"/>
                  </a:cubicBezTo>
                  <a:lnTo>
                    <a:pt x="694" y="347"/>
                  </a:lnTo>
                  <a:cubicBezTo>
                    <a:pt x="694"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0" name="Google Shape;2830;p46"/>
            <p:cNvSpPr/>
            <p:nvPr/>
          </p:nvSpPr>
          <p:spPr>
            <a:xfrm>
              <a:off x="-34384275" y="2427050"/>
              <a:ext cx="121325" cy="17350"/>
            </a:xfrm>
            <a:custGeom>
              <a:rect b="b" l="l" r="r" t="t"/>
              <a:pathLst>
                <a:path extrusionOk="0" h="694" w="4853">
                  <a:moveTo>
                    <a:pt x="379" y="1"/>
                  </a:moveTo>
                  <a:cubicBezTo>
                    <a:pt x="158" y="1"/>
                    <a:pt x="1" y="158"/>
                    <a:pt x="1" y="347"/>
                  </a:cubicBezTo>
                  <a:cubicBezTo>
                    <a:pt x="1" y="536"/>
                    <a:pt x="158" y="694"/>
                    <a:pt x="379" y="694"/>
                  </a:cubicBezTo>
                  <a:lnTo>
                    <a:pt x="4506" y="694"/>
                  </a:lnTo>
                  <a:cubicBezTo>
                    <a:pt x="4695" y="694"/>
                    <a:pt x="4853" y="536"/>
                    <a:pt x="4853" y="347"/>
                  </a:cubicBezTo>
                  <a:cubicBezTo>
                    <a:pt x="4853" y="158"/>
                    <a:pt x="4695" y="1"/>
                    <a:pt x="45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1" name="Google Shape;2831;p46"/>
            <p:cNvSpPr/>
            <p:nvPr/>
          </p:nvSpPr>
          <p:spPr>
            <a:xfrm>
              <a:off x="-34384275" y="2460125"/>
              <a:ext cx="88250" cy="18150"/>
            </a:xfrm>
            <a:custGeom>
              <a:rect b="b" l="l" r="r" t="t"/>
              <a:pathLst>
                <a:path extrusionOk="0" h="726" w="3530">
                  <a:moveTo>
                    <a:pt x="379" y="1"/>
                  </a:moveTo>
                  <a:cubicBezTo>
                    <a:pt x="158" y="1"/>
                    <a:pt x="1" y="158"/>
                    <a:pt x="1" y="379"/>
                  </a:cubicBezTo>
                  <a:cubicBezTo>
                    <a:pt x="1" y="599"/>
                    <a:pt x="158" y="725"/>
                    <a:pt x="379" y="725"/>
                  </a:cubicBezTo>
                  <a:lnTo>
                    <a:pt x="3151" y="725"/>
                  </a:lnTo>
                  <a:cubicBezTo>
                    <a:pt x="3372" y="725"/>
                    <a:pt x="3530" y="568"/>
                    <a:pt x="3530" y="379"/>
                  </a:cubicBezTo>
                  <a:cubicBezTo>
                    <a:pt x="3530" y="158"/>
                    <a:pt x="3372" y="1"/>
                    <a:pt x="315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32" name="Google Shape;2832;p46"/>
          <p:cNvGrpSpPr/>
          <p:nvPr/>
        </p:nvGrpSpPr>
        <p:grpSpPr>
          <a:xfrm>
            <a:off x="2455844" y="2426968"/>
            <a:ext cx="297708" cy="293782"/>
            <a:chOff x="-34421275" y="2631050"/>
            <a:chExt cx="295375" cy="291450"/>
          </a:xfrm>
        </p:grpSpPr>
        <p:sp>
          <p:nvSpPr>
            <p:cNvPr id="2833" name="Google Shape;2833;p46"/>
            <p:cNvSpPr/>
            <p:nvPr/>
          </p:nvSpPr>
          <p:spPr>
            <a:xfrm>
              <a:off x="-34421275" y="2639125"/>
              <a:ext cx="288275" cy="283375"/>
            </a:xfrm>
            <a:custGeom>
              <a:rect b="b" l="l" r="r" t="t"/>
              <a:pathLst>
                <a:path extrusionOk="0" h="11335" w="11531">
                  <a:moveTo>
                    <a:pt x="5592" y="717"/>
                  </a:moveTo>
                  <a:cubicBezTo>
                    <a:pt x="5679" y="717"/>
                    <a:pt x="5766" y="749"/>
                    <a:pt x="5829" y="812"/>
                  </a:cubicBezTo>
                  <a:lnTo>
                    <a:pt x="10680" y="5663"/>
                  </a:lnTo>
                  <a:cubicBezTo>
                    <a:pt x="10775" y="5758"/>
                    <a:pt x="10775" y="6010"/>
                    <a:pt x="10680" y="6136"/>
                  </a:cubicBezTo>
                  <a:cubicBezTo>
                    <a:pt x="10617" y="6183"/>
                    <a:pt x="10523" y="6207"/>
                    <a:pt x="10432" y="6207"/>
                  </a:cubicBezTo>
                  <a:cubicBezTo>
                    <a:pt x="10342" y="6207"/>
                    <a:pt x="10255" y="6183"/>
                    <a:pt x="10208" y="6136"/>
                  </a:cubicBezTo>
                  <a:lnTo>
                    <a:pt x="5356" y="1284"/>
                  </a:lnTo>
                  <a:cubicBezTo>
                    <a:pt x="5230" y="1158"/>
                    <a:pt x="5230" y="938"/>
                    <a:pt x="5356" y="812"/>
                  </a:cubicBezTo>
                  <a:cubicBezTo>
                    <a:pt x="5419" y="749"/>
                    <a:pt x="5506" y="717"/>
                    <a:pt x="5592" y="717"/>
                  </a:cubicBezTo>
                  <a:close/>
                  <a:moveTo>
                    <a:pt x="8444" y="7239"/>
                  </a:moveTo>
                  <a:lnTo>
                    <a:pt x="8538" y="7396"/>
                  </a:lnTo>
                  <a:cubicBezTo>
                    <a:pt x="8696" y="7554"/>
                    <a:pt x="8664" y="7806"/>
                    <a:pt x="8475" y="7932"/>
                  </a:cubicBezTo>
                  <a:lnTo>
                    <a:pt x="5923" y="9223"/>
                  </a:lnTo>
                  <a:cubicBezTo>
                    <a:pt x="5873" y="9261"/>
                    <a:pt x="5819" y="9278"/>
                    <a:pt x="5763" y="9278"/>
                  </a:cubicBezTo>
                  <a:cubicBezTo>
                    <a:pt x="5678" y="9278"/>
                    <a:pt x="5590" y="9237"/>
                    <a:pt x="5514" y="9160"/>
                  </a:cubicBezTo>
                  <a:lnTo>
                    <a:pt x="5230" y="8877"/>
                  </a:lnTo>
                  <a:cubicBezTo>
                    <a:pt x="6301" y="8089"/>
                    <a:pt x="7341" y="7617"/>
                    <a:pt x="8444" y="7239"/>
                  </a:cubicBezTo>
                  <a:close/>
                  <a:moveTo>
                    <a:pt x="5230" y="2198"/>
                  </a:moveTo>
                  <a:lnTo>
                    <a:pt x="9294" y="6230"/>
                  </a:lnTo>
                  <a:cubicBezTo>
                    <a:pt x="7908" y="6703"/>
                    <a:pt x="5797" y="7270"/>
                    <a:pt x="3560" y="9381"/>
                  </a:cubicBezTo>
                  <a:lnTo>
                    <a:pt x="2080" y="7932"/>
                  </a:lnTo>
                  <a:cubicBezTo>
                    <a:pt x="3340" y="6608"/>
                    <a:pt x="4285" y="5033"/>
                    <a:pt x="4852" y="3395"/>
                  </a:cubicBezTo>
                  <a:lnTo>
                    <a:pt x="5230" y="2198"/>
                  </a:lnTo>
                  <a:close/>
                  <a:moveTo>
                    <a:pt x="1138" y="8089"/>
                  </a:moveTo>
                  <a:cubicBezTo>
                    <a:pt x="1229" y="8089"/>
                    <a:pt x="1323" y="8121"/>
                    <a:pt x="1386" y="8184"/>
                  </a:cubicBezTo>
                  <a:lnTo>
                    <a:pt x="3308" y="10105"/>
                  </a:lnTo>
                  <a:cubicBezTo>
                    <a:pt x="3434" y="10231"/>
                    <a:pt x="3434" y="10452"/>
                    <a:pt x="3308" y="10578"/>
                  </a:cubicBezTo>
                  <a:cubicBezTo>
                    <a:pt x="3245" y="10641"/>
                    <a:pt x="3159" y="10673"/>
                    <a:pt x="3072" y="10673"/>
                  </a:cubicBezTo>
                  <a:cubicBezTo>
                    <a:pt x="2985" y="10673"/>
                    <a:pt x="2899" y="10641"/>
                    <a:pt x="2836" y="10578"/>
                  </a:cubicBezTo>
                  <a:lnTo>
                    <a:pt x="914" y="8656"/>
                  </a:lnTo>
                  <a:cubicBezTo>
                    <a:pt x="788" y="8530"/>
                    <a:pt x="788" y="8278"/>
                    <a:pt x="914" y="8184"/>
                  </a:cubicBezTo>
                  <a:cubicBezTo>
                    <a:pt x="961" y="8121"/>
                    <a:pt x="1048" y="8089"/>
                    <a:pt x="1138" y="8089"/>
                  </a:cubicBezTo>
                  <a:close/>
                  <a:moveTo>
                    <a:pt x="5565" y="0"/>
                  </a:moveTo>
                  <a:cubicBezTo>
                    <a:pt x="5301" y="0"/>
                    <a:pt x="5041" y="103"/>
                    <a:pt x="4852" y="307"/>
                  </a:cubicBezTo>
                  <a:cubicBezTo>
                    <a:pt x="4474" y="654"/>
                    <a:pt x="4442" y="1158"/>
                    <a:pt x="4694" y="1568"/>
                  </a:cubicBezTo>
                  <a:lnTo>
                    <a:pt x="4159" y="3143"/>
                  </a:lnTo>
                  <a:cubicBezTo>
                    <a:pt x="3655" y="4655"/>
                    <a:pt x="2710" y="6199"/>
                    <a:pt x="1575" y="7428"/>
                  </a:cubicBezTo>
                  <a:cubicBezTo>
                    <a:pt x="1422" y="7357"/>
                    <a:pt x="1259" y="7321"/>
                    <a:pt x="1100" y="7321"/>
                  </a:cubicBezTo>
                  <a:cubicBezTo>
                    <a:pt x="834" y="7321"/>
                    <a:pt x="575" y="7420"/>
                    <a:pt x="378" y="7617"/>
                  </a:cubicBezTo>
                  <a:cubicBezTo>
                    <a:pt x="0" y="8026"/>
                    <a:pt x="0" y="8688"/>
                    <a:pt x="378" y="9066"/>
                  </a:cubicBezTo>
                  <a:lnTo>
                    <a:pt x="2363" y="11051"/>
                  </a:lnTo>
                  <a:cubicBezTo>
                    <a:pt x="2552" y="11240"/>
                    <a:pt x="2820" y="11334"/>
                    <a:pt x="3088" y="11334"/>
                  </a:cubicBezTo>
                  <a:cubicBezTo>
                    <a:pt x="3356" y="11334"/>
                    <a:pt x="3623" y="11240"/>
                    <a:pt x="3812" y="11051"/>
                  </a:cubicBezTo>
                  <a:cubicBezTo>
                    <a:pt x="4127" y="10736"/>
                    <a:pt x="4222" y="10263"/>
                    <a:pt x="4001" y="9853"/>
                  </a:cubicBezTo>
                  <a:cubicBezTo>
                    <a:pt x="4222" y="9664"/>
                    <a:pt x="4442" y="9475"/>
                    <a:pt x="4694" y="9286"/>
                  </a:cubicBezTo>
                  <a:lnTo>
                    <a:pt x="5041" y="9633"/>
                  </a:lnTo>
                  <a:cubicBezTo>
                    <a:pt x="5238" y="9830"/>
                    <a:pt x="5496" y="9928"/>
                    <a:pt x="5755" y="9928"/>
                  </a:cubicBezTo>
                  <a:cubicBezTo>
                    <a:pt x="5910" y="9928"/>
                    <a:pt x="6065" y="9893"/>
                    <a:pt x="6207" y="9822"/>
                  </a:cubicBezTo>
                  <a:lnTo>
                    <a:pt x="8790" y="8530"/>
                  </a:lnTo>
                  <a:cubicBezTo>
                    <a:pt x="9357" y="8215"/>
                    <a:pt x="9515" y="7459"/>
                    <a:pt x="9137" y="6986"/>
                  </a:cubicBezTo>
                  <a:lnTo>
                    <a:pt x="9893" y="6766"/>
                  </a:lnTo>
                  <a:cubicBezTo>
                    <a:pt x="10050" y="6858"/>
                    <a:pt x="10229" y="6906"/>
                    <a:pt x="10412" y="6906"/>
                  </a:cubicBezTo>
                  <a:cubicBezTo>
                    <a:pt x="10668" y="6906"/>
                    <a:pt x="10932" y="6811"/>
                    <a:pt x="11153" y="6608"/>
                  </a:cubicBezTo>
                  <a:cubicBezTo>
                    <a:pt x="11531" y="6199"/>
                    <a:pt x="11531" y="5537"/>
                    <a:pt x="11153" y="5128"/>
                  </a:cubicBezTo>
                  <a:lnTo>
                    <a:pt x="6301" y="307"/>
                  </a:lnTo>
                  <a:cubicBezTo>
                    <a:pt x="6096" y="103"/>
                    <a:pt x="5829" y="0"/>
                    <a:pt x="556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4" name="Google Shape;2834;p46"/>
            <p:cNvSpPr/>
            <p:nvPr/>
          </p:nvSpPr>
          <p:spPr>
            <a:xfrm>
              <a:off x="-34181850" y="2644625"/>
              <a:ext cx="41775" cy="41575"/>
            </a:xfrm>
            <a:custGeom>
              <a:rect b="b" l="l" r="r" t="t"/>
              <a:pathLst>
                <a:path extrusionOk="0" h="1663" w="1671">
                  <a:moveTo>
                    <a:pt x="1328" y="1"/>
                  </a:moveTo>
                  <a:cubicBezTo>
                    <a:pt x="1237" y="1"/>
                    <a:pt x="1151" y="40"/>
                    <a:pt x="1103" y="119"/>
                  </a:cubicBezTo>
                  <a:lnTo>
                    <a:pt x="95" y="1096"/>
                  </a:lnTo>
                  <a:cubicBezTo>
                    <a:pt x="1" y="1222"/>
                    <a:pt x="1" y="1442"/>
                    <a:pt x="95" y="1568"/>
                  </a:cubicBezTo>
                  <a:cubicBezTo>
                    <a:pt x="158" y="1631"/>
                    <a:pt x="253" y="1663"/>
                    <a:pt x="343" y="1663"/>
                  </a:cubicBezTo>
                  <a:cubicBezTo>
                    <a:pt x="434" y="1663"/>
                    <a:pt x="521" y="1631"/>
                    <a:pt x="568" y="1568"/>
                  </a:cubicBezTo>
                  <a:lnTo>
                    <a:pt x="1576" y="592"/>
                  </a:lnTo>
                  <a:cubicBezTo>
                    <a:pt x="1671" y="466"/>
                    <a:pt x="1671" y="213"/>
                    <a:pt x="1576" y="119"/>
                  </a:cubicBezTo>
                  <a:cubicBezTo>
                    <a:pt x="1513" y="40"/>
                    <a:pt x="1418" y="1"/>
                    <a:pt x="132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5" name="Google Shape;2835;p46"/>
            <p:cNvSpPr/>
            <p:nvPr/>
          </p:nvSpPr>
          <p:spPr>
            <a:xfrm>
              <a:off x="-34217275" y="2631050"/>
              <a:ext cx="17350" cy="41775"/>
            </a:xfrm>
            <a:custGeom>
              <a:rect b="b" l="l" r="r" t="t"/>
              <a:pathLst>
                <a:path extrusionOk="0" h="1671" w="694">
                  <a:moveTo>
                    <a:pt x="347" y="0"/>
                  </a:moveTo>
                  <a:cubicBezTo>
                    <a:pt x="158" y="0"/>
                    <a:pt x="0" y="158"/>
                    <a:pt x="0" y="347"/>
                  </a:cubicBezTo>
                  <a:lnTo>
                    <a:pt x="0" y="1324"/>
                  </a:lnTo>
                  <a:cubicBezTo>
                    <a:pt x="0" y="1513"/>
                    <a:pt x="158" y="1670"/>
                    <a:pt x="347" y="1670"/>
                  </a:cubicBezTo>
                  <a:cubicBezTo>
                    <a:pt x="536" y="1670"/>
                    <a:pt x="693" y="1513"/>
                    <a:pt x="693" y="1324"/>
                  </a:cubicBezTo>
                  <a:lnTo>
                    <a:pt x="693" y="347"/>
                  </a:lnTo>
                  <a:cubicBezTo>
                    <a:pt x="693" y="158"/>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6" name="Google Shape;2836;p46"/>
            <p:cNvSpPr/>
            <p:nvPr/>
          </p:nvSpPr>
          <p:spPr>
            <a:xfrm>
              <a:off x="-34168450" y="2704300"/>
              <a:ext cx="42550" cy="18125"/>
            </a:xfrm>
            <a:custGeom>
              <a:rect b="b" l="l" r="r" t="t"/>
              <a:pathLst>
                <a:path extrusionOk="0" h="725" w="1702">
                  <a:moveTo>
                    <a:pt x="347" y="0"/>
                  </a:moveTo>
                  <a:cubicBezTo>
                    <a:pt x="158" y="0"/>
                    <a:pt x="0" y="158"/>
                    <a:pt x="0" y="378"/>
                  </a:cubicBezTo>
                  <a:cubicBezTo>
                    <a:pt x="0" y="567"/>
                    <a:pt x="158" y="725"/>
                    <a:pt x="347" y="725"/>
                  </a:cubicBezTo>
                  <a:lnTo>
                    <a:pt x="1355" y="725"/>
                  </a:lnTo>
                  <a:cubicBezTo>
                    <a:pt x="1544" y="725"/>
                    <a:pt x="1702" y="567"/>
                    <a:pt x="1702" y="378"/>
                  </a:cubicBezTo>
                  <a:cubicBezTo>
                    <a:pt x="1670" y="158"/>
                    <a:pt x="1544" y="0"/>
                    <a:pt x="13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37" name="Google Shape;2837;p46"/>
          <p:cNvSpPr/>
          <p:nvPr/>
        </p:nvSpPr>
        <p:spPr>
          <a:xfrm>
            <a:off x="1148715" y="2863217"/>
            <a:ext cx="293752" cy="294563"/>
          </a:xfrm>
          <a:custGeom>
            <a:rect b="b" l="l" r="r" t="t"/>
            <a:pathLst>
              <a:path extrusionOk="0" h="11689" w="11658">
                <a:moveTo>
                  <a:pt x="2868" y="8538"/>
                </a:moveTo>
                <a:cubicBezTo>
                  <a:pt x="3025" y="8948"/>
                  <a:pt x="3340" y="9263"/>
                  <a:pt x="3781" y="9452"/>
                </a:cubicBezTo>
                <a:cubicBezTo>
                  <a:pt x="3403" y="9389"/>
                  <a:pt x="2364" y="9231"/>
                  <a:pt x="2080" y="8916"/>
                </a:cubicBezTo>
                <a:cubicBezTo>
                  <a:pt x="2143" y="8885"/>
                  <a:pt x="2332" y="8727"/>
                  <a:pt x="2868" y="8538"/>
                </a:cubicBezTo>
                <a:close/>
                <a:moveTo>
                  <a:pt x="8791" y="8538"/>
                </a:moveTo>
                <a:cubicBezTo>
                  <a:pt x="9326" y="8727"/>
                  <a:pt x="9547" y="8885"/>
                  <a:pt x="9578" y="8916"/>
                </a:cubicBezTo>
                <a:cubicBezTo>
                  <a:pt x="9295" y="9231"/>
                  <a:pt x="8287" y="9389"/>
                  <a:pt x="7877" y="9452"/>
                </a:cubicBezTo>
                <a:cubicBezTo>
                  <a:pt x="8287" y="9294"/>
                  <a:pt x="8602" y="8948"/>
                  <a:pt x="8791" y="8538"/>
                </a:cubicBezTo>
                <a:close/>
                <a:moveTo>
                  <a:pt x="5829" y="725"/>
                </a:moveTo>
                <a:cubicBezTo>
                  <a:pt x="6018" y="725"/>
                  <a:pt x="6176" y="883"/>
                  <a:pt x="6176" y="1072"/>
                </a:cubicBezTo>
                <a:lnTo>
                  <a:pt x="6176" y="4537"/>
                </a:lnTo>
                <a:cubicBezTo>
                  <a:pt x="6176" y="4695"/>
                  <a:pt x="6302" y="4821"/>
                  <a:pt x="6428" y="4852"/>
                </a:cubicBezTo>
                <a:cubicBezTo>
                  <a:pt x="6455" y="4858"/>
                  <a:pt x="6482" y="4860"/>
                  <a:pt x="6508" y="4860"/>
                </a:cubicBezTo>
                <a:cubicBezTo>
                  <a:pt x="6637" y="4860"/>
                  <a:pt x="6754" y="4799"/>
                  <a:pt x="6806" y="4695"/>
                </a:cubicBezTo>
                <a:lnTo>
                  <a:pt x="8287" y="2237"/>
                </a:lnTo>
                <a:cubicBezTo>
                  <a:pt x="8326" y="2139"/>
                  <a:pt x="8415" y="2090"/>
                  <a:pt x="8514" y="2090"/>
                </a:cubicBezTo>
                <a:cubicBezTo>
                  <a:pt x="8574" y="2090"/>
                  <a:pt x="8637" y="2107"/>
                  <a:pt x="8696" y="2143"/>
                </a:cubicBezTo>
                <a:cubicBezTo>
                  <a:pt x="8854" y="2206"/>
                  <a:pt x="8948" y="2426"/>
                  <a:pt x="8854" y="2615"/>
                </a:cubicBezTo>
                <a:lnTo>
                  <a:pt x="7656" y="5041"/>
                </a:lnTo>
                <a:cubicBezTo>
                  <a:pt x="7562" y="5262"/>
                  <a:pt x="7656" y="5451"/>
                  <a:pt x="7814" y="5514"/>
                </a:cubicBezTo>
                <a:cubicBezTo>
                  <a:pt x="7851" y="5551"/>
                  <a:pt x="7898" y="5569"/>
                  <a:pt x="7949" y="5569"/>
                </a:cubicBezTo>
                <a:cubicBezTo>
                  <a:pt x="8028" y="5569"/>
                  <a:pt x="8116" y="5527"/>
                  <a:pt x="8192" y="5451"/>
                </a:cubicBezTo>
                <a:cubicBezTo>
                  <a:pt x="9630" y="4282"/>
                  <a:pt x="9701" y="4254"/>
                  <a:pt x="9704" y="4254"/>
                </a:cubicBezTo>
                <a:cubicBezTo>
                  <a:pt x="9704" y="4254"/>
                  <a:pt x="9704" y="4254"/>
                  <a:pt x="9704" y="4254"/>
                </a:cubicBezTo>
                <a:cubicBezTo>
                  <a:pt x="9752" y="4206"/>
                  <a:pt x="9838" y="4183"/>
                  <a:pt x="9929" y="4183"/>
                </a:cubicBezTo>
                <a:cubicBezTo>
                  <a:pt x="10019" y="4183"/>
                  <a:pt x="10114" y="4206"/>
                  <a:pt x="10177" y="4254"/>
                </a:cubicBezTo>
                <a:cubicBezTo>
                  <a:pt x="10271" y="4380"/>
                  <a:pt x="10271" y="4632"/>
                  <a:pt x="10177" y="4726"/>
                </a:cubicBezTo>
                <a:lnTo>
                  <a:pt x="8318" y="6585"/>
                </a:lnTo>
                <a:cubicBezTo>
                  <a:pt x="8224" y="6680"/>
                  <a:pt x="8192" y="6743"/>
                  <a:pt x="8192" y="6837"/>
                </a:cubicBezTo>
                <a:lnTo>
                  <a:pt x="8192" y="7940"/>
                </a:lnTo>
                <a:cubicBezTo>
                  <a:pt x="8192" y="8349"/>
                  <a:pt x="7908" y="8759"/>
                  <a:pt x="7499" y="8916"/>
                </a:cubicBezTo>
                <a:cubicBezTo>
                  <a:pt x="7184" y="9042"/>
                  <a:pt x="6932" y="9263"/>
                  <a:pt x="6869" y="9609"/>
                </a:cubicBezTo>
                <a:cubicBezTo>
                  <a:pt x="6491" y="9672"/>
                  <a:pt x="6144" y="9672"/>
                  <a:pt x="5798" y="9672"/>
                </a:cubicBezTo>
                <a:cubicBezTo>
                  <a:pt x="5451" y="9672"/>
                  <a:pt x="5073" y="9672"/>
                  <a:pt x="4726" y="9609"/>
                </a:cubicBezTo>
                <a:cubicBezTo>
                  <a:pt x="4663" y="9294"/>
                  <a:pt x="4411" y="9042"/>
                  <a:pt x="4096" y="8916"/>
                </a:cubicBezTo>
                <a:cubicBezTo>
                  <a:pt x="3655" y="8759"/>
                  <a:pt x="3403" y="8381"/>
                  <a:pt x="3403" y="7940"/>
                </a:cubicBezTo>
                <a:cubicBezTo>
                  <a:pt x="3403" y="7562"/>
                  <a:pt x="3277" y="7247"/>
                  <a:pt x="2994" y="6963"/>
                </a:cubicBezTo>
                <a:lnTo>
                  <a:pt x="1418" y="5388"/>
                </a:lnTo>
                <a:cubicBezTo>
                  <a:pt x="1355" y="5293"/>
                  <a:pt x="1355" y="5041"/>
                  <a:pt x="1513" y="4947"/>
                </a:cubicBezTo>
                <a:cubicBezTo>
                  <a:pt x="1568" y="4873"/>
                  <a:pt x="1667" y="4842"/>
                  <a:pt x="1758" y="4842"/>
                </a:cubicBezTo>
                <a:cubicBezTo>
                  <a:pt x="1823" y="4842"/>
                  <a:pt x="1883" y="4858"/>
                  <a:pt x="1923" y="4884"/>
                </a:cubicBezTo>
                <a:cubicBezTo>
                  <a:pt x="3718" y="6238"/>
                  <a:pt x="3592" y="6144"/>
                  <a:pt x="3750" y="6207"/>
                </a:cubicBezTo>
                <a:cubicBezTo>
                  <a:pt x="3834" y="6207"/>
                  <a:pt x="3876" y="6221"/>
                  <a:pt x="3913" y="6221"/>
                </a:cubicBezTo>
                <a:cubicBezTo>
                  <a:pt x="3932" y="6221"/>
                  <a:pt x="3949" y="6217"/>
                  <a:pt x="3970" y="6207"/>
                </a:cubicBezTo>
                <a:cubicBezTo>
                  <a:pt x="5231" y="6238"/>
                  <a:pt x="5483" y="6617"/>
                  <a:pt x="5483" y="7215"/>
                </a:cubicBezTo>
                <a:cubicBezTo>
                  <a:pt x="5483" y="7404"/>
                  <a:pt x="5640" y="7562"/>
                  <a:pt x="5829" y="7562"/>
                </a:cubicBezTo>
                <a:cubicBezTo>
                  <a:pt x="6018" y="7562"/>
                  <a:pt x="6176" y="7404"/>
                  <a:pt x="6176" y="7215"/>
                </a:cubicBezTo>
                <a:cubicBezTo>
                  <a:pt x="6176" y="6554"/>
                  <a:pt x="5924" y="6081"/>
                  <a:pt x="5388" y="5797"/>
                </a:cubicBezTo>
                <a:cubicBezTo>
                  <a:pt x="5073" y="5640"/>
                  <a:pt x="4663" y="5514"/>
                  <a:pt x="4128" y="5514"/>
                </a:cubicBezTo>
                <a:cubicBezTo>
                  <a:pt x="3624" y="4348"/>
                  <a:pt x="2836" y="2647"/>
                  <a:pt x="2805" y="2615"/>
                </a:cubicBezTo>
                <a:cubicBezTo>
                  <a:pt x="2710" y="2458"/>
                  <a:pt x="2805" y="2206"/>
                  <a:pt x="2962" y="2143"/>
                </a:cubicBezTo>
                <a:cubicBezTo>
                  <a:pt x="3015" y="2111"/>
                  <a:pt x="3071" y="2097"/>
                  <a:pt x="3126" y="2097"/>
                </a:cubicBezTo>
                <a:cubicBezTo>
                  <a:pt x="3235" y="2097"/>
                  <a:pt x="3340" y="2153"/>
                  <a:pt x="3403" y="2237"/>
                </a:cubicBezTo>
                <a:lnTo>
                  <a:pt x="4852" y="4695"/>
                </a:lnTo>
                <a:cubicBezTo>
                  <a:pt x="4905" y="4799"/>
                  <a:pt x="5022" y="4860"/>
                  <a:pt x="5150" y="4860"/>
                </a:cubicBezTo>
                <a:cubicBezTo>
                  <a:pt x="5176" y="4860"/>
                  <a:pt x="5204" y="4858"/>
                  <a:pt x="5231" y="4852"/>
                </a:cubicBezTo>
                <a:cubicBezTo>
                  <a:pt x="5388" y="4821"/>
                  <a:pt x="5483" y="4695"/>
                  <a:pt x="5483" y="4537"/>
                </a:cubicBezTo>
                <a:lnTo>
                  <a:pt x="5483" y="1072"/>
                </a:lnTo>
                <a:cubicBezTo>
                  <a:pt x="5483" y="883"/>
                  <a:pt x="5640" y="725"/>
                  <a:pt x="5829" y="725"/>
                </a:cubicBezTo>
                <a:close/>
                <a:moveTo>
                  <a:pt x="8822" y="7310"/>
                </a:moveTo>
                <a:cubicBezTo>
                  <a:pt x="10082" y="7688"/>
                  <a:pt x="10901" y="8318"/>
                  <a:pt x="10901" y="8916"/>
                </a:cubicBezTo>
                <a:cubicBezTo>
                  <a:pt x="10996" y="9925"/>
                  <a:pt x="8791" y="10996"/>
                  <a:pt x="5829" y="10996"/>
                </a:cubicBezTo>
                <a:cubicBezTo>
                  <a:pt x="2868" y="10996"/>
                  <a:pt x="662" y="9988"/>
                  <a:pt x="662" y="8948"/>
                </a:cubicBezTo>
                <a:cubicBezTo>
                  <a:pt x="662" y="8412"/>
                  <a:pt x="1387" y="7814"/>
                  <a:pt x="2490" y="7404"/>
                </a:cubicBezTo>
                <a:lnTo>
                  <a:pt x="2553" y="7499"/>
                </a:lnTo>
                <a:cubicBezTo>
                  <a:pt x="2679" y="7625"/>
                  <a:pt x="2773" y="7782"/>
                  <a:pt x="2773" y="7940"/>
                </a:cubicBezTo>
                <a:cubicBezTo>
                  <a:pt x="2206" y="8097"/>
                  <a:pt x="1387" y="8349"/>
                  <a:pt x="1387" y="8948"/>
                </a:cubicBezTo>
                <a:cubicBezTo>
                  <a:pt x="1387" y="9231"/>
                  <a:pt x="1544" y="9452"/>
                  <a:pt x="1860" y="9672"/>
                </a:cubicBezTo>
                <a:cubicBezTo>
                  <a:pt x="2773" y="10208"/>
                  <a:pt x="4726" y="10334"/>
                  <a:pt x="5798" y="10334"/>
                </a:cubicBezTo>
                <a:cubicBezTo>
                  <a:pt x="6869" y="10334"/>
                  <a:pt x="8822" y="10208"/>
                  <a:pt x="9736" y="9672"/>
                </a:cubicBezTo>
                <a:cubicBezTo>
                  <a:pt x="10051" y="9452"/>
                  <a:pt x="10208" y="9231"/>
                  <a:pt x="10208" y="8948"/>
                </a:cubicBezTo>
                <a:cubicBezTo>
                  <a:pt x="10208" y="8349"/>
                  <a:pt x="9421" y="8097"/>
                  <a:pt x="8822" y="7940"/>
                </a:cubicBezTo>
                <a:lnTo>
                  <a:pt x="8822" y="7310"/>
                </a:lnTo>
                <a:close/>
                <a:moveTo>
                  <a:pt x="5829" y="1"/>
                </a:moveTo>
                <a:cubicBezTo>
                  <a:pt x="5294" y="1"/>
                  <a:pt x="4821" y="473"/>
                  <a:pt x="4821" y="1072"/>
                </a:cubicBezTo>
                <a:lnTo>
                  <a:pt x="4821" y="3309"/>
                </a:lnTo>
                <a:lnTo>
                  <a:pt x="4002" y="1954"/>
                </a:lnTo>
                <a:cubicBezTo>
                  <a:pt x="3807" y="1608"/>
                  <a:pt x="3464" y="1440"/>
                  <a:pt x="3115" y="1440"/>
                </a:cubicBezTo>
                <a:cubicBezTo>
                  <a:pt x="2956" y="1440"/>
                  <a:pt x="2795" y="1475"/>
                  <a:pt x="2647" y="1544"/>
                </a:cubicBezTo>
                <a:cubicBezTo>
                  <a:pt x="2143" y="1765"/>
                  <a:pt x="1923" y="2426"/>
                  <a:pt x="2175" y="2930"/>
                </a:cubicBezTo>
                <a:cubicBezTo>
                  <a:pt x="2206" y="2993"/>
                  <a:pt x="2679" y="4033"/>
                  <a:pt x="3088" y="4915"/>
                </a:cubicBezTo>
                <a:lnTo>
                  <a:pt x="2332" y="4380"/>
                </a:lnTo>
                <a:cubicBezTo>
                  <a:pt x="2157" y="4233"/>
                  <a:pt x="1933" y="4162"/>
                  <a:pt x="1710" y="4162"/>
                </a:cubicBezTo>
                <a:cubicBezTo>
                  <a:pt x="1452" y="4162"/>
                  <a:pt x="1195" y="4257"/>
                  <a:pt x="1009" y="4443"/>
                </a:cubicBezTo>
                <a:cubicBezTo>
                  <a:pt x="599" y="4852"/>
                  <a:pt x="599" y="5514"/>
                  <a:pt x="1009" y="5923"/>
                </a:cubicBezTo>
                <a:lnTo>
                  <a:pt x="1986" y="6900"/>
                </a:lnTo>
                <a:cubicBezTo>
                  <a:pt x="725" y="7404"/>
                  <a:pt x="1" y="8160"/>
                  <a:pt x="1" y="8948"/>
                </a:cubicBezTo>
                <a:cubicBezTo>
                  <a:pt x="1" y="9736"/>
                  <a:pt x="631" y="10460"/>
                  <a:pt x="1828" y="10964"/>
                </a:cubicBezTo>
                <a:cubicBezTo>
                  <a:pt x="2868" y="11437"/>
                  <a:pt x="4348" y="11689"/>
                  <a:pt x="5829" y="11689"/>
                </a:cubicBezTo>
                <a:cubicBezTo>
                  <a:pt x="8948" y="11689"/>
                  <a:pt x="11658" y="10586"/>
                  <a:pt x="11658" y="8979"/>
                </a:cubicBezTo>
                <a:cubicBezTo>
                  <a:pt x="11658" y="8003"/>
                  <a:pt x="10744" y="7184"/>
                  <a:pt x="9169" y="6680"/>
                </a:cubicBezTo>
                <a:lnTo>
                  <a:pt x="10649" y="5199"/>
                </a:lnTo>
                <a:cubicBezTo>
                  <a:pt x="11027" y="4821"/>
                  <a:pt x="11027" y="4159"/>
                  <a:pt x="10649" y="3750"/>
                </a:cubicBezTo>
                <a:cubicBezTo>
                  <a:pt x="10445" y="3561"/>
                  <a:pt x="10185" y="3466"/>
                  <a:pt x="9929" y="3466"/>
                </a:cubicBezTo>
                <a:cubicBezTo>
                  <a:pt x="9673" y="3466"/>
                  <a:pt x="9421" y="3561"/>
                  <a:pt x="9232" y="3750"/>
                </a:cubicBezTo>
                <a:cubicBezTo>
                  <a:pt x="9137" y="3844"/>
                  <a:pt x="9074" y="3876"/>
                  <a:pt x="8948" y="4002"/>
                </a:cubicBezTo>
                <a:cubicBezTo>
                  <a:pt x="8980" y="3876"/>
                  <a:pt x="9421" y="3025"/>
                  <a:pt x="9484" y="2930"/>
                </a:cubicBezTo>
                <a:cubicBezTo>
                  <a:pt x="9736" y="2426"/>
                  <a:pt x="9547" y="1765"/>
                  <a:pt x="9011" y="1544"/>
                </a:cubicBezTo>
                <a:cubicBezTo>
                  <a:pt x="8873" y="1475"/>
                  <a:pt x="8719" y="1440"/>
                  <a:pt x="8564" y="1440"/>
                </a:cubicBezTo>
                <a:cubicBezTo>
                  <a:pt x="8226" y="1440"/>
                  <a:pt x="7883" y="1608"/>
                  <a:pt x="7688" y="1954"/>
                </a:cubicBezTo>
                <a:lnTo>
                  <a:pt x="6869" y="3309"/>
                </a:lnTo>
                <a:lnTo>
                  <a:pt x="6869" y="1072"/>
                </a:lnTo>
                <a:cubicBezTo>
                  <a:pt x="6869" y="505"/>
                  <a:pt x="6396" y="1"/>
                  <a:pt x="582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8" name="Google Shape;2838;p46"/>
          <p:cNvSpPr/>
          <p:nvPr/>
        </p:nvSpPr>
        <p:spPr>
          <a:xfrm>
            <a:off x="1148715" y="3300990"/>
            <a:ext cx="293752" cy="293756"/>
          </a:xfrm>
          <a:custGeom>
            <a:rect b="b" l="l" r="r" t="t"/>
            <a:pathLst>
              <a:path extrusionOk="0" h="11657" w="11658">
                <a:moveTo>
                  <a:pt x="5829" y="662"/>
                </a:moveTo>
                <a:cubicBezTo>
                  <a:pt x="6396" y="662"/>
                  <a:pt x="6869" y="1134"/>
                  <a:pt x="6869" y="1670"/>
                </a:cubicBezTo>
                <a:cubicBezTo>
                  <a:pt x="6869" y="2237"/>
                  <a:pt x="6396" y="2741"/>
                  <a:pt x="5829" y="2741"/>
                </a:cubicBezTo>
                <a:cubicBezTo>
                  <a:pt x="5294" y="2710"/>
                  <a:pt x="4821" y="2237"/>
                  <a:pt x="4821" y="1670"/>
                </a:cubicBezTo>
                <a:cubicBezTo>
                  <a:pt x="4821" y="1134"/>
                  <a:pt x="5294" y="662"/>
                  <a:pt x="5829" y="662"/>
                </a:cubicBezTo>
                <a:close/>
                <a:moveTo>
                  <a:pt x="5829" y="3403"/>
                </a:moveTo>
                <a:cubicBezTo>
                  <a:pt x="7058" y="3403"/>
                  <a:pt x="8034" y="4316"/>
                  <a:pt x="8192" y="5451"/>
                </a:cubicBezTo>
                <a:lnTo>
                  <a:pt x="3466" y="5451"/>
                </a:lnTo>
                <a:cubicBezTo>
                  <a:pt x="3624" y="4285"/>
                  <a:pt x="4600" y="3403"/>
                  <a:pt x="5829" y="3403"/>
                </a:cubicBezTo>
                <a:close/>
                <a:moveTo>
                  <a:pt x="1702" y="8885"/>
                </a:moveTo>
                <a:cubicBezTo>
                  <a:pt x="2269" y="8885"/>
                  <a:pt x="2710" y="9357"/>
                  <a:pt x="2710" y="9924"/>
                </a:cubicBezTo>
                <a:cubicBezTo>
                  <a:pt x="2710" y="10460"/>
                  <a:pt x="2269" y="10932"/>
                  <a:pt x="1702" y="10932"/>
                </a:cubicBezTo>
                <a:cubicBezTo>
                  <a:pt x="1135" y="10932"/>
                  <a:pt x="694" y="10460"/>
                  <a:pt x="694" y="9924"/>
                </a:cubicBezTo>
                <a:cubicBezTo>
                  <a:pt x="694" y="9357"/>
                  <a:pt x="1135" y="8885"/>
                  <a:pt x="1702" y="8885"/>
                </a:cubicBezTo>
                <a:close/>
                <a:moveTo>
                  <a:pt x="5829" y="8885"/>
                </a:moveTo>
                <a:cubicBezTo>
                  <a:pt x="6396" y="8885"/>
                  <a:pt x="6869" y="9357"/>
                  <a:pt x="6869" y="9924"/>
                </a:cubicBezTo>
                <a:cubicBezTo>
                  <a:pt x="6869" y="10460"/>
                  <a:pt x="6396" y="10932"/>
                  <a:pt x="5829" y="10932"/>
                </a:cubicBezTo>
                <a:cubicBezTo>
                  <a:pt x="5294" y="10932"/>
                  <a:pt x="4821" y="10460"/>
                  <a:pt x="4821" y="9924"/>
                </a:cubicBezTo>
                <a:cubicBezTo>
                  <a:pt x="4821" y="9357"/>
                  <a:pt x="5294" y="8885"/>
                  <a:pt x="5829" y="8885"/>
                </a:cubicBezTo>
                <a:close/>
                <a:moveTo>
                  <a:pt x="9956" y="8885"/>
                </a:moveTo>
                <a:cubicBezTo>
                  <a:pt x="10523" y="8885"/>
                  <a:pt x="10996" y="9357"/>
                  <a:pt x="10996" y="9924"/>
                </a:cubicBezTo>
                <a:cubicBezTo>
                  <a:pt x="10996" y="10460"/>
                  <a:pt x="10523" y="10932"/>
                  <a:pt x="9956" y="10932"/>
                </a:cubicBezTo>
                <a:cubicBezTo>
                  <a:pt x="9421" y="10932"/>
                  <a:pt x="8948" y="10460"/>
                  <a:pt x="8948" y="9924"/>
                </a:cubicBezTo>
                <a:cubicBezTo>
                  <a:pt x="8948" y="9357"/>
                  <a:pt x="9421" y="8885"/>
                  <a:pt x="9956" y="8885"/>
                </a:cubicBezTo>
                <a:close/>
                <a:moveTo>
                  <a:pt x="5829" y="0"/>
                </a:moveTo>
                <a:cubicBezTo>
                  <a:pt x="4884" y="0"/>
                  <a:pt x="4128" y="725"/>
                  <a:pt x="4128" y="1670"/>
                </a:cubicBezTo>
                <a:cubicBezTo>
                  <a:pt x="4128" y="2143"/>
                  <a:pt x="4285" y="2584"/>
                  <a:pt x="4663" y="2899"/>
                </a:cubicBezTo>
                <a:lnTo>
                  <a:pt x="4695" y="2930"/>
                </a:lnTo>
                <a:cubicBezTo>
                  <a:pt x="3561" y="3403"/>
                  <a:pt x="2773" y="4505"/>
                  <a:pt x="2773" y="5766"/>
                </a:cubicBezTo>
                <a:cubicBezTo>
                  <a:pt x="2773" y="5955"/>
                  <a:pt x="2931" y="6144"/>
                  <a:pt x="3120" y="6144"/>
                </a:cubicBezTo>
                <a:lnTo>
                  <a:pt x="5514" y="6144"/>
                </a:lnTo>
                <a:lnTo>
                  <a:pt x="5514" y="6837"/>
                </a:lnTo>
                <a:lnTo>
                  <a:pt x="2395" y="6837"/>
                </a:lnTo>
                <a:cubicBezTo>
                  <a:pt x="1860" y="6837"/>
                  <a:pt x="1387" y="7309"/>
                  <a:pt x="1387" y="7876"/>
                </a:cubicBezTo>
                <a:lnTo>
                  <a:pt x="1387" y="8254"/>
                </a:lnTo>
                <a:cubicBezTo>
                  <a:pt x="599" y="8412"/>
                  <a:pt x="1" y="9137"/>
                  <a:pt x="1" y="9956"/>
                </a:cubicBezTo>
                <a:cubicBezTo>
                  <a:pt x="1" y="10901"/>
                  <a:pt x="757" y="11657"/>
                  <a:pt x="1702" y="11657"/>
                </a:cubicBezTo>
                <a:cubicBezTo>
                  <a:pt x="2647" y="11657"/>
                  <a:pt x="3403" y="10901"/>
                  <a:pt x="3403" y="9956"/>
                </a:cubicBezTo>
                <a:cubicBezTo>
                  <a:pt x="3403" y="9137"/>
                  <a:pt x="2805" y="8412"/>
                  <a:pt x="2017" y="8254"/>
                </a:cubicBezTo>
                <a:lnTo>
                  <a:pt x="2017" y="7876"/>
                </a:lnTo>
                <a:cubicBezTo>
                  <a:pt x="2017" y="7656"/>
                  <a:pt x="2175" y="7498"/>
                  <a:pt x="2364" y="7498"/>
                </a:cubicBezTo>
                <a:lnTo>
                  <a:pt x="5483" y="7498"/>
                </a:lnTo>
                <a:lnTo>
                  <a:pt x="5483" y="8223"/>
                </a:lnTo>
                <a:cubicBezTo>
                  <a:pt x="4695" y="8380"/>
                  <a:pt x="4096" y="9074"/>
                  <a:pt x="4096" y="9924"/>
                </a:cubicBezTo>
                <a:cubicBezTo>
                  <a:pt x="4096" y="10869"/>
                  <a:pt x="4852" y="11594"/>
                  <a:pt x="5798" y="11594"/>
                </a:cubicBezTo>
                <a:cubicBezTo>
                  <a:pt x="6743" y="11594"/>
                  <a:pt x="7499" y="10869"/>
                  <a:pt x="7499" y="9924"/>
                </a:cubicBezTo>
                <a:cubicBezTo>
                  <a:pt x="7499" y="9074"/>
                  <a:pt x="6900" y="8380"/>
                  <a:pt x="6113" y="8223"/>
                </a:cubicBezTo>
                <a:lnTo>
                  <a:pt x="6113" y="7498"/>
                </a:lnTo>
                <a:lnTo>
                  <a:pt x="9232" y="7498"/>
                </a:lnTo>
                <a:cubicBezTo>
                  <a:pt x="9421" y="7498"/>
                  <a:pt x="9578" y="7656"/>
                  <a:pt x="9578" y="7876"/>
                </a:cubicBezTo>
                <a:lnTo>
                  <a:pt x="9578" y="8254"/>
                </a:lnTo>
                <a:cubicBezTo>
                  <a:pt x="8791" y="8412"/>
                  <a:pt x="8192" y="9137"/>
                  <a:pt x="8192" y="9956"/>
                </a:cubicBezTo>
                <a:cubicBezTo>
                  <a:pt x="8192" y="10901"/>
                  <a:pt x="8948" y="11657"/>
                  <a:pt x="9893" y="11657"/>
                </a:cubicBezTo>
                <a:cubicBezTo>
                  <a:pt x="10838" y="11657"/>
                  <a:pt x="11595" y="10901"/>
                  <a:pt x="11595" y="9956"/>
                </a:cubicBezTo>
                <a:cubicBezTo>
                  <a:pt x="11658" y="9074"/>
                  <a:pt x="11059" y="8412"/>
                  <a:pt x="10271" y="8254"/>
                </a:cubicBezTo>
                <a:lnTo>
                  <a:pt x="10271" y="7876"/>
                </a:lnTo>
                <a:cubicBezTo>
                  <a:pt x="10271" y="7309"/>
                  <a:pt x="9799" y="6837"/>
                  <a:pt x="9263" y="6837"/>
                </a:cubicBezTo>
                <a:lnTo>
                  <a:pt x="6144" y="6837"/>
                </a:lnTo>
                <a:lnTo>
                  <a:pt x="6144" y="6144"/>
                </a:lnTo>
                <a:lnTo>
                  <a:pt x="8539" y="6144"/>
                </a:lnTo>
                <a:cubicBezTo>
                  <a:pt x="8759" y="6144"/>
                  <a:pt x="8917" y="5955"/>
                  <a:pt x="8917" y="5766"/>
                </a:cubicBezTo>
                <a:cubicBezTo>
                  <a:pt x="8917" y="4474"/>
                  <a:pt x="8129" y="3371"/>
                  <a:pt x="6963" y="2930"/>
                </a:cubicBezTo>
                <a:lnTo>
                  <a:pt x="7026" y="2899"/>
                </a:lnTo>
                <a:cubicBezTo>
                  <a:pt x="7341" y="2584"/>
                  <a:pt x="7530" y="2143"/>
                  <a:pt x="7530" y="1670"/>
                </a:cubicBezTo>
                <a:cubicBezTo>
                  <a:pt x="7530" y="725"/>
                  <a:pt x="6774" y="0"/>
                  <a:pt x="582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9" name="Google Shape;2839;p46"/>
          <p:cNvSpPr/>
          <p:nvPr/>
        </p:nvSpPr>
        <p:spPr>
          <a:xfrm>
            <a:off x="1148734" y="3745295"/>
            <a:ext cx="293715" cy="279906"/>
          </a:xfrm>
          <a:custGeom>
            <a:rect b="b" l="l" r="r" t="t"/>
            <a:pathLst>
              <a:path extrusionOk="0" h="11681" w="12256">
                <a:moveTo>
                  <a:pt x="8853" y="2072"/>
                </a:moveTo>
                <a:cubicBezTo>
                  <a:pt x="9121" y="2072"/>
                  <a:pt x="9389" y="2174"/>
                  <a:pt x="9578" y="2379"/>
                </a:cubicBezTo>
                <a:cubicBezTo>
                  <a:pt x="9987" y="2757"/>
                  <a:pt x="9987" y="3418"/>
                  <a:pt x="9578" y="3828"/>
                </a:cubicBezTo>
                <a:lnTo>
                  <a:pt x="8601" y="4805"/>
                </a:lnTo>
                <a:cubicBezTo>
                  <a:pt x="8444" y="4490"/>
                  <a:pt x="8254" y="4206"/>
                  <a:pt x="8002" y="3954"/>
                </a:cubicBezTo>
                <a:cubicBezTo>
                  <a:pt x="7782" y="3702"/>
                  <a:pt x="7467" y="3481"/>
                  <a:pt x="7152" y="3355"/>
                </a:cubicBezTo>
                <a:lnTo>
                  <a:pt x="8128" y="2379"/>
                </a:lnTo>
                <a:cubicBezTo>
                  <a:pt x="8317" y="2174"/>
                  <a:pt x="8585" y="2072"/>
                  <a:pt x="8853" y="2072"/>
                </a:cubicBezTo>
                <a:close/>
                <a:moveTo>
                  <a:pt x="5794" y="5110"/>
                </a:moveTo>
                <a:cubicBezTo>
                  <a:pt x="6066" y="5110"/>
                  <a:pt x="6350" y="5200"/>
                  <a:pt x="6553" y="5403"/>
                </a:cubicBezTo>
                <a:cubicBezTo>
                  <a:pt x="6837" y="5687"/>
                  <a:pt x="6900" y="6096"/>
                  <a:pt x="6774" y="6474"/>
                </a:cubicBezTo>
                <a:cubicBezTo>
                  <a:pt x="6675" y="6501"/>
                  <a:pt x="6569" y="6515"/>
                  <a:pt x="6462" y="6515"/>
                </a:cubicBezTo>
                <a:cubicBezTo>
                  <a:pt x="6192" y="6515"/>
                  <a:pt x="5915" y="6425"/>
                  <a:pt x="5734" y="6222"/>
                </a:cubicBezTo>
                <a:cubicBezTo>
                  <a:pt x="5451" y="5939"/>
                  <a:pt x="5356" y="5529"/>
                  <a:pt x="5482" y="5151"/>
                </a:cubicBezTo>
                <a:cubicBezTo>
                  <a:pt x="5580" y="5124"/>
                  <a:pt x="5686" y="5110"/>
                  <a:pt x="5794" y="5110"/>
                </a:cubicBezTo>
                <a:close/>
                <a:moveTo>
                  <a:pt x="8869" y="662"/>
                </a:moveTo>
                <a:cubicBezTo>
                  <a:pt x="9475" y="662"/>
                  <a:pt x="10082" y="898"/>
                  <a:pt x="10554" y="1371"/>
                </a:cubicBezTo>
                <a:cubicBezTo>
                  <a:pt x="11499" y="2316"/>
                  <a:pt x="11499" y="3828"/>
                  <a:pt x="10554" y="4773"/>
                </a:cubicBezTo>
                <a:lnTo>
                  <a:pt x="8160" y="7167"/>
                </a:lnTo>
                <a:cubicBezTo>
                  <a:pt x="7687" y="7640"/>
                  <a:pt x="7081" y="7876"/>
                  <a:pt x="6474" y="7876"/>
                </a:cubicBezTo>
                <a:cubicBezTo>
                  <a:pt x="5868" y="7876"/>
                  <a:pt x="5262" y="7640"/>
                  <a:pt x="4789" y="7167"/>
                </a:cubicBezTo>
                <a:cubicBezTo>
                  <a:pt x="4537" y="6947"/>
                  <a:pt x="4348" y="6632"/>
                  <a:pt x="4222" y="6254"/>
                </a:cubicBezTo>
                <a:lnTo>
                  <a:pt x="4789" y="5718"/>
                </a:lnTo>
                <a:cubicBezTo>
                  <a:pt x="4820" y="6065"/>
                  <a:pt x="4978" y="6411"/>
                  <a:pt x="5262" y="6695"/>
                </a:cubicBezTo>
                <a:cubicBezTo>
                  <a:pt x="5592" y="7026"/>
                  <a:pt x="6026" y="7191"/>
                  <a:pt x="6459" y="7191"/>
                </a:cubicBezTo>
                <a:cubicBezTo>
                  <a:pt x="6892" y="7191"/>
                  <a:pt x="7325" y="7026"/>
                  <a:pt x="7656" y="6695"/>
                </a:cubicBezTo>
                <a:lnTo>
                  <a:pt x="10050" y="4301"/>
                </a:lnTo>
                <a:cubicBezTo>
                  <a:pt x="10712" y="3639"/>
                  <a:pt x="10712" y="2568"/>
                  <a:pt x="10050" y="1906"/>
                </a:cubicBezTo>
                <a:cubicBezTo>
                  <a:pt x="9719" y="1560"/>
                  <a:pt x="9286" y="1386"/>
                  <a:pt x="8853" y="1386"/>
                </a:cubicBezTo>
                <a:cubicBezTo>
                  <a:pt x="8420" y="1386"/>
                  <a:pt x="7987" y="1560"/>
                  <a:pt x="7656" y="1906"/>
                </a:cubicBezTo>
                <a:lnTo>
                  <a:pt x="6427" y="3103"/>
                </a:lnTo>
                <a:cubicBezTo>
                  <a:pt x="6243" y="3066"/>
                  <a:pt x="6058" y="3051"/>
                  <a:pt x="5874" y="3051"/>
                </a:cubicBezTo>
                <a:cubicBezTo>
                  <a:pt x="5743" y="3051"/>
                  <a:pt x="5613" y="3059"/>
                  <a:pt x="5482" y="3072"/>
                </a:cubicBezTo>
                <a:lnTo>
                  <a:pt x="7183" y="1371"/>
                </a:lnTo>
                <a:cubicBezTo>
                  <a:pt x="7656" y="898"/>
                  <a:pt x="8262" y="662"/>
                  <a:pt x="8869" y="662"/>
                </a:cubicBezTo>
                <a:close/>
                <a:moveTo>
                  <a:pt x="3686" y="6821"/>
                </a:moveTo>
                <a:cubicBezTo>
                  <a:pt x="3844" y="7136"/>
                  <a:pt x="4033" y="7420"/>
                  <a:pt x="4253" y="7672"/>
                </a:cubicBezTo>
                <a:cubicBezTo>
                  <a:pt x="4505" y="7924"/>
                  <a:pt x="4820" y="8144"/>
                  <a:pt x="5135" y="8270"/>
                </a:cubicBezTo>
                <a:lnTo>
                  <a:pt x="4096" y="9278"/>
                </a:lnTo>
                <a:cubicBezTo>
                  <a:pt x="3907" y="9483"/>
                  <a:pt x="3647" y="9585"/>
                  <a:pt x="3383" y="9585"/>
                </a:cubicBezTo>
                <a:cubicBezTo>
                  <a:pt x="3119" y="9585"/>
                  <a:pt x="2851" y="9483"/>
                  <a:pt x="2647" y="9278"/>
                </a:cubicBezTo>
                <a:cubicBezTo>
                  <a:pt x="2269" y="8900"/>
                  <a:pt x="2269" y="8239"/>
                  <a:pt x="2647" y="7829"/>
                </a:cubicBezTo>
                <a:lnTo>
                  <a:pt x="3686" y="6821"/>
                </a:lnTo>
                <a:close/>
                <a:moveTo>
                  <a:pt x="5844" y="3718"/>
                </a:moveTo>
                <a:cubicBezTo>
                  <a:pt x="6451" y="3718"/>
                  <a:pt x="7057" y="3954"/>
                  <a:pt x="7530" y="4427"/>
                </a:cubicBezTo>
                <a:cubicBezTo>
                  <a:pt x="7782" y="4647"/>
                  <a:pt x="7971" y="4962"/>
                  <a:pt x="8097" y="5309"/>
                </a:cubicBezTo>
                <a:lnTo>
                  <a:pt x="7530" y="5876"/>
                </a:lnTo>
                <a:cubicBezTo>
                  <a:pt x="7498" y="5529"/>
                  <a:pt x="7341" y="5151"/>
                  <a:pt x="7057" y="4899"/>
                </a:cubicBezTo>
                <a:cubicBezTo>
                  <a:pt x="6726" y="4553"/>
                  <a:pt x="6293" y="4379"/>
                  <a:pt x="5860" y="4379"/>
                </a:cubicBezTo>
                <a:cubicBezTo>
                  <a:pt x="5427" y="4379"/>
                  <a:pt x="4994" y="4553"/>
                  <a:pt x="4663" y="4899"/>
                </a:cubicBezTo>
                <a:lnTo>
                  <a:pt x="2174" y="7357"/>
                </a:lnTo>
                <a:cubicBezTo>
                  <a:pt x="1512" y="8050"/>
                  <a:pt x="1512" y="9089"/>
                  <a:pt x="2174" y="9782"/>
                </a:cubicBezTo>
                <a:cubicBezTo>
                  <a:pt x="2505" y="10113"/>
                  <a:pt x="2938" y="10279"/>
                  <a:pt x="3371" y="10279"/>
                </a:cubicBezTo>
                <a:cubicBezTo>
                  <a:pt x="3804" y="10279"/>
                  <a:pt x="4238" y="10113"/>
                  <a:pt x="4568" y="9782"/>
                </a:cubicBezTo>
                <a:lnTo>
                  <a:pt x="5892" y="8459"/>
                </a:lnTo>
                <a:cubicBezTo>
                  <a:pt x="6122" y="8505"/>
                  <a:pt x="6336" y="8535"/>
                  <a:pt x="6570" y="8535"/>
                </a:cubicBezTo>
                <a:cubicBezTo>
                  <a:pt x="6656" y="8535"/>
                  <a:pt x="6744" y="8531"/>
                  <a:pt x="6837" y="8522"/>
                </a:cubicBezTo>
                <a:lnTo>
                  <a:pt x="6837" y="8522"/>
                </a:lnTo>
                <a:lnTo>
                  <a:pt x="5041" y="10286"/>
                </a:lnTo>
                <a:cubicBezTo>
                  <a:pt x="4568" y="10759"/>
                  <a:pt x="3962" y="10995"/>
                  <a:pt x="3355" y="10995"/>
                </a:cubicBezTo>
                <a:cubicBezTo>
                  <a:pt x="2749" y="10995"/>
                  <a:pt x="2143" y="10759"/>
                  <a:pt x="1670" y="10286"/>
                </a:cubicBezTo>
                <a:cubicBezTo>
                  <a:pt x="725" y="9341"/>
                  <a:pt x="725" y="7829"/>
                  <a:pt x="1670" y="6884"/>
                </a:cubicBezTo>
                <a:lnTo>
                  <a:pt x="4159" y="4427"/>
                </a:lnTo>
                <a:cubicBezTo>
                  <a:pt x="4631" y="3954"/>
                  <a:pt x="5238" y="3718"/>
                  <a:pt x="5844" y="3718"/>
                </a:cubicBezTo>
                <a:close/>
                <a:moveTo>
                  <a:pt x="8869" y="0"/>
                </a:moveTo>
                <a:cubicBezTo>
                  <a:pt x="8081" y="0"/>
                  <a:pt x="7294" y="299"/>
                  <a:pt x="6711" y="898"/>
                </a:cubicBezTo>
                <a:lnTo>
                  <a:pt x="1197" y="6411"/>
                </a:lnTo>
                <a:cubicBezTo>
                  <a:pt x="0" y="7609"/>
                  <a:pt x="0" y="9562"/>
                  <a:pt x="1197" y="10759"/>
                </a:cubicBezTo>
                <a:cubicBezTo>
                  <a:pt x="1812" y="11373"/>
                  <a:pt x="2599" y="11681"/>
                  <a:pt x="3379" y="11681"/>
                </a:cubicBezTo>
                <a:cubicBezTo>
                  <a:pt x="4159" y="11681"/>
                  <a:pt x="4931" y="11373"/>
                  <a:pt x="5514" y="10759"/>
                </a:cubicBezTo>
                <a:lnTo>
                  <a:pt x="11027" y="5246"/>
                </a:lnTo>
                <a:cubicBezTo>
                  <a:pt x="12256" y="4017"/>
                  <a:pt x="12256" y="2095"/>
                  <a:pt x="11027" y="898"/>
                </a:cubicBezTo>
                <a:cubicBezTo>
                  <a:pt x="10444" y="299"/>
                  <a:pt x="9656" y="0"/>
                  <a:pt x="886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840" name="Google Shape;2840;p46"/>
          <p:cNvGrpSpPr/>
          <p:nvPr/>
        </p:nvGrpSpPr>
        <p:grpSpPr>
          <a:xfrm>
            <a:off x="3333097" y="2864011"/>
            <a:ext cx="293752" cy="292975"/>
            <a:chOff x="-30805300" y="1938725"/>
            <a:chExt cx="291450" cy="290650"/>
          </a:xfrm>
        </p:grpSpPr>
        <p:sp>
          <p:nvSpPr>
            <p:cNvPr id="2841" name="Google Shape;2841;p46"/>
            <p:cNvSpPr/>
            <p:nvPr/>
          </p:nvSpPr>
          <p:spPr>
            <a:xfrm>
              <a:off x="-30805300" y="1938725"/>
              <a:ext cx="291450" cy="290650"/>
            </a:xfrm>
            <a:custGeom>
              <a:rect b="b" l="l" r="r" t="t"/>
              <a:pathLst>
                <a:path extrusionOk="0" h="11626" w="11658">
                  <a:moveTo>
                    <a:pt x="6806" y="694"/>
                  </a:moveTo>
                  <a:lnTo>
                    <a:pt x="6806" y="1450"/>
                  </a:lnTo>
                  <a:lnTo>
                    <a:pt x="6112" y="1450"/>
                  </a:lnTo>
                  <a:lnTo>
                    <a:pt x="6112" y="694"/>
                  </a:lnTo>
                  <a:close/>
                  <a:moveTo>
                    <a:pt x="10586" y="4821"/>
                  </a:moveTo>
                  <a:cubicBezTo>
                    <a:pt x="10807" y="4821"/>
                    <a:pt x="10964" y="5010"/>
                    <a:pt x="10964" y="5199"/>
                  </a:cubicBezTo>
                  <a:cubicBezTo>
                    <a:pt x="10964" y="5388"/>
                    <a:pt x="10807" y="5545"/>
                    <a:pt x="10586" y="5545"/>
                  </a:cubicBezTo>
                  <a:lnTo>
                    <a:pt x="8570" y="5545"/>
                  </a:lnTo>
                  <a:cubicBezTo>
                    <a:pt x="8349" y="5545"/>
                    <a:pt x="8192" y="5388"/>
                    <a:pt x="8192" y="5199"/>
                  </a:cubicBezTo>
                  <a:cubicBezTo>
                    <a:pt x="8192" y="5010"/>
                    <a:pt x="8349" y="4821"/>
                    <a:pt x="8570" y="4821"/>
                  </a:cubicBezTo>
                  <a:close/>
                  <a:moveTo>
                    <a:pt x="6459" y="3529"/>
                  </a:moveTo>
                  <a:cubicBezTo>
                    <a:pt x="7089" y="3529"/>
                    <a:pt x="7656" y="3844"/>
                    <a:pt x="7971" y="4411"/>
                  </a:cubicBezTo>
                  <a:cubicBezTo>
                    <a:pt x="7688" y="4600"/>
                    <a:pt x="7499" y="4915"/>
                    <a:pt x="7499" y="5262"/>
                  </a:cubicBezTo>
                  <a:cubicBezTo>
                    <a:pt x="7499" y="5388"/>
                    <a:pt x="7530" y="5545"/>
                    <a:pt x="7562" y="5672"/>
                  </a:cubicBezTo>
                  <a:cubicBezTo>
                    <a:pt x="7121" y="5703"/>
                    <a:pt x="6806" y="6113"/>
                    <a:pt x="6806" y="6585"/>
                  </a:cubicBezTo>
                  <a:cubicBezTo>
                    <a:pt x="6806" y="6680"/>
                    <a:pt x="6806" y="6774"/>
                    <a:pt x="6869" y="6900"/>
                  </a:cubicBezTo>
                  <a:cubicBezTo>
                    <a:pt x="6743" y="6932"/>
                    <a:pt x="6617" y="6932"/>
                    <a:pt x="6459" y="6932"/>
                  </a:cubicBezTo>
                  <a:cubicBezTo>
                    <a:pt x="5514" y="6932"/>
                    <a:pt x="4758" y="6176"/>
                    <a:pt x="4758" y="5230"/>
                  </a:cubicBezTo>
                  <a:cubicBezTo>
                    <a:pt x="4758" y="4285"/>
                    <a:pt x="5514" y="3529"/>
                    <a:pt x="6459" y="3529"/>
                  </a:cubicBezTo>
                  <a:close/>
                  <a:moveTo>
                    <a:pt x="9893" y="6207"/>
                  </a:moveTo>
                  <a:cubicBezTo>
                    <a:pt x="10082" y="6207"/>
                    <a:pt x="10240" y="6365"/>
                    <a:pt x="10240" y="6585"/>
                  </a:cubicBezTo>
                  <a:cubicBezTo>
                    <a:pt x="10240" y="6774"/>
                    <a:pt x="10082" y="6932"/>
                    <a:pt x="9893" y="6932"/>
                  </a:cubicBezTo>
                  <a:lnTo>
                    <a:pt x="7845" y="6932"/>
                  </a:lnTo>
                  <a:cubicBezTo>
                    <a:pt x="7656" y="6932"/>
                    <a:pt x="7499" y="6774"/>
                    <a:pt x="7499" y="6585"/>
                  </a:cubicBezTo>
                  <a:cubicBezTo>
                    <a:pt x="7499" y="6365"/>
                    <a:pt x="7656" y="6207"/>
                    <a:pt x="7845" y="6207"/>
                  </a:cubicBezTo>
                  <a:close/>
                  <a:moveTo>
                    <a:pt x="9231" y="7562"/>
                  </a:moveTo>
                  <a:cubicBezTo>
                    <a:pt x="9420" y="7562"/>
                    <a:pt x="9578" y="7719"/>
                    <a:pt x="9578" y="7908"/>
                  </a:cubicBezTo>
                  <a:cubicBezTo>
                    <a:pt x="9578" y="8097"/>
                    <a:pt x="9420" y="8255"/>
                    <a:pt x="9231" y="8255"/>
                  </a:cubicBezTo>
                  <a:lnTo>
                    <a:pt x="7845" y="8255"/>
                  </a:lnTo>
                  <a:cubicBezTo>
                    <a:pt x="7656" y="8255"/>
                    <a:pt x="7499" y="8097"/>
                    <a:pt x="7499" y="7908"/>
                  </a:cubicBezTo>
                  <a:cubicBezTo>
                    <a:pt x="7499" y="7719"/>
                    <a:pt x="7656" y="7562"/>
                    <a:pt x="7845" y="7562"/>
                  </a:cubicBezTo>
                  <a:close/>
                  <a:moveTo>
                    <a:pt x="6595" y="2171"/>
                  </a:moveTo>
                  <a:cubicBezTo>
                    <a:pt x="7889" y="2171"/>
                    <a:pt x="8963" y="3033"/>
                    <a:pt x="9389" y="4159"/>
                  </a:cubicBezTo>
                  <a:lnTo>
                    <a:pt x="8633" y="4159"/>
                  </a:lnTo>
                  <a:cubicBezTo>
                    <a:pt x="8223" y="3340"/>
                    <a:pt x="7404" y="2805"/>
                    <a:pt x="6459" y="2805"/>
                  </a:cubicBezTo>
                  <a:cubicBezTo>
                    <a:pt x="5136" y="2805"/>
                    <a:pt x="4065" y="3844"/>
                    <a:pt x="4065" y="5199"/>
                  </a:cubicBezTo>
                  <a:cubicBezTo>
                    <a:pt x="4065" y="6522"/>
                    <a:pt x="5136" y="7593"/>
                    <a:pt x="6459" y="7593"/>
                  </a:cubicBezTo>
                  <a:cubicBezTo>
                    <a:pt x="6617" y="7593"/>
                    <a:pt x="6743" y="7593"/>
                    <a:pt x="6900" y="7562"/>
                  </a:cubicBezTo>
                  <a:lnTo>
                    <a:pt x="6900" y="7562"/>
                  </a:lnTo>
                  <a:cubicBezTo>
                    <a:pt x="6869" y="7688"/>
                    <a:pt x="6806" y="7782"/>
                    <a:pt x="6806" y="7940"/>
                  </a:cubicBezTo>
                  <a:cubicBezTo>
                    <a:pt x="6806" y="8066"/>
                    <a:pt x="6806" y="8192"/>
                    <a:pt x="6869" y="8255"/>
                  </a:cubicBezTo>
                  <a:cubicBezTo>
                    <a:pt x="6743" y="8255"/>
                    <a:pt x="6585" y="8318"/>
                    <a:pt x="6459" y="8318"/>
                  </a:cubicBezTo>
                  <a:cubicBezTo>
                    <a:pt x="4758" y="8318"/>
                    <a:pt x="3403" y="6932"/>
                    <a:pt x="3403" y="5230"/>
                  </a:cubicBezTo>
                  <a:cubicBezTo>
                    <a:pt x="3403" y="3529"/>
                    <a:pt x="4758" y="2174"/>
                    <a:pt x="6459" y="2174"/>
                  </a:cubicBezTo>
                  <a:cubicBezTo>
                    <a:pt x="6505" y="2172"/>
                    <a:pt x="6550" y="2171"/>
                    <a:pt x="6595" y="2171"/>
                  </a:cubicBezTo>
                  <a:close/>
                  <a:moveTo>
                    <a:pt x="8538" y="8917"/>
                  </a:moveTo>
                  <a:cubicBezTo>
                    <a:pt x="8759" y="8917"/>
                    <a:pt x="8916" y="9074"/>
                    <a:pt x="8916" y="9295"/>
                  </a:cubicBezTo>
                  <a:cubicBezTo>
                    <a:pt x="8853" y="9484"/>
                    <a:pt x="8696" y="9641"/>
                    <a:pt x="8538" y="9641"/>
                  </a:cubicBezTo>
                  <a:lnTo>
                    <a:pt x="7877" y="9641"/>
                  </a:lnTo>
                  <a:cubicBezTo>
                    <a:pt x="7688" y="9641"/>
                    <a:pt x="7530" y="9484"/>
                    <a:pt x="7530" y="9295"/>
                  </a:cubicBezTo>
                  <a:cubicBezTo>
                    <a:pt x="7530" y="9074"/>
                    <a:pt x="7688" y="8917"/>
                    <a:pt x="7877" y="8917"/>
                  </a:cubicBezTo>
                  <a:close/>
                  <a:moveTo>
                    <a:pt x="3592" y="1765"/>
                  </a:moveTo>
                  <a:cubicBezTo>
                    <a:pt x="3655" y="2111"/>
                    <a:pt x="3655" y="2427"/>
                    <a:pt x="3592" y="2805"/>
                  </a:cubicBezTo>
                  <a:cubicBezTo>
                    <a:pt x="3025" y="3466"/>
                    <a:pt x="2710" y="4285"/>
                    <a:pt x="2710" y="5199"/>
                  </a:cubicBezTo>
                  <a:cubicBezTo>
                    <a:pt x="2710" y="7278"/>
                    <a:pt x="4411" y="8917"/>
                    <a:pt x="6459" y="8917"/>
                  </a:cubicBezTo>
                  <a:cubicBezTo>
                    <a:pt x="6585" y="8917"/>
                    <a:pt x="6743" y="8917"/>
                    <a:pt x="6869" y="8885"/>
                  </a:cubicBezTo>
                  <a:lnTo>
                    <a:pt x="6869" y="8885"/>
                  </a:lnTo>
                  <a:cubicBezTo>
                    <a:pt x="6806" y="9011"/>
                    <a:pt x="6774" y="9137"/>
                    <a:pt x="6774" y="9232"/>
                  </a:cubicBezTo>
                  <a:cubicBezTo>
                    <a:pt x="6774" y="9358"/>
                    <a:pt x="6806" y="9484"/>
                    <a:pt x="6806" y="9610"/>
                  </a:cubicBezTo>
                  <a:lnTo>
                    <a:pt x="4915" y="9610"/>
                  </a:lnTo>
                  <a:cubicBezTo>
                    <a:pt x="4537" y="9641"/>
                    <a:pt x="4096" y="9830"/>
                    <a:pt x="3781" y="10145"/>
                  </a:cubicBezTo>
                  <a:lnTo>
                    <a:pt x="3088" y="10870"/>
                  </a:lnTo>
                  <a:lnTo>
                    <a:pt x="788" y="8633"/>
                  </a:lnTo>
                  <a:lnTo>
                    <a:pt x="1544" y="7908"/>
                  </a:lnTo>
                  <a:cubicBezTo>
                    <a:pt x="1859" y="7593"/>
                    <a:pt x="2048" y="7152"/>
                    <a:pt x="2048" y="6680"/>
                  </a:cubicBezTo>
                  <a:lnTo>
                    <a:pt x="2048" y="3655"/>
                  </a:lnTo>
                  <a:cubicBezTo>
                    <a:pt x="2048" y="3592"/>
                    <a:pt x="2080" y="3498"/>
                    <a:pt x="2143" y="3435"/>
                  </a:cubicBezTo>
                  <a:lnTo>
                    <a:pt x="3592" y="1765"/>
                  </a:lnTo>
                  <a:close/>
                  <a:moveTo>
                    <a:pt x="5167" y="1"/>
                  </a:moveTo>
                  <a:cubicBezTo>
                    <a:pt x="4978" y="1"/>
                    <a:pt x="4821" y="158"/>
                    <a:pt x="4821" y="347"/>
                  </a:cubicBezTo>
                  <a:cubicBezTo>
                    <a:pt x="4821" y="536"/>
                    <a:pt x="4978" y="694"/>
                    <a:pt x="5167" y="694"/>
                  </a:cubicBezTo>
                  <a:lnTo>
                    <a:pt x="5514" y="694"/>
                  </a:lnTo>
                  <a:lnTo>
                    <a:pt x="5514" y="1576"/>
                  </a:lnTo>
                  <a:cubicBezTo>
                    <a:pt x="5136" y="1702"/>
                    <a:pt x="4726" y="1891"/>
                    <a:pt x="4380" y="2111"/>
                  </a:cubicBezTo>
                  <a:cubicBezTo>
                    <a:pt x="4380" y="1796"/>
                    <a:pt x="4317" y="1481"/>
                    <a:pt x="4222" y="1229"/>
                  </a:cubicBezTo>
                  <a:lnTo>
                    <a:pt x="4159" y="977"/>
                  </a:lnTo>
                  <a:cubicBezTo>
                    <a:pt x="4096" y="851"/>
                    <a:pt x="4033" y="788"/>
                    <a:pt x="3907" y="757"/>
                  </a:cubicBezTo>
                  <a:cubicBezTo>
                    <a:pt x="3872" y="739"/>
                    <a:pt x="3839" y="731"/>
                    <a:pt x="3808" y="731"/>
                  </a:cubicBezTo>
                  <a:cubicBezTo>
                    <a:pt x="3728" y="731"/>
                    <a:pt x="3660" y="783"/>
                    <a:pt x="3592" y="851"/>
                  </a:cubicBezTo>
                  <a:lnTo>
                    <a:pt x="1702" y="2962"/>
                  </a:lnTo>
                  <a:cubicBezTo>
                    <a:pt x="1544" y="3151"/>
                    <a:pt x="1418" y="3372"/>
                    <a:pt x="1418" y="3624"/>
                  </a:cubicBezTo>
                  <a:lnTo>
                    <a:pt x="1418" y="6648"/>
                  </a:lnTo>
                  <a:cubicBezTo>
                    <a:pt x="1418" y="6932"/>
                    <a:pt x="1292" y="7152"/>
                    <a:pt x="1103" y="7373"/>
                  </a:cubicBezTo>
                  <a:lnTo>
                    <a:pt x="127" y="8349"/>
                  </a:lnTo>
                  <a:cubicBezTo>
                    <a:pt x="64" y="8412"/>
                    <a:pt x="1" y="8507"/>
                    <a:pt x="1" y="8570"/>
                  </a:cubicBezTo>
                  <a:cubicBezTo>
                    <a:pt x="1" y="8664"/>
                    <a:pt x="32" y="8790"/>
                    <a:pt x="127" y="8822"/>
                  </a:cubicBezTo>
                  <a:lnTo>
                    <a:pt x="2867" y="11531"/>
                  </a:lnTo>
                  <a:cubicBezTo>
                    <a:pt x="2930" y="11594"/>
                    <a:pt x="3025" y="11626"/>
                    <a:pt x="3116" y="11626"/>
                  </a:cubicBezTo>
                  <a:cubicBezTo>
                    <a:pt x="3206" y="11626"/>
                    <a:pt x="3293" y="11594"/>
                    <a:pt x="3340" y="11531"/>
                  </a:cubicBezTo>
                  <a:lnTo>
                    <a:pt x="4348" y="10555"/>
                  </a:lnTo>
                  <a:cubicBezTo>
                    <a:pt x="4537" y="10366"/>
                    <a:pt x="4758" y="10240"/>
                    <a:pt x="5041" y="10240"/>
                  </a:cubicBezTo>
                  <a:lnTo>
                    <a:pt x="8601" y="10240"/>
                  </a:lnTo>
                  <a:cubicBezTo>
                    <a:pt x="9137" y="10240"/>
                    <a:pt x="9610" y="9767"/>
                    <a:pt x="9610" y="9200"/>
                  </a:cubicBezTo>
                  <a:cubicBezTo>
                    <a:pt x="9610" y="9106"/>
                    <a:pt x="9578" y="8948"/>
                    <a:pt x="9547" y="8822"/>
                  </a:cubicBezTo>
                  <a:cubicBezTo>
                    <a:pt x="9956" y="8696"/>
                    <a:pt x="10303" y="8318"/>
                    <a:pt x="10303" y="7845"/>
                  </a:cubicBezTo>
                  <a:cubicBezTo>
                    <a:pt x="10303" y="7719"/>
                    <a:pt x="10240" y="7562"/>
                    <a:pt x="10208" y="7436"/>
                  </a:cubicBezTo>
                  <a:cubicBezTo>
                    <a:pt x="10649" y="7310"/>
                    <a:pt x="10964" y="6932"/>
                    <a:pt x="10964" y="6459"/>
                  </a:cubicBezTo>
                  <a:cubicBezTo>
                    <a:pt x="10964" y="6333"/>
                    <a:pt x="10933" y="6176"/>
                    <a:pt x="10870" y="6050"/>
                  </a:cubicBezTo>
                  <a:cubicBezTo>
                    <a:pt x="11027" y="6018"/>
                    <a:pt x="11185" y="5955"/>
                    <a:pt x="11342" y="5798"/>
                  </a:cubicBezTo>
                  <a:cubicBezTo>
                    <a:pt x="11563" y="5577"/>
                    <a:pt x="11657" y="5325"/>
                    <a:pt x="11657" y="5041"/>
                  </a:cubicBezTo>
                  <a:cubicBezTo>
                    <a:pt x="11657" y="4758"/>
                    <a:pt x="11563" y="4474"/>
                    <a:pt x="11342" y="4285"/>
                  </a:cubicBezTo>
                  <a:cubicBezTo>
                    <a:pt x="11122" y="4285"/>
                    <a:pt x="10870" y="4159"/>
                    <a:pt x="10586" y="4159"/>
                  </a:cubicBezTo>
                  <a:lnTo>
                    <a:pt x="10145" y="4159"/>
                  </a:lnTo>
                  <a:cubicBezTo>
                    <a:pt x="9767" y="2899"/>
                    <a:pt x="8790" y="1922"/>
                    <a:pt x="7530" y="1576"/>
                  </a:cubicBezTo>
                  <a:lnTo>
                    <a:pt x="7530" y="694"/>
                  </a:lnTo>
                  <a:lnTo>
                    <a:pt x="7877" y="694"/>
                  </a:lnTo>
                  <a:cubicBezTo>
                    <a:pt x="8097" y="694"/>
                    <a:pt x="8255" y="536"/>
                    <a:pt x="8255" y="347"/>
                  </a:cubicBezTo>
                  <a:cubicBezTo>
                    <a:pt x="8255" y="158"/>
                    <a:pt x="8097" y="1"/>
                    <a:pt x="787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2" name="Google Shape;2842;p46"/>
            <p:cNvSpPr/>
            <p:nvPr/>
          </p:nvSpPr>
          <p:spPr>
            <a:xfrm>
              <a:off x="-30670625" y="2042700"/>
              <a:ext cx="35475" cy="35450"/>
            </a:xfrm>
            <a:custGeom>
              <a:rect b="b" l="l" r="r" t="t"/>
              <a:pathLst>
                <a:path extrusionOk="0" h="1418" w="1419">
                  <a:moveTo>
                    <a:pt x="1072" y="0"/>
                  </a:moveTo>
                  <a:cubicBezTo>
                    <a:pt x="883" y="0"/>
                    <a:pt x="725" y="158"/>
                    <a:pt x="725" y="378"/>
                  </a:cubicBezTo>
                  <a:lnTo>
                    <a:pt x="725" y="725"/>
                  </a:lnTo>
                  <a:lnTo>
                    <a:pt x="379" y="725"/>
                  </a:lnTo>
                  <a:cubicBezTo>
                    <a:pt x="158" y="725"/>
                    <a:pt x="1" y="882"/>
                    <a:pt x="1" y="1071"/>
                  </a:cubicBezTo>
                  <a:cubicBezTo>
                    <a:pt x="1" y="1260"/>
                    <a:pt x="158" y="1418"/>
                    <a:pt x="379" y="1418"/>
                  </a:cubicBezTo>
                  <a:lnTo>
                    <a:pt x="1041" y="1418"/>
                  </a:lnTo>
                  <a:cubicBezTo>
                    <a:pt x="1230" y="1418"/>
                    <a:pt x="1387" y="1260"/>
                    <a:pt x="1387" y="1071"/>
                  </a:cubicBezTo>
                  <a:lnTo>
                    <a:pt x="1387" y="410"/>
                  </a:lnTo>
                  <a:cubicBezTo>
                    <a:pt x="1419" y="158"/>
                    <a:pt x="1261" y="0"/>
                    <a:pt x="10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43" name="Google Shape;2843;p46"/>
          <p:cNvGrpSpPr/>
          <p:nvPr/>
        </p:nvGrpSpPr>
        <p:grpSpPr>
          <a:xfrm>
            <a:off x="3333500" y="3301141"/>
            <a:ext cx="292946" cy="293454"/>
            <a:chOff x="-30805300" y="2298675"/>
            <a:chExt cx="290650" cy="291125"/>
          </a:xfrm>
        </p:grpSpPr>
        <p:sp>
          <p:nvSpPr>
            <p:cNvPr id="2844" name="Google Shape;2844;p46"/>
            <p:cNvSpPr/>
            <p:nvPr/>
          </p:nvSpPr>
          <p:spPr>
            <a:xfrm>
              <a:off x="-30720225" y="2419175"/>
              <a:ext cx="17350" cy="17350"/>
            </a:xfrm>
            <a:custGeom>
              <a:rect b="b" l="l" r="r" t="t"/>
              <a:pathLst>
                <a:path extrusionOk="0" h="694" w="694">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5" name="Google Shape;2845;p46"/>
            <p:cNvSpPr/>
            <p:nvPr/>
          </p:nvSpPr>
          <p:spPr>
            <a:xfrm>
              <a:off x="-30635175" y="2453250"/>
              <a:ext cx="87450" cy="69125"/>
            </a:xfrm>
            <a:custGeom>
              <a:rect b="b" l="l" r="r" t="t"/>
              <a:pathLst>
                <a:path extrusionOk="0" h="2765" w="3498">
                  <a:moveTo>
                    <a:pt x="3124" y="0"/>
                  </a:moveTo>
                  <a:cubicBezTo>
                    <a:pt x="3033" y="0"/>
                    <a:pt x="2946" y="40"/>
                    <a:pt x="2899" y="118"/>
                  </a:cubicBezTo>
                  <a:lnTo>
                    <a:pt x="1040" y="1946"/>
                  </a:lnTo>
                  <a:lnTo>
                    <a:pt x="599" y="1505"/>
                  </a:lnTo>
                  <a:cubicBezTo>
                    <a:pt x="536" y="1442"/>
                    <a:pt x="450" y="1410"/>
                    <a:pt x="363" y="1410"/>
                  </a:cubicBezTo>
                  <a:cubicBezTo>
                    <a:pt x="276" y="1410"/>
                    <a:pt x="190" y="1442"/>
                    <a:pt x="127" y="1505"/>
                  </a:cubicBezTo>
                  <a:cubicBezTo>
                    <a:pt x="1" y="1631"/>
                    <a:pt x="1" y="1851"/>
                    <a:pt x="127" y="1977"/>
                  </a:cubicBezTo>
                  <a:lnTo>
                    <a:pt x="788" y="2639"/>
                  </a:lnTo>
                  <a:cubicBezTo>
                    <a:pt x="883" y="2733"/>
                    <a:pt x="977" y="2765"/>
                    <a:pt x="1040" y="2765"/>
                  </a:cubicBezTo>
                  <a:cubicBezTo>
                    <a:pt x="1103" y="2765"/>
                    <a:pt x="1198" y="2733"/>
                    <a:pt x="1261" y="2639"/>
                  </a:cubicBezTo>
                  <a:lnTo>
                    <a:pt x="3372" y="591"/>
                  </a:lnTo>
                  <a:cubicBezTo>
                    <a:pt x="3498" y="496"/>
                    <a:pt x="3498" y="244"/>
                    <a:pt x="3372" y="118"/>
                  </a:cubicBezTo>
                  <a:cubicBezTo>
                    <a:pt x="3309" y="40"/>
                    <a:pt x="3214" y="0"/>
                    <a:pt x="312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6" name="Google Shape;2846;p46"/>
            <p:cNvSpPr/>
            <p:nvPr/>
          </p:nvSpPr>
          <p:spPr>
            <a:xfrm>
              <a:off x="-30805300" y="2298675"/>
              <a:ext cx="290650" cy="291125"/>
            </a:xfrm>
            <a:custGeom>
              <a:rect b="b" l="l" r="r" t="t"/>
              <a:pathLst>
                <a:path extrusionOk="0" h="11645" w="11626">
                  <a:moveTo>
                    <a:pt x="5797" y="630"/>
                  </a:moveTo>
                  <a:cubicBezTo>
                    <a:pt x="6333" y="630"/>
                    <a:pt x="6806" y="1103"/>
                    <a:pt x="6806" y="1670"/>
                  </a:cubicBezTo>
                  <a:lnTo>
                    <a:pt x="6806" y="4096"/>
                  </a:lnTo>
                  <a:lnTo>
                    <a:pt x="6459" y="4096"/>
                  </a:lnTo>
                  <a:cubicBezTo>
                    <a:pt x="5514" y="4096"/>
                    <a:pt x="4758" y="4852"/>
                    <a:pt x="4758" y="5797"/>
                  </a:cubicBezTo>
                  <a:lnTo>
                    <a:pt x="4758" y="6144"/>
                  </a:lnTo>
                  <a:lnTo>
                    <a:pt x="3088" y="6144"/>
                  </a:lnTo>
                  <a:lnTo>
                    <a:pt x="3088" y="6207"/>
                  </a:lnTo>
                  <a:cubicBezTo>
                    <a:pt x="2993" y="6207"/>
                    <a:pt x="2930" y="6238"/>
                    <a:pt x="2836" y="6270"/>
                  </a:cubicBezTo>
                  <a:lnTo>
                    <a:pt x="2017" y="7057"/>
                  </a:lnTo>
                  <a:lnTo>
                    <a:pt x="2017" y="6490"/>
                  </a:lnTo>
                  <a:cubicBezTo>
                    <a:pt x="2017" y="6301"/>
                    <a:pt x="1859" y="6144"/>
                    <a:pt x="1670" y="6144"/>
                  </a:cubicBezTo>
                  <a:cubicBezTo>
                    <a:pt x="1103" y="6144"/>
                    <a:pt x="631" y="5671"/>
                    <a:pt x="631" y="5136"/>
                  </a:cubicBezTo>
                  <a:lnTo>
                    <a:pt x="631" y="1670"/>
                  </a:lnTo>
                  <a:cubicBezTo>
                    <a:pt x="631" y="1103"/>
                    <a:pt x="1103" y="630"/>
                    <a:pt x="1670" y="630"/>
                  </a:cubicBezTo>
                  <a:close/>
                  <a:moveTo>
                    <a:pt x="9925" y="4852"/>
                  </a:moveTo>
                  <a:cubicBezTo>
                    <a:pt x="10492" y="4852"/>
                    <a:pt x="10964" y="5325"/>
                    <a:pt x="10964" y="5860"/>
                  </a:cubicBezTo>
                  <a:lnTo>
                    <a:pt x="10964" y="8601"/>
                  </a:lnTo>
                  <a:cubicBezTo>
                    <a:pt x="10964" y="9137"/>
                    <a:pt x="10492" y="9609"/>
                    <a:pt x="9925" y="9609"/>
                  </a:cubicBezTo>
                  <a:lnTo>
                    <a:pt x="8538" y="9609"/>
                  </a:lnTo>
                  <a:cubicBezTo>
                    <a:pt x="8475" y="9609"/>
                    <a:pt x="8349" y="9672"/>
                    <a:pt x="8318" y="9735"/>
                  </a:cubicBezTo>
                  <a:lnTo>
                    <a:pt x="7530" y="10523"/>
                  </a:lnTo>
                  <a:lnTo>
                    <a:pt x="7530" y="9987"/>
                  </a:lnTo>
                  <a:cubicBezTo>
                    <a:pt x="7530" y="9767"/>
                    <a:pt x="7373" y="9609"/>
                    <a:pt x="7184" y="9609"/>
                  </a:cubicBezTo>
                  <a:lnTo>
                    <a:pt x="6491" y="9609"/>
                  </a:lnTo>
                  <a:cubicBezTo>
                    <a:pt x="5955" y="9609"/>
                    <a:pt x="5482" y="9137"/>
                    <a:pt x="5482" y="8601"/>
                  </a:cubicBezTo>
                  <a:lnTo>
                    <a:pt x="5482" y="5860"/>
                  </a:lnTo>
                  <a:cubicBezTo>
                    <a:pt x="5482" y="5325"/>
                    <a:pt x="5955" y="4852"/>
                    <a:pt x="6491" y="4852"/>
                  </a:cubicBezTo>
                  <a:close/>
                  <a:moveTo>
                    <a:pt x="1702" y="0"/>
                  </a:moveTo>
                  <a:cubicBezTo>
                    <a:pt x="757" y="0"/>
                    <a:pt x="1" y="756"/>
                    <a:pt x="1" y="1702"/>
                  </a:cubicBezTo>
                  <a:lnTo>
                    <a:pt x="1" y="5167"/>
                  </a:lnTo>
                  <a:cubicBezTo>
                    <a:pt x="1" y="5986"/>
                    <a:pt x="599" y="6711"/>
                    <a:pt x="1387" y="6868"/>
                  </a:cubicBezTo>
                  <a:lnTo>
                    <a:pt x="1387" y="7940"/>
                  </a:lnTo>
                  <a:cubicBezTo>
                    <a:pt x="1387" y="8034"/>
                    <a:pt x="1450" y="8192"/>
                    <a:pt x="1576" y="8255"/>
                  </a:cubicBezTo>
                  <a:cubicBezTo>
                    <a:pt x="1618" y="8265"/>
                    <a:pt x="1663" y="8272"/>
                    <a:pt x="1708" y="8272"/>
                  </a:cubicBezTo>
                  <a:cubicBezTo>
                    <a:pt x="1796" y="8272"/>
                    <a:pt x="1880" y="8244"/>
                    <a:pt x="1922" y="8160"/>
                  </a:cubicBezTo>
                  <a:lnTo>
                    <a:pt x="3246" y="6900"/>
                  </a:lnTo>
                  <a:lnTo>
                    <a:pt x="4821" y="6900"/>
                  </a:lnTo>
                  <a:lnTo>
                    <a:pt x="4821" y="8601"/>
                  </a:lnTo>
                  <a:cubicBezTo>
                    <a:pt x="4821" y="9546"/>
                    <a:pt x="5545" y="10302"/>
                    <a:pt x="6491" y="10302"/>
                  </a:cubicBezTo>
                  <a:lnTo>
                    <a:pt x="6869" y="10302"/>
                  </a:lnTo>
                  <a:lnTo>
                    <a:pt x="6869" y="11311"/>
                  </a:lnTo>
                  <a:cubicBezTo>
                    <a:pt x="6869" y="11468"/>
                    <a:pt x="6932" y="11594"/>
                    <a:pt x="7058" y="11626"/>
                  </a:cubicBezTo>
                  <a:cubicBezTo>
                    <a:pt x="7104" y="11637"/>
                    <a:pt x="7154" y="11644"/>
                    <a:pt x="7202" y="11644"/>
                  </a:cubicBezTo>
                  <a:cubicBezTo>
                    <a:pt x="7286" y="11644"/>
                    <a:pt x="7364" y="11623"/>
                    <a:pt x="7404" y="11563"/>
                  </a:cubicBezTo>
                  <a:lnTo>
                    <a:pt x="8664" y="10302"/>
                  </a:lnTo>
                  <a:lnTo>
                    <a:pt x="9925" y="10302"/>
                  </a:lnTo>
                  <a:cubicBezTo>
                    <a:pt x="10870" y="10302"/>
                    <a:pt x="11626" y="9546"/>
                    <a:pt x="11626" y="8601"/>
                  </a:cubicBezTo>
                  <a:lnTo>
                    <a:pt x="11626" y="5892"/>
                  </a:lnTo>
                  <a:cubicBezTo>
                    <a:pt x="11626" y="4884"/>
                    <a:pt x="10870" y="4159"/>
                    <a:pt x="9925" y="4159"/>
                  </a:cubicBezTo>
                  <a:lnTo>
                    <a:pt x="7530" y="4159"/>
                  </a:lnTo>
                  <a:lnTo>
                    <a:pt x="7530" y="1702"/>
                  </a:lnTo>
                  <a:cubicBezTo>
                    <a:pt x="7530" y="756"/>
                    <a:pt x="6774" y="0"/>
                    <a:pt x="582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7" name="Google Shape;2847;p46"/>
            <p:cNvSpPr/>
            <p:nvPr/>
          </p:nvSpPr>
          <p:spPr>
            <a:xfrm>
              <a:off x="-30737575" y="2332550"/>
              <a:ext cx="53600" cy="69325"/>
            </a:xfrm>
            <a:custGeom>
              <a:rect b="b" l="l" r="r" t="t"/>
              <a:pathLst>
                <a:path extrusionOk="0" h="2773" w="2144">
                  <a:moveTo>
                    <a:pt x="1041" y="0"/>
                  </a:moveTo>
                  <a:cubicBezTo>
                    <a:pt x="474" y="0"/>
                    <a:pt x="1" y="473"/>
                    <a:pt x="1" y="1008"/>
                  </a:cubicBezTo>
                  <a:cubicBezTo>
                    <a:pt x="1" y="1197"/>
                    <a:pt x="158" y="1355"/>
                    <a:pt x="379" y="1355"/>
                  </a:cubicBezTo>
                  <a:cubicBezTo>
                    <a:pt x="568" y="1355"/>
                    <a:pt x="726" y="1197"/>
                    <a:pt x="726" y="1008"/>
                  </a:cubicBezTo>
                  <a:cubicBezTo>
                    <a:pt x="726" y="819"/>
                    <a:pt x="883" y="662"/>
                    <a:pt x="1072" y="662"/>
                  </a:cubicBezTo>
                  <a:cubicBezTo>
                    <a:pt x="1293" y="662"/>
                    <a:pt x="1450" y="819"/>
                    <a:pt x="1450" y="1008"/>
                  </a:cubicBezTo>
                  <a:cubicBezTo>
                    <a:pt x="1450" y="1103"/>
                    <a:pt x="1324" y="1292"/>
                    <a:pt x="1198" y="1323"/>
                  </a:cubicBezTo>
                  <a:cubicBezTo>
                    <a:pt x="915" y="1449"/>
                    <a:pt x="757" y="1701"/>
                    <a:pt x="757" y="1953"/>
                  </a:cubicBezTo>
                  <a:lnTo>
                    <a:pt x="757" y="2426"/>
                  </a:lnTo>
                  <a:cubicBezTo>
                    <a:pt x="757" y="2615"/>
                    <a:pt x="915" y="2772"/>
                    <a:pt x="1135" y="2772"/>
                  </a:cubicBezTo>
                  <a:cubicBezTo>
                    <a:pt x="1324" y="2772"/>
                    <a:pt x="1482" y="2615"/>
                    <a:pt x="1482" y="2426"/>
                  </a:cubicBezTo>
                  <a:lnTo>
                    <a:pt x="1482" y="1953"/>
                  </a:lnTo>
                  <a:cubicBezTo>
                    <a:pt x="1860" y="1796"/>
                    <a:pt x="2143" y="1418"/>
                    <a:pt x="2143" y="1008"/>
                  </a:cubicBezTo>
                  <a:cubicBezTo>
                    <a:pt x="2049" y="473"/>
                    <a:pt x="1576" y="0"/>
                    <a:pt x="104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48" name="Google Shape;2848;p46"/>
          <p:cNvGrpSpPr/>
          <p:nvPr/>
        </p:nvGrpSpPr>
        <p:grpSpPr>
          <a:xfrm>
            <a:off x="3333109" y="3738370"/>
            <a:ext cx="293727" cy="293756"/>
            <a:chOff x="-30806075" y="2657050"/>
            <a:chExt cx="291425" cy="291425"/>
          </a:xfrm>
        </p:grpSpPr>
        <p:sp>
          <p:nvSpPr>
            <p:cNvPr id="2849" name="Google Shape;2849;p46"/>
            <p:cNvSpPr/>
            <p:nvPr/>
          </p:nvSpPr>
          <p:spPr>
            <a:xfrm>
              <a:off x="-30806075" y="2657050"/>
              <a:ext cx="291425" cy="291425"/>
            </a:xfrm>
            <a:custGeom>
              <a:rect b="b" l="l" r="r" t="t"/>
              <a:pathLst>
                <a:path extrusionOk="0" h="11657" w="11657">
                  <a:moveTo>
                    <a:pt x="5828" y="693"/>
                  </a:moveTo>
                  <a:cubicBezTo>
                    <a:pt x="8664" y="693"/>
                    <a:pt x="10995" y="2993"/>
                    <a:pt x="10995" y="5828"/>
                  </a:cubicBezTo>
                  <a:cubicBezTo>
                    <a:pt x="10995" y="8664"/>
                    <a:pt x="8664" y="10995"/>
                    <a:pt x="5828" y="10995"/>
                  </a:cubicBezTo>
                  <a:cubicBezTo>
                    <a:pt x="2993" y="10995"/>
                    <a:pt x="662" y="8664"/>
                    <a:pt x="662" y="5828"/>
                  </a:cubicBezTo>
                  <a:cubicBezTo>
                    <a:pt x="662" y="2993"/>
                    <a:pt x="2993" y="693"/>
                    <a:pt x="5828" y="693"/>
                  </a:cubicBezTo>
                  <a:close/>
                  <a:moveTo>
                    <a:pt x="5828" y="0"/>
                  </a:moveTo>
                  <a:cubicBezTo>
                    <a:pt x="2583" y="0"/>
                    <a:pt x="0" y="2646"/>
                    <a:pt x="0" y="5828"/>
                  </a:cubicBezTo>
                  <a:cubicBezTo>
                    <a:pt x="0" y="9073"/>
                    <a:pt x="2646" y="11657"/>
                    <a:pt x="5828" y="11657"/>
                  </a:cubicBezTo>
                  <a:cubicBezTo>
                    <a:pt x="9042" y="11657"/>
                    <a:pt x="11657" y="9042"/>
                    <a:pt x="11657" y="5828"/>
                  </a:cubicBezTo>
                  <a:cubicBezTo>
                    <a:pt x="11657" y="2646"/>
                    <a:pt x="9042" y="0"/>
                    <a:pt x="582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0" name="Google Shape;2850;p46"/>
            <p:cNvSpPr/>
            <p:nvPr/>
          </p:nvSpPr>
          <p:spPr>
            <a:xfrm>
              <a:off x="-30771425" y="2692475"/>
              <a:ext cx="222125" cy="222925"/>
            </a:xfrm>
            <a:custGeom>
              <a:rect b="b" l="l" r="r" t="t"/>
              <a:pathLst>
                <a:path extrusionOk="0" h="8917" w="8885">
                  <a:moveTo>
                    <a:pt x="4442" y="725"/>
                  </a:moveTo>
                  <a:cubicBezTo>
                    <a:pt x="6522" y="725"/>
                    <a:pt x="8192" y="2427"/>
                    <a:pt x="8192" y="4474"/>
                  </a:cubicBezTo>
                  <a:cubicBezTo>
                    <a:pt x="8192" y="6522"/>
                    <a:pt x="6522" y="8192"/>
                    <a:pt x="4442" y="8192"/>
                  </a:cubicBezTo>
                  <a:cubicBezTo>
                    <a:pt x="2363" y="8192"/>
                    <a:pt x="693" y="6522"/>
                    <a:pt x="693" y="4474"/>
                  </a:cubicBezTo>
                  <a:cubicBezTo>
                    <a:pt x="693" y="2427"/>
                    <a:pt x="2395" y="725"/>
                    <a:pt x="4442" y="725"/>
                  </a:cubicBezTo>
                  <a:close/>
                  <a:moveTo>
                    <a:pt x="4442" y="1"/>
                  </a:moveTo>
                  <a:cubicBezTo>
                    <a:pt x="1985" y="1"/>
                    <a:pt x="0" y="2017"/>
                    <a:pt x="0" y="4474"/>
                  </a:cubicBezTo>
                  <a:cubicBezTo>
                    <a:pt x="0" y="6900"/>
                    <a:pt x="1985" y="8917"/>
                    <a:pt x="4442" y="8917"/>
                  </a:cubicBezTo>
                  <a:cubicBezTo>
                    <a:pt x="6868" y="8917"/>
                    <a:pt x="8885" y="6900"/>
                    <a:pt x="8885" y="4474"/>
                  </a:cubicBezTo>
                  <a:cubicBezTo>
                    <a:pt x="8885" y="2017"/>
                    <a:pt x="6868" y="1"/>
                    <a:pt x="444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1" name="Google Shape;2851;p46"/>
            <p:cNvSpPr/>
            <p:nvPr/>
          </p:nvSpPr>
          <p:spPr>
            <a:xfrm>
              <a:off x="-30669050" y="2726350"/>
              <a:ext cx="52025" cy="119150"/>
            </a:xfrm>
            <a:custGeom>
              <a:rect b="b" l="l" r="r" t="t"/>
              <a:pathLst>
                <a:path extrusionOk="0" h="4766" w="2081">
                  <a:moveTo>
                    <a:pt x="347" y="0"/>
                  </a:moveTo>
                  <a:cubicBezTo>
                    <a:pt x="158" y="0"/>
                    <a:pt x="1" y="158"/>
                    <a:pt x="1" y="347"/>
                  </a:cubicBezTo>
                  <a:lnTo>
                    <a:pt x="1" y="3056"/>
                  </a:lnTo>
                  <a:cubicBezTo>
                    <a:pt x="1" y="3151"/>
                    <a:pt x="32" y="3277"/>
                    <a:pt x="95" y="3308"/>
                  </a:cubicBezTo>
                  <a:lnTo>
                    <a:pt x="1482" y="4695"/>
                  </a:lnTo>
                  <a:cubicBezTo>
                    <a:pt x="1545" y="4742"/>
                    <a:pt x="1631" y="4766"/>
                    <a:pt x="1718" y="4766"/>
                  </a:cubicBezTo>
                  <a:cubicBezTo>
                    <a:pt x="1805" y="4766"/>
                    <a:pt x="1891" y="4742"/>
                    <a:pt x="1954" y="4695"/>
                  </a:cubicBezTo>
                  <a:cubicBezTo>
                    <a:pt x="2080" y="4569"/>
                    <a:pt x="2080" y="4317"/>
                    <a:pt x="1954" y="4222"/>
                  </a:cubicBezTo>
                  <a:lnTo>
                    <a:pt x="694" y="2962"/>
                  </a:lnTo>
                  <a:lnTo>
                    <a:pt x="694" y="347"/>
                  </a:lnTo>
                  <a:cubicBezTo>
                    <a:pt x="694" y="158"/>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52" name="Google Shape;2852;p46"/>
          <p:cNvGrpSpPr/>
          <p:nvPr/>
        </p:nvGrpSpPr>
        <p:grpSpPr>
          <a:xfrm>
            <a:off x="1148728" y="4175740"/>
            <a:ext cx="293727" cy="293756"/>
            <a:chOff x="-30064925" y="2332550"/>
            <a:chExt cx="291425" cy="291425"/>
          </a:xfrm>
        </p:grpSpPr>
        <p:sp>
          <p:nvSpPr>
            <p:cNvPr id="2853" name="Google Shape;2853;p46"/>
            <p:cNvSpPr/>
            <p:nvPr/>
          </p:nvSpPr>
          <p:spPr>
            <a:xfrm>
              <a:off x="-30064925" y="2332550"/>
              <a:ext cx="291425" cy="291425"/>
            </a:xfrm>
            <a:custGeom>
              <a:rect b="b" l="l" r="r" t="t"/>
              <a:pathLst>
                <a:path extrusionOk="0" h="11657" w="11657">
                  <a:moveTo>
                    <a:pt x="5829" y="662"/>
                  </a:moveTo>
                  <a:cubicBezTo>
                    <a:pt x="8664" y="662"/>
                    <a:pt x="10995" y="2993"/>
                    <a:pt x="10995" y="5828"/>
                  </a:cubicBezTo>
                  <a:cubicBezTo>
                    <a:pt x="10995" y="8695"/>
                    <a:pt x="8664" y="10995"/>
                    <a:pt x="5829" y="10995"/>
                  </a:cubicBezTo>
                  <a:cubicBezTo>
                    <a:pt x="2993" y="10995"/>
                    <a:pt x="662" y="8664"/>
                    <a:pt x="662" y="5828"/>
                  </a:cubicBezTo>
                  <a:cubicBezTo>
                    <a:pt x="662" y="2993"/>
                    <a:pt x="2993" y="662"/>
                    <a:pt x="5829" y="662"/>
                  </a:cubicBezTo>
                  <a:close/>
                  <a:moveTo>
                    <a:pt x="5829" y="0"/>
                  </a:moveTo>
                  <a:cubicBezTo>
                    <a:pt x="2615" y="0"/>
                    <a:pt x="0" y="2615"/>
                    <a:pt x="0" y="5828"/>
                  </a:cubicBezTo>
                  <a:cubicBezTo>
                    <a:pt x="0" y="9042"/>
                    <a:pt x="2647" y="11657"/>
                    <a:pt x="5829" y="11657"/>
                  </a:cubicBezTo>
                  <a:cubicBezTo>
                    <a:pt x="9074" y="11657"/>
                    <a:pt x="11657" y="9010"/>
                    <a:pt x="11657" y="5828"/>
                  </a:cubicBezTo>
                  <a:cubicBezTo>
                    <a:pt x="11657" y="2646"/>
                    <a:pt x="9074" y="0"/>
                    <a:pt x="582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4" name="Google Shape;2854;p46"/>
            <p:cNvSpPr/>
            <p:nvPr/>
          </p:nvSpPr>
          <p:spPr>
            <a:xfrm>
              <a:off x="-29944425" y="2384525"/>
              <a:ext cx="51225" cy="51225"/>
            </a:xfrm>
            <a:custGeom>
              <a:rect b="b" l="l" r="r" t="t"/>
              <a:pathLst>
                <a:path extrusionOk="0" h="2049" w="2049">
                  <a:moveTo>
                    <a:pt x="1009" y="662"/>
                  </a:moveTo>
                  <a:cubicBezTo>
                    <a:pt x="1198" y="662"/>
                    <a:pt x="1355" y="819"/>
                    <a:pt x="1355" y="1040"/>
                  </a:cubicBezTo>
                  <a:cubicBezTo>
                    <a:pt x="1355" y="1229"/>
                    <a:pt x="1198" y="1387"/>
                    <a:pt x="1009" y="1387"/>
                  </a:cubicBezTo>
                  <a:cubicBezTo>
                    <a:pt x="820" y="1387"/>
                    <a:pt x="662" y="1229"/>
                    <a:pt x="662" y="1040"/>
                  </a:cubicBezTo>
                  <a:cubicBezTo>
                    <a:pt x="662" y="819"/>
                    <a:pt x="820" y="662"/>
                    <a:pt x="1009" y="662"/>
                  </a:cubicBezTo>
                  <a:close/>
                  <a:moveTo>
                    <a:pt x="1009" y="0"/>
                  </a:moveTo>
                  <a:cubicBezTo>
                    <a:pt x="473" y="0"/>
                    <a:pt x="0" y="473"/>
                    <a:pt x="0" y="1040"/>
                  </a:cubicBezTo>
                  <a:cubicBezTo>
                    <a:pt x="0" y="1576"/>
                    <a:pt x="473" y="2048"/>
                    <a:pt x="1009" y="2048"/>
                  </a:cubicBezTo>
                  <a:cubicBezTo>
                    <a:pt x="1576" y="2048"/>
                    <a:pt x="2048" y="1576"/>
                    <a:pt x="2048" y="1040"/>
                  </a:cubicBezTo>
                  <a:cubicBezTo>
                    <a:pt x="2048" y="473"/>
                    <a:pt x="1607" y="0"/>
                    <a:pt x="100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5" name="Google Shape;2855;p46"/>
            <p:cNvSpPr/>
            <p:nvPr/>
          </p:nvSpPr>
          <p:spPr>
            <a:xfrm>
              <a:off x="-29944425" y="2452250"/>
              <a:ext cx="51225" cy="119750"/>
            </a:xfrm>
            <a:custGeom>
              <a:rect b="b" l="l" r="r" t="t"/>
              <a:pathLst>
                <a:path extrusionOk="0" h="4790" w="2049">
                  <a:moveTo>
                    <a:pt x="1009" y="725"/>
                  </a:moveTo>
                  <a:cubicBezTo>
                    <a:pt x="1198" y="725"/>
                    <a:pt x="1355" y="883"/>
                    <a:pt x="1355" y="1072"/>
                  </a:cubicBezTo>
                  <a:lnTo>
                    <a:pt x="1355" y="3781"/>
                  </a:lnTo>
                  <a:cubicBezTo>
                    <a:pt x="1355" y="4002"/>
                    <a:pt x="1198" y="4159"/>
                    <a:pt x="1009" y="4159"/>
                  </a:cubicBezTo>
                  <a:cubicBezTo>
                    <a:pt x="820" y="4159"/>
                    <a:pt x="662" y="4002"/>
                    <a:pt x="662" y="3781"/>
                  </a:cubicBezTo>
                  <a:lnTo>
                    <a:pt x="662" y="1072"/>
                  </a:lnTo>
                  <a:cubicBezTo>
                    <a:pt x="662" y="883"/>
                    <a:pt x="820" y="725"/>
                    <a:pt x="1009" y="725"/>
                  </a:cubicBezTo>
                  <a:close/>
                  <a:moveTo>
                    <a:pt x="1009" y="1"/>
                  </a:moveTo>
                  <a:cubicBezTo>
                    <a:pt x="473" y="1"/>
                    <a:pt x="0" y="473"/>
                    <a:pt x="0" y="1040"/>
                  </a:cubicBezTo>
                  <a:lnTo>
                    <a:pt x="0" y="3750"/>
                  </a:lnTo>
                  <a:cubicBezTo>
                    <a:pt x="0" y="4317"/>
                    <a:pt x="473" y="4790"/>
                    <a:pt x="1009" y="4790"/>
                  </a:cubicBezTo>
                  <a:cubicBezTo>
                    <a:pt x="1576" y="4790"/>
                    <a:pt x="2048" y="4317"/>
                    <a:pt x="2048" y="3750"/>
                  </a:cubicBezTo>
                  <a:lnTo>
                    <a:pt x="2048" y="1040"/>
                  </a:lnTo>
                  <a:cubicBezTo>
                    <a:pt x="2048" y="473"/>
                    <a:pt x="1607" y="1"/>
                    <a:pt x="100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56" name="Google Shape;2856;p46"/>
          <p:cNvGrpSpPr/>
          <p:nvPr/>
        </p:nvGrpSpPr>
        <p:grpSpPr>
          <a:xfrm>
            <a:off x="3770036" y="2865995"/>
            <a:ext cx="289818" cy="289007"/>
            <a:chOff x="2821450" y="2957850"/>
            <a:chExt cx="259275" cy="258550"/>
          </a:xfrm>
        </p:grpSpPr>
        <p:sp>
          <p:nvSpPr>
            <p:cNvPr id="2857" name="Google Shape;2857;p46"/>
            <p:cNvSpPr/>
            <p:nvPr/>
          </p:nvSpPr>
          <p:spPr>
            <a:xfrm>
              <a:off x="2821450" y="3080500"/>
              <a:ext cx="259275" cy="135900"/>
            </a:xfrm>
            <a:custGeom>
              <a:rect b="b" l="l" r="r" t="t"/>
              <a:pathLst>
                <a:path extrusionOk="0" h="5436" w="10371">
                  <a:moveTo>
                    <a:pt x="2677" y="585"/>
                  </a:moveTo>
                  <a:cubicBezTo>
                    <a:pt x="3151" y="585"/>
                    <a:pt x="3569" y="1004"/>
                    <a:pt x="3569" y="1505"/>
                  </a:cubicBezTo>
                  <a:cubicBezTo>
                    <a:pt x="3569" y="1979"/>
                    <a:pt x="3151" y="2397"/>
                    <a:pt x="2677" y="2397"/>
                  </a:cubicBezTo>
                  <a:cubicBezTo>
                    <a:pt x="2147" y="2397"/>
                    <a:pt x="1757" y="1979"/>
                    <a:pt x="1757" y="1505"/>
                  </a:cubicBezTo>
                  <a:cubicBezTo>
                    <a:pt x="1757" y="1004"/>
                    <a:pt x="2175" y="585"/>
                    <a:pt x="2677" y="585"/>
                  </a:cubicBezTo>
                  <a:close/>
                  <a:moveTo>
                    <a:pt x="7555" y="585"/>
                  </a:moveTo>
                  <a:cubicBezTo>
                    <a:pt x="8029" y="585"/>
                    <a:pt x="8447" y="1004"/>
                    <a:pt x="8447" y="1505"/>
                  </a:cubicBezTo>
                  <a:cubicBezTo>
                    <a:pt x="8447" y="1979"/>
                    <a:pt x="8029" y="2397"/>
                    <a:pt x="7555" y="2397"/>
                  </a:cubicBezTo>
                  <a:cubicBezTo>
                    <a:pt x="7025" y="2397"/>
                    <a:pt x="6635" y="1979"/>
                    <a:pt x="6635" y="1505"/>
                  </a:cubicBezTo>
                  <a:cubicBezTo>
                    <a:pt x="6635" y="1004"/>
                    <a:pt x="7053" y="585"/>
                    <a:pt x="7555" y="585"/>
                  </a:cubicBezTo>
                  <a:close/>
                  <a:moveTo>
                    <a:pt x="2677" y="2983"/>
                  </a:moveTo>
                  <a:cubicBezTo>
                    <a:pt x="3736" y="2983"/>
                    <a:pt x="4628" y="3791"/>
                    <a:pt x="4795" y="4795"/>
                  </a:cubicBezTo>
                  <a:lnTo>
                    <a:pt x="586" y="4795"/>
                  </a:lnTo>
                  <a:cubicBezTo>
                    <a:pt x="698" y="3791"/>
                    <a:pt x="1618" y="2983"/>
                    <a:pt x="2677" y="2983"/>
                  </a:cubicBezTo>
                  <a:close/>
                  <a:moveTo>
                    <a:pt x="7555" y="2983"/>
                  </a:moveTo>
                  <a:cubicBezTo>
                    <a:pt x="8614" y="2983"/>
                    <a:pt x="9506" y="3791"/>
                    <a:pt x="9646" y="4795"/>
                  </a:cubicBezTo>
                  <a:lnTo>
                    <a:pt x="5409" y="4795"/>
                  </a:lnTo>
                  <a:cubicBezTo>
                    <a:pt x="5548" y="3791"/>
                    <a:pt x="6468" y="2983"/>
                    <a:pt x="7555" y="2983"/>
                  </a:cubicBezTo>
                  <a:close/>
                  <a:moveTo>
                    <a:pt x="2733" y="0"/>
                  </a:moveTo>
                  <a:cubicBezTo>
                    <a:pt x="1896" y="0"/>
                    <a:pt x="1227" y="669"/>
                    <a:pt x="1227" y="1505"/>
                  </a:cubicBezTo>
                  <a:cubicBezTo>
                    <a:pt x="1227" y="1951"/>
                    <a:pt x="1395" y="2342"/>
                    <a:pt x="1729" y="2620"/>
                  </a:cubicBezTo>
                  <a:cubicBezTo>
                    <a:pt x="698" y="3039"/>
                    <a:pt x="1" y="4014"/>
                    <a:pt x="1" y="5129"/>
                  </a:cubicBezTo>
                  <a:cubicBezTo>
                    <a:pt x="1" y="5296"/>
                    <a:pt x="140" y="5436"/>
                    <a:pt x="335" y="5436"/>
                  </a:cubicBezTo>
                  <a:lnTo>
                    <a:pt x="10036" y="5436"/>
                  </a:lnTo>
                  <a:cubicBezTo>
                    <a:pt x="10231" y="5436"/>
                    <a:pt x="10370" y="5296"/>
                    <a:pt x="10370" y="5129"/>
                  </a:cubicBezTo>
                  <a:cubicBezTo>
                    <a:pt x="10259" y="3958"/>
                    <a:pt x="9562" y="2983"/>
                    <a:pt x="8559" y="2620"/>
                  </a:cubicBezTo>
                  <a:cubicBezTo>
                    <a:pt x="8865" y="2342"/>
                    <a:pt x="9032" y="1951"/>
                    <a:pt x="9032" y="1505"/>
                  </a:cubicBezTo>
                  <a:cubicBezTo>
                    <a:pt x="9032" y="669"/>
                    <a:pt x="8391" y="0"/>
                    <a:pt x="7555" y="0"/>
                  </a:cubicBezTo>
                  <a:cubicBezTo>
                    <a:pt x="6719" y="0"/>
                    <a:pt x="6050" y="669"/>
                    <a:pt x="6050" y="1505"/>
                  </a:cubicBezTo>
                  <a:cubicBezTo>
                    <a:pt x="6050" y="1951"/>
                    <a:pt x="6217" y="2342"/>
                    <a:pt x="6524" y="2620"/>
                  </a:cubicBezTo>
                  <a:cubicBezTo>
                    <a:pt x="5910" y="2843"/>
                    <a:pt x="5409" y="3317"/>
                    <a:pt x="5130" y="3903"/>
                  </a:cubicBezTo>
                  <a:cubicBezTo>
                    <a:pt x="4823" y="3317"/>
                    <a:pt x="4322" y="2843"/>
                    <a:pt x="3736" y="2620"/>
                  </a:cubicBezTo>
                  <a:cubicBezTo>
                    <a:pt x="4043" y="2342"/>
                    <a:pt x="4238" y="1951"/>
                    <a:pt x="4238" y="1505"/>
                  </a:cubicBezTo>
                  <a:cubicBezTo>
                    <a:pt x="4238" y="669"/>
                    <a:pt x="3569" y="0"/>
                    <a:pt x="27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8" name="Google Shape;2858;p46"/>
            <p:cNvSpPr/>
            <p:nvPr/>
          </p:nvSpPr>
          <p:spPr>
            <a:xfrm>
              <a:off x="2831900" y="2957850"/>
              <a:ext cx="228625" cy="106350"/>
            </a:xfrm>
            <a:custGeom>
              <a:rect b="b" l="l" r="r" t="t"/>
              <a:pathLst>
                <a:path extrusionOk="0" h="4254" w="9145">
                  <a:moveTo>
                    <a:pt x="8336" y="585"/>
                  </a:moveTo>
                  <a:cubicBezTo>
                    <a:pt x="8531" y="585"/>
                    <a:pt x="8642" y="725"/>
                    <a:pt x="8642" y="892"/>
                  </a:cubicBezTo>
                  <a:lnTo>
                    <a:pt x="8642" y="2119"/>
                  </a:lnTo>
                  <a:cubicBezTo>
                    <a:pt x="8642" y="2286"/>
                    <a:pt x="8531" y="2425"/>
                    <a:pt x="8336" y="2425"/>
                  </a:cubicBezTo>
                  <a:lnTo>
                    <a:pt x="7137" y="2425"/>
                  </a:lnTo>
                  <a:cubicBezTo>
                    <a:pt x="6942" y="2425"/>
                    <a:pt x="6803" y="2565"/>
                    <a:pt x="6803" y="2732"/>
                  </a:cubicBezTo>
                  <a:lnTo>
                    <a:pt x="6803" y="3234"/>
                  </a:lnTo>
                  <a:lnTo>
                    <a:pt x="6106" y="2537"/>
                  </a:lnTo>
                  <a:cubicBezTo>
                    <a:pt x="6050" y="2453"/>
                    <a:pt x="5966" y="2425"/>
                    <a:pt x="5911" y="2425"/>
                  </a:cubicBezTo>
                  <a:lnTo>
                    <a:pt x="3430" y="2425"/>
                  </a:lnTo>
                  <a:cubicBezTo>
                    <a:pt x="3346" y="2425"/>
                    <a:pt x="3262" y="2453"/>
                    <a:pt x="3207" y="2537"/>
                  </a:cubicBezTo>
                  <a:lnTo>
                    <a:pt x="2510" y="3234"/>
                  </a:lnTo>
                  <a:lnTo>
                    <a:pt x="2510" y="2732"/>
                  </a:lnTo>
                  <a:cubicBezTo>
                    <a:pt x="2510" y="2565"/>
                    <a:pt x="2370" y="2425"/>
                    <a:pt x="2203" y="2425"/>
                  </a:cubicBezTo>
                  <a:lnTo>
                    <a:pt x="1032" y="2425"/>
                  </a:lnTo>
                  <a:cubicBezTo>
                    <a:pt x="865" y="2425"/>
                    <a:pt x="726" y="2286"/>
                    <a:pt x="726" y="2119"/>
                  </a:cubicBezTo>
                  <a:lnTo>
                    <a:pt x="726" y="892"/>
                  </a:lnTo>
                  <a:cubicBezTo>
                    <a:pt x="726" y="725"/>
                    <a:pt x="865" y="585"/>
                    <a:pt x="1032" y="585"/>
                  </a:cubicBezTo>
                  <a:close/>
                  <a:moveTo>
                    <a:pt x="921" y="0"/>
                  </a:moveTo>
                  <a:cubicBezTo>
                    <a:pt x="447" y="0"/>
                    <a:pt x="1" y="418"/>
                    <a:pt x="1" y="892"/>
                  </a:cubicBezTo>
                  <a:lnTo>
                    <a:pt x="1" y="2119"/>
                  </a:lnTo>
                  <a:cubicBezTo>
                    <a:pt x="1" y="2592"/>
                    <a:pt x="419" y="3011"/>
                    <a:pt x="921" y="3011"/>
                  </a:cubicBezTo>
                  <a:lnTo>
                    <a:pt x="1841" y="3011"/>
                  </a:lnTo>
                  <a:lnTo>
                    <a:pt x="1841" y="3958"/>
                  </a:lnTo>
                  <a:cubicBezTo>
                    <a:pt x="1924" y="4098"/>
                    <a:pt x="2008" y="4209"/>
                    <a:pt x="2120" y="4237"/>
                  </a:cubicBezTo>
                  <a:cubicBezTo>
                    <a:pt x="2150" y="4247"/>
                    <a:pt x="2188" y="4254"/>
                    <a:pt x="2228" y="4254"/>
                  </a:cubicBezTo>
                  <a:cubicBezTo>
                    <a:pt x="2298" y="4254"/>
                    <a:pt x="2373" y="4234"/>
                    <a:pt x="2426" y="4181"/>
                  </a:cubicBezTo>
                  <a:lnTo>
                    <a:pt x="3541" y="3011"/>
                  </a:lnTo>
                  <a:lnTo>
                    <a:pt x="5743" y="3011"/>
                  </a:lnTo>
                  <a:lnTo>
                    <a:pt x="6830" y="4181"/>
                  </a:lnTo>
                  <a:cubicBezTo>
                    <a:pt x="6883" y="4234"/>
                    <a:pt x="6959" y="4254"/>
                    <a:pt x="7035" y="4254"/>
                  </a:cubicBezTo>
                  <a:cubicBezTo>
                    <a:pt x="7080" y="4254"/>
                    <a:pt x="7124" y="4247"/>
                    <a:pt x="7165" y="4237"/>
                  </a:cubicBezTo>
                  <a:cubicBezTo>
                    <a:pt x="7249" y="4209"/>
                    <a:pt x="7332" y="4070"/>
                    <a:pt x="7332" y="3958"/>
                  </a:cubicBezTo>
                  <a:lnTo>
                    <a:pt x="7332" y="3011"/>
                  </a:lnTo>
                  <a:lnTo>
                    <a:pt x="8224" y="3011"/>
                  </a:lnTo>
                  <a:cubicBezTo>
                    <a:pt x="8726" y="3011"/>
                    <a:pt x="9144" y="2592"/>
                    <a:pt x="9144" y="2119"/>
                  </a:cubicBezTo>
                  <a:lnTo>
                    <a:pt x="9144" y="892"/>
                  </a:lnTo>
                  <a:cubicBezTo>
                    <a:pt x="9144" y="418"/>
                    <a:pt x="8726" y="0"/>
                    <a:pt x="822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9" name="Google Shape;2859;p46"/>
            <p:cNvSpPr/>
            <p:nvPr/>
          </p:nvSpPr>
          <p:spPr>
            <a:xfrm>
              <a:off x="3024600" y="2966925"/>
              <a:ext cx="29875" cy="58497"/>
            </a:xfrm>
            <a:custGeom>
              <a:rect b="b" l="l" r="r" t="t"/>
              <a:pathLst>
                <a:path extrusionOk="0" h="2376" w="1195">
                  <a:moveTo>
                    <a:pt x="159" y="2269"/>
                  </a:moveTo>
                  <a:cubicBezTo>
                    <a:pt x="131" y="2225"/>
                    <a:pt x="349" y="2178"/>
                    <a:pt x="444" y="2102"/>
                  </a:cubicBezTo>
                  <a:cubicBezTo>
                    <a:pt x="539" y="2027"/>
                    <a:pt x="682" y="2090"/>
                    <a:pt x="730" y="1816"/>
                  </a:cubicBezTo>
                  <a:cubicBezTo>
                    <a:pt x="778" y="1542"/>
                    <a:pt x="774" y="725"/>
                    <a:pt x="730" y="459"/>
                  </a:cubicBezTo>
                  <a:cubicBezTo>
                    <a:pt x="686" y="193"/>
                    <a:pt x="587" y="273"/>
                    <a:pt x="468" y="221"/>
                  </a:cubicBezTo>
                  <a:cubicBezTo>
                    <a:pt x="349" y="169"/>
                    <a:pt x="-16" y="185"/>
                    <a:pt x="16" y="149"/>
                  </a:cubicBezTo>
                  <a:cubicBezTo>
                    <a:pt x="48" y="113"/>
                    <a:pt x="473" y="-21"/>
                    <a:pt x="659" y="7"/>
                  </a:cubicBezTo>
                  <a:cubicBezTo>
                    <a:pt x="846" y="35"/>
                    <a:pt x="1048" y="54"/>
                    <a:pt x="1135" y="316"/>
                  </a:cubicBezTo>
                  <a:cubicBezTo>
                    <a:pt x="1222" y="578"/>
                    <a:pt x="1183" y="1276"/>
                    <a:pt x="1183" y="1578"/>
                  </a:cubicBezTo>
                  <a:cubicBezTo>
                    <a:pt x="1183" y="1880"/>
                    <a:pt x="1230" y="1995"/>
                    <a:pt x="1135" y="2126"/>
                  </a:cubicBezTo>
                  <a:cubicBezTo>
                    <a:pt x="1040" y="2257"/>
                    <a:pt x="774" y="2340"/>
                    <a:pt x="611" y="2364"/>
                  </a:cubicBezTo>
                  <a:cubicBezTo>
                    <a:pt x="448" y="2388"/>
                    <a:pt x="187" y="2313"/>
                    <a:pt x="159" y="2269"/>
                  </a:cubicBezTo>
                  <a:close/>
                </a:path>
              </a:pathLst>
            </a:custGeom>
            <a:solidFill>
              <a:schemeClr val="lt2"/>
            </a:solidFill>
            <a:ln>
              <a:noFill/>
            </a:ln>
          </p:spPr>
        </p:sp>
      </p:grpSp>
      <p:grpSp>
        <p:nvGrpSpPr>
          <p:cNvPr id="2860" name="Google Shape;2860;p46"/>
          <p:cNvGrpSpPr/>
          <p:nvPr/>
        </p:nvGrpSpPr>
        <p:grpSpPr>
          <a:xfrm>
            <a:off x="5080402" y="1553266"/>
            <a:ext cx="298081" cy="298081"/>
            <a:chOff x="-57970450" y="1903275"/>
            <a:chExt cx="318225" cy="318225"/>
          </a:xfrm>
        </p:grpSpPr>
        <p:sp>
          <p:nvSpPr>
            <p:cNvPr id="2861" name="Google Shape;2861;p46"/>
            <p:cNvSpPr/>
            <p:nvPr/>
          </p:nvSpPr>
          <p:spPr>
            <a:xfrm>
              <a:off x="-57847575" y="2135825"/>
              <a:ext cx="73250" cy="28975"/>
            </a:xfrm>
            <a:custGeom>
              <a:rect b="b" l="l" r="r" t="t"/>
              <a:pathLst>
                <a:path extrusionOk="0" h="1159" w="2930">
                  <a:moveTo>
                    <a:pt x="414" y="1"/>
                  </a:moveTo>
                  <a:cubicBezTo>
                    <a:pt x="315" y="1"/>
                    <a:pt x="221" y="40"/>
                    <a:pt x="158" y="119"/>
                  </a:cubicBezTo>
                  <a:cubicBezTo>
                    <a:pt x="0" y="276"/>
                    <a:pt x="0" y="497"/>
                    <a:pt x="158" y="623"/>
                  </a:cubicBezTo>
                  <a:cubicBezTo>
                    <a:pt x="536" y="970"/>
                    <a:pt x="1008" y="1159"/>
                    <a:pt x="1481" y="1159"/>
                  </a:cubicBezTo>
                  <a:cubicBezTo>
                    <a:pt x="1954" y="1159"/>
                    <a:pt x="2458" y="970"/>
                    <a:pt x="2773" y="623"/>
                  </a:cubicBezTo>
                  <a:cubicBezTo>
                    <a:pt x="2930" y="465"/>
                    <a:pt x="2930" y="213"/>
                    <a:pt x="2773" y="119"/>
                  </a:cubicBezTo>
                  <a:cubicBezTo>
                    <a:pt x="2694" y="40"/>
                    <a:pt x="2592" y="1"/>
                    <a:pt x="2497" y="1"/>
                  </a:cubicBezTo>
                  <a:cubicBezTo>
                    <a:pt x="2402" y="1"/>
                    <a:pt x="2316" y="40"/>
                    <a:pt x="2269" y="119"/>
                  </a:cubicBezTo>
                  <a:cubicBezTo>
                    <a:pt x="2048" y="308"/>
                    <a:pt x="1733" y="434"/>
                    <a:pt x="1481" y="434"/>
                  </a:cubicBezTo>
                  <a:cubicBezTo>
                    <a:pt x="1197" y="434"/>
                    <a:pt x="882" y="339"/>
                    <a:pt x="693" y="119"/>
                  </a:cubicBezTo>
                  <a:cubicBezTo>
                    <a:pt x="615" y="40"/>
                    <a:pt x="512" y="1"/>
                    <a:pt x="41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2" name="Google Shape;2862;p46"/>
            <p:cNvSpPr/>
            <p:nvPr/>
          </p:nvSpPr>
          <p:spPr>
            <a:xfrm>
              <a:off x="-57857025" y="2053725"/>
              <a:ext cx="18125" cy="18125"/>
            </a:xfrm>
            <a:custGeom>
              <a:rect b="b" l="l" r="r" t="t"/>
              <a:pathLst>
                <a:path extrusionOk="0" h="725" w="725">
                  <a:moveTo>
                    <a:pt x="347" y="0"/>
                  </a:moveTo>
                  <a:cubicBezTo>
                    <a:pt x="158" y="0"/>
                    <a:pt x="0" y="158"/>
                    <a:pt x="0" y="347"/>
                  </a:cubicBezTo>
                  <a:cubicBezTo>
                    <a:pt x="0" y="536"/>
                    <a:pt x="158" y="725"/>
                    <a:pt x="347" y="725"/>
                  </a:cubicBezTo>
                  <a:cubicBezTo>
                    <a:pt x="536" y="725"/>
                    <a:pt x="725" y="536"/>
                    <a:pt x="725" y="347"/>
                  </a:cubicBezTo>
                  <a:cubicBezTo>
                    <a:pt x="725" y="158"/>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3" name="Google Shape;2863;p46"/>
            <p:cNvSpPr/>
            <p:nvPr/>
          </p:nvSpPr>
          <p:spPr>
            <a:xfrm>
              <a:off x="-57782200" y="2053725"/>
              <a:ext cx="18125" cy="18125"/>
            </a:xfrm>
            <a:custGeom>
              <a:rect b="b" l="l" r="r" t="t"/>
              <a:pathLst>
                <a:path extrusionOk="0" h="725" w="725">
                  <a:moveTo>
                    <a:pt x="347" y="0"/>
                  </a:moveTo>
                  <a:cubicBezTo>
                    <a:pt x="158" y="0"/>
                    <a:pt x="0" y="158"/>
                    <a:pt x="0" y="347"/>
                  </a:cubicBezTo>
                  <a:cubicBezTo>
                    <a:pt x="0" y="536"/>
                    <a:pt x="158" y="725"/>
                    <a:pt x="347" y="725"/>
                  </a:cubicBezTo>
                  <a:cubicBezTo>
                    <a:pt x="536" y="725"/>
                    <a:pt x="725" y="536"/>
                    <a:pt x="725" y="347"/>
                  </a:cubicBezTo>
                  <a:cubicBezTo>
                    <a:pt x="725" y="158"/>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4" name="Google Shape;2864;p46"/>
            <p:cNvSpPr/>
            <p:nvPr/>
          </p:nvSpPr>
          <p:spPr>
            <a:xfrm>
              <a:off x="-57970450" y="1903275"/>
              <a:ext cx="318225" cy="318225"/>
            </a:xfrm>
            <a:custGeom>
              <a:rect b="b" l="l" r="r" t="t"/>
              <a:pathLst>
                <a:path extrusionOk="0" h="12729" w="12729">
                  <a:moveTo>
                    <a:pt x="6396" y="757"/>
                  </a:moveTo>
                  <a:cubicBezTo>
                    <a:pt x="6774" y="757"/>
                    <a:pt x="7121" y="915"/>
                    <a:pt x="7404" y="1167"/>
                  </a:cubicBezTo>
                  <a:lnTo>
                    <a:pt x="8507" y="2269"/>
                  </a:lnTo>
                  <a:lnTo>
                    <a:pt x="4348" y="2269"/>
                  </a:lnTo>
                  <a:lnTo>
                    <a:pt x="5356" y="1167"/>
                  </a:lnTo>
                  <a:cubicBezTo>
                    <a:pt x="5640" y="915"/>
                    <a:pt x="5986" y="757"/>
                    <a:pt x="6396" y="757"/>
                  </a:cubicBezTo>
                  <a:close/>
                  <a:moveTo>
                    <a:pt x="11783" y="2994"/>
                  </a:moveTo>
                  <a:cubicBezTo>
                    <a:pt x="11626" y="3845"/>
                    <a:pt x="10838" y="4475"/>
                    <a:pt x="9925" y="4475"/>
                  </a:cubicBezTo>
                  <a:lnTo>
                    <a:pt x="2489" y="4475"/>
                  </a:lnTo>
                  <a:cubicBezTo>
                    <a:pt x="2454" y="4478"/>
                    <a:pt x="2420" y="4479"/>
                    <a:pt x="2385" y="4479"/>
                  </a:cubicBezTo>
                  <a:cubicBezTo>
                    <a:pt x="1665" y="4479"/>
                    <a:pt x="968" y="3867"/>
                    <a:pt x="788" y="3025"/>
                  </a:cubicBezTo>
                  <a:lnTo>
                    <a:pt x="2300" y="3025"/>
                  </a:lnTo>
                  <a:lnTo>
                    <a:pt x="2300" y="3372"/>
                  </a:lnTo>
                  <a:cubicBezTo>
                    <a:pt x="2300" y="3592"/>
                    <a:pt x="2458" y="3750"/>
                    <a:pt x="2647" y="3750"/>
                  </a:cubicBezTo>
                  <a:cubicBezTo>
                    <a:pt x="2836" y="3750"/>
                    <a:pt x="2993" y="3592"/>
                    <a:pt x="2993" y="3372"/>
                  </a:cubicBezTo>
                  <a:lnTo>
                    <a:pt x="2993" y="3025"/>
                  </a:lnTo>
                  <a:lnTo>
                    <a:pt x="3750" y="3025"/>
                  </a:lnTo>
                  <a:lnTo>
                    <a:pt x="3750" y="3372"/>
                  </a:lnTo>
                  <a:cubicBezTo>
                    <a:pt x="3750" y="3592"/>
                    <a:pt x="3907" y="3750"/>
                    <a:pt x="4096" y="3750"/>
                  </a:cubicBezTo>
                  <a:cubicBezTo>
                    <a:pt x="4285" y="3750"/>
                    <a:pt x="4443" y="3592"/>
                    <a:pt x="4443" y="3372"/>
                  </a:cubicBezTo>
                  <a:lnTo>
                    <a:pt x="4443" y="3025"/>
                  </a:lnTo>
                  <a:lnTo>
                    <a:pt x="5199" y="3025"/>
                  </a:lnTo>
                  <a:lnTo>
                    <a:pt x="5199" y="3372"/>
                  </a:lnTo>
                  <a:cubicBezTo>
                    <a:pt x="5199" y="3592"/>
                    <a:pt x="5356" y="3750"/>
                    <a:pt x="5545" y="3750"/>
                  </a:cubicBezTo>
                  <a:cubicBezTo>
                    <a:pt x="5766" y="3750"/>
                    <a:pt x="5923" y="3592"/>
                    <a:pt x="5923" y="3372"/>
                  </a:cubicBezTo>
                  <a:lnTo>
                    <a:pt x="5923" y="3025"/>
                  </a:lnTo>
                  <a:lnTo>
                    <a:pt x="6648" y="3025"/>
                  </a:lnTo>
                  <a:lnTo>
                    <a:pt x="6648" y="3372"/>
                  </a:lnTo>
                  <a:cubicBezTo>
                    <a:pt x="6648" y="3592"/>
                    <a:pt x="6806" y="3750"/>
                    <a:pt x="7026" y="3750"/>
                  </a:cubicBezTo>
                  <a:cubicBezTo>
                    <a:pt x="7215" y="3750"/>
                    <a:pt x="7373" y="3592"/>
                    <a:pt x="7373" y="3372"/>
                  </a:cubicBezTo>
                  <a:lnTo>
                    <a:pt x="7373" y="3025"/>
                  </a:lnTo>
                  <a:lnTo>
                    <a:pt x="8129" y="3025"/>
                  </a:lnTo>
                  <a:lnTo>
                    <a:pt x="8129" y="3372"/>
                  </a:lnTo>
                  <a:cubicBezTo>
                    <a:pt x="8129" y="3592"/>
                    <a:pt x="8286" y="3750"/>
                    <a:pt x="8475" y="3750"/>
                  </a:cubicBezTo>
                  <a:cubicBezTo>
                    <a:pt x="8664" y="3750"/>
                    <a:pt x="8822" y="3592"/>
                    <a:pt x="8822" y="3372"/>
                  </a:cubicBezTo>
                  <a:lnTo>
                    <a:pt x="8822" y="2994"/>
                  </a:lnTo>
                  <a:lnTo>
                    <a:pt x="9578" y="2994"/>
                  </a:lnTo>
                  <a:lnTo>
                    <a:pt x="9578" y="3372"/>
                  </a:lnTo>
                  <a:cubicBezTo>
                    <a:pt x="9578" y="3592"/>
                    <a:pt x="9735" y="3750"/>
                    <a:pt x="9925" y="3750"/>
                  </a:cubicBezTo>
                  <a:cubicBezTo>
                    <a:pt x="10114" y="3750"/>
                    <a:pt x="10271" y="3592"/>
                    <a:pt x="10271" y="3372"/>
                  </a:cubicBezTo>
                  <a:lnTo>
                    <a:pt x="10271" y="2994"/>
                  </a:lnTo>
                  <a:close/>
                  <a:moveTo>
                    <a:pt x="2300" y="6774"/>
                  </a:moveTo>
                  <a:lnTo>
                    <a:pt x="2300" y="8255"/>
                  </a:lnTo>
                  <a:cubicBezTo>
                    <a:pt x="1859" y="8255"/>
                    <a:pt x="1544" y="7909"/>
                    <a:pt x="1544" y="7531"/>
                  </a:cubicBezTo>
                  <a:cubicBezTo>
                    <a:pt x="1544" y="7121"/>
                    <a:pt x="1891" y="6774"/>
                    <a:pt x="2300" y="6774"/>
                  </a:cubicBezTo>
                  <a:close/>
                  <a:moveTo>
                    <a:pt x="10492" y="6774"/>
                  </a:moveTo>
                  <a:cubicBezTo>
                    <a:pt x="10870" y="6774"/>
                    <a:pt x="11216" y="7090"/>
                    <a:pt x="11216" y="7531"/>
                  </a:cubicBezTo>
                  <a:cubicBezTo>
                    <a:pt x="11216" y="7940"/>
                    <a:pt x="10901" y="8255"/>
                    <a:pt x="10492" y="8255"/>
                  </a:cubicBezTo>
                  <a:lnTo>
                    <a:pt x="10492" y="6774"/>
                  </a:lnTo>
                  <a:close/>
                  <a:moveTo>
                    <a:pt x="9767" y="5262"/>
                  </a:moveTo>
                  <a:cubicBezTo>
                    <a:pt x="9735" y="5388"/>
                    <a:pt x="9735" y="8507"/>
                    <a:pt x="9735" y="8633"/>
                  </a:cubicBezTo>
                  <a:cubicBezTo>
                    <a:pt x="9735" y="9421"/>
                    <a:pt x="9452" y="10145"/>
                    <a:pt x="8979" y="10744"/>
                  </a:cubicBezTo>
                  <a:lnTo>
                    <a:pt x="8979" y="9358"/>
                  </a:lnTo>
                  <a:cubicBezTo>
                    <a:pt x="8979" y="8350"/>
                    <a:pt x="8160" y="7531"/>
                    <a:pt x="7121" y="7531"/>
                  </a:cubicBezTo>
                  <a:cubicBezTo>
                    <a:pt x="6932" y="7531"/>
                    <a:pt x="6774" y="7688"/>
                    <a:pt x="6774" y="7877"/>
                  </a:cubicBezTo>
                  <a:cubicBezTo>
                    <a:pt x="6774" y="8066"/>
                    <a:pt x="6932" y="8224"/>
                    <a:pt x="7121" y="8224"/>
                  </a:cubicBezTo>
                  <a:cubicBezTo>
                    <a:pt x="7751" y="8224"/>
                    <a:pt x="8223" y="8728"/>
                    <a:pt x="8223" y="9326"/>
                  </a:cubicBezTo>
                  <a:lnTo>
                    <a:pt x="8223" y="11374"/>
                  </a:lnTo>
                  <a:cubicBezTo>
                    <a:pt x="7688" y="11721"/>
                    <a:pt x="7058" y="11973"/>
                    <a:pt x="6396" y="11973"/>
                  </a:cubicBezTo>
                  <a:cubicBezTo>
                    <a:pt x="5734" y="11973"/>
                    <a:pt x="5041" y="11784"/>
                    <a:pt x="4537" y="11374"/>
                  </a:cubicBezTo>
                  <a:lnTo>
                    <a:pt x="4537" y="9326"/>
                  </a:lnTo>
                  <a:cubicBezTo>
                    <a:pt x="4537" y="8696"/>
                    <a:pt x="5041" y="8224"/>
                    <a:pt x="5640" y="8224"/>
                  </a:cubicBezTo>
                  <a:cubicBezTo>
                    <a:pt x="5829" y="8224"/>
                    <a:pt x="5986" y="8066"/>
                    <a:pt x="5986" y="7877"/>
                  </a:cubicBezTo>
                  <a:cubicBezTo>
                    <a:pt x="5986" y="7688"/>
                    <a:pt x="5829" y="7499"/>
                    <a:pt x="5640" y="7499"/>
                  </a:cubicBezTo>
                  <a:cubicBezTo>
                    <a:pt x="4600" y="7499"/>
                    <a:pt x="3781" y="8350"/>
                    <a:pt x="3781" y="9358"/>
                  </a:cubicBezTo>
                  <a:lnTo>
                    <a:pt x="3781" y="10744"/>
                  </a:lnTo>
                  <a:cubicBezTo>
                    <a:pt x="3308" y="10145"/>
                    <a:pt x="3056" y="9389"/>
                    <a:pt x="3056" y="8602"/>
                  </a:cubicBezTo>
                  <a:lnTo>
                    <a:pt x="3056" y="5262"/>
                  </a:lnTo>
                  <a:close/>
                  <a:moveTo>
                    <a:pt x="6333" y="1"/>
                  </a:moveTo>
                  <a:cubicBezTo>
                    <a:pt x="5766" y="1"/>
                    <a:pt x="5199" y="221"/>
                    <a:pt x="4821" y="631"/>
                  </a:cubicBezTo>
                  <a:lnTo>
                    <a:pt x="3182" y="2238"/>
                  </a:lnTo>
                  <a:lnTo>
                    <a:pt x="347" y="2238"/>
                  </a:lnTo>
                  <a:cubicBezTo>
                    <a:pt x="158" y="2238"/>
                    <a:pt x="0" y="2395"/>
                    <a:pt x="0" y="2584"/>
                  </a:cubicBezTo>
                  <a:cubicBezTo>
                    <a:pt x="0" y="3908"/>
                    <a:pt x="1009" y="5010"/>
                    <a:pt x="2237" y="5199"/>
                  </a:cubicBezTo>
                  <a:lnTo>
                    <a:pt x="2237" y="5987"/>
                  </a:lnTo>
                  <a:cubicBezTo>
                    <a:pt x="1418" y="5987"/>
                    <a:pt x="757" y="6648"/>
                    <a:pt x="757" y="7468"/>
                  </a:cubicBezTo>
                  <a:cubicBezTo>
                    <a:pt x="757" y="8318"/>
                    <a:pt x="1418" y="8980"/>
                    <a:pt x="2237" y="8980"/>
                  </a:cubicBezTo>
                  <a:cubicBezTo>
                    <a:pt x="2363" y="10114"/>
                    <a:pt x="2930" y="11091"/>
                    <a:pt x="3718" y="11784"/>
                  </a:cubicBezTo>
                  <a:lnTo>
                    <a:pt x="3718" y="12351"/>
                  </a:lnTo>
                  <a:cubicBezTo>
                    <a:pt x="3718" y="12571"/>
                    <a:pt x="3876" y="12729"/>
                    <a:pt x="4065" y="12729"/>
                  </a:cubicBezTo>
                  <a:cubicBezTo>
                    <a:pt x="4254" y="12729"/>
                    <a:pt x="4411" y="12571"/>
                    <a:pt x="4411" y="12351"/>
                  </a:cubicBezTo>
                  <a:lnTo>
                    <a:pt x="4411" y="12288"/>
                  </a:lnTo>
                  <a:cubicBezTo>
                    <a:pt x="4978" y="12571"/>
                    <a:pt x="5608" y="12729"/>
                    <a:pt x="6270" y="12729"/>
                  </a:cubicBezTo>
                  <a:cubicBezTo>
                    <a:pt x="6932" y="12729"/>
                    <a:pt x="7562" y="12571"/>
                    <a:pt x="8129" y="12288"/>
                  </a:cubicBezTo>
                  <a:lnTo>
                    <a:pt x="8129" y="12351"/>
                  </a:lnTo>
                  <a:cubicBezTo>
                    <a:pt x="8129" y="12571"/>
                    <a:pt x="8286" y="12729"/>
                    <a:pt x="8475" y="12729"/>
                  </a:cubicBezTo>
                  <a:cubicBezTo>
                    <a:pt x="8664" y="12729"/>
                    <a:pt x="8822" y="12571"/>
                    <a:pt x="8822" y="12351"/>
                  </a:cubicBezTo>
                  <a:lnTo>
                    <a:pt x="8822" y="11784"/>
                  </a:lnTo>
                  <a:cubicBezTo>
                    <a:pt x="9641" y="11091"/>
                    <a:pt x="10208" y="10082"/>
                    <a:pt x="10271" y="8980"/>
                  </a:cubicBezTo>
                  <a:cubicBezTo>
                    <a:pt x="11122" y="8980"/>
                    <a:pt x="11783" y="8318"/>
                    <a:pt x="11783" y="7468"/>
                  </a:cubicBezTo>
                  <a:cubicBezTo>
                    <a:pt x="11972" y="6680"/>
                    <a:pt x="11311" y="6018"/>
                    <a:pt x="10492" y="6018"/>
                  </a:cubicBezTo>
                  <a:lnTo>
                    <a:pt x="10492" y="5231"/>
                  </a:lnTo>
                  <a:cubicBezTo>
                    <a:pt x="11752" y="5042"/>
                    <a:pt x="12728" y="3971"/>
                    <a:pt x="12728" y="2647"/>
                  </a:cubicBezTo>
                  <a:cubicBezTo>
                    <a:pt x="12728" y="2521"/>
                    <a:pt x="12697" y="2427"/>
                    <a:pt x="12602" y="2364"/>
                  </a:cubicBezTo>
                  <a:cubicBezTo>
                    <a:pt x="12539" y="2269"/>
                    <a:pt x="12445" y="2238"/>
                    <a:pt x="12319" y="2238"/>
                  </a:cubicBezTo>
                  <a:lnTo>
                    <a:pt x="9483" y="2238"/>
                  </a:lnTo>
                  <a:lnTo>
                    <a:pt x="7877" y="631"/>
                  </a:lnTo>
                  <a:cubicBezTo>
                    <a:pt x="7499" y="221"/>
                    <a:pt x="6932" y="1"/>
                    <a:pt x="633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65" name="Google Shape;2865;p46"/>
          <p:cNvGrpSpPr/>
          <p:nvPr/>
        </p:nvGrpSpPr>
        <p:grpSpPr>
          <a:xfrm>
            <a:off x="5098480" y="1988098"/>
            <a:ext cx="261925" cy="296606"/>
            <a:chOff x="-57950750" y="2296300"/>
            <a:chExt cx="279625" cy="316650"/>
          </a:xfrm>
        </p:grpSpPr>
        <p:sp>
          <p:nvSpPr>
            <p:cNvPr id="2866" name="Google Shape;2866;p46"/>
            <p:cNvSpPr/>
            <p:nvPr/>
          </p:nvSpPr>
          <p:spPr>
            <a:xfrm>
              <a:off x="-57847575" y="2528075"/>
              <a:ext cx="73250" cy="29750"/>
            </a:xfrm>
            <a:custGeom>
              <a:rect b="b" l="l" r="r" t="t"/>
              <a:pathLst>
                <a:path extrusionOk="0" h="1190" w="2930">
                  <a:moveTo>
                    <a:pt x="414" y="0"/>
                  </a:moveTo>
                  <a:cubicBezTo>
                    <a:pt x="315" y="0"/>
                    <a:pt x="221" y="40"/>
                    <a:pt x="158" y="118"/>
                  </a:cubicBezTo>
                  <a:cubicBezTo>
                    <a:pt x="0" y="276"/>
                    <a:pt x="0" y="528"/>
                    <a:pt x="158" y="654"/>
                  </a:cubicBezTo>
                  <a:cubicBezTo>
                    <a:pt x="536" y="1000"/>
                    <a:pt x="1008" y="1189"/>
                    <a:pt x="1481" y="1189"/>
                  </a:cubicBezTo>
                  <a:cubicBezTo>
                    <a:pt x="1954" y="1189"/>
                    <a:pt x="2458" y="1000"/>
                    <a:pt x="2773" y="654"/>
                  </a:cubicBezTo>
                  <a:cubicBezTo>
                    <a:pt x="2930" y="496"/>
                    <a:pt x="2930" y="244"/>
                    <a:pt x="2773" y="118"/>
                  </a:cubicBezTo>
                  <a:cubicBezTo>
                    <a:pt x="2710" y="40"/>
                    <a:pt x="2623" y="0"/>
                    <a:pt x="2532" y="0"/>
                  </a:cubicBezTo>
                  <a:cubicBezTo>
                    <a:pt x="2442" y="0"/>
                    <a:pt x="2347" y="40"/>
                    <a:pt x="2269" y="118"/>
                  </a:cubicBezTo>
                  <a:cubicBezTo>
                    <a:pt x="2048" y="339"/>
                    <a:pt x="1733" y="433"/>
                    <a:pt x="1481" y="433"/>
                  </a:cubicBezTo>
                  <a:cubicBezTo>
                    <a:pt x="1197" y="433"/>
                    <a:pt x="882" y="339"/>
                    <a:pt x="693" y="118"/>
                  </a:cubicBezTo>
                  <a:cubicBezTo>
                    <a:pt x="615" y="40"/>
                    <a:pt x="512" y="0"/>
                    <a:pt x="41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7" name="Google Shape;2867;p46"/>
            <p:cNvSpPr/>
            <p:nvPr/>
          </p:nvSpPr>
          <p:spPr>
            <a:xfrm>
              <a:off x="-57857025" y="2446750"/>
              <a:ext cx="18125" cy="17350"/>
            </a:xfrm>
            <a:custGeom>
              <a:rect b="b" l="l" r="r" t="t"/>
              <a:pathLst>
                <a:path extrusionOk="0" h="694" w="725">
                  <a:moveTo>
                    <a:pt x="347" y="0"/>
                  </a:moveTo>
                  <a:cubicBezTo>
                    <a:pt x="158" y="0"/>
                    <a:pt x="0" y="158"/>
                    <a:pt x="0" y="347"/>
                  </a:cubicBezTo>
                  <a:cubicBezTo>
                    <a:pt x="0" y="536"/>
                    <a:pt x="158" y="693"/>
                    <a:pt x="347" y="693"/>
                  </a:cubicBezTo>
                  <a:cubicBezTo>
                    <a:pt x="536" y="693"/>
                    <a:pt x="725" y="536"/>
                    <a:pt x="725" y="347"/>
                  </a:cubicBezTo>
                  <a:cubicBezTo>
                    <a:pt x="725" y="158"/>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8" name="Google Shape;2868;p46"/>
            <p:cNvSpPr/>
            <p:nvPr/>
          </p:nvSpPr>
          <p:spPr>
            <a:xfrm>
              <a:off x="-57782200" y="2446750"/>
              <a:ext cx="18125" cy="17350"/>
            </a:xfrm>
            <a:custGeom>
              <a:rect b="b" l="l" r="r" t="t"/>
              <a:pathLst>
                <a:path extrusionOk="0" h="694" w="725">
                  <a:moveTo>
                    <a:pt x="347" y="0"/>
                  </a:moveTo>
                  <a:cubicBezTo>
                    <a:pt x="158" y="0"/>
                    <a:pt x="0" y="158"/>
                    <a:pt x="0" y="347"/>
                  </a:cubicBezTo>
                  <a:cubicBezTo>
                    <a:pt x="0" y="536"/>
                    <a:pt x="158" y="693"/>
                    <a:pt x="347" y="693"/>
                  </a:cubicBezTo>
                  <a:cubicBezTo>
                    <a:pt x="536" y="693"/>
                    <a:pt x="725" y="536"/>
                    <a:pt x="725" y="347"/>
                  </a:cubicBezTo>
                  <a:cubicBezTo>
                    <a:pt x="725" y="158"/>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9" name="Google Shape;2869;p46"/>
            <p:cNvSpPr/>
            <p:nvPr/>
          </p:nvSpPr>
          <p:spPr>
            <a:xfrm>
              <a:off x="-57950750" y="2296300"/>
              <a:ext cx="279625" cy="316650"/>
            </a:xfrm>
            <a:custGeom>
              <a:rect b="b" l="l" r="r" t="t"/>
              <a:pathLst>
                <a:path extrusionOk="0" h="12666" w="11185">
                  <a:moveTo>
                    <a:pt x="5639" y="694"/>
                  </a:moveTo>
                  <a:cubicBezTo>
                    <a:pt x="5955" y="694"/>
                    <a:pt x="6270" y="914"/>
                    <a:pt x="6333" y="1230"/>
                  </a:cubicBezTo>
                  <a:cubicBezTo>
                    <a:pt x="6381" y="1399"/>
                    <a:pt x="6523" y="1513"/>
                    <a:pt x="6701" y="1513"/>
                  </a:cubicBezTo>
                  <a:cubicBezTo>
                    <a:pt x="6754" y="1513"/>
                    <a:pt x="6810" y="1503"/>
                    <a:pt x="6868" y="1482"/>
                  </a:cubicBezTo>
                  <a:cubicBezTo>
                    <a:pt x="6931" y="1450"/>
                    <a:pt x="7057" y="1450"/>
                    <a:pt x="7120" y="1450"/>
                  </a:cubicBezTo>
                  <a:cubicBezTo>
                    <a:pt x="7435" y="1450"/>
                    <a:pt x="7719" y="1639"/>
                    <a:pt x="7845" y="1954"/>
                  </a:cubicBezTo>
                  <a:cubicBezTo>
                    <a:pt x="7876" y="2112"/>
                    <a:pt x="8034" y="2206"/>
                    <a:pt x="8191" y="2206"/>
                  </a:cubicBezTo>
                  <a:cubicBezTo>
                    <a:pt x="8632" y="2206"/>
                    <a:pt x="9010" y="2553"/>
                    <a:pt x="9010" y="3025"/>
                  </a:cubicBezTo>
                  <a:lnTo>
                    <a:pt x="9010" y="3970"/>
                  </a:lnTo>
                  <a:lnTo>
                    <a:pt x="8160" y="3088"/>
                  </a:lnTo>
                  <a:cubicBezTo>
                    <a:pt x="8084" y="3032"/>
                    <a:pt x="7986" y="2986"/>
                    <a:pt x="7885" y="2986"/>
                  </a:cubicBezTo>
                  <a:cubicBezTo>
                    <a:pt x="7818" y="2986"/>
                    <a:pt x="7750" y="3006"/>
                    <a:pt x="7687" y="3057"/>
                  </a:cubicBezTo>
                  <a:cubicBezTo>
                    <a:pt x="7073" y="3466"/>
                    <a:pt x="6364" y="3671"/>
                    <a:pt x="5655" y="3671"/>
                  </a:cubicBezTo>
                  <a:cubicBezTo>
                    <a:pt x="4946" y="3671"/>
                    <a:pt x="4237" y="3466"/>
                    <a:pt x="3623" y="3057"/>
                  </a:cubicBezTo>
                  <a:cubicBezTo>
                    <a:pt x="3560" y="3006"/>
                    <a:pt x="3492" y="2986"/>
                    <a:pt x="3425" y="2986"/>
                  </a:cubicBezTo>
                  <a:cubicBezTo>
                    <a:pt x="3324" y="2986"/>
                    <a:pt x="3226" y="3032"/>
                    <a:pt x="3151" y="3088"/>
                  </a:cubicBezTo>
                  <a:lnTo>
                    <a:pt x="2300" y="3970"/>
                  </a:lnTo>
                  <a:cubicBezTo>
                    <a:pt x="2268" y="3293"/>
                    <a:pt x="2253" y="3191"/>
                    <a:pt x="2245" y="3191"/>
                  </a:cubicBezTo>
                  <a:cubicBezTo>
                    <a:pt x="2241" y="3191"/>
                    <a:pt x="2239" y="3210"/>
                    <a:pt x="2238" y="3210"/>
                  </a:cubicBezTo>
                  <a:cubicBezTo>
                    <a:pt x="2237" y="3210"/>
                    <a:pt x="2237" y="3177"/>
                    <a:pt x="2237" y="3025"/>
                  </a:cubicBezTo>
                  <a:cubicBezTo>
                    <a:pt x="2237" y="2584"/>
                    <a:pt x="2615" y="2206"/>
                    <a:pt x="3088" y="2206"/>
                  </a:cubicBezTo>
                  <a:cubicBezTo>
                    <a:pt x="3245" y="2206"/>
                    <a:pt x="3403" y="2080"/>
                    <a:pt x="3434" y="1954"/>
                  </a:cubicBezTo>
                  <a:cubicBezTo>
                    <a:pt x="3560" y="1639"/>
                    <a:pt x="3812" y="1450"/>
                    <a:pt x="4127" y="1450"/>
                  </a:cubicBezTo>
                  <a:cubicBezTo>
                    <a:pt x="4222" y="1450"/>
                    <a:pt x="4348" y="1450"/>
                    <a:pt x="4411" y="1482"/>
                  </a:cubicBezTo>
                  <a:cubicBezTo>
                    <a:pt x="4449" y="1494"/>
                    <a:pt x="4491" y="1501"/>
                    <a:pt x="4532" y="1501"/>
                  </a:cubicBezTo>
                  <a:cubicBezTo>
                    <a:pt x="4695" y="1501"/>
                    <a:pt x="4865" y="1405"/>
                    <a:pt x="4915" y="1230"/>
                  </a:cubicBezTo>
                  <a:cubicBezTo>
                    <a:pt x="5009" y="914"/>
                    <a:pt x="5324" y="694"/>
                    <a:pt x="5639" y="694"/>
                  </a:cubicBezTo>
                  <a:close/>
                  <a:moveTo>
                    <a:pt x="1512" y="5955"/>
                  </a:moveTo>
                  <a:lnTo>
                    <a:pt x="1512" y="7467"/>
                  </a:lnTo>
                  <a:cubicBezTo>
                    <a:pt x="1071" y="7467"/>
                    <a:pt x="756" y="7152"/>
                    <a:pt x="756" y="6711"/>
                  </a:cubicBezTo>
                  <a:cubicBezTo>
                    <a:pt x="756" y="6333"/>
                    <a:pt x="1103" y="5955"/>
                    <a:pt x="1512" y="5955"/>
                  </a:cubicBezTo>
                  <a:close/>
                  <a:moveTo>
                    <a:pt x="9704" y="5955"/>
                  </a:moveTo>
                  <a:cubicBezTo>
                    <a:pt x="10082" y="5955"/>
                    <a:pt x="10428" y="6302"/>
                    <a:pt x="10428" y="6711"/>
                  </a:cubicBezTo>
                  <a:cubicBezTo>
                    <a:pt x="10428" y="7152"/>
                    <a:pt x="10113" y="7467"/>
                    <a:pt x="9704" y="7467"/>
                  </a:cubicBezTo>
                  <a:lnTo>
                    <a:pt x="9704" y="5955"/>
                  </a:lnTo>
                  <a:close/>
                  <a:moveTo>
                    <a:pt x="7813" y="3813"/>
                  </a:moveTo>
                  <a:lnTo>
                    <a:pt x="8979" y="5042"/>
                  </a:lnTo>
                  <a:lnTo>
                    <a:pt x="8979" y="8224"/>
                  </a:lnTo>
                  <a:lnTo>
                    <a:pt x="7971" y="8224"/>
                  </a:lnTo>
                  <a:cubicBezTo>
                    <a:pt x="7230" y="7767"/>
                    <a:pt x="6411" y="7538"/>
                    <a:pt x="5600" y="7538"/>
                  </a:cubicBezTo>
                  <a:cubicBezTo>
                    <a:pt x="4789" y="7538"/>
                    <a:pt x="3985" y="7767"/>
                    <a:pt x="3277" y="8224"/>
                  </a:cubicBezTo>
                  <a:lnTo>
                    <a:pt x="2237" y="8224"/>
                  </a:lnTo>
                  <a:lnTo>
                    <a:pt x="2237" y="5042"/>
                  </a:lnTo>
                  <a:lnTo>
                    <a:pt x="3434" y="3813"/>
                  </a:lnTo>
                  <a:cubicBezTo>
                    <a:pt x="4096" y="4207"/>
                    <a:pt x="4844" y="4404"/>
                    <a:pt x="5600" y="4404"/>
                  </a:cubicBezTo>
                  <a:cubicBezTo>
                    <a:pt x="6356" y="4404"/>
                    <a:pt x="7120" y="4207"/>
                    <a:pt x="7813" y="3813"/>
                  </a:cubicBezTo>
                  <a:close/>
                  <a:moveTo>
                    <a:pt x="5576" y="8302"/>
                  </a:moveTo>
                  <a:cubicBezTo>
                    <a:pt x="6285" y="8302"/>
                    <a:pt x="6994" y="8507"/>
                    <a:pt x="7593" y="8917"/>
                  </a:cubicBezTo>
                  <a:cubicBezTo>
                    <a:pt x="7687" y="8980"/>
                    <a:pt x="7719" y="8980"/>
                    <a:pt x="7813" y="8980"/>
                  </a:cubicBezTo>
                  <a:lnTo>
                    <a:pt x="8916" y="8980"/>
                  </a:lnTo>
                  <a:cubicBezTo>
                    <a:pt x="8758" y="10649"/>
                    <a:pt x="7341" y="11973"/>
                    <a:pt x="5608" y="11973"/>
                  </a:cubicBezTo>
                  <a:cubicBezTo>
                    <a:pt x="3875" y="11973"/>
                    <a:pt x="2457" y="10649"/>
                    <a:pt x="2237" y="8980"/>
                  </a:cubicBezTo>
                  <a:lnTo>
                    <a:pt x="3340" y="8980"/>
                  </a:lnTo>
                  <a:cubicBezTo>
                    <a:pt x="3434" y="8980"/>
                    <a:pt x="3466" y="8980"/>
                    <a:pt x="3560" y="8917"/>
                  </a:cubicBezTo>
                  <a:cubicBezTo>
                    <a:pt x="4159" y="8507"/>
                    <a:pt x="4868" y="8302"/>
                    <a:pt x="5576" y="8302"/>
                  </a:cubicBezTo>
                  <a:close/>
                  <a:moveTo>
                    <a:pt x="5608" y="1"/>
                  </a:moveTo>
                  <a:cubicBezTo>
                    <a:pt x="5041" y="1"/>
                    <a:pt x="4568" y="316"/>
                    <a:pt x="4285" y="725"/>
                  </a:cubicBezTo>
                  <a:cubicBezTo>
                    <a:pt x="4231" y="720"/>
                    <a:pt x="4178" y="717"/>
                    <a:pt x="4125" y="717"/>
                  </a:cubicBezTo>
                  <a:cubicBezTo>
                    <a:pt x="3560" y="717"/>
                    <a:pt x="3063" y="1020"/>
                    <a:pt x="2804" y="1482"/>
                  </a:cubicBezTo>
                  <a:cubicBezTo>
                    <a:pt x="2048" y="1608"/>
                    <a:pt x="1512" y="2238"/>
                    <a:pt x="1512" y="3025"/>
                  </a:cubicBezTo>
                  <a:lnTo>
                    <a:pt x="1512" y="5231"/>
                  </a:lnTo>
                  <a:cubicBezTo>
                    <a:pt x="662" y="5231"/>
                    <a:pt x="0" y="5892"/>
                    <a:pt x="0" y="6711"/>
                  </a:cubicBezTo>
                  <a:cubicBezTo>
                    <a:pt x="0" y="7562"/>
                    <a:pt x="662" y="8224"/>
                    <a:pt x="1512" y="8224"/>
                  </a:cubicBezTo>
                  <a:lnTo>
                    <a:pt x="1512" y="8570"/>
                  </a:lnTo>
                  <a:cubicBezTo>
                    <a:pt x="1512" y="10807"/>
                    <a:pt x="3340" y="12666"/>
                    <a:pt x="5608" y="12666"/>
                  </a:cubicBezTo>
                  <a:cubicBezTo>
                    <a:pt x="7845" y="12666"/>
                    <a:pt x="9704" y="10807"/>
                    <a:pt x="9704" y="8570"/>
                  </a:cubicBezTo>
                  <a:lnTo>
                    <a:pt x="9704" y="8224"/>
                  </a:lnTo>
                  <a:cubicBezTo>
                    <a:pt x="10523" y="8224"/>
                    <a:pt x="11184" y="7562"/>
                    <a:pt x="11184" y="6711"/>
                  </a:cubicBezTo>
                  <a:cubicBezTo>
                    <a:pt x="11184" y="5892"/>
                    <a:pt x="10523" y="5231"/>
                    <a:pt x="9704" y="5231"/>
                  </a:cubicBezTo>
                  <a:lnTo>
                    <a:pt x="9704" y="3025"/>
                  </a:lnTo>
                  <a:cubicBezTo>
                    <a:pt x="9704" y="2238"/>
                    <a:pt x="9137" y="1608"/>
                    <a:pt x="8380" y="1482"/>
                  </a:cubicBezTo>
                  <a:cubicBezTo>
                    <a:pt x="8150" y="1020"/>
                    <a:pt x="7629" y="717"/>
                    <a:pt x="7060" y="717"/>
                  </a:cubicBezTo>
                  <a:cubicBezTo>
                    <a:pt x="7007" y="717"/>
                    <a:pt x="6953" y="720"/>
                    <a:pt x="6900" y="725"/>
                  </a:cubicBezTo>
                  <a:cubicBezTo>
                    <a:pt x="6616" y="253"/>
                    <a:pt x="6144" y="1"/>
                    <a:pt x="560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70" name="Google Shape;2870;p46"/>
          <p:cNvGrpSpPr/>
          <p:nvPr/>
        </p:nvGrpSpPr>
        <p:grpSpPr>
          <a:xfrm>
            <a:off x="5080495" y="2425593"/>
            <a:ext cx="297894" cy="297355"/>
            <a:chOff x="-57969675" y="2687750"/>
            <a:chExt cx="318025" cy="317450"/>
          </a:xfrm>
        </p:grpSpPr>
        <p:sp>
          <p:nvSpPr>
            <p:cNvPr id="2871" name="Google Shape;2871;p46"/>
            <p:cNvSpPr/>
            <p:nvPr/>
          </p:nvSpPr>
          <p:spPr>
            <a:xfrm>
              <a:off x="-57856250" y="2856300"/>
              <a:ext cx="18150" cy="17350"/>
            </a:xfrm>
            <a:custGeom>
              <a:rect b="b" l="l" r="r" t="t"/>
              <a:pathLst>
                <a:path extrusionOk="0" h="694" w="726">
                  <a:moveTo>
                    <a:pt x="379" y="1"/>
                  </a:moveTo>
                  <a:cubicBezTo>
                    <a:pt x="158" y="1"/>
                    <a:pt x="1" y="158"/>
                    <a:pt x="1" y="347"/>
                  </a:cubicBezTo>
                  <a:cubicBezTo>
                    <a:pt x="1" y="536"/>
                    <a:pt x="158" y="694"/>
                    <a:pt x="379" y="694"/>
                  </a:cubicBezTo>
                  <a:cubicBezTo>
                    <a:pt x="568" y="694"/>
                    <a:pt x="725" y="536"/>
                    <a:pt x="725" y="347"/>
                  </a:cubicBezTo>
                  <a:cubicBezTo>
                    <a:pt x="725" y="158"/>
                    <a:pt x="568" y="1"/>
                    <a:pt x="37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2" name="Google Shape;2872;p46"/>
            <p:cNvSpPr/>
            <p:nvPr/>
          </p:nvSpPr>
          <p:spPr>
            <a:xfrm>
              <a:off x="-57846000" y="2920300"/>
              <a:ext cx="72475" cy="29750"/>
            </a:xfrm>
            <a:custGeom>
              <a:rect b="b" l="l" r="r" t="t"/>
              <a:pathLst>
                <a:path extrusionOk="0" h="1190" w="2899">
                  <a:moveTo>
                    <a:pt x="386" y="1"/>
                  </a:moveTo>
                  <a:cubicBezTo>
                    <a:pt x="292" y="1"/>
                    <a:pt x="205" y="40"/>
                    <a:pt x="158" y="119"/>
                  </a:cubicBezTo>
                  <a:cubicBezTo>
                    <a:pt x="0" y="276"/>
                    <a:pt x="0" y="497"/>
                    <a:pt x="158" y="623"/>
                  </a:cubicBezTo>
                  <a:cubicBezTo>
                    <a:pt x="504" y="969"/>
                    <a:pt x="977" y="1190"/>
                    <a:pt x="1449" y="1190"/>
                  </a:cubicBezTo>
                  <a:cubicBezTo>
                    <a:pt x="1922" y="1190"/>
                    <a:pt x="2426" y="969"/>
                    <a:pt x="2741" y="623"/>
                  </a:cubicBezTo>
                  <a:cubicBezTo>
                    <a:pt x="2899" y="465"/>
                    <a:pt x="2899" y="245"/>
                    <a:pt x="2741" y="119"/>
                  </a:cubicBezTo>
                  <a:cubicBezTo>
                    <a:pt x="2678" y="40"/>
                    <a:pt x="2592" y="1"/>
                    <a:pt x="2501" y="1"/>
                  </a:cubicBezTo>
                  <a:cubicBezTo>
                    <a:pt x="2410" y="1"/>
                    <a:pt x="2316" y="40"/>
                    <a:pt x="2237" y="119"/>
                  </a:cubicBezTo>
                  <a:cubicBezTo>
                    <a:pt x="2048" y="308"/>
                    <a:pt x="1733" y="434"/>
                    <a:pt x="1449" y="434"/>
                  </a:cubicBezTo>
                  <a:cubicBezTo>
                    <a:pt x="1134" y="434"/>
                    <a:pt x="851" y="308"/>
                    <a:pt x="662" y="119"/>
                  </a:cubicBezTo>
                  <a:cubicBezTo>
                    <a:pt x="583" y="40"/>
                    <a:pt x="481" y="1"/>
                    <a:pt x="38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3" name="Google Shape;2873;p46"/>
            <p:cNvSpPr/>
            <p:nvPr/>
          </p:nvSpPr>
          <p:spPr>
            <a:xfrm>
              <a:off x="-57969675" y="2687750"/>
              <a:ext cx="318025" cy="317450"/>
            </a:xfrm>
            <a:custGeom>
              <a:rect b="b" l="l" r="r" t="t"/>
              <a:pathLst>
                <a:path extrusionOk="0" h="12698" w="12721">
                  <a:moveTo>
                    <a:pt x="6365" y="757"/>
                  </a:moveTo>
                  <a:cubicBezTo>
                    <a:pt x="7090" y="757"/>
                    <a:pt x="7783" y="1072"/>
                    <a:pt x="8255" y="1576"/>
                  </a:cubicBezTo>
                  <a:cubicBezTo>
                    <a:pt x="8888" y="2274"/>
                    <a:pt x="9792" y="2670"/>
                    <a:pt x="10717" y="2670"/>
                  </a:cubicBezTo>
                  <a:cubicBezTo>
                    <a:pt x="11128" y="2670"/>
                    <a:pt x="11544" y="2591"/>
                    <a:pt x="11941" y="2427"/>
                  </a:cubicBezTo>
                  <a:lnTo>
                    <a:pt x="11941" y="3183"/>
                  </a:lnTo>
                  <a:lnTo>
                    <a:pt x="11973" y="3183"/>
                  </a:lnTo>
                  <a:cubicBezTo>
                    <a:pt x="11973" y="4348"/>
                    <a:pt x="11028" y="5231"/>
                    <a:pt x="9925" y="5231"/>
                  </a:cubicBezTo>
                  <a:cubicBezTo>
                    <a:pt x="9358" y="5231"/>
                    <a:pt x="9043" y="5041"/>
                    <a:pt x="8192" y="4600"/>
                  </a:cubicBezTo>
                  <a:cubicBezTo>
                    <a:pt x="8066" y="4537"/>
                    <a:pt x="7877" y="4506"/>
                    <a:pt x="7688" y="4506"/>
                  </a:cubicBezTo>
                  <a:lnTo>
                    <a:pt x="5042" y="4506"/>
                  </a:lnTo>
                  <a:cubicBezTo>
                    <a:pt x="4916" y="4506"/>
                    <a:pt x="4695" y="4537"/>
                    <a:pt x="4538" y="4600"/>
                  </a:cubicBezTo>
                  <a:cubicBezTo>
                    <a:pt x="3687" y="5041"/>
                    <a:pt x="3403" y="5231"/>
                    <a:pt x="2805" y="5231"/>
                  </a:cubicBezTo>
                  <a:cubicBezTo>
                    <a:pt x="1671" y="5231"/>
                    <a:pt x="757" y="4348"/>
                    <a:pt x="757" y="3183"/>
                  </a:cubicBezTo>
                  <a:lnTo>
                    <a:pt x="757" y="2490"/>
                  </a:lnTo>
                  <a:cubicBezTo>
                    <a:pt x="1150" y="2639"/>
                    <a:pt x="1556" y="2711"/>
                    <a:pt x="1958" y="2711"/>
                  </a:cubicBezTo>
                  <a:cubicBezTo>
                    <a:pt x="2909" y="2711"/>
                    <a:pt x="3832" y="2307"/>
                    <a:pt x="4475" y="1576"/>
                  </a:cubicBezTo>
                  <a:cubicBezTo>
                    <a:pt x="4947" y="1072"/>
                    <a:pt x="5640" y="757"/>
                    <a:pt x="6365" y="757"/>
                  </a:cubicBezTo>
                  <a:close/>
                  <a:moveTo>
                    <a:pt x="7846" y="6743"/>
                  </a:moveTo>
                  <a:cubicBezTo>
                    <a:pt x="8035" y="6743"/>
                    <a:pt x="8192" y="6900"/>
                    <a:pt x="8192" y="7089"/>
                  </a:cubicBezTo>
                  <a:cubicBezTo>
                    <a:pt x="8192" y="7278"/>
                    <a:pt x="8035" y="7436"/>
                    <a:pt x="7846" y="7436"/>
                  </a:cubicBezTo>
                  <a:cubicBezTo>
                    <a:pt x="7657" y="7436"/>
                    <a:pt x="7499" y="7278"/>
                    <a:pt x="7499" y="7089"/>
                  </a:cubicBezTo>
                  <a:cubicBezTo>
                    <a:pt x="7499" y="6900"/>
                    <a:pt x="7657" y="6743"/>
                    <a:pt x="7846" y="6743"/>
                  </a:cubicBezTo>
                  <a:close/>
                  <a:moveTo>
                    <a:pt x="7720" y="5231"/>
                  </a:moveTo>
                  <a:cubicBezTo>
                    <a:pt x="7783" y="5231"/>
                    <a:pt x="7846" y="5231"/>
                    <a:pt x="7877" y="5294"/>
                  </a:cubicBezTo>
                  <a:cubicBezTo>
                    <a:pt x="8759" y="5703"/>
                    <a:pt x="9074" y="5955"/>
                    <a:pt x="9767" y="5987"/>
                  </a:cubicBezTo>
                  <a:lnTo>
                    <a:pt x="9767" y="7656"/>
                  </a:lnTo>
                  <a:lnTo>
                    <a:pt x="9736" y="7656"/>
                  </a:lnTo>
                  <a:lnTo>
                    <a:pt x="8980" y="7278"/>
                  </a:lnTo>
                  <a:cubicBezTo>
                    <a:pt x="9106" y="6617"/>
                    <a:pt x="8570" y="5987"/>
                    <a:pt x="7877" y="5987"/>
                  </a:cubicBezTo>
                  <a:cubicBezTo>
                    <a:pt x="7562" y="5987"/>
                    <a:pt x="7247" y="6144"/>
                    <a:pt x="7058" y="6333"/>
                  </a:cubicBezTo>
                  <a:lnTo>
                    <a:pt x="4884" y="5294"/>
                  </a:lnTo>
                  <a:lnTo>
                    <a:pt x="4947" y="5294"/>
                  </a:lnTo>
                  <a:cubicBezTo>
                    <a:pt x="4979" y="5231"/>
                    <a:pt x="5042" y="5231"/>
                    <a:pt x="5105" y="5231"/>
                  </a:cubicBezTo>
                  <a:close/>
                  <a:moveTo>
                    <a:pt x="4065" y="5672"/>
                  </a:moveTo>
                  <a:cubicBezTo>
                    <a:pt x="4065" y="5672"/>
                    <a:pt x="4128" y="5672"/>
                    <a:pt x="4128" y="5703"/>
                  </a:cubicBezTo>
                  <a:lnTo>
                    <a:pt x="6806" y="7026"/>
                  </a:lnTo>
                  <a:cubicBezTo>
                    <a:pt x="6743" y="7656"/>
                    <a:pt x="7279" y="8192"/>
                    <a:pt x="7909" y="8192"/>
                  </a:cubicBezTo>
                  <a:cubicBezTo>
                    <a:pt x="8161" y="8192"/>
                    <a:pt x="8444" y="8066"/>
                    <a:pt x="8633" y="7908"/>
                  </a:cubicBezTo>
                  <a:lnTo>
                    <a:pt x="9767" y="8476"/>
                  </a:lnTo>
                  <a:lnTo>
                    <a:pt x="9767" y="8602"/>
                  </a:lnTo>
                  <a:lnTo>
                    <a:pt x="9736" y="8602"/>
                  </a:lnTo>
                  <a:cubicBezTo>
                    <a:pt x="9736" y="10429"/>
                    <a:pt x="8255" y="11973"/>
                    <a:pt x="6396" y="11973"/>
                  </a:cubicBezTo>
                  <a:cubicBezTo>
                    <a:pt x="4538" y="11973"/>
                    <a:pt x="3057" y="10429"/>
                    <a:pt x="3057" y="8602"/>
                  </a:cubicBezTo>
                  <a:lnTo>
                    <a:pt x="3057" y="5955"/>
                  </a:lnTo>
                  <a:cubicBezTo>
                    <a:pt x="3403" y="5924"/>
                    <a:pt x="3750" y="5829"/>
                    <a:pt x="4065" y="5672"/>
                  </a:cubicBezTo>
                  <a:close/>
                  <a:moveTo>
                    <a:pt x="6365" y="1"/>
                  </a:moveTo>
                  <a:cubicBezTo>
                    <a:pt x="5420" y="1"/>
                    <a:pt x="4506" y="410"/>
                    <a:pt x="3908" y="1072"/>
                  </a:cubicBezTo>
                  <a:cubicBezTo>
                    <a:pt x="3408" y="1648"/>
                    <a:pt x="2687" y="1943"/>
                    <a:pt x="1957" y="1943"/>
                  </a:cubicBezTo>
                  <a:cubicBezTo>
                    <a:pt x="1489" y="1943"/>
                    <a:pt x="1018" y="1822"/>
                    <a:pt x="600" y="1576"/>
                  </a:cubicBezTo>
                  <a:lnTo>
                    <a:pt x="568" y="1544"/>
                  </a:lnTo>
                  <a:cubicBezTo>
                    <a:pt x="505" y="1505"/>
                    <a:pt x="438" y="1487"/>
                    <a:pt x="373" y="1487"/>
                  </a:cubicBezTo>
                  <a:cubicBezTo>
                    <a:pt x="178" y="1487"/>
                    <a:pt x="1" y="1647"/>
                    <a:pt x="1" y="1860"/>
                  </a:cubicBezTo>
                  <a:lnTo>
                    <a:pt x="1" y="3151"/>
                  </a:lnTo>
                  <a:cubicBezTo>
                    <a:pt x="1" y="4506"/>
                    <a:pt x="1009" y="5640"/>
                    <a:pt x="2269" y="5861"/>
                  </a:cubicBezTo>
                  <a:lnTo>
                    <a:pt x="2269" y="8539"/>
                  </a:lnTo>
                  <a:cubicBezTo>
                    <a:pt x="2269" y="10838"/>
                    <a:pt x="4097" y="12697"/>
                    <a:pt x="6365" y="12697"/>
                  </a:cubicBezTo>
                  <a:cubicBezTo>
                    <a:pt x="8602" y="12697"/>
                    <a:pt x="10461" y="10838"/>
                    <a:pt x="10461" y="8539"/>
                  </a:cubicBezTo>
                  <a:lnTo>
                    <a:pt x="10461" y="5861"/>
                  </a:lnTo>
                  <a:cubicBezTo>
                    <a:pt x="11752" y="5640"/>
                    <a:pt x="12697" y="4506"/>
                    <a:pt x="12697" y="3151"/>
                  </a:cubicBezTo>
                  <a:lnTo>
                    <a:pt x="12697" y="1860"/>
                  </a:lnTo>
                  <a:cubicBezTo>
                    <a:pt x="12721" y="1647"/>
                    <a:pt x="12550" y="1487"/>
                    <a:pt x="12370" y="1487"/>
                  </a:cubicBezTo>
                  <a:cubicBezTo>
                    <a:pt x="12310" y="1487"/>
                    <a:pt x="12249" y="1505"/>
                    <a:pt x="12193" y="1544"/>
                  </a:cubicBezTo>
                  <a:lnTo>
                    <a:pt x="12130" y="1576"/>
                  </a:lnTo>
                  <a:cubicBezTo>
                    <a:pt x="11721" y="1824"/>
                    <a:pt x="11253" y="1945"/>
                    <a:pt x="10785" y="1945"/>
                  </a:cubicBezTo>
                  <a:cubicBezTo>
                    <a:pt x="10063" y="1945"/>
                    <a:pt x="9338" y="1657"/>
                    <a:pt x="8822" y="1103"/>
                  </a:cubicBezTo>
                  <a:cubicBezTo>
                    <a:pt x="8192" y="442"/>
                    <a:pt x="7342" y="1"/>
                    <a:pt x="636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4" name="Google Shape;2874;p46"/>
            <p:cNvSpPr/>
            <p:nvPr/>
          </p:nvSpPr>
          <p:spPr>
            <a:xfrm>
              <a:off x="-57838125" y="2724975"/>
              <a:ext cx="56725" cy="55550"/>
            </a:xfrm>
            <a:custGeom>
              <a:rect b="b" l="l" r="r" t="t"/>
              <a:pathLst>
                <a:path extrusionOk="0" h="2222" w="2269">
                  <a:moveTo>
                    <a:pt x="386" y="0"/>
                  </a:moveTo>
                  <a:cubicBezTo>
                    <a:pt x="292" y="0"/>
                    <a:pt x="205" y="40"/>
                    <a:pt x="158" y="118"/>
                  </a:cubicBezTo>
                  <a:cubicBezTo>
                    <a:pt x="0" y="276"/>
                    <a:pt x="0" y="528"/>
                    <a:pt x="158" y="654"/>
                  </a:cubicBezTo>
                  <a:lnTo>
                    <a:pt x="630" y="1127"/>
                  </a:lnTo>
                  <a:lnTo>
                    <a:pt x="158" y="1599"/>
                  </a:lnTo>
                  <a:cubicBezTo>
                    <a:pt x="0" y="1757"/>
                    <a:pt x="0" y="1977"/>
                    <a:pt x="158" y="2103"/>
                  </a:cubicBezTo>
                  <a:cubicBezTo>
                    <a:pt x="237" y="2182"/>
                    <a:pt x="331" y="2221"/>
                    <a:pt x="422" y="2221"/>
                  </a:cubicBezTo>
                  <a:cubicBezTo>
                    <a:pt x="512" y="2221"/>
                    <a:pt x="599" y="2182"/>
                    <a:pt x="662" y="2103"/>
                  </a:cubicBezTo>
                  <a:lnTo>
                    <a:pt x="1134" y="1631"/>
                  </a:lnTo>
                  <a:lnTo>
                    <a:pt x="1607" y="2103"/>
                  </a:lnTo>
                  <a:cubicBezTo>
                    <a:pt x="1686" y="2182"/>
                    <a:pt x="1780" y="2221"/>
                    <a:pt x="1871" y="2221"/>
                  </a:cubicBezTo>
                  <a:cubicBezTo>
                    <a:pt x="1961" y="2221"/>
                    <a:pt x="2048" y="2182"/>
                    <a:pt x="2111" y="2103"/>
                  </a:cubicBezTo>
                  <a:cubicBezTo>
                    <a:pt x="2269" y="1946"/>
                    <a:pt x="2269" y="1694"/>
                    <a:pt x="2111" y="1599"/>
                  </a:cubicBezTo>
                  <a:lnTo>
                    <a:pt x="1639" y="1127"/>
                  </a:lnTo>
                  <a:lnTo>
                    <a:pt x="2111" y="654"/>
                  </a:lnTo>
                  <a:cubicBezTo>
                    <a:pt x="2269" y="497"/>
                    <a:pt x="2269" y="244"/>
                    <a:pt x="2111" y="118"/>
                  </a:cubicBezTo>
                  <a:cubicBezTo>
                    <a:pt x="2032" y="40"/>
                    <a:pt x="1938" y="0"/>
                    <a:pt x="1847" y="0"/>
                  </a:cubicBezTo>
                  <a:cubicBezTo>
                    <a:pt x="1757" y="0"/>
                    <a:pt x="1670" y="40"/>
                    <a:pt x="1607" y="118"/>
                  </a:cubicBezTo>
                  <a:lnTo>
                    <a:pt x="1134" y="591"/>
                  </a:lnTo>
                  <a:lnTo>
                    <a:pt x="662" y="118"/>
                  </a:lnTo>
                  <a:cubicBezTo>
                    <a:pt x="583" y="40"/>
                    <a:pt x="481" y="0"/>
                    <a:pt x="3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75" name="Google Shape;2875;p46"/>
          <p:cNvGrpSpPr/>
          <p:nvPr/>
        </p:nvGrpSpPr>
        <p:grpSpPr>
          <a:xfrm>
            <a:off x="7261153" y="1553266"/>
            <a:ext cx="300306" cy="298081"/>
            <a:chOff x="-56012425" y="1903275"/>
            <a:chExt cx="320600" cy="318225"/>
          </a:xfrm>
        </p:grpSpPr>
        <p:sp>
          <p:nvSpPr>
            <p:cNvPr id="2876" name="Google Shape;2876;p46"/>
            <p:cNvSpPr/>
            <p:nvPr/>
          </p:nvSpPr>
          <p:spPr>
            <a:xfrm>
              <a:off x="-55897425" y="2015125"/>
              <a:ext cx="17350" cy="18150"/>
            </a:xfrm>
            <a:custGeom>
              <a:rect b="b" l="l" r="r" t="t"/>
              <a:pathLst>
                <a:path extrusionOk="0" h="726" w="694">
                  <a:moveTo>
                    <a:pt x="347" y="1"/>
                  </a:moveTo>
                  <a:cubicBezTo>
                    <a:pt x="158" y="1"/>
                    <a:pt x="1" y="158"/>
                    <a:pt x="1" y="379"/>
                  </a:cubicBezTo>
                  <a:cubicBezTo>
                    <a:pt x="1" y="568"/>
                    <a:pt x="158" y="725"/>
                    <a:pt x="347" y="725"/>
                  </a:cubicBezTo>
                  <a:cubicBezTo>
                    <a:pt x="536" y="725"/>
                    <a:pt x="694" y="568"/>
                    <a:pt x="694" y="379"/>
                  </a:cubicBezTo>
                  <a:cubicBezTo>
                    <a:pt x="694"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7" name="Google Shape;2877;p46"/>
            <p:cNvSpPr/>
            <p:nvPr/>
          </p:nvSpPr>
          <p:spPr>
            <a:xfrm>
              <a:off x="-56012425" y="1903275"/>
              <a:ext cx="320600" cy="318225"/>
            </a:xfrm>
            <a:custGeom>
              <a:rect b="b" l="l" r="r" t="t"/>
              <a:pathLst>
                <a:path extrusionOk="0" h="12729" w="12824">
                  <a:moveTo>
                    <a:pt x="5262" y="946"/>
                  </a:moveTo>
                  <a:lnTo>
                    <a:pt x="5262" y="946"/>
                  </a:lnTo>
                  <a:cubicBezTo>
                    <a:pt x="5010" y="1923"/>
                    <a:pt x="4254" y="2679"/>
                    <a:pt x="3277" y="2899"/>
                  </a:cubicBezTo>
                  <a:cubicBezTo>
                    <a:pt x="3592" y="2017"/>
                    <a:pt x="4348" y="1293"/>
                    <a:pt x="5262" y="946"/>
                  </a:cubicBezTo>
                  <a:close/>
                  <a:moveTo>
                    <a:pt x="2301" y="5231"/>
                  </a:moveTo>
                  <a:lnTo>
                    <a:pt x="2301" y="6333"/>
                  </a:lnTo>
                  <a:lnTo>
                    <a:pt x="2301" y="6680"/>
                  </a:lnTo>
                  <a:cubicBezTo>
                    <a:pt x="1891" y="6680"/>
                    <a:pt x="1545" y="6365"/>
                    <a:pt x="1545" y="5955"/>
                  </a:cubicBezTo>
                  <a:cubicBezTo>
                    <a:pt x="1545" y="5514"/>
                    <a:pt x="1891" y="5231"/>
                    <a:pt x="2301" y="5231"/>
                  </a:cubicBezTo>
                  <a:close/>
                  <a:moveTo>
                    <a:pt x="10555" y="5231"/>
                  </a:moveTo>
                  <a:cubicBezTo>
                    <a:pt x="10965" y="5231"/>
                    <a:pt x="11311" y="5546"/>
                    <a:pt x="11311" y="5987"/>
                  </a:cubicBezTo>
                  <a:cubicBezTo>
                    <a:pt x="11311" y="6365"/>
                    <a:pt x="10965" y="6743"/>
                    <a:pt x="10555" y="6743"/>
                  </a:cubicBezTo>
                  <a:lnTo>
                    <a:pt x="10555" y="5231"/>
                  </a:lnTo>
                  <a:close/>
                  <a:moveTo>
                    <a:pt x="1103" y="6837"/>
                  </a:moveTo>
                  <a:cubicBezTo>
                    <a:pt x="1387" y="7216"/>
                    <a:pt x="1828" y="7436"/>
                    <a:pt x="2301" y="7436"/>
                  </a:cubicBezTo>
                  <a:cubicBezTo>
                    <a:pt x="2301" y="7877"/>
                    <a:pt x="1986" y="8192"/>
                    <a:pt x="1545" y="8192"/>
                  </a:cubicBezTo>
                  <a:cubicBezTo>
                    <a:pt x="1166" y="8192"/>
                    <a:pt x="788" y="7877"/>
                    <a:pt x="788" y="7436"/>
                  </a:cubicBezTo>
                  <a:cubicBezTo>
                    <a:pt x="788" y="7216"/>
                    <a:pt x="914" y="6963"/>
                    <a:pt x="1103" y="6837"/>
                  </a:cubicBezTo>
                  <a:close/>
                  <a:moveTo>
                    <a:pt x="11752" y="6837"/>
                  </a:moveTo>
                  <a:cubicBezTo>
                    <a:pt x="11941" y="6995"/>
                    <a:pt x="12067" y="7216"/>
                    <a:pt x="12067" y="7436"/>
                  </a:cubicBezTo>
                  <a:cubicBezTo>
                    <a:pt x="12067" y="7877"/>
                    <a:pt x="11721" y="8192"/>
                    <a:pt x="11311" y="8192"/>
                  </a:cubicBezTo>
                  <a:cubicBezTo>
                    <a:pt x="10933" y="8192"/>
                    <a:pt x="10555" y="7877"/>
                    <a:pt x="10555" y="7436"/>
                  </a:cubicBezTo>
                  <a:cubicBezTo>
                    <a:pt x="11028" y="7436"/>
                    <a:pt x="11469" y="7216"/>
                    <a:pt x="11752" y="6837"/>
                  </a:cubicBezTo>
                  <a:close/>
                  <a:moveTo>
                    <a:pt x="5325" y="2490"/>
                  </a:moveTo>
                  <a:lnTo>
                    <a:pt x="5325" y="2647"/>
                  </a:lnTo>
                  <a:cubicBezTo>
                    <a:pt x="5325" y="3529"/>
                    <a:pt x="5955" y="4286"/>
                    <a:pt x="6837" y="4443"/>
                  </a:cubicBezTo>
                  <a:lnTo>
                    <a:pt x="6837" y="7405"/>
                  </a:lnTo>
                  <a:cubicBezTo>
                    <a:pt x="6711" y="7436"/>
                    <a:pt x="6585" y="7468"/>
                    <a:pt x="6491" y="7468"/>
                  </a:cubicBezTo>
                  <a:cubicBezTo>
                    <a:pt x="6176" y="7468"/>
                    <a:pt x="5892" y="7373"/>
                    <a:pt x="5703" y="7153"/>
                  </a:cubicBezTo>
                  <a:cubicBezTo>
                    <a:pt x="5624" y="7074"/>
                    <a:pt x="5522" y="7034"/>
                    <a:pt x="5424" y="7034"/>
                  </a:cubicBezTo>
                  <a:cubicBezTo>
                    <a:pt x="5325" y="7034"/>
                    <a:pt x="5231" y="7074"/>
                    <a:pt x="5168" y="7153"/>
                  </a:cubicBezTo>
                  <a:cubicBezTo>
                    <a:pt x="5010" y="7310"/>
                    <a:pt x="5010" y="7562"/>
                    <a:pt x="5168" y="7688"/>
                  </a:cubicBezTo>
                  <a:cubicBezTo>
                    <a:pt x="5514" y="8035"/>
                    <a:pt x="6018" y="8224"/>
                    <a:pt x="6491" y="8224"/>
                  </a:cubicBezTo>
                  <a:cubicBezTo>
                    <a:pt x="6585" y="8224"/>
                    <a:pt x="6711" y="8224"/>
                    <a:pt x="6837" y="8192"/>
                  </a:cubicBezTo>
                  <a:lnTo>
                    <a:pt x="6837" y="9326"/>
                  </a:lnTo>
                  <a:lnTo>
                    <a:pt x="6837" y="9673"/>
                  </a:lnTo>
                  <a:cubicBezTo>
                    <a:pt x="6711" y="9673"/>
                    <a:pt x="6554" y="9736"/>
                    <a:pt x="6428" y="9736"/>
                  </a:cubicBezTo>
                  <a:cubicBezTo>
                    <a:pt x="4569" y="9673"/>
                    <a:pt x="3057" y="8192"/>
                    <a:pt x="3057" y="6333"/>
                  </a:cubicBezTo>
                  <a:cubicBezTo>
                    <a:pt x="3057" y="3908"/>
                    <a:pt x="3057" y="3971"/>
                    <a:pt x="3088" y="3687"/>
                  </a:cubicBezTo>
                  <a:cubicBezTo>
                    <a:pt x="3939" y="3592"/>
                    <a:pt x="4790" y="3151"/>
                    <a:pt x="5325" y="2490"/>
                  </a:cubicBezTo>
                  <a:close/>
                  <a:moveTo>
                    <a:pt x="6459" y="694"/>
                  </a:moveTo>
                  <a:cubicBezTo>
                    <a:pt x="8287" y="757"/>
                    <a:pt x="9830" y="2238"/>
                    <a:pt x="9830" y="4097"/>
                  </a:cubicBezTo>
                  <a:lnTo>
                    <a:pt x="9830" y="11941"/>
                  </a:lnTo>
                  <a:cubicBezTo>
                    <a:pt x="8570" y="11721"/>
                    <a:pt x="7562" y="10618"/>
                    <a:pt x="7562" y="9295"/>
                  </a:cubicBezTo>
                  <a:lnTo>
                    <a:pt x="7562" y="4065"/>
                  </a:lnTo>
                  <a:cubicBezTo>
                    <a:pt x="7562" y="3845"/>
                    <a:pt x="7404" y="3687"/>
                    <a:pt x="7215" y="3687"/>
                  </a:cubicBezTo>
                  <a:cubicBezTo>
                    <a:pt x="6585" y="3687"/>
                    <a:pt x="6113" y="3183"/>
                    <a:pt x="6113" y="2584"/>
                  </a:cubicBezTo>
                  <a:lnTo>
                    <a:pt x="6113" y="757"/>
                  </a:lnTo>
                  <a:cubicBezTo>
                    <a:pt x="6239" y="757"/>
                    <a:pt x="6365" y="694"/>
                    <a:pt x="6459" y="694"/>
                  </a:cubicBezTo>
                  <a:close/>
                  <a:moveTo>
                    <a:pt x="3057" y="8665"/>
                  </a:moveTo>
                  <a:cubicBezTo>
                    <a:pt x="3781" y="9704"/>
                    <a:pt x="5010" y="10429"/>
                    <a:pt x="6428" y="10429"/>
                  </a:cubicBezTo>
                  <a:cubicBezTo>
                    <a:pt x="6617" y="10429"/>
                    <a:pt x="6774" y="10429"/>
                    <a:pt x="6995" y="10398"/>
                  </a:cubicBezTo>
                  <a:cubicBezTo>
                    <a:pt x="7184" y="11028"/>
                    <a:pt x="7562" y="11563"/>
                    <a:pt x="8098" y="11973"/>
                  </a:cubicBezTo>
                  <a:lnTo>
                    <a:pt x="3057" y="11973"/>
                  </a:lnTo>
                  <a:lnTo>
                    <a:pt x="3057" y="8665"/>
                  </a:lnTo>
                  <a:close/>
                  <a:moveTo>
                    <a:pt x="6396" y="1"/>
                  </a:moveTo>
                  <a:cubicBezTo>
                    <a:pt x="4096" y="1"/>
                    <a:pt x="2269" y="1860"/>
                    <a:pt x="2269" y="4097"/>
                  </a:cubicBezTo>
                  <a:lnTo>
                    <a:pt x="2269" y="4443"/>
                  </a:lnTo>
                  <a:cubicBezTo>
                    <a:pt x="1356" y="4443"/>
                    <a:pt x="631" y="5231"/>
                    <a:pt x="757" y="6144"/>
                  </a:cubicBezTo>
                  <a:cubicBezTo>
                    <a:pt x="284" y="6428"/>
                    <a:pt x="1" y="6900"/>
                    <a:pt x="1" y="7436"/>
                  </a:cubicBezTo>
                  <a:cubicBezTo>
                    <a:pt x="1" y="8255"/>
                    <a:pt x="694" y="8948"/>
                    <a:pt x="1513" y="8948"/>
                  </a:cubicBezTo>
                  <a:cubicBezTo>
                    <a:pt x="1797" y="8948"/>
                    <a:pt x="2017" y="8854"/>
                    <a:pt x="2269" y="8728"/>
                  </a:cubicBezTo>
                  <a:lnTo>
                    <a:pt x="2269" y="12351"/>
                  </a:lnTo>
                  <a:cubicBezTo>
                    <a:pt x="2269" y="12571"/>
                    <a:pt x="2427" y="12729"/>
                    <a:pt x="2616" y="12729"/>
                  </a:cubicBezTo>
                  <a:lnTo>
                    <a:pt x="10145" y="12729"/>
                  </a:lnTo>
                  <a:cubicBezTo>
                    <a:pt x="10334" y="12729"/>
                    <a:pt x="10492" y="12571"/>
                    <a:pt x="10492" y="12351"/>
                  </a:cubicBezTo>
                  <a:lnTo>
                    <a:pt x="10492" y="8728"/>
                  </a:lnTo>
                  <a:cubicBezTo>
                    <a:pt x="10712" y="8854"/>
                    <a:pt x="10965" y="8948"/>
                    <a:pt x="11248" y="8948"/>
                  </a:cubicBezTo>
                  <a:cubicBezTo>
                    <a:pt x="12067" y="8948"/>
                    <a:pt x="12729" y="8255"/>
                    <a:pt x="12729" y="7436"/>
                  </a:cubicBezTo>
                  <a:cubicBezTo>
                    <a:pt x="12823" y="6932"/>
                    <a:pt x="12508" y="6428"/>
                    <a:pt x="12036" y="6144"/>
                  </a:cubicBezTo>
                  <a:cubicBezTo>
                    <a:pt x="12130" y="5231"/>
                    <a:pt x="11437" y="4443"/>
                    <a:pt x="10523" y="4443"/>
                  </a:cubicBezTo>
                  <a:lnTo>
                    <a:pt x="10523" y="4097"/>
                  </a:lnTo>
                  <a:cubicBezTo>
                    <a:pt x="10523" y="1860"/>
                    <a:pt x="8665" y="1"/>
                    <a:pt x="639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78" name="Google Shape;2878;p46"/>
          <p:cNvGrpSpPr/>
          <p:nvPr/>
        </p:nvGrpSpPr>
        <p:grpSpPr>
          <a:xfrm>
            <a:off x="7261891" y="1986986"/>
            <a:ext cx="298831" cy="298831"/>
            <a:chOff x="-56010850" y="2294725"/>
            <a:chExt cx="319025" cy="319025"/>
          </a:xfrm>
        </p:grpSpPr>
        <p:sp>
          <p:nvSpPr>
            <p:cNvPr id="2879" name="Google Shape;2879;p46"/>
            <p:cNvSpPr/>
            <p:nvPr/>
          </p:nvSpPr>
          <p:spPr>
            <a:xfrm>
              <a:off x="-55906875" y="2527275"/>
              <a:ext cx="73275" cy="29750"/>
            </a:xfrm>
            <a:custGeom>
              <a:rect b="b" l="l" r="r" t="t"/>
              <a:pathLst>
                <a:path extrusionOk="0" h="1190" w="2931">
                  <a:moveTo>
                    <a:pt x="398" y="1"/>
                  </a:moveTo>
                  <a:cubicBezTo>
                    <a:pt x="308" y="1"/>
                    <a:pt x="221" y="40"/>
                    <a:pt x="158" y="119"/>
                  </a:cubicBezTo>
                  <a:cubicBezTo>
                    <a:pt x="0" y="276"/>
                    <a:pt x="0" y="528"/>
                    <a:pt x="158" y="623"/>
                  </a:cubicBezTo>
                  <a:cubicBezTo>
                    <a:pt x="505" y="1001"/>
                    <a:pt x="977" y="1190"/>
                    <a:pt x="1450" y="1190"/>
                  </a:cubicBezTo>
                  <a:cubicBezTo>
                    <a:pt x="1922" y="1190"/>
                    <a:pt x="2458" y="1001"/>
                    <a:pt x="2773" y="623"/>
                  </a:cubicBezTo>
                  <a:cubicBezTo>
                    <a:pt x="2930" y="465"/>
                    <a:pt x="2930" y="245"/>
                    <a:pt x="2773" y="119"/>
                  </a:cubicBezTo>
                  <a:cubicBezTo>
                    <a:pt x="2694" y="40"/>
                    <a:pt x="2592" y="1"/>
                    <a:pt x="2493" y="1"/>
                  </a:cubicBezTo>
                  <a:cubicBezTo>
                    <a:pt x="2395" y="1"/>
                    <a:pt x="2300" y="40"/>
                    <a:pt x="2237" y="119"/>
                  </a:cubicBezTo>
                  <a:cubicBezTo>
                    <a:pt x="2048" y="308"/>
                    <a:pt x="1733" y="434"/>
                    <a:pt x="1450" y="434"/>
                  </a:cubicBezTo>
                  <a:cubicBezTo>
                    <a:pt x="1135" y="434"/>
                    <a:pt x="883" y="308"/>
                    <a:pt x="662" y="119"/>
                  </a:cubicBezTo>
                  <a:cubicBezTo>
                    <a:pt x="583" y="40"/>
                    <a:pt x="489" y="1"/>
                    <a:pt x="3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0" name="Google Shape;2880;p46"/>
            <p:cNvSpPr/>
            <p:nvPr/>
          </p:nvSpPr>
          <p:spPr>
            <a:xfrm>
              <a:off x="-55916325" y="2463275"/>
              <a:ext cx="17350" cy="17350"/>
            </a:xfrm>
            <a:custGeom>
              <a:rect b="b" l="l" r="r" t="t"/>
              <a:pathLst>
                <a:path extrusionOk="0" h="694" w="694">
                  <a:moveTo>
                    <a:pt x="347" y="1"/>
                  </a:moveTo>
                  <a:cubicBezTo>
                    <a:pt x="158" y="1"/>
                    <a:pt x="0" y="158"/>
                    <a:pt x="0" y="347"/>
                  </a:cubicBezTo>
                  <a:cubicBezTo>
                    <a:pt x="0" y="536"/>
                    <a:pt x="158" y="694"/>
                    <a:pt x="347" y="694"/>
                  </a:cubicBezTo>
                  <a:cubicBezTo>
                    <a:pt x="536" y="694"/>
                    <a:pt x="694" y="536"/>
                    <a:pt x="694" y="347"/>
                  </a:cubicBezTo>
                  <a:cubicBezTo>
                    <a:pt x="694"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1" name="Google Shape;2881;p46"/>
            <p:cNvSpPr/>
            <p:nvPr/>
          </p:nvSpPr>
          <p:spPr>
            <a:xfrm>
              <a:off x="-55842300" y="2463275"/>
              <a:ext cx="17350" cy="17350"/>
            </a:xfrm>
            <a:custGeom>
              <a:rect b="b" l="l" r="r" t="t"/>
              <a:pathLst>
                <a:path extrusionOk="0" h="694" w="694">
                  <a:moveTo>
                    <a:pt x="347" y="1"/>
                  </a:moveTo>
                  <a:cubicBezTo>
                    <a:pt x="158" y="1"/>
                    <a:pt x="1" y="158"/>
                    <a:pt x="1" y="347"/>
                  </a:cubicBezTo>
                  <a:cubicBezTo>
                    <a:pt x="1" y="536"/>
                    <a:pt x="158" y="694"/>
                    <a:pt x="347" y="694"/>
                  </a:cubicBezTo>
                  <a:cubicBezTo>
                    <a:pt x="536" y="694"/>
                    <a:pt x="694" y="536"/>
                    <a:pt x="694" y="347"/>
                  </a:cubicBezTo>
                  <a:cubicBezTo>
                    <a:pt x="694"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2" name="Google Shape;2882;p46"/>
            <p:cNvSpPr/>
            <p:nvPr/>
          </p:nvSpPr>
          <p:spPr>
            <a:xfrm>
              <a:off x="-56010850" y="2294725"/>
              <a:ext cx="319025" cy="319025"/>
            </a:xfrm>
            <a:custGeom>
              <a:rect b="b" l="l" r="r" t="t"/>
              <a:pathLst>
                <a:path extrusionOk="0" h="12761" w="12761">
                  <a:moveTo>
                    <a:pt x="6333" y="4506"/>
                  </a:moveTo>
                  <a:cubicBezTo>
                    <a:pt x="6522" y="4506"/>
                    <a:pt x="6680" y="4664"/>
                    <a:pt x="6680" y="4853"/>
                  </a:cubicBezTo>
                  <a:lnTo>
                    <a:pt x="6680" y="5199"/>
                  </a:lnTo>
                  <a:lnTo>
                    <a:pt x="4475" y="5199"/>
                  </a:lnTo>
                  <a:lnTo>
                    <a:pt x="4475" y="4853"/>
                  </a:lnTo>
                  <a:cubicBezTo>
                    <a:pt x="4475" y="4664"/>
                    <a:pt x="4632" y="4506"/>
                    <a:pt x="4821" y="4506"/>
                  </a:cubicBezTo>
                  <a:close/>
                  <a:moveTo>
                    <a:pt x="5577" y="757"/>
                  </a:moveTo>
                  <a:cubicBezTo>
                    <a:pt x="7814" y="757"/>
                    <a:pt x="9673" y="2616"/>
                    <a:pt x="9673" y="4853"/>
                  </a:cubicBezTo>
                  <a:lnTo>
                    <a:pt x="9673" y="5199"/>
                  </a:lnTo>
                  <a:lnTo>
                    <a:pt x="7436" y="5199"/>
                  </a:lnTo>
                  <a:lnTo>
                    <a:pt x="7436" y="4853"/>
                  </a:lnTo>
                  <a:cubicBezTo>
                    <a:pt x="7436" y="4222"/>
                    <a:pt x="6932" y="3750"/>
                    <a:pt x="6333" y="3750"/>
                  </a:cubicBezTo>
                  <a:lnTo>
                    <a:pt x="4821" y="3750"/>
                  </a:lnTo>
                  <a:cubicBezTo>
                    <a:pt x="4191" y="3750"/>
                    <a:pt x="3718" y="4254"/>
                    <a:pt x="3718" y="4853"/>
                  </a:cubicBezTo>
                  <a:lnTo>
                    <a:pt x="3718" y="5199"/>
                  </a:lnTo>
                  <a:lnTo>
                    <a:pt x="1482" y="5199"/>
                  </a:lnTo>
                  <a:lnTo>
                    <a:pt x="1482" y="4853"/>
                  </a:lnTo>
                  <a:cubicBezTo>
                    <a:pt x="1482" y="2616"/>
                    <a:pt x="3340" y="757"/>
                    <a:pt x="5577" y="757"/>
                  </a:cubicBezTo>
                  <a:close/>
                  <a:moveTo>
                    <a:pt x="1482" y="5955"/>
                  </a:moveTo>
                  <a:lnTo>
                    <a:pt x="1482" y="7467"/>
                  </a:lnTo>
                  <a:cubicBezTo>
                    <a:pt x="1103" y="7467"/>
                    <a:pt x="725" y="7152"/>
                    <a:pt x="725" y="6711"/>
                  </a:cubicBezTo>
                  <a:cubicBezTo>
                    <a:pt x="725" y="6302"/>
                    <a:pt x="1103" y="5955"/>
                    <a:pt x="1482" y="5955"/>
                  </a:cubicBezTo>
                  <a:close/>
                  <a:moveTo>
                    <a:pt x="9704" y="5955"/>
                  </a:moveTo>
                  <a:cubicBezTo>
                    <a:pt x="10114" y="5955"/>
                    <a:pt x="10460" y="6302"/>
                    <a:pt x="10460" y="6711"/>
                  </a:cubicBezTo>
                  <a:cubicBezTo>
                    <a:pt x="10460" y="7089"/>
                    <a:pt x="10145" y="7467"/>
                    <a:pt x="9704" y="7467"/>
                  </a:cubicBezTo>
                  <a:lnTo>
                    <a:pt x="9704" y="5955"/>
                  </a:lnTo>
                  <a:close/>
                  <a:moveTo>
                    <a:pt x="9011" y="5955"/>
                  </a:moveTo>
                  <a:cubicBezTo>
                    <a:pt x="8980" y="6270"/>
                    <a:pt x="8980" y="8318"/>
                    <a:pt x="8980" y="8633"/>
                  </a:cubicBezTo>
                  <a:cubicBezTo>
                    <a:pt x="8980" y="10492"/>
                    <a:pt x="7467" y="11973"/>
                    <a:pt x="5609" y="11973"/>
                  </a:cubicBezTo>
                  <a:cubicBezTo>
                    <a:pt x="3781" y="11973"/>
                    <a:pt x="2269" y="10492"/>
                    <a:pt x="2269" y="8633"/>
                  </a:cubicBezTo>
                  <a:lnTo>
                    <a:pt x="2269" y="5955"/>
                  </a:lnTo>
                  <a:close/>
                  <a:moveTo>
                    <a:pt x="5577" y="1"/>
                  </a:moveTo>
                  <a:cubicBezTo>
                    <a:pt x="2899" y="1"/>
                    <a:pt x="725" y="2175"/>
                    <a:pt x="725" y="4853"/>
                  </a:cubicBezTo>
                  <a:lnTo>
                    <a:pt x="725" y="5451"/>
                  </a:lnTo>
                  <a:cubicBezTo>
                    <a:pt x="316" y="5703"/>
                    <a:pt x="1" y="6207"/>
                    <a:pt x="1" y="6743"/>
                  </a:cubicBezTo>
                  <a:cubicBezTo>
                    <a:pt x="1" y="7562"/>
                    <a:pt x="662" y="8255"/>
                    <a:pt x="1482" y="8255"/>
                  </a:cubicBezTo>
                  <a:lnTo>
                    <a:pt x="1482" y="8665"/>
                  </a:lnTo>
                  <a:cubicBezTo>
                    <a:pt x="1482" y="10933"/>
                    <a:pt x="3340" y="12760"/>
                    <a:pt x="5577" y="12760"/>
                  </a:cubicBezTo>
                  <a:cubicBezTo>
                    <a:pt x="7814" y="12760"/>
                    <a:pt x="9673" y="10933"/>
                    <a:pt x="9673" y="8665"/>
                  </a:cubicBezTo>
                  <a:lnTo>
                    <a:pt x="9673" y="8255"/>
                  </a:lnTo>
                  <a:cubicBezTo>
                    <a:pt x="10492" y="8255"/>
                    <a:pt x="11185" y="7562"/>
                    <a:pt x="11185" y="6743"/>
                  </a:cubicBezTo>
                  <a:cubicBezTo>
                    <a:pt x="11185" y="6459"/>
                    <a:pt x="11091" y="6239"/>
                    <a:pt x="10965" y="5987"/>
                  </a:cubicBezTo>
                  <a:lnTo>
                    <a:pt x="12351" y="5987"/>
                  </a:lnTo>
                  <a:cubicBezTo>
                    <a:pt x="12540" y="5987"/>
                    <a:pt x="12697" y="5829"/>
                    <a:pt x="12697" y="5640"/>
                  </a:cubicBezTo>
                  <a:cubicBezTo>
                    <a:pt x="12760" y="5420"/>
                    <a:pt x="12540" y="5199"/>
                    <a:pt x="12351" y="5199"/>
                  </a:cubicBezTo>
                  <a:lnTo>
                    <a:pt x="10429" y="5199"/>
                  </a:lnTo>
                  <a:lnTo>
                    <a:pt x="10429" y="4853"/>
                  </a:lnTo>
                  <a:cubicBezTo>
                    <a:pt x="10429" y="2175"/>
                    <a:pt x="8255" y="1"/>
                    <a:pt x="557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83" name="Google Shape;2883;p46"/>
          <p:cNvGrpSpPr/>
          <p:nvPr/>
        </p:nvGrpSpPr>
        <p:grpSpPr>
          <a:xfrm>
            <a:off x="7261903" y="2425230"/>
            <a:ext cx="298807" cy="298081"/>
            <a:chOff x="-56010050" y="2686975"/>
            <a:chExt cx="319000" cy="318225"/>
          </a:xfrm>
        </p:grpSpPr>
        <p:sp>
          <p:nvSpPr>
            <p:cNvPr id="2884" name="Google Shape;2884;p46"/>
            <p:cNvSpPr/>
            <p:nvPr/>
          </p:nvSpPr>
          <p:spPr>
            <a:xfrm>
              <a:off x="-55887975" y="2917925"/>
              <a:ext cx="72475" cy="29775"/>
            </a:xfrm>
            <a:custGeom>
              <a:rect b="b" l="l" r="r" t="t"/>
              <a:pathLst>
                <a:path extrusionOk="0" h="1191" w="2899">
                  <a:moveTo>
                    <a:pt x="398" y="1"/>
                  </a:moveTo>
                  <a:cubicBezTo>
                    <a:pt x="308" y="1"/>
                    <a:pt x="221" y="40"/>
                    <a:pt x="158" y="119"/>
                  </a:cubicBezTo>
                  <a:cubicBezTo>
                    <a:pt x="1" y="277"/>
                    <a:pt x="1" y="529"/>
                    <a:pt x="158" y="655"/>
                  </a:cubicBezTo>
                  <a:cubicBezTo>
                    <a:pt x="505" y="1001"/>
                    <a:pt x="977" y="1190"/>
                    <a:pt x="1450" y="1190"/>
                  </a:cubicBezTo>
                  <a:cubicBezTo>
                    <a:pt x="1922" y="1190"/>
                    <a:pt x="2426" y="1001"/>
                    <a:pt x="2742" y="655"/>
                  </a:cubicBezTo>
                  <a:cubicBezTo>
                    <a:pt x="2899" y="497"/>
                    <a:pt x="2899" y="245"/>
                    <a:pt x="2742" y="119"/>
                  </a:cubicBezTo>
                  <a:cubicBezTo>
                    <a:pt x="2694" y="72"/>
                    <a:pt x="2608" y="48"/>
                    <a:pt x="2513" y="48"/>
                  </a:cubicBezTo>
                  <a:cubicBezTo>
                    <a:pt x="2419" y="48"/>
                    <a:pt x="2316" y="72"/>
                    <a:pt x="2237" y="119"/>
                  </a:cubicBezTo>
                  <a:cubicBezTo>
                    <a:pt x="2048" y="340"/>
                    <a:pt x="1733" y="434"/>
                    <a:pt x="1450" y="434"/>
                  </a:cubicBezTo>
                  <a:cubicBezTo>
                    <a:pt x="1135" y="434"/>
                    <a:pt x="851" y="340"/>
                    <a:pt x="662" y="119"/>
                  </a:cubicBezTo>
                  <a:cubicBezTo>
                    <a:pt x="583" y="40"/>
                    <a:pt x="489" y="1"/>
                    <a:pt x="3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5" name="Google Shape;2885;p46"/>
            <p:cNvSpPr/>
            <p:nvPr/>
          </p:nvSpPr>
          <p:spPr>
            <a:xfrm>
              <a:off x="-55897425" y="2854725"/>
              <a:ext cx="17350" cy="18150"/>
            </a:xfrm>
            <a:custGeom>
              <a:rect b="b" l="l" r="r" t="t"/>
              <a:pathLst>
                <a:path extrusionOk="0" h="726" w="694">
                  <a:moveTo>
                    <a:pt x="347" y="1"/>
                  </a:moveTo>
                  <a:cubicBezTo>
                    <a:pt x="158" y="1"/>
                    <a:pt x="1" y="190"/>
                    <a:pt x="1" y="379"/>
                  </a:cubicBezTo>
                  <a:cubicBezTo>
                    <a:pt x="1" y="568"/>
                    <a:pt x="158" y="725"/>
                    <a:pt x="347" y="725"/>
                  </a:cubicBezTo>
                  <a:cubicBezTo>
                    <a:pt x="536" y="725"/>
                    <a:pt x="694" y="568"/>
                    <a:pt x="694" y="379"/>
                  </a:cubicBezTo>
                  <a:cubicBezTo>
                    <a:pt x="694" y="190"/>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6" name="Google Shape;2886;p46"/>
            <p:cNvSpPr/>
            <p:nvPr/>
          </p:nvSpPr>
          <p:spPr>
            <a:xfrm>
              <a:off x="-55822600" y="2854725"/>
              <a:ext cx="17350" cy="18150"/>
            </a:xfrm>
            <a:custGeom>
              <a:rect b="b" l="l" r="r" t="t"/>
              <a:pathLst>
                <a:path extrusionOk="0" h="726" w="694">
                  <a:moveTo>
                    <a:pt x="347" y="1"/>
                  </a:moveTo>
                  <a:cubicBezTo>
                    <a:pt x="158" y="1"/>
                    <a:pt x="0" y="190"/>
                    <a:pt x="0" y="379"/>
                  </a:cubicBezTo>
                  <a:cubicBezTo>
                    <a:pt x="0" y="568"/>
                    <a:pt x="158" y="725"/>
                    <a:pt x="347" y="725"/>
                  </a:cubicBezTo>
                  <a:cubicBezTo>
                    <a:pt x="536" y="725"/>
                    <a:pt x="694" y="568"/>
                    <a:pt x="694" y="379"/>
                  </a:cubicBezTo>
                  <a:cubicBezTo>
                    <a:pt x="694" y="190"/>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7" name="Google Shape;2887;p46"/>
            <p:cNvSpPr/>
            <p:nvPr/>
          </p:nvSpPr>
          <p:spPr>
            <a:xfrm>
              <a:off x="-56010050" y="2686975"/>
              <a:ext cx="319000" cy="318225"/>
            </a:xfrm>
            <a:custGeom>
              <a:rect b="b" l="l" r="r" t="t"/>
              <a:pathLst>
                <a:path extrusionOk="0" h="12729" w="12760">
                  <a:moveTo>
                    <a:pt x="2962" y="756"/>
                  </a:moveTo>
                  <a:cubicBezTo>
                    <a:pt x="3686" y="756"/>
                    <a:pt x="4285" y="1260"/>
                    <a:pt x="4443" y="1954"/>
                  </a:cubicBezTo>
                  <a:cubicBezTo>
                    <a:pt x="4096" y="2174"/>
                    <a:pt x="3749" y="2395"/>
                    <a:pt x="3434" y="2710"/>
                  </a:cubicBezTo>
                  <a:cubicBezTo>
                    <a:pt x="3119" y="3025"/>
                    <a:pt x="2867" y="3340"/>
                    <a:pt x="2678" y="3686"/>
                  </a:cubicBezTo>
                  <a:cubicBezTo>
                    <a:pt x="1954" y="3592"/>
                    <a:pt x="1450" y="2962"/>
                    <a:pt x="1450" y="2237"/>
                  </a:cubicBezTo>
                  <a:cubicBezTo>
                    <a:pt x="1450" y="1418"/>
                    <a:pt x="2111" y="756"/>
                    <a:pt x="2962" y="756"/>
                  </a:cubicBezTo>
                  <a:close/>
                  <a:moveTo>
                    <a:pt x="9735" y="756"/>
                  </a:moveTo>
                  <a:cubicBezTo>
                    <a:pt x="10554" y="756"/>
                    <a:pt x="11216" y="1418"/>
                    <a:pt x="11216" y="2237"/>
                  </a:cubicBezTo>
                  <a:cubicBezTo>
                    <a:pt x="11216" y="2993"/>
                    <a:pt x="10712" y="3592"/>
                    <a:pt x="9987" y="3686"/>
                  </a:cubicBezTo>
                  <a:cubicBezTo>
                    <a:pt x="9798" y="3340"/>
                    <a:pt x="9578" y="2993"/>
                    <a:pt x="9263" y="2710"/>
                  </a:cubicBezTo>
                  <a:cubicBezTo>
                    <a:pt x="8948" y="2395"/>
                    <a:pt x="8570" y="2174"/>
                    <a:pt x="8223" y="1954"/>
                  </a:cubicBezTo>
                  <a:cubicBezTo>
                    <a:pt x="8381" y="1260"/>
                    <a:pt x="8979" y="756"/>
                    <a:pt x="9735" y="756"/>
                  </a:cubicBezTo>
                  <a:close/>
                  <a:moveTo>
                    <a:pt x="5986" y="2237"/>
                  </a:moveTo>
                  <a:lnTo>
                    <a:pt x="5986" y="2584"/>
                  </a:lnTo>
                  <a:cubicBezTo>
                    <a:pt x="5986" y="4064"/>
                    <a:pt x="4789" y="5230"/>
                    <a:pt x="3340" y="5230"/>
                  </a:cubicBezTo>
                  <a:lnTo>
                    <a:pt x="2993" y="5230"/>
                  </a:lnTo>
                  <a:cubicBezTo>
                    <a:pt x="3151" y="3655"/>
                    <a:pt x="4411" y="2395"/>
                    <a:pt x="5986" y="2237"/>
                  </a:cubicBezTo>
                  <a:close/>
                  <a:moveTo>
                    <a:pt x="6742" y="2237"/>
                  </a:moveTo>
                  <a:cubicBezTo>
                    <a:pt x="8318" y="2395"/>
                    <a:pt x="9578" y="3655"/>
                    <a:pt x="9735" y="5230"/>
                  </a:cubicBezTo>
                  <a:lnTo>
                    <a:pt x="9357" y="5230"/>
                  </a:lnTo>
                  <a:cubicBezTo>
                    <a:pt x="7908" y="5230"/>
                    <a:pt x="6742" y="4064"/>
                    <a:pt x="6742" y="2584"/>
                  </a:cubicBezTo>
                  <a:lnTo>
                    <a:pt x="6742" y="2237"/>
                  </a:lnTo>
                  <a:close/>
                  <a:moveTo>
                    <a:pt x="2206" y="5986"/>
                  </a:moveTo>
                  <a:lnTo>
                    <a:pt x="2206" y="7467"/>
                  </a:lnTo>
                  <a:cubicBezTo>
                    <a:pt x="1796" y="7467"/>
                    <a:pt x="1450" y="7152"/>
                    <a:pt x="1450" y="6742"/>
                  </a:cubicBezTo>
                  <a:cubicBezTo>
                    <a:pt x="1450" y="6301"/>
                    <a:pt x="1796" y="5986"/>
                    <a:pt x="2206" y="5986"/>
                  </a:cubicBezTo>
                  <a:close/>
                  <a:moveTo>
                    <a:pt x="10460" y="5986"/>
                  </a:moveTo>
                  <a:cubicBezTo>
                    <a:pt x="10870" y="5986"/>
                    <a:pt x="11216" y="6301"/>
                    <a:pt x="11216" y="6742"/>
                  </a:cubicBezTo>
                  <a:cubicBezTo>
                    <a:pt x="11216" y="7120"/>
                    <a:pt x="10870" y="7467"/>
                    <a:pt x="10460" y="7467"/>
                  </a:cubicBezTo>
                  <a:lnTo>
                    <a:pt x="10460" y="5986"/>
                  </a:lnTo>
                  <a:close/>
                  <a:moveTo>
                    <a:pt x="1008" y="7624"/>
                  </a:moveTo>
                  <a:cubicBezTo>
                    <a:pt x="1292" y="8002"/>
                    <a:pt x="1733" y="8223"/>
                    <a:pt x="2206" y="8223"/>
                  </a:cubicBezTo>
                  <a:cubicBezTo>
                    <a:pt x="2206" y="8633"/>
                    <a:pt x="1891" y="8979"/>
                    <a:pt x="1450" y="8979"/>
                  </a:cubicBezTo>
                  <a:cubicBezTo>
                    <a:pt x="1071" y="8979"/>
                    <a:pt x="693" y="8664"/>
                    <a:pt x="693" y="8223"/>
                  </a:cubicBezTo>
                  <a:cubicBezTo>
                    <a:pt x="693" y="8002"/>
                    <a:pt x="819" y="7750"/>
                    <a:pt x="1008" y="7624"/>
                  </a:cubicBezTo>
                  <a:close/>
                  <a:moveTo>
                    <a:pt x="11657" y="7624"/>
                  </a:moveTo>
                  <a:cubicBezTo>
                    <a:pt x="11846" y="7782"/>
                    <a:pt x="11972" y="8002"/>
                    <a:pt x="11972" y="8223"/>
                  </a:cubicBezTo>
                  <a:cubicBezTo>
                    <a:pt x="11972" y="8633"/>
                    <a:pt x="11626" y="8979"/>
                    <a:pt x="11216" y="8979"/>
                  </a:cubicBezTo>
                  <a:cubicBezTo>
                    <a:pt x="10838" y="8979"/>
                    <a:pt x="10460" y="8664"/>
                    <a:pt x="10460" y="8223"/>
                  </a:cubicBezTo>
                  <a:cubicBezTo>
                    <a:pt x="10933" y="8223"/>
                    <a:pt x="11374" y="8002"/>
                    <a:pt x="11657" y="7624"/>
                  </a:cubicBezTo>
                  <a:close/>
                  <a:moveTo>
                    <a:pt x="6333" y="4127"/>
                  </a:moveTo>
                  <a:cubicBezTo>
                    <a:pt x="6490" y="4442"/>
                    <a:pt x="6679" y="4726"/>
                    <a:pt x="6963" y="5009"/>
                  </a:cubicBezTo>
                  <a:cubicBezTo>
                    <a:pt x="7593" y="5640"/>
                    <a:pt x="8475" y="5986"/>
                    <a:pt x="9357" y="5986"/>
                  </a:cubicBezTo>
                  <a:lnTo>
                    <a:pt x="9735" y="5986"/>
                  </a:lnTo>
                  <a:lnTo>
                    <a:pt x="9735" y="8570"/>
                  </a:lnTo>
                  <a:cubicBezTo>
                    <a:pt x="9735" y="10428"/>
                    <a:pt x="8192" y="11972"/>
                    <a:pt x="6333" y="11972"/>
                  </a:cubicBezTo>
                  <a:cubicBezTo>
                    <a:pt x="4474" y="11972"/>
                    <a:pt x="2962" y="10428"/>
                    <a:pt x="2962" y="8570"/>
                  </a:cubicBezTo>
                  <a:lnTo>
                    <a:pt x="2962" y="5986"/>
                  </a:lnTo>
                  <a:lnTo>
                    <a:pt x="3308" y="5986"/>
                  </a:lnTo>
                  <a:cubicBezTo>
                    <a:pt x="4222" y="5986"/>
                    <a:pt x="5041" y="5640"/>
                    <a:pt x="5703" y="5009"/>
                  </a:cubicBezTo>
                  <a:cubicBezTo>
                    <a:pt x="5955" y="4757"/>
                    <a:pt x="6175" y="4442"/>
                    <a:pt x="6333" y="4127"/>
                  </a:cubicBezTo>
                  <a:close/>
                  <a:moveTo>
                    <a:pt x="2962" y="0"/>
                  </a:moveTo>
                  <a:cubicBezTo>
                    <a:pt x="1733" y="0"/>
                    <a:pt x="693" y="977"/>
                    <a:pt x="693" y="2237"/>
                  </a:cubicBezTo>
                  <a:cubicBezTo>
                    <a:pt x="693" y="3277"/>
                    <a:pt x="1418" y="4159"/>
                    <a:pt x="2395" y="4411"/>
                  </a:cubicBezTo>
                  <a:cubicBezTo>
                    <a:pt x="2332" y="4694"/>
                    <a:pt x="2237" y="4946"/>
                    <a:pt x="2237" y="5230"/>
                  </a:cubicBezTo>
                  <a:cubicBezTo>
                    <a:pt x="1355" y="5230"/>
                    <a:pt x="630" y="6018"/>
                    <a:pt x="756" y="6931"/>
                  </a:cubicBezTo>
                  <a:cubicBezTo>
                    <a:pt x="284" y="7215"/>
                    <a:pt x="0" y="7687"/>
                    <a:pt x="0" y="8223"/>
                  </a:cubicBezTo>
                  <a:cubicBezTo>
                    <a:pt x="0" y="9042"/>
                    <a:pt x="662" y="9735"/>
                    <a:pt x="1513" y="9735"/>
                  </a:cubicBezTo>
                  <a:cubicBezTo>
                    <a:pt x="1828" y="9735"/>
                    <a:pt x="2080" y="9641"/>
                    <a:pt x="2332" y="9452"/>
                  </a:cubicBezTo>
                  <a:cubicBezTo>
                    <a:pt x="2710" y="11310"/>
                    <a:pt x="4379" y="12728"/>
                    <a:pt x="6396" y="12728"/>
                  </a:cubicBezTo>
                  <a:cubicBezTo>
                    <a:pt x="8381" y="12728"/>
                    <a:pt x="10050" y="11310"/>
                    <a:pt x="10428" y="9452"/>
                  </a:cubicBezTo>
                  <a:cubicBezTo>
                    <a:pt x="10680" y="9609"/>
                    <a:pt x="10964" y="9735"/>
                    <a:pt x="11279" y="9735"/>
                  </a:cubicBezTo>
                  <a:cubicBezTo>
                    <a:pt x="12098" y="9735"/>
                    <a:pt x="12760" y="9042"/>
                    <a:pt x="12760" y="8223"/>
                  </a:cubicBezTo>
                  <a:cubicBezTo>
                    <a:pt x="12728" y="7687"/>
                    <a:pt x="12413" y="7152"/>
                    <a:pt x="11941" y="6931"/>
                  </a:cubicBezTo>
                  <a:cubicBezTo>
                    <a:pt x="12035" y="6018"/>
                    <a:pt x="11342" y="5230"/>
                    <a:pt x="10428" y="5230"/>
                  </a:cubicBezTo>
                  <a:cubicBezTo>
                    <a:pt x="10397" y="4946"/>
                    <a:pt x="10365" y="4694"/>
                    <a:pt x="10271" y="4411"/>
                  </a:cubicBezTo>
                  <a:cubicBezTo>
                    <a:pt x="11248" y="4159"/>
                    <a:pt x="11972" y="3277"/>
                    <a:pt x="11972" y="2237"/>
                  </a:cubicBezTo>
                  <a:cubicBezTo>
                    <a:pt x="11972" y="1008"/>
                    <a:pt x="10996" y="0"/>
                    <a:pt x="9735" y="0"/>
                  </a:cubicBezTo>
                  <a:cubicBezTo>
                    <a:pt x="8664" y="0"/>
                    <a:pt x="7814" y="693"/>
                    <a:pt x="7530" y="1638"/>
                  </a:cubicBezTo>
                  <a:cubicBezTo>
                    <a:pt x="7120" y="1544"/>
                    <a:pt x="6742" y="1481"/>
                    <a:pt x="6333" y="1481"/>
                  </a:cubicBezTo>
                  <a:cubicBezTo>
                    <a:pt x="5955" y="1481"/>
                    <a:pt x="5514" y="1575"/>
                    <a:pt x="5167" y="1638"/>
                  </a:cubicBezTo>
                  <a:cubicBezTo>
                    <a:pt x="4915" y="693"/>
                    <a:pt x="4033" y="0"/>
                    <a:pt x="296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88" name="Google Shape;2888;p46"/>
          <p:cNvGrpSpPr/>
          <p:nvPr/>
        </p:nvGrpSpPr>
        <p:grpSpPr>
          <a:xfrm>
            <a:off x="5952840" y="2863637"/>
            <a:ext cx="298831" cy="298081"/>
            <a:chOff x="-54081175" y="1903275"/>
            <a:chExt cx="319025" cy="318225"/>
          </a:xfrm>
        </p:grpSpPr>
        <p:sp>
          <p:nvSpPr>
            <p:cNvPr id="2889" name="Google Shape;2889;p46"/>
            <p:cNvSpPr/>
            <p:nvPr/>
          </p:nvSpPr>
          <p:spPr>
            <a:xfrm>
              <a:off x="-53959075" y="2135825"/>
              <a:ext cx="72475" cy="28975"/>
            </a:xfrm>
            <a:custGeom>
              <a:rect b="b" l="l" r="r" t="t"/>
              <a:pathLst>
                <a:path extrusionOk="0" h="1159" w="2899">
                  <a:moveTo>
                    <a:pt x="386" y="1"/>
                  </a:moveTo>
                  <a:cubicBezTo>
                    <a:pt x="292" y="1"/>
                    <a:pt x="205" y="40"/>
                    <a:pt x="158" y="119"/>
                  </a:cubicBezTo>
                  <a:cubicBezTo>
                    <a:pt x="0" y="276"/>
                    <a:pt x="0" y="497"/>
                    <a:pt x="158" y="623"/>
                  </a:cubicBezTo>
                  <a:cubicBezTo>
                    <a:pt x="504" y="970"/>
                    <a:pt x="977" y="1159"/>
                    <a:pt x="1449" y="1159"/>
                  </a:cubicBezTo>
                  <a:cubicBezTo>
                    <a:pt x="1922" y="1159"/>
                    <a:pt x="2426" y="970"/>
                    <a:pt x="2741" y="623"/>
                  </a:cubicBezTo>
                  <a:cubicBezTo>
                    <a:pt x="2899" y="465"/>
                    <a:pt x="2899" y="213"/>
                    <a:pt x="2741" y="119"/>
                  </a:cubicBezTo>
                  <a:cubicBezTo>
                    <a:pt x="2678" y="40"/>
                    <a:pt x="2592" y="1"/>
                    <a:pt x="2501" y="1"/>
                  </a:cubicBezTo>
                  <a:cubicBezTo>
                    <a:pt x="2410" y="1"/>
                    <a:pt x="2316" y="40"/>
                    <a:pt x="2237" y="119"/>
                  </a:cubicBezTo>
                  <a:cubicBezTo>
                    <a:pt x="2048" y="308"/>
                    <a:pt x="1733" y="434"/>
                    <a:pt x="1449" y="434"/>
                  </a:cubicBezTo>
                  <a:cubicBezTo>
                    <a:pt x="1134" y="434"/>
                    <a:pt x="851" y="308"/>
                    <a:pt x="662" y="119"/>
                  </a:cubicBezTo>
                  <a:cubicBezTo>
                    <a:pt x="583" y="40"/>
                    <a:pt x="481" y="1"/>
                    <a:pt x="38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0" name="Google Shape;2890;p46"/>
            <p:cNvSpPr/>
            <p:nvPr/>
          </p:nvSpPr>
          <p:spPr>
            <a:xfrm>
              <a:off x="-54081175" y="1903275"/>
              <a:ext cx="319025" cy="318225"/>
            </a:xfrm>
            <a:custGeom>
              <a:rect b="b" l="l" r="r" t="t"/>
              <a:pathLst>
                <a:path extrusionOk="0" h="12729" w="12761">
                  <a:moveTo>
                    <a:pt x="6365" y="757"/>
                  </a:moveTo>
                  <a:cubicBezTo>
                    <a:pt x="7594" y="757"/>
                    <a:pt x="8728" y="1324"/>
                    <a:pt x="9515" y="2238"/>
                  </a:cubicBezTo>
                  <a:lnTo>
                    <a:pt x="8570" y="2238"/>
                  </a:lnTo>
                  <a:cubicBezTo>
                    <a:pt x="7436" y="2238"/>
                    <a:pt x="6396" y="1702"/>
                    <a:pt x="5829" y="789"/>
                  </a:cubicBezTo>
                  <a:cubicBezTo>
                    <a:pt x="5987" y="757"/>
                    <a:pt x="6176" y="757"/>
                    <a:pt x="6365" y="757"/>
                  </a:cubicBezTo>
                  <a:close/>
                  <a:moveTo>
                    <a:pt x="5042" y="946"/>
                  </a:moveTo>
                  <a:cubicBezTo>
                    <a:pt x="5357" y="1482"/>
                    <a:pt x="5829" y="1954"/>
                    <a:pt x="6365" y="2332"/>
                  </a:cubicBezTo>
                  <a:cubicBezTo>
                    <a:pt x="7027" y="2742"/>
                    <a:pt x="7783" y="2962"/>
                    <a:pt x="8570" y="2962"/>
                  </a:cubicBezTo>
                  <a:lnTo>
                    <a:pt x="9988" y="2962"/>
                  </a:lnTo>
                  <a:cubicBezTo>
                    <a:pt x="10272" y="3498"/>
                    <a:pt x="10461" y="4160"/>
                    <a:pt x="10461" y="4853"/>
                  </a:cubicBezTo>
                  <a:lnTo>
                    <a:pt x="10461" y="5199"/>
                  </a:lnTo>
                  <a:lnTo>
                    <a:pt x="10429" y="5199"/>
                  </a:lnTo>
                  <a:cubicBezTo>
                    <a:pt x="10272" y="4380"/>
                    <a:pt x="9484" y="3687"/>
                    <a:pt x="8570" y="3687"/>
                  </a:cubicBezTo>
                  <a:cubicBezTo>
                    <a:pt x="7657" y="3687"/>
                    <a:pt x="6932" y="4317"/>
                    <a:pt x="6775" y="5199"/>
                  </a:cubicBezTo>
                  <a:lnTo>
                    <a:pt x="5924" y="5199"/>
                  </a:lnTo>
                  <a:cubicBezTo>
                    <a:pt x="5766" y="4317"/>
                    <a:pt x="4979" y="3687"/>
                    <a:pt x="4128" y="3687"/>
                  </a:cubicBezTo>
                  <a:cubicBezTo>
                    <a:pt x="3214" y="3687"/>
                    <a:pt x="2427" y="4380"/>
                    <a:pt x="2269" y="5199"/>
                  </a:cubicBezTo>
                  <a:lnTo>
                    <a:pt x="2238" y="5199"/>
                  </a:lnTo>
                  <a:lnTo>
                    <a:pt x="2238" y="4853"/>
                  </a:lnTo>
                  <a:cubicBezTo>
                    <a:pt x="2206" y="3025"/>
                    <a:pt x="3372" y="1482"/>
                    <a:pt x="5042" y="946"/>
                  </a:cubicBezTo>
                  <a:close/>
                  <a:moveTo>
                    <a:pt x="1450" y="5231"/>
                  </a:moveTo>
                  <a:lnTo>
                    <a:pt x="1450" y="6711"/>
                  </a:lnTo>
                  <a:cubicBezTo>
                    <a:pt x="1431" y="6713"/>
                    <a:pt x="1413" y="6714"/>
                    <a:pt x="1394" y="6714"/>
                  </a:cubicBezTo>
                  <a:cubicBezTo>
                    <a:pt x="1009" y="6714"/>
                    <a:pt x="694" y="6408"/>
                    <a:pt x="694" y="5987"/>
                  </a:cubicBezTo>
                  <a:cubicBezTo>
                    <a:pt x="694" y="5577"/>
                    <a:pt x="1009" y="5231"/>
                    <a:pt x="1450" y="5231"/>
                  </a:cubicBezTo>
                  <a:close/>
                  <a:moveTo>
                    <a:pt x="4097" y="4538"/>
                  </a:moveTo>
                  <a:cubicBezTo>
                    <a:pt x="4727" y="4538"/>
                    <a:pt x="5199" y="5042"/>
                    <a:pt x="5199" y="5640"/>
                  </a:cubicBezTo>
                  <a:cubicBezTo>
                    <a:pt x="5199" y="6270"/>
                    <a:pt x="4664" y="6743"/>
                    <a:pt x="4097" y="6743"/>
                  </a:cubicBezTo>
                  <a:cubicBezTo>
                    <a:pt x="3467" y="6743"/>
                    <a:pt x="2931" y="6207"/>
                    <a:pt x="2931" y="5640"/>
                  </a:cubicBezTo>
                  <a:cubicBezTo>
                    <a:pt x="2931" y="5042"/>
                    <a:pt x="3467" y="4538"/>
                    <a:pt x="4097" y="4538"/>
                  </a:cubicBezTo>
                  <a:close/>
                  <a:moveTo>
                    <a:pt x="8539" y="4538"/>
                  </a:moveTo>
                  <a:cubicBezTo>
                    <a:pt x="9169" y="4538"/>
                    <a:pt x="9673" y="5042"/>
                    <a:pt x="9673" y="5640"/>
                  </a:cubicBezTo>
                  <a:cubicBezTo>
                    <a:pt x="9673" y="6207"/>
                    <a:pt x="9169" y="6743"/>
                    <a:pt x="8539" y="6743"/>
                  </a:cubicBezTo>
                  <a:cubicBezTo>
                    <a:pt x="7940" y="6743"/>
                    <a:pt x="7436" y="6207"/>
                    <a:pt x="7436" y="5640"/>
                  </a:cubicBezTo>
                  <a:cubicBezTo>
                    <a:pt x="7436" y="5010"/>
                    <a:pt x="7940" y="4538"/>
                    <a:pt x="8539" y="4538"/>
                  </a:cubicBezTo>
                  <a:close/>
                  <a:moveTo>
                    <a:pt x="11217" y="5231"/>
                  </a:moveTo>
                  <a:cubicBezTo>
                    <a:pt x="11595" y="5231"/>
                    <a:pt x="11973" y="5577"/>
                    <a:pt x="11973" y="5987"/>
                  </a:cubicBezTo>
                  <a:cubicBezTo>
                    <a:pt x="11973" y="6428"/>
                    <a:pt x="11595" y="6743"/>
                    <a:pt x="11217" y="6743"/>
                  </a:cubicBezTo>
                  <a:lnTo>
                    <a:pt x="11217" y="5231"/>
                  </a:lnTo>
                  <a:close/>
                  <a:moveTo>
                    <a:pt x="10461" y="5987"/>
                  </a:moveTo>
                  <a:lnTo>
                    <a:pt x="10461" y="7877"/>
                  </a:lnTo>
                  <a:lnTo>
                    <a:pt x="10461" y="8224"/>
                  </a:lnTo>
                  <a:lnTo>
                    <a:pt x="8696" y="8224"/>
                  </a:lnTo>
                  <a:cubicBezTo>
                    <a:pt x="7972" y="7767"/>
                    <a:pt x="7153" y="7538"/>
                    <a:pt x="6337" y="7538"/>
                  </a:cubicBezTo>
                  <a:cubicBezTo>
                    <a:pt x="5522" y="7538"/>
                    <a:pt x="4711" y="7767"/>
                    <a:pt x="4002" y="8224"/>
                  </a:cubicBezTo>
                  <a:lnTo>
                    <a:pt x="2238" y="8224"/>
                  </a:lnTo>
                  <a:lnTo>
                    <a:pt x="2238" y="7877"/>
                  </a:lnTo>
                  <a:lnTo>
                    <a:pt x="2238" y="5987"/>
                  </a:lnTo>
                  <a:lnTo>
                    <a:pt x="2269" y="5987"/>
                  </a:lnTo>
                  <a:cubicBezTo>
                    <a:pt x="2427" y="6806"/>
                    <a:pt x="3214" y="7468"/>
                    <a:pt x="4128" y="7468"/>
                  </a:cubicBezTo>
                  <a:cubicBezTo>
                    <a:pt x="5042" y="7468"/>
                    <a:pt x="5766" y="6837"/>
                    <a:pt x="5955" y="5987"/>
                  </a:cubicBezTo>
                  <a:lnTo>
                    <a:pt x="6775" y="5987"/>
                  </a:lnTo>
                  <a:cubicBezTo>
                    <a:pt x="6932" y="6837"/>
                    <a:pt x="7720" y="7468"/>
                    <a:pt x="8570" y="7468"/>
                  </a:cubicBezTo>
                  <a:cubicBezTo>
                    <a:pt x="9106" y="7468"/>
                    <a:pt x="9578" y="7279"/>
                    <a:pt x="9925" y="6932"/>
                  </a:cubicBezTo>
                  <a:cubicBezTo>
                    <a:pt x="10209" y="6648"/>
                    <a:pt x="10366" y="6333"/>
                    <a:pt x="10429" y="5987"/>
                  </a:cubicBezTo>
                  <a:close/>
                  <a:moveTo>
                    <a:pt x="6318" y="8271"/>
                  </a:moveTo>
                  <a:cubicBezTo>
                    <a:pt x="7027" y="8271"/>
                    <a:pt x="7735" y="8476"/>
                    <a:pt x="8350" y="8885"/>
                  </a:cubicBezTo>
                  <a:cubicBezTo>
                    <a:pt x="8413" y="8948"/>
                    <a:pt x="8444" y="8980"/>
                    <a:pt x="8539" y="8980"/>
                  </a:cubicBezTo>
                  <a:lnTo>
                    <a:pt x="10272" y="8980"/>
                  </a:lnTo>
                  <a:cubicBezTo>
                    <a:pt x="9799" y="10713"/>
                    <a:pt x="8224" y="11973"/>
                    <a:pt x="6333" y="11973"/>
                  </a:cubicBezTo>
                  <a:cubicBezTo>
                    <a:pt x="4443" y="11973"/>
                    <a:pt x="2868" y="10713"/>
                    <a:pt x="2364" y="8980"/>
                  </a:cubicBezTo>
                  <a:lnTo>
                    <a:pt x="4097" y="8980"/>
                  </a:lnTo>
                  <a:cubicBezTo>
                    <a:pt x="4160" y="8980"/>
                    <a:pt x="4254" y="8948"/>
                    <a:pt x="4286" y="8885"/>
                  </a:cubicBezTo>
                  <a:cubicBezTo>
                    <a:pt x="4900" y="8476"/>
                    <a:pt x="5609" y="8271"/>
                    <a:pt x="6318" y="8271"/>
                  </a:cubicBezTo>
                  <a:close/>
                  <a:moveTo>
                    <a:pt x="6333" y="1"/>
                  </a:moveTo>
                  <a:cubicBezTo>
                    <a:pt x="3782" y="1"/>
                    <a:pt x="1639" y="1986"/>
                    <a:pt x="1482" y="4475"/>
                  </a:cubicBezTo>
                  <a:cubicBezTo>
                    <a:pt x="663" y="4475"/>
                    <a:pt x="1" y="5168"/>
                    <a:pt x="1" y="5987"/>
                  </a:cubicBezTo>
                  <a:cubicBezTo>
                    <a:pt x="1" y="6806"/>
                    <a:pt x="663" y="7468"/>
                    <a:pt x="1482" y="7468"/>
                  </a:cubicBezTo>
                  <a:lnTo>
                    <a:pt x="1482" y="7877"/>
                  </a:lnTo>
                  <a:cubicBezTo>
                    <a:pt x="1482" y="10555"/>
                    <a:pt x="3656" y="12729"/>
                    <a:pt x="6365" y="12729"/>
                  </a:cubicBezTo>
                  <a:cubicBezTo>
                    <a:pt x="9043" y="12729"/>
                    <a:pt x="11248" y="10555"/>
                    <a:pt x="11248" y="7877"/>
                  </a:cubicBezTo>
                  <a:lnTo>
                    <a:pt x="11248" y="7468"/>
                  </a:lnTo>
                  <a:cubicBezTo>
                    <a:pt x="12067" y="7468"/>
                    <a:pt x="12760" y="6806"/>
                    <a:pt x="12760" y="5987"/>
                  </a:cubicBezTo>
                  <a:cubicBezTo>
                    <a:pt x="12697" y="5168"/>
                    <a:pt x="12036" y="4475"/>
                    <a:pt x="11217" y="4475"/>
                  </a:cubicBezTo>
                  <a:cubicBezTo>
                    <a:pt x="11028" y="1954"/>
                    <a:pt x="8885" y="1"/>
                    <a:pt x="633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91" name="Google Shape;2891;p46"/>
          <p:cNvGrpSpPr/>
          <p:nvPr/>
        </p:nvGrpSpPr>
        <p:grpSpPr>
          <a:xfrm>
            <a:off x="5971293" y="3298039"/>
            <a:ext cx="261925" cy="297355"/>
            <a:chOff x="-54063050" y="2296300"/>
            <a:chExt cx="279625" cy="317450"/>
          </a:xfrm>
        </p:grpSpPr>
        <p:sp>
          <p:nvSpPr>
            <p:cNvPr id="2892" name="Google Shape;2892;p46"/>
            <p:cNvSpPr/>
            <p:nvPr/>
          </p:nvSpPr>
          <p:spPr>
            <a:xfrm>
              <a:off x="-53959075" y="2527275"/>
              <a:ext cx="72475" cy="29750"/>
            </a:xfrm>
            <a:custGeom>
              <a:rect b="b" l="l" r="r" t="t"/>
              <a:pathLst>
                <a:path extrusionOk="0" h="1190" w="2899">
                  <a:moveTo>
                    <a:pt x="386" y="1"/>
                  </a:moveTo>
                  <a:cubicBezTo>
                    <a:pt x="292" y="1"/>
                    <a:pt x="205" y="40"/>
                    <a:pt x="158" y="119"/>
                  </a:cubicBezTo>
                  <a:cubicBezTo>
                    <a:pt x="0" y="276"/>
                    <a:pt x="0" y="528"/>
                    <a:pt x="158" y="623"/>
                  </a:cubicBezTo>
                  <a:cubicBezTo>
                    <a:pt x="504" y="1001"/>
                    <a:pt x="977" y="1190"/>
                    <a:pt x="1449" y="1190"/>
                  </a:cubicBezTo>
                  <a:cubicBezTo>
                    <a:pt x="1922" y="1190"/>
                    <a:pt x="2426" y="1001"/>
                    <a:pt x="2741" y="623"/>
                  </a:cubicBezTo>
                  <a:cubicBezTo>
                    <a:pt x="2899" y="465"/>
                    <a:pt x="2899" y="245"/>
                    <a:pt x="2741" y="119"/>
                  </a:cubicBezTo>
                  <a:cubicBezTo>
                    <a:pt x="2678" y="40"/>
                    <a:pt x="2592" y="1"/>
                    <a:pt x="2501" y="1"/>
                  </a:cubicBezTo>
                  <a:cubicBezTo>
                    <a:pt x="2410" y="1"/>
                    <a:pt x="2316" y="40"/>
                    <a:pt x="2237" y="119"/>
                  </a:cubicBezTo>
                  <a:cubicBezTo>
                    <a:pt x="2048" y="308"/>
                    <a:pt x="1733" y="434"/>
                    <a:pt x="1449" y="434"/>
                  </a:cubicBezTo>
                  <a:cubicBezTo>
                    <a:pt x="1134" y="434"/>
                    <a:pt x="851" y="308"/>
                    <a:pt x="662" y="119"/>
                  </a:cubicBezTo>
                  <a:cubicBezTo>
                    <a:pt x="583" y="40"/>
                    <a:pt x="481" y="1"/>
                    <a:pt x="38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3" name="Google Shape;2893;p46"/>
            <p:cNvSpPr/>
            <p:nvPr/>
          </p:nvSpPr>
          <p:spPr>
            <a:xfrm>
              <a:off x="-53969325" y="2482975"/>
              <a:ext cx="18150" cy="17350"/>
            </a:xfrm>
            <a:custGeom>
              <a:rect b="b" l="l" r="r" t="t"/>
              <a:pathLst>
                <a:path extrusionOk="0" h="694" w="726">
                  <a:moveTo>
                    <a:pt x="347" y="0"/>
                  </a:moveTo>
                  <a:cubicBezTo>
                    <a:pt x="158" y="0"/>
                    <a:pt x="1" y="158"/>
                    <a:pt x="1" y="347"/>
                  </a:cubicBezTo>
                  <a:cubicBezTo>
                    <a:pt x="1" y="536"/>
                    <a:pt x="158" y="694"/>
                    <a:pt x="347" y="694"/>
                  </a:cubicBezTo>
                  <a:cubicBezTo>
                    <a:pt x="568" y="694"/>
                    <a:pt x="725" y="536"/>
                    <a:pt x="725" y="347"/>
                  </a:cubicBezTo>
                  <a:cubicBezTo>
                    <a:pt x="725" y="158"/>
                    <a:pt x="568"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4" name="Google Shape;2894;p46"/>
            <p:cNvSpPr/>
            <p:nvPr/>
          </p:nvSpPr>
          <p:spPr>
            <a:xfrm>
              <a:off x="-53894500" y="2482975"/>
              <a:ext cx="18125" cy="17350"/>
            </a:xfrm>
            <a:custGeom>
              <a:rect b="b" l="l" r="r" t="t"/>
              <a:pathLst>
                <a:path extrusionOk="0" h="694" w="725">
                  <a:moveTo>
                    <a:pt x="379" y="0"/>
                  </a:moveTo>
                  <a:cubicBezTo>
                    <a:pt x="158" y="0"/>
                    <a:pt x="1" y="158"/>
                    <a:pt x="1" y="347"/>
                  </a:cubicBezTo>
                  <a:cubicBezTo>
                    <a:pt x="1" y="536"/>
                    <a:pt x="158" y="694"/>
                    <a:pt x="379" y="694"/>
                  </a:cubicBezTo>
                  <a:cubicBezTo>
                    <a:pt x="568" y="694"/>
                    <a:pt x="725" y="536"/>
                    <a:pt x="725" y="347"/>
                  </a:cubicBezTo>
                  <a:cubicBezTo>
                    <a:pt x="725" y="158"/>
                    <a:pt x="568" y="0"/>
                    <a:pt x="37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5" name="Google Shape;2895;p46"/>
            <p:cNvSpPr/>
            <p:nvPr/>
          </p:nvSpPr>
          <p:spPr>
            <a:xfrm>
              <a:off x="-54063050" y="2296300"/>
              <a:ext cx="279625" cy="317450"/>
            </a:xfrm>
            <a:custGeom>
              <a:rect b="b" l="l" r="r" t="t"/>
              <a:pathLst>
                <a:path extrusionOk="0" h="12698" w="11185">
                  <a:moveTo>
                    <a:pt x="5640" y="694"/>
                  </a:moveTo>
                  <a:cubicBezTo>
                    <a:pt x="7026" y="694"/>
                    <a:pt x="8286" y="883"/>
                    <a:pt x="9232" y="1198"/>
                  </a:cubicBezTo>
                  <a:cubicBezTo>
                    <a:pt x="10177" y="1576"/>
                    <a:pt x="10523" y="1923"/>
                    <a:pt x="10523" y="2206"/>
                  </a:cubicBezTo>
                  <a:cubicBezTo>
                    <a:pt x="10523" y="2427"/>
                    <a:pt x="10114" y="2647"/>
                    <a:pt x="9358" y="2931"/>
                  </a:cubicBezTo>
                  <a:lnTo>
                    <a:pt x="2017" y="2931"/>
                  </a:lnTo>
                  <a:cubicBezTo>
                    <a:pt x="1198" y="2679"/>
                    <a:pt x="757" y="2427"/>
                    <a:pt x="757" y="2206"/>
                  </a:cubicBezTo>
                  <a:cubicBezTo>
                    <a:pt x="757" y="1954"/>
                    <a:pt x="1103" y="1576"/>
                    <a:pt x="2048" y="1198"/>
                  </a:cubicBezTo>
                  <a:cubicBezTo>
                    <a:pt x="2994" y="851"/>
                    <a:pt x="4254" y="694"/>
                    <a:pt x="5640" y="694"/>
                  </a:cubicBezTo>
                  <a:close/>
                  <a:moveTo>
                    <a:pt x="8948" y="3687"/>
                  </a:moveTo>
                  <a:lnTo>
                    <a:pt x="8948" y="4475"/>
                  </a:lnTo>
                  <a:lnTo>
                    <a:pt x="2206" y="4475"/>
                  </a:lnTo>
                  <a:lnTo>
                    <a:pt x="2206" y="3687"/>
                  </a:lnTo>
                  <a:close/>
                  <a:moveTo>
                    <a:pt x="8633" y="5231"/>
                  </a:moveTo>
                  <a:cubicBezTo>
                    <a:pt x="8192" y="5703"/>
                    <a:pt x="7562" y="5987"/>
                    <a:pt x="6932" y="5987"/>
                  </a:cubicBezTo>
                  <a:lnTo>
                    <a:pt x="4317" y="5987"/>
                  </a:lnTo>
                  <a:cubicBezTo>
                    <a:pt x="3624" y="5987"/>
                    <a:pt x="3057" y="5703"/>
                    <a:pt x="2615" y="5231"/>
                  </a:cubicBezTo>
                  <a:close/>
                  <a:moveTo>
                    <a:pt x="9704" y="6680"/>
                  </a:moveTo>
                  <a:cubicBezTo>
                    <a:pt x="10082" y="6680"/>
                    <a:pt x="10460" y="6995"/>
                    <a:pt x="10460" y="7436"/>
                  </a:cubicBezTo>
                  <a:cubicBezTo>
                    <a:pt x="10460" y="7877"/>
                    <a:pt x="10145" y="8192"/>
                    <a:pt x="9704" y="8192"/>
                  </a:cubicBezTo>
                  <a:lnTo>
                    <a:pt x="9704" y="6680"/>
                  </a:lnTo>
                  <a:close/>
                  <a:moveTo>
                    <a:pt x="1513" y="6711"/>
                  </a:moveTo>
                  <a:lnTo>
                    <a:pt x="1513" y="8224"/>
                  </a:lnTo>
                  <a:cubicBezTo>
                    <a:pt x="1072" y="8192"/>
                    <a:pt x="757" y="7877"/>
                    <a:pt x="757" y="7467"/>
                  </a:cubicBezTo>
                  <a:cubicBezTo>
                    <a:pt x="757" y="7089"/>
                    <a:pt x="1103" y="6711"/>
                    <a:pt x="1513" y="6711"/>
                  </a:cubicBezTo>
                  <a:close/>
                  <a:moveTo>
                    <a:pt x="8979" y="5924"/>
                  </a:moveTo>
                  <a:lnTo>
                    <a:pt x="8979" y="8570"/>
                  </a:lnTo>
                  <a:cubicBezTo>
                    <a:pt x="8948" y="10429"/>
                    <a:pt x="7467" y="11910"/>
                    <a:pt x="5608" y="11910"/>
                  </a:cubicBezTo>
                  <a:cubicBezTo>
                    <a:pt x="3750" y="11910"/>
                    <a:pt x="2269" y="10429"/>
                    <a:pt x="2269" y="8570"/>
                  </a:cubicBezTo>
                  <a:lnTo>
                    <a:pt x="2269" y="5924"/>
                  </a:lnTo>
                  <a:cubicBezTo>
                    <a:pt x="2805" y="6459"/>
                    <a:pt x="3561" y="6711"/>
                    <a:pt x="4317" y="6711"/>
                  </a:cubicBezTo>
                  <a:lnTo>
                    <a:pt x="6932" y="6711"/>
                  </a:lnTo>
                  <a:cubicBezTo>
                    <a:pt x="7688" y="6711"/>
                    <a:pt x="8444" y="6459"/>
                    <a:pt x="8979" y="5924"/>
                  </a:cubicBezTo>
                  <a:close/>
                  <a:moveTo>
                    <a:pt x="5608" y="1"/>
                  </a:moveTo>
                  <a:cubicBezTo>
                    <a:pt x="4191" y="1"/>
                    <a:pt x="2805" y="190"/>
                    <a:pt x="1796" y="536"/>
                  </a:cubicBezTo>
                  <a:cubicBezTo>
                    <a:pt x="316" y="1040"/>
                    <a:pt x="1" y="1734"/>
                    <a:pt x="1" y="2206"/>
                  </a:cubicBezTo>
                  <a:cubicBezTo>
                    <a:pt x="1" y="2931"/>
                    <a:pt x="788" y="3309"/>
                    <a:pt x="1513" y="3561"/>
                  </a:cubicBezTo>
                  <a:lnTo>
                    <a:pt x="1513" y="5955"/>
                  </a:lnTo>
                  <a:cubicBezTo>
                    <a:pt x="694" y="5955"/>
                    <a:pt x="1" y="6648"/>
                    <a:pt x="1" y="7467"/>
                  </a:cubicBezTo>
                  <a:cubicBezTo>
                    <a:pt x="1" y="8287"/>
                    <a:pt x="694" y="8980"/>
                    <a:pt x="1513" y="8980"/>
                  </a:cubicBezTo>
                  <a:cubicBezTo>
                    <a:pt x="1702" y="11059"/>
                    <a:pt x="3466" y="12697"/>
                    <a:pt x="5608" y="12697"/>
                  </a:cubicBezTo>
                  <a:cubicBezTo>
                    <a:pt x="7719" y="12697"/>
                    <a:pt x="9515" y="11059"/>
                    <a:pt x="9704" y="8980"/>
                  </a:cubicBezTo>
                  <a:cubicBezTo>
                    <a:pt x="10523" y="8980"/>
                    <a:pt x="11185" y="8287"/>
                    <a:pt x="11185" y="7467"/>
                  </a:cubicBezTo>
                  <a:cubicBezTo>
                    <a:pt x="11185" y="6648"/>
                    <a:pt x="10523" y="5955"/>
                    <a:pt x="9704" y="5955"/>
                  </a:cubicBezTo>
                  <a:lnTo>
                    <a:pt x="9704" y="3561"/>
                  </a:lnTo>
                  <a:cubicBezTo>
                    <a:pt x="10397" y="3309"/>
                    <a:pt x="11185" y="2931"/>
                    <a:pt x="11185" y="2206"/>
                  </a:cubicBezTo>
                  <a:cubicBezTo>
                    <a:pt x="11185" y="1734"/>
                    <a:pt x="10870" y="1040"/>
                    <a:pt x="9421" y="536"/>
                  </a:cubicBezTo>
                  <a:cubicBezTo>
                    <a:pt x="8412" y="190"/>
                    <a:pt x="7058" y="1"/>
                    <a:pt x="560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96" name="Google Shape;2896;p46"/>
          <p:cNvGrpSpPr/>
          <p:nvPr/>
        </p:nvGrpSpPr>
        <p:grpSpPr>
          <a:xfrm>
            <a:off x="5971293" y="3733653"/>
            <a:ext cx="261925" cy="298035"/>
            <a:chOff x="-54061475" y="2685450"/>
            <a:chExt cx="279625" cy="318175"/>
          </a:xfrm>
        </p:grpSpPr>
        <p:sp>
          <p:nvSpPr>
            <p:cNvPr id="2897" name="Google Shape;2897;p46"/>
            <p:cNvSpPr/>
            <p:nvPr/>
          </p:nvSpPr>
          <p:spPr>
            <a:xfrm>
              <a:off x="-53959075" y="2919525"/>
              <a:ext cx="72475" cy="28950"/>
            </a:xfrm>
            <a:custGeom>
              <a:rect b="b" l="l" r="r" t="t"/>
              <a:pathLst>
                <a:path extrusionOk="0" h="1158" w="2899">
                  <a:moveTo>
                    <a:pt x="386" y="0"/>
                  </a:moveTo>
                  <a:cubicBezTo>
                    <a:pt x="292" y="0"/>
                    <a:pt x="205" y="39"/>
                    <a:pt x="158" y="118"/>
                  </a:cubicBezTo>
                  <a:cubicBezTo>
                    <a:pt x="0" y="276"/>
                    <a:pt x="0" y="496"/>
                    <a:pt x="158" y="622"/>
                  </a:cubicBezTo>
                  <a:cubicBezTo>
                    <a:pt x="504" y="969"/>
                    <a:pt x="977" y="1158"/>
                    <a:pt x="1449" y="1158"/>
                  </a:cubicBezTo>
                  <a:cubicBezTo>
                    <a:pt x="1922" y="1158"/>
                    <a:pt x="2426" y="969"/>
                    <a:pt x="2741" y="622"/>
                  </a:cubicBezTo>
                  <a:cubicBezTo>
                    <a:pt x="2899" y="465"/>
                    <a:pt x="2899" y="213"/>
                    <a:pt x="2741" y="118"/>
                  </a:cubicBezTo>
                  <a:cubicBezTo>
                    <a:pt x="2678" y="39"/>
                    <a:pt x="2592" y="0"/>
                    <a:pt x="2501" y="0"/>
                  </a:cubicBezTo>
                  <a:cubicBezTo>
                    <a:pt x="2410" y="0"/>
                    <a:pt x="2316" y="39"/>
                    <a:pt x="2237" y="118"/>
                  </a:cubicBezTo>
                  <a:cubicBezTo>
                    <a:pt x="2048" y="307"/>
                    <a:pt x="1733" y="433"/>
                    <a:pt x="1449" y="433"/>
                  </a:cubicBezTo>
                  <a:cubicBezTo>
                    <a:pt x="1134" y="433"/>
                    <a:pt x="851" y="307"/>
                    <a:pt x="662" y="118"/>
                  </a:cubicBezTo>
                  <a:cubicBezTo>
                    <a:pt x="583" y="39"/>
                    <a:pt x="481" y="0"/>
                    <a:pt x="3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8" name="Google Shape;2898;p46"/>
            <p:cNvSpPr/>
            <p:nvPr/>
          </p:nvSpPr>
          <p:spPr>
            <a:xfrm>
              <a:off x="-53969325" y="2854725"/>
              <a:ext cx="18150" cy="18150"/>
            </a:xfrm>
            <a:custGeom>
              <a:rect b="b" l="l" r="r" t="t"/>
              <a:pathLst>
                <a:path extrusionOk="0" h="726" w="726">
                  <a:moveTo>
                    <a:pt x="347" y="1"/>
                  </a:moveTo>
                  <a:cubicBezTo>
                    <a:pt x="158" y="1"/>
                    <a:pt x="1" y="190"/>
                    <a:pt x="1" y="379"/>
                  </a:cubicBezTo>
                  <a:cubicBezTo>
                    <a:pt x="1" y="568"/>
                    <a:pt x="158" y="725"/>
                    <a:pt x="347" y="725"/>
                  </a:cubicBezTo>
                  <a:cubicBezTo>
                    <a:pt x="568" y="725"/>
                    <a:pt x="725" y="568"/>
                    <a:pt x="725" y="379"/>
                  </a:cubicBezTo>
                  <a:cubicBezTo>
                    <a:pt x="725" y="190"/>
                    <a:pt x="568"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9" name="Google Shape;2899;p46"/>
            <p:cNvSpPr/>
            <p:nvPr/>
          </p:nvSpPr>
          <p:spPr>
            <a:xfrm>
              <a:off x="-53894500" y="2854725"/>
              <a:ext cx="18125" cy="18150"/>
            </a:xfrm>
            <a:custGeom>
              <a:rect b="b" l="l" r="r" t="t"/>
              <a:pathLst>
                <a:path extrusionOk="0" h="726" w="725">
                  <a:moveTo>
                    <a:pt x="379" y="1"/>
                  </a:moveTo>
                  <a:cubicBezTo>
                    <a:pt x="158" y="1"/>
                    <a:pt x="1" y="190"/>
                    <a:pt x="1" y="379"/>
                  </a:cubicBezTo>
                  <a:cubicBezTo>
                    <a:pt x="1" y="568"/>
                    <a:pt x="158" y="725"/>
                    <a:pt x="379" y="725"/>
                  </a:cubicBezTo>
                  <a:cubicBezTo>
                    <a:pt x="568" y="725"/>
                    <a:pt x="725" y="568"/>
                    <a:pt x="725" y="379"/>
                  </a:cubicBezTo>
                  <a:cubicBezTo>
                    <a:pt x="725" y="190"/>
                    <a:pt x="568" y="1"/>
                    <a:pt x="37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0" name="Google Shape;2900;p46"/>
            <p:cNvSpPr/>
            <p:nvPr/>
          </p:nvSpPr>
          <p:spPr>
            <a:xfrm>
              <a:off x="-54061475" y="2685450"/>
              <a:ext cx="279625" cy="318175"/>
            </a:xfrm>
            <a:custGeom>
              <a:rect b="b" l="l" r="r" t="t"/>
              <a:pathLst>
                <a:path extrusionOk="0" h="12727" w="11185">
                  <a:moveTo>
                    <a:pt x="4096" y="1699"/>
                  </a:moveTo>
                  <a:cubicBezTo>
                    <a:pt x="4348" y="1699"/>
                    <a:pt x="4537" y="1762"/>
                    <a:pt x="4726" y="1794"/>
                  </a:cubicBezTo>
                  <a:cubicBezTo>
                    <a:pt x="4254" y="2235"/>
                    <a:pt x="3970" y="2897"/>
                    <a:pt x="3844" y="3527"/>
                  </a:cubicBezTo>
                  <a:cubicBezTo>
                    <a:pt x="3813" y="3716"/>
                    <a:pt x="3970" y="3905"/>
                    <a:pt x="4159" y="3968"/>
                  </a:cubicBezTo>
                  <a:cubicBezTo>
                    <a:pt x="4178" y="3971"/>
                    <a:pt x="4197" y="3972"/>
                    <a:pt x="4216" y="3972"/>
                  </a:cubicBezTo>
                  <a:cubicBezTo>
                    <a:pt x="4411" y="3972"/>
                    <a:pt x="4572" y="3825"/>
                    <a:pt x="4600" y="3653"/>
                  </a:cubicBezTo>
                  <a:cubicBezTo>
                    <a:pt x="4695" y="3117"/>
                    <a:pt x="4915" y="2645"/>
                    <a:pt x="5199" y="2330"/>
                  </a:cubicBezTo>
                  <a:cubicBezTo>
                    <a:pt x="5335" y="2194"/>
                    <a:pt x="5588" y="1964"/>
                    <a:pt x="5877" y="1964"/>
                  </a:cubicBezTo>
                  <a:cubicBezTo>
                    <a:pt x="5923" y="1964"/>
                    <a:pt x="5970" y="1970"/>
                    <a:pt x="6018" y="1983"/>
                  </a:cubicBezTo>
                  <a:cubicBezTo>
                    <a:pt x="6365" y="2046"/>
                    <a:pt x="6585" y="2361"/>
                    <a:pt x="6648" y="2613"/>
                  </a:cubicBezTo>
                  <a:cubicBezTo>
                    <a:pt x="6806" y="2991"/>
                    <a:pt x="6900" y="3527"/>
                    <a:pt x="6774" y="4031"/>
                  </a:cubicBezTo>
                  <a:cubicBezTo>
                    <a:pt x="6743" y="4251"/>
                    <a:pt x="6900" y="4472"/>
                    <a:pt x="7121" y="4472"/>
                  </a:cubicBezTo>
                  <a:cubicBezTo>
                    <a:pt x="7310" y="4472"/>
                    <a:pt x="7467" y="4346"/>
                    <a:pt x="7467" y="4157"/>
                  </a:cubicBezTo>
                  <a:cubicBezTo>
                    <a:pt x="7593" y="3527"/>
                    <a:pt x="7562" y="2802"/>
                    <a:pt x="7247" y="2204"/>
                  </a:cubicBezTo>
                  <a:lnTo>
                    <a:pt x="7247" y="2204"/>
                  </a:lnTo>
                  <a:lnTo>
                    <a:pt x="7404" y="2267"/>
                  </a:lnTo>
                  <a:cubicBezTo>
                    <a:pt x="8822" y="2487"/>
                    <a:pt x="9767" y="3873"/>
                    <a:pt x="9515" y="5291"/>
                  </a:cubicBezTo>
                  <a:cubicBezTo>
                    <a:pt x="9486" y="5464"/>
                    <a:pt x="9326" y="5610"/>
                    <a:pt x="9130" y="5610"/>
                  </a:cubicBezTo>
                  <a:cubicBezTo>
                    <a:pt x="9112" y="5610"/>
                    <a:pt x="9093" y="5609"/>
                    <a:pt x="9074" y="5606"/>
                  </a:cubicBezTo>
                  <a:lnTo>
                    <a:pt x="1733" y="4314"/>
                  </a:lnTo>
                  <a:cubicBezTo>
                    <a:pt x="1639" y="4283"/>
                    <a:pt x="1481" y="4062"/>
                    <a:pt x="1513" y="3873"/>
                  </a:cubicBezTo>
                  <a:cubicBezTo>
                    <a:pt x="1765" y="2613"/>
                    <a:pt x="2868" y="1699"/>
                    <a:pt x="4096" y="1699"/>
                  </a:cubicBezTo>
                  <a:close/>
                  <a:moveTo>
                    <a:pt x="1450" y="6740"/>
                  </a:moveTo>
                  <a:lnTo>
                    <a:pt x="1450" y="8252"/>
                  </a:lnTo>
                  <a:cubicBezTo>
                    <a:pt x="1009" y="8252"/>
                    <a:pt x="694" y="7937"/>
                    <a:pt x="694" y="7496"/>
                  </a:cubicBezTo>
                  <a:cubicBezTo>
                    <a:pt x="694" y="7118"/>
                    <a:pt x="1040" y="6740"/>
                    <a:pt x="1450" y="6740"/>
                  </a:cubicBezTo>
                  <a:close/>
                  <a:moveTo>
                    <a:pt x="9641" y="6740"/>
                  </a:moveTo>
                  <a:cubicBezTo>
                    <a:pt x="10019" y="6740"/>
                    <a:pt x="10397" y="7118"/>
                    <a:pt x="10397" y="7496"/>
                  </a:cubicBezTo>
                  <a:cubicBezTo>
                    <a:pt x="10397" y="7937"/>
                    <a:pt x="10082" y="8252"/>
                    <a:pt x="9641" y="8252"/>
                  </a:cubicBezTo>
                  <a:lnTo>
                    <a:pt x="9641" y="6740"/>
                  </a:lnTo>
                  <a:close/>
                  <a:moveTo>
                    <a:pt x="2206" y="5102"/>
                  </a:moveTo>
                  <a:lnTo>
                    <a:pt x="8916" y="6268"/>
                  </a:lnTo>
                  <a:lnTo>
                    <a:pt x="8916" y="8599"/>
                  </a:lnTo>
                  <a:cubicBezTo>
                    <a:pt x="8885" y="10489"/>
                    <a:pt x="7404" y="12033"/>
                    <a:pt x="5545" y="12033"/>
                  </a:cubicBezTo>
                  <a:cubicBezTo>
                    <a:pt x="3687" y="12033"/>
                    <a:pt x="2206" y="10489"/>
                    <a:pt x="2206" y="8599"/>
                  </a:cubicBezTo>
                  <a:lnTo>
                    <a:pt x="2206" y="5102"/>
                  </a:lnTo>
                  <a:close/>
                  <a:moveTo>
                    <a:pt x="7575" y="1"/>
                  </a:moveTo>
                  <a:cubicBezTo>
                    <a:pt x="6800" y="1"/>
                    <a:pt x="6137" y="473"/>
                    <a:pt x="5861" y="1164"/>
                  </a:cubicBezTo>
                  <a:lnTo>
                    <a:pt x="4726" y="975"/>
                  </a:lnTo>
                  <a:cubicBezTo>
                    <a:pt x="4530" y="941"/>
                    <a:pt x="4334" y="925"/>
                    <a:pt x="4141" y="925"/>
                  </a:cubicBezTo>
                  <a:cubicBezTo>
                    <a:pt x="2536" y="925"/>
                    <a:pt x="1101" y="2053"/>
                    <a:pt x="820" y="3684"/>
                  </a:cubicBezTo>
                  <a:cubicBezTo>
                    <a:pt x="757" y="4188"/>
                    <a:pt x="1009" y="4692"/>
                    <a:pt x="1481" y="4913"/>
                  </a:cubicBezTo>
                  <a:lnTo>
                    <a:pt x="1481" y="5953"/>
                  </a:lnTo>
                  <a:cubicBezTo>
                    <a:pt x="662" y="5953"/>
                    <a:pt x="1" y="6614"/>
                    <a:pt x="1" y="7465"/>
                  </a:cubicBezTo>
                  <a:cubicBezTo>
                    <a:pt x="1" y="8284"/>
                    <a:pt x="662" y="8946"/>
                    <a:pt x="1481" y="8946"/>
                  </a:cubicBezTo>
                  <a:cubicBezTo>
                    <a:pt x="1702" y="11056"/>
                    <a:pt x="3403" y="12726"/>
                    <a:pt x="5577" y="12726"/>
                  </a:cubicBezTo>
                  <a:cubicBezTo>
                    <a:pt x="7751" y="12726"/>
                    <a:pt x="9484" y="11056"/>
                    <a:pt x="9673" y="8946"/>
                  </a:cubicBezTo>
                  <a:cubicBezTo>
                    <a:pt x="10492" y="8946"/>
                    <a:pt x="11185" y="8284"/>
                    <a:pt x="11185" y="7465"/>
                  </a:cubicBezTo>
                  <a:cubicBezTo>
                    <a:pt x="11122" y="6803"/>
                    <a:pt x="10649" y="6205"/>
                    <a:pt x="9988" y="6047"/>
                  </a:cubicBezTo>
                  <a:cubicBezTo>
                    <a:pt x="10177" y="5890"/>
                    <a:pt x="10303" y="5638"/>
                    <a:pt x="10334" y="5417"/>
                  </a:cubicBezTo>
                  <a:cubicBezTo>
                    <a:pt x="10649" y="3590"/>
                    <a:pt x="9452" y="1825"/>
                    <a:pt x="7625" y="1510"/>
                  </a:cubicBezTo>
                  <a:lnTo>
                    <a:pt x="6617" y="1321"/>
                  </a:lnTo>
                  <a:cubicBezTo>
                    <a:pt x="6812" y="958"/>
                    <a:pt x="7206" y="744"/>
                    <a:pt x="7622" y="744"/>
                  </a:cubicBezTo>
                  <a:cubicBezTo>
                    <a:pt x="7675" y="744"/>
                    <a:pt x="7729" y="747"/>
                    <a:pt x="7782" y="754"/>
                  </a:cubicBezTo>
                  <a:cubicBezTo>
                    <a:pt x="7811" y="764"/>
                    <a:pt x="7840" y="768"/>
                    <a:pt x="7869" y="768"/>
                  </a:cubicBezTo>
                  <a:cubicBezTo>
                    <a:pt x="8034" y="768"/>
                    <a:pt x="8197" y="627"/>
                    <a:pt x="8223" y="439"/>
                  </a:cubicBezTo>
                  <a:cubicBezTo>
                    <a:pt x="8255" y="250"/>
                    <a:pt x="8097" y="61"/>
                    <a:pt x="7908" y="30"/>
                  </a:cubicBezTo>
                  <a:cubicBezTo>
                    <a:pt x="7796" y="10"/>
                    <a:pt x="7684" y="1"/>
                    <a:pt x="757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01" name="Google Shape;2901;p46"/>
          <p:cNvGrpSpPr/>
          <p:nvPr/>
        </p:nvGrpSpPr>
        <p:grpSpPr>
          <a:xfrm>
            <a:off x="8172350" y="2863274"/>
            <a:ext cx="227243" cy="298807"/>
            <a:chOff x="-52074300" y="1911950"/>
            <a:chExt cx="242600" cy="319000"/>
          </a:xfrm>
        </p:grpSpPr>
        <p:sp>
          <p:nvSpPr>
            <p:cNvPr id="2902" name="Google Shape;2902;p46"/>
            <p:cNvSpPr/>
            <p:nvPr/>
          </p:nvSpPr>
          <p:spPr>
            <a:xfrm>
              <a:off x="-51989225" y="2125600"/>
              <a:ext cx="72475" cy="29750"/>
            </a:xfrm>
            <a:custGeom>
              <a:rect b="b" l="l" r="r" t="t"/>
              <a:pathLst>
                <a:path extrusionOk="0" h="1190" w="2899">
                  <a:moveTo>
                    <a:pt x="398" y="0"/>
                  </a:moveTo>
                  <a:cubicBezTo>
                    <a:pt x="307" y="0"/>
                    <a:pt x="221" y="40"/>
                    <a:pt x="158" y="118"/>
                  </a:cubicBezTo>
                  <a:cubicBezTo>
                    <a:pt x="0" y="276"/>
                    <a:pt x="0" y="528"/>
                    <a:pt x="158" y="622"/>
                  </a:cubicBezTo>
                  <a:cubicBezTo>
                    <a:pt x="504" y="1000"/>
                    <a:pt x="977" y="1189"/>
                    <a:pt x="1449" y="1189"/>
                  </a:cubicBezTo>
                  <a:cubicBezTo>
                    <a:pt x="1922" y="1189"/>
                    <a:pt x="2426" y="1000"/>
                    <a:pt x="2741" y="622"/>
                  </a:cubicBezTo>
                  <a:cubicBezTo>
                    <a:pt x="2899" y="465"/>
                    <a:pt x="2899" y="244"/>
                    <a:pt x="2741" y="118"/>
                  </a:cubicBezTo>
                  <a:cubicBezTo>
                    <a:pt x="2662" y="40"/>
                    <a:pt x="2568" y="0"/>
                    <a:pt x="2477" y="0"/>
                  </a:cubicBezTo>
                  <a:cubicBezTo>
                    <a:pt x="2387" y="0"/>
                    <a:pt x="2300" y="40"/>
                    <a:pt x="2237" y="118"/>
                  </a:cubicBezTo>
                  <a:cubicBezTo>
                    <a:pt x="2048" y="307"/>
                    <a:pt x="1733" y="433"/>
                    <a:pt x="1449" y="433"/>
                  </a:cubicBezTo>
                  <a:cubicBezTo>
                    <a:pt x="1134" y="433"/>
                    <a:pt x="851" y="307"/>
                    <a:pt x="662" y="118"/>
                  </a:cubicBezTo>
                  <a:cubicBezTo>
                    <a:pt x="583" y="40"/>
                    <a:pt x="488" y="0"/>
                    <a:pt x="39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3" name="Google Shape;2903;p46"/>
            <p:cNvSpPr/>
            <p:nvPr/>
          </p:nvSpPr>
          <p:spPr>
            <a:xfrm>
              <a:off x="-51998675" y="2062375"/>
              <a:ext cx="17325" cy="18150"/>
            </a:xfrm>
            <a:custGeom>
              <a:rect b="b" l="l" r="r" t="t"/>
              <a:pathLst>
                <a:path extrusionOk="0" h="726" w="693">
                  <a:moveTo>
                    <a:pt x="347" y="1"/>
                  </a:moveTo>
                  <a:cubicBezTo>
                    <a:pt x="158" y="1"/>
                    <a:pt x="0" y="158"/>
                    <a:pt x="0" y="347"/>
                  </a:cubicBezTo>
                  <a:cubicBezTo>
                    <a:pt x="0" y="568"/>
                    <a:pt x="158" y="726"/>
                    <a:pt x="347" y="726"/>
                  </a:cubicBezTo>
                  <a:cubicBezTo>
                    <a:pt x="536" y="726"/>
                    <a:pt x="693" y="568"/>
                    <a:pt x="693" y="347"/>
                  </a:cubicBezTo>
                  <a:cubicBezTo>
                    <a:pt x="693"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4" name="Google Shape;2904;p46"/>
            <p:cNvSpPr/>
            <p:nvPr/>
          </p:nvSpPr>
          <p:spPr>
            <a:xfrm>
              <a:off x="-51925450" y="2062375"/>
              <a:ext cx="18150" cy="18150"/>
            </a:xfrm>
            <a:custGeom>
              <a:rect b="b" l="l" r="r" t="t"/>
              <a:pathLst>
                <a:path extrusionOk="0" h="726" w="726">
                  <a:moveTo>
                    <a:pt x="379" y="1"/>
                  </a:moveTo>
                  <a:cubicBezTo>
                    <a:pt x="158" y="1"/>
                    <a:pt x="1" y="158"/>
                    <a:pt x="1" y="347"/>
                  </a:cubicBezTo>
                  <a:cubicBezTo>
                    <a:pt x="1" y="568"/>
                    <a:pt x="158" y="726"/>
                    <a:pt x="379" y="726"/>
                  </a:cubicBezTo>
                  <a:cubicBezTo>
                    <a:pt x="568" y="726"/>
                    <a:pt x="726" y="568"/>
                    <a:pt x="726" y="347"/>
                  </a:cubicBezTo>
                  <a:cubicBezTo>
                    <a:pt x="726" y="158"/>
                    <a:pt x="568" y="1"/>
                    <a:pt x="37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5" name="Google Shape;2905;p46"/>
            <p:cNvSpPr/>
            <p:nvPr/>
          </p:nvSpPr>
          <p:spPr>
            <a:xfrm>
              <a:off x="-52074300" y="1911950"/>
              <a:ext cx="242600" cy="319000"/>
            </a:xfrm>
            <a:custGeom>
              <a:rect b="b" l="l" r="r" t="t"/>
              <a:pathLst>
                <a:path extrusionOk="0" h="12760" w="9704">
                  <a:moveTo>
                    <a:pt x="6743" y="694"/>
                  </a:moveTo>
                  <a:cubicBezTo>
                    <a:pt x="7940" y="757"/>
                    <a:pt x="8948" y="1733"/>
                    <a:pt x="8948" y="2993"/>
                  </a:cubicBezTo>
                  <a:lnTo>
                    <a:pt x="8948" y="5293"/>
                  </a:lnTo>
                  <a:lnTo>
                    <a:pt x="8601" y="5293"/>
                  </a:lnTo>
                  <a:cubicBezTo>
                    <a:pt x="6743" y="5293"/>
                    <a:pt x="5262" y="3750"/>
                    <a:pt x="5262" y="1859"/>
                  </a:cubicBezTo>
                  <a:lnTo>
                    <a:pt x="5262" y="1292"/>
                  </a:lnTo>
                  <a:cubicBezTo>
                    <a:pt x="5640" y="946"/>
                    <a:pt x="6207" y="694"/>
                    <a:pt x="6743" y="694"/>
                  </a:cubicBezTo>
                  <a:close/>
                  <a:moveTo>
                    <a:pt x="2962" y="757"/>
                  </a:moveTo>
                  <a:cubicBezTo>
                    <a:pt x="3529" y="757"/>
                    <a:pt x="4033" y="946"/>
                    <a:pt x="4474" y="1355"/>
                  </a:cubicBezTo>
                  <a:lnTo>
                    <a:pt x="4474" y="1891"/>
                  </a:lnTo>
                  <a:cubicBezTo>
                    <a:pt x="4474" y="3781"/>
                    <a:pt x="2962" y="5325"/>
                    <a:pt x="1103" y="5325"/>
                  </a:cubicBezTo>
                  <a:lnTo>
                    <a:pt x="757" y="5325"/>
                  </a:lnTo>
                  <a:lnTo>
                    <a:pt x="757" y="3025"/>
                  </a:lnTo>
                  <a:cubicBezTo>
                    <a:pt x="725" y="1733"/>
                    <a:pt x="1733" y="757"/>
                    <a:pt x="2962" y="757"/>
                  </a:cubicBezTo>
                  <a:close/>
                  <a:moveTo>
                    <a:pt x="1103" y="6018"/>
                  </a:moveTo>
                  <a:cubicBezTo>
                    <a:pt x="1324" y="6018"/>
                    <a:pt x="1481" y="6175"/>
                    <a:pt x="1481" y="6396"/>
                  </a:cubicBezTo>
                  <a:cubicBezTo>
                    <a:pt x="1481" y="6585"/>
                    <a:pt x="1324" y="6743"/>
                    <a:pt x="1103" y="6743"/>
                  </a:cubicBezTo>
                  <a:cubicBezTo>
                    <a:pt x="914" y="6743"/>
                    <a:pt x="757" y="6585"/>
                    <a:pt x="757" y="6396"/>
                  </a:cubicBezTo>
                  <a:cubicBezTo>
                    <a:pt x="757" y="6175"/>
                    <a:pt x="914" y="6018"/>
                    <a:pt x="1103" y="6018"/>
                  </a:cubicBezTo>
                  <a:close/>
                  <a:moveTo>
                    <a:pt x="8570" y="6018"/>
                  </a:moveTo>
                  <a:cubicBezTo>
                    <a:pt x="8759" y="6018"/>
                    <a:pt x="8916" y="6175"/>
                    <a:pt x="8916" y="6396"/>
                  </a:cubicBezTo>
                  <a:cubicBezTo>
                    <a:pt x="8916" y="6585"/>
                    <a:pt x="8759" y="6743"/>
                    <a:pt x="8570" y="6743"/>
                  </a:cubicBezTo>
                  <a:cubicBezTo>
                    <a:pt x="8349" y="6743"/>
                    <a:pt x="8192" y="6585"/>
                    <a:pt x="8192" y="6396"/>
                  </a:cubicBezTo>
                  <a:cubicBezTo>
                    <a:pt x="8192" y="6175"/>
                    <a:pt x="8349" y="6018"/>
                    <a:pt x="8570" y="6018"/>
                  </a:cubicBezTo>
                  <a:close/>
                  <a:moveTo>
                    <a:pt x="1072" y="7530"/>
                  </a:moveTo>
                  <a:cubicBezTo>
                    <a:pt x="1261" y="7530"/>
                    <a:pt x="1418" y="7688"/>
                    <a:pt x="1418" y="7877"/>
                  </a:cubicBezTo>
                  <a:cubicBezTo>
                    <a:pt x="1418" y="8066"/>
                    <a:pt x="1261" y="8223"/>
                    <a:pt x="1072" y="8223"/>
                  </a:cubicBezTo>
                  <a:cubicBezTo>
                    <a:pt x="914" y="8223"/>
                    <a:pt x="725" y="8066"/>
                    <a:pt x="725" y="7877"/>
                  </a:cubicBezTo>
                  <a:cubicBezTo>
                    <a:pt x="725" y="7688"/>
                    <a:pt x="883" y="7530"/>
                    <a:pt x="1072" y="7530"/>
                  </a:cubicBezTo>
                  <a:close/>
                  <a:moveTo>
                    <a:pt x="8601" y="7530"/>
                  </a:moveTo>
                  <a:cubicBezTo>
                    <a:pt x="8790" y="7530"/>
                    <a:pt x="8948" y="7688"/>
                    <a:pt x="8948" y="7877"/>
                  </a:cubicBezTo>
                  <a:cubicBezTo>
                    <a:pt x="8948" y="8066"/>
                    <a:pt x="8790" y="8223"/>
                    <a:pt x="8601" y="8223"/>
                  </a:cubicBezTo>
                  <a:cubicBezTo>
                    <a:pt x="8412" y="8223"/>
                    <a:pt x="8255" y="8066"/>
                    <a:pt x="8255" y="7877"/>
                  </a:cubicBezTo>
                  <a:cubicBezTo>
                    <a:pt x="8255" y="7688"/>
                    <a:pt x="8412" y="7530"/>
                    <a:pt x="8601" y="7530"/>
                  </a:cubicBezTo>
                  <a:close/>
                  <a:moveTo>
                    <a:pt x="1072" y="9011"/>
                  </a:moveTo>
                  <a:cubicBezTo>
                    <a:pt x="1261" y="9011"/>
                    <a:pt x="1418" y="9168"/>
                    <a:pt x="1418" y="9389"/>
                  </a:cubicBezTo>
                  <a:cubicBezTo>
                    <a:pt x="1418" y="9578"/>
                    <a:pt x="1261" y="9735"/>
                    <a:pt x="1072" y="9735"/>
                  </a:cubicBezTo>
                  <a:cubicBezTo>
                    <a:pt x="914" y="9735"/>
                    <a:pt x="725" y="9578"/>
                    <a:pt x="725" y="9389"/>
                  </a:cubicBezTo>
                  <a:cubicBezTo>
                    <a:pt x="725" y="9168"/>
                    <a:pt x="883" y="9011"/>
                    <a:pt x="1072" y="9011"/>
                  </a:cubicBezTo>
                  <a:close/>
                  <a:moveTo>
                    <a:pt x="8601" y="9011"/>
                  </a:moveTo>
                  <a:cubicBezTo>
                    <a:pt x="8790" y="9011"/>
                    <a:pt x="8948" y="9168"/>
                    <a:pt x="8948" y="9389"/>
                  </a:cubicBezTo>
                  <a:cubicBezTo>
                    <a:pt x="8948" y="9578"/>
                    <a:pt x="8790" y="9735"/>
                    <a:pt x="8601" y="9735"/>
                  </a:cubicBezTo>
                  <a:cubicBezTo>
                    <a:pt x="8412" y="9735"/>
                    <a:pt x="8255" y="9578"/>
                    <a:pt x="8255" y="9389"/>
                  </a:cubicBezTo>
                  <a:cubicBezTo>
                    <a:pt x="8255" y="9168"/>
                    <a:pt x="8412" y="9011"/>
                    <a:pt x="8601" y="9011"/>
                  </a:cubicBezTo>
                  <a:close/>
                  <a:moveTo>
                    <a:pt x="4852" y="3592"/>
                  </a:moveTo>
                  <a:cubicBezTo>
                    <a:pt x="5041" y="4002"/>
                    <a:pt x="5325" y="4411"/>
                    <a:pt x="5703" y="4758"/>
                  </a:cubicBezTo>
                  <a:cubicBezTo>
                    <a:pt x="6239" y="5325"/>
                    <a:pt x="6869" y="5671"/>
                    <a:pt x="7593" y="5860"/>
                  </a:cubicBezTo>
                  <a:cubicBezTo>
                    <a:pt x="7499" y="6018"/>
                    <a:pt x="7467" y="6175"/>
                    <a:pt x="7467" y="6364"/>
                  </a:cubicBezTo>
                  <a:cubicBezTo>
                    <a:pt x="7467" y="6648"/>
                    <a:pt x="7593" y="6932"/>
                    <a:pt x="7751" y="7121"/>
                  </a:cubicBezTo>
                  <a:cubicBezTo>
                    <a:pt x="7530" y="7341"/>
                    <a:pt x="7467" y="7593"/>
                    <a:pt x="7467" y="7877"/>
                  </a:cubicBezTo>
                  <a:cubicBezTo>
                    <a:pt x="7467" y="8160"/>
                    <a:pt x="7593" y="8444"/>
                    <a:pt x="7751" y="8633"/>
                  </a:cubicBezTo>
                  <a:cubicBezTo>
                    <a:pt x="7530" y="8822"/>
                    <a:pt x="7467" y="9105"/>
                    <a:pt x="7467" y="9389"/>
                  </a:cubicBezTo>
                  <a:cubicBezTo>
                    <a:pt x="7467" y="9546"/>
                    <a:pt x="7499" y="9704"/>
                    <a:pt x="7593" y="9861"/>
                  </a:cubicBezTo>
                  <a:cubicBezTo>
                    <a:pt x="6932" y="10712"/>
                    <a:pt x="5923" y="11216"/>
                    <a:pt x="4852" y="11216"/>
                  </a:cubicBezTo>
                  <a:cubicBezTo>
                    <a:pt x="3750" y="11216"/>
                    <a:pt x="2773" y="10712"/>
                    <a:pt x="2143" y="9861"/>
                  </a:cubicBezTo>
                  <a:cubicBezTo>
                    <a:pt x="2206" y="9704"/>
                    <a:pt x="2269" y="9515"/>
                    <a:pt x="2269" y="9389"/>
                  </a:cubicBezTo>
                  <a:cubicBezTo>
                    <a:pt x="2269" y="9105"/>
                    <a:pt x="2143" y="8822"/>
                    <a:pt x="1985" y="8633"/>
                  </a:cubicBezTo>
                  <a:cubicBezTo>
                    <a:pt x="2174" y="8444"/>
                    <a:pt x="2269" y="8160"/>
                    <a:pt x="2269" y="7877"/>
                  </a:cubicBezTo>
                  <a:cubicBezTo>
                    <a:pt x="2269" y="7593"/>
                    <a:pt x="2143" y="7341"/>
                    <a:pt x="1985" y="7121"/>
                  </a:cubicBezTo>
                  <a:cubicBezTo>
                    <a:pt x="2174" y="6932"/>
                    <a:pt x="2269" y="6648"/>
                    <a:pt x="2269" y="6364"/>
                  </a:cubicBezTo>
                  <a:cubicBezTo>
                    <a:pt x="2269" y="6175"/>
                    <a:pt x="2206" y="6018"/>
                    <a:pt x="2143" y="5860"/>
                  </a:cubicBezTo>
                  <a:cubicBezTo>
                    <a:pt x="2836" y="5671"/>
                    <a:pt x="3529" y="5325"/>
                    <a:pt x="4033" y="4758"/>
                  </a:cubicBezTo>
                  <a:cubicBezTo>
                    <a:pt x="4380" y="4411"/>
                    <a:pt x="4663" y="4002"/>
                    <a:pt x="4852" y="3592"/>
                  </a:cubicBezTo>
                  <a:close/>
                  <a:moveTo>
                    <a:pt x="1103" y="10523"/>
                  </a:moveTo>
                  <a:cubicBezTo>
                    <a:pt x="1324" y="10523"/>
                    <a:pt x="1481" y="10681"/>
                    <a:pt x="1481" y="10870"/>
                  </a:cubicBezTo>
                  <a:cubicBezTo>
                    <a:pt x="1481" y="10996"/>
                    <a:pt x="1481" y="10996"/>
                    <a:pt x="1103" y="11626"/>
                  </a:cubicBezTo>
                  <a:cubicBezTo>
                    <a:pt x="757" y="10996"/>
                    <a:pt x="757" y="10996"/>
                    <a:pt x="757" y="10870"/>
                  </a:cubicBezTo>
                  <a:cubicBezTo>
                    <a:pt x="757" y="10681"/>
                    <a:pt x="914" y="10523"/>
                    <a:pt x="1103" y="10523"/>
                  </a:cubicBezTo>
                  <a:close/>
                  <a:moveTo>
                    <a:pt x="8570" y="10523"/>
                  </a:moveTo>
                  <a:cubicBezTo>
                    <a:pt x="8759" y="10523"/>
                    <a:pt x="8916" y="10681"/>
                    <a:pt x="8916" y="10870"/>
                  </a:cubicBezTo>
                  <a:cubicBezTo>
                    <a:pt x="8948" y="10996"/>
                    <a:pt x="8916" y="10996"/>
                    <a:pt x="8570" y="11626"/>
                  </a:cubicBezTo>
                  <a:cubicBezTo>
                    <a:pt x="8192" y="10996"/>
                    <a:pt x="8192" y="10996"/>
                    <a:pt x="8192" y="10870"/>
                  </a:cubicBezTo>
                  <a:cubicBezTo>
                    <a:pt x="8192" y="10681"/>
                    <a:pt x="8349" y="10523"/>
                    <a:pt x="8570" y="10523"/>
                  </a:cubicBezTo>
                  <a:close/>
                  <a:moveTo>
                    <a:pt x="3025" y="0"/>
                  </a:moveTo>
                  <a:cubicBezTo>
                    <a:pt x="1355" y="0"/>
                    <a:pt x="1" y="1355"/>
                    <a:pt x="1" y="2993"/>
                  </a:cubicBezTo>
                  <a:lnTo>
                    <a:pt x="1" y="6427"/>
                  </a:lnTo>
                  <a:cubicBezTo>
                    <a:pt x="1" y="6711"/>
                    <a:pt x="127" y="6963"/>
                    <a:pt x="284" y="7184"/>
                  </a:cubicBezTo>
                  <a:cubicBezTo>
                    <a:pt x="95" y="7373"/>
                    <a:pt x="1" y="7656"/>
                    <a:pt x="1" y="7908"/>
                  </a:cubicBezTo>
                  <a:cubicBezTo>
                    <a:pt x="1" y="8192"/>
                    <a:pt x="127" y="8475"/>
                    <a:pt x="284" y="8664"/>
                  </a:cubicBezTo>
                  <a:cubicBezTo>
                    <a:pt x="95" y="8853"/>
                    <a:pt x="1" y="9137"/>
                    <a:pt x="1" y="9420"/>
                  </a:cubicBezTo>
                  <a:cubicBezTo>
                    <a:pt x="1" y="9704"/>
                    <a:pt x="127" y="9956"/>
                    <a:pt x="284" y="10177"/>
                  </a:cubicBezTo>
                  <a:cubicBezTo>
                    <a:pt x="95" y="10366"/>
                    <a:pt x="1" y="10649"/>
                    <a:pt x="1" y="10901"/>
                  </a:cubicBezTo>
                  <a:cubicBezTo>
                    <a:pt x="1" y="11122"/>
                    <a:pt x="64" y="11311"/>
                    <a:pt x="127" y="11374"/>
                  </a:cubicBezTo>
                  <a:lnTo>
                    <a:pt x="788" y="12571"/>
                  </a:lnTo>
                  <a:cubicBezTo>
                    <a:pt x="883" y="12697"/>
                    <a:pt x="1009" y="12760"/>
                    <a:pt x="1103" y="12760"/>
                  </a:cubicBezTo>
                  <a:cubicBezTo>
                    <a:pt x="1229" y="12760"/>
                    <a:pt x="1387" y="12697"/>
                    <a:pt x="1450" y="12571"/>
                  </a:cubicBezTo>
                  <a:lnTo>
                    <a:pt x="2111" y="11437"/>
                  </a:lnTo>
                  <a:lnTo>
                    <a:pt x="2237" y="11059"/>
                  </a:lnTo>
                  <a:cubicBezTo>
                    <a:pt x="2930" y="11657"/>
                    <a:pt x="3876" y="12004"/>
                    <a:pt x="4852" y="12004"/>
                  </a:cubicBezTo>
                  <a:cubicBezTo>
                    <a:pt x="5829" y="12004"/>
                    <a:pt x="6743" y="11657"/>
                    <a:pt x="7499" y="11059"/>
                  </a:cubicBezTo>
                  <a:cubicBezTo>
                    <a:pt x="7499" y="11153"/>
                    <a:pt x="7530" y="11279"/>
                    <a:pt x="7562" y="11342"/>
                  </a:cubicBezTo>
                  <a:cubicBezTo>
                    <a:pt x="7562" y="11374"/>
                    <a:pt x="7530" y="11279"/>
                    <a:pt x="8286" y="12571"/>
                  </a:cubicBezTo>
                  <a:cubicBezTo>
                    <a:pt x="8349" y="12665"/>
                    <a:pt x="8475" y="12760"/>
                    <a:pt x="8601" y="12760"/>
                  </a:cubicBezTo>
                  <a:cubicBezTo>
                    <a:pt x="8727" y="12760"/>
                    <a:pt x="8885" y="12665"/>
                    <a:pt x="8916" y="12571"/>
                  </a:cubicBezTo>
                  <a:lnTo>
                    <a:pt x="9578" y="11405"/>
                  </a:lnTo>
                  <a:cubicBezTo>
                    <a:pt x="9673" y="11248"/>
                    <a:pt x="9704" y="11059"/>
                    <a:pt x="9704" y="10901"/>
                  </a:cubicBezTo>
                  <a:cubicBezTo>
                    <a:pt x="9704" y="10618"/>
                    <a:pt x="9578" y="10366"/>
                    <a:pt x="9421" y="10145"/>
                  </a:cubicBezTo>
                  <a:cubicBezTo>
                    <a:pt x="9641" y="9956"/>
                    <a:pt x="9704" y="9672"/>
                    <a:pt x="9704" y="9420"/>
                  </a:cubicBezTo>
                  <a:cubicBezTo>
                    <a:pt x="9704" y="9137"/>
                    <a:pt x="9578" y="8853"/>
                    <a:pt x="9421" y="8664"/>
                  </a:cubicBezTo>
                  <a:cubicBezTo>
                    <a:pt x="9641" y="8475"/>
                    <a:pt x="9704" y="8192"/>
                    <a:pt x="9704" y="7908"/>
                  </a:cubicBezTo>
                  <a:cubicBezTo>
                    <a:pt x="9704" y="7625"/>
                    <a:pt x="9578" y="7373"/>
                    <a:pt x="9421" y="7152"/>
                  </a:cubicBezTo>
                  <a:cubicBezTo>
                    <a:pt x="9641" y="6963"/>
                    <a:pt x="9704" y="6680"/>
                    <a:pt x="9704" y="6427"/>
                  </a:cubicBezTo>
                  <a:lnTo>
                    <a:pt x="9704" y="2993"/>
                  </a:lnTo>
                  <a:cubicBezTo>
                    <a:pt x="9704" y="1355"/>
                    <a:pt x="8349" y="0"/>
                    <a:pt x="6711" y="0"/>
                  </a:cubicBezTo>
                  <a:cubicBezTo>
                    <a:pt x="6049" y="0"/>
                    <a:pt x="5388" y="253"/>
                    <a:pt x="4852" y="662"/>
                  </a:cubicBezTo>
                  <a:cubicBezTo>
                    <a:pt x="4348" y="253"/>
                    <a:pt x="3687" y="0"/>
                    <a:pt x="302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06" name="Google Shape;2906;p46"/>
          <p:cNvGrpSpPr/>
          <p:nvPr/>
        </p:nvGrpSpPr>
        <p:grpSpPr>
          <a:xfrm>
            <a:off x="5513906" y="1553266"/>
            <a:ext cx="298831" cy="298081"/>
            <a:chOff x="-57578225" y="1904075"/>
            <a:chExt cx="319025" cy="318225"/>
          </a:xfrm>
        </p:grpSpPr>
        <p:sp>
          <p:nvSpPr>
            <p:cNvPr id="2907" name="Google Shape;2907;p46"/>
            <p:cNvSpPr/>
            <p:nvPr/>
          </p:nvSpPr>
          <p:spPr>
            <a:xfrm>
              <a:off x="-57578225" y="1904075"/>
              <a:ext cx="319025" cy="318225"/>
            </a:xfrm>
            <a:custGeom>
              <a:rect b="b" l="l" r="r" t="t"/>
              <a:pathLst>
                <a:path extrusionOk="0" h="12729" w="12761">
                  <a:moveTo>
                    <a:pt x="4601" y="1418"/>
                  </a:moveTo>
                  <a:cubicBezTo>
                    <a:pt x="4632" y="1702"/>
                    <a:pt x="4727" y="1922"/>
                    <a:pt x="4790" y="2206"/>
                  </a:cubicBezTo>
                  <a:cubicBezTo>
                    <a:pt x="3687" y="2962"/>
                    <a:pt x="2994" y="4254"/>
                    <a:pt x="2994" y="5640"/>
                  </a:cubicBezTo>
                  <a:lnTo>
                    <a:pt x="2994" y="5986"/>
                  </a:lnTo>
                  <a:cubicBezTo>
                    <a:pt x="2710" y="5986"/>
                    <a:pt x="2458" y="6081"/>
                    <a:pt x="2238" y="6175"/>
                  </a:cubicBezTo>
                  <a:lnTo>
                    <a:pt x="2238" y="5608"/>
                  </a:lnTo>
                  <a:cubicBezTo>
                    <a:pt x="2238" y="3876"/>
                    <a:pt x="3183" y="2300"/>
                    <a:pt x="4601" y="1418"/>
                  </a:cubicBezTo>
                  <a:close/>
                  <a:moveTo>
                    <a:pt x="7121" y="757"/>
                  </a:moveTo>
                  <a:cubicBezTo>
                    <a:pt x="9799" y="757"/>
                    <a:pt x="12004" y="2930"/>
                    <a:pt x="12004" y="5640"/>
                  </a:cubicBezTo>
                  <a:lnTo>
                    <a:pt x="12004" y="6238"/>
                  </a:lnTo>
                  <a:cubicBezTo>
                    <a:pt x="11752" y="6112"/>
                    <a:pt x="11532" y="6018"/>
                    <a:pt x="11248" y="6018"/>
                  </a:cubicBezTo>
                  <a:lnTo>
                    <a:pt x="10902" y="6018"/>
                  </a:lnTo>
                  <a:cubicBezTo>
                    <a:pt x="8098" y="6018"/>
                    <a:pt x="5703" y="3907"/>
                    <a:pt x="5325" y="1103"/>
                  </a:cubicBezTo>
                  <a:cubicBezTo>
                    <a:pt x="5861" y="883"/>
                    <a:pt x="6491" y="757"/>
                    <a:pt x="7121" y="757"/>
                  </a:cubicBezTo>
                  <a:close/>
                  <a:moveTo>
                    <a:pt x="2994" y="6742"/>
                  </a:moveTo>
                  <a:lnTo>
                    <a:pt x="2994" y="8223"/>
                  </a:lnTo>
                  <a:cubicBezTo>
                    <a:pt x="2616" y="8223"/>
                    <a:pt x="2238" y="7971"/>
                    <a:pt x="2238" y="7436"/>
                  </a:cubicBezTo>
                  <a:cubicBezTo>
                    <a:pt x="2269" y="7058"/>
                    <a:pt x="2584" y="6742"/>
                    <a:pt x="2994" y="6742"/>
                  </a:cubicBezTo>
                  <a:close/>
                  <a:moveTo>
                    <a:pt x="11248" y="6742"/>
                  </a:moveTo>
                  <a:cubicBezTo>
                    <a:pt x="11658" y="6742"/>
                    <a:pt x="12004" y="7058"/>
                    <a:pt x="12004" y="7499"/>
                  </a:cubicBezTo>
                  <a:cubicBezTo>
                    <a:pt x="12004" y="7908"/>
                    <a:pt x="11658" y="8223"/>
                    <a:pt x="11248" y="8223"/>
                  </a:cubicBezTo>
                  <a:lnTo>
                    <a:pt x="11248" y="6742"/>
                  </a:lnTo>
                  <a:close/>
                  <a:moveTo>
                    <a:pt x="1828" y="8444"/>
                  </a:moveTo>
                  <a:cubicBezTo>
                    <a:pt x="2112" y="8790"/>
                    <a:pt x="2553" y="8979"/>
                    <a:pt x="3025" y="8979"/>
                  </a:cubicBezTo>
                  <a:cubicBezTo>
                    <a:pt x="3088" y="9830"/>
                    <a:pt x="3466" y="10681"/>
                    <a:pt x="4034" y="11311"/>
                  </a:cubicBezTo>
                  <a:cubicBezTo>
                    <a:pt x="3656" y="11752"/>
                    <a:pt x="3183" y="11972"/>
                    <a:pt x="2616" y="11972"/>
                  </a:cubicBezTo>
                  <a:cubicBezTo>
                    <a:pt x="1608" y="11972"/>
                    <a:pt x="789" y="11153"/>
                    <a:pt x="789" y="10113"/>
                  </a:cubicBezTo>
                  <a:cubicBezTo>
                    <a:pt x="789" y="9420"/>
                    <a:pt x="1198" y="8759"/>
                    <a:pt x="1828" y="8444"/>
                  </a:cubicBezTo>
                  <a:close/>
                  <a:moveTo>
                    <a:pt x="5042" y="2962"/>
                  </a:moveTo>
                  <a:cubicBezTo>
                    <a:pt x="5987" y="5073"/>
                    <a:pt x="8066" y="6616"/>
                    <a:pt x="10461" y="6774"/>
                  </a:cubicBezTo>
                  <a:lnTo>
                    <a:pt x="10461" y="8664"/>
                  </a:lnTo>
                  <a:cubicBezTo>
                    <a:pt x="10492" y="10492"/>
                    <a:pt x="8980" y="11972"/>
                    <a:pt x="7121" y="11972"/>
                  </a:cubicBezTo>
                  <a:cubicBezTo>
                    <a:pt x="5262" y="11972"/>
                    <a:pt x="3719" y="10460"/>
                    <a:pt x="3719" y="8633"/>
                  </a:cubicBezTo>
                  <a:lnTo>
                    <a:pt x="3719" y="5640"/>
                  </a:lnTo>
                  <a:cubicBezTo>
                    <a:pt x="3719" y="4600"/>
                    <a:pt x="4254" y="3592"/>
                    <a:pt x="5042" y="2962"/>
                  </a:cubicBezTo>
                  <a:close/>
                  <a:moveTo>
                    <a:pt x="7121" y="0"/>
                  </a:moveTo>
                  <a:cubicBezTo>
                    <a:pt x="5577" y="0"/>
                    <a:pt x="4191" y="631"/>
                    <a:pt x="3151" y="1670"/>
                  </a:cubicBezTo>
                  <a:cubicBezTo>
                    <a:pt x="2080" y="2710"/>
                    <a:pt x="1482" y="4128"/>
                    <a:pt x="1482" y="5640"/>
                  </a:cubicBezTo>
                  <a:lnTo>
                    <a:pt x="1482" y="7751"/>
                  </a:lnTo>
                  <a:cubicBezTo>
                    <a:pt x="568" y="8192"/>
                    <a:pt x="1" y="9105"/>
                    <a:pt x="1" y="10113"/>
                  </a:cubicBezTo>
                  <a:cubicBezTo>
                    <a:pt x="1" y="11594"/>
                    <a:pt x="1167" y="12728"/>
                    <a:pt x="2584" y="12728"/>
                  </a:cubicBezTo>
                  <a:cubicBezTo>
                    <a:pt x="3340" y="12728"/>
                    <a:pt x="4034" y="12413"/>
                    <a:pt x="4569" y="11846"/>
                  </a:cubicBezTo>
                  <a:cubicBezTo>
                    <a:pt x="5262" y="12413"/>
                    <a:pt x="6176" y="12728"/>
                    <a:pt x="7121" y="12728"/>
                  </a:cubicBezTo>
                  <a:cubicBezTo>
                    <a:pt x="8224" y="12728"/>
                    <a:pt x="9232" y="12287"/>
                    <a:pt x="10020" y="11500"/>
                  </a:cubicBezTo>
                  <a:cubicBezTo>
                    <a:pt x="10744" y="10838"/>
                    <a:pt x="11122" y="9924"/>
                    <a:pt x="11217" y="8979"/>
                  </a:cubicBezTo>
                  <a:cubicBezTo>
                    <a:pt x="12036" y="8979"/>
                    <a:pt x="12697" y="8318"/>
                    <a:pt x="12697" y="7499"/>
                  </a:cubicBezTo>
                  <a:lnTo>
                    <a:pt x="12697" y="5640"/>
                  </a:lnTo>
                  <a:cubicBezTo>
                    <a:pt x="12760" y="4128"/>
                    <a:pt x="12162" y="2710"/>
                    <a:pt x="11091" y="1670"/>
                  </a:cubicBezTo>
                  <a:cubicBezTo>
                    <a:pt x="10020" y="599"/>
                    <a:pt x="8602" y="0"/>
                    <a:pt x="712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8" name="Google Shape;2908;p46"/>
            <p:cNvSpPr/>
            <p:nvPr/>
          </p:nvSpPr>
          <p:spPr>
            <a:xfrm>
              <a:off x="-57446675" y="2073400"/>
              <a:ext cx="18125" cy="18150"/>
            </a:xfrm>
            <a:custGeom>
              <a:rect b="b" l="l" r="r" t="t"/>
              <a:pathLst>
                <a:path extrusionOk="0" h="726" w="725">
                  <a:moveTo>
                    <a:pt x="347" y="1"/>
                  </a:moveTo>
                  <a:cubicBezTo>
                    <a:pt x="158" y="1"/>
                    <a:pt x="0" y="158"/>
                    <a:pt x="0" y="348"/>
                  </a:cubicBezTo>
                  <a:cubicBezTo>
                    <a:pt x="0" y="568"/>
                    <a:pt x="158" y="726"/>
                    <a:pt x="347" y="726"/>
                  </a:cubicBezTo>
                  <a:cubicBezTo>
                    <a:pt x="567" y="726"/>
                    <a:pt x="725" y="568"/>
                    <a:pt x="725" y="348"/>
                  </a:cubicBezTo>
                  <a:cubicBezTo>
                    <a:pt x="725" y="158"/>
                    <a:pt x="567"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9" name="Google Shape;2909;p46"/>
            <p:cNvSpPr/>
            <p:nvPr/>
          </p:nvSpPr>
          <p:spPr>
            <a:xfrm>
              <a:off x="-57371850" y="2073400"/>
              <a:ext cx="18125" cy="18150"/>
            </a:xfrm>
            <a:custGeom>
              <a:rect b="b" l="l" r="r" t="t"/>
              <a:pathLst>
                <a:path extrusionOk="0" h="726" w="725">
                  <a:moveTo>
                    <a:pt x="347" y="1"/>
                  </a:moveTo>
                  <a:cubicBezTo>
                    <a:pt x="158" y="1"/>
                    <a:pt x="0" y="158"/>
                    <a:pt x="0" y="348"/>
                  </a:cubicBezTo>
                  <a:cubicBezTo>
                    <a:pt x="0" y="537"/>
                    <a:pt x="158" y="726"/>
                    <a:pt x="347" y="726"/>
                  </a:cubicBezTo>
                  <a:cubicBezTo>
                    <a:pt x="567" y="726"/>
                    <a:pt x="725" y="537"/>
                    <a:pt x="725" y="348"/>
                  </a:cubicBezTo>
                  <a:cubicBezTo>
                    <a:pt x="725" y="158"/>
                    <a:pt x="567"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0" name="Google Shape;2910;p46"/>
            <p:cNvSpPr/>
            <p:nvPr/>
          </p:nvSpPr>
          <p:spPr>
            <a:xfrm>
              <a:off x="-57436450" y="2136625"/>
              <a:ext cx="72500" cy="29750"/>
            </a:xfrm>
            <a:custGeom>
              <a:rect b="b" l="l" r="r" t="t"/>
              <a:pathLst>
                <a:path extrusionOk="0" h="1190" w="2900">
                  <a:moveTo>
                    <a:pt x="387" y="0"/>
                  </a:moveTo>
                  <a:cubicBezTo>
                    <a:pt x="292" y="0"/>
                    <a:pt x="206" y="40"/>
                    <a:pt x="158" y="118"/>
                  </a:cubicBezTo>
                  <a:cubicBezTo>
                    <a:pt x="1" y="276"/>
                    <a:pt x="1" y="496"/>
                    <a:pt x="158" y="622"/>
                  </a:cubicBezTo>
                  <a:cubicBezTo>
                    <a:pt x="505" y="969"/>
                    <a:pt x="977" y="1190"/>
                    <a:pt x="1450" y="1190"/>
                  </a:cubicBezTo>
                  <a:cubicBezTo>
                    <a:pt x="1923" y="1190"/>
                    <a:pt x="2427" y="969"/>
                    <a:pt x="2742" y="622"/>
                  </a:cubicBezTo>
                  <a:cubicBezTo>
                    <a:pt x="2899" y="465"/>
                    <a:pt x="2899" y="244"/>
                    <a:pt x="2742" y="118"/>
                  </a:cubicBezTo>
                  <a:cubicBezTo>
                    <a:pt x="2679" y="40"/>
                    <a:pt x="2592" y="0"/>
                    <a:pt x="2502" y="0"/>
                  </a:cubicBezTo>
                  <a:cubicBezTo>
                    <a:pt x="2411" y="0"/>
                    <a:pt x="2316" y="40"/>
                    <a:pt x="2238" y="118"/>
                  </a:cubicBezTo>
                  <a:cubicBezTo>
                    <a:pt x="2049" y="307"/>
                    <a:pt x="1734" y="433"/>
                    <a:pt x="1450" y="433"/>
                  </a:cubicBezTo>
                  <a:cubicBezTo>
                    <a:pt x="1167" y="433"/>
                    <a:pt x="851" y="307"/>
                    <a:pt x="662" y="118"/>
                  </a:cubicBezTo>
                  <a:cubicBezTo>
                    <a:pt x="584" y="40"/>
                    <a:pt x="481" y="0"/>
                    <a:pt x="38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11" name="Google Shape;2911;p46"/>
          <p:cNvGrpSpPr/>
          <p:nvPr/>
        </p:nvGrpSpPr>
        <p:grpSpPr>
          <a:xfrm>
            <a:off x="5532359" y="1987361"/>
            <a:ext cx="261925" cy="298081"/>
            <a:chOff x="-57558525" y="2294725"/>
            <a:chExt cx="279625" cy="318225"/>
          </a:xfrm>
        </p:grpSpPr>
        <p:sp>
          <p:nvSpPr>
            <p:cNvPr id="2912" name="Google Shape;2912;p46"/>
            <p:cNvSpPr/>
            <p:nvPr/>
          </p:nvSpPr>
          <p:spPr>
            <a:xfrm>
              <a:off x="-57455350" y="2498925"/>
              <a:ext cx="72475" cy="29750"/>
            </a:xfrm>
            <a:custGeom>
              <a:rect b="b" l="l" r="r" t="t"/>
              <a:pathLst>
                <a:path extrusionOk="0" h="1190" w="2899">
                  <a:moveTo>
                    <a:pt x="398" y="0"/>
                  </a:moveTo>
                  <a:cubicBezTo>
                    <a:pt x="308" y="0"/>
                    <a:pt x="221" y="40"/>
                    <a:pt x="158" y="119"/>
                  </a:cubicBezTo>
                  <a:cubicBezTo>
                    <a:pt x="1" y="276"/>
                    <a:pt x="1" y="497"/>
                    <a:pt x="158" y="623"/>
                  </a:cubicBezTo>
                  <a:cubicBezTo>
                    <a:pt x="505" y="969"/>
                    <a:pt x="977" y="1190"/>
                    <a:pt x="1450" y="1190"/>
                  </a:cubicBezTo>
                  <a:cubicBezTo>
                    <a:pt x="1923" y="1190"/>
                    <a:pt x="2427" y="969"/>
                    <a:pt x="2742" y="623"/>
                  </a:cubicBezTo>
                  <a:cubicBezTo>
                    <a:pt x="2899" y="465"/>
                    <a:pt x="2899" y="245"/>
                    <a:pt x="2742" y="119"/>
                  </a:cubicBezTo>
                  <a:cubicBezTo>
                    <a:pt x="2694" y="40"/>
                    <a:pt x="2608" y="0"/>
                    <a:pt x="2513" y="0"/>
                  </a:cubicBezTo>
                  <a:cubicBezTo>
                    <a:pt x="2419" y="0"/>
                    <a:pt x="2316" y="40"/>
                    <a:pt x="2238" y="119"/>
                  </a:cubicBezTo>
                  <a:cubicBezTo>
                    <a:pt x="2049" y="308"/>
                    <a:pt x="1733" y="434"/>
                    <a:pt x="1450" y="434"/>
                  </a:cubicBezTo>
                  <a:cubicBezTo>
                    <a:pt x="1135" y="434"/>
                    <a:pt x="851" y="308"/>
                    <a:pt x="662" y="119"/>
                  </a:cubicBezTo>
                  <a:cubicBezTo>
                    <a:pt x="584" y="40"/>
                    <a:pt x="489" y="0"/>
                    <a:pt x="39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3" name="Google Shape;2913;p46"/>
            <p:cNvSpPr/>
            <p:nvPr/>
          </p:nvSpPr>
          <p:spPr>
            <a:xfrm>
              <a:off x="-57465575" y="2427050"/>
              <a:ext cx="18125" cy="17350"/>
            </a:xfrm>
            <a:custGeom>
              <a:rect b="b" l="l" r="r" t="t"/>
              <a:pathLst>
                <a:path extrusionOk="0" h="694" w="725">
                  <a:moveTo>
                    <a:pt x="378" y="1"/>
                  </a:moveTo>
                  <a:cubicBezTo>
                    <a:pt x="189" y="1"/>
                    <a:pt x="0" y="158"/>
                    <a:pt x="0" y="347"/>
                  </a:cubicBezTo>
                  <a:cubicBezTo>
                    <a:pt x="0" y="536"/>
                    <a:pt x="189" y="694"/>
                    <a:pt x="378" y="694"/>
                  </a:cubicBezTo>
                  <a:cubicBezTo>
                    <a:pt x="567" y="694"/>
                    <a:pt x="725" y="536"/>
                    <a:pt x="725" y="347"/>
                  </a:cubicBezTo>
                  <a:cubicBezTo>
                    <a:pt x="725" y="158"/>
                    <a:pt x="567" y="1"/>
                    <a:pt x="37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4" name="Google Shape;2914;p46"/>
            <p:cNvSpPr/>
            <p:nvPr/>
          </p:nvSpPr>
          <p:spPr>
            <a:xfrm>
              <a:off x="-57389975" y="2427050"/>
              <a:ext cx="17350" cy="17350"/>
            </a:xfrm>
            <a:custGeom>
              <a:rect b="b" l="l" r="r" t="t"/>
              <a:pathLst>
                <a:path extrusionOk="0" h="694" w="694">
                  <a:moveTo>
                    <a:pt x="347" y="1"/>
                  </a:moveTo>
                  <a:cubicBezTo>
                    <a:pt x="158" y="1"/>
                    <a:pt x="1" y="158"/>
                    <a:pt x="1" y="347"/>
                  </a:cubicBezTo>
                  <a:cubicBezTo>
                    <a:pt x="1" y="536"/>
                    <a:pt x="158" y="694"/>
                    <a:pt x="347" y="694"/>
                  </a:cubicBezTo>
                  <a:cubicBezTo>
                    <a:pt x="536" y="694"/>
                    <a:pt x="694" y="536"/>
                    <a:pt x="694" y="347"/>
                  </a:cubicBezTo>
                  <a:cubicBezTo>
                    <a:pt x="694"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5" name="Google Shape;2915;p46"/>
            <p:cNvSpPr/>
            <p:nvPr/>
          </p:nvSpPr>
          <p:spPr>
            <a:xfrm>
              <a:off x="-57558525" y="2294725"/>
              <a:ext cx="279625" cy="318225"/>
            </a:xfrm>
            <a:custGeom>
              <a:rect b="b" l="l" r="r" t="t"/>
              <a:pathLst>
                <a:path extrusionOk="0" h="12729" w="11185">
                  <a:moveTo>
                    <a:pt x="5577" y="788"/>
                  </a:moveTo>
                  <a:cubicBezTo>
                    <a:pt x="8255" y="788"/>
                    <a:pt x="10429" y="2962"/>
                    <a:pt x="10429" y="5640"/>
                  </a:cubicBezTo>
                  <a:lnTo>
                    <a:pt x="10429" y="12036"/>
                  </a:lnTo>
                  <a:lnTo>
                    <a:pt x="725" y="12036"/>
                  </a:lnTo>
                  <a:lnTo>
                    <a:pt x="725" y="5640"/>
                  </a:lnTo>
                  <a:cubicBezTo>
                    <a:pt x="725" y="2962"/>
                    <a:pt x="2899" y="788"/>
                    <a:pt x="5577" y="788"/>
                  </a:cubicBezTo>
                  <a:close/>
                  <a:moveTo>
                    <a:pt x="5577" y="1"/>
                  </a:moveTo>
                  <a:cubicBezTo>
                    <a:pt x="2458" y="1"/>
                    <a:pt x="1" y="2521"/>
                    <a:pt x="1" y="5609"/>
                  </a:cubicBezTo>
                  <a:lnTo>
                    <a:pt x="1" y="12382"/>
                  </a:lnTo>
                  <a:cubicBezTo>
                    <a:pt x="1" y="12571"/>
                    <a:pt x="158" y="12729"/>
                    <a:pt x="347" y="12729"/>
                  </a:cubicBezTo>
                  <a:lnTo>
                    <a:pt x="10775" y="12729"/>
                  </a:lnTo>
                  <a:cubicBezTo>
                    <a:pt x="10964" y="12729"/>
                    <a:pt x="11122" y="12571"/>
                    <a:pt x="11122" y="12382"/>
                  </a:cubicBezTo>
                  <a:lnTo>
                    <a:pt x="11122" y="5609"/>
                  </a:lnTo>
                  <a:cubicBezTo>
                    <a:pt x="11185" y="2521"/>
                    <a:pt x="8696" y="1"/>
                    <a:pt x="557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6" name="Google Shape;2916;p46"/>
            <p:cNvSpPr/>
            <p:nvPr/>
          </p:nvSpPr>
          <p:spPr>
            <a:xfrm>
              <a:off x="-57521500" y="2332550"/>
              <a:ext cx="204800" cy="241825"/>
            </a:xfrm>
            <a:custGeom>
              <a:rect b="b" l="l" r="r" t="t"/>
              <a:pathLst>
                <a:path extrusionOk="0" h="9673" w="8192">
                  <a:moveTo>
                    <a:pt x="4096" y="756"/>
                  </a:moveTo>
                  <a:cubicBezTo>
                    <a:pt x="5230" y="756"/>
                    <a:pt x="6301" y="1323"/>
                    <a:pt x="6900" y="2237"/>
                  </a:cubicBezTo>
                  <a:lnTo>
                    <a:pt x="1292" y="2237"/>
                  </a:lnTo>
                  <a:cubicBezTo>
                    <a:pt x="1891" y="1323"/>
                    <a:pt x="2930" y="756"/>
                    <a:pt x="4096" y="756"/>
                  </a:cubicBezTo>
                  <a:close/>
                  <a:moveTo>
                    <a:pt x="7278" y="3025"/>
                  </a:moveTo>
                  <a:cubicBezTo>
                    <a:pt x="7404" y="3371"/>
                    <a:pt x="7498" y="3718"/>
                    <a:pt x="7498" y="4127"/>
                  </a:cubicBezTo>
                  <a:lnTo>
                    <a:pt x="7498" y="5230"/>
                  </a:lnTo>
                  <a:lnTo>
                    <a:pt x="756" y="5230"/>
                  </a:lnTo>
                  <a:lnTo>
                    <a:pt x="756" y="4127"/>
                  </a:lnTo>
                  <a:cubicBezTo>
                    <a:pt x="756" y="3718"/>
                    <a:pt x="819" y="3340"/>
                    <a:pt x="945" y="3025"/>
                  </a:cubicBezTo>
                  <a:close/>
                  <a:moveTo>
                    <a:pt x="7404" y="5986"/>
                  </a:moveTo>
                  <a:cubicBezTo>
                    <a:pt x="7246" y="7624"/>
                    <a:pt x="5829" y="8979"/>
                    <a:pt x="4096" y="8979"/>
                  </a:cubicBezTo>
                  <a:cubicBezTo>
                    <a:pt x="2363" y="8979"/>
                    <a:pt x="945" y="7687"/>
                    <a:pt x="756" y="5986"/>
                  </a:cubicBezTo>
                  <a:close/>
                  <a:moveTo>
                    <a:pt x="4096" y="0"/>
                  </a:moveTo>
                  <a:cubicBezTo>
                    <a:pt x="1859" y="0"/>
                    <a:pt x="0" y="1827"/>
                    <a:pt x="0" y="4096"/>
                  </a:cubicBezTo>
                  <a:lnTo>
                    <a:pt x="0" y="5576"/>
                  </a:lnTo>
                  <a:cubicBezTo>
                    <a:pt x="0" y="7845"/>
                    <a:pt x="1859" y="9672"/>
                    <a:pt x="4096" y="9672"/>
                  </a:cubicBezTo>
                  <a:cubicBezTo>
                    <a:pt x="6333" y="9672"/>
                    <a:pt x="8192" y="7845"/>
                    <a:pt x="8192" y="5576"/>
                  </a:cubicBezTo>
                  <a:lnTo>
                    <a:pt x="8192" y="4096"/>
                  </a:lnTo>
                  <a:cubicBezTo>
                    <a:pt x="8192" y="1859"/>
                    <a:pt x="6333" y="0"/>
                    <a:pt x="409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17" name="Google Shape;2917;p46"/>
          <p:cNvGrpSpPr/>
          <p:nvPr/>
        </p:nvGrpSpPr>
        <p:grpSpPr>
          <a:xfrm>
            <a:off x="5512431" y="2424867"/>
            <a:ext cx="301781" cy="298807"/>
            <a:chOff x="-57579800" y="2686975"/>
            <a:chExt cx="322175" cy="319000"/>
          </a:xfrm>
        </p:grpSpPr>
        <p:sp>
          <p:nvSpPr>
            <p:cNvPr id="2918" name="Google Shape;2918;p46"/>
            <p:cNvSpPr/>
            <p:nvPr/>
          </p:nvSpPr>
          <p:spPr>
            <a:xfrm>
              <a:off x="-57455350" y="2920300"/>
              <a:ext cx="72475" cy="29750"/>
            </a:xfrm>
            <a:custGeom>
              <a:rect b="b" l="l" r="r" t="t"/>
              <a:pathLst>
                <a:path extrusionOk="0" h="1190" w="2899">
                  <a:moveTo>
                    <a:pt x="398" y="1"/>
                  </a:moveTo>
                  <a:cubicBezTo>
                    <a:pt x="308" y="1"/>
                    <a:pt x="221" y="40"/>
                    <a:pt x="158" y="119"/>
                  </a:cubicBezTo>
                  <a:cubicBezTo>
                    <a:pt x="1" y="276"/>
                    <a:pt x="1" y="497"/>
                    <a:pt x="158" y="623"/>
                  </a:cubicBezTo>
                  <a:cubicBezTo>
                    <a:pt x="505" y="969"/>
                    <a:pt x="977" y="1190"/>
                    <a:pt x="1450" y="1190"/>
                  </a:cubicBezTo>
                  <a:cubicBezTo>
                    <a:pt x="1923" y="1190"/>
                    <a:pt x="2427" y="969"/>
                    <a:pt x="2742" y="623"/>
                  </a:cubicBezTo>
                  <a:cubicBezTo>
                    <a:pt x="2899" y="465"/>
                    <a:pt x="2899" y="245"/>
                    <a:pt x="2742" y="119"/>
                  </a:cubicBezTo>
                  <a:cubicBezTo>
                    <a:pt x="2694" y="40"/>
                    <a:pt x="2608" y="1"/>
                    <a:pt x="2513" y="1"/>
                  </a:cubicBezTo>
                  <a:cubicBezTo>
                    <a:pt x="2419" y="1"/>
                    <a:pt x="2316" y="40"/>
                    <a:pt x="2238" y="119"/>
                  </a:cubicBezTo>
                  <a:cubicBezTo>
                    <a:pt x="2049" y="308"/>
                    <a:pt x="1733" y="434"/>
                    <a:pt x="1450" y="434"/>
                  </a:cubicBezTo>
                  <a:cubicBezTo>
                    <a:pt x="1135" y="434"/>
                    <a:pt x="851" y="308"/>
                    <a:pt x="662" y="119"/>
                  </a:cubicBezTo>
                  <a:cubicBezTo>
                    <a:pt x="584" y="40"/>
                    <a:pt x="489" y="1"/>
                    <a:pt x="3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9" name="Google Shape;2919;p46"/>
            <p:cNvSpPr/>
            <p:nvPr/>
          </p:nvSpPr>
          <p:spPr>
            <a:xfrm>
              <a:off x="-57579800" y="2686975"/>
              <a:ext cx="322175" cy="319000"/>
            </a:xfrm>
            <a:custGeom>
              <a:rect b="b" l="l" r="r" t="t"/>
              <a:pathLst>
                <a:path extrusionOk="0" h="12760" w="12887">
                  <a:moveTo>
                    <a:pt x="6428" y="756"/>
                  </a:moveTo>
                  <a:cubicBezTo>
                    <a:pt x="6680" y="756"/>
                    <a:pt x="6901" y="945"/>
                    <a:pt x="6932" y="1166"/>
                  </a:cubicBezTo>
                  <a:lnTo>
                    <a:pt x="7153" y="2080"/>
                  </a:lnTo>
                  <a:lnTo>
                    <a:pt x="7247" y="2710"/>
                  </a:lnTo>
                  <a:cubicBezTo>
                    <a:pt x="7373" y="3214"/>
                    <a:pt x="6932" y="3749"/>
                    <a:pt x="6428" y="3749"/>
                  </a:cubicBezTo>
                  <a:cubicBezTo>
                    <a:pt x="5892" y="3749"/>
                    <a:pt x="5483" y="3277"/>
                    <a:pt x="5609" y="2710"/>
                  </a:cubicBezTo>
                  <a:lnTo>
                    <a:pt x="5735" y="2080"/>
                  </a:lnTo>
                  <a:lnTo>
                    <a:pt x="5924" y="1166"/>
                  </a:lnTo>
                  <a:cubicBezTo>
                    <a:pt x="5955" y="945"/>
                    <a:pt x="6144" y="756"/>
                    <a:pt x="6428" y="756"/>
                  </a:cubicBezTo>
                  <a:close/>
                  <a:moveTo>
                    <a:pt x="8003" y="2647"/>
                  </a:moveTo>
                  <a:lnTo>
                    <a:pt x="8003" y="2647"/>
                  </a:lnTo>
                  <a:cubicBezTo>
                    <a:pt x="9106" y="3214"/>
                    <a:pt x="9830" y="4379"/>
                    <a:pt x="9830" y="5577"/>
                  </a:cubicBezTo>
                  <a:lnTo>
                    <a:pt x="9830" y="6049"/>
                  </a:lnTo>
                  <a:cubicBezTo>
                    <a:pt x="9704" y="6018"/>
                    <a:pt x="9578" y="5986"/>
                    <a:pt x="9452" y="5986"/>
                  </a:cubicBezTo>
                  <a:lnTo>
                    <a:pt x="7940" y="5986"/>
                  </a:lnTo>
                  <a:cubicBezTo>
                    <a:pt x="7468" y="5986"/>
                    <a:pt x="7027" y="6301"/>
                    <a:pt x="6869" y="6742"/>
                  </a:cubicBezTo>
                  <a:lnTo>
                    <a:pt x="6018" y="6742"/>
                  </a:lnTo>
                  <a:cubicBezTo>
                    <a:pt x="5861" y="6301"/>
                    <a:pt x="5451" y="5986"/>
                    <a:pt x="4947" y="5986"/>
                  </a:cubicBezTo>
                  <a:lnTo>
                    <a:pt x="3403" y="5986"/>
                  </a:lnTo>
                  <a:cubicBezTo>
                    <a:pt x="3277" y="5986"/>
                    <a:pt x="3120" y="6018"/>
                    <a:pt x="3057" y="6049"/>
                  </a:cubicBezTo>
                  <a:lnTo>
                    <a:pt x="3057" y="5577"/>
                  </a:lnTo>
                  <a:cubicBezTo>
                    <a:pt x="3057" y="4379"/>
                    <a:pt x="3750" y="3214"/>
                    <a:pt x="4853" y="2647"/>
                  </a:cubicBezTo>
                  <a:lnTo>
                    <a:pt x="4853" y="2647"/>
                  </a:lnTo>
                  <a:cubicBezTo>
                    <a:pt x="4695" y="3623"/>
                    <a:pt x="5451" y="4474"/>
                    <a:pt x="6428" y="4474"/>
                  </a:cubicBezTo>
                  <a:cubicBezTo>
                    <a:pt x="7405" y="4474"/>
                    <a:pt x="8161" y="3623"/>
                    <a:pt x="8003" y="2647"/>
                  </a:cubicBezTo>
                  <a:close/>
                  <a:moveTo>
                    <a:pt x="2301" y="6774"/>
                  </a:moveTo>
                  <a:lnTo>
                    <a:pt x="2301" y="8254"/>
                  </a:lnTo>
                  <a:cubicBezTo>
                    <a:pt x="1891" y="8254"/>
                    <a:pt x="1545" y="7939"/>
                    <a:pt x="1545" y="7530"/>
                  </a:cubicBezTo>
                  <a:cubicBezTo>
                    <a:pt x="1545" y="7120"/>
                    <a:pt x="1891" y="6774"/>
                    <a:pt x="2301" y="6774"/>
                  </a:cubicBezTo>
                  <a:close/>
                  <a:moveTo>
                    <a:pt x="4947" y="6805"/>
                  </a:moveTo>
                  <a:cubicBezTo>
                    <a:pt x="5136" y="6805"/>
                    <a:pt x="5294" y="6963"/>
                    <a:pt x="5294" y="7152"/>
                  </a:cubicBezTo>
                  <a:cubicBezTo>
                    <a:pt x="5294" y="7782"/>
                    <a:pt x="4790" y="8254"/>
                    <a:pt x="4191" y="8254"/>
                  </a:cubicBezTo>
                  <a:lnTo>
                    <a:pt x="3403" y="8254"/>
                  </a:lnTo>
                  <a:cubicBezTo>
                    <a:pt x="3214" y="8254"/>
                    <a:pt x="3057" y="8097"/>
                    <a:pt x="3057" y="7908"/>
                  </a:cubicBezTo>
                  <a:lnTo>
                    <a:pt x="3057" y="7152"/>
                  </a:lnTo>
                  <a:cubicBezTo>
                    <a:pt x="3057" y="6963"/>
                    <a:pt x="3214" y="6805"/>
                    <a:pt x="3403" y="6805"/>
                  </a:cubicBezTo>
                  <a:close/>
                  <a:moveTo>
                    <a:pt x="9452" y="6805"/>
                  </a:moveTo>
                  <a:cubicBezTo>
                    <a:pt x="9673" y="6805"/>
                    <a:pt x="9830" y="6963"/>
                    <a:pt x="9830" y="7152"/>
                  </a:cubicBezTo>
                  <a:lnTo>
                    <a:pt x="9830" y="7908"/>
                  </a:lnTo>
                  <a:cubicBezTo>
                    <a:pt x="9830" y="8097"/>
                    <a:pt x="9673" y="8254"/>
                    <a:pt x="9452" y="8254"/>
                  </a:cubicBezTo>
                  <a:lnTo>
                    <a:pt x="8665" y="8254"/>
                  </a:lnTo>
                  <a:cubicBezTo>
                    <a:pt x="8035" y="8254"/>
                    <a:pt x="7562" y="7750"/>
                    <a:pt x="7562" y="7152"/>
                  </a:cubicBezTo>
                  <a:cubicBezTo>
                    <a:pt x="7562" y="6963"/>
                    <a:pt x="7720" y="6805"/>
                    <a:pt x="7940" y="6805"/>
                  </a:cubicBezTo>
                  <a:close/>
                  <a:moveTo>
                    <a:pt x="10587" y="6774"/>
                  </a:moveTo>
                  <a:cubicBezTo>
                    <a:pt x="10965" y="6774"/>
                    <a:pt x="11311" y="7120"/>
                    <a:pt x="11311" y="7530"/>
                  </a:cubicBezTo>
                  <a:cubicBezTo>
                    <a:pt x="11311" y="7908"/>
                    <a:pt x="10996" y="8254"/>
                    <a:pt x="10587" y="8254"/>
                  </a:cubicBezTo>
                  <a:lnTo>
                    <a:pt x="10587" y="6774"/>
                  </a:lnTo>
                  <a:close/>
                  <a:moveTo>
                    <a:pt x="1135" y="8412"/>
                  </a:moveTo>
                  <a:cubicBezTo>
                    <a:pt x="1387" y="8790"/>
                    <a:pt x="1828" y="9011"/>
                    <a:pt x="2301" y="9011"/>
                  </a:cubicBezTo>
                  <a:cubicBezTo>
                    <a:pt x="2301" y="9420"/>
                    <a:pt x="1986" y="9767"/>
                    <a:pt x="1545" y="9767"/>
                  </a:cubicBezTo>
                  <a:cubicBezTo>
                    <a:pt x="1167" y="9767"/>
                    <a:pt x="789" y="9452"/>
                    <a:pt x="789" y="9011"/>
                  </a:cubicBezTo>
                  <a:cubicBezTo>
                    <a:pt x="789" y="8790"/>
                    <a:pt x="915" y="8538"/>
                    <a:pt x="1135" y="8412"/>
                  </a:cubicBezTo>
                  <a:close/>
                  <a:moveTo>
                    <a:pt x="11752" y="8412"/>
                  </a:moveTo>
                  <a:cubicBezTo>
                    <a:pt x="11941" y="8570"/>
                    <a:pt x="12067" y="8790"/>
                    <a:pt x="12067" y="9011"/>
                  </a:cubicBezTo>
                  <a:cubicBezTo>
                    <a:pt x="12067" y="9420"/>
                    <a:pt x="11752" y="9767"/>
                    <a:pt x="11311" y="9767"/>
                  </a:cubicBezTo>
                  <a:cubicBezTo>
                    <a:pt x="10870" y="9767"/>
                    <a:pt x="10555" y="9420"/>
                    <a:pt x="10555" y="9011"/>
                  </a:cubicBezTo>
                  <a:cubicBezTo>
                    <a:pt x="11028" y="9011"/>
                    <a:pt x="11469" y="8790"/>
                    <a:pt x="11752" y="8412"/>
                  </a:cubicBezTo>
                  <a:close/>
                  <a:moveTo>
                    <a:pt x="6837" y="7561"/>
                  </a:moveTo>
                  <a:cubicBezTo>
                    <a:pt x="6995" y="8412"/>
                    <a:pt x="7783" y="9042"/>
                    <a:pt x="8633" y="9042"/>
                  </a:cubicBezTo>
                  <a:lnTo>
                    <a:pt x="9421" y="9042"/>
                  </a:lnTo>
                  <a:cubicBezTo>
                    <a:pt x="9547" y="9042"/>
                    <a:pt x="9673" y="9011"/>
                    <a:pt x="9767" y="8979"/>
                  </a:cubicBezTo>
                  <a:lnTo>
                    <a:pt x="9767" y="8979"/>
                  </a:lnTo>
                  <a:cubicBezTo>
                    <a:pt x="9610" y="10680"/>
                    <a:pt x="8192" y="12004"/>
                    <a:pt x="6428" y="12004"/>
                  </a:cubicBezTo>
                  <a:cubicBezTo>
                    <a:pt x="4664" y="12004"/>
                    <a:pt x="3246" y="10680"/>
                    <a:pt x="3057" y="8979"/>
                  </a:cubicBezTo>
                  <a:lnTo>
                    <a:pt x="3057" y="8979"/>
                  </a:lnTo>
                  <a:cubicBezTo>
                    <a:pt x="3151" y="9011"/>
                    <a:pt x="3277" y="9042"/>
                    <a:pt x="3403" y="9042"/>
                  </a:cubicBezTo>
                  <a:lnTo>
                    <a:pt x="4191" y="9042"/>
                  </a:lnTo>
                  <a:cubicBezTo>
                    <a:pt x="5105" y="9042"/>
                    <a:pt x="5829" y="8412"/>
                    <a:pt x="5987" y="7561"/>
                  </a:cubicBezTo>
                  <a:close/>
                  <a:moveTo>
                    <a:pt x="6428" y="0"/>
                  </a:moveTo>
                  <a:cubicBezTo>
                    <a:pt x="5798" y="0"/>
                    <a:pt x="5294" y="410"/>
                    <a:pt x="5168" y="1008"/>
                  </a:cubicBezTo>
                  <a:lnTo>
                    <a:pt x="5010" y="1733"/>
                  </a:lnTo>
                  <a:cubicBezTo>
                    <a:pt x="4286" y="1985"/>
                    <a:pt x="3592" y="2458"/>
                    <a:pt x="3120" y="3088"/>
                  </a:cubicBezTo>
                  <a:cubicBezTo>
                    <a:pt x="2584" y="3812"/>
                    <a:pt x="2301" y="4663"/>
                    <a:pt x="2301" y="5577"/>
                  </a:cubicBezTo>
                  <a:lnTo>
                    <a:pt x="2301" y="6018"/>
                  </a:lnTo>
                  <a:cubicBezTo>
                    <a:pt x="1387" y="6018"/>
                    <a:pt x="694" y="6805"/>
                    <a:pt x="789" y="7719"/>
                  </a:cubicBezTo>
                  <a:cubicBezTo>
                    <a:pt x="316" y="7971"/>
                    <a:pt x="64" y="8475"/>
                    <a:pt x="64" y="9011"/>
                  </a:cubicBezTo>
                  <a:cubicBezTo>
                    <a:pt x="64" y="9420"/>
                    <a:pt x="221" y="9767"/>
                    <a:pt x="442" y="9987"/>
                  </a:cubicBezTo>
                  <a:lnTo>
                    <a:pt x="95" y="10712"/>
                  </a:lnTo>
                  <a:cubicBezTo>
                    <a:pt x="1" y="10901"/>
                    <a:pt x="95" y="11090"/>
                    <a:pt x="253" y="11216"/>
                  </a:cubicBezTo>
                  <a:cubicBezTo>
                    <a:pt x="305" y="11242"/>
                    <a:pt x="357" y="11254"/>
                    <a:pt x="408" y="11254"/>
                  </a:cubicBezTo>
                  <a:cubicBezTo>
                    <a:pt x="541" y="11254"/>
                    <a:pt x="666" y="11173"/>
                    <a:pt x="757" y="11058"/>
                  </a:cubicBezTo>
                  <a:lnTo>
                    <a:pt x="1072" y="10428"/>
                  </a:lnTo>
                  <a:cubicBezTo>
                    <a:pt x="1230" y="10460"/>
                    <a:pt x="1387" y="10523"/>
                    <a:pt x="1545" y="10523"/>
                  </a:cubicBezTo>
                  <a:cubicBezTo>
                    <a:pt x="1954" y="10523"/>
                    <a:pt x="2301" y="10365"/>
                    <a:pt x="2584" y="10113"/>
                  </a:cubicBezTo>
                  <a:cubicBezTo>
                    <a:pt x="3151" y="11657"/>
                    <a:pt x="4664" y="12760"/>
                    <a:pt x="6428" y="12760"/>
                  </a:cubicBezTo>
                  <a:cubicBezTo>
                    <a:pt x="8224" y="12760"/>
                    <a:pt x="9704" y="11657"/>
                    <a:pt x="10303" y="10113"/>
                  </a:cubicBezTo>
                  <a:cubicBezTo>
                    <a:pt x="10587" y="10365"/>
                    <a:pt x="10933" y="10523"/>
                    <a:pt x="11311" y="10523"/>
                  </a:cubicBezTo>
                  <a:cubicBezTo>
                    <a:pt x="11469" y="10523"/>
                    <a:pt x="11626" y="10460"/>
                    <a:pt x="11784" y="10428"/>
                  </a:cubicBezTo>
                  <a:lnTo>
                    <a:pt x="12099" y="11058"/>
                  </a:lnTo>
                  <a:cubicBezTo>
                    <a:pt x="12164" y="11188"/>
                    <a:pt x="12288" y="11273"/>
                    <a:pt x="12431" y="11273"/>
                  </a:cubicBezTo>
                  <a:cubicBezTo>
                    <a:pt x="12496" y="11273"/>
                    <a:pt x="12565" y="11255"/>
                    <a:pt x="12634" y="11216"/>
                  </a:cubicBezTo>
                  <a:cubicBezTo>
                    <a:pt x="12823" y="11153"/>
                    <a:pt x="12886" y="10901"/>
                    <a:pt x="12792" y="10712"/>
                  </a:cubicBezTo>
                  <a:lnTo>
                    <a:pt x="12414" y="9987"/>
                  </a:lnTo>
                  <a:cubicBezTo>
                    <a:pt x="12666" y="9735"/>
                    <a:pt x="12823" y="9357"/>
                    <a:pt x="12823" y="9011"/>
                  </a:cubicBezTo>
                  <a:cubicBezTo>
                    <a:pt x="12823" y="8475"/>
                    <a:pt x="12508" y="8002"/>
                    <a:pt x="12067" y="7719"/>
                  </a:cubicBezTo>
                  <a:cubicBezTo>
                    <a:pt x="12193" y="6805"/>
                    <a:pt x="11469" y="6018"/>
                    <a:pt x="10555" y="6018"/>
                  </a:cubicBezTo>
                  <a:lnTo>
                    <a:pt x="10555" y="5577"/>
                  </a:lnTo>
                  <a:cubicBezTo>
                    <a:pt x="10555" y="4663"/>
                    <a:pt x="10303" y="3812"/>
                    <a:pt x="9736" y="3088"/>
                  </a:cubicBezTo>
                  <a:cubicBezTo>
                    <a:pt x="9263" y="2458"/>
                    <a:pt x="8602" y="1985"/>
                    <a:pt x="7846" y="1733"/>
                  </a:cubicBezTo>
                  <a:lnTo>
                    <a:pt x="7688" y="1008"/>
                  </a:lnTo>
                  <a:cubicBezTo>
                    <a:pt x="7562" y="410"/>
                    <a:pt x="7058" y="0"/>
                    <a:pt x="642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20" name="Google Shape;2920;p46"/>
          <p:cNvGrpSpPr/>
          <p:nvPr/>
        </p:nvGrpSpPr>
        <p:grpSpPr>
          <a:xfrm>
            <a:off x="7697213" y="1987361"/>
            <a:ext cx="303257" cy="298081"/>
            <a:chOff x="-55620975" y="2294725"/>
            <a:chExt cx="323750" cy="318225"/>
          </a:xfrm>
        </p:grpSpPr>
        <p:sp>
          <p:nvSpPr>
            <p:cNvPr id="2921" name="Google Shape;2921;p46"/>
            <p:cNvSpPr/>
            <p:nvPr/>
          </p:nvSpPr>
          <p:spPr>
            <a:xfrm>
              <a:off x="-55496525" y="2527275"/>
              <a:ext cx="73275" cy="29750"/>
            </a:xfrm>
            <a:custGeom>
              <a:rect b="b" l="l" r="r" t="t"/>
              <a:pathLst>
                <a:path extrusionOk="0" h="1190" w="2931">
                  <a:moveTo>
                    <a:pt x="414" y="1"/>
                  </a:moveTo>
                  <a:cubicBezTo>
                    <a:pt x="316" y="1"/>
                    <a:pt x="221" y="40"/>
                    <a:pt x="158" y="119"/>
                  </a:cubicBezTo>
                  <a:cubicBezTo>
                    <a:pt x="1" y="276"/>
                    <a:pt x="1" y="528"/>
                    <a:pt x="158" y="623"/>
                  </a:cubicBezTo>
                  <a:cubicBezTo>
                    <a:pt x="536" y="1001"/>
                    <a:pt x="1009" y="1190"/>
                    <a:pt x="1481" y="1190"/>
                  </a:cubicBezTo>
                  <a:cubicBezTo>
                    <a:pt x="1954" y="1190"/>
                    <a:pt x="2458" y="1001"/>
                    <a:pt x="2773" y="623"/>
                  </a:cubicBezTo>
                  <a:cubicBezTo>
                    <a:pt x="2931" y="465"/>
                    <a:pt x="2931" y="245"/>
                    <a:pt x="2773" y="119"/>
                  </a:cubicBezTo>
                  <a:cubicBezTo>
                    <a:pt x="2710" y="40"/>
                    <a:pt x="2623" y="1"/>
                    <a:pt x="2533" y="1"/>
                  </a:cubicBezTo>
                  <a:cubicBezTo>
                    <a:pt x="2442" y="1"/>
                    <a:pt x="2348" y="40"/>
                    <a:pt x="2269" y="119"/>
                  </a:cubicBezTo>
                  <a:cubicBezTo>
                    <a:pt x="2048" y="308"/>
                    <a:pt x="1733" y="434"/>
                    <a:pt x="1481" y="434"/>
                  </a:cubicBezTo>
                  <a:cubicBezTo>
                    <a:pt x="1166" y="434"/>
                    <a:pt x="883" y="308"/>
                    <a:pt x="694" y="119"/>
                  </a:cubicBezTo>
                  <a:cubicBezTo>
                    <a:pt x="615" y="40"/>
                    <a:pt x="512" y="1"/>
                    <a:pt x="41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2" name="Google Shape;2922;p46"/>
            <p:cNvSpPr/>
            <p:nvPr/>
          </p:nvSpPr>
          <p:spPr>
            <a:xfrm>
              <a:off x="-55505975" y="2444375"/>
              <a:ext cx="17350" cy="18150"/>
            </a:xfrm>
            <a:custGeom>
              <a:rect b="b" l="l" r="r" t="t"/>
              <a:pathLst>
                <a:path extrusionOk="0" h="726" w="694">
                  <a:moveTo>
                    <a:pt x="347" y="1"/>
                  </a:moveTo>
                  <a:cubicBezTo>
                    <a:pt x="158" y="1"/>
                    <a:pt x="0" y="158"/>
                    <a:pt x="0" y="379"/>
                  </a:cubicBezTo>
                  <a:cubicBezTo>
                    <a:pt x="0" y="568"/>
                    <a:pt x="158" y="725"/>
                    <a:pt x="347" y="725"/>
                  </a:cubicBezTo>
                  <a:cubicBezTo>
                    <a:pt x="536" y="725"/>
                    <a:pt x="694" y="568"/>
                    <a:pt x="694" y="379"/>
                  </a:cubicBezTo>
                  <a:cubicBezTo>
                    <a:pt x="694"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3" name="Google Shape;2923;p46"/>
            <p:cNvSpPr/>
            <p:nvPr/>
          </p:nvSpPr>
          <p:spPr>
            <a:xfrm>
              <a:off x="-55431150" y="2444375"/>
              <a:ext cx="17350" cy="18150"/>
            </a:xfrm>
            <a:custGeom>
              <a:rect b="b" l="l" r="r" t="t"/>
              <a:pathLst>
                <a:path extrusionOk="0" h="726" w="694">
                  <a:moveTo>
                    <a:pt x="347" y="1"/>
                  </a:moveTo>
                  <a:cubicBezTo>
                    <a:pt x="158" y="1"/>
                    <a:pt x="0" y="158"/>
                    <a:pt x="0" y="379"/>
                  </a:cubicBezTo>
                  <a:cubicBezTo>
                    <a:pt x="0" y="568"/>
                    <a:pt x="158" y="725"/>
                    <a:pt x="347" y="725"/>
                  </a:cubicBezTo>
                  <a:cubicBezTo>
                    <a:pt x="536" y="725"/>
                    <a:pt x="694" y="568"/>
                    <a:pt x="694" y="379"/>
                  </a:cubicBezTo>
                  <a:cubicBezTo>
                    <a:pt x="694"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4" name="Google Shape;2924;p46"/>
            <p:cNvSpPr/>
            <p:nvPr/>
          </p:nvSpPr>
          <p:spPr>
            <a:xfrm>
              <a:off x="-55620975" y="2294725"/>
              <a:ext cx="323750" cy="318225"/>
            </a:xfrm>
            <a:custGeom>
              <a:rect b="b" l="l" r="r" t="t"/>
              <a:pathLst>
                <a:path extrusionOk="0" h="12729" w="12950">
                  <a:moveTo>
                    <a:pt x="6459" y="851"/>
                  </a:moveTo>
                  <a:lnTo>
                    <a:pt x="11343" y="4506"/>
                  </a:lnTo>
                  <a:lnTo>
                    <a:pt x="1576" y="4506"/>
                  </a:lnTo>
                  <a:lnTo>
                    <a:pt x="6459" y="851"/>
                  </a:lnTo>
                  <a:close/>
                  <a:moveTo>
                    <a:pt x="2364" y="5987"/>
                  </a:moveTo>
                  <a:lnTo>
                    <a:pt x="2364" y="7499"/>
                  </a:lnTo>
                  <a:cubicBezTo>
                    <a:pt x="1923" y="7499"/>
                    <a:pt x="1608" y="7152"/>
                    <a:pt x="1608" y="6743"/>
                  </a:cubicBezTo>
                  <a:cubicBezTo>
                    <a:pt x="1608" y="6365"/>
                    <a:pt x="1923" y="5987"/>
                    <a:pt x="2364" y="5987"/>
                  </a:cubicBezTo>
                  <a:close/>
                  <a:moveTo>
                    <a:pt x="10555" y="5987"/>
                  </a:moveTo>
                  <a:cubicBezTo>
                    <a:pt x="10964" y="5987"/>
                    <a:pt x="11280" y="6365"/>
                    <a:pt x="11280" y="6743"/>
                  </a:cubicBezTo>
                  <a:cubicBezTo>
                    <a:pt x="11280" y="7152"/>
                    <a:pt x="10964" y="7499"/>
                    <a:pt x="10555" y="7499"/>
                  </a:cubicBezTo>
                  <a:lnTo>
                    <a:pt x="10555" y="5987"/>
                  </a:lnTo>
                  <a:close/>
                  <a:moveTo>
                    <a:pt x="9830" y="5262"/>
                  </a:moveTo>
                  <a:cubicBezTo>
                    <a:pt x="9799" y="5798"/>
                    <a:pt x="9799" y="8287"/>
                    <a:pt x="9799" y="8633"/>
                  </a:cubicBezTo>
                  <a:cubicBezTo>
                    <a:pt x="9799" y="10492"/>
                    <a:pt x="8287" y="11973"/>
                    <a:pt x="6459" y="11973"/>
                  </a:cubicBezTo>
                  <a:cubicBezTo>
                    <a:pt x="4600" y="11973"/>
                    <a:pt x="3088" y="10492"/>
                    <a:pt x="3088" y="8633"/>
                  </a:cubicBezTo>
                  <a:lnTo>
                    <a:pt x="3088" y="5262"/>
                  </a:lnTo>
                  <a:close/>
                  <a:moveTo>
                    <a:pt x="6459" y="1"/>
                  </a:moveTo>
                  <a:cubicBezTo>
                    <a:pt x="6381" y="1"/>
                    <a:pt x="6302" y="32"/>
                    <a:pt x="6239" y="95"/>
                  </a:cubicBezTo>
                  <a:lnTo>
                    <a:pt x="253" y="4569"/>
                  </a:lnTo>
                  <a:cubicBezTo>
                    <a:pt x="1" y="4790"/>
                    <a:pt x="158" y="5231"/>
                    <a:pt x="505" y="5231"/>
                  </a:cubicBezTo>
                  <a:lnTo>
                    <a:pt x="2395" y="5231"/>
                  </a:lnTo>
                  <a:cubicBezTo>
                    <a:pt x="1576" y="5231"/>
                    <a:pt x="883" y="5924"/>
                    <a:pt x="883" y="6743"/>
                  </a:cubicBezTo>
                  <a:cubicBezTo>
                    <a:pt x="883" y="7562"/>
                    <a:pt x="1576" y="8255"/>
                    <a:pt x="2395" y="8255"/>
                  </a:cubicBezTo>
                  <a:lnTo>
                    <a:pt x="2395" y="8633"/>
                  </a:lnTo>
                  <a:cubicBezTo>
                    <a:pt x="2395" y="10870"/>
                    <a:pt x="4254" y="12729"/>
                    <a:pt x="6491" y="12729"/>
                  </a:cubicBezTo>
                  <a:cubicBezTo>
                    <a:pt x="8728" y="12729"/>
                    <a:pt x="10586" y="10870"/>
                    <a:pt x="10586" y="8633"/>
                  </a:cubicBezTo>
                  <a:lnTo>
                    <a:pt x="10586" y="8255"/>
                  </a:lnTo>
                  <a:cubicBezTo>
                    <a:pt x="11406" y="8255"/>
                    <a:pt x="12067" y="7562"/>
                    <a:pt x="12067" y="6743"/>
                  </a:cubicBezTo>
                  <a:cubicBezTo>
                    <a:pt x="12067" y="5924"/>
                    <a:pt x="11406" y="5231"/>
                    <a:pt x="10586" y="5231"/>
                  </a:cubicBezTo>
                  <a:lnTo>
                    <a:pt x="12477" y="5231"/>
                  </a:lnTo>
                  <a:cubicBezTo>
                    <a:pt x="12792" y="5231"/>
                    <a:pt x="12949" y="4790"/>
                    <a:pt x="12666" y="4569"/>
                  </a:cubicBezTo>
                  <a:lnTo>
                    <a:pt x="6680" y="95"/>
                  </a:lnTo>
                  <a:cubicBezTo>
                    <a:pt x="6617" y="32"/>
                    <a:pt x="6538" y="1"/>
                    <a:pt x="645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5" name="Google Shape;2925;p46"/>
            <p:cNvSpPr/>
            <p:nvPr/>
          </p:nvSpPr>
          <p:spPr>
            <a:xfrm>
              <a:off x="-55450850" y="2482375"/>
              <a:ext cx="39400" cy="38225"/>
            </a:xfrm>
            <a:custGeom>
              <a:rect b="b" l="l" r="r" t="t"/>
              <a:pathLst>
                <a:path extrusionOk="0" h="1529" w="1576">
                  <a:moveTo>
                    <a:pt x="399" y="1"/>
                  </a:moveTo>
                  <a:cubicBezTo>
                    <a:pt x="308" y="1"/>
                    <a:pt x="221" y="40"/>
                    <a:pt x="158" y="119"/>
                  </a:cubicBezTo>
                  <a:cubicBezTo>
                    <a:pt x="1" y="277"/>
                    <a:pt x="1" y="497"/>
                    <a:pt x="158" y="623"/>
                  </a:cubicBezTo>
                  <a:lnTo>
                    <a:pt x="914" y="1411"/>
                  </a:lnTo>
                  <a:cubicBezTo>
                    <a:pt x="993" y="1489"/>
                    <a:pt x="1088" y="1529"/>
                    <a:pt x="1178" y="1529"/>
                  </a:cubicBezTo>
                  <a:cubicBezTo>
                    <a:pt x="1269" y="1529"/>
                    <a:pt x="1356" y="1489"/>
                    <a:pt x="1419" y="1411"/>
                  </a:cubicBezTo>
                  <a:cubicBezTo>
                    <a:pt x="1576" y="1253"/>
                    <a:pt x="1576" y="1001"/>
                    <a:pt x="1419" y="907"/>
                  </a:cubicBezTo>
                  <a:lnTo>
                    <a:pt x="662" y="119"/>
                  </a:lnTo>
                  <a:cubicBezTo>
                    <a:pt x="584" y="40"/>
                    <a:pt x="489" y="1"/>
                    <a:pt x="39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6" name="Google Shape;2926;p46"/>
            <p:cNvSpPr/>
            <p:nvPr/>
          </p:nvSpPr>
          <p:spPr>
            <a:xfrm>
              <a:off x="-55506775" y="2482375"/>
              <a:ext cx="39400" cy="38225"/>
            </a:xfrm>
            <a:custGeom>
              <a:rect b="b" l="l" r="r" t="t"/>
              <a:pathLst>
                <a:path extrusionOk="0" h="1529" w="1576">
                  <a:moveTo>
                    <a:pt x="1139" y="1"/>
                  </a:moveTo>
                  <a:cubicBezTo>
                    <a:pt x="1041" y="1"/>
                    <a:pt x="946" y="40"/>
                    <a:pt x="883" y="119"/>
                  </a:cubicBezTo>
                  <a:lnTo>
                    <a:pt x="159" y="907"/>
                  </a:lnTo>
                  <a:cubicBezTo>
                    <a:pt x="1" y="1064"/>
                    <a:pt x="1" y="1285"/>
                    <a:pt x="159" y="1411"/>
                  </a:cubicBezTo>
                  <a:cubicBezTo>
                    <a:pt x="237" y="1489"/>
                    <a:pt x="332" y="1529"/>
                    <a:pt x="422" y="1529"/>
                  </a:cubicBezTo>
                  <a:cubicBezTo>
                    <a:pt x="513" y="1529"/>
                    <a:pt x="600" y="1489"/>
                    <a:pt x="663" y="1411"/>
                  </a:cubicBezTo>
                  <a:lnTo>
                    <a:pt x="1419" y="623"/>
                  </a:lnTo>
                  <a:cubicBezTo>
                    <a:pt x="1576" y="466"/>
                    <a:pt x="1576" y="213"/>
                    <a:pt x="1419" y="119"/>
                  </a:cubicBezTo>
                  <a:cubicBezTo>
                    <a:pt x="1340" y="40"/>
                    <a:pt x="1238" y="1"/>
                    <a:pt x="113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27" name="Google Shape;2927;p46"/>
          <p:cNvGrpSpPr/>
          <p:nvPr/>
        </p:nvGrpSpPr>
        <p:grpSpPr>
          <a:xfrm>
            <a:off x="7699063" y="2425195"/>
            <a:ext cx="299557" cy="298152"/>
            <a:chOff x="-55620175" y="2686900"/>
            <a:chExt cx="319800" cy="318300"/>
          </a:xfrm>
        </p:grpSpPr>
        <p:sp>
          <p:nvSpPr>
            <p:cNvPr id="2928" name="Google Shape;2928;p46"/>
            <p:cNvSpPr/>
            <p:nvPr/>
          </p:nvSpPr>
          <p:spPr>
            <a:xfrm>
              <a:off x="-55514650" y="2917925"/>
              <a:ext cx="72500" cy="29775"/>
            </a:xfrm>
            <a:custGeom>
              <a:rect b="b" l="l" r="r" t="t"/>
              <a:pathLst>
                <a:path extrusionOk="0" h="1191" w="2900">
                  <a:moveTo>
                    <a:pt x="387" y="1"/>
                  </a:moveTo>
                  <a:cubicBezTo>
                    <a:pt x="292" y="1"/>
                    <a:pt x="206" y="40"/>
                    <a:pt x="158" y="119"/>
                  </a:cubicBezTo>
                  <a:cubicBezTo>
                    <a:pt x="1" y="277"/>
                    <a:pt x="1" y="529"/>
                    <a:pt x="158" y="655"/>
                  </a:cubicBezTo>
                  <a:cubicBezTo>
                    <a:pt x="505" y="1001"/>
                    <a:pt x="978" y="1190"/>
                    <a:pt x="1450" y="1190"/>
                  </a:cubicBezTo>
                  <a:cubicBezTo>
                    <a:pt x="1954" y="1190"/>
                    <a:pt x="2427" y="1001"/>
                    <a:pt x="2742" y="655"/>
                  </a:cubicBezTo>
                  <a:cubicBezTo>
                    <a:pt x="2899" y="497"/>
                    <a:pt x="2899" y="245"/>
                    <a:pt x="2742" y="119"/>
                  </a:cubicBezTo>
                  <a:cubicBezTo>
                    <a:pt x="2679" y="72"/>
                    <a:pt x="2592" y="48"/>
                    <a:pt x="2502" y="48"/>
                  </a:cubicBezTo>
                  <a:cubicBezTo>
                    <a:pt x="2411" y="48"/>
                    <a:pt x="2317" y="72"/>
                    <a:pt x="2238" y="119"/>
                  </a:cubicBezTo>
                  <a:cubicBezTo>
                    <a:pt x="2049" y="340"/>
                    <a:pt x="1734" y="434"/>
                    <a:pt x="1450" y="434"/>
                  </a:cubicBezTo>
                  <a:cubicBezTo>
                    <a:pt x="1135" y="434"/>
                    <a:pt x="852" y="340"/>
                    <a:pt x="663" y="119"/>
                  </a:cubicBezTo>
                  <a:cubicBezTo>
                    <a:pt x="584" y="40"/>
                    <a:pt x="481" y="1"/>
                    <a:pt x="3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9" name="Google Shape;2929;p46"/>
            <p:cNvSpPr/>
            <p:nvPr/>
          </p:nvSpPr>
          <p:spPr>
            <a:xfrm>
              <a:off x="-55450050" y="2854725"/>
              <a:ext cx="18125" cy="18150"/>
            </a:xfrm>
            <a:custGeom>
              <a:rect b="b" l="l" r="r" t="t"/>
              <a:pathLst>
                <a:path extrusionOk="0" h="726" w="725">
                  <a:moveTo>
                    <a:pt x="378" y="1"/>
                  </a:moveTo>
                  <a:cubicBezTo>
                    <a:pt x="158" y="1"/>
                    <a:pt x="0" y="190"/>
                    <a:pt x="0" y="379"/>
                  </a:cubicBezTo>
                  <a:cubicBezTo>
                    <a:pt x="0" y="568"/>
                    <a:pt x="158" y="725"/>
                    <a:pt x="378" y="725"/>
                  </a:cubicBezTo>
                  <a:cubicBezTo>
                    <a:pt x="567" y="725"/>
                    <a:pt x="725" y="568"/>
                    <a:pt x="725" y="379"/>
                  </a:cubicBezTo>
                  <a:cubicBezTo>
                    <a:pt x="725" y="190"/>
                    <a:pt x="567" y="1"/>
                    <a:pt x="37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0" name="Google Shape;2930;p46"/>
            <p:cNvSpPr/>
            <p:nvPr/>
          </p:nvSpPr>
          <p:spPr>
            <a:xfrm>
              <a:off x="-55524875" y="2855525"/>
              <a:ext cx="18925" cy="17450"/>
            </a:xfrm>
            <a:custGeom>
              <a:rect b="b" l="l" r="r" t="t"/>
              <a:pathLst>
                <a:path extrusionOk="0" h="698" w="757">
                  <a:moveTo>
                    <a:pt x="410" y="0"/>
                  </a:moveTo>
                  <a:cubicBezTo>
                    <a:pt x="189" y="0"/>
                    <a:pt x="0" y="158"/>
                    <a:pt x="0" y="347"/>
                  </a:cubicBezTo>
                  <a:cubicBezTo>
                    <a:pt x="0" y="536"/>
                    <a:pt x="189" y="693"/>
                    <a:pt x="410" y="693"/>
                  </a:cubicBezTo>
                  <a:cubicBezTo>
                    <a:pt x="423" y="696"/>
                    <a:pt x="437" y="697"/>
                    <a:pt x="451" y="697"/>
                  </a:cubicBezTo>
                  <a:cubicBezTo>
                    <a:pt x="598" y="697"/>
                    <a:pt x="756" y="548"/>
                    <a:pt x="756" y="347"/>
                  </a:cubicBezTo>
                  <a:cubicBezTo>
                    <a:pt x="756" y="158"/>
                    <a:pt x="599" y="0"/>
                    <a:pt x="41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1" name="Google Shape;2931;p46"/>
            <p:cNvSpPr/>
            <p:nvPr/>
          </p:nvSpPr>
          <p:spPr>
            <a:xfrm>
              <a:off x="-55620175" y="2686900"/>
              <a:ext cx="319800" cy="318300"/>
            </a:xfrm>
            <a:custGeom>
              <a:rect b="b" l="l" r="r" t="t"/>
              <a:pathLst>
                <a:path extrusionOk="0" h="12732" w="12792">
                  <a:moveTo>
                    <a:pt x="5671" y="2240"/>
                  </a:moveTo>
                  <a:cubicBezTo>
                    <a:pt x="6333" y="2240"/>
                    <a:pt x="6931" y="2429"/>
                    <a:pt x="7435" y="2744"/>
                  </a:cubicBezTo>
                  <a:cubicBezTo>
                    <a:pt x="7057" y="4225"/>
                    <a:pt x="5703" y="5233"/>
                    <a:pt x="4159" y="5233"/>
                  </a:cubicBezTo>
                  <a:lnTo>
                    <a:pt x="2332" y="5233"/>
                  </a:lnTo>
                  <a:cubicBezTo>
                    <a:pt x="2489" y="3532"/>
                    <a:pt x="3938" y="2240"/>
                    <a:pt x="5671" y="2240"/>
                  </a:cubicBezTo>
                  <a:close/>
                  <a:moveTo>
                    <a:pt x="8318" y="732"/>
                  </a:moveTo>
                  <a:cubicBezTo>
                    <a:pt x="8434" y="732"/>
                    <a:pt x="8549" y="741"/>
                    <a:pt x="8664" y="759"/>
                  </a:cubicBezTo>
                  <a:cubicBezTo>
                    <a:pt x="9735" y="917"/>
                    <a:pt x="10523" y="1925"/>
                    <a:pt x="10523" y="3059"/>
                  </a:cubicBezTo>
                  <a:lnTo>
                    <a:pt x="10523" y="6147"/>
                  </a:lnTo>
                  <a:cubicBezTo>
                    <a:pt x="10271" y="6021"/>
                    <a:pt x="10050" y="5958"/>
                    <a:pt x="9767" y="5958"/>
                  </a:cubicBezTo>
                  <a:lnTo>
                    <a:pt x="9767" y="5580"/>
                  </a:lnTo>
                  <a:cubicBezTo>
                    <a:pt x="9767" y="3626"/>
                    <a:pt x="8349" y="1957"/>
                    <a:pt x="6490" y="1578"/>
                  </a:cubicBezTo>
                  <a:cubicBezTo>
                    <a:pt x="6975" y="1040"/>
                    <a:pt x="7643" y="732"/>
                    <a:pt x="8318" y="732"/>
                  </a:cubicBezTo>
                  <a:close/>
                  <a:moveTo>
                    <a:pt x="1544" y="6745"/>
                  </a:moveTo>
                  <a:lnTo>
                    <a:pt x="1544" y="8226"/>
                  </a:lnTo>
                  <a:cubicBezTo>
                    <a:pt x="1134" y="8226"/>
                    <a:pt x="788" y="7879"/>
                    <a:pt x="788" y="7470"/>
                  </a:cubicBezTo>
                  <a:cubicBezTo>
                    <a:pt x="788" y="7092"/>
                    <a:pt x="1134" y="6745"/>
                    <a:pt x="1544" y="6745"/>
                  </a:cubicBezTo>
                  <a:close/>
                  <a:moveTo>
                    <a:pt x="9798" y="6745"/>
                  </a:moveTo>
                  <a:cubicBezTo>
                    <a:pt x="10208" y="6745"/>
                    <a:pt x="10554" y="7060"/>
                    <a:pt x="10554" y="7470"/>
                  </a:cubicBezTo>
                  <a:cubicBezTo>
                    <a:pt x="10554" y="7879"/>
                    <a:pt x="10208" y="8226"/>
                    <a:pt x="9798" y="8226"/>
                  </a:cubicBezTo>
                  <a:lnTo>
                    <a:pt x="9798" y="6745"/>
                  </a:lnTo>
                  <a:close/>
                  <a:moveTo>
                    <a:pt x="10712" y="8667"/>
                  </a:moveTo>
                  <a:cubicBezTo>
                    <a:pt x="10775" y="8888"/>
                    <a:pt x="10869" y="9108"/>
                    <a:pt x="11027" y="9297"/>
                  </a:cubicBezTo>
                  <a:cubicBezTo>
                    <a:pt x="11090" y="9455"/>
                    <a:pt x="11216" y="9549"/>
                    <a:pt x="11342" y="9707"/>
                  </a:cubicBezTo>
                  <a:lnTo>
                    <a:pt x="9652" y="9707"/>
                  </a:lnTo>
                  <a:cubicBezTo>
                    <a:pt x="9738" y="9468"/>
                    <a:pt x="9768" y="9254"/>
                    <a:pt x="9798" y="8982"/>
                  </a:cubicBezTo>
                  <a:cubicBezTo>
                    <a:pt x="10145" y="8982"/>
                    <a:pt x="10460" y="8856"/>
                    <a:pt x="10712" y="8667"/>
                  </a:cubicBezTo>
                  <a:close/>
                  <a:moveTo>
                    <a:pt x="8066" y="3280"/>
                  </a:moveTo>
                  <a:cubicBezTo>
                    <a:pt x="8664" y="3847"/>
                    <a:pt x="9042" y="4729"/>
                    <a:pt x="9042" y="5643"/>
                  </a:cubicBezTo>
                  <a:lnTo>
                    <a:pt x="9042" y="8636"/>
                  </a:lnTo>
                  <a:cubicBezTo>
                    <a:pt x="9042" y="10463"/>
                    <a:pt x="7530" y="11975"/>
                    <a:pt x="5671" y="11975"/>
                  </a:cubicBezTo>
                  <a:cubicBezTo>
                    <a:pt x="3812" y="11975"/>
                    <a:pt x="2269" y="10431"/>
                    <a:pt x="2269" y="8573"/>
                  </a:cubicBezTo>
                  <a:lnTo>
                    <a:pt x="2269" y="5989"/>
                  </a:lnTo>
                  <a:lnTo>
                    <a:pt x="4159" y="5989"/>
                  </a:lnTo>
                  <a:cubicBezTo>
                    <a:pt x="5104" y="5989"/>
                    <a:pt x="6049" y="5643"/>
                    <a:pt x="6805" y="5044"/>
                  </a:cubicBezTo>
                  <a:cubicBezTo>
                    <a:pt x="7404" y="4571"/>
                    <a:pt x="7782" y="3941"/>
                    <a:pt x="8066" y="3280"/>
                  </a:cubicBezTo>
                  <a:close/>
                  <a:moveTo>
                    <a:pt x="8329" y="0"/>
                  </a:moveTo>
                  <a:cubicBezTo>
                    <a:pt x="7237" y="0"/>
                    <a:pt x="6224" y="580"/>
                    <a:pt x="5671" y="1547"/>
                  </a:cubicBezTo>
                  <a:lnTo>
                    <a:pt x="5640" y="1547"/>
                  </a:lnTo>
                  <a:cubicBezTo>
                    <a:pt x="3340" y="1547"/>
                    <a:pt x="1481" y="3374"/>
                    <a:pt x="1481" y="5643"/>
                  </a:cubicBezTo>
                  <a:lnTo>
                    <a:pt x="1481" y="5989"/>
                  </a:lnTo>
                  <a:cubicBezTo>
                    <a:pt x="662" y="5989"/>
                    <a:pt x="0" y="6651"/>
                    <a:pt x="0" y="7470"/>
                  </a:cubicBezTo>
                  <a:cubicBezTo>
                    <a:pt x="0" y="8320"/>
                    <a:pt x="662" y="8982"/>
                    <a:pt x="1481" y="8982"/>
                  </a:cubicBezTo>
                  <a:cubicBezTo>
                    <a:pt x="1702" y="11061"/>
                    <a:pt x="3466" y="12731"/>
                    <a:pt x="5577" y="12731"/>
                  </a:cubicBezTo>
                  <a:cubicBezTo>
                    <a:pt x="7215" y="12731"/>
                    <a:pt x="8570" y="11818"/>
                    <a:pt x="9263" y="10463"/>
                  </a:cubicBezTo>
                  <a:lnTo>
                    <a:pt x="12319" y="10463"/>
                  </a:lnTo>
                  <a:cubicBezTo>
                    <a:pt x="12476" y="10463"/>
                    <a:pt x="12634" y="10368"/>
                    <a:pt x="12665" y="10211"/>
                  </a:cubicBezTo>
                  <a:cubicBezTo>
                    <a:pt x="12791" y="9990"/>
                    <a:pt x="12728" y="9833"/>
                    <a:pt x="12571" y="9770"/>
                  </a:cubicBezTo>
                  <a:cubicBezTo>
                    <a:pt x="11783" y="9360"/>
                    <a:pt x="11248" y="8573"/>
                    <a:pt x="11248" y="7690"/>
                  </a:cubicBezTo>
                  <a:lnTo>
                    <a:pt x="11248" y="3122"/>
                  </a:lnTo>
                  <a:cubicBezTo>
                    <a:pt x="11248" y="1578"/>
                    <a:pt x="10208" y="287"/>
                    <a:pt x="8790" y="35"/>
                  </a:cubicBezTo>
                  <a:cubicBezTo>
                    <a:pt x="8636" y="12"/>
                    <a:pt x="8481" y="0"/>
                    <a:pt x="832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32" name="Google Shape;2932;p46"/>
          <p:cNvGrpSpPr/>
          <p:nvPr/>
        </p:nvGrpSpPr>
        <p:grpSpPr>
          <a:xfrm>
            <a:off x="6390211" y="2863637"/>
            <a:ext cx="298807" cy="298081"/>
            <a:chOff x="-53690500" y="1903275"/>
            <a:chExt cx="319000" cy="318225"/>
          </a:xfrm>
        </p:grpSpPr>
        <p:sp>
          <p:nvSpPr>
            <p:cNvPr id="2933" name="Google Shape;2933;p46"/>
            <p:cNvSpPr/>
            <p:nvPr/>
          </p:nvSpPr>
          <p:spPr>
            <a:xfrm>
              <a:off x="-53567625" y="2136625"/>
              <a:ext cx="71675" cy="29750"/>
            </a:xfrm>
            <a:custGeom>
              <a:rect b="b" l="l" r="r" t="t"/>
              <a:pathLst>
                <a:path extrusionOk="0" h="1190" w="2867">
                  <a:moveTo>
                    <a:pt x="366" y="0"/>
                  </a:moveTo>
                  <a:cubicBezTo>
                    <a:pt x="276" y="0"/>
                    <a:pt x="189" y="40"/>
                    <a:pt x="126" y="118"/>
                  </a:cubicBezTo>
                  <a:cubicBezTo>
                    <a:pt x="0" y="244"/>
                    <a:pt x="0" y="465"/>
                    <a:pt x="126" y="622"/>
                  </a:cubicBezTo>
                  <a:cubicBezTo>
                    <a:pt x="473" y="969"/>
                    <a:pt x="945" y="1190"/>
                    <a:pt x="1418" y="1190"/>
                  </a:cubicBezTo>
                  <a:cubicBezTo>
                    <a:pt x="1890" y="1190"/>
                    <a:pt x="2395" y="969"/>
                    <a:pt x="2710" y="622"/>
                  </a:cubicBezTo>
                  <a:cubicBezTo>
                    <a:pt x="2867" y="465"/>
                    <a:pt x="2867" y="244"/>
                    <a:pt x="2710" y="118"/>
                  </a:cubicBezTo>
                  <a:cubicBezTo>
                    <a:pt x="2631" y="40"/>
                    <a:pt x="2536" y="0"/>
                    <a:pt x="2446" y="0"/>
                  </a:cubicBezTo>
                  <a:cubicBezTo>
                    <a:pt x="2355" y="0"/>
                    <a:pt x="2269" y="40"/>
                    <a:pt x="2206" y="118"/>
                  </a:cubicBezTo>
                  <a:cubicBezTo>
                    <a:pt x="2017" y="307"/>
                    <a:pt x="1701" y="433"/>
                    <a:pt x="1418" y="433"/>
                  </a:cubicBezTo>
                  <a:cubicBezTo>
                    <a:pt x="1103" y="433"/>
                    <a:pt x="819" y="307"/>
                    <a:pt x="630" y="118"/>
                  </a:cubicBezTo>
                  <a:cubicBezTo>
                    <a:pt x="552" y="40"/>
                    <a:pt x="457" y="0"/>
                    <a:pt x="36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4" name="Google Shape;2934;p46"/>
            <p:cNvSpPr/>
            <p:nvPr/>
          </p:nvSpPr>
          <p:spPr>
            <a:xfrm>
              <a:off x="-53502250" y="2072625"/>
              <a:ext cx="17325" cy="17350"/>
            </a:xfrm>
            <a:custGeom>
              <a:rect b="b" l="l" r="r" t="t"/>
              <a:pathLst>
                <a:path extrusionOk="0" h="694" w="693">
                  <a:moveTo>
                    <a:pt x="347" y="0"/>
                  </a:moveTo>
                  <a:cubicBezTo>
                    <a:pt x="158" y="0"/>
                    <a:pt x="0" y="158"/>
                    <a:pt x="0" y="347"/>
                  </a:cubicBezTo>
                  <a:cubicBezTo>
                    <a:pt x="0" y="536"/>
                    <a:pt x="158" y="694"/>
                    <a:pt x="347" y="694"/>
                  </a:cubicBezTo>
                  <a:cubicBezTo>
                    <a:pt x="536" y="694"/>
                    <a:pt x="693" y="536"/>
                    <a:pt x="693" y="347"/>
                  </a:cubicBezTo>
                  <a:cubicBezTo>
                    <a:pt x="693" y="158"/>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5" name="Google Shape;2935;p46"/>
            <p:cNvSpPr/>
            <p:nvPr/>
          </p:nvSpPr>
          <p:spPr>
            <a:xfrm>
              <a:off x="-53577075" y="2072625"/>
              <a:ext cx="17325" cy="17350"/>
            </a:xfrm>
            <a:custGeom>
              <a:rect b="b" l="l" r="r" t="t"/>
              <a:pathLst>
                <a:path extrusionOk="0" h="694" w="693">
                  <a:moveTo>
                    <a:pt x="347" y="0"/>
                  </a:moveTo>
                  <a:cubicBezTo>
                    <a:pt x="158" y="0"/>
                    <a:pt x="0" y="158"/>
                    <a:pt x="0" y="347"/>
                  </a:cubicBezTo>
                  <a:cubicBezTo>
                    <a:pt x="0" y="536"/>
                    <a:pt x="158" y="694"/>
                    <a:pt x="347" y="694"/>
                  </a:cubicBezTo>
                  <a:cubicBezTo>
                    <a:pt x="536" y="694"/>
                    <a:pt x="693" y="536"/>
                    <a:pt x="693" y="347"/>
                  </a:cubicBezTo>
                  <a:cubicBezTo>
                    <a:pt x="693" y="158"/>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6" name="Google Shape;2936;p46"/>
            <p:cNvSpPr/>
            <p:nvPr/>
          </p:nvSpPr>
          <p:spPr>
            <a:xfrm>
              <a:off x="-53690500" y="1903275"/>
              <a:ext cx="319000" cy="318225"/>
            </a:xfrm>
            <a:custGeom>
              <a:rect b="b" l="l" r="r" t="t"/>
              <a:pathLst>
                <a:path extrusionOk="0" h="12729" w="12760">
                  <a:moveTo>
                    <a:pt x="9735" y="4475"/>
                  </a:moveTo>
                  <a:lnTo>
                    <a:pt x="9735" y="5262"/>
                  </a:lnTo>
                  <a:lnTo>
                    <a:pt x="2993" y="5262"/>
                  </a:lnTo>
                  <a:lnTo>
                    <a:pt x="2993" y="4475"/>
                  </a:lnTo>
                  <a:close/>
                  <a:moveTo>
                    <a:pt x="9767" y="6018"/>
                  </a:moveTo>
                  <a:lnTo>
                    <a:pt x="9767" y="8633"/>
                  </a:lnTo>
                  <a:cubicBezTo>
                    <a:pt x="9767" y="10461"/>
                    <a:pt x="8255" y="11973"/>
                    <a:pt x="6427" y="11973"/>
                  </a:cubicBezTo>
                  <a:cubicBezTo>
                    <a:pt x="4569" y="11973"/>
                    <a:pt x="3088" y="10461"/>
                    <a:pt x="3088" y="8633"/>
                  </a:cubicBezTo>
                  <a:lnTo>
                    <a:pt x="3088" y="6018"/>
                  </a:lnTo>
                  <a:close/>
                  <a:moveTo>
                    <a:pt x="6459" y="757"/>
                  </a:moveTo>
                  <a:cubicBezTo>
                    <a:pt x="9578" y="757"/>
                    <a:pt x="12098" y="3277"/>
                    <a:pt x="12098" y="6365"/>
                  </a:cubicBezTo>
                  <a:lnTo>
                    <a:pt x="12098" y="11973"/>
                  </a:lnTo>
                  <a:lnTo>
                    <a:pt x="8727" y="11973"/>
                  </a:lnTo>
                  <a:cubicBezTo>
                    <a:pt x="9798" y="11217"/>
                    <a:pt x="10460" y="9988"/>
                    <a:pt x="10460" y="8633"/>
                  </a:cubicBezTo>
                  <a:lnTo>
                    <a:pt x="10460" y="4097"/>
                  </a:lnTo>
                  <a:cubicBezTo>
                    <a:pt x="10460" y="3908"/>
                    <a:pt x="10303" y="3750"/>
                    <a:pt x="10114" y="3750"/>
                  </a:cubicBezTo>
                  <a:lnTo>
                    <a:pt x="6774" y="3750"/>
                  </a:lnTo>
                  <a:lnTo>
                    <a:pt x="6774" y="2994"/>
                  </a:lnTo>
                  <a:lnTo>
                    <a:pt x="7121" y="2994"/>
                  </a:lnTo>
                  <a:cubicBezTo>
                    <a:pt x="7310" y="2994"/>
                    <a:pt x="7467" y="2836"/>
                    <a:pt x="7467" y="2616"/>
                  </a:cubicBezTo>
                  <a:cubicBezTo>
                    <a:pt x="7467" y="2427"/>
                    <a:pt x="7310" y="2269"/>
                    <a:pt x="7121" y="2269"/>
                  </a:cubicBezTo>
                  <a:lnTo>
                    <a:pt x="6774" y="2269"/>
                  </a:lnTo>
                  <a:lnTo>
                    <a:pt x="6774" y="1923"/>
                  </a:lnTo>
                  <a:cubicBezTo>
                    <a:pt x="6774" y="1734"/>
                    <a:pt x="6616" y="1576"/>
                    <a:pt x="6427" y="1576"/>
                  </a:cubicBezTo>
                  <a:cubicBezTo>
                    <a:pt x="6207" y="1576"/>
                    <a:pt x="6049" y="1734"/>
                    <a:pt x="6049" y="1923"/>
                  </a:cubicBezTo>
                  <a:lnTo>
                    <a:pt x="6049" y="2269"/>
                  </a:lnTo>
                  <a:lnTo>
                    <a:pt x="5703" y="2269"/>
                  </a:lnTo>
                  <a:cubicBezTo>
                    <a:pt x="5514" y="2269"/>
                    <a:pt x="5356" y="2427"/>
                    <a:pt x="5356" y="2616"/>
                  </a:cubicBezTo>
                  <a:cubicBezTo>
                    <a:pt x="5356" y="2836"/>
                    <a:pt x="5514" y="2994"/>
                    <a:pt x="5703" y="2994"/>
                  </a:cubicBezTo>
                  <a:lnTo>
                    <a:pt x="6049" y="2994"/>
                  </a:lnTo>
                  <a:lnTo>
                    <a:pt x="6049" y="3750"/>
                  </a:lnTo>
                  <a:lnTo>
                    <a:pt x="2710" y="3750"/>
                  </a:lnTo>
                  <a:cubicBezTo>
                    <a:pt x="2521" y="3750"/>
                    <a:pt x="2363" y="3908"/>
                    <a:pt x="2363" y="4097"/>
                  </a:cubicBezTo>
                  <a:lnTo>
                    <a:pt x="2363" y="8633"/>
                  </a:lnTo>
                  <a:cubicBezTo>
                    <a:pt x="2363" y="9988"/>
                    <a:pt x="3088" y="11217"/>
                    <a:pt x="4096" y="11973"/>
                  </a:cubicBezTo>
                  <a:lnTo>
                    <a:pt x="820" y="11973"/>
                  </a:lnTo>
                  <a:lnTo>
                    <a:pt x="820" y="6365"/>
                  </a:lnTo>
                  <a:cubicBezTo>
                    <a:pt x="820" y="3277"/>
                    <a:pt x="3340" y="757"/>
                    <a:pt x="6459" y="757"/>
                  </a:cubicBezTo>
                  <a:close/>
                  <a:moveTo>
                    <a:pt x="6364" y="1"/>
                  </a:moveTo>
                  <a:cubicBezTo>
                    <a:pt x="2867" y="1"/>
                    <a:pt x="0" y="2868"/>
                    <a:pt x="0" y="6365"/>
                  </a:cubicBezTo>
                  <a:lnTo>
                    <a:pt x="0" y="12351"/>
                  </a:lnTo>
                  <a:cubicBezTo>
                    <a:pt x="0" y="12571"/>
                    <a:pt x="158" y="12729"/>
                    <a:pt x="347" y="12729"/>
                  </a:cubicBezTo>
                  <a:lnTo>
                    <a:pt x="12319" y="12729"/>
                  </a:lnTo>
                  <a:cubicBezTo>
                    <a:pt x="12508" y="12729"/>
                    <a:pt x="12665" y="12571"/>
                    <a:pt x="12665" y="12351"/>
                  </a:cubicBezTo>
                  <a:lnTo>
                    <a:pt x="12665" y="6365"/>
                  </a:lnTo>
                  <a:cubicBezTo>
                    <a:pt x="12760" y="2868"/>
                    <a:pt x="9893" y="1"/>
                    <a:pt x="636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37" name="Google Shape;2937;p46"/>
          <p:cNvGrpSpPr/>
          <p:nvPr/>
        </p:nvGrpSpPr>
        <p:grpSpPr>
          <a:xfrm>
            <a:off x="6408653" y="3298413"/>
            <a:ext cx="261925" cy="296606"/>
            <a:chOff x="-53670800" y="2296300"/>
            <a:chExt cx="279625" cy="316650"/>
          </a:xfrm>
        </p:grpSpPr>
        <p:sp>
          <p:nvSpPr>
            <p:cNvPr id="2938" name="Google Shape;2938;p46"/>
            <p:cNvSpPr/>
            <p:nvPr/>
          </p:nvSpPr>
          <p:spPr>
            <a:xfrm>
              <a:off x="-53567625" y="2527275"/>
              <a:ext cx="73250" cy="29750"/>
            </a:xfrm>
            <a:custGeom>
              <a:rect b="b" l="l" r="r" t="t"/>
              <a:pathLst>
                <a:path extrusionOk="0" h="1190" w="2930">
                  <a:moveTo>
                    <a:pt x="410" y="1"/>
                  </a:moveTo>
                  <a:cubicBezTo>
                    <a:pt x="315" y="1"/>
                    <a:pt x="221" y="40"/>
                    <a:pt x="158" y="119"/>
                  </a:cubicBezTo>
                  <a:cubicBezTo>
                    <a:pt x="0" y="276"/>
                    <a:pt x="0" y="528"/>
                    <a:pt x="158" y="623"/>
                  </a:cubicBezTo>
                  <a:cubicBezTo>
                    <a:pt x="504" y="1001"/>
                    <a:pt x="977" y="1190"/>
                    <a:pt x="1449" y="1190"/>
                  </a:cubicBezTo>
                  <a:cubicBezTo>
                    <a:pt x="1922" y="1190"/>
                    <a:pt x="2458" y="1001"/>
                    <a:pt x="2773" y="623"/>
                  </a:cubicBezTo>
                  <a:cubicBezTo>
                    <a:pt x="2930" y="465"/>
                    <a:pt x="2930" y="245"/>
                    <a:pt x="2773" y="119"/>
                  </a:cubicBezTo>
                  <a:cubicBezTo>
                    <a:pt x="2710" y="40"/>
                    <a:pt x="2615" y="1"/>
                    <a:pt x="2517" y="1"/>
                  </a:cubicBezTo>
                  <a:cubicBezTo>
                    <a:pt x="2418" y="1"/>
                    <a:pt x="2316" y="40"/>
                    <a:pt x="2237" y="119"/>
                  </a:cubicBezTo>
                  <a:cubicBezTo>
                    <a:pt x="2048" y="308"/>
                    <a:pt x="1733" y="434"/>
                    <a:pt x="1449" y="434"/>
                  </a:cubicBezTo>
                  <a:cubicBezTo>
                    <a:pt x="1134" y="434"/>
                    <a:pt x="882" y="308"/>
                    <a:pt x="662" y="119"/>
                  </a:cubicBezTo>
                  <a:cubicBezTo>
                    <a:pt x="599" y="40"/>
                    <a:pt x="504" y="1"/>
                    <a:pt x="41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9" name="Google Shape;2939;p46"/>
            <p:cNvSpPr/>
            <p:nvPr/>
          </p:nvSpPr>
          <p:spPr>
            <a:xfrm>
              <a:off x="-53502250" y="2463275"/>
              <a:ext cx="17325" cy="17350"/>
            </a:xfrm>
            <a:custGeom>
              <a:rect b="b" l="l" r="r" t="t"/>
              <a:pathLst>
                <a:path extrusionOk="0" h="694" w="693">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0" name="Google Shape;2940;p46"/>
            <p:cNvSpPr/>
            <p:nvPr/>
          </p:nvSpPr>
          <p:spPr>
            <a:xfrm>
              <a:off x="-53577075" y="2463275"/>
              <a:ext cx="17325" cy="17350"/>
            </a:xfrm>
            <a:custGeom>
              <a:rect b="b" l="l" r="r" t="t"/>
              <a:pathLst>
                <a:path extrusionOk="0" h="694" w="693">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1" name="Google Shape;2941;p46"/>
            <p:cNvSpPr/>
            <p:nvPr/>
          </p:nvSpPr>
          <p:spPr>
            <a:xfrm>
              <a:off x="-53670800" y="2296300"/>
              <a:ext cx="279625" cy="316650"/>
            </a:xfrm>
            <a:custGeom>
              <a:rect b="b" l="l" r="r" t="t"/>
              <a:pathLst>
                <a:path extrusionOk="0" h="12666" w="11185">
                  <a:moveTo>
                    <a:pt x="1481" y="6680"/>
                  </a:moveTo>
                  <a:lnTo>
                    <a:pt x="1481" y="7026"/>
                  </a:lnTo>
                  <a:lnTo>
                    <a:pt x="1481" y="8129"/>
                  </a:lnTo>
                  <a:cubicBezTo>
                    <a:pt x="1450" y="8134"/>
                    <a:pt x="1421" y="8136"/>
                    <a:pt x="1391" y="8136"/>
                  </a:cubicBezTo>
                  <a:cubicBezTo>
                    <a:pt x="1026" y="8136"/>
                    <a:pt x="756" y="7786"/>
                    <a:pt x="756" y="7436"/>
                  </a:cubicBezTo>
                  <a:cubicBezTo>
                    <a:pt x="756" y="7026"/>
                    <a:pt x="1103" y="6680"/>
                    <a:pt x="1481" y="6680"/>
                  </a:cubicBezTo>
                  <a:close/>
                  <a:moveTo>
                    <a:pt x="9672" y="6711"/>
                  </a:moveTo>
                  <a:cubicBezTo>
                    <a:pt x="10082" y="6711"/>
                    <a:pt x="10428" y="7026"/>
                    <a:pt x="10428" y="7467"/>
                  </a:cubicBezTo>
                  <a:cubicBezTo>
                    <a:pt x="10428" y="7814"/>
                    <a:pt x="10113" y="8192"/>
                    <a:pt x="9672" y="8192"/>
                  </a:cubicBezTo>
                  <a:lnTo>
                    <a:pt x="9672" y="7089"/>
                  </a:lnTo>
                  <a:lnTo>
                    <a:pt x="9672" y="6711"/>
                  </a:lnTo>
                  <a:close/>
                  <a:moveTo>
                    <a:pt x="5576" y="3718"/>
                  </a:moveTo>
                  <a:cubicBezTo>
                    <a:pt x="7435" y="3718"/>
                    <a:pt x="8947" y="5231"/>
                    <a:pt x="8947" y="7089"/>
                  </a:cubicBezTo>
                  <a:lnTo>
                    <a:pt x="8947" y="9326"/>
                  </a:lnTo>
                  <a:cubicBezTo>
                    <a:pt x="8947" y="10775"/>
                    <a:pt x="7750" y="11910"/>
                    <a:pt x="6333" y="11910"/>
                  </a:cubicBezTo>
                  <a:lnTo>
                    <a:pt x="4852" y="11910"/>
                  </a:lnTo>
                  <a:cubicBezTo>
                    <a:pt x="3371" y="11910"/>
                    <a:pt x="2237" y="10744"/>
                    <a:pt x="2237" y="9326"/>
                  </a:cubicBezTo>
                  <a:lnTo>
                    <a:pt x="2237" y="7089"/>
                  </a:lnTo>
                  <a:cubicBezTo>
                    <a:pt x="2237" y="5231"/>
                    <a:pt x="3749" y="3718"/>
                    <a:pt x="5576" y="3718"/>
                  </a:cubicBezTo>
                  <a:close/>
                  <a:moveTo>
                    <a:pt x="7089" y="1"/>
                  </a:moveTo>
                  <a:cubicBezTo>
                    <a:pt x="6080" y="1"/>
                    <a:pt x="5230" y="820"/>
                    <a:pt x="5230" y="1828"/>
                  </a:cubicBezTo>
                  <a:lnTo>
                    <a:pt x="5230" y="2994"/>
                  </a:lnTo>
                  <a:cubicBezTo>
                    <a:pt x="3560" y="3151"/>
                    <a:pt x="2142" y="4348"/>
                    <a:pt x="1670" y="5924"/>
                  </a:cubicBezTo>
                  <a:lnTo>
                    <a:pt x="1512" y="5924"/>
                  </a:lnTo>
                  <a:cubicBezTo>
                    <a:pt x="662" y="5924"/>
                    <a:pt x="0" y="6585"/>
                    <a:pt x="0" y="7436"/>
                  </a:cubicBezTo>
                  <a:cubicBezTo>
                    <a:pt x="0" y="8255"/>
                    <a:pt x="662" y="8917"/>
                    <a:pt x="1512" y="8917"/>
                  </a:cubicBezTo>
                  <a:lnTo>
                    <a:pt x="1512" y="9326"/>
                  </a:lnTo>
                  <a:cubicBezTo>
                    <a:pt x="1512" y="11185"/>
                    <a:pt x="2993" y="12666"/>
                    <a:pt x="4852" y="12666"/>
                  </a:cubicBezTo>
                  <a:lnTo>
                    <a:pt x="6333" y="12666"/>
                  </a:lnTo>
                  <a:cubicBezTo>
                    <a:pt x="8191" y="12666"/>
                    <a:pt x="9704" y="11185"/>
                    <a:pt x="9704" y="9326"/>
                  </a:cubicBezTo>
                  <a:lnTo>
                    <a:pt x="9704" y="8917"/>
                  </a:lnTo>
                  <a:cubicBezTo>
                    <a:pt x="10523" y="8917"/>
                    <a:pt x="11184" y="8255"/>
                    <a:pt x="11184" y="7436"/>
                  </a:cubicBezTo>
                  <a:cubicBezTo>
                    <a:pt x="11184" y="6617"/>
                    <a:pt x="10523" y="5924"/>
                    <a:pt x="9672" y="5924"/>
                  </a:cubicBezTo>
                  <a:lnTo>
                    <a:pt x="9515" y="5924"/>
                  </a:lnTo>
                  <a:cubicBezTo>
                    <a:pt x="9042" y="4317"/>
                    <a:pt x="7687" y="3151"/>
                    <a:pt x="5954" y="2994"/>
                  </a:cubicBezTo>
                  <a:lnTo>
                    <a:pt x="5954" y="1828"/>
                  </a:lnTo>
                  <a:cubicBezTo>
                    <a:pt x="5954" y="1198"/>
                    <a:pt x="6459" y="725"/>
                    <a:pt x="7057" y="725"/>
                  </a:cubicBezTo>
                  <a:cubicBezTo>
                    <a:pt x="7687" y="725"/>
                    <a:pt x="8160" y="1230"/>
                    <a:pt x="8160" y="1828"/>
                  </a:cubicBezTo>
                  <a:cubicBezTo>
                    <a:pt x="8160" y="2017"/>
                    <a:pt x="8002" y="2206"/>
                    <a:pt x="7813" y="2206"/>
                  </a:cubicBezTo>
                  <a:cubicBezTo>
                    <a:pt x="7593" y="2206"/>
                    <a:pt x="7435" y="2017"/>
                    <a:pt x="7435" y="1828"/>
                  </a:cubicBezTo>
                  <a:cubicBezTo>
                    <a:pt x="7435" y="1639"/>
                    <a:pt x="7278" y="1482"/>
                    <a:pt x="7089" y="1482"/>
                  </a:cubicBezTo>
                  <a:cubicBezTo>
                    <a:pt x="6900" y="1482"/>
                    <a:pt x="6742" y="1639"/>
                    <a:pt x="6742" y="1828"/>
                  </a:cubicBezTo>
                  <a:cubicBezTo>
                    <a:pt x="6742" y="2458"/>
                    <a:pt x="7246" y="2931"/>
                    <a:pt x="7845" y="2931"/>
                  </a:cubicBezTo>
                  <a:cubicBezTo>
                    <a:pt x="8475" y="2931"/>
                    <a:pt x="8947" y="2427"/>
                    <a:pt x="8947" y="1828"/>
                  </a:cubicBezTo>
                  <a:cubicBezTo>
                    <a:pt x="8947" y="820"/>
                    <a:pt x="8128" y="1"/>
                    <a:pt x="708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42" name="Google Shape;2942;p46"/>
          <p:cNvGrpSpPr/>
          <p:nvPr/>
        </p:nvGrpSpPr>
        <p:grpSpPr>
          <a:xfrm>
            <a:off x="6390211" y="3733442"/>
            <a:ext cx="298807" cy="298456"/>
            <a:chOff x="-53690500" y="2686575"/>
            <a:chExt cx="319000" cy="318625"/>
          </a:xfrm>
        </p:grpSpPr>
        <p:sp>
          <p:nvSpPr>
            <p:cNvPr id="2943" name="Google Shape;2943;p46"/>
            <p:cNvSpPr/>
            <p:nvPr/>
          </p:nvSpPr>
          <p:spPr>
            <a:xfrm>
              <a:off x="-53567625" y="2917925"/>
              <a:ext cx="73250" cy="29775"/>
            </a:xfrm>
            <a:custGeom>
              <a:rect b="b" l="l" r="r" t="t"/>
              <a:pathLst>
                <a:path extrusionOk="0" h="1191" w="2930">
                  <a:moveTo>
                    <a:pt x="410" y="1"/>
                  </a:moveTo>
                  <a:cubicBezTo>
                    <a:pt x="315" y="1"/>
                    <a:pt x="221" y="40"/>
                    <a:pt x="158" y="119"/>
                  </a:cubicBezTo>
                  <a:cubicBezTo>
                    <a:pt x="0" y="277"/>
                    <a:pt x="0" y="529"/>
                    <a:pt x="158" y="655"/>
                  </a:cubicBezTo>
                  <a:cubicBezTo>
                    <a:pt x="504" y="1001"/>
                    <a:pt x="977" y="1190"/>
                    <a:pt x="1449" y="1190"/>
                  </a:cubicBezTo>
                  <a:cubicBezTo>
                    <a:pt x="1922" y="1190"/>
                    <a:pt x="2458" y="1001"/>
                    <a:pt x="2773" y="655"/>
                  </a:cubicBezTo>
                  <a:cubicBezTo>
                    <a:pt x="2930" y="497"/>
                    <a:pt x="2930" y="245"/>
                    <a:pt x="2773" y="119"/>
                  </a:cubicBezTo>
                  <a:cubicBezTo>
                    <a:pt x="2710" y="72"/>
                    <a:pt x="2615" y="48"/>
                    <a:pt x="2517" y="48"/>
                  </a:cubicBezTo>
                  <a:cubicBezTo>
                    <a:pt x="2418" y="48"/>
                    <a:pt x="2316" y="72"/>
                    <a:pt x="2237" y="119"/>
                  </a:cubicBezTo>
                  <a:cubicBezTo>
                    <a:pt x="2048" y="340"/>
                    <a:pt x="1733" y="434"/>
                    <a:pt x="1449" y="434"/>
                  </a:cubicBezTo>
                  <a:cubicBezTo>
                    <a:pt x="1134" y="434"/>
                    <a:pt x="882" y="340"/>
                    <a:pt x="662" y="119"/>
                  </a:cubicBezTo>
                  <a:cubicBezTo>
                    <a:pt x="599" y="40"/>
                    <a:pt x="504" y="1"/>
                    <a:pt x="41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4" name="Google Shape;2944;p46"/>
            <p:cNvSpPr/>
            <p:nvPr/>
          </p:nvSpPr>
          <p:spPr>
            <a:xfrm>
              <a:off x="-53577075" y="2854725"/>
              <a:ext cx="17325" cy="18150"/>
            </a:xfrm>
            <a:custGeom>
              <a:rect b="b" l="l" r="r" t="t"/>
              <a:pathLst>
                <a:path extrusionOk="0" h="726" w="693">
                  <a:moveTo>
                    <a:pt x="347" y="1"/>
                  </a:moveTo>
                  <a:cubicBezTo>
                    <a:pt x="158" y="1"/>
                    <a:pt x="0" y="190"/>
                    <a:pt x="0" y="379"/>
                  </a:cubicBezTo>
                  <a:cubicBezTo>
                    <a:pt x="0" y="568"/>
                    <a:pt x="158" y="725"/>
                    <a:pt x="347" y="725"/>
                  </a:cubicBezTo>
                  <a:cubicBezTo>
                    <a:pt x="536" y="725"/>
                    <a:pt x="693" y="568"/>
                    <a:pt x="693" y="379"/>
                  </a:cubicBezTo>
                  <a:cubicBezTo>
                    <a:pt x="693" y="190"/>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5" name="Google Shape;2945;p46"/>
            <p:cNvSpPr/>
            <p:nvPr/>
          </p:nvSpPr>
          <p:spPr>
            <a:xfrm>
              <a:off x="-53502250" y="2854725"/>
              <a:ext cx="17325" cy="18150"/>
            </a:xfrm>
            <a:custGeom>
              <a:rect b="b" l="l" r="r" t="t"/>
              <a:pathLst>
                <a:path extrusionOk="0" h="726" w="693">
                  <a:moveTo>
                    <a:pt x="347" y="1"/>
                  </a:moveTo>
                  <a:cubicBezTo>
                    <a:pt x="158" y="1"/>
                    <a:pt x="0" y="190"/>
                    <a:pt x="0" y="379"/>
                  </a:cubicBezTo>
                  <a:cubicBezTo>
                    <a:pt x="0" y="568"/>
                    <a:pt x="158" y="725"/>
                    <a:pt x="347" y="725"/>
                  </a:cubicBezTo>
                  <a:cubicBezTo>
                    <a:pt x="536" y="725"/>
                    <a:pt x="693" y="568"/>
                    <a:pt x="693" y="379"/>
                  </a:cubicBezTo>
                  <a:cubicBezTo>
                    <a:pt x="693" y="190"/>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6" name="Google Shape;2946;p46"/>
            <p:cNvSpPr/>
            <p:nvPr/>
          </p:nvSpPr>
          <p:spPr>
            <a:xfrm>
              <a:off x="-53690500" y="2686575"/>
              <a:ext cx="319000" cy="318625"/>
            </a:xfrm>
            <a:custGeom>
              <a:rect b="b" l="l" r="r" t="t"/>
              <a:pathLst>
                <a:path extrusionOk="0" h="12745" w="12760">
                  <a:moveTo>
                    <a:pt x="6364" y="804"/>
                  </a:moveTo>
                  <a:lnTo>
                    <a:pt x="11059" y="3765"/>
                  </a:lnTo>
                  <a:lnTo>
                    <a:pt x="1702" y="3765"/>
                  </a:lnTo>
                  <a:lnTo>
                    <a:pt x="6364" y="804"/>
                  </a:lnTo>
                  <a:close/>
                  <a:moveTo>
                    <a:pt x="5797" y="4490"/>
                  </a:moveTo>
                  <a:cubicBezTo>
                    <a:pt x="5262" y="5404"/>
                    <a:pt x="4285" y="6002"/>
                    <a:pt x="3214" y="6002"/>
                  </a:cubicBezTo>
                  <a:lnTo>
                    <a:pt x="2237" y="6002"/>
                  </a:lnTo>
                  <a:cubicBezTo>
                    <a:pt x="1954" y="6002"/>
                    <a:pt x="1733" y="6065"/>
                    <a:pt x="1513" y="6191"/>
                  </a:cubicBezTo>
                  <a:lnTo>
                    <a:pt x="1513" y="4490"/>
                  </a:lnTo>
                  <a:close/>
                  <a:moveTo>
                    <a:pt x="11248" y="4490"/>
                  </a:moveTo>
                  <a:lnTo>
                    <a:pt x="11248" y="6191"/>
                  </a:lnTo>
                  <a:cubicBezTo>
                    <a:pt x="11027" y="6065"/>
                    <a:pt x="10775" y="6002"/>
                    <a:pt x="10523" y="6002"/>
                  </a:cubicBezTo>
                  <a:lnTo>
                    <a:pt x="9515" y="6002"/>
                  </a:lnTo>
                  <a:cubicBezTo>
                    <a:pt x="8475" y="6002"/>
                    <a:pt x="7467" y="5404"/>
                    <a:pt x="6963" y="4490"/>
                  </a:cubicBezTo>
                  <a:close/>
                  <a:moveTo>
                    <a:pt x="2237" y="6758"/>
                  </a:moveTo>
                  <a:lnTo>
                    <a:pt x="2237" y="8239"/>
                  </a:lnTo>
                  <a:cubicBezTo>
                    <a:pt x="1859" y="8239"/>
                    <a:pt x="1481" y="7892"/>
                    <a:pt x="1481" y="7483"/>
                  </a:cubicBezTo>
                  <a:cubicBezTo>
                    <a:pt x="1481" y="7105"/>
                    <a:pt x="1796" y="6758"/>
                    <a:pt x="2237" y="6758"/>
                  </a:cubicBezTo>
                  <a:close/>
                  <a:moveTo>
                    <a:pt x="10523" y="6758"/>
                  </a:moveTo>
                  <a:cubicBezTo>
                    <a:pt x="10901" y="6758"/>
                    <a:pt x="11248" y="7073"/>
                    <a:pt x="11248" y="7483"/>
                  </a:cubicBezTo>
                  <a:cubicBezTo>
                    <a:pt x="11248" y="7892"/>
                    <a:pt x="10933" y="8239"/>
                    <a:pt x="10523" y="8239"/>
                  </a:cubicBezTo>
                  <a:lnTo>
                    <a:pt x="10523" y="6758"/>
                  </a:lnTo>
                  <a:close/>
                  <a:moveTo>
                    <a:pt x="1481" y="8806"/>
                  </a:moveTo>
                  <a:cubicBezTo>
                    <a:pt x="1733" y="8901"/>
                    <a:pt x="1954" y="8995"/>
                    <a:pt x="2237" y="8995"/>
                  </a:cubicBezTo>
                  <a:cubicBezTo>
                    <a:pt x="2363" y="10224"/>
                    <a:pt x="2993" y="11326"/>
                    <a:pt x="4002" y="11988"/>
                  </a:cubicBezTo>
                  <a:lnTo>
                    <a:pt x="1481" y="11988"/>
                  </a:lnTo>
                  <a:lnTo>
                    <a:pt x="1481" y="8806"/>
                  </a:lnTo>
                  <a:close/>
                  <a:moveTo>
                    <a:pt x="6333" y="5025"/>
                  </a:moveTo>
                  <a:cubicBezTo>
                    <a:pt x="6585" y="5404"/>
                    <a:pt x="6932" y="5750"/>
                    <a:pt x="7310" y="6065"/>
                  </a:cubicBezTo>
                  <a:cubicBezTo>
                    <a:pt x="7940" y="6506"/>
                    <a:pt x="8696" y="6758"/>
                    <a:pt x="9452" y="6758"/>
                  </a:cubicBezTo>
                  <a:lnTo>
                    <a:pt x="9672" y="6758"/>
                  </a:lnTo>
                  <a:lnTo>
                    <a:pt x="9672" y="8586"/>
                  </a:lnTo>
                  <a:lnTo>
                    <a:pt x="9767" y="8586"/>
                  </a:lnTo>
                  <a:cubicBezTo>
                    <a:pt x="9767" y="10444"/>
                    <a:pt x="8223" y="11988"/>
                    <a:pt x="6364" y="11988"/>
                  </a:cubicBezTo>
                  <a:cubicBezTo>
                    <a:pt x="4537" y="11988"/>
                    <a:pt x="2993" y="10444"/>
                    <a:pt x="2993" y="8586"/>
                  </a:cubicBezTo>
                  <a:lnTo>
                    <a:pt x="2993" y="6758"/>
                  </a:lnTo>
                  <a:lnTo>
                    <a:pt x="3214" y="6758"/>
                  </a:lnTo>
                  <a:cubicBezTo>
                    <a:pt x="4002" y="6758"/>
                    <a:pt x="4726" y="6506"/>
                    <a:pt x="5356" y="6065"/>
                  </a:cubicBezTo>
                  <a:cubicBezTo>
                    <a:pt x="5734" y="5813"/>
                    <a:pt x="6112" y="5435"/>
                    <a:pt x="6333" y="5025"/>
                  </a:cubicBezTo>
                  <a:close/>
                  <a:moveTo>
                    <a:pt x="11248" y="8806"/>
                  </a:moveTo>
                  <a:lnTo>
                    <a:pt x="11248" y="12020"/>
                  </a:lnTo>
                  <a:lnTo>
                    <a:pt x="8727" y="12020"/>
                  </a:lnTo>
                  <a:lnTo>
                    <a:pt x="8727" y="11988"/>
                  </a:lnTo>
                  <a:cubicBezTo>
                    <a:pt x="9735" y="11326"/>
                    <a:pt x="10397" y="10224"/>
                    <a:pt x="10523" y="8995"/>
                  </a:cubicBezTo>
                  <a:cubicBezTo>
                    <a:pt x="10775" y="8995"/>
                    <a:pt x="11027" y="8901"/>
                    <a:pt x="11248" y="8806"/>
                  </a:cubicBezTo>
                  <a:close/>
                  <a:moveTo>
                    <a:pt x="6380" y="0"/>
                  </a:moveTo>
                  <a:cubicBezTo>
                    <a:pt x="6309" y="0"/>
                    <a:pt x="6238" y="16"/>
                    <a:pt x="6175" y="48"/>
                  </a:cubicBezTo>
                  <a:lnTo>
                    <a:pt x="189" y="3797"/>
                  </a:lnTo>
                  <a:cubicBezTo>
                    <a:pt x="32" y="3860"/>
                    <a:pt x="0" y="4080"/>
                    <a:pt x="32" y="4238"/>
                  </a:cubicBezTo>
                  <a:cubicBezTo>
                    <a:pt x="95" y="4395"/>
                    <a:pt x="252" y="4490"/>
                    <a:pt x="378" y="4490"/>
                  </a:cubicBezTo>
                  <a:lnTo>
                    <a:pt x="757" y="4490"/>
                  </a:lnTo>
                  <a:lnTo>
                    <a:pt x="757" y="12366"/>
                  </a:lnTo>
                  <a:cubicBezTo>
                    <a:pt x="757" y="12587"/>
                    <a:pt x="914" y="12744"/>
                    <a:pt x="1103" y="12744"/>
                  </a:cubicBezTo>
                  <a:lnTo>
                    <a:pt x="11626" y="12744"/>
                  </a:lnTo>
                  <a:cubicBezTo>
                    <a:pt x="11815" y="12744"/>
                    <a:pt x="11972" y="12587"/>
                    <a:pt x="11972" y="12366"/>
                  </a:cubicBezTo>
                  <a:lnTo>
                    <a:pt x="11972" y="4490"/>
                  </a:lnTo>
                  <a:lnTo>
                    <a:pt x="12319" y="4490"/>
                  </a:lnTo>
                  <a:cubicBezTo>
                    <a:pt x="12476" y="4490"/>
                    <a:pt x="12634" y="4395"/>
                    <a:pt x="12665" y="4238"/>
                  </a:cubicBezTo>
                  <a:cubicBezTo>
                    <a:pt x="12760" y="4080"/>
                    <a:pt x="12728" y="3923"/>
                    <a:pt x="12571" y="3797"/>
                  </a:cubicBezTo>
                  <a:lnTo>
                    <a:pt x="6585" y="48"/>
                  </a:lnTo>
                  <a:cubicBezTo>
                    <a:pt x="6522" y="16"/>
                    <a:pt x="6451" y="0"/>
                    <a:pt x="638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47" name="Google Shape;2947;p46"/>
          <p:cNvGrpSpPr/>
          <p:nvPr/>
        </p:nvGrpSpPr>
        <p:grpSpPr>
          <a:xfrm>
            <a:off x="8154998" y="3297734"/>
            <a:ext cx="261948" cy="297964"/>
            <a:chOff x="-52092425" y="2303525"/>
            <a:chExt cx="279650" cy="318100"/>
          </a:xfrm>
        </p:grpSpPr>
        <p:sp>
          <p:nvSpPr>
            <p:cNvPr id="2948" name="Google Shape;2948;p46"/>
            <p:cNvSpPr/>
            <p:nvPr/>
          </p:nvSpPr>
          <p:spPr>
            <a:xfrm>
              <a:off x="-51989225" y="2535950"/>
              <a:ext cx="72475" cy="29750"/>
            </a:xfrm>
            <a:custGeom>
              <a:rect b="b" l="l" r="r" t="t"/>
              <a:pathLst>
                <a:path extrusionOk="0" h="1190" w="2899">
                  <a:moveTo>
                    <a:pt x="398" y="0"/>
                  </a:moveTo>
                  <a:cubicBezTo>
                    <a:pt x="307" y="0"/>
                    <a:pt x="221" y="40"/>
                    <a:pt x="158" y="118"/>
                  </a:cubicBezTo>
                  <a:cubicBezTo>
                    <a:pt x="0" y="276"/>
                    <a:pt x="0" y="528"/>
                    <a:pt x="158" y="654"/>
                  </a:cubicBezTo>
                  <a:cubicBezTo>
                    <a:pt x="504" y="1000"/>
                    <a:pt x="977" y="1189"/>
                    <a:pt x="1449" y="1189"/>
                  </a:cubicBezTo>
                  <a:cubicBezTo>
                    <a:pt x="1922" y="1189"/>
                    <a:pt x="2426" y="1000"/>
                    <a:pt x="2741" y="654"/>
                  </a:cubicBezTo>
                  <a:cubicBezTo>
                    <a:pt x="2899" y="496"/>
                    <a:pt x="2899" y="244"/>
                    <a:pt x="2741" y="118"/>
                  </a:cubicBezTo>
                  <a:cubicBezTo>
                    <a:pt x="2662" y="40"/>
                    <a:pt x="2568" y="0"/>
                    <a:pt x="2477" y="0"/>
                  </a:cubicBezTo>
                  <a:cubicBezTo>
                    <a:pt x="2387" y="0"/>
                    <a:pt x="2300" y="40"/>
                    <a:pt x="2237" y="118"/>
                  </a:cubicBezTo>
                  <a:cubicBezTo>
                    <a:pt x="2048" y="339"/>
                    <a:pt x="1733" y="433"/>
                    <a:pt x="1449" y="433"/>
                  </a:cubicBezTo>
                  <a:cubicBezTo>
                    <a:pt x="1134" y="433"/>
                    <a:pt x="851" y="339"/>
                    <a:pt x="662" y="118"/>
                  </a:cubicBezTo>
                  <a:cubicBezTo>
                    <a:pt x="583" y="40"/>
                    <a:pt x="488" y="0"/>
                    <a:pt x="39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9" name="Google Shape;2949;p46"/>
            <p:cNvSpPr/>
            <p:nvPr/>
          </p:nvSpPr>
          <p:spPr>
            <a:xfrm>
              <a:off x="-52092425" y="2303525"/>
              <a:ext cx="279650" cy="318100"/>
            </a:xfrm>
            <a:custGeom>
              <a:rect b="b" l="l" r="r" t="t"/>
              <a:pathLst>
                <a:path extrusionOk="0" h="12724" w="11186">
                  <a:moveTo>
                    <a:pt x="9610" y="878"/>
                  </a:moveTo>
                  <a:lnTo>
                    <a:pt x="9295" y="2957"/>
                  </a:lnTo>
                  <a:cubicBezTo>
                    <a:pt x="8381" y="2957"/>
                    <a:pt x="7625" y="2327"/>
                    <a:pt x="7468" y="1476"/>
                  </a:cubicBezTo>
                  <a:lnTo>
                    <a:pt x="9610" y="878"/>
                  </a:lnTo>
                  <a:close/>
                  <a:moveTo>
                    <a:pt x="3719" y="1476"/>
                  </a:moveTo>
                  <a:cubicBezTo>
                    <a:pt x="4128" y="1476"/>
                    <a:pt x="4475" y="1791"/>
                    <a:pt x="4475" y="2201"/>
                  </a:cubicBezTo>
                  <a:cubicBezTo>
                    <a:pt x="4475" y="2610"/>
                    <a:pt x="4128" y="2957"/>
                    <a:pt x="3719" y="2957"/>
                  </a:cubicBezTo>
                  <a:cubicBezTo>
                    <a:pt x="3624" y="2957"/>
                    <a:pt x="3498" y="2925"/>
                    <a:pt x="3403" y="2894"/>
                  </a:cubicBezTo>
                  <a:cubicBezTo>
                    <a:pt x="3349" y="2861"/>
                    <a:pt x="3294" y="2847"/>
                    <a:pt x="3241" y="2847"/>
                  </a:cubicBezTo>
                  <a:cubicBezTo>
                    <a:pt x="3144" y="2847"/>
                    <a:pt x="3055" y="2895"/>
                    <a:pt x="2994" y="2957"/>
                  </a:cubicBezTo>
                  <a:cubicBezTo>
                    <a:pt x="2868" y="3083"/>
                    <a:pt x="2836" y="3240"/>
                    <a:pt x="2899" y="3398"/>
                  </a:cubicBezTo>
                  <a:cubicBezTo>
                    <a:pt x="2931" y="3524"/>
                    <a:pt x="2994" y="3618"/>
                    <a:pt x="2994" y="3713"/>
                  </a:cubicBezTo>
                  <a:cubicBezTo>
                    <a:pt x="2994" y="4091"/>
                    <a:pt x="2616" y="4469"/>
                    <a:pt x="2238" y="4469"/>
                  </a:cubicBezTo>
                  <a:cubicBezTo>
                    <a:pt x="1828" y="4469"/>
                    <a:pt x="1482" y="4154"/>
                    <a:pt x="1482" y="3713"/>
                  </a:cubicBezTo>
                  <a:cubicBezTo>
                    <a:pt x="1482" y="3492"/>
                    <a:pt x="1608" y="3303"/>
                    <a:pt x="1671" y="3209"/>
                  </a:cubicBezTo>
                  <a:cubicBezTo>
                    <a:pt x="1797" y="3083"/>
                    <a:pt x="1797" y="2894"/>
                    <a:pt x="1639" y="2736"/>
                  </a:cubicBezTo>
                  <a:cubicBezTo>
                    <a:pt x="1576" y="2610"/>
                    <a:pt x="1450" y="2453"/>
                    <a:pt x="1450" y="2201"/>
                  </a:cubicBezTo>
                  <a:cubicBezTo>
                    <a:pt x="1450" y="1823"/>
                    <a:pt x="1765" y="1476"/>
                    <a:pt x="2206" y="1476"/>
                  </a:cubicBezTo>
                  <a:cubicBezTo>
                    <a:pt x="2427" y="1476"/>
                    <a:pt x="2584" y="1571"/>
                    <a:pt x="2710" y="1665"/>
                  </a:cubicBezTo>
                  <a:cubicBezTo>
                    <a:pt x="2789" y="1728"/>
                    <a:pt x="2876" y="1760"/>
                    <a:pt x="2962" y="1760"/>
                  </a:cubicBezTo>
                  <a:cubicBezTo>
                    <a:pt x="3049" y="1760"/>
                    <a:pt x="3136" y="1728"/>
                    <a:pt x="3214" y="1665"/>
                  </a:cubicBezTo>
                  <a:cubicBezTo>
                    <a:pt x="3340" y="1571"/>
                    <a:pt x="3498" y="1476"/>
                    <a:pt x="3719" y="1476"/>
                  </a:cubicBezTo>
                  <a:close/>
                  <a:moveTo>
                    <a:pt x="6774" y="1697"/>
                  </a:moveTo>
                  <a:cubicBezTo>
                    <a:pt x="7027" y="2862"/>
                    <a:pt x="8035" y="3681"/>
                    <a:pt x="9200" y="3713"/>
                  </a:cubicBezTo>
                  <a:lnTo>
                    <a:pt x="9011" y="5225"/>
                  </a:lnTo>
                  <a:cubicBezTo>
                    <a:pt x="7247" y="5099"/>
                    <a:pt x="5735" y="3839"/>
                    <a:pt x="5294" y="2138"/>
                  </a:cubicBezTo>
                  <a:lnTo>
                    <a:pt x="6774" y="1697"/>
                  </a:lnTo>
                  <a:close/>
                  <a:moveTo>
                    <a:pt x="1450" y="6737"/>
                  </a:moveTo>
                  <a:lnTo>
                    <a:pt x="1450" y="8250"/>
                  </a:lnTo>
                  <a:cubicBezTo>
                    <a:pt x="1041" y="8250"/>
                    <a:pt x="694" y="7935"/>
                    <a:pt x="694" y="7494"/>
                  </a:cubicBezTo>
                  <a:cubicBezTo>
                    <a:pt x="694" y="7115"/>
                    <a:pt x="1009" y="6737"/>
                    <a:pt x="1450" y="6737"/>
                  </a:cubicBezTo>
                  <a:close/>
                  <a:moveTo>
                    <a:pt x="9673" y="6737"/>
                  </a:moveTo>
                  <a:cubicBezTo>
                    <a:pt x="10083" y="6737"/>
                    <a:pt x="10429" y="7052"/>
                    <a:pt x="10429" y="7494"/>
                  </a:cubicBezTo>
                  <a:cubicBezTo>
                    <a:pt x="10429" y="7935"/>
                    <a:pt x="10083" y="8250"/>
                    <a:pt x="9673" y="8250"/>
                  </a:cubicBezTo>
                  <a:lnTo>
                    <a:pt x="9673" y="6737"/>
                  </a:lnTo>
                  <a:close/>
                  <a:moveTo>
                    <a:pt x="4884" y="3209"/>
                  </a:moveTo>
                  <a:cubicBezTo>
                    <a:pt x="5609" y="4784"/>
                    <a:pt x="7184" y="5824"/>
                    <a:pt x="8917" y="5981"/>
                  </a:cubicBezTo>
                  <a:lnTo>
                    <a:pt x="8917" y="6422"/>
                  </a:lnTo>
                  <a:lnTo>
                    <a:pt x="8917" y="8659"/>
                  </a:lnTo>
                  <a:cubicBezTo>
                    <a:pt x="8917" y="10486"/>
                    <a:pt x="7436" y="11999"/>
                    <a:pt x="5577" y="11999"/>
                  </a:cubicBezTo>
                  <a:cubicBezTo>
                    <a:pt x="3719" y="11999"/>
                    <a:pt x="2238" y="10486"/>
                    <a:pt x="2238" y="8628"/>
                  </a:cubicBezTo>
                  <a:lnTo>
                    <a:pt x="2238" y="5603"/>
                  </a:lnTo>
                  <a:cubicBezTo>
                    <a:pt x="2238" y="5477"/>
                    <a:pt x="2238" y="5383"/>
                    <a:pt x="2269" y="5257"/>
                  </a:cubicBezTo>
                  <a:cubicBezTo>
                    <a:pt x="3088" y="5257"/>
                    <a:pt x="3719" y="4595"/>
                    <a:pt x="3719" y="3744"/>
                  </a:cubicBezTo>
                  <a:cubicBezTo>
                    <a:pt x="4191" y="3744"/>
                    <a:pt x="4601" y="3555"/>
                    <a:pt x="4884" y="3209"/>
                  </a:cubicBezTo>
                  <a:close/>
                  <a:moveTo>
                    <a:pt x="10072" y="1"/>
                  </a:moveTo>
                  <a:cubicBezTo>
                    <a:pt x="10033" y="1"/>
                    <a:pt x="9993" y="8"/>
                    <a:pt x="9956" y="27"/>
                  </a:cubicBezTo>
                  <a:lnTo>
                    <a:pt x="4979" y="1445"/>
                  </a:lnTo>
                  <a:cubicBezTo>
                    <a:pt x="4727" y="1004"/>
                    <a:pt x="4254" y="720"/>
                    <a:pt x="3719" y="720"/>
                  </a:cubicBezTo>
                  <a:cubicBezTo>
                    <a:pt x="3466" y="720"/>
                    <a:pt x="3214" y="783"/>
                    <a:pt x="2994" y="909"/>
                  </a:cubicBezTo>
                  <a:cubicBezTo>
                    <a:pt x="2742" y="783"/>
                    <a:pt x="2521" y="720"/>
                    <a:pt x="2238" y="720"/>
                  </a:cubicBezTo>
                  <a:cubicBezTo>
                    <a:pt x="1419" y="720"/>
                    <a:pt x="726" y="1382"/>
                    <a:pt x="726" y="2232"/>
                  </a:cubicBezTo>
                  <a:cubicBezTo>
                    <a:pt x="726" y="2484"/>
                    <a:pt x="820" y="2736"/>
                    <a:pt x="946" y="2957"/>
                  </a:cubicBezTo>
                  <a:cubicBezTo>
                    <a:pt x="820" y="3209"/>
                    <a:pt x="726" y="3429"/>
                    <a:pt x="726" y="3713"/>
                  </a:cubicBezTo>
                  <a:cubicBezTo>
                    <a:pt x="726" y="4280"/>
                    <a:pt x="1041" y="4784"/>
                    <a:pt x="1513" y="5005"/>
                  </a:cubicBezTo>
                  <a:cubicBezTo>
                    <a:pt x="1482" y="5225"/>
                    <a:pt x="1482" y="5383"/>
                    <a:pt x="1482" y="5572"/>
                  </a:cubicBezTo>
                  <a:lnTo>
                    <a:pt x="1482" y="6013"/>
                  </a:lnTo>
                  <a:cubicBezTo>
                    <a:pt x="663" y="6013"/>
                    <a:pt x="1" y="6674"/>
                    <a:pt x="1" y="7494"/>
                  </a:cubicBezTo>
                  <a:cubicBezTo>
                    <a:pt x="1" y="8313"/>
                    <a:pt x="663" y="9006"/>
                    <a:pt x="1482" y="9006"/>
                  </a:cubicBezTo>
                  <a:cubicBezTo>
                    <a:pt x="1671" y="11085"/>
                    <a:pt x="3466" y="12723"/>
                    <a:pt x="5577" y="12723"/>
                  </a:cubicBezTo>
                  <a:cubicBezTo>
                    <a:pt x="7720" y="12723"/>
                    <a:pt x="9484" y="11085"/>
                    <a:pt x="9673" y="9006"/>
                  </a:cubicBezTo>
                  <a:cubicBezTo>
                    <a:pt x="10492" y="9006"/>
                    <a:pt x="11185" y="8313"/>
                    <a:pt x="11185" y="7494"/>
                  </a:cubicBezTo>
                  <a:cubicBezTo>
                    <a:pt x="11185" y="6674"/>
                    <a:pt x="10492" y="6013"/>
                    <a:pt x="9673" y="6013"/>
                  </a:cubicBezTo>
                  <a:lnTo>
                    <a:pt x="9673" y="5603"/>
                  </a:lnTo>
                  <a:cubicBezTo>
                    <a:pt x="9704" y="5414"/>
                    <a:pt x="10398" y="594"/>
                    <a:pt x="10429" y="405"/>
                  </a:cubicBezTo>
                  <a:cubicBezTo>
                    <a:pt x="10429" y="279"/>
                    <a:pt x="10398" y="184"/>
                    <a:pt x="10303" y="90"/>
                  </a:cubicBezTo>
                  <a:cubicBezTo>
                    <a:pt x="10258" y="45"/>
                    <a:pt x="10167" y="1"/>
                    <a:pt x="1007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0" name="Google Shape;2950;p46"/>
            <p:cNvSpPr/>
            <p:nvPr/>
          </p:nvSpPr>
          <p:spPr>
            <a:xfrm>
              <a:off x="-51998675" y="2454625"/>
              <a:ext cx="17325" cy="17350"/>
            </a:xfrm>
            <a:custGeom>
              <a:rect b="b" l="l" r="r" t="t"/>
              <a:pathLst>
                <a:path extrusionOk="0" h="694" w="693">
                  <a:moveTo>
                    <a:pt x="347" y="0"/>
                  </a:moveTo>
                  <a:cubicBezTo>
                    <a:pt x="158" y="0"/>
                    <a:pt x="0" y="158"/>
                    <a:pt x="0" y="347"/>
                  </a:cubicBezTo>
                  <a:cubicBezTo>
                    <a:pt x="0" y="536"/>
                    <a:pt x="158" y="693"/>
                    <a:pt x="347" y="693"/>
                  </a:cubicBezTo>
                  <a:cubicBezTo>
                    <a:pt x="536" y="693"/>
                    <a:pt x="693" y="536"/>
                    <a:pt x="693" y="347"/>
                  </a:cubicBezTo>
                  <a:cubicBezTo>
                    <a:pt x="693" y="158"/>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1" name="Google Shape;2951;p46"/>
            <p:cNvSpPr/>
            <p:nvPr/>
          </p:nvSpPr>
          <p:spPr>
            <a:xfrm>
              <a:off x="-51925450" y="2454625"/>
              <a:ext cx="18150" cy="17350"/>
            </a:xfrm>
            <a:custGeom>
              <a:rect b="b" l="l" r="r" t="t"/>
              <a:pathLst>
                <a:path extrusionOk="0" h="694" w="726">
                  <a:moveTo>
                    <a:pt x="379" y="0"/>
                  </a:moveTo>
                  <a:cubicBezTo>
                    <a:pt x="158" y="0"/>
                    <a:pt x="1" y="158"/>
                    <a:pt x="1" y="347"/>
                  </a:cubicBezTo>
                  <a:cubicBezTo>
                    <a:pt x="1" y="536"/>
                    <a:pt x="158" y="693"/>
                    <a:pt x="379" y="693"/>
                  </a:cubicBezTo>
                  <a:cubicBezTo>
                    <a:pt x="568" y="693"/>
                    <a:pt x="726" y="536"/>
                    <a:pt x="726" y="347"/>
                  </a:cubicBezTo>
                  <a:cubicBezTo>
                    <a:pt x="726" y="158"/>
                    <a:pt x="568" y="0"/>
                    <a:pt x="37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2" name="Google Shape;2952;p46"/>
            <p:cNvSpPr/>
            <p:nvPr/>
          </p:nvSpPr>
          <p:spPr>
            <a:xfrm>
              <a:off x="-51981350" y="2472725"/>
              <a:ext cx="55925" cy="55950"/>
            </a:xfrm>
            <a:custGeom>
              <a:rect b="b" l="l" r="r" t="t"/>
              <a:pathLst>
                <a:path extrusionOk="0" h="2238" w="2237">
                  <a:moveTo>
                    <a:pt x="1134" y="726"/>
                  </a:moveTo>
                  <a:cubicBezTo>
                    <a:pt x="1323" y="726"/>
                    <a:pt x="1481" y="883"/>
                    <a:pt x="1481" y="1072"/>
                  </a:cubicBezTo>
                  <a:cubicBezTo>
                    <a:pt x="1481" y="1293"/>
                    <a:pt x="1323" y="1450"/>
                    <a:pt x="1134" y="1450"/>
                  </a:cubicBezTo>
                  <a:cubicBezTo>
                    <a:pt x="945" y="1450"/>
                    <a:pt x="788" y="1293"/>
                    <a:pt x="788" y="1072"/>
                  </a:cubicBezTo>
                  <a:cubicBezTo>
                    <a:pt x="756" y="915"/>
                    <a:pt x="914" y="726"/>
                    <a:pt x="1134" y="726"/>
                  </a:cubicBezTo>
                  <a:close/>
                  <a:moveTo>
                    <a:pt x="1134" y="1"/>
                  </a:moveTo>
                  <a:cubicBezTo>
                    <a:pt x="504" y="1"/>
                    <a:pt x="32" y="536"/>
                    <a:pt x="32" y="1135"/>
                  </a:cubicBezTo>
                  <a:cubicBezTo>
                    <a:pt x="0" y="1765"/>
                    <a:pt x="504" y="2238"/>
                    <a:pt x="1134" y="2238"/>
                  </a:cubicBezTo>
                  <a:cubicBezTo>
                    <a:pt x="1764" y="2238"/>
                    <a:pt x="2237" y="1702"/>
                    <a:pt x="2237" y="1135"/>
                  </a:cubicBezTo>
                  <a:cubicBezTo>
                    <a:pt x="2237" y="505"/>
                    <a:pt x="1733" y="1"/>
                    <a:pt x="113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53" name="Google Shape;2953;p46"/>
          <p:cNvGrpSpPr/>
          <p:nvPr/>
        </p:nvGrpSpPr>
        <p:grpSpPr>
          <a:xfrm>
            <a:off x="5952114" y="1553266"/>
            <a:ext cx="300283" cy="298081"/>
            <a:chOff x="-57189125" y="1904850"/>
            <a:chExt cx="320575" cy="318225"/>
          </a:xfrm>
        </p:grpSpPr>
        <p:sp>
          <p:nvSpPr>
            <p:cNvPr id="2954" name="Google Shape;2954;p46"/>
            <p:cNvSpPr/>
            <p:nvPr/>
          </p:nvSpPr>
          <p:spPr>
            <a:xfrm>
              <a:off x="-57073350" y="2072625"/>
              <a:ext cx="18125" cy="17350"/>
            </a:xfrm>
            <a:custGeom>
              <a:rect b="b" l="l" r="r" t="t"/>
              <a:pathLst>
                <a:path extrusionOk="0" h="694" w="725">
                  <a:moveTo>
                    <a:pt x="347" y="0"/>
                  </a:moveTo>
                  <a:cubicBezTo>
                    <a:pt x="158" y="0"/>
                    <a:pt x="1" y="158"/>
                    <a:pt x="1" y="347"/>
                  </a:cubicBezTo>
                  <a:cubicBezTo>
                    <a:pt x="1" y="536"/>
                    <a:pt x="158" y="694"/>
                    <a:pt x="347" y="694"/>
                  </a:cubicBezTo>
                  <a:cubicBezTo>
                    <a:pt x="536" y="694"/>
                    <a:pt x="725" y="536"/>
                    <a:pt x="725" y="347"/>
                  </a:cubicBezTo>
                  <a:cubicBezTo>
                    <a:pt x="725" y="158"/>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5" name="Google Shape;2955;p46"/>
            <p:cNvSpPr/>
            <p:nvPr/>
          </p:nvSpPr>
          <p:spPr>
            <a:xfrm>
              <a:off x="-56998525" y="2072625"/>
              <a:ext cx="17350" cy="17350"/>
            </a:xfrm>
            <a:custGeom>
              <a:rect b="b" l="l" r="r" t="t"/>
              <a:pathLst>
                <a:path extrusionOk="0" h="694" w="694">
                  <a:moveTo>
                    <a:pt x="347" y="0"/>
                  </a:moveTo>
                  <a:cubicBezTo>
                    <a:pt x="158" y="0"/>
                    <a:pt x="1" y="158"/>
                    <a:pt x="1" y="347"/>
                  </a:cubicBezTo>
                  <a:cubicBezTo>
                    <a:pt x="1" y="536"/>
                    <a:pt x="158" y="694"/>
                    <a:pt x="347" y="694"/>
                  </a:cubicBezTo>
                  <a:cubicBezTo>
                    <a:pt x="536" y="694"/>
                    <a:pt x="694" y="536"/>
                    <a:pt x="694" y="347"/>
                  </a:cubicBezTo>
                  <a:cubicBezTo>
                    <a:pt x="694" y="158"/>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6" name="Google Shape;2956;p46"/>
            <p:cNvSpPr/>
            <p:nvPr/>
          </p:nvSpPr>
          <p:spPr>
            <a:xfrm>
              <a:off x="-57035550" y="2007250"/>
              <a:ext cx="17350" cy="18150"/>
            </a:xfrm>
            <a:custGeom>
              <a:rect b="b" l="l" r="r" t="t"/>
              <a:pathLst>
                <a:path extrusionOk="0" h="726" w="694">
                  <a:moveTo>
                    <a:pt x="347" y="1"/>
                  </a:moveTo>
                  <a:cubicBezTo>
                    <a:pt x="158" y="1"/>
                    <a:pt x="1" y="158"/>
                    <a:pt x="1" y="347"/>
                  </a:cubicBezTo>
                  <a:cubicBezTo>
                    <a:pt x="1" y="568"/>
                    <a:pt x="158" y="725"/>
                    <a:pt x="347" y="725"/>
                  </a:cubicBezTo>
                  <a:cubicBezTo>
                    <a:pt x="536" y="725"/>
                    <a:pt x="694" y="568"/>
                    <a:pt x="694" y="347"/>
                  </a:cubicBezTo>
                  <a:cubicBezTo>
                    <a:pt x="694"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7" name="Google Shape;2957;p46"/>
            <p:cNvSpPr/>
            <p:nvPr/>
          </p:nvSpPr>
          <p:spPr>
            <a:xfrm>
              <a:off x="-57063900" y="2135825"/>
              <a:ext cx="73275" cy="28975"/>
            </a:xfrm>
            <a:custGeom>
              <a:rect b="b" l="l" r="r" t="t"/>
              <a:pathLst>
                <a:path extrusionOk="0" h="1159" w="2931">
                  <a:moveTo>
                    <a:pt x="414" y="1"/>
                  </a:moveTo>
                  <a:cubicBezTo>
                    <a:pt x="316" y="1"/>
                    <a:pt x="221" y="40"/>
                    <a:pt x="158" y="119"/>
                  </a:cubicBezTo>
                  <a:cubicBezTo>
                    <a:pt x="1" y="276"/>
                    <a:pt x="1" y="497"/>
                    <a:pt x="158" y="623"/>
                  </a:cubicBezTo>
                  <a:cubicBezTo>
                    <a:pt x="536" y="970"/>
                    <a:pt x="1009" y="1159"/>
                    <a:pt x="1481" y="1159"/>
                  </a:cubicBezTo>
                  <a:cubicBezTo>
                    <a:pt x="1954" y="1159"/>
                    <a:pt x="2458" y="970"/>
                    <a:pt x="2773" y="623"/>
                  </a:cubicBezTo>
                  <a:cubicBezTo>
                    <a:pt x="2931" y="465"/>
                    <a:pt x="2931" y="213"/>
                    <a:pt x="2773" y="119"/>
                  </a:cubicBezTo>
                  <a:cubicBezTo>
                    <a:pt x="2710" y="40"/>
                    <a:pt x="2623" y="1"/>
                    <a:pt x="2533" y="1"/>
                  </a:cubicBezTo>
                  <a:cubicBezTo>
                    <a:pt x="2442" y="1"/>
                    <a:pt x="2348" y="40"/>
                    <a:pt x="2269" y="119"/>
                  </a:cubicBezTo>
                  <a:cubicBezTo>
                    <a:pt x="2048" y="308"/>
                    <a:pt x="1733" y="434"/>
                    <a:pt x="1481" y="434"/>
                  </a:cubicBezTo>
                  <a:cubicBezTo>
                    <a:pt x="1166" y="434"/>
                    <a:pt x="883" y="308"/>
                    <a:pt x="694" y="119"/>
                  </a:cubicBezTo>
                  <a:cubicBezTo>
                    <a:pt x="615" y="40"/>
                    <a:pt x="513" y="1"/>
                    <a:pt x="41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8" name="Google Shape;2958;p46"/>
            <p:cNvSpPr/>
            <p:nvPr/>
          </p:nvSpPr>
          <p:spPr>
            <a:xfrm>
              <a:off x="-57189125" y="1904850"/>
              <a:ext cx="320575" cy="318225"/>
            </a:xfrm>
            <a:custGeom>
              <a:rect b="b" l="l" r="r" t="t"/>
              <a:pathLst>
                <a:path extrusionOk="0" h="12729" w="12823">
                  <a:moveTo>
                    <a:pt x="6490" y="726"/>
                  </a:moveTo>
                  <a:cubicBezTo>
                    <a:pt x="6994" y="726"/>
                    <a:pt x="7467" y="1104"/>
                    <a:pt x="7593" y="1639"/>
                  </a:cubicBezTo>
                  <a:cubicBezTo>
                    <a:pt x="7215" y="1545"/>
                    <a:pt x="6868" y="1450"/>
                    <a:pt x="6490" y="1450"/>
                  </a:cubicBezTo>
                  <a:cubicBezTo>
                    <a:pt x="6081" y="1450"/>
                    <a:pt x="5734" y="1513"/>
                    <a:pt x="5388" y="1639"/>
                  </a:cubicBezTo>
                  <a:cubicBezTo>
                    <a:pt x="5482" y="1104"/>
                    <a:pt x="5923" y="726"/>
                    <a:pt x="6490" y="726"/>
                  </a:cubicBezTo>
                  <a:close/>
                  <a:moveTo>
                    <a:pt x="6081" y="2269"/>
                  </a:moveTo>
                  <a:lnTo>
                    <a:pt x="6081" y="2301"/>
                  </a:lnTo>
                  <a:cubicBezTo>
                    <a:pt x="5860" y="2364"/>
                    <a:pt x="5608" y="2584"/>
                    <a:pt x="5482" y="2805"/>
                  </a:cubicBezTo>
                  <a:cubicBezTo>
                    <a:pt x="5104" y="2805"/>
                    <a:pt x="4695" y="2994"/>
                    <a:pt x="4506" y="3372"/>
                  </a:cubicBezTo>
                  <a:cubicBezTo>
                    <a:pt x="4317" y="3719"/>
                    <a:pt x="4317" y="4160"/>
                    <a:pt x="4506" y="4475"/>
                  </a:cubicBezTo>
                  <a:cubicBezTo>
                    <a:pt x="4474" y="4538"/>
                    <a:pt x="4443" y="4664"/>
                    <a:pt x="4380" y="4727"/>
                  </a:cubicBezTo>
                  <a:cubicBezTo>
                    <a:pt x="4002" y="4979"/>
                    <a:pt x="3529" y="5136"/>
                    <a:pt x="3088" y="5168"/>
                  </a:cubicBezTo>
                  <a:cubicBezTo>
                    <a:pt x="3277" y="3624"/>
                    <a:pt x="4537" y="2427"/>
                    <a:pt x="6081" y="2269"/>
                  </a:cubicBezTo>
                  <a:close/>
                  <a:moveTo>
                    <a:pt x="6837" y="2269"/>
                  </a:moveTo>
                  <a:cubicBezTo>
                    <a:pt x="8412" y="2427"/>
                    <a:pt x="9641" y="3624"/>
                    <a:pt x="9830" y="5168"/>
                  </a:cubicBezTo>
                  <a:cubicBezTo>
                    <a:pt x="9357" y="5136"/>
                    <a:pt x="8916" y="4979"/>
                    <a:pt x="8538" y="4727"/>
                  </a:cubicBezTo>
                  <a:cubicBezTo>
                    <a:pt x="8475" y="4632"/>
                    <a:pt x="8444" y="4538"/>
                    <a:pt x="8412" y="4475"/>
                  </a:cubicBezTo>
                  <a:cubicBezTo>
                    <a:pt x="8601" y="4097"/>
                    <a:pt x="8633" y="3719"/>
                    <a:pt x="8412" y="3372"/>
                  </a:cubicBezTo>
                  <a:cubicBezTo>
                    <a:pt x="8223" y="2994"/>
                    <a:pt x="7814" y="2805"/>
                    <a:pt x="7436" y="2805"/>
                  </a:cubicBezTo>
                  <a:cubicBezTo>
                    <a:pt x="7310" y="2584"/>
                    <a:pt x="7057" y="2364"/>
                    <a:pt x="6837" y="2301"/>
                  </a:cubicBezTo>
                  <a:lnTo>
                    <a:pt x="6837" y="2269"/>
                  </a:lnTo>
                  <a:close/>
                  <a:moveTo>
                    <a:pt x="6490" y="2962"/>
                  </a:moveTo>
                  <a:cubicBezTo>
                    <a:pt x="6648" y="2962"/>
                    <a:pt x="6805" y="3088"/>
                    <a:pt x="6837" y="3277"/>
                  </a:cubicBezTo>
                  <a:cubicBezTo>
                    <a:pt x="6863" y="3460"/>
                    <a:pt x="7039" y="3577"/>
                    <a:pt x="7224" y="3577"/>
                  </a:cubicBezTo>
                  <a:cubicBezTo>
                    <a:pt x="7263" y="3577"/>
                    <a:pt x="7303" y="3572"/>
                    <a:pt x="7341" y="3561"/>
                  </a:cubicBezTo>
                  <a:cubicBezTo>
                    <a:pt x="7384" y="3535"/>
                    <a:pt x="7430" y="3523"/>
                    <a:pt x="7476" y="3523"/>
                  </a:cubicBezTo>
                  <a:cubicBezTo>
                    <a:pt x="7595" y="3523"/>
                    <a:pt x="7714" y="3604"/>
                    <a:pt x="7782" y="3719"/>
                  </a:cubicBezTo>
                  <a:cubicBezTo>
                    <a:pt x="7845" y="3876"/>
                    <a:pt x="7814" y="4065"/>
                    <a:pt x="7688" y="4191"/>
                  </a:cubicBezTo>
                  <a:cubicBezTo>
                    <a:pt x="7562" y="4349"/>
                    <a:pt x="7562" y="4601"/>
                    <a:pt x="7688" y="4727"/>
                  </a:cubicBezTo>
                  <a:cubicBezTo>
                    <a:pt x="7845" y="4853"/>
                    <a:pt x="7908" y="5042"/>
                    <a:pt x="7782" y="5199"/>
                  </a:cubicBezTo>
                  <a:cubicBezTo>
                    <a:pt x="7712" y="5316"/>
                    <a:pt x="7590" y="5381"/>
                    <a:pt x="7467" y="5381"/>
                  </a:cubicBezTo>
                  <a:cubicBezTo>
                    <a:pt x="7425" y="5381"/>
                    <a:pt x="7382" y="5373"/>
                    <a:pt x="7341" y="5357"/>
                  </a:cubicBezTo>
                  <a:cubicBezTo>
                    <a:pt x="7303" y="5346"/>
                    <a:pt x="7264" y="5341"/>
                    <a:pt x="7227" y="5341"/>
                  </a:cubicBezTo>
                  <a:cubicBezTo>
                    <a:pt x="7048" y="5341"/>
                    <a:pt x="6889" y="5458"/>
                    <a:pt x="6837" y="5640"/>
                  </a:cubicBezTo>
                  <a:cubicBezTo>
                    <a:pt x="6805" y="5829"/>
                    <a:pt x="6648" y="5955"/>
                    <a:pt x="6490" y="5955"/>
                  </a:cubicBezTo>
                  <a:cubicBezTo>
                    <a:pt x="6333" y="5955"/>
                    <a:pt x="6175" y="5829"/>
                    <a:pt x="6112" y="5640"/>
                  </a:cubicBezTo>
                  <a:cubicBezTo>
                    <a:pt x="6086" y="5458"/>
                    <a:pt x="5931" y="5341"/>
                    <a:pt x="5736" y="5341"/>
                  </a:cubicBezTo>
                  <a:cubicBezTo>
                    <a:pt x="5695" y="5341"/>
                    <a:pt x="5652" y="5346"/>
                    <a:pt x="5608" y="5357"/>
                  </a:cubicBezTo>
                  <a:cubicBezTo>
                    <a:pt x="5565" y="5383"/>
                    <a:pt x="5519" y="5394"/>
                    <a:pt x="5474" y="5394"/>
                  </a:cubicBezTo>
                  <a:cubicBezTo>
                    <a:pt x="5354" y="5394"/>
                    <a:pt x="5236" y="5313"/>
                    <a:pt x="5167" y="5199"/>
                  </a:cubicBezTo>
                  <a:cubicBezTo>
                    <a:pt x="5104" y="5042"/>
                    <a:pt x="5136" y="4853"/>
                    <a:pt x="5262" y="4727"/>
                  </a:cubicBezTo>
                  <a:cubicBezTo>
                    <a:pt x="5419" y="4569"/>
                    <a:pt x="5419" y="4317"/>
                    <a:pt x="5262" y="4191"/>
                  </a:cubicBezTo>
                  <a:cubicBezTo>
                    <a:pt x="5104" y="4065"/>
                    <a:pt x="5073" y="3876"/>
                    <a:pt x="5167" y="3719"/>
                  </a:cubicBezTo>
                  <a:cubicBezTo>
                    <a:pt x="5237" y="3602"/>
                    <a:pt x="5359" y="3537"/>
                    <a:pt x="5482" y="3537"/>
                  </a:cubicBezTo>
                  <a:cubicBezTo>
                    <a:pt x="5525" y="3537"/>
                    <a:pt x="5568" y="3545"/>
                    <a:pt x="5608" y="3561"/>
                  </a:cubicBezTo>
                  <a:cubicBezTo>
                    <a:pt x="5652" y="3572"/>
                    <a:pt x="5694" y="3577"/>
                    <a:pt x="5734" y="3577"/>
                  </a:cubicBezTo>
                  <a:cubicBezTo>
                    <a:pt x="5922" y="3577"/>
                    <a:pt x="6060" y="3460"/>
                    <a:pt x="6112" y="3277"/>
                  </a:cubicBezTo>
                  <a:cubicBezTo>
                    <a:pt x="6175" y="3088"/>
                    <a:pt x="6333" y="2962"/>
                    <a:pt x="6490" y="2962"/>
                  </a:cubicBezTo>
                  <a:close/>
                  <a:moveTo>
                    <a:pt x="2332" y="6711"/>
                  </a:moveTo>
                  <a:lnTo>
                    <a:pt x="2332" y="8192"/>
                  </a:lnTo>
                  <a:cubicBezTo>
                    <a:pt x="1954" y="8192"/>
                    <a:pt x="1607" y="7877"/>
                    <a:pt x="1607" y="7436"/>
                  </a:cubicBezTo>
                  <a:cubicBezTo>
                    <a:pt x="1607" y="7027"/>
                    <a:pt x="1954" y="6711"/>
                    <a:pt x="2332" y="6711"/>
                  </a:cubicBezTo>
                  <a:close/>
                  <a:moveTo>
                    <a:pt x="10618" y="6711"/>
                  </a:moveTo>
                  <a:cubicBezTo>
                    <a:pt x="10996" y="6711"/>
                    <a:pt x="11374" y="7027"/>
                    <a:pt x="11374" y="7468"/>
                  </a:cubicBezTo>
                  <a:cubicBezTo>
                    <a:pt x="11374" y="7846"/>
                    <a:pt x="11059" y="8192"/>
                    <a:pt x="10618" y="8192"/>
                  </a:cubicBezTo>
                  <a:lnTo>
                    <a:pt x="10618" y="6711"/>
                  </a:lnTo>
                  <a:close/>
                  <a:moveTo>
                    <a:pt x="1166" y="8350"/>
                  </a:moveTo>
                  <a:cubicBezTo>
                    <a:pt x="1450" y="8728"/>
                    <a:pt x="1891" y="8948"/>
                    <a:pt x="2363" y="8948"/>
                  </a:cubicBezTo>
                  <a:cubicBezTo>
                    <a:pt x="2332" y="9358"/>
                    <a:pt x="1985" y="9704"/>
                    <a:pt x="1607" y="9704"/>
                  </a:cubicBezTo>
                  <a:cubicBezTo>
                    <a:pt x="1198" y="9704"/>
                    <a:pt x="851" y="9389"/>
                    <a:pt x="851" y="8948"/>
                  </a:cubicBezTo>
                  <a:cubicBezTo>
                    <a:pt x="851" y="8728"/>
                    <a:pt x="977" y="8476"/>
                    <a:pt x="1166" y="8350"/>
                  </a:cubicBezTo>
                  <a:close/>
                  <a:moveTo>
                    <a:pt x="11783" y="8350"/>
                  </a:moveTo>
                  <a:cubicBezTo>
                    <a:pt x="12004" y="8507"/>
                    <a:pt x="12098" y="8728"/>
                    <a:pt x="12098" y="8948"/>
                  </a:cubicBezTo>
                  <a:cubicBezTo>
                    <a:pt x="12098" y="9358"/>
                    <a:pt x="11752" y="9704"/>
                    <a:pt x="11374" y="9704"/>
                  </a:cubicBezTo>
                  <a:cubicBezTo>
                    <a:pt x="10964" y="9704"/>
                    <a:pt x="10618" y="9389"/>
                    <a:pt x="10618" y="8948"/>
                  </a:cubicBezTo>
                  <a:cubicBezTo>
                    <a:pt x="11090" y="8948"/>
                    <a:pt x="11531" y="8728"/>
                    <a:pt x="11783" y="8350"/>
                  </a:cubicBezTo>
                  <a:close/>
                  <a:moveTo>
                    <a:pt x="8381" y="5514"/>
                  </a:moveTo>
                  <a:cubicBezTo>
                    <a:pt x="8790" y="5735"/>
                    <a:pt x="9326" y="5892"/>
                    <a:pt x="9798" y="5924"/>
                  </a:cubicBezTo>
                  <a:lnTo>
                    <a:pt x="9798" y="8570"/>
                  </a:lnTo>
                  <a:cubicBezTo>
                    <a:pt x="9861" y="10398"/>
                    <a:pt x="8318" y="11941"/>
                    <a:pt x="6490" y="11941"/>
                  </a:cubicBezTo>
                  <a:cubicBezTo>
                    <a:pt x="4632" y="11941"/>
                    <a:pt x="3088" y="10398"/>
                    <a:pt x="3088" y="8570"/>
                  </a:cubicBezTo>
                  <a:lnTo>
                    <a:pt x="3088" y="5924"/>
                  </a:lnTo>
                  <a:cubicBezTo>
                    <a:pt x="3592" y="5892"/>
                    <a:pt x="4065" y="5735"/>
                    <a:pt x="4506" y="5514"/>
                  </a:cubicBezTo>
                  <a:lnTo>
                    <a:pt x="4506" y="5577"/>
                  </a:lnTo>
                  <a:cubicBezTo>
                    <a:pt x="4695" y="5924"/>
                    <a:pt x="5104" y="6113"/>
                    <a:pt x="5482" y="6113"/>
                  </a:cubicBezTo>
                  <a:cubicBezTo>
                    <a:pt x="5703" y="6459"/>
                    <a:pt x="6049" y="6711"/>
                    <a:pt x="6427" y="6711"/>
                  </a:cubicBezTo>
                  <a:cubicBezTo>
                    <a:pt x="6837" y="6711"/>
                    <a:pt x="7215" y="6459"/>
                    <a:pt x="7373" y="6113"/>
                  </a:cubicBezTo>
                  <a:cubicBezTo>
                    <a:pt x="7782" y="6113"/>
                    <a:pt x="8160" y="5924"/>
                    <a:pt x="8381" y="5577"/>
                  </a:cubicBezTo>
                  <a:lnTo>
                    <a:pt x="8381" y="5514"/>
                  </a:lnTo>
                  <a:close/>
                  <a:moveTo>
                    <a:pt x="6396" y="1"/>
                  </a:moveTo>
                  <a:cubicBezTo>
                    <a:pt x="5892" y="1"/>
                    <a:pt x="5419" y="221"/>
                    <a:pt x="5073" y="568"/>
                  </a:cubicBezTo>
                  <a:cubicBezTo>
                    <a:pt x="4726" y="915"/>
                    <a:pt x="4506" y="1419"/>
                    <a:pt x="4506" y="1954"/>
                  </a:cubicBezTo>
                  <a:cubicBezTo>
                    <a:pt x="3182" y="2616"/>
                    <a:pt x="2237" y="4002"/>
                    <a:pt x="2237" y="5609"/>
                  </a:cubicBezTo>
                  <a:lnTo>
                    <a:pt x="2237" y="5955"/>
                  </a:lnTo>
                  <a:cubicBezTo>
                    <a:pt x="1324" y="5955"/>
                    <a:pt x="599" y="6743"/>
                    <a:pt x="725" y="7657"/>
                  </a:cubicBezTo>
                  <a:cubicBezTo>
                    <a:pt x="252" y="7940"/>
                    <a:pt x="0" y="8413"/>
                    <a:pt x="0" y="8948"/>
                  </a:cubicBezTo>
                  <a:cubicBezTo>
                    <a:pt x="0" y="9767"/>
                    <a:pt x="662" y="10461"/>
                    <a:pt x="1481" y="10461"/>
                  </a:cubicBezTo>
                  <a:cubicBezTo>
                    <a:pt x="1891" y="10461"/>
                    <a:pt x="2237" y="10303"/>
                    <a:pt x="2521" y="10051"/>
                  </a:cubicBezTo>
                  <a:cubicBezTo>
                    <a:pt x="3088" y="11563"/>
                    <a:pt x="4569" y="12729"/>
                    <a:pt x="6364" y="12729"/>
                  </a:cubicBezTo>
                  <a:cubicBezTo>
                    <a:pt x="8129" y="12729"/>
                    <a:pt x="9641" y="11595"/>
                    <a:pt x="10239" y="10051"/>
                  </a:cubicBezTo>
                  <a:cubicBezTo>
                    <a:pt x="10492" y="10303"/>
                    <a:pt x="10870" y="10461"/>
                    <a:pt x="11248" y="10461"/>
                  </a:cubicBezTo>
                  <a:cubicBezTo>
                    <a:pt x="12067" y="10461"/>
                    <a:pt x="12760" y="9767"/>
                    <a:pt x="12760" y="8948"/>
                  </a:cubicBezTo>
                  <a:cubicBezTo>
                    <a:pt x="12823" y="8413"/>
                    <a:pt x="12539" y="7877"/>
                    <a:pt x="12067" y="7657"/>
                  </a:cubicBezTo>
                  <a:cubicBezTo>
                    <a:pt x="12193" y="6743"/>
                    <a:pt x="11468" y="5955"/>
                    <a:pt x="10586" y="5955"/>
                  </a:cubicBezTo>
                  <a:lnTo>
                    <a:pt x="10586" y="5609"/>
                  </a:lnTo>
                  <a:cubicBezTo>
                    <a:pt x="10586" y="4002"/>
                    <a:pt x="9672" y="2616"/>
                    <a:pt x="8286" y="1954"/>
                  </a:cubicBezTo>
                  <a:cubicBezTo>
                    <a:pt x="8286" y="1419"/>
                    <a:pt x="8097" y="915"/>
                    <a:pt x="7751" y="568"/>
                  </a:cubicBezTo>
                  <a:cubicBezTo>
                    <a:pt x="7373" y="221"/>
                    <a:pt x="6900" y="1"/>
                    <a:pt x="639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59" name="Google Shape;2959;p46"/>
          <p:cNvGrpSpPr/>
          <p:nvPr/>
        </p:nvGrpSpPr>
        <p:grpSpPr>
          <a:xfrm>
            <a:off x="5952852" y="2005802"/>
            <a:ext cx="298807" cy="261199"/>
            <a:chOff x="-57187550" y="2314425"/>
            <a:chExt cx="319000" cy="278850"/>
          </a:xfrm>
        </p:grpSpPr>
        <p:sp>
          <p:nvSpPr>
            <p:cNvPr id="2960" name="Google Shape;2960;p46"/>
            <p:cNvSpPr/>
            <p:nvPr/>
          </p:nvSpPr>
          <p:spPr>
            <a:xfrm>
              <a:off x="-57073350" y="2445950"/>
              <a:ext cx="18125" cy="17350"/>
            </a:xfrm>
            <a:custGeom>
              <a:rect b="b" l="l" r="r" t="t"/>
              <a:pathLst>
                <a:path extrusionOk="0" h="694" w="725">
                  <a:moveTo>
                    <a:pt x="347" y="1"/>
                  </a:moveTo>
                  <a:cubicBezTo>
                    <a:pt x="158" y="1"/>
                    <a:pt x="1" y="158"/>
                    <a:pt x="1" y="347"/>
                  </a:cubicBezTo>
                  <a:cubicBezTo>
                    <a:pt x="1" y="536"/>
                    <a:pt x="158" y="694"/>
                    <a:pt x="347" y="694"/>
                  </a:cubicBezTo>
                  <a:cubicBezTo>
                    <a:pt x="536" y="694"/>
                    <a:pt x="725" y="536"/>
                    <a:pt x="725" y="347"/>
                  </a:cubicBezTo>
                  <a:cubicBezTo>
                    <a:pt x="725"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1" name="Google Shape;2961;p46"/>
            <p:cNvSpPr/>
            <p:nvPr/>
          </p:nvSpPr>
          <p:spPr>
            <a:xfrm>
              <a:off x="-56998525" y="2445175"/>
              <a:ext cx="17350" cy="18125"/>
            </a:xfrm>
            <a:custGeom>
              <a:rect b="b" l="l" r="r" t="t"/>
              <a:pathLst>
                <a:path extrusionOk="0" h="725" w="694">
                  <a:moveTo>
                    <a:pt x="347" y="0"/>
                  </a:moveTo>
                  <a:cubicBezTo>
                    <a:pt x="158" y="0"/>
                    <a:pt x="1" y="189"/>
                    <a:pt x="1" y="378"/>
                  </a:cubicBezTo>
                  <a:cubicBezTo>
                    <a:pt x="1" y="567"/>
                    <a:pt x="158" y="725"/>
                    <a:pt x="347" y="725"/>
                  </a:cubicBezTo>
                  <a:cubicBezTo>
                    <a:pt x="536" y="725"/>
                    <a:pt x="694" y="567"/>
                    <a:pt x="694" y="378"/>
                  </a:cubicBezTo>
                  <a:cubicBezTo>
                    <a:pt x="694" y="189"/>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2" name="Google Shape;2962;p46"/>
            <p:cNvSpPr/>
            <p:nvPr/>
          </p:nvSpPr>
          <p:spPr>
            <a:xfrm>
              <a:off x="-57063900" y="2508375"/>
              <a:ext cx="73275" cy="29750"/>
            </a:xfrm>
            <a:custGeom>
              <a:rect b="b" l="l" r="r" t="t"/>
              <a:pathLst>
                <a:path extrusionOk="0" h="1190" w="2931">
                  <a:moveTo>
                    <a:pt x="414" y="0"/>
                  </a:moveTo>
                  <a:cubicBezTo>
                    <a:pt x="316" y="0"/>
                    <a:pt x="221" y="40"/>
                    <a:pt x="158" y="119"/>
                  </a:cubicBezTo>
                  <a:cubicBezTo>
                    <a:pt x="1" y="276"/>
                    <a:pt x="1" y="528"/>
                    <a:pt x="158" y="654"/>
                  </a:cubicBezTo>
                  <a:cubicBezTo>
                    <a:pt x="536" y="1001"/>
                    <a:pt x="1009" y="1190"/>
                    <a:pt x="1481" y="1190"/>
                  </a:cubicBezTo>
                  <a:cubicBezTo>
                    <a:pt x="1954" y="1190"/>
                    <a:pt x="2458" y="1001"/>
                    <a:pt x="2773" y="654"/>
                  </a:cubicBezTo>
                  <a:cubicBezTo>
                    <a:pt x="2931" y="497"/>
                    <a:pt x="2931" y="245"/>
                    <a:pt x="2773" y="119"/>
                  </a:cubicBezTo>
                  <a:cubicBezTo>
                    <a:pt x="2710" y="40"/>
                    <a:pt x="2623" y="0"/>
                    <a:pt x="2533" y="0"/>
                  </a:cubicBezTo>
                  <a:cubicBezTo>
                    <a:pt x="2442" y="0"/>
                    <a:pt x="2348" y="40"/>
                    <a:pt x="2269" y="119"/>
                  </a:cubicBezTo>
                  <a:cubicBezTo>
                    <a:pt x="2048" y="339"/>
                    <a:pt x="1733" y="434"/>
                    <a:pt x="1481" y="434"/>
                  </a:cubicBezTo>
                  <a:cubicBezTo>
                    <a:pt x="1166" y="434"/>
                    <a:pt x="883" y="339"/>
                    <a:pt x="694" y="119"/>
                  </a:cubicBezTo>
                  <a:cubicBezTo>
                    <a:pt x="615" y="40"/>
                    <a:pt x="513" y="0"/>
                    <a:pt x="41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3" name="Google Shape;2963;p46"/>
            <p:cNvSpPr/>
            <p:nvPr/>
          </p:nvSpPr>
          <p:spPr>
            <a:xfrm>
              <a:off x="-57187550" y="2314425"/>
              <a:ext cx="319000" cy="278850"/>
            </a:xfrm>
            <a:custGeom>
              <a:rect b="b" l="l" r="r" t="t"/>
              <a:pathLst>
                <a:path extrusionOk="0" h="11154" w="12760">
                  <a:moveTo>
                    <a:pt x="6427" y="757"/>
                  </a:moveTo>
                  <a:cubicBezTo>
                    <a:pt x="7593" y="757"/>
                    <a:pt x="8633" y="1355"/>
                    <a:pt x="9200" y="2269"/>
                  </a:cubicBezTo>
                  <a:lnTo>
                    <a:pt x="3592" y="2269"/>
                  </a:lnTo>
                  <a:cubicBezTo>
                    <a:pt x="4222" y="1355"/>
                    <a:pt x="5230" y="757"/>
                    <a:pt x="6427" y="757"/>
                  </a:cubicBezTo>
                  <a:close/>
                  <a:moveTo>
                    <a:pt x="5829" y="2993"/>
                  </a:moveTo>
                  <a:cubicBezTo>
                    <a:pt x="5325" y="3907"/>
                    <a:pt x="4317" y="4506"/>
                    <a:pt x="3277" y="4506"/>
                  </a:cubicBezTo>
                  <a:lnTo>
                    <a:pt x="3025" y="4506"/>
                  </a:lnTo>
                  <a:lnTo>
                    <a:pt x="3025" y="4159"/>
                  </a:lnTo>
                  <a:cubicBezTo>
                    <a:pt x="3025" y="3750"/>
                    <a:pt x="3119" y="3371"/>
                    <a:pt x="3214" y="2993"/>
                  </a:cubicBezTo>
                  <a:close/>
                  <a:moveTo>
                    <a:pt x="10555" y="5230"/>
                  </a:moveTo>
                  <a:cubicBezTo>
                    <a:pt x="10933" y="5230"/>
                    <a:pt x="11311" y="5577"/>
                    <a:pt x="11311" y="5986"/>
                  </a:cubicBezTo>
                  <a:cubicBezTo>
                    <a:pt x="11311" y="6396"/>
                    <a:pt x="10996" y="6742"/>
                    <a:pt x="10555" y="6742"/>
                  </a:cubicBezTo>
                  <a:lnTo>
                    <a:pt x="10555" y="5230"/>
                  </a:lnTo>
                  <a:close/>
                  <a:moveTo>
                    <a:pt x="1859" y="5419"/>
                  </a:moveTo>
                  <a:lnTo>
                    <a:pt x="1859" y="5419"/>
                  </a:lnTo>
                  <a:cubicBezTo>
                    <a:pt x="1702" y="5766"/>
                    <a:pt x="1544" y="6238"/>
                    <a:pt x="1544" y="6711"/>
                  </a:cubicBezTo>
                  <a:cubicBezTo>
                    <a:pt x="1544" y="6837"/>
                    <a:pt x="1544" y="6931"/>
                    <a:pt x="1576" y="7058"/>
                  </a:cubicBezTo>
                  <a:cubicBezTo>
                    <a:pt x="1324" y="7247"/>
                    <a:pt x="1072" y="7373"/>
                    <a:pt x="788" y="7467"/>
                  </a:cubicBezTo>
                  <a:lnTo>
                    <a:pt x="788" y="7089"/>
                  </a:lnTo>
                  <a:cubicBezTo>
                    <a:pt x="788" y="6364"/>
                    <a:pt x="1229" y="5734"/>
                    <a:pt x="1859" y="5419"/>
                  </a:cubicBezTo>
                  <a:close/>
                  <a:moveTo>
                    <a:pt x="2647" y="5514"/>
                  </a:moveTo>
                  <a:cubicBezTo>
                    <a:pt x="2804" y="5829"/>
                    <a:pt x="2993" y="6270"/>
                    <a:pt x="2993" y="6742"/>
                  </a:cubicBezTo>
                  <a:cubicBezTo>
                    <a:pt x="2993" y="7215"/>
                    <a:pt x="2804" y="7656"/>
                    <a:pt x="2647" y="7971"/>
                  </a:cubicBezTo>
                  <a:cubicBezTo>
                    <a:pt x="2489" y="7656"/>
                    <a:pt x="2269" y="7215"/>
                    <a:pt x="2269" y="6742"/>
                  </a:cubicBezTo>
                  <a:cubicBezTo>
                    <a:pt x="2269" y="6270"/>
                    <a:pt x="2489" y="5829"/>
                    <a:pt x="2647" y="5514"/>
                  </a:cubicBezTo>
                  <a:close/>
                  <a:moveTo>
                    <a:pt x="11720" y="6868"/>
                  </a:moveTo>
                  <a:cubicBezTo>
                    <a:pt x="11941" y="7026"/>
                    <a:pt x="12035" y="7215"/>
                    <a:pt x="12035" y="7467"/>
                  </a:cubicBezTo>
                  <a:cubicBezTo>
                    <a:pt x="12035" y="7877"/>
                    <a:pt x="11689" y="8192"/>
                    <a:pt x="11311" y="8192"/>
                  </a:cubicBezTo>
                  <a:cubicBezTo>
                    <a:pt x="10901" y="8192"/>
                    <a:pt x="10555" y="7845"/>
                    <a:pt x="10555" y="7467"/>
                  </a:cubicBezTo>
                  <a:cubicBezTo>
                    <a:pt x="11027" y="7467"/>
                    <a:pt x="11468" y="7215"/>
                    <a:pt x="11720" y="6868"/>
                  </a:cubicBezTo>
                  <a:close/>
                  <a:moveTo>
                    <a:pt x="9578" y="2962"/>
                  </a:moveTo>
                  <a:cubicBezTo>
                    <a:pt x="9672" y="3308"/>
                    <a:pt x="9767" y="3687"/>
                    <a:pt x="9767" y="4065"/>
                  </a:cubicBezTo>
                  <a:lnTo>
                    <a:pt x="9767" y="7058"/>
                  </a:lnTo>
                  <a:cubicBezTo>
                    <a:pt x="9798" y="8948"/>
                    <a:pt x="8255" y="10460"/>
                    <a:pt x="6427" y="10460"/>
                  </a:cubicBezTo>
                  <a:cubicBezTo>
                    <a:pt x="5041" y="10460"/>
                    <a:pt x="3781" y="9609"/>
                    <a:pt x="3277" y="8349"/>
                  </a:cubicBezTo>
                  <a:cubicBezTo>
                    <a:pt x="3497" y="7971"/>
                    <a:pt x="3781" y="7373"/>
                    <a:pt x="3781" y="6711"/>
                  </a:cubicBezTo>
                  <a:cubicBezTo>
                    <a:pt x="3781" y="6112"/>
                    <a:pt x="3592" y="5608"/>
                    <a:pt x="3340" y="5199"/>
                  </a:cubicBezTo>
                  <a:cubicBezTo>
                    <a:pt x="4789" y="5167"/>
                    <a:pt x="6112" y="4254"/>
                    <a:pt x="6648" y="2962"/>
                  </a:cubicBezTo>
                  <a:close/>
                  <a:moveTo>
                    <a:pt x="6364" y="0"/>
                  </a:moveTo>
                  <a:cubicBezTo>
                    <a:pt x="4096" y="0"/>
                    <a:pt x="2237" y="1859"/>
                    <a:pt x="2237" y="4096"/>
                  </a:cubicBezTo>
                  <a:lnTo>
                    <a:pt x="2237" y="4506"/>
                  </a:lnTo>
                  <a:cubicBezTo>
                    <a:pt x="977" y="4695"/>
                    <a:pt x="0" y="5766"/>
                    <a:pt x="0" y="7089"/>
                  </a:cubicBezTo>
                  <a:lnTo>
                    <a:pt x="0" y="7845"/>
                  </a:lnTo>
                  <a:cubicBezTo>
                    <a:pt x="0" y="8034"/>
                    <a:pt x="158" y="8192"/>
                    <a:pt x="347" y="8192"/>
                  </a:cubicBezTo>
                  <a:cubicBezTo>
                    <a:pt x="820" y="8192"/>
                    <a:pt x="1292" y="8066"/>
                    <a:pt x="1702" y="7814"/>
                  </a:cubicBezTo>
                  <a:cubicBezTo>
                    <a:pt x="1922" y="8412"/>
                    <a:pt x="2269" y="8790"/>
                    <a:pt x="2269" y="8790"/>
                  </a:cubicBezTo>
                  <a:cubicBezTo>
                    <a:pt x="2350" y="8845"/>
                    <a:pt x="2455" y="8923"/>
                    <a:pt x="2584" y="8923"/>
                  </a:cubicBezTo>
                  <a:cubicBezTo>
                    <a:pt x="2604" y="8923"/>
                    <a:pt x="2625" y="8921"/>
                    <a:pt x="2647" y="8916"/>
                  </a:cubicBezTo>
                  <a:cubicBezTo>
                    <a:pt x="2899" y="9515"/>
                    <a:pt x="3340" y="9987"/>
                    <a:pt x="3907" y="10366"/>
                  </a:cubicBezTo>
                  <a:cubicBezTo>
                    <a:pt x="4600" y="10870"/>
                    <a:pt x="5419" y="11153"/>
                    <a:pt x="6301" y="11153"/>
                  </a:cubicBezTo>
                  <a:cubicBezTo>
                    <a:pt x="8066" y="11153"/>
                    <a:pt x="9578" y="10050"/>
                    <a:pt x="10145" y="8507"/>
                  </a:cubicBezTo>
                  <a:cubicBezTo>
                    <a:pt x="10429" y="8759"/>
                    <a:pt x="10775" y="8916"/>
                    <a:pt x="11185" y="8916"/>
                  </a:cubicBezTo>
                  <a:cubicBezTo>
                    <a:pt x="12004" y="8916"/>
                    <a:pt x="12665" y="8255"/>
                    <a:pt x="12665" y="7404"/>
                  </a:cubicBezTo>
                  <a:cubicBezTo>
                    <a:pt x="12760" y="6931"/>
                    <a:pt x="12476" y="6427"/>
                    <a:pt x="12004" y="6144"/>
                  </a:cubicBezTo>
                  <a:cubicBezTo>
                    <a:pt x="12130" y="5230"/>
                    <a:pt x="11405" y="4443"/>
                    <a:pt x="10523" y="4443"/>
                  </a:cubicBezTo>
                  <a:lnTo>
                    <a:pt x="10523" y="4096"/>
                  </a:lnTo>
                  <a:cubicBezTo>
                    <a:pt x="10523" y="1859"/>
                    <a:pt x="8664" y="0"/>
                    <a:pt x="636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64" name="Google Shape;2964;p46"/>
          <p:cNvGrpSpPr/>
          <p:nvPr/>
        </p:nvGrpSpPr>
        <p:grpSpPr>
          <a:xfrm>
            <a:off x="5966855" y="2424949"/>
            <a:ext cx="270800" cy="298643"/>
            <a:chOff x="-57172600" y="2686375"/>
            <a:chExt cx="289100" cy="318825"/>
          </a:xfrm>
        </p:grpSpPr>
        <p:sp>
          <p:nvSpPr>
            <p:cNvPr id="2965" name="Google Shape;2965;p46"/>
            <p:cNvSpPr/>
            <p:nvPr/>
          </p:nvSpPr>
          <p:spPr>
            <a:xfrm>
              <a:off x="-57063900" y="2937625"/>
              <a:ext cx="73275" cy="29750"/>
            </a:xfrm>
            <a:custGeom>
              <a:rect b="b" l="l" r="r" t="t"/>
              <a:pathLst>
                <a:path extrusionOk="0" h="1190" w="2931">
                  <a:moveTo>
                    <a:pt x="414" y="1"/>
                  </a:moveTo>
                  <a:cubicBezTo>
                    <a:pt x="316" y="1"/>
                    <a:pt x="221" y="40"/>
                    <a:pt x="158" y="119"/>
                  </a:cubicBezTo>
                  <a:cubicBezTo>
                    <a:pt x="1" y="276"/>
                    <a:pt x="1" y="528"/>
                    <a:pt x="158" y="654"/>
                  </a:cubicBezTo>
                  <a:cubicBezTo>
                    <a:pt x="536" y="1001"/>
                    <a:pt x="1009" y="1190"/>
                    <a:pt x="1481" y="1190"/>
                  </a:cubicBezTo>
                  <a:cubicBezTo>
                    <a:pt x="1954" y="1190"/>
                    <a:pt x="2458" y="1001"/>
                    <a:pt x="2773" y="654"/>
                  </a:cubicBezTo>
                  <a:cubicBezTo>
                    <a:pt x="2931" y="497"/>
                    <a:pt x="2931" y="245"/>
                    <a:pt x="2773" y="119"/>
                  </a:cubicBezTo>
                  <a:cubicBezTo>
                    <a:pt x="2710" y="72"/>
                    <a:pt x="2623" y="48"/>
                    <a:pt x="2533" y="48"/>
                  </a:cubicBezTo>
                  <a:cubicBezTo>
                    <a:pt x="2442" y="48"/>
                    <a:pt x="2348" y="72"/>
                    <a:pt x="2269" y="119"/>
                  </a:cubicBezTo>
                  <a:cubicBezTo>
                    <a:pt x="2048" y="339"/>
                    <a:pt x="1733" y="434"/>
                    <a:pt x="1481" y="434"/>
                  </a:cubicBezTo>
                  <a:cubicBezTo>
                    <a:pt x="1166" y="434"/>
                    <a:pt x="883" y="339"/>
                    <a:pt x="694" y="119"/>
                  </a:cubicBezTo>
                  <a:cubicBezTo>
                    <a:pt x="615" y="40"/>
                    <a:pt x="513" y="1"/>
                    <a:pt x="41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6" name="Google Shape;2966;p46"/>
            <p:cNvSpPr/>
            <p:nvPr/>
          </p:nvSpPr>
          <p:spPr>
            <a:xfrm>
              <a:off x="-57172600" y="2686375"/>
              <a:ext cx="289100" cy="318825"/>
            </a:xfrm>
            <a:custGeom>
              <a:rect b="b" l="l" r="r" t="t"/>
              <a:pathLst>
                <a:path extrusionOk="0" h="12753" w="11564">
                  <a:moveTo>
                    <a:pt x="5798" y="788"/>
                  </a:moveTo>
                  <a:cubicBezTo>
                    <a:pt x="6160" y="788"/>
                    <a:pt x="6523" y="922"/>
                    <a:pt x="6806" y="1190"/>
                  </a:cubicBezTo>
                  <a:cubicBezTo>
                    <a:pt x="6853" y="1261"/>
                    <a:pt x="6954" y="1296"/>
                    <a:pt x="7054" y="1296"/>
                  </a:cubicBezTo>
                  <a:cubicBezTo>
                    <a:pt x="7088" y="1296"/>
                    <a:pt x="7121" y="1292"/>
                    <a:pt x="7153" y="1284"/>
                  </a:cubicBezTo>
                  <a:cubicBezTo>
                    <a:pt x="7276" y="1253"/>
                    <a:pt x="7401" y="1239"/>
                    <a:pt x="7523" y="1239"/>
                  </a:cubicBezTo>
                  <a:cubicBezTo>
                    <a:pt x="8150" y="1239"/>
                    <a:pt x="8727" y="1629"/>
                    <a:pt x="8885" y="2261"/>
                  </a:cubicBezTo>
                  <a:cubicBezTo>
                    <a:pt x="8917" y="2387"/>
                    <a:pt x="9011" y="2513"/>
                    <a:pt x="9169" y="2545"/>
                  </a:cubicBezTo>
                  <a:cubicBezTo>
                    <a:pt x="9925" y="2734"/>
                    <a:pt x="10335" y="3521"/>
                    <a:pt x="10146" y="4277"/>
                  </a:cubicBezTo>
                  <a:cubicBezTo>
                    <a:pt x="10114" y="4403"/>
                    <a:pt x="10146" y="4561"/>
                    <a:pt x="10240" y="4624"/>
                  </a:cubicBezTo>
                  <a:cubicBezTo>
                    <a:pt x="10776" y="5191"/>
                    <a:pt x="10776" y="6073"/>
                    <a:pt x="10240" y="6640"/>
                  </a:cubicBezTo>
                  <a:cubicBezTo>
                    <a:pt x="10177" y="6672"/>
                    <a:pt x="10146" y="6703"/>
                    <a:pt x="10146" y="6798"/>
                  </a:cubicBezTo>
                  <a:cubicBezTo>
                    <a:pt x="9988" y="6766"/>
                    <a:pt x="9925" y="6766"/>
                    <a:pt x="9515" y="6766"/>
                  </a:cubicBezTo>
                  <a:cubicBezTo>
                    <a:pt x="9169" y="6325"/>
                    <a:pt x="8665" y="6010"/>
                    <a:pt x="8035" y="6010"/>
                  </a:cubicBezTo>
                  <a:cubicBezTo>
                    <a:pt x="6523" y="6010"/>
                    <a:pt x="5199" y="4970"/>
                    <a:pt x="4790" y="3553"/>
                  </a:cubicBezTo>
                  <a:cubicBezTo>
                    <a:pt x="4766" y="3408"/>
                    <a:pt x="4612" y="3300"/>
                    <a:pt x="4442" y="3300"/>
                  </a:cubicBezTo>
                  <a:cubicBezTo>
                    <a:pt x="4391" y="3300"/>
                    <a:pt x="4337" y="3310"/>
                    <a:pt x="4286" y="3332"/>
                  </a:cubicBezTo>
                  <a:cubicBezTo>
                    <a:pt x="3530" y="3647"/>
                    <a:pt x="2868" y="4151"/>
                    <a:pt x="2395" y="4813"/>
                  </a:cubicBezTo>
                  <a:cubicBezTo>
                    <a:pt x="1986" y="5412"/>
                    <a:pt x="1734" y="6073"/>
                    <a:pt x="1671" y="6798"/>
                  </a:cubicBezTo>
                  <a:cubicBezTo>
                    <a:pt x="1608" y="6798"/>
                    <a:pt x="1513" y="6798"/>
                    <a:pt x="1450" y="6829"/>
                  </a:cubicBezTo>
                  <a:cubicBezTo>
                    <a:pt x="1450" y="6703"/>
                    <a:pt x="1419" y="6672"/>
                    <a:pt x="1356" y="6640"/>
                  </a:cubicBezTo>
                  <a:cubicBezTo>
                    <a:pt x="820" y="6073"/>
                    <a:pt x="820" y="5191"/>
                    <a:pt x="1356" y="4624"/>
                  </a:cubicBezTo>
                  <a:cubicBezTo>
                    <a:pt x="1450" y="4561"/>
                    <a:pt x="1482" y="4403"/>
                    <a:pt x="1450" y="4277"/>
                  </a:cubicBezTo>
                  <a:cubicBezTo>
                    <a:pt x="1261" y="3521"/>
                    <a:pt x="1671" y="2734"/>
                    <a:pt x="2427" y="2545"/>
                  </a:cubicBezTo>
                  <a:cubicBezTo>
                    <a:pt x="2553" y="2513"/>
                    <a:pt x="2679" y="2419"/>
                    <a:pt x="2710" y="2261"/>
                  </a:cubicBezTo>
                  <a:cubicBezTo>
                    <a:pt x="2869" y="1629"/>
                    <a:pt x="3445" y="1239"/>
                    <a:pt x="4072" y="1239"/>
                  </a:cubicBezTo>
                  <a:cubicBezTo>
                    <a:pt x="4195" y="1239"/>
                    <a:pt x="4320" y="1253"/>
                    <a:pt x="4443" y="1284"/>
                  </a:cubicBezTo>
                  <a:cubicBezTo>
                    <a:pt x="4475" y="1292"/>
                    <a:pt x="4508" y="1296"/>
                    <a:pt x="4542" y="1296"/>
                  </a:cubicBezTo>
                  <a:cubicBezTo>
                    <a:pt x="4642" y="1296"/>
                    <a:pt x="4742" y="1261"/>
                    <a:pt x="4790" y="1190"/>
                  </a:cubicBezTo>
                  <a:cubicBezTo>
                    <a:pt x="5073" y="922"/>
                    <a:pt x="5436" y="788"/>
                    <a:pt x="5798" y="788"/>
                  </a:cubicBezTo>
                  <a:close/>
                  <a:moveTo>
                    <a:pt x="4254" y="4151"/>
                  </a:moveTo>
                  <a:cubicBezTo>
                    <a:pt x="4664" y="5286"/>
                    <a:pt x="5609" y="6168"/>
                    <a:pt x="6775" y="6514"/>
                  </a:cubicBezTo>
                  <a:cubicBezTo>
                    <a:pt x="6491" y="6766"/>
                    <a:pt x="6333" y="7113"/>
                    <a:pt x="6239" y="7459"/>
                  </a:cubicBezTo>
                  <a:lnTo>
                    <a:pt x="5388" y="7459"/>
                  </a:lnTo>
                  <a:lnTo>
                    <a:pt x="5388" y="7491"/>
                  </a:lnTo>
                  <a:cubicBezTo>
                    <a:pt x="5231" y="6640"/>
                    <a:pt x="4443" y="6010"/>
                    <a:pt x="3561" y="6010"/>
                  </a:cubicBezTo>
                  <a:cubicBezTo>
                    <a:pt x="3183" y="6010"/>
                    <a:pt x="2868" y="6136"/>
                    <a:pt x="2553" y="6325"/>
                  </a:cubicBezTo>
                  <a:cubicBezTo>
                    <a:pt x="2773" y="5412"/>
                    <a:pt x="3372" y="4624"/>
                    <a:pt x="4254" y="4151"/>
                  </a:cubicBezTo>
                  <a:close/>
                  <a:moveTo>
                    <a:pt x="3561" y="6766"/>
                  </a:moveTo>
                  <a:cubicBezTo>
                    <a:pt x="4191" y="6766"/>
                    <a:pt x="4664" y="7270"/>
                    <a:pt x="4664" y="7869"/>
                  </a:cubicBezTo>
                  <a:cubicBezTo>
                    <a:pt x="4664" y="8436"/>
                    <a:pt x="4160" y="8972"/>
                    <a:pt x="3561" y="8972"/>
                  </a:cubicBezTo>
                  <a:cubicBezTo>
                    <a:pt x="2931" y="8972"/>
                    <a:pt x="2458" y="8436"/>
                    <a:pt x="2458" y="7869"/>
                  </a:cubicBezTo>
                  <a:cubicBezTo>
                    <a:pt x="2458" y="7270"/>
                    <a:pt x="2931" y="6766"/>
                    <a:pt x="3561" y="6766"/>
                  </a:cubicBezTo>
                  <a:close/>
                  <a:moveTo>
                    <a:pt x="8066" y="6766"/>
                  </a:moveTo>
                  <a:cubicBezTo>
                    <a:pt x="8696" y="6766"/>
                    <a:pt x="9169" y="7270"/>
                    <a:pt x="9169" y="7869"/>
                  </a:cubicBezTo>
                  <a:cubicBezTo>
                    <a:pt x="9169" y="8436"/>
                    <a:pt x="8665" y="8972"/>
                    <a:pt x="8066" y="8972"/>
                  </a:cubicBezTo>
                  <a:cubicBezTo>
                    <a:pt x="7436" y="8972"/>
                    <a:pt x="6964" y="8436"/>
                    <a:pt x="6964" y="7869"/>
                  </a:cubicBezTo>
                  <a:cubicBezTo>
                    <a:pt x="6964" y="7270"/>
                    <a:pt x="7436" y="6766"/>
                    <a:pt x="8066" y="6766"/>
                  </a:cubicBezTo>
                  <a:close/>
                  <a:moveTo>
                    <a:pt x="1734" y="7491"/>
                  </a:moveTo>
                  <a:lnTo>
                    <a:pt x="1734" y="9003"/>
                  </a:lnTo>
                  <a:cubicBezTo>
                    <a:pt x="1293" y="9003"/>
                    <a:pt x="978" y="8657"/>
                    <a:pt x="978" y="8247"/>
                  </a:cubicBezTo>
                  <a:cubicBezTo>
                    <a:pt x="978" y="7869"/>
                    <a:pt x="1324" y="7491"/>
                    <a:pt x="1734" y="7491"/>
                  </a:cubicBezTo>
                  <a:close/>
                  <a:moveTo>
                    <a:pt x="9925" y="7491"/>
                  </a:moveTo>
                  <a:cubicBezTo>
                    <a:pt x="10303" y="7491"/>
                    <a:pt x="10650" y="7806"/>
                    <a:pt x="10650" y="8247"/>
                  </a:cubicBezTo>
                  <a:cubicBezTo>
                    <a:pt x="10650" y="8657"/>
                    <a:pt x="10303" y="9003"/>
                    <a:pt x="9925" y="9003"/>
                  </a:cubicBezTo>
                  <a:lnTo>
                    <a:pt x="9925" y="7491"/>
                  </a:lnTo>
                  <a:close/>
                  <a:moveTo>
                    <a:pt x="6207" y="8215"/>
                  </a:moveTo>
                  <a:cubicBezTo>
                    <a:pt x="6365" y="9066"/>
                    <a:pt x="7153" y="9696"/>
                    <a:pt x="8035" y="9696"/>
                  </a:cubicBezTo>
                  <a:cubicBezTo>
                    <a:pt x="8476" y="9696"/>
                    <a:pt x="8822" y="9539"/>
                    <a:pt x="9137" y="9350"/>
                  </a:cubicBezTo>
                  <a:lnTo>
                    <a:pt x="9137" y="10137"/>
                  </a:lnTo>
                  <a:lnTo>
                    <a:pt x="9169" y="10137"/>
                  </a:lnTo>
                  <a:cubicBezTo>
                    <a:pt x="9169" y="11177"/>
                    <a:pt x="8350" y="11996"/>
                    <a:pt x="7310" y="11996"/>
                  </a:cubicBezTo>
                  <a:lnTo>
                    <a:pt x="4317" y="11996"/>
                  </a:lnTo>
                  <a:cubicBezTo>
                    <a:pt x="3309" y="11996"/>
                    <a:pt x="2458" y="11177"/>
                    <a:pt x="2458" y="10137"/>
                  </a:cubicBezTo>
                  <a:lnTo>
                    <a:pt x="2458" y="9350"/>
                  </a:lnTo>
                  <a:cubicBezTo>
                    <a:pt x="2773" y="9602"/>
                    <a:pt x="3183" y="9696"/>
                    <a:pt x="3561" y="9696"/>
                  </a:cubicBezTo>
                  <a:cubicBezTo>
                    <a:pt x="4475" y="9696"/>
                    <a:pt x="5231" y="9066"/>
                    <a:pt x="5388" y="8215"/>
                  </a:cubicBezTo>
                  <a:close/>
                  <a:moveTo>
                    <a:pt x="5794" y="1"/>
                  </a:moveTo>
                  <a:cubicBezTo>
                    <a:pt x="5310" y="1"/>
                    <a:pt x="4821" y="166"/>
                    <a:pt x="4412" y="497"/>
                  </a:cubicBezTo>
                  <a:cubicBezTo>
                    <a:pt x="4291" y="479"/>
                    <a:pt x="4172" y="470"/>
                    <a:pt x="4054" y="470"/>
                  </a:cubicBezTo>
                  <a:cubicBezTo>
                    <a:pt x="3154" y="470"/>
                    <a:pt x="2355" y="992"/>
                    <a:pt x="2049" y="1883"/>
                  </a:cubicBezTo>
                  <a:cubicBezTo>
                    <a:pt x="1104" y="2230"/>
                    <a:pt x="505" y="3238"/>
                    <a:pt x="663" y="4246"/>
                  </a:cubicBezTo>
                  <a:cubicBezTo>
                    <a:pt x="1" y="5033"/>
                    <a:pt x="1" y="6168"/>
                    <a:pt x="663" y="6987"/>
                  </a:cubicBezTo>
                  <a:cubicBezTo>
                    <a:pt x="663" y="7018"/>
                    <a:pt x="663" y="7113"/>
                    <a:pt x="631" y="7144"/>
                  </a:cubicBezTo>
                  <a:cubicBezTo>
                    <a:pt x="348" y="7428"/>
                    <a:pt x="159" y="7806"/>
                    <a:pt x="159" y="8215"/>
                  </a:cubicBezTo>
                  <a:cubicBezTo>
                    <a:pt x="159" y="9035"/>
                    <a:pt x="820" y="9696"/>
                    <a:pt x="1639" y="9696"/>
                  </a:cubicBezTo>
                  <a:lnTo>
                    <a:pt x="1639" y="10137"/>
                  </a:lnTo>
                  <a:cubicBezTo>
                    <a:pt x="1639" y="11586"/>
                    <a:pt x="2836" y="12752"/>
                    <a:pt x="4254" y="12752"/>
                  </a:cubicBezTo>
                  <a:lnTo>
                    <a:pt x="7247" y="12752"/>
                  </a:lnTo>
                  <a:cubicBezTo>
                    <a:pt x="8696" y="12752"/>
                    <a:pt x="9831" y="11555"/>
                    <a:pt x="9831" y="10137"/>
                  </a:cubicBezTo>
                  <a:lnTo>
                    <a:pt x="9831" y="9696"/>
                  </a:lnTo>
                  <a:cubicBezTo>
                    <a:pt x="10681" y="9696"/>
                    <a:pt x="11343" y="9035"/>
                    <a:pt x="11343" y="8215"/>
                  </a:cubicBezTo>
                  <a:cubicBezTo>
                    <a:pt x="11406" y="7806"/>
                    <a:pt x="11217" y="7428"/>
                    <a:pt x="10933" y="7144"/>
                  </a:cubicBezTo>
                  <a:cubicBezTo>
                    <a:pt x="10933" y="7113"/>
                    <a:pt x="10933" y="7018"/>
                    <a:pt x="10902" y="6987"/>
                  </a:cubicBezTo>
                  <a:cubicBezTo>
                    <a:pt x="11563" y="6199"/>
                    <a:pt x="11563" y="5065"/>
                    <a:pt x="10902" y="4246"/>
                  </a:cubicBezTo>
                  <a:cubicBezTo>
                    <a:pt x="11059" y="3206"/>
                    <a:pt x="10492" y="2230"/>
                    <a:pt x="9515" y="1883"/>
                  </a:cubicBezTo>
                  <a:cubicBezTo>
                    <a:pt x="9206" y="1039"/>
                    <a:pt x="8344" y="472"/>
                    <a:pt x="7468" y="472"/>
                  </a:cubicBezTo>
                  <a:cubicBezTo>
                    <a:pt x="7363" y="472"/>
                    <a:pt x="7257" y="480"/>
                    <a:pt x="7153" y="497"/>
                  </a:cubicBezTo>
                  <a:cubicBezTo>
                    <a:pt x="6759" y="166"/>
                    <a:pt x="6278" y="1"/>
                    <a:pt x="579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67" name="Google Shape;2967;p46"/>
          <p:cNvGrpSpPr/>
          <p:nvPr/>
        </p:nvGrpSpPr>
        <p:grpSpPr>
          <a:xfrm>
            <a:off x="8136931" y="1554004"/>
            <a:ext cx="298081" cy="296606"/>
            <a:chOff x="-55225575" y="1903275"/>
            <a:chExt cx="318225" cy="316650"/>
          </a:xfrm>
        </p:grpSpPr>
        <p:sp>
          <p:nvSpPr>
            <p:cNvPr id="2968" name="Google Shape;2968;p46"/>
            <p:cNvSpPr/>
            <p:nvPr/>
          </p:nvSpPr>
          <p:spPr>
            <a:xfrm>
              <a:off x="-55104275" y="2116925"/>
              <a:ext cx="72475" cy="29750"/>
            </a:xfrm>
            <a:custGeom>
              <a:rect b="b" l="l" r="r" t="t"/>
              <a:pathLst>
                <a:path extrusionOk="0" h="1190" w="2899">
                  <a:moveTo>
                    <a:pt x="398" y="1"/>
                  </a:moveTo>
                  <a:cubicBezTo>
                    <a:pt x="307" y="1"/>
                    <a:pt x="221" y="40"/>
                    <a:pt x="158" y="119"/>
                  </a:cubicBezTo>
                  <a:cubicBezTo>
                    <a:pt x="0" y="276"/>
                    <a:pt x="0" y="497"/>
                    <a:pt x="158" y="623"/>
                  </a:cubicBezTo>
                  <a:cubicBezTo>
                    <a:pt x="504" y="969"/>
                    <a:pt x="977" y="1190"/>
                    <a:pt x="1449" y="1190"/>
                  </a:cubicBezTo>
                  <a:cubicBezTo>
                    <a:pt x="1953" y="1190"/>
                    <a:pt x="2426" y="969"/>
                    <a:pt x="2741" y="623"/>
                  </a:cubicBezTo>
                  <a:cubicBezTo>
                    <a:pt x="2898" y="465"/>
                    <a:pt x="2898" y="245"/>
                    <a:pt x="2741" y="119"/>
                  </a:cubicBezTo>
                  <a:cubicBezTo>
                    <a:pt x="2694" y="56"/>
                    <a:pt x="2607" y="24"/>
                    <a:pt x="2513" y="24"/>
                  </a:cubicBezTo>
                  <a:cubicBezTo>
                    <a:pt x="2418" y="24"/>
                    <a:pt x="2316" y="56"/>
                    <a:pt x="2237" y="119"/>
                  </a:cubicBezTo>
                  <a:cubicBezTo>
                    <a:pt x="2048" y="308"/>
                    <a:pt x="1733" y="434"/>
                    <a:pt x="1449" y="434"/>
                  </a:cubicBezTo>
                  <a:cubicBezTo>
                    <a:pt x="1134" y="434"/>
                    <a:pt x="851" y="308"/>
                    <a:pt x="662" y="119"/>
                  </a:cubicBezTo>
                  <a:cubicBezTo>
                    <a:pt x="583" y="40"/>
                    <a:pt x="488" y="1"/>
                    <a:pt x="3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9" name="Google Shape;2969;p46"/>
            <p:cNvSpPr/>
            <p:nvPr/>
          </p:nvSpPr>
          <p:spPr>
            <a:xfrm>
              <a:off x="-55113750" y="2053725"/>
              <a:ext cx="17350" cy="18125"/>
            </a:xfrm>
            <a:custGeom>
              <a:rect b="b" l="l" r="r" t="t"/>
              <a:pathLst>
                <a:path extrusionOk="0" h="725" w="694">
                  <a:moveTo>
                    <a:pt x="348" y="0"/>
                  </a:moveTo>
                  <a:cubicBezTo>
                    <a:pt x="158" y="0"/>
                    <a:pt x="1" y="158"/>
                    <a:pt x="1" y="347"/>
                  </a:cubicBezTo>
                  <a:cubicBezTo>
                    <a:pt x="1" y="536"/>
                    <a:pt x="158" y="725"/>
                    <a:pt x="348" y="725"/>
                  </a:cubicBezTo>
                  <a:cubicBezTo>
                    <a:pt x="537" y="725"/>
                    <a:pt x="694" y="536"/>
                    <a:pt x="694" y="347"/>
                  </a:cubicBezTo>
                  <a:cubicBezTo>
                    <a:pt x="694" y="158"/>
                    <a:pt x="537" y="0"/>
                    <a:pt x="34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0" name="Google Shape;2970;p46"/>
            <p:cNvSpPr/>
            <p:nvPr/>
          </p:nvSpPr>
          <p:spPr>
            <a:xfrm>
              <a:off x="-55039700" y="2053725"/>
              <a:ext cx="18125" cy="18125"/>
            </a:xfrm>
            <a:custGeom>
              <a:rect b="b" l="l" r="r" t="t"/>
              <a:pathLst>
                <a:path extrusionOk="0" h="725" w="725">
                  <a:moveTo>
                    <a:pt x="378" y="0"/>
                  </a:moveTo>
                  <a:cubicBezTo>
                    <a:pt x="189" y="0"/>
                    <a:pt x="0" y="158"/>
                    <a:pt x="0" y="347"/>
                  </a:cubicBezTo>
                  <a:cubicBezTo>
                    <a:pt x="0" y="536"/>
                    <a:pt x="189" y="725"/>
                    <a:pt x="378" y="725"/>
                  </a:cubicBezTo>
                  <a:cubicBezTo>
                    <a:pt x="568" y="725"/>
                    <a:pt x="725" y="536"/>
                    <a:pt x="725" y="347"/>
                  </a:cubicBezTo>
                  <a:cubicBezTo>
                    <a:pt x="725" y="158"/>
                    <a:pt x="568" y="0"/>
                    <a:pt x="3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1" name="Google Shape;2971;p46"/>
            <p:cNvSpPr/>
            <p:nvPr/>
          </p:nvSpPr>
          <p:spPr>
            <a:xfrm>
              <a:off x="-55225575" y="1903275"/>
              <a:ext cx="318225" cy="316650"/>
            </a:xfrm>
            <a:custGeom>
              <a:rect b="b" l="l" r="r" t="t"/>
              <a:pathLst>
                <a:path extrusionOk="0" h="12666" w="12729">
                  <a:moveTo>
                    <a:pt x="6333" y="757"/>
                  </a:moveTo>
                  <a:cubicBezTo>
                    <a:pt x="8790" y="757"/>
                    <a:pt x="10932" y="2679"/>
                    <a:pt x="11185" y="5105"/>
                  </a:cubicBezTo>
                  <a:cubicBezTo>
                    <a:pt x="11185" y="5231"/>
                    <a:pt x="11279" y="5357"/>
                    <a:pt x="11374" y="5388"/>
                  </a:cubicBezTo>
                  <a:cubicBezTo>
                    <a:pt x="11752" y="5577"/>
                    <a:pt x="11972" y="5987"/>
                    <a:pt x="11972" y="6365"/>
                  </a:cubicBezTo>
                  <a:cubicBezTo>
                    <a:pt x="11972" y="6680"/>
                    <a:pt x="11815" y="7058"/>
                    <a:pt x="11594" y="7247"/>
                  </a:cubicBezTo>
                  <a:cubicBezTo>
                    <a:pt x="11342" y="7373"/>
                    <a:pt x="11342" y="7625"/>
                    <a:pt x="11531" y="7783"/>
                  </a:cubicBezTo>
                  <a:cubicBezTo>
                    <a:pt x="11783" y="8035"/>
                    <a:pt x="11941" y="8318"/>
                    <a:pt x="11941" y="8633"/>
                  </a:cubicBezTo>
                  <a:cubicBezTo>
                    <a:pt x="11941" y="8948"/>
                    <a:pt x="11815" y="9263"/>
                    <a:pt x="11531" y="9452"/>
                  </a:cubicBezTo>
                  <a:cubicBezTo>
                    <a:pt x="11374" y="9610"/>
                    <a:pt x="11374" y="9830"/>
                    <a:pt x="11531" y="9988"/>
                  </a:cubicBezTo>
                  <a:cubicBezTo>
                    <a:pt x="11783" y="10240"/>
                    <a:pt x="11941" y="10524"/>
                    <a:pt x="11941" y="10839"/>
                  </a:cubicBezTo>
                  <a:cubicBezTo>
                    <a:pt x="11941" y="11437"/>
                    <a:pt x="11437" y="11941"/>
                    <a:pt x="10838" y="11941"/>
                  </a:cubicBezTo>
                  <a:lnTo>
                    <a:pt x="1828" y="11941"/>
                  </a:lnTo>
                  <a:cubicBezTo>
                    <a:pt x="1197" y="11941"/>
                    <a:pt x="725" y="11406"/>
                    <a:pt x="725" y="10839"/>
                  </a:cubicBezTo>
                  <a:cubicBezTo>
                    <a:pt x="725" y="10492"/>
                    <a:pt x="819" y="10208"/>
                    <a:pt x="1103" y="9988"/>
                  </a:cubicBezTo>
                  <a:cubicBezTo>
                    <a:pt x="1260" y="9830"/>
                    <a:pt x="1260" y="9610"/>
                    <a:pt x="1103" y="9452"/>
                  </a:cubicBezTo>
                  <a:cubicBezTo>
                    <a:pt x="882" y="9200"/>
                    <a:pt x="725" y="8917"/>
                    <a:pt x="725" y="8633"/>
                  </a:cubicBezTo>
                  <a:cubicBezTo>
                    <a:pt x="725" y="8318"/>
                    <a:pt x="819" y="8003"/>
                    <a:pt x="1103" y="7783"/>
                  </a:cubicBezTo>
                  <a:cubicBezTo>
                    <a:pt x="1260" y="7625"/>
                    <a:pt x="1260" y="7405"/>
                    <a:pt x="1103" y="7247"/>
                  </a:cubicBezTo>
                  <a:cubicBezTo>
                    <a:pt x="882" y="7058"/>
                    <a:pt x="725" y="6680"/>
                    <a:pt x="725" y="6365"/>
                  </a:cubicBezTo>
                  <a:cubicBezTo>
                    <a:pt x="725" y="5987"/>
                    <a:pt x="945" y="5577"/>
                    <a:pt x="1292" y="5388"/>
                  </a:cubicBezTo>
                  <a:cubicBezTo>
                    <a:pt x="1418" y="5357"/>
                    <a:pt x="1512" y="5231"/>
                    <a:pt x="1512" y="5105"/>
                  </a:cubicBezTo>
                  <a:cubicBezTo>
                    <a:pt x="1765" y="2679"/>
                    <a:pt x="3907" y="757"/>
                    <a:pt x="6333" y="757"/>
                  </a:cubicBezTo>
                  <a:close/>
                  <a:moveTo>
                    <a:pt x="6333" y="1"/>
                  </a:moveTo>
                  <a:cubicBezTo>
                    <a:pt x="3497" y="1"/>
                    <a:pt x="1134" y="2112"/>
                    <a:pt x="788" y="4853"/>
                  </a:cubicBezTo>
                  <a:cubicBezTo>
                    <a:pt x="284" y="5199"/>
                    <a:pt x="0" y="5735"/>
                    <a:pt x="0" y="6365"/>
                  </a:cubicBezTo>
                  <a:cubicBezTo>
                    <a:pt x="0" y="6774"/>
                    <a:pt x="158" y="7216"/>
                    <a:pt x="410" y="7531"/>
                  </a:cubicBezTo>
                  <a:cubicBezTo>
                    <a:pt x="158" y="7846"/>
                    <a:pt x="0" y="8224"/>
                    <a:pt x="0" y="8633"/>
                  </a:cubicBezTo>
                  <a:cubicBezTo>
                    <a:pt x="0" y="9011"/>
                    <a:pt x="126" y="9421"/>
                    <a:pt x="410" y="9736"/>
                  </a:cubicBezTo>
                  <a:cubicBezTo>
                    <a:pt x="158" y="10051"/>
                    <a:pt x="0" y="10429"/>
                    <a:pt x="0" y="10839"/>
                  </a:cubicBezTo>
                  <a:cubicBezTo>
                    <a:pt x="0" y="11847"/>
                    <a:pt x="819" y="12666"/>
                    <a:pt x="1859" y="12666"/>
                  </a:cubicBezTo>
                  <a:lnTo>
                    <a:pt x="10869" y="12666"/>
                  </a:lnTo>
                  <a:cubicBezTo>
                    <a:pt x="11909" y="12666"/>
                    <a:pt x="12728" y="11847"/>
                    <a:pt x="12728" y="10839"/>
                  </a:cubicBezTo>
                  <a:cubicBezTo>
                    <a:pt x="12728" y="10429"/>
                    <a:pt x="12602" y="10051"/>
                    <a:pt x="12319" y="9736"/>
                  </a:cubicBezTo>
                  <a:cubicBezTo>
                    <a:pt x="12571" y="9421"/>
                    <a:pt x="12728" y="9011"/>
                    <a:pt x="12728" y="8633"/>
                  </a:cubicBezTo>
                  <a:cubicBezTo>
                    <a:pt x="12634" y="8224"/>
                    <a:pt x="12539" y="7846"/>
                    <a:pt x="12287" y="7531"/>
                  </a:cubicBezTo>
                  <a:cubicBezTo>
                    <a:pt x="12539" y="7216"/>
                    <a:pt x="12697" y="6774"/>
                    <a:pt x="12697" y="6365"/>
                  </a:cubicBezTo>
                  <a:cubicBezTo>
                    <a:pt x="12697" y="5798"/>
                    <a:pt x="12382" y="5199"/>
                    <a:pt x="11909" y="4853"/>
                  </a:cubicBezTo>
                  <a:cubicBezTo>
                    <a:pt x="11500" y="2112"/>
                    <a:pt x="9137" y="1"/>
                    <a:pt x="633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2" name="Google Shape;2972;p46"/>
            <p:cNvSpPr/>
            <p:nvPr/>
          </p:nvSpPr>
          <p:spPr>
            <a:xfrm>
              <a:off x="-55170450" y="1959200"/>
              <a:ext cx="204800" cy="225300"/>
            </a:xfrm>
            <a:custGeom>
              <a:rect b="b" l="l" r="r" t="t"/>
              <a:pathLst>
                <a:path extrusionOk="0" h="9012" w="8192">
                  <a:moveTo>
                    <a:pt x="4128" y="1450"/>
                  </a:moveTo>
                  <a:cubicBezTo>
                    <a:pt x="4411" y="2017"/>
                    <a:pt x="4821" y="2490"/>
                    <a:pt x="5293" y="2836"/>
                  </a:cubicBezTo>
                  <a:cubicBezTo>
                    <a:pt x="5924" y="3340"/>
                    <a:pt x="6711" y="3624"/>
                    <a:pt x="7499" y="3687"/>
                  </a:cubicBezTo>
                  <a:cubicBezTo>
                    <a:pt x="7499" y="3813"/>
                    <a:pt x="7530" y="3970"/>
                    <a:pt x="7530" y="4096"/>
                  </a:cubicBezTo>
                  <a:lnTo>
                    <a:pt x="7530" y="5640"/>
                  </a:lnTo>
                  <a:lnTo>
                    <a:pt x="7436" y="5640"/>
                  </a:lnTo>
                  <a:cubicBezTo>
                    <a:pt x="7436" y="7089"/>
                    <a:pt x="6270" y="8224"/>
                    <a:pt x="4852" y="8224"/>
                  </a:cubicBezTo>
                  <a:lnTo>
                    <a:pt x="3340" y="8224"/>
                  </a:lnTo>
                  <a:cubicBezTo>
                    <a:pt x="1891" y="8224"/>
                    <a:pt x="757" y="7058"/>
                    <a:pt x="757" y="5640"/>
                  </a:cubicBezTo>
                  <a:lnTo>
                    <a:pt x="757" y="4096"/>
                  </a:lnTo>
                  <a:cubicBezTo>
                    <a:pt x="757" y="3970"/>
                    <a:pt x="757" y="3813"/>
                    <a:pt x="788" y="3687"/>
                  </a:cubicBezTo>
                  <a:cubicBezTo>
                    <a:pt x="1576" y="3624"/>
                    <a:pt x="2363" y="3340"/>
                    <a:pt x="2994" y="2836"/>
                  </a:cubicBezTo>
                  <a:cubicBezTo>
                    <a:pt x="3466" y="2427"/>
                    <a:pt x="3876" y="1954"/>
                    <a:pt x="4128" y="1450"/>
                  </a:cubicBezTo>
                  <a:close/>
                  <a:moveTo>
                    <a:pt x="4096" y="1"/>
                  </a:moveTo>
                  <a:cubicBezTo>
                    <a:pt x="3939" y="1"/>
                    <a:pt x="3781" y="127"/>
                    <a:pt x="3750" y="284"/>
                  </a:cubicBezTo>
                  <a:lnTo>
                    <a:pt x="3718" y="442"/>
                  </a:lnTo>
                  <a:cubicBezTo>
                    <a:pt x="3309" y="1923"/>
                    <a:pt x="1985" y="2994"/>
                    <a:pt x="442" y="2994"/>
                  </a:cubicBezTo>
                  <a:cubicBezTo>
                    <a:pt x="253" y="2994"/>
                    <a:pt x="127" y="3120"/>
                    <a:pt x="95" y="3309"/>
                  </a:cubicBezTo>
                  <a:cubicBezTo>
                    <a:pt x="32" y="3592"/>
                    <a:pt x="1" y="3876"/>
                    <a:pt x="1" y="4128"/>
                  </a:cubicBezTo>
                  <a:lnTo>
                    <a:pt x="1" y="5672"/>
                  </a:lnTo>
                  <a:cubicBezTo>
                    <a:pt x="1" y="7530"/>
                    <a:pt x="1513" y="9011"/>
                    <a:pt x="3340" y="9011"/>
                  </a:cubicBezTo>
                  <a:lnTo>
                    <a:pt x="4852" y="9011"/>
                  </a:lnTo>
                  <a:cubicBezTo>
                    <a:pt x="6711" y="9011"/>
                    <a:pt x="8192" y="7530"/>
                    <a:pt x="8192" y="5672"/>
                  </a:cubicBezTo>
                  <a:lnTo>
                    <a:pt x="8192" y="4128"/>
                  </a:lnTo>
                  <a:cubicBezTo>
                    <a:pt x="8192" y="3844"/>
                    <a:pt x="8160" y="3592"/>
                    <a:pt x="8129" y="3309"/>
                  </a:cubicBezTo>
                  <a:cubicBezTo>
                    <a:pt x="8066" y="3120"/>
                    <a:pt x="7908" y="2994"/>
                    <a:pt x="7751" y="2994"/>
                  </a:cubicBezTo>
                  <a:cubicBezTo>
                    <a:pt x="6239" y="2994"/>
                    <a:pt x="4884" y="1923"/>
                    <a:pt x="4506" y="442"/>
                  </a:cubicBezTo>
                  <a:lnTo>
                    <a:pt x="4443" y="284"/>
                  </a:lnTo>
                  <a:cubicBezTo>
                    <a:pt x="4411" y="127"/>
                    <a:pt x="4254" y="1"/>
                    <a:pt x="409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73" name="Google Shape;2973;p46"/>
          <p:cNvGrpSpPr/>
          <p:nvPr/>
        </p:nvGrpSpPr>
        <p:grpSpPr>
          <a:xfrm>
            <a:off x="8146157" y="1988098"/>
            <a:ext cx="279628" cy="296606"/>
            <a:chOff x="-55217700" y="2296300"/>
            <a:chExt cx="298525" cy="316650"/>
          </a:xfrm>
        </p:grpSpPr>
        <p:sp>
          <p:nvSpPr>
            <p:cNvPr id="2974" name="Google Shape;2974;p46"/>
            <p:cNvSpPr/>
            <p:nvPr/>
          </p:nvSpPr>
          <p:spPr>
            <a:xfrm>
              <a:off x="-55105075" y="2426275"/>
              <a:ext cx="17350" cy="17350"/>
            </a:xfrm>
            <a:custGeom>
              <a:rect b="b" l="l" r="r" t="t"/>
              <a:pathLst>
                <a:path extrusionOk="0" h="694" w="694">
                  <a:moveTo>
                    <a:pt x="347" y="0"/>
                  </a:moveTo>
                  <a:cubicBezTo>
                    <a:pt x="158" y="0"/>
                    <a:pt x="1" y="158"/>
                    <a:pt x="1" y="347"/>
                  </a:cubicBezTo>
                  <a:cubicBezTo>
                    <a:pt x="1" y="536"/>
                    <a:pt x="158" y="693"/>
                    <a:pt x="347" y="693"/>
                  </a:cubicBezTo>
                  <a:cubicBezTo>
                    <a:pt x="536" y="693"/>
                    <a:pt x="694" y="536"/>
                    <a:pt x="694" y="347"/>
                  </a:cubicBezTo>
                  <a:cubicBezTo>
                    <a:pt x="694" y="158"/>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5" name="Google Shape;2975;p46"/>
            <p:cNvSpPr/>
            <p:nvPr/>
          </p:nvSpPr>
          <p:spPr>
            <a:xfrm>
              <a:off x="-55030250" y="2426275"/>
              <a:ext cx="17350" cy="17350"/>
            </a:xfrm>
            <a:custGeom>
              <a:rect b="b" l="l" r="r" t="t"/>
              <a:pathLst>
                <a:path extrusionOk="0" h="694" w="694">
                  <a:moveTo>
                    <a:pt x="347" y="0"/>
                  </a:moveTo>
                  <a:cubicBezTo>
                    <a:pt x="158" y="0"/>
                    <a:pt x="0" y="158"/>
                    <a:pt x="0" y="347"/>
                  </a:cubicBezTo>
                  <a:cubicBezTo>
                    <a:pt x="0" y="536"/>
                    <a:pt x="158" y="693"/>
                    <a:pt x="347" y="693"/>
                  </a:cubicBezTo>
                  <a:cubicBezTo>
                    <a:pt x="536" y="693"/>
                    <a:pt x="694" y="536"/>
                    <a:pt x="694" y="347"/>
                  </a:cubicBezTo>
                  <a:cubicBezTo>
                    <a:pt x="694" y="158"/>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6" name="Google Shape;2976;p46"/>
            <p:cNvSpPr/>
            <p:nvPr/>
          </p:nvSpPr>
          <p:spPr>
            <a:xfrm>
              <a:off x="-55095625" y="2488675"/>
              <a:ext cx="73275" cy="29775"/>
            </a:xfrm>
            <a:custGeom>
              <a:rect b="b" l="l" r="r" t="t"/>
              <a:pathLst>
                <a:path extrusionOk="0" h="1191" w="2931">
                  <a:moveTo>
                    <a:pt x="398" y="1"/>
                  </a:moveTo>
                  <a:cubicBezTo>
                    <a:pt x="308" y="1"/>
                    <a:pt x="221" y="40"/>
                    <a:pt x="158" y="119"/>
                  </a:cubicBezTo>
                  <a:cubicBezTo>
                    <a:pt x="1" y="277"/>
                    <a:pt x="1" y="529"/>
                    <a:pt x="158" y="655"/>
                  </a:cubicBezTo>
                  <a:cubicBezTo>
                    <a:pt x="505" y="1001"/>
                    <a:pt x="977" y="1190"/>
                    <a:pt x="1450" y="1190"/>
                  </a:cubicBezTo>
                  <a:cubicBezTo>
                    <a:pt x="1985" y="1190"/>
                    <a:pt x="2458" y="1001"/>
                    <a:pt x="2773" y="655"/>
                  </a:cubicBezTo>
                  <a:cubicBezTo>
                    <a:pt x="2931" y="497"/>
                    <a:pt x="2931" y="245"/>
                    <a:pt x="2773" y="119"/>
                  </a:cubicBezTo>
                  <a:cubicBezTo>
                    <a:pt x="2685" y="66"/>
                    <a:pt x="2577" y="23"/>
                    <a:pt x="2471" y="23"/>
                  </a:cubicBezTo>
                  <a:cubicBezTo>
                    <a:pt x="2388" y="23"/>
                    <a:pt x="2307" y="50"/>
                    <a:pt x="2237" y="119"/>
                  </a:cubicBezTo>
                  <a:cubicBezTo>
                    <a:pt x="2048" y="340"/>
                    <a:pt x="1733" y="434"/>
                    <a:pt x="1450" y="434"/>
                  </a:cubicBezTo>
                  <a:cubicBezTo>
                    <a:pt x="1135" y="434"/>
                    <a:pt x="883" y="340"/>
                    <a:pt x="662" y="119"/>
                  </a:cubicBezTo>
                  <a:cubicBezTo>
                    <a:pt x="583" y="40"/>
                    <a:pt x="489" y="1"/>
                    <a:pt x="3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7" name="Google Shape;2977;p46"/>
            <p:cNvSpPr/>
            <p:nvPr/>
          </p:nvSpPr>
          <p:spPr>
            <a:xfrm>
              <a:off x="-55217700" y="2296300"/>
              <a:ext cx="298525" cy="316650"/>
            </a:xfrm>
            <a:custGeom>
              <a:rect b="b" l="l" r="r" t="t"/>
              <a:pathLst>
                <a:path extrusionOk="0" h="12666" w="11941">
                  <a:moveTo>
                    <a:pt x="8601" y="694"/>
                  </a:moveTo>
                  <a:cubicBezTo>
                    <a:pt x="9105" y="694"/>
                    <a:pt x="9578" y="1040"/>
                    <a:pt x="9704" y="1545"/>
                  </a:cubicBezTo>
                  <a:lnTo>
                    <a:pt x="2993" y="3561"/>
                  </a:lnTo>
                  <a:lnTo>
                    <a:pt x="2993" y="1797"/>
                  </a:lnTo>
                  <a:cubicBezTo>
                    <a:pt x="2993" y="1167"/>
                    <a:pt x="3497" y="694"/>
                    <a:pt x="4096" y="694"/>
                  </a:cubicBezTo>
                  <a:close/>
                  <a:moveTo>
                    <a:pt x="9735" y="2301"/>
                  </a:moveTo>
                  <a:lnTo>
                    <a:pt x="9735" y="3687"/>
                  </a:lnTo>
                  <a:lnTo>
                    <a:pt x="5199" y="3687"/>
                  </a:lnTo>
                  <a:lnTo>
                    <a:pt x="9735" y="2301"/>
                  </a:lnTo>
                  <a:close/>
                  <a:moveTo>
                    <a:pt x="10428" y="4380"/>
                  </a:moveTo>
                  <a:cubicBezTo>
                    <a:pt x="10838" y="4380"/>
                    <a:pt x="11185" y="4727"/>
                    <a:pt x="11185" y="5136"/>
                  </a:cubicBezTo>
                  <a:cubicBezTo>
                    <a:pt x="11185" y="5577"/>
                    <a:pt x="10870" y="5892"/>
                    <a:pt x="10428" y="5892"/>
                  </a:cubicBezTo>
                  <a:lnTo>
                    <a:pt x="10428" y="4380"/>
                  </a:lnTo>
                  <a:close/>
                  <a:moveTo>
                    <a:pt x="9767" y="4443"/>
                  </a:moveTo>
                  <a:cubicBezTo>
                    <a:pt x="9735" y="4664"/>
                    <a:pt x="9735" y="6774"/>
                    <a:pt x="9735" y="7026"/>
                  </a:cubicBezTo>
                  <a:cubicBezTo>
                    <a:pt x="9735" y="8885"/>
                    <a:pt x="8223" y="10397"/>
                    <a:pt x="6396" y="10397"/>
                  </a:cubicBezTo>
                  <a:cubicBezTo>
                    <a:pt x="4537" y="10397"/>
                    <a:pt x="3025" y="8885"/>
                    <a:pt x="3025" y="7026"/>
                  </a:cubicBezTo>
                  <a:lnTo>
                    <a:pt x="3025" y="4443"/>
                  </a:lnTo>
                  <a:close/>
                  <a:moveTo>
                    <a:pt x="2237" y="3309"/>
                  </a:moveTo>
                  <a:lnTo>
                    <a:pt x="2237" y="6995"/>
                  </a:lnTo>
                  <a:lnTo>
                    <a:pt x="2237" y="11910"/>
                  </a:lnTo>
                  <a:lnTo>
                    <a:pt x="756" y="11910"/>
                  </a:lnTo>
                  <a:lnTo>
                    <a:pt x="756" y="6711"/>
                  </a:lnTo>
                  <a:cubicBezTo>
                    <a:pt x="756" y="5420"/>
                    <a:pt x="1292" y="4159"/>
                    <a:pt x="2237" y="3309"/>
                  </a:cubicBezTo>
                  <a:close/>
                  <a:moveTo>
                    <a:pt x="4096" y="1"/>
                  </a:moveTo>
                  <a:cubicBezTo>
                    <a:pt x="3088" y="1"/>
                    <a:pt x="2269" y="820"/>
                    <a:pt x="2269" y="1828"/>
                  </a:cubicBezTo>
                  <a:lnTo>
                    <a:pt x="2269" y="2395"/>
                  </a:lnTo>
                  <a:cubicBezTo>
                    <a:pt x="819" y="3403"/>
                    <a:pt x="0" y="5042"/>
                    <a:pt x="0" y="6774"/>
                  </a:cubicBezTo>
                  <a:lnTo>
                    <a:pt x="0" y="12319"/>
                  </a:lnTo>
                  <a:cubicBezTo>
                    <a:pt x="0" y="12508"/>
                    <a:pt x="158" y="12666"/>
                    <a:pt x="378" y="12666"/>
                  </a:cubicBezTo>
                  <a:lnTo>
                    <a:pt x="2615" y="12666"/>
                  </a:lnTo>
                  <a:cubicBezTo>
                    <a:pt x="2804" y="12666"/>
                    <a:pt x="2962" y="12508"/>
                    <a:pt x="2962" y="12319"/>
                  </a:cubicBezTo>
                  <a:lnTo>
                    <a:pt x="2962" y="9389"/>
                  </a:lnTo>
                  <a:cubicBezTo>
                    <a:pt x="3718" y="10460"/>
                    <a:pt x="4915" y="11122"/>
                    <a:pt x="6301" y="11122"/>
                  </a:cubicBezTo>
                  <a:cubicBezTo>
                    <a:pt x="8538" y="11122"/>
                    <a:pt x="10397" y="9295"/>
                    <a:pt x="10397" y="7026"/>
                  </a:cubicBezTo>
                  <a:lnTo>
                    <a:pt x="10397" y="6680"/>
                  </a:lnTo>
                  <a:cubicBezTo>
                    <a:pt x="11216" y="6680"/>
                    <a:pt x="11909" y="6018"/>
                    <a:pt x="11909" y="5168"/>
                  </a:cubicBezTo>
                  <a:cubicBezTo>
                    <a:pt x="11941" y="4348"/>
                    <a:pt x="11279" y="3687"/>
                    <a:pt x="10428" y="3687"/>
                  </a:cubicBezTo>
                  <a:lnTo>
                    <a:pt x="10428" y="1828"/>
                  </a:lnTo>
                  <a:cubicBezTo>
                    <a:pt x="10428" y="820"/>
                    <a:pt x="9609" y="1"/>
                    <a:pt x="860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78" name="Google Shape;2978;p46"/>
          <p:cNvGrpSpPr/>
          <p:nvPr/>
        </p:nvGrpSpPr>
        <p:grpSpPr>
          <a:xfrm>
            <a:off x="8136193" y="2425968"/>
            <a:ext cx="299557" cy="296606"/>
            <a:chOff x="-55229525" y="2688550"/>
            <a:chExt cx="319800" cy="316650"/>
          </a:xfrm>
        </p:grpSpPr>
        <p:sp>
          <p:nvSpPr>
            <p:cNvPr id="2979" name="Google Shape;2979;p46"/>
            <p:cNvSpPr/>
            <p:nvPr/>
          </p:nvSpPr>
          <p:spPr>
            <a:xfrm>
              <a:off x="-55104275" y="2919525"/>
              <a:ext cx="72475" cy="28950"/>
            </a:xfrm>
            <a:custGeom>
              <a:rect b="b" l="l" r="r" t="t"/>
              <a:pathLst>
                <a:path extrusionOk="0" h="1158" w="2899">
                  <a:moveTo>
                    <a:pt x="398" y="0"/>
                  </a:moveTo>
                  <a:cubicBezTo>
                    <a:pt x="307" y="0"/>
                    <a:pt x="221" y="39"/>
                    <a:pt x="158" y="118"/>
                  </a:cubicBezTo>
                  <a:cubicBezTo>
                    <a:pt x="0" y="276"/>
                    <a:pt x="0" y="496"/>
                    <a:pt x="158" y="622"/>
                  </a:cubicBezTo>
                  <a:cubicBezTo>
                    <a:pt x="504" y="969"/>
                    <a:pt x="977" y="1158"/>
                    <a:pt x="1449" y="1158"/>
                  </a:cubicBezTo>
                  <a:cubicBezTo>
                    <a:pt x="1953" y="1158"/>
                    <a:pt x="2426" y="969"/>
                    <a:pt x="2741" y="622"/>
                  </a:cubicBezTo>
                  <a:cubicBezTo>
                    <a:pt x="2898" y="465"/>
                    <a:pt x="2898" y="213"/>
                    <a:pt x="2741" y="118"/>
                  </a:cubicBezTo>
                  <a:cubicBezTo>
                    <a:pt x="2694" y="39"/>
                    <a:pt x="2607" y="0"/>
                    <a:pt x="2513" y="0"/>
                  </a:cubicBezTo>
                  <a:cubicBezTo>
                    <a:pt x="2418" y="0"/>
                    <a:pt x="2316" y="39"/>
                    <a:pt x="2237" y="118"/>
                  </a:cubicBezTo>
                  <a:cubicBezTo>
                    <a:pt x="2048" y="307"/>
                    <a:pt x="1733" y="433"/>
                    <a:pt x="1449" y="433"/>
                  </a:cubicBezTo>
                  <a:cubicBezTo>
                    <a:pt x="1134" y="433"/>
                    <a:pt x="851" y="307"/>
                    <a:pt x="662" y="118"/>
                  </a:cubicBezTo>
                  <a:cubicBezTo>
                    <a:pt x="583" y="39"/>
                    <a:pt x="488" y="0"/>
                    <a:pt x="39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0" name="Google Shape;2980;p46"/>
            <p:cNvSpPr/>
            <p:nvPr/>
          </p:nvSpPr>
          <p:spPr>
            <a:xfrm>
              <a:off x="-55039700" y="2856300"/>
              <a:ext cx="18125" cy="17350"/>
            </a:xfrm>
            <a:custGeom>
              <a:rect b="b" l="l" r="r" t="t"/>
              <a:pathLst>
                <a:path extrusionOk="0" h="694" w="725">
                  <a:moveTo>
                    <a:pt x="378" y="1"/>
                  </a:moveTo>
                  <a:cubicBezTo>
                    <a:pt x="189" y="1"/>
                    <a:pt x="0" y="158"/>
                    <a:pt x="0" y="347"/>
                  </a:cubicBezTo>
                  <a:cubicBezTo>
                    <a:pt x="0" y="536"/>
                    <a:pt x="189" y="694"/>
                    <a:pt x="378" y="694"/>
                  </a:cubicBezTo>
                  <a:cubicBezTo>
                    <a:pt x="568" y="694"/>
                    <a:pt x="725" y="536"/>
                    <a:pt x="725" y="347"/>
                  </a:cubicBezTo>
                  <a:cubicBezTo>
                    <a:pt x="725" y="158"/>
                    <a:pt x="568" y="1"/>
                    <a:pt x="37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1" name="Google Shape;2981;p46"/>
            <p:cNvSpPr/>
            <p:nvPr/>
          </p:nvSpPr>
          <p:spPr>
            <a:xfrm>
              <a:off x="-55113750" y="2856300"/>
              <a:ext cx="17350" cy="17350"/>
            </a:xfrm>
            <a:custGeom>
              <a:rect b="b" l="l" r="r" t="t"/>
              <a:pathLst>
                <a:path extrusionOk="0" h="694" w="694">
                  <a:moveTo>
                    <a:pt x="348" y="1"/>
                  </a:moveTo>
                  <a:cubicBezTo>
                    <a:pt x="158" y="1"/>
                    <a:pt x="1" y="158"/>
                    <a:pt x="1" y="347"/>
                  </a:cubicBezTo>
                  <a:cubicBezTo>
                    <a:pt x="1" y="536"/>
                    <a:pt x="158" y="694"/>
                    <a:pt x="348" y="694"/>
                  </a:cubicBezTo>
                  <a:cubicBezTo>
                    <a:pt x="537" y="694"/>
                    <a:pt x="694" y="536"/>
                    <a:pt x="694" y="347"/>
                  </a:cubicBezTo>
                  <a:cubicBezTo>
                    <a:pt x="694" y="158"/>
                    <a:pt x="537" y="1"/>
                    <a:pt x="3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2" name="Google Shape;2982;p46"/>
            <p:cNvSpPr/>
            <p:nvPr/>
          </p:nvSpPr>
          <p:spPr>
            <a:xfrm>
              <a:off x="-55229525" y="2688550"/>
              <a:ext cx="319800" cy="316650"/>
            </a:xfrm>
            <a:custGeom>
              <a:rect b="b" l="l" r="r" t="t"/>
              <a:pathLst>
                <a:path extrusionOk="0" h="12666" w="12792">
                  <a:moveTo>
                    <a:pt x="6648" y="693"/>
                  </a:moveTo>
                  <a:cubicBezTo>
                    <a:pt x="6806" y="693"/>
                    <a:pt x="6963" y="788"/>
                    <a:pt x="7026" y="914"/>
                  </a:cubicBezTo>
                  <a:cubicBezTo>
                    <a:pt x="7089" y="1197"/>
                    <a:pt x="7184" y="1386"/>
                    <a:pt x="7247" y="1670"/>
                  </a:cubicBezTo>
                  <a:cubicBezTo>
                    <a:pt x="7341" y="1891"/>
                    <a:pt x="7121" y="2143"/>
                    <a:pt x="6900" y="2143"/>
                  </a:cubicBezTo>
                  <a:lnTo>
                    <a:pt x="5987" y="2143"/>
                  </a:lnTo>
                  <a:cubicBezTo>
                    <a:pt x="5766" y="2143"/>
                    <a:pt x="5546" y="1891"/>
                    <a:pt x="5640" y="1670"/>
                  </a:cubicBezTo>
                  <a:cubicBezTo>
                    <a:pt x="5703" y="1418"/>
                    <a:pt x="5798" y="1197"/>
                    <a:pt x="5892" y="914"/>
                  </a:cubicBezTo>
                  <a:cubicBezTo>
                    <a:pt x="5955" y="756"/>
                    <a:pt x="6081" y="693"/>
                    <a:pt x="6239" y="693"/>
                  </a:cubicBezTo>
                  <a:close/>
                  <a:moveTo>
                    <a:pt x="7845" y="2332"/>
                  </a:moveTo>
                  <a:cubicBezTo>
                    <a:pt x="10271" y="2962"/>
                    <a:pt x="12004" y="5199"/>
                    <a:pt x="12004" y="7813"/>
                  </a:cubicBezTo>
                  <a:cubicBezTo>
                    <a:pt x="12067" y="8444"/>
                    <a:pt x="11595" y="8916"/>
                    <a:pt x="10964" y="8916"/>
                  </a:cubicBezTo>
                  <a:lnTo>
                    <a:pt x="10523" y="8916"/>
                  </a:lnTo>
                  <a:lnTo>
                    <a:pt x="10523" y="8570"/>
                  </a:lnTo>
                  <a:lnTo>
                    <a:pt x="10523" y="7057"/>
                  </a:lnTo>
                  <a:cubicBezTo>
                    <a:pt x="10523" y="5608"/>
                    <a:pt x="9326" y="4474"/>
                    <a:pt x="7908" y="4474"/>
                  </a:cubicBezTo>
                  <a:lnTo>
                    <a:pt x="4915" y="4474"/>
                  </a:lnTo>
                  <a:cubicBezTo>
                    <a:pt x="3466" y="4474"/>
                    <a:pt x="2332" y="5640"/>
                    <a:pt x="2332" y="7057"/>
                  </a:cubicBezTo>
                  <a:lnTo>
                    <a:pt x="2332" y="8570"/>
                  </a:lnTo>
                  <a:lnTo>
                    <a:pt x="2332" y="8916"/>
                  </a:lnTo>
                  <a:lnTo>
                    <a:pt x="1891" y="8916"/>
                  </a:lnTo>
                  <a:cubicBezTo>
                    <a:pt x="1261" y="8916"/>
                    <a:pt x="788" y="8412"/>
                    <a:pt x="788" y="7813"/>
                  </a:cubicBezTo>
                  <a:cubicBezTo>
                    <a:pt x="788" y="5262"/>
                    <a:pt x="2521" y="2993"/>
                    <a:pt x="4979" y="2332"/>
                  </a:cubicBezTo>
                  <a:cubicBezTo>
                    <a:pt x="5168" y="2678"/>
                    <a:pt x="5514" y="2899"/>
                    <a:pt x="5955" y="2899"/>
                  </a:cubicBezTo>
                  <a:lnTo>
                    <a:pt x="6869" y="2899"/>
                  </a:lnTo>
                  <a:cubicBezTo>
                    <a:pt x="7247" y="2899"/>
                    <a:pt x="7593" y="2678"/>
                    <a:pt x="7845" y="2332"/>
                  </a:cubicBezTo>
                  <a:close/>
                  <a:moveTo>
                    <a:pt x="7971" y="5199"/>
                  </a:moveTo>
                  <a:cubicBezTo>
                    <a:pt x="8980" y="5199"/>
                    <a:pt x="9799" y="6049"/>
                    <a:pt x="9799" y="7057"/>
                  </a:cubicBezTo>
                  <a:lnTo>
                    <a:pt x="9799" y="8570"/>
                  </a:lnTo>
                  <a:cubicBezTo>
                    <a:pt x="9799" y="10397"/>
                    <a:pt x="8318" y="11909"/>
                    <a:pt x="6459" y="11909"/>
                  </a:cubicBezTo>
                  <a:cubicBezTo>
                    <a:pt x="4600" y="11909"/>
                    <a:pt x="3120" y="10397"/>
                    <a:pt x="3120" y="8570"/>
                  </a:cubicBezTo>
                  <a:lnTo>
                    <a:pt x="3120" y="7057"/>
                  </a:lnTo>
                  <a:cubicBezTo>
                    <a:pt x="3120" y="6049"/>
                    <a:pt x="3939" y="5199"/>
                    <a:pt x="4979" y="5199"/>
                  </a:cubicBezTo>
                  <a:close/>
                  <a:moveTo>
                    <a:pt x="6176" y="0"/>
                  </a:moveTo>
                  <a:cubicBezTo>
                    <a:pt x="5703" y="0"/>
                    <a:pt x="5294" y="315"/>
                    <a:pt x="5136" y="756"/>
                  </a:cubicBezTo>
                  <a:lnTo>
                    <a:pt x="3403" y="756"/>
                  </a:lnTo>
                  <a:cubicBezTo>
                    <a:pt x="3183" y="756"/>
                    <a:pt x="3025" y="914"/>
                    <a:pt x="3025" y="1103"/>
                  </a:cubicBezTo>
                  <a:cubicBezTo>
                    <a:pt x="3025" y="1323"/>
                    <a:pt x="3183" y="1481"/>
                    <a:pt x="3403" y="1481"/>
                  </a:cubicBezTo>
                  <a:lnTo>
                    <a:pt x="4852" y="1481"/>
                  </a:lnTo>
                  <a:cubicBezTo>
                    <a:pt x="4852" y="1512"/>
                    <a:pt x="4821" y="1575"/>
                    <a:pt x="4821" y="1638"/>
                  </a:cubicBezTo>
                  <a:cubicBezTo>
                    <a:pt x="3498" y="1954"/>
                    <a:pt x="2332" y="2678"/>
                    <a:pt x="1450" y="3749"/>
                  </a:cubicBezTo>
                  <a:cubicBezTo>
                    <a:pt x="505" y="4883"/>
                    <a:pt x="1" y="6364"/>
                    <a:pt x="1" y="7813"/>
                  </a:cubicBezTo>
                  <a:cubicBezTo>
                    <a:pt x="1" y="8822"/>
                    <a:pt x="820" y="9672"/>
                    <a:pt x="1860" y="9672"/>
                  </a:cubicBezTo>
                  <a:lnTo>
                    <a:pt x="2395" y="9672"/>
                  </a:lnTo>
                  <a:cubicBezTo>
                    <a:pt x="2868" y="11405"/>
                    <a:pt x="4506" y="12665"/>
                    <a:pt x="6333" y="12665"/>
                  </a:cubicBezTo>
                  <a:cubicBezTo>
                    <a:pt x="8224" y="12665"/>
                    <a:pt x="9799" y="11405"/>
                    <a:pt x="10271" y="9672"/>
                  </a:cubicBezTo>
                  <a:lnTo>
                    <a:pt x="10838" y="9672"/>
                  </a:lnTo>
                  <a:cubicBezTo>
                    <a:pt x="11847" y="9672"/>
                    <a:pt x="12697" y="8822"/>
                    <a:pt x="12697" y="7813"/>
                  </a:cubicBezTo>
                  <a:cubicBezTo>
                    <a:pt x="12792" y="6301"/>
                    <a:pt x="12288" y="4883"/>
                    <a:pt x="11343" y="3749"/>
                  </a:cubicBezTo>
                  <a:cubicBezTo>
                    <a:pt x="10492" y="2678"/>
                    <a:pt x="9295" y="1954"/>
                    <a:pt x="8003" y="1638"/>
                  </a:cubicBezTo>
                  <a:cubicBezTo>
                    <a:pt x="8003" y="1575"/>
                    <a:pt x="7971" y="1512"/>
                    <a:pt x="7971" y="1481"/>
                  </a:cubicBezTo>
                  <a:lnTo>
                    <a:pt x="9421" y="1481"/>
                  </a:lnTo>
                  <a:cubicBezTo>
                    <a:pt x="9610" y="1481"/>
                    <a:pt x="9767" y="1323"/>
                    <a:pt x="9767" y="1103"/>
                  </a:cubicBezTo>
                  <a:cubicBezTo>
                    <a:pt x="9767" y="914"/>
                    <a:pt x="9610" y="756"/>
                    <a:pt x="9421" y="756"/>
                  </a:cubicBezTo>
                  <a:lnTo>
                    <a:pt x="7688" y="756"/>
                  </a:lnTo>
                  <a:cubicBezTo>
                    <a:pt x="7530" y="315"/>
                    <a:pt x="7089" y="0"/>
                    <a:pt x="661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83" name="Google Shape;2983;p46"/>
          <p:cNvGrpSpPr/>
          <p:nvPr/>
        </p:nvGrpSpPr>
        <p:grpSpPr>
          <a:xfrm>
            <a:off x="6836702" y="2863637"/>
            <a:ext cx="279652" cy="298081"/>
            <a:chOff x="-53288825" y="1903275"/>
            <a:chExt cx="298550" cy="318225"/>
          </a:xfrm>
        </p:grpSpPr>
        <p:sp>
          <p:nvSpPr>
            <p:cNvPr id="2984" name="Google Shape;2984;p46"/>
            <p:cNvSpPr/>
            <p:nvPr/>
          </p:nvSpPr>
          <p:spPr>
            <a:xfrm>
              <a:off x="-53214000" y="2052925"/>
              <a:ext cx="18150" cy="17350"/>
            </a:xfrm>
            <a:custGeom>
              <a:rect b="b" l="l" r="r" t="t"/>
              <a:pathLst>
                <a:path extrusionOk="0" h="694" w="726">
                  <a:moveTo>
                    <a:pt x="347" y="1"/>
                  </a:moveTo>
                  <a:cubicBezTo>
                    <a:pt x="158" y="1"/>
                    <a:pt x="1" y="158"/>
                    <a:pt x="1" y="347"/>
                  </a:cubicBezTo>
                  <a:cubicBezTo>
                    <a:pt x="1" y="536"/>
                    <a:pt x="158" y="694"/>
                    <a:pt x="347" y="694"/>
                  </a:cubicBezTo>
                  <a:cubicBezTo>
                    <a:pt x="537" y="694"/>
                    <a:pt x="726" y="536"/>
                    <a:pt x="726" y="347"/>
                  </a:cubicBezTo>
                  <a:cubicBezTo>
                    <a:pt x="726" y="158"/>
                    <a:pt x="537"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5" name="Google Shape;2985;p46"/>
            <p:cNvSpPr/>
            <p:nvPr/>
          </p:nvSpPr>
          <p:spPr>
            <a:xfrm>
              <a:off x="-53139175" y="2052925"/>
              <a:ext cx="17350" cy="17350"/>
            </a:xfrm>
            <a:custGeom>
              <a:rect b="b" l="l" r="r" t="t"/>
              <a:pathLst>
                <a:path extrusionOk="0" h="694" w="694">
                  <a:moveTo>
                    <a:pt x="347" y="1"/>
                  </a:moveTo>
                  <a:cubicBezTo>
                    <a:pt x="158" y="1"/>
                    <a:pt x="1" y="158"/>
                    <a:pt x="1" y="347"/>
                  </a:cubicBezTo>
                  <a:cubicBezTo>
                    <a:pt x="1" y="536"/>
                    <a:pt x="158" y="694"/>
                    <a:pt x="347" y="694"/>
                  </a:cubicBezTo>
                  <a:cubicBezTo>
                    <a:pt x="536" y="694"/>
                    <a:pt x="694" y="536"/>
                    <a:pt x="694" y="347"/>
                  </a:cubicBezTo>
                  <a:cubicBezTo>
                    <a:pt x="694"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6" name="Google Shape;2986;p46"/>
            <p:cNvSpPr/>
            <p:nvPr/>
          </p:nvSpPr>
          <p:spPr>
            <a:xfrm>
              <a:off x="-53288825" y="1903275"/>
              <a:ext cx="298550" cy="318225"/>
            </a:xfrm>
            <a:custGeom>
              <a:rect b="b" l="l" r="r" t="t"/>
              <a:pathLst>
                <a:path extrusionOk="0" h="12729" w="11942">
                  <a:moveTo>
                    <a:pt x="4853" y="757"/>
                  </a:moveTo>
                  <a:cubicBezTo>
                    <a:pt x="6428" y="757"/>
                    <a:pt x="7846" y="1639"/>
                    <a:pt x="8507" y="2994"/>
                  </a:cubicBezTo>
                  <a:lnTo>
                    <a:pt x="1167" y="2994"/>
                  </a:lnTo>
                  <a:cubicBezTo>
                    <a:pt x="1891" y="1639"/>
                    <a:pt x="3277" y="757"/>
                    <a:pt x="4853" y="757"/>
                  </a:cubicBezTo>
                  <a:close/>
                  <a:moveTo>
                    <a:pt x="11185" y="2994"/>
                  </a:moveTo>
                  <a:lnTo>
                    <a:pt x="11185" y="3340"/>
                  </a:lnTo>
                  <a:cubicBezTo>
                    <a:pt x="11185" y="3971"/>
                    <a:pt x="10681" y="4443"/>
                    <a:pt x="10083" y="4443"/>
                  </a:cubicBezTo>
                  <a:lnTo>
                    <a:pt x="9736" y="4443"/>
                  </a:lnTo>
                  <a:lnTo>
                    <a:pt x="9736" y="4097"/>
                  </a:lnTo>
                  <a:cubicBezTo>
                    <a:pt x="9736" y="3466"/>
                    <a:pt x="10240" y="2994"/>
                    <a:pt x="10839" y="2994"/>
                  </a:cubicBezTo>
                  <a:close/>
                  <a:moveTo>
                    <a:pt x="3151" y="3750"/>
                  </a:moveTo>
                  <a:lnTo>
                    <a:pt x="3498" y="4475"/>
                  </a:lnTo>
                  <a:lnTo>
                    <a:pt x="789" y="4475"/>
                  </a:lnTo>
                  <a:cubicBezTo>
                    <a:pt x="820" y="4223"/>
                    <a:pt x="852" y="3971"/>
                    <a:pt x="946" y="3750"/>
                  </a:cubicBezTo>
                  <a:close/>
                  <a:moveTo>
                    <a:pt x="5735" y="3750"/>
                  </a:moveTo>
                  <a:lnTo>
                    <a:pt x="5357" y="4475"/>
                  </a:lnTo>
                  <a:lnTo>
                    <a:pt x="4317" y="4475"/>
                  </a:lnTo>
                  <a:lnTo>
                    <a:pt x="3971" y="3750"/>
                  </a:lnTo>
                  <a:close/>
                  <a:moveTo>
                    <a:pt x="8822" y="3750"/>
                  </a:moveTo>
                  <a:cubicBezTo>
                    <a:pt x="8885" y="3971"/>
                    <a:pt x="8948" y="4223"/>
                    <a:pt x="8980" y="4475"/>
                  </a:cubicBezTo>
                  <a:lnTo>
                    <a:pt x="6270" y="4475"/>
                  </a:lnTo>
                  <a:lnTo>
                    <a:pt x="6617" y="3750"/>
                  </a:lnTo>
                  <a:close/>
                  <a:moveTo>
                    <a:pt x="10083" y="5231"/>
                  </a:moveTo>
                  <a:cubicBezTo>
                    <a:pt x="10713" y="5231"/>
                    <a:pt x="11185" y="5703"/>
                    <a:pt x="11185" y="6333"/>
                  </a:cubicBezTo>
                  <a:lnTo>
                    <a:pt x="11185" y="6680"/>
                  </a:lnTo>
                  <a:lnTo>
                    <a:pt x="10839" y="6680"/>
                  </a:lnTo>
                  <a:cubicBezTo>
                    <a:pt x="10209" y="6680"/>
                    <a:pt x="9736" y="6176"/>
                    <a:pt x="9736" y="5577"/>
                  </a:cubicBezTo>
                  <a:lnTo>
                    <a:pt x="9736" y="5231"/>
                  </a:lnTo>
                  <a:close/>
                  <a:moveTo>
                    <a:pt x="8980" y="5231"/>
                  </a:moveTo>
                  <a:lnTo>
                    <a:pt x="8980" y="7531"/>
                  </a:lnTo>
                  <a:lnTo>
                    <a:pt x="789" y="7531"/>
                  </a:lnTo>
                  <a:lnTo>
                    <a:pt x="789" y="5231"/>
                  </a:lnTo>
                  <a:close/>
                  <a:moveTo>
                    <a:pt x="8948" y="8224"/>
                  </a:moveTo>
                  <a:cubicBezTo>
                    <a:pt x="8728" y="10366"/>
                    <a:pt x="6995" y="11973"/>
                    <a:pt x="4853" y="11973"/>
                  </a:cubicBezTo>
                  <a:cubicBezTo>
                    <a:pt x="2710" y="11973"/>
                    <a:pt x="946" y="10303"/>
                    <a:pt x="757" y="8224"/>
                  </a:cubicBezTo>
                  <a:close/>
                  <a:moveTo>
                    <a:pt x="4853" y="1"/>
                  </a:moveTo>
                  <a:cubicBezTo>
                    <a:pt x="2175" y="1"/>
                    <a:pt x="1" y="2175"/>
                    <a:pt x="1" y="4853"/>
                  </a:cubicBezTo>
                  <a:lnTo>
                    <a:pt x="1" y="7877"/>
                  </a:lnTo>
                  <a:cubicBezTo>
                    <a:pt x="1" y="10555"/>
                    <a:pt x="2175" y="12729"/>
                    <a:pt x="4853" y="12729"/>
                  </a:cubicBezTo>
                  <a:cubicBezTo>
                    <a:pt x="7531" y="12729"/>
                    <a:pt x="9704" y="10555"/>
                    <a:pt x="9704" y="7877"/>
                  </a:cubicBezTo>
                  <a:lnTo>
                    <a:pt x="9704" y="7090"/>
                  </a:lnTo>
                  <a:cubicBezTo>
                    <a:pt x="10020" y="7310"/>
                    <a:pt x="10398" y="7436"/>
                    <a:pt x="10807" y="7436"/>
                  </a:cubicBezTo>
                  <a:lnTo>
                    <a:pt x="11532" y="7436"/>
                  </a:lnTo>
                  <a:cubicBezTo>
                    <a:pt x="11752" y="7436"/>
                    <a:pt x="11878" y="7279"/>
                    <a:pt x="11878" y="7090"/>
                  </a:cubicBezTo>
                  <a:lnTo>
                    <a:pt x="11878" y="6333"/>
                  </a:lnTo>
                  <a:cubicBezTo>
                    <a:pt x="11878" y="5735"/>
                    <a:pt x="11626" y="5199"/>
                    <a:pt x="11154" y="4853"/>
                  </a:cubicBezTo>
                  <a:cubicBezTo>
                    <a:pt x="11658" y="4475"/>
                    <a:pt x="11941" y="3971"/>
                    <a:pt x="11941" y="3340"/>
                  </a:cubicBezTo>
                  <a:lnTo>
                    <a:pt x="11941" y="2584"/>
                  </a:lnTo>
                  <a:cubicBezTo>
                    <a:pt x="11941" y="2395"/>
                    <a:pt x="11784" y="2238"/>
                    <a:pt x="11563" y="2238"/>
                  </a:cubicBezTo>
                  <a:lnTo>
                    <a:pt x="10839" y="2238"/>
                  </a:lnTo>
                  <a:cubicBezTo>
                    <a:pt x="10240" y="2238"/>
                    <a:pt x="9704" y="2521"/>
                    <a:pt x="9326" y="2994"/>
                  </a:cubicBezTo>
                  <a:cubicBezTo>
                    <a:pt x="8602" y="1261"/>
                    <a:pt x="6838" y="1"/>
                    <a:pt x="485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87" name="Google Shape;2987;p46"/>
          <p:cNvGrpSpPr/>
          <p:nvPr/>
        </p:nvGrpSpPr>
        <p:grpSpPr>
          <a:xfrm>
            <a:off x="6827112" y="3297676"/>
            <a:ext cx="298831" cy="298081"/>
            <a:chOff x="-53299850" y="2294725"/>
            <a:chExt cx="319025" cy="318225"/>
          </a:xfrm>
        </p:grpSpPr>
        <p:sp>
          <p:nvSpPr>
            <p:cNvPr id="2988" name="Google Shape;2988;p46"/>
            <p:cNvSpPr/>
            <p:nvPr/>
          </p:nvSpPr>
          <p:spPr>
            <a:xfrm>
              <a:off x="-53175400" y="2526500"/>
              <a:ext cx="72475" cy="29750"/>
            </a:xfrm>
            <a:custGeom>
              <a:rect b="b" l="l" r="r" t="t"/>
              <a:pathLst>
                <a:path extrusionOk="0" h="1190" w="2899">
                  <a:moveTo>
                    <a:pt x="387" y="0"/>
                  </a:moveTo>
                  <a:cubicBezTo>
                    <a:pt x="292" y="0"/>
                    <a:pt x="205" y="39"/>
                    <a:pt x="158" y="118"/>
                  </a:cubicBezTo>
                  <a:cubicBezTo>
                    <a:pt x="1" y="276"/>
                    <a:pt x="1" y="496"/>
                    <a:pt x="158" y="622"/>
                  </a:cubicBezTo>
                  <a:cubicBezTo>
                    <a:pt x="505" y="969"/>
                    <a:pt x="977" y="1189"/>
                    <a:pt x="1450" y="1189"/>
                  </a:cubicBezTo>
                  <a:cubicBezTo>
                    <a:pt x="1922" y="1189"/>
                    <a:pt x="2427" y="969"/>
                    <a:pt x="2742" y="622"/>
                  </a:cubicBezTo>
                  <a:cubicBezTo>
                    <a:pt x="2899" y="465"/>
                    <a:pt x="2899" y="244"/>
                    <a:pt x="2742" y="118"/>
                  </a:cubicBezTo>
                  <a:cubicBezTo>
                    <a:pt x="2679" y="55"/>
                    <a:pt x="2592" y="24"/>
                    <a:pt x="2501" y="24"/>
                  </a:cubicBezTo>
                  <a:cubicBezTo>
                    <a:pt x="2411" y="24"/>
                    <a:pt x="2316" y="55"/>
                    <a:pt x="2238" y="118"/>
                  </a:cubicBezTo>
                  <a:cubicBezTo>
                    <a:pt x="2048" y="307"/>
                    <a:pt x="1733" y="433"/>
                    <a:pt x="1450" y="433"/>
                  </a:cubicBezTo>
                  <a:cubicBezTo>
                    <a:pt x="1166" y="433"/>
                    <a:pt x="851" y="307"/>
                    <a:pt x="662" y="118"/>
                  </a:cubicBezTo>
                  <a:cubicBezTo>
                    <a:pt x="584" y="39"/>
                    <a:pt x="481" y="0"/>
                    <a:pt x="38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9" name="Google Shape;2989;p46"/>
            <p:cNvSpPr/>
            <p:nvPr/>
          </p:nvSpPr>
          <p:spPr>
            <a:xfrm>
              <a:off x="-53299850" y="2294725"/>
              <a:ext cx="319025" cy="318225"/>
            </a:xfrm>
            <a:custGeom>
              <a:rect b="b" l="l" r="r" t="t"/>
              <a:pathLst>
                <a:path extrusionOk="0" h="12729" w="12761">
                  <a:moveTo>
                    <a:pt x="6428" y="757"/>
                  </a:moveTo>
                  <a:cubicBezTo>
                    <a:pt x="8539" y="757"/>
                    <a:pt x="10335" y="2364"/>
                    <a:pt x="10524" y="4475"/>
                  </a:cubicBezTo>
                  <a:cubicBezTo>
                    <a:pt x="10492" y="4475"/>
                    <a:pt x="10398" y="4411"/>
                    <a:pt x="10366" y="4411"/>
                  </a:cubicBezTo>
                  <a:cubicBezTo>
                    <a:pt x="9090" y="4207"/>
                    <a:pt x="7759" y="4104"/>
                    <a:pt x="6428" y="4104"/>
                  </a:cubicBezTo>
                  <a:cubicBezTo>
                    <a:pt x="5097" y="4104"/>
                    <a:pt x="3766" y="4207"/>
                    <a:pt x="2490" y="4411"/>
                  </a:cubicBezTo>
                  <a:cubicBezTo>
                    <a:pt x="2458" y="4411"/>
                    <a:pt x="2364" y="4475"/>
                    <a:pt x="2332" y="4475"/>
                  </a:cubicBezTo>
                  <a:cubicBezTo>
                    <a:pt x="2521" y="2364"/>
                    <a:pt x="4286" y="757"/>
                    <a:pt x="6428" y="757"/>
                  </a:cubicBezTo>
                  <a:close/>
                  <a:moveTo>
                    <a:pt x="6404" y="4837"/>
                  </a:moveTo>
                  <a:cubicBezTo>
                    <a:pt x="7688" y="4837"/>
                    <a:pt x="8980" y="4947"/>
                    <a:pt x="10240" y="5168"/>
                  </a:cubicBezTo>
                  <a:cubicBezTo>
                    <a:pt x="10429" y="5199"/>
                    <a:pt x="10555" y="5357"/>
                    <a:pt x="10555" y="5514"/>
                  </a:cubicBezTo>
                  <a:lnTo>
                    <a:pt x="10555" y="6396"/>
                  </a:lnTo>
                  <a:cubicBezTo>
                    <a:pt x="10555" y="6995"/>
                    <a:pt x="10051" y="7499"/>
                    <a:pt x="9421" y="7499"/>
                  </a:cubicBezTo>
                  <a:lnTo>
                    <a:pt x="7436" y="7499"/>
                  </a:lnTo>
                  <a:cubicBezTo>
                    <a:pt x="7342" y="7499"/>
                    <a:pt x="7247" y="7467"/>
                    <a:pt x="7184" y="7373"/>
                  </a:cubicBezTo>
                  <a:lnTo>
                    <a:pt x="6648" y="6869"/>
                  </a:lnTo>
                  <a:cubicBezTo>
                    <a:pt x="6570" y="6790"/>
                    <a:pt x="6475" y="6751"/>
                    <a:pt x="6385" y="6751"/>
                  </a:cubicBezTo>
                  <a:cubicBezTo>
                    <a:pt x="6294" y="6751"/>
                    <a:pt x="6207" y="6790"/>
                    <a:pt x="6144" y="6869"/>
                  </a:cubicBezTo>
                  <a:lnTo>
                    <a:pt x="5640" y="7373"/>
                  </a:lnTo>
                  <a:cubicBezTo>
                    <a:pt x="5546" y="7467"/>
                    <a:pt x="5483" y="7499"/>
                    <a:pt x="5357" y="7499"/>
                  </a:cubicBezTo>
                  <a:lnTo>
                    <a:pt x="3403" y="7499"/>
                  </a:lnTo>
                  <a:cubicBezTo>
                    <a:pt x="2773" y="7499"/>
                    <a:pt x="2301" y="6995"/>
                    <a:pt x="2301" y="6396"/>
                  </a:cubicBezTo>
                  <a:lnTo>
                    <a:pt x="2301" y="5514"/>
                  </a:lnTo>
                  <a:cubicBezTo>
                    <a:pt x="2301" y="5325"/>
                    <a:pt x="2395" y="5168"/>
                    <a:pt x="2616" y="5168"/>
                  </a:cubicBezTo>
                  <a:cubicBezTo>
                    <a:pt x="3844" y="4947"/>
                    <a:pt x="5120" y="4837"/>
                    <a:pt x="6404" y="4837"/>
                  </a:cubicBezTo>
                  <a:close/>
                  <a:moveTo>
                    <a:pt x="1545" y="5451"/>
                  </a:moveTo>
                  <a:lnTo>
                    <a:pt x="1545" y="5483"/>
                  </a:lnTo>
                  <a:lnTo>
                    <a:pt x="1545" y="6333"/>
                  </a:lnTo>
                  <a:cubicBezTo>
                    <a:pt x="1545" y="6932"/>
                    <a:pt x="1828" y="7499"/>
                    <a:pt x="2301" y="7846"/>
                  </a:cubicBezTo>
                  <a:lnTo>
                    <a:pt x="2301" y="8192"/>
                  </a:lnTo>
                  <a:cubicBezTo>
                    <a:pt x="1450" y="8192"/>
                    <a:pt x="789" y="7530"/>
                    <a:pt x="789" y="6711"/>
                  </a:cubicBezTo>
                  <a:cubicBezTo>
                    <a:pt x="789" y="6207"/>
                    <a:pt x="1104" y="5735"/>
                    <a:pt x="1545" y="5451"/>
                  </a:cubicBezTo>
                  <a:close/>
                  <a:moveTo>
                    <a:pt x="11311" y="5483"/>
                  </a:moveTo>
                  <a:cubicBezTo>
                    <a:pt x="11752" y="5766"/>
                    <a:pt x="12067" y="6239"/>
                    <a:pt x="12067" y="6774"/>
                  </a:cubicBezTo>
                  <a:cubicBezTo>
                    <a:pt x="12004" y="7562"/>
                    <a:pt x="11343" y="8255"/>
                    <a:pt x="10555" y="8255"/>
                  </a:cubicBezTo>
                  <a:lnTo>
                    <a:pt x="10555" y="7877"/>
                  </a:lnTo>
                  <a:cubicBezTo>
                    <a:pt x="10996" y="7530"/>
                    <a:pt x="11311" y="7026"/>
                    <a:pt x="11311" y="6396"/>
                  </a:cubicBezTo>
                  <a:lnTo>
                    <a:pt x="11311" y="5514"/>
                  </a:lnTo>
                  <a:lnTo>
                    <a:pt x="11311" y="5483"/>
                  </a:lnTo>
                  <a:close/>
                  <a:moveTo>
                    <a:pt x="1545" y="8885"/>
                  </a:moveTo>
                  <a:cubicBezTo>
                    <a:pt x="1765" y="8948"/>
                    <a:pt x="2017" y="8980"/>
                    <a:pt x="2301" y="8980"/>
                  </a:cubicBezTo>
                  <a:cubicBezTo>
                    <a:pt x="2332" y="9515"/>
                    <a:pt x="2490" y="10019"/>
                    <a:pt x="2710" y="10492"/>
                  </a:cubicBezTo>
                  <a:lnTo>
                    <a:pt x="1891" y="10492"/>
                  </a:lnTo>
                  <a:cubicBezTo>
                    <a:pt x="1702" y="10492"/>
                    <a:pt x="1545" y="10334"/>
                    <a:pt x="1545" y="10145"/>
                  </a:cubicBezTo>
                  <a:lnTo>
                    <a:pt x="1545" y="8885"/>
                  </a:lnTo>
                  <a:close/>
                  <a:moveTo>
                    <a:pt x="6428" y="7688"/>
                  </a:moveTo>
                  <a:lnTo>
                    <a:pt x="6711" y="7972"/>
                  </a:lnTo>
                  <a:cubicBezTo>
                    <a:pt x="6900" y="8161"/>
                    <a:pt x="7216" y="8287"/>
                    <a:pt x="7499" y="8287"/>
                  </a:cubicBezTo>
                  <a:lnTo>
                    <a:pt x="9452" y="8287"/>
                  </a:lnTo>
                  <a:cubicBezTo>
                    <a:pt x="9578" y="8287"/>
                    <a:pt x="9704" y="8287"/>
                    <a:pt x="9799" y="8255"/>
                  </a:cubicBezTo>
                  <a:lnTo>
                    <a:pt x="9799" y="8633"/>
                  </a:lnTo>
                  <a:cubicBezTo>
                    <a:pt x="9799" y="10492"/>
                    <a:pt x="8287" y="11973"/>
                    <a:pt x="6428" y="11973"/>
                  </a:cubicBezTo>
                  <a:cubicBezTo>
                    <a:pt x="5609" y="11973"/>
                    <a:pt x="4853" y="11721"/>
                    <a:pt x="4254" y="11185"/>
                  </a:cubicBezTo>
                  <a:lnTo>
                    <a:pt x="4916" y="11185"/>
                  </a:lnTo>
                  <a:cubicBezTo>
                    <a:pt x="5136" y="11185"/>
                    <a:pt x="5294" y="11028"/>
                    <a:pt x="5294" y="10838"/>
                  </a:cubicBezTo>
                  <a:cubicBezTo>
                    <a:pt x="5294" y="10649"/>
                    <a:pt x="5136" y="10492"/>
                    <a:pt x="4916" y="10492"/>
                  </a:cubicBezTo>
                  <a:lnTo>
                    <a:pt x="3592" y="10492"/>
                  </a:lnTo>
                  <a:cubicBezTo>
                    <a:pt x="3246" y="9925"/>
                    <a:pt x="3025" y="9295"/>
                    <a:pt x="3025" y="8633"/>
                  </a:cubicBezTo>
                  <a:lnTo>
                    <a:pt x="3025" y="8255"/>
                  </a:lnTo>
                  <a:cubicBezTo>
                    <a:pt x="3151" y="8287"/>
                    <a:pt x="3277" y="8287"/>
                    <a:pt x="3403" y="8287"/>
                  </a:cubicBezTo>
                  <a:lnTo>
                    <a:pt x="5357" y="8287"/>
                  </a:lnTo>
                  <a:cubicBezTo>
                    <a:pt x="5672" y="8287"/>
                    <a:pt x="5955" y="8161"/>
                    <a:pt x="6144" y="7972"/>
                  </a:cubicBezTo>
                  <a:lnTo>
                    <a:pt x="6428" y="7688"/>
                  </a:lnTo>
                  <a:close/>
                  <a:moveTo>
                    <a:pt x="6396" y="1"/>
                  </a:moveTo>
                  <a:cubicBezTo>
                    <a:pt x="3781" y="1"/>
                    <a:pt x="1671" y="2112"/>
                    <a:pt x="1513" y="4632"/>
                  </a:cubicBezTo>
                  <a:cubicBezTo>
                    <a:pt x="631" y="4947"/>
                    <a:pt x="1" y="5766"/>
                    <a:pt x="1" y="6743"/>
                  </a:cubicBezTo>
                  <a:cubicBezTo>
                    <a:pt x="1" y="7404"/>
                    <a:pt x="284" y="8003"/>
                    <a:pt x="757" y="8413"/>
                  </a:cubicBezTo>
                  <a:lnTo>
                    <a:pt x="757" y="10082"/>
                  </a:lnTo>
                  <a:cubicBezTo>
                    <a:pt x="757" y="10712"/>
                    <a:pt x="1261" y="11185"/>
                    <a:pt x="1860" y="11185"/>
                  </a:cubicBezTo>
                  <a:lnTo>
                    <a:pt x="3151" y="11185"/>
                  </a:lnTo>
                  <a:cubicBezTo>
                    <a:pt x="3939" y="12130"/>
                    <a:pt x="5073" y="12729"/>
                    <a:pt x="6365" y="12729"/>
                  </a:cubicBezTo>
                  <a:cubicBezTo>
                    <a:pt x="8507" y="12729"/>
                    <a:pt x="10303" y="11028"/>
                    <a:pt x="10429" y="8980"/>
                  </a:cubicBezTo>
                  <a:cubicBezTo>
                    <a:pt x="11658" y="8980"/>
                    <a:pt x="12697" y="8003"/>
                    <a:pt x="12697" y="6743"/>
                  </a:cubicBezTo>
                  <a:cubicBezTo>
                    <a:pt x="12760" y="5798"/>
                    <a:pt x="12162" y="4947"/>
                    <a:pt x="11280" y="4632"/>
                  </a:cubicBezTo>
                  <a:cubicBezTo>
                    <a:pt x="11154" y="2049"/>
                    <a:pt x="9011" y="1"/>
                    <a:pt x="639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90" name="Google Shape;2990;p46"/>
          <p:cNvGrpSpPr/>
          <p:nvPr/>
        </p:nvGrpSpPr>
        <p:grpSpPr>
          <a:xfrm>
            <a:off x="6845928" y="3733992"/>
            <a:ext cx="261199" cy="297355"/>
            <a:chOff x="-53278575" y="2687750"/>
            <a:chExt cx="278850" cy="317450"/>
          </a:xfrm>
        </p:grpSpPr>
        <p:sp>
          <p:nvSpPr>
            <p:cNvPr id="2991" name="Google Shape;2991;p46"/>
            <p:cNvSpPr/>
            <p:nvPr/>
          </p:nvSpPr>
          <p:spPr>
            <a:xfrm>
              <a:off x="-53175400" y="2919525"/>
              <a:ext cx="71700" cy="28950"/>
            </a:xfrm>
            <a:custGeom>
              <a:rect b="b" l="l" r="r" t="t"/>
              <a:pathLst>
                <a:path extrusionOk="0" h="1158" w="2868">
                  <a:moveTo>
                    <a:pt x="351" y="0"/>
                  </a:moveTo>
                  <a:cubicBezTo>
                    <a:pt x="253" y="0"/>
                    <a:pt x="158" y="39"/>
                    <a:pt x="95" y="118"/>
                  </a:cubicBezTo>
                  <a:cubicBezTo>
                    <a:pt x="1" y="213"/>
                    <a:pt x="1" y="465"/>
                    <a:pt x="95" y="622"/>
                  </a:cubicBezTo>
                  <a:cubicBezTo>
                    <a:pt x="473" y="969"/>
                    <a:pt x="946" y="1158"/>
                    <a:pt x="1418" y="1158"/>
                  </a:cubicBezTo>
                  <a:cubicBezTo>
                    <a:pt x="1891" y="1158"/>
                    <a:pt x="2395" y="969"/>
                    <a:pt x="2710" y="622"/>
                  </a:cubicBezTo>
                  <a:cubicBezTo>
                    <a:pt x="2868" y="465"/>
                    <a:pt x="2868" y="213"/>
                    <a:pt x="2710" y="118"/>
                  </a:cubicBezTo>
                  <a:cubicBezTo>
                    <a:pt x="2631" y="39"/>
                    <a:pt x="2529" y="0"/>
                    <a:pt x="2434" y="0"/>
                  </a:cubicBezTo>
                  <a:cubicBezTo>
                    <a:pt x="2340" y="0"/>
                    <a:pt x="2253" y="39"/>
                    <a:pt x="2206" y="118"/>
                  </a:cubicBezTo>
                  <a:cubicBezTo>
                    <a:pt x="1985" y="307"/>
                    <a:pt x="1670" y="433"/>
                    <a:pt x="1418" y="433"/>
                  </a:cubicBezTo>
                  <a:cubicBezTo>
                    <a:pt x="1135" y="433"/>
                    <a:pt x="820" y="307"/>
                    <a:pt x="631" y="118"/>
                  </a:cubicBezTo>
                  <a:cubicBezTo>
                    <a:pt x="552" y="39"/>
                    <a:pt x="450" y="0"/>
                    <a:pt x="35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2" name="Google Shape;2992;p46"/>
            <p:cNvSpPr/>
            <p:nvPr/>
          </p:nvSpPr>
          <p:spPr>
            <a:xfrm>
              <a:off x="-53185625" y="2854725"/>
              <a:ext cx="18125" cy="18150"/>
            </a:xfrm>
            <a:custGeom>
              <a:rect b="b" l="l" r="r" t="t"/>
              <a:pathLst>
                <a:path extrusionOk="0" h="726" w="725">
                  <a:moveTo>
                    <a:pt x="378" y="1"/>
                  </a:moveTo>
                  <a:cubicBezTo>
                    <a:pt x="158" y="1"/>
                    <a:pt x="0" y="190"/>
                    <a:pt x="0" y="379"/>
                  </a:cubicBezTo>
                  <a:cubicBezTo>
                    <a:pt x="0" y="568"/>
                    <a:pt x="158" y="725"/>
                    <a:pt x="378" y="725"/>
                  </a:cubicBezTo>
                  <a:cubicBezTo>
                    <a:pt x="567" y="725"/>
                    <a:pt x="725" y="568"/>
                    <a:pt x="725" y="379"/>
                  </a:cubicBezTo>
                  <a:cubicBezTo>
                    <a:pt x="725" y="190"/>
                    <a:pt x="567" y="1"/>
                    <a:pt x="37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3" name="Google Shape;2993;p46"/>
            <p:cNvSpPr/>
            <p:nvPr/>
          </p:nvSpPr>
          <p:spPr>
            <a:xfrm>
              <a:off x="-53110800" y="2854725"/>
              <a:ext cx="18125" cy="18150"/>
            </a:xfrm>
            <a:custGeom>
              <a:rect b="b" l="l" r="r" t="t"/>
              <a:pathLst>
                <a:path extrusionOk="0" h="726" w="725">
                  <a:moveTo>
                    <a:pt x="378" y="1"/>
                  </a:moveTo>
                  <a:cubicBezTo>
                    <a:pt x="158" y="1"/>
                    <a:pt x="0" y="190"/>
                    <a:pt x="0" y="379"/>
                  </a:cubicBezTo>
                  <a:cubicBezTo>
                    <a:pt x="0" y="568"/>
                    <a:pt x="158" y="725"/>
                    <a:pt x="378" y="725"/>
                  </a:cubicBezTo>
                  <a:cubicBezTo>
                    <a:pt x="567" y="725"/>
                    <a:pt x="725" y="568"/>
                    <a:pt x="725" y="379"/>
                  </a:cubicBezTo>
                  <a:cubicBezTo>
                    <a:pt x="725" y="190"/>
                    <a:pt x="567" y="1"/>
                    <a:pt x="37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4" name="Google Shape;2994;p46"/>
            <p:cNvSpPr/>
            <p:nvPr/>
          </p:nvSpPr>
          <p:spPr>
            <a:xfrm>
              <a:off x="-53278575" y="2687750"/>
              <a:ext cx="278850" cy="317450"/>
            </a:xfrm>
            <a:custGeom>
              <a:rect b="b" l="l" r="r" t="t"/>
              <a:pathLst>
                <a:path extrusionOk="0" h="12698" w="11154">
                  <a:moveTo>
                    <a:pt x="5577" y="725"/>
                  </a:moveTo>
                  <a:cubicBezTo>
                    <a:pt x="6112" y="725"/>
                    <a:pt x="6554" y="1103"/>
                    <a:pt x="6680" y="1607"/>
                  </a:cubicBezTo>
                  <a:cubicBezTo>
                    <a:pt x="6333" y="1544"/>
                    <a:pt x="5955" y="1450"/>
                    <a:pt x="5577" y="1450"/>
                  </a:cubicBezTo>
                  <a:cubicBezTo>
                    <a:pt x="5167" y="1450"/>
                    <a:pt x="4821" y="1513"/>
                    <a:pt x="4474" y="1607"/>
                  </a:cubicBezTo>
                  <a:cubicBezTo>
                    <a:pt x="4600" y="1072"/>
                    <a:pt x="5010" y="725"/>
                    <a:pt x="5577" y="725"/>
                  </a:cubicBezTo>
                  <a:close/>
                  <a:moveTo>
                    <a:pt x="5577" y="2206"/>
                  </a:moveTo>
                  <a:cubicBezTo>
                    <a:pt x="7373" y="2206"/>
                    <a:pt x="8853" y="3624"/>
                    <a:pt x="8916" y="5451"/>
                  </a:cubicBezTo>
                  <a:lnTo>
                    <a:pt x="8066" y="4569"/>
                  </a:lnTo>
                  <a:cubicBezTo>
                    <a:pt x="7995" y="4498"/>
                    <a:pt x="7904" y="4457"/>
                    <a:pt x="7811" y="4457"/>
                  </a:cubicBezTo>
                  <a:cubicBezTo>
                    <a:pt x="7737" y="4457"/>
                    <a:pt x="7662" y="4482"/>
                    <a:pt x="7593" y="4537"/>
                  </a:cubicBezTo>
                  <a:cubicBezTo>
                    <a:pt x="6979" y="4947"/>
                    <a:pt x="6270" y="5152"/>
                    <a:pt x="5561" y="5152"/>
                  </a:cubicBezTo>
                  <a:cubicBezTo>
                    <a:pt x="4852" y="5152"/>
                    <a:pt x="4143" y="4947"/>
                    <a:pt x="3529" y="4537"/>
                  </a:cubicBezTo>
                  <a:cubicBezTo>
                    <a:pt x="3460" y="4482"/>
                    <a:pt x="3385" y="4457"/>
                    <a:pt x="3312" y="4457"/>
                  </a:cubicBezTo>
                  <a:cubicBezTo>
                    <a:pt x="3218" y="4457"/>
                    <a:pt x="3127" y="4498"/>
                    <a:pt x="3056" y="4569"/>
                  </a:cubicBezTo>
                  <a:lnTo>
                    <a:pt x="2174" y="5451"/>
                  </a:lnTo>
                  <a:cubicBezTo>
                    <a:pt x="2300" y="3624"/>
                    <a:pt x="3750" y="2206"/>
                    <a:pt x="5577" y="2206"/>
                  </a:cubicBezTo>
                  <a:close/>
                  <a:moveTo>
                    <a:pt x="1481" y="6711"/>
                  </a:moveTo>
                  <a:lnTo>
                    <a:pt x="1481" y="8192"/>
                  </a:lnTo>
                  <a:cubicBezTo>
                    <a:pt x="1040" y="8192"/>
                    <a:pt x="725" y="7845"/>
                    <a:pt x="725" y="7436"/>
                  </a:cubicBezTo>
                  <a:cubicBezTo>
                    <a:pt x="725" y="7058"/>
                    <a:pt x="1072" y="6711"/>
                    <a:pt x="1481" y="6711"/>
                  </a:cubicBezTo>
                  <a:close/>
                  <a:moveTo>
                    <a:pt x="9673" y="6711"/>
                  </a:moveTo>
                  <a:cubicBezTo>
                    <a:pt x="10051" y="6711"/>
                    <a:pt x="10429" y="7026"/>
                    <a:pt x="10429" y="7436"/>
                  </a:cubicBezTo>
                  <a:cubicBezTo>
                    <a:pt x="10429" y="7845"/>
                    <a:pt x="10051" y="8192"/>
                    <a:pt x="9673" y="8192"/>
                  </a:cubicBezTo>
                  <a:lnTo>
                    <a:pt x="9673" y="6711"/>
                  </a:lnTo>
                  <a:close/>
                  <a:moveTo>
                    <a:pt x="1576" y="9452"/>
                  </a:moveTo>
                  <a:cubicBezTo>
                    <a:pt x="1796" y="10460"/>
                    <a:pt x="2395" y="11342"/>
                    <a:pt x="3214" y="11941"/>
                  </a:cubicBezTo>
                  <a:lnTo>
                    <a:pt x="725" y="11941"/>
                  </a:lnTo>
                  <a:cubicBezTo>
                    <a:pt x="788" y="11027"/>
                    <a:pt x="1072" y="10208"/>
                    <a:pt x="1576" y="9452"/>
                  </a:cubicBezTo>
                  <a:close/>
                  <a:moveTo>
                    <a:pt x="7751" y="5294"/>
                  </a:moveTo>
                  <a:lnTo>
                    <a:pt x="8916" y="6459"/>
                  </a:lnTo>
                  <a:lnTo>
                    <a:pt x="8916" y="8539"/>
                  </a:lnTo>
                  <a:cubicBezTo>
                    <a:pt x="8916" y="10397"/>
                    <a:pt x="7436" y="11941"/>
                    <a:pt x="5577" y="11941"/>
                  </a:cubicBezTo>
                  <a:cubicBezTo>
                    <a:pt x="3718" y="11941"/>
                    <a:pt x="2237" y="10397"/>
                    <a:pt x="2237" y="8539"/>
                  </a:cubicBezTo>
                  <a:lnTo>
                    <a:pt x="2237" y="6459"/>
                  </a:lnTo>
                  <a:lnTo>
                    <a:pt x="2174" y="6459"/>
                  </a:lnTo>
                  <a:lnTo>
                    <a:pt x="3372" y="5294"/>
                  </a:lnTo>
                  <a:cubicBezTo>
                    <a:pt x="4033" y="5687"/>
                    <a:pt x="4781" y="5884"/>
                    <a:pt x="5538" y="5884"/>
                  </a:cubicBezTo>
                  <a:cubicBezTo>
                    <a:pt x="6294" y="5884"/>
                    <a:pt x="7058" y="5687"/>
                    <a:pt x="7751" y="5294"/>
                  </a:cubicBezTo>
                  <a:close/>
                  <a:moveTo>
                    <a:pt x="9547" y="9452"/>
                  </a:moveTo>
                  <a:cubicBezTo>
                    <a:pt x="10051" y="10177"/>
                    <a:pt x="10334" y="11027"/>
                    <a:pt x="10366" y="11941"/>
                  </a:cubicBezTo>
                  <a:lnTo>
                    <a:pt x="7908" y="11941"/>
                  </a:lnTo>
                  <a:cubicBezTo>
                    <a:pt x="8727" y="11342"/>
                    <a:pt x="9326" y="10492"/>
                    <a:pt x="9547" y="9452"/>
                  </a:cubicBezTo>
                  <a:close/>
                  <a:moveTo>
                    <a:pt x="5577" y="1"/>
                  </a:moveTo>
                  <a:cubicBezTo>
                    <a:pt x="4506" y="1"/>
                    <a:pt x="3687" y="851"/>
                    <a:pt x="3718" y="1923"/>
                  </a:cubicBezTo>
                  <a:cubicBezTo>
                    <a:pt x="2395" y="2584"/>
                    <a:pt x="1481" y="4002"/>
                    <a:pt x="1481" y="5577"/>
                  </a:cubicBezTo>
                  <a:lnTo>
                    <a:pt x="1481" y="5955"/>
                  </a:lnTo>
                  <a:cubicBezTo>
                    <a:pt x="662" y="5955"/>
                    <a:pt x="1" y="6617"/>
                    <a:pt x="1" y="7436"/>
                  </a:cubicBezTo>
                  <a:cubicBezTo>
                    <a:pt x="1" y="8097"/>
                    <a:pt x="442" y="8696"/>
                    <a:pt x="1103" y="8885"/>
                  </a:cubicBezTo>
                  <a:cubicBezTo>
                    <a:pt x="379" y="9862"/>
                    <a:pt x="1" y="11027"/>
                    <a:pt x="1" y="12225"/>
                  </a:cubicBezTo>
                  <a:lnTo>
                    <a:pt x="1" y="12319"/>
                  </a:lnTo>
                  <a:cubicBezTo>
                    <a:pt x="1" y="12540"/>
                    <a:pt x="127" y="12697"/>
                    <a:pt x="347" y="12697"/>
                  </a:cubicBezTo>
                  <a:lnTo>
                    <a:pt x="10775" y="12697"/>
                  </a:lnTo>
                  <a:cubicBezTo>
                    <a:pt x="10964" y="12697"/>
                    <a:pt x="11122" y="12540"/>
                    <a:pt x="11122" y="12319"/>
                  </a:cubicBezTo>
                  <a:lnTo>
                    <a:pt x="11122" y="12225"/>
                  </a:lnTo>
                  <a:cubicBezTo>
                    <a:pt x="11122" y="11027"/>
                    <a:pt x="10744" y="9862"/>
                    <a:pt x="10019" y="8885"/>
                  </a:cubicBezTo>
                  <a:cubicBezTo>
                    <a:pt x="10681" y="8696"/>
                    <a:pt x="11153" y="8129"/>
                    <a:pt x="11153" y="7436"/>
                  </a:cubicBezTo>
                  <a:cubicBezTo>
                    <a:pt x="11153" y="6617"/>
                    <a:pt x="10492" y="5955"/>
                    <a:pt x="9673" y="5955"/>
                  </a:cubicBezTo>
                  <a:lnTo>
                    <a:pt x="9673" y="5577"/>
                  </a:lnTo>
                  <a:cubicBezTo>
                    <a:pt x="9673" y="3970"/>
                    <a:pt x="8759" y="2584"/>
                    <a:pt x="7436" y="1923"/>
                  </a:cubicBezTo>
                  <a:cubicBezTo>
                    <a:pt x="7467" y="851"/>
                    <a:pt x="6585" y="1"/>
                    <a:pt x="557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95" name="Google Shape;2995;p46"/>
          <p:cNvGrpSpPr/>
          <p:nvPr/>
        </p:nvGrpSpPr>
        <p:grpSpPr>
          <a:xfrm>
            <a:off x="8136556" y="3733126"/>
            <a:ext cx="298831" cy="299088"/>
            <a:chOff x="-52101875" y="2687475"/>
            <a:chExt cx="319025" cy="319300"/>
          </a:xfrm>
        </p:grpSpPr>
        <p:sp>
          <p:nvSpPr>
            <p:cNvPr id="2996" name="Google Shape;2996;p46"/>
            <p:cNvSpPr/>
            <p:nvPr/>
          </p:nvSpPr>
          <p:spPr>
            <a:xfrm>
              <a:off x="-51978200" y="2920300"/>
              <a:ext cx="72475" cy="29750"/>
            </a:xfrm>
            <a:custGeom>
              <a:rect b="b" l="l" r="r" t="t"/>
              <a:pathLst>
                <a:path extrusionOk="0" h="1190" w="2899">
                  <a:moveTo>
                    <a:pt x="386" y="1"/>
                  </a:moveTo>
                  <a:cubicBezTo>
                    <a:pt x="292" y="1"/>
                    <a:pt x="205" y="40"/>
                    <a:pt x="158" y="119"/>
                  </a:cubicBezTo>
                  <a:cubicBezTo>
                    <a:pt x="0" y="276"/>
                    <a:pt x="0" y="497"/>
                    <a:pt x="158" y="623"/>
                  </a:cubicBezTo>
                  <a:cubicBezTo>
                    <a:pt x="504" y="969"/>
                    <a:pt x="977" y="1190"/>
                    <a:pt x="1449" y="1190"/>
                  </a:cubicBezTo>
                  <a:cubicBezTo>
                    <a:pt x="1922" y="1190"/>
                    <a:pt x="2426" y="969"/>
                    <a:pt x="2741" y="623"/>
                  </a:cubicBezTo>
                  <a:cubicBezTo>
                    <a:pt x="2899" y="465"/>
                    <a:pt x="2899" y="245"/>
                    <a:pt x="2741" y="119"/>
                  </a:cubicBezTo>
                  <a:cubicBezTo>
                    <a:pt x="2678" y="40"/>
                    <a:pt x="2591" y="1"/>
                    <a:pt x="2501" y="1"/>
                  </a:cubicBezTo>
                  <a:cubicBezTo>
                    <a:pt x="2410" y="1"/>
                    <a:pt x="2316" y="40"/>
                    <a:pt x="2237" y="119"/>
                  </a:cubicBezTo>
                  <a:cubicBezTo>
                    <a:pt x="2048" y="308"/>
                    <a:pt x="1733" y="434"/>
                    <a:pt x="1449" y="434"/>
                  </a:cubicBezTo>
                  <a:cubicBezTo>
                    <a:pt x="1134" y="434"/>
                    <a:pt x="851" y="308"/>
                    <a:pt x="662" y="119"/>
                  </a:cubicBezTo>
                  <a:cubicBezTo>
                    <a:pt x="583" y="40"/>
                    <a:pt x="481" y="1"/>
                    <a:pt x="38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7" name="Google Shape;2997;p46"/>
            <p:cNvSpPr/>
            <p:nvPr/>
          </p:nvSpPr>
          <p:spPr>
            <a:xfrm>
              <a:off x="-51988450" y="2857100"/>
              <a:ext cx="18150" cy="17350"/>
            </a:xfrm>
            <a:custGeom>
              <a:rect b="b" l="l" r="r" t="t"/>
              <a:pathLst>
                <a:path extrusionOk="0" h="694" w="726">
                  <a:moveTo>
                    <a:pt x="379" y="0"/>
                  </a:moveTo>
                  <a:cubicBezTo>
                    <a:pt x="158" y="0"/>
                    <a:pt x="1" y="158"/>
                    <a:pt x="1" y="347"/>
                  </a:cubicBezTo>
                  <a:cubicBezTo>
                    <a:pt x="1" y="536"/>
                    <a:pt x="158" y="693"/>
                    <a:pt x="379" y="693"/>
                  </a:cubicBezTo>
                  <a:cubicBezTo>
                    <a:pt x="568" y="693"/>
                    <a:pt x="725" y="536"/>
                    <a:pt x="725" y="347"/>
                  </a:cubicBezTo>
                  <a:cubicBezTo>
                    <a:pt x="725" y="158"/>
                    <a:pt x="568" y="0"/>
                    <a:pt x="37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8" name="Google Shape;2998;p46"/>
            <p:cNvSpPr/>
            <p:nvPr/>
          </p:nvSpPr>
          <p:spPr>
            <a:xfrm>
              <a:off x="-51913625" y="2857100"/>
              <a:ext cx="18150" cy="17350"/>
            </a:xfrm>
            <a:custGeom>
              <a:rect b="b" l="l" r="r" t="t"/>
              <a:pathLst>
                <a:path extrusionOk="0" h="694" w="726">
                  <a:moveTo>
                    <a:pt x="347" y="0"/>
                  </a:moveTo>
                  <a:cubicBezTo>
                    <a:pt x="158" y="0"/>
                    <a:pt x="1" y="158"/>
                    <a:pt x="1" y="347"/>
                  </a:cubicBezTo>
                  <a:cubicBezTo>
                    <a:pt x="1" y="536"/>
                    <a:pt x="158" y="693"/>
                    <a:pt x="347" y="693"/>
                  </a:cubicBezTo>
                  <a:cubicBezTo>
                    <a:pt x="568" y="693"/>
                    <a:pt x="725" y="536"/>
                    <a:pt x="725" y="347"/>
                  </a:cubicBezTo>
                  <a:cubicBezTo>
                    <a:pt x="725" y="158"/>
                    <a:pt x="568"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9" name="Google Shape;2999;p46"/>
            <p:cNvSpPr/>
            <p:nvPr/>
          </p:nvSpPr>
          <p:spPr>
            <a:xfrm>
              <a:off x="-52101875" y="2687475"/>
              <a:ext cx="319025" cy="319300"/>
            </a:xfrm>
            <a:custGeom>
              <a:rect b="b" l="l" r="r" t="t"/>
              <a:pathLst>
                <a:path extrusionOk="0" h="12772" w="12761">
                  <a:moveTo>
                    <a:pt x="788" y="1398"/>
                  </a:moveTo>
                  <a:cubicBezTo>
                    <a:pt x="1324" y="1902"/>
                    <a:pt x="1954" y="2312"/>
                    <a:pt x="2616" y="2564"/>
                  </a:cubicBezTo>
                  <a:cubicBezTo>
                    <a:pt x="2458" y="2942"/>
                    <a:pt x="2364" y="3288"/>
                    <a:pt x="2332" y="3666"/>
                  </a:cubicBezTo>
                  <a:cubicBezTo>
                    <a:pt x="1419" y="3572"/>
                    <a:pt x="788" y="2784"/>
                    <a:pt x="788" y="1871"/>
                  </a:cubicBezTo>
                  <a:lnTo>
                    <a:pt x="788" y="1398"/>
                  </a:lnTo>
                  <a:close/>
                  <a:moveTo>
                    <a:pt x="5294" y="957"/>
                  </a:moveTo>
                  <a:lnTo>
                    <a:pt x="5294" y="3761"/>
                  </a:lnTo>
                  <a:lnTo>
                    <a:pt x="3088" y="3761"/>
                  </a:lnTo>
                  <a:cubicBezTo>
                    <a:pt x="3214" y="2469"/>
                    <a:pt x="4097" y="1366"/>
                    <a:pt x="5294" y="957"/>
                  </a:cubicBezTo>
                  <a:close/>
                  <a:moveTo>
                    <a:pt x="7531" y="957"/>
                  </a:moveTo>
                  <a:cubicBezTo>
                    <a:pt x="8728" y="1366"/>
                    <a:pt x="9578" y="2469"/>
                    <a:pt x="9736" y="3761"/>
                  </a:cubicBezTo>
                  <a:lnTo>
                    <a:pt x="7531" y="3761"/>
                  </a:lnTo>
                  <a:lnTo>
                    <a:pt x="7531" y="957"/>
                  </a:lnTo>
                  <a:close/>
                  <a:moveTo>
                    <a:pt x="12036" y="1429"/>
                  </a:moveTo>
                  <a:lnTo>
                    <a:pt x="12036" y="1902"/>
                  </a:lnTo>
                  <a:cubicBezTo>
                    <a:pt x="12036" y="2816"/>
                    <a:pt x="11343" y="3572"/>
                    <a:pt x="10492" y="3761"/>
                  </a:cubicBezTo>
                  <a:cubicBezTo>
                    <a:pt x="10461" y="3351"/>
                    <a:pt x="10366" y="3005"/>
                    <a:pt x="10208" y="2658"/>
                  </a:cubicBezTo>
                  <a:cubicBezTo>
                    <a:pt x="10870" y="2343"/>
                    <a:pt x="11500" y="1902"/>
                    <a:pt x="12036" y="1429"/>
                  </a:cubicBezTo>
                  <a:close/>
                  <a:moveTo>
                    <a:pt x="6302" y="736"/>
                  </a:moveTo>
                  <a:cubicBezTo>
                    <a:pt x="6428" y="736"/>
                    <a:pt x="6680" y="768"/>
                    <a:pt x="6774" y="768"/>
                  </a:cubicBezTo>
                  <a:lnTo>
                    <a:pt x="6774" y="4107"/>
                  </a:lnTo>
                  <a:cubicBezTo>
                    <a:pt x="6774" y="4296"/>
                    <a:pt x="6932" y="4454"/>
                    <a:pt x="7152" y="4454"/>
                  </a:cubicBezTo>
                  <a:lnTo>
                    <a:pt x="9736" y="4454"/>
                  </a:lnTo>
                  <a:lnTo>
                    <a:pt x="9736" y="5242"/>
                  </a:lnTo>
                  <a:lnTo>
                    <a:pt x="2994" y="5242"/>
                  </a:lnTo>
                  <a:lnTo>
                    <a:pt x="2994" y="4454"/>
                  </a:lnTo>
                  <a:lnTo>
                    <a:pt x="5609" y="4454"/>
                  </a:lnTo>
                  <a:cubicBezTo>
                    <a:pt x="5798" y="4454"/>
                    <a:pt x="5955" y="4296"/>
                    <a:pt x="5955" y="4107"/>
                  </a:cubicBezTo>
                  <a:lnTo>
                    <a:pt x="5955" y="768"/>
                  </a:lnTo>
                  <a:cubicBezTo>
                    <a:pt x="6081" y="768"/>
                    <a:pt x="6207" y="736"/>
                    <a:pt x="6302" y="736"/>
                  </a:cubicBezTo>
                  <a:close/>
                  <a:moveTo>
                    <a:pt x="2301" y="6785"/>
                  </a:moveTo>
                  <a:lnTo>
                    <a:pt x="2301" y="8297"/>
                  </a:lnTo>
                  <a:cubicBezTo>
                    <a:pt x="1891" y="8297"/>
                    <a:pt x="1545" y="7919"/>
                    <a:pt x="1545" y="7541"/>
                  </a:cubicBezTo>
                  <a:cubicBezTo>
                    <a:pt x="1545" y="7132"/>
                    <a:pt x="1891" y="6785"/>
                    <a:pt x="2301" y="6785"/>
                  </a:cubicBezTo>
                  <a:close/>
                  <a:moveTo>
                    <a:pt x="9767" y="6029"/>
                  </a:moveTo>
                  <a:lnTo>
                    <a:pt x="9767" y="8297"/>
                  </a:lnTo>
                  <a:lnTo>
                    <a:pt x="8759" y="8297"/>
                  </a:lnTo>
                  <a:cubicBezTo>
                    <a:pt x="8035" y="7841"/>
                    <a:pt x="7215" y="7612"/>
                    <a:pt x="6400" y="7612"/>
                  </a:cubicBezTo>
                  <a:cubicBezTo>
                    <a:pt x="5585" y="7612"/>
                    <a:pt x="4774" y="7841"/>
                    <a:pt x="4065" y="8297"/>
                  </a:cubicBezTo>
                  <a:lnTo>
                    <a:pt x="3057" y="8297"/>
                  </a:lnTo>
                  <a:lnTo>
                    <a:pt x="3057" y="6029"/>
                  </a:lnTo>
                  <a:close/>
                  <a:moveTo>
                    <a:pt x="10524" y="6785"/>
                  </a:moveTo>
                  <a:cubicBezTo>
                    <a:pt x="10933" y="6785"/>
                    <a:pt x="11280" y="7100"/>
                    <a:pt x="11280" y="7541"/>
                  </a:cubicBezTo>
                  <a:cubicBezTo>
                    <a:pt x="11280" y="7919"/>
                    <a:pt x="10933" y="8297"/>
                    <a:pt x="10524" y="8297"/>
                  </a:cubicBezTo>
                  <a:lnTo>
                    <a:pt x="10524" y="6785"/>
                  </a:lnTo>
                  <a:close/>
                  <a:moveTo>
                    <a:pt x="6381" y="8290"/>
                  </a:moveTo>
                  <a:cubicBezTo>
                    <a:pt x="7089" y="8290"/>
                    <a:pt x="7798" y="8502"/>
                    <a:pt x="8413" y="8928"/>
                  </a:cubicBezTo>
                  <a:cubicBezTo>
                    <a:pt x="8476" y="8959"/>
                    <a:pt x="8507" y="8991"/>
                    <a:pt x="8602" y="8991"/>
                  </a:cubicBezTo>
                  <a:lnTo>
                    <a:pt x="9704" y="8991"/>
                  </a:lnTo>
                  <a:cubicBezTo>
                    <a:pt x="9547" y="10692"/>
                    <a:pt x="8129" y="11984"/>
                    <a:pt x="6396" y="11984"/>
                  </a:cubicBezTo>
                  <a:cubicBezTo>
                    <a:pt x="4664" y="11984"/>
                    <a:pt x="3246" y="10692"/>
                    <a:pt x="3057" y="8991"/>
                  </a:cubicBezTo>
                  <a:lnTo>
                    <a:pt x="4160" y="8991"/>
                  </a:lnTo>
                  <a:cubicBezTo>
                    <a:pt x="4223" y="8991"/>
                    <a:pt x="4317" y="8959"/>
                    <a:pt x="4349" y="8928"/>
                  </a:cubicBezTo>
                  <a:cubicBezTo>
                    <a:pt x="4963" y="8502"/>
                    <a:pt x="5672" y="8290"/>
                    <a:pt x="6381" y="8290"/>
                  </a:cubicBezTo>
                  <a:close/>
                  <a:moveTo>
                    <a:pt x="12402" y="1"/>
                  </a:moveTo>
                  <a:cubicBezTo>
                    <a:pt x="12282" y="1"/>
                    <a:pt x="12165" y="47"/>
                    <a:pt x="12067" y="169"/>
                  </a:cubicBezTo>
                  <a:cubicBezTo>
                    <a:pt x="11563" y="957"/>
                    <a:pt x="10776" y="1587"/>
                    <a:pt x="9862" y="1934"/>
                  </a:cubicBezTo>
                  <a:cubicBezTo>
                    <a:pt x="9106" y="768"/>
                    <a:pt x="7814" y="12"/>
                    <a:pt x="6396" y="12"/>
                  </a:cubicBezTo>
                  <a:cubicBezTo>
                    <a:pt x="4979" y="12"/>
                    <a:pt x="3687" y="768"/>
                    <a:pt x="2931" y="1934"/>
                  </a:cubicBezTo>
                  <a:cubicBezTo>
                    <a:pt x="2017" y="1587"/>
                    <a:pt x="1230" y="957"/>
                    <a:pt x="725" y="169"/>
                  </a:cubicBezTo>
                  <a:cubicBezTo>
                    <a:pt x="647" y="65"/>
                    <a:pt x="504" y="4"/>
                    <a:pt x="368" y="4"/>
                  </a:cubicBezTo>
                  <a:cubicBezTo>
                    <a:pt x="339" y="4"/>
                    <a:pt x="311" y="6"/>
                    <a:pt x="284" y="12"/>
                  </a:cubicBezTo>
                  <a:cubicBezTo>
                    <a:pt x="127" y="43"/>
                    <a:pt x="1" y="201"/>
                    <a:pt x="1" y="358"/>
                  </a:cubicBezTo>
                  <a:lnTo>
                    <a:pt x="1" y="1871"/>
                  </a:lnTo>
                  <a:cubicBezTo>
                    <a:pt x="1" y="3162"/>
                    <a:pt x="1009" y="4265"/>
                    <a:pt x="2269" y="4454"/>
                  </a:cubicBezTo>
                  <a:lnTo>
                    <a:pt x="2269" y="6029"/>
                  </a:lnTo>
                  <a:cubicBezTo>
                    <a:pt x="1419" y="6029"/>
                    <a:pt x="757" y="6722"/>
                    <a:pt x="757" y="7541"/>
                  </a:cubicBezTo>
                  <a:cubicBezTo>
                    <a:pt x="757" y="8360"/>
                    <a:pt x="1419" y="9022"/>
                    <a:pt x="2269" y="9022"/>
                  </a:cubicBezTo>
                  <a:cubicBezTo>
                    <a:pt x="2458" y="11133"/>
                    <a:pt x="4223" y="12771"/>
                    <a:pt x="6365" y="12771"/>
                  </a:cubicBezTo>
                  <a:cubicBezTo>
                    <a:pt x="8476" y="12771"/>
                    <a:pt x="10240" y="11133"/>
                    <a:pt x="10461" y="9022"/>
                  </a:cubicBezTo>
                  <a:cubicBezTo>
                    <a:pt x="11280" y="9022"/>
                    <a:pt x="11941" y="8360"/>
                    <a:pt x="11941" y="7541"/>
                  </a:cubicBezTo>
                  <a:cubicBezTo>
                    <a:pt x="11941" y="6722"/>
                    <a:pt x="11280" y="6029"/>
                    <a:pt x="10461" y="6029"/>
                  </a:cubicBezTo>
                  <a:cubicBezTo>
                    <a:pt x="10524" y="5840"/>
                    <a:pt x="10524" y="4611"/>
                    <a:pt x="10524" y="4454"/>
                  </a:cubicBezTo>
                  <a:cubicBezTo>
                    <a:pt x="11784" y="4265"/>
                    <a:pt x="12760" y="3194"/>
                    <a:pt x="12760" y="1871"/>
                  </a:cubicBezTo>
                  <a:lnTo>
                    <a:pt x="12760" y="358"/>
                  </a:lnTo>
                  <a:cubicBezTo>
                    <a:pt x="12760" y="201"/>
                    <a:pt x="12666" y="43"/>
                    <a:pt x="12508" y="12"/>
                  </a:cubicBezTo>
                  <a:cubicBezTo>
                    <a:pt x="12473" y="5"/>
                    <a:pt x="12438" y="1"/>
                    <a:pt x="1240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00" name="Google Shape;3000;p46"/>
          <p:cNvGrpSpPr/>
          <p:nvPr/>
        </p:nvGrpSpPr>
        <p:grpSpPr>
          <a:xfrm>
            <a:off x="6408653" y="1553266"/>
            <a:ext cx="261925" cy="298081"/>
            <a:chOff x="-56774050" y="1904075"/>
            <a:chExt cx="279625" cy="318225"/>
          </a:xfrm>
        </p:grpSpPr>
        <p:sp>
          <p:nvSpPr>
            <p:cNvPr id="3001" name="Google Shape;3001;p46"/>
            <p:cNvSpPr/>
            <p:nvPr/>
          </p:nvSpPr>
          <p:spPr>
            <a:xfrm>
              <a:off x="-56671650" y="2135825"/>
              <a:ext cx="72475" cy="28975"/>
            </a:xfrm>
            <a:custGeom>
              <a:rect b="b" l="l" r="r" t="t"/>
              <a:pathLst>
                <a:path extrusionOk="0" h="1159" w="2899">
                  <a:moveTo>
                    <a:pt x="398" y="1"/>
                  </a:moveTo>
                  <a:cubicBezTo>
                    <a:pt x="307" y="1"/>
                    <a:pt x="221" y="40"/>
                    <a:pt x="158" y="119"/>
                  </a:cubicBezTo>
                  <a:cubicBezTo>
                    <a:pt x="0" y="276"/>
                    <a:pt x="0" y="497"/>
                    <a:pt x="158" y="623"/>
                  </a:cubicBezTo>
                  <a:cubicBezTo>
                    <a:pt x="504" y="970"/>
                    <a:pt x="977" y="1159"/>
                    <a:pt x="1449" y="1159"/>
                  </a:cubicBezTo>
                  <a:cubicBezTo>
                    <a:pt x="1922" y="1159"/>
                    <a:pt x="2426" y="970"/>
                    <a:pt x="2741" y="623"/>
                  </a:cubicBezTo>
                  <a:cubicBezTo>
                    <a:pt x="2899" y="465"/>
                    <a:pt x="2899" y="213"/>
                    <a:pt x="2741" y="119"/>
                  </a:cubicBezTo>
                  <a:cubicBezTo>
                    <a:pt x="2662" y="40"/>
                    <a:pt x="2568" y="1"/>
                    <a:pt x="2477" y="1"/>
                  </a:cubicBezTo>
                  <a:cubicBezTo>
                    <a:pt x="2387" y="1"/>
                    <a:pt x="2300" y="40"/>
                    <a:pt x="2237" y="119"/>
                  </a:cubicBezTo>
                  <a:cubicBezTo>
                    <a:pt x="2048" y="308"/>
                    <a:pt x="1733" y="434"/>
                    <a:pt x="1449" y="434"/>
                  </a:cubicBezTo>
                  <a:cubicBezTo>
                    <a:pt x="1134" y="434"/>
                    <a:pt x="851" y="308"/>
                    <a:pt x="662" y="119"/>
                  </a:cubicBezTo>
                  <a:cubicBezTo>
                    <a:pt x="583" y="40"/>
                    <a:pt x="488" y="1"/>
                    <a:pt x="3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2" name="Google Shape;3002;p46"/>
            <p:cNvSpPr/>
            <p:nvPr/>
          </p:nvSpPr>
          <p:spPr>
            <a:xfrm>
              <a:off x="-56774050" y="1904075"/>
              <a:ext cx="279625" cy="318225"/>
            </a:xfrm>
            <a:custGeom>
              <a:rect b="b" l="l" r="r" t="t"/>
              <a:pathLst>
                <a:path extrusionOk="0" h="12729" w="11185">
                  <a:moveTo>
                    <a:pt x="5545" y="757"/>
                  </a:moveTo>
                  <a:cubicBezTo>
                    <a:pt x="7278" y="757"/>
                    <a:pt x="8696" y="2048"/>
                    <a:pt x="8885" y="3750"/>
                  </a:cubicBezTo>
                  <a:lnTo>
                    <a:pt x="4789" y="3750"/>
                  </a:lnTo>
                  <a:cubicBezTo>
                    <a:pt x="3056" y="3750"/>
                    <a:pt x="1639" y="2395"/>
                    <a:pt x="1450" y="757"/>
                  </a:cubicBezTo>
                  <a:close/>
                  <a:moveTo>
                    <a:pt x="2710" y="3844"/>
                  </a:moveTo>
                  <a:cubicBezTo>
                    <a:pt x="3277" y="4254"/>
                    <a:pt x="4002" y="4506"/>
                    <a:pt x="4789" y="4506"/>
                  </a:cubicBezTo>
                  <a:lnTo>
                    <a:pt x="8885" y="4506"/>
                  </a:lnTo>
                  <a:lnTo>
                    <a:pt x="8885" y="5608"/>
                  </a:lnTo>
                  <a:cubicBezTo>
                    <a:pt x="8570" y="5356"/>
                    <a:pt x="8192" y="5230"/>
                    <a:pt x="7782" y="5230"/>
                  </a:cubicBezTo>
                  <a:cubicBezTo>
                    <a:pt x="6900" y="5230"/>
                    <a:pt x="6144" y="5860"/>
                    <a:pt x="5986" y="6742"/>
                  </a:cubicBezTo>
                  <a:lnTo>
                    <a:pt x="5167" y="6742"/>
                  </a:lnTo>
                  <a:cubicBezTo>
                    <a:pt x="5010" y="5860"/>
                    <a:pt x="4222" y="5230"/>
                    <a:pt x="3340" y="5230"/>
                  </a:cubicBezTo>
                  <a:cubicBezTo>
                    <a:pt x="2899" y="5230"/>
                    <a:pt x="2552" y="5388"/>
                    <a:pt x="2237" y="5608"/>
                  </a:cubicBezTo>
                  <a:cubicBezTo>
                    <a:pt x="2237" y="4978"/>
                    <a:pt x="2395" y="4380"/>
                    <a:pt x="2710" y="3844"/>
                  </a:cubicBezTo>
                  <a:close/>
                  <a:moveTo>
                    <a:pt x="1450" y="5986"/>
                  </a:moveTo>
                  <a:lnTo>
                    <a:pt x="1450" y="7467"/>
                  </a:lnTo>
                  <a:cubicBezTo>
                    <a:pt x="1432" y="7468"/>
                    <a:pt x="1415" y="7469"/>
                    <a:pt x="1398" y="7469"/>
                  </a:cubicBezTo>
                  <a:cubicBezTo>
                    <a:pt x="984" y="7469"/>
                    <a:pt x="694" y="7106"/>
                    <a:pt x="694" y="6742"/>
                  </a:cubicBezTo>
                  <a:cubicBezTo>
                    <a:pt x="694" y="6333"/>
                    <a:pt x="1009" y="5986"/>
                    <a:pt x="1450" y="5986"/>
                  </a:cubicBezTo>
                  <a:close/>
                  <a:moveTo>
                    <a:pt x="9641" y="5986"/>
                  </a:moveTo>
                  <a:cubicBezTo>
                    <a:pt x="10051" y="5986"/>
                    <a:pt x="10397" y="6301"/>
                    <a:pt x="10397" y="6742"/>
                  </a:cubicBezTo>
                  <a:cubicBezTo>
                    <a:pt x="10397" y="7184"/>
                    <a:pt x="10051" y="7499"/>
                    <a:pt x="9641" y="7499"/>
                  </a:cubicBezTo>
                  <a:lnTo>
                    <a:pt x="9641" y="5986"/>
                  </a:lnTo>
                  <a:close/>
                  <a:moveTo>
                    <a:pt x="3309" y="5986"/>
                  </a:moveTo>
                  <a:cubicBezTo>
                    <a:pt x="3939" y="5986"/>
                    <a:pt x="4411" y="6490"/>
                    <a:pt x="4411" y="7089"/>
                  </a:cubicBezTo>
                  <a:cubicBezTo>
                    <a:pt x="4411" y="7719"/>
                    <a:pt x="3907" y="8192"/>
                    <a:pt x="3309" y="8192"/>
                  </a:cubicBezTo>
                  <a:cubicBezTo>
                    <a:pt x="2678" y="8192"/>
                    <a:pt x="2206" y="7688"/>
                    <a:pt x="2206" y="7089"/>
                  </a:cubicBezTo>
                  <a:cubicBezTo>
                    <a:pt x="2206" y="6459"/>
                    <a:pt x="2710" y="5986"/>
                    <a:pt x="3309" y="5986"/>
                  </a:cubicBezTo>
                  <a:close/>
                  <a:moveTo>
                    <a:pt x="7782" y="6018"/>
                  </a:moveTo>
                  <a:cubicBezTo>
                    <a:pt x="8412" y="6018"/>
                    <a:pt x="8885" y="6553"/>
                    <a:pt x="8885" y="7121"/>
                  </a:cubicBezTo>
                  <a:cubicBezTo>
                    <a:pt x="8885" y="7719"/>
                    <a:pt x="8381" y="8223"/>
                    <a:pt x="7782" y="8223"/>
                  </a:cubicBezTo>
                  <a:cubicBezTo>
                    <a:pt x="7152" y="8223"/>
                    <a:pt x="6680" y="7719"/>
                    <a:pt x="6680" y="7121"/>
                  </a:cubicBezTo>
                  <a:cubicBezTo>
                    <a:pt x="6680" y="6490"/>
                    <a:pt x="7215" y="6018"/>
                    <a:pt x="7782" y="6018"/>
                  </a:cubicBezTo>
                  <a:close/>
                  <a:moveTo>
                    <a:pt x="5955" y="7436"/>
                  </a:moveTo>
                  <a:cubicBezTo>
                    <a:pt x="6112" y="8318"/>
                    <a:pt x="6900" y="8948"/>
                    <a:pt x="7751" y="8948"/>
                  </a:cubicBezTo>
                  <a:cubicBezTo>
                    <a:pt x="8192" y="8948"/>
                    <a:pt x="8538" y="8790"/>
                    <a:pt x="8853" y="8601"/>
                  </a:cubicBezTo>
                  <a:lnTo>
                    <a:pt x="8853" y="8601"/>
                  </a:lnTo>
                  <a:cubicBezTo>
                    <a:pt x="8885" y="10334"/>
                    <a:pt x="7593" y="11783"/>
                    <a:pt x="5892" y="11941"/>
                  </a:cubicBezTo>
                  <a:lnTo>
                    <a:pt x="5892" y="11594"/>
                  </a:lnTo>
                  <a:cubicBezTo>
                    <a:pt x="5892" y="11374"/>
                    <a:pt x="5734" y="11216"/>
                    <a:pt x="5545" y="11216"/>
                  </a:cubicBezTo>
                  <a:cubicBezTo>
                    <a:pt x="5356" y="11216"/>
                    <a:pt x="5199" y="11374"/>
                    <a:pt x="5199" y="11594"/>
                  </a:cubicBezTo>
                  <a:lnTo>
                    <a:pt x="5199" y="11941"/>
                  </a:lnTo>
                  <a:cubicBezTo>
                    <a:pt x="3498" y="11752"/>
                    <a:pt x="2206" y="10334"/>
                    <a:pt x="2206" y="8601"/>
                  </a:cubicBezTo>
                  <a:lnTo>
                    <a:pt x="2206" y="8601"/>
                  </a:lnTo>
                  <a:cubicBezTo>
                    <a:pt x="2521" y="8822"/>
                    <a:pt x="2899" y="8948"/>
                    <a:pt x="3309" y="8948"/>
                  </a:cubicBezTo>
                  <a:cubicBezTo>
                    <a:pt x="4222" y="8948"/>
                    <a:pt x="4947" y="8318"/>
                    <a:pt x="5136" y="7436"/>
                  </a:cubicBezTo>
                  <a:close/>
                  <a:moveTo>
                    <a:pt x="1072" y="0"/>
                  </a:moveTo>
                  <a:cubicBezTo>
                    <a:pt x="851" y="0"/>
                    <a:pt x="725" y="158"/>
                    <a:pt x="725" y="347"/>
                  </a:cubicBezTo>
                  <a:cubicBezTo>
                    <a:pt x="725" y="1576"/>
                    <a:pt x="1229" y="2678"/>
                    <a:pt x="2080" y="3434"/>
                  </a:cubicBezTo>
                  <a:cubicBezTo>
                    <a:pt x="1733" y="3970"/>
                    <a:pt x="1544" y="4569"/>
                    <a:pt x="1513" y="5230"/>
                  </a:cubicBezTo>
                  <a:cubicBezTo>
                    <a:pt x="662" y="5230"/>
                    <a:pt x="0" y="5923"/>
                    <a:pt x="0" y="6742"/>
                  </a:cubicBezTo>
                  <a:cubicBezTo>
                    <a:pt x="0" y="7562"/>
                    <a:pt x="662" y="8223"/>
                    <a:pt x="1513" y="8223"/>
                  </a:cubicBezTo>
                  <a:lnTo>
                    <a:pt x="1513" y="8601"/>
                  </a:lnTo>
                  <a:cubicBezTo>
                    <a:pt x="1513" y="10870"/>
                    <a:pt x="3340" y="12728"/>
                    <a:pt x="5577" y="12728"/>
                  </a:cubicBezTo>
                  <a:cubicBezTo>
                    <a:pt x="7845" y="12728"/>
                    <a:pt x="9673" y="10870"/>
                    <a:pt x="9673" y="8601"/>
                  </a:cubicBezTo>
                  <a:lnTo>
                    <a:pt x="9673" y="8223"/>
                  </a:lnTo>
                  <a:cubicBezTo>
                    <a:pt x="10523" y="8223"/>
                    <a:pt x="11185" y="7562"/>
                    <a:pt x="11185" y="6742"/>
                  </a:cubicBezTo>
                  <a:cubicBezTo>
                    <a:pt x="11153" y="5923"/>
                    <a:pt x="10460" y="5230"/>
                    <a:pt x="9641" y="5230"/>
                  </a:cubicBezTo>
                  <a:lnTo>
                    <a:pt x="9641" y="4128"/>
                  </a:lnTo>
                  <a:cubicBezTo>
                    <a:pt x="9641" y="1859"/>
                    <a:pt x="7782" y="0"/>
                    <a:pt x="554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03" name="Google Shape;3003;p46"/>
          <p:cNvGrpSpPr/>
          <p:nvPr/>
        </p:nvGrpSpPr>
        <p:grpSpPr>
          <a:xfrm>
            <a:off x="6408653" y="1987361"/>
            <a:ext cx="261925" cy="298081"/>
            <a:chOff x="-56774850" y="2294725"/>
            <a:chExt cx="279625" cy="318225"/>
          </a:xfrm>
        </p:grpSpPr>
        <p:sp>
          <p:nvSpPr>
            <p:cNvPr id="3004" name="Google Shape;3004;p46"/>
            <p:cNvSpPr/>
            <p:nvPr/>
          </p:nvSpPr>
          <p:spPr>
            <a:xfrm>
              <a:off x="-56681100" y="2464075"/>
              <a:ext cx="17325" cy="18125"/>
            </a:xfrm>
            <a:custGeom>
              <a:rect b="b" l="l" r="r" t="t"/>
              <a:pathLst>
                <a:path extrusionOk="0" h="725" w="693">
                  <a:moveTo>
                    <a:pt x="347" y="0"/>
                  </a:moveTo>
                  <a:cubicBezTo>
                    <a:pt x="158" y="0"/>
                    <a:pt x="0" y="158"/>
                    <a:pt x="0" y="378"/>
                  </a:cubicBezTo>
                  <a:cubicBezTo>
                    <a:pt x="0" y="567"/>
                    <a:pt x="158" y="725"/>
                    <a:pt x="347" y="725"/>
                  </a:cubicBezTo>
                  <a:cubicBezTo>
                    <a:pt x="536" y="725"/>
                    <a:pt x="693" y="567"/>
                    <a:pt x="693" y="378"/>
                  </a:cubicBezTo>
                  <a:cubicBezTo>
                    <a:pt x="693" y="158"/>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5" name="Google Shape;3005;p46"/>
            <p:cNvSpPr/>
            <p:nvPr/>
          </p:nvSpPr>
          <p:spPr>
            <a:xfrm>
              <a:off x="-56606275" y="2464075"/>
              <a:ext cx="17325" cy="18125"/>
            </a:xfrm>
            <a:custGeom>
              <a:rect b="b" l="l" r="r" t="t"/>
              <a:pathLst>
                <a:path extrusionOk="0" h="725" w="693">
                  <a:moveTo>
                    <a:pt x="347" y="0"/>
                  </a:moveTo>
                  <a:cubicBezTo>
                    <a:pt x="158" y="0"/>
                    <a:pt x="0" y="158"/>
                    <a:pt x="0" y="378"/>
                  </a:cubicBezTo>
                  <a:cubicBezTo>
                    <a:pt x="0" y="567"/>
                    <a:pt x="158" y="725"/>
                    <a:pt x="347" y="725"/>
                  </a:cubicBezTo>
                  <a:cubicBezTo>
                    <a:pt x="536" y="725"/>
                    <a:pt x="693" y="567"/>
                    <a:pt x="693" y="378"/>
                  </a:cubicBezTo>
                  <a:cubicBezTo>
                    <a:pt x="693" y="158"/>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6" name="Google Shape;3006;p46"/>
            <p:cNvSpPr/>
            <p:nvPr/>
          </p:nvSpPr>
          <p:spPr>
            <a:xfrm>
              <a:off x="-56774850" y="2294725"/>
              <a:ext cx="279625" cy="318225"/>
            </a:xfrm>
            <a:custGeom>
              <a:rect b="b" l="l" r="r" t="t"/>
              <a:pathLst>
                <a:path extrusionOk="0" h="12729" w="11185">
                  <a:moveTo>
                    <a:pt x="5577" y="788"/>
                  </a:moveTo>
                  <a:cubicBezTo>
                    <a:pt x="6775" y="788"/>
                    <a:pt x="7783" y="1198"/>
                    <a:pt x="8665" y="1891"/>
                  </a:cubicBezTo>
                  <a:cubicBezTo>
                    <a:pt x="8098" y="2553"/>
                    <a:pt x="6932" y="3057"/>
                    <a:pt x="5577" y="3057"/>
                  </a:cubicBezTo>
                  <a:cubicBezTo>
                    <a:pt x="4254" y="3057"/>
                    <a:pt x="3057" y="2584"/>
                    <a:pt x="2521" y="1891"/>
                  </a:cubicBezTo>
                  <a:cubicBezTo>
                    <a:pt x="3341" y="1198"/>
                    <a:pt x="4412" y="788"/>
                    <a:pt x="5577" y="788"/>
                  </a:cubicBezTo>
                  <a:close/>
                  <a:moveTo>
                    <a:pt x="5577" y="5325"/>
                  </a:moveTo>
                  <a:lnTo>
                    <a:pt x="8917" y="7341"/>
                  </a:lnTo>
                  <a:lnTo>
                    <a:pt x="8917" y="8633"/>
                  </a:lnTo>
                  <a:cubicBezTo>
                    <a:pt x="8917" y="9830"/>
                    <a:pt x="8350" y="10838"/>
                    <a:pt x="7436" y="11437"/>
                  </a:cubicBezTo>
                  <a:lnTo>
                    <a:pt x="7436" y="9673"/>
                  </a:lnTo>
                  <a:cubicBezTo>
                    <a:pt x="7436" y="9547"/>
                    <a:pt x="7342" y="9421"/>
                    <a:pt x="7247" y="9358"/>
                  </a:cubicBezTo>
                  <a:cubicBezTo>
                    <a:pt x="6727" y="9090"/>
                    <a:pt x="6152" y="8956"/>
                    <a:pt x="5581" y="8956"/>
                  </a:cubicBezTo>
                  <a:cubicBezTo>
                    <a:pt x="5010" y="8956"/>
                    <a:pt x="4443" y="9090"/>
                    <a:pt x="3939" y="9358"/>
                  </a:cubicBezTo>
                  <a:cubicBezTo>
                    <a:pt x="3813" y="9421"/>
                    <a:pt x="3719" y="9547"/>
                    <a:pt x="3719" y="9673"/>
                  </a:cubicBezTo>
                  <a:lnTo>
                    <a:pt x="3719" y="11437"/>
                  </a:lnTo>
                  <a:cubicBezTo>
                    <a:pt x="2836" y="10838"/>
                    <a:pt x="2238" y="9767"/>
                    <a:pt x="2238" y="8633"/>
                  </a:cubicBezTo>
                  <a:lnTo>
                    <a:pt x="2238" y="7341"/>
                  </a:lnTo>
                  <a:lnTo>
                    <a:pt x="5577" y="5325"/>
                  </a:lnTo>
                  <a:close/>
                  <a:moveTo>
                    <a:pt x="5562" y="9736"/>
                  </a:moveTo>
                  <a:cubicBezTo>
                    <a:pt x="5948" y="9736"/>
                    <a:pt x="6333" y="9799"/>
                    <a:pt x="6680" y="9925"/>
                  </a:cubicBezTo>
                  <a:lnTo>
                    <a:pt x="6680" y="11815"/>
                  </a:lnTo>
                  <a:cubicBezTo>
                    <a:pt x="6333" y="11941"/>
                    <a:pt x="5987" y="12036"/>
                    <a:pt x="5577" y="12036"/>
                  </a:cubicBezTo>
                  <a:cubicBezTo>
                    <a:pt x="5199" y="12036"/>
                    <a:pt x="4790" y="11941"/>
                    <a:pt x="4443" y="11815"/>
                  </a:cubicBezTo>
                  <a:lnTo>
                    <a:pt x="4443" y="9925"/>
                  </a:lnTo>
                  <a:cubicBezTo>
                    <a:pt x="4790" y="9799"/>
                    <a:pt x="5176" y="9736"/>
                    <a:pt x="5562" y="9736"/>
                  </a:cubicBezTo>
                  <a:close/>
                  <a:moveTo>
                    <a:pt x="9200" y="2427"/>
                  </a:moveTo>
                  <a:cubicBezTo>
                    <a:pt x="9988" y="3277"/>
                    <a:pt x="10429" y="4411"/>
                    <a:pt x="10429" y="5640"/>
                  </a:cubicBezTo>
                  <a:lnTo>
                    <a:pt x="10429" y="12036"/>
                  </a:lnTo>
                  <a:lnTo>
                    <a:pt x="7940" y="12036"/>
                  </a:lnTo>
                  <a:cubicBezTo>
                    <a:pt x="9011" y="11280"/>
                    <a:pt x="9705" y="10051"/>
                    <a:pt x="9705" y="8633"/>
                  </a:cubicBezTo>
                  <a:lnTo>
                    <a:pt x="9705" y="7152"/>
                  </a:lnTo>
                  <a:cubicBezTo>
                    <a:pt x="9705" y="7026"/>
                    <a:pt x="9642" y="6900"/>
                    <a:pt x="9515" y="6837"/>
                  </a:cubicBezTo>
                  <a:lnTo>
                    <a:pt x="5766" y="4569"/>
                  </a:lnTo>
                  <a:cubicBezTo>
                    <a:pt x="5719" y="4538"/>
                    <a:pt x="5656" y="4522"/>
                    <a:pt x="5589" y="4522"/>
                  </a:cubicBezTo>
                  <a:cubicBezTo>
                    <a:pt x="5522" y="4522"/>
                    <a:pt x="5451" y="4538"/>
                    <a:pt x="5388" y="4569"/>
                  </a:cubicBezTo>
                  <a:lnTo>
                    <a:pt x="1639" y="6837"/>
                  </a:lnTo>
                  <a:cubicBezTo>
                    <a:pt x="1513" y="6900"/>
                    <a:pt x="1450" y="7026"/>
                    <a:pt x="1450" y="7152"/>
                  </a:cubicBezTo>
                  <a:lnTo>
                    <a:pt x="1450" y="8633"/>
                  </a:lnTo>
                  <a:cubicBezTo>
                    <a:pt x="1450" y="10019"/>
                    <a:pt x="2143" y="11280"/>
                    <a:pt x="3214" y="12036"/>
                  </a:cubicBezTo>
                  <a:lnTo>
                    <a:pt x="726" y="12036"/>
                  </a:lnTo>
                  <a:lnTo>
                    <a:pt x="726" y="5640"/>
                  </a:lnTo>
                  <a:cubicBezTo>
                    <a:pt x="726" y="4380"/>
                    <a:pt x="1198" y="3246"/>
                    <a:pt x="1954" y="2427"/>
                  </a:cubicBezTo>
                  <a:cubicBezTo>
                    <a:pt x="2679" y="3246"/>
                    <a:pt x="4034" y="3750"/>
                    <a:pt x="5577" y="3750"/>
                  </a:cubicBezTo>
                  <a:cubicBezTo>
                    <a:pt x="7121" y="3750"/>
                    <a:pt x="8507" y="3246"/>
                    <a:pt x="9200" y="2427"/>
                  </a:cubicBezTo>
                  <a:close/>
                  <a:moveTo>
                    <a:pt x="5577" y="1"/>
                  </a:moveTo>
                  <a:cubicBezTo>
                    <a:pt x="2521" y="1"/>
                    <a:pt x="1" y="2521"/>
                    <a:pt x="1" y="5640"/>
                  </a:cubicBezTo>
                  <a:lnTo>
                    <a:pt x="1" y="12382"/>
                  </a:lnTo>
                  <a:cubicBezTo>
                    <a:pt x="1" y="12571"/>
                    <a:pt x="159" y="12729"/>
                    <a:pt x="348" y="12729"/>
                  </a:cubicBezTo>
                  <a:lnTo>
                    <a:pt x="10776" y="12729"/>
                  </a:lnTo>
                  <a:cubicBezTo>
                    <a:pt x="10965" y="12729"/>
                    <a:pt x="11122" y="12571"/>
                    <a:pt x="11122" y="12382"/>
                  </a:cubicBezTo>
                  <a:lnTo>
                    <a:pt x="11122" y="5640"/>
                  </a:lnTo>
                  <a:cubicBezTo>
                    <a:pt x="11185" y="2584"/>
                    <a:pt x="8665" y="1"/>
                    <a:pt x="557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07" name="Google Shape;3007;p46"/>
          <p:cNvGrpSpPr/>
          <p:nvPr/>
        </p:nvGrpSpPr>
        <p:grpSpPr>
          <a:xfrm>
            <a:off x="6425993" y="2425605"/>
            <a:ext cx="227243" cy="297332"/>
            <a:chOff x="-56756725" y="2686975"/>
            <a:chExt cx="242600" cy="317425"/>
          </a:xfrm>
        </p:grpSpPr>
        <p:sp>
          <p:nvSpPr>
            <p:cNvPr id="3008" name="Google Shape;3008;p46"/>
            <p:cNvSpPr/>
            <p:nvPr/>
          </p:nvSpPr>
          <p:spPr>
            <a:xfrm>
              <a:off x="-56681100" y="2854725"/>
              <a:ext cx="17325" cy="18150"/>
            </a:xfrm>
            <a:custGeom>
              <a:rect b="b" l="l" r="r" t="t"/>
              <a:pathLst>
                <a:path extrusionOk="0" h="726" w="693">
                  <a:moveTo>
                    <a:pt x="347" y="1"/>
                  </a:moveTo>
                  <a:cubicBezTo>
                    <a:pt x="158" y="1"/>
                    <a:pt x="0" y="190"/>
                    <a:pt x="0" y="379"/>
                  </a:cubicBezTo>
                  <a:cubicBezTo>
                    <a:pt x="0" y="568"/>
                    <a:pt x="158" y="725"/>
                    <a:pt x="347" y="725"/>
                  </a:cubicBezTo>
                  <a:cubicBezTo>
                    <a:pt x="536" y="725"/>
                    <a:pt x="693" y="568"/>
                    <a:pt x="693" y="379"/>
                  </a:cubicBezTo>
                  <a:cubicBezTo>
                    <a:pt x="693" y="190"/>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9" name="Google Shape;3009;p46"/>
            <p:cNvSpPr/>
            <p:nvPr/>
          </p:nvSpPr>
          <p:spPr>
            <a:xfrm>
              <a:off x="-56606275" y="2854725"/>
              <a:ext cx="17325" cy="18150"/>
            </a:xfrm>
            <a:custGeom>
              <a:rect b="b" l="l" r="r" t="t"/>
              <a:pathLst>
                <a:path extrusionOk="0" h="726" w="693">
                  <a:moveTo>
                    <a:pt x="347" y="1"/>
                  </a:moveTo>
                  <a:cubicBezTo>
                    <a:pt x="158" y="1"/>
                    <a:pt x="0" y="190"/>
                    <a:pt x="0" y="379"/>
                  </a:cubicBezTo>
                  <a:cubicBezTo>
                    <a:pt x="0" y="568"/>
                    <a:pt x="158" y="725"/>
                    <a:pt x="347" y="725"/>
                  </a:cubicBezTo>
                  <a:cubicBezTo>
                    <a:pt x="536" y="725"/>
                    <a:pt x="693" y="568"/>
                    <a:pt x="693" y="379"/>
                  </a:cubicBezTo>
                  <a:cubicBezTo>
                    <a:pt x="693" y="190"/>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0" name="Google Shape;3010;p46"/>
            <p:cNvSpPr/>
            <p:nvPr/>
          </p:nvSpPr>
          <p:spPr>
            <a:xfrm>
              <a:off x="-56756725" y="2686975"/>
              <a:ext cx="242600" cy="317425"/>
            </a:xfrm>
            <a:custGeom>
              <a:rect b="b" l="l" r="r" t="t"/>
              <a:pathLst>
                <a:path extrusionOk="0" h="12697" w="9704">
                  <a:moveTo>
                    <a:pt x="5955" y="4442"/>
                  </a:moveTo>
                  <a:lnTo>
                    <a:pt x="7058" y="5199"/>
                  </a:lnTo>
                  <a:lnTo>
                    <a:pt x="5798" y="5199"/>
                  </a:lnTo>
                  <a:cubicBezTo>
                    <a:pt x="5924" y="5009"/>
                    <a:pt x="5955" y="4757"/>
                    <a:pt x="5955" y="4442"/>
                  </a:cubicBezTo>
                  <a:close/>
                  <a:moveTo>
                    <a:pt x="3750" y="4127"/>
                  </a:moveTo>
                  <a:lnTo>
                    <a:pt x="3750" y="4127"/>
                  </a:lnTo>
                  <a:cubicBezTo>
                    <a:pt x="3718" y="4253"/>
                    <a:pt x="3718" y="4379"/>
                    <a:pt x="3718" y="4474"/>
                  </a:cubicBezTo>
                  <a:cubicBezTo>
                    <a:pt x="3718" y="4757"/>
                    <a:pt x="3781" y="5009"/>
                    <a:pt x="3876" y="5230"/>
                  </a:cubicBezTo>
                  <a:lnTo>
                    <a:pt x="2363" y="5230"/>
                  </a:lnTo>
                  <a:lnTo>
                    <a:pt x="3750" y="4127"/>
                  </a:lnTo>
                  <a:close/>
                  <a:moveTo>
                    <a:pt x="4821" y="3749"/>
                  </a:moveTo>
                  <a:cubicBezTo>
                    <a:pt x="4947" y="3749"/>
                    <a:pt x="5167" y="4001"/>
                    <a:pt x="5167" y="4474"/>
                  </a:cubicBezTo>
                  <a:cubicBezTo>
                    <a:pt x="5167" y="4946"/>
                    <a:pt x="4947" y="5230"/>
                    <a:pt x="4821" y="5230"/>
                  </a:cubicBezTo>
                  <a:cubicBezTo>
                    <a:pt x="4695" y="5230"/>
                    <a:pt x="4474" y="4946"/>
                    <a:pt x="4474" y="4474"/>
                  </a:cubicBezTo>
                  <a:cubicBezTo>
                    <a:pt x="4474" y="4001"/>
                    <a:pt x="4695" y="3749"/>
                    <a:pt x="4821" y="3749"/>
                  </a:cubicBezTo>
                  <a:close/>
                  <a:moveTo>
                    <a:pt x="6806" y="756"/>
                  </a:moveTo>
                  <a:lnTo>
                    <a:pt x="757" y="5545"/>
                  </a:lnTo>
                  <a:lnTo>
                    <a:pt x="757" y="2584"/>
                  </a:lnTo>
                  <a:cubicBezTo>
                    <a:pt x="725" y="1607"/>
                    <a:pt x="1576" y="756"/>
                    <a:pt x="2616" y="756"/>
                  </a:cubicBezTo>
                  <a:close/>
                  <a:moveTo>
                    <a:pt x="7814" y="914"/>
                  </a:moveTo>
                  <a:cubicBezTo>
                    <a:pt x="8475" y="1166"/>
                    <a:pt x="8948" y="1859"/>
                    <a:pt x="8948" y="2647"/>
                  </a:cubicBezTo>
                  <a:lnTo>
                    <a:pt x="8948" y="5640"/>
                  </a:lnTo>
                  <a:lnTo>
                    <a:pt x="5167" y="2993"/>
                  </a:lnTo>
                  <a:lnTo>
                    <a:pt x="7814" y="914"/>
                  </a:lnTo>
                  <a:close/>
                  <a:moveTo>
                    <a:pt x="8160" y="5955"/>
                  </a:moveTo>
                  <a:lnTo>
                    <a:pt x="8255" y="5986"/>
                  </a:lnTo>
                  <a:lnTo>
                    <a:pt x="8255" y="8633"/>
                  </a:lnTo>
                  <a:lnTo>
                    <a:pt x="8192" y="8633"/>
                  </a:lnTo>
                  <a:cubicBezTo>
                    <a:pt x="8192" y="9767"/>
                    <a:pt x="7625" y="10838"/>
                    <a:pt x="6711" y="11405"/>
                  </a:cubicBezTo>
                  <a:lnTo>
                    <a:pt x="6711" y="9357"/>
                  </a:lnTo>
                  <a:cubicBezTo>
                    <a:pt x="6711" y="9200"/>
                    <a:pt x="6617" y="9105"/>
                    <a:pt x="6522" y="9042"/>
                  </a:cubicBezTo>
                  <a:cubicBezTo>
                    <a:pt x="6002" y="8790"/>
                    <a:pt x="5427" y="8664"/>
                    <a:pt x="4856" y="8664"/>
                  </a:cubicBezTo>
                  <a:cubicBezTo>
                    <a:pt x="4285" y="8664"/>
                    <a:pt x="3718" y="8790"/>
                    <a:pt x="3214" y="9042"/>
                  </a:cubicBezTo>
                  <a:cubicBezTo>
                    <a:pt x="3088" y="9137"/>
                    <a:pt x="2994" y="9263"/>
                    <a:pt x="2994" y="9357"/>
                  </a:cubicBezTo>
                  <a:lnTo>
                    <a:pt x="2994" y="11405"/>
                  </a:lnTo>
                  <a:cubicBezTo>
                    <a:pt x="2111" y="10838"/>
                    <a:pt x="1513" y="9798"/>
                    <a:pt x="1513" y="8633"/>
                  </a:cubicBezTo>
                  <a:lnTo>
                    <a:pt x="1513" y="5955"/>
                  </a:lnTo>
                  <a:close/>
                  <a:moveTo>
                    <a:pt x="4837" y="9428"/>
                  </a:moveTo>
                  <a:cubicBezTo>
                    <a:pt x="5223" y="9428"/>
                    <a:pt x="5608" y="9499"/>
                    <a:pt x="5955" y="9641"/>
                  </a:cubicBezTo>
                  <a:lnTo>
                    <a:pt x="5955" y="11815"/>
                  </a:lnTo>
                  <a:cubicBezTo>
                    <a:pt x="5608" y="11941"/>
                    <a:pt x="5262" y="12004"/>
                    <a:pt x="4852" y="12004"/>
                  </a:cubicBezTo>
                  <a:cubicBezTo>
                    <a:pt x="4474" y="12004"/>
                    <a:pt x="4065" y="11941"/>
                    <a:pt x="3718" y="11815"/>
                  </a:cubicBezTo>
                  <a:lnTo>
                    <a:pt x="3718" y="9641"/>
                  </a:lnTo>
                  <a:cubicBezTo>
                    <a:pt x="4065" y="9499"/>
                    <a:pt x="4451" y="9428"/>
                    <a:pt x="4837" y="9428"/>
                  </a:cubicBezTo>
                  <a:close/>
                  <a:moveTo>
                    <a:pt x="2616" y="0"/>
                  </a:moveTo>
                  <a:cubicBezTo>
                    <a:pt x="1166" y="0"/>
                    <a:pt x="1" y="1166"/>
                    <a:pt x="1" y="2584"/>
                  </a:cubicBezTo>
                  <a:lnTo>
                    <a:pt x="1" y="6333"/>
                  </a:lnTo>
                  <a:cubicBezTo>
                    <a:pt x="1" y="6554"/>
                    <a:pt x="188" y="6698"/>
                    <a:pt x="375" y="6698"/>
                  </a:cubicBezTo>
                  <a:cubicBezTo>
                    <a:pt x="454" y="6698"/>
                    <a:pt x="534" y="6672"/>
                    <a:pt x="599" y="6616"/>
                  </a:cubicBezTo>
                  <a:lnTo>
                    <a:pt x="757" y="6490"/>
                  </a:lnTo>
                  <a:lnTo>
                    <a:pt x="757" y="8601"/>
                  </a:lnTo>
                  <a:cubicBezTo>
                    <a:pt x="757" y="10869"/>
                    <a:pt x="2616" y="12697"/>
                    <a:pt x="4852" y="12697"/>
                  </a:cubicBezTo>
                  <a:cubicBezTo>
                    <a:pt x="7089" y="12697"/>
                    <a:pt x="8948" y="10869"/>
                    <a:pt x="8948" y="8601"/>
                  </a:cubicBezTo>
                  <a:lnTo>
                    <a:pt x="8948" y="6522"/>
                  </a:lnTo>
                  <a:lnTo>
                    <a:pt x="9106" y="6648"/>
                  </a:lnTo>
                  <a:cubicBezTo>
                    <a:pt x="9173" y="6690"/>
                    <a:pt x="9247" y="6710"/>
                    <a:pt x="9320" y="6710"/>
                  </a:cubicBezTo>
                  <a:cubicBezTo>
                    <a:pt x="9518" y="6710"/>
                    <a:pt x="9704" y="6563"/>
                    <a:pt x="9704" y="6333"/>
                  </a:cubicBezTo>
                  <a:lnTo>
                    <a:pt x="9704" y="2584"/>
                  </a:lnTo>
                  <a:cubicBezTo>
                    <a:pt x="9704" y="1166"/>
                    <a:pt x="8507" y="0"/>
                    <a:pt x="708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11" name="Google Shape;3011;p46"/>
          <p:cNvGrpSpPr/>
          <p:nvPr/>
        </p:nvGrpSpPr>
        <p:grpSpPr>
          <a:xfrm>
            <a:off x="5090202" y="2863262"/>
            <a:ext cx="278481" cy="298831"/>
            <a:chOff x="-54826975" y="1903275"/>
            <a:chExt cx="297300" cy="319025"/>
          </a:xfrm>
        </p:grpSpPr>
        <p:sp>
          <p:nvSpPr>
            <p:cNvPr id="3012" name="Google Shape;3012;p46"/>
            <p:cNvSpPr/>
            <p:nvPr/>
          </p:nvSpPr>
          <p:spPr>
            <a:xfrm>
              <a:off x="-54712850" y="2135825"/>
              <a:ext cx="73275" cy="28975"/>
            </a:xfrm>
            <a:custGeom>
              <a:rect b="b" l="l" r="r" t="t"/>
              <a:pathLst>
                <a:path extrusionOk="0" h="1159" w="2931">
                  <a:moveTo>
                    <a:pt x="414" y="1"/>
                  </a:moveTo>
                  <a:cubicBezTo>
                    <a:pt x="316" y="1"/>
                    <a:pt x="222" y="40"/>
                    <a:pt x="159" y="119"/>
                  </a:cubicBezTo>
                  <a:cubicBezTo>
                    <a:pt x="1" y="276"/>
                    <a:pt x="1" y="497"/>
                    <a:pt x="159" y="623"/>
                  </a:cubicBezTo>
                  <a:cubicBezTo>
                    <a:pt x="537" y="970"/>
                    <a:pt x="1009" y="1159"/>
                    <a:pt x="1482" y="1159"/>
                  </a:cubicBezTo>
                  <a:cubicBezTo>
                    <a:pt x="1986" y="1159"/>
                    <a:pt x="2458" y="970"/>
                    <a:pt x="2773" y="623"/>
                  </a:cubicBezTo>
                  <a:cubicBezTo>
                    <a:pt x="2931" y="465"/>
                    <a:pt x="2931" y="213"/>
                    <a:pt x="2773" y="119"/>
                  </a:cubicBezTo>
                  <a:cubicBezTo>
                    <a:pt x="2695" y="40"/>
                    <a:pt x="2592" y="1"/>
                    <a:pt x="2498" y="1"/>
                  </a:cubicBezTo>
                  <a:cubicBezTo>
                    <a:pt x="2403" y="1"/>
                    <a:pt x="2317" y="40"/>
                    <a:pt x="2269" y="119"/>
                  </a:cubicBezTo>
                  <a:cubicBezTo>
                    <a:pt x="2049" y="308"/>
                    <a:pt x="1734" y="434"/>
                    <a:pt x="1482" y="434"/>
                  </a:cubicBezTo>
                  <a:cubicBezTo>
                    <a:pt x="1167" y="434"/>
                    <a:pt x="883" y="308"/>
                    <a:pt x="694" y="119"/>
                  </a:cubicBezTo>
                  <a:cubicBezTo>
                    <a:pt x="615" y="40"/>
                    <a:pt x="513" y="1"/>
                    <a:pt x="41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3" name="Google Shape;3013;p46"/>
            <p:cNvSpPr/>
            <p:nvPr/>
          </p:nvSpPr>
          <p:spPr>
            <a:xfrm>
              <a:off x="-54826975" y="1903275"/>
              <a:ext cx="297300" cy="319025"/>
            </a:xfrm>
            <a:custGeom>
              <a:rect b="b" l="l" r="r" t="t"/>
              <a:pathLst>
                <a:path extrusionOk="0" h="12761" w="11892">
                  <a:moveTo>
                    <a:pt x="3400" y="694"/>
                  </a:moveTo>
                  <a:cubicBezTo>
                    <a:pt x="3715" y="694"/>
                    <a:pt x="3999" y="915"/>
                    <a:pt x="4093" y="1167"/>
                  </a:cubicBezTo>
                  <a:cubicBezTo>
                    <a:pt x="2928" y="1797"/>
                    <a:pt x="2046" y="3025"/>
                    <a:pt x="1951" y="4443"/>
                  </a:cubicBezTo>
                  <a:cubicBezTo>
                    <a:pt x="1932" y="4444"/>
                    <a:pt x="1914" y="4445"/>
                    <a:pt x="1895" y="4445"/>
                  </a:cubicBezTo>
                  <a:cubicBezTo>
                    <a:pt x="1481" y="4445"/>
                    <a:pt x="1163" y="4112"/>
                    <a:pt x="1163" y="3750"/>
                  </a:cubicBezTo>
                  <a:cubicBezTo>
                    <a:pt x="1163" y="3498"/>
                    <a:pt x="1258" y="3340"/>
                    <a:pt x="1352" y="3214"/>
                  </a:cubicBezTo>
                  <a:cubicBezTo>
                    <a:pt x="1478" y="3057"/>
                    <a:pt x="1478" y="2868"/>
                    <a:pt x="1352" y="2710"/>
                  </a:cubicBezTo>
                  <a:cubicBezTo>
                    <a:pt x="1258" y="2584"/>
                    <a:pt x="1163" y="2427"/>
                    <a:pt x="1163" y="2206"/>
                  </a:cubicBezTo>
                  <a:cubicBezTo>
                    <a:pt x="1163" y="1797"/>
                    <a:pt x="1478" y="1450"/>
                    <a:pt x="1888" y="1450"/>
                  </a:cubicBezTo>
                  <a:cubicBezTo>
                    <a:pt x="1983" y="1450"/>
                    <a:pt x="2109" y="1450"/>
                    <a:pt x="2172" y="1482"/>
                  </a:cubicBezTo>
                  <a:cubicBezTo>
                    <a:pt x="2216" y="1504"/>
                    <a:pt x="2263" y="1514"/>
                    <a:pt x="2311" y="1514"/>
                  </a:cubicBezTo>
                  <a:cubicBezTo>
                    <a:pt x="2468" y="1514"/>
                    <a:pt x="2627" y="1406"/>
                    <a:pt x="2676" y="1261"/>
                  </a:cubicBezTo>
                  <a:cubicBezTo>
                    <a:pt x="2770" y="946"/>
                    <a:pt x="3085" y="694"/>
                    <a:pt x="3400" y="694"/>
                  </a:cubicBezTo>
                  <a:close/>
                  <a:moveTo>
                    <a:pt x="8504" y="757"/>
                  </a:moveTo>
                  <a:cubicBezTo>
                    <a:pt x="8819" y="757"/>
                    <a:pt x="9166" y="978"/>
                    <a:pt x="9229" y="1293"/>
                  </a:cubicBezTo>
                  <a:cubicBezTo>
                    <a:pt x="9255" y="1448"/>
                    <a:pt x="9430" y="1561"/>
                    <a:pt x="9614" y="1561"/>
                  </a:cubicBezTo>
                  <a:cubicBezTo>
                    <a:pt x="9654" y="1561"/>
                    <a:pt x="9694" y="1556"/>
                    <a:pt x="9733" y="1545"/>
                  </a:cubicBezTo>
                  <a:cubicBezTo>
                    <a:pt x="9827" y="1482"/>
                    <a:pt x="9953" y="1482"/>
                    <a:pt x="10016" y="1482"/>
                  </a:cubicBezTo>
                  <a:cubicBezTo>
                    <a:pt x="10394" y="1482"/>
                    <a:pt x="10772" y="1797"/>
                    <a:pt x="10772" y="2238"/>
                  </a:cubicBezTo>
                  <a:cubicBezTo>
                    <a:pt x="10772" y="2490"/>
                    <a:pt x="10646" y="2647"/>
                    <a:pt x="10552" y="2742"/>
                  </a:cubicBezTo>
                  <a:cubicBezTo>
                    <a:pt x="10457" y="2899"/>
                    <a:pt x="10457" y="3120"/>
                    <a:pt x="10552" y="3277"/>
                  </a:cubicBezTo>
                  <a:cubicBezTo>
                    <a:pt x="10646" y="3372"/>
                    <a:pt x="10772" y="3529"/>
                    <a:pt x="10772" y="3782"/>
                  </a:cubicBezTo>
                  <a:cubicBezTo>
                    <a:pt x="10772" y="4160"/>
                    <a:pt x="10489" y="4475"/>
                    <a:pt x="10079" y="4538"/>
                  </a:cubicBezTo>
                  <a:cubicBezTo>
                    <a:pt x="9985" y="3057"/>
                    <a:pt x="9071" y="1860"/>
                    <a:pt x="7842" y="1230"/>
                  </a:cubicBezTo>
                  <a:cubicBezTo>
                    <a:pt x="7969" y="915"/>
                    <a:pt x="8252" y="757"/>
                    <a:pt x="8504" y="757"/>
                  </a:cubicBezTo>
                  <a:close/>
                  <a:moveTo>
                    <a:pt x="6078" y="1482"/>
                  </a:moveTo>
                  <a:cubicBezTo>
                    <a:pt x="7874" y="1482"/>
                    <a:pt x="9386" y="2994"/>
                    <a:pt x="9386" y="4853"/>
                  </a:cubicBezTo>
                  <a:lnTo>
                    <a:pt x="9386" y="5640"/>
                  </a:lnTo>
                  <a:cubicBezTo>
                    <a:pt x="9071" y="5388"/>
                    <a:pt x="8662" y="5262"/>
                    <a:pt x="8284" y="5262"/>
                  </a:cubicBezTo>
                  <a:cubicBezTo>
                    <a:pt x="7370" y="5262"/>
                    <a:pt x="6614" y="5892"/>
                    <a:pt x="6456" y="6774"/>
                  </a:cubicBezTo>
                  <a:lnTo>
                    <a:pt x="5637" y="6774"/>
                  </a:lnTo>
                  <a:cubicBezTo>
                    <a:pt x="5480" y="5892"/>
                    <a:pt x="4692" y="5262"/>
                    <a:pt x="3841" y="5262"/>
                  </a:cubicBezTo>
                  <a:cubicBezTo>
                    <a:pt x="3400" y="5262"/>
                    <a:pt x="3054" y="5420"/>
                    <a:pt x="2739" y="5640"/>
                  </a:cubicBezTo>
                  <a:lnTo>
                    <a:pt x="2739" y="4853"/>
                  </a:lnTo>
                  <a:cubicBezTo>
                    <a:pt x="2739" y="2994"/>
                    <a:pt x="4219" y="1482"/>
                    <a:pt x="6078" y="1482"/>
                  </a:cubicBezTo>
                  <a:close/>
                  <a:moveTo>
                    <a:pt x="1888" y="6743"/>
                  </a:moveTo>
                  <a:lnTo>
                    <a:pt x="1888" y="7058"/>
                  </a:lnTo>
                  <a:lnTo>
                    <a:pt x="1857" y="7216"/>
                  </a:lnTo>
                  <a:cubicBezTo>
                    <a:pt x="1794" y="7531"/>
                    <a:pt x="1731" y="7877"/>
                    <a:pt x="1699" y="8192"/>
                  </a:cubicBezTo>
                  <a:cubicBezTo>
                    <a:pt x="1384" y="8098"/>
                    <a:pt x="1163" y="7783"/>
                    <a:pt x="1163" y="7468"/>
                  </a:cubicBezTo>
                  <a:cubicBezTo>
                    <a:pt x="1163" y="7090"/>
                    <a:pt x="1478" y="6743"/>
                    <a:pt x="1888" y="6743"/>
                  </a:cubicBezTo>
                  <a:close/>
                  <a:moveTo>
                    <a:pt x="3778" y="5987"/>
                  </a:moveTo>
                  <a:cubicBezTo>
                    <a:pt x="4440" y="5987"/>
                    <a:pt x="4881" y="6491"/>
                    <a:pt x="4881" y="7090"/>
                  </a:cubicBezTo>
                  <a:cubicBezTo>
                    <a:pt x="4881" y="7688"/>
                    <a:pt x="4377" y="8192"/>
                    <a:pt x="3778" y="8192"/>
                  </a:cubicBezTo>
                  <a:cubicBezTo>
                    <a:pt x="3211" y="8192"/>
                    <a:pt x="2676" y="7688"/>
                    <a:pt x="2676" y="7090"/>
                  </a:cubicBezTo>
                  <a:cubicBezTo>
                    <a:pt x="2676" y="6491"/>
                    <a:pt x="3148" y="5987"/>
                    <a:pt x="3778" y="5987"/>
                  </a:cubicBezTo>
                  <a:close/>
                  <a:moveTo>
                    <a:pt x="10142" y="6743"/>
                  </a:moveTo>
                  <a:cubicBezTo>
                    <a:pt x="10520" y="6743"/>
                    <a:pt x="10867" y="7058"/>
                    <a:pt x="10867" y="7468"/>
                  </a:cubicBezTo>
                  <a:cubicBezTo>
                    <a:pt x="10867" y="7846"/>
                    <a:pt x="10646" y="8098"/>
                    <a:pt x="10331" y="8192"/>
                  </a:cubicBezTo>
                  <a:cubicBezTo>
                    <a:pt x="10331" y="7877"/>
                    <a:pt x="10237" y="7531"/>
                    <a:pt x="10174" y="7216"/>
                  </a:cubicBezTo>
                  <a:lnTo>
                    <a:pt x="10142" y="7058"/>
                  </a:lnTo>
                  <a:lnTo>
                    <a:pt x="10142" y="6743"/>
                  </a:lnTo>
                  <a:close/>
                  <a:moveTo>
                    <a:pt x="8337" y="6017"/>
                  </a:moveTo>
                  <a:cubicBezTo>
                    <a:pt x="8912" y="6017"/>
                    <a:pt x="9386" y="6510"/>
                    <a:pt x="9386" y="7121"/>
                  </a:cubicBezTo>
                  <a:cubicBezTo>
                    <a:pt x="9386" y="7751"/>
                    <a:pt x="8882" y="8224"/>
                    <a:pt x="8284" y="8224"/>
                  </a:cubicBezTo>
                  <a:cubicBezTo>
                    <a:pt x="7653" y="8224"/>
                    <a:pt x="7181" y="7720"/>
                    <a:pt x="7181" y="7121"/>
                  </a:cubicBezTo>
                  <a:cubicBezTo>
                    <a:pt x="7181" y="6522"/>
                    <a:pt x="7685" y="6018"/>
                    <a:pt x="8284" y="6018"/>
                  </a:cubicBezTo>
                  <a:cubicBezTo>
                    <a:pt x="8301" y="6017"/>
                    <a:pt x="8319" y="6017"/>
                    <a:pt x="8337" y="6017"/>
                  </a:cubicBezTo>
                  <a:close/>
                  <a:moveTo>
                    <a:pt x="6456" y="7436"/>
                  </a:moveTo>
                  <a:cubicBezTo>
                    <a:pt x="6614" y="8318"/>
                    <a:pt x="7401" y="8948"/>
                    <a:pt x="8284" y="8948"/>
                  </a:cubicBezTo>
                  <a:cubicBezTo>
                    <a:pt x="8788" y="8948"/>
                    <a:pt x="9260" y="8728"/>
                    <a:pt x="9607" y="8381"/>
                  </a:cubicBezTo>
                  <a:lnTo>
                    <a:pt x="9607" y="8381"/>
                  </a:lnTo>
                  <a:cubicBezTo>
                    <a:pt x="9575" y="8476"/>
                    <a:pt x="9575" y="8507"/>
                    <a:pt x="9575" y="8539"/>
                  </a:cubicBezTo>
                  <a:lnTo>
                    <a:pt x="9575" y="8570"/>
                  </a:lnTo>
                  <a:cubicBezTo>
                    <a:pt x="9449" y="10398"/>
                    <a:pt x="7969" y="11973"/>
                    <a:pt x="6047" y="11973"/>
                  </a:cubicBezTo>
                  <a:cubicBezTo>
                    <a:pt x="4062" y="11973"/>
                    <a:pt x="2581" y="10398"/>
                    <a:pt x="2487" y="8570"/>
                  </a:cubicBezTo>
                  <a:lnTo>
                    <a:pt x="2487" y="8539"/>
                  </a:lnTo>
                  <a:lnTo>
                    <a:pt x="2487" y="8381"/>
                  </a:lnTo>
                  <a:cubicBezTo>
                    <a:pt x="2833" y="8728"/>
                    <a:pt x="3306" y="8948"/>
                    <a:pt x="3841" y="8948"/>
                  </a:cubicBezTo>
                  <a:cubicBezTo>
                    <a:pt x="4724" y="8948"/>
                    <a:pt x="5480" y="8318"/>
                    <a:pt x="5637" y="7436"/>
                  </a:cubicBezTo>
                  <a:close/>
                  <a:moveTo>
                    <a:pt x="3400" y="1"/>
                  </a:moveTo>
                  <a:cubicBezTo>
                    <a:pt x="2833" y="1"/>
                    <a:pt x="2361" y="316"/>
                    <a:pt x="2109" y="726"/>
                  </a:cubicBezTo>
                  <a:cubicBezTo>
                    <a:pt x="2041" y="717"/>
                    <a:pt x="1974" y="713"/>
                    <a:pt x="1909" y="713"/>
                  </a:cubicBezTo>
                  <a:cubicBezTo>
                    <a:pt x="784" y="713"/>
                    <a:pt x="1" y="1948"/>
                    <a:pt x="596" y="2931"/>
                  </a:cubicBezTo>
                  <a:cubicBezTo>
                    <a:pt x="470" y="3183"/>
                    <a:pt x="407" y="3403"/>
                    <a:pt x="407" y="3687"/>
                  </a:cubicBezTo>
                  <a:cubicBezTo>
                    <a:pt x="407" y="4506"/>
                    <a:pt x="1069" y="5199"/>
                    <a:pt x="1888" y="5199"/>
                  </a:cubicBezTo>
                  <a:lnTo>
                    <a:pt x="1888" y="5987"/>
                  </a:lnTo>
                  <a:cubicBezTo>
                    <a:pt x="1069" y="5987"/>
                    <a:pt x="407" y="6648"/>
                    <a:pt x="407" y="7468"/>
                  </a:cubicBezTo>
                  <a:cubicBezTo>
                    <a:pt x="407" y="8224"/>
                    <a:pt x="1006" y="8854"/>
                    <a:pt x="1699" y="8980"/>
                  </a:cubicBezTo>
                  <a:cubicBezTo>
                    <a:pt x="1983" y="11028"/>
                    <a:pt x="3715" y="12760"/>
                    <a:pt x="5984" y="12760"/>
                  </a:cubicBezTo>
                  <a:cubicBezTo>
                    <a:pt x="8252" y="12760"/>
                    <a:pt x="10016" y="11028"/>
                    <a:pt x="10300" y="8980"/>
                  </a:cubicBezTo>
                  <a:cubicBezTo>
                    <a:pt x="11024" y="8885"/>
                    <a:pt x="11592" y="8255"/>
                    <a:pt x="11592" y="7468"/>
                  </a:cubicBezTo>
                  <a:cubicBezTo>
                    <a:pt x="11623" y="6648"/>
                    <a:pt x="10961" y="5987"/>
                    <a:pt x="10142" y="5987"/>
                  </a:cubicBezTo>
                  <a:lnTo>
                    <a:pt x="10142" y="5199"/>
                  </a:lnTo>
                  <a:cubicBezTo>
                    <a:pt x="10930" y="5168"/>
                    <a:pt x="11497" y="4475"/>
                    <a:pt x="11497" y="3687"/>
                  </a:cubicBezTo>
                  <a:cubicBezTo>
                    <a:pt x="11497" y="3435"/>
                    <a:pt x="11434" y="3183"/>
                    <a:pt x="11308" y="2962"/>
                  </a:cubicBezTo>
                  <a:cubicBezTo>
                    <a:pt x="11892" y="1970"/>
                    <a:pt x="11150" y="733"/>
                    <a:pt x="10085" y="733"/>
                  </a:cubicBezTo>
                  <a:cubicBezTo>
                    <a:pt x="10001" y="733"/>
                    <a:pt x="9915" y="741"/>
                    <a:pt x="9827" y="757"/>
                  </a:cubicBezTo>
                  <a:cubicBezTo>
                    <a:pt x="9544" y="284"/>
                    <a:pt x="9071" y="1"/>
                    <a:pt x="8504" y="1"/>
                  </a:cubicBezTo>
                  <a:cubicBezTo>
                    <a:pt x="8126" y="1"/>
                    <a:pt x="7779" y="158"/>
                    <a:pt x="7496" y="379"/>
                  </a:cubicBezTo>
                  <a:cubicBezTo>
                    <a:pt x="7338" y="537"/>
                    <a:pt x="7212" y="694"/>
                    <a:pt x="7149" y="915"/>
                  </a:cubicBezTo>
                  <a:cubicBezTo>
                    <a:pt x="6771" y="789"/>
                    <a:pt x="6393" y="726"/>
                    <a:pt x="5984" y="726"/>
                  </a:cubicBezTo>
                  <a:cubicBezTo>
                    <a:pt x="5574" y="726"/>
                    <a:pt x="5165" y="820"/>
                    <a:pt x="4787" y="946"/>
                  </a:cubicBezTo>
                  <a:cubicBezTo>
                    <a:pt x="4534" y="379"/>
                    <a:pt x="4030" y="1"/>
                    <a:pt x="340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4" name="Google Shape;3014;p46"/>
            <p:cNvSpPr/>
            <p:nvPr/>
          </p:nvSpPr>
          <p:spPr>
            <a:xfrm>
              <a:off x="-54722300" y="1997800"/>
              <a:ext cx="92175" cy="17350"/>
            </a:xfrm>
            <a:custGeom>
              <a:rect b="b" l="l" r="r" t="t"/>
              <a:pathLst>
                <a:path extrusionOk="0" h="694" w="3687">
                  <a:moveTo>
                    <a:pt x="347" y="1"/>
                  </a:moveTo>
                  <a:cubicBezTo>
                    <a:pt x="158" y="1"/>
                    <a:pt x="1" y="158"/>
                    <a:pt x="1" y="347"/>
                  </a:cubicBezTo>
                  <a:cubicBezTo>
                    <a:pt x="1" y="536"/>
                    <a:pt x="158" y="694"/>
                    <a:pt x="347" y="694"/>
                  </a:cubicBezTo>
                  <a:lnTo>
                    <a:pt x="3340" y="694"/>
                  </a:lnTo>
                  <a:cubicBezTo>
                    <a:pt x="3529" y="694"/>
                    <a:pt x="3687" y="536"/>
                    <a:pt x="3687" y="347"/>
                  </a:cubicBezTo>
                  <a:cubicBezTo>
                    <a:pt x="3687" y="158"/>
                    <a:pt x="3529" y="1"/>
                    <a:pt x="33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15" name="Google Shape;3015;p46"/>
          <p:cNvGrpSpPr/>
          <p:nvPr/>
        </p:nvGrpSpPr>
        <p:grpSpPr>
          <a:xfrm>
            <a:off x="5080039" y="3298425"/>
            <a:ext cx="298807" cy="296583"/>
            <a:chOff x="-54836500" y="2296300"/>
            <a:chExt cx="319000" cy="316625"/>
          </a:xfrm>
        </p:grpSpPr>
        <p:sp>
          <p:nvSpPr>
            <p:cNvPr id="3016" name="Google Shape;3016;p46"/>
            <p:cNvSpPr/>
            <p:nvPr/>
          </p:nvSpPr>
          <p:spPr>
            <a:xfrm>
              <a:off x="-54722300" y="2445950"/>
              <a:ext cx="17350" cy="17350"/>
            </a:xfrm>
            <a:custGeom>
              <a:rect b="b" l="l" r="r" t="t"/>
              <a:pathLst>
                <a:path extrusionOk="0" h="694" w="694">
                  <a:moveTo>
                    <a:pt x="347" y="1"/>
                  </a:moveTo>
                  <a:cubicBezTo>
                    <a:pt x="158" y="1"/>
                    <a:pt x="1" y="158"/>
                    <a:pt x="1" y="347"/>
                  </a:cubicBezTo>
                  <a:cubicBezTo>
                    <a:pt x="1" y="536"/>
                    <a:pt x="158" y="694"/>
                    <a:pt x="347" y="694"/>
                  </a:cubicBezTo>
                  <a:cubicBezTo>
                    <a:pt x="537" y="694"/>
                    <a:pt x="694" y="536"/>
                    <a:pt x="694" y="347"/>
                  </a:cubicBezTo>
                  <a:cubicBezTo>
                    <a:pt x="694" y="158"/>
                    <a:pt x="537"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7" name="Google Shape;3017;p46"/>
            <p:cNvSpPr/>
            <p:nvPr/>
          </p:nvSpPr>
          <p:spPr>
            <a:xfrm>
              <a:off x="-54647475" y="2445950"/>
              <a:ext cx="18150" cy="17350"/>
            </a:xfrm>
            <a:custGeom>
              <a:rect b="b" l="l" r="r" t="t"/>
              <a:pathLst>
                <a:path extrusionOk="0" h="694" w="726">
                  <a:moveTo>
                    <a:pt x="347" y="1"/>
                  </a:moveTo>
                  <a:cubicBezTo>
                    <a:pt x="158" y="1"/>
                    <a:pt x="1" y="158"/>
                    <a:pt x="1" y="347"/>
                  </a:cubicBezTo>
                  <a:cubicBezTo>
                    <a:pt x="1" y="536"/>
                    <a:pt x="158" y="694"/>
                    <a:pt x="347" y="694"/>
                  </a:cubicBezTo>
                  <a:cubicBezTo>
                    <a:pt x="536" y="694"/>
                    <a:pt x="726" y="536"/>
                    <a:pt x="726" y="347"/>
                  </a:cubicBezTo>
                  <a:cubicBezTo>
                    <a:pt x="726"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8" name="Google Shape;3018;p46"/>
            <p:cNvSpPr/>
            <p:nvPr/>
          </p:nvSpPr>
          <p:spPr>
            <a:xfrm>
              <a:off x="-54712850" y="2508375"/>
              <a:ext cx="73275" cy="29750"/>
            </a:xfrm>
            <a:custGeom>
              <a:rect b="b" l="l" r="r" t="t"/>
              <a:pathLst>
                <a:path extrusionOk="0" h="1190" w="2931">
                  <a:moveTo>
                    <a:pt x="414" y="0"/>
                  </a:moveTo>
                  <a:cubicBezTo>
                    <a:pt x="316" y="0"/>
                    <a:pt x="222" y="40"/>
                    <a:pt x="159" y="119"/>
                  </a:cubicBezTo>
                  <a:cubicBezTo>
                    <a:pt x="1" y="276"/>
                    <a:pt x="1" y="528"/>
                    <a:pt x="159" y="654"/>
                  </a:cubicBezTo>
                  <a:cubicBezTo>
                    <a:pt x="537" y="1001"/>
                    <a:pt x="1009" y="1190"/>
                    <a:pt x="1482" y="1190"/>
                  </a:cubicBezTo>
                  <a:cubicBezTo>
                    <a:pt x="1986" y="1190"/>
                    <a:pt x="2458" y="1001"/>
                    <a:pt x="2773" y="654"/>
                  </a:cubicBezTo>
                  <a:cubicBezTo>
                    <a:pt x="2931" y="497"/>
                    <a:pt x="2931" y="245"/>
                    <a:pt x="2773" y="119"/>
                  </a:cubicBezTo>
                  <a:cubicBezTo>
                    <a:pt x="2695" y="40"/>
                    <a:pt x="2592" y="0"/>
                    <a:pt x="2498" y="0"/>
                  </a:cubicBezTo>
                  <a:cubicBezTo>
                    <a:pt x="2403" y="0"/>
                    <a:pt x="2317" y="40"/>
                    <a:pt x="2269" y="119"/>
                  </a:cubicBezTo>
                  <a:cubicBezTo>
                    <a:pt x="2049" y="339"/>
                    <a:pt x="1734" y="434"/>
                    <a:pt x="1482" y="434"/>
                  </a:cubicBezTo>
                  <a:cubicBezTo>
                    <a:pt x="1167" y="434"/>
                    <a:pt x="883" y="339"/>
                    <a:pt x="694" y="119"/>
                  </a:cubicBezTo>
                  <a:cubicBezTo>
                    <a:pt x="615" y="40"/>
                    <a:pt x="513" y="0"/>
                    <a:pt x="41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9" name="Google Shape;3019;p46"/>
            <p:cNvSpPr/>
            <p:nvPr/>
          </p:nvSpPr>
          <p:spPr>
            <a:xfrm>
              <a:off x="-54836500" y="2296300"/>
              <a:ext cx="319000" cy="316625"/>
            </a:xfrm>
            <a:custGeom>
              <a:rect b="b" l="l" r="r" t="t"/>
              <a:pathLst>
                <a:path extrusionOk="0" h="12665" w="12760">
                  <a:moveTo>
                    <a:pt x="5672" y="694"/>
                  </a:moveTo>
                  <a:cubicBezTo>
                    <a:pt x="5577" y="883"/>
                    <a:pt x="5483" y="1167"/>
                    <a:pt x="5388" y="1450"/>
                  </a:cubicBezTo>
                  <a:lnTo>
                    <a:pt x="2742" y="1450"/>
                  </a:lnTo>
                  <a:lnTo>
                    <a:pt x="2427" y="694"/>
                  </a:lnTo>
                  <a:close/>
                  <a:moveTo>
                    <a:pt x="10303" y="694"/>
                  </a:moveTo>
                  <a:lnTo>
                    <a:pt x="10051" y="1450"/>
                  </a:lnTo>
                  <a:lnTo>
                    <a:pt x="7404" y="1450"/>
                  </a:lnTo>
                  <a:cubicBezTo>
                    <a:pt x="7310" y="1167"/>
                    <a:pt x="7215" y="883"/>
                    <a:pt x="7089" y="694"/>
                  </a:cubicBezTo>
                  <a:close/>
                  <a:moveTo>
                    <a:pt x="6428" y="977"/>
                  </a:moveTo>
                  <a:cubicBezTo>
                    <a:pt x="6585" y="1293"/>
                    <a:pt x="6774" y="1734"/>
                    <a:pt x="6774" y="2206"/>
                  </a:cubicBezTo>
                  <a:cubicBezTo>
                    <a:pt x="6774" y="2647"/>
                    <a:pt x="6585" y="3088"/>
                    <a:pt x="6428" y="3403"/>
                  </a:cubicBezTo>
                  <a:cubicBezTo>
                    <a:pt x="6270" y="3088"/>
                    <a:pt x="6050" y="2647"/>
                    <a:pt x="6050" y="2206"/>
                  </a:cubicBezTo>
                  <a:cubicBezTo>
                    <a:pt x="6018" y="1671"/>
                    <a:pt x="6207" y="1230"/>
                    <a:pt x="6428" y="977"/>
                  </a:cubicBezTo>
                  <a:close/>
                  <a:moveTo>
                    <a:pt x="5325" y="2206"/>
                  </a:moveTo>
                  <a:cubicBezTo>
                    <a:pt x="5325" y="2773"/>
                    <a:pt x="5514" y="3309"/>
                    <a:pt x="5735" y="3687"/>
                  </a:cubicBezTo>
                  <a:lnTo>
                    <a:pt x="3655" y="3687"/>
                  </a:lnTo>
                  <a:lnTo>
                    <a:pt x="3057" y="2206"/>
                  </a:lnTo>
                  <a:close/>
                  <a:moveTo>
                    <a:pt x="9799" y="2206"/>
                  </a:moveTo>
                  <a:lnTo>
                    <a:pt x="9169" y="3687"/>
                  </a:lnTo>
                  <a:lnTo>
                    <a:pt x="7121" y="3687"/>
                  </a:lnTo>
                  <a:cubicBezTo>
                    <a:pt x="7310" y="3309"/>
                    <a:pt x="7562" y="2773"/>
                    <a:pt x="7562" y="2206"/>
                  </a:cubicBezTo>
                  <a:close/>
                  <a:moveTo>
                    <a:pt x="9043" y="4380"/>
                  </a:moveTo>
                  <a:lnTo>
                    <a:pt x="9043" y="5136"/>
                  </a:lnTo>
                  <a:cubicBezTo>
                    <a:pt x="9043" y="6837"/>
                    <a:pt x="9515" y="7436"/>
                    <a:pt x="9736" y="8602"/>
                  </a:cubicBezTo>
                  <a:cubicBezTo>
                    <a:pt x="9326" y="10114"/>
                    <a:pt x="7940" y="11185"/>
                    <a:pt x="6428" y="11185"/>
                  </a:cubicBezTo>
                  <a:cubicBezTo>
                    <a:pt x="4852" y="11185"/>
                    <a:pt x="3498" y="10114"/>
                    <a:pt x="3120" y="8602"/>
                  </a:cubicBezTo>
                  <a:cubicBezTo>
                    <a:pt x="3309" y="7436"/>
                    <a:pt x="3781" y="6837"/>
                    <a:pt x="3781" y="5136"/>
                  </a:cubicBezTo>
                  <a:lnTo>
                    <a:pt x="3781" y="4380"/>
                  </a:lnTo>
                  <a:close/>
                  <a:moveTo>
                    <a:pt x="2301" y="2238"/>
                  </a:moveTo>
                  <a:lnTo>
                    <a:pt x="3025" y="4096"/>
                  </a:lnTo>
                  <a:lnTo>
                    <a:pt x="3025" y="5105"/>
                  </a:lnTo>
                  <a:cubicBezTo>
                    <a:pt x="3025" y="6711"/>
                    <a:pt x="2584" y="7184"/>
                    <a:pt x="2364" y="8539"/>
                  </a:cubicBezTo>
                  <a:cubicBezTo>
                    <a:pt x="2301" y="8917"/>
                    <a:pt x="2301" y="9326"/>
                    <a:pt x="2301" y="9704"/>
                  </a:cubicBezTo>
                  <a:lnTo>
                    <a:pt x="2301" y="11595"/>
                  </a:lnTo>
                  <a:lnTo>
                    <a:pt x="2269" y="11595"/>
                  </a:lnTo>
                  <a:lnTo>
                    <a:pt x="1733" y="11217"/>
                  </a:lnTo>
                  <a:cubicBezTo>
                    <a:pt x="1135" y="10807"/>
                    <a:pt x="788" y="10177"/>
                    <a:pt x="788" y="9484"/>
                  </a:cubicBezTo>
                  <a:cubicBezTo>
                    <a:pt x="788" y="8444"/>
                    <a:pt x="1040" y="7404"/>
                    <a:pt x="1513" y="6491"/>
                  </a:cubicBezTo>
                  <a:cubicBezTo>
                    <a:pt x="2017" y="5451"/>
                    <a:pt x="2301" y="4285"/>
                    <a:pt x="2301" y="3088"/>
                  </a:cubicBezTo>
                  <a:lnTo>
                    <a:pt x="2301" y="2238"/>
                  </a:lnTo>
                  <a:close/>
                  <a:moveTo>
                    <a:pt x="10555" y="2269"/>
                  </a:moveTo>
                  <a:lnTo>
                    <a:pt x="10555" y="3151"/>
                  </a:lnTo>
                  <a:cubicBezTo>
                    <a:pt x="10555" y="4317"/>
                    <a:pt x="10838" y="5514"/>
                    <a:pt x="11342" y="6522"/>
                  </a:cubicBezTo>
                  <a:cubicBezTo>
                    <a:pt x="11815" y="7436"/>
                    <a:pt x="12036" y="8507"/>
                    <a:pt x="12036" y="9515"/>
                  </a:cubicBezTo>
                  <a:cubicBezTo>
                    <a:pt x="12004" y="10177"/>
                    <a:pt x="11689" y="10870"/>
                    <a:pt x="11090" y="11217"/>
                  </a:cubicBezTo>
                  <a:lnTo>
                    <a:pt x="10555" y="11595"/>
                  </a:lnTo>
                  <a:lnTo>
                    <a:pt x="10555" y="9767"/>
                  </a:lnTo>
                  <a:cubicBezTo>
                    <a:pt x="10555" y="9358"/>
                    <a:pt x="10523" y="8980"/>
                    <a:pt x="10460" y="8570"/>
                  </a:cubicBezTo>
                  <a:cubicBezTo>
                    <a:pt x="10271" y="7247"/>
                    <a:pt x="9799" y="6774"/>
                    <a:pt x="9799" y="5136"/>
                  </a:cubicBezTo>
                  <a:lnTo>
                    <a:pt x="9799" y="4128"/>
                  </a:lnTo>
                  <a:lnTo>
                    <a:pt x="10555" y="2269"/>
                  </a:lnTo>
                  <a:close/>
                  <a:moveTo>
                    <a:pt x="1859" y="1"/>
                  </a:moveTo>
                  <a:cubicBezTo>
                    <a:pt x="1639" y="1"/>
                    <a:pt x="1481" y="158"/>
                    <a:pt x="1481" y="347"/>
                  </a:cubicBezTo>
                  <a:lnTo>
                    <a:pt x="1481" y="3151"/>
                  </a:lnTo>
                  <a:cubicBezTo>
                    <a:pt x="1481" y="4191"/>
                    <a:pt x="1261" y="5262"/>
                    <a:pt x="788" y="6176"/>
                  </a:cubicBezTo>
                  <a:cubicBezTo>
                    <a:pt x="284" y="7184"/>
                    <a:pt x="1" y="8350"/>
                    <a:pt x="1" y="9484"/>
                  </a:cubicBezTo>
                  <a:cubicBezTo>
                    <a:pt x="1" y="10429"/>
                    <a:pt x="473" y="11280"/>
                    <a:pt x="1261" y="11847"/>
                  </a:cubicBezTo>
                  <a:lnTo>
                    <a:pt x="2395" y="12603"/>
                  </a:lnTo>
                  <a:cubicBezTo>
                    <a:pt x="2463" y="12645"/>
                    <a:pt x="2537" y="12665"/>
                    <a:pt x="2610" y="12665"/>
                  </a:cubicBezTo>
                  <a:cubicBezTo>
                    <a:pt x="2808" y="12665"/>
                    <a:pt x="2994" y="12518"/>
                    <a:pt x="2994" y="12288"/>
                  </a:cubicBezTo>
                  <a:lnTo>
                    <a:pt x="2994" y="10145"/>
                  </a:lnTo>
                  <a:cubicBezTo>
                    <a:pt x="3781" y="11248"/>
                    <a:pt x="5041" y="11878"/>
                    <a:pt x="6365" y="11878"/>
                  </a:cubicBezTo>
                  <a:cubicBezTo>
                    <a:pt x="7719" y="11878"/>
                    <a:pt x="8980" y="11248"/>
                    <a:pt x="9767" y="10145"/>
                  </a:cubicBezTo>
                  <a:lnTo>
                    <a:pt x="9767" y="12288"/>
                  </a:lnTo>
                  <a:cubicBezTo>
                    <a:pt x="9767" y="12521"/>
                    <a:pt x="9941" y="12651"/>
                    <a:pt x="10146" y="12651"/>
                  </a:cubicBezTo>
                  <a:cubicBezTo>
                    <a:pt x="10217" y="12651"/>
                    <a:pt x="10293" y="12635"/>
                    <a:pt x="10366" y="12603"/>
                  </a:cubicBezTo>
                  <a:lnTo>
                    <a:pt x="11500" y="11847"/>
                  </a:lnTo>
                  <a:cubicBezTo>
                    <a:pt x="12288" y="11343"/>
                    <a:pt x="12760" y="10429"/>
                    <a:pt x="12760" y="9484"/>
                  </a:cubicBezTo>
                  <a:cubicBezTo>
                    <a:pt x="12760" y="8350"/>
                    <a:pt x="12477" y="7184"/>
                    <a:pt x="11973" y="6176"/>
                  </a:cubicBezTo>
                  <a:cubicBezTo>
                    <a:pt x="11500" y="5262"/>
                    <a:pt x="11248" y="4159"/>
                    <a:pt x="11248" y="3151"/>
                  </a:cubicBezTo>
                  <a:lnTo>
                    <a:pt x="11248" y="347"/>
                  </a:lnTo>
                  <a:cubicBezTo>
                    <a:pt x="11248" y="158"/>
                    <a:pt x="11090" y="1"/>
                    <a:pt x="1090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20" name="Google Shape;3020;p46"/>
          <p:cNvGrpSpPr/>
          <p:nvPr/>
        </p:nvGrpSpPr>
        <p:grpSpPr>
          <a:xfrm>
            <a:off x="5097742" y="3733629"/>
            <a:ext cx="263400" cy="298081"/>
            <a:chOff x="-54817600" y="2687750"/>
            <a:chExt cx="281200" cy="318225"/>
          </a:xfrm>
        </p:grpSpPr>
        <p:sp>
          <p:nvSpPr>
            <p:cNvPr id="3021" name="Google Shape;3021;p46"/>
            <p:cNvSpPr/>
            <p:nvPr/>
          </p:nvSpPr>
          <p:spPr>
            <a:xfrm>
              <a:off x="-54712850" y="2919525"/>
              <a:ext cx="73275" cy="28950"/>
            </a:xfrm>
            <a:custGeom>
              <a:rect b="b" l="l" r="r" t="t"/>
              <a:pathLst>
                <a:path extrusionOk="0" h="1158" w="2931">
                  <a:moveTo>
                    <a:pt x="414" y="0"/>
                  </a:moveTo>
                  <a:cubicBezTo>
                    <a:pt x="316" y="0"/>
                    <a:pt x="222" y="39"/>
                    <a:pt x="159" y="118"/>
                  </a:cubicBezTo>
                  <a:cubicBezTo>
                    <a:pt x="1" y="276"/>
                    <a:pt x="1" y="496"/>
                    <a:pt x="159" y="622"/>
                  </a:cubicBezTo>
                  <a:cubicBezTo>
                    <a:pt x="537" y="969"/>
                    <a:pt x="1009" y="1158"/>
                    <a:pt x="1482" y="1158"/>
                  </a:cubicBezTo>
                  <a:cubicBezTo>
                    <a:pt x="1986" y="1158"/>
                    <a:pt x="2458" y="969"/>
                    <a:pt x="2773" y="622"/>
                  </a:cubicBezTo>
                  <a:cubicBezTo>
                    <a:pt x="2931" y="465"/>
                    <a:pt x="2931" y="213"/>
                    <a:pt x="2773" y="118"/>
                  </a:cubicBezTo>
                  <a:cubicBezTo>
                    <a:pt x="2695" y="39"/>
                    <a:pt x="2592" y="0"/>
                    <a:pt x="2498" y="0"/>
                  </a:cubicBezTo>
                  <a:cubicBezTo>
                    <a:pt x="2403" y="0"/>
                    <a:pt x="2317" y="39"/>
                    <a:pt x="2269" y="118"/>
                  </a:cubicBezTo>
                  <a:cubicBezTo>
                    <a:pt x="2049" y="307"/>
                    <a:pt x="1734" y="433"/>
                    <a:pt x="1482" y="433"/>
                  </a:cubicBezTo>
                  <a:cubicBezTo>
                    <a:pt x="1167" y="433"/>
                    <a:pt x="883" y="307"/>
                    <a:pt x="694" y="118"/>
                  </a:cubicBezTo>
                  <a:cubicBezTo>
                    <a:pt x="615" y="39"/>
                    <a:pt x="513" y="0"/>
                    <a:pt x="41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2" name="Google Shape;3022;p46"/>
            <p:cNvSpPr/>
            <p:nvPr/>
          </p:nvSpPr>
          <p:spPr>
            <a:xfrm>
              <a:off x="-54722300" y="2856300"/>
              <a:ext cx="17350" cy="17350"/>
            </a:xfrm>
            <a:custGeom>
              <a:rect b="b" l="l" r="r" t="t"/>
              <a:pathLst>
                <a:path extrusionOk="0" h="694" w="694">
                  <a:moveTo>
                    <a:pt x="347" y="1"/>
                  </a:moveTo>
                  <a:cubicBezTo>
                    <a:pt x="158" y="1"/>
                    <a:pt x="1" y="158"/>
                    <a:pt x="1" y="347"/>
                  </a:cubicBezTo>
                  <a:cubicBezTo>
                    <a:pt x="1" y="536"/>
                    <a:pt x="158" y="694"/>
                    <a:pt x="347" y="694"/>
                  </a:cubicBezTo>
                  <a:cubicBezTo>
                    <a:pt x="537" y="694"/>
                    <a:pt x="694" y="536"/>
                    <a:pt x="694" y="347"/>
                  </a:cubicBezTo>
                  <a:cubicBezTo>
                    <a:pt x="694" y="158"/>
                    <a:pt x="537"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3" name="Google Shape;3023;p46"/>
            <p:cNvSpPr/>
            <p:nvPr/>
          </p:nvSpPr>
          <p:spPr>
            <a:xfrm>
              <a:off x="-54647475" y="2856300"/>
              <a:ext cx="18150" cy="17350"/>
            </a:xfrm>
            <a:custGeom>
              <a:rect b="b" l="l" r="r" t="t"/>
              <a:pathLst>
                <a:path extrusionOk="0" h="694" w="726">
                  <a:moveTo>
                    <a:pt x="347" y="1"/>
                  </a:moveTo>
                  <a:cubicBezTo>
                    <a:pt x="158" y="1"/>
                    <a:pt x="1" y="158"/>
                    <a:pt x="1" y="347"/>
                  </a:cubicBezTo>
                  <a:cubicBezTo>
                    <a:pt x="1" y="536"/>
                    <a:pt x="158" y="694"/>
                    <a:pt x="347" y="694"/>
                  </a:cubicBezTo>
                  <a:cubicBezTo>
                    <a:pt x="536" y="694"/>
                    <a:pt x="726" y="536"/>
                    <a:pt x="726" y="347"/>
                  </a:cubicBezTo>
                  <a:cubicBezTo>
                    <a:pt x="726"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4" name="Google Shape;3024;p46"/>
            <p:cNvSpPr/>
            <p:nvPr/>
          </p:nvSpPr>
          <p:spPr>
            <a:xfrm>
              <a:off x="-54817600" y="2687750"/>
              <a:ext cx="281200" cy="318225"/>
            </a:xfrm>
            <a:custGeom>
              <a:rect b="b" l="l" r="r" t="t"/>
              <a:pathLst>
                <a:path extrusionOk="0" h="12729" w="11248">
                  <a:moveTo>
                    <a:pt x="5231" y="757"/>
                  </a:moveTo>
                  <a:lnTo>
                    <a:pt x="5231" y="4380"/>
                  </a:lnTo>
                  <a:lnTo>
                    <a:pt x="3782" y="4380"/>
                  </a:lnTo>
                  <a:cubicBezTo>
                    <a:pt x="3817" y="3414"/>
                    <a:pt x="4006" y="2482"/>
                    <a:pt x="4349" y="1765"/>
                  </a:cubicBezTo>
                  <a:cubicBezTo>
                    <a:pt x="4601" y="1261"/>
                    <a:pt x="4916" y="914"/>
                    <a:pt x="5231" y="757"/>
                  </a:cubicBezTo>
                  <a:close/>
                  <a:moveTo>
                    <a:pt x="3970" y="1072"/>
                  </a:moveTo>
                  <a:lnTo>
                    <a:pt x="3970" y="1072"/>
                  </a:lnTo>
                  <a:cubicBezTo>
                    <a:pt x="3876" y="1198"/>
                    <a:pt x="3813" y="1355"/>
                    <a:pt x="3718" y="1450"/>
                  </a:cubicBezTo>
                  <a:cubicBezTo>
                    <a:pt x="3340" y="2238"/>
                    <a:pt x="3088" y="3309"/>
                    <a:pt x="3057" y="4411"/>
                  </a:cubicBezTo>
                  <a:lnTo>
                    <a:pt x="1576" y="4411"/>
                  </a:lnTo>
                  <a:cubicBezTo>
                    <a:pt x="1671" y="2931"/>
                    <a:pt x="2616" y="1670"/>
                    <a:pt x="3970" y="1072"/>
                  </a:cubicBezTo>
                  <a:close/>
                  <a:moveTo>
                    <a:pt x="7310" y="1072"/>
                  </a:moveTo>
                  <a:cubicBezTo>
                    <a:pt x="8665" y="1670"/>
                    <a:pt x="9610" y="2931"/>
                    <a:pt x="9704" y="4411"/>
                  </a:cubicBezTo>
                  <a:lnTo>
                    <a:pt x="8224" y="4411"/>
                  </a:lnTo>
                  <a:cubicBezTo>
                    <a:pt x="8192" y="3309"/>
                    <a:pt x="7940" y="2238"/>
                    <a:pt x="7562" y="1450"/>
                  </a:cubicBezTo>
                  <a:cubicBezTo>
                    <a:pt x="7467" y="1292"/>
                    <a:pt x="7404" y="1198"/>
                    <a:pt x="7310" y="1072"/>
                  </a:cubicBezTo>
                  <a:close/>
                  <a:moveTo>
                    <a:pt x="6018" y="788"/>
                  </a:moveTo>
                  <a:cubicBezTo>
                    <a:pt x="6333" y="946"/>
                    <a:pt x="6648" y="1292"/>
                    <a:pt x="6869" y="1828"/>
                  </a:cubicBezTo>
                  <a:cubicBezTo>
                    <a:pt x="7247" y="2521"/>
                    <a:pt x="7436" y="3435"/>
                    <a:pt x="7467" y="4443"/>
                  </a:cubicBezTo>
                  <a:lnTo>
                    <a:pt x="5987" y="4443"/>
                  </a:lnTo>
                  <a:lnTo>
                    <a:pt x="5987" y="788"/>
                  </a:lnTo>
                  <a:close/>
                  <a:moveTo>
                    <a:pt x="1513" y="6711"/>
                  </a:moveTo>
                  <a:lnTo>
                    <a:pt x="1513" y="8192"/>
                  </a:lnTo>
                  <a:cubicBezTo>
                    <a:pt x="1135" y="8192"/>
                    <a:pt x="788" y="7877"/>
                    <a:pt x="788" y="7436"/>
                  </a:cubicBezTo>
                  <a:cubicBezTo>
                    <a:pt x="788" y="7058"/>
                    <a:pt x="1103" y="6711"/>
                    <a:pt x="1513" y="6711"/>
                  </a:cubicBezTo>
                  <a:close/>
                  <a:moveTo>
                    <a:pt x="9767" y="6711"/>
                  </a:moveTo>
                  <a:cubicBezTo>
                    <a:pt x="10145" y="6711"/>
                    <a:pt x="10492" y="7058"/>
                    <a:pt x="10492" y="7436"/>
                  </a:cubicBezTo>
                  <a:cubicBezTo>
                    <a:pt x="10492" y="7877"/>
                    <a:pt x="10145" y="8192"/>
                    <a:pt x="9767" y="8192"/>
                  </a:cubicBezTo>
                  <a:lnTo>
                    <a:pt x="9767" y="6711"/>
                  </a:lnTo>
                  <a:close/>
                  <a:moveTo>
                    <a:pt x="9043" y="5168"/>
                  </a:moveTo>
                  <a:lnTo>
                    <a:pt x="9043" y="8602"/>
                  </a:lnTo>
                  <a:cubicBezTo>
                    <a:pt x="9011" y="10429"/>
                    <a:pt x="7499" y="11941"/>
                    <a:pt x="5672" y="11941"/>
                  </a:cubicBezTo>
                  <a:cubicBezTo>
                    <a:pt x="3813" y="11941"/>
                    <a:pt x="2301" y="10429"/>
                    <a:pt x="2301" y="8602"/>
                  </a:cubicBezTo>
                  <a:lnTo>
                    <a:pt x="2301" y="5168"/>
                  </a:lnTo>
                  <a:close/>
                  <a:moveTo>
                    <a:pt x="5609" y="1"/>
                  </a:moveTo>
                  <a:cubicBezTo>
                    <a:pt x="2931" y="1"/>
                    <a:pt x="788" y="2175"/>
                    <a:pt x="788" y="4852"/>
                  </a:cubicBezTo>
                  <a:cubicBezTo>
                    <a:pt x="788" y="5041"/>
                    <a:pt x="946" y="5199"/>
                    <a:pt x="1135" y="5199"/>
                  </a:cubicBezTo>
                  <a:lnTo>
                    <a:pt x="1482" y="5199"/>
                  </a:lnTo>
                  <a:lnTo>
                    <a:pt x="1482" y="5987"/>
                  </a:lnTo>
                  <a:cubicBezTo>
                    <a:pt x="662" y="5987"/>
                    <a:pt x="1" y="6648"/>
                    <a:pt x="1" y="7499"/>
                  </a:cubicBezTo>
                  <a:cubicBezTo>
                    <a:pt x="1" y="8318"/>
                    <a:pt x="662" y="8980"/>
                    <a:pt x="1482" y="8980"/>
                  </a:cubicBezTo>
                  <a:cubicBezTo>
                    <a:pt x="1671" y="11059"/>
                    <a:pt x="3466" y="12729"/>
                    <a:pt x="5577" y="12729"/>
                  </a:cubicBezTo>
                  <a:cubicBezTo>
                    <a:pt x="7720" y="12729"/>
                    <a:pt x="9484" y="11059"/>
                    <a:pt x="9673" y="8980"/>
                  </a:cubicBezTo>
                  <a:cubicBezTo>
                    <a:pt x="10492" y="8980"/>
                    <a:pt x="11185" y="8318"/>
                    <a:pt x="11185" y="7499"/>
                  </a:cubicBezTo>
                  <a:cubicBezTo>
                    <a:pt x="11248" y="6648"/>
                    <a:pt x="10586" y="5987"/>
                    <a:pt x="9767" y="5987"/>
                  </a:cubicBezTo>
                  <a:lnTo>
                    <a:pt x="9767" y="5199"/>
                  </a:lnTo>
                  <a:lnTo>
                    <a:pt x="10114" y="5199"/>
                  </a:lnTo>
                  <a:cubicBezTo>
                    <a:pt x="10303" y="5199"/>
                    <a:pt x="10460" y="5041"/>
                    <a:pt x="10460" y="4852"/>
                  </a:cubicBezTo>
                  <a:cubicBezTo>
                    <a:pt x="10460" y="2175"/>
                    <a:pt x="8287" y="1"/>
                    <a:pt x="560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25" name="Google Shape;3025;p46"/>
          <p:cNvGrpSpPr/>
          <p:nvPr/>
        </p:nvGrpSpPr>
        <p:grpSpPr>
          <a:xfrm>
            <a:off x="7280344" y="2864375"/>
            <a:ext cx="261925" cy="296606"/>
            <a:chOff x="-52887125" y="1903275"/>
            <a:chExt cx="279625" cy="316650"/>
          </a:xfrm>
        </p:grpSpPr>
        <p:sp>
          <p:nvSpPr>
            <p:cNvPr id="3026" name="Google Shape;3026;p46"/>
            <p:cNvSpPr/>
            <p:nvPr/>
          </p:nvSpPr>
          <p:spPr>
            <a:xfrm>
              <a:off x="-52783950" y="2135825"/>
              <a:ext cx="73275" cy="28975"/>
            </a:xfrm>
            <a:custGeom>
              <a:rect b="b" l="l" r="r" t="t"/>
              <a:pathLst>
                <a:path extrusionOk="0" h="1159" w="2931">
                  <a:moveTo>
                    <a:pt x="398" y="1"/>
                  </a:moveTo>
                  <a:cubicBezTo>
                    <a:pt x="308" y="1"/>
                    <a:pt x="221" y="40"/>
                    <a:pt x="158" y="119"/>
                  </a:cubicBezTo>
                  <a:cubicBezTo>
                    <a:pt x="1" y="276"/>
                    <a:pt x="1" y="497"/>
                    <a:pt x="158" y="623"/>
                  </a:cubicBezTo>
                  <a:cubicBezTo>
                    <a:pt x="505" y="970"/>
                    <a:pt x="977" y="1159"/>
                    <a:pt x="1450" y="1159"/>
                  </a:cubicBezTo>
                  <a:cubicBezTo>
                    <a:pt x="1922" y="1159"/>
                    <a:pt x="2458" y="970"/>
                    <a:pt x="2773" y="623"/>
                  </a:cubicBezTo>
                  <a:cubicBezTo>
                    <a:pt x="2931" y="465"/>
                    <a:pt x="2931" y="213"/>
                    <a:pt x="2773" y="119"/>
                  </a:cubicBezTo>
                  <a:cubicBezTo>
                    <a:pt x="2694" y="40"/>
                    <a:pt x="2592" y="1"/>
                    <a:pt x="2493" y="1"/>
                  </a:cubicBezTo>
                  <a:cubicBezTo>
                    <a:pt x="2395" y="1"/>
                    <a:pt x="2300" y="40"/>
                    <a:pt x="2237" y="119"/>
                  </a:cubicBezTo>
                  <a:cubicBezTo>
                    <a:pt x="2048" y="308"/>
                    <a:pt x="1733" y="434"/>
                    <a:pt x="1450" y="434"/>
                  </a:cubicBezTo>
                  <a:cubicBezTo>
                    <a:pt x="1198" y="434"/>
                    <a:pt x="883" y="308"/>
                    <a:pt x="662" y="119"/>
                  </a:cubicBezTo>
                  <a:cubicBezTo>
                    <a:pt x="583" y="40"/>
                    <a:pt x="489" y="1"/>
                    <a:pt x="3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7" name="Google Shape;3027;p46"/>
            <p:cNvSpPr/>
            <p:nvPr/>
          </p:nvSpPr>
          <p:spPr>
            <a:xfrm>
              <a:off x="-52887125" y="1903275"/>
              <a:ext cx="279625" cy="316650"/>
            </a:xfrm>
            <a:custGeom>
              <a:rect b="b" l="l" r="r" t="t"/>
              <a:pathLst>
                <a:path extrusionOk="0" h="12666" w="11185">
                  <a:moveTo>
                    <a:pt x="5545" y="2238"/>
                  </a:moveTo>
                  <a:cubicBezTo>
                    <a:pt x="5986" y="2238"/>
                    <a:pt x="6427" y="2332"/>
                    <a:pt x="6806" y="2490"/>
                  </a:cubicBezTo>
                  <a:cubicBezTo>
                    <a:pt x="6049" y="3687"/>
                    <a:pt x="4726" y="4443"/>
                    <a:pt x="3308" y="4443"/>
                  </a:cubicBezTo>
                  <a:lnTo>
                    <a:pt x="2407" y="4443"/>
                  </a:lnTo>
                  <a:cubicBezTo>
                    <a:pt x="2887" y="3168"/>
                    <a:pt x="4108" y="2238"/>
                    <a:pt x="5545" y="2238"/>
                  </a:cubicBezTo>
                  <a:close/>
                  <a:moveTo>
                    <a:pt x="5577" y="757"/>
                  </a:moveTo>
                  <a:cubicBezTo>
                    <a:pt x="7877" y="757"/>
                    <a:pt x="9799" y="2364"/>
                    <a:pt x="10303" y="4475"/>
                  </a:cubicBezTo>
                  <a:cubicBezTo>
                    <a:pt x="10240" y="4475"/>
                    <a:pt x="10145" y="4443"/>
                    <a:pt x="10082" y="4443"/>
                  </a:cubicBezTo>
                  <a:cubicBezTo>
                    <a:pt x="9893" y="4443"/>
                    <a:pt x="9736" y="4475"/>
                    <a:pt x="9578" y="4569"/>
                  </a:cubicBezTo>
                  <a:cubicBezTo>
                    <a:pt x="9137" y="2742"/>
                    <a:pt x="7467" y="1450"/>
                    <a:pt x="5577" y="1450"/>
                  </a:cubicBezTo>
                  <a:cubicBezTo>
                    <a:pt x="3655" y="1450"/>
                    <a:pt x="2048" y="2805"/>
                    <a:pt x="1607" y="4569"/>
                  </a:cubicBezTo>
                  <a:cubicBezTo>
                    <a:pt x="1450" y="4475"/>
                    <a:pt x="1292" y="4443"/>
                    <a:pt x="1103" y="4443"/>
                  </a:cubicBezTo>
                  <a:cubicBezTo>
                    <a:pt x="1009" y="4443"/>
                    <a:pt x="946" y="4443"/>
                    <a:pt x="851" y="4475"/>
                  </a:cubicBezTo>
                  <a:cubicBezTo>
                    <a:pt x="1324" y="2364"/>
                    <a:pt x="3277" y="757"/>
                    <a:pt x="5577" y="757"/>
                  </a:cubicBezTo>
                  <a:close/>
                  <a:moveTo>
                    <a:pt x="7530" y="2868"/>
                  </a:moveTo>
                  <a:cubicBezTo>
                    <a:pt x="8381" y="3466"/>
                    <a:pt x="8948" y="4475"/>
                    <a:pt x="8948" y="5640"/>
                  </a:cubicBezTo>
                  <a:lnTo>
                    <a:pt x="8948" y="6050"/>
                  </a:lnTo>
                  <a:lnTo>
                    <a:pt x="2206" y="6050"/>
                  </a:lnTo>
                  <a:lnTo>
                    <a:pt x="2206" y="6018"/>
                  </a:lnTo>
                  <a:lnTo>
                    <a:pt x="2206" y="5577"/>
                  </a:lnTo>
                  <a:cubicBezTo>
                    <a:pt x="2206" y="5483"/>
                    <a:pt x="2206" y="5357"/>
                    <a:pt x="2237" y="5231"/>
                  </a:cubicBezTo>
                  <a:lnTo>
                    <a:pt x="3340" y="5231"/>
                  </a:lnTo>
                  <a:cubicBezTo>
                    <a:pt x="4285" y="5231"/>
                    <a:pt x="5167" y="4947"/>
                    <a:pt x="5955" y="4475"/>
                  </a:cubicBezTo>
                  <a:cubicBezTo>
                    <a:pt x="6585" y="4097"/>
                    <a:pt x="7121" y="3529"/>
                    <a:pt x="7530" y="2868"/>
                  </a:cubicBezTo>
                  <a:close/>
                  <a:moveTo>
                    <a:pt x="10082" y="5231"/>
                  </a:moveTo>
                  <a:cubicBezTo>
                    <a:pt x="10271" y="5231"/>
                    <a:pt x="10429" y="5388"/>
                    <a:pt x="10429" y="5577"/>
                  </a:cubicBezTo>
                  <a:lnTo>
                    <a:pt x="10429" y="7877"/>
                  </a:lnTo>
                  <a:cubicBezTo>
                    <a:pt x="10429" y="8066"/>
                    <a:pt x="10271" y="8224"/>
                    <a:pt x="10082" y="8224"/>
                  </a:cubicBezTo>
                  <a:cubicBezTo>
                    <a:pt x="9893" y="8224"/>
                    <a:pt x="9736" y="8066"/>
                    <a:pt x="9736" y="7877"/>
                  </a:cubicBezTo>
                  <a:lnTo>
                    <a:pt x="9736" y="5577"/>
                  </a:lnTo>
                  <a:cubicBezTo>
                    <a:pt x="9736" y="5388"/>
                    <a:pt x="9893" y="5231"/>
                    <a:pt x="10082" y="5231"/>
                  </a:cubicBezTo>
                  <a:close/>
                  <a:moveTo>
                    <a:pt x="1103" y="5262"/>
                  </a:moveTo>
                  <a:cubicBezTo>
                    <a:pt x="1292" y="5262"/>
                    <a:pt x="1450" y="5420"/>
                    <a:pt x="1450" y="5640"/>
                  </a:cubicBezTo>
                  <a:lnTo>
                    <a:pt x="1450" y="7909"/>
                  </a:lnTo>
                  <a:cubicBezTo>
                    <a:pt x="1450" y="8066"/>
                    <a:pt x="1292" y="8255"/>
                    <a:pt x="1103" y="8255"/>
                  </a:cubicBezTo>
                  <a:cubicBezTo>
                    <a:pt x="914" y="8255"/>
                    <a:pt x="757" y="8098"/>
                    <a:pt x="757" y="7909"/>
                  </a:cubicBezTo>
                  <a:lnTo>
                    <a:pt x="757" y="5640"/>
                  </a:lnTo>
                  <a:cubicBezTo>
                    <a:pt x="757" y="5420"/>
                    <a:pt x="914" y="5262"/>
                    <a:pt x="1103" y="5262"/>
                  </a:cubicBezTo>
                  <a:close/>
                  <a:moveTo>
                    <a:pt x="5199" y="6774"/>
                  </a:moveTo>
                  <a:cubicBezTo>
                    <a:pt x="5199" y="7594"/>
                    <a:pt x="4537" y="8255"/>
                    <a:pt x="3687" y="8255"/>
                  </a:cubicBezTo>
                  <a:cubicBezTo>
                    <a:pt x="2867" y="8255"/>
                    <a:pt x="2206" y="7594"/>
                    <a:pt x="2206" y="6774"/>
                  </a:cubicBezTo>
                  <a:close/>
                  <a:moveTo>
                    <a:pt x="8948" y="6774"/>
                  </a:moveTo>
                  <a:cubicBezTo>
                    <a:pt x="8948" y="7594"/>
                    <a:pt x="8255" y="8255"/>
                    <a:pt x="7436" y="8255"/>
                  </a:cubicBezTo>
                  <a:cubicBezTo>
                    <a:pt x="6617" y="8255"/>
                    <a:pt x="5955" y="7594"/>
                    <a:pt x="5955" y="6774"/>
                  </a:cubicBezTo>
                  <a:close/>
                  <a:moveTo>
                    <a:pt x="5545" y="8035"/>
                  </a:moveTo>
                  <a:cubicBezTo>
                    <a:pt x="5955" y="8633"/>
                    <a:pt x="6648" y="9011"/>
                    <a:pt x="7404" y="9011"/>
                  </a:cubicBezTo>
                  <a:cubicBezTo>
                    <a:pt x="8003" y="9011"/>
                    <a:pt x="8507" y="8822"/>
                    <a:pt x="8885" y="8413"/>
                  </a:cubicBezTo>
                  <a:lnTo>
                    <a:pt x="8885" y="8476"/>
                  </a:lnTo>
                  <a:cubicBezTo>
                    <a:pt x="8948" y="10272"/>
                    <a:pt x="7593" y="11815"/>
                    <a:pt x="5892" y="11973"/>
                  </a:cubicBezTo>
                  <a:cubicBezTo>
                    <a:pt x="5782" y="11983"/>
                    <a:pt x="5673" y="11988"/>
                    <a:pt x="5565" y="11988"/>
                  </a:cubicBezTo>
                  <a:cubicBezTo>
                    <a:pt x="3672" y="11988"/>
                    <a:pt x="2206" y="10452"/>
                    <a:pt x="2206" y="8633"/>
                  </a:cubicBezTo>
                  <a:lnTo>
                    <a:pt x="2206" y="8413"/>
                  </a:lnTo>
                  <a:cubicBezTo>
                    <a:pt x="2584" y="8791"/>
                    <a:pt x="3119" y="9011"/>
                    <a:pt x="3687" y="9011"/>
                  </a:cubicBezTo>
                  <a:cubicBezTo>
                    <a:pt x="4474" y="9011"/>
                    <a:pt x="5167" y="8633"/>
                    <a:pt x="5545" y="8035"/>
                  </a:cubicBezTo>
                  <a:close/>
                  <a:moveTo>
                    <a:pt x="5577" y="1"/>
                  </a:moveTo>
                  <a:cubicBezTo>
                    <a:pt x="2489" y="1"/>
                    <a:pt x="0" y="2521"/>
                    <a:pt x="0" y="5577"/>
                  </a:cubicBezTo>
                  <a:lnTo>
                    <a:pt x="0" y="7877"/>
                  </a:lnTo>
                  <a:cubicBezTo>
                    <a:pt x="0" y="8507"/>
                    <a:pt x="505" y="8980"/>
                    <a:pt x="1103" y="8980"/>
                  </a:cubicBezTo>
                  <a:cubicBezTo>
                    <a:pt x="1229" y="8980"/>
                    <a:pt x="1387" y="8948"/>
                    <a:pt x="1481" y="8885"/>
                  </a:cubicBezTo>
                  <a:cubicBezTo>
                    <a:pt x="1639" y="10996"/>
                    <a:pt x="3372" y="12666"/>
                    <a:pt x="5577" y="12666"/>
                  </a:cubicBezTo>
                  <a:lnTo>
                    <a:pt x="5986" y="12666"/>
                  </a:lnTo>
                  <a:cubicBezTo>
                    <a:pt x="7940" y="12477"/>
                    <a:pt x="9452" y="10870"/>
                    <a:pt x="9641" y="8885"/>
                  </a:cubicBezTo>
                  <a:cubicBezTo>
                    <a:pt x="9767" y="8948"/>
                    <a:pt x="9925" y="8980"/>
                    <a:pt x="10051" y="8980"/>
                  </a:cubicBezTo>
                  <a:cubicBezTo>
                    <a:pt x="10681" y="8980"/>
                    <a:pt x="11153" y="8476"/>
                    <a:pt x="11153" y="7877"/>
                  </a:cubicBezTo>
                  <a:lnTo>
                    <a:pt x="11153" y="5577"/>
                  </a:lnTo>
                  <a:cubicBezTo>
                    <a:pt x="11185" y="2521"/>
                    <a:pt x="8664" y="1"/>
                    <a:pt x="557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28" name="Google Shape;3028;p46"/>
          <p:cNvGrpSpPr/>
          <p:nvPr/>
        </p:nvGrpSpPr>
        <p:grpSpPr>
          <a:xfrm>
            <a:off x="7262640" y="3297313"/>
            <a:ext cx="297332" cy="298807"/>
            <a:chOff x="-52906025" y="2293950"/>
            <a:chExt cx="317425" cy="319000"/>
          </a:xfrm>
        </p:grpSpPr>
        <p:sp>
          <p:nvSpPr>
            <p:cNvPr id="3029" name="Google Shape;3029;p46"/>
            <p:cNvSpPr/>
            <p:nvPr/>
          </p:nvSpPr>
          <p:spPr>
            <a:xfrm>
              <a:off x="-52783950" y="2526500"/>
              <a:ext cx="73275" cy="29750"/>
            </a:xfrm>
            <a:custGeom>
              <a:rect b="b" l="l" r="r" t="t"/>
              <a:pathLst>
                <a:path extrusionOk="0" h="1190" w="2931">
                  <a:moveTo>
                    <a:pt x="398" y="0"/>
                  </a:moveTo>
                  <a:cubicBezTo>
                    <a:pt x="308" y="0"/>
                    <a:pt x="221" y="39"/>
                    <a:pt x="158" y="118"/>
                  </a:cubicBezTo>
                  <a:cubicBezTo>
                    <a:pt x="1" y="276"/>
                    <a:pt x="1" y="496"/>
                    <a:pt x="158" y="622"/>
                  </a:cubicBezTo>
                  <a:cubicBezTo>
                    <a:pt x="505" y="969"/>
                    <a:pt x="977" y="1189"/>
                    <a:pt x="1450" y="1189"/>
                  </a:cubicBezTo>
                  <a:cubicBezTo>
                    <a:pt x="1922" y="1189"/>
                    <a:pt x="2458" y="969"/>
                    <a:pt x="2773" y="622"/>
                  </a:cubicBezTo>
                  <a:cubicBezTo>
                    <a:pt x="2931" y="465"/>
                    <a:pt x="2931" y="244"/>
                    <a:pt x="2773" y="118"/>
                  </a:cubicBezTo>
                  <a:cubicBezTo>
                    <a:pt x="2694" y="39"/>
                    <a:pt x="2592" y="0"/>
                    <a:pt x="2493" y="0"/>
                  </a:cubicBezTo>
                  <a:cubicBezTo>
                    <a:pt x="2395" y="0"/>
                    <a:pt x="2300" y="39"/>
                    <a:pt x="2237" y="118"/>
                  </a:cubicBezTo>
                  <a:cubicBezTo>
                    <a:pt x="2048" y="307"/>
                    <a:pt x="1733" y="433"/>
                    <a:pt x="1450" y="433"/>
                  </a:cubicBezTo>
                  <a:cubicBezTo>
                    <a:pt x="1198" y="433"/>
                    <a:pt x="883" y="307"/>
                    <a:pt x="662" y="118"/>
                  </a:cubicBezTo>
                  <a:cubicBezTo>
                    <a:pt x="583" y="39"/>
                    <a:pt x="489" y="0"/>
                    <a:pt x="39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0" name="Google Shape;3030;p46"/>
            <p:cNvSpPr/>
            <p:nvPr/>
          </p:nvSpPr>
          <p:spPr>
            <a:xfrm>
              <a:off x="-52718575" y="2463275"/>
              <a:ext cx="17350" cy="17350"/>
            </a:xfrm>
            <a:custGeom>
              <a:rect b="b" l="l" r="r" t="t"/>
              <a:pathLst>
                <a:path extrusionOk="0" h="694" w="694">
                  <a:moveTo>
                    <a:pt x="347" y="1"/>
                  </a:moveTo>
                  <a:cubicBezTo>
                    <a:pt x="158" y="1"/>
                    <a:pt x="1" y="158"/>
                    <a:pt x="1" y="347"/>
                  </a:cubicBezTo>
                  <a:cubicBezTo>
                    <a:pt x="1" y="536"/>
                    <a:pt x="158" y="694"/>
                    <a:pt x="347" y="694"/>
                  </a:cubicBezTo>
                  <a:cubicBezTo>
                    <a:pt x="536" y="694"/>
                    <a:pt x="694" y="536"/>
                    <a:pt x="694" y="347"/>
                  </a:cubicBezTo>
                  <a:cubicBezTo>
                    <a:pt x="694"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1" name="Google Shape;3031;p46"/>
            <p:cNvSpPr/>
            <p:nvPr/>
          </p:nvSpPr>
          <p:spPr>
            <a:xfrm>
              <a:off x="-52906025" y="2293950"/>
              <a:ext cx="317425" cy="319000"/>
            </a:xfrm>
            <a:custGeom>
              <a:rect b="b" l="l" r="r" t="t"/>
              <a:pathLst>
                <a:path extrusionOk="0" h="12760" w="12697">
                  <a:moveTo>
                    <a:pt x="6333" y="788"/>
                  </a:moveTo>
                  <a:cubicBezTo>
                    <a:pt x="7877" y="788"/>
                    <a:pt x="9231" y="1607"/>
                    <a:pt x="9609" y="2773"/>
                  </a:cubicBezTo>
                  <a:cubicBezTo>
                    <a:pt x="8633" y="2458"/>
                    <a:pt x="7530" y="2300"/>
                    <a:pt x="6333" y="2300"/>
                  </a:cubicBezTo>
                  <a:cubicBezTo>
                    <a:pt x="5167" y="2300"/>
                    <a:pt x="4064" y="2458"/>
                    <a:pt x="3088" y="2773"/>
                  </a:cubicBezTo>
                  <a:cubicBezTo>
                    <a:pt x="3434" y="1607"/>
                    <a:pt x="4758" y="788"/>
                    <a:pt x="6333" y="788"/>
                  </a:cubicBezTo>
                  <a:close/>
                  <a:moveTo>
                    <a:pt x="6301" y="3025"/>
                  </a:moveTo>
                  <a:cubicBezTo>
                    <a:pt x="9515" y="3025"/>
                    <a:pt x="11941" y="4285"/>
                    <a:pt x="11941" y="5640"/>
                  </a:cubicBezTo>
                  <a:cubicBezTo>
                    <a:pt x="11941" y="5986"/>
                    <a:pt x="11783" y="6270"/>
                    <a:pt x="11594" y="6553"/>
                  </a:cubicBezTo>
                  <a:cubicBezTo>
                    <a:pt x="11311" y="6238"/>
                    <a:pt x="10901" y="6018"/>
                    <a:pt x="10429" y="6018"/>
                  </a:cubicBezTo>
                  <a:lnTo>
                    <a:pt x="10429" y="5671"/>
                  </a:lnTo>
                  <a:cubicBezTo>
                    <a:pt x="10429" y="5514"/>
                    <a:pt x="10365" y="5388"/>
                    <a:pt x="10208" y="5325"/>
                  </a:cubicBezTo>
                  <a:cubicBezTo>
                    <a:pt x="10113" y="5262"/>
                    <a:pt x="8444" y="4537"/>
                    <a:pt x="6301" y="4537"/>
                  </a:cubicBezTo>
                  <a:cubicBezTo>
                    <a:pt x="4254" y="4537"/>
                    <a:pt x="2552" y="5230"/>
                    <a:pt x="2426" y="5325"/>
                  </a:cubicBezTo>
                  <a:cubicBezTo>
                    <a:pt x="2269" y="5356"/>
                    <a:pt x="2174" y="5514"/>
                    <a:pt x="2174" y="5671"/>
                  </a:cubicBezTo>
                  <a:lnTo>
                    <a:pt x="2174" y="6018"/>
                  </a:lnTo>
                  <a:cubicBezTo>
                    <a:pt x="1733" y="6018"/>
                    <a:pt x="1292" y="6238"/>
                    <a:pt x="1040" y="6553"/>
                  </a:cubicBezTo>
                  <a:cubicBezTo>
                    <a:pt x="851" y="6301"/>
                    <a:pt x="693" y="5986"/>
                    <a:pt x="693" y="5640"/>
                  </a:cubicBezTo>
                  <a:cubicBezTo>
                    <a:pt x="693" y="4285"/>
                    <a:pt x="3119" y="3025"/>
                    <a:pt x="6301" y="3025"/>
                  </a:cubicBezTo>
                  <a:close/>
                  <a:moveTo>
                    <a:pt x="6364" y="5230"/>
                  </a:moveTo>
                  <a:cubicBezTo>
                    <a:pt x="6585" y="5230"/>
                    <a:pt x="6805" y="5230"/>
                    <a:pt x="7026" y="5262"/>
                  </a:cubicBezTo>
                  <a:cubicBezTo>
                    <a:pt x="6270" y="6616"/>
                    <a:pt x="4821" y="7498"/>
                    <a:pt x="3245" y="7498"/>
                  </a:cubicBezTo>
                  <a:lnTo>
                    <a:pt x="2930" y="7498"/>
                  </a:lnTo>
                  <a:cubicBezTo>
                    <a:pt x="2962" y="7341"/>
                    <a:pt x="2962" y="6049"/>
                    <a:pt x="2962" y="5860"/>
                  </a:cubicBezTo>
                  <a:cubicBezTo>
                    <a:pt x="3466" y="5671"/>
                    <a:pt x="4821" y="5230"/>
                    <a:pt x="6364" y="5230"/>
                  </a:cubicBezTo>
                  <a:close/>
                  <a:moveTo>
                    <a:pt x="2206" y="6742"/>
                  </a:moveTo>
                  <a:lnTo>
                    <a:pt x="2206" y="8223"/>
                  </a:lnTo>
                  <a:cubicBezTo>
                    <a:pt x="1765" y="8223"/>
                    <a:pt x="1450" y="7908"/>
                    <a:pt x="1450" y="7498"/>
                  </a:cubicBezTo>
                  <a:cubicBezTo>
                    <a:pt x="1450" y="7089"/>
                    <a:pt x="1765" y="6742"/>
                    <a:pt x="2206" y="6742"/>
                  </a:cubicBezTo>
                  <a:close/>
                  <a:moveTo>
                    <a:pt x="10429" y="6742"/>
                  </a:moveTo>
                  <a:cubicBezTo>
                    <a:pt x="10838" y="6742"/>
                    <a:pt x="11185" y="7057"/>
                    <a:pt x="11185" y="7498"/>
                  </a:cubicBezTo>
                  <a:cubicBezTo>
                    <a:pt x="11185" y="7908"/>
                    <a:pt x="10870" y="8223"/>
                    <a:pt x="10429" y="8223"/>
                  </a:cubicBezTo>
                  <a:lnTo>
                    <a:pt x="10429" y="6742"/>
                  </a:lnTo>
                  <a:close/>
                  <a:moveTo>
                    <a:pt x="7845" y="5356"/>
                  </a:moveTo>
                  <a:cubicBezTo>
                    <a:pt x="8696" y="5514"/>
                    <a:pt x="9420" y="5766"/>
                    <a:pt x="9767" y="5860"/>
                  </a:cubicBezTo>
                  <a:lnTo>
                    <a:pt x="9767" y="8601"/>
                  </a:lnTo>
                  <a:cubicBezTo>
                    <a:pt x="9735" y="10491"/>
                    <a:pt x="8160" y="12004"/>
                    <a:pt x="6333" y="12004"/>
                  </a:cubicBezTo>
                  <a:cubicBezTo>
                    <a:pt x="4506" y="12004"/>
                    <a:pt x="2962" y="10428"/>
                    <a:pt x="2962" y="8601"/>
                  </a:cubicBezTo>
                  <a:lnTo>
                    <a:pt x="2962" y="8223"/>
                  </a:lnTo>
                  <a:lnTo>
                    <a:pt x="3277" y="8223"/>
                  </a:lnTo>
                  <a:cubicBezTo>
                    <a:pt x="5293" y="8223"/>
                    <a:pt x="7026" y="7057"/>
                    <a:pt x="7845" y="5356"/>
                  </a:cubicBezTo>
                  <a:close/>
                  <a:moveTo>
                    <a:pt x="6364" y="0"/>
                  </a:moveTo>
                  <a:cubicBezTo>
                    <a:pt x="4254" y="0"/>
                    <a:pt x="2458" y="1292"/>
                    <a:pt x="2269" y="3025"/>
                  </a:cubicBezTo>
                  <a:cubicBezTo>
                    <a:pt x="1103" y="3560"/>
                    <a:pt x="0" y="4379"/>
                    <a:pt x="0" y="5640"/>
                  </a:cubicBezTo>
                  <a:cubicBezTo>
                    <a:pt x="0" y="6238"/>
                    <a:pt x="284" y="6774"/>
                    <a:pt x="756" y="7246"/>
                  </a:cubicBezTo>
                  <a:cubicBezTo>
                    <a:pt x="599" y="8160"/>
                    <a:pt x="1292" y="8979"/>
                    <a:pt x="2206" y="8979"/>
                  </a:cubicBezTo>
                  <a:cubicBezTo>
                    <a:pt x="2426" y="11059"/>
                    <a:pt x="4191" y="12760"/>
                    <a:pt x="6301" y="12760"/>
                  </a:cubicBezTo>
                  <a:cubicBezTo>
                    <a:pt x="8475" y="12760"/>
                    <a:pt x="10239" y="11059"/>
                    <a:pt x="10397" y="8979"/>
                  </a:cubicBezTo>
                  <a:cubicBezTo>
                    <a:pt x="11216" y="8979"/>
                    <a:pt x="11909" y="8318"/>
                    <a:pt x="11909" y="7498"/>
                  </a:cubicBezTo>
                  <a:lnTo>
                    <a:pt x="11909" y="7246"/>
                  </a:lnTo>
                  <a:cubicBezTo>
                    <a:pt x="12445" y="6774"/>
                    <a:pt x="12697" y="6238"/>
                    <a:pt x="12697" y="5640"/>
                  </a:cubicBezTo>
                  <a:cubicBezTo>
                    <a:pt x="12697" y="4411"/>
                    <a:pt x="11531" y="3529"/>
                    <a:pt x="10429" y="3025"/>
                  </a:cubicBezTo>
                  <a:cubicBezTo>
                    <a:pt x="10239" y="1292"/>
                    <a:pt x="8444" y="0"/>
                    <a:pt x="636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32" name="Google Shape;3032;p46"/>
          <p:cNvGrpSpPr/>
          <p:nvPr/>
        </p:nvGrpSpPr>
        <p:grpSpPr>
          <a:xfrm>
            <a:off x="7280344" y="3733629"/>
            <a:ext cx="261925" cy="298081"/>
            <a:chOff x="-52887125" y="2686975"/>
            <a:chExt cx="279625" cy="318225"/>
          </a:xfrm>
        </p:grpSpPr>
        <p:sp>
          <p:nvSpPr>
            <p:cNvPr id="3033" name="Google Shape;3033;p46"/>
            <p:cNvSpPr/>
            <p:nvPr/>
          </p:nvSpPr>
          <p:spPr>
            <a:xfrm>
              <a:off x="-52783950" y="2919525"/>
              <a:ext cx="73275" cy="28950"/>
            </a:xfrm>
            <a:custGeom>
              <a:rect b="b" l="l" r="r" t="t"/>
              <a:pathLst>
                <a:path extrusionOk="0" h="1158" w="2931">
                  <a:moveTo>
                    <a:pt x="398" y="0"/>
                  </a:moveTo>
                  <a:cubicBezTo>
                    <a:pt x="308" y="0"/>
                    <a:pt x="221" y="39"/>
                    <a:pt x="158" y="118"/>
                  </a:cubicBezTo>
                  <a:cubicBezTo>
                    <a:pt x="1" y="276"/>
                    <a:pt x="1" y="496"/>
                    <a:pt x="158" y="622"/>
                  </a:cubicBezTo>
                  <a:cubicBezTo>
                    <a:pt x="505" y="969"/>
                    <a:pt x="977" y="1158"/>
                    <a:pt x="1450" y="1158"/>
                  </a:cubicBezTo>
                  <a:cubicBezTo>
                    <a:pt x="1922" y="1158"/>
                    <a:pt x="2458" y="969"/>
                    <a:pt x="2773" y="622"/>
                  </a:cubicBezTo>
                  <a:cubicBezTo>
                    <a:pt x="2931" y="465"/>
                    <a:pt x="2931" y="213"/>
                    <a:pt x="2773" y="118"/>
                  </a:cubicBezTo>
                  <a:cubicBezTo>
                    <a:pt x="2694" y="39"/>
                    <a:pt x="2592" y="0"/>
                    <a:pt x="2493" y="0"/>
                  </a:cubicBezTo>
                  <a:cubicBezTo>
                    <a:pt x="2395" y="0"/>
                    <a:pt x="2300" y="39"/>
                    <a:pt x="2237" y="118"/>
                  </a:cubicBezTo>
                  <a:cubicBezTo>
                    <a:pt x="2048" y="307"/>
                    <a:pt x="1733" y="433"/>
                    <a:pt x="1450" y="433"/>
                  </a:cubicBezTo>
                  <a:cubicBezTo>
                    <a:pt x="1198" y="433"/>
                    <a:pt x="883" y="307"/>
                    <a:pt x="662" y="118"/>
                  </a:cubicBezTo>
                  <a:cubicBezTo>
                    <a:pt x="583" y="39"/>
                    <a:pt x="489" y="0"/>
                    <a:pt x="39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4" name="Google Shape;3034;p46"/>
            <p:cNvSpPr/>
            <p:nvPr/>
          </p:nvSpPr>
          <p:spPr>
            <a:xfrm>
              <a:off x="-52793400" y="2854725"/>
              <a:ext cx="17350" cy="18150"/>
            </a:xfrm>
            <a:custGeom>
              <a:rect b="b" l="l" r="r" t="t"/>
              <a:pathLst>
                <a:path extrusionOk="0" h="726" w="694">
                  <a:moveTo>
                    <a:pt x="347" y="1"/>
                  </a:moveTo>
                  <a:cubicBezTo>
                    <a:pt x="158" y="1"/>
                    <a:pt x="1" y="190"/>
                    <a:pt x="1" y="379"/>
                  </a:cubicBezTo>
                  <a:cubicBezTo>
                    <a:pt x="1" y="568"/>
                    <a:pt x="158" y="725"/>
                    <a:pt x="347" y="725"/>
                  </a:cubicBezTo>
                  <a:cubicBezTo>
                    <a:pt x="536" y="725"/>
                    <a:pt x="694" y="568"/>
                    <a:pt x="694" y="379"/>
                  </a:cubicBezTo>
                  <a:cubicBezTo>
                    <a:pt x="694" y="190"/>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5" name="Google Shape;3035;p46"/>
            <p:cNvSpPr/>
            <p:nvPr/>
          </p:nvSpPr>
          <p:spPr>
            <a:xfrm>
              <a:off x="-52718575" y="2854725"/>
              <a:ext cx="17350" cy="18150"/>
            </a:xfrm>
            <a:custGeom>
              <a:rect b="b" l="l" r="r" t="t"/>
              <a:pathLst>
                <a:path extrusionOk="0" h="726" w="694">
                  <a:moveTo>
                    <a:pt x="347" y="1"/>
                  </a:moveTo>
                  <a:cubicBezTo>
                    <a:pt x="158" y="1"/>
                    <a:pt x="1" y="190"/>
                    <a:pt x="1" y="379"/>
                  </a:cubicBezTo>
                  <a:cubicBezTo>
                    <a:pt x="1" y="568"/>
                    <a:pt x="158" y="725"/>
                    <a:pt x="347" y="725"/>
                  </a:cubicBezTo>
                  <a:cubicBezTo>
                    <a:pt x="536" y="725"/>
                    <a:pt x="694" y="568"/>
                    <a:pt x="694" y="379"/>
                  </a:cubicBezTo>
                  <a:cubicBezTo>
                    <a:pt x="694" y="190"/>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6" name="Google Shape;3036;p46"/>
            <p:cNvSpPr/>
            <p:nvPr/>
          </p:nvSpPr>
          <p:spPr>
            <a:xfrm>
              <a:off x="-52887125" y="2686975"/>
              <a:ext cx="279625" cy="318225"/>
            </a:xfrm>
            <a:custGeom>
              <a:rect b="b" l="l" r="r" t="t"/>
              <a:pathLst>
                <a:path extrusionOk="0" h="12729" w="11185">
                  <a:moveTo>
                    <a:pt x="5577" y="756"/>
                  </a:moveTo>
                  <a:cubicBezTo>
                    <a:pt x="7404" y="756"/>
                    <a:pt x="8885" y="2206"/>
                    <a:pt x="8948" y="3970"/>
                  </a:cubicBezTo>
                  <a:cubicBezTo>
                    <a:pt x="8192" y="2899"/>
                    <a:pt x="6963" y="2206"/>
                    <a:pt x="5577" y="2206"/>
                  </a:cubicBezTo>
                  <a:cubicBezTo>
                    <a:pt x="4222" y="2206"/>
                    <a:pt x="2993" y="2899"/>
                    <a:pt x="2237" y="3970"/>
                  </a:cubicBezTo>
                  <a:cubicBezTo>
                    <a:pt x="2269" y="2174"/>
                    <a:pt x="3781" y="756"/>
                    <a:pt x="5577" y="756"/>
                  </a:cubicBezTo>
                  <a:close/>
                  <a:moveTo>
                    <a:pt x="5604" y="2993"/>
                  </a:moveTo>
                  <a:cubicBezTo>
                    <a:pt x="7435" y="2993"/>
                    <a:pt x="8886" y="4462"/>
                    <a:pt x="8948" y="6270"/>
                  </a:cubicBezTo>
                  <a:cubicBezTo>
                    <a:pt x="8696" y="5860"/>
                    <a:pt x="8412" y="5514"/>
                    <a:pt x="8066" y="5199"/>
                  </a:cubicBezTo>
                  <a:cubicBezTo>
                    <a:pt x="7089" y="4253"/>
                    <a:pt x="5797" y="3749"/>
                    <a:pt x="4443" y="3749"/>
                  </a:cubicBezTo>
                  <a:cubicBezTo>
                    <a:pt x="4065" y="3749"/>
                    <a:pt x="3687" y="3781"/>
                    <a:pt x="3308" y="3844"/>
                  </a:cubicBezTo>
                  <a:cubicBezTo>
                    <a:pt x="3907" y="3308"/>
                    <a:pt x="4695" y="2993"/>
                    <a:pt x="5545" y="2993"/>
                  </a:cubicBezTo>
                  <a:cubicBezTo>
                    <a:pt x="5565" y="2993"/>
                    <a:pt x="5584" y="2993"/>
                    <a:pt x="5604" y="2993"/>
                  </a:cubicBezTo>
                  <a:close/>
                  <a:moveTo>
                    <a:pt x="1450" y="6742"/>
                  </a:moveTo>
                  <a:lnTo>
                    <a:pt x="1450" y="8223"/>
                  </a:lnTo>
                  <a:cubicBezTo>
                    <a:pt x="1072" y="8223"/>
                    <a:pt x="694" y="7876"/>
                    <a:pt x="694" y="7467"/>
                  </a:cubicBezTo>
                  <a:cubicBezTo>
                    <a:pt x="694" y="7089"/>
                    <a:pt x="1072" y="6742"/>
                    <a:pt x="1450" y="6742"/>
                  </a:cubicBezTo>
                  <a:close/>
                  <a:moveTo>
                    <a:pt x="9673" y="6742"/>
                  </a:moveTo>
                  <a:cubicBezTo>
                    <a:pt x="10082" y="6742"/>
                    <a:pt x="10429" y="7057"/>
                    <a:pt x="10429" y="7467"/>
                  </a:cubicBezTo>
                  <a:cubicBezTo>
                    <a:pt x="10429" y="7876"/>
                    <a:pt x="10082" y="8223"/>
                    <a:pt x="9673" y="8223"/>
                  </a:cubicBezTo>
                  <a:lnTo>
                    <a:pt x="9673" y="6742"/>
                  </a:lnTo>
                  <a:close/>
                  <a:moveTo>
                    <a:pt x="4443" y="4442"/>
                  </a:moveTo>
                  <a:cubicBezTo>
                    <a:pt x="6837" y="4442"/>
                    <a:pt x="8822" y="6333"/>
                    <a:pt x="8948" y="8727"/>
                  </a:cubicBezTo>
                  <a:cubicBezTo>
                    <a:pt x="8822" y="10554"/>
                    <a:pt x="7373" y="11972"/>
                    <a:pt x="5577" y="11972"/>
                  </a:cubicBezTo>
                  <a:cubicBezTo>
                    <a:pt x="3750" y="11972"/>
                    <a:pt x="2237" y="10428"/>
                    <a:pt x="2237" y="8570"/>
                  </a:cubicBezTo>
                  <a:lnTo>
                    <a:pt x="2237" y="6333"/>
                  </a:lnTo>
                  <a:cubicBezTo>
                    <a:pt x="2237" y="5829"/>
                    <a:pt x="2363" y="5325"/>
                    <a:pt x="2552" y="4883"/>
                  </a:cubicBezTo>
                  <a:cubicBezTo>
                    <a:pt x="3151" y="4600"/>
                    <a:pt x="3781" y="4442"/>
                    <a:pt x="4443" y="4442"/>
                  </a:cubicBezTo>
                  <a:close/>
                  <a:moveTo>
                    <a:pt x="5608" y="0"/>
                  </a:moveTo>
                  <a:cubicBezTo>
                    <a:pt x="3340" y="0"/>
                    <a:pt x="1513" y="1827"/>
                    <a:pt x="1513" y="4096"/>
                  </a:cubicBezTo>
                  <a:lnTo>
                    <a:pt x="1513" y="5986"/>
                  </a:lnTo>
                  <a:cubicBezTo>
                    <a:pt x="662" y="5986"/>
                    <a:pt x="0" y="6648"/>
                    <a:pt x="0" y="7467"/>
                  </a:cubicBezTo>
                  <a:cubicBezTo>
                    <a:pt x="0" y="8317"/>
                    <a:pt x="662" y="8979"/>
                    <a:pt x="1513" y="8979"/>
                  </a:cubicBezTo>
                  <a:cubicBezTo>
                    <a:pt x="1702" y="11058"/>
                    <a:pt x="3435" y="12728"/>
                    <a:pt x="5608" y="12728"/>
                  </a:cubicBezTo>
                  <a:cubicBezTo>
                    <a:pt x="7751" y="12728"/>
                    <a:pt x="9483" y="11058"/>
                    <a:pt x="9673" y="8979"/>
                  </a:cubicBezTo>
                  <a:cubicBezTo>
                    <a:pt x="10523" y="8979"/>
                    <a:pt x="11185" y="8317"/>
                    <a:pt x="11185" y="7467"/>
                  </a:cubicBezTo>
                  <a:cubicBezTo>
                    <a:pt x="11185" y="6648"/>
                    <a:pt x="10523" y="5986"/>
                    <a:pt x="9673" y="5986"/>
                  </a:cubicBezTo>
                  <a:lnTo>
                    <a:pt x="9673" y="4096"/>
                  </a:lnTo>
                  <a:cubicBezTo>
                    <a:pt x="9673" y="1859"/>
                    <a:pt x="7845" y="0"/>
                    <a:pt x="560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37" name="Google Shape;3037;p46"/>
          <p:cNvGrpSpPr/>
          <p:nvPr/>
        </p:nvGrpSpPr>
        <p:grpSpPr>
          <a:xfrm>
            <a:off x="5098117" y="4169972"/>
            <a:ext cx="262651" cy="296606"/>
            <a:chOff x="-51722225" y="1915100"/>
            <a:chExt cx="280400" cy="316650"/>
          </a:xfrm>
        </p:grpSpPr>
        <p:sp>
          <p:nvSpPr>
            <p:cNvPr id="3038" name="Google Shape;3038;p46"/>
            <p:cNvSpPr/>
            <p:nvPr/>
          </p:nvSpPr>
          <p:spPr>
            <a:xfrm>
              <a:off x="-51618275" y="2146075"/>
              <a:ext cx="73275" cy="29750"/>
            </a:xfrm>
            <a:custGeom>
              <a:rect b="b" l="l" r="r" t="t"/>
              <a:pathLst>
                <a:path extrusionOk="0" h="1190" w="2931">
                  <a:moveTo>
                    <a:pt x="410" y="0"/>
                  </a:moveTo>
                  <a:cubicBezTo>
                    <a:pt x="316" y="0"/>
                    <a:pt x="221" y="40"/>
                    <a:pt x="158" y="118"/>
                  </a:cubicBezTo>
                  <a:cubicBezTo>
                    <a:pt x="1" y="276"/>
                    <a:pt x="1" y="528"/>
                    <a:pt x="158" y="654"/>
                  </a:cubicBezTo>
                  <a:cubicBezTo>
                    <a:pt x="505" y="1001"/>
                    <a:pt x="978" y="1190"/>
                    <a:pt x="1450" y="1190"/>
                  </a:cubicBezTo>
                  <a:cubicBezTo>
                    <a:pt x="1923" y="1190"/>
                    <a:pt x="2458" y="1001"/>
                    <a:pt x="2773" y="654"/>
                  </a:cubicBezTo>
                  <a:cubicBezTo>
                    <a:pt x="2931" y="496"/>
                    <a:pt x="2931" y="244"/>
                    <a:pt x="2773" y="118"/>
                  </a:cubicBezTo>
                  <a:cubicBezTo>
                    <a:pt x="2710" y="40"/>
                    <a:pt x="2616" y="0"/>
                    <a:pt x="2517" y="0"/>
                  </a:cubicBezTo>
                  <a:cubicBezTo>
                    <a:pt x="2419" y="0"/>
                    <a:pt x="2317" y="40"/>
                    <a:pt x="2238" y="118"/>
                  </a:cubicBezTo>
                  <a:cubicBezTo>
                    <a:pt x="2049" y="339"/>
                    <a:pt x="1734" y="433"/>
                    <a:pt x="1450" y="433"/>
                  </a:cubicBezTo>
                  <a:cubicBezTo>
                    <a:pt x="1198" y="433"/>
                    <a:pt x="883" y="339"/>
                    <a:pt x="663" y="118"/>
                  </a:cubicBezTo>
                  <a:cubicBezTo>
                    <a:pt x="600" y="40"/>
                    <a:pt x="505" y="0"/>
                    <a:pt x="41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9" name="Google Shape;3039;p46"/>
            <p:cNvSpPr/>
            <p:nvPr/>
          </p:nvSpPr>
          <p:spPr>
            <a:xfrm>
              <a:off x="-51627725" y="2082075"/>
              <a:ext cx="17350" cy="18150"/>
            </a:xfrm>
            <a:custGeom>
              <a:rect b="b" l="l" r="r" t="t"/>
              <a:pathLst>
                <a:path extrusionOk="0" h="726" w="694">
                  <a:moveTo>
                    <a:pt x="347" y="1"/>
                  </a:moveTo>
                  <a:cubicBezTo>
                    <a:pt x="158" y="1"/>
                    <a:pt x="1" y="158"/>
                    <a:pt x="1" y="347"/>
                  </a:cubicBezTo>
                  <a:cubicBezTo>
                    <a:pt x="1" y="568"/>
                    <a:pt x="158" y="725"/>
                    <a:pt x="347" y="725"/>
                  </a:cubicBezTo>
                  <a:cubicBezTo>
                    <a:pt x="536" y="725"/>
                    <a:pt x="694" y="568"/>
                    <a:pt x="694" y="347"/>
                  </a:cubicBezTo>
                  <a:cubicBezTo>
                    <a:pt x="694"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0" name="Google Shape;3040;p46"/>
            <p:cNvSpPr/>
            <p:nvPr/>
          </p:nvSpPr>
          <p:spPr>
            <a:xfrm>
              <a:off x="-51552900" y="2082075"/>
              <a:ext cx="17350" cy="18150"/>
            </a:xfrm>
            <a:custGeom>
              <a:rect b="b" l="l" r="r" t="t"/>
              <a:pathLst>
                <a:path extrusionOk="0" h="726" w="694">
                  <a:moveTo>
                    <a:pt x="347" y="1"/>
                  </a:moveTo>
                  <a:cubicBezTo>
                    <a:pt x="158" y="1"/>
                    <a:pt x="1" y="158"/>
                    <a:pt x="1" y="347"/>
                  </a:cubicBezTo>
                  <a:cubicBezTo>
                    <a:pt x="1" y="568"/>
                    <a:pt x="158" y="725"/>
                    <a:pt x="347" y="725"/>
                  </a:cubicBezTo>
                  <a:cubicBezTo>
                    <a:pt x="536" y="725"/>
                    <a:pt x="694" y="568"/>
                    <a:pt x="694" y="347"/>
                  </a:cubicBezTo>
                  <a:cubicBezTo>
                    <a:pt x="694"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1" name="Google Shape;3041;p46"/>
            <p:cNvSpPr/>
            <p:nvPr/>
          </p:nvSpPr>
          <p:spPr>
            <a:xfrm>
              <a:off x="-51722225" y="1915100"/>
              <a:ext cx="280400" cy="316650"/>
            </a:xfrm>
            <a:custGeom>
              <a:rect b="b" l="l" r="r" t="t"/>
              <a:pathLst>
                <a:path extrusionOk="0" h="12666" w="11216">
                  <a:moveTo>
                    <a:pt x="5608" y="662"/>
                  </a:moveTo>
                  <a:cubicBezTo>
                    <a:pt x="5766" y="662"/>
                    <a:pt x="6081" y="914"/>
                    <a:pt x="6333" y="1544"/>
                  </a:cubicBezTo>
                  <a:cubicBezTo>
                    <a:pt x="6585" y="2111"/>
                    <a:pt x="6679" y="2867"/>
                    <a:pt x="6711" y="3655"/>
                  </a:cubicBezTo>
                  <a:lnTo>
                    <a:pt x="4505" y="3655"/>
                  </a:lnTo>
                  <a:cubicBezTo>
                    <a:pt x="4568" y="2836"/>
                    <a:pt x="4663" y="2080"/>
                    <a:pt x="4915" y="1544"/>
                  </a:cubicBezTo>
                  <a:cubicBezTo>
                    <a:pt x="5199" y="914"/>
                    <a:pt x="5451" y="662"/>
                    <a:pt x="5608" y="662"/>
                  </a:cubicBezTo>
                  <a:close/>
                  <a:moveTo>
                    <a:pt x="4411" y="946"/>
                  </a:moveTo>
                  <a:lnTo>
                    <a:pt x="4411" y="946"/>
                  </a:lnTo>
                  <a:cubicBezTo>
                    <a:pt x="4348" y="1072"/>
                    <a:pt x="4285" y="1166"/>
                    <a:pt x="4253" y="1292"/>
                  </a:cubicBezTo>
                  <a:cubicBezTo>
                    <a:pt x="3970" y="1954"/>
                    <a:pt x="3812" y="2804"/>
                    <a:pt x="3781" y="3687"/>
                  </a:cubicBezTo>
                  <a:lnTo>
                    <a:pt x="2269" y="3687"/>
                  </a:lnTo>
                  <a:cubicBezTo>
                    <a:pt x="2426" y="2426"/>
                    <a:pt x="3245" y="1387"/>
                    <a:pt x="4411" y="946"/>
                  </a:cubicBezTo>
                  <a:close/>
                  <a:moveTo>
                    <a:pt x="6837" y="946"/>
                  </a:moveTo>
                  <a:cubicBezTo>
                    <a:pt x="8034" y="1387"/>
                    <a:pt x="8853" y="2426"/>
                    <a:pt x="8979" y="3687"/>
                  </a:cubicBezTo>
                  <a:lnTo>
                    <a:pt x="7467" y="3687"/>
                  </a:lnTo>
                  <a:cubicBezTo>
                    <a:pt x="7435" y="2804"/>
                    <a:pt x="7278" y="1954"/>
                    <a:pt x="6994" y="1292"/>
                  </a:cubicBezTo>
                  <a:cubicBezTo>
                    <a:pt x="6963" y="1166"/>
                    <a:pt x="6868" y="1072"/>
                    <a:pt x="6837" y="946"/>
                  </a:cubicBezTo>
                  <a:close/>
                  <a:moveTo>
                    <a:pt x="9357" y="4443"/>
                  </a:moveTo>
                  <a:cubicBezTo>
                    <a:pt x="9830" y="4443"/>
                    <a:pt x="10271" y="4758"/>
                    <a:pt x="10428" y="5199"/>
                  </a:cubicBezTo>
                  <a:lnTo>
                    <a:pt x="851" y="5199"/>
                  </a:lnTo>
                  <a:cubicBezTo>
                    <a:pt x="1008" y="4758"/>
                    <a:pt x="1418" y="4443"/>
                    <a:pt x="1922" y="4443"/>
                  </a:cubicBezTo>
                  <a:close/>
                  <a:moveTo>
                    <a:pt x="1512" y="6680"/>
                  </a:moveTo>
                  <a:lnTo>
                    <a:pt x="1512" y="8192"/>
                  </a:lnTo>
                  <a:cubicBezTo>
                    <a:pt x="1134" y="8192"/>
                    <a:pt x="788" y="7814"/>
                    <a:pt x="788" y="7436"/>
                  </a:cubicBezTo>
                  <a:cubicBezTo>
                    <a:pt x="788" y="7058"/>
                    <a:pt x="1134" y="6680"/>
                    <a:pt x="1512" y="6680"/>
                  </a:cubicBezTo>
                  <a:close/>
                  <a:moveTo>
                    <a:pt x="9767" y="6680"/>
                  </a:moveTo>
                  <a:cubicBezTo>
                    <a:pt x="10145" y="6680"/>
                    <a:pt x="10491" y="6995"/>
                    <a:pt x="10491" y="7436"/>
                  </a:cubicBezTo>
                  <a:cubicBezTo>
                    <a:pt x="10460" y="7814"/>
                    <a:pt x="10145" y="8192"/>
                    <a:pt x="9767" y="8192"/>
                  </a:cubicBezTo>
                  <a:lnTo>
                    <a:pt x="9767" y="6680"/>
                  </a:lnTo>
                  <a:close/>
                  <a:moveTo>
                    <a:pt x="9011" y="5955"/>
                  </a:moveTo>
                  <a:lnTo>
                    <a:pt x="9011" y="8538"/>
                  </a:lnTo>
                  <a:cubicBezTo>
                    <a:pt x="9011" y="10397"/>
                    <a:pt x="7467" y="11941"/>
                    <a:pt x="5608" y="11941"/>
                  </a:cubicBezTo>
                  <a:cubicBezTo>
                    <a:pt x="3781" y="11941"/>
                    <a:pt x="2269" y="10397"/>
                    <a:pt x="2269" y="8538"/>
                  </a:cubicBezTo>
                  <a:lnTo>
                    <a:pt x="2269" y="5955"/>
                  </a:lnTo>
                  <a:close/>
                  <a:moveTo>
                    <a:pt x="5608" y="1"/>
                  </a:moveTo>
                  <a:cubicBezTo>
                    <a:pt x="3466" y="1"/>
                    <a:pt x="1733" y="1639"/>
                    <a:pt x="1544" y="3781"/>
                  </a:cubicBezTo>
                  <a:cubicBezTo>
                    <a:pt x="662" y="3939"/>
                    <a:pt x="32" y="4695"/>
                    <a:pt x="32" y="5577"/>
                  </a:cubicBezTo>
                  <a:cubicBezTo>
                    <a:pt x="32" y="5797"/>
                    <a:pt x="189" y="5955"/>
                    <a:pt x="378" y="5955"/>
                  </a:cubicBezTo>
                  <a:lnTo>
                    <a:pt x="1481" y="5955"/>
                  </a:lnTo>
                  <a:cubicBezTo>
                    <a:pt x="662" y="5955"/>
                    <a:pt x="0" y="6617"/>
                    <a:pt x="0" y="7436"/>
                  </a:cubicBezTo>
                  <a:cubicBezTo>
                    <a:pt x="0" y="8255"/>
                    <a:pt x="662" y="8948"/>
                    <a:pt x="1481" y="8948"/>
                  </a:cubicBezTo>
                  <a:cubicBezTo>
                    <a:pt x="1670" y="11027"/>
                    <a:pt x="3403" y="12665"/>
                    <a:pt x="5577" y="12665"/>
                  </a:cubicBezTo>
                  <a:cubicBezTo>
                    <a:pt x="7750" y="12665"/>
                    <a:pt x="9483" y="11027"/>
                    <a:pt x="9672" y="8948"/>
                  </a:cubicBezTo>
                  <a:cubicBezTo>
                    <a:pt x="10491" y="8948"/>
                    <a:pt x="11185" y="8255"/>
                    <a:pt x="11185" y="7436"/>
                  </a:cubicBezTo>
                  <a:cubicBezTo>
                    <a:pt x="11216" y="6617"/>
                    <a:pt x="10554" y="5955"/>
                    <a:pt x="9767" y="5955"/>
                  </a:cubicBezTo>
                  <a:lnTo>
                    <a:pt x="10869" y="5955"/>
                  </a:lnTo>
                  <a:cubicBezTo>
                    <a:pt x="11058" y="5955"/>
                    <a:pt x="11216" y="5797"/>
                    <a:pt x="11216" y="5577"/>
                  </a:cubicBezTo>
                  <a:cubicBezTo>
                    <a:pt x="11216" y="4695"/>
                    <a:pt x="10586" y="3939"/>
                    <a:pt x="9704" y="3781"/>
                  </a:cubicBezTo>
                  <a:cubicBezTo>
                    <a:pt x="9546" y="1639"/>
                    <a:pt x="7782" y="1"/>
                    <a:pt x="560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42" name="Google Shape;3042;p46"/>
          <p:cNvGrpSpPr/>
          <p:nvPr/>
        </p:nvGrpSpPr>
        <p:grpSpPr>
          <a:xfrm>
            <a:off x="6823436" y="1553313"/>
            <a:ext cx="306184" cy="297988"/>
            <a:chOff x="-56407800" y="1902600"/>
            <a:chExt cx="326875" cy="318125"/>
          </a:xfrm>
        </p:grpSpPr>
        <p:sp>
          <p:nvSpPr>
            <p:cNvPr id="3043" name="Google Shape;3043;p46"/>
            <p:cNvSpPr/>
            <p:nvPr/>
          </p:nvSpPr>
          <p:spPr>
            <a:xfrm>
              <a:off x="-56289650" y="2072625"/>
              <a:ext cx="17325" cy="17350"/>
            </a:xfrm>
            <a:custGeom>
              <a:rect b="b" l="l" r="r" t="t"/>
              <a:pathLst>
                <a:path extrusionOk="0" h="694" w="693">
                  <a:moveTo>
                    <a:pt x="347" y="0"/>
                  </a:moveTo>
                  <a:cubicBezTo>
                    <a:pt x="158" y="0"/>
                    <a:pt x="0" y="158"/>
                    <a:pt x="0" y="347"/>
                  </a:cubicBezTo>
                  <a:cubicBezTo>
                    <a:pt x="0" y="536"/>
                    <a:pt x="158" y="694"/>
                    <a:pt x="347" y="694"/>
                  </a:cubicBezTo>
                  <a:cubicBezTo>
                    <a:pt x="536" y="694"/>
                    <a:pt x="693" y="536"/>
                    <a:pt x="693" y="347"/>
                  </a:cubicBezTo>
                  <a:cubicBezTo>
                    <a:pt x="693" y="158"/>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4" name="Google Shape;3044;p46"/>
            <p:cNvSpPr/>
            <p:nvPr/>
          </p:nvSpPr>
          <p:spPr>
            <a:xfrm>
              <a:off x="-56215625" y="2072625"/>
              <a:ext cx="17350" cy="17350"/>
            </a:xfrm>
            <a:custGeom>
              <a:rect b="b" l="l" r="r" t="t"/>
              <a:pathLst>
                <a:path extrusionOk="0" h="694" w="694">
                  <a:moveTo>
                    <a:pt x="347" y="0"/>
                  </a:moveTo>
                  <a:cubicBezTo>
                    <a:pt x="158" y="0"/>
                    <a:pt x="1" y="158"/>
                    <a:pt x="1" y="347"/>
                  </a:cubicBezTo>
                  <a:cubicBezTo>
                    <a:pt x="1" y="536"/>
                    <a:pt x="158" y="694"/>
                    <a:pt x="347" y="694"/>
                  </a:cubicBezTo>
                  <a:cubicBezTo>
                    <a:pt x="536" y="694"/>
                    <a:pt x="694" y="536"/>
                    <a:pt x="694" y="347"/>
                  </a:cubicBezTo>
                  <a:cubicBezTo>
                    <a:pt x="694" y="158"/>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5" name="Google Shape;3045;p46"/>
            <p:cNvSpPr/>
            <p:nvPr/>
          </p:nvSpPr>
          <p:spPr>
            <a:xfrm>
              <a:off x="-56407800" y="1902600"/>
              <a:ext cx="326875" cy="318125"/>
            </a:xfrm>
            <a:custGeom>
              <a:rect b="b" l="l" r="r" t="t"/>
              <a:pathLst>
                <a:path extrusionOk="0" h="12725" w="13075">
                  <a:moveTo>
                    <a:pt x="8371" y="824"/>
                  </a:moveTo>
                  <a:cubicBezTo>
                    <a:pt x="8854" y="824"/>
                    <a:pt x="9303" y="1142"/>
                    <a:pt x="9420" y="1635"/>
                  </a:cubicBezTo>
                  <a:lnTo>
                    <a:pt x="9924" y="3714"/>
                  </a:lnTo>
                  <a:cubicBezTo>
                    <a:pt x="9641" y="3777"/>
                    <a:pt x="9420" y="3809"/>
                    <a:pt x="9137" y="3809"/>
                  </a:cubicBezTo>
                  <a:lnTo>
                    <a:pt x="3907" y="3809"/>
                  </a:lnTo>
                  <a:cubicBezTo>
                    <a:pt x="3623" y="3809"/>
                    <a:pt x="3340" y="3777"/>
                    <a:pt x="3119" y="3714"/>
                  </a:cubicBezTo>
                  <a:lnTo>
                    <a:pt x="3655" y="1635"/>
                  </a:lnTo>
                  <a:cubicBezTo>
                    <a:pt x="3772" y="1142"/>
                    <a:pt x="4239" y="824"/>
                    <a:pt x="4717" y="824"/>
                  </a:cubicBezTo>
                  <a:cubicBezTo>
                    <a:pt x="4881" y="824"/>
                    <a:pt x="5046" y="861"/>
                    <a:pt x="5199" y="942"/>
                  </a:cubicBezTo>
                  <a:lnTo>
                    <a:pt x="6364" y="1509"/>
                  </a:lnTo>
                  <a:cubicBezTo>
                    <a:pt x="6427" y="1540"/>
                    <a:pt x="6490" y="1556"/>
                    <a:pt x="6545" y="1556"/>
                  </a:cubicBezTo>
                  <a:cubicBezTo>
                    <a:pt x="6601" y="1556"/>
                    <a:pt x="6648" y="1540"/>
                    <a:pt x="6679" y="1509"/>
                  </a:cubicBezTo>
                  <a:lnTo>
                    <a:pt x="7877" y="942"/>
                  </a:lnTo>
                  <a:cubicBezTo>
                    <a:pt x="8037" y="861"/>
                    <a:pt x="8206" y="824"/>
                    <a:pt x="8371" y="824"/>
                  </a:cubicBezTo>
                  <a:close/>
                  <a:moveTo>
                    <a:pt x="1299" y="3783"/>
                  </a:moveTo>
                  <a:cubicBezTo>
                    <a:pt x="1359" y="3783"/>
                    <a:pt x="1422" y="3800"/>
                    <a:pt x="1481" y="3840"/>
                  </a:cubicBezTo>
                  <a:lnTo>
                    <a:pt x="2017" y="4092"/>
                  </a:lnTo>
                  <a:cubicBezTo>
                    <a:pt x="2584" y="4344"/>
                    <a:pt x="3308" y="4565"/>
                    <a:pt x="3970" y="4565"/>
                  </a:cubicBezTo>
                  <a:lnTo>
                    <a:pt x="9200" y="4565"/>
                  </a:lnTo>
                  <a:cubicBezTo>
                    <a:pt x="9893" y="4565"/>
                    <a:pt x="10586" y="4376"/>
                    <a:pt x="11185" y="4092"/>
                  </a:cubicBezTo>
                  <a:lnTo>
                    <a:pt x="11689" y="3840"/>
                  </a:lnTo>
                  <a:cubicBezTo>
                    <a:pt x="11737" y="3824"/>
                    <a:pt x="11788" y="3816"/>
                    <a:pt x="11839" y="3816"/>
                  </a:cubicBezTo>
                  <a:cubicBezTo>
                    <a:pt x="11983" y="3816"/>
                    <a:pt x="12123" y="3881"/>
                    <a:pt x="12193" y="3998"/>
                  </a:cubicBezTo>
                  <a:cubicBezTo>
                    <a:pt x="12256" y="4187"/>
                    <a:pt x="12161" y="4439"/>
                    <a:pt x="11972" y="4502"/>
                  </a:cubicBezTo>
                  <a:lnTo>
                    <a:pt x="11468" y="4754"/>
                  </a:lnTo>
                  <a:cubicBezTo>
                    <a:pt x="10743" y="5100"/>
                    <a:pt x="9924" y="5289"/>
                    <a:pt x="9168" y="5289"/>
                  </a:cubicBezTo>
                  <a:lnTo>
                    <a:pt x="3938" y="5289"/>
                  </a:lnTo>
                  <a:cubicBezTo>
                    <a:pt x="3182" y="5289"/>
                    <a:pt x="2363" y="5100"/>
                    <a:pt x="1639" y="4754"/>
                  </a:cubicBezTo>
                  <a:lnTo>
                    <a:pt x="1134" y="4502"/>
                  </a:lnTo>
                  <a:cubicBezTo>
                    <a:pt x="945" y="4439"/>
                    <a:pt x="851" y="4187"/>
                    <a:pt x="977" y="3998"/>
                  </a:cubicBezTo>
                  <a:cubicBezTo>
                    <a:pt x="1042" y="3868"/>
                    <a:pt x="1166" y="3783"/>
                    <a:pt x="1299" y="3783"/>
                  </a:cubicBezTo>
                  <a:close/>
                  <a:moveTo>
                    <a:pt x="2426" y="6801"/>
                  </a:moveTo>
                  <a:lnTo>
                    <a:pt x="2426" y="8282"/>
                  </a:lnTo>
                  <a:cubicBezTo>
                    <a:pt x="2048" y="8282"/>
                    <a:pt x="1702" y="7936"/>
                    <a:pt x="1702" y="7558"/>
                  </a:cubicBezTo>
                  <a:cubicBezTo>
                    <a:pt x="1702" y="7148"/>
                    <a:pt x="2017" y="6801"/>
                    <a:pt x="2426" y="6801"/>
                  </a:cubicBezTo>
                  <a:close/>
                  <a:moveTo>
                    <a:pt x="10680" y="6801"/>
                  </a:moveTo>
                  <a:cubicBezTo>
                    <a:pt x="11059" y="6801"/>
                    <a:pt x="11405" y="7117"/>
                    <a:pt x="11405" y="7558"/>
                  </a:cubicBezTo>
                  <a:cubicBezTo>
                    <a:pt x="11405" y="7936"/>
                    <a:pt x="11059" y="8282"/>
                    <a:pt x="10680" y="8282"/>
                  </a:cubicBezTo>
                  <a:lnTo>
                    <a:pt x="10680" y="6801"/>
                  </a:lnTo>
                  <a:close/>
                  <a:moveTo>
                    <a:pt x="3214" y="5982"/>
                  </a:moveTo>
                  <a:cubicBezTo>
                    <a:pt x="3466" y="6014"/>
                    <a:pt x="3686" y="6014"/>
                    <a:pt x="3970" y="6014"/>
                  </a:cubicBezTo>
                  <a:lnTo>
                    <a:pt x="9200" y="6014"/>
                  </a:lnTo>
                  <a:cubicBezTo>
                    <a:pt x="9452" y="6014"/>
                    <a:pt x="9672" y="6014"/>
                    <a:pt x="9956" y="5982"/>
                  </a:cubicBezTo>
                  <a:lnTo>
                    <a:pt x="9956" y="5982"/>
                  </a:lnTo>
                  <a:cubicBezTo>
                    <a:pt x="9924" y="6297"/>
                    <a:pt x="9924" y="8219"/>
                    <a:pt x="9924" y="8503"/>
                  </a:cubicBezTo>
                  <a:lnTo>
                    <a:pt x="9924" y="8849"/>
                  </a:lnTo>
                  <a:lnTo>
                    <a:pt x="6742" y="7558"/>
                  </a:lnTo>
                  <a:cubicBezTo>
                    <a:pt x="6695" y="7526"/>
                    <a:pt x="6640" y="7510"/>
                    <a:pt x="6589" y="7510"/>
                  </a:cubicBezTo>
                  <a:cubicBezTo>
                    <a:pt x="6538" y="7510"/>
                    <a:pt x="6490" y="7526"/>
                    <a:pt x="6459" y="7558"/>
                  </a:cubicBezTo>
                  <a:lnTo>
                    <a:pt x="3214" y="8849"/>
                  </a:lnTo>
                  <a:lnTo>
                    <a:pt x="3214" y="8660"/>
                  </a:lnTo>
                  <a:lnTo>
                    <a:pt x="3214" y="5982"/>
                  </a:lnTo>
                  <a:close/>
                  <a:moveTo>
                    <a:pt x="6585" y="8282"/>
                  </a:moveTo>
                  <a:lnTo>
                    <a:pt x="9767" y="9542"/>
                  </a:lnTo>
                  <a:cubicBezTo>
                    <a:pt x="9262" y="11157"/>
                    <a:pt x="7905" y="12034"/>
                    <a:pt x="6522" y="12034"/>
                  </a:cubicBezTo>
                  <a:cubicBezTo>
                    <a:pt x="5746" y="12034"/>
                    <a:pt x="4962" y="11758"/>
                    <a:pt x="4316" y="11181"/>
                  </a:cubicBezTo>
                  <a:cubicBezTo>
                    <a:pt x="3844" y="10740"/>
                    <a:pt x="3529" y="10172"/>
                    <a:pt x="3340" y="9605"/>
                  </a:cubicBezTo>
                  <a:lnTo>
                    <a:pt x="6585" y="8282"/>
                  </a:lnTo>
                  <a:close/>
                  <a:moveTo>
                    <a:pt x="8390" y="1"/>
                  </a:moveTo>
                  <a:cubicBezTo>
                    <a:pt x="8109" y="1"/>
                    <a:pt x="7824" y="69"/>
                    <a:pt x="7561" y="217"/>
                  </a:cubicBezTo>
                  <a:lnTo>
                    <a:pt x="6522" y="721"/>
                  </a:lnTo>
                  <a:lnTo>
                    <a:pt x="5514" y="217"/>
                  </a:lnTo>
                  <a:cubicBezTo>
                    <a:pt x="5240" y="88"/>
                    <a:pt x="4955" y="27"/>
                    <a:pt x="4676" y="27"/>
                  </a:cubicBezTo>
                  <a:cubicBezTo>
                    <a:pt x="3863" y="27"/>
                    <a:pt x="3110" y="546"/>
                    <a:pt x="2899" y="1414"/>
                  </a:cubicBezTo>
                  <a:lnTo>
                    <a:pt x="2395" y="3462"/>
                  </a:lnTo>
                  <a:lnTo>
                    <a:pt x="1765" y="3147"/>
                  </a:lnTo>
                  <a:cubicBezTo>
                    <a:pt x="1607" y="3063"/>
                    <a:pt x="1435" y="3024"/>
                    <a:pt x="1265" y="3024"/>
                  </a:cubicBezTo>
                  <a:cubicBezTo>
                    <a:pt x="859" y="3024"/>
                    <a:pt x="462" y="3251"/>
                    <a:pt x="284" y="3651"/>
                  </a:cubicBezTo>
                  <a:cubicBezTo>
                    <a:pt x="0" y="4187"/>
                    <a:pt x="221" y="4880"/>
                    <a:pt x="788" y="5132"/>
                  </a:cubicBezTo>
                  <a:lnTo>
                    <a:pt x="1292" y="5384"/>
                  </a:lnTo>
                  <a:cubicBezTo>
                    <a:pt x="1639" y="5573"/>
                    <a:pt x="2048" y="5699"/>
                    <a:pt x="2426" y="5793"/>
                  </a:cubicBezTo>
                  <a:lnTo>
                    <a:pt x="2426" y="6014"/>
                  </a:lnTo>
                  <a:cubicBezTo>
                    <a:pt x="1607" y="6014"/>
                    <a:pt x="945" y="6675"/>
                    <a:pt x="945" y="7495"/>
                  </a:cubicBezTo>
                  <a:cubicBezTo>
                    <a:pt x="945" y="8282"/>
                    <a:pt x="1576" y="9007"/>
                    <a:pt x="2426" y="9007"/>
                  </a:cubicBezTo>
                  <a:cubicBezTo>
                    <a:pt x="2521" y="10015"/>
                    <a:pt x="3025" y="10992"/>
                    <a:pt x="3781" y="11685"/>
                  </a:cubicBezTo>
                  <a:cubicBezTo>
                    <a:pt x="4537" y="12378"/>
                    <a:pt x="5514" y="12724"/>
                    <a:pt x="6522" y="12724"/>
                  </a:cubicBezTo>
                  <a:cubicBezTo>
                    <a:pt x="8696" y="12724"/>
                    <a:pt x="10365" y="11055"/>
                    <a:pt x="10586" y="9007"/>
                  </a:cubicBezTo>
                  <a:cubicBezTo>
                    <a:pt x="11500" y="9007"/>
                    <a:pt x="12130" y="8282"/>
                    <a:pt x="12130" y="7495"/>
                  </a:cubicBezTo>
                  <a:cubicBezTo>
                    <a:pt x="12130" y="6675"/>
                    <a:pt x="11468" y="6014"/>
                    <a:pt x="10617" y="6014"/>
                  </a:cubicBezTo>
                  <a:lnTo>
                    <a:pt x="10617" y="5793"/>
                  </a:lnTo>
                  <a:cubicBezTo>
                    <a:pt x="11027" y="5699"/>
                    <a:pt x="11405" y="5573"/>
                    <a:pt x="11783" y="5384"/>
                  </a:cubicBezTo>
                  <a:lnTo>
                    <a:pt x="12287" y="5132"/>
                  </a:lnTo>
                  <a:cubicBezTo>
                    <a:pt x="12886" y="4911"/>
                    <a:pt x="13075" y="4250"/>
                    <a:pt x="12791" y="3682"/>
                  </a:cubicBezTo>
                  <a:cubicBezTo>
                    <a:pt x="12588" y="3299"/>
                    <a:pt x="12191" y="3061"/>
                    <a:pt x="11785" y="3061"/>
                  </a:cubicBezTo>
                  <a:cubicBezTo>
                    <a:pt x="11625" y="3061"/>
                    <a:pt x="11462" y="3098"/>
                    <a:pt x="11311" y="3178"/>
                  </a:cubicBezTo>
                  <a:lnTo>
                    <a:pt x="10775" y="3399"/>
                  </a:lnTo>
                  <a:cubicBezTo>
                    <a:pt x="10743" y="3399"/>
                    <a:pt x="10712" y="3462"/>
                    <a:pt x="10680" y="3462"/>
                  </a:cubicBezTo>
                  <a:lnTo>
                    <a:pt x="10145" y="1414"/>
                  </a:lnTo>
                  <a:cubicBezTo>
                    <a:pt x="9959" y="552"/>
                    <a:pt x="9187" y="1"/>
                    <a:pt x="839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46" name="Google Shape;3046;p46"/>
          <p:cNvGrpSpPr/>
          <p:nvPr/>
        </p:nvGrpSpPr>
        <p:grpSpPr>
          <a:xfrm>
            <a:off x="6828225" y="1996587"/>
            <a:ext cx="296606" cy="279628"/>
            <a:chOff x="-56401500" y="2304975"/>
            <a:chExt cx="316650" cy="298525"/>
          </a:xfrm>
        </p:grpSpPr>
        <p:sp>
          <p:nvSpPr>
            <p:cNvPr id="3047" name="Google Shape;3047;p46"/>
            <p:cNvSpPr/>
            <p:nvPr/>
          </p:nvSpPr>
          <p:spPr>
            <a:xfrm>
              <a:off x="-56289650" y="2436500"/>
              <a:ext cx="17325" cy="18150"/>
            </a:xfrm>
            <a:custGeom>
              <a:rect b="b" l="l" r="r" t="t"/>
              <a:pathLst>
                <a:path extrusionOk="0" h="726" w="693">
                  <a:moveTo>
                    <a:pt x="347" y="1"/>
                  </a:moveTo>
                  <a:cubicBezTo>
                    <a:pt x="158" y="1"/>
                    <a:pt x="0" y="158"/>
                    <a:pt x="0" y="347"/>
                  </a:cubicBezTo>
                  <a:cubicBezTo>
                    <a:pt x="0" y="568"/>
                    <a:pt x="158" y="725"/>
                    <a:pt x="347" y="725"/>
                  </a:cubicBezTo>
                  <a:cubicBezTo>
                    <a:pt x="536" y="725"/>
                    <a:pt x="693" y="568"/>
                    <a:pt x="693" y="347"/>
                  </a:cubicBezTo>
                  <a:cubicBezTo>
                    <a:pt x="693"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8" name="Google Shape;3048;p46"/>
            <p:cNvSpPr/>
            <p:nvPr/>
          </p:nvSpPr>
          <p:spPr>
            <a:xfrm>
              <a:off x="-56215625" y="2436500"/>
              <a:ext cx="17350" cy="18150"/>
            </a:xfrm>
            <a:custGeom>
              <a:rect b="b" l="l" r="r" t="t"/>
              <a:pathLst>
                <a:path extrusionOk="0" h="726" w="694">
                  <a:moveTo>
                    <a:pt x="347" y="1"/>
                  </a:moveTo>
                  <a:cubicBezTo>
                    <a:pt x="158" y="1"/>
                    <a:pt x="1" y="158"/>
                    <a:pt x="1" y="347"/>
                  </a:cubicBezTo>
                  <a:cubicBezTo>
                    <a:pt x="1" y="568"/>
                    <a:pt x="158" y="725"/>
                    <a:pt x="347" y="725"/>
                  </a:cubicBezTo>
                  <a:cubicBezTo>
                    <a:pt x="536" y="725"/>
                    <a:pt x="694" y="568"/>
                    <a:pt x="694" y="347"/>
                  </a:cubicBezTo>
                  <a:cubicBezTo>
                    <a:pt x="694"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9" name="Google Shape;3049;p46"/>
            <p:cNvSpPr/>
            <p:nvPr/>
          </p:nvSpPr>
          <p:spPr>
            <a:xfrm>
              <a:off x="-56280200" y="2499700"/>
              <a:ext cx="73250" cy="29775"/>
            </a:xfrm>
            <a:custGeom>
              <a:rect b="b" l="l" r="r" t="t"/>
              <a:pathLst>
                <a:path extrusionOk="0" h="1191" w="2930">
                  <a:moveTo>
                    <a:pt x="414" y="1"/>
                  </a:moveTo>
                  <a:cubicBezTo>
                    <a:pt x="315" y="1"/>
                    <a:pt x="221" y="40"/>
                    <a:pt x="158" y="119"/>
                  </a:cubicBezTo>
                  <a:cubicBezTo>
                    <a:pt x="0" y="277"/>
                    <a:pt x="0" y="529"/>
                    <a:pt x="158" y="623"/>
                  </a:cubicBezTo>
                  <a:cubicBezTo>
                    <a:pt x="536" y="1001"/>
                    <a:pt x="1008" y="1190"/>
                    <a:pt x="1481" y="1190"/>
                  </a:cubicBezTo>
                  <a:cubicBezTo>
                    <a:pt x="1953" y="1190"/>
                    <a:pt x="2457" y="1001"/>
                    <a:pt x="2773" y="623"/>
                  </a:cubicBezTo>
                  <a:cubicBezTo>
                    <a:pt x="2930" y="466"/>
                    <a:pt x="2930" y="245"/>
                    <a:pt x="2773" y="119"/>
                  </a:cubicBezTo>
                  <a:cubicBezTo>
                    <a:pt x="2694" y="40"/>
                    <a:pt x="2591" y="1"/>
                    <a:pt x="2497" y="1"/>
                  </a:cubicBezTo>
                  <a:cubicBezTo>
                    <a:pt x="2402" y="1"/>
                    <a:pt x="2316" y="40"/>
                    <a:pt x="2268" y="119"/>
                  </a:cubicBezTo>
                  <a:cubicBezTo>
                    <a:pt x="2048" y="308"/>
                    <a:pt x="1733" y="434"/>
                    <a:pt x="1481" y="434"/>
                  </a:cubicBezTo>
                  <a:cubicBezTo>
                    <a:pt x="1166" y="434"/>
                    <a:pt x="882" y="308"/>
                    <a:pt x="693" y="119"/>
                  </a:cubicBezTo>
                  <a:cubicBezTo>
                    <a:pt x="614" y="40"/>
                    <a:pt x="512" y="1"/>
                    <a:pt x="41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0" name="Google Shape;3050;p46"/>
            <p:cNvSpPr/>
            <p:nvPr/>
          </p:nvSpPr>
          <p:spPr>
            <a:xfrm>
              <a:off x="-56401500" y="2304975"/>
              <a:ext cx="316650" cy="298525"/>
            </a:xfrm>
            <a:custGeom>
              <a:rect b="b" l="l" r="r" t="t"/>
              <a:pathLst>
                <a:path extrusionOk="0" h="11941" w="12666">
                  <a:moveTo>
                    <a:pt x="6411" y="785"/>
                  </a:moveTo>
                  <a:cubicBezTo>
                    <a:pt x="7105" y="785"/>
                    <a:pt x="7692" y="1003"/>
                    <a:pt x="8223" y="1387"/>
                  </a:cubicBezTo>
                  <a:lnTo>
                    <a:pt x="6270" y="2899"/>
                  </a:lnTo>
                  <a:lnTo>
                    <a:pt x="4348" y="1387"/>
                  </a:lnTo>
                  <a:cubicBezTo>
                    <a:pt x="4915" y="977"/>
                    <a:pt x="5577" y="788"/>
                    <a:pt x="6270" y="788"/>
                  </a:cubicBezTo>
                  <a:cubicBezTo>
                    <a:pt x="6317" y="786"/>
                    <a:pt x="6365" y="785"/>
                    <a:pt x="6411" y="785"/>
                  </a:cubicBezTo>
                  <a:close/>
                  <a:moveTo>
                    <a:pt x="2174" y="4474"/>
                  </a:moveTo>
                  <a:lnTo>
                    <a:pt x="2174" y="5986"/>
                  </a:lnTo>
                  <a:cubicBezTo>
                    <a:pt x="1796" y="5986"/>
                    <a:pt x="1450" y="5640"/>
                    <a:pt x="1450" y="5230"/>
                  </a:cubicBezTo>
                  <a:cubicBezTo>
                    <a:pt x="1450" y="4821"/>
                    <a:pt x="1765" y="4474"/>
                    <a:pt x="2174" y="4474"/>
                  </a:cubicBezTo>
                  <a:close/>
                  <a:moveTo>
                    <a:pt x="10428" y="4474"/>
                  </a:moveTo>
                  <a:cubicBezTo>
                    <a:pt x="10838" y="4474"/>
                    <a:pt x="11153" y="4821"/>
                    <a:pt x="11153" y="5230"/>
                  </a:cubicBezTo>
                  <a:cubicBezTo>
                    <a:pt x="11153" y="5608"/>
                    <a:pt x="10807" y="5986"/>
                    <a:pt x="10428" y="5986"/>
                  </a:cubicBezTo>
                  <a:lnTo>
                    <a:pt x="10428" y="4474"/>
                  </a:lnTo>
                  <a:close/>
                  <a:moveTo>
                    <a:pt x="1008" y="6144"/>
                  </a:moveTo>
                  <a:cubicBezTo>
                    <a:pt x="1292" y="6490"/>
                    <a:pt x="1702" y="6742"/>
                    <a:pt x="2174" y="6742"/>
                  </a:cubicBezTo>
                  <a:cubicBezTo>
                    <a:pt x="2174" y="7152"/>
                    <a:pt x="1828" y="7467"/>
                    <a:pt x="1450" y="7467"/>
                  </a:cubicBezTo>
                  <a:cubicBezTo>
                    <a:pt x="1040" y="7467"/>
                    <a:pt x="693" y="7120"/>
                    <a:pt x="693" y="6742"/>
                  </a:cubicBezTo>
                  <a:cubicBezTo>
                    <a:pt x="693" y="6490"/>
                    <a:pt x="819" y="6270"/>
                    <a:pt x="1008" y="6144"/>
                  </a:cubicBezTo>
                  <a:close/>
                  <a:moveTo>
                    <a:pt x="11594" y="6144"/>
                  </a:moveTo>
                  <a:cubicBezTo>
                    <a:pt x="11783" y="6301"/>
                    <a:pt x="11909" y="6490"/>
                    <a:pt x="11909" y="6742"/>
                  </a:cubicBezTo>
                  <a:cubicBezTo>
                    <a:pt x="11909" y="7152"/>
                    <a:pt x="11594" y="7467"/>
                    <a:pt x="11153" y="7467"/>
                  </a:cubicBezTo>
                  <a:cubicBezTo>
                    <a:pt x="10775" y="7467"/>
                    <a:pt x="10428" y="7120"/>
                    <a:pt x="10428" y="6742"/>
                  </a:cubicBezTo>
                  <a:cubicBezTo>
                    <a:pt x="10901" y="6742"/>
                    <a:pt x="11311" y="6490"/>
                    <a:pt x="11594" y="6144"/>
                  </a:cubicBezTo>
                  <a:close/>
                  <a:moveTo>
                    <a:pt x="8759" y="1859"/>
                  </a:moveTo>
                  <a:cubicBezTo>
                    <a:pt x="9326" y="2426"/>
                    <a:pt x="9672" y="3214"/>
                    <a:pt x="9672" y="4128"/>
                  </a:cubicBezTo>
                  <a:lnTo>
                    <a:pt x="9672" y="7120"/>
                  </a:lnTo>
                  <a:cubicBezTo>
                    <a:pt x="9672" y="8507"/>
                    <a:pt x="8853" y="9735"/>
                    <a:pt x="7562" y="10239"/>
                  </a:cubicBezTo>
                  <a:cubicBezTo>
                    <a:pt x="7215" y="9924"/>
                    <a:pt x="6774" y="9735"/>
                    <a:pt x="6301" y="9735"/>
                  </a:cubicBezTo>
                  <a:cubicBezTo>
                    <a:pt x="5829" y="9735"/>
                    <a:pt x="5356" y="9924"/>
                    <a:pt x="5041" y="10239"/>
                  </a:cubicBezTo>
                  <a:cubicBezTo>
                    <a:pt x="3781" y="9735"/>
                    <a:pt x="2899" y="8507"/>
                    <a:pt x="2899" y="7120"/>
                  </a:cubicBezTo>
                  <a:lnTo>
                    <a:pt x="2899" y="4128"/>
                  </a:lnTo>
                  <a:cubicBezTo>
                    <a:pt x="2899" y="3277"/>
                    <a:pt x="3245" y="2489"/>
                    <a:pt x="3812" y="1859"/>
                  </a:cubicBezTo>
                  <a:lnTo>
                    <a:pt x="6049" y="3655"/>
                  </a:lnTo>
                  <a:cubicBezTo>
                    <a:pt x="6112" y="3718"/>
                    <a:pt x="6191" y="3749"/>
                    <a:pt x="6274" y="3749"/>
                  </a:cubicBezTo>
                  <a:cubicBezTo>
                    <a:pt x="6356" y="3749"/>
                    <a:pt x="6443" y="3718"/>
                    <a:pt x="6522" y="3655"/>
                  </a:cubicBezTo>
                  <a:lnTo>
                    <a:pt x="8759" y="1859"/>
                  </a:lnTo>
                  <a:close/>
                  <a:moveTo>
                    <a:pt x="6333" y="10460"/>
                  </a:moveTo>
                  <a:cubicBezTo>
                    <a:pt x="6805" y="10460"/>
                    <a:pt x="7215" y="10775"/>
                    <a:pt x="7373" y="11216"/>
                  </a:cubicBezTo>
                  <a:lnTo>
                    <a:pt x="5262" y="11216"/>
                  </a:lnTo>
                  <a:cubicBezTo>
                    <a:pt x="5419" y="10775"/>
                    <a:pt x="5797" y="10460"/>
                    <a:pt x="6333" y="10460"/>
                  </a:cubicBezTo>
                  <a:close/>
                  <a:moveTo>
                    <a:pt x="6333" y="0"/>
                  </a:moveTo>
                  <a:cubicBezTo>
                    <a:pt x="4159" y="0"/>
                    <a:pt x="2395" y="1639"/>
                    <a:pt x="2237" y="3718"/>
                  </a:cubicBezTo>
                  <a:cubicBezTo>
                    <a:pt x="1324" y="3718"/>
                    <a:pt x="599" y="4506"/>
                    <a:pt x="725" y="5419"/>
                  </a:cubicBezTo>
                  <a:cubicBezTo>
                    <a:pt x="252" y="5703"/>
                    <a:pt x="0" y="6175"/>
                    <a:pt x="0" y="6742"/>
                  </a:cubicBezTo>
                  <a:cubicBezTo>
                    <a:pt x="0" y="7562"/>
                    <a:pt x="662" y="8223"/>
                    <a:pt x="1481" y="8223"/>
                  </a:cubicBezTo>
                  <a:cubicBezTo>
                    <a:pt x="1796" y="8223"/>
                    <a:pt x="2080" y="8160"/>
                    <a:pt x="2300" y="7940"/>
                  </a:cubicBezTo>
                  <a:cubicBezTo>
                    <a:pt x="2584" y="9263"/>
                    <a:pt x="3497" y="10271"/>
                    <a:pt x="4632" y="10838"/>
                  </a:cubicBezTo>
                  <a:cubicBezTo>
                    <a:pt x="4506" y="11059"/>
                    <a:pt x="4474" y="11311"/>
                    <a:pt x="4474" y="11563"/>
                  </a:cubicBezTo>
                  <a:cubicBezTo>
                    <a:pt x="4474" y="11783"/>
                    <a:pt x="4632" y="11941"/>
                    <a:pt x="4821" y="11941"/>
                  </a:cubicBezTo>
                  <a:lnTo>
                    <a:pt x="7814" y="11941"/>
                  </a:lnTo>
                  <a:cubicBezTo>
                    <a:pt x="8034" y="11941"/>
                    <a:pt x="8192" y="11783"/>
                    <a:pt x="8192" y="11563"/>
                  </a:cubicBezTo>
                  <a:cubicBezTo>
                    <a:pt x="8192" y="11311"/>
                    <a:pt x="8129" y="11059"/>
                    <a:pt x="8034" y="10838"/>
                  </a:cubicBezTo>
                  <a:cubicBezTo>
                    <a:pt x="9168" y="10302"/>
                    <a:pt x="10082" y="9263"/>
                    <a:pt x="10334" y="7940"/>
                  </a:cubicBezTo>
                  <a:cubicBezTo>
                    <a:pt x="10586" y="8097"/>
                    <a:pt x="10870" y="8223"/>
                    <a:pt x="11185" y="8223"/>
                  </a:cubicBezTo>
                  <a:cubicBezTo>
                    <a:pt x="12004" y="8223"/>
                    <a:pt x="12665" y="7562"/>
                    <a:pt x="12665" y="6742"/>
                  </a:cubicBezTo>
                  <a:cubicBezTo>
                    <a:pt x="12665" y="6175"/>
                    <a:pt x="12382" y="5703"/>
                    <a:pt x="11909" y="5419"/>
                  </a:cubicBezTo>
                  <a:cubicBezTo>
                    <a:pt x="12035" y="4506"/>
                    <a:pt x="11311" y="3718"/>
                    <a:pt x="10428" y="3718"/>
                  </a:cubicBezTo>
                  <a:cubicBezTo>
                    <a:pt x="10208" y="1639"/>
                    <a:pt x="8444" y="0"/>
                    <a:pt x="63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51" name="Google Shape;3051;p46"/>
          <p:cNvGrpSpPr/>
          <p:nvPr/>
        </p:nvGrpSpPr>
        <p:grpSpPr>
          <a:xfrm>
            <a:off x="5531247" y="2863637"/>
            <a:ext cx="264149" cy="298081"/>
            <a:chOff x="-54426150" y="1901700"/>
            <a:chExt cx="282000" cy="318225"/>
          </a:xfrm>
        </p:grpSpPr>
        <p:sp>
          <p:nvSpPr>
            <p:cNvPr id="3052" name="Google Shape;3052;p46"/>
            <p:cNvSpPr/>
            <p:nvPr/>
          </p:nvSpPr>
          <p:spPr>
            <a:xfrm>
              <a:off x="-54330850" y="2072625"/>
              <a:ext cx="18150" cy="17350"/>
            </a:xfrm>
            <a:custGeom>
              <a:rect b="b" l="l" r="r" t="t"/>
              <a:pathLst>
                <a:path extrusionOk="0" h="694" w="726">
                  <a:moveTo>
                    <a:pt x="379" y="0"/>
                  </a:moveTo>
                  <a:cubicBezTo>
                    <a:pt x="190" y="0"/>
                    <a:pt x="1" y="158"/>
                    <a:pt x="1" y="347"/>
                  </a:cubicBezTo>
                  <a:cubicBezTo>
                    <a:pt x="1" y="536"/>
                    <a:pt x="190" y="694"/>
                    <a:pt x="379" y="694"/>
                  </a:cubicBezTo>
                  <a:cubicBezTo>
                    <a:pt x="568" y="694"/>
                    <a:pt x="725" y="536"/>
                    <a:pt x="725" y="347"/>
                  </a:cubicBezTo>
                  <a:cubicBezTo>
                    <a:pt x="725" y="158"/>
                    <a:pt x="568" y="0"/>
                    <a:pt x="37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3" name="Google Shape;3053;p46"/>
            <p:cNvSpPr/>
            <p:nvPr/>
          </p:nvSpPr>
          <p:spPr>
            <a:xfrm>
              <a:off x="-54256800" y="2072625"/>
              <a:ext cx="18125" cy="17350"/>
            </a:xfrm>
            <a:custGeom>
              <a:rect b="b" l="l" r="r" t="t"/>
              <a:pathLst>
                <a:path extrusionOk="0" h="694" w="725">
                  <a:moveTo>
                    <a:pt x="347" y="0"/>
                  </a:moveTo>
                  <a:cubicBezTo>
                    <a:pt x="158" y="0"/>
                    <a:pt x="0" y="158"/>
                    <a:pt x="0" y="347"/>
                  </a:cubicBezTo>
                  <a:cubicBezTo>
                    <a:pt x="0" y="536"/>
                    <a:pt x="158" y="694"/>
                    <a:pt x="347" y="694"/>
                  </a:cubicBezTo>
                  <a:cubicBezTo>
                    <a:pt x="567" y="694"/>
                    <a:pt x="725" y="536"/>
                    <a:pt x="725" y="347"/>
                  </a:cubicBezTo>
                  <a:cubicBezTo>
                    <a:pt x="725" y="158"/>
                    <a:pt x="567"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4" name="Google Shape;3054;p46"/>
            <p:cNvSpPr/>
            <p:nvPr/>
          </p:nvSpPr>
          <p:spPr>
            <a:xfrm>
              <a:off x="-54320600" y="2135825"/>
              <a:ext cx="72475" cy="28975"/>
            </a:xfrm>
            <a:custGeom>
              <a:rect b="b" l="l" r="r" t="t"/>
              <a:pathLst>
                <a:path extrusionOk="0" h="1159" w="2899">
                  <a:moveTo>
                    <a:pt x="398" y="1"/>
                  </a:moveTo>
                  <a:cubicBezTo>
                    <a:pt x="308" y="1"/>
                    <a:pt x="221" y="40"/>
                    <a:pt x="158" y="119"/>
                  </a:cubicBezTo>
                  <a:cubicBezTo>
                    <a:pt x="0" y="276"/>
                    <a:pt x="0" y="497"/>
                    <a:pt x="158" y="623"/>
                  </a:cubicBezTo>
                  <a:cubicBezTo>
                    <a:pt x="505" y="970"/>
                    <a:pt x="977" y="1159"/>
                    <a:pt x="1450" y="1159"/>
                  </a:cubicBezTo>
                  <a:cubicBezTo>
                    <a:pt x="1922" y="1159"/>
                    <a:pt x="2426" y="970"/>
                    <a:pt x="2741" y="623"/>
                  </a:cubicBezTo>
                  <a:cubicBezTo>
                    <a:pt x="2899" y="465"/>
                    <a:pt x="2899" y="213"/>
                    <a:pt x="2741" y="119"/>
                  </a:cubicBezTo>
                  <a:cubicBezTo>
                    <a:pt x="2663" y="40"/>
                    <a:pt x="2568" y="1"/>
                    <a:pt x="2478" y="1"/>
                  </a:cubicBezTo>
                  <a:cubicBezTo>
                    <a:pt x="2387" y="1"/>
                    <a:pt x="2300" y="40"/>
                    <a:pt x="2237" y="119"/>
                  </a:cubicBezTo>
                  <a:cubicBezTo>
                    <a:pt x="2048" y="308"/>
                    <a:pt x="1733" y="434"/>
                    <a:pt x="1450" y="434"/>
                  </a:cubicBezTo>
                  <a:cubicBezTo>
                    <a:pt x="1135" y="434"/>
                    <a:pt x="851" y="308"/>
                    <a:pt x="662" y="119"/>
                  </a:cubicBezTo>
                  <a:cubicBezTo>
                    <a:pt x="583" y="40"/>
                    <a:pt x="489" y="1"/>
                    <a:pt x="3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5" name="Google Shape;3055;p46"/>
            <p:cNvSpPr/>
            <p:nvPr/>
          </p:nvSpPr>
          <p:spPr>
            <a:xfrm>
              <a:off x="-54426150" y="1901700"/>
              <a:ext cx="282000" cy="318225"/>
            </a:xfrm>
            <a:custGeom>
              <a:rect b="b" l="l" r="r" t="t"/>
              <a:pathLst>
                <a:path extrusionOk="0" h="12729" w="11280">
                  <a:moveTo>
                    <a:pt x="5672" y="820"/>
                  </a:moveTo>
                  <a:cubicBezTo>
                    <a:pt x="6648" y="820"/>
                    <a:pt x="7562" y="1072"/>
                    <a:pt x="8381" y="1639"/>
                  </a:cubicBezTo>
                  <a:cubicBezTo>
                    <a:pt x="8350" y="1828"/>
                    <a:pt x="8318" y="2049"/>
                    <a:pt x="8318" y="2301"/>
                  </a:cubicBezTo>
                  <a:cubicBezTo>
                    <a:pt x="8318" y="2584"/>
                    <a:pt x="8350" y="2805"/>
                    <a:pt x="8444" y="3057"/>
                  </a:cubicBezTo>
                  <a:lnTo>
                    <a:pt x="1671" y="3057"/>
                  </a:lnTo>
                  <a:cubicBezTo>
                    <a:pt x="2458" y="1702"/>
                    <a:pt x="3939" y="820"/>
                    <a:pt x="5672" y="820"/>
                  </a:cubicBezTo>
                  <a:close/>
                  <a:moveTo>
                    <a:pt x="9389" y="1072"/>
                  </a:moveTo>
                  <a:cubicBezTo>
                    <a:pt x="9547" y="1387"/>
                    <a:pt x="9736" y="1828"/>
                    <a:pt x="9736" y="2301"/>
                  </a:cubicBezTo>
                  <a:cubicBezTo>
                    <a:pt x="9736" y="2773"/>
                    <a:pt x="9547" y="3214"/>
                    <a:pt x="9389" y="3529"/>
                  </a:cubicBezTo>
                  <a:cubicBezTo>
                    <a:pt x="9232" y="3214"/>
                    <a:pt x="9011" y="2773"/>
                    <a:pt x="9011" y="2301"/>
                  </a:cubicBezTo>
                  <a:cubicBezTo>
                    <a:pt x="9011" y="1828"/>
                    <a:pt x="9232" y="1356"/>
                    <a:pt x="9389" y="1072"/>
                  </a:cubicBezTo>
                  <a:close/>
                  <a:moveTo>
                    <a:pt x="5262" y="3750"/>
                  </a:moveTo>
                  <a:cubicBezTo>
                    <a:pt x="5136" y="4065"/>
                    <a:pt x="4853" y="4443"/>
                    <a:pt x="4474" y="4695"/>
                  </a:cubicBezTo>
                  <a:cubicBezTo>
                    <a:pt x="3907" y="5105"/>
                    <a:pt x="3246" y="5325"/>
                    <a:pt x="2742" y="5325"/>
                  </a:cubicBezTo>
                  <a:lnTo>
                    <a:pt x="1923" y="5325"/>
                  </a:lnTo>
                  <a:cubicBezTo>
                    <a:pt x="1734" y="5325"/>
                    <a:pt x="1576" y="5483"/>
                    <a:pt x="1576" y="5703"/>
                  </a:cubicBezTo>
                  <a:lnTo>
                    <a:pt x="1576" y="6806"/>
                  </a:lnTo>
                  <a:lnTo>
                    <a:pt x="851" y="6806"/>
                  </a:lnTo>
                  <a:lnTo>
                    <a:pt x="851" y="5703"/>
                  </a:lnTo>
                  <a:cubicBezTo>
                    <a:pt x="851" y="5010"/>
                    <a:pt x="946" y="4349"/>
                    <a:pt x="1229" y="3750"/>
                  </a:cubicBezTo>
                  <a:close/>
                  <a:moveTo>
                    <a:pt x="10177" y="3750"/>
                  </a:moveTo>
                  <a:cubicBezTo>
                    <a:pt x="10397" y="4349"/>
                    <a:pt x="10555" y="5042"/>
                    <a:pt x="10555" y="5735"/>
                  </a:cubicBezTo>
                  <a:lnTo>
                    <a:pt x="10555" y="6837"/>
                  </a:lnTo>
                  <a:lnTo>
                    <a:pt x="9767" y="6837"/>
                  </a:lnTo>
                  <a:lnTo>
                    <a:pt x="9767" y="5735"/>
                  </a:lnTo>
                  <a:cubicBezTo>
                    <a:pt x="9767" y="5546"/>
                    <a:pt x="9610" y="5388"/>
                    <a:pt x="9421" y="5388"/>
                  </a:cubicBezTo>
                  <a:lnTo>
                    <a:pt x="8665" y="5388"/>
                  </a:lnTo>
                  <a:cubicBezTo>
                    <a:pt x="8129" y="5388"/>
                    <a:pt x="7436" y="5136"/>
                    <a:pt x="6932" y="4758"/>
                  </a:cubicBezTo>
                  <a:cubicBezTo>
                    <a:pt x="6554" y="4475"/>
                    <a:pt x="6270" y="4160"/>
                    <a:pt x="6144" y="3813"/>
                  </a:cubicBezTo>
                  <a:lnTo>
                    <a:pt x="8759" y="3813"/>
                  </a:lnTo>
                  <a:cubicBezTo>
                    <a:pt x="8948" y="4160"/>
                    <a:pt x="9137" y="4380"/>
                    <a:pt x="9200" y="4412"/>
                  </a:cubicBezTo>
                  <a:cubicBezTo>
                    <a:pt x="9279" y="4506"/>
                    <a:pt x="9374" y="4553"/>
                    <a:pt x="9468" y="4553"/>
                  </a:cubicBezTo>
                  <a:cubicBezTo>
                    <a:pt x="9563" y="4553"/>
                    <a:pt x="9657" y="4506"/>
                    <a:pt x="9736" y="4412"/>
                  </a:cubicBezTo>
                  <a:cubicBezTo>
                    <a:pt x="9736" y="4412"/>
                    <a:pt x="9988" y="4160"/>
                    <a:pt x="10177" y="3750"/>
                  </a:cubicBezTo>
                  <a:close/>
                  <a:moveTo>
                    <a:pt x="1545" y="7562"/>
                  </a:moveTo>
                  <a:lnTo>
                    <a:pt x="1545" y="8318"/>
                  </a:lnTo>
                  <a:lnTo>
                    <a:pt x="788" y="8318"/>
                  </a:lnTo>
                  <a:lnTo>
                    <a:pt x="788" y="7562"/>
                  </a:lnTo>
                  <a:close/>
                  <a:moveTo>
                    <a:pt x="10523" y="7562"/>
                  </a:moveTo>
                  <a:lnTo>
                    <a:pt x="10523" y="8318"/>
                  </a:lnTo>
                  <a:lnTo>
                    <a:pt x="9767" y="8318"/>
                  </a:lnTo>
                  <a:lnTo>
                    <a:pt x="9767" y="7562"/>
                  </a:lnTo>
                  <a:close/>
                  <a:moveTo>
                    <a:pt x="1576" y="9074"/>
                  </a:moveTo>
                  <a:lnTo>
                    <a:pt x="1576" y="9421"/>
                  </a:lnTo>
                  <a:lnTo>
                    <a:pt x="1545" y="9421"/>
                  </a:lnTo>
                  <a:cubicBezTo>
                    <a:pt x="1545" y="9641"/>
                    <a:pt x="1387" y="9799"/>
                    <a:pt x="1198" y="9799"/>
                  </a:cubicBezTo>
                  <a:cubicBezTo>
                    <a:pt x="1009" y="9799"/>
                    <a:pt x="851" y="9641"/>
                    <a:pt x="851" y="9421"/>
                  </a:cubicBezTo>
                  <a:lnTo>
                    <a:pt x="851" y="9074"/>
                  </a:lnTo>
                  <a:close/>
                  <a:moveTo>
                    <a:pt x="10555" y="9074"/>
                  </a:moveTo>
                  <a:lnTo>
                    <a:pt x="10555" y="9421"/>
                  </a:lnTo>
                  <a:lnTo>
                    <a:pt x="10523" y="9421"/>
                  </a:lnTo>
                  <a:cubicBezTo>
                    <a:pt x="10523" y="9641"/>
                    <a:pt x="10366" y="9799"/>
                    <a:pt x="10177" y="9799"/>
                  </a:cubicBezTo>
                  <a:cubicBezTo>
                    <a:pt x="9956" y="9799"/>
                    <a:pt x="9799" y="9641"/>
                    <a:pt x="9799" y="9421"/>
                  </a:cubicBezTo>
                  <a:lnTo>
                    <a:pt x="9799" y="9074"/>
                  </a:lnTo>
                  <a:close/>
                  <a:moveTo>
                    <a:pt x="1198" y="10555"/>
                  </a:moveTo>
                  <a:cubicBezTo>
                    <a:pt x="1387" y="10555"/>
                    <a:pt x="1545" y="10713"/>
                    <a:pt x="1545" y="10933"/>
                  </a:cubicBezTo>
                  <a:cubicBezTo>
                    <a:pt x="1545" y="11059"/>
                    <a:pt x="1545" y="11059"/>
                    <a:pt x="1198" y="11689"/>
                  </a:cubicBezTo>
                  <a:cubicBezTo>
                    <a:pt x="820" y="11059"/>
                    <a:pt x="820" y="11059"/>
                    <a:pt x="820" y="10933"/>
                  </a:cubicBezTo>
                  <a:cubicBezTo>
                    <a:pt x="820" y="10713"/>
                    <a:pt x="977" y="10555"/>
                    <a:pt x="1198" y="10555"/>
                  </a:cubicBezTo>
                  <a:close/>
                  <a:moveTo>
                    <a:pt x="10114" y="10618"/>
                  </a:moveTo>
                  <a:cubicBezTo>
                    <a:pt x="10334" y="10618"/>
                    <a:pt x="10492" y="10776"/>
                    <a:pt x="10492" y="10965"/>
                  </a:cubicBezTo>
                  <a:cubicBezTo>
                    <a:pt x="10523" y="10965"/>
                    <a:pt x="10492" y="11059"/>
                    <a:pt x="10492" y="11091"/>
                  </a:cubicBezTo>
                  <a:lnTo>
                    <a:pt x="10177" y="11689"/>
                  </a:lnTo>
                  <a:lnTo>
                    <a:pt x="9799" y="11091"/>
                  </a:lnTo>
                  <a:cubicBezTo>
                    <a:pt x="9799" y="11059"/>
                    <a:pt x="9767" y="10996"/>
                    <a:pt x="9767" y="10965"/>
                  </a:cubicBezTo>
                  <a:cubicBezTo>
                    <a:pt x="9767" y="10776"/>
                    <a:pt x="9925" y="10618"/>
                    <a:pt x="10114" y="10618"/>
                  </a:cubicBezTo>
                  <a:close/>
                  <a:moveTo>
                    <a:pt x="5672" y="4538"/>
                  </a:moveTo>
                  <a:cubicBezTo>
                    <a:pt x="5861" y="4821"/>
                    <a:pt x="6144" y="5105"/>
                    <a:pt x="6522" y="5325"/>
                  </a:cubicBezTo>
                  <a:cubicBezTo>
                    <a:pt x="7184" y="5798"/>
                    <a:pt x="7972" y="6081"/>
                    <a:pt x="8665" y="6081"/>
                  </a:cubicBezTo>
                  <a:lnTo>
                    <a:pt x="9011" y="6081"/>
                  </a:lnTo>
                  <a:lnTo>
                    <a:pt x="9011" y="8696"/>
                  </a:lnTo>
                  <a:cubicBezTo>
                    <a:pt x="9011" y="10524"/>
                    <a:pt x="7530" y="12036"/>
                    <a:pt x="5672" y="12036"/>
                  </a:cubicBezTo>
                  <a:cubicBezTo>
                    <a:pt x="3813" y="12036"/>
                    <a:pt x="2332" y="10524"/>
                    <a:pt x="2332" y="8696"/>
                  </a:cubicBezTo>
                  <a:lnTo>
                    <a:pt x="2332" y="6081"/>
                  </a:lnTo>
                  <a:lnTo>
                    <a:pt x="2679" y="6081"/>
                  </a:lnTo>
                  <a:cubicBezTo>
                    <a:pt x="3403" y="6081"/>
                    <a:pt x="4191" y="5798"/>
                    <a:pt x="4853" y="5325"/>
                  </a:cubicBezTo>
                  <a:cubicBezTo>
                    <a:pt x="5199" y="5105"/>
                    <a:pt x="5483" y="4821"/>
                    <a:pt x="5672" y="4538"/>
                  </a:cubicBezTo>
                  <a:close/>
                  <a:moveTo>
                    <a:pt x="5672" y="1"/>
                  </a:moveTo>
                  <a:cubicBezTo>
                    <a:pt x="2584" y="1"/>
                    <a:pt x="95" y="2584"/>
                    <a:pt x="95" y="5640"/>
                  </a:cubicBezTo>
                  <a:lnTo>
                    <a:pt x="95" y="9389"/>
                  </a:lnTo>
                  <a:cubicBezTo>
                    <a:pt x="95" y="9673"/>
                    <a:pt x="221" y="9925"/>
                    <a:pt x="347" y="10145"/>
                  </a:cubicBezTo>
                  <a:cubicBezTo>
                    <a:pt x="1" y="10524"/>
                    <a:pt x="1" y="11091"/>
                    <a:pt x="221" y="11343"/>
                  </a:cubicBezTo>
                  <a:lnTo>
                    <a:pt x="883" y="12540"/>
                  </a:lnTo>
                  <a:cubicBezTo>
                    <a:pt x="946" y="12666"/>
                    <a:pt x="1072" y="12729"/>
                    <a:pt x="1198" y="12729"/>
                  </a:cubicBezTo>
                  <a:cubicBezTo>
                    <a:pt x="1324" y="12729"/>
                    <a:pt x="1450" y="12666"/>
                    <a:pt x="1513" y="12540"/>
                  </a:cubicBezTo>
                  <a:cubicBezTo>
                    <a:pt x="2175" y="11343"/>
                    <a:pt x="2238" y="11311"/>
                    <a:pt x="2301" y="10965"/>
                  </a:cubicBezTo>
                  <a:cubicBezTo>
                    <a:pt x="3025" y="12036"/>
                    <a:pt x="4254" y="12729"/>
                    <a:pt x="5640" y="12729"/>
                  </a:cubicBezTo>
                  <a:cubicBezTo>
                    <a:pt x="7026" y="12729"/>
                    <a:pt x="8287" y="12036"/>
                    <a:pt x="8980" y="10965"/>
                  </a:cubicBezTo>
                  <a:cubicBezTo>
                    <a:pt x="8980" y="11091"/>
                    <a:pt x="9043" y="11185"/>
                    <a:pt x="9074" y="11311"/>
                  </a:cubicBezTo>
                  <a:lnTo>
                    <a:pt x="9074" y="11343"/>
                  </a:lnTo>
                  <a:lnTo>
                    <a:pt x="9736" y="12540"/>
                  </a:lnTo>
                  <a:cubicBezTo>
                    <a:pt x="9799" y="12666"/>
                    <a:pt x="9925" y="12729"/>
                    <a:pt x="10051" y="12729"/>
                  </a:cubicBezTo>
                  <a:cubicBezTo>
                    <a:pt x="10177" y="12729"/>
                    <a:pt x="10334" y="12666"/>
                    <a:pt x="10366" y="12540"/>
                  </a:cubicBezTo>
                  <a:lnTo>
                    <a:pt x="11028" y="11406"/>
                  </a:lnTo>
                  <a:cubicBezTo>
                    <a:pt x="11122" y="11248"/>
                    <a:pt x="11154" y="11028"/>
                    <a:pt x="11154" y="10870"/>
                  </a:cubicBezTo>
                  <a:cubicBezTo>
                    <a:pt x="11154" y="10618"/>
                    <a:pt x="11028" y="10335"/>
                    <a:pt x="10870" y="10145"/>
                  </a:cubicBezTo>
                  <a:cubicBezTo>
                    <a:pt x="11091" y="9925"/>
                    <a:pt x="11154" y="9673"/>
                    <a:pt x="11154" y="9389"/>
                  </a:cubicBezTo>
                  <a:cubicBezTo>
                    <a:pt x="11280" y="4979"/>
                    <a:pt x="11280" y="5294"/>
                    <a:pt x="11217" y="5168"/>
                  </a:cubicBezTo>
                  <a:cubicBezTo>
                    <a:pt x="11154" y="4317"/>
                    <a:pt x="10870" y="3498"/>
                    <a:pt x="10429" y="2773"/>
                  </a:cubicBezTo>
                  <a:cubicBezTo>
                    <a:pt x="10492" y="2616"/>
                    <a:pt x="10492" y="2458"/>
                    <a:pt x="10492" y="2301"/>
                  </a:cubicBezTo>
                  <a:cubicBezTo>
                    <a:pt x="10492" y="1167"/>
                    <a:pt x="9704" y="221"/>
                    <a:pt x="9641" y="190"/>
                  </a:cubicBezTo>
                  <a:cubicBezTo>
                    <a:pt x="9578" y="95"/>
                    <a:pt x="9484" y="64"/>
                    <a:pt x="9389" y="64"/>
                  </a:cubicBezTo>
                  <a:cubicBezTo>
                    <a:pt x="9263" y="64"/>
                    <a:pt x="9169" y="95"/>
                    <a:pt x="9106" y="190"/>
                  </a:cubicBezTo>
                  <a:cubicBezTo>
                    <a:pt x="9106" y="221"/>
                    <a:pt x="8822" y="473"/>
                    <a:pt x="8633" y="883"/>
                  </a:cubicBezTo>
                  <a:cubicBezTo>
                    <a:pt x="7719" y="316"/>
                    <a:pt x="6743" y="1"/>
                    <a:pt x="567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56" name="Google Shape;3056;p46"/>
          <p:cNvGrpSpPr/>
          <p:nvPr/>
        </p:nvGrpSpPr>
        <p:grpSpPr>
          <a:xfrm>
            <a:off x="5531247" y="3297301"/>
            <a:ext cx="264149" cy="298831"/>
            <a:chOff x="-54426150" y="2294725"/>
            <a:chExt cx="282000" cy="319025"/>
          </a:xfrm>
        </p:grpSpPr>
        <p:sp>
          <p:nvSpPr>
            <p:cNvPr id="3057" name="Google Shape;3057;p46"/>
            <p:cNvSpPr/>
            <p:nvPr/>
          </p:nvSpPr>
          <p:spPr>
            <a:xfrm>
              <a:off x="-54320600" y="2527275"/>
              <a:ext cx="72475" cy="29750"/>
            </a:xfrm>
            <a:custGeom>
              <a:rect b="b" l="l" r="r" t="t"/>
              <a:pathLst>
                <a:path extrusionOk="0" h="1190" w="2899">
                  <a:moveTo>
                    <a:pt x="398" y="1"/>
                  </a:moveTo>
                  <a:cubicBezTo>
                    <a:pt x="308" y="1"/>
                    <a:pt x="221" y="40"/>
                    <a:pt x="158" y="119"/>
                  </a:cubicBezTo>
                  <a:cubicBezTo>
                    <a:pt x="0" y="276"/>
                    <a:pt x="0" y="528"/>
                    <a:pt x="158" y="623"/>
                  </a:cubicBezTo>
                  <a:cubicBezTo>
                    <a:pt x="505" y="1001"/>
                    <a:pt x="977" y="1190"/>
                    <a:pt x="1450" y="1190"/>
                  </a:cubicBezTo>
                  <a:cubicBezTo>
                    <a:pt x="1922" y="1190"/>
                    <a:pt x="2426" y="1001"/>
                    <a:pt x="2741" y="623"/>
                  </a:cubicBezTo>
                  <a:cubicBezTo>
                    <a:pt x="2899" y="465"/>
                    <a:pt x="2899" y="245"/>
                    <a:pt x="2741" y="119"/>
                  </a:cubicBezTo>
                  <a:cubicBezTo>
                    <a:pt x="2663" y="40"/>
                    <a:pt x="2568" y="1"/>
                    <a:pt x="2478" y="1"/>
                  </a:cubicBezTo>
                  <a:cubicBezTo>
                    <a:pt x="2387" y="1"/>
                    <a:pt x="2300" y="40"/>
                    <a:pt x="2237" y="119"/>
                  </a:cubicBezTo>
                  <a:cubicBezTo>
                    <a:pt x="2048" y="308"/>
                    <a:pt x="1733" y="434"/>
                    <a:pt x="1450" y="434"/>
                  </a:cubicBezTo>
                  <a:cubicBezTo>
                    <a:pt x="1135" y="434"/>
                    <a:pt x="851" y="308"/>
                    <a:pt x="662" y="119"/>
                  </a:cubicBezTo>
                  <a:cubicBezTo>
                    <a:pt x="583" y="40"/>
                    <a:pt x="489" y="1"/>
                    <a:pt x="3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8" name="Google Shape;3058;p46"/>
            <p:cNvSpPr/>
            <p:nvPr/>
          </p:nvSpPr>
          <p:spPr>
            <a:xfrm>
              <a:off x="-54330850" y="2464075"/>
              <a:ext cx="18150" cy="18125"/>
            </a:xfrm>
            <a:custGeom>
              <a:rect b="b" l="l" r="r" t="t"/>
              <a:pathLst>
                <a:path extrusionOk="0" h="725" w="726">
                  <a:moveTo>
                    <a:pt x="379" y="0"/>
                  </a:moveTo>
                  <a:cubicBezTo>
                    <a:pt x="190" y="0"/>
                    <a:pt x="1" y="158"/>
                    <a:pt x="1" y="378"/>
                  </a:cubicBezTo>
                  <a:cubicBezTo>
                    <a:pt x="1" y="567"/>
                    <a:pt x="190" y="725"/>
                    <a:pt x="379" y="725"/>
                  </a:cubicBezTo>
                  <a:cubicBezTo>
                    <a:pt x="568" y="725"/>
                    <a:pt x="725" y="567"/>
                    <a:pt x="725" y="378"/>
                  </a:cubicBezTo>
                  <a:cubicBezTo>
                    <a:pt x="725" y="158"/>
                    <a:pt x="568" y="0"/>
                    <a:pt x="37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9" name="Google Shape;3059;p46"/>
            <p:cNvSpPr/>
            <p:nvPr/>
          </p:nvSpPr>
          <p:spPr>
            <a:xfrm>
              <a:off x="-54256800" y="2464075"/>
              <a:ext cx="18125" cy="18125"/>
            </a:xfrm>
            <a:custGeom>
              <a:rect b="b" l="l" r="r" t="t"/>
              <a:pathLst>
                <a:path extrusionOk="0" h="725" w="725">
                  <a:moveTo>
                    <a:pt x="347" y="0"/>
                  </a:moveTo>
                  <a:cubicBezTo>
                    <a:pt x="158" y="0"/>
                    <a:pt x="0" y="158"/>
                    <a:pt x="0" y="378"/>
                  </a:cubicBezTo>
                  <a:cubicBezTo>
                    <a:pt x="0" y="567"/>
                    <a:pt x="158" y="725"/>
                    <a:pt x="347" y="725"/>
                  </a:cubicBezTo>
                  <a:cubicBezTo>
                    <a:pt x="567" y="725"/>
                    <a:pt x="725" y="567"/>
                    <a:pt x="725" y="378"/>
                  </a:cubicBezTo>
                  <a:cubicBezTo>
                    <a:pt x="725" y="158"/>
                    <a:pt x="567"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0" name="Google Shape;3060;p46"/>
            <p:cNvSpPr/>
            <p:nvPr/>
          </p:nvSpPr>
          <p:spPr>
            <a:xfrm>
              <a:off x="-54426150" y="2294725"/>
              <a:ext cx="282000" cy="319025"/>
            </a:xfrm>
            <a:custGeom>
              <a:rect b="b" l="l" r="r" t="t"/>
              <a:pathLst>
                <a:path extrusionOk="0" h="12761" w="11280">
                  <a:moveTo>
                    <a:pt x="8381" y="757"/>
                  </a:moveTo>
                  <a:cubicBezTo>
                    <a:pt x="9106" y="757"/>
                    <a:pt x="9610" y="1387"/>
                    <a:pt x="9484" y="2049"/>
                  </a:cubicBezTo>
                  <a:lnTo>
                    <a:pt x="9106" y="4538"/>
                  </a:lnTo>
                  <a:lnTo>
                    <a:pt x="2301" y="4538"/>
                  </a:lnTo>
                  <a:lnTo>
                    <a:pt x="1891" y="2049"/>
                  </a:lnTo>
                  <a:cubicBezTo>
                    <a:pt x="1734" y="1387"/>
                    <a:pt x="2238" y="757"/>
                    <a:pt x="2962" y="757"/>
                  </a:cubicBezTo>
                  <a:close/>
                  <a:moveTo>
                    <a:pt x="2962" y="5294"/>
                  </a:moveTo>
                  <a:cubicBezTo>
                    <a:pt x="2836" y="5609"/>
                    <a:pt x="2616" y="5829"/>
                    <a:pt x="2301" y="5955"/>
                  </a:cubicBezTo>
                  <a:lnTo>
                    <a:pt x="2301" y="5294"/>
                  </a:lnTo>
                  <a:close/>
                  <a:moveTo>
                    <a:pt x="9011" y="5294"/>
                  </a:moveTo>
                  <a:lnTo>
                    <a:pt x="9011" y="5955"/>
                  </a:lnTo>
                  <a:cubicBezTo>
                    <a:pt x="8696" y="5829"/>
                    <a:pt x="8476" y="5609"/>
                    <a:pt x="8350" y="5294"/>
                  </a:cubicBezTo>
                  <a:close/>
                  <a:moveTo>
                    <a:pt x="9767" y="6743"/>
                  </a:moveTo>
                  <a:cubicBezTo>
                    <a:pt x="10177" y="6743"/>
                    <a:pt x="10523" y="7058"/>
                    <a:pt x="10523" y="7499"/>
                  </a:cubicBezTo>
                  <a:cubicBezTo>
                    <a:pt x="10523" y="7940"/>
                    <a:pt x="10177" y="8255"/>
                    <a:pt x="9767" y="8255"/>
                  </a:cubicBezTo>
                  <a:lnTo>
                    <a:pt x="9767" y="6743"/>
                  </a:lnTo>
                  <a:close/>
                  <a:moveTo>
                    <a:pt x="1545" y="6774"/>
                  </a:moveTo>
                  <a:lnTo>
                    <a:pt x="1545" y="8287"/>
                  </a:lnTo>
                  <a:cubicBezTo>
                    <a:pt x="1135" y="8255"/>
                    <a:pt x="788" y="7940"/>
                    <a:pt x="788" y="7530"/>
                  </a:cubicBezTo>
                  <a:cubicBezTo>
                    <a:pt x="788" y="7152"/>
                    <a:pt x="1103" y="6774"/>
                    <a:pt x="1545" y="6774"/>
                  </a:cubicBezTo>
                  <a:close/>
                  <a:moveTo>
                    <a:pt x="7593" y="5294"/>
                  </a:moveTo>
                  <a:cubicBezTo>
                    <a:pt x="7751" y="6050"/>
                    <a:pt x="8318" y="6585"/>
                    <a:pt x="9074" y="6743"/>
                  </a:cubicBezTo>
                  <a:lnTo>
                    <a:pt x="9074" y="8633"/>
                  </a:lnTo>
                  <a:cubicBezTo>
                    <a:pt x="9011" y="10492"/>
                    <a:pt x="7530" y="11973"/>
                    <a:pt x="5672" y="11973"/>
                  </a:cubicBezTo>
                  <a:cubicBezTo>
                    <a:pt x="3813" y="11973"/>
                    <a:pt x="2332" y="10492"/>
                    <a:pt x="2332" y="8633"/>
                  </a:cubicBezTo>
                  <a:lnTo>
                    <a:pt x="2332" y="6743"/>
                  </a:lnTo>
                  <a:cubicBezTo>
                    <a:pt x="3088" y="6585"/>
                    <a:pt x="3624" y="6018"/>
                    <a:pt x="3781" y="5294"/>
                  </a:cubicBezTo>
                  <a:close/>
                  <a:moveTo>
                    <a:pt x="2931" y="1"/>
                  </a:moveTo>
                  <a:cubicBezTo>
                    <a:pt x="1797" y="1"/>
                    <a:pt x="883" y="1040"/>
                    <a:pt x="1072" y="2175"/>
                  </a:cubicBezTo>
                  <a:lnTo>
                    <a:pt x="1513" y="4916"/>
                  </a:lnTo>
                  <a:lnTo>
                    <a:pt x="1513" y="6018"/>
                  </a:lnTo>
                  <a:cubicBezTo>
                    <a:pt x="662" y="6018"/>
                    <a:pt x="1" y="6711"/>
                    <a:pt x="1" y="7530"/>
                  </a:cubicBezTo>
                  <a:cubicBezTo>
                    <a:pt x="1" y="8350"/>
                    <a:pt x="662" y="9043"/>
                    <a:pt x="1513" y="9043"/>
                  </a:cubicBezTo>
                  <a:cubicBezTo>
                    <a:pt x="1702" y="11122"/>
                    <a:pt x="3466" y="12760"/>
                    <a:pt x="5609" y="12760"/>
                  </a:cubicBezTo>
                  <a:cubicBezTo>
                    <a:pt x="7719" y="12760"/>
                    <a:pt x="9484" y="11122"/>
                    <a:pt x="9704" y="9043"/>
                  </a:cubicBezTo>
                  <a:cubicBezTo>
                    <a:pt x="10523" y="9043"/>
                    <a:pt x="11185" y="8350"/>
                    <a:pt x="11185" y="7530"/>
                  </a:cubicBezTo>
                  <a:cubicBezTo>
                    <a:pt x="11280" y="6711"/>
                    <a:pt x="10586" y="6018"/>
                    <a:pt x="9767" y="6018"/>
                  </a:cubicBezTo>
                  <a:lnTo>
                    <a:pt x="9767" y="4916"/>
                  </a:lnTo>
                  <a:lnTo>
                    <a:pt x="10208" y="2175"/>
                  </a:lnTo>
                  <a:cubicBezTo>
                    <a:pt x="10397" y="1040"/>
                    <a:pt x="9547" y="1"/>
                    <a:pt x="835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1" name="Google Shape;3061;p46"/>
            <p:cNvSpPr/>
            <p:nvPr/>
          </p:nvSpPr>
          <p:spPr>
            <a:xfrm>
              <a:off x="-54312725" y="2334125"/>
              <a:ext cx="54375" cy="53575"/>
            </a:xfrm>
            <a:custGeom>
              <a:rect b="b" l="l" r="r" t="t"/>
              <a:pathLst>
                <a:path extrusionOk="0" h="2143" w="2175">
                  <a:moveTo>
                    <a:pt x="1103" y="0"/>
                  </a:moveTo>
                  <a:cubicBezTo>
                    <a:pt x="914" y="0"/>
                    <a:pt x="757" y="158"/>
                    <a:pt x="757" y="347"/>
                  </a:cubicBezTo>
                  <a:lnTo>
                    <a:pt x="757" y="725"/>
                  </a:lnTo>
                  <a:lnTo>
                    <a:pt x="379" y="725"/>
                  </a:lnTo>
                  <a:cubicBezTo>
                    <a:pt x="190" y="725"/>
                    <a:pt x="32" y="882"/>
                    <a:pt x="32" y="1071"/>
                  </a:cubicBezTo>
                  <a:cubicBezTo>
                    <a:pt x="0" y="1229"/>
                    <a:pt x="158" y="1418"/>
                    <a:pt x="379" y="1418"/>
                  </a:cubicBezTo>
                  <a:lnTo>
                    <a:pt x="757" y="1418"/>
                  </a:lnTo>
                  <a:lnTo>
                    <a:pt x="757" y="1796"/>
                  </a:lnTo>
                  <a:cubicBezTo>
                    <a:pt x="757" y="1985"/>
                    <a:pt x="914" y="2142"/>
                    <a:pt x="1103" y="2142"/>
                  </a:cubicBezTo>
                  <a:cubicBezTo>
                    <a:pt x="1292" y="2142"/>
                    <a:pt x="1450" y="1985"/>
                    <a:pt x="1450" y="1796"/>
                  </a:cubicBezTo>
                  <a:lnTo>
                    <a:pt x="1450" y="1418"/>
                  </a:lnTo>
                  <a:lnTo>
                    <a:pt x="1796" y="1418"/>
                  </a:lnTo>
                  <a:cubicBezTo>
                    <a:pt x="2017" y="1418"/>
                    <a:pt x="2174" y="1260"/>
                    <a:pt x="2174" y="1071"/>
                  </a:cubicBezTo>
                  <a:cubicBezTo>
                    <a:pt x="2174" y="882"/>
                    <a:pt x="2017" y="725"/>
                    <a:pt x="1796" y="725"/>
                  </a:cubicBezTo>
                  <a:lnTo>
                    <a:pt x="1450" y="725"/>
                  </a:lnTo>
                  <a:lnTo>
                    <a:pt x="1450" y="347"/>
                  </a:lnTo>
                  <a:cubicBezTo>
                    <a:pt x="1450" y="158"/>
                    <a:pt x="1292" y="0"/>
                    <a:pt x="11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62" name="Google Shape;3062;p46"/>
          <p:cNvGrpSpPr/>
          <p:nvPr/>
        </p:nvGrpSpPr>
        <p:grpSpPr>
          <a:xfrm>
            <a:off x="5529771" y="3733266"/>
            <a:ext cx="267100" cy="298807"/>
            <a:chOff x="-54427725" y="2686975"/>
            <a:chExt cx="285150" cy="319000"/>
          </a:xfrm>
        </p:grpSpPr>
        <p:sp>
          <p:nvSpPr>
            <p:cNvPr id="3063" name="Google Shape;3063;p46"/>
            <p:cNvSpPr/>
            <p:nvPr/>
          </p:nvSpPr>
          <p:spPr>
            <a:xfrm>
              <a:off x="-54320600" y="2919525"/>
              <a:ext cx="72475" cy="28950"/>
            </a:xfrm>
            <a:custGeom>
              <a:rect b="b" l="l" r="r" t="t"/>
              <a:pathLst>
                <a:path extrusionOk="0" h="1158" w="2899">
                  <a:moveTo>
                    <a:pt x="398" y="0"/>
                  </a:moveTo>
                  <a:cubicBezTo>
                    <a:pt x="308" y="0"/>
                    <a:pt x="221" y="39"/>
                    <a:pt x="158" y="118"/>
                  </a:cubicBezTo>
                  <a:cubicBezTo>
                    <a:pt x="0" y="276"/>
                    <a:pt x="0" y="496"/>
                    <a:pt x="158" y="622"/>
                  </a:cubicBezTo>
                  <a:cubicBezTo>
                    <a:pt x="505" y="969"/>
                    <a:pt x="977" y="1158"/>
                    <a:pt x="1450" y="1158"/>
                  </a:cubicBezTo>
                  <a:cubicBezTo>
                    <a:pt x="1922" y="1158"/>
                    <a:pt x="2426" y="969"/>
                    <a:pt x="2741" y="622"/>
                  </a:cubicBezTo>
                  <a:cubicBezTo>
                    <a:pt x="2899" y="465"/>
                    <a:pt x="2899" y="213"/>
                    <a:pt x="2741" y="118"/>
                  </a:cubicBezTo>
                  <a:cubicBezTo>
                    <a:pt x="2663" y="39"/>
                    <a:pt x="2568" y="0"/>
                    <a:pt x="2478" y="0"/>
                  </a:cubicBezTo>
                  <a:cubicBezTo>
                    <a:pt x="2387" y="0"/>
                    <a:pt x="2300" y="39"/>
                    <a:pt x="2237" y="118"/>
                  </a:cubicBezTo>
                  <a:cubicBezTo>
                    <a:pt x="2048" y="307"/>
                    <a:pt x="1733" y="433"/>
                    <a:pt x="1450" y="433"/>
                  </a:cubicBezTo>
                  <a:cubicBezTo>
                    <a:pt x="1135" y="433"/>
                    <a:pt x="851" y="307"/>
                    <a:pt x="662" y="118"/>
                  </a:cubicBezTo>
                  <a:cubicBezTo>
                    <a:pt x="583" y="39"/>
                    <a:pt x="489" y="0"/>
                    <a:pt x="39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4" name="Google Shape;3064;p46"/>
            <p:cNvSpPr/>
            <p:nvPr/>
          </p:nvSpPr>
          <p:spPr>
            <a:xfrm>
              <a:off x="-54256800" y="2856300"/>
              <a:ext cx="18125" cy="17350"/>
            </a:xfrm>
            <a:custGeom>
              <a:rect b="b" l="l" r="r" t="t"/>
              <a:pathLst>
                <a:path extrusionOk="0" h="694" w="725">
                  <a:moveTo>
                    <a:pt x="347" y="1"/>
                  </a:moveTo>
                  <a:cubicBezTo>
                    <a:pt x="158" y="1"/>
                    <a:pt x="0" y="158"/>
                    <a:pt x="0" y="347"/>
                  </a:cubicBezTo>
                  <a:cubicBezTo>
                    <a:pt x="0" y="536"/>
                    <a:pt x="158" y="694"/>
                    <a:pt x="347" y="694"/>
                  </a:cubicBezTo>
                  <a:cubicBezTo>
                    <a:pt x="567" y="694"/>
                    <a:pt x="725" y="536"/>
                    <a:pt x="725" y="347"/>
                  </a:cubicBezTo>
                  <a:cubicBezTo>
                    <a:pt x="725" y="158"/>
                    <a:pt x="567"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5" name="Google Shape;3065;p46"/>
            <p:cNvSpPr/>
            <p:nvPr/>
          </p:nvSpPr>
          <p:spPr>
            <a:xfrm>
              <a:off x="-54330850" y="2856300"/>
              <a:ext cx="18150" cy="17350"/>
            </a:xfrm>
            <a:custGeom>
              <a:rect b="b" l="l" r="r" t="t"/>
              <a:pathLst>
                <a:path extrusionOk="0" h="694" w="726">
                  <a:moveTo>
                    <a:pt x="379" y="1"/>
                  </a:moveTo>
                  <a:cubicBezTo>
                    <a:pt x="190" y="1"/>
                    <a:pt x="1" y="158"/>
                    <a:pt x="1" y="347"/>
                  </a:cubicBezTo>
                  <a:cubicBezTo>
                    <a:pt x="1" y="536"/>
                    <a:pt x="190" y="694"/>
                    <a:pt x="379" y="694"/>
                  </a:cubicBezTo>
                  <a:cubicBezTo>
                    <a:pt x="568" y="694"/>
                    <a:pt x="725" y="536"/>
                    <a:pt x="725" y="347"/>
                  </a:cubicBezTo>
                  <a:cubicBezTo>
                    <a:pt x="725" y="158"/>
                    <a:pt x="568" y="1"/>
                    <a:pt x="37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6" name="Google Shape;3066;p46"/>
            <p:cNvSpPr/>
            <p:nvPr/>
          </p:nvSpPr>
          <p:spPr>
            <a:xfrm>
              <a:off x="-54427725" y="2686975"/>
              <a:ext cx="285150" cy="319000"/>
            </a:xfrm>
            <a:custGeom>
              <a:rect b="b" l="l" r="r" t="t"/>
              <a:pathLst>
                <a:path extrusionOk="0" h="12760" w="11406">
                  <a:moveTo>
                    <a:pt x="8696" y="756"/>
                  </a:moveTo>
                  <a:cubicBezTo>
                    <a:pt x="9326" y="756"/>
                    <a:pt x="9799" y="1260"/>
                    <a:pt x="9799" y="1859"/>
                  </a:cubicBezTo>
                  <a:lnTo>
                    <a:pt x="9799" y="4883"/>
                  </a:lnTo>
                  <a:cubicBezTo>
                    <a:pt x="9799" y="5072"/>
                    <a:pt x="9641" y="5230"/>
                    <a:pt x="9452" y="5230"/>
                  </a:cubicBezTo>
                  <a:lnTo>
                    <a:pt x="2017" y="5230"/>
                  </a:lnTo>
                  <a:cubicBezTo>
                    <a:pt x="1797" y="5230"/>
                    <a:pt x="1639" y="5072"/>
                    <a:pt x="1639" y="4883"/>
                  </a:cubicBezTo>
                  <a:cubicBezTo>
                    <a:pt x="1608" y="4852"/>
                    <a:pt x="1608" y="1922"/>
                    <a:pt x="1608" y="1859"/>
                  </a:cubicBezTo>
                  <a:cubicBezTo>
                    <a:pt x="1608" y="1229"/>
                    <a:pt x="2112" y="756"/>
                    <a:pt x="2710" y="756"/>
                  </a:cubicBezTo>
                  <a:close/>
                  <a:moveTo>
                    <a:pt x="1608" y="5955"/>
                  </a:moveTo>
                  <a:cubicBezTo>
                    <a:pt x="1734" y="5986"/>
                    <a:pt x="1860" y="6018"/>
                    <a:pt x="1954" y="6018"/>
                  </a:cubicBezTo>
                  <a:lnTo>
                    <a:pt x="2301" y="6018"/>
                  </a:lnTo>
                  <a:lnTo>
                    <a:pt x="2301" y="8317"/>
                  </a:lnTo>
                  <a:cubicBezTo>
                    <a:pt x="2301" y="9105"/>
                    <a:pt x="1986" y="9798"/>
                    <a:pt x="1450" y="10334"/>
                  </a:cubicBezTo>
                  <a:cubicBezTo>
                    <a:pt x="1401" y="10433"/>
                    <a:pt x="1317" y="10480"/>
                    <a:pt x="1225" y="10480"/>
                  </a:cubicBezTo>
                  <a:cubicBezTo>
                    <a:pt x="1142" y="10480"/>
                    <a:pt x="1053" y="10440"/>
                    <a:pt x="977" y="10365"/>
                  </a:cubicBezTo>
                  <a:cubicBezTo>
                    <a:pt x="820" y="10208"/>
                    <a:pt x="820" y="9956"/>
                    <a:pt x="977" y="9830"/>
                  </a:cubicBezTo>
                  <a:cubicBezTo>
                    <a:pt x="1355" y="9452"/>
                    <a:pt x="1608" y="8853"/>
                    <a:pt x="1608" y="8317"/>
                  </a:cubicBezTo>
                  <a:lnTo>
                    <a:pt x="1608" y="5955"/>
                  </a:lnTo>
                  <a:close/>
                  <a:moveTo>
                    <a:pt x="9799" y="5955"/>
                  </a:moveTo>
                  <a:lnTo>
                    <a:pt x="9799" y="6805"/>
                  </a:lnTo>
                  <a:cubicBezTo>
                    <a:pt x="9799" y="8853"/>
                    <a:pt x="9988" y="9420"/>
                    <a:pt x="10429" y="9830"/>
                  </a:cubicBezTo>
                  <a:cubicBezTo>
                    <a:pt x="10618" y="9987"/>
                    <a:pt x="10618" y="10239"/>
                    <a:pt x="10460" y="10365"/>
                  </a:cubicBezTo>
                  <a:cubicBezTo>
                    <a:pt x="10382" y="10444"/>
                    <a:pt x="10287" y="10483"/>
                    <a:pt x="10197" y="10483"/>
                  </a:cubicBezTo>
                  <a:cubicBezTo>
                    <a:pt x="10106" y="10483"/>
                    <a:pt x="10019" y="10444"/>
                    <a:pt x="9956" y="10365"/>
                  </a:cubicBezTo>
                  <a:cubicBezTo>
                    <a:pt x="9389" y="9798"/>
                    <a:pt x="9074" y="9042"/>
                    <a:pt x="9074" y="8317"/>
                  </a:cubicBezTo>
                  <a:lnTo>
                    <a:pt x="9074" y="6018"/>
                  </a:lnTo>
                  <a:lnTo>
                    <a:pt x="9452" y="6018"/>
                  </a:lnTo>
                  <a:cubicBezTo>
                    <a:pt x="9547" y="6018"/>
                    <a:pt x="9704" y="5986"/>
                    <a:pt x="9799" y="5955"/>
                  </a:cubicBezTo>
                  <a:close/>
                  <a:moveTo>
                    <a:pt x="8381" y="6018"/>
                  </a:moveTo>
                  <a:lnTo>
                    <a:pt x="8381" y="8317"/>
                  </a:lnTo>
                  <a:cubicBezTo>
                    <a:pt x="8381" y="8948"/>
                    <a:pt x="8539" y="9515"/>
                    <a:pt x="8822" y="10050"/>
                  </a:cubicBezTo>
                  <a:cubicBezTo>
                    <a:pt x="8224" y="11216"/>
                    <a:pt x="7026" y="11972"/>
                    <a:pt x="5735" y="11972"/>
                  </a:cubicBezTo>
                  <a:cubicBezTo>
                    <a:pt x="4443" y="11972"/>
                    <a:pt x="3246" y="11216"/>
                    <a:pt x="2710" y="10050"/>
                  </a:cubicBezTo>
                  <a:cubicBezTo>
                    <a:pt x="2994" y="9515"/>
                    <a:pt x="3151" y="8916"/>
                    <a:pt x="3151" y="8317"/>
                  </a:cubicBezTo>
                  <a:lnTo>
                    <a:pt x="3151" y="6018"/>
                  </a:lnTo>
                  <a:close/>
                  <a:moveTo>
                    <a:pt x="2710" y="0"/>
                  </a:moveTo>
                  <a:cubicBezTo>
                    <a:pt x="1671" y="0"/>
                    <a:pt x="851" y="819"/>
                    <a:pt x="851" y="1859"/>
                  </a:cubicBezTo>
                  <a:lnTo>
                    <a:pt x="851" y="8317"/>
                  </a:lnTo>
                  <a:cubicBezTo>
                    <a:pt x="851" y="8696"/>
                    <a:pt x="694" y="9042"/>
                    <a:pt x="410" y="9326"/>
                  </a:cubicBezTo>
                  <a:cubicBezTo>
                    <a:pt x="1" y="9767"/>
                    <a:pt x="1" y="10460"/>
                    <a:pt x="410" y="10901"/>
                  </a:cubicBezTo>
                  <a:cubicBezTo>
                    <a:pt x="631" y="11121"/>
                    <a:pt x="922" y="11232"/>
                    <a:pt x="1210" y="11232"/>
                  </a:cubicBezTo>
                  <a:cubicBezTo>
                    <a:pt x="1497" y="11232"/>
                    <a:pt x="1781" y="11121"/>
                    <a:pt x="1986" y="10901"/>
                  </a:cubicBezTo>
                  <a:lnTo>
                    <a:pt x="2143" y="10743"/>
                  </a:lnTo>
                  <a:cubicBezTo>
                    <a:pt x="2868" y="11972"/>
                    <a:pt x="4191" y="12760"/>
                    <a:pt x="5672" y="12760"/>
                  </a:cubicBezTo>
                  <a:cubicBezTo>
                    <a:pt x="7152" y="12760"/>
                    <a:pt x="8444" y="11972"/>
                    <a:pt x="9169" y="10743"/>
                  </a:cubicBezTo>
                  <a:cubicBezTo>
                    <a:pt x="9200" y="10838"/>
                    <a:pt x="9295" y="10869"/>
                    <a:pt x="9326" y="10901"/>
                  </a:cubicBezTo>
                  <a:cubicBezTo>
                    <a:pt x="9547" y="11121"/>
                    <a:pt x="9830" y="11232"/>
                    <a:pt x="10114" y="11232"/>
                  </a:cubicBezTo>
                  <a:cubicBezTo>
                    <a:pt x="10397" y="11232"/>
                    <a:pt x="10681" y="11121"/>
                    <a:pt x="10901" y="10901"/>
                  </a:cubicBezTo>
                  <a:cubicBezTo>
                    <a:pt x="11406" y="10460"/>
                    <a:pt x="11406" y="9767"/>
                    <a:pt x="10964" y="9326"/>
                  </a:cubicBezTo>
                  <a:cubicBezTo>
                    <a:pt x="10744" y="9105"/>
                    <a:pt x="10555" y="8727"/>
                    <a:pt x="10555" y="6805"/>
                  </a:cubicBezTo>
                  <a:lnTo>
                    <a:pt x="10555" y="1859"/>
                  </a:lnTo>
                  <a:cubicBezTo>
                    <a:pt x="10555" y="819"/>
                    <a:pt x="9704" y="0"/>
                    <a:pt x="869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7" name="Google Shape;3067;p46"/>
            <p:cNvSpPr/>
            <p:nvPr/>
          </p:nvSpPr>
          <p:spPr>
            <a:xfrm>
              <a:off x="-54330850" y="2717875"/>
              <a:ext cx="93750" cy="85425"/>
            </a:xfrm>
            <a:custGeom>
              <a:rect b="b" l="l" r="r" t="t"/>
              <a:pathLst>
                <a:path extrusionOk="0" h="3417" w="3750">
                  <a:moveTo>
                    <a:pt x="1828" y="1285"/>
                  </a:moveTo>
                  <a:lnTo>
                    <a:pt x="1891" y="1474"/>
                  </a:lnTo>
                  <a:cubicBezTo>
                    <a:pt x="1954" y="1600"/>
                    <a:pt x="2049" y="1663"/>
                    <a:pt x="2175" y="1663"/>
                  </a:cubicBezTo>
                  <a:lnTo>
                    <a:pt x="2364" y="1726"/>
                  </a:lnTo>
                  <a:lnTo>
                    <a:pt x="2206" y="1883"/>
                  </a:lnTo>
                  <a:cubicBezTo>
                    <a:pt x="2143" y="1946"/>
                    <a:pt x="2112" y="2072"/>
                    <a:pt x="2112" y="2198"/>
                  </a:cubicBezTo>
                  <a:lnTo>
                    <a:pt x="2143" y="2387"/>
                  </a:lnTo>
                  <a:lnTo>
                    <a:pt x="1954" y="2293"/>
                  </a:lnTo>
                  <a:cubicBezTo>
                    <a:pt x="1891" y="2277"/>
                    <a:pt x="1828" y="2269"/>
                    <a:pt x="1765" y="2269"/>
                  </a:cubicBezTo>
                  <a:cubicBezTo>
                    <a:pt x="1702" y="2269"/>
                    <a:pt x="1639" y="2277"/>
                    <a:pt x="1576" y="2293"/>
                  </a:cubicBezTo>
                  <a:lnTo>
                    <a:pt x="1387" y="2387"/>
                  </a:lnTo>
                  <a:lnTo>
                    <a:pt x="1450" y="2198"/>
                  </a:lnTo>
                  <a:cubicBezTo>
                    <a:pt x="1482" y="2072"/>
                    <a:pt x="1450" y="1946"/>
                    <a:pt x="1324" y="1883"/>
                  </a:cubicBezTo>
                  <a:lnTo>
                    <a:pt x="1167" y="1726"/>
                  </a:lnTo>
                  <a:lnTo>
                    <a:pt x="1482" y="1663"/>
                  </a:lnTo>
                  <a:cubicBezTo>
                    <a:pt x="1576" y="1663"/>
                    <a:pt x="1702" y="1600"/>
                    <a:pt x="1734" y="1474"/>
                  </a:cubicBezTo>
                  <a:lnTo>
                    <a:pt x="1828" y="1285"/>
                  </a:lnTo>
                  <a:close/>
                  <a:moveTo>
                    <a:pt x="1887" y="1"/>
                  </a:moveTo>
                  <a:cubicBezTo>
                    <a:pt x="1749" y="1"/>
                    <a:pt x="1608" y="72"/>
                    <a:pt x="1545" y="213"/>
                  </a:cubicBezTo>
                  <a:lnTo>
                    <a:pt x="1198" y="938"/>
                  </a:lnTo>
                  <a:lnTo>
                    <a:pt x="442" y="1033"/>
                  </a:lnTo>
                  <a:cubicBezTo>
                    <a:pt x="127" y="1096"/>
                    <a:pt x="1" y="1474"/>
                    <a:pt x="253" y="1663"/>
                  </a:cubicBezTo>
                  <a:lnTo>
                    <a:pt x="757" y="2230"/>
                  </a:lnTo>
                  <a:lnTo>
                    <a:pt x="631" y="2986"/>
                  </a:lnTo>
                  <a:cubicBezTo>
                    <a:pt x="607" y="3229"/>
                    <a:pt x="789" y="3416"/>
                    <a:pt x="1004" y="3416"/>
                  </a:cubicBezTo>
                  <a:cubicBezTo>
                    <a:pt x="1067" y="3416"/>
                    <a:pt x="1133" y="3400"/>
                    <a:pt x="1198" y="3364"/>
                  </a:cubicBezTo>
                  <a:lnTo>
                    <a:pt x="1860" y="3017"/>
                  </a:lnTo>
                  <a:lnTo>
                    <a:pt x="2521" y="3364"/>
                  </a:lnTo>
                  <a:cubicBezTo>
                    <a:pt x="2586" y="3400"/>
                    <a:pt x="2652" y="3416"/>
                    <a:pt x="2715" y="3416"/>
                  </a:cubicBezTo>
                  <a:cubicBezTo>
                    <a:pt x="2930" y="3416"/>
                    <a:pt x="3113" y="3229"/>
                    <a:pt x="3088" y="2986"/>
                  </a:cubicBezTo>
                  <a:lnTo>
                    <a:pt x="2962" y="2230"/>
                  </a:lnTo>
                  <a:lnTo>
                    <a:pt x="3529" y="1663"/>
                  </a:lnTo>
                  <a:cubicBezTo>
                    <a:pt x="3750" y="1474"/>
                    <a:pt x="3624" y="1096"/>
                    <a:pt x="3309" y="1033"/>
                  </a:cubicBezTo>
                  <a:lnTo>
                    <a:pt x="2584" y="938"/>
                  </a:lnTo>
                  <a:lnTo>
                    <a:pt x="2206" y="213"/>
                  </a:lnTo>
                  <a:cubicBezTo>
                    <a:pt x="2159" y="72"/>
                    <a:pt x="2025" y="1"/>
                    <a:pt x="18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68" name="Google Shape;3068;p46"/>
          <p:cNvGrpSpPr/>
          <p:nvPr/>
        </p:nvGrpSpPr>
        <p:grpSpPr>
          <a:xfrm>
            <a:off x="7700538" y="2864094"/>
            <a:ext cx="296606" cy="297168"/>
            <a:chOff x="-52513800" y="1903475"/>
            <a:chExt cx="316650" cy="317250"/>
          </a:xfrm>
        </p:grpSpPr>
        <p:sp>
          <p:nvSpPr>
            <p:cNvPr id="3069" name="Google Shape;3069;p46"/>
            <p:cNvSpPr/>
            <p:nvPr/>
          </p:nvSpPr>
          <p:spPr>
            <a:xfrm>
              <a:off x="-52391700" y="2135825"/>
              <a:ext cx="72475" cy="28975"/>
            </a:xfrm>
            <a:custGeom>
              <a:rect b="b" l="l" r="r" t="t"/>
              <a:pathLst>
                <a:path extrusionOk="0" h="1159" w="2899">
                  <a:moveTo>
                    <a:pt x="386" y="1"/>
                  </a:moveTo>
                  <a:cubicBezTo>
                    <a:pt x="291" y="1"/>
                    <a:pt x="205" y="40"/>
                    <a:pt x="158" y="119"/>
                  </a:cubicBezTo>
                  <a:cubicBezTo>
                    <a:pt x="0" y="276"/>
                    <a:pt x="0" y="497"/>
                    <a:pt x="158" y="623"/>
                  </a:cubicBezTo>
                  <a:cubicBezTo>
                    <a:pt x="504" y="970"/>
                    <a:pt x="977" y="1159"/>
                    <a:pt x="1449" y="1159"/>
                  </a:cubicBezTo>
                  <a:cubicBezTo>
                    <a:pt x="1922" y="1159"/>
                    <a:pt x="2426" y="970"/>
                    <a:pt x="2741" y="623"/>
                  </a:cubicBezTo>
                  <a:cubicBezTo>
                    <a:pt x="2898" y="465"/>
                    <a:pt x="2898" y="213"/>
                    <a:pt x="2741" y="119"/>
                  </a:cubicBezTo>
                  <a:cubicBezTo>
                    <a:pt x="2662" y="40"/>
                    <a:pt x="2568" y="1"/>
                    <a:pt x="2477" y="1"/>
                  </a:cubicBezTo>
                  <a:cubicBezTo>
                    <a:pt x="2387" y="1"/>
                    <a:pt x="2300" y="40"/>
                    <a:pt x="2237" y="119"/>
                  </a:cubicBezTo>
                  <a:cubicBezTo>
                    <a:pt x="2048" y="308"/>
                    <a:pt x="1733" y="434"/>
                    <a:pt x="1449" y="434"/>
                  </a:cubicBezTo>
                  <a:cubicBezTo>
                    <a:pt x="1134" y="434"/>
                    <a:pt x="851" y="308"/>
                    <a:pt x="662" y="119"/>
                  </a:cubicBezTo>
                  <a:cubicBezTo>
                    <a:pt x="583" y="40"/>
                    <a:pt x="480" y="1"/>
                    <a:pt x="38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0" name="Google Shape;3070;p46"/>
            <p:cNvSpPr/>
            <p:nvPr/>
          </p:nvSpPr>
          <p:spPr>
            <a:xfrm>
              <a:off x="-52513800" y="1903475"/>
              <a:ext cx="316650" cy="317250"/>
            </a:xfrm>
            <a:custGeom>
              <a:rect b="b" l="l" r="r" t="t"/>
              <a:pathLst>
                <a:path extrusionOk="0" h="12690" w="12666">
                  <a:moveTo>
                    <a:pt x="6333" y="781"/>
                  </a:moveTo>
                  <a:lnTo>
                    <a:pt x="11500" y="3332"/>
                  </a:lnTo>
                  <a:lnTo>
                    <a:pt x="10082" y="4057"/>
                  </a:lnTo>
                  <a:lnTo>
                    <a:pt x="9641" y="3175"/>
                  </a:lnTo>
                  <a:cubicBezTo>
                    <a:pt x="9547" y="3049"/>
                    <a:pt x="9452" y="2986"/>
                    <a:pt x="9326" y="2986"/>
                  </a:cubicBezTo>
                  <a:lnTo>
                    <a:pt x="3309" y="2986"/>
                  </a:lnTo>
                  <a:cubicBezTo>
                    <a:pt x="3151" y="2986"/>
                    <a:pt x="3025" y="3049"/>
                    <a:pt x="2994" y="3175"/>
                  </a:cubicBezTo>
                  <a:lnTo>
                    <a:pt x="2553" y="4057"/>
                  </a:lnTo>
                  <a:lnTo>
                    <a:pt x="1167" y="3332"/>
                  </a:lnTo>
                  <a:lnTo>
                    <a:pt x="6333" y="781"/>
                  </a:lnTo>
                  <a:close/>
                  <a:moveTo>
                    <a:pt x="9043" y="3742"/>
                  </a:moveTo>
                  <a:lnTo>
                    <a:pt x="9389" y="4467"/>
                  </a:lnTo>
                  <a:lnTo>
                    <a:pt x="3151" y="4467"/>
                  </a:lnTo>
                  <a:lnTo>
                    <a:pt x="3498" y="3742"/>
                  </a:lnTo>
                  <a:close/>
                  <a:moveTo>
                    <a:pt x="9673" y="5223"/>
                  </a:moveTo>
                  <a:lnTo>
                    <a:pt x="9673" y="6105"/>
                  </a:lnTo>
                  <a:cubicBezTo>
                    <a:pt x="9547" y="6042"/>
                    <a:pt x="9452" y="6010"/>
                    <a:pt x="9326" y="6010"/>
                  </a:cubicBezTo>
                  <a:lnTo>
                    <a:pt x="7782" y="6010"/>
                  </a:lnTo>
                  <a:cubicBezTo>
                    <a:pt x="7310" y="6010"/>
                    <a:pt x="6869" y="6325"/>
                    <a:pt x="6743" y="6766"/>
                  </a:cubicBezTo>
                  <a:lnTo>
                    <a:pt x="5861" y="6766"/>
                  </a:lnTo>
                  <a:cubicBezTo>
                    <a:pt x="5703" y="6325"/>
                    <a:pt x="5325" y="6010"/>
                    <a:pt x="4790" y="6010"/>
                  </a:cubicBezTo>
                  <a:lnTo>
                    <a:pt x="3277" y="6010"/>
                  </a:lnTo>
                  <a:cubicBezTo>
                    <a:pt x="3151" y="6010"/>
                    <a:pt x="2994" y="6042"/>
                    <a:pt x="2899" y="6105"/>
                  </a:cubicBezTo>
                  <a:lnTo>
                    <a:pt x="2899" y="5223"/>
                  </a:lnTo>
                  <a:close/>
                  <a:moveTo>
                    <a:pt x="4821" y="6766"/>
                  </a:moveTo>
                  <a:cubicBezTo>
                    <a:pt x="5042" y="6766"/>
                    <a:pt x="5199" y="6924"/>
                    <a:pt x="5199" y="7113"/>
                  </a:cubicBezTo>
                  <a:cubicBezTo>
                    <a:pt x="5199" y="7743"/>
                    <a:pt x="4664" y="8216"/>
                    <a:pt x="4096" y="8216"/>
                  </a:cubicBezTo>
                  <a:lnTo>
                    <a:pt x="3309" y="8216"/>
                  </a:lnTo>
                  <a:cubicBezTo>
                    <a:pt x="3088" y="8216"/>
                    <a:pt x="2931" y="8058"/>
                    <a:pt x="2931" y="7869"/>
                  </a:cubicBezTo>
                  <a:lnTo>
                    <a:pt x="2931" y="7113"/>
                  </a:lnTo>
                  <a:cubicBezTo>
                    <a:pt x="2931" y="6924"/>
                    <a:pt x="3088" y="6766"/>
                    <a:pt x="3309" y="6766"/>
                  </a:cubicBezTo>
                  <a:close/>
                  <a:moveTo>
                    <a:pt x="9326" y="6766"/>
                  </a:moveTo>
                  <a:cubicBezTo>
                    <a:pt x="9515" y="6766"/>
                    <a:pt x="9673" y="6924"/>
                    <a:pt x="9673" y="7113"/>
                  </a:cubicBezTo>
                  <a:lnTo>
                    <a:pt x="9673" y="7869"/>
                  </a:lnTo>
                  <a:cubicBezTo>
                    <a:pt x="9673" y="8058"/>
                    <a:pt x="9515" y="8216"/>
                    <a:pt x="9326" y="8216"/>
                  </a:cubicBezTo>
                  <a:lnTo>
                    <a:pt x="8570" y="8216"/>
                  </a:lnTo>
                  <a:cubicBezTo>
                    <a:pt x="7940" y="8216"/>
                    <a:pt x="7436" y="7712"/>
                    <a:pt x="7436" y="7113"/>
                  </a:cubicBezTo>
                  <a:cubicBezTo>
                    <a:pt x="7436" y="6924"/>
                    <a:pt x="7593" y="6766"/>
                    <a:pt x="7782" y="6766"/>
                  </a:cubicBezTo>
                  <a:close/>
                  <a:moveTo>
                    <a:pt x="2206" y="6766"/>
                  </a:moveTo>
                  <a:lnTo>
                    <a:pt x="2206" y="8247"/>
                  </a:lnTo>
                  <a:cubicBezTo>
                    <a:pt x="1765" y="8247"/>
                    <a:pt x="1450" y="7901"/>
                    <a:pt x="1450" y="7523"/>
                  </a:cubicBezTo>
                  <a:cubicBezTo>
                    <a:pt x="1450" y="7113"/>
                    <a:pt x="1765" y="6766"/>
                    <a:pt x="2206" y="6766"/>
                  </a:cubicBezTo>
                  <a:close/>
                  <a:moveTo>
                    <a:pt x="10429" y="6766"/>
                  </a:moveTo>
                  <a:cubicBezTo>
                    <a:pt x="10870" y="6766"/>
                    <a:pt x="11185" y="7082"/>
                    <a:pt x="11185" y="7523"/>
                  </a:cubicBezTo>
                  <a:cubicBezTo>
                    <a:pt x="11185" y="7901"/>
                    <a:pt x="10807" y="8247"/>
                    <a:pt x="10429" y="8247"/>
                  </a:cubicBezTo>
                  <a:lnTo>
                    <a:pt x="10429" y="6766"/>
                  </a:lnTo>
                  <a:close/>
                  <a:moveTo>
                    <a:pt x="6680" y="7523"/>
                  </a:moveTo>
                  <a:cubicBezTo>
                    <a:pt x="6774" y="7869"/>
                    <a:pt x="6932" y="8184"/>
                    <a:pt x="7184" y="8468"/>
                  </a:cubicBezTo>
                  <a:cubicBezTo>
                    <a:pt x="7562" y="8814"/>
                    <a:pt x="8035" y="9003"/>
                    <a:pt x="8539" y="9003"/>
                  </a:cubicBezTo>
                  <a:lnTo>
                    <a:pt x="9295" y="9003"/>
                  </a:lnTo>
                  <a:cubicBezTo>
                    <a:pt x="9389" y="9003"/>
                    <a:pt x="9515" y="8972"/>
                    <a:pt x="9641" y="8940"/>
                  </a:cubicBezTo>
                  <a:lnTo>
                    <a:pt x="9641" y="8940"/>
                  </a:lnTo>
                  <a:cubicBezTo>
                    <a:pt x="9515" y="10610"/>
                    <a:pt x="8066" y="11965"/>
                    <a:pt x="6302" y="11965"/>
                  </a:cubicBezTo>
                  <a:cubicBezTo>
                    <a:pt x="4506" y="11965"/>
                    <a:pt x="3088" y="10610"/>
                    <a:pt x="2899" y="8940"/>
                  </a:cubicBezTo>
                  <a:lnTo>
                    <a:pt x="2899" y="8940"/>
                  </a:lnTo>
                  <a:cubicBezTo>
                    <a:pt x="3025" y="8972"/>
                    <a:pt x="3151" y="9003"/>
                    <a:pt x="3246" y="9003"/>
                  </a:cubicBezTo>
                  <a:lnTo>
                    <a:pt x="4033" y="9003"/>
                  </a:lnTo>
                  <a:cubicBezTo>
                    <a:pt x="4947" y="9003"/>
                    <a:pt x="5703" y="8373"/>
                    <a:pt x="5861" y="7523"/>
                  </a:cubicBezTo>
                  <a:close/>
                  <a:moveTo>
                    <a:pt x="6310" y="1"/>
                  </a:moveTo>
                  <a:cubicBezTo>
                    <a:pt x="6255" y="1"/>
                    <a:pt x="6207" y="9"/>
                    <a:pt x="6176" y="24"/>
                  </a:cubicBezTo>
                  <a:lnTo>
                    <a:pt x="190" y="3017"/>
                  </a:lnTo>
                  <a:cubicBezTo>
                    <a:pt x="64" y="3112"/>
                    <a:pt x="1" y="3206"/>
                    <a:pt x="1" y="3332"/>
                  </a:cubicBezTo>
                  <a:cubicBezTo>
                    <a:pt x="1" y="3490"/>
                    <a:pt x="64" y="3616"/>
                    <a:pt x="190" y="3647"/>
                  </a:cubicBezTo>
                  <a:lnTo>
                    <a:pt x="2238" y="4656"/>
                  </a:lnTo>
                  <a:cubicBezTo>
                    <a:pt x="2238" y="4719"/>
                    <a:pt x="2206" y="4750"/>
                    <a:pt x="2206" y="4782"/>
                  </a:cubicBezTo>
                  <a:lnTo>
                    <a:pt x="2206" y="5979"/>
                  </a:lnTo>
                  <a:cubicBezTo>
                    <a:pt x="1356" y="5979"/>
                    <a:pt x="694" y="6640"/>
                    <a:pt x="694" y="7460"/>
                  </a:cubicBezTo>
                  <a:cubicBezTo>
                    <a:pt x="694" y="8279"/>
                    <a:pt x="1356" y="8972"/>
                    <a:pt x="2206" y="8972"/>
                  </a:cubicBezTo>
                  <a:cubicBezTo>
                    <a:pt x="2395" y="11051"/>
                    <a:pt x="4159" y="12689"/>
                    <a:pt x="6302" y="12689"/>
                  </a:cubicBezTo>
                  <a:cubicBezTo>
                    <a:pt x="8413" y="12689"/>
                    <a:pt x="10240" y="11051"/>
                    <a:pt x="10397" y="8972"/>
                  </a:cubicBezTo>
                  <a:cubicBezTo>
                    <a:pt x="11217" y="8972"/>
                    <a:pt x="11878" y="8279"/>
                    <a:pt x="11878" y="7460"/>
                  </a:cubicBezTo>
                  <a:cubicBezTo>
                    <a:pt x="11878" y="6640"/>
                    <a:pt x="11217" y="5979"/>
                    <a:pt x="10397" y="5979"/>
                  </a:cubicBezTo>
                  <a:lnTo>
                    <a:pt x="10397" y="4782"/>
                  </a:lnTo>
                  <a:cubicBezTo>
                    <a:pt x="10397" y="4750"/>
                    <a:pt x="10397" y="4719"/>
                    <a:pt x="10334" y="4656"/>
                  </a:cubicBezTo>
                  <a:lnTo>
                    <a:pt x="11847" y="3931"/>
                  </a:lnTo>
                  <a:lnTo>
                    <a:pt x="11847" y="6357"/>
                  </a:lnTo>
                  <a:cubicBezTo>
                    <a:pt x="11847" y="6546"/>
                    <a:pt x="12004" y="6703"/>
                    <a:pt x="12193" y="6703"/>
                  </a:cubicBezTo>
                  <a:cubicBezTo>
                    <a:pt x="12382" y="6703"/>
                    <a:pt x="12540" y="6546"/>
                    <a:pt x="12540" y="6357"/>
                  </a:cubicBezTo>
                  <a:lnTo>
                    <a:pt x="12540" y="3332"/>
                  </a:lnTo>
                  <a:lnTo>
                    <a:pt x="12666" y="3332"/>
                  </a:lnTo>
                  <a:cubicBezTo>
                    <a:pt x="12666" y="3206"/>
                    <a:pt x="12603" y="3049"/>
                    <a:pt x="12477" y="3017"/>
                  </a:cubicBezTo>
                  <a:lnTo>
                    <a:pt x="6491" y="24"/>
                  </a:lnTo>
                  <a:cubicBezTo>
                    <a:pt x="6428" y="9"/>
                    <a:pt x="6365" y="1"/>
                    <a:pt x="631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71" name="Google Shape;3071;p46"/>
          <p:cNvGrpSpPr/>
          <p:nvPr/>
        </p:nvGrpSpPr>
        <p:grpSpPr>
          <a:xfrm>
            <a:off x="7708652" y="3298050"/>
            <a:ext cx="280378" cy="297332"/>
            <a:chOff x="-52505925" y="2295525"/>
            <a:chExt cx="299325" cy="317425"/>
          </a:xfrm>
        </p:grpSpPr>
        <p:sp>
          <p:nvSpPr>
            <p:cNvPr id="3072" name="Google Shape;3072;p46"/>
            <p:cNvSpPr/>
            <p:nvPr/>
          </p:nvSpPr>
          <p:spPr>
            <a:xfrm>
              <a:off x="-52401950" y="2526500"/>
              <a:ext cx="73275" cy="29750"/>
            </a:xfrm>
            <a:custGeom>
              <a:rect b="b" l="l" r="r" t="t"/>
              <a:pathLst>
                <a:path extrusionOk="0" h="1190" w="2931">
                  <a:moveTo>
                    <a:pt x="398" y="0"/>
                  </a:moveTo>
                  <a:cubicBezTo>
                    <a:pt x="308" y="0"/>
                    <a:pt x="221" y="39"/>
                    <a:pt x="158" y="118"/>
                  </a:cubicBezTo>
                  <a:cubicBezTo>
                    <a:pt x="0" y="276"/>
                    <a:pt x="0" y="496"/>
                    <a:pt x="158" y="622"/>
                  </a:cubicBezTo>
                  <a:cubicBezTo>
                    <a:pt x="505" y="969"/>
                    <a:pt x="977" y="1189"/>
                    <a:pt x="1450" y="1189"/>
                  </a:cubicBezTo>
                  <a:cubicBezTo>
                    <a:pt x="1922" y="1189"/>
                    <a:pt x="2458" y="969"/>
                    <a:pt x="2773" y="622"/>
                  </a:cubicBezTo>
                  <a:cubicBezTo>
                    <a:pt x="2930" y="465"/>
                    <a:pt x="2930" y="244"/>
                    <a:pt x="2773" y="118"/>
                  </a:cubicBezTo>
                  <a:cubicBezTo>
                    <a:pt x="2710" y="55"/>
                    <a:pt x="2615" y="24"/>
                    <a:pt x="2517" y="24"/>
                  </a:cubicBezTo>
                  <a:cubicBezTo>
                    <a:pt x="2418" y="24"/>
                    <a:pt x="2316" y="55"/>
                    <a:pt x="2237" y="118"/>
                  </a:cubicBezTo>
                  <a:cubicBezTo>
                    <a:pt x="2048" y="307"/>
                    <a:pt x="1733" y="433"/>
                    <a:pt x="1450" y="433"/>
                  </a:cubicBezTo>
                  <a:cubicBezTo>
                    <a:pt x="1135" y="433"/>
                    <a:pt x="883" y="307"/>
                    <a:pt x="662" y="118"/>
                  </a:cubicBezTo>
                  <a:cubicBezTo>
                    <a:pt x="583" y="39"/>
                    <a:pt x="489" y="0"/>
                    <a:pt x="39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3" name="Google Shape;3073;p46"/>
            <p:cNvSpPr/>
            <p:nvPr/>
          </p:nvSpPr>
          <p:spPr>
            <a:xfrm>
              <a:off x="-52411400" y="2463275"/>
              <a:ext cx="17350" cy="17350"/>
            </a:xfrm>
            <a:custGeom>
              <a:rect b="b" l="l" r="r" t="t"/>
              <a:pathLst>
                <a:path extrusionOk="0" h="694" w="694">
                  <a:moveTo>
                    <a:pt x="347" y="1"/>
                  </a:moveTo>
                  <a:cubicBezTo>
                    <a:pt x="158" y="1"/>
                    <a:pt x="0" y="158"/>
                    <a:pt x="0" y="347"/>
                  </a:cubicBezTo>
                  <a:cubicBezTo>
                    <a:pt x="0" y="536"/>
                    <a:pt x="158" y="694"/>
                    <a:pt x="347" y="694"/>
                  </a:cubicBezTo>
                  <a:cubicBezTo>
                    <a:pt x="536" y="694"/>
                    <a:pt x="694" y="536"/>
                    <a:pt x="694" y="347"/>
                  </a:cubicBezTo>
                  <a:cubicBezTo>
                    <a:pt x="694"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4" name="Google Shape;3074;p46"/>
            <p:cNvSpPr/>
            <p:nvPr/>
          </p:nvSpPr>
          <p:spPr>
            <a:xfrm>
              <a:off x="-52336575" y="2463275"/>
              <a:ext cx="17350" cy="17350"/>
            </a:xfrm>
            <a:custGeom>
              <a:rect b="b" l="l" r="r" t="t"/>
              <a:pathLst>
                <a:path extrusionOk="0" h="694" w="694">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5" name="Google Shape;3075;p46"/>
            <p:cNvSpPr/>
            <p:nvPr/>
          </p:nvSpPr>
          <p:spPr>
            <a:xfrm>
              <a:off x="-52505925" y="2295525"/>
              <a:ext cx="299325" cy="317425"/>
            </a:xfrm>
            <a:custGeom>
              <a:rect b="b" l="l" r="r" t="t"/>
              <a:pathLst>
                <a:path extrusionOk="0" h="12697" w="11973">
                  <a:moveTo>
                    <a:pt x="8046" y="1489"/>
                  </a:moveTo>
                  <a:cubicBezTo>
                    <a:pt x="8121" y="1489"/>
                    <a:pt x="8192" y="1497"/>
                    <a:pt x="8255" y="1513"/>
                  </a:cubicBezTo>
                  <a:cubicBezTo>
                    <a:pt x="8224" y="1639"/>
                    <a:pt x="8224" y="1765"/>
                    <a:pt x="8224" y="1859"/>
                  </a:cubicBezTo>
                  <a:lnTo>
                    <a:pt x="8224" y="2080"/>
                  </a:lnTo>
                  <a:cubicBezTo>
                    <a:pt x="7909" y="1828"/>
                    <a:pt x="7499" y="1670"/>
                    <a:pt x="7121" y="1607"/>
                  </a:cubicBezTo>
                  <a:cubicBezTo>
                    <a:pt x="7341" y="1513"/>
                    <a:pt x="7594" y="1513"/>
                    <a:pt x="7814" y="1513"/>
                  </a:cubicBezTo>
                  <a:cubicBezTo>
                    <a:pt x="7893" y="1497"/>
                    <a:pt x="7972" y="1489"/>
                    <a:pt x="8046" y="1489"/>
                  </a:cubicBezTo>
                  <a:close/>
                  <a:moveTo>
                    <a:pt x="9326" y="914"/>
                  </a:moveTo>
                  <a:cubicBezTo>
                    <a:pt x="9484" y="1071"/>
                    <a:pt x="9610" y="1261"/>
                    <a:pt x="9673" y="1544"/>
                  </a:cubicBezTo>
                  <a:cubicBezTo>
                    <a:pt x="9452" y="1796"/>
                    <a:pt x="9232" y="2111"/>
                    <a:pt x="9137" y="2458"/>
                  </a:cubicBezTo>
                  <a:cubicBezTo>
                    <a:pt x="9043" y="2269"/>
                    <a:pt x="8980" y="2080"/>
                    <a:pt x="8980" y="1859"/>
                  </a:cubicBezTo>
                  <a:cubicBezTo>
                    <a:pt x="8980" y="1513"/>
                    <a:pt x="9137" y="1198"/>
                    <a:pt x="9326" y="914"/>
                  </a:cubicBezTo>
                  <a:close/>
                  <a:moveTo>
                    <a:pt x="11122" y="1513"/>
                  </a:moveTo>
                  <a:lnTo>
                    <a:pt x="11122" y="1513"/>
                  </a:lnTo>
                  <a:cubicBezTo>
                    <a:pt x="11028" y="2174"/>
                    <a:pt x="10460" y="2741"/>
                    <a:pt x="9767" y="2899"/>
                  </a:cubicBezTo>
                  <a:cubicBezTo>
                    <a:pt x="9925" y="2174"/>
                    <a:pt x="10460" y="1670"/>
                    <a:pt x="11122" y="1513"/>
                  </a:cubicBezTo>
                  <a:close/>
                  <a:moveTo>
                    <a:pt x="6365" y="2237"/>
                  </a:moveTo>
                  <a:cubicBezTo>
                    <a:pt x="7404" y="2237"/>
                    <a:pt x="8287" y="2836"/>
                    <a:pt x="8728" y="3718"/>
                  </a:cubicBezTo>
                  <a:lnTo>
                    <a:pt x="8602" y="3718"/>
                  </a:lnTo>
                  <a:cubicBezTo>
                    <a:pt x="7972" y="3718"/>
                    <a:pt x="7499" y="4222"/>
                    <a:pt x="7499" y="4821"/>
                  </a:cubicBezTo>
                  <a:lnTo>
                    <a:pt x="7499" y="5167"/>
                  </a:lnTo>
                  <a:lnTo>
                    <a:pt x="3025" y="5167"/>
                  </a:lnTo>
                  <a:cubicBezTo>
                    <a:pt x="2206" y="5167"/>
                    <a:pt x="1513" y="4506"/>
                    <a:pt x="1513" y="3686"/>
                  </a:cubicBezTo>
                  <a:cubicBezTo>
                    <a:pt x="1513" y="2899"/>
                    <a:pt x="2206" y="2237"/>
                    <a:pt x="3025" y="2237"/>
                  </a:cubicBezTo>
                  <a:close/>
                  <a:moveTo>
                    <a:pt x="10397" y="3497"/>
                  </a:moveTo>
                  <a:cubicBezTo>
                    <a:pt x="10429" y="3686"/>
                    <a:pt x="10460" y="3875"/>
                    <a:pt x="10460" y="4064"/>
                  </a:cubicBezTo>
                  <a:cubicBezTo>
                    <a:pt x="10460" y="4537"/>
                    <a:pt x="10334" y="4978"/>
                    <a:pt x="10114" y="5388"/>
                  </a:cubicBezTo>
                  <a:cubicBezTo>
                    <a:pt x="9956" y="5608"/>
                    <a:pt x="10145" y="5923"/>
                    <a:pt x="10429" y="5923"/>
                  </a:cubicBezTo>
                  <a:lnTo>
                    <a:pt x="10460" y="5923"/>
                  </a:lnTo>
                  <a:cubicBezTo>
                    <a:pt x="10870" y="5923"/>
                    <a:pt x="11217" y="6238"/>
                    <a:pt x="11217" y="6679"/>
                  </a:cubicBezTo>
                  <a:cubicBezTo>
                    <a:pt x="11217" y="7120"/>
                    <a:pt x="10902" y="7435"/>
                    <a:pt x="10460" y="7435"/>
                  </a:cubicBezTo>
                  <a:lnTo>
                    <a:pt x="9704" y="7435"/>
                  </a:lnTo>
                  <a:lnTo>
                    <a:pt x="9704" y="4821"/>
                  </a:lnTo>
                  <a:cubicBezTo>
                    <a:pt x="9704" y="4443"/>
                    <a:pt x="9641" y="4033"/>
                    <a:pt x="9515" y="3686"/>
                  </a:cubicBezTo>
                  <a:cubicBezTo>
                    <a:pt x="9830" y="3655"/>
                    <a:pt x="10114" y="3592"/>
                    <a:pt x="10397" y="3497"/>
                  </a:cubicBezTo>
                  <a:close/>
                  <a:moveTo>
                    <a:pt x="1513" y="6679"/>
                  </a:moveTo>
                  <a:lnTo>
                    <a:pt x="1513" y="8160"/>
                  </a:lnTo>
                  <a:cubicBezTo>
                    <a:pt x="1104" y="8160"/>
                    <a:pt x="789" y="7845"/>
                    <a:pt x="789" y="7435"/>
                  </a:cubicBezTo>
                  <a:cubicBezTo>
                    <a:pt x="789" y="7026"/>
                    <a:pt x="1135" y="6679"/>
                    <a:pt x="1513" y="6679"/>
                  </a:cubicBezTo>
                  <a:close/>
                  <a:moveTo>
                    <a:pt x="8570" y="4474"/>
                  </a:moveTo>
                  <a:cubicBezTo>
                    <a:pt x="8759" y="4474"/>
                    <a:pt x="8917" y="4632"/>
                    <a:pt x="8917" y="4821"/>
                  </a:cubicBezTo>
                  <a:cubicBezTo>
                    <a:pt x="8980" y="4978"/>
                    <a:pt x="8980" y="8412"/>
                    <a:pt x="8980" y="8570"/>
                  </a:cubicBezTo>
                  <a:cubicBezTo>
                    <a:pt x="8980" y="10460"/>
                    <a:pt x="7467" y="11972"/>
                    <a:pt x="5609" y="11972"/>
                  </a:cubicBezTo>
                  <a:cubicBezTo>
                    <a:pt x="3781" y="11972"/>
                    <a:pt x="2269" y="10460"/>
                    <a:pt x="2269" y="8570"/>
                  </a:cubicBezTo>
                  <a:lnTo>
                    <a:pt x="2269" y="5797"/>
                  </a:lnTo>
                  <a:cubicBezTo>
                    <a:pt x="2521" y="5892"/>
                    <a:pt x="2742" y="5923"/>
                    <a:pt x="3025" y="5923"/>
                  </a:cubicBezTo>
                  <a:lnTo>
                    <a:pt x="7877" y="5923"/>
                  </a:lnTo>
                  <a:cubicBezTo>
                    <a:pt x="8066" y="5923"/>
                    <a:pt x="8224" y="5766"/>
                    <a:pt x="8224" y="5577"/>
                  </a:cubicBezTo>
                  <a:lnTo>
                    <a:pt x="8224" y="4821"/>
                  </a:lnTo>
                  <a:cubicBezTo>
                    <a:pt x="8224" y="4632"/>
                    <a:pt x="8381" y="4474"/>
                    <a:pt x="8570" y="4474"/>
                  </a:cubicBezTo>
                  <a:close/>
                  <a:moveTo>
                    <a:pt x="9358" y="0"/>
                  </a:moveTo>
                  <a:cubicBezTo>
                    <a:pt x="9271" y="0"/>
                    <a:pt x="9185" y="32"/>
                    <a:pt x="9106" y="95"/>
                  </a:cubicBezTo>
                  <a:cubicBezTo>
                    <a:pt x="9043" y="95"/>
                    <a:pt x="8791" y="378"/>
                    <a:pt x="8539" y="819"/>
                  </a:cubicBezTo>
                  <a:cubicBezTo>
                    <a:pt x="8318" y="756"/>
                    <a:pt x="8098" y="725"/>
                    <a:pt x="7877" y="725"/>
                  </a:cubicBezTo>
                  <a:cubicBezTo>
                    <a:pt x="7089" y="725"/>
                    <a:pt x="6365" y="1008"/>
                    <a:pt x="5735" y="1481"/>
                  </a:cubicBezTo>
                  <a:lnTo>
                    <a:pt x="2994" y="1481"/>
                  </a:lnTo>
                  <a:cubicBezTo>
                    <a:pt x="1765" y="1481"/>
                    <a:pt x="757" y="2458"/>
                    <a:pt x="757" y="3718"/>
                  </a:cubicBezTo>
                  <a:cubicBezTo>
                    <a:pt x="757" y="4379"/>
                    <a:pt x="1072" y="5010"/>
                    <a:pt x="1545" y="5419"/>
                  </a:cubicBezTo>
                  <a:cubicBezTo>
                    <a:pt x="1482" y="5451"/>
                    <a:pt x="1482" y="5545"/>
                    <a:pt x="1482" y="5577"/>
                  </a:cubicBezTo>
                  <a:lnTo>
                    <a:pt x="1482" y="5923"/>
                  </a:lnTo>
                  <a:cubicBezTo>
                    <a:pt x="662" y="5923"/>
                    <a:pt x="1" y="6585"/>
                    <a:pt x="1" y="7435"/>
                  </a:cubicBezTo>
                  <a:cubicBezTo>
                    <a:pt x="1" y="8255"/>
                    <a:pt x="662" y="8916"/>
                    <a:pt x="1482" y="8916"/>
                  </a:cubicBezTo>
                  <a:cubicBezTo>
                    <a:pt x="1702" y="10996"/>
                    <a:pt x="3435" y="12697"/>
                    <a:pt x="5577" y="12697"/>
                  </a:cubicBezTo>
                  <a:cubicBezTo>
                    <a:pt x="7877" y="12697"/>
                    <a:pt x="9673" y="10806"/>
                    <a:pt x="9673" y="8570"/>
                  </a:cubicBezTo>
                  <a:lnTo>
                    <a:pt x="9673" y="8223"/>
                  </a:lnTo>
                  <a:lnTo>
                    <a:pt x="10429" y="8223"/>
                  </a:lnTo>
                  <a:cubicBezTo>
                    <a:pt x="11248" y="8223"/>
                    <a:pt x="11941" y="7530"/>
                    <a:pt x="11941" y="6711"/>
                  </a:cubicBezTo>
                  <a:cubicBezTo>
                    <a:pt x="11973" y="6049"/>
                    <a:pt x="11563" y="5482"/>
                    <a:pt x="10965" y="5293"/>
                  </a:cubicBezTo>
                  <a:cubicBezTo>
                    <a:pt x="11122" y="4915"/>
                    <a:pt x="11217" y="4506"/>
                    <a:pt x="11217" y="4064"/>
                  </a:cubicBezTo>
                  <a:cubicBezTo>
                    <a:pt x="11217" y="3718"/>
                    <a:pt x="11185" y="3403"/>
                    <a:pt x="11059" y="3056"/>
                  </a:cubicBezTo>
                  <a:cubicBezTo>
                    <a:pt x="11626" y="2584"/>
                    <a:pt x="11973" y="1859"/>
                    <a:pt x="11973" y="1071"/>
                  </a:cubicBezTo>
                  <a:cubicBezTo>
                    <a:pt x="11973" y="882"/>
                    <a:pt x="11815" y="725"/>
                    <a:pt x="11626" y="725"/>
                  </a:cubicBezTo>
                  <a:cubicBezTo>
                    <a:pt x="11154" y="725"/>
                    <a:pt x="10713" y="851"/>
                    <a:pt x="10303" y="1071"/>
                  </a:cubicBezTo>
                  <a:cubicBezTo>
                    <a:pt x="10082" y="504"/>
                    <a:pt x="9641" y="95"/>
                    <a:pt x="9610" y="95"/>
                  </a:cubicBezTo>
                  <a:cubicBezTo>
                    <a:pt x="9531" y="32"/>
                    <a:pt x="9444" y="0"/>
                    <a:pt x="935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76" name="Google Shape;3076;p46"/>
          <p:cNvGrpSpPr/>
          <p:nvPr/>
        </p:nvGrpSpPr>
        <p:grpSpPr>
          <a:xfrm>
            <a:off x="7717879" y="3733629"/>
            <a:ext cx="261925" cy="298081"/>
            <a:chOff x="-52494100" y="2686975"/>
            <a:chExt cx="279625" cy="318225"/>
          </a:xfrm>
        </p:grpSpPr>
        <p:sp>
          <p:nvSpPr>
            <p:cNvPr id="3077" name="Google Shape;3077;p46"/>
            <p:cNvSpPr/>
            <p:nvPr/>
          </p:nvSpPr>
          <p:spPr>
            <a:xfrm>
              <a:off x="-52391700" y="2919525"/>
              <a:ext cx="72475" cy="28950"/>
            </a:xfrm>
            <a:custGeom>
              <a:rect b="b" l="l" r="r" t="t"/>
              <a:pathLst>
                <a:path extrusionOk="0" h="1158" w="2899">
                  <a:moveTo>
                    <a:pt x="386" y="0"/>
                  </a:moveTo>
                  <a:cubicBezTo>
                    <a:pt x="291" y="0"/>
                    <a:pt x="205" y="39"/>
                    <a:pt x="158" y="118"/>
                  </a:cubicBezTo>
                  <a:cubicBezTo>
                    <a:pt x="0" y="276"/>
                    <a:pt x="0" y="496"/>
                    <a:pt x="158" y="622"/>
                  </a:cubicBezTo>
                  <a:cubicBezTo>
                    <a:pt x="504" y="969"/>
                    <a:pt x="977" y="1158"/>
                    <a:pt x="1449" y="1158"/>
                  </a:cubicBezTo>
                  <a:cubicBezTo>
                    <a:pt x="1922" y="1158"/>
                    <a:pt x="2426" y="969"/>
                    <a:pt x="2741" y="622"/>
                  </a:cubicBezTo>
                  <a:cubicBezTo>
                    <a:pt x="2898" y="465"/>
                    <a:pt x="2898" y="213"/>
                    <a:pt x="2741" y="118"/>
                  </a:cubicBezTo>
                  <a:cubicBezTo>
                    <a:pt x="2662" y="39"/>
                    <a:pt x="2568" y="0"/>
                    <a:pt x="2477" y="0"/>
                  </a:cubicBezTo>
                  <a:cubicBezTo>
                    <a:pt x="2387" y="0"/>
                    <a:pt x="2300" y="39"/>
                    <a:pt x="2237" y="118"/>
                  </a:cubicBezTo>
                  <a:cubicBezTo>
                    <a:pt x="2048" y="307"/>
                    <a:pt x="1733" y="433"/>
                    <a:pt x="1449" y="433"/>
                  </a:cubicBezTo>
                  <a:cubicBezTo>
                    <a:pt x="1134" y="433"/>
                    <a:pt x="851" y="307"/>
                    <a:pt x="662" y="118"/>
                  </a:cubicBezTo>
                  <a:cubicBezTo>
                    <a:pt x="583" y="39"/>
                    <a:pt x="480" y="0"/>
                    <a:pt x="3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8" name="Google Shape;3078;p46"/>
            <p:cNvSpPr/>
            <p:nvPr/>
          </p:nvSpPr>
          <p:spPr>
            <a:xfrm>
              <a:off x="-52401950" y="2856300"/>
              <a:ext cx="18125" cy="17350"/>
            </a:xfrm>
            <a:custGeom>
              <a:rect b="b" l="l" r="r" t="t"/>
              <a:pathLst>
                <a:path extrusionOk="0" h="694" w="725">
                  <a:moveTo>
                    <a:pt x="379" y="1"/>
                  </a:moveTo>
                  <a:cubicBezTo>
                    <a:pt x="158" y="1"/>
                    <a:pt x="0" y="158"/>
                    <a:pt x="0" y="347"/>
                  </a:cubicBezTo>
                  <a:cubicBezTo>
                    <a:pt x="0" y="536"/>
                    <a:pt x="158" y="694"/>
                    <a:pt x="379" y="694"/>
                  </a:cubicBezTo>
                  <a:cubicBezTo>
                    <a:pt x="568" y="694"/>
                    <a:pt x="725" y="536"/>
                    <a:pt x="725" y="347"/>
                  </a:cubicBezTo>
                  <a:cubicBezTo>
                    <a:pt x="725" y="158"/>
                    <a:pt x="568" y="1"/>
                    <a:pt x="37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9" name="Google Shape;3079;p46"/>
            <p:cNvSpPr/>
            <p:nvPr/>
          </p:nvSpPr>
          <p:spPr>
            <a:xfrm>
              <a:off x="-52327925" y="2855525"/>
              <a:ext cx="18925" cy="17350"/>
            </a:xfrm>
            <a:custGeom>
              <a:rect b="b" l="l" r="r" t="t"/>
              <a:pathLst>
                <a:path extrusionOk="0" h="694" w="757">
                  <a:moveTo>
                    <a:pt x="347" y="0"/>
                  </a:moveTo>
                  <a:cubicBezTo>
                    <a:pt x="158" y="0"/>
                    <a:pt x="1" y="158"/>
                    <a:pt x="1" y="347"/>
                  </a:cubicBezTo>
                  <a:cubicBezTo>
                    <a:pt x="1" y="536"/>
                    <a:pt x="158" y="693"/>
                    <a:pt x="347" y="693"/>
                  </a:cubicBezTo>
                  <a:cubicBezTo>
                    <a:pt x="537" y="693"/>
                    <a:pt x="694" y="536"/>
                    <a:pt x="694" y="347"/>
                  </a:cubicBezTo>
                  <a:cubicBezTo>
                    <a:pt x="757" y="189"/>
                    <a:pt x="600"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0" name="Google Shape;3080;p46"/>
            <p:cNvSpPr/>
            <p:nvPr/>
          </p:nvSpPr>
          <p:spPr>
            <a:xfrm>
              <a:off x="-52494100" y="2686975"/>
              <a:ext cx="279625" cy="318225"/>
            </a:xfrm>
            <a:custGeom>
              <a:rect b="b" l="l" r="r" t="t"/>
              <a:pathLst>
                <a:path extrusionOk="0" h="12729" w="11185">
                  <a:moveTo>
                    <a:pt x="8538" y="756"/>
                  </a:moveTo>
                  <a:cubicBezTo>
                    <a:pt x="8727" y="756"/>
                    <a:pt x="8885" y="914"/>
                    <a:pt x="8885" y="1103"/>
                  </a:cubicBezTo>
                  <a:lnTo>
                    <a:pt x="8885" y="2269"/>
                  </a:lnTo>
                  <a:lnTo>
                    <a:pt x="2143" y="2269"/>
                  </a:lnTo>
                  <a:lnTo>
                    <a:pt x="2143" y="1103"/>
                  </a:lnTo>
                  <a:cubicBezTo>
                    <a:pt x="2143" y="914"/>
                    <a:pt x="2300" y="756"/>
                    <a:pt x="2552" y="756"/>
                  </a:cubicBezTo>
                  <a:close/>
                  <a:moveTo>
                    <a:pt x="5545" y="3025"/>
                  </a:moveTo>
                  <a:cubicBezTo>
                    <a:pt x="5734" y="3025"/>
                    <a:pt x="5892" y="3182"/>
                    <a:pt x="5892" y="3371"/>
                  </a:cubicBezTo>
                  <a:cubicBezTo>
                    <a:pt x="5892" y="3592"/>
                    <a:pt x="5734" y="3749"/>
                    <a:pt x="5545" y="3749"/>
                  </a:cubicBezTo>
                  <a:cubicBezTo>
                    <a:pt x="5356" y="3749"/>
                    <a:pt x="5199" y="3592"/>
                    <a:pt x="5199" y="3371"/>
                  </a:cubicBezTo>
                  <a:cubicBezTo>
                    <a:pt x="5199" y="3182"/>
                    <a:pt x="5356" y="3025"/>
                    <a:pt x="5545" y="3025"/>
                  </a:cubicBezTo>
                  <a:close/>
                  <a:moveTo>
                    <a:pt x="4474" y="3025"/>
                  </a:moveTo>
                  <a:cubicBezTo>
                    <a:pt x="4443" y="3151"/>
                    <a:pt x="4411" y="3277"/>
                    <a:pt x="4411" y="3434"/>
                  </a:cubicBezTo>
                  <a:cubicBezTo>
                    <a:pt x="4411" y="3529"/>
                    <a:pt x="4443" y="3655"/>
                    <a:pt x="4474" y="3781"/>
                  </a:cubicBezTo>
                  <a:lnTo>
                    <a:pt x="2206" y="3781"/>
                  </a:lnTo>
                  <a:lnTo>
                    <a:pt x="2206" y="3025"/>
                  </a:lnTo>
                  <a:close/>
                  <a:moveTo>
                    <a:pt x="8853" y="3056"/>
                  </a:moveTo>
                  <a:lnTo>
                    <a:pt x="8853" y="3812"/>
                  </a:lnTo>
                  <a:lnTo>
                    <a:pt x="6553" y="3812"/>
                  </a:lnTo>
                  <a:lnTo>
                    <a:pt x="6553" y="3781"/>
                  </a:lnTo>
                  <a:cubicBezTo>
                    <a:pt x="6616" y="3655"/>
                    <a:pt x="6648" y="3529"/>
                    <a:pt x="6648" y="3434"/>
                  </a:cubicBezTo>
                  <a:cubicBezTo>
                    <a:pt x="6648" y="3308"/>
                    <a:pt x="6616" y="3151"/>
                    <a:pt x="6553" y="3056"/>
                  </a:cubicBezTo>
                  <a:close/>
                  <a:moveTo>
                    <a:pt x="9601" y="4568"/>
                  </a:moveTo>
                  <a:cubicBezTo>
                    <a:pt x="9503" y="4903"/>
                    <a:pt x="9317" y="5207"/>
                    <a:pt x="9042" y="5482"/>
                  </a:cubicBezTo>
                  <a:cubicBezTo>
                    <a:pt x="8763" y="5736"/>
                    <a:pt x="8382" y="5887"/>
                    <a:pt x="7997" y="5887"/>
                  </a:cubicBezTo>
                  <a:cubicBezTo>
                    <a:pt x="7904" y="5887"/>
                    <a:pt x="7811" y="5878"/>
                    <a:pt x="7719" y="5860"/>
                  </a:cubicBezTo>
                  <a:cubicBezTo>
                    <a:pt x="6207" y="5640"/>
                    <a:pt x="4758" y="5199"/>
                    <a:pt x="3434" y="4568"/>
                  </a:cubicBezTo>
                  <a:close/>
                  <a:moveTo>
                    <a:pt x="1418" y="6742"/>
                  </a:moveTo>
                  <a:lnTo>
                    <a:pt x="1418" y="8223"/>
                  </a:lnTo>
                  <a:cubicBezTo>
                    <a:pt x="1009" y="8223"/>
                    <a:pt x="662" y="7908"/>
                    <a:pt x="662" y="7467"/>
                  </a:cubicBezTo>
                  <a:cubicBezTo>
                    <a:pt x="662" y="7089"/>
                    <a:pt x="1009" y="6742"/>
                    <a:pt x="1418" y="6742"/>
                  </a:cubicBezTo>
                  <a:close/>
                  <a:moveTo>
                    <a:pt x="9641" y="6742"/>
                  </a:moveTo>
                  <a:cubicBezTo>
                    <a:pt x="10019" y="6742"/>
                    <a:pt x="10397" y="7057"/>
                    <a:pt x="10397" y="7467"/>
                  </a:cubicBezTo>
                  <a:cubicBezTo>
                    <a:pt x="10397" y="7908"/>
                    <a:pt x="10019" y="8223"/>
                    <a:pt x="9641" y="8223"/>
                  </a:cubicBezTo>
                  <a:lnTo>
                    <a:pt x="9641" y="6742"/>
                  </a:lnTo>
                  <a:close/>
                  <a:moveTo>
                    <a:pt x="2143" y="4757"/>
                  </a:moveTo>
                  <a:lnTo>
                    <a:pt x="2741" y="5072"/>
                  </a:lnTo>
                  <a:cubicBezTo>
                    <a:pt x="4254" y="5829"/>
                    <a:pt x="5860" y="6333"/>
                    <a:pt x="7562" y="6616"/>
                  </a:cubicBezTo>
                  <a:cubicBezTo>
                    <a:pt x="7667" y="6633"/>
                    <a:pt x="7777" y="6640"/>
                    <a:pt x="7889" y="6640"/>
                  </a:cubicBezTo>
                  <a:cubicBezTo>
                    <a:pt x="8211" y="6640"/>
                    <a:pt x="8550" y="6576"/>
                    <a:pt x="8853" y="6459"/>
                  </a:cubicBezTo>
                  <a:lnTo>
                    <a:pt x="8853" y="8664"/>
                  </a:lnTo>
                  <a:cubicBezTo>
                    <a:pt x="8885" y="10460"/>
                    <a:pt x="7341" y="11972"/>
                    <a:pt x="5514" y="11972"/>
                  </a:cubicBezTo>
                  <a:cubicBezTo>
                    <a:pt x="3655" y="11972"/>
                    <a:pt x="2143" y="10460"/>
                    <a:pt x="2143" y="8633"/>
                  </a:cubicBezTo>
                  <a:lnTo>
                    <a:pt x="2143" y="4757"/>
                  </a:lnTo>
                  <a:close/>
                  <a:moveTo>
                    <a:pt x="2584" y="0"/>
                  </a:moveTo>
                  <a:cubicBezTo>
                    <a:pt x="1954" y="0"/>
                    <a:pt x="1481" y="504"/>
                    <a:pt x="1481" y="1103"/>
                  </a:cubicBezTo>
                  <a:lnTo>
                    <a:pt x="1481" y="5986"/>
                  </a:lnTo>
                  <a:cubicBezTo>
                    <a:pt x="662" y="5986"/>
                    <a:pt x="0" y="6648"/>
                    <a:pt x="0" y="7467"/>
                  </a:cubicBezTo>
                  <a:cubicBezTo>
                    <a:pt x="0" y="8317"/>
                    <a:pt x="662" y="8979"/>
                    <a:pt x="1481" y="8979"/>
                  </a:cubicBezTo>
                  <a:cubicBezTo>
                    <a:pt x="1670" y="11058"/>
                    <a:pt x="3466" y="12728"/>
                    <a:pt x="5577" y="12728"/>
                  </a:cubicBezTo>
                  <a:cubicBezTo>
                    <a:pt x="7719" y="12728"/>
                    <a:pt x="9483" y="11058"/>
                    <a:pt x="9672" y="8979"/>
                  </a:cubicBezTo>
                  <a:cubicBezTo>
                    <a:pt x="10492" y="8979"/>
                    <a:pt x="11185" y="8317"/>
                    <a:pt x="11185" y="7467"/>
                  </a:cubicBezTo>
                  <a:cubicBezTo>
                    <a:pt x="11122" y="6679"/>
                    <a:pt x="10460" y="6018"/>
                    <a:pt x="9641" y="6018"/>
                  </a:cubicBezTo>
                  <a:lnTo>
                    <a:pt x="9641" y="5892"/>
                  </a:lnTo>
                  <a:cubicBezTo>
                    <a:pt x="10113" y="5419"/>
                    <a:pt x="10397" y="4789"/>
                    <a:pt x="10397" y="4127"/>
                  </a:cubicBezTo>
                  <a:cubicBezTo>
                    <a:pt x="10397" y="3938"/>
                    <a:pt x="10240" y="3781"/>
                    <a:pt x="10019" y="3781"/>
                  </a:cubicBezTo>
                  <a:lnTo>
                    <a:pt x="9672" y="3781"/>
                  </a:lnTo>
                  <a:lnTo>
                    <a:pt x="9672" y="1103"/>
                  </a:lnTo>
                  <a:cubicBezTo>
                    <a:pt x="9672" y="473"/>
                    <a:pt x="9168" y="0"/>
                    <a:pt x="857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81" name="Google Shape;3081;p46"/>
          <p:cNvGrpSpPr/>
          <p:nvPr/>
        </p:nvGrpSpPr>
        <p:grpSpPr>
          <a:xfrm>
            <a:off x="5533097" y="4169235"/>
            <a:ext cx="260449" cy="298081"/>
            <a:chOff x="-51708850" y="2305750"/>
            <a:chExt cx="278050" cy="318225"/>
          </a:xfrm>
        </p:grpSpPr>
        <p:sp>
          <p:nvSpPr>
            <p:cNvPr id="3082" name="Google Shape;3082;p46"/>
            <p:cNvSpPr/>
            <p:nvPr/>
          </p:nvSpPr>
          <p:spPr>
            <a:xfrm>
              <a:off x="-51617475" y="2455400"/>
              <a:ext cx="18125" cy="18150"/>
            </a:xfrm>
            <a:custGeom>
              <a:rect b="b" l="l" r="r" t="t"/>
              <a:pathLst>
                <a:path extrusionOk="0" h="726" w="725">
                  <a:moveTo>
                    <a:pt x="378" y="1"/>
                  </a:moveTo>
                  <a:cubicBezTo>
                    <a:pt x="189" y="1"/>
                    <a:pt x="0" y="158"/>
                    <a:pt x="0" y="347"/>
                  </a:cubicBezTo>
                  <a:cubicBezTo>
                    <a:pt x="0" y="536"/>
                    <a:pt x="189" y="725"/>
                    <a:pt x="378" y="725"/>
                  </a:cubicBezTo>
                  <a:cubicBezTo>
                    <a:pt x="568" y="725"/>
                    <a:pt x="725" y="536"/>
                    <a:pt x="725" y="347"/>
                  </a:cubicBezTo>
                  <a:cubicBezTo>
                    <a:pt x="725" y="158"/>
                    <a:pt x="568" y="1"/>
                    <a:pt x="37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3" name="Google Shape;3083;p46"/>
            <p:cNvSpPr/>
            <p:nvPr/>
          </p:nvSpPr>
          <p:spPr>
            <a:xfrm>
              <a:off x="-51541875" y="2455400"/>
              <a:ext cx="17350" cy="18150"/>
            </a:xfrm>
            <a:custGeom>
              <a:rect b="b" l="l" r="r" t="t"/>
              <a:pathLst>
                <a:path extrusionOk="0" h="726" w="694">
                  <a:moveTo>
                    <a:pt x="347" y="1"/>
                  </a:moveTo>
                  <a:cubicBezTo>
                    <a:pt x="158" y="1"/>
                    <a:pt x="1" y="158"/>
                    <a:pt x="1" y="347"/>
                  </a:cubicBezTo>
                  <a:cubicBezTo>
                    <a:pt x="1" y="536"/>
                    <a:pt x="158" y="725"/>
                    <a:pt x="347" y="725"/>
                  </a:cubicBezTo>
                  <a:cubicBezTo>
                    <a:pt x="536" y="725"/>
                    <a:pt x="694" y="536"/>
                    <a:pt x="694" y="347"/>
                  </a:cubicBezTo>
                  <a:cubicBezTo>
                    <a:pt x="694"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4" name="Google Shape;3084;p46"/>
            <p:cNvSpPr/>
            <p:nvPr/>
          </p:nvSpPr>
          <p:spPr>
            <a:xfrm>
              <a:off x="-51708850" y="2305750"/>
              <a:ext cx="278050" cy="318225"/>
            </a:xfrm>
            <a:custGeom>
              <a:rect b="b" l="l" r="r" t="t"/>
              <a:pathLst>
                <a:path extrusionOk="0" h="12729" w="11122">
                  <a:moveTo>
                    <a:pt x="1765" y="725"/>
                  </a:moveTo>
                  <a:cubicBezTo>
                    <a:pt x="1986" y="725"/>
                    <a:pt x="2143" y="883"/>
                    <a:pt x="2143" y="1072"/>
                  </a:cubicBezTo>
                  <a:cubicBezTo>
                    <a:pt x="2143" y="1261"/>
                    <a:pt x="1986" y="1419"/>
                    <a:pt x="1765" y="1419"/>
                  </a:cubicBezTo>
                  <a:cubicBezTo>
                    <a:pt x="1576" y="1419"/>
                    <a:pt x="1419" y="1261"/>
                    <a:pt x="1419" y="1072"/>
                  </a:cubicBezTo>
                  <a:cubicBezTo>
                    <a:pt x="1419" y="915"/>
                    <a:pt x="1576" y="725"/>
                    <a:pt x="1765" y="725"/>
                  </a:cubicBezTo>
                  <a:close/>
                  <a:moveTo>
                    <a:pt x="5514" y="725"/>
                  </a:moveTo>
                  <a:cubicBezTo>
                    <a:pt x="5703" y="725"/>
                    <a:pt x="5861" y="883"/>
                    <a:pt x="5861" y="1072"/>
                  </a:cubicBezTo>
                  <a:cubicBezTo>
                    <a:pt x="5861" y="1261"/>
                    <a:pt x="5703" y="1419"/>
                    <a:pt x="5514" y="1419"/>
                  </a:cubicBezTo>
                  <a:cubicBezTo>
                    <a:pt x="5325" y="1419"/>
                    <a:pt x="5168" y="1261"/>
                    <a:pt x="5168" y="1072"/>
                  </a:cubicBezTo>
                  <a:cubicBezTo>
                    <a:pt x="5136" y="915"/>
                    <a:pt x="5294" y="725"/>
                    <a:pt x="5514" y="725"/>
                  </a:cubicBezTo>
                  <a:close/>
                  <a:moveTo>
                    <a:pt x="9232" y="725"/>
                  </a:moveTo>
                  <a:cubicBezTo>
                    <a:pt x="9421" y="725"/>
                    <a:pt x="9578" y="883"/>
                    <a:pt x="9578" y="1072"/>
                  </a:cubicBezTo>
                  <a:cubicBezTo>
                    <a:pt x="9578" y="1261"/>
                    <a:pt x="9421" y="1419"/>
                    <a:pt x="9232" y="1419"/>
                  </a:cubicBezTo>
                  <a:cubicBezTo>
                    <a:pt x="9011" y="1419"/>
                    <a:pt x="8885" y="1261"/>
                    <a:pt x="8885" y="1072"/>
                  </a:cubicBezTo>
                  <a:cubicBezTo>
                    <a:pt x="8854" y="915"/>
                    <a:pt x="9011" y="725"/>
                    <a:pt x="9232" y="725"/>
                  </a:cubicBezTo>
                  <a:close/>
                  <a:moveTo>
                    <a:pt x="5483" y="3277"/>
                  </a:moveTo>
                  <a:lnTo>
                    <a:pt x="5987" y="3781"/>
                  </a:lnTo>
                  <a:lnTo>
                    <a:pt x="5483" y="4286"/>
                  </a:lnTo>
                  <a:lnTo>
                    <a:pt x="4979" y="3781"/>
                  </a:lnTo>
                  <a:lnTo>
                    <a:pt x="5483" y="3277"/>
                  </a:lnTo>
                  <a:close/>
                  <a:moveTo>
                    <a:pt x="8602" y="2049"/>
                  </a:moveTo>
                  <a:lnTo>
                    <a:pt x="8822" y="2175"/>
                  </a:lnTo>
                  <a:lnTo>
                    <a:pt x="8822" y="4443"/>
                  </a:lnTo>
                  <a:lnTo>
                    <a:pt x="6396" y="4443"/>
                  </a:lnTo>
                  <a:lnTo>
                    <a:pt x="6837" y="4034"/>
                  </a:lnTo>
                  <a:cubicBezTo>
                    <a:pt x="6995" y="3876"/>
                    <a:pt x="6995" y="3624"/>
                    <a:pt x="6837" y="3498"/>
                  </a:cubicBezTo>
                  <a:lnTo>
                    <a:pt x="5766" y="2458"/>
                  </a:lnTo>
                  <a:cubicBezTo>
                    <a:pt x="5687" y="2380"/>
                    <a:pt x="5585" y="2340"/>
                    <a:pt x="5491" y="2340"/>
                  </a:cubicBezTo>
                  <a:cubicBezTo>
                    <a:pt x="5396" y="2340"/>
                    <a:pt x="5309" y="2380"/>
                    <a:pt x="5262" y="2458"/>
                  </a:cubicBezTo>
                  <a:lnTo>
                    <a:pt x="4191" y="3498"/>
                  </a:lnTo>
                  <a:cubicBezTo>
                    <a:pt x="4033" y="3655"/>
                    <a:pt x="4033" y="3907"/>
                    <a:pt x="4191" y="4034"/>
                  </a:cubicBezTo>
                  <a:lnTo>
                    <a:pt x="4632" y="4443"/>
                  </a:lnTo>
                  <a:lnTo>
                    <a:pt x="2175" y="4443"/>
                  </a:lnTo>
                  <a:lnTo>
                    <a:pt x="2175" y="2175"/>
                  </a:lnTo>
                  <a:lnTo>
                    <a:pt x="2427" y="2049"/>
                  </a:lnTo>
                  <a:lnTo>
                    <a:pt x="3435" y="2868"/>
                  </a:lnTo>
                  <a:cubicBezTo>
                    <a:pt x="3498" y="2931"/>
                    <a:pt x="3577" y="2962"/>
                    <a:pt x="3655" y="2962"/>
                  </a:cubicBezTo>
                  <a:cubicBezTo>
                    <a:pt x="3734" y="2962"/>
                    <a:pt x="3813" y="2931"/>
                    <a:pt x="3876" y="2868"/>
                  </a:cubicBezTo>
                  <a:lnTo>
                    <a:pt x="4884" y="2049"/>
                  </a:lnTo>
                  <a:cubicBezTo>
                    <a:pt x="5042" y="2175"/>
                    <a:pt x="5231" y="2206"/>
                    <a:pt x="5483" y="2206"/>
                  </a:cubicBezTo>
                  <a:cubicBezTo>
                    <a:pt x="5672" y="2206"/>
                    <a:pt x="5924" y="2143"/>
                    <a:pt x="6081" y="2049"/>
                  </a:cubicBezTo>
                  <a:lnTo>
                    <a:pt x="7089" y="2868"/>
                  </a:lnTo>
                  <a:cubicBezTo>
                    <a:pt x="7152" y="2931"/>
                    <a:pt x="7231" y="2962"/>
                    <a:pt x="7314" y="2962"/>
                  </a:cubicBezTo>
                  <a:cubicBezTo>
                    <a:pt x="7397" y="2962"/>
                    <a:pt x="7483" y="2931"/>
                    <a:pt x="7562" y="2868"/>
                  </a:cubicBezTo>
                  <a:lnTo>
                    <a:pt x="8602" y="2049"/>
                  </a:lnTo>
                  <a:close/>
                  <a:moveTo>
                    <a:pt x="1419" y="5199"/>
                  </a:moveTo>
                  <a:lnTo>
                    <a:pt x="1419" y="6711"/>
                  </a:lnTo>
                  <a:cubicBezTo>
                    <a:pt x="977" y="6711"/>
                    <a:pt x="662" y="6396"/>
                    <a:pt x="662" y="5955"/>
                  </a:cubicBezTo>
                  <a:cubicBezTo>
                    <a:pt x="662" y="5546"/>
                    <a:pt x="1041" y="5199"/>
                    <a:pt x="1419" y="5199"/>
                  </a:cubicBezTo>
                  <a:close/>
                  <a:moveTo>
                    <a:pt x="9610" y="5199"/>
                  </a:moveTo>
                  <a:cubicBezTo>
                    <a:pt x="10019" y="5199"/>
                    <a:pt x="10366" y="5546"/>
                    <a:pt x="10366" y="5955"/>
                  </a:cubicBezTo>
                  <a:cubicBezTo>
                    <a:pt x="10366" y="6333"/>
                    <a:pt x="10019" y="6711"/>
                    <a:pt x="9610" y="6711"/>
                  </a:cubicBezTo>
                  <a:lnTo>
                    <a:pt x="9610" y="5199"/>
                  </a:lnTo>
                  <a:close/>
                  <a:moveTo>
                    <a:pt x="8822" y="5199"/>
                  </a:moveTo>
                  <a:lnTo>
                    <a:pt x="8822" y="8602"/>
                  </a:lnTo>
                  <a:lnTo>
                    <a:pt x="8224" y="8791"/>
                  </a:lnTo>
                  <a:cubicBezTo>
                    <a:pt x="8167" y="8807"/>
                    <a:pt x="8105" y="8815"/>
                    <a:pt x="8043" y="8815"/>
                  </a:cubicBezTo>
                  <a:cubicBezTo>
                    <a:pt x="7863" y="8815"/>
                    <a:pt x="7671" y="8750"/>
                    <a:pt x="7531" y="8633"/>
                  </a:cubicBezTo>
                  <a:cubicBezTo>
                    <a:pt x="7239" y="8342"/>
                    <a:pt x="6873" y="8200"/>
                    <a:pt x="6512" y="8200"/>
                  </a:cubicBezTo>
                  <a:cubicBezTo>
                    <a:pt x="6132" y="8200"/>
                    <a:pt x="5758" y="8358"/>
                    <a:pt x="5483" y="8665"/>
                  </a:cubicBezTo>
                  <a:cubicBezTo>
                    <a:pt x="5217" y="8382"/>
                    <a:pt x="4828" y="8222"/>
                    <a:pt x="4432" y="8222"/>
                  </a:cubicBezTo>
                  <a:cubicBezTo>
                    <a:pt x="4078" y="8222"/>
                    <a:pt x="3718" y="8350"/>
                    <a:pt x="3435" y="8633"/>
                  </a:cubicBezTo>
                  <a:cubicBezTo>
                    <a:pt x="3303" y="8765"/>
                    <a:pt x="3141" y="8820"/>
                    <a:pt x="2958" y="8820"/>
                  </a:cubicBezTo>
                  <a:cubicBezTo>
                    <a:pt x="2879" y="8820"/>
                    <a:pt x="2796" y="8810"/>
                    <a:pt x="2710" y="8791"/>
                  </a:cubicBezTo>
                  <a:lnTo>
                    <a:pt x="2080" y="8602"/>
                  </a:lnTo>
                  <a:lnTo>
                    <a:pt x="2080" y="5199"/>
                  </a:lnTo>
                  <a:close/>
                  <a:moveTo>
                    <a:pt x="4442" y="8945"/>
                  </a:moveTo>
                  <a:cubicBezTo>
                    <a:pt x="4678" y="8945"/>
                    <a:pt x="4913" y="9062"/>
                    <a:pt x="5042" y="9263"/>
                  </a:cubicBezTo>
                  <a:cubicBezTo>
                    <a:pt x="4853" y="9484"/>
                    <a:pt x="4601" y="9767"/>
                    <a:pt x="4096" y="9925"/>
                  </a:cubicBezTo>
                  <a:cubicBezTo>
                    <a:pt x="3889" y="10000"/>
                    <a:pt x="3677" y="10035"/>
                    <a:pt x="3468" y="10035"/>
                  </a:cubicBezTo>
                  <a:cubicBezTo>
                    <a:pt x="2882" y="10035"/>
                    <a:pt x="2317" y="9759"/>
                    <a:pt x="1923" y="9295"/>
                  </a:cubicBezTo>
                  <a:lnTo>
                    <a:pt x="1923" y="9295"/>
                  </a:lnTo>
                  <a:lnTo>
                    <a:pt x="2521" y="9484"/>
                  </a:lnTo>
                  <a:cubicBezTo>
                    <a:pt x="2673" y="9531"/>
                    <a:pt x="2831" y="9556"/>
                    <a:pt x="2987" y="9556"/>
                  </a:cubicBezTo>
                  <a:cubicBezTo>
                    <a:pt x="3350" y="9556"/>
                    <a:pt x="3706" y="9423"/>
                    <a:pt x="3970" y="9137"/>
                  </a:cubicBezTo>
                  <a:cubicBezTo>
                    <a:pt x="4102" y="9006"/>
                    <a:pt x="4273" y="8945"/>
                    <a:pt x="4442" y="8945"/>
                  </a:cubicBezTo>
                  <a:close/>
                  <a:moveTo>
                    <a:pt x="6546" y="9022"/>
                  </a:moveTo>
                  <a:cubicBezTo>
                    <a:pt x="6718" y="9022"/>
                    <a:pt x="6892" y="9080"/>
                    <a:pt x="7026" y="9200"/>
                  </a:cubicBezTo>
                  <a:cubicBezTo>
                    <a:pt x="7299" y="9496"/>
                    <a:pt x="7671" y="9644"/>
                    <a:pt x="8046" y="9644"/>
                  </a:cubicBezTo>
                  <a:cubicBezTo>
                    <a:pt x="8191" y="9644"/>
                    <a:pt x="8336" y="9622"/>
                    <a:pt x="8476" y="9578"/>
                  </a:cubicBezTo>
                  <a:lnTo>
                    <a:pt x="9074" y="9326"/>
                  </a:lnTo>
                  <a:lnTo>
                    <a:pt x="9074" y="9326"/>
                  </a:lnTo>
                  <a:cubicBezTo>
                    <a:pt x="8677" y="9794"/>
                    <a:pt x="8107" y="10053"/>
                    <a:pt x="7517" y="10053"/>
                  </a:cubicBezTo>
                  <a:cubicBezTo>
                    <a:pt x="7312" y="10053"/>
                    <a:pt x="7104" y="10022"/>
                    <a:pt x="6900" y="9956"/>
                  </a:cubicBezTo>
                  <a:cubicBezTo>
                    <a:pt x="6428" y="9799"/>
                    <a:pt x="6144" y="9547"/>
                    <a:pt x="5955" y="9326"/>
                  </a:cubicBezTo>
                  <a:cubicBezTo>
                    <a:pt x="6082" y="9127"/>
                    <a:pt x="6313" y="9022"/>
                    <a:pt x="6546" y="9022"/>
                  </a:cubicBezTo>
                  <a:close/>
                  <a:moveTo>
                    <a:pt x="5514" y="9893"/>
                  </a:moveTo>
                  <a:cubicBezTo>
                    <a:pt x="5640" y="10019"/>
                    <a:pt x="5798" y="10177"/>
                    <a:pt x="6081" y="10334"/>
                  </a:cubicBezTo>
                  <a:cubicBezTo>
                    <a:pt x="5924" y="10397"/>
                    <a:pt x="5703" y="10492"/>
                    <a:pt x="5514" y="10492"/>
                  </a:cubicBezTo>
                  <a:cubicBezTo>
                    <a:pt x="5325" y="10492"/>
                    <a:pt x="5136" y="10429"/>
                    <a:pt x="4979" y="10334"/>
                  </a:cubicBezTo>
                  <a:cubicBezTo>
                    <a:pt x="5231" y="10177"/>
                    <a:pt x="5388" y="10019"/>
                    <a:pt x="5514" y="9893"/>
                  </a:cubicBezTo>
                  <a:close/>
                  <a:moveTo>
                    <a:pt x="6774" y="10681"/>
                  </a:moveTo>
                  <a:cubicBezTo>
                    <a:pt x="7011" y="10749"/>
                    <a:pt x="7247" y="10780"/>
                    <a:pt x="7484" y="10780"/>
                  </a:cubicBezTo>
                  <a:cubicBezTo>
                    <a:pt x="7688" y="10780"/>
                    <a:pt x="7893" y="10756"/>
                    <a:pt x="8098" y="10713"/>
                  </a:cubicBezTo>
                  <a:lnTo>
                    <a:pt x="8098" y="10713"/>
                  </a:lnTo>
                  <a:cubicBezTo>
                    <a:pt x="7499" y="11500"/>
                    <a:pt x="6554" y="11973"/>
                    <a:pt x="5514" y="11973"/>
                  </a:cubicBezTo>
                  <a:cubicBezTo>
                    <a:pt x="4506" y="11973"/>
                    <a:pt x="3498" y="11500"/>
                    <a:pt x="2868" y="10713"/>
                  </a:cubicBezTo>
                  <a:lnTo>
                    <a:pt x="2868" y="10713"/>
                  </a:lnTo>
                  <a:cubicBezTo>
                    <a:pt x="3072" y="10756"/>
                    <a:pt x="3277" y="10780"/>
                    <a:pt x="3482" y="10780"/>
                  </a:cubicBezTo>
                  <a:cubicBezTo>
                    <a:pt x="3718" y="10780"/>
                    <a:pt x="3955" y="10749"/>
                    <a:pt x="4191" y="10681"/>
                  </a:cubicBezTo>
                  <a:cubicBezTo>
                    <a:pt x="4538" y="11028"/>
                    <a:pt x="5010" y="11217"/>
                    <a:pt x="5483" y="11217"/>
                  </a:cubicBezTo>
                  <a:cubicBezTo>
                    <a:pt x="5955" y="11217"/>
                    <a:pt x="6459" y="11028"/>
                    <a:pt x="6774" y="10681"/>
                  </a:cubicBezTo>
                  <a:close/>
                  <a:moveTo>
                    <a:pt x="1860" y="1"/>
                  </a:moveTo>
                  <a:cubicBezTo>
                    <a:pt x="1261" y="1"/>
                    <a:pt x="757" y="505"/>
                    <a:pt x="757" y="1104"/>
                  </a:cubicBezTo>
                  <a:cubicBezTo>
                    <a:pt x="757" y="1576"/>
                    <a:pt x="1072" y="2017"/>
                    <a:pt x="1513" y="2175"/>
                  </a:cubicBezTo>
                  <a:lnTo>
                    <a:pt x="1513" y="4443"/>
                  </a:lnTo>
                  <a:cubicBezTo>
                    <a:pt x="662" y="4443"/>
                    <a:pt x="1" y="5105"/>
                    <a:pt x="1" y="5955"/>
                  </a:cubicBezTo>
                  <a:cubicBezTo>
                    <a:pt x="1" y="6774"/>
                    <a:pt x="662" y="7436"/>
                    <a:pt x="1513" y="7436"/>
                  </a:cubicBezTo>
                  <a:lnTo>
                    <a:pt x="1513" y="8350"/>
                  </a:lnTo>
                  <a:lnTo>
                    <a:pt x="1261" y="8287"/>
                  </a:lnTo>
                  <a:cubicBezTo>
                    <a:pt x="1214" y="8270"/>
                    <a:pt x="1168" y="8262"/>
                    <a:pt x="1124" y="8262"/>
                  </a:cubicBezTo>
                  <a:cubicBezTo>
                    <a:pt x="846" y="8262"/>
                    <a:pt x="657" y="8577"/>
                    <a:pt x="820" y="8822"/>
                  </a:cubicBezTo>
                  <a:cubicBezTo>
                    <a:pt x="1356" y="9610"/>
                    <a:pt x="1450" y="9799"/>
                    <a:pt x="1765" y="10082"/>
                  </a:cubicBezTo>
                  <a:cubicBezTo>
                    <a:pt x="2364" y="11658"/>
                    <a:pt x="3907" y="12729"/>
                    <a:pt x="5609" y="12729"/>
                  </a:cubicBezTo>
                  <a:cubicBezTo>
                    <a:pt x="7278" y="12729"/>
                    <a:pt x="8822" y="11658"/>
                    <a:pt x="9421" y="10082"/>
                  </a:cubicBezTo>
                  <a:cubicBezTo>
                    <a:pt x="9736" y="9799"/>
                    <a:pt x="9862" y="9610"/>
                    <a:pt x="10366" y="8822"/>
                  </a:cubicBezTo>
                  <a:cubicBezTo>
                    <a:pt x="10529" y="8577"/>
                    <a:pt x="10340" y="8262"/>
                    <a:pt x="10062" y="8262"/>
                  </a:cubicBezTo>
                  <a:cubicBezTo>
                    <a:pt x="10018" y="8262"/>
                    <a:pt x="9972" y="8270"/>
                    <a:pt x="9925" y="8287"/>
                  </a:cubicBezTo>
                  <a:lnTo>
                    <a:pt x="9704" y="8350"/>
                  </a:lnTo>
                  <a:lnTo>
                    <a:pt x="9704" y="7436"/>
                  </a:lnTo>
                  <a:cubicBezTo>
                    <a:pt x="10429" y="7436"/>
                    <a:pt x="11122" y="6774"/>
                    <a:pt x="11122" y="5955"/>
                  </a:cubicBezTo>
                  <a:cubicBezTo>
                    <a:pt x="11122" y="5136"/>
                    <a:pt x="10429" y="4443"/>
                    <a:pt x="9610" y="4443"/>
                  </a:cubicBezTo>
                  <a:lnTo>
                    <a:pt x="9610" y="2175"/>
                  </a:lnTo>
                  <a:cubicBezTo>
                    <a:pt x="10051" y="2017"/>
                    <a:pt x="10366" y="1608"/>
                    <a:pt x="10366" y="1104"/>
                  </a:cubicBezTo>
                  <a:cubicBezTo>
                    <a:pt x="10366" y="473"/>
                    <a:pt x="9862" y="1"/>
                    <a:pt x="9263" y="1"/>
                  </a:cubicBezTo>
                  <a:cubicBezTo>
                    <a:pt x="8633" y="1"/>
                    <a:pt x="8161" y="505"/>
                    <a:pt x="8161" y="1104"/>
                  </a:cubicBezTo>
                  <a:cubicBezTo>
                    <a:pt x="8161" y="1230"/>
                    <a:pt x="8192" y="1324"/>
                    <a:pt x="8224" y="1450"/>
                  </a:cubicBezTo>
                  <a:lnTo>
                    <a:pt x="7405" y="2080"/>
                  </a:lnTo>
                  <a:lnTo>
                    <a:pt x="6585" y="1450"/>
                  </a:lnTo>
                  <a:cubicBezTo>
                    <a:pt x="6617" y="1324"/>
                    <a:pt x="6648" y="1230"/>
                    <a:pt x="6648" y="1104"/>
                  </a:cubicBezTo>
                  <a:cubicBezTo>
                    <a:pt x="6648" y="473"/>
                    <a:pt x="6144" y="1"/>
                    <a:pt x="5546" y="1"/>
                  </a:cubicBezTo>
                  <a:cubicBezTo>
                    <a:pt x="4916" y="1"/>
                    <a:pt x="4443" y="505"/>
                    <a:pt x="4443" y="1104"/>
                  </a:cubicBezTo>
                  <a:cubicBezTo>
                    <a:pt x="4443" y="1230"/>
                    <a:pt x="4506" y="1324"/>
                    <a:pt x="4538" y="1450"/>
                  </a:cubicBezTo>
                  <a:lnTo>
                    <a:pt x="3718" y="2080"/>
                  </a:lnTo>
                  <a:lnTo>
                    <a:pt x="2868" y="1450"/>
                  </a:lnTo>
                  <a:cubicBezTo>
                    <a:pt x="2931" y="1324"/>
                    <a:pt x="2962" y="1230"/>
                    <a:pt x="2962" y="1104"/>
                  </a:cubicBezTo>
                  <a:cubicBezTo>
                    <a:pt x="2962" y="473"/>
                    <a:pt x="2458" y="1"/>
                    <a:pt x="186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85" name="Google Shape;3085;p46"/>
          <p:cNvGrpSpPr/>
          <p:nvPr/>
        </p:nvGrpSpPr>
        <p:grpSpPr>
          <a:xfrm>
            <a:off x="7717124" y="1552846"/>
            <a:ext cx="263434" cy="298922"/>
            <a:chOff x="1044400" y="2917425"/>
            <a:chExt cx="248125" cy="281550"/>
          </a:xfrm>
        </p:grpSpPr>
        <p:sp>
          <p:nvSpPr>
            <p:cNvPr id="3086" name="Google Shape;3086;p46"/>
            <p:cNvSpPr/>
            <p:nvPr/>
          </p:nvSpPr>
          <p:spPr>
            <a:xfrm>
              <a:off x="1136400" y="3123175"/>
              <a:ext cx="64125" cy="26325"/>
            </a:xfrm>
            <a:custGeom>
              <a:rect b="b" l="l" r="r" t="t"/>
              <a:pathLst>
                <a:path extrusionOk="0" h="1053" w="2565">
                  <a:moveTo>
                    <a:pt x="352" y="0"/>
                  </a:moveTo>
                  <a:cubicBezTo>
                    <a:pt x="272" y="0"/>
                    <a:pt x="195" y="35"/>
                    <a:pt x="140" y="105"/>
                  </a:cubicBezTo>
                  <a:cubicBezTo>
                    <a:pt x="0" y="244"/>
                    <a:pt x="0" y="439"/>
                    <a:pt x="140" y="551"/>
                  </a:cubicBezTo>
                  <a:cubicBezTo>
                    <a:pt x="446" y="858"/>
                    <a:pt x="864" y="1053"/>
                    <a:pt x="1283" y="1053"/>
                  </a:cubicBezTo>
                  <a:cubicBezTo>
                    <a:pt x="1729" y="1053"/>
                    <a:pt x="2147" y="858"/>
                    <a:pt x="2425" y="551"/>
                  </a:cubicBezTo>
                  <a:cubicBezTo>
                    <a:pt x="2565" y="412"/>
                    <a:pt x="2565" y="216"/>
                    <a:pt x="2425" y="105"/>
                  </a:cubicBezTo>
                  <a:cubicBezTo>
                    <a:pt x="2356" y="35"/>
                    <a:pt x="2272" y="0"/>
                    <a:pt x="2192" y="0"/>
                  </a:cubicBezTo>
                  <a:cubicBezTo>
                    <a:pt x="2112" y="0"/>
                    <a:pt x="2035" y="35"/>
                    <a:pt x="1979" y="105"/>
                  </a:cubicBezTo>
                  <a:cubicBezTo>
                    <a:pt x="1812" y="272"/>
                    <a:pt x="1533" y="384"/>
                    <a:pt x="1283" y="384"/>
                  </a:cubicBezTo>
                  <a:cubicBezTo>
                    <a:pt x="1004" y="384"/>
                    <a:pt x="753" y="272"/>
                    <a:pt x="586" y="105"/>
                  </a:cubicBezTo>
                  <a:cubicBezTo>
                    <a:pt x="516" y="35"/>
                    <a:pt x="432" y="0"/>
                    <a:pt x="35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7" name="Google Shape;3087;p46"/>
            <p:cNvSpPr/>
            <p:nvPr/>
          </p:nvSpPr>
          <p:spPr>
            <a:xfrm>
              <a:off x="1127325" y="3050525"/>
              <a:ext cx="16075" cy="16050"/>
            </a:xfrm>
            <a:custGeom>
              <a:rect b="b" l="l" r="r" t="t"/>
              <a:pathLst>
                <a:path extrusionOk="0" h="642" w="643">
                  <a:moveTo>
                    <a:pt x="335" y="0"/>
                  </a:moveTo>
                  <a:cubicBezTo>
                    <a:pt x="140" y="0"/>
                    <a:pt x="1" y="140"/>
                    <a:pt x="1" y="335"/>
                  </a:cubicBezTo>
                  <a:cubicBezTo>
                    <a:pt x="1" y="502"/>
                    <a:pt x="140" y="642"/>
                    <a:pt x="335" y="642"/>
                  </a:cubicBezTo>
                  <a:cubicBezTo>
                    <a:pt x="503" y="642"/>
                    <a:pt x="642" y="502"/>
                    <a:pt x="642" y="335"/>
                  </a:cubicBezTo>
                  <a:cubicBezTo>
                    <a:pt x="642" y="140"/>
                    <a:pt x="503" y="0"/>
                    <a:pt x="33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8" name="Google Shape;3088;p46"/>
            <p:cNvSpPr/>
            <p:nvPr/>
          </p:nvSpPr>
          <p:spPr>
            <a:xfrm>
              <a:off x="1192850" y="3050525"/>
              <a:ext cx="15350" cy="16050"/>
            </a:xfrm>
            <a:custGeom>
              <a:rect b="b" l="l" r="r" t="t"/>
              <a:pathLst>
                <a:path extrusionOk="0" h="642" w="614">
                  <a:moveTo>
                    <a:pt x="307" y="0"/>
                  </a:moveTo>
                  <a:cubicBezTo>
                    <a:pt x="140" y="0"/>
                    <a:pt x="0" y="140"/>
                    <a:pt x="0" y="335"/>
                  </a:cubicBezTo>
                  <a:cubicBezTo>
                    <a:pt x="0" y="502"/>
                    <a:pt x="140" y="642"/>
                    <a:pt x="307" y="642"/>
                  </a:cubicBezTo>
                  <a:cubicBezTo>
                    <a:pt x="474" y="642"/>
                    <a:pt x="613" y="502"/>
                    <a:pt x="613" y="335"/>
                  </a:cubicBezTo>
                  <a:cubicBezTo>
                    <a:pt x="613" y="140"/>
                    <a:pt x="474" y="0"/>
                    <a:pt x="30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9" name="Google Shape;3089;p46"/>
            <p:cNvSpPr/>
            <p:nvPr/>
          </p:nvSpPr>
          <p:spPr>
            <a:xfrm>
              <a:off x="1044400" y="2917425"/>
              <a:ext cx="248125" cy="281550"/>
            </a:xfrm>
            <a:custGeom>
              <a:rect b="b" l="l" r="r" t="t"/>
              <a:pathLst>
                <a:path extrusionOk="0" h="11262" w="9925">
                  <a:moveTo>
                    <a:pt x="7332" y="669"/>
                  </a:moveTo>
                  <a:cubicBezTo>
                    <a:pt x="7499" y="669"/>
                    <a:pt x="7639" y="809"/>
                    <a:pt x="7639" y="976"/>
                  </a:cubicBezTo>
                  <a:lnTo>
                    <a:pt x="7639" y="2816"/>
                  </a:lnTo>
                  <a:lnTo>
                    <a:pt x="6886" y="2063"/>
                  </a:lnTo>
                  <a:cubicBezTo>
                    <a:pt x="6823" y="2000"/>
                    <a:pt x="6743" y="1964"/>
                    <a:pt x="6660" y="1964"/>
                  </a:cubicBezTo>
                  <a:cubicBezTo>
                    <a:pt x="6595" y="1964"/>
                    <a:pt x="6529" y="1986"/>
                    <a:pt x="6468" y="2035"/>
                  </a:cubicBezTo>
                  <a:cubicBezTo>
                    <a:pt x="5924" y="2398"/>
                    <a:pt x="5297" y="2579"/>
                    <a:pt x="4670" y="2579"/>
                  </a:cubicBezTo>
                  <a:cubicBezTo>
                    <a:pt x="4043" y="2579"/>
                    <a:pt x="3415" y="2398"/>
                    <a:pt x="2872" y="2035"/>
                  </a:cubicBezTo>
                  <a:cubicBezTo>
                    <a:pt x="2811" y="1986"/>
                    <a:pt x="2744" y="1964"/>
                    <a:pt x="2680" y="1964"/>
                  </a:cubicBezTo>
                  <a:cubicBezTo>
                    <a:pt x="2597" y="1964"/>
                    <a:pt x="2516" y="2000"/>
                    <a:pt x="2454" y="2063"/>
                  </a:cubicBezTo>
                  <a:lnTo>
                    <a:pt x="1701" y="2816"/>
                  </a:lnTo>
                  <a:lnTo>
                    <a:pt x="1701" y="976"/>
                  </a:lnTo>
                  <a:cubicBezTo>
                    <a:pt x="1980" y="809"/>
                    <a:pt x="2147" y="669"/>
                    <a:pt x="2314" y="669"/>
                  </a:cubicBezTo>
                  <a:cubicBezTo>
                    <a:pt x="2482" y="669"/>
                    <a:pt x="2621" y="809"/>
                    <a:pt x="2621" y="976"/>
                  </a:cubicBezTo>
                  <a:cubicBezTo>
                    <a:pt x="2621" y="1143"/>
                    <a:pt x="2760" y="1283"/>
                    <a:pt x="2956" y="1283"/>
                  </a:cubicBezTo>
                  <a:cubicBezTo>
                    <a:pt x="3123" y="1283"/>
                    <a:pt x="3262" y="1143"/>
                    <a:pt x="3262" y="976"/>
                  </a:cubicBezTo>
                  <a:cubicBezTo>
                    <a:pt x="3262" y="809"/>
                    <a:pt x="3402" y="669"/>
                    <a:pt x="3569" y="669"/>
                  </a:cubicBezTo>
                  <a:cubicBezTo>
                    <a:pt x="3736" y="669"/>
                    <a:pt x="3875" y="809"/>
                    <a:pt x="3875" y="976"/>
                  </a:cubicBezTo>
                  <a:cubicBezTo>
                    <a:pt x="3875" y="1143"/>
                    <a:pt x="4015" y="1283"/>
                    <a:pt x="4210" y="1283"/>
                  </a:cubicBezTo>
                  <a:cubicBezTo>
                    <a:pt x="4377" y="1283"/>
                    <a:pt x="4517" y="1143"/>
                    <a:pt x="4517" y="976"/>
                  </a:cubicBezTo>
                  <a:cubicBezTo>
                    <a:pt x="4517" y="809"/>
                    <a:pt x="4656" y="669"/>
                    <a:pt x="4823" y="669"/>
                  </a:cubicBezTo>
                  <a:cubicBezTo>
                    <a:pt x="4990" y="669"/>
                    <a:pt x="5130" y="809"/>
                    <a:pt x="5130" y="976"/>
                  </a:cubicBezTo>
                  <a:cubicBezTo>
                    <a:pt x="5130" y="1143"/>
                    <a:pt x="5269" y="1283"/>
                    <a:pt x="5464" y="1283"/>
                  </a:cubicBezTo>
                  <a:cubicBezTo>
                    <a:pt x="5632" y="1283"/>
                    <a:pt x="5771" y="1143"/>
                    <a:pt x="5771" y="976"/>
                  </a:cubicBezTo>
                  <a:cubicBezTo>
                    <a:pt x="5771" y="809"/>
                    <a:pt x="5910" y="669"/>
                    <a:pt x="6078" y="669"/>
                  </a:cubicBezTo>
                  <a:cubicBezTo>
                    <a:pt x="6245" y="669"/>
                    <a:pt x="6384" y="809"/>
                    <a:pt x="6384" y="976"/>
                  </a:cubicBezTo>
                  <a:cubicBezTo>
                    <a:pt x="6384" y="1143"/>
                    <a:pt x="6524" y="1283"/>
                    <a:pt x="6719" y="1283"/>
                  </a:cubicBezTo>
                  <a:cubicBezTo>
                    <a:pt x="6886" y="1283"/>
                    <a:pt x="7025" y="1143"/>
                    <a:pt x="7025" y="976"/>
                  </a:cubicBezTo>
                  <a:cubicBezTo>
                    <a:pt x="7025" y="809"/>
                    <a:pt x="7165" y="669"/>
                    <a:pt x="7332" y="669"/>
                  </a:cubicBezTo>
                  <a:close/>
                  <a:moveTo>
                    <a:pt x="1311" y="5297"/>
                  </a:moveTo>
                  <a:lnTo>
                    <a:pt x="1311" y="6635"/>
                  </a:lnTo>
                  <a:cubicBezTo>
                    <a:pt x="949" y="6635"/>
                    <a:pt x="642" y="6356"/>
                    <a:pt x="642" y="5966"/>
                  </a:cubicBezTo>
                  <a:cubicBezTo>
                    <a:pt x="642" y="5603"/>
                    <a:pt x="921" y="5297"/>
                    <a:pt x="1311" y="5297"/>
                  </a:cubicBezTo>
                  <a:close/>
                  <a:moveTo>
                    <a:pt x="8586" y="5297"/>
                  </a:moveTo>
                  <a:cubicBezTo>
                    <a:pt x="8949" y="5297"/>
                    <a:pt x="9255" y="5575"/>
                    <a:pt x="9255" y="5966"/>
                  </a:cubicBezTo>
                  <a:cubicBezTo>
                    <a:pt x="9255" y="6356"/>
                    <a:pt x="8949" y="6635"/>
                    <a:pt x="8586" y="6635"/>
                  </a:cubicBezTo>
                  <a:lnTo>
                    <a:pt x="8586" y="5297"/>
                  </a:lnTo>
                  <a:close/>
                  <a:moveTo>
                    <a:pt x="6914" y="2732"/>
                  </a:moveTo>
                  <a:lnTo>
                    <a:pt x="7973" y="3763"/>
                  </a:lnTo>
                  <a:cubicBezTo>
                    <a:pt x="7917" y="4265"/>
                    <a:pt x="7917" y="7248"/>
                    <a:pt x="7917" y="7638"/>
                  </a:cubicBezTo>
                  <a:cubicBezTo>
                    <a:pt x="7917" y="9255"/>
                    <a:pt x="6607" y="10593"/>
                    <a:pt x="4963" y="10593"/>
                  </a:cubicBezTo>
                  <a:cubicBezTo>
                    <a:pt x="3318" y="10593"/>
                    <a:pt x="2008" y="9255"/>
                    <a:pt x="2008" y="7638"/>
                  </a:cubicBezTo>
                  <a:lnTo>
                    <a:pt x="2008" y="3763"/>
                  </a:lnTo>
                  <a:lnTo>
                    <a:pt x="3039" y="2732"/>
                  </a:lnTo>
                  <a:cubicBezTo>
                    <a:pt x="3638" y="3080"/>
                    <a:pt x="4301" y="3255"/>
                    <a:pt x="4966" y="3255"/>
                  </a:cubicBezTo>
                  <a:cubicBezTo>
                    <a:pt x="5632" y="3255"/>
                    <a:pt x="6301" y="3080"/>
                    <a:pt x="6914" y="2732"/>
                  </a:cubicBezTo>
                  <a:close/>
                  <a:moveTo>
                    <a:pt x="2314" y="0"/>
                  </a:moveTo>
                  <a:cubicBezTo>
                    <a:pt x="1757" y="0"/>
                    <a:pt x="1339" y="446"/>
                    <a:pt x="1339" y="976"/>
                  </a:cubicBezTo>
                  <a:lnTo>
                    <a:pt x="1339" y="4628"/>
                  </a:lnTo>
                  <a:cubicBezTo>
                    <a:pt x="614" y="4628"/>
                    <a:pt x="1" y="5241"/>
                    <a:pt x="1" y="5966"/>
                  </a:cubicBezTo>
                  <a:cubicBezTo>
                    <a:pt x="1" y="6690"/>
                    <a:pt x="614" y="7276"/>
                    <a:pt x="1339" y="7276"/>
                  </a:cubicBezTo>
                  <a:lnTo>
                    <a:pt x="1339" y="7638"/>
                  </a:lnTo>
                  <a:cubicBezTo>
                    <a:pt x="1339" y="9617"/>
                    <a:pt x="2983" y="11262"/>
                    <a:pt x="4963" y="11262"/>
                  </a:cubicBezTo>
                  <a:cubicBezTo>
                    <a:pt x="6942" y="11262"/>
                    <a:pt x="8586" y="9617"/>
                    <a:pt x="8586" y="7638"/>
                  </a:cubicBezTo>
                  <a:lnTo>
                    <a:pt x="8586" y="7276"/>
                  </a:lnTo>
                  <a:cubicBezTo>
                    <a:pt x="9311" y="7276"/>
                    <a:pt x="9896" y="6690"/>
                    <a:pt x="9896" y="5966"/>
                  </a:cubicBezTo>
                  <a:cubicBezTo>
                    <a:pt x="9924" y="5241"/>
                    <a:pt x="9311" y="4628"/>
                    <a:pt x="8586" y="4628"/>
                  </a:cubicBezTo>
                  <a:lnTo>
                    <a:pt x="8586" y="976"/>
                  </a:lnTo>
                  <a:cubicBezTo>
                    <a:pt x="8586" y="418"/>
                    <a:pt x="8140" y="0"/>
                    <a:pt x="7611" y="0"/>
                  </a:cubicBezTo>
                  <a:cubicBezTo>
                    <a:pt x="7360" y="0"/>
                    <a:pt x="7137" y="112"/>
                    <a:pt x="6942" y="251"/>
                  </a:cubicBezTo>
                  <a:cubicBezTo>
                    <a:pt x="6774" y="56"/>
                    <a:pt x="6524" y="0"/>
                    <a:pt x="6301" y="0"/>
                  </a:cubicBezTo>
                  <a:cubicBezTo>
                    <a:pt x="6050" y="0"/>
                    <a:pt x="5799" y="112"/>
                    <a:pt x="5632" y="251"/>
                  </a:cubicBezTo>
                  <a:cubicBezTo>
                    <a:pt x="5436" y="56"/>
                    <a:pt x="5213" y="0"/>
                    <a:pt x="4963" y="0"/>
                  </a:cubicBezTo>
                  <a:cubicBezTo>
                    <a:pt x="4712" y="0"/>
                    <a:pt x="4461" y="112"/>
                    <a:pt x="4294" y="251"/>
                  </a:cubicBezTo>
                  <a:cubicBezTo>
                    <a:pt x="4126" y="56"/>
                    <a:pt x="3875" y="0"/>
                    <a:pt x="3625" y="0"/>
                  </a:cubicBezTo>
                  <a:cubicBezTo>
                    <a:pt x="3402" y="0"/>
                    <a:pt x="3151" y="112"/>
                    <a:pt x="2983" y="251"/>
                  </a:cubicBezTo>
                  <a:cubicBezTo>
                    <a:pt x="2788" y="56"/>
                    <a:pt x="2565" y="0"/>
                    <a:pt x="231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0" name="Google Shape;3090;p46"/>
            <p:cNvSpPr/>
            <p:nvPr/>
          </p:nvSpPr>
          <p:spPr>
            <a:xfrm>
              <a:off x="1086125" y="2932961"/>
              <a:ext cx="11427" cy="58241"/>
            </a:xfrm>
            <a:custGeom>
              <a:rect b="b" l="l" r="r" t="t"/>
              <a:pathLst>
                <a:path extrusionOk="0" h="2548" w="500">
                  <a:moveTo>
                    <a:pt x="500" y="2238"/>
                  </a:moveTo>
                  <a:lnTo>
                    <a:pt x="500" y="0"/>
                  </a:lnTo>
                  <a:lnTo>
                    <a:pt x="72" y="214"/>
                  </a:lnTo>
                  <a:lnTo>
                    <a:pt x="0" y="1547"/>
                  </a:lnTo>
                  <a:lnTo>
                    <a:pt x="0" y="2548"/>
                  </a:lnTo>
                  <a:close/>
                </a:path>
              </a:pathLst>
            </a:custGeom>
            <a:solidFill>
              <a:schemeClr val="lt2"/>
            </a:solidFill>
            <a:ln>
              <a:noFill/>
            </a:ln>
          </p:spPr>
        </p:sp>
        <p:sp>
          <p:nvSpPr>
            <p:cNvPr id="3091" name="Google Shape;3091;p46"/>
            <p:cNvSpPr/>
            <p:nvPr/>
          </p:nvSpPr>
          <p:spPr>
            <a:xfrm>
              <a:off x="1090922" y="2925900"/>
              <a:ext cx="29209" cy="38629"/>
            </a:xfrm>
            <a:custGeom>
              <a:rect b="b" l="l" r="r" t="t"/>
              <a:pathLst>
                <a:path extrusionOk="0" h="1690" w="1278">
                  <a:moveTo>
                    <a:pt x="288" y="737"/>
                  </a:moveTo>
                  <a:cubicBezTo>
                    <a:pt x="296" y="689"/>
                    <a:pt x="288" y="519"/>
                    <a:pt x="336" y="451"/>
                  </a:cubicBezTo>
                  <a:cubicBezTo>
                    <a:pt x="384" y="384"/>
                    <a:pt x="471" y="340"/>
                    <a:pt x="574" y="332"/>
                  </a:cubicBezTo>
                  <a:cubicBezTo>
                    <a:pt x="677" y="324"/>
                    <a:pt x="840" y="412"/>
                    <a:pt x="955" y="404"/>
                  </a:cubicBezTo>
                  <a:cubicBezTo>
                    <a:pt x="1070" y="396"/>
                    <a:pt x="1320" y="349"/>
                    <a:pt x="1264" y="285"/>
                  </a:cubicBezTo>
                  <a:cubicBezTo>
                    <a:pt x="1208" y="222"/>
                    <a:pt x="816" y="51"/>
                    <a:pt x="621" y="23"/>
                  </a:cubicBezTo>
                  <a:cubicBezTo>
                    <a:pt x="427" y="-5"/>
                    <a:pt x="200" y="-13"/>
                    <a:pt x="97" y="118"/>
                  </a:cubicBezTo>
                  <a:cubicBezTo>
                    <a:pt x="-6" y="249"/>
                    <a:pt x="2" y="547"/>
                    <a:pt x="2" y="809"/>
                  </a:cubicBezTo>
                  <a:cubicBezTo>
                    <a:pt x="2" y="1071"/>
                    <a:pt x="81" y="1543"/>
                    <a:pt x="97" y="1690"/>
                  </a:cubicBezTo>
                </a:path>
              </a:pathLst>
            </a:custGeom>
            <a:solidFill>
              <a:schemeClr val="lt2"/>
            </a:solidFill>
            <a:ln>
              <a:noFill/>
            </a:ln>
          </p:spPr>
        </p:sp>
        <p:sp>
          <p:nvSpPr>
            <p:cNvPr id="3092" name="Google Shape;3092;p46"/>
            <p:cNvSpPr/>
            <p:nvPr/>
          </p:nvSpPr>
          <p:spPr>
            <a:xfrm>
              <a:off x="1222775" y="2966925"/>
              <a:ext cx="28574" cy="36325"/>
            </a:xfrm>
            <a:custGeom>
              <a:rect b="b" l="l" r="r" t="t"/>
              <a:pathLst>
                <a:path extrusionOk="0" h="1453" w="1048">
                  <a:moveTo>
                    <a:pt x="0" y="0"/>
                  </a:moveTo>
                  <a:lnTo>
                    <a:pt x="1048" y="1072"/>
                  </a:lnTo>
                  <a:lnTo>
                    <a:pt x="905" y="1453"/>
                  </a:lnTo>
                  <a:lnTo>
                    <a:pt x="0" y="667"/>
                  </a:lnTo>
                  <a:close/>
                </a:path>
              </a:pathLst>
            </a:custGeom>
            <a:solidFill>
              <a:schemeClr val="lt2"/>
            </a:solidFill>
            <a:ln>
              <a:noFill/>
            </a:ln>
          </p:spPr>
        </p:sp>
        <p:sp>
          <p:nvSpPr>
            <p:cNvPr id="3093" name="Google Shape;3093;p46"/>
            <p:cNvSpPr/>
            <p:nvPr/>
          </p:nvSpPr>
          <p:spPr>
            <a:xfrm>
              <a:off x="1205975" y="2965750"/>
              <a:ext cx="21000" cy="162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4" name="Google Shape;3094;p46"/>
            <p:cNvSpPr/>
            <p:nvPr/>
          </p:nvSpPr>
          <p:spPr>
            <a:xfrm>
              <a:off x="1082225" y="2937250"/>
              <a:ext cx="11400" cy="26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095" name="Google Shape;3095;p46"/>
          <p:cNvSpPr/>
          <p:nvPr/>
        </p:nvSpPr>
        <p:spPr>
          <a:xfrm>
            <a:off x="6834870" y="2424797"/>
            <a:ext cx="283315" cy="298947"/>
          </a:xfrm>
          <a:custGeom>
            <a:rect b="b" l="l" r="r" t="t"/>
            <a:pathLst>
              <a:path extrusionOk="0" h="11207" w="10621">
                <a:moveTo>
                  <a:pt x="6412" y="614"/>
                </a:moveTo>
                <a:lnTo>
                  <a:pt x="6690" y="1980"/>
                </a:lnTo>
                <a:cubicBezTo>
                  <a:pt x="6384" y="2063"/>
                  <a:pt x="6105" y="2203"/>
                  <a:pt x="5854" y="2426"/>
                </a:cubicBezTo>
                <a:cubicBezTo>
                  <a:pt x="5548" y="2119"/>
                  <a:pt x="5129" y="1952"/>
                  <a:pt x="4711" y="1952"/>
                </a:cubicBezTo>
                <a:cubicBezTo>
                  <a:pt x="4265" y="1952"/>
                  <a:pt x="3875" y="2119"/>
                  <a:pt x="3568" y="2426"/>
                </a:cubicBezTo>
                <a:cubicBezTo>
                  <a:pt x="3345" y="2231"/>
                  <a:pt x="3039" y="2063"/>
                  <a:pt x="2732" y="1980"/>
                </a:cubicBezTo>
                <a:lnTo>
                  <a:pt x="3011" y="614"/>
                </a:lnTo>
                <a:close/>
                <a:moveTo>
                  <a:pt x="7192" y="1088"/>
                </a:moveTo>
                <a:lnTo>
                  <a:pt x="8530" y="2147"/>
                </a:lnTo>
                <a:cubicBezTo>
                  <a:pt x="8447" y="2259"/>
                  <a:pt x="8335" y="2370"/>
                  <a:pt x="8251" y="2482"/>
                </a:cubicBezTo>
                <a:cubicBezTo>
                  <a:pt x="8028" y="2231"/>
                  <a:pt x="7750" y="2008"/>
                  <a:pt x="7359" y="1952"/>
                </a:cubicBezTo>
                <a:lnTo>
                  <a:pt x="7192" y="1088"/>
                </a:lnTo>
                <a:close/>
                <a:moveTo>
                  <a:pt x="9339" y="2565"/>
                </a:moveTo>
                <a:cubicBezTo>
                  <a:pt x="9729" y="2565"/>
                  <a:pt x="10008" y="2844"/>
                  <a:pt x="10008" y="3234"/>
                </a:cubicBezTo>
                <a:cubicBezTo>
                  <a:pt x="9980" y="3624"/>
                  <a:pt x="9701" y="3903"/>
                  <a:pt x="9339" y="3903"/>
                </a:cubicBezTo>
                <a:cubicBezTo>
                  <a:pt x="9004" y="3903"/>
                  <a:pt x="8670" y="3624"/>
                  <a:pt x="8670" y="3234"/>
                </a:cubicBezTo>
                <a:cubicBezTo>
                  <a:pt x="8670" y="2900"/>
                  <a:pt x="8948" y="2565"/>
                  <a:pt x="9339" y="2565"/>
                </a:cubicBezTo>
                <a:close/>
                <a:moveTo>
                  <a:pt x="7081" y="2565"/>
                </a:moveTo>
                <a:cubicBezTo>
                  <a:pt x="7638" y="2565"/>
                  <a:pt x="8056" y="3039"/>
                  <a:pt x="8056" y="3541"/>
                </a:cubicBezTo>
                <a:cubicBezTo>
                  <a:pt x="8056" y="4070"/>
                  <a:pt x="7610" y="4516"/>
                  <a:pt x="7081" y="4516"/>
                </a:cubicBezTo>
                <a:cubicBezTo>
                  <a:pt x="6718" y="4516"/>
                  <a:pt x="6384" y="4321"/>
                  <a:pt x="6217" y="4015"/>
                </a:cubicBezTo>
                <a:cubicBezTo>
                  <a:pt x="6147" y="3889"/>
                  <a:pt x="6028" y="3827"/>
                  <a:pt x="5910" y="3827"/>
                </a:cubicBezTo>
                <a:cubicBezTo>
                  <a:pt x="5791" y="3827"/>
                  <a:pt x="5673" y="3889"/>
                  <a:pt x="5603" y="4015"/>
                </a:cubicBezTo>
                <a:cubicBezTo>
                  <a:pt x="5436" y="4321"/>
                  <a:pt x="5102" y="4516"/>
                  <a:pt x="4739" y="4516"/>
                </a:cubicBezTo>
                <a:cubicBezTo>
                  <a:pt x="4405" y="4516"/>
                  <a:pt x="4042" y="4321"/>
                  <a:pt x="3875" y="4015"/>
                </a:cubicBezTo>
                <a:cubicBezTo>
                  <a:pt x="3805" y="3889"/>
                  <a:pt x="3694" y="3827"/>
                  <a:pt x="3582" y="3827"/>
                </a:cubicBezTo>
                <a:cubicBezTo>
                  <a:pt x="3471" y="3827"/>
                  <a:pt x="3359" y="3889"/>
                  <a:pt x="3290" y="4015"/>
                </a:cubicBezTo>
                <a:cubicBezTo>
                  <a:pt x="3094" y="4321"/>
                  <a:pt x="2760" y="4516"/>
                  <a:pt x="2398" y="4516"/>
                </a:cubicBezTo>
                <a:cubicBezTo>
                  <a:pt x="1840" y="4516"/>
                  <a:pt x="1422" y="4070"/>
                  <a:pt x="1422" y="3541"/>
                </a:cubicBezTo>
                <a:cubicBezTo>
                  <a:pt x="1422" y="3039"/>
                  <a:pt x="1840" y="2565"/>
                  <a:pt x="2398" y="2565"/>
                </a:cubicBezTo>
                <a:cubicBezTo>
                  <a:pt x="2760" y="2565"/>
                  <a:pt x="3094" y="2788"/>
                  <a:pt x="3290" y="3095"/>
                </a:cubicBezTo>
                <a:cubicBezTo>
                  <a:pt x="3359" y="3220"/>
                  <a:pt x="3471" y="3283"/>
                  <a:pt x="3582" y="3283"/>
                </a:cubicBezTo>
                <a:cubicBezTo>
                  <a:pt x="3694" y="3283"/>
                  <a:pt x="3805" y="3220"/>
                  <a:pt x="3875" y="3095"/>
                </a:cubicBezTo>
                <a:cubicBezTo>
                  <a:pt x="4042" y="2788"/>
                  <a:pt x="4405" y="2565"/>
                  <a:pt x="4739" y="2565"/>
                </a:cubicBezTo>
                <a:cubicBezTo>
                  <a:pt x="5102" y="2565"/>
                  <a:pt x="5436" y="2788"/>
                  <a:pt x="5603" y="3095"/>
                </a:cubicBezTo>
                <a:cubicBezTo>
                  <a:pt x="5673" y="3220"/>
                  <a:pt x="5791" y="3283"/>
                  <a:pt x="5910" y="3283"/>
                </a:cubicBezTo>
                <a:cubicBezTo>
                  <a:pt x="6028" y="3283"/>
                  <a:pt x="6147" y="3220"/>
                  <a:pt x="6217" y="3095"/>
                </a:cubicBezTo>
                <a:cubicBezTo>
                  <a:pt x="6384" y="2788"/>
                  <a:pt x="6718" y="2565"/>
                  <a:pt x="7081" y="2565"/>
                </a:cubicBezTo>
                <a:close/>
                <a:moveTo>
                  <a:pt x="5798" y="4767"/>
                </a:moveTo>
                <a:cubicBezTo>
                  <a:pt x="6105" y="5074"/>
                  <a:pt x="6523" y="5269"/>
                  <a:pt x="6941" y="5269"/>
                </a:cubicBezTo>
                <a:cubicBezTo>
                  <a:pt x="7192" y="5269"/>
                  <a:pt x="7387" y="5213"/>
                  <a:pt x="7610" y="5130"/>
                </a:cubicBezTo>
                <a:lnTo>
                  <a:pt x="7610" y="6273"/>
                </a:lnTo>
                <a:lnTo>
                  <a:pt x="7109" y="6440"/>
                </a:lnTo>
                <a:cubicBezTo>
                  <a:pt x="7055" y="6463"/>
                  <a:pt x="6997" y="6473"/>
                  <a:pt x="6938" y="6473"/>
                </a:cubicBezTo>
                <a:cubicBezTo>
                  <a:pt x="6782" y="6473"/>
                  <a:pt x="6616" y="6402"/>
                  <a:pt x="6495" y="6301"/>
                </a:cubicBezTo>
                <a:cubicBezTo>
                  <a:pt x="6241" y="6046"/>
                  <a:pt x="5923" y="5927"/>
                  <a:pt x="5608" y="5927"/>
                </a:cubicBezTo>
                <a:cubicBezTo>
                  <a:pt x="5267" y="5927"/>
                  <a:pt x="4930" y="6067"/>
                  <a:pt x="4683" y="6328"/>
                </a:cubicBezTo>
                <a:cubicBezTo>
                  <a:pt x="4433" y="6078"/>
                  <a:pt x="4082" y="5937"/>
                  <a:pt x="3733" y="5937"/>
                </a:cubicBezTo>
                <a:cubicBezTo>
                  <a:pt x="3420" y="5937"/>
                  <a:pt x="3109" y="6050"/>
                  <a:pt x="2871" y="6301"/>
                </a:cubicBezTo>
                <a:cubicBezTo>
                  <a:pt x="2737" y="6416"/>
                  <a:pt x="2602" y="6478"/>
                  <a:pt x="2449" y="6478"/>
                </a:cubicBezTo>
                <a:cubicBezTo>
                  <a:pt x="2380" y="6478"/>
                  <a:pt x="2308" y="6466"/>
                  <a:pt x="2230" y="6440"/>
                </a:cubicBezTo>
                <a:lnTo>
                  <a:pt x="1673" y="6273"/>
                </a:lnTo>
                <a:lnTo>
                  <a:pt x="1673" y="5130"/>
                </a:lnTo>
                <a:cubicBezTo>
                  <a:pt x="1896" y="5213"/>
                  <a:pt x="2091" y="5269"/>
                  <a:pt x="2342" y="5269"/>
                </a:cubicBezTo>
                <a:cubicBezTo>
                  <a:pt x="2788" y="5269"/>
                  <a:pt x="3178" y="5074"/>
                  <a:pt x="3485" y="4767"/>
                </a:cubicBezTo>
                <a:cubicBezTo>
                  <a:pt x="3791" y="5074"/>
                  <a:pt x="4209" y="5269"/>
                  <a:pt x="4628" y="5269"/>
                </a:cubicBezTo>
                <a:cubicBezTo>
                  <a:pt x="5102" y="5269"/>
                  <a:pt x="5464" y="5074"/>
                  <a:pt x="5798" y="4767"/>
                </a:cubicBezTo>
                <a:close/>
                <a:moveTo>
                  <a:pt x="3791" y="6577"/>
                </a:moveTo>
                <a:cubicBezTo>
                  <a:pt x="4000" y="6577"/>
                  <a:pt x="4207" y="6680"/>
                  <a:pt x="4321" y="6858"/>
                </a:cubicBezTo>
                <a:lnTo>
                  <a:pt x="4182" y="6997"/>
                </a:lnTo>
                <a:cubicBezTo>
                  <a:pt x="3826" y="7340"/>
                  <a:pt x="3371" y="7508"/>
                  <a:pt x="2920" y="7508"/>
                </a:cubicBezTo>
                <a:cubicBezTo>
                  <a:pt x="2415" y="7508"/>
                  <a:pt x="1914" y="7298"/>
                  <a:pt x="1561" y="6886"/>
                </a:cubicBezTo>
                <a:lnTo>
                  <a:pt x="1561" y="6886"/>
                </a:lnTo>
                <a:lnTo>
                  <a:pt x="2091" y="7081"/>
                </a:lnTo>
                <a:cubicBezTo>
                  <a:pt x="2215" y="7120"/>
                  <a:pt x="2343" y="7139"/>
                  <a:pt x="2471" y="7139"/>
                </a:cubicBezTo>
                <a:cubicBezTo>
                  <a:pt x="2803" y="7139"/>
                  <a:pt x="3132" y="7008"/>
                  <a:pt x="3373" y="6747"/>
                </a:cubicBezTo>
                <a:cubicBezTo>
                  <a:pt x="3490" y="6630"/>
                  <a:pt x="3641" y="6577"/>
                  <a:pt x="3791" y="6577"/>
                </a:cubicBezTo>
                <a:close/>
                <a:moveTo>
                  <a:pt x="5591" y="6621"/>
                </a:moveTo>
                <a:cubicBezTo>
                  <a:pt x="5743" y="6621"/>
                  <a:pt x="5898" y="6679"/>
                  <a:pt x="6021" y="6802"/>
                </a:cubicBezTo>
                <a:cubicBezTo>
                  <a:pt x="6282" y="7042"/>
                  <a:pt x="6599" y="7168"/>
                  <a:pt x="6933" y="7168"/>
                </a:cubicBezTo>
                <a:cubicBezTo>
                  <a:pt x="7064" y="7168"/>
                  <a:pt x="7198" y="7148"/>
                  <a:pt x="7332" y="7109"/>
                </a:cubicBezTo>
                <a:lnTo>
                  <a:pt x="7833" y="6886"/>
                </a:lnTo>
                <a:lnTo>
                  <a:pt x="7833" y="6886"/>
                </a:lnTo>
                <a:cubicBezTo>
                  <a:pt x="7503" y="7299"/>
                  <a:pt x="7003" y="7529"/>
                  <a:pt x="6483" y="7529"/>
                </a:cubicBezTo>
                <a:cubicBezTo>
                  <a:pt x="6302" y="7529"/>
                  <a:pt x="6118" y="7501"/>
                  <a:pt x="5938" y="7443"/>
                </a:cubicBezTo>
                <a:cubicBezTo>
                  <a:pt x="5464" y="7304"/>
                  <a:pt x="5269" y="7025"/>
                  <a:pt x="5102" y="6886"/>
                </a:cubicBezTo>
                <a:cubicBezTo>
                  <a:pt x="5211" y="6714"/>
                  <a:pt x="5398" y="6621"/>
                  <a:pt x="5591" y="6621"/>
                </a:cubicBezTo>
                <a:close/>
                <a:moveTo>
                  <a:pt x="4628" y="7416"/>
                </a:moveTo>
                <a:cubicBezTo>
                  <a:pt x="4906" y="7694"/>
                  <a:pt x="5185" y="7945"/>
                  <a:pt x="5659" y="8085"/>
                </a:cubicBezTo>
                <a:cubicBezTo>
                  <a:pt x="5882" y="8140"/>
                  <a:pt x="6161" y="8224"/>
                  <a:pt x="6412" y="8224"/>
                </a:cubicBezTo>
                <a:cubicBezTo>
                  <a:pt x="7053" y="8224"/>
                  <a:pt x="7666" y="7973"/>
                  <a:pt x="8112" y="7527"/>
                </a:cubicBezTo>
                <a:cubicBezTo>
                  <a:pt x="8224" y="7639"/>
                  <a:pt x="8251" y="7806"/>
                  <a:pt x="8251" y="7945"/>
                </a:cubicBezTo>
                <a:cubicBezTo>
                  <a:pt x="8335" y="8280"/>
                  <a:pt x="8056" y="8558"/>
                  <a:pt x="7666" y="8558"/>
                </a:cubicBezTo>
                <a:cubicBezTo>
                  <a:pt x="7555" y="8558"/>
                  <a:pt x="7471" y="8531"/>
                  <a:pt x="7387" y="8503"/>
                </a:cubicBezTo>
                <a:cubicBezTo>
                  <a:pt x="7339" y="8479"/>
                  <a:pt x="7291" y="8468"/>
                  <a:pt x="7243" y="8468"/>
                </a:cubicBezTo>
                <a:cubicBezTo>
                  <a:pt x="7016" y="8468"/>
                  <a:pt x="6826" y="8718"/>
                  <a:pt x="6941" y="8949"/>
                </a:cubicBezTo>
                <a:cubicBezTo>
                  <a:pt x="6969" y="9060"/>
                  <a:pt x="6997" y="9172"/>
                  <a:pt x="6997" y="9227"/>
                </a:cubicBezTo>
                <a:cubicBezTo>
                  <a:pt x="6997" y="9590"/>
                  <a:pt x="6718" y="9896"/>
                  <a:pt x="6356" y="9896"/>
                </a:cubicBezTo>
                <a:cubicBezTo>
                  <a:pt x="6161" y="9896"/>
                  <a:pt x="6021" y="9813"/>
                  <a:pt x="5882" y="9729"/>
                </a:cubicBezTo>
                <a:cubicBezTo>
                  <a:pt x="5815" y="9662"/>
                  <a:pt x="5734" y="9631"/>
                  <a:pt x="5655" y="9631"/>
                </a:cubicBezTo>
                <a:cubicBezTo>
                  <a:pt x="5505" y="9631"/>
                  <a:pt x="5361" y="9742"/>
                  <a:pt x="5325" y="9924"/>
                </a:cubicBezTo>
                <a:cubicBezTo>
                  <a:pt x="5297" y="10287"/>
                  <a:pt x="5018" y="10565"/>
                  <a:pt x="4683" y="10565"/>
                </a:cubicBezTo>
                <a:cubicBezTo>
                  <a:pt x="4321" y="10565"/>
                  <a:pt x="4042" y="10287"/>
                  <a:pt x="4014" y="9924"/>
                </a:cubicBezTo>
                <a:cubicBezTo>
                  <a:pt x="3996" y="9741"/>
                  <a:pt x="3846" y="9619"/>
                  <a:pt x="3690" y="9619"/>
                </a:cubicBezTo>
                <a:cubicBezTo>
                  <a:pt x="3608" y="9619"/>
                  <a:pt x="3524" y="9652"/>
                  <a:pt x="3457" y="9729"/>
                </a:cubicBezTo>
                <a:cubicBezTo>
                  <a:pt x="3317" y="9813"/>
                  <a:pt x="3178" y="9896"/>
                  <a:pt x="3011" y="9896"/>
                </a:cubicBezTo>
                <a:cubicBezTo>
                  <a:pt x="2648" y="9896"/>
                  <a:pt x="2342" y="9618"/>
                  <a:pt x="2342" y="9227"/>
                </a:cubicBezTo>
                <a:cubicBezTo>
                  <a:pt x="2342" y="9116"/>
                  <a:pt x="2370" y="9032"/>
                  <a:pt x="2398" y="8949"/>
                </a:cubicBezTo>
                <a:cubicBezTo>
                  <a:pt x="2513" y="8718"/>
                  <a:pt x="2323" y="8468"/>
                  <a:pt x="2095" y="8468"/>
                </a:cubicBezTo>
                <a:cubicBezTo>
                  <a:pt x="2048" y="8468"/>
                  <a:pt x="2000" y="8479"/>
                  <a:pt x="1952" y="8503"/>
                </a:cubicBezTo>
                <a:cubicBezTo>
                  <a:pt x="1859" y="8555"/>
                  <a:pt x="1755" y="8583"/>
                  <a:pt x="1653" y="8583"/>
                </a:cubicBezTo>
                <a:cubicBezTo>
                  <a:pt x="1538" y="8583"/>
                  <a:pt x="1427" y="8548"/>
                  <a:pt x="1338" y="8475"/>
                </a:cubicBezTo>
                <a:cubicBezTo>
                  <a:pt x="1115" y="8335"/>
                  <a:pt x="1004" y="8112"/>
                  <a:pt x="1004" y="7917"/>
                </a:cubicBezTo>
                <a:cubicBezTo>
                  <a:pt x="1004" y="7722"/>
                  <a:pt x="1087" y="7583"/>
                  <a:pt x="1143" y="7499"/>
                </a:cubicBezTo>
                <a:cubicBezTo>
                  <a:pt x="1617" y="7945"/>
                  <a:pt x="2230" y="8196"/>
                  <a:pt x="2871" y="8196"/>
                </a:cubicBezTo>
                <a:cubicBezTo>
                  <a:pt x="3485" y="8196"/>
                  <a:pt x="4126" y="7945"/>
                  <a:pt x="4572" y="7499"/>
                </a:cubicBezTo>
                <a:lnTo>
                  <a:pt x="4628" y="7416"/>
                </a:lnTo>
                <a:close/>
                <a:moveTo>
                  <a:pt x="2732" y="1"/>
                </a:moveTo>
                <a:cubicBezTo>
                  <a:pt x="2537" y="1"/>
                  <a:pt x="2453" y="112"/>
                  <a:pt x="2398" y="279"/>
                </a:cubicBezTo>
                <a:lnTo>
                  <a:pt x="2063" y="2008"/>
                </a:lnTo>
                <a:cubicBezTo>
                  <a:pt x="1310" y="2203"/>
                  <a:pt x="753" y="2844"/>
                  <a:pt x="753" y="3624"/>
                </a:cubicBezTo>
                <a:cubicBezTo>
                  <a:pt x="753" y="4015"/>
                  <a:pt x="892" y="4321"/>
                  <a:pt x="1087" y="4600"/>
                </a:cubicBezTo>
                <a:lnTo>
                  <a:pt x="1087" y="6050"/>
                </a:lnTo>
                <a:lnTo>
                  <a:pt x="864" y="5994"/>
                </a:lnTo>
                <a:cubicBezTo>
                  <a:pt x="832" y="5987"/>
                  <a:pt x="799" y="5984"/>
                  <a:pt x="766" y="5984"/>
                </a:cubicBezTo>
                <a:cubicBezTo>
                  <a:pt x="662" y="5984"/>
                  <a:pt x="566" y="6020"/>
                  <a:pt x="502" y="6105"/>
                </a:cubicBezTo>
                <a:cubicBezTo>
                  <a:pt x="418" y="6189"/>
                  <a:pt x="391" y="6384"/>
                  <a:pt x="502" y="6468"/>
                </a:cubicBezTo>
                <a:lnTo>
                  <a:pt x="837" y="6997"/>
                </a:lnTo>
                <a:cubicBezTo>
                  <a:pt x="0" y="7806"/>
                  <a:pt x="558" y="9255"/>
                  <a:pt x="1756" y="9255"/>
                </a:cubicBezTo>
                <a:cubicBezTo>
                  <a:pt x="1756" y="10001"/>
                  <a:pt x="2361" y="10582"/>
                  <a:pt x="3036" y="10582"/>
                </a:cubicBezTo>
                <a:cubicBezTo>
                  <a:pt x="3193" y="10582"/>
                  <a:pt x="3354" y="10550"/>
                  <a:pt x="3513" y="10482"/>
                </a:cubicBezTo>
                <a:cubicBezTo>
                  <a:pt x="3736" y="10928"/>
                  <a:pt x="4182" y="11207"/>
                  <a:pt x="4711" y="11207"/>
                </a:cubicBezTo>
                <a:cubicBezTo>
                  <a:pt x="5241" y="11207"/>
                  <a:pt x="5687" y="10900"/>
                  <a:pt x="5882" y="10482"/>
                </a:cubicBezTo>
                <a:cubicBezTo>
                  <a:pt x="6040" y="10536"/>
                  <a:pt x="6198" y="10562"/>
                  <a:pt x="6351" y="10562"/>
                </a:cubicBezTo>
                <a:cubicBezTo>
                  <a:pt x="7062" y="10562"/>
                  <a:pt x="7666" y="10012"/>
                  <a:pt x="7666" y="9255"/>
                </a:cubicBezTo>
                <a:cubicBezTo>
                  <a:pt x="8865" y="9255"/>
                  <a:pt x="9450" y="7806"/>
                  <a:pt x="8586" y="6997"/>
                </a:cubicBezTo>
                <a:lnTo>
                  <a:pt x="8920" y="6468"/>
                </a:lnTo>
                <a:cubicBezTo>
                  <a:pt x="9066" y="6273"/>
                  <a:pt x="8894" y="5973"/>
                  <a:pt x="8645" y="5973"/>
                </a:cubicBezTo>
                <a:cubicBezTo>
                  <a:pt x="8608" y="5973"/>
                  <a:pt x="8570" y="5980"/>
                  <a:pt x="8530" y="5994"/>
                </a:cubicBezTo>
                <a:lnTo>
                  <a:pt x="8335" y="6050"/>
                </a:lnTo>
                <a:lnTo>
                  <a:pt x="8335" y="4600"/>
                </a:lnTo>
                <a:cubicBezTo>
                  <a:pt x="8391" y="4489"/>
                  <a:pt x="8474" y="4433"/>
                  <a:pt x="8502" y="4321"/>
                </a:cubicBezTo>
                <a:cubicBezTo>
                  <a:pt x="8725" y="4489"/>
                  <a:pt x="9032" y="4600"/>
                  <a:pt x="9311" y="4600"/>
                </a:cubicBezTo>
                <a:cubicBezTo>
                  <a:pt x="10035" y="4600"/>
                  <a:pt x="10621" y="4015"/>
                  <a:pt x="10621" y="3262"/>
                </a:cubicBezTo>
                <a:cubicBezTo>
                  <a:pt x="10621" y="2537"/>
                  <a:pt x="10035" y="1924"/>
                  <a:pt x="9339" y="1924"/>
                </a:cubicBezTo>
                <a:lnTo>
                  <a:pt x="9311" y="1924"/>
                </a:lnTo>
                <a:lnTo>
                  <a:pt x="694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9" name="Shape 3099"/>
        <p:cNvGrpSpPr/>
        <p:nvPr/>
      </p:nvGrpSpPr>
      <p:grpSpPr>
        <a:xfrm>
          <a:off x="0" y="0"/>
          <a:ext cx="0" cy="0"/>
          <a:chOff x="0" y="0"/>
          <a:chExt cx="0" cy="0"/>
        </a:xfrm>
      </p:grpSpPr>
      <p:sp>
        <p:nvSpPr>
          <p:cNvPr id="3100" name="Google Shape;3100;p47"/>
          <p:cNvSpPr txBox="1"/>
          <p:nvPr>
            <p:ph type="title"/>
          </p:nvPr>
        </p:nvSpPr>
        <p:spPr>
          <a:xfrm>
            <a:off x="728527" y="539500"/>
            <a:ext cx="3347700" cy="48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Creative process icons</a:t>
            </a:r>
            <a:endParaRPr/>
          </a:p>
        </p:txBody>
      </p:sp>
      <p:sp>
        <p:nvSpPr>
          <p:cNvPr id="3101" name="Google Shape;3101;p47"/>
          <p:cNvSpPr txBox="1"/>
          <p:nvPr>
            <p:ph idx="2" type="title"/>
          </p:nvPr>
        </p:nvSpPr>
        <p:spPr>
          <a:xfrm>
            <a:off x="4977550" y="539500"/>
            <a:ext cx="3458400" cy="48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Performing arts icons</a:t>
            </a:r>
            <a:endParaRPr/>
          </a:p>
        </p:txBody>
      </p:sp>
      <p:grpSp>
        <p:nvGrpSpPr>
          <p:cNvPr id="3102" name="Google Shape;3102;p47"/>
          <p:cNvGrpSpPr/>
          <p:nvPr/>
        </p:nvGrpSpPr>
        <p:grpSpPr>
          <a:xfrm>
            <a:off x="752747" y="1561609"/>
            <a:ext cx="215594" cy="276601"/>
            <a:chOff x="-50489600" y="1947400"/>
            <a:chExt cx="233150" cy="299125"/>
          </a:xfrm>
        </p:grpSpPr>
        <p:sp>
          <p:nvSpPr>
            <p:cNvPr id="3103" name="Google Shape;3103;p47"/>
            <p:cNvSpPr/>
            <p:nvPr/>
          </p:nvSpPr>
          <p:spPr>
            <a:xfrm>
              <a:off x="-50382475" y="2018275"/>
              <a:ext cx="17350" cy="17350"/>
            </a:xfrm>
            <a:custGeom>
              <a:rect b="b" l="l" r="r" t="t"/>
              <a:pathLst>
                <a:path extrusionOk="0" h="694" w="694">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4" name="Google Shape;3104;p47"/>
            <p:cNvSpPr/>
            <p:nvPr/>
          </p:nvSpPr>
          <p:spPr>
            <a:xfrm>
              <a:off x="-50489600" y="1947400"/>
              <a:ext cx="233150" cy="299125"/>
            </a:xfrm>
            <a:custGeom>
              <a:rect b="b" l="l" r="r" t="t"/>
              <a:pathLst>
                <a:path extrusionOk="0" h="11965" w="9326">
                  <a:moveTo>
                    <a:pt x="4632" y="725"/>
                  </a:moveTo>
                  <a:cubicBezTo>
                    <a:pt x="4821" y="725"/>
                    <a:pt x="4978" y="882"/>
                    <a:pt x="4978" y="1071"/>
                  </a:cubicBezTo>
                  <a:lnTo>
                    <a:pt x="4978" y="1449"/>
                  </a:lnTo>
                  <a:cubicBezTo>
                    <a:pt x="4884" y="1418"/>
                    <a:pt x="4758" y="1418"/>
                    <a:pt x="4632" y="1418"/>
                  </a:cubicBezTo>
                  <a:cubicBezTo>
                    <a:pt x="4506" y="1418"/>
                    <a:pt x="4411" y="1418"/>
                    <a:pt x="4285" y="1449"/>
                  </a:cubicBezTo>
                  <a:lnTo>
                    <a:pt x="4285" y="1071"/>
                  </a:lnTo>
                  <a:cubicBezTo>
                    <a:pt x="4285" y="882"/>
                    <a:pt x="4443" y="725"/>
                    <a:pt x="4632" y="725"/>
                  </a:cubicBezTo>
                  <a:close/>
                  <a:moveTo>
                    <a:pt x="4632" y="2143"/>
                  </a:moveTo>
                  <a:cubicBezTo>
                    <a:pt x="5230" y="2143"/>
                    <a:pt x="5703" y="2615"/>
                    <a:pt x="5703" y="3182"/>
                  </a:cubicBezTo>
                  <a:cubicBezTo>
                    <a:pt x="5703" y="3781"/>
                    <a:pt x="5230" y="4253"/>
                    <a:pt x="4632" y="4253"/>
                  </a:cubicBezTo>
                  <a:cubicBezTo>
                    <a:pt x="4033" y="4253"/>
                    <a:pt x="3592" y="3781"/>
                    <a:pt x="3592" y="3182"/>
                  </a:cubicBezTo>
                  <a:cubicBezTo>
                    <a:pt x="3592" y="2615"/>
                    <a:pt x="4033" y="2143"/>
                    <a:pt x="4632" y="2143"/>
                  </a:cubicBezTo>
                  <a:close/>
                  <a:moveTo>
                    <a:pt x="4632" y="5356"/>
                  </a:moveTo>
                  <a:lnTo>
                    <a:pt x="6018" y="8191"/>
                  </a:lnTo>
                  <a:cubicBezTo>
                    <a:pt x="5671" y="8349"/>
                    <a:pt x="5356" y="8443"/>
                    <a:pt x="4978" y="8443"/>
                  </a:cubicBezTo>
                  <a:lnTo>
                    <a:pt x="4978" y="8065"/>
                  </a:lnTo>
                  <a:cubicBezTo>
                    <a:pt x="4978" y="7876"/>
                    <a:pt x="4821" y="7719"/>
                    <a:pt x="4632" y="7719"/>
                  </a:cubicBezTo>
                  <a:cubicBezTo>
                    <a:pt x="4443" y="7719"/>
                    <a:pt x="4285" y="7876"/>
                    <a:pt x="4285" y="8065"/>
                  </a:cubicBezTo>
                  <a:lnTo>
                    <a:pt x="4285" y="8443"/>
                  </a:lnTo>
                  <a:cubicBezTo>
                    <a:pt x="3939" y="8380"/>
                    <a:pt x="3592" y="8317"/>
                    <a:pt x="3246" y="8191"/>
                  </a:cubicBezTo>
                  <a:lnTo>
                    <a:pt x="4632" y="5356"/>
                  </a:lnTo>
                  <a:close/>
                  <a:moveTo>
                    <a:pt x="3466" y="4505"/>
                  </a:moveTo>
                  <a:cubicBezTo>
                    <a:pt x="3624" y="4663"/>
                    <a:pt x="3844" y="4757"/>
                    <a:pt x="4096" y="4852"/>
                  </a:cubicBezTo>
                  <a:cubicBezTo>
                    <a:pt x="4033" y="5009"/>
                    <a:pt x="1481" y="10271"/>
                    <a:pt x="1450" y="10365"/>
                  </a:cubicBezTo>
                  <a:cubicBezTo>
                    <a:pt x="1381" y="10504"/>
                    <a:pt x="1261" y="10591"/>
                    <a:pt x="1127" y="10591"/>
                  </a:cubicBezTo>
                  <a:cubicBezTo>
                    <a:pt x="1078" y="10591"/>
                    <a:pt x="1028" y="10580"/>
                    <a:pt x="977" y="10554"/>
                  </a:cubicBezTo>
                  <a:cubicBezTo>
                    <a:pt x="820" y="10491"/>
                    <a:pt x="694" y="10271"/>
                    <a:pt x="788" y="10082"/>
                  </a:cubicBezTo>
                  <a:lnTo>
                    <a:pt x="3466" y="4505"/>
                  </a:lnTo>
                  <a:close/>
                  <a:moveTo>
                    <a:pt x="5829" y="4537"/>
                  </a:moveTo>
                  <a:lnTo>
                    <a:pt x="8507" y="10113"/>
                  </a:lnTo>
                  <a:cubicBezTo>
                    <a:pt x="8570" y="10271"/>
                    <a:pt x="8507" y="10523"/>
                    <a:pt x="8318" y="10586"/>
                  </a:cubicBezTo>
                  <a:cubicBezTo>
                    <a:pt x="8271" y="10599"/>
                    <a:pt x="8225" y="10606"/>
                    <a:pt x="8181" y="10606"/>
                  </a:cubicBezTo>
                  <a:cubicBezTo>
                    <a:pt x="8021" y="10606"/>
                    <a:pt x="7888" y="10521"/>
                    <a:pt x="7814" y="10397"/>
                  </a:cubicBezTo>
                  <a:cubicBezTo>
                    <a:pt x="7719" y="10176"/>
                    <a:pt x="5293" y="5167"/>
                    <a:pt x="5199" y="4883"/>
                  </a:cubicBezTo>
                  <a:cubicBezTo>
                    <a:pt x="5419" y="4820"/>
                    <a:pt x="5608" y="4694"/>
                    <a:pt x="5829" y="4537"/>
                  </a:cubicBezTo>
                  <a:close/>
                  <a:moveTo>
                    <a:pt x="4632" y="0"/>
                  </a:moveTo>
                  <a:cubicBezTo>
                    <a:pt x="4033" y="0"/>
                    <a:pt x="3592" y="473"/>
                    <a:pt x="3592" y="1071"/>
                  </a:cubicBezTo>
                  <a:lnTo>
                    <a:pt x="3592" y="1764"/>
                  </a:lnTo>
                  <a:cubicBezTo>
                    <a:pt x="3151" y="2080"/>
                    <a:pt x="2867" y="2584"/>
                    <a:pt x="2867" y="3182"/>
                  </a:cubicBezTo>
                  <a:cubicBezTo>
                    <a:pt x="2867" y="3434"/>
                    <a:pt x="2899" y="3655"/>
                    <a:pt x="3025" y="3875"/>
                  </a:cubicBezTo>
                  <a:lnTo>
                    <a:pt x="1576" y="6900"/>
                  </a:lnTo>
                  <a:cubicBezTo>
                    <a:pt x="1355" y="6648"/>
                    <a:pt x="1229" y="6396"/>
                    <a:pt x="1103" y="6081"/>
                  </a:cubicBezTo>
                  <a:cubicBezTo>
                    <a:pt x="1032" y="5914"/>
                    <a:pt x="906" y="5837"/>
                    <a:pt x="767" y="5837"/>
                  </a:cubicBezTo>
                  <a:cubicBezTo>
                    <a:pt x="722" y="5837"/>
                    <a:pt x="676" y="5845"/>
                    <a:pt x="631" y="5860"/>
                  </a:cubicBezTo>
                  <a:cubicBezTo>
                    <a:pt x="442" y="5955"/>
                    <a:pt x="347" y="6144"/>
                    <a:pt x="442" y="6333"/>
                  </a:cubicBezTo>
                  <a:cubicBezTo>
                    <a:pt x="631" y="6805"/>
                    <a:pt x="883" y="7215"/>
                    <a:pt x="1229" y="7593"/>
                  </a:cubicBezTo>
                  <a:lnTo>
                    <a:pt x="158" y="9798"/>
                  </a:lnTo>
                  <a:cubicBezTo>
                    <a:pt x="1" y="10208"/>
                    <a:pt x="64" y="10649"/>
                    <a:pt x="347" y="10964"/>
                  </a:cubicBezTo>
                  <a:lnTo>
                    <a:pt x="95" y="11468"/>
                  </a:lnTo>
                  <a:cubicBezTo>
                    <a:pt x="32" y="11625"/>
                    <a:pt x="95" y="11846"/>
                    <a:pt x="253" y="11941"/>
                  </a:cubicBezTo>
                  <a:cubicBezTo>
                    <a:pt x="293" y="11957"/>
                    <a:pt x="340" y="11965"/>
                    <a:pt x="389" y="11965"/>
                  </a:cubicBezTo>
                  <a:cubicBezTo>
                    <a:pt x="528" y="11965"/>
                    <a:pt x="678" y="11900"/>
                    <a:pt x="725" y="11783"/>
                  </a:cubicBezTo>
                  <a:lnTo>
                    <a:pt x="977" y="11247"/>
                  </a:lnTo>
                  <a:cubicBezTo>
                    <a:pt x="1027" y="11255"/>
                    <a:pt x="1077" y="11258"/>
                    <a:pt x="1127" y="11258"/>
                  </a:cubicBezTo>
                  <a:cubicBezTo>
                    <a:pt x="1521" y="11258"/>
                    <a:pt x="1912" y="11040"/>
                    <a:pt x="2080" y="10649"/>
                  </a:cubicBezTo>
                  <a:lnTo>
                    <a:pt x="2930" y="8822"/>
                  </a:lnTo>
                  <a:cubicBezTo>
                    <a:pt x="3372" y="8979"/>
                    <a:pt x="3813" y="9105"/>
                    <a:pt x="4285" y="9137"/>
                  </a:cubicBezTo>
                  <a:lnTo>
                    <a:pt x="4285" y="9483"/>
                  </a:lnTo>
                  <a:cubicBezTo>
                    <a:pt x="4285" y="9704"/>
                    <a:pt x="4443" y="9861"/>
                    <a:pt x="4632" y="9861"/>
                  </a:cubicBezTo>
                  <a:cubicBezTo>
                    <a:pt x="4821" y="9861"/>
                    <a:pt x="4978" y="9704"/>
                    <a:pt x="4978" y="9483"/>
                  </a:cubicBezTo>
                  <a:lnTo>
                    <a:pt x="4978" y="9137"/>
                  </a:lnTo>
                  <a:cubicBezTo>
                    <a:pt x="5451" y="9105"/>
                    <a:pt x="5892" y="9011"/>
                    <a:pt x="6333" y="8822"/>
                  </a:cubicBezTo>
                  <a:lnTo>
                    <a:pt x="7184" y="10649"/>
                  </a:lnTo>
                  <a:cubicBezTo>
                    <a:pt x="7382" y="11016"/>
                    <a:pt x="7732" y="11257"/>
                    <a:pt x="8143" y="11257"/>
                  </a:cubicBezTo>
                  <a:cubicBezTo>
                    <a:pt x="8190" y="11257"/>
                    <a:pt x="8238" y="11254"/>
                    <a:pt x="8286" y="11247"/>
                  </a:cubicBezTo>
                  <a:lnTo>
                    <a:pt x="8538" y="11783"/>
                  </a:lnTo>
                  <a:cubicBezTo>
                    <a:pt x="8585" y="11900"/>
                    <a:pt x="8718" y="11965"/>
                    <a:pt x="8861" y="11965"/>
                  </a:cubicBezTo>
                  <a:cubicBezTo>
                    <a:pt x="8911" y="11965"/>
                    <a:pt x="8962" y="11957"/>
                    <a:pt x="9011" y="11941"/>
                  </a:cubicBezTo>
                  <a:cubicBezTo>
                    <a:pt x="9168" y="11846"/>
                    <a:pt x="9231" y="11657"/>
                    <a:pt x="9168" y="11468"/>
                  </a:cubicBezTo>
                  <a:lnTo>
                    <a:pt x="8916" y="10964"/>
                  </a:lnTo>
                  <a:cubicBezTo>
                    <a:pt x="9200" y="10649"/>
                    <a:pt x="9326" y="10208"/>
                    <a:pt x="9137" y="9798"/>
                  </a:cubicBezTo>
                  <a:lnTo>
                    <a:pt x="8066" y="7593"/>
                  </a:lnTo>
                  <a:cubicBezTo>
                    <a:pt x="8381" y="7246"/>
                    <a:pt x="8664" y="6805"/>
                    <a:pt x="8853" y="6333"/>
                  </a:cubicBezTo>
                  <a:cubicBezTo>
                    <a:pt x="8916" y="6144"/>
                    <a:pt x="8853" y="5955"/>
                    <a:pt x="8664" y="5860"/>
                  </a:cubicBezTo>
                  <a:cubicBezTo>
                    <a:pt x="8611" y="5845"/>
                    <a:pt x="8559" y="5837"/>
                    <a:pt x="8511" y="5837"/>
                  </a:cubicBezTo>
                  <a:cubicBezTo>
                    <a:pt x="8360" y="5837"/>
                    <a:pt x="8240" y="5914"/>
                    <a:pt x="8192" y="6081"/>
                  </a:cubicBezTo>
                  <a:cubicBezTo>
                    <a:pt x="8066" y="6333"/>
                    <a:pt x="7908" y="6616"/>
                    <a:pt x="7719" y="6900"/>
                  </a:cubicBezTo>
                  <a:lnTo>
                    <a:pt x="6270" y="3875"/>
                  </a:lnTo>
                  <a:cubicBezTo>
                    <a:pt x="6333" y="3655"/>
                    <a:pt x="6396" y="3434"/>
                    <a:pt x="6396" y="3182"/>
                  </a:cubicBezTo>
                  <a:cubicBezTo>
                    <a:pt x="6396" y="2584"/>
                    <a:pt x="6144" y="2080"/>
                    <a:pt x="5703" y="1764"/>
                  </a:cubicBezTo>
                  <a:lnTo>
                    <a:pt x="5703" y="1071"/>
                  </a:lnTo>
                  <a:cubicBezTo>
                    <a:pt x="5703" y="473"/>
                    <a:pt x="5230" y="0"/>
                    <a:pt x="463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05" name="Google Shape;3105;p47"/>
          <p:cNvGrpSpPr/>
          <p:nvPr/>
        </p:nvGrpSpPr>
        <p:grpSpPr>
          <a:xfrm>
            <a:off x="722151" y="1997123"/>
            <a:ext cx="276786" cy="277502"/>
            <a:chOff x="-50523475" y="2316000"/>
            <a:chExt cx="299325" cy="300100"/>
          </a:xfrm>
        </p:grpSpPr>
        <p:sp>
          <p:nvSpPr>
            <p:cNvPr id="3106" name="Google Shape;3106;p47"/>
            <p:cNvSpPr/>
            <p:nvPr/>
          </p:nvSpPr>
          <p:spPr>
            <a:xfrm>
              <a:off x="-50453375" y="2387675"/>
              <a:ext cx="158350" cy="228425"/>
            </a:xfrm>
            <a:custGeom>
              <a:rect b="b" l="l" r="r" t="t"/>
              <a:pathLst>
                <a:path extrusionOk="0" h="9137" w="6334">
                  <a:moveTo>
                    <a:pt x="3183" y="4222"/>
                  </a:moveTo>
                  <a:cubicBezTo>
                    <a:pt x="3372" y="4222"/>
                    <a:pt x="3529" y="4380"/>
                    <a:pt x="3529" y="4569"/>
                  </a:cubicBezTo>
                  <a:cubicBezTo>
                    <a:pt x="3529" y="4758"/>
                    <a:pt x="3372" y="4915"/>
                    <a:pt x="3183" y="4915"/>
                  </a:cubicBezTo>
                  <a:cubicBezTo>
                    <a:pt x="2994" y="4915"/>
                    <a:pt x="2836" y="4758"/>
                    <a:pt x="2836" y="4569"/>
                  </a:cubicBezTo>
                  <a:cubicBezTo>
                    <a:pt x="2836" y="4380"/>
                    <a:pt x="2994" y="4222"/>
                    <a:pt x="3183" y="4222"/>
                  </a:cubicBezTo>
                  <a:close/>
                  <a:moveTo>
                    <a:pt x="3183" y="1009"/>
                  </a:moveTo>
                  <a:lnTo>
                    <a:pt x="5609" y="5230"/>
                  </a:lnTo>
                  <a:lnTo>
                    <a:pt x="4411" y="6994"/>
                  </a:lnTo>
                  <a:lnTo>
                    <a:pt x="3529" y="6994"/>
                  </a:lnTo>
                  <a:lnTo>
                    <a:pt x="3529" y="5545"/>
                  </a:lnTo>
                  <a:cubicBezTo>
                    <a:pt x="3939" y="5388"/>
                    <a:pt x="4254" y="5010"/>
                    <a:pt x="4254" y="4569"/>
                  </a:cubicBezTo>
                  <a:cubicBezTo>
                    <a:pt x="4254" y="3970"/>
                    <a:pt x="3781" y="3497"/>
                    <a:pt x="3183" y="3497"/>
                  </a:cubicBezTo>
                  <a:cubicBezTo>
                    <a:pt x="2584" y="3497"/>
                    <a:pt x="2143" y="3970"/>
                    <a:pt x="2143" y="4569"/>
                  </a:cubicBezTo>
                  <a:cubicBezTo>
                    <a:pt x="2143" y="5041"/>
                    <a:pt x="2395" y="5419"/>
                    <a:pt x="2836" y="5545"/>
                  </a:cubicBezTo>
                  <a:lnTo>
                    <a:pt x="2836" y="6994"/>
                  </a:lnTo>
                  <a:lnTo>
                    <a:pt x="1986" y="6994"/>
                  </a:lnTo>
                  <a:lnTo>
                    <a:pt x="788" y="5230"/>
                  </a:lnTo>
                  <a:lnTo>
                    <a:pt x="3183" y="1009"/>
                  </a:lnTo>
                  <a:close/>
                  <a:moveTo>
                    <a:pt x="4600" y="7688"/>
                  </a:moveTo>
                  <a:cubicBezTo>
                    <a:pt x="4821" y="7688"/>
                    <a:pt x="4947" y="7845"/>
                    <a:pt x="4947" y="8034"/>
                  </a:cubicBezTo>
                  <a:lnTo>
                    <a:pt x="4947" y="8412"/>
                  </a:lnTo>
                  <a:lnTo>
                    <a:pt x="1450" y="8412"/>
                  </a:lnTo>
                  <a:lnTo>
                    <a:pt x="1450" y="8034"/>
                  </a:lnTo>
                  <a:cubicBezTo>
                    <a:pt x="1450" y="7845"/>
                    <a:pt x="1607" y="7688"/>
                    <a:pt x="1797" y="7688"/>
                  </a:cubicBezTo>
                  <a:close/>
                  <a:moveTo>
                    <a:pt x="3183" y="0"/>
                  </a:moveTo>
                  <a:cubicBezTo>
                    <a:pt x="3057" y="0"/>
                    <a:pt x="2962" y="63"/>
                    <a:pt x="2868" y="158"/>
                  </a:cubicBezTo>
                  <a:lnTo>
                    <a:pt x="64" y="5073"/>
                  </a:lnTo>
                  <a:cubicBezTo>
                    <a:pt x="1" y="5199"/>
                    <a:pt x="1" y="5356"/>
                    <a:pt x="64" y="5419"/>
                  </a:cubicBezTo>
                  <a:lnTo>
                    <a:pt x="1229" y="7152"/>
                  </a:lnTo>
                  <a:cubicBezTo>
                    <a:pt x="914" y="7373"/>
                    <a:pt x="694" y="7688"/>
                    <a:pt x="694" y="8066"/>
                  </a:cubicBezTo>
                  <a:lnTo>
                    <a:pt x="694" y="8790"/>
                  </a:lnTo>
                  <a:cubicBezTo>
                    <a:pt x="694" y="8979"/>
                    <a:pt x="851" y="9137"/>
                    <a:pt x="1072" y="9137"/>
                  </a:cubicBezTo>
                  <a:lnTo>
                    <a:pt x="5262" y="9137"/>
                  </a:lnTo>
                  <a:cubicBezTo>
                    <a:pt x="5483" y="9137"/>
                    <a:pt x="5640" y="8979"/>
                    <a:pt x="5640" y="8790"/>
                  </a:cubicBezTo>
                  <a:lnTo>
                    <a:pt x="5640" y="8066"/>
                  </a:lnTo>
                  <a:cubicBezTo>
                    <a:pt x="5640" y="7688"/>
                    <a:pt x="5420" y="7373"/>
                    <a:pt x="5105" y="7152"/>
                  </a:cubicBezTo>
                  <a:lnTo>
                    <a:pt x="6270" y="5419"/>
                  </a:lnTo>
                  <a:cubicBezTo>
                    <a:pt x="6333" y="5325"/>
                    <a:pt x="6333" y="5199"/>
                    <a:pt x="6270" y="5073"/>
                  </a:cubicBezTo>
                  <a:lnTo>
                    <a:pt x="3498" y="158"/>
                  </a:lnTo>
                  <a:cubicBezTo>
                    <a:pt x="3435" y="32"/>
                    <a:pt x="3309" y="0"/>
                    <a:pt x="318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7" name="Google Shape;3107;p47"/>
            <p:cNvSpPr/>
            <p:nvPr/>
          </p:nvSpPr>
          <p:spPr>
            <a:xfrm>
              <a:off x="-50523475" y="2316000"/>
              <a:ext cx="299325" cy="178025"/>
            </a:xfrm>
            <a:custGeom>
              <a:rect b="b" l="l" r="r" t="t"/>
              <a:pathLst>
                <a:path extrusionOk="0" h="7121" w="11973">
                  <a:moveTo>
                    <a:pt x="1072" y="694"/>
                  </a:moveTo>
                  <a:cubicBezTo>
                    <a:pt x="1261" y="694"/>
                    <a:pt x="1419" y="851"/>
                    <a:pt x="1419" y="1040"/>
                  </a:cubicBezTo>
                  <a:cubicBezTo>
                    <a:pt x="1419" y="1229"/>
                    <a:pt x="1261" y="1418"/>
                    <a:pt x="1072" y="1418"/>
                  </a:cubicBezTo>
                  <a:cubicBezTo>
                    <a:pt x="883" y="1418"/>
                    <a:pt x="725" y="1229"/>
                    <a:pt x="725" y="1040"/>
                  </a:cubicBezTo>
                  <a:cubicBezTo>
                    <a:pt x="725" y="851"/>
                    <a:pt x="883" y="694"/>
                    <a:pt x="1072" y="694"/>
                  </a:cubicBezTo>
                  <a:close/>
                  <a:moveTo>
                    <a:pt x="6333" y="694"/>
                  </a:moveTo>
                  <a:lnTo>
                    <a:pt x="6333" y="1418"/>
                  </a:lnTo>
                  <a:lnTo>
                    <a:pt x="5640" y="1418"/>
                  </a:lnTo>
                  <a:lnTo>
                    <a:pt x="5640" y="694"/>
                  </a:lnTo>
                  <a:close/>
                  <a:moveTo>
                    <a:pt x="10902" y="725"/>
                  </a:moveTo>
                  <a:cubicBezTo>
                    <a:pt x="11122" y="725"/>
                    <a:pt x="11280" y="883"/>
                    <a:pt x="11280" y="1103"/>
                  </a:cubicBezTo>
                  <a:cubicBezTo>
                    <a:pt x="11280" y="1292"/>
                    <a:pt x="11122" y="1450"/>
                    <a:pt x="10902" y="1450"/>
                  </a:cubicBezTo>
                  <a:cubicBezTo>
                    <a:pt x="10712" y="1450"/>
                    <a:pt x="10555" y="1292"/>
                    <a:pt x="10555" y="1103"/>
                  </a:cubicBezTo>
                  <a:cubicBezTo>
                    <a:pt x="10586" y="883"/>
                    <a:pt x="10744" y="725"/>
                    <a:pt x="10902" y="725"/>
                  </a:cubicBezTo>
                  <a:close/>
                  <a:moveTo>
                    <a:pt x="2143" y="5640"/>
                  </a:moveTo>
                  <a:lnTo>
                    <a:pt x="2143" y="6364"/>
                  </a:lnTo>
                  <a:lnTo>
                    <a:pt x="1419" y="6364"/>
                  </a:lnTo>
                  <a:lnTo>
                    <a:pt x="1419" y="5640"/>
                  </a:lnTo>
                  <a:close/>
                  <a:moveTo>
                    <a:pt x="10555" y="5640"/>
                  </a:moveTo>
                  <a:lnTo>
                    <a:pt x="10555" y="6364"/>
                  </a:lnTo>
                  <a:lnTo>
                    <a:pt x="9862" y="6364"/>
                  </a:lnTo>
                  <a:lnTo>
                    <a:pt x="9862" y="5640"/>
                  </a:lnTo>
                  <a:close/>
                  <a:moveTo>
                    <a:pt x="10902" y="0"/>
                  </a:moveTo>
                  <a:cubicBezTo>
                    <a:pt x="10460" y="0"/>
                    <a:pt x="10051" y="252"/>
                    <a:pt x="9925" y="694"/>
                  </a:cubicBezTo>
                  <a:lnTo>
                    <a:pt x="7058" y="694"/>
                  </a:lnTo>
                  <a:lnTo>
                    <a:pt x="7058" y="379"/>
                  </a:lnTo>
                  <a:cubicBezTo>
                    <a:pt x="7058" y="189"/>
                    <a:pt x="6900" y="32"/>
                    <a:pt x="6711" y="32"/>
                  </a:cubicBezTo>
                  <a:lnTo>
                    <a:pt x="5294" y="32"/>
                  </a:lnTo>
                  <a:cubicBezTo>
                    <a:pt x="5073" y="32"/>
                    <a:pt x="4947" y="189"/>
                    <a:pt x="4947" y="379"/>
                  </a:cubicBezTo>
                  <a:lnTo>
                    <a:pt x="4947" y="725"/>
                  </a:lnTo>
                  <a:lnTo>
                    <a:pt x="2049" y="725"/>
                  </a:lnTo>
                  <a:cubicBezTo>
                    <a:pt x="1891" y="347"/>
                    <a:pt x="1513" y="32"/>
                    <a:pt x="1072" y="32"/>
                  </a:cubicBezTo>
                  <a:cubicBezTo>
                    <a:pt x="473" y="32"/>
                    <a:pt x="1" y="505"/>
                    <a:pt x="1" y="1072"/>
                  </a:cubicBezTo>
                  <a:cubicBezTo>
                    <a:pt x="1" y="1670"/>
                    <a:pt x="473" y="2143"/>
                    <a:pt x="1072" y="2143"/>
                  </a:cubicBezTo>
                  <a:cubicBezTo>
                    <a:pt x="1545" y="2143"/>
                    <a:pt x="1923" y="1828"/>
                    <a:pt x="2049" y="1450"/>
                  </a:cubicBezTo>
                  <a:lnTo>
                    <a:pt x="3592" y="1450"/>
                  </a:lnTo>
                  <a:cubicBezTo>
                    <a:pt x="3183" y="1670"/>
                    <a:pt x="2836" y="1985"/>
                    <a:pt x="2521" y="2332"/>
                  </a:cubicBezTo>
                  <a:cubicBezTo>
                    <a:pt x="1891" y="3088"/>
                    <a:pt x="1545" y="4002"/>
                    <a:pt x="1450" y="4978"/>
                  </a:cubicBezTo>
                  <a:lnTo>
                    <a:pt x="1103" y="4978"/>
                  </a:lnTo>
                  <a:cubicBezTo>
                    <a:pt x="914" y="4978"/>
                    <a:pt x="757" y="5136"/>
                    <a:pt x="757" y="5325"/>
                  </a:cubicBezTo>
                  <a:lnTo>
                    <a:pt x="757" y="6742"/>
                  </a:lnTo>
                  <a:cubicBezTo>
                    <a:pt x="757" y="6963"/>
                    <a:pt x="914" y="7121"/>
                    <a:pt x="1103" y="7121"/>
                  </a:cubicBezTo>
                  <a:lnTo>
                    <a:pt x="2521" y="7121"/>
                  </a:lnTo>
                  <a:cubicBezTo>
                    <a:pt x="2742" y="7121"/>
                    <a:pt x="2899" y="6963"/>
                    <a:pt x="2899" y="6742"/>
                  </a:cubicBezTo>
                  <a:lnTo>
                    <a:pt x="2899" y="5325"/>
                  </a:lnTo>
                  <a:cubicBezTo>
                    <a:pt x="2899" y="5136"/>
                    <a:pt x="2742" y="4978"/>
                    <a:pt x="2521" y="4978"/>
                  </a:cubicBezTo>
                  <a:lnTo>
                    <a:pt x="2175" y="4978"/>
                  </a:lnTo>
                  <a:cubicBezTo>
                    <a:pt x="2332" y="3403"/>
                    <a:pt x="3435" y="2017"/>
                    <a:pt x="4979" y="1607"/>
                  </a:cubicBezTo>
                  <a:lnTo>
                    <a:pt x="4979" y="1796"/>
                  </a:lnTo>
                  <a:cubicBezTo>
                    <a:pt x="4979" y="1985"/>
                    <a:pt x="5136" y="2143"/>
                    <a:pt x="5325" y="2143"/>
                  </a:cubicBezTo>
                  <a:lnTo>
                    <a:pt x="6743" y="2143"/>
                  </a:lnTo>
                  <a:cubicBezTo>
                    <a:pt x="6932" y="2143"/>
                    <a:pt x="7089" y="1985"/>
                    <a:pt x="7089" y="1796"/>
                  </a:cubicBezTo>
                  <a:lnTo>
                    <a:pt x="7089" y="1576"/>
                  </a:lnTo>
                  <a:cubicBezTo>
                    <a:pt x="8633" y="1985"/>
                    <a:pt x="9736" y="3371"/>
                    <a:pt x="9893" y="4947"/>
                  </a:cubicBezTo>
                  <a:lnTo>
                    <a:pt x="9547" y="4947"/>
                  </a:lnTo>
                  <a:cubicBezTo>
                    <a:pt x="9358" y="4947"/>
                    <a:pt x="9200" y="5104"/>
                    <a:pt x="9200" y="5293"/>
                  </a:cubicBezTo>
                  <a:lnTo>
                    <a:pt x="9200" y="6711"/>
                  </a:lnTo>
                  <a:cubicBezTo>
                    <a:pt x="9200" y="6932"/>
                    <a:pt x="9358" y="7089"/>
                    <a:pt x="9547" y="7089"/>
                  </a:cubicBezTo>
                  <a:lnTo>
                    <a:pt x="10965" y="7089"/>
                  </a:lnTo>
                  <a:cubicBezTo>
                    <a:pt x="11154" y="7089"/>
                    <a:pt x="11311" y="6932"/>
                    <a:pt x="11311" y="6711"/>
                  </a:cubicBezTo>
                  <a:lnTo>
                    <a:pt x="11311" y="5293"/>
                  </a:lnTo>
                  <a:cubicBezTo>
                    <a:pt x="11311" y="5104"/>
                    <a:pt x="11154" y="4947"/>
                    <a:pt x="10965" y="4947"/>
                  </a:cubicBezTo>
                  <a:lnTo>
                    <a:pt x="10618" y="4947"/>
                  </a:lnTo>
                  <a:cubicBezTo>
                    <a:pt x="10523" y="4002"/>
                    <a:pt x="10177" y="3056"/>
                    <a:pt x="9547" y="2300"/>
                  </a:cubicBezTo>
                  <a:cubicBezTo>
                    <a:pt x="9232" y="1954"/>
                    <a:pt x="8885" y="1639"/>
                    <a:pt x="8476" y="1418"/>
                  </a:cubicBezTo>
                  <a:lnTo>
                    <a:pt x="10019" y="1418"/>
                  </a:lnTo>
                  <a:cubicBezTo>
                    <a:pt x="10082" y="1828"/>
                    <a:pt x="10492" y="2111"/>
                    <a:pt x="10902" y="2111"/>
                  </a:cubicBezTo>
                  <a:cubicBezTo>
                    <a:pt x="11500" y="2111"/>
                    <a:pt x="11973" y="1639"/>
                    <a:pt x="11973" y="1040"/>
                  </a:cubicBezTo>
                  <a:cubicBezTo>
                    <a:pt x="11973" y="473"/>
                    <a:pt x="11500" y="0"/>
                    <a:pt x="1090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08" name="Google Shape;3108;p47"/>
          <p:cNvGrpSpPr/>
          <p:nvPr/>
        </p:nvGrpSpPr>
        <p:grpSpPr>
          <a:xfrm>
            <a:off x="721065" y="2435039"/>
            <a:ext cx="278959" cy="276809"/>
            <a:chOff x="-50524250" y="2686150"/>
            <a:chExt cx="301675" cy="299350"/>
          </a:xfrm>
        </p:grpSpPr>
        <p:sp>
          <p:nvSpPr>
            <p:cNvPr id="3109" name="Google Shape;3109;p47"/>
            <p:cNvSpPr/>
            <p:nvPr/>
          </p:nvSpPr>
          <p:spPr>
            <a:xfrm>
              <a:off x="-50488025" y="2792500"/>
              <a:ext cx="18150" cy="52800"/>
            </a:xfrm>
            <a:custGeom>
              <a:rect b="b" l="l" r="r" t="t"/>
              <a:pathLst>
                <a:path extrusionOk="0" h="2112" w="726">
                  <a:moveTo>
                    <a:pt x="379" y="1"/>
                  </a:moveTo>
                  <a:cubicBezTo>
                    <a:pt x="158" y="1"/>
                    <a:pt x="1" y="158"/>
                    <a:pt x="1" y="347"/>
                  </a:cubicBezTo>
                  <a:lnTo>
                    <a:pt x="1" y="1765"/>
                  </a:lnTo>
                  <a:cubicBezTo>
                    <a:pt x="1" y="1954"/>
                    <a:pt x="158" y="2112"/>
                    <a:pt x="379" y="2112"/>
                  </a:cubicBezTo>
                  <a:cubicBezTo>
                    <a:pt x="568" y="2112"/>
                    <a:pt x="725" y="1954"/>
                    <a:pt x="725" y="1765"/>
                  </a:cubicBezTo>
                  <a:lnTo>
                    <a:pt x="725" y="347"/>
                  </a:lnTo>
                  <a:cubicBezTo>
                    <a:pt x="725" y="158"/>
                    <a:pt x="568" y="1"/>
                    <a:pt x="37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0" name="Google Shape;3110;p47"/>
            <p:cNvSpPr/>
            <p:nvPr/>
          </p:nvSpPr>
          <p:spPr>
            <a:xfrm>
              <a:off x="-50488025" y="2897250"/>
              <a:ext cx="18150" cy="53600"/>
            </a:xfrm>
            <a:custGeom>
              <a:rect b="b" l="l" r="r" t="t"/>
              <a:pathLst>
                <a:path extrusionOk="0" h="2144" w="726">
                  <a:moveTo>
                    <a:pt x="379" y="1"/>
                  </a:moveTo>
                  <a:cubicBezTo>
                    <a:pt x="158" y="1"/>
                    <a:pt x="1" y="159"/>
                    <a:pt x="1" y="379"/>
                  </a:cubicBezTo>
                  <a:lnTo>
                    <a:pt x="1" y="1797"/>
                  </a:lnTo>
                  <a:cubicBezTo>
                    <a:pt x="1" y="1986"/>
                    <a:pt x="158" y="2143"/>
                    <a:pt x="379" y="2143"/>
                  </a:cubicBezTo>
                  <a:cubicBezTo>
                    <a:pt x="568" y="2143"/>
                    <a:pt x="725" y="1986"/>
                    <a:pt x="725" y="1797"/>
                  </a:cubicBezTo>
                  <a:lnTo>
                    <a:pt x="725" y="379"/>
                  </a:lnTo>
                  <a:cubicBezTo>
                    <a:pt x="725" y="159"/>
                    <a:pt x="568" y="1"/>
                    <a:pt x="37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1" name="Google Shape;3111;p47"/>
            <p:cNvSpPr/>
            <p:nvPr/>
          </p:nvSpPr>
          <p:spPr>
            <a:xfrm>
              <a:off x="-50488025" y="2861825"/>
              <a:ext cx="18150" cy="18125"/>
            </a:xfrm>
            <a:custGeom>
              <a:rect b="b" l="l" r="r" t="t"/>
              <a:pathLst>
                <a:path extrusionOk="0" h="725" w="726">
                  <a:moveTo>
                    <a:pt x="379" y="0"/>
                  </a:moveTo>
                  <a:cubicBezTo>
                    <a:pt x="158" y="0"/>
                    <a:pt x="1" y="158"/>
                    <a:pt x="1" y="347"/>
                  </a:cubicBezTo>
                  <a:cubicBezTo>
                    <a:pt x="1" y="567"/>
                    <a:pt x="158" y="725"/>
                    <a:pt x="379" y="725"/>
                  </a:cubicBezTo>
                  <a:cubicBezTo>
                    <a:pt x="568" y="725"/>
                    <a:pt x="725" y="567"/>
                    <a:pt x="725" y="347"/>
                  </a:cubicBezTo>
                  <a:cubicBezTo>
                    <a:pt x="725" y="158"/>
                    <a:pt x="568" y="0"/>
                    <a:pt x="37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2" name="Google Shape;3112;p47"/>
            <p:cNvSpPr/>
            <p:nvPr/>
          </p:nvSpPr>
          <p:spPr>
            <a:xfrm>
              <a:off x="-50524250" y="2686150"/>
              <a:ext cx="301675" cy="52825"/>
            </a:xfrm>
            <a:custGeom>
              <a:rect b="b" l="l" r="r" t="t"/>
              <a:pathLst>
                <a:path extrusionOk="0" h="2113" w="12067">
                  <a:moveTo>
                    <a:pt x="2143" y="695"/>
                  </a:moveTo>
                  <a:lnTo>
                    <a:pt x="2143" y="1419"/>
                  </a:lnTo>
                  <a:lnTo>
                    <a:pt x="1891" y="1419"/>
                  </a:lnTo>
                  <a:lnTo>
                    <a:pt x="1166" y="1041"/>
                  </a:lnTo>
                  <a:lnTo>
                    <a:pt x="1891" y="695"/>
                  </a:lnTo>
                  <a:close/>
                  <a:moveTo>
                    <a:pt x="9924" y="695"/>
                  </a:moveTo>
                  <a:lnTo>
                    <a:pt x="9924" y="1419"/>
                  </a:lnTo>
                  <a:lnTo>
                    <a:pt x="2836" y="1419"/>
                  </a:lnTo>
                  <a:lnTo>
                    <a:pt x="2836" y="695"/>
                  </a:lnTo>
                  <a:close/>
                  <a:moveTo>
                    <a:pt x="10996" y="695"/>
                  </a:moveTo>
                  <a:cubicBezTo>
                    <a:pt x="11185" y="695"/>
                    <a:pt x="11342" y="852"/>
                    <a:pt x="11342" y="1041"/>
                  </a:cubicBezTo>
                  <a:cubicBezTo>
                    <a:pt x="11342" y="1262"/>
                    <a:pt x="11185" y="1419"/>
                    <a:pt x="10996" y="1419"/>
                  </a:cubicBezTo>
                  <a:lnTo>
                    <a:pt x="10649" y="1419"/>
                  </a:lnTo>
                  <a:lnTo>
                    <a:pt x="10649" y="695"/>
                  </a:lnTo>
                  <a:close/>
                  <a:moveTo>
                    <a:pt x="1782" y="1"/>
                  </a:moveTo>
                  <a:cubicBezTo>
                    <a:pt x="1689" y="1"/>
                    <a:pt x="1556" y="47"/>
                    <a:pt x="252" y="726"/>
                  </a:cubicBezTo>
                  <a:cubicBezTo>
                    <a:pt x="0" y="852"/>
                    <a:pt x="0" y="1199"/>
                    <a:pt x="252" y="1356"/>
                  </a:cubicBezTo>
                  <a:cubicBezTo>
                    <a:pt x="1765" y="2113"/>
                    <a:pt x="1702" y="2113"/>
                    <a:pt x="1828" y="2113"/>
                  </a:cubicBezTo>
                  <a:lnTo>
                    <a:pt x="10996" y="2113"/>
                  </a:lnTo>
                  <a:cubicBezTo>
                    <a:pt x="11594" y="2113"/>
                    <a:pt x="12067" y="1640"/>
                    <a:pt x="12067" y="1041"/>
                  </a:cubicBezTo>
                  <a:cubicBezTo>
                    <a:pt x="12067" y="474"/>
                    <a:pt x="11594" y="2"/>
                    <a:pt x="10996" y="2"/>
                  </a:cubicBezTo>
                  <a:lnTo>
                    <a:pt x="1828" y="2"/>
                  </a:lnTo>
                  <a:cubicBezTo>
                    <a:pt x="1810" y="2"/>
                    <a:pt x="1796" y="1"/>
                    <a:pt x="178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3" name="Google Shape;3113;p47"/>
            <p:cNvSpPr/>
            <p:nvPr/>
          </p:nvSpPr>
          <p:spPr>
            <a:xfrm>
              <a:off x="-50523475" y="2757075"/>
              <a:ext cx="300900" cy="228425"/>
            </a:xfrm>
            <a:custGeom>
              <a:rect b="b" l="l" r="r" t="t"/>
              <a:pathLst>
                <a:path extrusionOk="0" h="9137" w="12036">
                  <a:moveTo>
                    <a:pt x="10965" y="725"/>
                  </a:moveTo>
                  <a:cubicBezTo>
                    <a:pt x="11154" y="725"/>
                    <a:pt x="11311" y="882"/>
                    <a:pt x="11311" y="1103"/>
                  </a:cubicBezTo>
                  <a:lnTo>
                    <a:pt x="11311" y="8097"/>
                  </a:lnTo>
                  <a:cubicBezTo>
                    <a:pt x="11311" y="8286"/>
                    <a:pt x="11154" y="8443"/>
                    <a:pt x="10965" y="8443"/>
                  </a:cubicBezTo>
                  <a:lnTo>
                    <a:pt x="1072" y="8443"/>
                  </a:lnTo>
                  <a:cubicBezTo>
                    <a:pt x="883" y="8443"/>
                    <a:pt x="725" y="8286"/>
                    <a:pt x="725" y="8097"/>
                  </a:cubicBezTo>
                  <a:lnTo>
                    <a:pt x="725" y="1103"/>
                  </a:lnTo>
                  <a:cubicBezTo>
                    <a:pt x="725" y="882"/>
                    <a:pt x="883" y="725"/>
                    <a:pt x="1072" y="725"/>
                  </a:cubicBezTo>
                  <a:close/>
                  <a:moveTo>
                    <a:pt x="1072" y="0"/>
                  </a:moveTo>
                  <a:cubicBezTo>
                    <a:pt x="473" y="0"/>
                    <a:pt x="1" y="473"/>
                    <a:pt x="1" y="1040"/>
                  </a:cubicBezTo>
                  <a:lnTo>
                    <a:pt x="1" y="8065"/>
                  </a:lnTo>
                  <a:cubicBezTo>
                    <a:pt x="1" y="8664"/>
                    <a:pt x="473" y="9137"/>
                    <a:pt x="1072" y="9137"/>
                  </a:cubicBezTo>
                  <a:lnTo>
                    <a:pt x="10965" y="9137"/>
                  </a:lnTo>
                  <a:cubicBezTo>
                    <a:pt x="11532" y="9137"/>
                    <a:pt x="12004" y="8664"/>
                    <a:pt x="12004" y="8065"/>
                  </a:cubicBezTo>
                  <a:lnTo>
                    <a:pt x="12004" y="1040"/>
                  </a:lnTo>
                  <a:cubicBezTo>
                    <a:pt x="12036" y="473"/>
                    <a:pt x="11532" y="0"/>
                    <a:pt x="1096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4" name="Google Shape;3114;p47"/>
            <p:cNvSpPr/>
            <p:nvPr/>
          </p:nvSpPr>
          <p:spPr>
            <a:xfrm>
              <a:off x="-50453375" y="2792500"/>
              <a:ext cx="194575" cy="158350"/>
            </a:xfrm>
            <a:custGeom>
              <a:rect b="b" l="l" r="r" t="t"/>
              <a:pathLst>
                <a:path extrusionOk="0" h="6334" w="7783">
                  <a:moveTo>
                    <a:pt x="7089" y="694"/>
                  </a:moveTo>
                  <a:lnTo>
                    <a:pt x="7089" y="5609"/>
                  </a:lnTo>
                  <a:lnTo>
                    <a:pt x="694" y="5609"/>
                  </a:lnTo>
                  <a:lnTo>
                    <a:pt x="694" y="694"/>
                  </a:lnTo>
                  <a:close/>
                  <a:moveTo>
                    <a:pt x="347" y="1"/>
                  </a:moveTo>
                  <a:cubicBezTo>
                    <a:pt x="158" y="1"/>
                    <a:pt x="1" y="158"/>
                    <a:pt x="1" y="347"/>
                  </a:cubicBezTo>
                  <a:lnTo>
                    <a:pt x="1" y="5987"/>
                  </a:lnTo>
                  <a:cubicBezTo>
                    <a:pt x="1" y="6176"/>
                    <a:pt x="158" y="6333"/>
                    <a:pt x="347" y="6333"/>
                  </a:cubicBezTo>
                  <a:lnTo>
                    <a:pt x="7436" y="6333"/>
                  </a:lnTo>
                  <a:cubicBezTo>
                    <a:pt x="7656" y="6333"/>
                    <a:pt x="7782" y="6176"/>
                    <a:pt x="7782" y="5987"/>
                  </a:cubicBezTo>
                  <a:lnTo>
                    <a:pt x="7782" y="347"/>
                  </a:lnTo>
                  <a:cubicBezTo>
                    <a:pt x="7782" y="158"/>
                    <a:pt x="7656" y="1"/>
                    <a:pt x="743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15" name="Google Shape;3115;p47"/>
          <p:cNvGrpSpPr/>
          <p:nvPr/>
        </p:nvGrpSpPr>
        <p:grpSpPr>
          <a:xfrm>
            <a:off x="2904561" y="1560788"/>
            <a:ext cx="277502" cy="278242"/>
            <a:chOff x="-48633950" y="1972600"/>
            <a:chExt cx="300100" cy="300900"/>
          </a:xfrm>
        </p:grpSpPr>
        <p:sp>
          <p:nvSpPr>
            <p:cNvPr id="3116" name="Google Shape;3116;p47"/>
            <p:cNvSpPr/>
            <p:nvPr/>
          </p:nvSpPr>
          <p:spPr>
            <a:xfrm>
              <a:off x="-48633950" y="1972600"/>
              <a:ext cx="300100" cy="300900"/>
            </a:xfrm>
            <a:custGeom>
              <a:rect b="b" l="l" r="r" t="t"/>
              <a:pathLst>
                <a:path extrusionOk="0" h="12036" w="12004">
                  <a:moveTo>
                    <a:pt x="1418" y="756"/>
                  </a:moveTo>
                  <a:lnTo>
                    <a:pt x="1418" y="1481"/>
                  </a:lnTo>
                  <a:lnTo>
                    <a:pt x="693" y="1481"/>
                  </a:lnTo>
                  <a:lnTo>
                    <a:pt x="693" y="756"/>
                  </a:lnTo>
                  <a:close/>
                  <a:moveTo>
                    <a:pt x="11310" y="756"/>
                  </a:moveTo>
                  <a:lnTo>
                    <a:pt x="11310" y="1481"/>
                  </a:lnTo>
                  <a:lnTo>
                    <a:pt x="10586" y="1481"/>
                  </a:lnTo>
                  <a:lnTo>
                    <a:pt x="10586" y="756"/>
                  </a:lnTo>
                  <a:close/>
                  <a:moveTo>
                    <a:pt x="9893" y="1418"/>
                  </a:moveTo>
                  <a:lnTo>
                    <a:pt x="9893" y="1796"/>
                  </a:lnTo>
                  <a:cubicBezTo>
                    <a:pt x="9893" y="1985"/>
                    <a:pt x="10050" y="2143"/>
                    <a:pt x="10239" y="2143"/>
                  </a:cubicBezTo>
                  <a:lnTo>
                    <a:pt x="10586" y="2143"/>
                  </a:lnTo>
                  <a:lnTo>
                    <a:pt x="10586" y="5293"/>
                  </a:lnTo>
                  <a:cubicBezTo>
                    <a:pt x="10365" y="5104"/>
                    <a:pt x="10050" y="4915"/>
                    <a:pt x="9672" y="4663"/>
                  </a:cubicBezTo>
                  <a:cubicBezTo>
                    <a:pt x="8822" y="4159"/>
                    <a:pt x="7530" y="3560"/>
                    <a:pt x="6018" y="3560"/>
                  </a:cubicBezTo>
                  <a:cubicBezTo>
                    <a:pt x="4537" y="3560"/>
                    <a:pt x="3214" y="4159"/>
                    <a:pt x="2363" y="4663"/>
                  </a:cubicBezTo>
                  <a:cubicBezTo>
                    <a:pt x="2017" y="4852"/>
                    <a:pt x="1701" y="5104"/>
                    <a:pt x="1449" y="5293"/>
                  </a:cubicBezTo>
                  <a:lnTo>
                    <a:pt x="1449" y="2143"/>
                  </a:lnTo>
                  <a:lnTo>
                    <a:pt x="1764" y="2143"/>
                  </a:lnTo>
                  <a:cubicBezTo>
                    <a:pt x="1954" y="2143"/>
                    <a:pt x="2111" y="1985"/>
                    <a:pt x="2111" y="1796"/>
                  </a:cubicBezTo>
                  <a:lnTo>
                    <a:pt x="2111" y="1418"/>
                  </a:lnTo>
                  <a:close/>
                  <a:moveTo>
                    <a:pt x="8065" y="4695"/>
                  </a:moveTo>
                  <a:cubicBezTo>
                    <a:pt x="8538" y="4915"/>
                    <a:pt x="8979" y="5104"/>
                    <a:pt x="9326" y="5293"/>
                  </a:cubicBezTo>
                  <a:cubicBezTo>
                    <a:pt x="9798" y="5577"/>
                    <a:pt x="10208" y="5860"/>
                    <a:pt x="10428" y="6049"/>
                  </a:cubicBezTo>
                  <a:cubicBezTo>
                    <a:pt x="10208" y="6238"/>
                    <a:pt x="9798" y="6522"/>
                    <a:pt x="9326" y="6805"/>
                  </a:cubicBezTo>
                  <a:cubicBezTo>
                    <a:pt x="8979" y="6994"/>
                    <a:pt x="8570" y="7215"/>
                    <a:pt x="8065" y="7372"/>
                  </a:cubicBezTo>
                  <a:cubicBezTo>
                    <a:pt x="8349" y="6994"/>
                    <a:pt x="8475" y="6522"/>
                    <a:pt x="8475" y="6049"/>
                  </a:cubicBezTo>
                  <a:cubicBezTo>
                    <a:pt x="8475" y="5514"/>
                    <a:pt x="8318" y="5104"/>
                    <a:pt x="8065" y="4695"/>
                  </a:cubicBezTo>
                  <a:close/>
                  <a:moveTo>
                    <a:pt x="3970" y="4726"/>
                  </a:moveTo>
                  <a:cubicBezTo>
                    <a:pt x="3718" y="5136"/>
                    <a:pt x="3592" y="5608"/>
                    <a:pt x="3592" y="6081"/>
                  </a:cubicBezTo>
                  <a:cubicBezTo>
                    <a:pt x="3529" y="6553"/>
                    <a:pt x="3686" y="7026"/>
                    <a:pt x="3970" y="7435"/>
                  </a:cubicBezTo>
                  <a:cubicBezTo>
                    <a:pt x="3497" y="7215"/>
                    <a:pt x="3056" y="7026"/>
                    <a:pt x="2710" y="6837"/>
                  </a:cubicBezTo>
                  <a:cubicBezTo>
                    <a:pt x="2237" y="6553"/>
                    <a:pt x="1859" y="6270"/>
                    <a:pt x="1607" y="6081"/>
                  </a:cubicBezTo>
                  <a:cubicBezTo>
                    <a:pt x="1859" y="5892"/>
                    <a:pt x="2237" y="5608"/>
                    <a:pt x="2710" y="5325"/>
                  </a:cubicBezTo>
                  <a:cubicBezTo>
                    <a:pt x="3056" y="5136"/>
                    <a:pt x="3466" y="4915"/>
                    <a:pt x="3970" y="4726"/>
                  </a:cubicBezTo>
                  <a:close/>
                  <a:moveTo>
                    <a:pt x="6018" y="4285"/>
                  </a:moveTo>
                  <a:cubicBezTo>
                    <a:pt x="6994" y="4285"/>
                    <a:pt x="7782" y="5073"/>
                    <a:pt x="7782" y="6049"/>
                  </a:cubicBezTo>
                  <a:cubicBezTo>
                    <a:pt x="7782" y="7026"/>
                    <a:pt x="6994" y="7814"/>
                    <a:pt x="6018" y="7814"/>
                  </a:cubicBezTo>
                  <a:cubicBezTo>
                    <a:pt x="5041" y="7814"/>
                    <a:pt x="4253" y="7026"/>
                    <a:pt x="4253" y="6049"/>
                  </a:cubicBezTo>
                  <a:cubicBezTo>
                    <a:pt x="4253" y="5073"/>
                    <a:pt x="5041" y="4285"/>
                    <a:pt x="6018" y="4285"/>
                  </a:cubicBezTo>
                  <a:close/>
                  <a:moveTo>
                    <a:pt x="10554" y="6805"/>
                  </a:moveTo>
                  <a:lnTo>
                    <a:pt x="10554" y="9956"/>
                  </a:lnTo>
                  <a:lnTo>
                    <a:pt x="10239" y="9956"/>
                  </a:lnTo>
                  <a:cubicBezTo>
                    <a:pt x="10050" y="9956"/>
                    <a:pt x="9893" y="10113"/>
                    <a:pt x="9893" y="10302"/>
                  </a:cubicBezTo>
                  <a:lnTo>
                    <a:pt x="9893" y="10649"/>
                  </a:lnTo>
                  <a:lnTo>
                    <a:pt x="2143" y="10649"/>
                  </a:lnTo>
                  <a:lnTo>
                    <a:pt x="2143" y="10302"/>
                  </a:lnTo>
                  <a:cubicBezTo>
                    <a:pt x="2143" y="10113"/>
                    <a:pt x="1985" y="9956"/>
                    <a:pt x="1764" y="9956"/>
                  </a:cubicBezTo>
                  <a:lnTo>
                    <a:pt x="1418" y="9956"/>
                  </a:lnTo>
                  <a:lnTo>
                    <a:pt x="1418" y="6805"/>
                  </a:lnTo>
                  <a:cubicBezTo>
                    <a:pt x="1670" y="6994"/>
                    <a:pt x="1985" y="7183"/>
                    <a:pt x="2332" y="7435"/>
                  </a:cubicBezTo>
                  <a:cubicBezTo>
                    <a:pt x="3182" y="7940"/>
                    <a:pt x="4505" y="8538"/>
                    <a:pt x="5986" y="8538"/>
                  </a:cubicBezTo>
                  <a:cubicBezTo>
                    <a:pt x="7498" y="8538"/>
                    <a:pt x="8790" y="7940"/>
                    <a:pt x="9641" y="7435"/>
                  </a:cubicBezTo>
                  <a:cubicBezTo>
                    <a:pt x="10019" y="7215"/>
                    <a:pt x="10334" y="6994"/>
                    <a:pt x="10554" y="6805"/>
                  </a:cubicBezTo>
                  <a:close/>
                  <a:moveTo>
                    <a:pt x="1418" y="10617"/>
                  </a:moveTo>
                  <a:lnTo>
                    <a:pt x="1418" y="11311"/>
                  </a:lnTo>
                  <a:lnTo>
                    <a:pt x="693" y="11311"/>
                  </a:lnTo>
                  <a:lnTo>
                    <a:pt x="693" y="10617"/>
                  </a:lnTo>
                  <a:close/>
                  <a:moveTo>
                    <a:pt x="11310" y="10617"/>
                  </a:moveTo>
                  <a:lnTo>
                    <a:pt x="11310" y="11311"/>
                  </a:lnTo>
                  <a:lnTo>
                    <a:pt x="10586" y="11311"/>
                  </a:lnTo>
                  <a:lnTo>
                    <a:pt x="10586" y="10617"/>
                  </a:lnTo>
                  <a:close/>
                  <a:moveTo>
                    <a:pt x="347" y="0"/>
                  </a:moveTo>
                  <a:cubicBezTo>
                    <a:pt x="158" y="0"/>
                    <a:pt x="0" y="189"/>
                    <a:pt x="0" y="378"/>
                  </a:cubicBezTo>
                  <a:lnTo>
                    <a:pt x="0" y="1796"/>
                  </a:lnTo>
                  <a:cubicBezTo>
                    <a:pt x="0" y="1985"/>
                    <a:pt x="158" y="2143"/>
                    <a:pt x="347" y="2143"/>
                  </a:cubicBezTo>
                  <a:lnTo>
                    <a:pt x="693" y="2143"/>
                  </a:lnTo>
                  <a:lnTo>
                    <a:pt x="693" y="9893"/>
                  </a:lnTo>
                  <a:lnTo>
                    <a:pt x="347" y="9893"/>
                  </a:lnTo>
                  <a:cubicBezTo>
                    <a:pt x="158" y="9893"/>
                    <a:pt x="0" y="10050"/>
                    <a:pt x="0" y="10239"/>
                  </a:cubicBezTo>
                  <a:lnTo>
                    <a:pt x="0" y="11657"/>
                  </a:lnTo>
                  <a:cubicBezTo>
                    <a:pt x="0" y="11878"/>
                    <a:pt x="158" y="12035"/>
                    <a:pt x="347" y="12035"/>
                  </a:cubicBezTo>
                  <a:lnTo>
                    <a:pt x="1764" y="12035"/>
                  </a:lnTo>
                  <a:cubicBezTo>
                    <a:pt x="1954" y="12035"/>
                    <a:pt x="2111" y="11878"/>
                    <a:pt x="2111" y="11657"/>
                  </a:cubicBezTo>
                  <a:lnTo>
                    <a:pt x="2111" y="11311"/>
                  </a:lnTo>
                  <a:lnTo>
                    <a:pt x="9893" y="11311"/>
                  </a:lnTo>
                  <a:lnTo>
                    <a:pt x="9893" y="11657"/>
                  </a:lnTo>
                  <a:cubicBezTo>
                    <a:pt x="9893" y="11878"/>
                    <a:pt x="10050" y="12035"/>
                    <a:pt x="10239" y="12035"/>
                  </a:cubicBezTo>
                  <a:lnTo>
                    <a:pt x="11657" y="12035"/>
                  </a:lnTo>
                  <a:cubicBezTo>
                    <a:pt x="11846" y="12035"/>
                    <a:pt x="12004" y="11878"/>
                    <a:pt x="12004" y="11657"/>
                  </a:cubicBezTo>
                  <a:lnTo>
                    <a:pt x="12004" y="10239"/>
                  </a:lnTo>
                  <a:cubicBezTo>
                    <a:pt x="12004" y="10050"/>
                    <a:pt x="11846" y="9893"/>
                    <a:pt x="11657" y="9893"/>
                  </a:cubicBezTo>
                  <a:lnTo>
                    <a:pt x="11310" y="9893"/>
                  </a:lnTo>
                  <a:lnTo>
                    <a:pt x="11310" y="2143"/>
                  </a:lnTo>
                  <a:lnTo>
                    <a:pt x="11657" y="2143"/>
                  </a:lnTo>
                  <a:cubicBezTo>
                    <a:pt x="11846" y="2143"/>
                    <a:pt x="12004" y="1985"/>
                    <a:pt x="12004" y="1796"/>
                  </a:cubicBezTo>
                  <a:lnTo>
                    <a:pt x="12004" y="378"/>
                  </a:lnTo>
                  <a:cubicBezTo>
                    <a:pt x="12004" y="189"/>
                    <a:pt x="11846" y="0"/>
                    <a:pt x="11657" y="0"/>
                  </a:cubicBezTo>
                  <a:lnTo>
                    <a:pt x="10239" y="0"/>
                  </a:lnTo>
                  <a:cubicBezTo>
                    <a:pt x="10050" y="0"/>
                    <a:pt x="9893" y="189"/>
                    <a:pt x="9893" y="378"/>
                  </a:cubicBezTo>
                  <a:lnTo>
                    <a:pt x="9893" y="725"/>
                  </a:lnTo>
                  <a:lnTo>
                    <a:pt x="2111" y="725"/>
                  </a:lnTo>
                  <a:lnTo>
                    <a:pt x="2111" y="378"/>
                  </a:lnTo>
                  <a:cubicBezTo>
                    <a:pt x="2111" y="189"/>
                    <a:pt x="1954" y="0"/>
                    <a:pt x="176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7" name="Google Shape;3117;p47"/>
            <p:cNvSpPr/>
            <p:nvPr/>
          </p:nvSpPr>
          <p:spPr>
            <a:xfrm>
              <a:off x="-48509525" y="2097050"/>
              <a:ext cx="52800" cy="52775"/>
            </a:xfrm>
            <a:custGeom>
              <a:rect b="b" l="l" r="r" t="t"/>
              <a:pathLst>
                <a:path extrusionOk="0" h="2111" w="2112">
                  <a:moveTo>
                    <a:pt x="1041" y="725"/>
                  </a:moveTo>
                  <a:cubicBezTo>
                    <a:pt x="1230" y="725"/>
                    <a:pt x="1387" y="882"/>
                    <a:pt x="1387" y="1071"/>
                  </a:cubicBezTo>
                  <a:cubicBezTo>
                    <a:pt x="1387" y="1260"/>
                    <a:pt x="1230" y="1418"/>
                    <a:pt x="1041" y="1418"/>
                  </a:cubicBezTo>
                  <a:cubicBezTo>
                    <a:pt x="852" y="1418"/>
                    <a:pt x="694" y="1260"/>
                    <a:pt x="694" y="1071"/>
                  </a:cubicBezTo>
                  <a:cubicBezTo>
                    <a:pt x="694" y="882"/>
                    <a:pt x="852" y="725"/>
                    <a:pt x="1041" y="725"/>
                  </a:cubicBezTo>
                  <a:close/>
                  <a:moveTo>
                    <a:pt x="1041" y="0"/>
                  </a:moveTo>
                  <a:cubicBezTo>
                    <a:pt x="442" y="0"/>
                    <a:pt x="1" y="473"/>
                    <a:pt x="1" y="1071"/>
                  </a:cubicBezTo>
                  <a:cubicBezTo>
                    <a:pt x="1" y="1670"/>
                    <a:pt x="442" y="2111"/>
                    <a:pt x="1041" y="2111"/>
                  </a:cubicBezTo>
                  <a:cubicBezTo>
                    <a:pt x="1639" y="2111"/>
                    <a:pt x="2112" y="1670"/>
                    <a:pt x="2112" y="1071"/>
                  </a:cubicBezTo>
                  <a:cubicBezTo>
                    <a:pt x="2112" y="473"/>
                    <a:pt x="1639" y="0"/>
                    <a:pt x="104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18" name="Google Shape;3118;p47"/>
          <p:cNvGrpSpPr/>
          <p:nvPr/>
        </p:nvGrpSpPr>
        <p:grpSpPr>
          <a:xfrm>
            <a:off x="2904919" y="2435051"/>
            <a:ext cx="276786" cy="276786"/>
            <a:chOff x="-48633175" y="2711375"/>
            <a:chExt cx="299325" cy="299325"/>
          </a:xfrm>
        </p:grpSpPr>
        <p:sp>
          <p:nvSpPr>
            <p:cNvPr id="3119" name="Google Shape;3119;p47"/>
            <p:cNvSpPr/>
            <p:nvPr/>
          </p:nvSpPr>
          <p:spPr>
            <a:xfrm>
              <a:off x="-48633175" y="2711375"/>
              <a:ext cx="299325" cy="299325"/>
            </a:xfrm>
            <a:custGeom>
              <a:rect b="b" l="l" r="r" t="t"/>
              <a:pathLst>
                <a:path extrusionOk="0" h="11973" w="11973">
                  <a:moveTo>
                    <a:pt x="6459" y="662"/>
                  </a:moveTo>
                  <a:lnTo>
                    <a:pt x="6774" y="1356"/>
                  </a:lnTo>
                  <a:cubicBezTo>
                    <a:pt x="6837" y="1419"/>
                    <a:pt x="6900" y="1513"/>
                    <a:pt x="7026" y="1545"/>
                  </a:cubicBezTo>
                  <a:cubicBezTo>
                    <a:pt x="7499" y="1671"/>
                    <a:pt x="7971" y="1860"/>
                    <a:pt x="8413" y="2080"/>
                  </a:cubicBezTo>
                  <a:cubicBezTo>
                    <a:pt x="8459" y="2126"/>
                    <a:pt x="8539" y="2156"/>
                    <a:pt x="8627" y="2156"/>
                  </a:cubicBezTo>
                  <a:cubicBezTo>
                    <a:pt x="8660" y="2156"/>
                    <a:pt x="8694" y="2152"/>
                    <a:pt x="8728" y="2143"/>
                  </a:cubicBezTo>
                  <a:lnTo>
                    <a:pt x="9389" y="1891"/>
                  </a:lnTo>
                  <a:lnTo>
                    <a:pt x="10051" y="2553"/>
                  </a:lnTo>
                  <a:lnTo>
                    <a:pt x="9799" y="3214"/>
                  </a:lnTo>
                  <a:cubicBezTo>
                    <a:pt x="9767" y="3340"/>
                    <a:pt x="9767" y="3435"/>
                    <a:pt x="9862" y="3561"/>
                  </a:cubicBezTo>
                  <a:cubicBezTo>
                    <a:pt x="10114" y="3970"/>
                    <a:pt x="10334" y="4412"/>
                    <a:pt x="10397" y="4916"/>
                  </a:cubicBezTo>
                  <a:cubicBezTo>
                    <a:pt x="10460" y="5042"/>
                    <a:pt x="10492" y="5136"/>
                    <a:pt x="10586" y="5168"/>
                  </a:cubicBezTo>
                  <a:lnTo>
                    <a:pt x="11279" y="5483"/>
                  </a:lnTo>
                  <a:lnTo>
                    <a:pt x="11279" y="6459"/>
                  </a:lnTo>
                  <a:lnTo>
                    <a:pt x="10586" y="6774"/>
                  </a:lnTo>
                  <a:cubicBezTo>
                    <a:pt x="10523" y="6806"/>
                    <a:pt x="10460" y="6900"/>
                    <a:pt x="10397" y="7026"/>
                  </a:cubicBezTo>
                  <a:cubicBezTo>
                    <a:pt x="10271" y="7499"/>
                    <a:pt x="10082" y="7972"/>
                    <a:pt x="9862" y="8381"/>
                  </a:cubicBezTo>
                  <a:cubicBezTo>
                    <a:pt x="9799" y="8476"/>
                    <a:pt x="9767" y="8602"/>
                    <a:pt x="9799" y="8696"/>
                  </a:cubicBezTo>
                  <a:lnTo>
                    <a:pt x="10051" y="9389"/>
                  </a:lnTo>
                  <a:lnTo>
                    <a:pt x="9389" y="10051"/>
                  </a:lnTo>
                  <a:lnTo>
                    <a:pt x="8728" y="9799"/>
                  </a:lnTo>
                  <a:cubicBezTo>
                    <a:pt x="8681" y="9787"/>
                    <a:pt x="8640" y="9780"/>
                    <a:pt x="8600" y="9780"/>
                  </a:cubicBezTo>
                  <a:cubicBezTo>
                    <a:pt x="8532" y="9780"/>
                    <a:pt x="8472" y="9802"/>
                    <a:pt x="8413" y="9862"/>
                  </a:cubicBezTo>
                  <a:cubicBezTo>
                    <a:pt x="7971" y="10114"/>
                    <a:pt x="7530" y="10303"/>
                    <a:pt x="7026" y="10397"/>
                  </a:cubicBezTo>
                  <a:cubicBezTo>
                    <a:pt x="6900" y="10429"/>
                    <a:pt x="6837" y="10492"/>
                    <a:pt x="6774" y="10586"/>
                  </a:cubicBezTo>
                  <a:lnTo>
                    <a:pt x="6459" y="11280"/>
                  </a:lnTo>
                  <a:lnTo>
                    <a:pt x="5483" y="11280"/>
                  </a:lnTo>
                  <a:lnTo>
                    <a:pt x="5168" y="10586"/>
                  </a:lnTo>
                  <a:cubicBezTo>
                    <a:pt x="5136" y="10523"/>
                    <a:pt x="5042" y="10429"/>
                    <a:pt x="4915" y="10397"/>
                  </a:cubicBezTo>
                  <a:cubicBezTo>
                    <a:pt x="4443" y="10271"/>
                    <a:pt x="3970" y="10082"/>
                    <a:pt x="3561" y="9862"/>
                  </a:cubicBezTo>
                  <a:cubicBezTo>
                    <a:pt x="3492" y="9816"/>
                    <a:pt x="3406" y="9786"/>
                    <a:pt x="3327" y="9786"/>
                  </a:cubicBezTo>
                  <a:cubicBezTo>
                    <a:pt x="3299" y="9786"/>
                    <a:pt x="3271" y="9790"/>
                    <a:pt x="3246" y="9799"/>
                  </a:cubicBezTo>
                  <a:lnTo>
                    <a:pt x="2553" y="10051"/>
                  </a:lnTo>
                  <a:lnTo>
                    <a:pt x="1891" y="9389"/>
                  </a:lnTo>
                  <a:lnTo>
                    <a:pt x="2143" y="8696"/>
                  </a:lnTo>
                  <a:cubicBezTo>
                    <a:pt x="2175" y="8602"/>
                    <a:pt x="2175" y="8507"/>
                    <a:pt x="2080" y="8381"/>
                  </a:cubicBezTo>
                  <a:cubicBezTo>
                    <a:pt x="1828" y="7972"/>
                    <a:pt x="1607" y="7531"/>
                    <a:pt x="1544" y="7026"/>
                  </a:cubicBezTo>
                  <a:cubicBezTo>
                    <a:pt x="1513" y="6900"/>
                    <a:pt x="1450" y="6806"/>
                    <a:pt x="1355" y="6774"/>
                  </a:cubicBezTo>
                  <a:lnTo>
                    <a:pt x="662" y="6459"/>
                  </a:lnTo>
                  <a:lnTo>
                    <a:pt x="662" y="5483"/>
                  </a:lnTo>
                  <a:lnTo>
                    <a:pt x="1355" y="5168"/>
                  </a:lnTo>
                  <a:cubicBezTo>
                    <a:pt x="1418" y="5136"/>
                    <a:pt x="1513" y="5042"/>
                    <a:pt x="1544" y="4916"/>
                  </a:cubicBezTo>
                  <a:cubicBezTo>
                    <a:pt x="1670" y="4443"/>
                    <a:pt x="1860" y="3970"/>
                    <a:pt x="2080" y="3561"/>
                  </a:cubicBezTo>
                  <a:cubicBezTo>
                    <a:pt x="2143" y="3466"/>
                    <a:pt x="2175" y="3340"/>
                    <a:pt x="2143" y="3214"/>
                  </a:cubicBezTo>
                  <a:lnTo>
                    <a:pt x="1891" y="2553"/>
                  </a:lnTo>
                  <a:lnTo>
                    <a:pt x="2553" y="1891"/>
                  </a:lnTo>
                  <a:lnTo>
                    <a:pt x="3246" y="2143"/>
                  </a:lnTo>
                  <a:cubicBezTo>
                    <a:pt x="3280" y="2155"/>
                    <a:pt x="3315" y="2162"/>
                    <a:pt x="3351" y="2162"/>
                  </a:cubicBezTo>
                  <a:cubicBezTo>
                    <a:pt x="3414" y="2162"/>
                    <a:pt x="3481" y="2140"/>
                    <a:pt x="3561" y="2080"/>
                  </a:cubicBezTo>
                  <a:cubicBezTo>
                    <a:pt x="3970" y="1828"/>
                    <a:pt x="4411" y="1608"/>
                    <a:pt x="4915" y="1545"/>
                  </a:cubicBezTo>
                  <a:cubicBezTo>
                    <a:pt x="5042" y="1513"/>
                    <a:pt x="5136" y="1450"/>
                    <a:pt x="5168" y="1356"/>
                  </a:cubicBezTo>
                  <a:lnTo>
                    <a:pt x="5483" y="662"/>
                  </a:lnTo>
                  <a:close/>
                  <a:moveTo>
                    <a:pt x="5294" y="1"/>
                  </a:moveTo>
                  <a:cubicBezTo>
                    <a:pt x="5168" y="1"/>
                    <a:pt x="5010" y="64"/>
                    <a:pt x="4978" y="190"/>
                  </a:cubicBezTo>
                  <a:lnTo>
                    <a:pt x="4632" y="915"/>
                  </a:lnTo>
                  <a:cubicBezTo>
                    <a:pt x="4191" y="1041"/>
                    <a:pt x="3750" y="1198"/>
                    <a:pt x="3372" y="1419"/>
                  </a:cubicBezTo>
                  <a:lnTo>
                    <a:pt x="2616" y="1198"/>
                  </a:lnTo>
                  <a:cubicBezTo>
                    <a:pt x="2579" y="1180"/>
                    <a:pt x="2539" y="1172"/>
                    <a:pt x="2500" y="1172"/>
                  </a:cubicBezTo>
                  <a:cubicBezTo>
                    <a:pt x="2405" y="1172"/>
                    <a:pt x="2314" y="1217"/>
                    <a:pt x="2269" y="1261"/>
                  </a:cubicBezTo>
                  <a:lnTo>
                    <a:pt x="1261" y="2238"/>
                  </a:lnTo>
                  <a:cubicBezTo>
                    <a:pt x="1198" y="2332"/>
                    <a:pt x="1166" y="2490"/>
                    <a:pt x="1198" y="2616"/>
                  </a:cubicBezTo>
                  <a:lnTo>
                    <a:pt x="1418" y="3340"/>
                  </a:lnTo>
                  <a:cubicBezTo>
                    <a:pt x="1198" y="3750"/>
                    <a:pt x="1040" y="4191"/>
                    <a:pt x="914" y="4601"/>
                  </a:cubicBezTo>
                  <a:lnTo>
                    <a:pt x="221" y="4979"/>
                  </a:lnTo>
                  <a:cubicBezTo>
                    <a:pt x="95" y="5010"/>
                    <a:pt x="1" y="5168"/>
                    <a:pt x="1" y="5294"/>
                  </a:cubicBezTo>
                  <a:lnTo>
                    <a:pt x="1" y="6711"/>
                  </a:lnTo>
                  <a:cubicBezTo>
                    <a:pt x="1" y="6806"/>
                    <a:pt x="95" y="6963"/>
                    <a:pt x="221" y="7026"/>
                  </a:cubicBezTo>
                  <a:lnTo>
                    <a:pt x="914" y="7373"/>
                  </a:lnTo>
                  <a:cubicBezTo>
                    <a:pt x="1040" y="7814"/>
                    <a:pt x="1198" y="8224"/>
                    <a:pt x="1418" y="8633"/>
                  </a:cubicBezTo>
                  <a:lnTo>
                    <a:pt x="1198" y="9389"/>
                  </a:lnTo>
                  <a:cubicBezTo>
                    <a:pt x="1166" y="9484"/>
                    <a:pt x="1198" y="9641"/>
                    <a:pt x="1261" y="9736"/>
                  </a:cubicBezTo>
                  <a:lnTo>
                    <a:pt x="2269" y="10712"/>
                  </a:lnTo>
                  <a:cubicBezTo>
                    <a:pt x="2316" y="10783"/>
                    <a:pt x="2417" y="10819"/>
                    <a:pt x="2517" y="10819"/>
                  </a:cubicBezTo>
                  <a:cubicBezTo>
                    <a:pt x="2551" y="10819"/>
                    <a:pt x="2584" y="10815"/>
                    <a:pt x="2616" y="10807"/>
                  </a:cubicBezTo>
                  <a:lnTo>
                    <a:pt x="3372" y="10555"/>
                  </a:lnTo>
                  <a:cubicBezTo>
                    <a:pt x="3750" y="10807"/>
                    <a:pt x="4191" y="10965"/>
                    <a:pt x="4632" y="11059"/>
                  </a:cubicBezTo>
                  <a:lnTo>
                    <a:pt x="4978" y="11784"/>
                  </a:lnTo>
                  <a:cubicBezTo>
                    <a:pt x="5010" y="11910"/>
                    <a:pt x="5168" y="11973"/>
                    <a:pt x="5294" y="11973"/>
                  </a:cubicBezTo>
                  <a:lnTo>
                    <a:pt x="6711" y="11973"/>
                  </a:lnTo>
                  <a:cubicBezTo>
                    <a:pt x="6837" y="11973"/>
                    <a:pt x="6995" y="11910"/>
                    <a:pt x="7026" y="11784"/>
                  </a:cubicBezTo>
                  <a:lnTo>
                    <a:pt x="7373" y="11059"/>
                  </a:lnTo>
                  <a:cubicBezTo>
                    <a:pt x="7814" y="10965"/>
                    <a:pt x="8255" y="10807"/>
                    <a:pt x="8633" y="10555"/>
                  </a:cubicBezTo>
                  <a:lnTo>
                    <a:pt x="9389" y="10807"/>
                  </a:lnTo>
                  <a:cubicBezTo>
                    <a:pt x="9421" y="10815"/>
                    <a:pt x="9454" y="10819"/>
                    <a:pt x="9488" y="10819"/>
                  </a:cubicBezTo>
                  <a:cubicBezTo>
                    <a:pt x="9588" y="10819"/>
                    <a:pt x="9688" y="10783"/>
                    <a:pt x="9736" y="10712"/>
                  </a:cubicBezTo>
                  <a:lnTo>
                    <a:pt x="10712" y="9736"/>
                  </a:lnTo>
                  <a:cubicBezTo>
                    <a:pt x="10807" y="9641"/>
                    <a:pt x="10838" y="9484"/>
                    <a:pt x="10807" y="9389"/>
                  </a:cubicBezTo>
                  <a:lnTo>
                    <a:pt x="10555" y="8633"/>
                  </a:lnTo>
                  <a:cubicBezTo>
                    <a:pt x="10807" y="8224"/>
                    <a:pt x="10964" y="7814"/>
                    <a:pt x="11059" y="7373"/>
                  </a:cubicBezTo>
                  <a:lnTo>
                    <a:pt x="11784" y="7026"/>
                  </a:lnTo>
                  <a:cubicBezTo>
                    <a:pt x="11910" y="6963"/>
                    <a:pt x="11973" y="6806"/>
                    <a:pt x="11973" y="6711"/>
                  </a:cubicBezTo>
                  <a:lnTo>
                    <a:pt x="11973" y="5294"/>
                  </a:lnTo>
                  <a:cubicBezTo>
                    <a:pt x="11973" y="5168"/>
                    <a:pt x="11910" y="5042"/>
                    <a:pt x="11784" y="4979"/>
                  </a:cubicBezTo>
                  <a:lnTo>
                    <a:pt x="11059" y="4601"/>
                  </a:lnTo>
                  <a:cubicBezTo>
                    <a:pt x="10964" y="4191"/>
                    <a:pt x="10807" y="3750"/>
                    <a:pt x="10555" y="3340"/>
                  </a:cubicBezTo>
                  <a:lnTo>
                    <a:pt x="10807" y="2616"/>
                  </a:lnTo>
                  <a:cubicBezTo>
                    <a:pt x="10838" y="2490"/>
                    <a:pt x="10807" y="2332"/>
                    <a:pt x="10712" y="2238"/>
                  </a:cubicBezTo>
                  <a:lnTo>
                    <a:pt x="9736" y="1261"/>
                  </a:lnTo>
                  <a:cubicBezTo>
                    <a:pt x="9691" y="1217"/>
                    <a:pt x="9584" y="1172"/>
                    <a:pt x="9491" y="1172"/>
                  </a:cubicBezTo>
                  <a:cubicBezTo>
                    <a:pt x="9453" y="1172"/>
                    <a:pt x="9417" y="1180"/>
                    <a:pt x="9389" y="1198"/>
                  </a:cubicBezTo>
                  <a:lnTo>
                    <a:pt x="8633" y="1419"/>
                  </a:lnTo>
                  <a:cubicBezTo>
                    <a:pt x="8255" y="1198"/>
                    <a:pt x="7814" y="1041"/>
                    <a:pt x="7373" y="915"/>
                  </a:cubicBezTo>
                  <a:lnTo>
                    <a:pt x="7026" y="190"/>
                  </a:lnTo>
                  <a:cubicBezTo>
                    <a:pt x="6995" y="64"/>
                    <a:pt x="6837" y="1"/>
                    <a:pt x="671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0" name="Google Shape;3120;p47"/>
            <p:cNvSpPr/>
            <p:nvPr/>
          </p:nvSpPr>
          <p:spPr>
            <a:xfrm>
              <a:off x="-48579600" y="2764950"/>
              <a:ext cx="192975" cy="191400"/>
            </a:xfrm>
            <a:custGeom>
              <a:rect b="b" l="l" r="r" t="t"/>
              <a:pathLst>
                <a:path extrusionOk="0" h="7656" w="7719">
                  <a:moveTo>
                    <a:pt x="3844" y="3214"/>
                  </a:moveTo>
                  <a:lnTo>
                    <a:pt x="4442" y="4411"/>
                  </a:lnTo>
                  <a:cubicBezTo>
                    <a:pt x="4237" y="4490"/>
                    <a:pt x="4033" y="4529"/>
                    <a:pt x="3832" y="4529"/>
                  </a:cubicBezTo>
                  <a:cubicBezTo>
                    <a:pt x="3631" y="4529"/>
                    <a:pt x="3434" y="4490"/>
                    <a:pt x="3245" y="4411"/>
                  </a:cubicBezTo>
                  <a:lnTo>
                    <a:pt x="3844" y="3214"/>
                  </a:lnTo>
                  <a:close/>
                  <a:moveTo>
                    <a:pt x="3781" y="693"/>
                  </a:moveTo>
                  <a:cubicBezTo>
                    <a:pt x="5513" y="693"/>
                    <a:pt x="6931" y="2111"/>
                    <a:pt x="6931" y="3844"/>
                  </a:cubicBezTo>
                  <a:cubicBezTo>
                    <a:pt x="6994" y="5104"/>
                    <a:pt x="6301" y="6175"/>
                    <a:pt x="5230" y="6679"/>
                  </a:cubicBezTo>
                  <a:lnTo>
                    <a:pt x="5230" y="4568"/>
                  </a:lnTo>
                  <a:cubicBezTo>
                    <a:pt x="5230" y="4411"/>
                    <a:pt x="5230" y="4442"/>
                    <a:pt x="4127" y="2300"/>
                  </a:cubicBezTo>
                  <a:cubicBezTo>
                    <a:pt x="4033" y="2206"/>
                    <a:pt x="3938" y="2111"/>
                    <a:pt x="3812" y="2111"/>
                  </a:cubicBezTo>
                  <a:cubicBezTo>
                    <a:pt x="3686" y="2111"/>
                    <a:pt x="3560" y="2206"/>
                    <a:pt x="3497" y="2300"/>
                  </a:cubicBezTo>
                  <a:cubicBezTo>
                    <a:pt x="2363" y="4600"/>
                    <a:pt x="2394" y="4442"/>
                    <a:pt x="2394" y="4568"/>
                  </a:cubicBezTo>
                  <a:lnTo>
                    <a:pt x="2394" y="6679"/>
                  </a:lnTo>
                  <a:cubicBezTo>
                    <a:pt x="1355" y="6175"/>
                    <a:pt x="630" y="5104"/>
                    <a:pt x="630" y="3844"/>
                  </a:cubicBezTo>
                  <a:cubicBezTo>
                    <a:pt x="630" y="2111"/>
                    <a:pt x="2048" y="693"/>
                    <a:pt x="3781" y="693"/>
                  </a:cubicBezTo>
                  <a:close/>
                  <a:moveTo>
                    <a:pt x="4568" y="5104"/>
                  </a:moveTo>
                  <a:lnTo>
                    <a:pt x="4568" y="6931"/>
                  </a:lnTo>
                  <a:cubicBezTo>
                    <a:pt x="4316" y="6963"/>
                    <a:pt x="4096" y="6994"/>
                    <a:pt x="3844" y="6994"/>
                  </a:cubicBezTo>
                  <a:cubicBezTo>
                    <a:pt x="3623" y="6994"/>
                    <a:pt x="3371" y="6994"/>
                    <a:pt x="3151" y="6931"/>
                  </a:cubicBezTo>
                  <a:lnTo>
                    <a:pt x="3151" y="5104"/>
                  </a:lnTo>
                  <a:cubicBezTo>
                    <a:pt x="3371" y="5198"/>
                    <a:pt x="3623" y="5230"/>
                    <a:pt x="3844" y="5230"/>
                  </a:cubicBezTo>
                  <a:cubicBezTo>
                    <a:pt x="4096" y="5230"/>
                    <a:pt x="4316" y="5198"/>
                    <a:pt x="4568" y="5104"/>
                  </a:cubicBezTo>
                  <a:close/>
                  <a:moveTo>
                    <a:pt x="3844" y="0"/>
                  </a:moveTo>
                  <a:cubicBezTo>
                    <a:pt x="1733" y="0"/>
                    <a:pt x="0" y="1733"/>
                    <a:pt x="0" y="3844"/>
                  </a:cubicBezTo>
                  <a:cubicBezTo>
                    <a:pt x="0" y="5577"/>
                    <a:pt x="1134" y="7026"/>
                    <a:pt x="2678" y="7498"/>
                  </a:cubicBezTo>
                  <a:lnTo>
                    <a:pt x="2709" y="7498"/>
                  </a:lnTo>
                  <a:cubicBezTo>
                    <a:pt x="3056" y="7624"/>
                    <a:pt x="3466" y="7656"/>
                    <a:pt x="3844" y="7656"/>
                  </a:cubicBezTo>
                  <a:cubicBezTo>
                    <a:pt x="4253" y="7656"/>
                    <a:pt x="4631" y="7593"/>
                    <a:pt x="4978" y="7498"/>
                  </a:cubicBezTo>
                  <a:lnTo>
                    <a:pt x="5041" y="7498"/>
                  </a:lnTo>
                  <a:cubicBezTo>
                    <a:pt x="6616" y="6994"/>
                    <a:pt x="7719" y="5545"/>
                    <a:pt x="7719" y="3844"/>
                  </a:cubicBezTo>
                  <a:cubicBezTo>
                    <a:pt x="7719" y="1733"/>
                    <a:pt x="5986" y="0"/>
                    <a:pt x="384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21" name="Google Shape;3121;p47"/>
          <p:cNvGrpSpPr/>
          <p:nvPr/>
        </p:nvGrpSpPr>
        <p:grpSpPr>
          <a:xfrm>
            <a:off x="1605674" y="2874036"/>
            <a:ext cx="243265" cy="277526"/>
            <a:chOff x="-46753100" y="1965500"/>
            <a:chExt cx="263075" cy="300125"/>
          </a:xfrm>
        </p:grpSpPr>
        <p:sp>
          <p:nvSpPr>
            <p:cNvPr id="3122" name="Google Shape;3122;p47"/>
            <p:cNvSpPr/>
            <p:nvPr/>
          </p:nvSpPr>
          <p:spPr>
            <a:xfrm>
              <a:off x="-46647575" y="2034825"/>
              <a:ext cx="53575" cy="53575"/>
            </a:xfrm>
            <a:custGeom>
              <a:rect b="b" l="l" r="r" t="t"/>
              <a:pathLst>
                <a:path extrusionOk="0" h="2143" w="2143">
                  <a:moveTo>
                    <a:pt x="1072" y="756"/>
                  </a:moveTo>
                  <a:cubicBezTo>
                    <a:pt x="1261" y="756"/>
                    <a:pt x="1418" y="914"/>
                    <a:pt x="1418" y="1103"/>
                  </a:cubicBezTo>
                  <a:cubicBezTo>
                    <a:pt x="1418" y="1323"/>
                    <a:pt x="1261" y="1481"/>
                    <a:pt x="1072" y="1481"/>
                  </a:cubicBezTo>
                  <a:cubicBezTo>
                    <a:pt x="883" y="1481"/>
                    <a:pt x="725" y="1323"/>
                    <a:pt x="725" y="1103"/>
                  </a:cubicBezTo>
                  <a:cubicBezTo>
                    <a:pt x="725" y="914"/>
                    <a:pt x="883" y="756"/>
                    <a:pt x="1072" y="756"/>
                  </a:cubicBezTo>
                  <a:close/>
                  <a:moveTo>
                    <a:pt x="1072" y="0"/>
                  </a:moveTo>
                  <a:cubicBezTo>
                    <a:pt x="473" y="0"/>
                    <a:pt x="1" y="473"/>
                    <a:pt x="1" y="1071"/>
                  </a:cubicBezTo>
                  <a:cubicBezTo>
                    <a:pt x="1" y="1670"/>
                    <a:pt x="473" y="2143"/>
                    <a:pt x="1072" y="2143"/>
                  </a:cubicBezTo>
                  <a:cubicBezTo>
                    <a:pt x="1670" y="2143"/>
                    <a:pt x="2143" y="1670"/>
                    <a:pt x="2143" y="1071"/>
                  </a:cubicBezTo>
                  <a:cubicBezTo>
                    <a:pt x="2143" y="473"/>
                    <a:pt x="1670" y="0"/>
                    <a:pt x="10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3" name="Google Shape;3123;p47"/>
            <p:cNvSpPr/>
            <p:nvPr/>
          </p:nvSpPr>
          <p:spPr>
            <a:xfrm>
              <a:off x="-46753100" y="1965500"/>
              <a:ext cx="263075" cy="300125"/>
            </a:xfrm>
            <a:custGeom>
              <a:rect b="b" l="l" r="r" t="t"/>
              <a:pathLst>
                <a:path extrusionOk="0" h="12005" w="10523">
                  <a:moveTo>
                    <a:pt x="5293" y="694"/>
                  </a:moveTo>
                  <a:cubicBezTo>
                    <a:pt x="5765" y="694"/>
                    <a:pt x="6175" y="977"/>
                    <a:pt x="6270" y="1419"/>
                  </a:cubicBezTo>
                  <a:lnTo>
                    <a:pt x="4316" y="1419"/>
                  </a:lnTo>
                  <a:cubicBezTo>
                    <a:pt x="4442" y="977"/>
                    <a:pt x="4820" y="694"/>
                    <a:pt x="5293" y="694"/>
                  </a:cubicBezTo>
                  <a:close/>
                  <a:moveTo>
                    <a:pt x="3875" y="5766"/>
                  </a:moveTo>
                  <a:lnTo>
                    <a:pt x="5135" y="7026"/>
                  </a:lnTo>
                  <a:lnTo>
                    <a:pt x="2615" y="7026"/>
                  </a:lnTo>
                  <a:lnTo>
                    <a:pt x="3875" y="5766"/>
                  </a:lnTo>
                  <a:close/>
                  <a:moveTo>
                    <a:pt x="6679" y="5766"/>
                  </a:moveTo>
                  <a:lnTo>
                    <a:pt x="7939" y="7026"/>
                  </a:lnTo>
                  <a:lnTo>
                    <a:pt x="6144" y="7026"/>
                  </a:lnTo>
                  <a:lnTo>
                    <a:pt x="5797" y="6711"/>
                  </a:lnTo>
                  <a:lnTo>
                    <a:pt x="6679" y="5766"/>
                  </a:lnTo>
                  <a:close/>
                  <a:moveTo>
                    <a:pt x="8758" y="2112"/>
                  </a:moveTo>
                  <a:cubicBezTo>
                    <a:pt x="8947" y="2112"/>
                    <a:pt x="9105" y="2269"/>
                    <a:pt x="9105" y="2458"/>
                  </a:cubicBezTo>
                  <a:lnTo>
                    <a:pt x="9105" y="7089"/>
                  </a:lnTo>
                  <a:lnTo>
                    <a:pt x="8916" y="7089"/>
                  </a:lnTo>
                  <a:lnTo>
                    <a:pt x="6900" y="5073"/>
                  </a:lnTo>
                  <a:cubicBezTo>
                    <a:pt x="6825" y="4999"/>
                    <a:pt x="6744" y="4966"/>
                    <a:pt x="6662" y="4966"/>
                  </a:cubicBezTo>
                  <a:cubicBezTo>
                    <a:pt x="6571" y="4966"/>
                    <a:pt x="6479" y="5007"/>
                    <a:pt x="6396" y="5073"/>
                  </a:cubicBezTo>
                  <a:lnTo>
                    <a:pt x="5293" y="6239"/>
                  </a:lnTo>
                  <a:lnTo>
                    <a:pt x="4127" y="5073"/>
                  </a:lnTo>
                  <a:cubicBezTo>
                    <a:pt x="4064" y="5010"/>
                    <a:pt x="3970" y="4979"/>
                    <a:pt x="3871" y="4979"/>
                  </a:cubicBezTo>
                  <a:cubicBezTo>
                    <a:pt x="3773" y="4979"/>
                    <a:pt x="3670" y="5010"/>
                    <a:pt x="3592" y="5073"/>
                  </a:cubicBezTo>
                  <a:lnTo>
                    <a:pt x="1607" y="7089"/>
                  </a:lnTo>
                  <a:lnTo>
                    <a:pt x="1386" y="7089"/>
                  </a:lnTo>
                  <a:lnTo>
                    <a:pt x="1386" y="2458"/>
                  </a:lnTo>
                  <a:cubicBezTo>
                    <a:pt x="1449" y="2269"/>
                    <a:pt x="1607" y="2112"/>
                    <a:pt x="1764" y="2112"/>
                  </a:cubicBezTo>
                  <a:close/>
                  <a:moveTo>
                    <a:pt x="9168" y="7751"/>
                  </a:moveTo>
                  <a:lnTo>
                    <a:pt x="9168" y="8444"/>
                  </a:lnTo>
                  <a:lnTo>
                    <a:pt x="1449" y="8444"/>
                  </a:lnTo>
                  <a:lnTo>
                    <a:pt x="1449" y="7751"/>
                  </a:lnTo>
                  <a:close/>
                  <a:moveTo>
                    <a:pt x="7782" y="9137"/>
                  </a:moveTo>
                  <a:lnTo>
                    <a:pt x="7971" y="9830"/>
                  </a:lnTo>
                  <a:lnTo>
                    <a:pt x="2552" y="9830"/>
                  </a:lnTo>
                  <a:lnTo>
                    <a:pt x="2709" y="9137"/>
                  </a:lnTo>
                  <a:close/>
                  <a:moveTo>
                    <a:pt x="5261" y="1"/>
                  </a:moveTo>
                  <a:cubicBezTo>
                    <a:pt x="4411" y="1"/>
                    <a:pt x="3686" y="568"/>
                    <a:pt x="3529" y="1419"/>
                  </a:cubicBezTo>
                  <a:lnTo>
                    <a:pt x="1764" y="1419"/>
                  </a:lnTo>
                  <a:cubicBezTo>
                    <a:pt x="1166" y="1419"/>
                    <a:pt x="693" y="1891"/>
                    <a:pt x="693" y="2458"/>
                  </a:cubicBezTo>
                  <a:lnTo>
                    <a:pt x="693" y="8444"/>
                  </a:lnTo>
                  <a:lnTo>
                    <a:pt x="347" y="8444"/>
                  </a:lnTo>
                  <a:cubicBezTo>
                    <a:pt x="158" y="8444"/>
                    <a:pt x="0" y="8602"/>
                    <a:pt x="0" y="8822"/>
                  </a:cubicBezTo>
                  <a:cubicBezTo>
                    <a:pt x="0" y="9011"/>
                    <a:pt x="158" y="9169"/>
                    <a:pt x="347" y="9169"/>
                  </a:cubicBezTo>
                  <a:lnTo>
                    <a:pt x="1985" y="9169"/>
                  </a:lnTo>
                  <a:cubicBezTo>
                    <a:pt x="1922" y="9484"/>
                    <a:pt x="1481" y="11217"/>
                    <a:pt x="1418" y="11563"/>
                  </a:cubicBezTo>
                  <a:cubicBezTo>
                    <a:pt x="1355" y="11752"/>
                    <a:pt x="1481" y="11973"/>
                    <a:pt x="1670" y="12004"/>
                  </a:cubicBezTo>
                  <a:lnTo>
                    <a:pt x="1764" y="12004"/>
                  </a:lnTo>
                  <a:cubicBezTo>
                    <a:pt x="1922" y="12004"/>
                    <a:pt x="2079" y="11878"/>
                    <a:pt x="2111" y="11721"/>
                  </a:cubicBezTo>
                  <a:lnTo>
                    <a:pt x="2394" y="10586"/>
                  </a:lnTo>
                  <a:lnTo>
                    <a:pt x="8128" y="10586"/>
                  </a:lnTo>
                  <a:lnTo>
                    <a:pt x="8412" y="11721"/>
                  </a:lnTo>
                  <a:cubicBezTo>
                    <a:pt x="8443" y="11878"/>
                    <a:pt x="8601" y="12004"/>
                    <a:pt x="8758" y="12004"/>
                  </a:cubicBezTo>
                  <a:lnTo>
                    <a:pt x="8853" y="12004"/>
                  </a:lnTo>
                  <a:cubicBezTo>
                    <a:pt x="9042" y="11973"/>
                    <a:pt x="9168" y="11752"/>
                    <a:pt x="9105" y="11563"/>
                  </a:cubicBezTo>
                  <a:cubicBezTo>
                    <a:pt x="9042" y="11217"/>
                    <a:pt x="8601" y="9484"/>
                    <a:pt x="8538" y="9169"/>
                  </a:cubicBezTo>
                  <a:lnTo>
                    <a:pt x="10176" y="9169"/>
                  </a:lnTo>
                  <a:cubicBezTo>
                    <a:pt x="10365" y="9169"/>
                    <a:pt x="10523" y="9011"/>
                    <a:pt x="10523" y="8822"/>
                  </a:cubicBezTo>
                  <a:cubicBezTo>
                    <a:pt x="10523" y="8602"/>
                    <a:pt x="10365" y="8444"/>
                    <a:pt x="10176" y="8444"/>
                  </a:cubicBezTo>
                  <a:lnTo>
                    <a:pt x="9830" y="8444"/>
                  </a:lnTo>
                  <a:lnTo>
                    <a:pt x="9830" y="2458"/>
                  </a:lnTo>
                  <a:cubicBezTo>
                    <a:pt x="9830" y="1891"/>
                    <a:pt x="9357" y="1419"/>
                    <a:pt x="8758" y="1419"/>
                  </a:cubicBezTo>
                  <a:lnTo>
                    <a:pt x="6994" y="1419"/>
                  </a:lnTo>
                  <a:cubicBezTo>
                    <a:pt x="6837" y="631"/>
                    <a:pt x="6144" y="1"/>
                    <a:pt x="526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24" name="Google Shape;3124;p47"/>
          <p:cNvGrpSpPr/>
          <p:nvPr/>
        </p:nvGrpSpPr>
        <p:grpSpPr>
          <a:xfrm>
            <a:off x="1588185" y="3320688"/>
            <a:ext cx="278242" cy="244745"/>
            <a:chOff x="-46772025" y="2350650"/>
            <a:chExt cx="300900" cy="264675"/>
          </a:xfrm>
        </p:grpSpPr>
        <p:sp>
          <p:nvSpPr>
            <p:cNvPr id="3125" name="Google Shape;3125;p47"/>
            <p:cNvSpPr/>
            <p:nvPr/>
          </p:nvSpPr>
          <p:spPr>
            <a:xfrm>
              <a:off x="-46772025" y="2350650"/>
              <a:ext cx="300900" cy="264675"/>
            </a:xfrm>
            <a:custGeom>
              <a:rect b="b" l="l" r="r" t="t"/>
              <a:pathLst>
                <a:path extrusionOk="0" h="10587" w="12036">
                  <a:moveTo>
                    <a:pt x="6050" y="820"/>
                  </a:moveTo>
                  <a:cubicBezTo>
                    <a:pt x="7184" y="820"/>
                    <a:pt x="8287" y="1229"/>
                    <a:pt x="9169" y="1985"/>
                  </a:cubicBezTo>
                  <a:cubicBezTo>
                    <a:pt x="9326" y="2111"/>
                    <a:pt x="9326" y="2332"/>
                    <a:pt x="9169" y="2458"/>
                  </a:cubicBezTo>
                  <a:lnTo>
                    <a:pt x="9137" y="2490"/>
                  </a:lnTo>
                  <a:cubicBezTo>
                    <a:pt x="9064" y="2533"/>
                    <a:pt x="8978" y="2557"/>
                    <a:pt x="8896" y="2557"/>
                  </a:cubicBezTo>
                  <a:cubicBezTo>
                    <a:pt x="8802" y="2557"/>
                    <a:pt x="8715" y="2526"/>
                    <a:pt x="8665" y="2458"/>
                  </a:cubicBezTo>
                  <a:cubicBezTo>
                    <a:pt x="7940" y="1828"/>
                    <a:pt x="7027" y="1481"/>
                    <a:pt x="6050" y="1481"/>
                  </a:cubicBezTo>
                  <a:cubicBezTo>
                    <a:pt x="5073" y="1481"/>
                    <a:pt x="4160" y="1828"/>
                    <a:pt x="3466" y="2458"/>
                  </a:cubicBezTo>
                  <a:cubicBezTo>
                    <a:pt x="3378" y="2529"/>
                    <a:pt x="3270" y="2570"/>
                    <a:pt x="3175" y="2570"/>
                  </a:cubicBezTo>
                  <a:cubicBezTo>
                    <a:pt x="3101" y="2570"/>
                    <a:pt x="3035" y="2545"/>
                    <a:pt x="2994" y="2490"/>
                  </a:cubicBezTo>
                  <a:lnTo>
                    <a:pt x="2931" y="2458"/>
                  </a:lnTo>
                  <a:cubicBezTo>
                    <a:pt x="2836" y="2301"/>
                    <a:pt x="2836" y="2111"/>
                    <a:pt x="2931" y="1985"/>
                  </a:cubicBezTo>
                  <a:cubicBezTo>
                    <a:pt x="3782" y="1198"/>
                    <a:pt x="4884" y="820"/>
                    <a:pt x="6050" y="820"/>
                  </a:cubicBezTo>
                  <a:close/>
                  <a:moveTo>
                    <a:pt x="1450" y="7152"/>
                  </a:moveTo>
                  <a:lnTo>
                    <a:pt x="1450" y="9106"/>
                  </a:lnTo>
                  <a:cubicBezTo>
                    <a:pt x="1041" y="9011"/>
                    <a:pt x="726" y="8601"/>
                    <a:pt x="726" y="8129"/>
                  </a:cubicBezTo>
                  <a:cubicBezTo>
                    <a:pt x="726" y="7656"/>
                    <a:pt x="1009" y="7278"/>
                    <a:pt x="1450" y="7152"/>
                  </a:cubicBezTo>
                  <a:close/>
                  <a:moveTo>
                    <a:pt x="10618" y="7152"/>
                  </a:moveTo>
                  <a:cubicBezTo>
                    <a:pt x="11028" y="7310"/>
                    <a:pt x="11343" y="7688"/>
                    <a:pt x="11343" y="8129"/>
                  </a:cubicBezTo>
                  <a:cubicBezTo>
                    <a:pt x="11343" y="8601"/>
                    <a:pt x="11059" y="9011"/>
                    <a:pt x="10618" y="9106"/>
                  </a:cubicBezTo>
                  <a:lnTo>
                    <a:pt x="10618" y="7152"/>
                  </a:lnTo>
                  <a:close/>
                  <a:moveTo>
                    <a:pt x="2521" y="6396"/>
                  </a:moveTo>
                  <a:cubicBezTo>
                    <a:pt x="2710" y="6396"/>
                    <a:pt x="2868" y="6554"/>
                    <a:pt x="2868" y="6743"/>
                  </a:cubicBezTo>
                  <a:lnTo>
                    <a:pt x="2868" y="9547"/>
                  </a:lnTo>
                  <a:cubicBezTo>
                    <a:pt x="2868" y="9736"/>
                    <a:pt x="2710" y="9893"/>
                    <a:pt x="2521" y="9893"/>
                  </a:cubicBezTo>
                  <a:cubicBezTo>
                    <a:pt x="2301" y="9893"/>
                    <a:pt x="2175" y="9736"/>
                    <a:pt x="2175" y="9547"/>
                  </a:cubicBezTo>
                  <a:lnTo>
                    <a:pt x="2175" y="6743"/>
                  </a:lnTo>
                  <a:cubicBezTo>
                    <a:pt x="2175" y="6554"/>
                    <a:pt x="2301" y="6396"/>
                    <a:pt x="2521" y="6396"/>
                  </a:cubicBezTo>
                  <a:close/>
                  <a:moveTo>
                    <a:pt x="9547" y="6396"/>
                  </a:moveTo>
                  <a:cubicBezTo>
                    <a:pt x="9767" y="6396"/>
                    <a:pt x="9925" y="6554"/>
                    <a:pt x="9925" y="6743"/>
                  </a:cubicBezTo>
                  <a:lnTo>
                    <a:pt x="9925" y="9547"/>
                  </a:lnTo>
                  <a:cubicBezTo>
                    <a:pt x="9925" y="9736"/>
                    <a:pt x="9767" y="9893"/>
                    <a:pt x="9547" y="9893"/>
                  </a:cubicBezTo>
                  <a:cubicBezTo>
                    <a:pt x="9358" y="9893"/>
                    <a:pt x="9200" y="9736"/>
                    <a:pt x="9200" y="9547"/>
                  </a:cubicBezTo>
                  <a:lnTo>
                    <a:pt x="9200" y="6743"/>
                  </a:lnTo>
                  <a:cubicBezTo>
                    <a:pt x="9200" y="6554"/>
                    <a:pt x="9358" y="6396"/>
                    <a:pt x="9547" y="6396"/>
                  </a:cubicBezTo>
                  <a:close/>
                  <a:moveTo>
                    <a:pt x="6018" y="1"/>
                  </a:moveTo>
                  <a:cubicBezTo>
                    <a:pt x="4664" y="1"/>
                    <a:pt x="3403" y="473"/>
                    <a:pt x="2427" y="1387"/>
                  </a:cubicBezTo>
                  <a:cubicBezTo>
                    <a:pt x="2080" y="1733"/>
                    <a:pt x="1986" y="2269"/>
                    <a:pt x="2238" y="2679"/>
                  </a:cubicBezTo>
                  <a:cubicBezTo>
                    <a:pt x="1671" y="3435"/>
                    <a:pt x="1419" y="4348"/>
                    <a:pt x="1419" y="5293"/>
                  </a:cubicBezTo>
                  <a:lnTo>
                    <a:pt x="1419" y="6396"/>
                  </a:lnTo>
                  <a:cubicBezTo>
                    <a:pt x="631" y="6554"/>
                    <a:pt x="1" y="7247"/>
                    <a:pt x="1" y="8129"/>
                  </a:cubicBezTo>
                  <a:cubicBezTo>
                    <a:pt x="1" y="8980"/>
                    <a:pt x="631" y="9704"/>
                    <a:pt x="1450" y="9862"/>
                  </a:cubicBezTo>
                  <a:cubicBezTo>
                    <a:pt x="1576" y="10303"/>
                    <a:pt x="1986" y="10586"/>
                    <a:pt x="2427" y="10586"/>
                  </a:cubicBezTo>
                  <a:cubicBezTo>
                    <a:pt x="3025" y="10586"/>
                    <a:pt x="3498" y="10114"/>
                    <a:pt x="3498" y="9515"/>
                  </a:cubicBezTo>
                  <a:lnTo>
                    <a:pt x="3498" y="6711"/>
                  </a:lnTo>
                  <a:cubicBezTo>
                    <a:pt x="3498" y="6113"/>
                    <a:pt x="3025" y="5640"/>
                    <a:pt x="2427" y="5640"/>
                  </a:cubicBezTo>
                  <a:cubicBezTo>
                    <a:pt x="2301" y="5640"/>
                    <a:pt x="2206" y="5703"/>
                    <a:pt x="2080" y="5735"/>
                  </a:cubicBezTo>
                  <a:lnTo>
                    <a:pt x="2080" y="5325"/>
                  </a:lnTo>
                  <a:cubicBezTo>
                    <a:pt x="2080" y="4537"/>
                    <a:pt x="2301" y="3844"/>
                    <a:pt x="2710" y="3214"/>
                  </a:cubicBezTo>
                  <a:cubicBezTo>
                    <a:pt x="2827" y="3263"/>
                    <a:pt x="2948" y="3285"/>
                    <a:pt x="3067" y="3285"/>
                  </a:cubicBezTo>
                  <a:cubicBezTo>
                    <a:pt x="3333" y="3285"/>
                    <a:pt x="3596" y="3177"/>
                    <a:pt x="3813" y="3025"/>
                  </a:cubicBezTo>
                  <a:cubicBezTo>
                    <a:pt x="4412" y="2490"/>
                    <a:pt x="5136" y="2238"/>
                    <a:pt x="5924" y="2238"/>
                  </a:cubicBezTo>
                  <a:cubicBezTo>
                    <a:pt x="6711" y="2238"/>
                    <a:pt x="7499" y="2490"/>
                    <a:pt x="8066" y="3025"/>
                  </a:cubicBezTo>
                  <a:cubicBezTo>
                    <a:pt x="8276" y="3193"/>
                    <a:pt x="8542" y="3291"/>
                    <a:pt x="8799" y="3291"/>
                  </a:cubicBezTo>
                  <a:cubicBezTo>
                    <a:pt x="8927" y="3291"/>
                    <a:pt x="9053" y="3267"/>
                    <a:pt x="9169" y="3214"/>
                  </a:cubicBezTo>
                  <a:cubicBezTo>
                    <a:pt x="9610" y="3844"/>
                    <a:pt x="9799" y="4600"/>
                    <a:pt x="9799" y="5325"/>
                  </a:cubicBezTo>
                  <a:lnTo>
                    <a:pt x="9799" y="5735"/>
                  </a:lnTo>
                  <a:cubicBezTo>
                    <a:pt x="9673" y="5703"/>
                    <a:pt x="9547" y="5640"/>
                    <a:pt x="9452" y="5640"/>
                  </a:cubicBezTo>
                  <a:cubicBezTo>
                    <a:pt x="8854" y="5640"/>
                    <a:pt x="8381" y="6113"/>
                    <a:pt x="8381" y="6711"/>
                  </a:cubicBezTo>
                  <a:lnTo>
                    <a:pt x="8381" y="9515"/>
                  </a:lnTo>
                  <a:cubicBezTo>
                    <a:pt x="8381" y="10114"/>
                    <a:pt x="8854" y="10586"/>
                    <a:pt x="9452" y="10586"/>
                  </a:cubicBezTo>
                  <a:cubicBezTo>
                    <a:pt x="9925" y="10586"/>
                    <a:pt x="10303" y="10271"/>
                    <a:pt x="10429" y="9862"/>
                  </a:cubicBezTo>
                  <a:cubicBezTo>
                    <a:pt x="11406" y="9704"/>
                    <a:pt x="12036" y="9011"/>
                    <a:pt x="12036" y="8129"/>
                  </a:cubicBezTo>
                  <a:cubicBezTo>
                    <a:pt x="12036" y="7278"/>
                    <a:pt x="11437" y="6554"/>
                    <a:pt x="10618" y="6396"/>
                  </a:cubicBezTo>
                  <a:lnTo>
                    <a:pt x="10618" y="5293"/>
                  </a:lnTo>
                  <a:cubicBezTo>
                    <a:pt x="10618" y="4348"/>
                    <a:pt x="10335" y="3435"/>
                    <a:pt x="9799" y="2679"/>
                  </a:cubicBezTo>
                  <a:cubicBezTo>
                    <a:pt x="10020" y="2269"/>
                    <a:pt x="9957" y="1733"/>
                    <a:pt x="9610" y="1387"/>
                  </a:cubicBezTo>
                  <a:cubicBezTo>
                    <a:pt x="8602" y="473"/>
                    <a:pt x="7342" y="1"/>
                    <a:pt x="601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6" name="Google Shape;3126;p47"/>
            <p:cNvSpPr/>
            <p:nvPr/>
          </p:nvSpPr>
          <p:spPr>
            <a:xfrm>
              <a:off x="-46664900" y="2475100"/>
              <a:ext cx="92175" cy="122900"/>
            </a:xfrm>
            <a:custGeom>
              <a:rect b="b" l="l" r="r" t="t"/>
              <a:pathLst>
                <a:path extrusionOk="0" h="4916" w="3687">
                  <a:moveTo>
                    <a:pt x="1072" y="3497"/>
                  </a:moveTo>
                  <a:cubicBezTo>
                    <a:pt x="1261" y="3497"/>
                    <a:pt x="1418" y="3655"/>
                    <a:pt x="1418" y="3876"/>
                  </a:cubicBezTo>
                  <a:cubicBezTo>
                    <a:pt x="1418" y="4065"/>
                    <a:pt x="1261" y="4222"/>
                    <a:pt x="1072" y="4222"/>
                  </a:cubicBezTo>
                  <a:cubicBezTo>
                    <a:pt x="851" y="4222"/>
                    <a:pt x="694" y="4065"/>
                    <a:pt x="694" y="3876"/>
                  </a:cubicBezTo>
                  <a:cubicBezTo>
                    <a:pt x="694" y="3655"/>
                    <a:pt x="851" y="3497"/>
                    <a:pt x="1072" y="3497"/>
                  </a:cubicBezTo>
                  <a:close/>
                  <a:moveTo>
                    <a:pt x="1765" y="0"/>
                  </a:moveTo>
                  <a:cubicBezTo>
                    <a:pt x="1576" y="0"/>
                    <a:pt x="1418" y="158"/>
                    <a:pt x="1418" y="347"/>
                  </a:cubicBezTo>
                  <a:lnTo>
                    <a:pt x="1418" y="2867"/>
                  </a:lnTo>
                  <a:cubicBezTo>
                    <a:pt x="1292" y="2836"/>
                    <a:pt x="1166" y="2804"/>
                    <a:pt x="1072" y="2804"/>
                  </a:cubicBezTo>
                  <a:cubicBezTo>
                    <a:pt x="473" y="2804"/>
                    <a:pt x="1" y="3277"/>
                    <a:pt x="1" y="3876"/>
                  </a:cubicBezTo>
                  <a:cubicBezTo>
                    <a:pt x="1" y="4443"/>
                    <a:pt x="473" y="4915"/>
                    <a:pt x="1072" y="4915"/>
                  </a:cubicBezTo>
                  <a:cubicBezTo>
                    <a:pt x="1670" y="4915"/>
                    <a:pt x="2143" y="4443"/>
                    <a:pt x="2143" y="3876"/>
                  </a:cubicBezTo>
                  <a:lnTo>
                    <a:pt x="2143" y="1450"/>
                  </a:lnTo>
                  <a:cubicBezTo>
                    <a:pt x="2363" y="1544"/>
                    <a:pt x="2521" y="1702"/>
                    <a:pt x="2616" y="1828"/>
                  </a:cubicBezTo>
                  <a:cubicBezTo>
                    <a:pt x="2868" y="2143"/>
                    <a:pt x="2962" y="2615"/>
                    <a:pt x="2836" y="3088"/>
                  </a:cubicBezTo>
                  <a:cubicBezTo>
                    <a:pt x="2805" y="3308"/>
                    <a:pt x="2962" y="3497"/>
                    <a:pt x="3183" y="3497"/>
                  </a:cubicBezTo>
                  <a:cubicBezTo>
                    <a:pt x="3340" y="3497"/>
                    <a:pt x="3498" y="3403"/>
                    <a:pt x="3529" y="3245"/>
                  </a:cubicBezTo>
                  <a:cubicBezTo>
                    <a:pt x="3687" y="2552"/>
                    <a:pt x="3592" y="1859"/>
                    <a:pt x="3183" y="1355"/>
                  </a:cubicBezTo>
                  <a:cubicBezTo>
                    <a:pt x="2868" y="1040"/>
                    <a:pt x="2521" y="820"/>
                    <a:pt x="2111" y="757"/>
                  </a:cubicBezTo>
                  <a:lnTo>
                    <a:pt x="2111" y="347"/>
                  </a:lnTo>
                  <a:cubicBezTo>
                    <a:pt x="2111" y="158"/>
                    <a:pt x="1954" y="0"/>
                    <a:pt x="176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27" name="Google Shape;3127;p47"/>
          <p:cNvGrpSpPr/>
          <p:nvPr/>
        </p:nvGrpSpPr>
        <p:grpSpPr>
          <a:xfrm>
            <a:off x="1588185" y="3742743"/>
            <a:ext cx="278242" cy="278242"/>
            <a:chOff x="-46772025" y="2701925"/>
            <a:chExt cx="300900" cy="300900"/>
          </a:xfrm>
        </p:grpSpPr>
        <p:sp>
          <p:nvSpPr>
            <p:cNvPr id="3128" name="Google Shape;3128;p47"/>
            <p:cNvSpPr/>
            <p:nvPr/>
          </p:nvSpPr>
          <p:spPr>
            <a:xfrm>
              <a:off x="-46647575" y="2826375"/>
              <a:ext cx="53575" cy="53575"/>
            </a:xfrm>
            <a:custGeom>
              <a:rect b="b" l="l" r="r" t="t"/>
              <a:pathLst>
                <a:path extrusionOk="0" h="2143" w="2143">
                  <a:moveTo>
                    <a:pt x="1072" y="694"/>
                  </a:moveTo>
                  <a:cubicBezTo>
                    <a:pt x="1261" y="694"/>
                    <a:pt x="1418" y="851"/>
                    <a:pt x="1418" y="1040"/>
                  </a:cubicBezTo>
                  <a:cubicBezTo>
                    <a:pt x="1418" y="1229"/>
                    <a:pt x="1261" y="1387"/>
                    <a:pt x="1072" y="1387"/>
                  </a:cubicBezTo>
                  <a:cubicBezTo>
                    <a:pt x="883" y="1387"/>
                    <a:pt x="725" y="1229"/>
                    <a:pt x="725" y="1040"/>
                  </a:cubicBezTo>
                  <a:cubicBezTo>
                    <a:pt x="725" y="851"/>
                    <a:pt x="883" y="694"/>
                    <a:pt x="1072" y="694"/>
                  </a:cubicBezTo>
                  <a:close/>
                  <a:moveTo>
                    <a:pt x="1072" y="1"/>
                  </a:moveTo>
                  <a:cubicBezTo>
                    <a:pt x="473" y="1"/>
                    <a:pt x="1" y="473"/>
                    <a:pt x="1" y="1072"/>
                  </a:cubicBezTo>
                  <a:cubicBezTo>
                    <a:pt x="1" y="1670"/>
                    <a:pt x="473" y="2143"/>
                    <a:pt x="1072" y="2143"/>
                  </a:cubicBezTo>
                  <a:cubicBezTo>
                    <a:pt x="1670" y="2143"/>
                    <a:pt x="2143" y="1670"/>
                    <a:pt x="2143" y="1072"/>
                  </a:cubicBezTo>
                  <a:cubicBezTo>
                    <a:pt x="2112" y="473"/>
                    <a:pt x="1639" y="1"/>
                    <a:pt x="107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9" name="Google Shape;3129;p47"/>
            <p:cNvSpPr/>
            <p:nvPr/>
          </p:nvSpPr>
          <p:spPr>
            <a:xfrm>
              <a:off x="-46772025" y="2701925"/>
              <a:ext cx="300900" cy="300900"/>
            </a:xfrm>
            <a:custGeom>
              <a:rect b="b" l="l" r="r" t="t"/>
              <a:pathLst>
                <a:path extrusionOk="0" h="12036" w="12036">
                  <a:moveTo>
                    <a:pt x="6365" y="1482"/>
                  </a:moveTo>
                  <a:cubicBezTo>
                    <a:pt x="8602" y="1639"/>
                    <a:pt x="10429" y="3466"/>
                    <a:pt x="10587" y="5672"/>
                  </a:cubicBezTo>
                  <a:lnTo>
                    <a:pt x="9862" y="5672"/>
                  </a:lnTo>
                  <a:cubicBezTo>
                    <a:pt x="9704" y="3813"/>
                    <a:pt x="8224" y="2301"/>
                    <a:pt x="6365" y="2143"/>
                  </a:cubicBezTo>
                  <a:lnTo>
                    <a:pt x="6365" y="1482"/>
                  </a:lnTo>
                  <a:close/>
                  <a:moveTo>
                    <a:pt x="5703" y="1482"/>
                  </a:moveTo>
                  <a:lnTo>
                    <a:pt x="5703" y="2206"/>
                  </a:lnTo>
                  <a:cubicBezTo>
                    <a:pt x="3845" y="2364"/>
                    <a:pt x="2364" y="3844"/>
                    <a:pt x="2206" y="5703"/>
                  </a:cubicBezTo>
                  <a:lnTo>
                    <a:pt x="1482" y="5703"/>
                  </a:lnTo>
                  <a:cubicBezTo>
                    <a:pt x="1639" y="3466"/>
                    <a:pt x="3466" y="1639"/>
                    <a:pt x="5703" y="1482"/>
                  </a:cubicBezTo>
                  <a:close/>
                  <a:moveTo>
                    <a:pt x="6365" y="2868"/>
                  </a:moveTo>
                  <a:cubicBezTo>
                    <a:pt x="7814" y="3025"/>
                    <a:pt x="9011" y="4191"/>
                    <a:pt x="9169" y="5672"/>
                  </a:cubicBezTo>
                  <a:lnTo>
                    <a:pt x="8854" y="5672"/>
                  </a:lnTo>
                  <a:cubicBezTo>
                    <a:pt x="8665" y="5672"/>
                    <a:pt x="8507" y="5829"/>
                    <a:pt x="8507" y="6018"/>
                  </a:cubicBezTo>
                  <a:cubicBezTo>
                    <a:pt x="8507" y="6207"/>
                    <a:pt x="8665" y="6365"/>
                    <a:pt x="8854" y="6365"/>
                  </a:cubicBezTo>
                  <a:lnTo>
                    <a:pt x="9169" y="6365"/>
                  </a:lnTo>
                  <a:cubicBezTo>
                    <a:pt x="9011" y="7814"/>
                    <a:pt x="7846" y="9011"/>
                    <a:pt x="6365" y="9169"/>
                  </a:cubicBezTo>
                  <a:lnTo>
                    <a:pt x="6365" y="8854"/>
                  </a:lnTo>
                  <a:cubicBezTo>
                    <a:pt x="6365" y="8665"/>
                    <a:pt x="6207" y="8507"/>
                    <a:pt x="6018" y="8507"/>
                  </a:cubicBezTo>
                  <a:cubicBezTo>
                    <a:pt x="5829" y="8507"/>
                    <a:pt x="5672" y="8665"/>
                    <a:pt x="5672" y="8854"/>
                  </a:cubicBezTo>
                  <a:lnTo>
                    <a:pt x="5672" y="9169"/>
                  </a:lnTo>
                  <a:cubicBezTo>
                    <a:pt x="4223" y="9011"/>
                    <a:pt x="3025" y="7814"/>
                    <a:pt x="2868" y="6365"/>
                  </a:cubicBezTo>
                  <a:lnTo>
                    <a:pt x="3183" y="6365"/>
                  </a:lnTo>
                  <a:cubicBezTo>
                    <a:pt x="3372" y="6365"/>
                    <a:pt x="3529" y="6207"/>
                    <a:pt x="3529" y="6018"/>
                  </a:cubicBezTo>
                  <a:cubicBezTo>
                    <a:pt x="3529" y="5829"/>
                    <a:pt x="3372" y="5672"/>
                    <a:pt x="3183" y="5672"/>
                  </a:cubicBezTo>
                  <a:lnTo>
                    <a:pt x="2868" y="5672"/>
                  </a:lnTo>
                  <a:cubicBezTo>
                    <a:pt x="3025" y="4191"/>
                    <a:pt x="4191" y="3025"/>
                    <a:pt x="5672" y="2868"/>
                  </a:cubicBezTo>
                  <a:lnTo>
                    <a:pt x="5672" y="3183"/>
                  </a:lnTo>
                  <a:cubicBezTo>
                    <a:pt x="5672" y="3372"/>
                    <a:pt x="5829" y="3529"/>
                    <a:pt x="6018" y="3529"/>
                  </a:cubicBezTo>
                  <a:cubicBezTo>
                    <a:pt x="6207" y="3529"/>
                    <a:pt x="6365" y="3372"/>
                    <a:pt x="6365" y="3183"/>
                  </a:cubicBezTo>
                  <a:lnTo>
                    <a:pt x="6365" y="2868"/>
                  </a:lnTo>
                  <a:close/>
                  <a:moveTo>
                    <a:pt x="2206" y="6365"/>
                  </a:moveTo>
                  <a:cubicBezTo>
                    <a:pt x="2364" y="8224"/>
                    <a:pt x="3845" y="9704"/>
                    <a:pt x="5703" y="9862"/>
                  </a:cubicBezTo>
                  <a:lnTo>
                    <a:pt x="5703" y="10586"/>
                  </a:lnTo>
                  <a:cubicBezTo>
                    <a:pt x="3466" y="10429"/>
                    <a:pt x="1639" y="8602"/>
                    <a:pt x="1482" y="6365"/>
                  </a:cubicBezTo>
                  <a:close/>
                  <a:moveTo>
                    <a:pt x="10618" y="6365"/>
                  </a:moveTo>
                  <a:cubicBezTo>
                    <a:pt x="10429" y="8602"/>
                    <a:pt x="8602" y="10429"/>
                    <a:pt x="6396" y="10586"/>
                  </a:cubicBezTo>
                  <a:lnTo>
                    <a:pt x="6396" y="9862"/>
                  </a:lnTo>
                  <a:cubicBezTo>
                    <a:pt x="8255" y="9704"/>
                    <a:pt x="9767" y="8224"/>
                    <a:pt x="9925" y="6365"/>
                  </a:cubicBezTo>
                  <a:close/>
                  <a:moveTo>
                    <a:pt x="6018" y="1"/>
                  </a:moveTo>
                  <a:cubicBezTo>
                    <a:pt x="5829" y="1"/>
                    <a:pt x="5672" y="158"/>
                    <a:pt x="5672" y="347"/>
                  </a:cubicBezTo>
                  <a:lnTo>
                    <a:pt x="5672" y="725"/>
                  </a:lnTo>
                  <a:cubicBezTo>
                    <a:pt x="4412" y="820"/>
                    <a:pt x="3183" y="1356"/>
                    <a:pt x="2269" y="2269"/>
                  </a:cubicBezTo>
                  <a:cubicBezTo>
                    <a:pt x="1387" y="3183"/>
                    <a:pt x="820" y="4348"/>
                    <a:pt x="757" y="5672"/>
                  </a:cubicBezTo>
                  <a:lnTo>
                    <a:pt x="347" y="5672"/>
                  </a:lnTo>
                  <a:cubicBezTo>
                    <a:pt x="158" y="5672"/>
                    <a:pt x="1" y="5829"/>
                    <a:pt x="1" y="6018"/>
                  </a:cubicBezTo>
                  <a:cubicBezTo>
                    <a:pt x="1" y="6207"/>
                    <a:pt x="158" y="6365"/>
                    <a:pt x="347" y="6365"/>
                  </a:cubicBezTo>
                  <a:lnTo>
                    <a:pt x="757" y="6365"/>
                  </a:lnTo>
                  <a:cubicBezTo>
                    <a:pt x="820" y="7625"/>
                    <a:pt x="1387" y="8854"/>
                    <a:pt x="2269" y="9767"/>
                  </a:cubicBezTo>
                  <a:cubicBezTo>
                    <a:pt x="3183" y="10649"/>
                    <a:pt x="4380" y="11217"/>
                    <a:pt x="5672" y="11280"/>
                  </a:cubicBezTo>
                  <a:lnTo>
                    <a:pt x="5672" y="11689"/>
                  </a:lnTo>
                  <a:cubicBezTo>
                    <a:pt x="5672" y="11878"/>
                    <a:pt x="5829" y="12036"/>
                    <a:pt x="6018" y="12036"/>
                  </a:cubicBezTo>
                  <a:cubicBezTo>
                    <a:pt x="6207" y="12036"/>
                    <a:pt x="6365" y="11878"/>
                    <a:pt x="6365" y="11689"/>
                  </a:cubicBezTo>
                  <a:lnTo>
                    <a:pt x="6365" y="11280"/>
                  </a:lnTo>
                  <a:cubicBezTo>
                    <a:pt x="7625" y="11217"/>
                    <a:pt x="8854" y="10649"/>
                    <a:pt x="9767" y="9767"/>
                  </a:cubicBezTo>
                  <a:cubicBezTo>
                    <a:pt x="10681" y="8854"/>
                    <a:pt x="11217" y="7656"/>
                    <a:pt x="11280" y="6365"/>
                  </a:cubicBezTo>
                  <a:lnTo>
                    <a:pt x="11689" y="6365"/>
                  </a:lnTo>
                  <a:cubicBezTo>
                    <a:pt x="11878" y="6365"/>
                    <a:pt x="12036" y="6207"/>
                    <a:pt x="12036" y="6018"/>
                  </a:cubicBezTo>
                  <a:cubicBezTo>
                    <a:pt x="12036" y="5829"/>
                    <a:pt x="11878" y="5672"/>
                    <a:pt x="11689" y="5672"/>
                  </a:cubicBezTo>
                  <a:lnTo>
                    <a:pt x="11280" y="5672"/>
                  </a:lnTo>
                  <a:cubicBezTo>
                    <a:pt x="11217" y="4411"/>
                    <a:pt x="10650" y="3183"/>
                    <a:pt x="9767" y="2269"/>
                  </a:cubicBezTo>
                  <a:cubicBezTo>
                    <a:pt x="8854" y="1356"/>
                    <a:pt x="7688" y="820"/>
                    <a:pt x="6365" y="725"/>
                  </a:cubicBezTo>
                  <a:lnTo>
                    <a:pt x="6365" y="347"/>
                  </a:lnTo>
                  <a:cubicBezTo>
                    <a:pt x="6365" y="158"/>
                    <a:pt x="6207" y="1"/>
                    <a:pt x="601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130" name="Google Shape;3130;p47"/>
          <p:cNvSpPr/>
          <p:nvPr/>
        </p:nvSpPr>
        <p:spPr>
          <a:xfrm>
            <a:off x="3778753" y="2873677"/>
            <a:ext cx="277502" cy="278242"/>
          </a:xfrm>
          <a:custGeom>
            <a:rect b="b" l="l" r="r" t="t"/>
            <a:pathLst>
              <a:path extrusionOk="0" h="12036" w="12004">
                <a:moveTo>
                  <a:pt x="10933" y="4947"/>
                </a:moveTo>
                <a:cubicBezTo>
                  <a:pt x="11122" y="4947"/>
                  <a:pt x="11279" y="5104"/>
                  <a:pt x="11279" y="5293"/>
                </a:cubicBezTo>
                <a:lnTo>
                  <a:pt x="11279" y="5671"/>
                </a:lnTo>
                <a:lnTo>
                  <a:pt x="7782" y="5671"/>
                </a:lnTo>
                <a:lnTo>
                  <a:pt x="7782" y="5293"/>
                </a:lnTo>
                <a:cubicBezTo>
                  <a:pt x="7782" y="5104"/>
                  <a:pt x="7940" y="4947"/>
                  <a:pt x="8129" y="4947"/>
                </a:cubicBezTo>
                <a:close/>
                <a:moveTo>
                  <a:pt x="9547" y="694"/>
                </a:moveTo>
                <a:cubicBezTo>
                  <a:pt x="9736" y="694"/>
                  <a:pt x="9893" y="851"/>
                  <a:pt x="9893" y="1040"/>
                </a:cubicBezTo>
                <a:lnTo>
                  <a:pt x="9893" y="4254"/>
                </a:lnTo>
                <a:lnTo>
                  <a:pt x="8129" y="4254"/>
                </a:lnTo>
                <a:cubicBezTo>
                  <a:pt x="7530" y="4254"/>
                  <a:pt x="7058" y="4726"/>
                  <a:pt x="7058" y="5293"/>
                </a:cubicBezTo>
                <a:lnTo>
                  <a:pt x="7058" y="6365"/>
                </a:lnTo>
                <a:lnTo>
                  <a:pt x="694" y="6365"/>
                </a:lnTo>
                <a:lnTo>
                  <a:pt x="694" y="1040"/>
                </a:lnTo>
                <a:cubicBezTo>
                  <a:pt x="725" y="851"/>
                  <a:pt x="883" y="694"/>
                  <a:pt x="1072" y="694"/>
                </a:cubicBezTo>
                <a:close/>
                <a:moveTo>
                  <a:pt x="7121" y="7026"/>
                </a:moveTo>
                <a:lnTo>
                  <a:pt x="7121" y="7751"/>
                </a:lnTo>
                <a:lnTo>
                  <a:pt x="1072" y="7751"/>
                </a:lnTo>
                <a:cubicBezTo>
                  <a:pt x="883" y="7751"/>
                  <a:pt x="725" y="7593"/>
                  <a:pt x="725" y="7404"/>
                </a:cubicBezTo>
                <a:lnTo>
                  <a:pt x="725" y="7026"/>
                </a:lnTo>
                <a:close/>
                <a:moveTo>
                  <a:pt x="5703" y="8444"/>
                </a:moveTo>
                <a:lnTo>
                  <a:pt x="5703" y="9168"/>
                </a:lnTo>
                <a:lnTo>
                  <a:pt x="4947" y="9168"/>
                </a:lnTo>
                <a:lnTo>
                  <a:pt x="4947" y="8444"/>
                </a:lnTo>
                <a:close/>
                <a:moveTo>
                  <a:pt x="7089" y="8444"/>
                </a:moveTo>
                <a:lnTo>
                  <a:pt x="7089" y="9168"/>
                </a:lnTo>
                <a:lnTo>
                  <a:pt x="6365" y="9168"/>
                </a:lnTo>
                <a:lnTo>
                  <a:pt x="6365" y="8444"/>
                </a:lnTo>
                <a:close/>
                <a:moveTo>
                  <a:pt x="11279" y="6333"/>
                </a:moveTo>
                <a:lnTo>
                  <a:pt x="11279" y="9830"/>
                </a:lnTo>
                <a:lnTo>
                  <a:pt x="7782" y="9830"/>
                </a:lnTo>
                <a:lnTo>
                  <a:pt x="7782" y="6333"/>
                </a:lnTo>
                <a:close/>
                <a:moveTo>
                  <a:pt x="11279" y="10523"/>
                </a:moveTo>
                <a:lnTo>
                  <a:pt x="11279" y="10901"/>
                </a:lnTo>
                <a:cubicBezTo>
                  <a:pt x="11279" y="11090"/>
                  <a:pt x="11122" y="11248"/>
                  <a:pt x="10933" y="11248"/>
                </a:cubicBezTo>
                <a:lnTo>
                  <a:pt x="8129" y="11248"/>
                </a:lnTo>
                <a:cubicBezTo>
                  <a:pt x="7940" y="11248"/>
                  <a:pt x="7782" y="11090"/>
                  <a:pt x="7782" y="10901"/>
                </a:cubicBezTo>
                <a:lnTo>
                  <a:pt x="7782" y="10523"/>
                </a:lnTo>
                <a:close/>
                <a:moveTo>
                  <a:pt x="1040" y="1"/>
                </a:moveTo>
                <a:cubicBezTo>
                  <a:pt x="442" y="1"/>
                  <a:pt x="1" y="473"/>
                  <a:pt x="1" y="1040"/>
                </a:cubicBezTo>
                <a:lnTo>
                  <a:pt x="1" y="7436"/>
                </a:lnTo>
                <a:cubicBezTo>
                  <a:pt x="1" y="8034"/>
                  <a:pt x="442" y="8507"/>
                  <a:pt x="1040" y="8507"/>
                </a:cubicBezTo>
                <a:lnTo>
                  <a:pt x="4191" y="8507"/>
                </a:lnTo>
                <a:lnTo>
                  <a:pt x="4191" y="9200"/>
                </a:lnTo>
                <a:lnTo>
                  <a:pt x="3151" y="9200"/>
                </a:lnTo>
                <a:cubicBezTo>
                  <a:pt x="2931" y="9200"/>
                  <a:pt x="2773" y="9357"/>
                  <a:pt x="2773" y="9546"/>
                </a:cubicBezTo>
                <a:cubicBezTo>
                  <a:pt x="2773" y="9767"/>
                  <a:pt x="2931" y="9925"/>
                  <a:pt x="3151" y="9925"/>
                </a:cubicBezTo>
                <a:lnTo>
                  <a:pt x="7026" y="9925"/>
                </a:lnTo>
                <a:lnTo>
                  <a:pt x="7026" y="10964"/>
                </a:lnTo>
                <a:cubicBezTo>
                  <a:pt x="7026" y="11563"/>
                  <a:pt x="7499" y="12035"/>
                  <a:pt x="8097" y="12035"/>
                </a:cubicBezTo>
                <a:lnTo>
                  <a:pt x="10901" y="12035"/>
                </a:lnTo>
                <a:cubicBezTo>
                  <a:pt x="11468" y="12035"/>
                  <a:pt x="11941" y="11563"/>
                  <a:pt x="11941" y="10964"/>
                </a:cubicBezTo>
                <a:lnTo>
                  <a:pt x="11941" y="5356"/>
                </a:lnTo>
                <a:cubicBezTo>
                  <a:pt x="12004" y="4726"/>
                  <a:pt x="11531" y="4254"/>
                  <a:pt x="10933" y="4254"/>
                </a:cubicBezTo>
                <a:lnTo>
                  <a:pt x="10586" y="4254"/>
                </a:lnTo>
                <a:lnTo>
                  <a:pt x="10586" y="1040"/>
                </a:lnTo>
                <a:cubicBezTo>
                  <a:pt x="10586" y="473"/>
                  <a:pt x="10114" y="1"/>
                  <a:pt x="951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131" name="Google Shape;3131;p47"/>
          <p:cNvGrpSpPr/>
          <p:nvPr/>
        </p:nvGrpSpPr>
        <p:grpSpPr>
          <a:xfrm>
            <a:off x="1152071" y="1560788"/>
            <a:ext cx="277502" cy="278242"/>
            <a:chOff x="-50154075" y="1948175"/>
            <a:chExt cx="300100" cy="300900"/>
          </a:xfrm>
        </p:grpSpPr>
        <p:sp>
          <p:nvSpPr>
            <p:cNvPr id="3132" name="Google Shape;3132;p47"/>
            <p:cNvSpPr/>
            <p:nvPr/>
          </p:nvSpPr>
          <p:spPr>
            <a:xfrm>
              <a:off x="-50154075" y="1948175"/>
              <a:ext cx="300100" cy="300900"/>
            </a:xfrm>
            <a:custGeom>
              <a:rect b="b" l="l" r="r" t="t"/>
              <a:pathLst>
                <a:path extrusionOk="0" h="12036" w="12004">
                  <a:moveTo>
                    <a:pt x="2805" y="694"/>
                  </a:moveTo>
                  <a:lnTo>
                    <a:pt x="2805" y="2805"/>
                  </a:lnTo>
                  <a:lnTo>
                    <a:pt x="662" y="2805"/>
                  </a:lnTo>
                  <a:lnTo>
                    <a:pt x="662" y="694"/>
                  </a:lnTo>
                  <a:close/>
                  <a:moveTo>
                    <a:pt x="2805" y="3466"/>
                  </a:moveTo>
                  <a:lnTo>
                    <a:pt x="2805" y="5609"/>
                  </a:lnTo>
                  <a:lnTo>
                    <a:pt x="662" y="5609"/>
                  </a:lnTo>
                  <a:lnTo>
                    <a:pt x="662" y="3466"/>
                  </a:lnTo>
                  <a:close/>
                  <a:moveTo>
                    <a:pt x="7908" y="2521"/>
                  </a:moveTo>
                  <a:lnTo>
                    <a:pt x="9421" y="4033"/>
                  </a:lnTo>
                  <a:lnTo>
                    <a:pt x="7782" y="5640"/>
                  </a:lnTo>
                  <a:lnTo>
                    <a:pt x="6302" y="4128"/>
                  </a:lnTo>
                  <a:lnTo>
                    <a:pt x="7908" y="2521"/>
                  </a:lnTo>
                  <a:close/>
                  <a:moveTo>
                    <a:pt x="5798" y="4663"/>
                  </a:moveTo>
                  <a:lnTo>
                    <a:pt x="7278" y="6144"/>
                  </a:lnTo>
                  <a:lnTo>
                    <a:pt x="5766" y="7688"/>
                  </a:lnTo>
                  <a:lnTo>
                    <a:pt x="4254" y="6207"/>
                  </a:lnTo>
                  <a:lnTo>
                    <a:pt x="5798" y="4663"/>
                  </a:lnTo>
                  <a:close/>
                  <a:moveTo>
                    <a:pt x="2805" y="6302"/>
                  </a:moveTo>
                  <a:lnTo>
                    <a:pt x="2805" y="8791"/>
                  </a:lnTo>
                  <a:cubicBezTo>
                    <a:pt x="2521" y="8570"/>
                    <a:pt x="2111" y="8444"/>
                    <a:pt x="1733" y="8444"/>
                  </a:cubicBezTo>
                  <a:cubicBezTo>
                    <a:pt x="1324" y="8444"/>
                    <a:pt x="977" y="8570"/>
                    <a:pt x="662" y="8791"/>
                  </a:cubicBezTo>
                  <a:lnTo>
                    <a:pt x="662" y="6302"/>
                  </a:lnTo>
                  <a:close/>
                  <a:moveTo>
                    <a:pt x="3750" y="6711"/>
                  </a:moveTo>
                  <a:lnTo>
                    <a:pt x="5230" y="8192"/>
                  </a:lnTo>
                  <a:lnTo>
                    <a:pt x="3498" y="9925"/>
                  </a:lnTo>
                  <a:lnTo>
                    <a:pt x="3498" y="6932"/>
                  </a:lnTo>
                  <a:lnTo>
                    <a:pt x="3750" y="6711"/>
                  </a:lnTo>
                  <a:close/>
                  <a:moveTo>
                    <a:pt x="1733" y="9137"/>
                  </a:moveTo>
                  <a:cubicBezTo>
                    <a:pt x="2332" y="9137"/>
                    <a:pt x="2805" y="9610"/>
                    <a:pt x="2805" y="10208"/>
                  </a:cubicBezTo>
                  <a:cubicBezTo>
                    <a:pt x="2805" y="10807"/>
                    <a:pt x="2332" y="11279"/>
                    <a:pt x="1733" y="11279"/>
                  </a:cubicBezTo>
                  <a:cubicBezTo>
                    <a:pt x="1135" y="11279"/>
                    <a:pt x="662" y="10807"/>
                    <a:pt x="662" y="10208"/>
                  </a:cubicBezTo>
                  <a:cubicBezTo>
                    <a:pt x="662" y="9610"/>
                    <a:pt x="1135" y="9137"/>
                    <a:pt x="1733" y="9137"/>
                  </a:cubicBezTo>
                  <a:close/>
                  <a:moveTo>
                    <a:pt x="5640" y="9137"/>
                  </a:moveTo>
                  <a:lnTo>
                    <a:pt x="5640" y="11279"/>
                  </a:lnTo>
                  <a:lnTo>
                    <a:pt x="3183" y="11279"/>
                  </a:lnTo>
                  <a:lnTo>
                    <a:pt x="5262" y="9137"/>
                  </a:lnTo>
                  <a:close/>
                  <a:moveTo>
                    <a:pt x="8412" y="9137"/>
                  </a:moveTo>
                  <a:lnTo>
                    <a:pt x="8412" y="11279"/>
                  </a:lnTo>
                  <a:lnTo>
                    <a:pt x="6333" y="11279"/>
                  </a:lnTo>
                  <a:lnTo>
                    <a:pt x="6333" y="9137"/>
                  </a:lnTo>
                  <a:close/>
                  <a:moveTo>
                    <a:pt x="11248" y="9137"/>
                  </a:moveTo>
                  <a:lnTo>
                    <a:pt x="11248" y="11279"/>
                  </a:lnTo>
                  <a:lnTo>
                    <a:pt x="9106" y="11279"/>
                  </a:lnTo>
                  <a:lnTo>
                    <a:pt x="9106" y="9137"/>
                  </a:lnTo>
                  <a:close/>
                  <a:moveTo>
                    <a:pt x="347" y="1"/>
                  </a:moveTo>
                  <a:cubicBezTo>
                    <a:pt x="158" y="1"/>
                    <a:pt x="1" y="158"/>
                    <a:pt x="1" y="379"/>
                  </a:cubicBezTo>
                  <a:lnTo>
                    <a:pt x="1" y="10240"/>
                  </a:lnTo>
                  <a:cubicBezTo>
                    <a:pt x="1" y="11248"/>
                    <a:pt x="788" y="12036"/>
                    <a:pt x="1765" y="12036"/>
                  </a:cubicBezTo>
                  <a:lnTo>
                    <a:pt x="11657" y="12036"/>
                  </a:lnTo>
                  <a:cubicBezTo>
                    <a:pt x="11846" y="12036"/>
                    <a:pt x="12004" y="11878"/>
                    <a:pt x="12004" y="11657"/>
                  </a:cubicBezTo>
                  <a:lnTo>
                    <a:pt x="12004" y="8791"/>
                  </a:lnTo>
                  <a:cubicBezTo>
                    <a:pt x="11973" y="8602"/>
                    <a:pt x="11815" y="8444"/>
                    <a:pt x="11626" y="8444"/>
                  </a:cubicBezTo>
                  <a:lnTo>
                    <a:pt x="5987" y="8444"/>
                  </a:lnTo>
                  <a:lnTo>
                    <a:pt x="10177" y="4254"/>
                  </a:lnTo>
                  <a:cubicBezTo>
                    <a:pt x="10240" y="4191"/>
                    <a:pt x="10271" y="4096"/>
                    <a:pt x="10271" y="4033"/>
                  </a:cubicBezTo>
                  <a:cubicBezTo>
                    <a:pt x="10271" y="3939"/>
                    <a:pt x="10240" y="3844"/>
                    <a:pt x="10177" y="3781"/>
                  </a:cubicBezTo>
                  <a:lnTo>
                    <a:pt x="8192" y="1828"/>
                  </a:lnTo>
                  <a:cubicBezTo>
                    <a:pt x="8129" y="1765"/>
                    <a:pt x="8042" y="1733"/>
                    <a:pt x="7952" y="1733"/>
                  </a:cubicBezTo>
                  <a:cubicBezTo>
                    <a:pt x="7861" y="1733"/>
                    <a:pt x="7767" y="1765"/>
                    <a:pt x="7688" y="1828"/>
                  </a:cubicBezTo>
                  <a:lnTo>
                    <a:pt x="3498" y="5987"/>
                  </a:lnTo>
                  <a:lnTo>
                    <a:pt x="3498" y="379"/>
                  </a:lnTo>
                  <a:cubicBezTo>
                    <a:pt x="3498" y="158"/>
                    <a:pt x="3340" y="1"/>
                    <a:pt x="315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3" name="Google Shape;3133;p47"/>
            <p:cNvSpPr/>
            <p:nvPr/>
          </p:nvSpPr>
          <p:spPr>
            <a:xfrm>
              <a:off x="-50119425" y="2194700"/>
              <a:ext cx="17350" cy="17350"/>
            </a:xfrm>
            <a:custGeom>
              <a:rect b="b" l="l" r="r" t="t"/>
              <a:pathLst>
                <a:path extrusionOk="0" h="694" w="694">
                  <a:moveTo>
                    <a:pt x="347" y="1"/>
                  </a:moveTo>
                  <a:cubicBezTo>
                    <a:pt x="158" y="1"/>
                    <a:pt x="1" y="158"/>
                    <a:pt x="1" y="347"/>
                  </a:cubicBezTo>
                  <a:cubicBezTo>
                    <a:pt x="1" y="536"/>
                    <a:pt x="158" y="694"/>
                    <a:pt x="347" y="694"/>
                  </a:cubicBezTo>
                  <a:cubicBezTo>
                    <a:pt x="536" y="694"/>
                    <a:pt x="694" y="536"/>
                    <a:pt x="694" y="347"/>
                  </a:cubicBezTo>
                  <a:cubicBezTo>
                    <a:pt x="694"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34" name="Google Shape;3134;p47"/>
          <p:cNvGrpSpPr/>
          <p:nvPr/>
        </p:nvGrpSpPr>
        <p:grpSpPr>
          <a:xfrm>
            <a:off x="1152071" y="1997111"/>
            <a:ext cx="277502" cy="277526"/>
            <a:chOff x="-50154850" y="2316775"/>
            <a:chExt cx="300100" cy="300125"/>
          </a:xfrm>
        </p:grpSpPr>
        <p:sp>
          <p:nvSpPr>
            <p:cNvPr id="3135" name="Google Shape;3135;p47"/>
            <p:cNvSpPr/>
            <p:nvPr/>
          </p:nvSpPr>
          <p:spPr>
            <a:xfrm>
              <a:off x="-50154850" y="2316775"/>
              <a:ext cx="300100" cy="300125"/>
            </a:xfrm>
            <a:custGeom>
              <a:rect b="b" l="l" r="r" t="t"/>
              <a:pathLst>
                <a:path extrusionOk="0" h="12005" w="12004">
                  <a:moveTo>
                    <a:pt x="1418" y="694"/>
                  </a:moveTo>
                  <a:lnTo>
                    <a:pt x="1418" y="1419"/>
                  </a:lnTo>
                  <a:lnTo>
                    <a:pt x="693" y="1419"/>
                  </a:lnTo>
                  <a:lnTo>
                    <a:pt x="693" y="694"/>
                  </a:lnTo>
                  <a:close/>
                  <a:moveTo>
                    <a:pt x="11279" y="694"/>
                  </a:moveTo>
                  <a:lnTo>
                    <a:pt x="11279" y="1419"/>
                  </a:lnTo>
                  <a:lnTo>
                    <a:pt x="10586" y="1419"/>
                  </a:lnTo>
                  <a:lnTo>
                    <a:pt x="10586" y="694"/>
                  </a:lnTo>
                  <a:close/>
                  <a:moveTo>
                    <a:pt x="9893" y="1419"/>
                  </a:moveTo>
                  <a:lnTo>
                    <a:pt x="9893" y="1765"/>
                  </a:lnTo>
                  <a:cubicBezTo>
                    <a:pt x="9893" y="1954"/>
                    <a:pt x="10019" y="2112"/>
                    <a:pt x="10239" y="2112"/>
                  </a:cubicBezTo>
                  <a:lnTo>
                    <a:pt x="10586" y="2112"/>
                  </a:lnTo>
                  <a:lnTo>
                    <a:pt x="10586" y="9893"/>
                  </a:lnTo>
                  <a:lnTo>
                    <a:pt x="10239" y="9893"/>
                  </a:lnTo>
                  <a:cubicBezTo>
                    <a:pt x="10019" y="9893"/>
                    <a:pt x="9893" y="10051"/>
                    <a:pt x="9893" y="10240"/>
                  </a:cubicBezTo>
                  <a:lnTo>
                    <a:pt x="9893" y="10587"/>
                  </a:lnTo>
                  <a:lnTo>
                    <a:pt x="2111" y="10587"/>
                  </a:lnTo>
                  <a:lnTo>
                    <a:pt x="2111" y="10240"/>
                  </a:lnTo>
                  <a:cubicBezTo>
                    <a:pt x="2111" y="10051"/>
                    <a:pt x="1953" y="9893"/>
                    <a:pt x="1764" y="9893"/>
                  </a:cubicBezTo>
                  <a:lnTo>
                    <a:pt x="1418" y="9893"/>
                  </a:lnTo>
                  <a:lnTo>
                    <a:pt x="1418" y="2112"/>
                  </a:lnTo>
                  <a:lnTo>
                    <a:pt x="1764" y="2112"/>
                  </a:lnTo>
                  <a:cubicBezTo>
                    <a:pt x="1953" y="2112"/>
                    <a:pt x="2111" y="1954"/>
                    <a:pt x="2111" y="1765"/>
                  </a:cubicBezTo>
                  <a:lnTo>
                    <a:pt x="2111" y="1419"/>
                  </a:lnTo>
                  <a:close/>
                  <a:moveTo>
                    <a:pt x="1418" y="10555"/>
                  </a:moveTo>
                  <a:lnTo>
                    <a:pt x="1418" y="11248"/>
                  </a:lnTo>
                  <a:lnTo>
                    <a:pt x="693" y="11248"/>
                  </a:lnTo>
                  <a:lnTo>
                    <a:pt x="693" y="10555"/>
                  </a:lnTo>
                  <a:close/>
                  <a:moveTo>
                    <a:pt x="11279" y="10555"/>
                  </a:moveTo>
                  <a:lnTo>
                    <a:pt x="11279" y="11248"/>
                  </a:lnTo>
                  <a:lnTo>
                    <a:pt x="10586" y="11248"/>
                  </a:lnTo>
                  <a:lnTo>
                    <a:pt x="10586" y="10555"/>
                  </a:lnTo>
                  <a:close/>
                  <a:moveTo>
                    <a:pt x="347" y="1"/>
                  </a:moveTo>
                  <a:cubicBezTo>
                    <a:pt x="158" y="1"/>
                    <a:pt x="0" y="158"/>
                    <a:pt x="0" y="348"/>
                  </a:cubicBezTo>
                  <a:lnTo>
                    <a:pt x="0" y="1765"/>
                  </a:lnTo>
                  <a:cubicBezTo>
                    <a:pt x="0" y="1954"/>
                    <a:pt x="158" y="2112"/>
                    <a:pt x="347" y="2112"/>
                  </a:cubicBezTo>
                  <a:lnTo>
                    <a:pt x="693" y="2112"/>
                  </a:lnTo>
                  <a:lnTo>
                    <a:pt x="693" y="9893"/>
                  </a:lnTo>
                  <a:lnTo>
                    <a:pt x="347" y="9893"/>
                  </a:lnTo>
                  <a:cubicBezTo>
                    <a:pt x="158" y="9893"/>
                    <a:pt x="0" y="10051"/>
                    <a:pt x="0" y="10240"/>
                  </a:cubicBezTo>
                  <a:lnTo>
                    <a:pt x="0" y="11658"/>
                  </a:lnTo>
                  <a:cubicBezTo>
                    <a:pt x="0" y="11847"/>
                    <a:pt x="158" y="12004"/>
                    <a:pt x="347" y="12004"/>
                  </a:cubicBezTo>
                  <a:lnTo>
                    <a:pt x="1764" y="12004"/>
                  </a:lnTo>
                  <a:cubicBezTo>
                    <a:pt x="1953" y="12004"/>
                    <a:pt x="2111" y="11847"/>
                    <a:pt x="2111" y="11658"/>
                  </a:cubicBezTo>
                  <a:lnTo>
                    <a:pt x="2111" y="11311"/>
                  </a:lnTo>
                  <a:lnTo>
                    <a:pt x="9893" y="11311"/>
                  </a:lnTo>
                  <a:lnTo>
                    <a:pt x="9893" y="11658"/>
                  </a:lnTo>
                  <a:cubicBezTo>
                    <a:pt x="9893" y="11847"/>
                    <a:pt x="10019" y="12004"/>
                    <a:pt x="10239" y="12004"/>
                  </a:cubicBezTo>
                  <a:lnTo>
                    <a:pt x="11657" y="12004"/>
                  </a:lnTo>
                  <a:cubicBezTo>
                    <a:pt x="11846" y="12004"/>
                    <a:pt x="12004" y="11847"/>
                    <a:pt x="12004" y="11658"/>
                  </a:cubicBezTo>
                  <a:lnTo>
                    <a:pt x="12004" y="10240"/>
                  </a:lnTo>
                  <a:cubicBezTo>
                    <a:pt x="12004" y="10051"/>
                    <a:pt x="11846" y="9893"/>
                    <a:pt x="11657" y="9893"/>
                  </a:cubicBezTo>
                  <a:lnTo>
                    <a:pt x="11310" y="9893"/>
                  </a:lnTo>
                  <a:lnTo>
                    <a:pt x="11310" y="2112"/>
                  </a:lnTo>
                  <a:lnTo>
                    <a:pt x="11657" y="2112"/>
                  </a:lnTo>
                  <a:lnTo>
                    <a:pt x="11657" y="2080"/>
                  </a:lnTo>
                  <a:cubicBezTo>
                    <a:pt x="11846" y="2080"/>
                    <a:pt x="12004" y="1923"/>
                    <a:pt x="12004" y="1734"/>
                  </a:cubicBezTo>
                  <a:lnTo>
                    <a:pt x="12004" y="348"/>
                  </a:lnTo>
                  <a:cubicBezTo>
                    <a:pt x="12004" y="158"/>
                    <a:pt x="11846" y="1"/>
                    <a:pt x="11657" y="1"/>
                  </a:cubicBezTo>
                  <a:lnTo>
                    <a:pt x="10239" y="1"/>
                  </a:lnTo>
                  <a:cubicBezTo>
                    <a:pt x="10019" y="1"/>
                    <a:pt x="9893" y="158"/>
                    <a:pt x="9893" y="348"/>
                  </a:cubicBezTo>
                  <a:lnTo>
                    <a:pt x="9893" y="694"/>
                  </a:lnTo>
                  <a:lnTo>
                    <a:pt x="2111" y="694"/>
                  </a:lnTo>
                  <a:lnTo>
                    <a:pt x="2111" y="348"/>
                  </a:lnTo>
                  <a:cubicBezTo>
                    <a:pt x="2111" y="158"/>
                    <a:pt x="1953" y="1"/>
                    <a:pt x="176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6" name="Google Shape;3136;p47"/>
            <p:cNvSpPr/>
            <p:nvPr/>
          </p:nvSpPr>
          <p:spPr>
            <a:xfrm>
              <a:off x="-50083975" y="2368775"/>
              <a:ext cx="158325" cy="193775"/>
            </a:xfrm>
            <a:custGeom>
              <a:rect b="b" l="l" r="r" t="t"/>
              <a:pathLst>
                <a:path extrusionOk="0" h="7751" w="6333">
                  <a:moveTo>
                    <a:pt x="5577" y="693"/>
                  </a:moveTo>
                  <a:lnTo>
                    <a:pt x="5577" y="1567"/>
                  </a:lnTo>
                  <a:lnTo>
                    <a:pt x="5577" y="1567"/>
                  </a:lnTo>
                  <a:cubicBezTo>
                    <a:pt x="5492" y="1468"/>
                    <a:pt x="5402" y="1418"/>
                    <a:pt x="5262" y="1418"/>
                  </a:cubicBezTo>
                  <a:lnTo>
                    <a:pt x="3844" y="1418"/>
                  </a:lnTo>
                  <a:cubicBezTo>
                    <a:pt x="3655" y="1418"/>
                    <a:pt x="3498" y="1576"/>
                    <a:pt x="3498" y="1765"/>
                  </a:cubicBezTo>
                  <a:lnTo>
                    <a:pt x="3498" y="6742"/>
                  </a:lnTo>
                  <a:cubicBezTo>
                    <a:pt x="3498" y="6900"/>
                    <a:pt x="3624" y="6963"/>
                    <a:pt x="3687" y="7089"/>
                  </a:cubicBezTo>
                  <a:lnTo>
                    <a:pt x="2584" y="7089"/>
                  </a:lnTo>
                  <a:cubicBezTo>
                    <a:pt x="2710" y="6963"/>
                    <a:pt x="2773" y="6900"/>
                    <a:pt x="2773" y="6742"/>
                  </a:cubicBezTo>
                  <a:lnTo>
                    <a:pt x="2773" y="1765"/>
                  </a:lnTo>
                  <a:cubicBezTo>
                    <a:pt x="2773" y="1576"/>
                    <a:pt x="2647" y="1418"/>
                    <a:pt x="2426" y="1418"/>
                  </a:cubicBezTo>
                  <a:lnTo>
                    <a:pt x="1009" y="1418"/>
                  </a:lnTo>
                  <a:cubicBezTo>
                    <a:pt x="851" y="1418"/>
                    <a:pt x="788" y="1544"/>
                    <a:pt x="662" y="1607"/>
                  </a:cubicBezTo>
                  <a:lnTo>
                    <a:pt x="662" y="693"/>
                  </a:lnTo>
                  <a:close/>
                  <a:moveTo>
                    <a:pt x="347" y="0"/>
                  </a:moveTo>
                  <a:cubicBezTo>
                    <a:pt x="158" y="0"/>
                    <a:pt x="1" y="158"/>
                    <a:pt x="1" y="347"/>
                  </a:cubicBezTo>
                  <a:lnTo>
                    <a:pt x="1" y="2489"/>
                  </a:lnTo>
                  <a:cubicBezTo>
                    <a:pt x="1" y="2696"/>
                    <a:pt x="163" y="2835"/>
                    <a:pt x="328" y="2835"/>
                  </a:cubicBezTo>
                  <a:cubicBezTo>
                    <a:pt x="415" y="2835"/>
                    <a:pt x="503" y="2796"/>
                    <a:pt x="568" y="2710"/>
                  </a:cubicBezTo>
                  <a:lnTo>
                    <a:pt x="1166" y="2143"/>
                  </a:lnTo>
                  <a:lnTo>
                    <a:pt x="2080" y="2143"/>
                  </a:lnTo>
                  <a:lnTo>
                    <a:pt x="2080" y="6585"/>
                  </a:lnTo>
                  <a:lnTo>
                    <a:pt x="1481" y="7183"/>
                  </a:lnTo>
                  <a:cubicBezTo>
                    <a:pt x="1261" y="7404"/>
                    <a:pt x="1418" y="7750"/>
                    <a:pt x="1733" y="7750"/>
                  </a:cubicBezTo>
                  <a:lnTo>
                    <a:pt x="4537" y="7750"/>
                  </a:lnTo>
                  <a:cubicBezTo>
                    <a:pt x="4852" y="7750"/>
                    <a:pt x="5010" y="7372"/>
                    <a:pt x="4758" y="7183"/>
                  </a:cubicBezTo>
                  <a:lnTo>
                    <a:pt x="4159" y="6585"/>
                  </a:lnTo>
                  <a:lnTo>
                    <a:pt x="4159" y="2143"/>
                  </a:lnTo>
                  <a:lnTo>
                    <a:pt x="5073" y="2143"/>
                  </a:lnTo>
                  <a:lnTo>
                    <a:pt x="5671" y="2710"/>
                  </a:lnTo>
                  <a:cubicBezTo>
                    <a:pt x="5747" y="2796"/>
                    <a:pt x="5842" y="2835"/>
                    <a:pt x="5933" y="2835"/>
                  </a:cubicBezTo>
                  <a:cubicBezTo>
                    <a:pt x="6107" y="2835"/>
                    <a:pt x="6270" y="2696"/>
                    <a:pt x="6270" y="2489"/>
                  </a:cubicBezTo>
                  <a:lnTo>
                    <a:pt x="6270" y="347"/>
                  </a:lnTo>
                  <a:cubicBezTo>
                    <a:pt x="6333" y="158"/>
                    <a:pt x="6176" y="0"/>
                    <a:pt x="598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37" name="Google Shape;3137;p47"/>
          <p:cNvGrpSpPr/>
          <p:nvPr/>
        </p:nvGrpSpPr>
        <p:grpSpPr>
          <a:xfrm>
            <a:off x="1148800" y="2435328"/>
            <a:ext cx="284045" cy="276231"/>
            <a:chOff x="-50158000" y="2685000"/>
            <a:chExt cx="307175" cy="298725"/>
          </a:xfrm>
        </p:grpSpPr>
        <p:sp>
          <p:nvSpPr>
            <p:cNvPr id="3138" name="Google Shape;3138;p47"/>
            <p:cNvSpPr/>
            <p:nvPr/>
          </p:nvSpPr>
          <p:spPr>
            <a:xfrm>
              <a:off x="-50158000" y="2685000"/>
              <a:ext cx="307175" cy="298725"/>
            </a:xfrm>
            <a:custGeom>
              <a:rect b="b" l="l" r="r" t="t"/>
              <a:pathLst>
                <a:path extrusionOk="0" h="11949" w="12287">
                  <a:moveTo>
                    <a:pt x="8054" y="717"/>
                  </a:moveTo>
                  <a:cubicBezTo>
                    <a:pt x="8325" y="717"/>
                    <a:pt x="8601" y="820"/>
                    <a:pt x="8821" y="1024"/>
                  </a:cubicBezTo>
                  <a:lnTo>
                    <a:pt x="11090" y="3293"/>
                  </a:lnTo>
                  <a:cubicBezTo>
                    <a:pt x="11531" y="3702"/>
                    <a:pt x="11531" y="4364"/>
                    <a:pt x="11090" y="4805"/>
                  </a:cubicBezTo>
                  <a:lnTo>
                    <a:pt x="10302" y="5593"/>
                  </a:lnTo>
                  <a:lnTo>
                    <a:pt x="6522" y="1812"/>
                  </a:lnTo>
                  <a:lnTo>
                    <a:pt x="7309" y="1024"/>
                  </a:lnTo>
                  <a:cubicBezTo>
                    <a:pt x="7514" y="820"/>
                    <a:pt x="7782" y="717"/>
                    <a:pt x="8054" y="717"/>
                  </a:cubicBezTo>
                  <a:close/>
                  <a:moveTo>
                    <a:pt x="6018" y="2285"/>
                  </a:moveTo>
                  <a:lnTo>
                    <a:pt x="9798" y="6065"/>
                  </a:lnTo>
                  <a:lnTo>
                    <a:pt x="6144" y="9720"/>
                  </a:lnTo>
                  <a:lnTo>
                    <a:pt x="2363" y="5939"/>
                  </a:lnTo>
                  <a:lnTo>
                    <a:pt x="6018" y="2285"/>
                  </a:lnTo>
                  <a:close/>
                  <a:moveTo>
                    <a:pt x="1890" y="6443"/>
                  </a:moveTo>
                  <a:lnTo>
                    <a:pt x="5671" y="10224"/>
                  </a:lnTo>
                  <a:lnTo>
                    <a:pt x="4915" y="10980"/>
                  </a:lnTo>
                  <a:cubicBezTo>
                    <a:pt x="4726" y="11185"/>
                    <a:pt x="4458" y="11287"/>
                    <a:pt x="4186" y="11287"/>
                  </a:cubicBezTo>
                  <a:cubicBezTo>
                    <a:pt x="3915" y="11287"/>
                    <a:pt x="3639" y="11185"/>
                    <a:pt x="3434" y="10980"/>
                  </a:cubicBezTo>
                  <a:lnTo>
                    <a:pt x="1134" y="8712"/>
                  </a:lnTo>
                  <a:cubicBezTo>
                    <a:pt x="756" y="8302"/>
                    <a:pt x="756" y="7640"/>
                    <a:pt x="1134" y="7199"/>
                  </a:cubicBezTo>
                  <a:lnTo>
                    <a:pt x="1890" y="6443"/>
                  </a:lnTo>
                  <a:close/>
                  <a:moveTo>
                    <a:pt x="8093" y="0"/>
                  </a:moveTo>
                  <a:cubicBezTo>
                    <a:pt x="7640" y="0"/>
                    <a:pt x="7183" y="174"/>
                    <a:pt x="6837" y="520"/>
                  </a:cubicBezTo>
                  <a:lnTo>
                    <a:pt x="662" y="6695"/>
                  </a:lnTo>
                  <a:cubicBezTo>
                    <a:pt x="0" y="7357"/>
                    <a:pt x="0" y="8491"/>
                    <a:pt x="662" y="9184"/>
                  </a:cubicBezTo>
                  <a:lnTo>
                    <a:pt x="2962" y="11452"/>
                  </a:lnTo>
                  <a:cubicBezTo>
                    <a:pt x="3292" y="11783"/>
                    <a:pt x="3741" y="11949"/>
                    <a:pt x="4190" y="11949"/>
                  </a:cubicBezTo>
                  <a:cubicBezTo>
                    <a:pt x="4639" y="11949"/>
                    <a:pt x="5088" y="11783"/>
                    <a:pt x="5419" y="11452"/>
                  </a:cubicBezTo>
                  <a:lnTo>
                    <a:pt x="11625" y="5278"/>
                  </a:lnTo>
                  <a:cubicBezTo>
                    <a:pt x="12287" y="4616"/>
                    <a:pt x="12287" y="3513"/>
                    <a:pt x="11625" y="2789"/>
                  </a:cubicBezTo>
                  <a:lnTo>
                    <a:pt x="9326" y="520"/>
                  </a:lnTo>
                  <a:cubicBezTo>
                    <a:pt x="8995" y="174"/>
                    <a:pt x="8546" y="0"/>
                    <a:pt x="809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9" name="Google Shape;3139;p47"/>
            <p:cNvSpPr/>
            <p:nvPr/>
          </p:nvSpPr>
          <p:spPr>
            <a:xfrm>
              <a:off x="-50058775" y="2838200"/>
              <a:ext cx="51225" cy="49625"/>
            </a:xfrm>
            <a:custGeom>
              <a:rect b="b" l="l" r="r" t="t"/>
              <a:pathLst>
                <a:path extrusionOk="0" h="1985" w="2049">
                  <a:moveTo>
                    <a:pt x="391" y="0"/>
                  </a:moveTo>
                  <a:cubicBezTo>
                    <a:pt x="300" y="0"/>
                    <a:pt x="206" y="32"/>
                    <a:pt x="127" y="95"/>
                  </a:cubicBezTo>
                  <a:cubicBezTo>
                    <a:pt x="1" y="221"/>
                    <a:pt x="1" y="441"/>
                    <a:pt x="127" y="599"/>
                  </a:cubicBezTo>
                  <a:lnTo>
                    <a:pt x="1418" y="1890"/>
                  </a:lnTo>
                  <a:cubicBezTo>
                    <a:pt x="1481" y="1953"/>
                    <a:pt x="1568" y="1985"/>
                    <a:pt x="1659" y="1985"/>
                  </a:cubicBezTo>
                  <a:cubicBezTo>
                    <a:pt x="1749" y="1985"/>
                    <a:pt x="1844" y="1953"/>
                    <a:pt x="1923" y="1890"/>
                  </a:cubicBezTo>
                  <a:cubicBezTo>
                    <a:pt x="2049" y="1733"/>
                    <a:pt x="2049" y="1512"/>
                    <a:pt x="1923" y="1386"/>
                  </a:cubicBezTo>
                  <a:lnTo>
                    <a:pt x="631" y="95"/>
                  </a:lnTo>
                  <a:cubicBezTo>
                    <a:pt x="568" y="32"/>
                    <a:pt x="481" y="0"/>
                    <a:pt x="39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40" name="Google Shape;3140;p47"/>
          <p:cNvGrpSpPr/>
          <p:nvPr/>
        </p:nvGrpSpPr>
        <p:grpSpPr>
          <a:xfrm>
            <a:off x="2904191" y="1996036"/>
            <a:ext cx="278242" cy="279676"/>
            <a:chOff x="-48634750" y="2342000"/>
            <a:chExt cx="300900" cy="302450"/>
          </a:xfrm>
        </p:grpSpPr>
        <p:sp>
          <p:nvSpPr>
            <p:cNvPr id="3141" name="Google Shape;3141;p47"/>
            <p:cNvSpPr/>
            <p:nvPr/>
          </p:nvSpPr>
          <p:spPr>
            <a:xfrm>
              <a:off x="-48545750" y="2342000"/>
              <a:ext cx="211900" cy="300875"/>
            </a:xfrm>
            <a:custGeom>
              <a:rect b="b" l="l" r="r" t="t"/>
              <a:pathLst>
                <a:path extrusionOk="0" h="12035" w="8476">
                  <a:moveTo>
                    <a:pt x="6711" y="725"/>
                  </a:moveTo>
                  <a:cubicBezTo>
                    <a:pt x="7310" y="725"/>
                    <a:pt x="7782" y="1197"/>
                    <a:pt x="7782" y="1764"/>
                  </a:cubicBezTo>
                  <a:lnTo>
                    <a:pt x="7782" y="10239"/>
                  </a:lnTo>
                  <a:cubicBezTo>
                    <a:pt x="7782" y="10838"/>
                    <a:pt x="7310" y="11310"/>
                    <a:pt x="6711" y="11310"/>
                  </a:cubicBezTo>
                  <a:lnTo>
                    <a:pt x="1797" y="11310"/>
                  </a:lnTo>
                  <a:cubicBezTo>
                    <a:pt x="1198" y="11310"/>
                    <a:pt x="725" y="10838"/>
                    <a:pt x="725" y="10239"/>
                  </a:cubicBezTo>
                  <a:lnTo>
                    <a:pt x="725" y="1764"/>
                  </a:lnTo>
                  <a:cubicBezTo>
                    <a:pt x="725" y="1197"/>
                    <a:pt x="1198" y="725"/>
                    <a:pt x="1797" y="725"/>
                  </a:cubicBezTo>
                  <a:close/>
                  <a:moveTo>
                    <a:pt x="1797" y="0"/>
                  </a:moveTo>
                  <a:cubicBezTo>
                    <a:pt x="788" y="0"/>
                    <a:pt x="1" y="788"/>
                    <a:pt x="1" y="1764"/>
                  </a:cubicBezTo>
                  <a:lnTo>
                    <a:pt x="1" y="10239"/>
                  </a:lnTo>
                  <a:cubicBezTo>
                    <a:pt x="1" y="11247"/>
                    <a:pt x="788" y="12035"/>
                    <a:pt x="1797" y="12035"/>
                  </a:cubicBezTo>
                  <a:lnTo>
                    <a:pt x="6711" y="12035"/>
                  </a:lnTo>
                  <a:cubicBezTo>
                    <a:pt x="7688" y="12035"/>
                    <a:pt x="8476" y="11247"/>
                    <a:pt x="8476" y="10239"/>
                  </a:cubicBezTo>
                  <a:lnTo>
                    <a:pt x="8476" y="1764"/>
                  </a:lnTo>
                  <a:cubicBezTo>
                    <a:pt x="8476" y="788"/>
                    <a:pt x="7688" y="0"/>
                    <a:pt x="671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2" name="Google Shape;3142;p47"/>
            <p:cNvSpPr/>
            <p:nvPr/>
          </p:nvSpPr>
          <p:spPr>
            <a:xfrm>
              <a:off x="-48509525" y="2395550"/>
              <a:ext cx="52800" cy="52800"/>
            </a:xfrm>
            <a:custGeom>
              <a:rect b="b" l="l" r="r" t="t"/>
              <a:pathLst>
                <a:path extrusionOk="0" h="2112" w="2112">
                  <a:moveTo>
                    <a:pt x="1041" y="694"/>
                  </a:moveTo>
                  <a:cubicBezTo>
                    <a:pt x="1230" y="694"/>
                    <a:pt x="1387" y="851"/>
                    <a:pt x="1387" y="1040"/>
                  </a:cubicBezTo>
                  <a:cubicBezTo>
                    <a:pt x="1387" y="1261"/>
                    <a:pt x="1230" y="1418"/>
                    <a:pt x="1041" y="1418"/>
                  </a:cubicBezTo>
                  <a:cubicBezTo>
                    <a:pt x="852" y="1418"/>
                    <a:pt x="694" y="1261"/>
                    <a:pt x="694" y="1040"/>
                  </a:cubicBezTo>
                  <a:cubicBezTo>
                    <a:pt x="694" y="851"/>
                    <a:pt x="852" y="694"/>
                    <a:pt x="1041" y="694"/>
                  </a:cubicBezTo>
                  <a:close/>
                  <a:moveTo>
                    <a:pt x="1041" y="0"/>
                  </a:moveTo>
                  <a:cubicBezTo>
                    <a:pt x="442" y="0"/>
                    <a:pt x="1" y="473"/>
                    <a:pt x="1" y="1040"/>
                  </a:cubicBezTo>
                  <a:cubicBezTo>
                    <a:pt x="1" y="1639"/>
                    <a:pt x="442" y="2111"/>
                    <a:pt x="1041" y="2111"/>
                  </a:cubicBezTo>
                  <a:cubicBezTo>
                    <a:pt x="1639" y="2111"/>
                    <a:pt x="2112" y="1639"/>
                    <a:pt x="2112" y="1040"/>
                  </a:cubicBezTo>
                  <a:cubicBezTo>
                    <a:pt x="2112" y="473"/>
                    <a:pt x="1639" y="0"/>
                    <a:pt x="104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3" name="Google Shape;3143;p47"/>
            <p:cNvSpPr/>
            <p:nvPr/>
          </p:nvSpPr>
          <p:spPr>
            <a:xfrm>
              <a:off x="-48509525" y="2466425"/>
              <a:ext cx="52800" cy="52800"/>
            </a:xfrm>
            <a:custGeom>
              <a:rect b="b" l="l" r="r" t="t"/>
              <a:pathLst>
                <a:path extrusionOk="0" h="2112" w="2112">
                  <a:moveTo>
                    <a:pt x="1041" y="694"/>
                  </a:moveTo>
                  <a:cubicBezTo>
                    <a:pt x="1230" y="694"/>
                    <a:pt x="1387" y="851"/>
                    <a:pt x="1387" y="1072"/>
                  </a:cubicBezTo>
                  <a:cubicBezTo>
                    <a:pt x="1387" y="1261"/>
                    <a:pt x="1230" y="1419"/>
                    <a:pt x="1041" y="1419"/>
                  </a:cubicBezTo>
                  <a:cubicBezTo>
                    <a:pt x="852" y="1419"/>
                    <a:pt x="694" y="1261"/>
                    <a:pt x="694" y="1072"/>
                  </a:cubicBezTo>
                  <a:cubicBezTo>
                    <a:pt x="694" y="851"/>
                    <a:pt x="852" y="694"/>
                    <a:pt x="1041" y="694"/>
                  </a:cubicBezTo>
                  <a:close/>
                  <a:moveTo>
                    <a:pt x="1041" y="1"/>
                  </a:moveTo>
                  <a:cubicBezTo>
                    <a:pt x="442" y="1"/>
                    <a:pt x="1" y="473"/>
                    <a:pt x="1" y="1072"/>
                  </a:cubicBezTo>
                  <a:cubicBezTo>
                    <a:pt x="1" y="1639"/>
                    <a:pt x="442" y="2112"/>
                    <a:pt x="1041" y="2112"/>
                  </a:cubicBezTo>
                  <a:cubicBezTo>
                    <a:pt x="1639" y="2112"/>
                    <a:pt x="2112" y="1639"/>
                    <a:pt x="2112" y="1072"/>
                  </a:cubicBezTo>
                  <a:cubicBezTo>
                    <a:pt x="2112" y="473"/>
                    <a:pt x="1639" y="1"/>
                    <a:pt x="104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4" name="Google Shape;3144;p47"/>
            <p:cNvSpPr/>
            <p:nvPr/>
          </p:nvSpPr>
          <p:spPr>
            <a:xfrm>
              <a:off x="-48509525" y="2537325"/>
              <a:ext cx="52800" cy="52800"/>
            </a:xfrm>
            <a:custGeom>
              <a:rect b="b" l="l" r="r" t="t"/>
              <a:pathLst>
                <a:path extrusionOk="0" h="2112" w="2112">
                  <a:moveTo>
                    <a:pt x="1041" y="693"/>
                  </a:moveTo>
                  <a:cubicBezTo>
                    <a:pt x="1230" y="693"/>
                    <a:pt x="1387" y="851"/>
                    <a:pt x="1387" y="1071"/>
                  </a:cubicBezTo>
                  <a:cubicBezTo>
                    <a:pt x="1387" y="1260"/>
                    <a:pt x="1230" y="1418"/>
                    <a:pt x="1041" y="1418"/>
                  </a:cubicBezTo>
                  <a:cubicBezTo>
                    <a:pt x="852" y="1418"/>
                    <a:pt x="694" y="1260"/>
                    <a:pt x="694" y="1071"/>
                  </a:cubicBezTo>
                  <a:cubicBezTo>
                    <a:pt x="694" y="851"/>
                    <a:pt x="852" y="693"/>
                    <a:pt x="1041" y="693"/>
                  </a:cubicBezTo>
                  <a:close/>
                  <a:moveTo>
                    <a:pt x="1041" y="0"/>
                  </a:moveTo>
                  <a:cubicBezTo>
                    <a:pt x="442" y="0"/>
                    <a:pt x="1" y="473"/>
                    <a:pt x="1" y="1071"/>
                  </a:cubicBezTo>
                  <a:cubicBezTo>
                    <a:pt x="1" y="1639"/>
                    <a:pt x="442" y="2111"/>
                    <a:pt x="1041" y="2111"/>
                  </a:cubicBezTo>
                  <a:cubicBezTo>
                    <a:pt x="1639" y="2111"/>
                    <a:pt x="2112" y="1639"/>
                    <a:pt x="2112" y="1071"/>
                  </a:cubicBezTo>
                  <a:cubicBezTo>
                    <a:pt x="2112" y="473"/>
                    <a:pt x="1639" y="0"/>
                    <a:pt x="104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5" name="Google Shape;3145;p47"/>
            <p:cNvSpPr/>
            <p:nvPr/>
          </p:nvSpPr>
          <p:spPr>
            <a:xfrm>
              <a:off x="-48421300" y="2395550"/>
              <a:ext cx="52800" cy="52800"/>
            </a:xfrm>
            <a:custGeom>
              <a:rect b="b" l="l" r="r" t="t"/>
              <a:pathLst>
                <a:path extrusionOk="0" h="2112" w="2112">
                  <a:moveTo>
                    <a:pt x="1072" y="694"/>
                  </a:moveTo>
                  <a:cubicBezTo>
                    <a:pt x="1261" y="694"/>
                    <a:pt x="1418" y="851"/>
                    <a:pt x="1418" y="1040"/>
                  </a:cubicBezTo>
                  <a:cubicBezTo>
                    <a:pt x="1387" y="1261"/>
                    <a:pt x="1229" y="1418"/>
                    <a:pt x="1072" y="1418"/>
                  </a:cubicBezTo>
                  <a:cubicBezTo>
                    <a:pt x="851" y="1418"/>
                    <a:pt x="725" y="1261"/>
                    <a:pt x="725" y="1040"/>
                  </a:cubicBezTo>
                  <a:cubicBezTo>
                    <a:pt x="725" y="851"/>
                    <a:pt x="851" y="694"/>
                    <a:pt x="1072" y="694"/>
                  </a:cubicBezTo>
                  <a:close/>
                  <a:moveTo>
                    <a:pt x="1072" y="0"/>
                  </a:moveTo>
                  <a:cubicBezTo>
                    <a:pt x="473" y="0"/>
                    <a:pt x="1" y="473"/>
                    <a:pt x="1" y="1040"/>
                  </a:cubicBezTo>
                  <a:cubicBezTo>
                    <a:pt x="1" y="1639"/>
                    <a:pt x="473" y="2111"/>
                    <a:pt x="1072" y="2111"/>
                  </a:cubicBezTo>
                  <a:cubicBezTo>
                    <a:pt x="1639" y="2111"/>
                    <a:pt x="2111" y="1639"/>
                    <a:pt x="2111" y="1040"/>
                  </a:cubicBezTo>
                  <a:cubicBezTo>
                    <a:pt x="2080" y="473"/>
                    <a:pt x="1607" y="0"/>
                    <a:pt x="10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6" name="Google Shape;3146;p47"/>
            <p:cNvSpPr/>
            <p:nvPr/>
          </p:nvSpPr>
          <p:spPr>
            <a:xfrm>
              <a:off x="-48421300" y="2466425"/>
              <a:ext cx="52800" cy="52800"/>
            </a:xfrm>
            <a:custGeom>
              <a:rect b="b" l="l" r="r" t="t"/>
              <a:pathLst>
                <a:path extrusionOk="0" h="2112" w="2112">
                  <a:moveTo>
                    <a:pt x="1072" y="694"/>
                  </a:moveTo>
                  <a:cubicBezTo>
                    <a:pt x="1261" y="694"/>
                    <a:pt x="1418" y="851"/>
                    <a:pt x="1418" y="1072"/>
                  </a:cubicBezTo>
                  <a:cubicBezTo>
                    <a:pt x="1387" y="1261"/>
                    <a:pt x="1229" y="1419"/>
                    <a:pt x="1072" y="1419"/>
                  </a:cubicBezTo>
                  <a:cubicBezTo>
                    <a:pt x="851" y="1419"/>
                    <a:pt x="725" y="1261"/>
                    <a:pt x="725" y="1072"/>
                  </a:cubicBezTo>
                  <a:cubicBezTo>
                    <a:pt x="725" y="851"/>
                    <a:pt x="851" y="694"/>
                    <a:pt x="1072" y="694"/>
                  </a:cubicBezTo>
                  <a:close/>
                  <a:moveTo>
                    <a:pt x="1072" y="1"/>
                  </a:moveTo>
                  <a:cubicBezTo>
                    <a:pt x="473" y="1"/>
                    <a:pt x="1" y="473"/>
                    <a:pt x="1" y="1072"/>
                  </a:cubicBezTo>
                  <a:cubicBezTo>
                    <a:pt x="1" y="1639"/>
                    <a:pt x="473" y="2112"/>
                    <a:pt x="1072" y="2112"/>
                  </a:cubicBezTo>
                  <a:cubicBezTo>
                    <a:pt x="1639" y="2112"/>
                    <a:pt x="2111" y="1639"/>
                    <a:pt x="2111" y="1072"/>
                  </a:cubicBezTo>
                  <a:cubicBezTo>
                    <a:pt x="2080" y="473"/>
                    <a:pt x="1607" y="1"/>
                    <a:pt x="107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7" name="Google Shape;3147;p47"/>
            <p:cNvSpPr/>
            <p:nvPr/>
          </p:nvSpPr>
          <p:spPr>
            <a:xfrm>
              <a:off x="-48421300" y="2537325"/>
              <a:ext cx="52800" cy="52800"/>
            </a:xfrm>
            <a:custGeom>
              <a:rect b="b" l="l" r="r" t="t"/>
              <a:pathLst>
                <a:path extrusionOk="0" h="2112" w="2112">
                  <a:moveTo>
                    <a:pt x="1072" y="693"/>
                  </a:moveTo>
                  <a:cubicBezTo>
                    <a:pt x="1261" y="693"/>
                    <a:pt x="1418" y="851"/>
                    <a:pt x="1418" y="1071"/>
                  </a:cubicBezTo>
                  <a:cubicBezTo>
                    <a:pt x="1418" y="1260"/>
                    <a:pt x="1229" y="1418"/>
                    <a:pt x="1072" y="1418"/>
                  </a:cubicBezTo>
                  <a:cubicBezTo>
                    <a:pt x="851" y="1418"/>
                    <a:pt x="725" y="1260"/>
                    <a:pt x="725" y="1071"/>
                  </a:cubicBezTo>
                  <a:cubicBezTo>
                    <a:pt x="725" y="851"/>
                    <a:pt x="851" y="693"/>
                    <a:pt x="1072" y="693"/>
                  </a:cubicBezTo>
                  <a:close/>
                  <a:moveTo>
                    <a:pt x="1072" y="0"/>
                  </a:moveTo>
                  <a:cubicBezTo>
                    <a:pt x="473" y="0"/>
                    <a:pt x="1" y="473"/>
                    <a:pt x="1" y="1071"/>
                  </a:cubicBezTo>
                  <a:cubicBezTo>
                    <a:pt x="1" y="1639"/>
                    <a:pt x="473" y="2111"/>
                    <a:pt x="1072" y="2111"/>
                  </a:cubicBezTo>
                  <a:cubicBezTo>
                    <a:pt x="1639" y="2111"/>
                    <a:pt x="2111" y="1639"/>
                    <a:pt x="2111" y="1071"/>
                  </a:cubicBezTo>
                  <a:cubicBezTo>
                    <a:pt x="2080" y="473"/>
                    <a:pt x="1607" y="0"/>
                    <a:pt x="10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8" name="Google Shape;3148;p47"/>
            <p:cNvSpPr/>
            <p:nvPr/>
          </p:nvSpPr>
          <p:spPr>
            <a:xfrm>
              <a:off x="-48634750" y="2342775"/>
              <a:ext cx="71700" cy="301675"/>
            </a:xfrm>
            <a:custGeom>
              <a:rect b="b" l="l" r="r" t="t"/>
              <a:pathLst>
                <a:path extrusionOk="0" h="12067" w="2868">
                  <a:moveTo>
                    <a:pt x="1891" y="725"/>
                  </a:moveTo>
                  <a:lnTo>
                    <a:pt x="1891" y="725"/>
                  </a:lnTo>
                  <a:cubicBezTo>
                    <a:pt x="1828" y="851"/>
                    <a:pt x="1796" y="946"/>
                    <a:pt x="1796" y="1072"/>
                  </a:cubicBezTo>
                  <a:cubicBezTo>
                    <a:pt x="1765" y="1450"/>
                    <a:pt x="1859" y="1796"/>
                    <a:pt x="2112" y="2143"/>
                  </a:cubicBezTo>
                  <a:cubicBezTo>
                    <a:pt x="2175" y="2174"/>
                    <a:pt x="2206" y="2269"/>
                    <a:pt x="2175" y="2332"/>
                  </a:cubicBezTo>
                  <a:cubicBezTo>
                    <a:pt x="2049" y="2616"/>
                    <a:pt x="1796" y="2805"/>
                    <a:pt x="1481" y="2805"/>
                  </a:cubicBezTo>
                  <a:cubicBezTo>
                    <a:pt x="1103" y="2805"/>
                    <a:pt x="788" y="2489"/>
                    <a:pt x="788" y="2111"/>
                  </a:cubicBezTo>
                  <a:cubicBezTo>
                    <a:pt x="725" y="1702"/>
                    <a:pt x="883" y="1355"/>
                    <a:pt x="1166" y="1135"/>
                  </a:cubicBezTo>
                  <a:cubicBezTo>
                    <a:pt x="1418" y="883"/>
                    <a:pt x="1607" y="788"/>
                    <a:pt x="1891" y="725"/>
                  </a:cubicBezTo>
                  <a:close/>
                  <a:moveTo>
                    <a:pt x="1481" y="3529"/>
                  </a:moveTo>
                  <a:cubicBezTo>
                    <a:pt x="1733" y="3750"/>
                    <a:pt x="1891" y="4600"/>
                    <a:pt x="1954" y="4947"/>
                  </a:cubicBezTo>
                  <a:lnTo>
                    <a:pt x="977" y="4947"/>
                  </a:lnTo>
                  <a:cubicBezTo>
                    <a:pt x="1040" y="4600"/>
                    <a:pt x="1198" y="3750"/>
                    <a:pt x="1481" y="3529"/>
                  </a:cubicBezTo>
                  <a:close/>
                  <a:moveTo>
                    <a:pt x="2049" y="5608"/>
                  </a:moveTo>
                  <a:cubicBezTo>
                    <a:pt x="2112" y="6176"/>
                    <a:pt x="2112" y="6743"/>
                    <a:pt x="2112" y="7373"/>
                  </a:cubicBezTo>
                  <a:cubicBezTo>
                    <a:pt x="2143" y="9421"/>
                    <a:pt x="1796" y="10933"/>
                    <a:pt x="1450" y="11279"/>
                  </a:cubicBezTo>
                  <a:cubicBezTo>
                    <a:pt x="1387" y="11216"/>
                    <a:pt x="1166" y="10964"/>
                    <a:pt x="1009" y="10145"/>
                  </a:cubicBezTo>
                  <a:cubicBezTo>
                    <a:pt x="851" y="9389"/>
                    <a:pt x="725" y="8412"/>
                    <a:pt x="725" y="7373"/>
                  </a:cubicBezTo>
                  <a:cubicBezTo>
                    <a:pt x="725" y="6743"/>
                    <a:pt x="788" y="6176"/>
                    <a:pt x="820" y="5608"/>
                  </a:cubicBezTo>
                  <a:close/>
                  <a:moveTo>
                    <a:pt x="2458" y="1"/>
                  </a:moveTo>
                  <a:cubicBezTo>
                    <a:pt x="1765" y="1"/>
                    <a:pt x="1198" y="64"/>
                    <a:pt x="631" y="631"/>
                  </a:cubicBezTo>
                  <a:cubicBezTo>
                    <a:pt x="221" y="1040"/>
                    <a:pt x="1" y="1576"/>
                    <a:pt x="1" y="2143"/>
                  </a:cubicBezTo>
                  <a:cubicBezTo>
                    <a:pt x="1" y="2647"/>
                    <a:pt x="253" y="3120"/>
                    <a:pt x="694" y="3372"/>
                  </a:cubicBezTo>
                  <a:cubicBezTo>
                    <a:pt x="158" y="4317"/>
                    <a:pt x="1" y="6333"/>
                    <a:pt x="1" y="7467"/>
                  </a:cubicBezTo>
                  <a:cubicBezTo>
                    <a:pt x="1" y="8570"/>
                    <a:pt x="95" y="10586"/>
                    <a:pt x="694" y="11563"/>
                  </a:cubicBezTo>
                  <a:cubicBezTo>
                    <a:pt x="883" y="11909"/>
                    <a:pt x="1135" y="12067"/>
                    <a:pt x="1418" y="12067"/>
                  </a:cubicBezTo>
                  <a:cubicBezTo>
                    <a:pt x="1670" y="12067"/>
                    <a:pt x="1923" y="11909"/>
                    <a:pt x="2112" y="11563"/>
                  </a:cubicBezTo>
                  <a:cubicBezTo>
                    <a:pt x="2679" y="10618"/>
                    <a:pt x="2836" y="8601"/>
                    <a:pt x="2836" y="7467"/>
                  </a:cubicBezTo>
                  <a:cubicBezTo>
                    <a:pt x="2868" y="6270"/>
                    <a:pt x="2742" y="4285"/>
                    <a:pt x="2143" y="3309"/>
                  </a:cubicBezTo>
                  <a:cubicBezTo>
                    <a:pt x="2427" y="3151"/>
                    <a:pt x="2679" y="2899"/>
                    <a:pt x="2742" y="2584"/>
                  </a:cubicBezTo>
                  <a:cubicBezTo>
                    <a:pt x="2868" y="2269"/>
                    <a:pt x="2773" y="1954"/>
                    <a:pt x="2584" y="1702"/>
                  </a:cubicBezTo>
                  <a:cubicBezTo>
                    <a:pt x="2395" y="1481"/>
                    <a:pt x="2269" y="1166"/>
                    <a:pt x="2742" y="568"/>
                  </a:cubicBezTo>
                  <a:cubicBezTo>
                    <a:pt x="2836" y="442"/>
                    <a:pt x="2868" y="347"/>
                    <a:pt x="2773" y="221"/>
                  </a:cubicBezTo>
                  <a:cubicBezTo>
                    <a:pt x="2742" y="95"/>
                    <a:pt x="2584" y="1"/>
                    <a:pt x="245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49" name="Google Shape;3149;p47"/>
          <p:cNvGrpSpPr/>
          <p:nvPr/>
        </p:nvGrpSpPr>
        <p:grpSpPr>
          <a:xfrm>
            <a:off x="3340358" y="1561146"/>
            <a:ext cx="279676" cy="277526"/>
            <a:chOff x="-48266125" y="1973375"/>
            <a:chExt cx="302450" cy="300125"/>
          </a:xfrm>
        </p:grpSpPr>
        <p:sp>
          <p:nvSpPr>
            <p:cNvPr id="3150" name="Google Shape;3150;p47"/>
            <p:cNvSpPr/>
            <p:nvPr/>
          </p:nvSpPr>
          <p:spPr>
            <a:xfrm>
              <a:off x="-48212575" y="2045050"/>
              <a:ext cx="122900" cy="123700"/>
            </a:xfrm>
            <a:custGeom>
              <a:rect b="b" l="l" r="r" t="t"/>
              <a:pathLst>
                <a:path extrusionOk="0" h="4948" w="4916">
                  <a:moveTo>
                    <a:pt x="1765" y="662"/>
                  </a:moveTo>
                  <a:cubicBezTo>
                    <a:pt x="2237" y="662"/>
                    <a:pt x="2647" y="946"/>
                    <a:pt x="2741" y="1387"/>
                  </a:cubicBezTo>
                  <a:lnTo>
                    <a:pt x="1765" y="1387"/>
                  </a:lnTo>
                  <a:cubicBezTo>
                    <a:pt x="1576" y="1387"/>
                    <a:pt x="1418" y="1545"/>
                    <a:pt x="1418" y="1734"/>
                  </a:cubicBezTo>
                  <a:lnTo>
                    <a:pt x="1418" y="2710"/>
                  </a:lnTo>
                  <a:cubicBezTo>
                    <a:pt x="1009" y="2584"/>
                    <a:pt x="725" y="2206"/>
                    <a:pt x="725" y="1734"/>
                  </a:cubicBezTo>
                  <a:cubicBezTo>
                    <a:pt x="725" y="1135"/>
                    <a:pt x="1166" y="662"/>
                    <a:pt x="1765" y="662"/>
                  </a:cubicBezTo>
                  <a:close/>
                  <a:moveTo>
                    <a:pt x="2741" y="2080"/>
                  </a:moveTo>
                  <a:cubicBezTo>
                    <a:pt x="2647" y="2395"/>
                    <a:pt x="2395" y="2616"/>
                    <a:pt x="2111" y="2710"/>
                  </a:cubicBezTo>
                  <a:lnTo>
                    <a:pt x="2111" y="2080"/>
                  </a:lnTo>
                  <a:close/>
                  <a:moveTo>
                    <a:pt x="4254" y="2080"/>
                  </a:moveTo>
                  <a:lnTo>
                    <a:pt x="4254" y="4191"/>
                  </a:lnTo>
                  <a:lnTo>
                    <a:pt x="2143" y="4191"/>
                  </a:lnTo>
                  <a:lnTo>
                    <a:pt x="2143" y="3466"/>
                  </a:lnTo>
                  <a:cubicBezTo>
                    <a:pt x="2804" y="3309"/>
                    <a:pt x="3340" y="2805"/>
                    <a:pt x="3497" y="2080"/>
                  </a:cubicBezTo>
                  <a:close/>
                  <a:moveTo>
                    <a:pt x="1765" y="1"/>
                  </a:moveTo>
                  <a:cubicBezTo>
                    <a:pt x="788" y="1"/>
                    <a:pt x="0" y="788"/>
                    <a:pt x="0" y="1765"/>
                  </a:cubicBezTo>
                  <a:cubicBezTo>
                    <a:pt x="0" y="2616"/>
                    <a:pt x="599" y="3340"/>
                    <a:pt x="1418" y="3498"/>
                  </a:cubicBezTo>
                  <a:lnTo>
                    <a:pt x="1418" y="4601"/>
                  </a:lnTo>
                  <a:cubicBezTo>
                    <a:pt x="1418" y="4790"/>
                    <a:pt x="1576" y="4947"/>
                    <a:pt x="1765" y="4947"/>
                  </a:cubicBezTo>
                  <a:lnTo>
                    <a:pt x="4569" y="4947"/>
                  </a:lnTo>
                  <a:cubicBezTo>
                    <a:pt x="4758" y="4947"/>
                    <a:pt x="4915" y="4790"/>
                    <a:pt x="4915" y="4601"/>
                  </a:cubicBezTo>
                  <a:lnTo>
                    <a:pt x="4915" y="1797"/>
                  </a:lnTo>
                  <a:cubicBezTo>
                    <a:pt x="4915" y="1576"/>
                    <a:pt x="4758" y="1419"/>
                    <a:pt x="4600" y="1419"/>
                  </a:cubicBezTo>
                  <a:lnTo>
                    <a:pt x="3497" y="1419"/>
                  </a:lnTo>
                  <a:cubicBezTo>
                    <a:pt x="3340" y="631"/>
                    <a:pt x="2647" y="1"/>
                    <a:pt x="176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1" name="Google Shape;3151;p47"/>
            <p:cNvSpPr/>
            <p:nvPr/>
          </p:nvSpPr>
          <p:spPr>
            <a:xfrm>
              <a:off x="-48266125" y="1973375"/>
              <a:ext cx="230000" cy="300125"/>
            </a:xfrm>
            <a:custGeom>
              <a:rect b="b" l="l" r="r" t="t"/>
              <a:pathLst>
                <a:path extrusionOk="0" h="12005" w="9200">
                  <a:moveTo>
                    <a:pt x="7057" y="1198"/>
                  </a:moveTo>
                  <a:lnTo>
                    <a:pt x="7971" y="2112"/>
                  </a:lnTo>
                  <a:lnTo>
                    <a:pt x="7057" y="2112"/>
                  </a:lnTo>
                  <a:lnTo>
                    <a:pt x="7057" y="1198"/>
                  </a:lnTo>
                  <a:close/>
                  <a:moveTo>
                    <a:pt x="6396" y="694"/>
                  </a:moveTo>
                  <a:lnTo>
                    <a:pt x="6396" y="2458"/>
                  </a:lnTo>
                  <a:cubicBezTo>
                    <a:pt x="6396" y="2679"/>
                    <a:pt x="6553" y="2836"/>
                    <a:pt x="6742" y="2836"/>
                  </a:cubicBezTo>
                  <a:lnTo>
                    <a:pt x="8506" y="2836"/>
                  </a:lnTo>
                  <a:lnTo>
                    <a:pt x="8506" y="11280"/>
                  </a:lnTo>
                  <a:lnTo>
                    <a:pt x="756" y="11280"/>
                  </a:lnTo>
                  <a:lnTo>
                    <a:pt x="756" y="694"/>
                  </a:lnTo>
                  <a:close/>
                  <a:moveTo>
                    <a:pt x="378" y="1"/>
                  </a:moveTo>
                  <a:cubicBezTo>
                    <a:pt x="158" y="1"/>
                    <a:pt x="0" y="158"/>
                    <a:pt x="0" y="347"/>
                  </a:cubicBezTo>
                  <a:lnTo>
                    <a:pt x="0" y="11658"/>
                  </a:lnTo>
                  <a:cubicBezTo>
                    <a:pt x="0" y="11847"/>
                    <a:pt x="158" y="12004"/>
                    <a:pt x="378" y="12004"/>
                  </a:cubicBezTo>
                  <a:lnTo>
                    <a:pt x="8790" y="12004"/>
                  </a:lnTo>
                  <a:cubicBezTo>
                    <a:pt x="8979" y="12004"/>
                    <a:pt x="9136" y="11847"/>
                    <a:pt x="9136" y="11658"/>
                  </a:cubicBezTo>
                  <a:lnTo>
                    <a:pt x="9136" y="2458"/>
                  </a:lnTo>
                  <a:cubicBezTo>
                    <a:pt x="9199" y="2395"/>
                    <a:pt x="9168" y="2301"/>
                    <a:pt x="9073" y="2238"/>
                  </a:cubicBezTo>
                  <a:lnTo>
                    <a:pt x="6931" y="95"/>
                  </a:lnTo>
                  <a:cubicBezTo>
                    <a:pt x="6868" y="32"/>
                    <a:pt x="6805" y="1"/>
                    <a:pt x="671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2" name="Google Shape;3152;p47"/>
            <p:cNvSpPr/>
            <p:nvPr/>
          </p:nvSpPr>
          <p:spPr>
            <a:xfrm>
              <a:off x="-48018025" y="1991500"/>
              <a:ext cx="54350" cy="282000"/>
            </a:xfrm>
            <a:custGeom>
              <a:rect b="b" l="l" r="r" t="t"/>
              <a:pathLst>
                <a:path extrusionOk="0" h="11280" w="2174">
                  <a:moveTo>
                    <a:pt x="1071" y="1481"/>
                  </a:moveTo>
                  <a:lnTo>
                    <a:pt x="1260" y="2111"/>
                  </a:lnTo>
                  <a:lnTo>
                    <a:pt x="851" y="2111"/>
                  </a:lnTo>
                  <a:lnTo>
                    <a:pt x="1071" y="1481"/>
                  </a:lnTo>
                  <a:close/>
                  <a:moveTo>
                    <a:pt x="1418" y="2836"/>
                  </a:moveTo>
                  <a:lnTo>
                    <a:pt x="1418" y="7247"/>
                  </a:lnTo>
                  <a:lnTo>
                    <a:pt x="725" y="7247"/>
                  </a:lnTo>
                  <a:lnTo>
                    <a:pt x="725" y="2836"/>
                  </a:lnTo>
                  <a:close/>
                  <a:moveTo>
                    <a:pt x="1418" y="7971"/>
                  </a:moveTo>
                  <a:lnTo>
                    <a:pt x="1418" y="8664"/>
                  </a:lnTo>
                  <a:lnTo>
                    <a:pt x="725" y="8664"/>
                  </a:lnTo>
                  <a:lnTo>
                    <a:pt x="725" y="7971"/>
                  </a:lnTo>
                  <a:close/>
                  <a:moveTo>
                    <a:pt x="1449" y="9357"/>
                  </a:moveTo>
                  <a:lnTo>
                    <a:pt x="1449" y="10208"/>
                  </a:lnTo>
                  <a:cubicBezTo>
                    <a:pt x="1418" y="10397"/>
                    <a:pt x="1260" y="10555"/>
                    <a:pt x="1071" y="10555"/>
                  </a:cubicBezTo>
                  <a:cubicBezTo>
                    <a:pt x="882" y="10555"/>
                    <a:pt x="725" y="10397"/>
                    <a:pt x="725" y="10208"/>
                  </a:cubicBezTo>
                  <a:lnTo>
                    <a:pt x="725" y="9357"/>
                  </a:lnTo>
                  <a:close/>
                  <a:moveTo>
                    <a:pt x="1071" y="0"/>
                  </a:moveTo>
                  <a:cubicBezTo>
                    <a:pt x="945" y="0"/>
                    <a:pt x="788" y="95"/>
                    <a:pt x="756" y="253"/>
                  </a:cubicBezTo>
                  <a:cubicBezTo>
                    <a:pt x="0" y="2489"/>
                    <a:pt x="63" y="2363"/>
                    <a:pt x="63" y="2458"/>
                  </a:cubicBezTo>
                  <a:lnTo>
                    <a:pt x="63" y="10208"/>
                  </a:lnTo>
                  <a:cubicBezTo>
                    <a:pt x="63" y="10807"/>
                    <a:pt x="536" y="11279"/>
                    <a:pt x="1103" y="11279"/>
                  </a:cubicBezTo>
                  <a:cubicBezTo>
                    <a:pt x="1701" y="11279"/>
                    <a:pt x="2174" y="10807"/>
                    <a:pt x="2174" y="10208"/>
                  </a:cubicBezTo>
                  <a:lnTo>
                    <a:pt x="2111" y="2458"/>
                  </a:lnTo>
                  <a:lnTo>
                    <a:pt x="2111" y="2458"/>
                  </a:lnTo>
                  <a:cubicBezTo>
                    <a:pt x="2121" y="2468"/>
                    <a:pt x="2128" y="2472"/>
                    <a:pt x="2132" y="2472"/>
                  </a:cubicBezTo>
                  <a:cubicBezTo>
                    <a:pt x="2139" y="2472"/>
                    <a:pt x="2132" y="2458"/>
                    <a:pt x="2111" y="2458"/>
                  </a:cubicBezTo>
                  <a:lnTo>
                    <a:pt x="2111" y="2458"/>
                  </a:lnTo>
                  <a:lnTo>
                    <a:pt x="2111" y="2458"/>
                  </a:lnTo>
                  <a:cubicBezTo>
                    <a:pt x="2111" y="2363"/>
                    <a:pt x="2142" y="2584"/>
                    <a:pt x="1386" y="253"/>
                  </a:cubicBezTo>
                  <a:cubicBezTo>
                    <a:pt x="1355" y="95"/>
                    <a:pt x="1197" y="0"/>
                    <a:pt x="107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3" name="Google Shape;3153;p47"/>
            <p:cNvSpPr/>
            <p:nvPr/>
          </p:nvSpPr>
          <p:spPr>
            <a:xfrm>
              <a:off x="-48211800" y="2221475"/>
              <a:ext cx="122900" cy="17350"/>
            </a:xfrm>
            <a:custGeom>
              <a:rect b="b" l="l" r="r" t="t"/>
              <a:pathLst>
                <a:path extrusionOk="0" h="694" w="4916">
                  <a:moveTo>
                    <a:pt x="347" y="1"/>
                  </a:moveTo>
                  <a:cubicBezTo>
                    <a:pt x="158" y="1"/>
                    <a:pt x="1" y="158"/>
                    <a:pt x="1" y="347"/>
                  </a:cubicBezTo>
                  <a:cubicBezTo>
                    <a:pt x="1" y="536"/>
                    <a:pt x="158" y="694"/>
                    <a:pt x="347" y="694"/>
                  </a:cubicBezTo>
                  <a:lnTo>
                    <a:pt x="4569" y="694"/>
                  </a:lnTo>
                  <a:cubicBezTo>
                    <a:pt x="4758" y="694"/>
                    <a:pt x="4916" y="536"/>
                    <a:pt x="4916" y="347"/>
                  </a:cubicBezTo>
                  <a:cubicBezTo>
                    <a:pt x="4884" y="158"/>
                    <a:pt x="4727" y="1"/>
                    <a:pt x="456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4" name="Google Shape;3154;p47"/>
            <p:cNvSpPr/>
            <p:nvPr/>
          </p:nvSpPr>
          <p:spPr>
            <a:xfrm>
              <a:off x="-48211800" y="2185250"/>
              <a:ext cx="87450" cy="18150"/>
            </a:xfrm>
            <a:custGeom>
              <a:rect b="b" l="l" r="r" t="t"/>
              <a:pathLst>
                <a:path extrusionOk="0" h="726" w="3498">
                  <a:moveTo>
                    <a:pt x="347" y="1"/>
                  </a:moveTo>
                  <a:cubicBezTo>
                    <a:pt x="158" y="1"/>
                    <a:pt x="1" y="158"/>
                    <a:pt x="1" y="379"/>
                  </a:cubicBezTo>
                  <a:cubicBezTo>
                    <a:pt x="1" y="568"/>
                    <a:pt x="158" y="725"/>
                    <a:pt x="347" y="725"/>
                  </a:cubicBezTo>
                  <a:lnTo>
                    <a:pt x="3151" y="725"/>
                  </a:lnTo>
                  <a:cubicBezTo>
                    <a:pt x="3372" y="725"/>
                    <a:pt x="3498" y="568"/>
                    <a:pt x="3498" y="379"/>
                  </a:cubicBezTo>
                  <a:cubicBezTo>
                    <a:pt x="3498" y="158"/>
                    <a:pt x="3372" y="1"/>
                    <a:pt x="315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5" name="Google Shape;3155;p47"/>
            <p:cNvSpPr/>
            <p:nvPr/>
          </p:nvSpPr>
          <p:spPr>
            <a:xfrm>
              <a:off x="-48106250" y="2185250"/>
              <a:ext cx="17350" cy="18150"/>
            </a:xfrm>
            <a:custGeom>
              <a:rect b="b" l="l" r="r" t="t"/>
              <a:pathLst>
                <a:path extrusionOk="0" h="726" w="694">
                  <a:moveTo>
                    <a:pt x="347" y="1"/>
                  </a:moveTo>
                  <a:cubicBezTo>
                    <a:pt x="158" y="1"/>
                    <a:pt x="1" y="190"/>
                    <a:pt x="1" y="379"/>
                  </a:cubicBezTo>
                  <a:cubicBezTo>
                    <a:pt x="1" y="568"/>
                    <a:pt x="158" y="725"/>
                    <a:pt x="347" y="725"/>
                  </a:cubicBezTo>
                  <a:cubicBezTo>
                    <a:pt x="536" y="725"/>
                    <a:pt x="694" y="568"/>
                    <a:pt x="694" y="379"/>
                  </a:cubicBezTo>
                  <a:cubicBezTo>
                    <a:pt x="694" y="190"/>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56" name="Google Shape;3156;p47"/>
          <p:cNvGrpSpPr/>
          <p:nvPr/>
        </p:nvGrpSpPr>
        <p:grpSpPr>
          <a:xfrm>
            <a:off x="3361465" y="1997065"/>
            <a:ext cx="237463" cy="277618"/>
            <a:chOff x="-48237000" y="2342650"/>
            <a:chExt cx="256800" cy="300225"/>
          </a:xfrm>
        </p:grpSpPr>
        <p:sp>
          <p:nvSpPr>
            <p:cNvPr id="3157" name="Google Shape;3157;p47"/>
            <p:cNvSpPr/>
            <p:nvPr/>
          </p:nvSpPr>
          <p:spPr>
            <a:xfrm>
              <a:off x="-48237000" y="2342650"/>
              <a:ext cx="256800" cy="300225"/>
            </a:xfrm>
            <a:custGeom>
              <a:rect b="b" l="l" r="r" t="t"/>
              <a:pathLst>
                <a:path extrusionOk="0" h="12009" w="10272">
                  <a:moveTo>
                    <a:pt x="4507" y="679"/>
                  </a:moveTo>
                  <a:cubicBezTo>
                    <a:pt x="4774" y="679"/>
                    <a:pt x="5048" y="706"/>
                    <a:pt x="5325" y="762"/>
                  </a:cubicBezTo>
                  <a:cubicBezTo>
                    <a:pt x="6774" y="1077"/>
                    <a:pt x="7940" y="2274"/>
                    <a:pt x="8255" y="3723"/>
                  </a:cubicBezTo>
                  <a:cubicBezTo>
                    <a:pt x="8381" y="4227"/>
                    <a:pt x="8381" y="4763"/>
                    <a:pt x="8318" y="5267"/>
                  </a:cubicBezTo>
                  <a:cubicBezTo>
                    <a:pt x="8318" y="5330"/>
                    <a:pt x="8318" y="5424"/>
                    <a:pt x="8350" y="5487"/>
                  </a:cubicBezTo>
                  <a:lnTo>
                    <a:pt x="9263" y="7220"/>
                  </a:lnTo>
                  <a:cubicBezTo>
                    <a:pt x="9389" y="7441"/>
                    <a:pt x="9232" y="7756"/>
                    <a:pt x="8980" y="7756"/>
                  </a:cubicBezTo>
                  <a:lnTo>
                    <a:pt x="8034" y="7756"/>
                  </a:lnTo>
                  <a:cubicBezTo>
                    <a:pt x="7845" y="7756"/>
                    <a:pt x="7688" y="7913"/>
                    <a:pt x="7688" y="8102"/>
                  </a:cubicBezTo>
                  <a:lnTo>
                    <a:pt x="7688" y="9867"/>
                  </a:lnTo>
                  <a:lnTo>
                    <a:pt x="5892" y="9867"/>
                  </a:lnTo>
                  <a:cubicBezTo>
                    <a:pt x="5703" y="9867"/>
                    <a:pt x="5546" y="10024"/>
                    <a:pt x="5546" y="10213"/>
                  </a:cubicBezTo>
                  <a:lnTo>
                    <a:pt x="5546" y="11284"/>
                  </a:lnTo>
                  <a:lnTo>
                    <a:pt x="2049" y="11284"/>
                  </a:lnTo>
                  <a:lnTo>
                    <a:pt x="2049" y="7693"/>
                  </a:lnTo>
                  <a:cubicBezTo>
                    <a:pt x="2049" y="7598"/>
                    <a:pt x="2017" y="7504"/>
                    <a:pt x="1923" y="7441"/>
                  </a:cubicBezTo>
                  <a:cubicBezTo>
                    <a:pt x="1103" y="6685"/>
                    <a:pt x="631" y="5645"/>
                    <a:pt x="631" y="4542"/>
                  </a:cubicBezTo>
                  <a:cubicBezTo>
                    <a:pt x="631" y="2387"/>
                    <a:pt x="2372" y="679"/>
                    <a:pt x="4507" y="679"/>
                  </a:cubicBezTo>
                  <a:close/>
                  <a:moveTo>
                    <a:pt x="4570" y="0"/>
                  </a:moveTo>
                  <a:cubicBezTo>
                    <a:pt x="2059" y="0"/>
                    <a:pt x="1" y="1999"/>
                    <a:pt x="1" y="4542"/>
                  </a:cubicBezTo>
                  <a:cubicBezTo>
                    <a:pt x="1" y="5802"/>
                    <a:pt x="505" y="7000"/>
                    <a:pt x="1418" y="7850"/>
                  </a:cubicBezTo>
                  <a:lnTo>
                    <a:pt x="1418" y="11631"/>
                  </a:lnTo>
                  <a:cubicBezTo>
                    <a:pt x="1418" y="11851"/>
                    <a:pt x="1576" y="12009"/>
                    <a:pt x="1765" y="12009"/>
                  </a:cubicBezTo>
                  <a:lnTo>
                    <a:pt x="5987" y="12009"/>
                  </a:lnTo>
                  <a:cubicBezTo>
                    <a:pt x="6176" y="12009"/>
                    <a:pt x="6333" y="11851"/>
                    <a:pt x="6333" y="11631"/>
                  </a:cubicBezTo>
                  <a:lnTo>
                    <a:pt x="6333" y="10591"/>
                  </a:lnTo>
                  <a:lnTo>
                    <a:pt x="8097" y="10591"/>
                  </a:lnTo>
                  <a:cubicBezTo>
                    <a:pt x="8287" y="10591"/>
                    <a:pt x="8444" y="10434"/>
                    <a:pt x="8444" y="10213"/>
                  </a:cubicBezTo>
                  <a:lnTo>
                    <a:pt x="8444" y="8449"/>
                  </a:lnTo>
                  <a:lnTo>
                    <a:pt x="9043" y="8449"/>
                  </a:lnTo>
                  <a:cubicBezTo>
                    <a:pt x="9799" y="8417"/>
                    <a:pt x="10271" y="7598"/>
                    <a:pt x="9925" y="6874"/>
                  </a:cubicBezTo>
                  <a:lnTo>
                    <a:pt x="9043" y="5267"/>
                  </a:lnTo>
                  <a:cubicBezTo>
                    <a:pt x="9137" y="4700"/>
                    <a:pt x="9137" y="4164"/>
                    <a:pt x="9011" y="3597"/>
                  </a:cubicBezTo>
                  <a:cubicBezTo>
                    <a:pt x="8665" y="1864"/>
                    <a:pt x="7247" y="510"/>
                    <a:pt x="5546" y="100"/>
                  </a:cubicBezTo>
                  <a:cubicBezTo>
                    <a:pt x="5215" y="33"/>
                    <a:pt x="4889" y="0"/>
                    <a:pt x="457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8" name="Google Shape;3158;p47"/>
            <p:cNvSpPr/>
            <p:nvPr/>
          </p:nvSpPr>
          <p:spPr>
            <a:xfrm>
              <a:off x="-48195250" y="2377425"/>
              <a:ext cx="144150" cy="140225"/>
            </a:xfrm>
            <a:custGeom>
              <a:rect b="b" l="l" r="r" t="t"/>
              <a:pathLst>
                <a:path extrusionOk="0" h="5609" w="5766">
                  <a:moveTo>
                    <a:pt x="3214" y="757"/>
                  </a:moveTo>
                  <a:lnTo>
                    <a:pt x="3214" y="883"/>
                  </a:lnTo>
                  <a:cubicBezTo>
                    <a:pt x="3214" y="1040"/>
                    <a:pt x="3277" y="1135"/>
                    <a:pt x="3435" y="1198"/>
                  </a:cubicBezTo>
                  <a:cubicBezTo>
                    <a:pt x="3624" y="1261"/>
                    <a:pt x="3844" y="1387"/>
                    <a:pt x="4002" y="1513"/>
                  </a:cubicBezTo>
                  <a:cubicBezTo>
                    <a:pt x="4061" y="1553"/>
                    <a:pt x="4146" y="1593"/>
                    <a:pt x="4233" y="1593"/>
                  </a:cubicBezTo>
                  <a:cubicBezTo>
                    <a:pt x="4283" y="1593"/>
                    <a:pt x="4333" y="1579"/>
                    <a:pt x="4380" y="1545"/>
                  </a:cubicBezTo>
                  <a:lnTo>
                    <a:pt x="4506" y="1482"/>
                  </a:lnTo>
                  <a:lnTo>
                    <a:pt x="4852" y="2049"/>
                  </a:lnTo>
                  <a:lnTo>
                    <a:pt x="4726" y="2143"/>
                  </a:lnTo>
                  <a:cubicBezTo>
                    <a:pt x="4632" y="2206"/>
                    <a:pt x="4537" y="2364"/>
                    <a:pt x="4569" y="2490"/>
                  </a:cubicBezTo>
                  <a:cubicBezTo>
                    <a:pt x="4632" y="2710"/>
                    <a:pt x="4632" y="2899"/>
                    <a:pt x="4569" y="3120"/>
                  </a:cubicBezTo>
                  <a:cubicBezTo>
                    <a:pt x="4537" y="3277"/>
                    <a:pt x="4632" y="3403"/>
                    <a:pt x="4726" y="3466"/>
                  </a:cubicBezTo>
                  <a:lnTo>
                    <a:pt x="4852" y="3561"/>
                  </a:lnTo>
                  <a:lnTo>
                    <a:pt x="4506" y="4159"/>
                  </a:lnTo>
                  <a:lnTo>
                    <a:pt x="4380" y="4065"/>
                  </a:lnTo>
                  <a:cubicBezTo>
                    <a:pt x="4323" y="4037"/>
                    <a:pt x="4260" y="4021"/>
                    <a:pt x="4199" y="4021"/>
                  </a:cubicBezTo>
                  <a:cubicBezTo>
                    <a:pt x="4125" y="4021"/>
                    <a:pt x="4054" y="4044"/>
                    <a:pt x="4002" y="4096"/>
                  </a:cubicBezTo>
                  <a:cubicBezTo>
                    <a:pt x="3844" y="4254"/>
                    <a:pt x="3624" y="4348"/>
                    <a:pt x="3435" y="4411"/>
                  </a:cubicBezTo>
                  <a:cubicBezTo>
                    <a:pt x="3277" y="4475"/>
                    <a:pt x="3214" y="4632"/>
                    <a:pt x="3214" y="4727"/>
                  </a:cubicBezTo>
                  <a:lnTo>
                    <a:pt x="3214" y="4853"/>
                  </a:lnTo>
                  <a:lnTo>
                    <a:pt x="2489" y="4853"/>
                  </a:lnTo>
                  <a:lnTo>
                    <a:pt x="2489" y="4727"/>
                  </a:lnTo>
                  <a:cubicBezTo>
                    <a:pt x="2489" y="4569"/>
                    <a:pt x="2426" y="4475"/>
                    <a:pt x="2269" y="4411"/>
                  </a:cubicBezTo>
                  <a:cubicBezTo>
                    <a:pt x="2048" y="4348"/>
                    <a:pt x="1859" y="4222"/>
                    <a:pt x="1702" y="4096"/>
                  </a:cubicBezTo>
                  <a:cubicBezTo>
                    <a:pt x="1622" y="4057"/>
                    <a:pt x="1530" y="4017"/>
                    <a:pt x="1449" y="4017"/>
                  </a:cubicBezTo>
                  <a:cubicBezTo>
                    <a:pt x="1402" y="4017"/>
                    <a:pt x="1358" y="4030"/>
                    <a:pt x="1324" y="4065"/>
                  </a:cubicBezTo>
                  <a:lnTo>
                    <a:pt x="1198" y="4159"/>
                  </a:lnTo>
                  <a:lnTo>
                    <a:pt x="851" y="3561"/>
                  </a:lnTo>
                  <a:lnTo>
                    <a:pt x="946" y="3466"/>
                  </a:lnTo>
                  <a:cubicBezTo>
                    <a:pt x="1072" y="3403"/>
                    <a:pt x="1166" y="3246"/>
                    <a:pt x="1103" y="3120"/>
                  </a:cubicBezTo>
                  <a:cubicBezTo>
                    <a:pt x="1072" y="2899"/>
                    <a:pt x="1072" y="2710"/>
                    <a:pt x="1103" y="2490"/>
                  </a:cubicBezTo>
                  <a:cubicBezTo>
                    <a:pt x="1166" y="2332"/>
                    <a:pt x="1072" y="2206"/>
                    <a:pt x="946" y="2143"/>
                  </a:cubicBezTo>
                  <a:lnTo>
                    <a:pt x="851" y="2049"/>
                  </a:lnTo>
                  <a:lnTo>
                    <a:pt x="1198" y="1482"/>
                  </a:lnTo>
                  <a:lnTo>
                    <a:pt x="1324" y="1545"/>
                  </a:lnTo>
                  <a:cubicBezTo>
                    <a:pt x="1366" y="1573"/>
                    <a:pt x="1421" y="1588"/>
                    <a:pt x="1481" y="1588"/>
                  </a:cubicBezTo>
                  <a:cubicBezTo>
                    <a:pt x="1553" y="1588"/>
                    <a:pt x="1632" y="1565"/>
                    <a:pt x="1702" y="1513"/>
                  </a:cubicBezTo>
                  <a:cubicBezTo>
                    <a:pt x="1859" y="1356"/>
                    <a:pt x="2048" y="1261"/>
                    <a:pt x="2269" y="1198"/>
                  </a:cubicBezTo>
                  <a:cubicBezTo>
                    <a:pt x="2426" y="1135"/>
                    <a:pt x="2489" y="977"/>
                    <a:pt x="2489" y="883"/>
                  </a:cubicBezTo>
                  <a:lnTo>
                    <a:pt x="2489" y="757"/>
                  </a:lnTo>
                  <a:close/>
                  <a:moveTo>
                    <a:pt x="2174" y="1"/>
                  </a:moveTo>
                  <a:cubicBezTo>
                    <a:pt x="1985" y="1"/>
                    <a:pt x="1828" y="158"/>
                    <a:pt x="1828" y="379"/>
                  </a:cubicBezTo>
                  <a:lnTo>
                    <a:pt x="1828" y="599"/>
                  </a:lnTo>
                  <a:cubicBezTo>
                    <a:pt x="1702" y="631"/>
                    <a:pt x="1576" y="725"/>
                    <a:pt x="1513" y="788"/>
                  </a:cubicBezTo>
                  <a:lnTo>
                    <a:pt x="1324" y="694"/>
                  </a:lnTo>
                  <a:cubicBezTo>
                    <a:pt x="1265" y="658"/>
                    <a:pt x="1192" y="641"/>
                    <a:pt x="1122" y="641"/>
                  </a:cubicBezTo>
                  <a:cubicBezTo>
                    <a:pt x="1004" y="641"/>
                    <a:pt x="890" y="690"/>
                    <a:pt x="851" y="788"/>
                  </a:cubicBezTo>
                  <a:lnTo>
                    <a:pt x="126" y="2017"/>
                  </a:lnTo>
                  <a:cubicBezTo>
                    <a:pt x="63" y="2175"/>
                    <a:pt x="95" y="2427"/>
                    <a:pt x="253" y="2490"/>
                  </a:cubicBezTo>
                  <a:lnTo>
                    <a:pt x="442" y="2616"/>
                  </a:lnTo>
                  <a:lnTo>
                    <a:pt x="442" y="2994"/>
                  </a:lnTo>
                  <a:lnTo>
                    <a:pt x="253" y="3120"/>
                  </a:lnTo>
                  <a:cubicBezTo>
                    <a:pt x="95" y="3214"/>
                    <a:pt x="0" y="3435"/>
                    <a:pt x="126" y="3592"/>
                  </a:cubicBezTo>
                  <a:lnTo>
                    <a:pt x="851" y="4821"/>
                  </a:lnTo>
                  <a:cubicBezTo>
                    <a:pt x="894" y="4928"/>
                    <a:pt x="1024" y="4991"/>
                    <a:pt x="1152" y="4991"/>
                  </a:cubicBezTo>
                  <a:cubicBezTo>
                    <a:pt x="1213" y="4991"/>
                    <a:pt x="1273" y="4977"/>
                    <a:pt x="1324" y="4947"/>
                  </a:cubicBezTo>
                  <a:lnTo>
                    <a:pt x="1513" y="4821"/>
                  </a:lnTo>
                  <a:cubicBezTo>
                    <a:pt x="1639" y="4884"/>
                    <a:pt x="1733" y="4979"/>
                    <a:pt x="1828" y="5010"/>
                  </a:cubicBezTo>
                  <a:lnTo>
                    <a:pt x="1828" y="5262"/>
                  </a:lnTo>
                  <a:cubicBezTo>
                    <a:pt x="1828" y="5451"/>
                    <a:pt x="1985" y="5609"/>
                    <a:pt x="2174" y="5609"/>
                  </a:cubicBezTo>
                  <a:lnTo>
                    <a:pt x="3592" y="5609"/>
                  </a:lnTo>
                  <a:cubicBezTo>
                    <a:pt x="3781" y="5609"/>
                    <a:pt x="3939" y="5451"/>
                    <a:pt x="3939" y="5262"/>
                  </a:cubicBezTo>
                  <a:lnTo>
                    <a:pt x="3939" y="5010"/>
                  </a:lnTo>
                  <a:cubicBezTo>
                    <a:pt x="4065" y="4979"/>
                    <a:pt x="4191" y="4884"/>
                    <a:pt x="4254" y="4821"/>
                  </a:cubicBezTo>
                  <a:lnTo>
                    <a:pt x="4474" y="4947"/>
                  </a:lnTo>
                  <a:cubicBezTo>
                    <a:pt x="4524" y="4967"/>
                    <a:pt x="4580" y="4978"/>
                    <a:pt x="4637" y="4978"/>
                  </a:cubicBezTo>
                  <a:cubicBezTo>
                    <a:pt x="4759" y="4978"/>
                    <a:pt x="4882" y="4929"/>
                    <a:pt x="4947" y="4821"/>
                  </a:cubicBezTo>
                  <a:lnTo>
                    <a:pt x="5640" y="3592"/>
                  </a:lnTo>
                  <a:cubicBezTo>
                    <a:pt x="5734" y="3435"/>
                    <a:pt x="5671" y="3214"/>
                    <a:pt x="5514" y="3120"/>
                  </a:cubicBezTo>
                  <a:lnTo>
                    <a:pt x="5325" y="2994"/>
                  </a:lnTo>
                  <a:lnTo>
                    <a:pt x="5325" y="2616"/>
                  </a:lnTo>
                  <a:lnTo>
                    <a:pt x="5514" y="2490"/>
                  </a:lnTo>
                  <a:cubicBezTo>
                    <a:pt x="5671" y="2427"/>
                    <a:pt x="5766" y="2206"/>
                    <a:pt x="5640" y="2017"/>
                  </a:cubicBezTo>
                  <a:lnTo>
                    <a:pt x="4947" y="788"/>
                  </a:lnTo>
                  <a:cubicBezTo>
                    <a:pt x="4887" y="689"/>
                    <a:pt x="4777" y="627"/>
                    <a:pt x="4664" y="627"/>
                  </a:cubicBezTo>
                  <a:cubicBezTo>
                    <a:pt x="4598" y="627"/>
                    <a:pt x="4532" y="648"/>
                    <a:pt x="4474" y="694"/>
                  </a:cubicBezTo>
                  <a:lnTo>
                    <a:pt x="4254" y="788"/>
                  </a:lnTo>
                  <a:cubicBezTo>
                    <a:pt x="4159" y="725"/>
                    <a:pt x="4033" y="631"/>
                    <a:pt x="3939" y="599"/>
                  </a:cubicBezTo>
                  <a:lnTo>
                    <a:pt x="3939" y="379"/>
                  </a:lnTo>
                  <a:cubicBezTo>
                    <a:pt x="3939" y="158"/>
                    <a:pt x="3781" y="1"/>
                    <a:pt x="359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9" name="Google Shape;3159;p47"/>
            <p:cNvSpPr/>
            <p:nvPr/>
          </p:nvSpPr>
          <p:spPr>
            <a:xfrm>
              <a:off x="-48150350" y="2422325"/>
              <a:ext cx="52775" cy="52800"/>
            </a:xfrm>
            <a:custGeom>
              <a:rect b="b" l="l" r="r" t="t"/>
              <a:pathLst>
                <a:path extrusionOk="0" h="2112" w="2111">
                  <a:moveTo>
                    <a:pt x="1040" y="662"/>
                  </a:moveTo>
                  <a:cubicBezTo>
                    <a:pt x="1260" y="662"/>
                    <a:pt x="1418" y="820"/>
                    <a:pt x="1418" y="1009"/>
                  </a:cubicBezTo>
                  <a:cubicBezTo>
                    <a:pt x="1418" y="1198"/>
                    <a:pt x="1260" y="1355"/>
                    <a:pt x="1040" y="1355"/>
                  </a:cubicBezTo>
                  <a:cubicBezTo>
                    <a:pt x="851" y="1355"/>
                    <a:pt x="693" y="1198"/>
                    <a:pt x="693" y="1009"/>
                  </a:cubicBezTo>
                  <a:cubicBezTo>
                    <a:pt x="693" y="820"/>
                    <a:pt x="851" y="662"/>
                    <a:pt x="1040" y="662"/>
                  </a:cubicBezTo>
                  <a:close/>
                  <a:moveTo>
                    <a:pt x="1040" y="1"/>
                  </a:moveTo>
                  <a:cubicBezTo>
                    <a:pt x="473" y="1"/>
                    <a:pt x="0" y="473"/>
                    <a:pt x="0" y="1040"/>
                  </a:cubicBezTo>
                  <a:cubicBezTo>
                    <a:pt x="0" y="1639"/>
                    <a:pt x="473" y="2111"/>
                    <a:pt x="1040" y="2111"/>
                  </a:cubicBezTo>
                  <a:cubicBezTo>
                    <a:pt x="1639" y="2111"/>
                    <a:pt x="2111" y="1639"/>
                    <a:pt x="2111" y="1040"/>
                  </a:cubicBezTo>
                  <a:cubicBezTo>
                    <a:pt x="2111" y="473"/>
                    <a:pt x="1639" y="1"/>
                    <a:pt x="10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60" name="Google Shape;3160;p47"/>
          <p:cNvGrpSpPr/>
          <p:nvPr/>
        </p:nvGrpSpPr>
        <p:grpSpPr>
          <a:xfrm>
            <a:off x="2030804" y="2875041"/>
            <a:ext cx="279699" cy="275514"/>
            <a:chOff x="-46404975" y="1966100"/>
            <a:chExt cx="302475" cy="297950"/>
          </a:xfrm>
        </p:grpSpPr>
        <p:sp>
          <p:nvSpPr>
            <p:cNvPr id="3161" name="Google Shape;3161;p47"/>
            <p:cNvSpPr/>
            <p:nvPr/>
          </p:nvSpPr>
          <p:spPr>
            <a:xfrm>
              <a:off x="-46349850" y="1966100"/>
              <a:ext cx="38625" cy="86850"/>
            </a:xfrm>
            <a:custGeom>
              <a:rect b="b" l="l" r="r" t="t"/>
              <a:pathLst>
                <a:path extrusionOk="0" h="3474" w="1545">
                  <a:moveTo>
                    <a:pt x="784" y="0"/>
                  </a:moveTo>
                  <a:cubicBezTo>
                    <a:pt x="686" y="0"/>
                    <a:pt x="583" y="24"/>
                    <a:pt x="505" y="71"/>
                  </a:cubicBezTo>
                  <a:cubicBezTo>
                    <a:pt x="1" y="607"/>
                    <a:pt x="1" y="1458"/>
                    <a:pt x="505" y="1962"/>
                  </a:cubicBezTo>
                  <a:cubicBezTo>
                    <a:pt x="757" y="2214"/>
                    <a:pt x="757" y="2655"/>
                    <a:pt x="505" y="2875"/>
                  </a:cubicBezTo>
                  <a:cubicBezTo>
                    <a:pt x="379" y="3001"/>
                    <a:pt x="379" y="3222"/>
                    <a:pt x="505" y="3379"/>
                  </a:cubicBezTo>
                  <a:cubicBezTo>
                    <a:pt x="568" y="3442"/>
                    <a:pt x="654" y="3474"/>
                    <a:pt x="749" y="3474"/>
                  </a:cubicBezTo>
                  <a:cubicBezTo>
                    <a:pt x="843" y="3474"/>
                    <a:pt x="946" y="3442"/>
                    <a:pt x="1040" y="3379"/>
                  </a:cubicBezTo>
                  <a:cubicBezTo>
                    <a:pt x="1544" y="2875"/>
                    <a:pt x="1544" y="2025"/>
                    <a:pt x="1040" y="1489"/>
                  </a:cubicBezTo>
                  <a:cubicBezTo>
                    <a:pt x="788" y="1269"/>
                    <a:pt x="788" y="827"/>
                    <a:pt x="1040" y="607"/>
                  </a:cubicBezTo>
                  <a:cubicBezTo>
                    <a:pt x="1135" y="481"/>
                    <a:pt x="1135" y="229"/>
                    <a:pt x="1040" y="71"/>
                  </a:cubicBezTo>
                  <a:cubicBezTo>
                    <a:pt x="977" y="24"/>
                    <a:pt x="883" y="0"/>
                    <a:pt x="78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2" name="Google Shape;3162;p47"/>
            <p:cNvSpPr/>
            <p:nvPr/>
          </p:nvSpPr>
          <p:spPr>
            <a:xfrm>
              <a:off x="-46297875" y="1966100"/>
              <a:ext cx="38625" cy="86850"/>
            </a:xfrm>
            <a:custGeom>
              <a:rect b="b" l="l" r="r" t="t"/>
              <a:pathLst>
                <a:path extrusionOk="0" h="3474" w="1545">
                  <a:moveTo>
                    <a:pt x="800" y="0"/>
                  </a:moveTo>
                  <a:cubicBezTo>
                    <a:pt x="710" y="0"/>
                    <a:pt x="615" y="24"/>
                    <a:pt x="537" y="71"/>
                  </a:cubicBezTo>
                  <a:cubicBezTo>
                    <a:pt x="1" y="607"/>
                    <a:pt x="1" y="1458"/>
                    <a:pt x="537" y="1962"/>
                  </a:cubicBezTo>
                  <a:cubicBezTo>
                    <a:pt x="757" y="2214"/>
                    <a:pt x="757" y="2655"/>
                    <a:pt x="537" y="2875"/>
                  </a:cubicBezTo>
                  <a:cubicBezTo>
                    <a:pt x="410" y="3001"/>
                    <a:pt x="410" y="3222"/>
                    <a:pt x="537" y="3379"/>
                  </a:cubicBezTo>
                  <a:cubicBezTo>
                    <a:pt x="584" y="3442"/>
                    <a:pt x="670" y="3474"/>
                    <a:pt x="765" y="3474"/>
                  </a:cubicBezTo>
                  <a:cubicBezTo>
                    <a:pt x="859" y="3474"/>
                    <a:pt x="962" y="3442"/>
                    <a:pt x="1041" y="3379"/>
                  </a:cubicBezTo>
                  <a:cubicBezTo>
                    <a:pt x="1545" y="2875"/>
                    <a:pt x="1545" y="2025"/>
                    <a:pt x="1041" y="1489"/>
                  </a:cubicBezTo>
                  <a:cubicBezTo>
                    <a:pt x="789" y="1269"/>
                    <a:pt x="789" y="827"/>
                    <a:pt x="1041" y="607"/>
                  </a:cubicBezTo>
                  <a:cubicBezTo>
                    <a:pt x="1167" y="481"/>
                    <a:pt x="1167" y="229"/>
                    <a:pt x="1041" y="71"/>
                  </a:cubicBezTo>
                  <a:cubicBezTo>
                    <a:pt x="978" y="24"/>
                    <a:pt x="891" y="0"/>
                    <a:pt x="80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3" name="Google Shape;3163;p47"/>
            <p:cNvSpPr/>
            <p:nvPr/>
          </p:nvSpPr>
          <p:spPr>
            <a:xfrm>
              <a:off x="-46244300" y="1966100"/>
              <a:ext cx="38600" cy="86850"/>
            </a:xfrm>
            <a:custGeom>
              <a:rect b="b" l="l" r="r" t="t"/>
              <a:pathLst>
                <a:path extrusionOk="0" h="3474" w="1544">
                  <a:moveTo>
                    <a:pt x="768" y="0"/>
                  </a:moveTo>
                  <a:cubicBezTo>
                    <a:pt x="678" y="0"/>
                    <a:pt x="583" y="24"/>
                    <a:pt x="504" y="71"/>
                  </a:cubicBezTo>
                  <a:cubicBezTo>
                    <a:pt x="0" y="607"/>
                    <a:pt x="0" y="1458"/>
                    <a:pt x="504" y="1962"/>
                  </a:cubicBezTo>
                  <a:cubicBezTo>
                    <a:pt x="756" y="2214"/>
                    <a:pt x="756" y="2655"/>
                    <a:pt x="504" y="2875"/>
                  </a:cubicBezTo>
                  <a:cubicBezTo>
                    <a:pt x="378" y="3001"/>
                    <a:pt x="378" y="3222"/>
                    <a:pt x="504" y="3379"/>
                  </a:cubicBezTo>
                  <a:cubicBezTo>
                    <a:pt x="567" y="3442"/>
                    <a:pt x="654" y="3474"/>
                    <a:pt x="745" y="3474"/>
                  </a:cubicBezTo>
                  <a:cubicBezTo>
                    <a:pt x="835" y="3474"/>
                    <a:pt x="930" y="3442"/>
                    <a:pt x="1008" y="3379"/>
                  </a:cubicBezTo>
                  <a:cubicBezTo>
                    <a:pt x="1544" y="2875"/>
                    <a:pt x="1544" y="2025"/>
                    <a:pt x="1008" y="1489"/>
                  </a:cubicBezTo>
                  <a:cubicBezTo>
                    <a:pt x="788" y="1269"/>
                    <a:pt x="788" y="827"/>
                    <a:pt x="1008" y="607"/>
                  </a:cubicBezTo>
                  <a:cubicBezTo>
                    <a:pt x="1134" y="481"/>
                    <a:pt x="1134" y="229"/>
                    <a:pt x="1008" y="71"/>
                  </a:cubicBezTo>
                  <a:cubicBezTo>
                    <a:pt x="945" y="24"/>
                    <a:pt x="859" y="0"/>
                    <a:pt x="76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4" name="Google Shape;3164;p47"/>
            <p:cNvSpPr/>
            <p:nvPr/>
          </p:nvSpPr>
          <p:spPr>
            <a:xfrm>
              <a:off x="-46404975" y="2070250"/>
              <a:ext cx="302475" cy="193800"/>
            </a:xfrm>
            <a:custGeom>
              <a:rect b="b" l="l" r="r" t="t"/>
              <a:pathLst>
                <a:path extrusionOk="0" h="7752" w="12099">
                  <a:moveTo>
                    <a:pt x="11058" y="1419"/>
                  </a:moveTo>
                  <a:cubicBezTo>
                    <a:pt x="11248" y="1419"/>
                    <a:pt x="11405" y="1576"/>
                    <a:pt x="11405" y="1797"/>
                  </a:cubicBezTo>
                  <a:cubicBezTo>
                    <a:pt x="11405" y="3088"/>
                    <a:pt x="10397" y="4160"/>
                    <a:pt x="9137" y="4223"/>
                  </a:cubicBezTo>
                  <a:cubicBezTo>
                    <a:pt x="9578" y="3372"/>
                    <a:pt x="9830" y="2395"/>
                    <a:pt x="9956" y="1419"/>
                  </a:cubicBezTo>
                  <a:close/>
                  <a:moveTo>
                    <a:pt x="9294" y="726"/>
                  </a:moveTo>
                  <a:cubicBezTo>
                    <a:pt x="9200" y="2521"/>
                    <a:pt x="8507" y="4569"/>
                    <a:pt x="7057" y="5640"/>
                  </a:cubicBezTo>
                  <a:lnTo>
                    <a:pt x="3056" y="5640"/>
                  </a:lnTo>
                  <a:lnTo>
                    <a:pt x="3056" y="5672"/>
                  </a:lnTo>
                  <a:cubicBezTo>
                    <a:pt x="1765" y="4695"/>
                    <a:pt x="914" y="2805"/>
                    <a:pt x="819" y="726"/>
                  </a:cubicBezTo>
                  <a:close/>
                  <a:moveTo>
                    <a:pt x="8948" y="6396"/>
                  </a:moveTo>
                  <a:cubicBezTo>
                    <a:pt x="8570" y="6837"/>
                    <a:pt x="8003" y="7090"/>
                    <a:pt x="7372" y="7090"/>
                  </a:cubicBezTo>
                  <a:lnTo>
                    <a:pt x="2710" y="7090"/>
                  </a:lnTo>
                  <a:cubicBezTo>
                    <a:pt x="2080" y="7090"/>
                    <a:pt x="1481" y="6837"/>
                    <a:pt x="1103" y="6396"/>
                  </a:cubicBezTo>
                  <a:close/>
                  <a:moveTo>
                    <a:pt x="441" y="1"/>
                  </a:moveTo>
                  <a:cubicBezTo>
                    <a:pt x="252" y="1"/>
                    <a:pt x="95" y="158"/>
                    <a:pt x="95" y="348"/>
                  </a:cubicBezTo>
                  <a:cubicBezTo>
                    <a:pt x="95" y="2301"/>
                    <a:pt x="725" y="4317"/>
                    <a:pt x="1985" y="5640"/>
                  </a:cubicBezTo>
                  <a:lnTo>
                    <a:pt x="441" y="5640"/>
                  </a:lnTo>
                  <a:cubicBezTo>
                    <a:pt x="158" y="5640"/>
                    <a:pt x="0" y="5924"/>
                    <a:pt x="126" y="6144"/>
                  </a:cubicBezTo>
                  <a:cubicBezTo>
                    <a:pt x="347" y="6617"/>
                    <a:pt x="725" y="7027"/>
                    <a:pt x="1197" y="7342"/>
                  </a:cubicBezTo>
                  <a:cubicBezTo>
                    <a:pt x="1670" y="7594"/>
                    <a:pt x="2174" y="7751"/>
                    <a:pt x="2710" y="7751"/>
                  </a:cubicBezTo>
                  <a:lnTo>
                    <a:pt x="7372" y="7751"/>
                  </a:lnTo>
                  <a:cubicBezTo>
                    <a:pt x="8475" y="7751"/>
                    <a:pt x="9452" y="7121"/>
                    <a:pt x="9956" y="6144"/>
                  </a:cubicBezTo>
                  <a:cubicBezTo>
                    <a:pt x="10082" y="5924"/>
                    <a:pt x="9924" y="5640"/>
                    <a:pt x="9641" y="5640"/>
                  </a:cubicBezTo>
                  <a:lnTo>
                    <a:pt x="8129" y="5640"/>
                  </a:lnTo>
                  <a:lnTo>
                    <a:pt x="8696" y="4916"/>
                  </a:lnTo>
                  <a:lnTo>
                    <a:pt x="8948" y="4916"/>
                  </a:lnTo>
                  <a:lnTo>
                    <a:pt x="8948" y="4947"/>
                  </a:lnTo>
                  <a:cubicBezTo>
                    <a:pt x="10680" y="4947"/>
                    <a:pt x="12098" y="3529"/>
                    <a:pt x="12098" y="1797"/>
                  </a:cubicBezTo>
                  <a:cubicBezTo>
                    <a:pt x="12098" y="1198"/>
                    <a:pt x="11626" y="726"/>
                    <a:pt x="11027" y="726"/>
                  </a:cubicBezTo>
                  <a:lnTo>
                    <a:pt x="9956" y="726"/>
                  </a:lnTo>
                  <a:lnTo>
                    <a:pt x="9956" y="348"/>
                  </a:lnTo>
                  <a:cubicBezTo>
                    <a:pt x="9956" y="158"/>
                    <a:pt x="9798" y="1"/>
                    <a:pt x="960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65" name="Google Shape;3165;p47"/>
          <p:cNvGrpSpPr/>
          <p:nvPr/>
        </p:nvGrpSpPr>
        <p:grpSpPr>
          <a:xfrm>
            <a:off x="2031890" y="3304309"/>
            <a:ext cx="277526" cy="277502"/>
            <a:chOff x="-46401050" y="2333325"/>
            <a:chExt cx="300125" cy="300100"/>
          </a:xfrm>
        </p:grpSpPr>
        <p:sp>
          <p:nvSpPr>
            <p:cNvPr id="3166" name="Google Shape;3166;p47"/>
            <p:cNvSpPr/>
            <p:nvPr/>
          </p:nvSpPr>
          <p:spPr>
            <a:xfrm>
              <a:off x="-46401050" y="2333325"/>
              <a:ext cx="300125" cy="300100"/>
            </a:xfrm>
            <a:custGeom>
              <a:rect b="b" l="l" r="r" t="t"/>
              <a:pathLst>
                <a:path extrusionOk="0" h="12004" w="12005">
                  <a:moveTo>
                    <a:pt x="7719" y="725"/>
                  </a:moveTo>
                  <a:lnTo>
                    <a:pt x="7719" y="2111"/>
                  </a:lnTo>
                  <a:lnTo>
                    <a:pt x="7026" y="2111"/>
                  </a:lnTo>
                  <a:lnTo>
                    <a:pt x="7026" y="725"/>
                  </a:lnTo>
                  <a:close/>
                  <a:moveTo>
                    <a:pt x="9137" y="725"/>
                  </a:moveTo>
                  <a:lnTo>
                    <a:pt x="9137" y="3498"/>
                  </a:lnTo>
                  <a:lnTo>
                    <a:pt x="2805" y="3498"/>
                  </a:lnTo>
                  <a:lnTo>
                    <a:pt x="2805" y="725"/>
                  </a:lnTo>
                  <a:lnTo>
                    <a:pt x="6302" y="725"/>
                  </a:lnTo>
                  <a:lnTo>
                    <a:pt x="6302" y="2489"/>
                  </a:lnTo>
                  <a:cubicBezTo>
                    <a:pt x="6302" y="2678"/>
                    <a:pt x="6459" y="2836"/>
                    <a:pt x="6648" y="2836"/>
                  </a:cubicBezTo>
                  <a:lnTo>
                    <a:pt x="8066" y="2836"/>
                  </a:lnTo>
                  <a:cubicBezTo>
                    <a:pt x="8255" y="2836"/>
                    <a:pt x="8413" y="2678"/>
                    <a:pt x="8413" y="2489"/>
                  </a:cubicBezTo>
                  <a:lnTo>
                    <a:pt x="8413" y="725"/>
                  </a:lnTo>
                  <a:close/>
                  <a:moveTo>
                    <a:pt x="2080" y="725"/>
                  </a:moveTo>
                  <a:lnTo>
                    <a:pt x="2080" y="3876"/>
                  </a:lnTo>
                  <a:cubicBezTo>
                    <a:pt x="2080" y="4065"/>
                    <a:pt x="2238" y="4222"/>
                    <a:pt x="2427" y="4222"/>
                  </a:cubicBezTo>
                  <a:lnTo>
                    <a:pt x="9452" y="4222"/>
                  </a:lnTo>
                  <a:cubicBezTo>
                    <a:pt x="9641" y="4222"/>
                    <a:pt x="9799" y="4065"/>
                    <a:pt x="9799" y="3876"/>
                  </a:cubicBezTo>
                  <a:lnTo>
                    <a:pt x="9799" y="1166"/>
                  </a:lnTo>
                  <a:lnTo>
                    <a:pt x="11217" y="2584"/>
                  </a:lnTo>
                  <a:lnTo>
                    <a:pt x="11217" y="11311"/>
                  </a:lnTo>
                  <a:lnTo>
                    <a:pt x="662" y="11311"/>
                  </a:lnTo>
                  <a:lnTo>
                    <a:pt x="662" y="725"/>
                  </a:lnTo>
                  <a:close/>
                  <a:moveTo>
                    <a:pt x="347" y="1"/>
                  </a:moveTo>
                  <a:cubicBezTo>
                    <a:pt x="158" y="1"/>
                    <a:pt x="1" y="158"/>
                    <a:pt x="1" y="347"/>
                  </a:cubicBezTo>
                  <a:lnTo>
                    <a:pt x="1" y="11657"/>
                  </a:lnTo>
                  <a:cubicBezTo>
                    <a:pt x="1" y="11846"/>
                    <a:pt x="158" y="12004"/>
                    <a:pt x="347" y="12004"/>
                  </a:cubicBezTo>
                  <a:lnTo>
                    <a:pt x="11658" y="12004"/>
                  </a:lnTo>
                  <a:cubicBezTo>
                    <a:pt x="11847" y="12004"/>
                    <a:pt x="12004" y="11846"/>
                    <a:pt x="12004" y="11657"/>
                  </a:cubicBezTo>
                  <a:lnTo>
                    <a:pt x="12004" y="2489"/>
                  </a:lnTo>
                  <a:cubicBezTo>
                    <a:pt x="11941" y="2395"/>
                    <a:pt x="11878" y="2300"/>
                    <a:pt x="11847" y="2237"/>
                  </a:cubicBezTo>
                  <a:lnTo>
                    <a:pt x="9736" y="127"/>
                  </a:lnTo>
                  <a:cubicBezTo>
                    <a:pt x="9641" y="32"/>
                    <a:pt x="9578" y="1"/>
                    <a:pt x="948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7" name="Google Shape;3167;p47"/>
            <p:cNvSpPr/>
            <p:nvPr/>
          </p:nvSpPr>
          <p:spPr>
            <a:xfrm>
              <a:off x="-46366400" y="2580650"/>
              <a:ext cx="35475" cy="17350"/>
            </a:xfrm>
            <a:custGeom>
              <a:rect b="b" l="l" r="r" t="t"/>
              <a:pathLst>
                <a:path extrusionOk="0" h="694" w="1419">
                  <a:moveTo>
                    <a:pt x="348" y="0"/>
                  </a:moveTo>
                  <a:cubicBezTo>
                    <a:pt x="159" y="0"/>
                    <a:pt x="1" y="158"/>
                    <a:pt x="1" y="347"/>
                  </a:cubicBezTo>
                  <a:cubicBezTo>
                    <a:pt x="1" y="536"/>
                    <a:pt x="159" y="693"/>
                    <a:pt x="348" y="693"/>
                  </a:cubicBezTo>
                  <a:lnTo>
                    <a:pt x="1041" y="693"/>
                  </a:lnTo>
                  <a:cubicBezTo>
                    <a:pt x="1261" y="693"/>
                    <a:pt x="1419" y="536"/>
                    <a:pt x="1419" y="347"/>
                  </a:cubicBezTo>
                  <a:cubicBezTo>
                    <a:pt x="1419" y="158"/>
                    <a:pt x="1261" y="0"/>
                    <a:pt x="104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8" name="Google Shape;3168;p47"/>
            <p:cNvSpPr/>
            <p:nvPr/>
          </p:nvSpPr>
          <p:spPr>
            <a:xfrm>
              <a:off x="-46313625" y="2457775"/>
              <a:ext cx="122900" cy="122100"/>
            </a:xfrm>
            <a:custGeom>
              <a:rect b="b" l="l" r="r" t="t"/>
              <a:pathLst>
                <a:path extrusionOk="0" h="4884" w="4916">
                  <a:moveTo>
                    <a:pt x="2458" y="662"/>
                  </a:moveTo>
                  <a:cubicBezTo>
                    <a:pt x="3435" y="662"/>
                    <a:pt x="4222" y="1450"/>
                    <a:pt x="4222" y="2426"/>
                  </a:cubicBezTo>
                  <a:cubicBezTo>
                    <a:pt x="4222" y="3403"/>
                    <a:pt x="3435" y="4190"/>
                    <a:pt x="2458" y="4190"/>
                  </a:cubicBezTo>
                  <a:cubicBezTo>
                    <a:pt x="1450" y="4190"/>
                    <a:pt x="662" y="3403"/>
                    <a:pt x="662" y="2426"/>
                  </a:cubicBezTo>
                  <a:cubicBezTo>
                    <a:pt x="662" y="1450"/>
                    <a:pt x="1450" y="662"/>
                    <a:pt x="2458" y="662"/>
                  </a:cubicBezTo>
                  <a:close/>
                  <a:moveTo>
                    <a:pt x="2458" y="0"/>
                  </a:moveTo>
                  <a:cubicBezTo>
                    <a:pt x="1103" y="0"/>
                    <a:pt x="1" y="1103"/>
                    <a:pt x="1" y="2426"/>
                  </a:cubicBezTo>
                  <a:cubicBezTo>
                    <a:pt x="1" y="3781"/>
                    <a:pt x="1103" y="4884"/>
                    <a:pt x="2458" y="4884"/>
                  </a:cubicBezTo>
                  <a:cubicBezTo>
                    <a:pt x="3781" y="4884"/>
                    <a:pt x="4884" y="3749"/>
                    <a:pt x="4884" y="2426"/>
                  </a:cubicBezTo>
                  <a:cubicBezTo>
                    <a:pt x="4916" y="1103"/>
                    <a:pt x="3813" y="0"/>
                    <a:pt x="245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9" name="Google Shape;3169;p47"/>
            <p:cNvSpPr/>
            <p:nvPr/>
          </p:nvSpPr>
          <p:spPr>
            <a:xfrm>
              <a:off x="-46278950" y="2493225"/>
              <a:ext cx="53575" cy="52775"/>
            </a:xfrm>
            <a:custGeom>
              <a:rect b="b" l="l" r="r" t="t"/>
              <a:pathLst>
                <a:path extrusionOk="0" h="2111" w="2143">
                  <a:moveTo>
                    <a:pt x="1071" y="662"/>
                  </a:moveTo>
                  <a:cubicBezTo>
                    <a:pt x="1260" y="662"/>
                    <a:pt x="1418" y="819"/>
                    <a:pt x="1418" y="1008"/>
                  </a:cubicBezTo>
                  <a:cubicBezTo>
                    <a:pt x="1418" y="1197"/>
                    <a:pt x="1260" y="1355"/>
                    <a:pt x="1071" y="1355"/>
                  </a:cubicBezTo>
                  <a:cubicBezTo>
                    <a:pt x="851" y="1355"/>
                    <a:pt x="693" y="1197"/>
                    <a:pt x="693" y="1008"/>
                  </a:cubicBezTo>
                  <a:cubicBezTo>
                    <a:pt x="693" y="819"/>
                    <a:pt x="851" y="662"/>
                    <a:pt x="1071" y="662"/>
                  </a:cubicBezTo>
                  <a:close/>
                  <a:moveTo>
                    <a:pt x="1071" y="0"/>
                  </a:moveTo>
                  <a:cubicBezTo>
                    <a:pt x="473" y="0"/>
                    <a:pt x="0" y="473"/>
                    <a:pt x="0" y="1040"/>
                  </a:cubicBezTo>
                  <a:cubicBezTo>
                    <a:pt x="0" y="1638"/>
                    <a:pt x="473" y="2111"/>
                    <a:pt x="1071" y="2111"/>
                  </a:cubicBezTo>
                  <a:cubicBezTo>
                    <a:pt x="1638" y="2111"/>
                    <a:pt x="2111" y="1638"/>
                    <a:pt x="2111" y="1040"/>
                  </a:cubicBezTo>
                  <a:cubicBezTo>
                    <a:pt x="2142" y="473"/>
                    <a:pt x="1638" y="0"/>
                    <a:pt x="107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170" name="Google Shape;3170;p47"/>
          <p:cNvSpPr/>
          <p:nvPr/>
        </p:nvSpPr>
        <p:spPr>
          <a:xfrm>
            <a:off x="2031162" y="3742743"/>
            <a:ext cx="278982" cy="278242"/>
          </a:xfrm>
          <a:custGeom>
            <a:rect b="b" l="l" r="r" t="t"/>
            <a:pathLst>
              <a:path extrusionOk="0" h="12036" w="12068">
                <a:moveTo>
                  <a:pt x="4222" y="630"/>
                </a:moveTo>
                <a:cubicBezTo>
                  <a:pt x="5010" y="630"/>
                  <a:pt x="5640" y="1292"/>
                  <a:pt x="5640" y="2048"/>
                </a:cubicBezTo>
                <a:lnTo>
                  <a:pt x="5640" y="9767"/>
                </a:lnTo>
                <a:cubicBezTo>
                  <a:pt x="5703" y="10617"/>
                  <a:pt x="5073" y="11311"/>
                  <a:pt x="4285" y="11311"/>
                </a:cubicBezTo>
                <a:cubicBezTo>
                  <a:pt x="3498" y="11311"/>
                  <a:pt x="2868" y="10680"/>
                  <a:pt x="2868" y="9893"/>
                </a:cubicBezTo>
                <a:lnTo>
                  <a:pt x="2868" y="9830"/>
                </a:lnTo>
                <a:cubicBezTo>
                  <a:pt x="3403" y="9767"/>
                  <a:pt x="3907" y="9515"/>
                  <a:pt x="4254" y="9137"/>
                </a:cubicBezTo>
                <a:cubicBezTo>
                  <a:pt x="4380" y="9011"/>
                  <a:pt x="4380" y="8790"/>
                  <a:pt x="4254" y="8633"/>
                </a:cubicBezTo>
                <a:cubicBezTo>
                  <a:pt x="4191" y="8570"/>
                  <a:pt x="4104" y="8538"/>
                  <a:pt x="4014" y="8538"/>
                </a:cubicBezTo>
                <a:cubicBezTo>
                  <a:pt x="3923" y="8538"/>
                  <a:pt x="3829" y="8570"/>
                  <a:pt x="3750" y="8633"/>
                </a:cubicBezTo>
                <a:cubicBezTo>
                  <a:pt x="3435" y="8948"/>
                  <a:pt x="2962" y="9137"/>
                  <a:pt x="2490" y="9137"/>
                </a:cubicBezTo>
                <a:cubicBezTo>
                  <a:pt x="1513" y="9137"/>
                  <a:pt x="725" y="8349"/>
                  <a:pt x="725" y="7372"/>
                </a:cubicBezTo>
                <a:cubicBezTo>
                  <a:pt x="725" y="7057"/>
                  <a:pt x="788" y="6742"/>
                  <a:pt x="946" y="6490"/>
                </a:cubicBezTo>
                <a:cubicBezTo>
                  <a:pt x="1387" y="6805"/>
                  <a:pt x="1891" y="6994"/>
                  <a:pt x="2490" y="6994"/>
                </a:cubicBezTo>
                <a:cubicBezTo>
                  <a:pt x="2679" y="6994"/>
                  <a:pt x="2836" y="6837"/>
                  <a:pt x="2836" y="6648"/>
                </a:cubicBezTo>
                <a:cubicBezTo>
                  <a:pt x="2836" y="6459"/>
                  <a:pt x="2679" y="6301"/>
                  <a:pt x="2490" y="6301"/>
                </a:cubicBezTo>
                <a:cubicBezTo>
                  <a:pt x="1513" y="6301"/>
                  <a:pt x="725" y="5514"/>
                  <a:pt x="725" y="4537"/>
                </a:cubicBezTo>
                <a:cubicBezTo>
                  <a:pt x="725" y="3623"/>
                  <a:pt x="1387" y="2899"/>
                  <a:pt x="2238" y="2804"/>
                </a:cubicBezTo>
                <a:cubicBezTo>
                  <a:pt x="2521" y="3623"/>
                  <a:pt x="3309" y="4159"/>
                  <a:pt x="4222" y="4159"/>
                </a:cubicBezTo>
                <a:cubicBezTo>
                  <a:pt x="4411" y="4159"/>
                  <a:pt x="4569" y="4001"/>
                  <a:pt x="4569" y="3812"/>
                </a:cubicBezTo>
                <a:cubicBezTo>
                  <a:pt x="4569" y="3623"/>
                  <a:pt x="4411" y="3466"/>
                  <a:pt x="4222" y="3466"/>
                </a:cubicBezTo>
                <a:cubicBezTo>
                  <a:pt x="3435" y="3466"/>
                  <a:pt x="2805" y="2836"/>
                  <a:pt x="2805" y="2048"/>
                </a:cubicBezTo>
                <a:cubicBezTo>
                  <a:pt x="2805" y="1261"/>
                  <a:pt x="3435" y="630"/>
                  <a:pt x="4222" y="630"/>
                </a:cubicBezTo>
                <a:close/>
                <a:moveTo>
                  <a:pt x="7814" y="788"/>
                </a:moveTo>
                <a:cubicBezTo>
                  <a:pt x="8602" y="788"/>
                  <a:pt x="9232" y="1418"/>
                  <a:pt x="9232" y="2206"/>
                </a:cubicBezTo>
                <a:cubicBezTo>
                  <a:pt x="9232" y="2993"/>
                  <a:pt x="8602" y="3623"/>
                  <a:pt x="7814" y="3623"/>
                </a:cubicBezTo>
                <a:cubicBezTo>
                  <a:pt x="7593" y="3623"/>
                  <a:pt x="7436" y="3781"/>
                  <a:pt x="7436" y="3970"/>
                </a:cubicBezTo>
                <a:cubicBezTo>
                  <a:pt x="7436" y="4159"/>
                  <a:pt x="7593" y="4316"/>
                  <a:pt x="7814" y="4316"/>
                </a:cubicBezTo>
                <a:cubicBezTo>
                  <a:pt x="8696" y="4316"/>
                  <a:pt x="9484" y="3749"/>
                  <a:pt x="9767" y="2962"/>
                </a:cubicBezTo>
                <a:cubicBezTo>
                  <a:pt x="10649" y="3056"/>
                  <a:pt x="11311" y="3812"/>
                  <a:pt x="11311" y="4695"/>
                </a:cubicBezTo>
                <a:cubicBezTo>
                  <a:pt x="11311" y="5671"/>
                  <a:pt x="10523" y="6459"/>
                  <a:pt x="9547" y="6459"/>
                </a:cubicBezTo>
                <a:cubicBezTo>
                  <a:pt x="9326" y="6459"/>
                  <a:pt x="9169" y="6616"/>
                  <a:pt x="9169" y="6805"/>
                </a:cubicBezTo>
                <a:cubicBezTo>
                  <a:pt x="9169" y="6994"/>
                  <a:pt x="9326" y="7152"/>
                  <a:pt x="9547" y="7152"/>
                </a:cubicBezTo>
                <a:cubicBezTo>
                  <a:pt x="10114" y="7152"/>
                  <a:pt x="10649" y="6963"/>
                  <a:pt x="11059" y="6648"/>
                </a:cubicBezTo>
                <a:cubicBezTo>
                  <a:pt x="11217" y="6931"/>
                  <a:pt x="11311" y="7215"/>
                  <a:pt x="11311" y="7530"/>
                </a:cubicBezTo>
                <a:cubicBezTo>
                  <a:pt x="11374" y="8381"/>
                  <a:pt x="10586" y="9168"/>
                  <a:pt x="9610" y="9168"/>
                </a:cubicBezTo>
                <a:cubicBezTo>
                  <a:pt x="9137" y="9168"/>
                  <a:pt x="8696" y="8979"/>
                  <a:pt x="8350" y="8664"/>
                </a:cubicBezTo>
                <a:cubicBezTo>
                  <a:pt x="8287" y="8601"/>
                  <a:pt x="8200" y="8570"/>
                  <a:pt x="8109" y="8570"/>
                </a:cubicBezTo>
                <a:cubicBezTo>
                  <a:pt x="8019" y="8570"/>
                  <a:pt x="7924" y="8601"/>
                  <a:pt x="7845" y="8664"/>
                </a:cubicBezTo>
                <a:cubicBezTo>
                  <a:pt x="7719" y="8790"/>
                  <a:pt x="7719" y="9011"/>
                  <a:pt x="7845" y="9168"/>
                </a:cubicBezTo>
                <a:cubicBezTo>
                  <a:pt x="8224" y="9578"/>
                  <a:pt x="8696" y="9798"/>
                  <a:pt x="9232" y="9893"/>
                </a:cubicBezTo>
                <a:lnTo>
                  <a:pt x="9232" y="9924"/>
                </a:lnTo>
                <a:cubicBezTo>
                  <a:pt x="9232" y="10712"/>
                  <a:pt x="8602" y="11342"/>
                  <a:pt x="7814" y="11342"/>
                </a:cubicBezTo>
                <a:cubicBezTo>
                  <a:pt x="7026" y="11342"/>
                  <a:pt x="6396" y="10680"/>
                  <a:pt x="6396" y="9924"/>
                </a:cubicBezTo>
                <a:lnTo>
                  <a:pt x="6396" y="2206"/>
                </a:lnTo>
                <a:cubicBezTo>
                  <a:pt x="6396" y="1418"/>
                  <a:pt x="7058" y="788"/>
                  <a:pt x="7814" y="788"/>
                </a:cubicBezTo>
                <a:close/>
                <a:moveTo>
                  <a:pt x="4254" y="0"/>
                </a:moveTo>
                <a:cubicBezTo>
                  <a:pt x="3088" y="0"/>
                  <a:pt x="2143" y="977"/>
                  <a:pt x="2143" y="2111"/>
                </a:cubicBezTo>
                <a:lnTo>
                  <a:pt x="2143" y="2174"/>
                </a:lnTo>
                <a:cubicBezTo>
                  <a:pt x="946" y="2332"/>
                  <a:pt x="1" y="3340"/>
                  <a:pt x="1" y="4600"/>
                </a:cubicBezTo>
                <a:cubicBezTo>
                  <a:pt x="1" y="5104"/>
                  <a:pt x="158" y="5640"/>
                  <a:pt x="442" y="6018"/>
                </a:cubicBezTo>
                <a:cubicBezTo>
                  <a:pt x="158" y="6427"/>
                  <a:pt x="1" y="6931"/>
                  <a:pt x="1" y="7435"/>
                </a:cubicBezTo>
                <a:cubicBezTo>
                  <a:pt x="1" y="8696"/>
                  <a:pt x="946" y="9735"/>
                  <a:pt x="2143" y="9861"/>
                </a:cubicBezTo>
                <a:lnTo>
                  <a:pt x="2143" y="9924"/>
                </a:lnTo>
                <a:cubicBezTo>
                  <a:pt x="2143" y="11090"/>
                  <a:pt x="3088" y="12035"/>
                  <a:pt x="4254" y="12035"/>
                </a:cubicBezTo>
                <a:cubicBezTo>
                  <a:pt x="5010" y="12035"/>
                  <a:pt x="5640" y="11657"/>
                  <a:pt x="6050" y="11058"/>
                </a:cubicBezTo>
                <a:cubicBezTo>
                  <a:pt x="6428" y="11657"/>
                  <a:pt x="7089" y="12035"/>
                  <a:pt x="7814" y="12035"/>
                </a:cubicBezTo>
                <a:cubicBezTo>
                  <a:pt x="8980" y="12035"/>
                  <a:pt x="9925" y="11058"/>
                  <a:pt x="9925" y="9924"/>
                </a:cubicBezTo>
                <a:lnTo>
                  <a:pt x="9925" y="9861"/>
                </a:lnTo>
                <a:cubicBezTo>
                  <a:pt x="11122" y="9704"/>
                  <a:pt x="12067" y="8696"/>
                  <a:pt x="12067" y="7435"/>
                </a:cubicBezTo>
                <a:cubicBezTo>
                  <a:pt x="12067" y="6931"/>
                  <a:pt x="11910" y="6459"/>
                  <a:pt x="11626" y="6018"/>
                </a:cubicBezTo>
                <a:cubicBezTo>
                  <a:pt x="11910" y="5577"/>
                  <a:pt x="12067" y="5104"/>
                  <a:pt x="12067" y="4600"/>
                </a:cubicBezTo>
                <a:cubicBezTo>
                  <a:pt x="12067" y="3371"/>
                  <a:pt x="11154" y="2363"/>
                  <a:pt x="9925" y="2174"/>
                </a:cubicBezTo>
                <a:lnTo>
                  <a:pt x="9925" y="2111"/>
                </a:lnTo>
                <a:cubicBezTo>
                  <a:pt x="9925" y="945"/>
                  <a:pt x="8980" y="0"/>
                  <a:pt x="7814" y="0"/>
                </a:cubicBezTo>
                <a:cubicBezTo>
                  <a:pt x="7089" y="0"/>
                  <a:pt x="6428" y="378"/>
                  <a:pt x="6050" y="977"/>
                </a:cubicBezTo>
                <a:cubicBezTo>
                  <a:pt x="5640" y="378"/>
                  <a:pt x="4979" y="0"/>
                  <a:pt x="425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171" name="Google Shape;3171;p47"/>
          <p:cNvGrpSpPr/>
          <p:nvPr/>
        </p:nvGrpSpPr>
        <p:grpSpPr>
          <a:xfrm>
            <a:off x="3778384" y="3303951"/>
            <a:ext cx="278242" cy="278219"/>
            <a:chOff x="-44914800" y="2342000"/>
            <a:chExt cx="300900" cy="300875"/>
          </a:xfrm>
        </p:grpSpPr>
        <p:sp>
          <p:nvSpPr>
            <p:cNvPr id="3172" name="Google Shape;3172;p47"/>
            <p:cNvSpPr/>
            <p:nvPr/>
          </p:nvSpPr>
          <p:spPr>
            <a:xfrm>
              <a:off x="-44914800" y="2342000"/>
              <a:ext cx="300900" cy="300875"/>
            </a:xfrm>
            <a:custGeom>
              <a:rect b="b" l="l" r="r" t="t"/>
              <a:pathLst>
                <a:path extrusionOk="0" h="12035" w="12036">
                  <a:moveTo>
                    <a:pt x="1450" y="725"/>
                  </a:moveTo>
                  <a:lnTo>
                    <a:pt x="1450" y="1418"/>
                  </a:lnTo>
                  <a:lnTo>
                    <a:pt x="725" y="1418"/>
                  </a:lnTo>
                  <a:lnTo>
                    <a:pt x="725" y="725"/>
                  </a:lnTo>
                  <a:close/>
                  <a:moveTo>
                    <a:pt x="11311" y="725"/>
                  </a:moveTo>
                  <a:lnTo>
                    <a:pt x="11311" y="1418"/>
                  </a:lnTo>
                  <a:lnTo>
                    <a:pt x="10618" y="1418"/>
                  </a:lnTo>
                  <a:lnTo>
                    <a:pt x="10618" y="725"/>
                  </a:lnTo>
                  <a:close/>
                  <a:moveTo>
                    <a:pt x="9893" y="1418"/>
                  </a:moveTo>
                  <a:lnTo>
                    <a:pt x="9893" y="1796"/>
                  </a:lnTo>
                  <a:cubicBezTo>
                    <a:pt x="9893" y="1985"/>
                    <a:pt x="10051" y="2142"/>
                    <a:pt x="10240" y="2142"/>
                  </a:cubicBezTo>
                  <a:lnTo>
                    <a:pt x="10618" y="2142"/>
                  </a:lnTo>
                  <a:lnTo>
                    <a:pt x="10618" y="9893"/>
                  </a:lnTo>
                  <a:lnTo>
                    <a:pt x="10240" y="9893"/>
                  </a:lnTo>
                  <a:cubicBezTo>
                    <a:pt x="10051" y="9893"/>
                    <a:pt x="9893" y="10050"/>
                    <a:pt x="9893" y="10239"/>
                  </a:cubicBezTo>
                  <a:lnTo>
                    <a:pt x="9893" y="10617"/>
                  </a:lnTo>
                  <a:lnTo>
                    <a:pt x="2143" y="10617"/>
                  </a:lnTo>
                  <a:lnTo>
                    <a:pt x="2143" y="10239"/>
                  </a:lnTo>
                  <a:cubicBezTo>
                    <a:pt x="2143" y="10050"/>
                    <a:pt x="1985" y="9893"/>
                    <a:pt x="1796" y="9893"/>
                  </a:cubicBezTo>
                  <a:lnTo>
                    <a:pt x="1450" y="9893"/>
                  </a:lnTo>
                  <a:lnTo>
                    <a:pt x="1450" y="2142"/>
                  </a:lnTo>
                  <a:lnTo>
                    <a:pt x="1796" y="2142"/>
                  </a:lnTo>
                  <a:cubicBezTo>
                    <a:pt x="1985" y="2142"/>
                    <a:pt x="2143" y="1985"/>
                    <a:pt x="2143" y="1796"/>
                  </a:cubicBezTo>
                  <a:lnTo>
                    <a:pt x="2143" y="1418"/>
                  </a:lnTo>
                  <a:close/>
                  <a:moveTo>
                    <a:pt x="1418" y="10617"/>
                  </a:moveTo>
                  <a:lnTo>
                    <a:pt x="1418" y="11310"/>
                  </a:lnTo>
                  <a:lnTo>
                    <a:pt x="725" y="11310"/>
                  </a:lnTo>
                  <a:lnTo>
                    <a:pt x="725" y="10617"/>
                  </a:lnTo>
                  <a:close/>
                  <a:moveTo>
                    <a:pt x="11311" y="10617"/>
                  </a:moveTo>
                  <a:lnTo>
                    <a:pt x="11311" y="11310"/>
                  </a:lnTo>
                  <a:lnTo>
                    <a:pt x="10618" y="11310"/>
                  </a:lnTo>
                  <a:lnTo>
                    <a:pt x="10618" y="10617"/>
                  </a:lnTo>
                  <a:close/>
                  <a:moveTo>
                    <a:pt x="379" y="0"/>
                  </a:moveTo>
                  <a:cubicBezTo>
                    <a:pt x="158" y="0"/>
                    <a:pt x="1" y="158"/>
                    <a:pt x="1" y="378"/>
                  </a:cubicBezTo>
                  <a:lnTo>
                    <a:pt x="1" y="1764"/>
                  </a:lnTo>
                  <a:cubicBezTo>
                    <a:pt x="1" y="1985"/>
                    <a:pt x="158" y="2142"/>
                    <a:pt x="379" y="2142"/>
                  </a:cubicBezTo>
                  <a:lnTo>
                    <a:pt x="725" y="2142"/>
                  </a:lnTo>
                  <a:lnTo>
                    <a:pt x="725" y="9893"/>
                  </a:lnTo>
                  <a:lnTo>
                    <a:pt x="379" y="9893"/>
                  </a:lnTo>
                  <a:cubicBezTo>
                    <a:pt x="158" y="9893"/>
                    <a:pt x="1" y="10050"/>
                    <a:pt x="1" y="10239"/>
                  </a:cubicBezTo>
                  <a:lnTo>
                    <a:pt x="1" y="11657"/>
                  </a:lnTo>
                  <a:cubicBezTo>
                    <a:pt x="1" y="11877"/>
                    <a:pt x="158" y="12035"/>
                    <a:pt x="379" y="12035"/>
                  </a:cubicBezTo>
                  <a:lnTo>
                    <a:pt x="1796" y="12035"/>
                  </a:lnTo>
                  <a:cubicBezTo>
                    <a:pt x="1985" y="12035"/>
                    <a:pt x="2143" y="11877"/>
                    <a:pt x="2143" y="11657"/>
                  </a:cubicBezTo>
                  <a:lnTo>
                    <a:pt x="2143" y="11310"/>
                  </a:lnTo>
                  <a:lnTo>
                    <a:pt x="9893" y="11310"/>
                  </a:lnTo>
                  <a:lnTo>
                    <a:pt x="9893" y="11657"/>
                  </a:lnTo>
                  <a:cubicBezTo>
                    <a:pt x="9893" y="11877"/>
                    <a:pt x="10051" y="12035"/>
                    <a:pt x="10240" y="12035"/>
                  </a:cubicBezTo>
                  <a:lnTo>
                    <a:pt x="11657" y="12035"/>
                  </a:lnTo>
                  <a:cubicBezTo>
                    <a:pt x="11878" y="12035"/>
                    <a:pt x="12036" y="11877"/>
                    <a:pt x="12036" y="11657"/>
                  </a:cubicBezTo>
                  <a:lnTo>
                    <a:pt x="12036" y="10239"/>
                  </a:lnTo>
                  <a:cubicBezTo>
                    <a:pt x="12036" y="10050"/>
                    <a:pt x="11878" y="9893"/>
                    <a:pt x="11657" y="9893"/>
                  </a:cubicBezTo>
                  <a:lnTo>
                    <a:pt x="11311" y="9893"/>
                  </a:lnTo>
                  <a:lnTo>
                    <a:pt x="11311" y="2142"/>
                  </a:lnTo>
                  <a:lnTo>
                    <a:pt x="11657" y="2142"/>
                  </a:lnTo>
                  <a:cubicBezTo>
                    <a:pt x="11878" y="2142"/>
                    <a:pt x="12036" y="1985"/>
                    <a:pt x="12036" y="1764"/>
                  </a:cubicBezTo>
                  <a:lnTo>
                    <a:pt x="12036" y="378"/>
                  </a:lnTo>
                  <a:cubicBezTo>
                    <a:pt x="12036" y="158"/>
                    <a:pt x="11878" y="0"/>
                    <a:pt x="11657" y="0"/>
                  </a:cubicBezTo>
                  <a:lnTo>
                    <a:pt x="10240" y="0"/>
                  </a:lnTo>
                  <a:cubicBezTo>
                    <a:pt x="10051" y="0"/>
                    <a:pt x="9893" y="158"/>
                    <a:pt x="9893" y="378"/>
                  </a:cubicBezTo>
                  <a:lnTo>
                    <a:pt x="9893" y="725"/>
                  </a:lnTo>
                  <a:lnTo>
                    <a:pt x="2143" y="725"/>
                  </a:lnTo>
                  <a:lnTo>
                    <a:pt x="2143" y="378"/>
                  </a:lnTo>
                  <a:cubicBezTo>
                    <a:pt x="2143" y="158"/>
                    <a:pt x="1985" y="0"/>
                    <a:pt x="179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3" name="Google Shape;3173;p47"/>
            <p:cNvSpPr/>
            <p:nvPr/>
          </p:nvSpPr>
          <p:spPr>
            <a:xfrm>
              <a:off x="-44860450" y="2412875"/>
              <a:ext cx="193000" cy="159125"/>
            </a:xfrm>
            <a:custGeom>
              <a:rect b="b" l="l" r="r" t="t"/>
              <a:pathLst>
                <a:path extrusionOk="0" h="6365" w="7720">
                  <a:moveTo>
                    <a:pt x="7026" y="694"/>
                  </a:moveTo>
                  <a:lnTo>
                    <a:pt x="7026" y="725"/>
                  </a:lnTo>
                  <a:lnTo>
                    <a:pt x="7026" y="5136"/>
                  </a:lnTo>
                  <a:lnTo>
                    <a:pt x="5514" y="3624"/>
                  </a:lnTo>
                  <a:cubicBezTo>
                    <a:pt x="5451" y="3561"/>
                    <a:pt x="5356" y="3498"/>
                    <a:pt x="5262" y="3498"/>
                  </a:cubicBezTo>
                  <a:cubicBezTo>
                    <a:pt x="5167" y="3498"/>
                    <a:pt x="5041" y="3561"/>
                    <a:pt x="5010" y="3624"/>
                  </a:cubicBezTo>
                  <a:lnTo>
                    <a:pt x="3907" y="4821"/>
                  </a:lnTo>
                  <a:lnTo>
                    <a:pt x="2678" y="3592"/>
                  </a:lnTo>
                  <a:cubicBezTo>
                    <a:pt x="2615" y="3529"/>
                    <a:pt x="2529" y="3498"/>
                    <a:pt x="2438" y="3498"/>
                  </a:cubicBezTo>
                  <a:cubicBezTo>
                    <a:pt x="2348" y="3498"/>
                    <a:pt x="2253" y="3529"/>
                    <a:pt x="2174" y="3592"/>
                  </a:cubicBezTo>
                  <a:lnTo>
                    <a:pt x="662" y="5104"/>
                  </a:lnTo>
                  <a:lnTo>
                    <a:pt x="662" y="694"/>
                  </a:lnTo>
                  <a:close/>
                  <a:moveTo>
                    <a:pt x="2458" y="4380"/>
                  </a:moveTo>
                  <a:lnTo>
                    <a:pt x="3718" y="5640"/>
                  </a:lnTo>
                  <a:lnTo>
                    <a:pt x="1198" y="5640"/>
                  </a:lnTo>
                  <a:lnTo>
                    <a:pt x="2458" y="4380"/>
                  </a:lnTo>
                  <a:close/>
                  <a:moveTo>
                    <a:pt x="5293" y="4411"/>
                  </a:moveTo>
                  <a:lnTo>
                    <a:pt x="6554" y="5671"/>
                  </a:lnTo>
                  <a:lnTo>
                    <a:pt x="4695" y="5671"/>
                  </a:lnTo>
                  <a:lnTo>
                    <a:pt x="4695" y="5640"/>
                  </a:lnTo>
                  <a:lnTo>
                    <a:pt x="4411" y="5356"/>
                  </a:lnTo>
                  <a:lnTo>
                    <a:pt x="5293" y="4411"/>
                  </a:lnTo>
                  <a:close/>
                  <a:moveTo>
                    <a:pt x="347" y="1"/>
                  </a:moveTo>
                  <a:cubicBezTo>
                    <a:pt x="158" y="1"/>
                    <a:pt x="0" y="158"/>
                    <a:pt x="0" y="379"/>
                  </a:cubicBezTo>
                  <a:lnTo>
                    <a:pt x="0" y="5986"/>
                  </a:lnTo>
                  <a:cubicBezTo>
                    <a:pt x="0" y="6207"/>
                    <a:pt x="158" y="6365"/>
                    <a:pt x="347" y="6365"/>
                  </a:cubicBezTo>
                  <a:lnTo>
                    <a:pt x="7373" y="6365"/>
                  </a:lnTo>
                  <a:cubicBezTo>
                    <a:pt x="7562" y="6365"/>
                    <a:pt x="7719" y="6207"/>
                    <a:pt x="7719" y="5986"/>
                  </a:cubicBezTo>
                  <a:lnTo>
                    <a:pt x="7719" y="379"/>
                  </a:lnTo>
                  <a:cubicBezTo>
                    <a:pt x="7719" y="158"/>
                    <a:pt x="7562" y="1"/>
                    <a:pt x="737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4" name="Google Shape;3174;p47"/>
            <p:cNvSpPr/>
            <p:nvPr/>
          </p:nvSpPr>
          <p:spPr>
            <a:xfrm>
              <a:off x="-44791150" y="2439650"/>
              <a:ext cx="52800" cy="53600"/>
            </a:xfrm>
            <a:custGeom>
              <a:rect b="b" l="l" r="r" t="t"/>
              <a:pathLst>
                <a:path extrusionOk="0" h="2144" w="2112">
                  <a:moveTo>
                    <a:pt x="1041" y="725"/>
                  </a:moveTo>
                  <a:cubicBezTo>
                    <a:pt x="1261" y="725"/>
                    <a:pt x="1419" y="883"/>
                    <a:pt x="1419" y="1072"/>
                  </a:cubicBezTo>
                  <a:cubicBezTo>
                    <a:pt x="1419" y="1261"/>
                    <a:pt x="1261" y="1418"/>
                    <a:pt x="1041" y="1418"/>
                  </a:cubicBezTo>
                  <a:cubicBezTo>
                    <a:pt x="852" y="1418"/>
                    <a:pt x="694" y="1261"/>
                    <a:pt x="694" y="1072"/>
                  </a:cubicBezTo>
                  <a:cubicBezTo>
                    <a:pt x="694" y="883"/>
                    <a:pt x="852" y="725"/>
                    <a:pt x="1041" y="725"/>
                  </a:cubicBezTo>
                  <a:close/>
                  <a:moveTo>
                    <a:pt x="1041" y="1"/>
                  </a:moveTo>
                  <a:cubicBezTo>
                    <a:pt x="473" y="1"/>
                    <a:pt x="1" y="473"/>
                    <a:pt x="1" y="1072"/>
                  </a:cubicBezTo>
                  <a:cubicBezTo>
                    <a:pt x="32" y="1670"/>
                    <a:pt x="505" y="2143"/>
                    <a:pt x="1041" y="2143"/>
                  </a:cubicBezTo>
                  <a:cubicBezTo>
                    <a:pt x="1639" y="2143"/>
                    <a:pt x="2112" y="1670"/>
                    <a:pt x="2112" y="1072"/>
                  </a:cubicBezTo>
                  <a:cubicBezTo>
                    <a:pt x="2112" y="473"/>
                    <a:pt x="1639" y="1"/>
                    <a:pt x="104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175" name="Google Shape;3175;p47"/>
          <p:cNvSpPr/>
          <p:nvPr/>
        </p:nvSpPr>
        <p:spPr>
          <a:xfrm>
            <a:off x="1588913" y="1561701"/>
            <a:ext cx="276786" cy="276416"/>
          </a:xfrm>
          <a:custGeom>
            <a:rect b="b" l="l" r="r" t="t"/>
            <a:pathLst>
              <a:path extrusionOk="0" h="11957" w="11973">
                <a:moveTo>
                  <a:pt x="5986" y="748"/>
                </a:moveTo>
                <a:lnTo>
                  <a:pt x="8003" y="1756"/>
                </a:lnTo>
                <a:lnTo>
                  <a:pt x="5986" y="2796"/>
                </a:lnTo>
                <a:lnTo>
                  <a:pt x="4002" y="1756"/>
                </a:lnTo>
                <a:lnTo>
                  <a:pt x="5986" y="748"/>
                </a:lnTo>
                <a:close/>
                <a:moveTo>
                  <a:pt x="3561" y="2324"/>
                </a:moveTo>
                <a:lnTo>
                  <a:pt x="5671" y="3395"/>
                </a:lnTo>
                <a:lnTo>
                  <a:pt x="5671" y="6136"/>
                </a:lnTo>
                <a:lnTo>
                  <a:pt x="3561" y="5064"/>
                </a:lnTo>
                <a:lnTo>
                  <a:pt x="3561" y="2324"/>
                </a:lnTo>
                <a:close/>
                <a:moveTo>
                  <a:pt x="8475" y="2324"/>
                </a:moveTo>
                <a:lnTo>
                  <a:pt x="8475" y="5064"/>
                </a:lnTo>
                <a:lnTo>
                  <a:pt x="6364" y="6136"/>
                </a:lnTo>
                <a:lnTo>
                  <a:pt x="6364" y="3395"/>
                </a:lnTo>
                <a:lnTo>
                  <a:pt x="8475" y="2324"/>
                </a:lnTo>
                <a:close/>
                <a:moveTo>
                  <a:pt x="3214" y="5663"/>
                </a:moveTo>
                <a:lnTo>
                  <a:pt x="5230" y="6703"/>
                </a:lnTo>
                <a:lnTo>
                  <a:pt x="3214" y="7711"/>
                </a:lnTo>
                <a:lnTo>
                  <a:pt x="1166" y="6703"/>
                </a:lnTo>
                <a:lnTo>
                  <a:pt x="3214" y="5663"/>
                </a:lnTo>
                <a:close/>
                <a:moveTo>
                  <a:pt x="8822" y="5663"/>
                </a:moveTo>
                <a:lnTo>
                  <a:pt x="10870" y="6703"/>
                </a:lnTo>
                <a:lnTo>
                  <a:pt x="8822" y="7711"/>
                </a:lnTo>
                <a:lnTo>
                  <a:pt x="6837" y="6703"/>
                </a:lnTo>
                <a:lnTo>
                  <a:pt x="8822" y="5663"/>
                </a:lnTo>
                <a:close/>
                <a:moveTo>
                  <a:pt x="5671" y="7238"/>
                </a:moveTo>
                <a:lnTo>
                  <a:pt x="5671" y="9948"/>
                </a:lnTo>
                <a:lnTo>
                  <a:pt x="3561" y="11019"/>
                </a:lnTo>
                <a:lnTo>
                  <a:pt x="3561" y="8309"/>
                </a:lnTo>
                <a:lnTo>
                  <a:pt x="5671" y="7238"/>
                </a:lnTo>
                <a:close/>
                <a:moveTo>
                  <a:pt x="11311" y="7238"/>
                </a:moveTo>
                <a:lnTo>
                  <a:pt x="11311" y="10011"/>
                </a:lnTo>
                <a:lnTo>
                  <a:pt x="9200" y="11050"/>
                </a:lnTo>
                <a:lnTo>
                  <a:pt x="9200" y="8309"/>
                </a:lnTo>
                <a:lnTo>
                  <a:pt x="11311" y="7238"/>
                </a:lnTo>
                <a:close/>
                <a:moveTo>
                  <a:pt x="725" y="7270"/>
                </a:moveTo>
                <a:lnTo>
                  <a:pt x="2836" y="8341"/>
                </a:lnTo>
                <a:lnTo>
                  <a:pt x="2836" y="11082"/>
                </a:lnTo>
                <a:lnTo>
                  <a:pt x="725" y="10042"/>
                </a:lnTo>
                <a:lnTo>
                  <a:pt x="725" y="7270"/>
                </a:lnTo>
                <a:close/>
                <a:moveTo>
                  <a:pt x="6364" y="7270"/>
                </a:moveTo>
                <a:lnTo>
                  <a:pt x="8475" y="8341"/>
                </a:lnTo>
                <a:lnTo>
                  <a:pt x="8475" y="11082"/>
                </a:lnTo>
                <a:lnTo>
                  <a:pt x="6364" y="10042"/>
                </a:lnTo>
                <a:lnTo>
                  <a:pt x="6364" y="7270"/>
                </a:lnTo>
                <a:close/>
                <a:moveTo>
                  <a:pt x="5998" y="0"/>
                </a:moveTo>
                <a:cubicBezTo>
                  <a:pt x="5947" y="0"/>
                  <a:pt x="5892" y="8"/>
                  <a:pt x="5829" y="24"/>
                </a:cubicBezTo>
                <a:lnTo>
                  <a:pt x="3056" y="1441"/>
                </a:lnTo>
                <a:cubicBezTo>
                  <a:pt x="2930" y="1536"/>
                  <a:pt x="2836" y="1662"/>
                  <a:pt x="2836" y="1756"/>
                </a:cubicBezTo>
                <a:lnTo>
                  <a:pt x="2836" y="5064"/>
                </a:lnTo>
                <a:lnTo>
                  <a:pt x="221" y="6388"/>
                </a:lnTo>
                <a:cubicBezTo>
                  <a:pt x="95" y="6451"/>
                  <a:pt x="0" y="6577"/>
                  <a:pt x="0" y="6703"/>
                </a:cubicBezTo>
                <a:lnTo>
                  <a:pt x="0" y="10200"/>
                </a:lnTo>
                <a:cubicBezTo>
                  <a:pt x="0" y="10326"/>
                  <a:pt x="95" y="10420"/>
                  <a:pt x="221" y="10515"/>
                </a:cubicBezTo>
                <a:lnTo>
                  <a:pt x="3056" y="11933"/>
                </a:lnTo>
                <a:cubicBezTo>
                  <a:pt x="3088" y="11948"/>
                  <a:pt x="3135" y="11956"/>
                  <a:pt x="3190" y="11956"/>
                </a:cubicBezTo>
                <a:cubicBezTo>
                  <a:pt x="3245" y="11956"/>
                  <a:pt x="3308" y="11948"/>
                  <a:pt x="3371" y="11933"/>
                </a:cubicBezTo>
                <a:lnTo>
                  <a:pt x="5986" y="10578"/>
                </a:lnTo>
                <a:lnTo>
                  <a:pt x="8633" y="11933"/>
                </a:lnTo>
                <a:cubicBezTo>
                  <a:pt x="8680" y="11948"/>
                  <a:pt x="8727" y="11956"/>
                  <a:pt x="8779" y="11956"/>
                </a:cubicBezTo>
                <a:cubicBezTo>
                  <a:pt x="8830" y="11956"/>
                  <a:pt x="8885" y="11948"/>
                  <a:pt x="8948" y="11933"/>
                </a:cubicBezTo>
                <a:lnTo>
                  <a:pt x="11783" y="10515"/>
                </a:lnTo>
                <a:cubicBezTo>
                  <a:pt x="11909" y="10420"/>
                  <a:pt x="11972" y="10326"/>
                  <a:pt x="11972" y="10200"/>
                </a:cubicBezTo>
                <a:lnTo>
                  <a:pt x="11972" y="6703"/>
                </a:lnTo>
                <a:cubicBezTo>
                  <a:pt x="11972" y="6577"/>
                  <a:pt x="11941" y="6451"/>
                  <a:pt x="11783" y="6388"/>
                </a:cubicBezTo>
                <a:lnTo>
                  <a:pt x="9137" y="5064"/>
                </a:lnTo>
                <a:lnTo>
                  <a:pt x="9137" y="1756"/>
                </a:lnTo>
                <a:cubicBezTo>
                  <a:pt x="9137" y="1662"/>
                  <a:pt x="9074" y="1536"/>
                  <a:pt x="8948" y="1441"/>
                </a:cubicBezTo>
                <a:lnTo>
                  <a:pt x="6144" y="24"/>
                </a:lnTo>
                <a:cubicBezTo>
                  <a:pt x="6097" y="8"/>
                  <a:pt x="6049" y="0"/>
                  <a:pt x="599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176" name="Google Shape;3176;p47"/>
          <p:cNvGrpSpPr/>
          <p:nvPr/>
        </p:nvGrpSpPr>
        <p:grpSpPr>
          <a:xfrm>
            <a:off x="1588185" y="1997423"/>
            <a:ext cx="278242" cy="276901"/>
            <a:chOff x="-49786250" y="2316650"/>
            <a:chExt cx="300900" cy="299450"/>
          </a:xfrm>
        </p:grpSpPr>
        <p:sp>
          <p:nvSpPr>
            <p:cNvPr id="3177" name="Google Shape;3177;p47"/>
            <p:cNvSpPr/>
            <p:nvPr/>
          </p:nvSpPr>
          <p:spPr>
            <a:xfrm>
              <a:off x="-49746875" y="2316650"/>
              <a:ext cx="217400" cy="299450"/>
            </a:xfrm>
            <a:custGeom>
              <a:rect b="b" l="l" r="r" t="t"/>
              <a:pathLst>
                <a:path extrusionOk="0" h="11978" w="8696">
                  <a:moveTo>
                    <a:pt x="4411" y="3944"/>
                  </a:moveTo>
                  <a:lnTo>
                    <a:pt x="5010" y="5110"/>
                  </a:lnTo>
                  <a:cubicBezTo>
                    <a:pt x="4837" y="5188"/>
                    <a:pt x="4640" y="5228"/>
                    <a:pt x="4439" y="5228"/>
                  </a:cubicBezTo>
                  <a:cubicBezTo>
                    <a:pt x="4238" y="5228"/>
                    <a:pt x="4033" y="5188"/>
                    <a:pt x="3844" y="5110"/>
                  </a:cubicBezTo>
                  <a:lnTo>
                    <a:pt x="4411" y="3944"/>
                  </a:lnTo>
                  <a:close/>
                  <a:moveTo>
                    <a:pt x="5136" y="5834"/>
                  </a:moveTo>
                  <a:lnTo>
                    <a:pt x="5136" y="8418"/>
                  </a:lnTo>
                  <a:lnTo>
                    <a:pt x="3718" y="8418"/>
                  </a:lnTo>
                  <a:lnTo>
                    <a:pt x="3718" y="5834"/>
                  </a:lnTo>
                  <a:cubicBezTo>
                    <a:pt x="3939" y="5897"/>
                    <a:pt x="4191" y="5960"/>
                    <a:pt x="4411" y="5960"/>
                  </a:cubicBezTo>
                  <a:cubicBezTo>
                    <a:pt x="4663" y="5960"/>
                    <a:pt x="4884" y="5897"/>
                    <a:pt x="5136" y="5834"/>
                  </a:cubicBezTo>
                  <a:close/>
                  <a:moveTo>
                    <a:pt x="4390" y="657"/>
                  </a:moveTo>
                  <a:cubicBezTo>
                    <a:pt x="5196" y="657"/>
                    <a:pt x="5982" y="942"/>
                    <a:pt x="6617" y="1455"/>
                  </a:cubicBezTo>
                  <a:cubicBezTo>
                    <a:pt x="7467" y="2117"/>
                    <a:pt x="7940" y="3156"/>
                    <a:pt x="7940" y="4196"/>
                  </a:cubicBezTo>
                  <a:cubicBezTo>
                    <a:pt x="7940" y="5078"/>
                    <a:pt x="7625" y="5897"/>
                    <a:pt x="7058" y="6527"/>
                  </a:cubicBezTo>
                  <a:cubicBezTo>
                    <a:pt x="6585" y="7095"/>
                    <a:pt x="6270" y="7756"/>
                    <a:pt x="6207" y="8418"/>
                  </a:cubicBezTo>
                  <a:lnTo>
                    <a:pt x="5829" y="8418"/>
                  </a:lnTo>
                  <a:lnTo>
                    <a:pt x="5829" y="5267"/>
                  </a:lnTo>
                  <a:cubicBezTo>
                    <a:pt x="5829" y="5236"/>
                    <a:pt x="5829" y="5141"/>
                    <a:pt x="5798" y="5110"/>
                  </a:cubicBezTo>
                  <a:lnTo>
                    <a:pt x="4726" y="2999"/>
                  </a:lnTo>
                  <a:cubicBezTo>
                    <a:pt x="4663" y="2873"/>
                    <a:pt x="4537" y="2778"/>
                    <a:pt x="4411" y="2778"/>
                  </a:cubicBezTo>
                  <a:cubicBezTo>
                    <a:pt x="4317" y="2778"/>
                    <a:pt x="4191" y="2873"/>
                    <a:pt x="4096" y="2999"/>
                  </a:cubicBezTo>
                  <a:lnTo>
                    <a:pt x="3057" y="5110"/>
                  </a:lnTo>
                  <a:cubicBezTo>
                    <a:pt x="2994" y="5141"/>
                    <a:pt x="2994" y="5236"/>
                    <a:pt x="2994" y="5267"/>
                  </a:cubicBezTo>
                  <a:lnTo>
                    <a:pt x="2994" y="8418"/>
                  </a:lnTo>
                  <a:lnTo>
                    <a:pt x="2647" y="8418"/>
                  </a:lnTo>
                  <a:cubicBezTo>
                    <a:pt x="2584" y="7756"/>
                    <a:pt x="2301" y="7095"/>
                    <a:pt x="1796" y="6527"/>
                  </a:cubicBezTo>
                  <a:cubicBezTo>
                    <a:pt x="1040" y="5708"/>
                    <a:pt x="757" y="4574"/>
                    <a:pt x="1009" y="3408"/>
                  </a:cubicBezTo>
                  <a:cubicBezTo>
                    <a:pt x="1261" y="2085"/>
                    <a:pt x="2332" y="1014"/>
                    <a:pt x="3687" y="731"/>
                  </a:cubicBezTo>
                  <a:cubicBezTo>
                    <a:pt x="3921" y="681"/>
                    <a:pt x="4156" y="657"/>
                    <a:pt x="4390" y="657"/>
                  </a:cubicBezTo>
                  <a:close/>
                  <a:moveTo>
                    <a:pt x="6207" y="9142"/>
                  </a:moveTo>
                  <a:lnTo>
                    <a:pt x="6207" y="9489"/>
                  </a:lnTo>
                  <a:cubicBezTo>
                    <a:pt x="6207" y="9678"/>
                    <a:pt x="6050" y="9835"/>
                    <a:pt x="5829" y="9835"/>
                  </a:cubicBezTo>
                  <a:lnTo>
                    <a:pt x="3057" y="9835"/>
                  </a:lnTo>
                  <a:cubicBezTo>
                    <a:pt x="2836" y="9835"/>
                    <a:pt x="2679" y="9678"/>
                    <a:pt x="2679" y="9489"/>
                  </a:cubicBezTo>
                  <a:lnTo>
                    <a:pt x="2679" y="9142"/>
                  </a:lnTo>
                  <a:close/>
                  <a:moveTo>
                    <a:pt x="5483" y="10529"/>
                  </a:moveTo>
                  <a:lnTo>
                    <a:pt x="5483" y="10907"/>
                  </a:lnTo>
                  <a:cubicBezTo>
                    <a:pt x="5483" y="11096"/>
                    <a:pt x="5325" y="11253"/>
                    <a:pt x="5136" y="11253"/>
                  </a:cubicBezTo>
                  <a:lnTo>
                    <a:pt x="3718" y="11253"/>
                  </a:lnTo>
                  <a:cubicBezTo>
                    <a:pt x="3529" y="11253"/>
                    <a:pt x="3372" y="11096"/>
                    <a:pt x="3372" y="10907"/>
                  </a:cubicBezTo>
                  <a:lnTo>
                    <a:pt x="3372" y="10529"/>
                  </a:lnTo>
                  <a:close/>
                  <a:moveTo>
                    <a:pt x="4318" y="0"/>
                  </a:moveTo>
                  <a:cubicBezTo>
                    <a:pt x="4056" y="0"/>
                    <a:pt x="3792" y="23"/>
                    <a:pt x="3529" y="69"/>
                  </a:cubicBezTo>
                  <a:cubicBezTo>
                    <a:pt x="1954" y="384"/>
                    <a:pt x="631" y="1707"/>
                    <a:pt x="284" y="3314"/>
                  </a:cubicBezTo>
                  <a:cubicBezTo>
                    <a:pt x="1" y="4637"/>
                    <a:pt x="379" y="6023"/>
                    <a:pt x="1261" y="7000"/>
                  </a:cubicBezTo>
                  <a:cubicBezTo>
                    <a:pt x="1702" y="7536"/>
                    <a:pt x="1986" y="8166"/>
                    <a:pt x="1986" y="8796"/>
                  </a:cubicBezTo>
                  <a:lnTo>
                    <a:pt x="1986" y="9489"/>
                  </a:lnTo>
                  <a:cubicBezTo>
                    <a:pt x="1986" y="9961"/>
                    <a:pt x="2269" y="10371"/>
                    <a:pt x="2679" y="10466"/>
                  </a:cubicBezTo>
                  <a:lnTo>
                    <a:pt x="2679" y="10907"/>
                  </a:lnTo>
                  <a:cubicBezTo>
                    <a:pt x="2679" y="11505"/>
                    <a:pt x="3151" y="11978"/>
                    <a:pt x="3750" y="11978"/>
                  </a:cubicBezTo>
                  <a:lnTo>
                    <a:pt x="5168" y="11978"/>
                  </a:lnTo>
                  <a:cubicBezTo>
                    <a:pt x="5766" y="11978"/>
                    <a:pt x="6239" y="11505"/>
                    <a:pt x="6239" y="10907"/>
                  </a:cubicBezTo>
                  <a:lnTo>
                    <a:pt x="6239" y="10466"/>
                  </a:lnTo>
                  <a:cubicBezTo>
                    <a:pt x="6617" y="10308"/>
                    <a:pt x="6963" y="9930"/>
                    <a:pt x="6963" y="9489"/>
                  </a:cubicBezTo>
                  <a:lnTo>
                    <a:pt x="6963" y="8796"/>
                  </a:lnTo>
                  <a:cubicBezTo>
                    <a:pt x="6963" y="8166"/>
                    <a:pt x="7184" y="7536"/>
                    <a:pt x="7656" y="6969"/>
                  </a:cubicBezTo>
                  <a:cubicBezTo>
                    <a:pt x="8318" y="6212"/>
                    <a:pt x="8696" y="5236"/>
                    <a:pt x="8696" y="4228"/>
                  </a:cubicBezTo>
                  <a:cubicBezTo>
                    <a:pt x="8633" y="2967"/>
                    <a:pt x="8097" y="1739"/>
                    <a:pt x="7058" y="951"/>
                  </a:cubicBezTo>
                  <a:cubicBezTo>
                    <a:pt x="6285" y="328"/>
                    <a:pt x="5314" y="0"/>
                    <a:pt x="431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8" name="Google Shape;3178;p47"/>
            <p:cNvSpPr/>
            <p:nvPr/>
          </p:nvSpPr>
          <p:spPr>
            <a:xfrm>
              <a:off x="-49786250" y="2422325"/>
              <a:ext cx="36250" cy="17350"/>
            </a:xfrm>
            <a:custGeom>
              <a:rect b="b" l="l" r="r" t="t"/>
              <a:pathLst>
                <a:path extrusionOk="0" h="694" w="1450">
                  <a:moveTo>
                    <a:pt x="379" y="1"/>
                  </a:moveTo>
                  <a:cubicBezTo>
                    <a:pt x="158" y="1"/>
                    <a:pt x="0" y="158"/>
                    <a:pt x="0" y="347"/>
                  </a:cubicBezTo>
                  <a:cubicBezTo>
                    <a:pt x="0" y="536"/>
                    <a:pt x="158" y="694"/>
                    <a:pt x="379" y="694"/>
                  </a:cubicBezTo>
                  <a:lnTo>
                    <a:pt x="1072" y="694"/>
                  </a:lnTo>
                  <a:cubicBezTo>
                    <a:pt x="1261" y="694"/>
                    <a:pt x="1418" y="536"/>
                    <a:pt x="1418" y="347"/>
                  </a:cubicBezTo>
                  <a:cubicBezTo>
                    <a:pt x="1450" y="127"/>
                    <a:pt x="1261" y="1"/>
                    <a:pt x="107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9" name="Google Shape;3179;p47"/>
            <p:cNvSpPr/>
            <p:nvPr/>
          </p:nvSpPr>
          <p:spPr>
            <a:xfrm>
              <a:off x="-49783900" y="2362475"/>
              <a:ext cx="31550" cy="30150"/>
            </a:xfrm>
            <a:custGeom>
              <a:rect b="b" l="l" r="r" t="t"/>
              <a:pathLst>
                <a:path extrusionOk="0" h="1206" w="1262">
                  <a:moveTo>
                    <a:pt x="391" y="0"/>
                  </a:moveTo>
                  <a:cubicBezTo>
                    <a:pt x="300" y="0"/>
                    <a:pt x="206" y="32"/>
                    <a:pt x="127" y="95"/>
                  </a:cubicBezTo>
                  <a:cubicBezTo>
                    <a:pt x="1" y="221"/>
                    <a:pt x="1" y="441"/>
                    <a:pt x="127" y="599"/>
                  </a:cubicBezTo>
                  <a:lnTo>
                    <a:pt x="631" y="1134"/>
                  </a:lnTo>
                  <a:cubicBezTo>
                    <a:pt x="694" y="1182"/>
                    <a:pt x="781" y="1205"/>
                    <a:pt x="871" y="1205"/>
                  </a:cubicBezTo>
                  <a:cubicBezTo>
                    <a:pt x="962" y="1205"/>
                    <a:pt x="1056" y="1182"/>
                    <a:pt x="1135" y="1134"/>
                  </a:cubicBezTo>
                  <a:cubicBezTo>
                    <a:pt x="1261" y="1008"/>
                    <a:pt x="1261" y="756"/>
                    <a:pt x="1135" y="599"/>
                  </a:cubicBezTo>
                  <a:lnTo>
                    <a:pt x="631" y="95"/>
                  </a:lnTo>
                  <a:cubicBezTo>
                    <a:pt x="568" y="32"/>
                    <a:pt x="481" y="0"/>
                    <a:pt x="39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0" name="Google Shape;3180;p47"/>
            <p:cNvSpPr/>
            <p:nvPr/>
          </p:nvSpPr>
          <p:spPr>
            <a:xfrm>
              <a:off x="-49783900" y="2468800"/>
              <a:ext cx="31550" cy="30150"/>
            </a:xfrm>
            <a:custGeom>
              <a:rect b="b" l="l" r="r" t="t"/>
              <a:pathLst>
                <a:path extrusionOk="0" h="1206" w="1262">
                  <a:moveTo>
                    <a:pt x="871" y="0"/>
                  </a:moveTo>
                  <a:cubicBezTo>
                    <a:pt x="781" y="0"/>
                    <a:pt x="694" y="32"/>
                    <a:pt x="631" y="95"/>
                  </a:cubicBezTo>
                  <a:lnTo>
                    <a:pt x="127" y="599"/>
                  </a:lnTo>
                  <a:cubicBezTo>
                    <a:pt x="1" y="725"/>
                    <a:pt x="1" y="977"/>
                    <a:pt x="127" y="1135"/>
                  </a:cubicBezTo>
                  <a:cubicBezTo>
                    <a:pt x="174" y="1182"/>
                    <a:pt x="261" y="1205"/>
                    <a:pt x="355" y="1205"/>
                  </a:cubicBezTo>
                  <a:cubicBezTo>
                    <a:pt x="450" y="1205"/>
                    <a:pt x="552" y="1182"/>
                    <a:pt x="631" y="1135"/>
                  </a:cubicBezTo>
                  <a:lnTo>
                    <a:pt x="1135" y="599"/>
                  </a:lnTo>
                  <a:cubicBezTo>
                    <a:pt x="1261" y="504"/>
                    <a:pt x="1261" y="252"/>
                    <a:pt x="1135" y="95"/>
                  </a:cubicBezTo>
                  <a:cubicBezTo>
                    <a:pt x="1056" y="32"/>
                    <a:pt x="962" y="0"/>
                    <a:pt x="87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1" name="Google Shape;3181;p47"/>
            <p:cNvSpPr/>
            <p:nvPr/>
          </p:nvSpPr>
          <p:spPr>
            <a:xfrm>
              <a:off x="-49520825" y="2421550"/>
              <a:ext cx="35475" cy="18125"/>
            </a:xfrm>
            <a:custGeom>
              <a:rect b="b" l="l" r="r" t="t"/>
              <a:pathLst>
                <a:path extrusionOk="0" h="725" w="1419">
                  <a:moveTo>
                    <a:pt x="347" y="0"/>
                  </a:moveTo>
                  <a:cubicBezTo>
                    <a:pt x="158" y="0"/>
                    <a:pt x="1" y="158"/>
                    <a:pt x="1" y="378"/>
                  </a:cubicBezTo>
                  <a:cubicBezTo>
                    <a:pt x="1" y="567"/>
                    <a:pt x="158" y="725"/>
                    <a:pt x="347" y="725"/>
                  </a:cubicBezTo>
                  <a:lnTo>
                    <a:pt x="1072" y="725"/>
                  </a:lnTo>
                  <a:cubicBezTo>
                    <a:pt x="1261" y="725"/>
                    <a:pt x="1418" y="567"/>
                    <a:pt x="1418" y="378"/>
                  </a:cubicBezTo>
                  <a:cubicBezTo>
                    <a:pt x="1418" y="158"/>
                    <a:pt x="1261" y="0"/>
                    <a:pt x="10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2" name="Google Shape;3182;p47"/>
            <p:cNvSpPr/>
            <p:nvPr/>
          </p:nvSpPr>
          <p:spPr>
            <a:xfrm>
              <a:off x="-49519250" y="2362475"/>
              <a:ext cx="31525" cy="31325"/>
            </a:xfrm>
            <a:custGeom>
              <a:rect b="b" l="l" r="r" t="t"/>
              <a:pathLst>
                <a:path extrusionOk="0" h="1253" w="1261">
                  <a:moveTo>
                    <a:pt x="906" y="0"/>
                  </a:moveTo>
                  <a:cubicBezTo>
                    <a:pt x="812" y="0"/>
                    <a:pt x="709" y="32"/>
                    <a:pt x="631" y="95"/>
                  </a:cubicBezTo>
                  <a:lnTo>
                    <a:pt x="127" y="599"/>
                  </a:lnTo>
                  <a:cubicBezTo>
                    <a:pt x="1" y="725"/>
                    <a:pt x="1" y="945"/>
                    <a:pt x="127" y="1134"/>
                  </a:cubicBezTo>
                  <a:cubicBezTo>
                    <a:pt x="190" y="1213"/>
                    <a:pt x="276" y="1253"/>
                    <a:pt x="367" y="1253"/>
                  </a:cubicBezTo>
                  <a:cubicBezTo>
                    <a:pt x="457" y="1253"/>
                    <a:pt x="552" y="1213"/>
                    <a:pt x="631" y="1134"/>
                  </a:cubicBezTo>
                  <a:lnTo>
                    <a:pt x="1135" y="599"/>
                  </a:lnTo>
                  <a:cubicBezTo>
                    <a:pt x="1261" y="473"/>
                    <a:pt x="1261" y="252"/>
                    <a:pt x="1135" y="95"/>
                  </a:cubicBezTo>
                  <a:cubicBezTo>
                    <a:pt x="1088" y="32"/>
                    <a:pt x="1001" y="0"/>
                    <a:pt x="9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3" name="Google Shape;3183;p47"/>
            <p:cNvSpPr/>
            <p:nvPr/>
          </p:nvSpPr>
          <p:spPr>
            <a:xfrm>
              <a:off x="-49519250" y="2468800"/>
              <a:ext cx="31525" cy="30150"/>
            </a:xfrm>
            <a:custGeom>
              <a:rect b="b" l="l" r="r" t="t"/>
              <a:pathLst>
                <a:path extrusionOk="0" h="1206" w="1261">
                  <a:moveTo>
                    <a:pt x="391" y="0"/>
                  </a:moveTo>
                  <a:cubicBezTo>
                    <a:pt x="300" y="0"/>
                    <a:pt x="205" y="32"/>
                    <a:pt x="127" y="95"/>
                  </a:cubicBezTo>
                  <a:cubicBezTo>
                    <a:pt x="1" y="221"/>
                    <a:pt x="1" y="441"/>
                    <a:pt x="127" y="599"/>
                  </a:cubicBezTo>
                  <a:lnTo>
                    <a:pt x="631" y="1135"/>
                  </a:lnTo>
                  <a:cubicBezTo>
                    <a:pt x="694" y="1182"/>
                    <a:pt x="780" y="1205"/>
                    <a:pt x="871" y="1205"/>
                  </a:cubicBezTo>
                  <a:cubicBezTo>
                    <a:pt x="962" y="1205"/>
                    <a:pt x="1056" y="1182"/>
                    <a:pt x="1135" y="1135"/>
                  </a:cubicBezTo>
                  <a:cubicBezTo>
                    <a:pt x="1261" y="1009"/>
                    <a:pt x="1261" y="756"/>
                    <a:pt x="1135" y="599"/>
                  </a:cubicBezTo>
                  <a:lnTo>
                    <a:pt x="631" y="95"/>
                  </a:lnTo>
                  <a:cubicBezTo>
                    <a:pt x="568" y="32"/>
                    <a:pt x="481" y="0"/>
                    <a:pt x="39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184" name="Google Shape;3184;p47"/>
          <p:cNvSpPr/>
          <p:nvPr/>
        </p:nvSpPr>
        <p:spPr>
          <a:xfrm>
            <a:off x="1582729" y="2434323"/>
            <a:ext cx="289154" cy="278242"/>
          </a:xfrm>
          <a:custGeom>
            <a:rect b="b" l="l" r="r" t="t"/>
            <a:pathLst>
              <a:path extrusionOk="0" h="12036" w="12508">
                <a:moveTo>
                  <a:pt x="4600" y="725"/>
                </a:moveTo>
                <a:cubicBezTo>
                  <a:pt x="7026" y="725"/>
                  <a:pt x="8475" y="1387"/>
                  <a:pt x="8475" y="1796"/>
                </a:cubicBezTo>
                <a:cubicBezTo>
                  <a:pt x="8475" y="2143"/>
                  <a:pt x="7058" y="2836"/>
                  <a:pt x="4600" y="2836"/>
                </a:cubicBezTo>
                <a:cubicBezTo>
                  <a:pt x="2111" y="2836"/>
                  <a:pt x="725" y="2143"/>
                  <a:pt x="725" y="1796"/>
                </a:cubicBezTo>
                <a:cubicBezTo>
                  <a:pt x="725" y="1387"/>
                  <a:pt x="2143" y="725"/>
                  <a:pt x="4600" y="725"/>
                </a:cubicBezTo>
                <a:close/>
                <a:moveTo>
                  <a:pt x="694" y="2805"/>
                </a:moveTo>
                <a:cubicBezTo>
                  <a:pt x="1670" y="3403"/>
                  <a:pt x="3371" y="3592"/>
                  <a:pt x="4537" y="3592"/>
                </a:cubicBezTo>
                <a:cubicBezTo>
                  <a:pt x="4915" y="3592"/>
                  <a:pt x="5262" y="3592"/>
                  <a:pt x="5608" y="3561"/>
                </a:cubicBezTo>
                <a:lnTo>
                  <a:pt x="5608" y="4002"/>
                </a:lnTo>
                <a:cubicBezTo>
                  <a:pt x="5608" y="4191"/>
                  <a:pt x="5451" y="4348"/>
                  <a:pt x="5262" y="4348"/>
                </a:cubicBezTo>
                <a:cubicBezTo>
                  <a:pt x="4663" y="4348"/>
                  <a:pt x="4191" y="4821"/>
                  <a:pt x="4191" y="5420"/>
                </a:cubicBezTo>
                <a:lnTo>
                  <a:pt x="4191" y="6113"/>
                </a:lnTo>
                <a:cubicBezTo>
                  <a:pt x="4191" y="6302"/>
                  <a:pt x="4033" y="6459"/>
                  <a:pt x="3844" y="6459"/>
                </a:cubicBezTo>
                <a:cubicBezTo>
                  <a:pt x="3655" y="6459"/>
                  <a:pt x="3497" y="6302"/>
                  <a:pt x="3497" y="6113"/>
                </a:cubicBezTo>
                <a:lnTo>
                  <a:pt x="3497" y="5325"/>
                </a:lnTo>
                <a:cubicBezTo>
                  <a:pt x="3529" y="4726"/>
                  <a:pt x="3056" y="4254"/>
                  <a:pt x="2458" y="4254"/>
                </a:cubicBezTo>
                <a:cubicBezTo>
                  <a:pt x="1859" y="4254"/>
                  <a:pt x="1387" y="4726"/>
                  <a:pt x="1387" y="5325"/>
                </a:cubicBezTo>
                <a:lnTo>
                  <a:pt x="1387" y="6743"/>
                </a:lnTo>
                <a:cubicBezTo>
                  <a:pt x="1387" y="6932"/>
                  <a:pt x="1229" y="7089"/>
                  <a:pt x="1040" y="7089"/>
                </a:cubicBezTo>
                <a:cubicBezTo>
                  <a:pt x="851" y="7089"/>
                  <a:pt x="694" y="6932"/>
                  <a:pt x="694" y="6743"/>
                </a:cubicBezTo>
                <a:lnTo>
                  <a:pt x="694" y="2805"/>
                </a:lnTo>
                <a:close/>
                <a:moveTo>
                  <a:pt x="8475" y="2742"/>
                </a:moveTo>
                <a:lnTo>
                  <a:pt x="8475" y="8192"/>
                </a:lnTo>
                <a:cubicBezTo>
                  <a:pt x="7719" y="8034"/>
                  <a:pt x="7026" y="7625"/>
                  <a:pt x="6553" y="6995"/>
                </a:cubicBezTo>
                <a:lnTo>
                  <a:pt x="5104" y="5010"/>
                </a:lnTo>
                <a:cubicBezTo>
                  <a:pt x="5104" y="5010"/>
                  <a:pt x="5167" y="4978"/>
                  <a:pt x="5293" y="4978"/>
                </a:cubicBezTo>
                <a:cubicBezTo>
                  <a:pt x="5892" y="4978"/>
                  <a:pt x="6364" y="4506"/>
                  <a:pt x="6364" y="3907"/>
                </a:cubicBezTo>
                <a:lnTo>
                  <a:pt x="6364" y="3403"/>
                </a:lnTo>
                <a:cubicBezTo>
                  <a:pt x="7215" y="3277"/>
                  <a:pt x="7971" y="3057"/>
                  <a:pt x="8475" y="2742"/>
                </a:cubicBezTo>
                <a:close/>
                <a:moveTo>
                  <a:pt x="9200" y="3844"/>
                </a:moveTo>
                <a:cubicBezTo>
                  <a:pt x="9925" y="4159"/>
                  <a:pt x="10555" y="4695"/>
                  <a:pt x="10996" y="5325"/>
                </a:cubicBezTo>
                <a:cubicBezTo>
                  <a:pt x="11689" y="6302"/>
                  <a:pt x="11153" y="7782"/>
                  <a:pt x="10019" y="8160"/>
                </a:cubicBezTo>
                <a:cubicBezTo>
                  <a:pt x="9735" y="8223"/>
                  <a:pt x="9452" y="8318"/>
                  <a:pt x="9200" y="8318"/>
                </a:cubicBezTo>
                <a:lnTo>
                  <a:pt x="9200" y="3844"/>
                </a:lnTo>
                <a:close/>
                <a:moveTo>
                  <a:pt x="2489" y="4978"/>
                </a:moveTo>
                <a:cubicBezTo>
                  <a:pt x="2678" y="4978"/>
                  <a:pt x="2836" y="5136"/>
                  <a:pt x="2836" y="5325"/>
                </a:cubicBezTo>
                <a:lnTo>
                  <a:pt x="2836" y="6050"/>
                </a:lnTo>
                <a:cubicBezTo>
                  <a:pt x="2836" y="6617"/>
                  <a:pt x="3308" y="7089"/>
                  <a:pt x="3907" y="7089"/>
                </a:cubicBezTo>
                <a:cubicBezTo>
                  <a:pt x="4474" y="7089"/>
                  <a:pt x="4947" y="6680"/>
                  <a:pt x="4978" y="6081"/>
                </a:cubicBezTo>
                <a:lnTo>
                  <a:pt x="5986" y="7467"/>
                </a:lnTo>
                <a:cubicBezTo>
                  <a:pt x="6459" y="8097"/>
                  <a:pt x="7152" y="8570"/>
                  <a:pt x="7877" y="8822"/>
                </a:cubicBezTo>
                <a:cubicBezTo>
                  <a:pt x="8097" y="8917"/>
                  <a:pt x="8286" y="8948"/>
                  <a:pt x="8507" y="8980"/>
                </a:cubicBezTo>
                <a:lnTo>
                  <a:pt x="8507" y="10303"/>
                </a:lnTo>
                <a:cubicBezTo>
                  <a:pt x="8475" y="10618"/>
                  <a:pt x="7058" y="11311"/>
                  <a:pt x="4600" y="11311"/>
                </a:cubicBezTo>
                <a:cubicBezTo>
                  <a:pt x="2111" y="11311"/>
                  <a:pt x="725" y="10586"/>
                  <a:pt x="725" y="10240"/>
                </a:cubicBezTo>
                <a:lnTo>
                  <a:pt x="725" y="7688"/>
                </a:lnTo>
                <a:cubicBezTo>
                  <a:pt x="851" y="7719"/>
                  <a:pt x="977" y="7782"/>
                  <a:pt x="1072" y="7782"/>
                </a:cubicBezTo>
                <a:cubicBezTo>
                  <a:pt x="1670" y="7782"/>
                  <a:pt x="2143" y="7310"/>
                  <a:pt x="2143" y="6711"/>
                </a:cubicBezTo>
                <a:lnTo>
                  <a:pt x="2143" y="5325"/>
                </a:lnTo>
                <a:cubicBezTo>
                  <a:pt x="2143" y="5136"/>
                  <a:pt x="2300" y="4978"/>
                  <a:pt x="2489" y="4978"/>
                </a:cubicBezTo>
                <a:close/>
                <a:moveTo>
                  <a:pt x="4537" y="1"/>
                </a:moveTo>
                <a:cubicBezTo>
                  <a:pt x="3371" y="1"/>
                  <a:pt x="2300" y="158"/>
                  <a:pt x="1481" y="442"/>
                </a:cubicBezTo>
                <a:cubicBezTo>
                  <a:pt x="252" y="851"/>
                  <a:pt x="0" y="1387"/>
                  <a:pt x="0" y="1796"/>
                </a:cubicBezTo>
                <a:lnTo>
                  <a:pt x="0" y="10240"/>
                </a:lnTo>
                <a:cubicBezTo>
                  <a:pt x="0" y="10649"/>
                  <a:pt x="252" y="11153"/>
                  <a:pt x="1481" y="11594"/>
                </a:cubicBezTo>
                <a:cubicBezTo>
                  <a:pt x="2300" y="11878"/>
                  <a:pt x="3403" y="12036"/>
                  <a:pt x="4537" y="12036"/>
                </a:cubicBezTo>
                <a:cubicBezTo>
                  <a:pt x="6837" y="12036"/>
                  <a:pt x="9137" y="11437"/>
                  <a:pt x="9137" y="10240"/>
                </a:cubicBezTo>
                <a:lnTo>
                  <a:pt x="9137" y="8980"/>
                </a:lnTo>
                <a:cubicBezTo>
                  <a:pt x="9515" y="8980"/>
                  <a:pt x="9862" y="8917"/>
                  <a:pt x="10208" y="8791"/>
                </a:cubicBezTo>
                <a:cubicBezTo>
                  <a:pt x="11815" y="8286"/>
                  <a:pt x="12508" y="6302"/>
                  <a:pt x="11563" y="4884"/>
                </a:cubicBezTo>
                <a:cubicBezTo>
                  <a:pt x="10996" y="4096"/>
                  <a:pt x="10208" y="3435"/>
                  <a:pt x="9137" y="2994"/>
                </a:cubicBezTo>
                <a:lnTo>
                  <a:pt x="9137" y="1796"/>
                </a:lnTo>
                <a:cubicBezTo>
                  <a:pt x="9137" y="631"/>
                  <a:pt x="6837" y="1"/>
                  <a:pt x="453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5" name="Google Shape;3185;p47"/>
          <p:cNvSpPr/>
          <p:nvPr/>
        </p:nvSpPr>
        <p:spPr>
          <a:xfrm>
            <a:off x="3778384" y="1561158"/>
            <a:ext cx="278242" cy="277502"/>
          </a:xfrm>
          <a:custGeom>
            <a:rect b="b" l="l" r="r" t="t"/>
            <a:pathLst>
              <a:path extrusionOk="0" h="12004" w="12036">
                <a:moveTo>
                  <a:pt x="1450" y="693"/>
                </a:moveTo>
                <a:lnTo>
                  <a:pt x="1450" y="1418"/>
                </a:lnTo>
                <a:lnTo>
                  <a:pt x="756" y="1418"/>
                </a:lnTo>
                <a:lnTo>
                  <a:pt x="756" y="693"/>
                </a:lnTo>
                <a:close/>
                <a:moveTo>
                  <a:pt x="11342" y="693"/>
                </a:moveTo>
                <a:lnTo>
                  <a:pt x="11342" y="1418"/>
                </a:lnTo>
                <a:lnTo>
                  <a:pt x="10618" y="1418"/>
                </a:lnTo>
                <a:lnTo>
                  <a:pt x="10618" y="693"/>
                </a:lnTo>
                <a:close/>
                <a:moveTo>
                  <a:pt x="6049" y="4191"/>
                </a:moveTo>
                <a:cubicBezTo>
                  <a:pt x="6270" y="4191"/>
                  <a:pt x="6427" y="4380"/>
                  <a:pt x="6427" y="4569"/>
                </a:cubicBezTo>
                <a:cubicBezTo>
                  <a:pt x="6427" y="4758"/>
                  <a:pt x="6270" y="4915"/>
                  <a:pt x="6049" y="4915"/>
                </a:cubicBezTo>
                <a:cubicBezTo>
                  <a:pt x="5860" y="4915"/>
                  <a:pt x="5703" y="4758"/>
                  <a:pt x="5703" y="4569"/>
                </a:cubicBezTo>
                <a:cubicBezTo>
                  <a:pt x="5703" y="4380"/>
                  <a:pt x="5860" y="4191"/>
                  <a:pt x="6049" y="4191"/>
                </a:cubicBezTo>
                <a:close/>
                <a:moveTo>
                  <a:pt x="6081" y="1040"/>
                </a:moveTo>
                <a:cubicBezTo>
                  <a:pt x="6144" y="1166"/>
                  <a:pt x="8381" y="5167"/>
                  <a:pt x="8475" y="5262"/>
                </a:cubicBezTo>
                <a:lnTo>
                  <a:pt x="7278" y="7026"/>
                </a:lnTo>
                <a:lnTo>
                  <a:pt x="6427" y="7026"/>
                </a:lnTo>
                <a:lnTo>
                  <a:pt x="6427" y="5577"/>
                </a:lnTo>
                <a:cubicBezTo>
                  <a:pt x="6805" y="5419"/>
                  <a:pt x="7120" y="5041"/>
                  <a:pt x="7120" y="4600"/>
                </a:cubicBezTo>
                <a:cubicBezTo>
                  <a:pt x="7120" y="4001"/>
                  <a:pt x="6648" y="3529"/>
                  <a:pt x="6081" y="3529"/>
                </a:cubicBezTo>
                <a:cubicBezTo>
                  <a:pt x="5482" y="3529"/>
                  <a:pt x="5010" y="4001"/>
                  <a:pt x="5010" y="4600"/>
                </a:cubicBezTo>
                <a:cubicBezTo>
                  <a:pt x="5010" y="5073"/>
                  <a:pt x="5293" y="5451"/>
                  <a:pt x="5703" y="5577"/>
                </a:cubicBezTo>
                <a:lnTo>
                  <a:pt x="5703" y="7026"/>
                </a:lnTo>
                <a:lnTo>
                  <a:pt x="4852" y="7026"/>
                </a:lnTo>
                <a:lnTo>
                  <a:pt x="3655" y="5262"/>
                </a:lnTo>
                <a:cubicBezTo>
                  <a:pt x="3749" y="5167"/>
                  <a:pt x="5986" y="1166"/>
                  <a:pt x="6081" y="1040"/>
                </a:cubicBezTo>
                <a:close/>
                <a:moveTo>
                  <a:pt x="3812" y="3529"/>
                </a:moveTo>
                <a:lnTo>
                  <a:pt x="2899" y="5104"/>
                </a:lnTo>
                <a:cubicBezTo>
                  <a:pt x="2836" y="5230"/>
                  <a:pt x="2836" y="5388"/>
                  <a:pt x="2899" y="5451"/>
                </a:cubicBezTo>
                <a:lnTo>
                  <a:pt x="4064" y="7215"/>
                </a:lnTo>
                <a:cubicBezTo>
                  <a:pt x="3749" y="7404"/>
                  <a:pt x="3529" y="7719"/>
                  <a:pt x="3529" y="8097"/>
                </a:cubicBezTo>
                <a:lnTo>
                  <a:pt x="3529" y="8475"/>
                </a:lnTo>
                <a:lnTo>
                  <a:pt x="693" y="8475"/>
                </a:lnTo>
                <a:lnTo>
                  <a:pt x="693" y="3907"/>
                </a:lnTo>
                <a:cubicBezTo>
                  <a:pt x="788" y="3686"/>
                  <a:pt x="945" y="3529"/>
                  <a:pt x="1103" y="3529"/>
                </a:cubicBezTo>
                <a:close/>
                <a:moveTo>
                  <a:pt x="7436" y="7751"/>
                </a:moveTo>
                <a:cubicBezTo>
                  <a:pt x="7625" y="7751"/>
                  <a:pt x="7782" y="7908"/>
                  <a:pt x="7782" y="8097"/>
                </a:cubicBezTo>
                <a:lnTo>
                  <a:pt x="7782" y="8475"/>
                </a:lnTo>
                <a:lnTo>
                  <a:pt x="4285" y="8475"/>
                </a:lnTo>
                <a:lnTo>
                  <a:pt x="4285" y="8097"/>
                </a:lnTo>
                <a:cubicBezTo>
                  <a:pt x="4285" y="7908"/>
                  <a:pt x="4443" y="7751"/>
                  <a:pt x="4632" y="7751"/>
                </a:cubicBezTo>
                <a:close/>
                <a:moveTo>
                  <a:pt x="10996" y="3529"/>
                </a:moveTo>
                <a:cubicBezTo>
                  <a:pt x="11185" y="3529"/>
                  <a:pt x="11342" y="3686"/>
                  <a:pt x="11342" y="3907"/>
                </a:cubicBezTo>
                <a:lnTo>
                  <a:pt x="11342" y="8475"/>
                </a:lnTo>
                <a:lnTo>
                  <a:pt x="8507" y="8475"/>
                </a:lnTo>
                <a:lnTo>
                  <a:pt x="8507" y="8097"/>
                </a:lnTo>
                <a:cubicBezTo>
                  <a:pt x="8507" y="7719"/>
                  <a:pt x="8318" y="7404"/>
                  <a:pt x="8003" y="7215"/>
                </a:cubicBezTo>
                <a:lnTo>
                  <a:pt x="9137" y="5451"/>
                </a:lnTo>
                <a:cubicBezTo>
                  <a:pt x="9200" y="5356"/>
                  <a:pt x="9200" y="5230"/>
                  <a:pt x="9137" y="5104"/>
                </a:cubicBezTo>
                <a:lnTo>
                  <a:pt x="8223" y="3529"/>
                </a:lnTo>
                <a:close/>
                <a:moveTo>
                  <a:pt x="11342" y="9137"/>
                </a:moveTo>
                <a:lnTo>
                  <a:pt x="11342" y="9483"/>
                </a:lnTo>
                <a:cubicBezTo>
                  <a:pt x="11342" y="9672"/>
                  <a:pt x="11185" y="9830"/>
                  <a:pt x="10996" y="9830"/>
                </a:cubicBezTo>
                <a:lnTo>
                  <a:pt x="1103" y="9830"/>
                </a:lnTo>
                <a:cubicBezTo>
                  <a:pt x="914" y="9830"/>
                  <a:pt x="756" y="9672"/>
                  <a:pt x="756" y="9483"/>
                </a:cubicBezTo>
                <a:lnTo>
                  <a:pt x="756" y="9137"/>
                </a:lnTo>
                <a:close/>
                <a:moveTo>
                  <a:pt x="6427" y="10554"/>
                </a:moveTo>
                <a:lnTo>
                  <a:pt x="6427" y="11248"/>
                </a:lnTo>
                <a:lnTo>
                  <a:pt x="5703" y="11248"/>
                </a:lnTo>
                <a:lnTo>
                  <a:pt x="5703" y="10554"/>
                </a:lnTo>
                <a:close/>
                <a:moveTo>
                  <a:pt x="347" y="0"/>
                </a:moveTo>
                <a:cubicBezTo>
                  <a:pt x="158" y="0"/>
                  <a:pt x="0" y="158"/>
                  <a:pt x="0" y="347"/>
                </a:cubicBezTo>
                <a:lnTo>
                  <a:pt x="0" y="1765"/>
                </a:lnTo>
                <a:cubicBezTo>
                  <a:pt x="0" y="1954"/>
                  <a:pt x="158" y="2111"/>
                  <a:pt x="347" y="2111"/>
                </a:cubicBezTo>
                <a:lnTo>
                  <a:pt x="1765" y="2111"/>
                </a:lnTo>
                <a:cubicBezTo>
                  <a:pt x="1954" y="2111"/>
                  <a:pt x="2111" y="1954"/>
                  <a:pt x="2111" y="1765"/>
                </a:cubicBezTo>
                <a:lnTo>
                  <a:pt x="2111" y="1418"/>
                </a:lnTo>
                <a:lnTo>
                  <a:pt x="5010" y="1418"/>
                </a:lnTo>
                <a:lnTo>
                  <a:pt x="4159" y="2836"/>
                </a:lnTo>
                <a:lnTo>
                  <a:pt x="1072" y="2836"/>
                </a:lnTo>
                <a:cubicBezTo>
                  <a:pt x="473" y="2836"/>
                  <a:pt x="0" y="3308"/>
                  <a:pt x="0" y="3907"/>
                </a:cubicBezTo>
                <a:lnTo>
                  <a:pt x="0" y="9515"/>
                </a:lnTo>
                <a:cubicBezTo>
                  <a:pt x="0" y="10113"/>
                  <a:pt x="473" y="10586"/>
                  <a:pt x="1072" y="10586"/>
                </a:cubicBezTo>
                <a:lnTo>
                  <a:pt x="4947" y="10586"/>
                </a:lnTo>
                <a:lnTo>
                  <a:pt x="4947" y="11311"/>
                </a:lnTo>
                <a:lnTo>
                  <a:pt x="3907" y="11311"/>
                </a:lnTo>
                <a:cubicBezTo>
                  <a:pt x="3686" y="11311"/>
                  <a:pt x="3529" y="11468"/>
                  <a:pt x="3529" y="11657"/>
                </a:cubicBezTo>
                <a:cubicBezTo>
                  <a:pt x="3529" y="11846"/>
                  <a:pt x="3686" y="12004"/>
                  <a:pt x="3907" y="12004"/>
                </a:cubicBezTo>
                <a:lnTo>
                  <a:pt x="8097" y="12004"/>
                </a:lnTo>
                <a:cubicBezTo>
                  <a:pt x="8318" y="12004"/>
                  <a:pt x="8475" y="11846"/>
                  <a:pt x="8475" y="11657"/>
                </a:cubicBezTo>
                <a:cubicBezTo>
                  <a:pt x="8475" y="11468"/>
                  <a:pt x="8318" y="11311"/>
                  <a:pt x="8097" y="11311"/>
                </a:cubicBezTo>
                <a:lnTo>
                  <a:pt x="7057" y="11311"/>
                </a:lnTo>
                <a:lnTo>
                  <a:pt x="7057" y="10586"/>
                </a:lnTo>
                <a:lnTo>
                  <a:pt x="10933" y="10586"/>
                </a:lnTo>
                <a:cubicBezTo>
                  <a:pt x="11531" y="10586"/>
                  <a:pt x="12004" y="10113"/>
                  <a:pt x="12004" y="9515"/>
                </a:cubicBezTo>
                <a:lnTo>
                  <a:pt x="12004" y="3907"/>
                </a:lnTo>
                <a:cubicBezTo>
                  <a:pt x="12035" y="3308"/>
                  <a:pt x="11563" y="2836"/>
                  <a:pt x="10996" y="2836"/>
                </a:cubicBezTo>
                <a:lnTo>
                  <a:pt x="7877" y="2836"/>
                </a:lnTo>
                <a:lnTo>
                  <a:pt x="7057" y="1418"/>
                </a:lnTo>
                <a:lnTo>
                  <a:pt x="9924" y="1418"/>
                </a:lnTo>
                <a:lnTo>
                  <a:pt x="9924" y="1765"/>
                </a:lnTo>
                <a:cubicBezTo>
                  <a:pt x="9924" y="1954"/>
                  <a:pt x="10082" y="2111"/>
                  <a:pt x="10271" y="2111"/>
                </a:cubicBezTo>
                <a:lnTo>
                  <a:pt x="11689" y="2111"/>
                </a:lnTo>
                <a:cubicBezTo>
                  <a:pt x="11878" y="2111"/>
                  <a:pt x="12035" y="1954"/>
                  <a:pt x="12035" y="1765"/>
                </a:cubicBezTo>
                <a:lnTo>
                  <a:pt x="12035" y="347"/>
                </a:lnTo>
                <a:cubicBezTo>
                  <a:pt x="12035" y="158"/>
                  <a:pt x="11878" y="0"/>
                  <a:pt x="11689" y="0"/>
                </a:cubicBezTo>
                <a:lnTo>
                  <a:pt x="10271" y="0"/>
                </a:lnTo>
                <a:cubicBezTo>
                  <a:pt x="10082" y="0"/>
                  <a:pt x="9924" y="158"/>
                  <a:pt x="9924" y="347"/>
                </a:cubicBezTo>
                <a:lnTo>
                  <a:pt x="9924" y="693"/>
                </a:lnTo>
                <a:lnTo>
                  <a:pt x="6648" y="693"/>
                </a:lnTo>
                <a:lnTo>
                  <a:pt x="6333" y="189"/>
                </a:lnTo>
                <a:cubicBezTo>
                  <a:pt x="6270" y="63"/>
                  <a:pt x="6144" y="0"/>
                  <a:pt x="6018" y="0"/>
                </a:cubicBezTo>
                <a:cubicBezTo>
                  <a:pt x="5892" y="0"/>
                  <a:pt x="5797" y="63"/>
                  <a:pt x="5703" y="189"/>
                </a:cubicBezTo>
                <a:lnTo>
                  <a:pt x="5388" y="693"/>
                </a:lnTo>
                <a:lnTo>
                  <a:pt x="2111" y="693"/>
                </a:lnTo>
                <a:lnTo>
                  <a:pt x="2111" y="347"/>
                </a:lnTo>
                <a:cubicBezTo>
                  <a:pt x="2111" y="158"/>
                  <a:pt x="1954" y="0"/>
                  <a:pt x="176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186" name="Google Shape;3186;p47"/>
          <p:cNvGrpSpPr/>
          <p:nvPr/>
        </p:nvGrpSpPr>
        <p:grpSpPr>
          <a:xfrm>
            <a:off x="3828271" y="1996764"/>
            <a:ext cx="178467" cy="278219"/>
            <a:chOff x="-47842400" y="2342000"/>
            <a:chExt cx="193000" cy="300875"/>
          </a:xfrm>
        </p:grpSpPr>
        <p:sp>
          <p:nvSpPr>
            <p:cNvPr id="3187" name="Google Shape;3187;p47"/>
            <p:cNvSpPr/>
            <p:nvPr/>
          </p:nvSpPr>
          <p:spPr>
            <a:xfrm>
              <a:off x="-47809325" y="2412875"/>
              <a:ext cx="124475" cy="124475"/>
            </a:xfrm>
            <a:custGeom>
              <a:rect b="b" l="l" r="r" t="t"/>
              <a:pathLst>
                <a:path extrusionOk="0" h="4979" w="4979">
                  <a:moveTo>
                    <a:pt x="1828" y="725"/>
                  </a:moveTo>
                  <a:cubicBezTo>
                    <a:pt x="2301" y="725"/>
                    <a:pt x="2679" y="1009"/>
                    <a:pt x="2805" y="1418"/>
                  </a:cubicBezTo>
                  <a:lnTo>
                    <a:pt x="1828" y="1418"/>
                  </a:lnTo>
                  <a:cubicBezTo>
                    <a:pt x="1639" y="1418"/>
                    <a:pt x="1482" y="1576"/>
                    <a:pt x="1482" y="1796"/>
                  </a:cubicBezTo>
                  <a:lnTo>
                    <a:pt x="1482" y="2773"/>
                  </a:lnTo>
                  <a:cubicBezTo>
                    <a:pt x="1072" y="2647"/>
                    <a:pt x="757" y="2269"/>
                    <a:pt x="757" y="1796"/>
                  </a:cubicBezTo>
                  <a:cubicBezTo>
                    <a:pt x="757" y="1198"/>
                    <a:pt x="1230" y="725"/>
                    <a:pt x="1828" y="725"/>
                  </a:cubicBezTo>
                  <a:close/>
                  <a:moveTo>
                    <a:pt x="2805" y="2143"/>
                  </a:moveTo>
                  <a:cubicBezTo>
                    <a:pt x="2679" y="2458"/>
                    <a:pt x="2458" y="2678"/>
                    <a:pt x="2175" y="2773"/>
                  </a:cubicBezTo>
                  <a:lnTo>
                    <a:pt x="2175" y="2143"/>
                  </a:lnTo>
                  <a:close/>
                  <a:moveTo>
                    <a:pt x="4286" y="2111"/>
                  </a:moveTo>
                  <a:lnTo>
                    <a:pt x="4286" y="4222"/>
                  </a:lnTo>
                  <a:lnTo>
                    <a:pt x="2143" y="4222"/>
                  </a:lnTo>
                  <a:lnTo>
                    <a:pt x="2143" y="3466"/>
                  </a:lnTo>
                  <a:cubicBezTo>
                    <a:pt x="2805" y="3309"/>
                    <a:pt x="3372" y="2804"/>
                    <a:pt x="3529" y="2111"/>
                  </a:cubicBezTo>
                  <a:close/>
                  <a:moveTo>
                    <a:pt x="1797" y="1"/>
                  </a:moveTo>
                  <a:cubicBezTo>
                    <a:pt x="789" y="1"/>
                    <a:pt x="1" y="788"/>
                    <a:pt x="1" y="1796"/>
                  </a:cubicBezTo>
                  <a:cubicBezTo>
                    <a:pt x="1" y="2647"/>
                    <a:pt x="599" y="3372"/>
                    <a:pt x="1450" y="3529"/>
                  </a:cubicBezTo>
                  <a:lnTo>
                    <a:pt x="1450" y="4632"/>
                  </a:lnTo>
                  <a:cubicBezTo>
                    <a:pt x="1450" y="4821"/>
                    <a:pt x="1576" y="4978"/>
                    <a:pt x="1797" y="4978"/>
                  </a:cubicBezTo>
                  <a:lnTo>
                    <a:pt x="4601" y="4978"/>
                  </a:lnTo>
                  <a:cubicBezTo>
                    <a:pt x="4790" y="4978"/>
                    <a:pt x="4947" y="4821"/>
                    <a:pt x="4947" y="4632"/>
                  </a:cubicBezTo>
                  <a:lnTo>
                    <a:pt x="4947" y="1828"/>
                  </a:lnTo>
                  <a:cubicBezTo>
                    <a:pt x="4979" y="1576"/>
                    <a:pt x="4821" y="1418"/>
                    <a:pt x="4632" y="1418"/>
                  </a:cubicBezTo>
                  <a:lnTo>
                    <a:pt x="3529" y="1418"/>
                  </a:lnTo>
                  <a:cubicBezTo>
                    <a:pt x="3372" y="631"/>
                    <a:pt x="2647" y="1"/>
                    <a:pt x="179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8" name="Google Shape;3188;p47"/>
            <p:cNvSpPr/>
            <p:nvPr/>
          </p:nvSpPr>
          <p:spPr>
            <a:xfrm>
              <a:off x="-47842400" y="2342000"/>
              <a:ext cx="193000" cy="300875"/>
            </a:xfrm>
            <a:custGeom>
              <a:rect b="b" l="l" r="r" t="t"/>
              <a:pathLst>
                <a:path extrusionOk="0" h="12035" w="7720">
                  <a:moveTo>
                    <a:pt x="6995" y="725"/>
                  </a:moveTo>
                  <a:lnTo>
                    <a:pt x="6995" y="1418"/>
                  </a:lnTo>
                  <a:lnTo>
                    <a:pt x="662" y="1418"/>
                  </a:lnTo>
                  <a:lnTo>
                    <a:pt x="662" y="725"/>
                  </a:lnTo>
                  <a:close/>
                  <a:moveTo>
                    <a:pt x="7058" y="2142"/>
                  </a:moveTo>
                  <a:lnTo>
                    <a:pt x="7058" y="8506"/>
                  </a:lnTo>
                  <a:lnTo>
                    <a:pt x="694" y="8506"/>
                  </a:lnTo>
                  <a:lnTo>
                    <a:pt x="694" y="2142"/>
                  </a:lnTo>
                  <a:close/>
                  <a:moveTo>
                    <a:pt x="7058" y="9200"/>
                  </a:moveTo>
                  <a:lnTo>
                    <a:pt x="7058" y="11310"/>
                  </a:lnTo>
                  <a:lnTo>
                    <a:pt x="694" y="11310"/>
                  </a:lnTo>
                  <a:lnTo>
                    <a:pt x="694" y="9200"/>
                  </a:lnTo>
                  <a:close/>
                  <a:moveTo>
                    <a:pt x="347" y="0"/>
                  </a:moveTo>
                  <a:cubicBezTo>
                    <a:pt x="158" y="0"/>
                    <a:pt x="1" y="158"/>
                    <a:pt x="1" y="378"/>
                  </a:cubicBezTo>
                  <a:lnTo>
                    <a:pt x="1" y="11657"/>
                  </a:lnTo>
                  <a:cubicBezTo>
                    <a:pt x="1" y="11877"/>
                    <a:pt x="158" y="12035"/>
                    <a:pt x="347" y="12035"/>
                  </a:cubicBezTo>
                  <a:lnTo>
                    <a:pt x="7373" y="12035"/>
                  </a:lnTo>
                  <a:cubicBezTo>
                    <a:pt x="7562" y="12035"/>
                    <a:pt x="7719" y="11877"/>
                    <a:pt x="7719" y="11657"/>
                  </a:cubicBezTo>
                  <a:lnTo>
                    <a:pt x="7719" y="378"/>
                  </a:lnTo>
                  <a:cubicBezTo>
                    <a:pt x="7719" y="158"/>
                    <a:pt x="7562" y="0"/>
                    <a:pt x="73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9" name="Google Shape;3189;p47"/>
            <p:cNvSpPr/>
            <p:nvPr/>
          </p:nvSpPr>
          <p:spPr>
            <a:xfrm>
              <a:off x="-47772300" y="2589300"/>
              <a:ext cx="52800" cy="18150"/>
            </a:xfrm>
            <a:custGeom>
              <a:rect b="b" l="l" r="r" t="t"/>
              <a:pathLst>
                <a:path extrusionOk="0" h="726" w="2112">
                  <a:moveTo>
                    <a:pt x="347" y="1"/>
                  </a:moveTo>
                  <a:cubicBezTo>
                    <a:pt x="158" y="1"/>
                    <a:pt x="1" y="158"/>
                    <a:pt x="1" y="347"/>
                  </a:cubicBezTo>
                  <a:cubicBezTo>
                    <a:pt x="1" y="568"/>
                    <a:pt x="158" y="725"/>
                    <a:pt x="347" y="725"/>
                  </a:cubicBezTo>
                  <a:lnTo>
                    <a:pt x="1765" y="725"/>
                  </a:lnTo>
                  <a:cubicBezTo>
                    <a:pt x="1954" y="725"/>
                    <a:pt x="2111" y="568"/>
                    <a:pt x="2111" y="347"/>
                  </a:cubicBezTo>
                  <a:cubicBezTo>
                    <a:pt x="2111" y="158"/>
                    <a:pt x="1954" y="1"/>
                    <a:pt x="176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90" name="Google Shape;3190;p47"/>
          <p:cNvGrpSpPr/>
          <p:nvPr/>
        </p:nvGrpSpPr>
        <p:grpSpPr>
          <a:xfrm>
            <a:off x="3778742" y="2434323"/>
            <a:ext cx="277526" cy="278242"/>
            <a:chOff x="-47896750" y="2710600"/>
            <a:chExt cx="300125" cy="300900"/>
          </a:xfrm>
        </p:grpSpPr>
        <p:sp>
          <p:nvSpPr>
            <p:cNvPr id="3191" name="Google Shape;3191;p47"/>
            <p:cNvSpPr/>
            <p:nvPr/>
          </p:nvSpPr>
          <p:spPr>
            <a:xfrm>
              <a:off x="-47896750" y="2710600"/>
              <a:ext cx="300125" cy="300900"/>
            </a:xfrm>
            <a:custGeom>
              <a:rect b="b" l="l" r="r" t="t"/>
              <a:pathLst>
                <a:path extrusionOk="0" h="12036" w="12005">
                  <a:moveTo>
                    <a:pt x="2836" y="756"/>
                  </a:moveTo>
                  <a:cubicBezTo>
                    <a:pt x="3246" y="756"/>
                    <a:pt x="3561" y="1072"/>
                    <a:pt x="3561" y="1450"/>
                  </a:cubicBezTo>
                  <a:lnTo>
                    <a:pt x="3561" y="2237"/>
                  </a:lnTo>
                  <a:cubicBezTo>
                    <a:pt x="3309" y="2206"/>
                    <a:pt x="3088" y="2174"/>
                    <a:pt x="2836" y="2174"/>
                  </a:cubicBezTo>
                  <a:cubicBezTo>
                    <a:pt x="2616" y="2174"/>
                    <a:pt x="2364" y="2206"/>
                    <a:pt x="2143" y="2237"/>
                  </a:cubicBezTo>
                  <a:lnTo>
                    <a:pt x="2143" y="1450"/>
                  </a:lnTo>
                  <a:cubicBezTo>
                    <a:pt x="2143" y="1072"/>
                    <a:pt x="2458" y="756"/>
                    <a:pt x="2836" y="756"/>
                  </a:cubicBezTo>
                  <a:close/>
                  <a:moveTo>
                    <a:pt x="5231" y="1450"/>
                  </a:moveTo>
                  <a:cubicBezTo>
                    <a:pt x="7026" y="1450"/>
                    <a:pt x="8539" y="2584"/>
                    <a:pt x="9106" y="4254"/>
                  </a:cubicBezTo>
                  <a:cubicBezTo>
                    <a:pt x="8854" y="4254"/>
                    <a:pt x="8633" y="4317"/>
                    <a:pt x="8444" y="4474"/>
                  </a:cubicBezTo>
                  <a:cubicBezTo>
                    <a:pt x="8003" y="3119"/>
                    <a:pt x="6743" y="2174"/>
                    <a:pt x="5231" y="2174"/>
                  </a:cubicBezTo>
                  <a:lnTo>
                    <a:pt x="4254" y="2174"/>
                  </a:lnTo>
                  <a:lnTo>
                    <a:pt x="4254" y="1450"/>
                  </a:lnTo>
                  <a:close/>
                  <a:moveTo>
                    <a:pt x="2868" y="2836"/>
                  </a:moveTo>
                  <a:cubicBezTo>
                    <a:pt x="4033" y="2836"/>
                    <a:pt x="4979" y="3781"/>
                    <a:pt x="4979" y="4947"/>
                  </a:cubicBezTo>
                  <a:lnTo>
                    <a:pt x="4979" y="5671"/>
                  </a:lnTo>
                  <a:lnTo>
                    <a:pt x="757" y="5671"/>
                  </a:lnTo>
                  <a:lnTo>
                    <a:pt x="757" y="4947"/>
                  </a:lnTo>
                  <a:cubicBezTo>
                    <a:pt x="757" y="3781"/>
                    <a:pt x="1702" y="2836"/>
                    <a:pt x="2868" y="2836"/>
                  </a:cubicBezTo>
                  <a:close/>
                  <a:moveTo>
                    <a:pt x="9169" y="4947"/>
                  </a:moveTo>
                  <a:cubicBezTo>
                    <a:pt x="9578" y="4947"/>
                    <a:pt x="9893" y="5262"/>
                    <a:pt x="9893" y="5671"/>
                  </a:cubicBezTo>
                  <a:cubicBezTo>
                    <a:pt x="9893" y="6049"/>
                    <a:pt x="9578" y="6364"/>
                    <a:pt x="9169" y="6364"/>
                  </a:cubicBezTo>
                  <a:cubicBezTo>
                    <a:pt x="8791" y="6364"/>
                    <a:pt x="8476" y="6049"/>
                    <a:pt x="8476" y="5671"/>
                  </a:cubicBezTo>
                  <a:cubicBezTo>
                    <a:pt x="8476" y="5262"/>
                    <a:pt x="8791" y="4947"/>
                    <a:pt x="9169" y="4947"/>
                  </a:cubicBezTo>
                  <a:close/>
                  <a:moveTo>
                    <a:pt x="9547" y="6994"/>
                  </a:moveTo>
                  <a:lnTo>
                    <a:pt x="9547" y="9924"/>
                  </a:lnTo>
                  <a:lnTo>
                    <a:pt x="8822" y="9924"/>
                  </a:lnTo>
                  <a:lnTo>
                    <a:pt x="8822" y="6994"/>
                  </a:lnTo>
                  <a:cubicBezTo>
                    <a:pt x="8948" y="7057"/>
                    <a:pt x="9074" y="7057"/>
                    <a:pt x="9169" y="7057"/>
                  </a:cubicBezTo>
                  <a:cubicBezTo>
                    <a:pt x="9295" y="7057"/>
                    <a:pt x="9421" y="7057"/>
                    <a:pt x="9547" y="6994"/>
                  </a:cubicBezTo>
                  <a:close/>
                  <a:moveTo>
                    <a:pt x="10208" y="10617"/>
                  </a:moveTo>
                  <a:cubicBezTo>
                    <a:pt x="10681" y="10617"/>
                    <a:pt x="11059" y="10933"/>
                    <a:pt x="11217" y="11342"/>
                  </a:cubicBezTo>
                  <a:lnTo>
                    <a:pt x="5703" y="11342"/>
                  </a:lnTo>
                  <a:cubicBezTo>
                    <a:pt x="5861" y="10933"/>
                    <a:pt x="6270" y="10617"/>
                    <a:pt x="6711" y="10617"/>
                  </a:cubicBezTo>
                  <a:close/>
                  <a:moveTo>
                    <a:pt x="2836" y="0"/>
                  </a:moveTo>
                  <a:cubicBezTo>
                    <a:pt x="2049" y="0"/>
                    <a:pt x="1419" y="630"/>
                    <a:pt x="1419" y="1418"/>
                  </a:cubicBezTo>
                  <a:lnTo>
                    <a:pt x="1419" y="2458"/>
                  </a:lnTo>
                  <a:cubicBezTo>
                    <a:pt x="599" y="2930"/>
                    <a:pt x="1" y="3844"/>
                    <a:pt x="1" y="4915"/>
                  </a:cubicBezTo>
                  <a:lnTo>
                    <a:pt x="1" y="5986"/>
                  </a:lnTo>
                  <a:cubicBezTo>
                    <a:pt x="1" y="6175"/>
                    <a:pt x="158" y="6333"/>
                    <a:pt x="347" y="6333"/>
                  </a:cubicBezTo>
                  <a:lnTo>
                    <a:pt x="5294" y="6333"/>
                  </a:lnTo>
                  <a:cubicBezTo>
                    <a:pt x="5483" y="6333"/>
                    <a:pt x="5640" y="6175"/>
                    <a:pt x="5640" y="5986"/>
                  </a:cubicBezTo>
                  <a:lnTo>
                    <a:pt x="5640" y="4915"/>
                  </a:lnTo>
                  <a:cubicBezTo>
                    <a:pt x="5640" y="4096"/>
                    <a:pt x="5294" y="3340"/>
                    <a:pt x="4695" y="2773"/>
                  </a:cubicBezTo>
                  <a:lnTo>
                    <a:pt x="5231" y="2773"/>
                  </a:lnTo>
                  <a:cubicBezTo>
                    <a:pt x="6585" y="2773"/>
                    <a:pt x="7688" y="3781"/>
                    <a:pt x="7877" y="5104"/>
                  </a:cubicBezTo>
                  <a:cubicBezTo>
                    <a:pt x="7846" y="5262"/>
                    <a:pt x="7814" y="5419"/>
                    <a:pt x="7814" y="5608"/>
                  </a:cubicBezTo>
                  <a:cubicBezTo>
                    <a:pt x="7814" y="5986"/>
                    <a:pt x="7909" y="6301"/>
                    <a:pt x="8161" y="6553"/>
                  </a:cubicBezTo>
                  <a:lnTo>
                    <a:pt x="8161" y="9924"/>
                  </a:lnTo>
                  <a:lnTo>
                    <a:pt x="7436" y="9924"/>
                  </a:lnTo>
                  <a:lnTo>
                    <a:pt x="7436" y="9546"/>
                  </a:lnTo>
                  <a:cubicBezTo>
                    <a:pt x="7436" y="9357"/>
                    <a:pt x="7278" y="9200"/>
                    <a:pt x="7089" y="9200"/>
                  </a:cubicBezTo>
                  <a:cubicBezTo>
                    <a:pt x="6900" y="9200"/>
                    <a:pt x="6743" y="9357"/>
                    <a:pt x="6743" y="9546"/>
                  </a:cubicBezTo>
                  <a:lnTo>
                    <a:pt x="6743" y="9924"/>
                  </a:lnTo>
                  <a:cubicBezTo>
                    <a:pt x="5766" y="9924"/>
                    <a:pt x="4979" y="10712"/>
                    <a:pt x="4979" y="11689"/>
                  </a:cubicBezTo>
                  <a:cubicBezTo>
                    <a:pt x="4979" y="11878"/>
                    <a:pt x="5136" y="12035"/>
                    <a:pt x="5325" y="12035"/>
                  </a:cubicBezTo>
                  <a:lnTo>
                    <a:pt x="11658" y="12035"/>
                  </a:lnTo>
                  <a:cubicBezTo>
                    <a:pt x="11847" y="12035"/>
                    <a:pt x="12004" y="11878"/>
                    <a:pt x="12004" y="11689"/>
                  </a:cubicBezTo>
                  <a:cubicBezTo>
                    <a:pt x="12004" y="11216"/>
                    <a:pt x="11815" y="10743"/>
                    <a:pt x="11500" y="10428"/>
                  </a:cubicBezTo>
                  <a:cubicBezTo>
                    <a:pt x="11154" y="10113"/>
                    <a:pt x="10713" y="9924"/>
                    <a:pt x="10240" y="9924"/>
                  </a:cubicBezTo>
                  <a:lnTo>
                    <a:pt x="10240" y="6585"/>
                  </a:lnTo>
                  <a:cubicBezTo>
                    <a:pt x="10492" y="6333"/>
                    <a:pt x="10587" y="5986"/>
                    <a:pt x="10587" y="5608"/>
                  </a:cubicBezTo>
                  <a:cubicBezTo>
                    <a:pt x="10587" y="5104"/>
                    <a:pt x="10334" y="4632"/>
                    <a:pt x="9893" y="4411"/>
                  </a:cubicBezTo>
                  <a:cubicBezTo>
                    <a:pt x="9641" y="3371"/>
                    <a:pt x="9106" y="2458"/>
                    <a:pt x="8287" y="1796"/>
                  </a:cubicBezTo>
                  <a:cubicBezTo>
                    <a:pt x="7405" y="1103"/>
                    <a:pt x="6333" y="693"/>
                    <a:pt x="5231" y="693"/>
                  </a:cubicBezTo>
                  <a:lnTo>
                    <a:pt x="4065" y="693"/>
                  </a:lnTo>
                  <a:cubicBezTo>
                    <a:pt x="3813" y="284"/>
                    <a:pt x="3340" y="0"/>
                    <a:pt x="283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2" name="Google Shape;3192;p47"/>
            <p:cNvSpPr/>
            <p:nvPr/>
          </p:nvSpPr>
          <p:spPr>
            <a:xfrm>
              <a:off x="-47834525" y="2904350"/>
              <a:ext cx="17350" cy="44125"/>
            </a:xfrm>
            <a:custGeom>
              <a:rect b="b" l="l" r="r" t="t"/>
              <a:pathLst>
                <a:path extrusionOk="0" h="1765" w="694">
                  <a:moveTo>
                    <a:pt x="347" y="1"/>
                  </a:moveTo>
                  <a:cubicBezTo>
                    <a:pt x="158" y="1"/>
                    <a:pt x="1" y="158"/>
                    <a:pt x="1" y="347"/>
                  </a:cubicBezTo>
                  <a:lnTo>
                    <a:pt x="1" y="1418"/>
                  </a:lnTo>
                  <a:cubicBezTo>
                    <a:pt x="1" y="1607"/>
                    <a:pt x="158" y="1765"/>
                    <a:pt x="347" y="1765"/>
                  </a:cubicBezTo>
                  <a:cubicBezTo>
                    <a:pt x="568" y="1765"/>
                    <a:pt x="694" y="1607"/>
                    <a:pt x="694" y="1418"/>
                  </a:cubicBezTo>
                  <a:lnTo>
                    <a:pt x="694" y="347"/>
                  </a:lnTo>
                  <a:cubicBezTo>
                    <a:pt x="694" y="158"/>
                    <a:pt x="568"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3" name="Google Shape;3193;p47"/>
            <p:cNvSpPr/>
            <p:nvPr/>
          </p:nvSpPr>
          <p:spPr>
            <a:xfrm>
              <a:off x="-47790400" y="2884475"/>
              <a:ext cx="38600" cy="36450"/>
            </a:xfrm>
            <a:custGeom>
              <a:rect b="b" l="l" r="r" t="t"/>
              <a:pathLst>
                <a:path extrusionOk="0" h="1458" w="1544">
                  <a:moveTo>
                    <a:pt x="437" y="0"/>
                  </a:moveTo>
                  <a:cubicBezTo>
                    <a:pt x="339" y="0"/>
                    <a:pt x="236" y="24"/>
                    <a:pt x="158" y="71"/>
                  </a:cubicBezTo>
                  <a:cubicBezTo>
                    <a:pt x="0" y="197"/>
                    <a:pt x="32" y="449"/>
                    <a:pt x="158" y="607"/>
                  </a:cubicBezTo>
                  <a:lnTo>
                    <a:pt x="914" y="1363"/>
                  </a:lnTo>
                  <a:cubicBezTo>
                    <a:pt x="1040" y="1457"/>
                    <a:pt x="1103" y="1457"/>
                    <a:pt x="1197" y="1457"/>
                  </a:cubicBezTo>
                  <a:cubicBezTo>
                    <a:pt x="1260" y="1457"/>
                    <a:pt x="1386" y="1426"/>
                    <a:pt x="1418" y="1363"/>
                  </a:cubicBezTo>
                  <a:cubicBezTo>
                    <a:pt x="1544" y="1237"/>
                    <a:pt x="1544" y="985"/>
                    <a:pt x="1418" y="827"/>
                  </a:cubicBezTo>
                  <a:lnTo>
                    <a:pt x="693" y="71"/>
                  </a:lnTo>
                  <a:cubicBezTo>
                    <a:pt x="630" y="24"/>
                    <a:pt x="536" y="0"/>
                    <a:pt x="4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4" name="Google Shape;3194;p47"/>
            <p:cNvSpPr/>
            <p:nvPr/>
          </p:nvSpPr>
          <p:spPr>
            <a:xfrm>
              <a:off x="-47896750" y="2885150"/>
              <a:ext cx="37050" cy="37350"/>
            </a:xfrm>
            <a:custGeom>
              <a:rect b="b" l="l" r="r" t="t"/>
              <a:pathLst>
                <a:path extrusionOk="0" h="1494" w="1482">
                  <a:moveTo>
                    <a:pt x="1122" y="0"/>
                  </a:moveTo>
                  <a:cubicBezTo>
                    <a:pt x="1027" y="0"/>
                    <a:pt x="933" y="40"/>
                    <a:pt x="883" y="107"/>
                  </a:cubicBezTo>
                  <a:lnTo>
                    <a:pt x="127" y="863"/>
                  </a:lnTo>
                  <a:cubicBezTo>
                    <a:pt x="1" y="958"/>
                    <a:pt x="1" y="1210"/>
                    <a:pt x="127" y="1367"/>
                  </a:cubicBezTo>
                  <a:cubicBezTo>
                    <a:pt x="221" y="1430"/>
                    <a:pt x="284" y="1493"/>
                    <a:pt x="379" y="1493"/>
                  </a:cubicBezTo>
                  <a:cubicBezTo>
                    <a:pt x="442" y="1493"/>
                    <a:pt x="568" y="1430"/>
                    <a:pt x="599" y="1367"/>
                  </a:cubicBezTo>
                  <a:lnTo>
                    <a:pt x="1356" y="611"/>
                  </a:lnTo>
                  <a:cubicBezTo>
                    <a:pt x="1482" y="485"/>
                    <a:pt x="1482" y="264"/>
                    <a:pt x="1356" y="107"/>
                  </a:cubicBezTo>
                  <a:cubicBezTo>
                    <a:pt x="1296" y="33"/>
                    <a:pt x="1208" y="0"/>
                    <a:pt x="112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95" name="Google Shape;3195;p47"/>
          <p:cNvGrpSpPr/>
          <p:nvPr/>
        </p:nvGrpSpPr>
        <p:grpSpPr>
          <a:xfrm>
            <a:off x="2466794" y="2890784"/>
            <a:ext cx="278242" cy="244028"/>
            <a:chOff x="-46033225" y="1982825"/>
            <a:chExt cx="300900" cy="263900"/>
          </a:xfrm>
        </p:grpSpPr>
        <p:sp>
          <p:nvSpPr>
            <p:cNvPr id="3196" name="Google Shape;3196;p47"/>
            <p:cNvSpPr/>
            <p:nvPr/>
          </p:nvSpPr>
          <p:spPr>
            <a:xfrm>
              <a:off x="-45962325" y="2053725"/>
              <a:ext cx="157525" cy="157550"/>
            </a:xfrm>
            <a:custGeom>
              <a:rect b="b" l="l" r="r" t="t"/>
              <a:pathLst>
                <a:path extrusionOk="0" h="6302" w="6301">
                  <a:moveTo>
                    <a:pt x="3151" y="725"/>
                  </a:moveTo>
                  <a:cubicBezTo>
                    <a:pt x="4505" y="725"/>
                    <a:pt x="5608" y="1828"/>
                    <a:pt x="5608" y="3151"/>
                  </a:cubicBezTo>
                  <a:cubicBezTo>
                    <a:pt x="5608" y="4506"/>
                    <a:pt x="4505" y="5608"/>
                    <a:pt x="3151" y="5608"/>
                  </a:cubicBezTo>
                  <a:cubicBezTo>
                    <a:pt x="1827" y="5608"/>
                    <a:pt x="725" y="4474"/>
                    <a:pt x="725" y="3151"/>
                  </a:cubicBezTo>
                  <a:cubicBezTo>
                    <a:pt x="725" y="1828"/>
                    <a:pt x="1827" y="725"/>
                    <a:pt x="3151" y="725"/>
                  </a:cubicBezTo>
                  <a:close/>
                  <a:moveTo>
                    <a:pt x="3151" y="0"/>
                  </a:moveTo>
                  <a:cubicBezTo>
                    <a:pt x="1418" y="0"/>
                    <a:pt x="0" y="1418"/>
                    <a:pt x="0" y="3151"/>
                  </a:cubicBezTo>
                  <a:cubicBezTo>
                    <a:pt x="0" y="4884"/>
                    <a:pt x="1418" y="6301"/>
                    <a:pt x="3151" y="6301"/>
                  </a:cubicBezTo>
                  <a:cubicBezTo>
                    <a:pt x="4883" y="6301"/>
                    <a:pt x="6301" y="4884"/>
                    <a:pt x="6301" y="3151"/>
                  </a:cubicBezTo>
                  <a:cubicBezTo>
                    <a:pt x="6301" y="1418"/>
                    <a:pt x="4883" y="0"/>
                    <a:pt x="315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7" name="Google Shape;3197;p47"/>
            <p:cNvSpPr/>
            <p:nvPr/>
          </p:nvSpPr>
          <p:spPr>
            <a:xfrm>
              <a:off x="-45927675" y="2088375"/>
              <a:ext cx="89025" cy="88250"/>
            </a:xfrm>
            <a:custGeom>
              <a:rect b="b" l="l" r="r" t="t"/>
              <a:pathLst>
                <a:path extrusionOk="0" h="3530" w="3561">
                  <a:moveTo>
                    <a:pt x="1765" y="694"/>
                  </a:moveTo>
                  <a:cubicBezTo>
                    <a:pt x="2363" y="694"/>
                    <a:pt x="2836" y="1166"/>
                    <a:pt x="2836" y="1765"/>
                  </a:cubicBezTo>
                  <a:cubicBezTo>
                    <a:pt x="2804" y="2363"/>
                    <a:pt x="2332" y="2836"/>
                    <a:pt x="1765" y="2836"/>
                  </a:cubicBezTo>
                  <a:cubicBezTo>
                    <a:pt x="1197" y="2836"/>
                    <a:pt x="725" y="2363"/>
                    <a:pt x="725" y="1765"/>
                  </a:cubicBezTo>
                  <a:cubicBezTo>
                    <a:pt x="725" y="1166"/>
                    <a:pt x="1197" y="694"/>
                    <a:pt x="1765" y="694"/>
                  </a:cubicBezTo>
                  <a:close/>
                  <a:moveTo>
                    <a:pt x="1765" y="1"/>
                  </a:moveTo>
                  <a:cubicBezTo>
                    <a:pt x="788" y="1"/>
                    <a:pt x="0" y="788"/>
                    <a:pt x="0" y="1765"/>
                  </a:cubicBezTo>
                  <a:cubicBezTo>
                    <a:pt x="0" y="2741"/>
                    <a:pt x="788" y="3529"/>
                    <a:pt x="1765" y="3529"/>
                  </a:cubicBezTo>
                  <a:cubicBezTo>
                    <a:pt x="2773" y="3529"/>
                    <a:pt x="3560" y="2741"/>
                    <a:pt x="3560" y="1765"/>
                  </a:cubicBezTo>
                  <a:cubicBezTo>
                    <a:pt x="3497" y="788"/>
                    <a:pt x="2710" y="1"/>
                    <a:pt x="176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8" name="Google Shape;3198;p47"/>
            <p:cNvSpPr/>
            <p:nvPr/>
          </p:nvSpPr>
          <p:spPr>
            <a:xfrm>
              <a:off x="-46033225" y="1982825"/>
              <a:ext cx="300900" cy="263900"/>
            </a:xfrm>
            <a:custGeom>
              <a:rect b="b" l="l" r="r" t="t"/>
              <a:pathLst>
                <a:path extrusionOk="0" h="10556" w="12036">
                  <a:moveTo>
                    <a:pt x="7184" y="726"/>
                  </a:moveTo>
                  <a:lnTo>
                    <a:pt x="7530" y="1419"/>
                  </a:lnTo>
                  <a:lnTo>
                    <a:pt x="4474" y="1419"/>
                  </a:lnTo>
                  <a:lnTo>
                    <a:pt x="4821" y="726"/>
                  </a:lnTo>
                  <a:close/>
                  <a:moveTo>
                    <a:pt x="694" y="3750"/>
                  </a:moveTo>
                  <a:lnTo>
                    <a:pt x="1387" y="4097"/>
                  </a:lnTo>
                  <a:lnTo>
                    <a:pt x="1387" y="7877"/>
                  </a:lnTo>
                  <a:lnTo>
                    <a:pt x="694" y="8224"/>
                  </a:lnTo>
                  <a:lnTo>
                    <a:pt x="694" y="3750"/>
                  </a:lnTo>
                  <a:close/>
                  <a:moveTo>
                    <a:pt x="11279" y="3750"/>
                  </a:moveTo>
                  <a:lnTo>
                    <a:pt x="11279" y="8224"/>
                  </a:lnTo>
                  <a:lnTo>
                    <a:pt x="10555" y="7877"/>
                  </a:lnTo>
                  <a:lnTo>
                    <a:pt x="10555" y="4097"/>
                  </a:lnTo>
                  <a:lnTo>
                    <a:pt x="11279" y="3750"/>
                  </a:lnTo>
                  <a:close/>
                  <a:moveTo>
                    <a:pt x="10933" y="2175"/>
                  </a:moveTo>
                  <a:cubicBezTo>
                    <a:pt x="11122" y="2175"/>
                    <a:pt x="11279" y="2332"/>
                    <a:pt x="11279" y="2521"/>
                  </a:cubicBezTo>
                  <a:lnTo>
                    <a:pt x="11279" y="2994"/>
                  </a:lnTo>
                  <a:lnTo>
                    <a:pt x="10051" y="3592"/>
                  </a:lnTo>
                  <a:cubicBezTo>
                    <a:pt x="9925" y="3655"/>
                    <a:pt x="9862" y="3781"/>
                    <a:pt x="9862" y="3908"/>
                  </a:cubicBezTo>
                  <a:lnTo>
                    <a:pt x="9862" y="8098"/>
                  </a:lnTo>
                  <a:cubicBezTo>
                    <a:pt x="9862" y="8224"/>
                    <a:pt x="9925" y="8350"/>
                    <a:pt x="10051" y="8444"/>
                  </a:cubicBezTo>
                  <a:lnTo>
                    <a:pt x="11279" y="9011"/>
                  </a:lnTo>
                  <a:lnTo>
                    <a:pt x="11279" y="9484"/>
                  </a:lnTo>
                  <a:cubicBezTo>
                    <a:pt x="11279" y="9704"/>
                    <a:pt x="11122" y="9830"/>
                    <a:pt x="10933" y="9830"/>
                  </a:cubicBezTo>
                  <a:lnTo>
                    <a:pt x="1040" y="9830"/>
                  </a:lnTo>
                  <a:cubicBezTo>
                    <a:pt x="851" y="9830"/>
                    <a:pt x="694" y="9673"/>
                    <a:pt x="694" y="9484"/>
                  </a:cubicBezTo>
                  <a:lnTo>
                    <a:pt x="694" y="9011"/>
                  </a:lnTo>
                  <a:lnTo>
                    <a:pt x="1891" y="8444"/>
                  </a:lnTo>
                  <a:cubicBezTo>
                    <a:pt x="2017" y="8350"/>
                    <a:pt x="2111" y="8224"/>
                    <a:pt x="2111" y="8098"/>
                  </a:cubicBezTo>
                  <a:lnTo>
                    <a:pt x="2111" y="3908"/>
                  </a:lnTo>
                  <a:cubicBezTo>
                    <a:pt x="2111" y="3781"/>
                    <a:pt x="2017" y="3655"/>
                    <a:pt x="1891" y="3592"/>
                  </a:cubicBezTo>
                  <a:lnTo>
                    <a:pt x="694" y="2994"/>
                  </a:lnTo>
                  <a:lnTo>
                    <a:pt x="694" y="2521"/>
                  </a:lnTo>
                  <a:cubicBezTo>
                    <a:pt x="694" y="2332"/>
                    <a:pt x="851" y="2175"/>
                    <a:pt x="1040" y="2175"/>
                  </a:cubicBezTo>
                  <a:close/>
                  <a:moveTo>
                    <a:pt x="4632" y="1"/>
                  </a:moveTo>
                  <a:cubicBezTo>
                    <a:pt x="4506" y="1"/>
                    <a:pt x="4380" y="95"/>
                    <a:pt x="4317" y="190"/>
                  </a:cubicBezTo>
                  <a:lnTo>
                    <a:pt x="3718" y="1419"/>
                  </a:lnTo>
                  <a:lnTo>
                    <a:pt x="2143" y="1419"/>
                  </a:lnTo>
                  <a:lnTo>
                    <a:pt x="2143" y="1072"/>
                  </a:lnTo>
                  <a:cubicBezTo>
                    <a:pt x="2143" y="883"/>
                    <a:pt x="1985" y="694"/>
                    <a:pt x="1796" y="694"/>
                  </a:cubicBezTo>
                  <a:cubicBezTo>
                    <a:pt x="1576" y="694"/>
                    <a:pt x="1418" y="883"/>
                    <a:pt x="1418" y="1072"/>
                  </a:cubicBezTo>
                  <a:lnTo>
                    <a:pt x="1418" y="1419"/>
                  </a:lnTo>
                  <a:lnTo>
                    <a:pt x="1072" y="1419"/>
                  </a:lnTo>
                  <a:cubicBezTo>
                    <a:pt x="473" y="1419"/>
                    <a:pt x="1" y="1891"/>
                    <a:pt x="1" y="2490"/>
                  </a:cubicBezTo>
                  <a:lnTo>
                    <a:pt x="1" y="9484"/>
                  </a:lnTo>
                  <a:cubicBezTo>
                    <a:pt x="1" y="10082"/>
                    <a:pt x="473" y="10555"/>
                    <a:pt x="1072" y="10555"/>
                  </a:cubicBezTo>
                  <a:lnTo>
                    <a:pt x="10964" y="10555"/>
                  </a:lnTo>
                  <a:cubicBezTo>
                    <a:pt x="11563" y="10555"/>
                    <a:pt x="12035" y="10082"/>
                    <a:pt x="12035" y="9484"/>
                  </a:cubicBezTo>
                  <a:lnTo>
                    <a:pt x="12035" y="2490"/>
                  </a:lnTo>
                  <a:cubicBezTo>
                    <a:pt x="12004" y="1891"/>
                    <a:pt x="11500" y="1419"/>
                    <a:pt x="10933" y="1419"/>
                  </a:cubicBezTo>
                  <a:lnTo>
                    <a:pt x="8318" y="1419"/>
                  </a:lnTo>
                  <a:lnTo>
                    <a:pt x="7719" y="190"/>
                  </a:lnTo>
                  <a:cubicBezTo>
                    <a:pt x="7656" y="95"/>
                    <a:pt x="7530" y="1"/>
                    <a:pt x="740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99" name="Google Shape;3199;p47"/>
          <p:cNvGrpSpPr/>
          <p:nvPr/>
        </p:nvGrpSpPr>
        <p:grpSpPr>
          <a:xfrm>
            <a:off x="2464251" y="3316723"/>
            <a:ext cx="283328" cy="252674"/>
            <a:chOff x="-46034000" y="2334500"/>
            <a:chExt cx="306400" cy="273250"/>
          </a:xfrm>
        </p:grpSpPr>
        <p:sp>
          <p:nvSpPr>
            <p:cNvPr id="3200" name="Google Shape;3200;p47"/>
            <p:cNvSpPr/>
            <p:nvPr/>
          </p:nvSpPr>
          <p:spPr>
            <a:xfrm>
              <a:off x="-46034000" y="2334500"/>
              <a:ext cx="306400" cy="273250"/>
            </a:xfrm>
            <a:custGeom>
              <a:rect b="b" l="l" r="r" t="t"/>
              <a:pathLst>
                <a:path extrusionOk="0" h="10930" w="12256">
                  <a:moveTo>
                    <a:pt x="9519" y="718"/>
                  </a:moveTo>
                  <a:cubicBezTo>
                    <a:pt x="9971" y="718"/>
                    <a:pt x="10428" y="883"/>
                    <a:pt x="10775" y="1214"/>
                  </a:cubicBezTo>
                  <a:cubicBezTo>
                    <a:pt x="11499" y="1875"/>
                    <a:pt x="11499" y="2978"/>
                    <a:pt x="10806" y="3640"/>
                  </a:cubicBezTo>
                  <a:lnTo>
                    <a:pt x="5734" y="8743"/>
                  </a:lnTo>
                  <a:lnTo>
                    <a:pt x="3403" y="8113"/>
                  </a:lnTo>
                  <a:lnTo>
                    <a:pt x="3214" y="6286"/>
                  </a:lnTo>
                  <a:lnTo>
                    <a:pt x="8286" y="1214"/>
                  </a:lnTo>
                  <a:cubicBezTo>
                    <a:pt x="8617" y="883"/>
                    <a:pt x="9066" y="718"/>
                    <a:pt x="9519" y="718"/>
                  </a:cubicBezTo>
                  <a:close/>
                  <a:moveTo>
                    <a:pt x="2678" y="7830"/>
                  </a:moveTo>
                  <a:lnTo>
                    <a:pt x="2773" y="8460"/>
                  </a:lnTo>
                  <a:cubicBezTo>
                    <a:pt x="2773" y="8617"/>
                    <a:pt x="2867" y="8743"/>
                    <a:pt x="3025" y="8775"/>
                  </a:cubicBezTo>
                  <a:lnTo>
                    <a:pt x="4411" y="9121"/>
                  </a:lnTo>
                  <a:lnTo>
                    <a:pt x="3277" y="10224"/>
                  </a:lnTo>
                  <a:lnTo>
                    <a:pt x="1040" y="9500"/>
                  </a:lnTo>
                  <a:lnTo>
                    <a:pt x="2678" y="7830"/>
                  </a:lnTo>
                  <a:close/>
                  <a:moveTo>
                    <a:pt x="9578" y="1"/>
                  </a:moveTo>
                  <a:cubicBezTo>
                    <a:pt x="8947" y="1"/>
                    <a:pt x="8317" y="237"/>
                    <a:pt x="7845" y="710"/>
                  </a:cubicBezTo>
                  <a:lnTo>
                    <a:pt x="2647" y="5908"/>
                  </a:lnTo>
                  <a:cubicBezTo>
                    <a:pt x="2583" y="5971"/>
                    <a:pt x="2520" y="6097"/>
                    <a:pt x="2520" y="6160"/>
                  </a:cubicBezTo>
                  <a:lnTo>
                    <a:pt x="2615" y="6885"/>
                  </a:lnTo>
                  <a:lnTo>
                    <a:pt x="126" y="9373"/>
                  </a:lnTo>
                  <a:cubicBezTo>
                    <a:pt x="32" y="9437"/>
                    <a:pt x="0" y="9563"/>
                    <a:pt x="32" y="9689"/>
                  </a:cubicBezTo>
                  <a:cubicBezTo>
                    <a:pt x="95" y="9815"/>
                    <a:pt x="158" y="9878"/>
                    <a:pt x="284" y="9909"/>
                  </a:cubicBezTo>
                  <a:lnTo>
                    <a:pt x="3277" y="10917"/>
                  </a:lnTo>
                  <a:cubicBezTo>
                    <a:pt x="3308" y="10925"/>
                    <a:pt x="3342" y="10929"/>
                    <a:pt x="3375" y="10929"/>
                  </a:cubicBezTo>
                  <a:cubicBezTo>
                    <a:pt x="3475" y="10929"/>
                    <a:pt x="3576" y="10894"/>
                    <a:pt x="3623" y="10823"/>
                  </a:cubicBezTo>
                  <a:lnTo>
                    <a:pt x="5198" y="9247"/>
                  </a:lnTo>
                  <a:lnTo>
                    <a:pt x="5797" y="9405"/>
                  </a:lnTo>
                  <a:cubicBezTo>
                    <a:pt x="5831" y="9413"/>
                    <a:pt x="5865" y="9417"/>
                    <a:pt x="5898" y="9417"/>
                  </a:cubicBezTo>
                  <a:cubicBezTo>
                    <a:pt x="5988" y="9417"/>
                    <a:pt x="6074" y="9388"/>
                    <a:pt x="6144" y="9342"/>
                  </a:cubicBezTo>
                  <a:lnTo>
                    <a:pt x="11342" y="4144"/>
                  </a:lnTo>
                  <a:cubicBezTo>
                    <a:pt x="12256" y="3230"/>
                    <a:pt x="12256" y="1655"/>
                    <a:pt x="11310" y="710"/>
                  </a:cubicBezTo>
                  <a:cubicBezTo>
                    <a:pt x="10838" y="237"/>
                    <a:pt x="10208" y="1"/>
                    <a:pt x="957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1" name="Google Shape;3201;p47"/>
            <p:cNvSpPr/>
            <p:nvPr/>
          </p:nvSpPr>
          <p:spPr>
            <a:xfrm>
              <a:off x="-45879625" y="2374275"/>
              <a:ext cx="105550" cy="104000"/>
            </a:xfrm>
            <a:custGeom>
              <a:rect b="b" l="l" r="r" t="t"/>
              <a:pathLst>
                <a:path extrusionOk="0" h="4160" w="4222">
                  <a:moveTo>
                    <a:pt x="2899" y="788"/>
                  </a:moveTo>
                  <a:lnTo>
                    <a:pt x="3403" y="1324"/>
                  </a:lnTo>
                  <a:lnTo>
                    <a:pt x="2899" y="1828"/>
                  </a:lnTo>
                  <a:lnTo>
                    <a:pt x="2363" y="1324"/>
                  </a:lnTo>
                  <a:lnTo>
                    <a:pt x="2899" y="788"/>
                  </a:lnTo>
                  <a:close/>
                  <a:moveTo>
                    <a:pt x="1859" y="1828"/>
                  </a:moveTo>
                  <a:lnTo>
                    <a:pt x="2363" y="2332"/>
                  </a:lnTo>
                  <a:lnTo>
                    <a:pt x="1386" y="3340"/>
                  </a:lnTo>
                  <a:lnTo>
                    <a:pt x="882" y="2805"/>
                  </a:lnTo>
                  <a:lnTo>
                    <a:pt x="1859" y="1828"/>
                  </a:lnTo>
                  <a:close/>
                  <a:moveTo>
                    <a:pt x="2879" y="1"/>
                  </a:moveTo>
                  <a:cubicBezTo>
                    <a:pt x="2788" y="1"/>
                    <a:pt x="2694" y="32"/>
                    <a:pt x="2615" y="95"/>
                  </a:cubicBezTo>
                  <a:lnTo>
                    <a:pt x="126" y="2584"/>
                  </a:lnTo>
                  <a:cubicBezTo>
                    <a:pt x="0" y="2710"/>
                    <a:pt x="0" y="2931"/>
                    <a:pt x="126" y="3088"/>
                  </a:cubicBezTo>
                  <a:lnTo>
                    <a:pt x="1103" y="4065"/>
                  </a:lnTo>
                  <a:cubicBezTo>
                    <a:pt x="1166" y="4128"/>
                    <a:pt x="1260" y="4159"/>
                    <a:pt x="1359" y="4159"/>
                  </a:cubicBezTo>
                  <a:cubicBezTo>
                    <a:pt x="1457" y="4159"/>
                    <a:pt x="1560" y="4128"/>
                    <a:pt x="1638" y="4065"/>
                  </a:cubicBezTo>
                  <a:lnTo>
                    <a:pt x="4096" y="1608"/>
                  </a:lnTo>
                  <a:cubicBezTo>
                    <a:pt x="4222" y="1482"/>
                    <a:pt x="4222" y="1229"/>
                    <a:pt x="4096" y="1072"/>
                  </a:cubicBezTo>
                  <a:lnTo>
                    <a:pt x="3119" y="95"/>
                  </a:lnTo>
                  <a:cubicBezTo>
                    <a:pt x="3056" y="32"/>
                    <a:pt x="2969" y="1"/>
                    <a:pt x="287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2" name="Google Shape;3202;p47"/>
            <p:cNvSpPr/>
            <p:nvPr/>
          </p:nvSpPr>
          <p:spPr>
            <a:xfrm>
              <a:off x="-45922950" y="2474125"/>
              <a:ext cx="49625" cy="47475"/>
            </a:xfrm>
            <a:custGeom>
              <a:rect b="b" l="l" r="r" t="t"/>
              <a:pathLst>
                <a:path extrusionOk="0" h="1899" w="1985">
                  <a:moveTo>
                    <a:pt x="1607" y="0"/>
                  </a:moveTo>
                  <a:cubicBezTo>
                    <a:pt x="1520" y="0"/>
                    <a:pt x="1434" y="24"/>
                    <a:pt x="1355" y="71"/>
                  </a:cubicBezTo>
                  <a:lnTo>
                    <a:pt x="126" y="1300"/>
                  </a:lnTo>
                  <a:cubicBezTo>
                    <a:pt x="0" y="1426"/>
                    <a:pt x="0" y="1646"/>
                    <a:pt x="126" y="1804"/>
                  </a:cubicBezTo>
                  <a:cubicBezTo>
                    <a:pt x="189" y="1867"/>
                    <a:pt x="276" y="1898"/>
                    <a:pt x="367" y="1898"/>
                  </a:cubicBezTo>
                  <a:cubicBezTo>
                    <a:pt x="457" y="1898"/>
                    <a:pt x="552" y="1867"/>
                    <a:pt x="630" y="1804"/>
                  </a:cubicBezTo>
                  <a:lnTo>
                    <a:pt x="1859" y="607"/>
                  </a:lnTo>
                  <a:cubicBezTo>
                    <a:pt x="1985" y="480"/>
                    <a:pt x="1985" y="228"/>
                    <a:pt x="1859" y="71"/>
                  </a:cubicBezTo>
                  <a:cubicBezTo>
                    <a:pt x="1780" y="24"/>
                    <a:pt x="1694" y="0"/>
                    <a:pt x="160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03" name="Google Shape;3203;p47"/>
          <p:cNvGrpSpPr/>
          <p:nvPr/>
        </p:nvGrpSpPr>
        <p:grpSpPr>
          <a:xfrm>
            <a:off x="2499932" y="3743795"/>
            <a:ext cx="211964" cy="276139"/>
            <a:chOff x="-45998575" y="2702625"/>
            <a:chExt cx="229225" cy="298625"/>
          </a:xfrm>
        </p:grpSpPr>
        <p:sp>
          <p:nvSpPr>
            <p:cNvPr id="3204" name="Google Shape;3204;p47"/>
            <p:cNvSpPr/>
            <p:nvPr/>
          </p:nvSpPr>
          <p:spPr>
            <a:xfrm>
              <a:off x="-45944225" y="2702625"/>
              <a:ext cx="125250" cy="298625"/>
            </a:xfrm>
            <a:custGeom>
              <a:rect b="b" l="l" r="r" t="t"/>
              <a:pathLst>
                <a:path extrusionOk="0" h="11945" w="5010">
                  <a:moveTo>
                    <a:pt x="2427" y="682"/>
                  </a:moveTo>
                  <a:cubicBezTo>
                    <a:pt x="2860" y="682"/>
                    <a:pt x="3308" y="817"/>
                    <a:pt x="3624" y="1107"/>
                  </a:cubicBezTo>
                  <a:cubicBezTo>
                    <a:pt x="4033" y="1454"/>
                    <a:pt x="4254" y="1926"/>
                    <a:pt x="4254" y="2430"/>
                  </a:cubicBezTo>
                  <a:cubicBezTo>
                    <a:pt x="4159" y="2745"/>
                    <a:pt x="4096" y="3060"/>
                    <a:pt x="3939" y="3344"/>
                  </a:cubicBezTo>
                  <a:cubicBezTo>
                    <a:pt x="3844" y="3470"/>
                    <a:pt x="3813" y="3533"/>
                    <a:pt x="3750" y="3659"/>
                  </a:cubicBezTo>
                  <a:cubicBezTo>
                    <a:pt x="3498" y="4005"/>
                    <a:pt x="3214" y="4446"/>
                    <a:pt x="3151" y="4919"/>
                  </a:cubicBezTo>
                  <a:lnTo>
                    <a:pt x="2805" y="4919"/>
                  </a:lnTo>
                  <a:lnTo>
                    <a:pt x="2805" y="2808"/>
                  </a:lnTo>
                  <a:lnTo>
                    <a:pt x="3151" y="2808"/>
                  </a:lnTo>
                  <a:cubicBezTo>
                    <a:pt x="3340" y="2808"/>
                    <a:pt x="3498" y="2651"/>
                    <a:pt x="3498" y="2430"/>
                  </a:cubicBezTo>
                  <a:cubicBezTo>
                    <a:pt x="3498" y="2241"/>
                    <a:pt x="3340" y="2084"/>
                    <a:pt x="3151" y="2084"/>
                  </a:cubicBezTo>
                  <a:lnTo>
                    <a:pt x="1733" y="2084"/>
                  </a:lnTo>
                  <a:cubicBezTo>
                    <a:pt x="1544" y="2084"/>
                    <a:pt x="1387" y="2241"/>
                    <a:pt x="1387" y="2430"/>
                  </a:cubicBezTo>
                  <a:cubicBezTo>
                    <a:pt x="1387" y="2651"/>
                    <a:pt x="1544" y="2808"/>
                    <a:pt x="1733" y="2808"/>
                  </a:cubicBezTo>
                  <a:lnTo>
                    <a:pt x="2080" y="2808"/>
                  </a:lnTo>
                  <a:lnTo>
                    <a:pt x="2080" y="4919"/>
                  </a:lnTo>
                  <a:lnTo>
                    <a:pt x="1733" y="4919"/>
                  </a:lnTo>
                  <a:cubicBezTo>
                    <a:pt x="1639" y="4478"/>
                    <a:pt x="1418" y="4100"/>
                    <a:pt x="1166" y="3690"/>
                  </a:cubicBezTo>
                  <a:cubicBezTo>
                    <a:pt x="1072" y="3533"/>
                    <a:pt x="977" y="3375"/>
                    <a:pt x="914" y="3218"/>
                  </a:cubicBezTo>
                  <a:cubicBezTo>
                    <a:pt x="757" y="2871"/>
                    <a:pt x="662" y="2525"/>
                    <a:pt x="757" y="2115"/>
                  </a:cubicBezTo>
                  <a:cubicBezTo>
                    <a:pt x="883" y="1422"/>
                    <a:pt x="1450" y="823"/>
                    <a:pt x="2174" y="697"/>
                  </a:cubicBezTo>
                  <a:cubicBezTo>
                    <a:pt x="2257" y="687"/>
                    <a:pt x="2342" y="682"/>
                    <a:pt x="2427" y="682"/>
                  </a:cubicBezTo>
                  <a:close/>
                  <a:moveTo>
                    <a:pt x="3151" y="5644"/>
                  </a:moveTo>
                  <a:lnTo>
                    <a:pt x="3151" y="6337"/>
                  </a:lnTo>
                  <a:lnTo>
                    <a:pt x="1733" y="6337"/>
                  </a:lnTo>
                  <a:lnTo>
                    <a:pt x="1733" y="5644"/>
                  </a:lnTo>
                  <a:close/>
                  <a:moveTo>
                    <a:pt x="3151" y="7061"/>
                  </a:moveTo>
                  <a:lnTo>
                    <a:pt x="3151" y="8983"/>
                  </a:lnTo>
                  <a:cubicBezTo>
                    <a:pt x="2915" y="8904"/>
                    <a:pt x="2671" y="8865"/>
                    <a:pt x="2430" y="8865"/>
                  </a:cubicBezTo>
                  <a:cubicBezTo>
                    <a:pt x="2190" y="8865"/>
                    <a:pt x="1954" y="8904"/>
                    <a:pt x="1733" y="8983"/>
                  </a:cubicBezTo>
                  <a:lnTo>
                    <a:pt x="1733" y="7061"/>
                  </a:lnTo>
                  <a:close/>
                  <a:moveTo>
                    <a:pt x="2442" y="9558"/>
                  </a:moveTo>
                  <a:cubicBezTo>
                    <a:pt x="2639" y="9558"/>
                    <a:pt x="2836" y="9598"/>
                    <a:pt x="3025" y="9676"/>
                  </a:cubicBezTo>
                  <a:lnTo>
                    <a:pt x="2427" y="10873"/>
                  </a:lnTo>
                  <a:lnTo>
                    <a:pt x="1859" y="9676"/>
                  </a:lnTo>
                  <a:cubicBezTo>
                    <a:pt x="2048" y="9598"/>
                    <a:pt x="2245" y="9558"/>
                    <a:pt x="2442" y="9558"/>
                  </a:cubicBezTo>
                  <a:close/>
                  <a:moveTo>
                    <a:pt x="2441" y="1"/>
                  </a:moveTo>
                  <a:cubicBezTo>
                    <a:pt x="2309" y="1"/>
                    <a:pt x="2178" y="12"/>
                    <a:pt x="2048" y="36"/>
                  </a:cubicBezTo>
                  <a:cubicBezTo>
                    <a:pt x="1072" y="193"/>
                    <a:pt x="221" y="1012"/>
                    <a:pt x="64" y="1989"/>
                  </a:cubicBezTo>
                  <a:cubicBezTo>
                    <a:pt x="1" y="2556"/>
                    <a:pt x="64" y="3060"/>
                    <a:pt x="316" y="3533"/>
                  </a:cubicBezTo>
                  <a:cubicBezTo>
                    <a:pt x="379" y="3753"/>
                    <a:pt x="505" y="3911"/>
                    <a:pt x="631" y="4068"/>
                  </a:cubicBezTo>
                  <a:cubicBezTo>
                    <a:pt x="820" y="4320"/>
                    <a:pt x="977" y="4604"/>
                    <a:pt x="1072" y="4888"/>
                  </a:cubicBezTo>
                  <a:lnTo>
                    <a:pt x="410" y="4888"/>
                  </a:lnTo>
                  <a:cubicBezTo>
                    <a:pt x="190" y="4888"/>
                    <a:pt x="32" y="5045"/>
                    <a:pt x="32" y="5234"/>
                  </a:cubicBezTo>
                  <a:cubicBezTo>
                    <a:pt x="32" y="5423"/>
                    <a:pt x="190" y="5581"/>
                    <a:pt x="410" y="5581"/>
                  </a:cubicBezTo>
                  <a:lnTo>
                    <a:pt x="1103" y="5581"/>
                  </a:lnTo>
                  <a:lnTo>
                    <a:pt x="1103" y="9487"/>
                  </a:lnTo>
                  <a:cubicBezTo>
                    <a:pt x="1103" y="9645"/>
                    <a:pt x="1103" y="9582"/>
                    <a:pt x="2206" y="11724"/>
                  </a:cubicBezTo>
                  <a:cubicBezTo>
                    <a:pt x="2301" y="11850"/>
                    <a:pt x="2395" y="11945"/>
                    <a:pt x="2521" y="11945"/>
                  </a:cubicBezTo>
                  <a:cubicBezTo>
                    <a:pt x="2647" y="11945"/>
                    <a:pt x="2773" y="11850"/>
                    <a:pt x="2836" y="11724"/>
                  </a:cubicBezTo>
                  <a:cubicBezTo>
                    <a:pt x="3939" y="9519"/>
                    <a:pt x="3939" y="9613"/>
                    <a:pt x="3939" y="9487"/>
                  </a:cubicBezTo>
                  <a:lnTo>
                    <a:pt x="3939" y="5581"/>
                  </a:lnTo>
                  <a:lnTo>
                    <a:pt x="4663" y="5581"/>
                  </a:lnTo>
                  <a:cubicBezTo>
                    <a:pt x="4852" y="5581"/>
                    <a:pt x="5010" y="5423"/>
                    <a:pt x="5010" y="5234"/>
                  </a:cubicBezTo>
                  <a:cubicBezTo>
                    <a:pt x="5010" y="5045"/>
                    <a:pt x="4852" y="4888"/>
                    <a:pt x="4663" y="4888"/>
                  </a:cubicBezTo>
                  <a:lnTo>
                    <a:pt x="3970" y="4888"/>
                  </a:lnTo>
                  <a:cubicBezTo>
                    <a:pt x="4065" y="4604"/>
                    <a:pt x="4254" y="4289"/>
                    <a:pt x="4443" y="4005"/>
                  </a:cubicBezTo>
                  <a:cubicBezTo>
                    <a:pt x="4411" y="3942"/>
                    <a:pt x="4506" y="3816"/>
                    <a:pt x="4569" y="3690"/>
                  </a:cubicBezTo>
                  <a:cubicBezTo>
                    <a:pt x="4821" y="3344"/>
                    <a:pt x="4915" y="2903"/>
                    <a:pt x="4915" y="2493"/>
                  </a:cubicBezTo>
                  <a:cubicBezTo>
                    <a:pt x="4915" y="1769"/>
                    <a:pt x="4600" y="1075"/>
                    <a:pt x="4065" y="603"/>
                  </a:cubicBezTo>
                  <a:cubicBezTo>
                    <a:pt x="3603" y="218"/>
                    <a:pt x="3017" y="1"/>
                    <a:pt x="244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5" name="Google Shape;3205;p47"/>
            <p:cNvSpPr/>
            <p:nvPr/>
          </p:nvSpPr>
          <p:spPr>
            <a:xfrm>
              <a:off x="-45804025" y="2755500"/>
              <a:ext cx="34675" cy="18125"/>
            </a:xfrm>
            <a:custGeom>
              <a:rect b="b" l="l" r="r" t="t"/>
              <a:pathLst>
                <a:path extrusionOk="0" h="725" w="1387">
                  <a:moveTo>
                    <a:pt x="347" y="0"/>
                  </a:moveTo>
                  <a:cubicBezTo>
                    <a:pt x="127" y="0"/>
                    <a:pt x="1" y="158"/>
                    <a:pt x="1" y="378"/>
                  </a:cubicBezTo>
                  <a:cubicBezTo>
                    <a:pt x="1" y="567"/>
                    <a:pt x="127" y="725"/>
                    <a:pt x="347" y="725"/>
                  </a:cubicBezTo>
                  <a:lnTo>
                    <a:pt x="1040" y="725"/>
                  </a:lnTo>
                  <a:cubicBezTo>
                    <a:pt x="1261" y="725"/>
                    <a:pt x="1387" y="567"/>
                    <a:pt x="1387" y="378"/>
                  </a:cubicBezTo>
                  <a:cubicBezTo>
                    <a:pt x="1387" y="158"/>
                    <a:pt x="1261" y="0"/>
                    <a:pt x="10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6" name="Google Shape;3206;p47"/>
            <p:cNvSpPr/>
            <p:nvPr/>
          </p:nvSpPr>
          <p:spPr>
            <a:xfrm>
              <a:off x="-45998575" y="2755500"/>
              <a:ext cx="35475" cy="18125"/>
            </a:xfrm>
            <a:custGeom>
              <a:rect b="b" l="l" r="r" t="t"/>
              <a:pathLst>
                <a:path extrusionOk="0" h="725" w="1419">
                  <a:moveTo>
                    <a:pt x="379" y="0"/>
                  </a:moveTo>
                  <a:cubicBezTo>
                    <a:pt x="158" y="0"/>
                    <a:pt x="1" y="158"/>
                    <a:pt x="1" y="378"/>
                  </a:cubicBezTo>
                  <a:cubicBezTo>
                    <a:pt x="1" y="567"/>
                    <a:pt x="158" y="725"/>
                    <a:pt x="379" y="725"/>
                  </a:cubicBezTo>
                  <a:lnTo>
                    <a:pt x="1072" y="725"/>
                  </a:lnTo>
                  <a:cubicBezTo>
                    <a:pt x="1261" y="693"/>
                    <a:pt x="1419" y="536"/>
                    <a:pt x="1419" y="378"/>
                  </a:cubicBezTo>
                  <a:cubicBezTo>
                    <a:pt x="1419" y="158"/>
                    <a:pt x="1261" y="0"/>
                    <a:pt x="10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7" name="Google Shape;3207;p47"/>
            <p:cNvSpPr/>
            <p:nvPr/>
          </p:nvSpPr>
          <p:spPr>
            <a:xfrm>
              <a:off x="-45818200" y="2703175"/>
              <a:ext cx="35475" cy="26100"/>
            </a:xfrm>
            <a:custGeom>
              <a:rect b="b" l="l" r="r" t="t"/>
              <a:pathLst>
                <a:path extrusionOk="0" h="1044" w="1419">
                  <a:moveTo>
                    <a:pt x="991" y="1"/>
                  </a:moveTo>
                  <a:cubicBezTo>
                    <a:pt x="930" y="1"/>
                    <a:pt x="870" y="15"/>
                    <a:pt x="820" y="45"/>
                  </a:cubicBezTo>
                  <a:lnTo>
                    <a:pt x="252" y="423"/>
                  </a:lnTo>
                  <a:cubicBezTo>
                    <a:pt x="95" y="486"/>
                    <a:pt x="0" y="738"/>
                    <a:pt x="126" y="896"/>
                  </a:cubicBezTo>
                  <a:cubicBezTo>
                    <a:pt x="205" y="994"/>
                    <a:pt x="309" y="1044"/>
                    <a:pt x="414" y="1044"/>
                  </a:cubicBezTo>
                  <a:cubicBezTo>
                    <a:pt x="476" y="1044"/>
                    <a:pt x="540" y="1026"/>
                    <a:pt x="599" y="990"/>
                  </a:cubicBezTo>
                  <a:lnTo>
                    <a:pt x="1166" y="644"/>
                  </a:lnTo>
                  <a:cubicBezTo>
                    <a:pt x="1324" y="581"/>
                    <a:pt x="1418" y="329"/>
                    <a:pt x="1292" y="171"/>
                  </a:cubicBezTo>
                  <a:cubicBezTo>
                    <a:pt x="1249" y="64"/>
                    <a:pt x="1119" y="1"/>
                    <a:pt x="99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8" name="Google Shape;3208;p47"/>
            <p:cNvSpPr/>
            <p:nvPr/>
          </p:nvSpPr>
          <p:spPr>
            <a:xfrm>
              <a:off x="-45984400" y="2799050"/>
              <a:ext cx="35475" cy="26100"/>
            </a:xfrm>
            <a:custGeom>
              <a:rect b="b" l="l" r="r" t="t"/>
              <a:pathLst>
                <a:path extrusionOk="0" h="1044" w="1419">
                  <a:moveTo>
                    <a:pt x="1014" y="1"/>
                  </a:moveTo>
                  <a:cubicBezTo>
                    <a:pt x="947" y="1"/>
                    <a:pt x="879" y="18"/>
                    <a:pt x="820" y="54"/>
                  </a:cubicBezTo>
                  <a:lnTo>
                    <a:pt x="221" y="400"/>
                  </a:lnTo>
                  <a:cubicBezTo>
                    <a:pt x="64" y="463"/>
                    <a:pt x="1" y="716"/>
                    <a:pt x="95" y="873"/>
                  </a:cubicBezTo>
                  <a:cubicBezTo>
                    <a:pt x="160" y="980"/>
                    <a:pt x="282" y="1043"/>
                    <a:pt x="403" y="1043"/>
                  </a:cubicBezTo>
                  <a:cubicBezTo>
                    <a:pt x="461" y="1043"/>
                    <a:pt x="517" y="1029"/>
                    <a:pt x="568" y="999"/>
                  </a:cubicBezTo>
                  <a:lnTo>
                    <a:pt x="1167" y="621"/>
                  </a:lnTo>
                  <a:cubicBezTo>
                    <a:pt x="1324" y="558"/>
                    <a:pt x="1419" y="306"/>
                    <a:pt x="1293" y="148"/>
                  </a:cubicBezTo>
                  <a:cubicBezTo>
                    <a:pt x="1234" y="50"/>
                    <a:pt x="1125" y="1"/>
                    <a:pt x="101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9" name="Google Shape;3209;p47"/>
            <p:cNvSpPr/>
            <p:nvPr/>
          </p:nvSpPr>
          <p:spPr>
            <a:xfrm>
              <a:off x="-45815850" y="2799050"/>
              <a:ext cx="33900" cy="25750"/>
            </a:xfrm>
            <a:custGeom>
              <a:rect b="b" l="l" r="r" t="t"/>
              <a:pathLst>
                <a:path extrusionOk="0" h="1030" w="1356">
                  <a:moveTo>
                    <a:pt x="343" y="1"/>
                  </a:moveTo>
                  <a:cubicBezTo>
                    <a:pt x="231" y="1"/>
                    <a:pt x="123" y="50"/>
                    <a:pt x="64" y="148"/>
                  </a:cubicBezTo>
                  <a:cubicBezTo>
                    <a:pt x="1" y="306"/>
                    <a:pt x="32" y="558"/>
                    <a:pt x="190" y="621"/>
                  </a:cubicBezTo>
                  <a:lnTo>
                    <a:pt x="789" y="999"/>
                  </a:lnTo>
                  <a:cubicBezTo>
                    <a:pt x="838" y="1019"/>
                    <a:pt x="895" y="1029"/>
                    <a:pt x="951" y="1029"/>
                  </a:cubicBezTo>
                  <a:cubicBezTo>
                    <a:pt x="1073" y="1029"/>
                    <a:pt x="1197" y="981"/>
                    <a:pt x="1261" y="873"/>
                  </a:cubicBezTo>
                  <a:cubicBezTo>
                    <a:pt x="1356" y="716"/>
                    <a:pt x="1293" y="526"/>
                    <a:pt x="1135" y="400"/>
                  </a:cubicBezTo>
                  <a:lnTo>
                    <a:pt x="537" y="54"/>
                  </a:lnTo>
                  <a:cubicBezTo>
                    <a:pt x="477" y="18"/>
                    <a:pt x="410" y="1"/>
                    <a:pt x="34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0" name="Google Shape;3210;p47"/>
            <p:cNvSpPr/>
            <p:nvPr/>
          </p:nvSpPr>
          <p:spPr>
            <a:xfrm>
              <a:off x="-45983600" y="2702750"/>
              <a:ext cx="34675" cy="25525"/>
            </a:xfrm>
            <a:custGeom>
              <a:rect b="b" l="l" r="r" t="t"/>
              <a:pathLst>
                <a:path extrusionOk="0" h="1021" w="1387">
                  <a:moveTo>
                    <a:pt x="398" y="0"/>
                  </a:moveTo>
                  <a:cubicBezTo>
                    <a:pt x="269" y="0"/>
                    <a:pt x="138" y="49"/>
                    <a:pt x="95" y="157"/>
                  </a:cubicBezTo>
                  <a:cubicBezTo>
                    <a:pt x="0" y="314"/>
                    <a:pt x="32" y="535"/>
                    <a:pt x="189" y="629"/>
                  </a:cubicBezTo>
                  <a:lnTo>
                    <a:pt x="788" y="976"/>
                  </a:lnTo>
                  <a:cubicBezTo>
                    <a:pt x="839" y="1006"/>
                    <a:pt x="899" y="1020"/>
                    <a:pt x="959" y="1020"/>
                  </a:cubicBezTo>
                  <a:cubicBezTo>
                    <a:pt x="1088" y="1020"/>
                    <a:pt x="1218" y="957"/>
                    <a:pt x="1261" y="850"/>
                  </a:cubicBezTo>
                  <a:cubicBezTo>
                    <a:pt x="1387" y="692"/>
                    <a:pt x="1292" y="503"/>
                    <a:pt x="1135" y="377"/>
                  </a:cubicBezTo>
                  <a:lnTo>
                    <a:pt x="567" y="31"/>
                  </a:lnTo>
                  <a:cubicBezTo>
                    <a:pt x="518" y="11"/>
                    <a:pt x="458" y="0"/>
                    <a:pt x="39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11" name="Google Shape;3211;p47"/>
          <p:cNvSpPr/>
          <p:nvPr/>
        </p:nvSpPr>
        <p:spPr>
          <a:xfrm>
            <a:off x="3795502" y="3743113"/>
            <a:ext cx="244005" cy="277502"/>
          </a:xfrm>
          <a:custGeom>
            <a:rect b="b" l="l" r="r" t="t"/>
            <a:pathLst>
              <a:path extrusionOk="0" h="12004" w="10555">
                <a:moveTo>
                  <a:pt x="5262" y="709"/>
                </a:moveTo>
                <a:lnTo>
                  <a:pt x="9420" y="2788"/>
                </a:lnTo>
                <a:lnTo>
                  <a:pt x="8066" y="3450"/>
                </a:lnTo>
                <a:lnTo>
                  <a:pt x="5451" y="2127"/>
                </a:lnTo>
                <a:cubicBezTo>
                  <a:pt x="5403" y="2111"/>
                  <a:pt x="5348" y="2103"/>
                  <a:pt x="5293" y="2103"/>
                </a:cubicBezTo>
                <a:cubicBezTo>
                  <a:pt x="5238" y="2103"/>
                  <a:pt x="5183" y="2111"/>
                  <a:pt x="5136" y="2127"/>
                </a:cubicBezTo>
                <a:lnTo>
                  <a:pt x="2489" y="3450"/>
                </a:lnTo>
                <a:lnTo>
                  <a:pt x="1197" y="2788"/>
                </a:lnTo>
                <a:lnTo>
                  <a:pt x="5262" y="709"/>
                </a:lnTo>
                <a:close/>
                <a:moveTo>
                  <a:pt x="4915" y="3040"/>
                </a:moveTo>
                <a:lnTo>
                  <a:pt x="4915" y="6222"/>
                </a:lnTo>
                <a:lnTo>
                  <a:pt x="2804" y="7294"/>
                </a:lnTo>
                <a:lnTo>
                  <a:pt x="2804" y="4080"/>
                </a:lnTo>
                <a:lnTo>
                  <a:pt x="4915" y="3040"/>
                </a:lnTo>
                <a:close/>
                <a:moveTo>
                  <a:pt x="5640" y="3040"/>
                </a:moveTo>
                <a:lnTo>
                  <a:pt x="7750" y="4080"/>
                </a:lnTo>
                <a:lnTo>
                  <a:pt x="7750" y="7294"/>
                </a:lnTo>
                <a:lnTo>
                  <a:pt x="5640" y="6222"/>
                </a:lnTo>
                <a:lnTo>
                  <a:pt x="5640" y="3040"/>
                </a:lnTo>
                <a:close/>
                <a:moveTo>
                  <a:pt x="5262" y="6758"/>
                </a:moveTo>
                <a:lnTo>
                  <a:pt x="7278" y="7798"/>
                </a:lnTo>
                <a:lnTo>
                  <a:pt x="5262" y="8806"/>
                </a:lnTo>
                <a:lnTo>
                  <a:pt x="3277" y="7798"/>
                </a:lnTo>
                <a:lnTo>
                  <a:pt x="5262" y="6758"/>
                </a:lnTo>
                <a:close/>
                <a:moveTo>
                  <a:pt x="725" y="3372"/>
                </a:moveTo>
                <a:lnTo>
                  <a:pt x="2111" y="4080"/>
                </a:lnTo>
                <a:lnTo>
                  <a:pt x="2111" y="7829"/>
                </a:lnTo>
                <a:cubicBezTo>
                  <a:pt x="2111" y="7955"/>
                  <a:pt x="2206" y="8081"/>
                  <a:pt x="2332" y="8113"/>
                </a:cubicBezTo>
                <a:lnTo>
                  <a:pt x="4915" y="9404"/>
                </a:lnTo>
                <a:lnTo>
                  <a:pt x="4915" y="10980"/>
                </a:lnTo>
                <a:lnTo>
                  <a:pt x="725" y="8869"/>
                </a:lnTo>
                <a:lnTo>
                  <a:pt x="725" y="3372"/>
                </a:lnTo>
                <a:close/>
                <a:moveTo>
                  <a:pt x="9861" y="3387"/>
                </a:moveTo>
                <a:lnTo>
                  <a:pt x="9861" y="8932"/>
                </a:lnTo>
                <a:lnTo>
                  <a:pt x="5640" y="11011"/>
                </a:lnTo>
                <a:lnTo>
                  <a:pt x="5640" y="9436"/>
                </a:lnTo>
                <a:lnTo>
                  <a:pt x="8223" y="8144"/>
                </a:lnTo>
                <a:cubicBezTo>
                  <a:pt x="8349" y="8113"/>
                  <a:pt x="8412" y="7987"/>
                  <a:pt x="8412" y="7829"/>
                </a:cubicBezTo>
                <a:lnTo>
                  <a:pt x="8412" y="4080"/>
                </a:lnTo>
                <a:lnTo>
                  <a:pt x="9861" y="3387"/>
                </a:lnTo>
                <a:close/>
                <a:moveTo>
                  <a:pt x="5262" y="0"/>
                </a:moveTo>
                <a:cubicBezTo>
                  <a:pt x="5206" y="0"/>
                  <a:pt x="5151" y="16"/>
                  <a:pt x="5104" y="47"/>
                </a:cubicBezTo>
                <a:lnTo>
                  <a:pt x="284" y="2473"/>
                </a:lnTo>
                <a:cubicBezTo>
                  <a:pt x="63" y="2536"/>
                  <a:pt x="0" y="2662"/>
                  <a:pt x="0" y="2820"/>
                </a:cubicBezTo>
                <a:lnTo>
                  <a:pt x="0" y="9152"/>
                </a:lnTo>
                <a:cubicBezTo>
                  <a:pt x="0" y="9278"/>
                  <a:pt x="63" y="9404"/>
                  <a:pt x="189" y="9499"/>
                </a:cubicBezTo>
                <a:lnTo>
                  <a:pt x="5104" y="11956"/>
                </a:lnTo>
                <a:cubicBezTo>
                  <a:pt x="5151" y="11988"/>
                  <a:pt x="5206" y="12003"/>
                  <a:pt x="5262" y="12003"/>
                </a:cubicBezTo>
                <a:cubicBezTo>
                  <a:pt x="5317" y="12003"/>
                  <a:pt x="5372" y="11988"/>
                  <a:pt x="5419" y="11956"/>
                </a:cubicBezTo>
                <a:lnTo>
                  <a:pt x="10365" y="9499"/>
                </a:lnTo>
                <a:cubicBezTo>
                  <a:pt x="10460" y="9404"/>
                  <a:pt x="10554" y="9278"/>
                  <a:pt x="10554" y="9152"/>
                </a:cubicBezTo>
                <a:lnTo>
                  <a:pt x="10554" y="2788"/>
                </a:lnTo>
                <a:cubicBezTo>
                  <a:pt x="10554" y="2662"/>
                  <a:pt x="10460" y="2568"/>
                  <a:pt x="10365" y="2505"/>
                </a:cubicBezTo>
                <a:lnTo>
                  <a:pt x="5419" y="47"/>
                </a:lnTo>
                <a:cubicBezTo>
                  <a:pt x="5372" y="16"/>
                  <a:pt x="5317" y="0"/>
                  <a:pt x="526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2" name="Google Shape;3212;p47"/>
          <p:cNvSpPr/>
          <p:nvPr/>
        </p:nvSpPr>
        <p:spPr>
          <a:xfrm>
            <a:off x="2031173" y="1569526"/>
            <a:ext cx="278959" cy="260765"/>
          </a:xfrm>
          <a:custGeom>
            <a:rect b="b" l="l" r="r" t="t"/>
            <a:pathLst>
              <a:path extrusionOk="0" h="11280" w="12067">
                <a:moveTo>
                  <a:pt x="5986" y="757"/>
                </a:moveTo>
                <a:cubicBezTo>
                  <a:pt x="7656" y="757"/>
                  <a:pt x="9011" y="2049"/>
                  <a:pt x="9137" y="3718"/>
                </a:cubicBezTo>
                <a:cubicBezTo>
                  <a:pt x="8822" y="3624"/>
                  <a:pt x="8475" y="3561"/>
                  <a:pt x="8066" y="3561"/>
                </a:cubicBezTo>
                <a:cubicBezTo>
                  <a:pt x="7278" y="3561"/>
                  <a:pt x="6585" y="3781"/>
                  <a:pt x="5955" y="4191"/>
                </a:cubicBezTo>
                <a:cubicBezTo>
                  <a:pt x="5356" y="3781"/>
                  <a:pt x="4632" y="3561"/>
                  <a:pt x="3844" y="3561"/>
                </a:cubicBezTo>
                <a:cubicBezTo>
                  <a:pt x="3466" y="3561"/>
                  <a:pt x="3119" y="3592"/>
                  <a:pt x="2773" y="3718"/>
                </a:cubicBezTo>
                <a:cubicBezTo>
                  <a:pt x="2930" y="2049"/>
                  <a:pt x="4285" y="757"/>
                  <a:pt x="5986" y="757"/>
                </a:cubicBezTo>
                <a:close/>
                <a:moveTo>
                  <a:pt x="3875" y="4254"/>
                </a:moveTo>
                <a:cubicBezTo>
                  <a:pt x="4411" y="4254"/>
                  <a:pt x="4915" y="4411"/>
                  <a:pt x="5388" y="4663"/>
                </a:cubicBezTo>
                <a:cubicBezTo>
                  <a:pt x="4852" y="5168"/>
                  <a:pt x="4505" y="5829"/>
                  <a:pt x="4285" y="6585"/>
                </a:cubicBezTo>
                <a:cubicBezTo>
                  <a:pt x="3560" y="6113"/>
                  <a:pt x="2993" y="5325"/>
                  <a:pt x="2836" y="4411"/>
                </a:cubicBezTo>
                <a:cubicBezTo>
                  <a:pt x="3151" y="4317"/>
                  <a:pt x="3497" y="4254"/>
                  <a:pt x="3875" y="4254"/>
                </a:cubicBezTo>
                <a:close/>
                <a:moveTo>
                  <a:pt x="8129" y="4254"/>
                </a:moveTo>
                <a:cubicBezTo>
                  <a:pt x="8475" y="4254"/>
                  <a:pt x="8822" y="4317"/>
                  <a:pt x="9137" y="4411"/>
                </a:cubicBezTo>
                <a:cubicBezTo>
                  <a:pt x="8979" y="5325"/>
                  <a:pt x="8444" y="6113"/>
                  <a:pt x="7687" y="6585"/>
                </a:cubicBezTo>
                <a:cubicBezTo>
                  <a:pt x="7498" y="5829"/>
                  <a:pt x="7089" y="5168"/>
                  <a:pt x="6585" y="4663"/>
                </a:cubicBezTo>
                <a:cubicBezTo>
                  <a:pt x="7026" y="4411"/>
                  <a:pt x="7561" y="4254"/>
                  <a:pt x="8129" y="4254"/>
                </a:cubicBezTo>
                <a:close/>
                <a:moveTo>
                  <a:pt x="5986" y="5042"/>
                </a:moveTo>
                <a:cubicBezTo>
                  <a:pt x="6490" y="5514"/>
                  <a:pt x="6900" y="6144"/>
                  <a:pt x="7026" y="6900"/>
                </a:cubicBezTo>
                <a:cubicBezTo>
                  <a:pt x="6648" y="7026"/>
                  <a:pt x="6364" y="7058"/>
                  <a:pt x="5986" y="7058"/>
                </a:cubicBezTo>
                <a:cubicBezTo>
                  <a:pt x="5640" y="7058"/>
                  <a:pt x="5293" y="7026"/>
                  <a:pt x="4978" y="6900"/>
                </a:cubicBezTo>
                <a:cubicBezTo>
                  <a:pt x="5073" y="6176"/>
                  <a:pt x="5451" y="5514"/>
                  <a:pt x="5986" y="5042"/>
                </a:cubicBezTo>
                <a:close/>
                <a:moveTo>
                  <a:pt x="4915" y="7625"/>
                </a:moveTo>
                <a:lnTo>
                  <a:pt x="4915" y="7625"/>
                </a:lnTo>
                <a:cubicBezTo>
                  <a:pt x="5230" y="7688"/>
                  <a:pt x="5608" y="7782"/>
                  <a:pt x="5986" y="7782"/>
                </a:cubicBezTo>
                <a:cubicBezTo>
                  <a:pt x="6333" y="7782"/>
                  <a:pt x="6711" y="7719"/>
                  <a:pt x="7057" y="7625"/>
                </a:cubicBezTo>
                <a:lnTo>
                  <a:pt x="7057" y="7625"/>
                </a:lnTo>
                <a:cubicBezTo>
                  <a:pt x="6963" y="8476"/>
                  <a:pt x="6585" y="9232"/>
                  <a:pt x="5986" y="9767"/>
                </a:cubicBezTo>
                <a:cubicBezTo>
                  <a:pt x="5388" y="9232"/>
                  <a:pt x="5010" y="8476"/>
                  <a:pt x="4915" y="7625"/>
                </a:cubicBezTo>
                <a:close/>
                <a:moveTo>
                  <a:pt x="2206" y="4726"/>
                </a:moveTo>
                <a:cubicBezTo>
                  <a:pt x="2458" y="5892"/>
                  <a:pt x="3245" y="6837"/>
                  <a:pt x="4222" y="7373"/>
                </a:cubicBezTo>
                <a:lnTo>
                  <a:pt x="4222" y="7467"/>
                </a:lnTo>
                <a:cubicBezTo>
                  <a:pt x="4222" y="8570"/>
                  <a:pt x="4663" y="9515"/>
                  <a:pt x="5388" y="10208"/>
                </a:cubicBezTo>
                <a:cubicBezTo>
                  <a:pt x="4915" y="10460"/>
                  <a:pt x="4411" y="10555"/>
                  <a:pt x="3875" y="10555"/>
                </a:cubicBezTo>
                <a:cubicBezTo>
                  <a:pt x="2080" y="10555"/>
                  <a:pt x="662" y="9137"/>
                  <a:pt x="662" y="7404"/>
                </a:cubicBezTo>
                <a:cubicBezTo>
                  <a:pt x="662" y="6270"/>
                  <a:pt x="1260" y="5294"/>
                  <a:pt x="2206" y="4726"/>
                </a:cubicBezTo>
                <a:close/>
                <a:moveTo>
                  <a:pt x="9735" y="4695"/>
                </a:moveTo>
                <a:cubicBezTo>
                  <a:pt x="10649" y="5262"/>
                  <a:pt x="11279" y="6239"/>
                  <a:pt x="11279" y="7373"/>
                </a:cubicBezTo>
                <a:cubicBezTo>
                  <a:pt x="11279" y="9137"/>
                  <a:pt x="9861" y="10555"/>
                  <a:pt x="8066" y="10555"/>
                </a:cubicBezTo>
                <a:cubicBezTo>
                  <a:pt x="7530" y="10555"/>
                  <a:pt x="7026" y="10397"/>
                  <a:pt x="6553" y="10177"/>
                </a:cubicBezTo>
                <a:cubicBezTo>
                  <a:pt x="7246" y="9452"/>
                  <a:pt x="7719" y="8476"/>
                  <a:pt x="7719" y="7404"/>
                </a:cubicBezTo>
                <a:lnTo>
                  <a:pt x="7719" y="7341"/>
                </a:lnTo>
                <a:cubicBezTo>
                  <a:pt x="8759" y="6837"/>
                  <a:pt x="9515" y="5892"/>
                  <a:pt x="9735" y="4695"/>
                </a:cubicBezTo>
                <a:close/>
                <a:moveTo>
                  <a:pt x="5986" y="1"/>
                </a:moveTo>
                <a:cubicBezTo>
                  <a:pt x="3875" y="1"/>
                  <a:pt x="2143" y="1734"/>
                  <a:pt x="2143" y="3876"/>
                </a:cubicBezTo>
                <a:lnTo>
                  <a:pt x="2143" y="3939"/>
                </a:lnTo>
                <a:cubicBezTo>
                  <a:pt x="882" y="4569"/>
                  <a:pt x="0" y="5892"/>
                  <a:pt x="0" y="7404"/>
                </a:cubicBezTo>
                <a:cubicBezTo>
                  <a:pt x="0" y="9547"/>
                  <a:pt x="1733" y="11279"/>
                  <a:pt x="3907" y="11279"/>
                </a:cubicBezTo>
                <a:cubicBezTo>
                  <a:pt x="4695" y="11279"/>
                  <a:pt x="5388" y="11027"/>
                  <a:pt x="6018" y="10649"/>
                </a:cubicBezTo>
                <a:cubicBezTo>
                  <a:pt x="6616" y="11027"/>
                  <a:pt x="7372" y="11279"/>
                  <a:pt x="8160" y="11279"/>
                </a:cubicBezTo>
                <a:cubicBezTo>
                  <a:pt x="10271" y="11279"/>
                  <a:pt x="12067" y="9547"/>
                  <a:pt x="12067" y="7404"/>
                </a:cubicBezTo>
                <a:cubicBezTo>
                  <a:pt x="11972" y="5924"/>
                  <a:pt x="11122" y="4632"/>
                  <a:pt x="9861" y="3939"/>
                </a:cubicBezTo>
                <a:lnTo>
                  <a:pt x="9861" y="3876"/>
                </a:lnTo>
                <a:cubicBezTo>
                  <a:pt x="9861" y="1734"/>
                  <a:pt x="8129" y="1"/>
                  <a:pt x="598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13" name="Google Shape;3213;p47"/>
          <p:cNvGrpSpPr/>
          <p:nvPr/>
        </p:nvGrpSpPr>
        <p:grpSpPr>
          <a:xfrm>
            <a:off x="2048650" y="2433595"/>
            <a:ext cx="244005" cy="279699"/>
            <a:chOff x="-49398750" y="2684600"/>
            <a:chExt cx="263875" cy="302475"/>
          </a:xfrm>
        </p:grpSpPr>
        <p:sp>
          <p:nvSpPr>
            <p:cNvPr id="3214" name="Google Shape;3214;p47"/>
            <p:cNvSpPr/>
            <p:nvPr/>
          </p:nvSpPr>
          <p:spPr>
            <a:xfrm>
              <a:off x="-49294775" y="2684600"/>
              <a:ext cx="73275" cy="299325"/>
            </a:xfrm>
            <a:custGeom>
              <a:rect b="b" l="l" r="r" t="t"/>
              <a:pathLst>
                <a:path extrusionOk="0" h="11973" w="2931">
                  <a:moveTo>
                    <a:pt x="1481" y="1387"/>
                  </a:moveTo>
                  <a:lnTo>
                    <a:pt x="2017" y="2836"/>
                  </a:lnTo>
                  <a:lnTo>
                    <a:pt x="914" y="2836"/>
                  </a:lnTo>
                  <a:lnTo>
                    <a:pt x="1481" y="1387"/>
                  </a:lnTo>
                  <a:close/>
                  <a:moveTo>
                    <a:pt x="2174" y="3529"/>
                  </a:moveTo>
                  <a:lnTo>
                    <a:pt x="2174" y="9893"/>
                  </a:lnTo>
                  <a:lnTo>
                    <a:pt x="757" y="9893"/>
                  </a:lnTo>
                  <a:lnTo>
                    <a:pt x="757" y="3529"/>
                  </a:lnTo>
                  <a:close/>
                  <a:moveTo>
                    <a:pt x="2174" y="10586"/>
                  </a:moveTo>
                  <a:lnTo>
                    <a:pt x="2174" y="10964"/>
                  </a:lnTo>
                  <a:cubicBezTo>
                    <a:pt x="2143" y="11153"/>
                    <a:pt x="1985" y="11311"/>
                    <a:pt x="1828" y="11311"/>
                  </a:cubicBezTo>
                  <a:lnTo>
                    <a:pt x="1103" y="11311"/>
                  </a:lnTo>
                  <a:cubicBezTo>
                    <a:pt x="914" y="11311"/>
                    <a:pt x="757" y="11153"/>
                    <a:pt x="757" y="10964"/>
                  </a:cubicBezTo>
                  <a:lnTo>
                    <a:pt x="757" y="10586"/>
                  </a:lnTo>
                  <a:close/>
                  <a:moveTo>
                    <a:pt x="1450" y="1"/>
                  </a:moveTo>
                  <a:cubicBezTo>
                    <a:pt x="1355" y="1"/>
                    <a:pt x="1198" y="95"/>
                    <a:pt x="1135" y="253"/>
                  </a:cubicBezTo>
                  <a:cubicBezTo>
                    <a:pt x="1" y="3246"/>
                    <a:pt x="95" y="3088"/>
                    <a:pt x="95" y="3151"/>
                  </a:cubicBezTo>
                  <a:lnTo>
                    <a:pt x="95" y="10933"/>
                  </a:lnTo>
                  <a:cubicBezTo>
                    <a:pt x="95" y="11500"/>
                    <a:pt x="568" y="11973"/>
                    <a:pt x="1135" y="11973"/>
                  </a:cubicBezTo>
                  <a:lnTo>
                    <a:pt x="1859" y="11973"/>
                  </a:lnTo>
                  <a:cubicBezTo>
                    <a:pt x="2458" y="11973"/>
                    <a:pt x="2931" y="11500"/>
                    <a:pt x="2931" y="10933"/>
                  </a:cubicBezTo>
                  <a:lnTo>
                    <a:pt x="2931" y="3120"/>
                  </a:lnTo>
                  <a:cubicBezTo>
                    <a:pt x="2836" y="3088"/>
                    <a:pt x="2931" y="3277"/>
                    <a:pt x="1765" y="253"/>
                  </a:cubicBezTo>
                  <a:cubicBezTo>
                    <a:pt x="1733" y="127"/>
                    <a:pt x="1576" y="1"/>
                    <a:pt x="145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5" name="Google Shape;3215;p47"/>
            <p:cNvSpPr/>
            <p:nvPr/>
          </p:nvSpPr>
          <p:spPr>
            <a:xfrm>
              <a:off x="-49398750" y="2684600"/>
              <a:ext cx="87450" cy="300900"/>
            </a:xfrm>
            <a:custGeom>
              <a:rect b="b" l="l" r="r" t="t"/>
              <a:pathLst>
                <a:path extrusionOk="0" h="12036" w="3498">
                  <a:moveTo>
                    <a:pt x="2773" y="662"/>
                  </a:moveTo>
                  <a:lnTo>
                    <a:pt x="2773" y="11311"/>
                  </a:lnTo>
                  <a:lnTo>
                    <a:pt x="662" y="11311"/>
                  </a:lnTo>
                  <a:lnTo>
                    <a:pt x="662" y="10586"/>
                  </a:lnTo>
                  <a:lnTo>
                    <a:pt x="1734" y="10586"/>
                  </a:lnTo>
                  <a:cubicBezTo>
                    <a:pt x="1923" y="10586"/>
                    <a:pt x="2080" y="10429"/>
                    <a:pt x="2080" y="10240"/>
                  </a:cubicBezTo>
                  <a:cubicBezTo>
                    <a:pt x="2080" y="10051"/>
                    <a:pt x="1923" y="9893"/>
                    <a:pt x="1734" y="9893"/>
                  </a:cubicBezTo>
                  <a:lnTo>
                    <a:pt x="662" y="9893"/>
                  </a:lnTo>
                  <a:lnTo>
                    <a:pt x="662" y="9169"/>
                  </a:lnTo>
                  <a:lnTo>
                    <a:pt x="1009" y="9169"/>
                  </a:lnTo>
                  <a:cubicBezTo>
                    <a:pt x="1198" y="9169"/>
                    <a:pt x="1356" y="9011"/>
                    <a:pt x="1356" y="8822"/>
                  </a:cubicBezTo>
                  <a:cubicBezTo>
                    <a:pt x="1356" y="8633"/>
                    <a:pt x="1198" y="8475"/>
                    <a:pt x="1009" y="8475"/>
                  </a:cubicBezTo>
                  <a:lnTo>
                    <a:pt x="662" y="8475"/>
                  </a:lnTo>
                  <a:lnTo>
                    <a:pt x="662" y="7751"/>
                  </a:lnTo>
                  <a:lnTo>
                    <a:pt x="1734" y="7751"/>
                  </a:lnTo>
                  <a:cubicBezTo>
                    <a:pt x="1923" y="7751"/>
                    <a:pt x="2080" y="7593"/>
                    <a:pt x="2080" y="7404"/>
                  </a:cubicBezTo>
                  <a:cubicBezTo>
                    <a:pt x="2080" y="7215"/>
                    <a:pt x="1923" y="7058"/>
                    <a:pt x="1734" y="7058"/>
                  </a:cubicBezTo>
                  <a:lnTo>
                    <a:pt x="662" y="7058"/>
                  </a:lnTo>
                  <a:lnTo>
                    <a:pt x="662" y="6333"/>
                  </a:lnTo>
                  <a:lnTo>
                    <a:pt x="1009" y="6333"/>
                  </a:lnTo>
                  <a:cubicBezTo>
                    <a:pt x="1198" y="6333"/>
                    <a:pt x="1356" y="6176"/>
                    <a:pt x="1356" y="5987"/>
                  </a:cubicBezTo>
                  <a:cubicBezTo>
                    <a:pt x="1356" y="5798"/>
                    <a:pt x="1198" y="5640"/>
                    <a:pt x="1009" y="5640"/>
                  </a:cubicBezTo>
                  <a:lnTo>
                    <a:pt x="662" y="5640"/>
                  </a:lnTo>
                  <a:lnTo>
                    <a:pt x="662" y="4947"/>
                  </a:lnTo>
                  <a:lnTo>
                    <a:pt x="1734" y="4947"/>
                  </a:lnTo>
                  <a:cubicBezTo>
                    <a:pt x="1923" y="4947"/>
                    <a:pt x="2080" y="4789"/>
                    <a:pt x="2080" y="4569"/>
                  </a:cubicBezTo>
                  <a:cubicBezTo>
                    <a:pt x="2080" y="4380"/>
                    <a:pt x="1923" y="4222"/>
                    <a:pt x="1734" y="4222"/>
                  </a:cubicBezTo>
                  <a:lnTo>
                    <a:pt x="662" y="4222"/>
                  </a:lnTo>
                  <a:lnTo>
                    <a:pt x="662" y="3498"/>
                  </a:lnTo>
                  <a:lnTo>
                    <a:pt x="1009" y="3498"/>
                  </a:lnTo>
                  <a:cubicBezTo>
                    <a:pt x="1198" y="3498"/>
                    <a:pt x="1356" y="3340"/>
                    <a:pt x="1356" y="3151"/>
                  </a:cubicBezTo>
                  <a:cubicBezTo>
                    <a:pt x="1356" y="2962"/>
                    <a:pt x="1198" y="2805"/>
                    <a:pt x="1009" y="2805"/>
                  </a:cubicBezTo>
                  <a:lnTo>
                    <a:pt x="662" y="2805"/>
                  </a:lnTo>
                  <a:lnTo>
                    <a:pt x="662" y="2080"/>
                  </a:lnTo>
                  <a:lnTo>
                    <a:pt x="1734" y="2080"/>
                  </a:lnTo>
                  <a:cubicBezTo>
                    <a:pt x="1923" y="2080"/>
                    <a:pt x="2080" y="1922"/>
                    <a:pt x="2080" y="1733"/>
                  </a:cubicBezTo>
                  <a:cubicBezTo>
                    <a:pt x="2080" y="1544"/>
                    <a:pt x="1923" y="1387"/>
                    <a:pt x="1734" y="1387"/>
                  </a:cubicBezTo>
                  <a:lnTo>
                    <a:pt x="662" y="1387"/>
                  </a:lnTo>
                  <a:lnTo>
                    <a:pt x="662" y="662"/>
                  </a:lnTo>
                  <a:close/>
                  <a:moveTo>
                    <a:pt x="347" y="1"/>
                  </a:moveTo>
                  <a:cubicBezTo>
                    <a:pt x="158" y="1"/>
                    <a:pt x="1" y="158"/>
                    <a:pt x="1" y="379"/>
                  </a:cubicBezTo>
                  <a:lnTo>
                    <a:pt x="1" y="11657"/>
                  </a:lnTo>
                  <a:cubicBezTo>
                    <a:pt x="1" y="11878"/>
                    <a:pt x="158" y="12036"/>
                    <a:pt x="347" y="12036"/>
                  </a:cubicBezTo>
                  <a:lnTo>
                    <a:pt x="3151" y="12036"/>
                  </a:lnTo>
                  <a:cubicBezTo>
                    <a:pt x="3340" y="12036"/>
                    <a:pt x="3498" y="11878"/>
                    <a:pt x="3498" y="11657"/>
                  </a:cubicBezTo>
                  <a:lnTo>
                    <a:pt x="3498" y="379"/>
                  </a:lnTo>
                  <a:cubicBezTo>
                    <a:pt x="3498" y="158"/>
                    <a:pt x="3340" y="1"/>
                    <a:pt x="315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6" name="Google Shape;3216;p47"/>
            <p:cNvSpPr/>
            <p:nvPr/>
          </p:nvSpPr>
          <p:spPr>
            <a:xfrm>
              <a:off x="-49207350" y="2686175"/>
              <a:ext cx="72475" cy="300900"/>
            </a:xfrm>
            <a:custGeom>
              <a:rect b="b" l="l" r="r" t="t"/>
              <a:pathLst>
                <a:path extrusionOk="0" h="12036" w="2899">
                  <a:moveTo>
                    <a:pt x="1859" y="694"/>
                  </a:moveTo>
                  <a:lnTo>
                    <a:pt x="1859" y="694"/>
                  </a:lnTo>
                  <a:cubicBezTo>
                    <a:pt x="1828" y="820"/>
                    <a:pt x="1796" y="946"/>
                    <a:pt x="1796" y="1040"/>
                  </a:cubicBezTo>
                  <a:cubicBezTo>
                    <a:pt x="1733" y="1418"/>
                    <a:pt x="1828" y="1765"/>
                    <a:pt x="2111" y="2112"/>
                  </a:cubicBezTo>
                  <a:cubicBezTo>
                    <a:pt x="2143" y="2143"/>
                    <a:pt x="2174" y="2238"/>
                    <a:pt x="2143" y="2301"/>
                  </a:cubicBezTo>
                  <a:cubicBezTo>
                    <a:pt x="2017" y="2584"/>
                    <a:pt x="1796" y="2773"/>
                    <a:pt x="1481" y="2773"/>
                  </a:cubicBezTo>
                  <a:cubicBezTo>
                    <a:pt x="1072" y="2773"/>
                    <a:pt x="757" y="2458"/>
                    <a:pt x="757" y="2080"/>
                  </a:cubicBezTo>
                  <a:cubicBezTo>
                    <a:pt x="757" y="1670"/>
                    <a:pt x="914" y="1324"/>
                    <a:pt x="1166" y="1103"/>
                  </a:cubicBezTo>
                  <a:cubicBezTo>
                    <a:pt x="1387" y="851"/>
                    <a:pt x="1576" y="788"/>
                    <a:pt x="1859" y="694"/>
                  </a:cubicBezTo>
                  <a:close/>
                  <a:moveTo>
                    <a:pt x="1450" y="3466"/>
                  </a:moveTo>
                  <a:cubicBezTo>
                    <a:pt x="1513" y="3529"/>
                    <a:pt x="1702" y="3781"/>
                    <a:pt x="1859" y="4600"/>
                  </a:cubicBezTo>
                  <a:cubicBezTo>
                    <a:pt x="1954" y="4726"/>
                    <a:pt x="1954" y="4789"/>
                    <a:pt x="1954" y="4884"/>
                  </a:cubicBezTo>
                  <a:lnTo>
                    <a:pt x="946" y="4884"/>
                  </a:lnTo>
                  <a:cubicBezTo>
                    <a:pt x="946" y="4789"/>
                    <a:pt x="1009" y="4726"/>
                    <a:pt x="1009" y="4600"/>
                  </a:cubicBezTo>
                  <a:cubicBezTo>
                    <a:pt x="1198" y="3781"/>
                    <a:pt x="1355" y="3529"/>
                    <a:pt x="1450" y="3466"/>
                  </a:cubicBezTo>
                  <a:close/>
                  <a:moveTo>
                    <a:pt x="2111" y="5546"/>
                  </a:moveTo>
                  <a:cubicBezTo>
                    <a:pt x="2174" y="6081"/>
                    <a:pt x="2237" y="6680"/>
                    <a:pt x="2237" y="7310"/>
                  </a:cubicBezTo>
                  <a:cubicBezTo>
                    <a:pt x="2174" y="9389"/>
                    <a:pt x="1796" y="10901"/>
                    <a:pt x="1481" y="11216"/>
                  </a:cubicBezTo>
                  <a:cubicBezTo>
                    <a:pt x="1387" y="11122"/>
                    <a:pt x="1198" y="10901"/>
                    <a:pt x="1040" y="10082"/>
                  </a:cubicBezTo>
                  <a:cubicBezTo>
                    <a:pt x="883" y="9326"/>
                    <a:pt x="757" y="8349"/>
                    <a:pt x="757" y="7310"/>
                  </a:cubicBezTo>
                  <a:cubicBezTo>
                    <a:pt x="757" y="6680"/>
                    <a:pt x="788" y="6081"/>
                    <a:pt x="883" y="5546"/>
                  </a:cubicBezTo>
                  <a:close/>
                  <a:moveTo>
                    <a:pt x="2489" y="1"/>
                  </a:moveTo>
                  <a:cubicBezTo>
                    <a:pt x="1796" y="1"/>
                    <a:pt x="1229" y="32"/>
                    <a:pt x="662" y="631"/>
                  </a:cubicBezTo>
                  <a:cubicBezTo>
                    <a:pt x="253" y="1009"/>
                    <a:pt x="1" y="1576"/>
                    <a:pt x="1" y="2112"/>
                  </a:cubicBezTo>
                  <a:cubicBezTo>
                    <a:pt x="1" y="2616"/>
                    <a:pt x="284" y="3088"/>
                    <a:pt x="725" y="3340"/>
                  </a:cubicBezTo>
                  <a:cubicBezTo>
                    <a:pt x="190" y="4285"/>
                    <a:pt x="1" y="6302"/>
                    <a:pt x="1" y="7436"/>
                  </a:cubicBezTo>
                  <a:cubicBezTo>
                    <a:pt x="1" y="8539"/>
                    <a:pt x="127" y="10555"/>
                    <a:pt x="725" y="11531"/>
                  </a:cubicBezTo>
                  <a:cubicBezTo>
                    <a:pt x="914" y="11878"/>
                    <a:pt x="1166" y="12036"/>
                    <a:pt x="1450" y="12036"/>
                  </a:cubicBezTo>
                  <a:cubicBezTo>
                    <a:pt x="1702" y="12036"/>
                    <a:pt x="1954" y="11878"/>
                    <a:pt x="2143" y="11531"/>
                  </a:cubicBezTo>
                  <a:cubicBezTo>
                    <a:pt x="2710" y="10586"/>
                    <a:pt x="2868" y="8570"/>
                    <a:pt x="2868" y="7436"/>
                  </a:cubicBezTo>
                  <a:cubicBezTo>
                    <a:pt x="2836" y="6239"/>
                    <a:pt x="2742" y="4254"/>
                    <a:pt x="2174" y="3309"/>
                  </a:cubicBezTo>
                  <a:cubicBezTo>
                    <a:pt x="2458" y="3151"/>
                    <a:pt x="2710" y="2868"/>
                    <a:pt x="2773" y="2553"/>
                  </a:cubicBezTo>
                  <a:cubicBezTo>
                    <a:pt x="2899" y="2238"/>
                    <a:pt x="2805" y="1923"/>
                    <a:pt x="2616" y="1670"/>
                  </a:cubicBezTo>
                  <a:cubicBezTo>
                    <a:pt x="2426" y="1450"/>
                    <a:pt x="2300" y="1135"/>
                    <a:pt x="2773" y="536"/>
                  </a:cubicBezTo>
                  <a:cubicBezTo>
                    <a:pt x="2836" y="410"/>
                    <a:pt x="2899" y="316"/>
                    <a:pt x="2805" y="190"/>
                  </a:cubicBezTo>
                  <a:cubicBezTo>
                    <a:pt x="2773" y="64"/>
                    <a:pt x="2616" y="1"/>
                    <a:pt x="248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17" name="Google Shape;3217;p47"/>
          <p:cNvGrpSpPr/>
          <p:nvPr/>
        </p:nvGrpSpPr>
        <p:grpSpPr>
          <a:xfrm>
            <a:off x="738911" y="2873677"/>
            <a:ext cx="243265" cy="278242"/>
            <a:chOff x="-47509225" y="1974175"/>
            <a:chExt cx="263075" cy="300900"/>
          </a:xfrm>
        </p:grpSpPr>
        <p:sp>
          <p:nvSpPr>
            <p:cNvPr id="3218" name="Google Shape;3218;p47"/>
            <p:cNvSpPr/>
            <p:nvPr/>
          </p:nvSpPr>
          <p:spPr>
            <a:xfrm>
              <a:off x="-47439925" y="2026950"/>
              <a:ext cx="124475" cy="124450"/>
            </a:xfrm>
            <a:custGeom>
              <a:rect b="b" l="l" r="r" t="t"/>
              <a:pathLst>
                <a:path extrusionOk="0" h="4978" w="4979">
                  <a:moveTo>
                    <a:pt x="1828" y="725"/>
                  </a:moveTo>
                  <a:cubicBezTo>
                    <a:pt x="2301" y="725"/>
                    <a:pt x="2679" y="1008"/>
                    <a:pt x="2805" y="1418"/>
                  </a:cubicBezTo>
                  <a:lnTo>
                    <a:pt x="1828" y="1418"/>
                  </a:lnTo>
                  <a:cubicBezTo>
                    <a:pt x="1607" y="1418"/>
                    <a:pt x="1450" y="1575"/>
                    <a:pt x="1450" y="1796"/>
                  </a:cubicBezTo>
                  <a:lnTo>
                    <a:pt x="1450" y="2773"/>
                  </a:lnTo>
                  <a:cubicBezTo>
                    <a:pt x="1040" y="2615"/>
                    <a:pt x="757" y="2206"/>
                    <a:pt x="757" y="1796"/>
                  </a:cubicBezTo>
                  <a:cubicBezTo>
                    <a:pt x="757" y="1197"/>
                    <a:pt x="1229" y="725"/>
                    <a:pt x="1828" y="725"/>
                  </a:cubicBezTo>
                  <a:close/>
                  <a:moveTo>
                    <a:pt x="2805" y="2143"/>
                  </a:moveTo>
                  <a:cubicBezTo>
                    <a:pt x="2679" y="2458"/>
                    <a:pt x="2458" y="2678"/>
                    <a:pt x="2175" y="2773"/>
                  </a:cubicBezTo>
                  <a:lnTo>
                    <a:pt x="2175" y="2143"/>
                  </a:lnTo>
                  <a:close/>
                  <a:moveTo>
                    <a:pt x="4254" y="2111"/>
                  </a:moveTo>
                  <a:lnTo>
                    <a:pt x="4254" y="4222"/>
                  </a:lnTo>
                  <a:lnTo>
                    <a:pt x="2143" y="4222"/>
                  </a:lnTo>
                  <a:lnTo>
                    <a:pt x="2143" y="3466"/>
                  </a:lnTo>
                  <a:cubicBezTo>
                    <a:pt x="2805" y="3308"/>
                    <a:pt x="3372" y="2804"/>
                    <a:pt x="3529" y="2111"/>
                  </a:cubicBezTo>
                  <a:close/>
                  <a:moveTo>
                    <a:pt x="1765" y="0"/>
                  </a:moveTo>
                  <a:cubicBezTo>
                    <a:pt x="788" y="0"/>
                    <a:pt x="1" y="788"/>
                    <a:pt x="1" y="1796"/>
                  </a:cubicBezTo>
                  <a:cubicBezTo>
                    <a:pt x="1" y="2647"/>
                    <a:pt x="599" y="3340"/>
                    <a:pt x="1418" y="3529"/>
                  </a:cubicBezTo>
                  <a:lnTo>
                    <a:pt x="1418" y="4631"/>
                  </a:lnTo>
                  <a:cubicBezTo>
                    <a:pt x="1418" y="4820"/>
                    <a:pt x="1576" y="4978"/>
                    <a:pt x="1765" y="4978"/>
                  </a:cubicBezTo>
                  <a:lnTo>
                    <a:pt x="4569" y="4978"/>
                  </a:lnTo>
                  <a:cubicBezTo>
                    <a:pt x="4789" y="4978"/>
                    <a:pt x="4916" y="4820"/>
                    <a:pt x="4916" y="4631"/>
                  </a:cubicBezTo>
                  <a:lnTo>
                    <a:pt x="4916" y="1827"/>
                  </a:lnTo>
                  <a:cubicBezTo>
                    <a:pt x="4979" y="1575"/>
                    <a:pt x="4821" y="1418"/>
                    <a:pt x="4600" y="1418"/>
                  </a:cubicBezTo>
                  <a:lnTo>
                    <a:pt x="3498" y="1418"/>
                  </a:lnTo>
                  <a:cubicBezTo>
                    <a:pt x="3340" y="630"/>
                    <a:pt x="2647" y="0"/>
                    <a:pt x="176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9" name="Google Shape;3219;p47"/>
            <p:cNvSpPr/>
            <p:nvPr/>
          </p:nvSpPr>
          <p:spPr>
            <a:xfrm>
              <a:off x="-47439125" y="2184475"/>
              <a:ext cx="88225" cy="18125"/>
            </a:xfrm>
            <a:custGeom>
              <a:rect b="b" l="l" r="r" t="t"/>
              <a:pathLst>
                <a:path extrusionOk="0" h="725" w="3529">
                  <a:moveTo>
                    <a:pt x="378" y="0"/>
                  </a:moveTo>
                  <a:cubicBezTo>
                    <a:pt x="158" y="0"/>
                    <a:pt x="32" y="158"/>
                    <a:pt x="32" y="378"/>
                  </a:cubicBezTo>
                  <a:cubicBezTo>
                    <a:pt x="0" y="567"/>
                    <a:pt x="158" y="725"/>
                    <a:pt x="378" y="725"/>
                  </a:cubicBezTo>
                  <a:lnTo>
                    <a:pt x="3182" y="725"/>
                  </a:lnTo>
                  <a:cubicBezTo>
                    <a:pt x="3371" y="725"/>
                    <a:pt x="3529" y="567"/>
                    <a:pt x="3529" y="378"/>
                  </a:cubicBezTo>
                  <a:cubicBezTo>
                    <a:pt x="3529" y="158"/>
                    <a:pt x="3371" y="0"/>
                    <a:pt x="318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0" name="Google Shape;3220;p47"/>
            <p:cNvSpPr/>
            <p:nvPr/>
          </p:nvSpPr>
          <p:spPr>
            <a:xfrm>
              <a:off x="-47438350" y="2219900"/>
              <a:ext cx="122900" cy="18150"/>
            </a:xfrm>
            <a:custGeom>
              <a:rect b="b" l="l" r="r" t="t"/>
              <a:pathLst>
                <a:path extrusionOk="0" h="726" w="4916">
                  <a:moveTo>
                    <a:pt x="347" y="1"/>
                  </a:moveTo>
                  <a:cubicBezTo>
                    <a:pt x="127" y="1"/>
                    <a:pt x="1" y="158"/>
                    <a:pt x="1" y="379"/>
                  </a:cubicBezTo>
                  <a:cubicBezTo>
                    <a:pt x="1" y="568"/>
                    <a:pt x="127" y="725"/>
                    <a:pt x="347" y="725"/>
                  </a:cubicBezTo>
                  <a:lnTo>
                    <a:pt x="4537" y="725"/>
                  </a:lnTo>
                  <a:cubicBezTo>
                    <a:pt x="4758" y="725"/>
                    <a:pt x="4916" y="568"/>
                    <a:pt x="4916" y="379"/>
                  </a:cubicBezTo>
                  <a:cubicBezTo>
                    <a:pt x="4916" y="158"/>
                    <a:pt x="4758" y="1"/>
                    <a:pt x="453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1" name="Google Shape;3221;p47"/>
            <p:cNvSpPr/>
            <p:nvPr/>
          </p:nvSpPr>
          <p:spPr>
            <a:xfrm>
              <a:off x="-47333600" y="2186050"/>
              <a:ext cx="18150" cy="17350"/>
            </a:xfrm>
            <a:custGeom>
              <a:rect b="b" l="l" r="r" t="t"/>
              <a:pathLst>
                <a:path extrusionOk="0" h="694" w="726">
                  <a:moveTo>
                    <a:pt x="347" y="0"/>
                  </a:moveTo>
                  <a:cubicBezTo>
                    <a:pt x="158" y="0"/>
                    <a:pt x="1" y="158"/>
                    <a:pt x="1" y="347"/>
                  </a:cubicBezTo>
                  <a:cubicBezTo>
                    <a:pt x="1" y="536"/>
                    <a:pt x="158" y="693"/>
                    <a:pt x="347" y="693"/>
                  </a:cubicBezTo>
                  <a:cubicBezTo>
                    <a:pt x="568" y="693"/>
                    <a:pt x="726" y="536"/>
                    <a:pt x="726" y="347"/>
                  </a:cubicBezTo>
                  <a:cubicBezTo>
                    <a:pt x="726" y="126"/>
                    <a:pt x="568"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2" name="Google Shape;3222;p47"/>
            <p:cNvSpPr/>
            <p:nvPr/>
          </p:nvSpPr>
          <p:spPr>
            <a:xfrm>
              <a:off x="-47509225" y="1974175"/>
              <a:ext cx="263075" cy="300900"/>
            </a:xfrm>
            <a:custGeom>
              <a:rect b="b" l="l" r="r" t="t"/>
              <a:pathLst>
                <a:path extrusionOk="0" h="12036" w="10523">
                  <a:moveTo>
                    <a:pt x="9483" y="2111"/>
                  </a:moveTo>
                  <a:cubicBezTo>
                    <a:pt x="9672" y="2111"/>
                    <a:pt x="9830" y="2269"/>
                    <a:pt x="9830" y="2489"/>
                  </a:cubicBezTo>
                  <a:lnTo>
                    <a:pt x="9830" y="3529"/>
                  </a:lnTo>
                  <a:lnTo>
                    <a:pt x="9105" y="3529"/>
                  </a:lnTo>
                  <a:lnTo>
                    <a:pt x="9105" y="2111"/>
                  </a:lnTo>
                  <a:close/>
                  <a:moveTo>
                    <a:pt x="9830" y="4222"/>
                  </a:moveTo>
                  <a:lnTo>
                    <a:pt x="9830" y="5640"/>
                  </a:lnTo>
                  <a:lnTo>
                    <a:pt x="9105" y="5640"/>
                  </a:lnTo>
                  <a:lnTo>
                    <a:pt x="9105" y="4222"/>
                  </a:lnTo>
                  <a:close/>
                  <a:moveTo>
                    <a:pt x="9861" y="6333"/>
                  </a:moveTo>
                  <a:lnTo>
                    <a:pt x="9861" y="7751"/>
                  </a:lnTo>
                  <a:lnTo>
                    <a:pt x="9168" y="7751"/>
                  </a:lnTo>
                  <a:lnTo>
                    <a:pt x="9168" y="6333"/>
                  </a:lnTo>
                  <a:close/>
                  <a:moveTo>
                    <a:pt x="9830" y="8412"/>
                  </a:moveTo>
                  <a:lnTo>
                    <a:pt x="9830" y="9483"/>
                  </a:lnTo>
                  <a:cubicBezTo>
                    <a:pt x="9830" y="9672"/>
                    <a:pt x="9672" y="9830"/>
                    <a:pt x="9483" y="9830"/>
                  </a:cubicBezTo>
                  <a:lnTo>
                    <a:pt x="9137" y="9830"/>
                  </a:lnTo>
                  <a:lnTo>
                    <a:pt x="9137" y="8412"/>
                  </a:lnTo>
                  <a:close/>
                  <a:moveTo>
                    <a:pt x="8444" y="630"/>
                  </a:moveTo>
                  <a:lnTo>
                    <a:pt x="8444" y="11248"/>
                  </a:lnTo>
                  <a:lnTo>
                    <a:pt x="1450" y="11248"/>
                  </a:lnTo>
                  <a:lnTo>
                    <a:pt x="1450" y="10554"/>
                  </a:lnTo>
                  <a:lnTo>
                    <a:pt x="1796" y="10554"/>
                  </a:lnTo>
                  <a:cubicBezTo>
                    <a:pt x="1985" y="10554"/>
                    <a:pt x="2143" y="10397"/>
                    <a:pt x="2143" y="10176"/>
                  </a:cubicBezTo>
                  <a:cubicBezTo>
                    <a:pt x="2143" y="9987"/>
                    <a:pt x="1985" y="9830"/>
                    <a:pt x="1796" y="9830"/>
                  </a:cubicBezTo>
                  <a:lnTo>
                    <a:pt x="1450" y="9830"/>
                  </a:lnTo>
                  <a:lnTo>
                    <a:pt x="1450" y="8412"/>
                  </a:lnTo>
                  <a:lnTo>
                    <a:pt x="1796" y="8412"/>
                  </a:lnTo>
                  <a:cubicBezTo>
                    <a:pt x="1985" y="8412"/>
                    <a:pt x="2143" y="8255"/>
                    <a:pt x="2143" y="8066"/>
                  </a:cubicBezTo>
                  <a:cubicBezTo>
                    <a:pt x="2143" y="7877"/>
                    <a:pt x="1985" y="7719"/>
                    <a:pt x="1796" y="7719"/>
                  </a:cubicBezTo>
                  <a:lnTo>
                    <a:pt x="1450" y="7719"/>
                  </a:lnTo>
                  <a:lnTo>
                    <a:pt x="1450" y="6301"/>
                  </a:lnTo>
                  <a:lnTo>
                    <a:pt x="1796" y="6301"/>
                  </a:lnTo>
                  <a:cubicBezTo>
                    <a:pt x="1985" y="6301"/>
                    <a:pt x="2143" y="6144"/>
                    <a:pt x="2143" y="5923"/>
                  </a:cubicBezTo>
                  <a:cubicBezTo>
                    <a:pt x="2143" y="5734"/>
                    <a:pt x="1985" y="5577"/>
                    <a:pt x="1796" y="5577"/>
                  </a:cubicBezTo>
                  <a:lnTo>
                    <a:pt x="1450" y="5577"/>
                  </a:lnTo>
                  <a:lnTo>
                    <a:pt x="1450" y="4159"/>
                  </a:lnTo>
                  <a:lnTo>
                    <a:pt x="1796" y="4159"/>
                  </a:lnTo>
                  <a:cubicBezTo>
                    <a:pt x="1985" y="4159"/>
                    <a:pt x="2143" y="4001"/>
                    <a:pt x="2143" y="3812"/>
                  </a:cubicBezTo>
                  <a:cubicBezTo>
                    <a:pt x="2143" y="3623"/>
                    <a:pt x="1985" y="3466"/>
                    <a:pt x="1796" y="3466"/>
                  </a:cubicBezTo>
                  <a:lnTo>
                    <a:pt x="1450" y="3466"/>
                  </a:lnTo>
                  <a:lnTo>
                    <a:pt x="1450" y="2048"/>
                  </a:lnTo>
                  <a:lnTo>
                    <a:pt x="1796" y="2048"/>
                  </a:lnTo>
                  <a:cubicBezTo>
                    <a:pt x="1985" y="2048"/>
                    <a:pt x="2143" y="1891"/>
                    <a:pt x="2143" y="1670"/>
                  </a:cubicBezTo>
                  <a:cubicBezTo>
                    <a:pt x="2143" y="1481"/>
                    <a:pt x="1985" y="1324"/>
                    <a:pt x="1796" y="1324"/>
                  </a:cubicBezTo>
                  <a:lnTo>
                    <a:pt x="1450" y="1324"/>
                  </a:lnTo>
                  <a:lnTo>
                    <a:pt x="1450" y="630"/>
                  </a:lnTo>
                  <a:close/>
                  <a:moveTo>
                    <a:pt x="1040" y="0"/>
                  </a:moveTo>
                  <a:cubicBezTo>
                    <a:pt x="851" y="0"/>
                    <a:pt x="693" y="158"/>
                    <a:pt x="693" y="347"/>
                  </a:cubicBezTo>
                  <a:lnTo>
                    <a:pt x="693" y="1418"/>
                  </a:lnTo>
                  <a:lnTo>
                    <a:pt x="347" y="1418"/>
                  </a:lnTo>
                  <a:cubicBezTo>
                    <a:pt x="158" y="1418"/>
                    <a:pt x="0" y="1576"/>
                    <a:pt x="0" y="1765"/>
                  </a:cubicBezTo>
                  <a:cubicBezTo>
                    <a:pt x="0" y="1954"/>
                    <a:pt x="158" y="2111"/>
                    <a:pt x="347" y="2111"/>
                  </a:cubicBezTo>
                  <a:lnTo>
                    <a:pt x="693" y="2111"/>
                  </a:lnTo>
                  <a:lnTo>
                    <a:pt x="693" y="3529"/>
                  </a:lnTo>
                  <a:lnTo>
                    <a:pt x="347" y="3529"/>
                  </a:lnTo>
                  <a:cubicBezTo>
                    <a:pt x="158" y="3529"/>
                    <a:pt x="0" y="3686"/>
                    <a:pt x="0" y="3907"/>
                  </a:cubicBezTo>
                  <a:cubicBezTo>
                    <a:pt x="0" y="4096"/>
                    <a:pt x="158" y="4254"/>
                    <a:pt x="347" y="4254"/>
                  </a:cubicBezTo>
                  <a:lnTo>
                    <a:pt x="693" y="4254"/>
                  </a:lnTo>
                  <a:lnTo>
                    <a:pt x="693" y="5671"/>
                  </a:lnTo>
                  <a:lnTo>
                    <a:pt x="347" y="5671"/>
                  </a:lnTo>
                  <a:cubicBezTo>
                    <a:pt x="158" y="5671"/>
                    <a:pt x="0" y="5829"/>
                    <a:pt x="0" y="6018"/>
                  </a:cubicBezTo>
                  <a:cubicBezTo>
                    <a:pt x="0" y="6207"/>
                    <a:pt x="158" y="6364"/>
                    <a:pt x="347" y="6364"/>
                  </a:cubicBezTo>
                  <a:lnTo>
                    <a:pt x="693" y="6364"/>
                  </a:lnTo>
                  <a:lnTo>
                    <a:pt x="693" y="7782"/>
                  </a:lnTo>
                  <a:lnTo>
                    <a:pt x="347" y="7782"/>
                  </a:lnTo>
                  <a:cubicBezTo>
                    <a:pt x="158" y="7782"/>
                    <a:pt x="0" y="7940"/>
                    <a:pt x="0" y="8160"/>
                  </a:cubicBezTo>
                  <a:cubicBezTo>
                    <a:pt x="0" y="8349"/>
                    <a:pt x="158" y="8507"/>
                    <a:pt x="347" y="8507"/>
                  </a:cubicBezTo>
                  <a:lnTo>
                    <a:pt x="693" y="8507"/>
                  </a:lnTo>
                  <a:lnTo>
                    <a:pt x="693" y="9924"/>
                  </a:lnTo>
                  <a:lnTo>
                    <a:pt x="347" y="9924"/>
                  </a:lnTo>
                  <a:cubicBezTo>
                    <a:pt x="158" y="9924"/>
                    <a:pt x="0" y="10082"/>
                    <a:pt x="0" y="10271"/>
                  </a:cubicBezTo>
                  <a:cubicBezTo>
                    <a:pt x="0" y="10460"/>
                    <a:pt x="158" y="10617"/>
                    <a:pt x="347" y="10617"/>
                  </a:cubicBezTo>
                  <a:lnTo>
                    <a:pt x="693" y="10617"/>
                  </a:lnTo>
                  <a:lnTo>
                    <a:pt x="693" y="11689"/>
                  </a:lnTo>
                  <a:cubicBezTo>
                    <a:pt x="693" y="11878"/>
                    <a:pt x="851" y="12035"/>
                    <a:pt x="1040" y="12035"/>
                  </a:cubicBezTo>
                  <a:lnTo>
                    <a:pt x="8759" y="12035"/>
                  </a:lnTo>
                  <a:cubicBezTo>
                    <a:pt x="8979" y="12035"/>
                    <a:pt x="9137" y="11878"/>
                    <a:pt x="9137" y="11689"/>
                  </a:cubicBezTo>
                  <a:lnTo>
                    <a:pt x="9137" y="10617"/>
                  </a:lnTo>
                  <a:lnTo>
                    <a:pt x="9483" y="10617"/>
                  </a:lnTo>
                  <a:cubicBezTo>
                    <a:pt x="10050" y="10617"/>
                    <a:pt x="10523" y="10145"/>
                    <a:pt x="10523" y="9578"/>
                  </a:cubicBezTo>
                  <a:lnTo>
                    <a:pt x="10523" y="2552"/>
                  </a:lnTo>
                  <a:cubicBezTo>
                    <a:pt x="10523" y="1891"/>
                    <a:pt x="10050" y="1418"/>
                    <a:pt x="9483" y="1418"/>
                  </a:cubicBezTo>
                  <a:lnTo>
                    <a:pt x="9137" y="1418"/>
                  </a:lnTo>
                  <a:lnTo>
                    <a:pt x="9137" y="347"/>
                  </a:lnTo>
                  <a:cubicBezTo>
                    <a:pt x="9137" y="158"/>
                    <a:pt x="8979" y="0"/>
                    <a:pt x="875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23" name="Google Shape;3223;p47"/>
          <p:cNvGrpSpPr/>
          <p:nvPr/>
        </p:nvGrpSpPr>
        <p:grpSpPr>
          <a:xfrm>
            <a:off x="720706" y="3304401"/>
            <a:ext cx="279676" cy="277318"/>
            <a:chOff x="-47529700" y="2342000"/>
            <a:chExt cx="302450" cy="299900"/>
          </a:xfrm>
        </p:grpSpPr>
        <p:sp>
          <p:nvSpPr>
            <p:cNvPr id="3224" name="Google Shape;3224;p47"/>
            <p:cNvSpPr/>
            <p:nvPr/>
          </p:nvSpPr>
          <p:spPr>
            <a:xfrm>
              <a:off x="-47529700" y="2342000"/>
              <a:ext cx="302450" cy="299900"/>
            </a:xfrm>
            <a:custGeom>
              <a:rect b="b" l="l" r="r" t="t"/>
              <a:pathLst>
                <a:path extrusionOk="0" h="11996" w="12098">
                  <a:moveTo>
                    <a:pt x="7530" y="725"/>
                  </a:moveTo>
                  <a:cubicBezTo>
                    <a:pt x="9672" y="725"/>
                    <a:pt x="11405" y="2457"/>
                    <a:pt x="11405" y="4568"/>
                  </a:cubicBezTo>
                  <a:cubicBezTo>
                    <a:pt x="11405" y="6711"/>
                    <a:pt x="9672" y="8443"/>
                    <a:pt x="7530" y="8443"/>
                  </a:cubicBezTo>
                  <a:cubicBezTo>
                    <a:pt x="5419" y="8443"/>
                    <a:pt x="3686" y="6711"/>
                    <a:pt x="3686" y="4568"/>
                  </a:cubicBezTo>
                  <a:cubicBezTo>
                    <a:pt x="3686" y="2457"/>
                    <a:pt x="5419" y="725"/>
                    <a:pt x="7530" y="725"/>
                  </a:cubicBezTo>
                  <a:close/>
                  <a:moveTo>
                    <a:pt x="4064" y="7530"/>
                  </a:moveTo>
                  <a:cubicBezTo>
                    <a:pt x="4222" y="7719"/>
                    <a:pt x="4379" y="7876"/>
                    <a:pt x="4568" y="8034"/>
                  </a:cubicBezTo>
                  <a:lnTo>
                    <a:pt x="3686" y="8947"/>
                  </a:lnTo>
                  <a:lnTo>
                    <a:pt x="3151" y="8443"/>
                  </a:lnTo>
                  <a:lnTo>
                    <a:pt x="4064" y="7530"/>
                  </a:lnTo>
                  <a:close/>
                  <a:moveTo>
                    <a:pt x="2647" y="8916"/>
                  </a:moveTo>
                  <a:lnTo>
                    <a:pt x="3151" y="9420"/>
                  </a:lnTo>
                  <a:lnTo>
                    <a:pt x="1386" y="11184"/>
                  </a:lnTo>
                  <a:cubicBezTo>
                    <a:pt x="1323" y="11247"/>
                    <a:pt x="1237" y="11279"/>
                    <a:pt x="1146" y="11279"/>
                  </a:cubicBezTo>
                  <a:cubicBezTo>
                    <a:pt x="1056" y="11279"/>
                    <a:pt x="961" y="11247"/>
                    <a:pt x="882" y="11184"/>
                  </a:cubicBezTo>
                  <a:cubicBezTo>
                    <a:pt x="756" y="11090"/>
                    <a:pt x="756" y="10838"/>
                    <a:pt x="882" y="10680"/>
                  </a:cubicBezTo>
                  <a:lnTo>
                    <a:pt x="2647" y="8916"/>
                  </a:lnTo>
                  <a:close/>
                  <a:moveTo>
                    <a:pt x="7530" y="0"/>
                  </a:moveTo>
                  <a:cubicBezTo>
                    <a:pt x="5009" y="0"/>
                    <a:pt x="2962" y="2048"/>
                    <a:pt x="2962" y="4568"/>
                  </a:cubicBezTo>
                  <a:cubicBezTo>
                    <a:pt x="2962" y="5450"/>
                    <a:pt x="3214" y="6270"/>
                    <a:pt x="3623" y="6963"/>
                  </a:cubicBezTo>
                  <a:lnTo>
                    <a:pt x="410" y="10208"/>
                  </a:lnTo>
                  <a:cubicBezTo>
                    <a:pt x="0" y="10586"/>
                    <a:pt x="0" y="11279"/>
                    <a:pt x="410" y="11688"/>
                  </a:cubicBezTo>
                  <a:cubicBezTo>
                    <a:pt x="599" y="11893"/>
                    <a:pt x="867" y="11996"/>
                    <a:pt x="1138" y="11996"/>
                  </a:cubicBezTo>
                  <a:cubicBezTo>
                    <a:pt x="1410" y="11996"/>
                    <a:pt x="1686" y="11893"/>
                    <a:pt x="1890" y="11688"/>
                  </a:cubicBezTo>
                  <a:lnTo>
                    <a:pt x="5135" y="8475"/>
                  </a:lnTo>
                  <a:cubicBezTo>
                    <a:pt x="5829" y="8916"/>
                    <a:pt x="6679" y="9137"/>
                    <a:pt x="7530" y="9137"/>
                  </a:cubicBezTo>
                  <a:cubicBezTo>
                    <a:pt x="10050" y="9137"/>
                    <a:pt x="12098" y="7089"/>
                    <a:pt x="12098" y="4568"/>
                  </a:cubicBezTo>
                  <a:cubicBezTo>
                    <a:pt x="12098" y="2048"/>
                    <a:pt x="10050" y="0"/>
                    <a:pt x="753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5" name="Google Shape;3225;p47"/>
            <p:cNvSpPr/>
            <p:nvPr/>
          </p:nvSpPr>
          <p:spPr>
            <a:xfrm>
              <a:off x="-47404475" y="2395550"/>
              <a:ext cx="124475" cy="123675"/>
            </a:xfrm>
            <a:custGeom>
              <a:rect b="b" l="l" r="r" t="t"/>
              <a:pathLst>
                <a:path extrusionOk="0" h="4947" w="4979">
                  <a:moveTo>
                    <a:pt x="2804" y="2080"/>
                  </a:moveTo>
                  <a:cubicBezTo>
                    <a:pt x="2678" y="2395"/>
                    <a:pt x="2458" y="2647"/>
                    <a:pt x="2174" y="2710"/>
                  </a:cubicBezTo>
                  <a:lnTo>
                    <a:pt x="2174" y="2080"/>
                  </a:lnTo>
                  <a:close/>
                  <a:moveTo>
                    <a:pt x="1828" y="694"/>
                  </a:moveTo>
                  <a:cubicBezTo>
                    <a:pt x="2300" y="694"/>
                    <a:pt x="2678" y="977"/>
                    <a:pt x="2804" y="1418"/>
                  </a:cubicBezTo>
                  <a:lnTo>
                    <a:pt x="1828" y="1418"/>
                  </a:lnTo>
                  <a:cubicBezTo>
                    <a:pt x="1607" y="1418"/>
                    <a:pt x="1481" y="1576"/>
                    <a:pt x="1481" y="1765"/>
                  </a:cubicBezTo>
                  <a:lnTo>
                    <a:pt x="1481" y="2741"/>
                  </a:lnTo>
                  <a:cubicBezTo>
                    <a:pt x="1072" y="2584"/>
                    <a:pt x="757" y="2206"/>
                    <a:pt x="757" y="1765"/>
                  </a:cubicBezTo>
                  <a:cubicBezTo>
                    <a:pt x="757" y="1166"/>
                    <a:pt x="1229" y="694"/>
                    <a:pt x="1828" y="694"/>
                  </a:cubicBezTo>
                  <a:close/>
                  <a:moveTo>
                    <a:pt x="4254" y="2080"/>
                  </a:moveTo>
                  <a:lnTo>
                    <a:pt x="4254" y="4222"/>
                  </a:lnTo>
                  <a:lnTo>
                    <a:pt x="2143" y="4222"/>
                  </a:lnTo>
                  <a:lnTo>
                    <a:pt x="2143" y="3466"/>
                  </a:lnTo>
                  <a:cubicBezTo>
                    <a:pt x="2804" y="3308"/>
                    <a:pt x="3371" y="2804"/>
                    <a:pt x="3498" y="2080"/>
                  </a:cubicBezTo>
                  <a:close/>
                  <a:moveTo>
                    <a:pt x="1796" y="0"/>
                  </a:moveTo>
                  <a:cubicBezTo>
                    <a:pt x="788" y="0"/>
                    <a:pt x="0" y="788"/>
                    <a:pt x="0" y="1765"/>
                  </a:cubicBezTo>
                  <a:cubicBezTo>
                    <a:pt x="0" y="2615"/>
                    <a:pt x="599" y="3340"/>
                    <a:pt x="1418" y="3497"/>
                  </a:cubicBezTo>
                  <a:lnTo>
                    <a:pt x="1418" y="4600"/>
                  </a:lnTo>
                  <a:cubicBezTo>
                    <a:pt x="1418" y="4789"/>
                    <a:pt x="1576" y="4947"/>
                    <a:pt x="1796" y="4947"/>
                  </a:cubicBezTo>
                  <a:lnTo>
                    <a:pt x="4569" y="4947"/>
                  </a:lnTo>
                  <a:cubicBezTo>
                    <a:pt x="4789" y="4947"/>
                    <a:pt x="4947" y="4789"/>
                    <a:pt x="4947" y="4600"/>
                  </a:cubicBezTo>
                  <a:lnTo>
                    <a:pt x="4947" y="1796"/>
                  </a:lnTo>
                  <a:cubicBezTo>
                    <a:pt x="4978" y="1576"/>
                    <a:pt x="4821" y="1418"/>
                    <a:pt x="4632" y="1418"/>
                  </a:cubicBezTo>
                  <a:lnTo>
                    <a:pt x="3498" y="1418"/>
                  </a:lnTo>
                  <a:cubicBezTo>
                    <a:pt x="3371" y="631"/>
                    <a:pt x="2647" y="0"/>
                    <a:pt x="179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26" name="Google Shape;3226;p47"/>
          <p:cNvGrpSpPr/>
          <p:nvPr/>
        </p:nvGrpSpPr>
        <p:grpSpPr>
          <a:xfrm>
            <a:off x="721793" y="3776252"/>
            <a:ext cx="277502" cy="211225"/>
            <a:chOff x="-47527350" y="2747625"/>
            <a:chExt cx="300100" cy="228425"/>
          </a:xfrm>
        </p:grpSpPr>
        <p:sp>
          <p:nvSpPr>
            <p:cNvPr id="3227" name="Google Shape;3227;p47"/>
            <p:cNvSpPr/>
            <p:nvPr/>
          </p:nvSpPr>
          <p:spPr>
            <a:xfrm>
              <a:off x="-47475350" y="2782275"/>
              <a:ext cx="124450" cy="124475"/>
            </a:xfrm>
            <a:custGeom>
              <a:rect b="b" l="l" r="r" t="t"/>
              <a:pathLst>
                <a:path extrusionOk="0" h="4979" w="4978">
                  <a:moveTo>
                    <a:pt x="2804" y="2080"/>
                  </a:moveTo>
                  <a:cubicBezTo>
                    <a:pt x="2678" y="2395"/>
                    <a:pt x="2457" y="2647"/>
                    <a:pt x="2174" y="2710"/>
                  </a:cubicBezTo>
                  <a:lnTo>
                    <a:pt x="2174" y="2080"/>
                  </a:lnTo>
                  <a:close/>
                  <a:moveTo>
                    <a:pt x="1827" y="725"/>
                  </a:moveTo>
                  <a:cubicBezTo>
                    <a:pt x="2300" y="725"/>
                    <a:pt x="2678" y="977"/>
                    <a:pt x="2804" y="1418"/>
                  </a:cubicBezTo>
                  <a:lnTo>
                    <a:pt x="1827" y="1418"/>
                  </a:lnTo>
                  <a:cubicBezTo>
                    <a:pt x="1607" y="1418"/>
                    <a:pt x="1481" y="1576"/>
                    <a:pt x="1481" y="1765"/>
                  </a:cubicBezTo>
                  <a:lnTo>
                    <a:pt x="1481" y="2773"/>
                  </a:lnTo>
                  <a:cubicBezTo>
                    <a:pt x="1071" y="2615"/>
                    <a:pt x="756" y="2206"/>
                    <a:pt x="756" y="1765"/>
                  </a:cubicBezTo>
                  <a:cubicBezTo>
                    <a:pt x="756" y="1197"/>
                    <a:pt x="1229" y="725"/>
                    <a:pt x="1827" y="725"/>
                  </a:cubicBezTo>
                  <a:close/>
                  <a:moveTo>
                    <a:pt x="4253" y="2080"/>
                  </a:moveTo>
                  <a:lnTo>
                    <a:pt x="4253" y="4222"/>
                  </a:lnTo>
                  <a:lnTo>
                    <a:pt x="2142" y="4222"/>
                  </a:lnTo>
                  <a:lnTo>
                    <a:pt x="2142" y="3466"/>
                  </a:lnTo>
                  <a:cubicBezTo>
                    <a:pt x="2804" y="3308"/>
                    <a:pt x="3371" y="2804"/>
                    <a:pt x="3529" y="2080"/>
                  </a:cubicBezTo>
                  <a:close/>
                  <a:moveTo>
                    <a:pt x="1764" y="0"/>
                  </a:moveTo>
                  <a:cubicBezTo>
                    <a:pt x="788" y="0"/>
                    <a:pt x="0" y="788"/>
                    <a:pt x="0" y="1765"/>
                  </a:cubicBezTo>
                  <a:cubicBezTo>
                    <a:pt x="0" y="2647"/>
                    <a:pt x="599" y="3340"/>
                    <a:pt x="1418" y="3497"/>
                  </a:cubicBezTo>
                  <a:lnTo>
                    <a:pt x="1418" y="4600"/>
                  </a:lnTo>
                  <a:cubicBezTo>
                    <a:pt x="1418" y="4821"/>
                    <a:pt x="1575" y="4978"/>
                    <a:pt x="1764" y="4978"/>
                  </a:cubicBezTo>
                  <a:lnTo>
                    <a:pt x="4568" y="4978"/>
                  </a:lnTo>
                  <a:cubicBezTo>
                    <a:pt x="4757" y="4978"/>
                    <a:pt x="4915" y="4821"/>
                    <a:pt x="4915" y="4600"/>
                  </a:cubicBezTo>
                  <a:lnTo>
                    <a:pt x="4915" y="1828"/>
                  </a:lnTo>
                  <a:cubicBezTo>
                    <a:pt x="4978" y="1576"/>
                    <a:pt x="4820" y="1418"/>
                    <a:pt x="4600" y="1418"/>
                  </a:cubicBezTo>
                  <a:lnTo>
                    <a:pt x="3497" y="1418"/>
                  </a:lnTo>
                  <a:cubicBezTo>
                    <a:pt x="3340" y="630"/>
                    <a:pt x="2646" y="0"/>
                    <a:pt x="176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8" name="Google Shape;3228;p47"/>
            <p:cNvSpPr/>
            <p:nvPr/>
          </p:nvSpPr>
          <p:spPr>
            <a:xfrm>
              <a:off x="-47333600" y="2782275"/>
              <a:ext cx="53600" cy="18125"/>
            </a:xfrm>
            <a:custGeom>
              <a:rect b="b" l="l" r="r" t="t"/>
              <a:pathLst>
                <a:path extrusionOk="0" h="725" w="2144">
                  <a:moveTo>
                    <a:pt x="347" y="0"/>
                  </a:moveTo>
                  <a:cubicBezTo>
                    <a:pt x="158" y="0"/>
                    <a:pt x="1" y="158"/>
                    <a:pt x="1" y="347"/>
                  </a:cubicBezTo>
                  <a:cubicBezTo>
                    <a:pt x="1" y="567"/>
                    <a:pt x="158" y="725"/>
                    <a:pt x="347" y="725"/>
                  </a:cubicBezTo>
                  <a:lnTo>
                    <a:pt x="1797" y="725"/>
                  </a:lnTo>
                  <a:cubicBezTo>
                    <a:pt x="1986" y="725"/>
                    <a:pt x="2143" y="567"/>
                    <a:pt x="2143" y="347"/>
                  </a:cubicBezTo>
                  <a:cubicBezTo>
                    <a:pt x="2143" y="158"/>
                    <a:pt x="1986" y="0"/>
                    <a:pt x="179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9" name="Google Shape;3229;p47"/>
            <p:cNvSpPr/>
            <p:nvPr/>
          </p:nvSpPr>
          <p:spPr>
            <a:xfrm>
              <a:off x="-47333600" y="2817725"/>
              <a:ext cx="53600" cy="18125"/>
            </a:xfrm>
            <a:custGeom>
              <a:rect b="b" l="l" r="r" t="t"/>
              <a:pathLst>
                <a:path extrusionOk="0" h="725" w="2144">
                  <a:moveTo>
                    <a:pt x="347" y="0"/>
                  </a:moveTo>
                  <a:cubicBezTo>
                    <a:pt x="158" y="0"/>
                    <a:pt x="1" y="158"/>
                    <a:pt x="1" y="347"/>
                  </a:cubicBezTo>
                  <a:cubicBezTo>
                    <a:pt x="1" y="567"/>
                    <a:pt x="158" y="725"/>
                    <a:pt x="347" y="725"/>
                  </a:cubicBezTo>
                  <a:lnTo>
                    <a:pt x="1797" y="725"/>
                  </a:lnTo>
                  <a:cubicBezTo>
                    <a:pt x="1986" y="725"/>
                    <a:pt x="2143" y="567"/>
                    <a:pt x="2143" y="347"/>
                  </a:cubicBezTo>
                  <a:cubicBezTo>
                    <a:pt x="2143" y="158"/>
                    <a:pt x="1986" y="0"/>
                    <a:pt x="179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0" name="Google Shape;3230;p47"/>
            <p:cNvSpPr/>
            <p:nvPr/>
          </p:nvSpPr>
          <p:spPr>
            <a:xfrm>
              <a:off x="-47333600" y="2852375"/>
              <a:ext cx="53600" cy="17350"/>
            </a:xfrm>
            <a:custGeom>
              <a:rect b="b" l="l" r="r" t="t"/>
              <a:pathLst>
                <a:path extrusionOk="0" h="694" w="2144">
                  <a:moveTo>
                    <a:pt x="347" y="0"/>
                  </a:moveTo>
                  <a:cubicBezTo>
                    <a:pt x="158" y="0"/>
                    <a:pt x="1" y="158"/>
                    <a:pt x="1" y="347"/>
                  </a:cubicBezTo>
                  <a:cubicBezTo>
                    <a:pt x="1" y="536"/>
                    <a:pt x="158" y="693"/>
                    <a:pt x="347" y="693"/>
                  </a:cubicBezTo>
                  <a:lnTo>
                    <a:pt x="1797" y="693"/>
                  </a:lnTo>
                  <a:cubicBezTo>
                    <a:pt x="1986" y="693"/>
                    <a:pt x="2143" y="536"/>
                    <a:pt x="2143" y="347"/>
                  </a:cubicBezTo>
                  <a:cubicBezTo>
                    <a:pt x="2143" y="158"/>
                    <a:pt x="1986" y="0"/>
                    <a:pt x="179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1" name="Google Shape;3231;p47"/>
            <p:cNvSpPr/>
            <p:nvPr/>
          </p:nvSpPr>
          <p:spPr>
            <a:xfrm>
              <a:off x="-47333600" y="2887800"/>
              <a:ext cx="53600" cy="17375"/>
            </a:xfrm>
            <a:custGeom>
              <a:rect b="b" l="l" r="r" t="t"/>
              <a:pathLst>
                <a:path extrusionOk="0" h="695" w="2144">
                  <a:moveTo>
                    <a:pt x="347" y="1"/>
                  </a:moveTo>
                  <a:cubicBezTo>
                    <a:pt x="158" y="1"/>
                    <a:pt x="1" y="158"/>
                    <a:pt x="1" y="347"/>
                  </a:cubicBezTo>
                  <a:cubicBezTo>
                    <a:pt x="1" y="537"/>
                    <a:pt x="158" y="694"/>
                    <a:pt x="347" y="694"/>
                  </a:cubicBezTo>
                  <a:lnTo>
                    <a:pt x="1797" y="694"/>
                  </a:lnTo>
                  <a:cubicBezTo>
                    <a:pt x="1986" y="694"/>
                    <a:pt x="2143" y="537"/>
                    <a:pt x="2143" y="347"/>
                  </a:cubicBezTo>
                  <a:cubicBezTo>
                    <a:pt x="2143" y="158"/>
                    <a:pt x="1986" y="1"/>
                    <a:pt x="179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2" name="Google Shape;3232;p47"/>
            <p:cNvSpPr/>
            <p:nvPr/>
          </p:nvSpPr>
          <p:spPr>
            <a:xfrm>
              <a:off x="-47527350" y="2747625"/>
              <a:ext cx="300100" cy="228425"/>
            </a:xfrm>
            <a:custGeom>
              <a:rect b="b" l="l" r="r" t="t"/>
              <a:pathLst>
                <a:path extrusionOk="0" h="9137" w="12004">
                  <a:moveTo>
                    <a:pt x="10586" y="693"/>
                  </a:moveTo>
                  <a:lnTo>
                    <a:pt x="10586" y="7026"/>
                  </a:lnTo>
                  <a:lnTo>
                    <a:pt x="1418" y="7026"/>
                  </a:lnTo>
                  <a:lnTo>
                    <a:pt x="1418" y="693"/>
                  </a:lnTo>
                  <a:close/>
                  <a:moveTo>
                    <a:pt x="11311" y="7687"/>
                  </a:moveTo>
                  <a:lnTo>
                    <a:pt x="11311" y="8412"/>
                  </a:lnTo>
                  <a:lnTo>
                    <a:pt x="725" y="8412"/>
                  </a:lnTo>
                  <a:lnTo>
                    <a:pt x="725" y="7687"/>
                  </a:lnTo>
                  <a:close/>
                  <a:moveTo>
                    <a:pt x="1072" y="0"/>
                  </a:moveTo>
                  <a:cubicBezTo>
                    <a:pt x="883" y="0"/>
                    <a:pt x="725" y="158"/>
                    <a:pt x="725" y="378"/>
                  </a:cubicBezTo>
                  <a:lnTo>
                    <a:pt x="725" y="7026"/>
                  </a:lnTo>
                  <a:lnTo>
                    <a:pt x="347" y="7026"/>
                  </a:lnTo>
                  <a:cubicBezTo>
                    <a:pt x="158" y="7026"/>
                    <a:pt x="1" y="7183"/>
                    <a:pt x="1" y="7372"/>
                  </a:cubicBezTo>
                  <a:lnTo>
                    <a:pt x="1" y="8790"/>
                  </a:lnTo>
                  <a:cubicBezTo>
                    <a:pt x="1" y="8979"/>
                    <a:pt x="158" y="9136"/>
                    <a:pt x="347" y="9136"/>
                  </a:cubicBezTo>
                  <a:lnTo>
                    <a:pt x="11658" y="9136"/>
                  </a:lnTo>
                  <a:cubicBezTo>
                    <a:pt x="11847" y="9136"/>
                    <a:pt x="12004" y="8979"/>
                    <a:pt x="12004" y="8790"/>
                  </a:cubicBezTo>
                  <a:lnTo>
                    <a:pt x="12004" y="7372"/>
                  </a:lnTo>
                  <a:cubicBezTo>
                    <a:pt x="12004" y="7183"/>
                    <a:pt x="11847" y="7026"/>
                    <a:pt x="11658" y="7026"/>
                  </a:cubicBezTo>
                  <a:lnTo>
                    <a:pt x="11311" y="7026"/>
                  </a:lnTo>
                  <a:lnTo>
                    <a:pt x="11311" y="378"/>
                  </a:lnTo>
                  <a:cubicBezTo>
                    <a:pt x="11311" y="158"/>
                    <a:pt x="11153" y="0"/>
                    <a:pt x="1096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33" name="Google Shape;3233;p47"/>
          <p:cNvSpPr/>
          <p:nvPr/>
        </p:nvSpPr>
        <p:spPr>
          <a:xfrm>
            <a:off x="2905289" y="2873041"/>
            <a:ext cx="276046" cy="279514"/>
          </a:xfrm>
          <a:custGeom>
            <a:rect b="b" l="l" r="r" t="t"/>
            <a:pathLst>
              <a:path extrusionOk="0" h="12091" w="11941">
                <a:moveTo>
                  <a:pt x="5955" y="796"/>
                </a:moveTo>
                <a:lnTo>
                  <a:pt x="10933" y="3915"/>
                </a:lnTo>
                <a:lnTo>
                  <a:pt x="5955" y="7034"/>
                </a:lnTo>
                <a:lnTo>
                  <a:pt x="977" y="3915"/>
                </a:lnTo>
                <a:lnTo>
                  <a:pt x="5955" y="796"/>
                </a:lnTo>
                <a:close/>
                <a:moveTo>
                  <a:pt x="9924" y="5428"/>
                </a:moveTo>
                <a:lnTo>
                  <a:pt x="10964" y="6058"/>
                </a:lnTo>
                <a:lnTo>
                  <a:pt x="5955" y="9145"/>
                </a:lnTo>
                <a:lnTo>
                  <a:pt x="977" y="6058"/>
                </a:lnTo>
                <a:lnTo>
                  <a:pt x="2017" y="5428"/>
                </a:lnTo>
                <a:lnTo>
                  <a:pt x="5797" y="7790"/>
                </a:lnTo>
                <a:cubicBezTo>
                  <a:pt x="5860" y="7822"/>
                  <a:pt x="5931" y="7838"/>
                  <a:pt x="5994" y="7838"/>
                </a:cubicBezTo>
                <a:cubicBezTo>
                  <a:pt x="6057" y="7838"/>
                  <a:pt x="6112" y="7822"/>
                  <a:pt x="6144" y="7790"/>
                </a:cubicBezTo>
                <a:lnTo>
                  <a:pt x="9924" y="5428"/>
                </a:lnTo>
                <a:close/>
                <a:moveTo>
                  <a:pt x="9956" y="7538"/>
                </a:moveTo>
                <a:lnTo>
                  <a:pt x="10964" y="8169"/>
                </a:lnTo>
                <a:lnTo>
                  <a:pt x="5986" y="11288"/>
                </a:lnTo>
                <a:lnTo>
                  <a:pt x="1040" y="8169"/>
                </a:lnTo>
                <a:lnTo>
                  <a:pt x="2048" y="7538"/>
                </a:lnTo>
                <a:lnTo>
                  <a:pt x="5829" y="9901"/>
                </a:lnTo>
                <a:cubicBezTo>
                  <a:pt x="5892" y="9949"/>
                  <a:pt x="5963" y="9972"/>
                  <a:pt x="6026" y="9972"/>
                </a:cubicBezTo>
                <a:cubicBezTo>
                  <a:pt x="6089" y="9972"/>
                  <a:pt x="6144" y="9949"/>
                  <a:pt x="6175" y="9901"/>
                </a:cubicBezTo>
                <a:lnTo>
                  <a:pt x="9956" y="7538"/>
                </a:lnTo>
                <a:close/>
                <a:moveTo>
                  <a:pt x="5959" y="1"/>
                </a:moveTo>
                <a:cubicBezTo>
                  <a:pt x="5900" y="1"/>
                  <a:pt x="5845" y="25"/>
                  <a:pt x="5797" y="72"/>
                </a:cubicBezTo>
                <a:lnTo>
                  <a:pt x="158" y="3600"/>
                </a:lnTo>
                <a:cubicBezTo>
                  <a:pt x="32" y="3695"/>
                  <a:pt x="0" y="3758"/>
                  <a:pt x="0" y="3915"/>
                </a:cubicBezTo>
                <a:cubicBezTo>
                  <a:pt x="0" y="4073"/>
                  <a:pt x="95" y="4136"/>
                  <a:pt x="158" y="4230"/>
                </a:cubicBezTo>
                <a:lnTo>
                  <a:pt x="1387" y="4987"/>
                </a:lnTo>
                <a:lnTo>
                  <a:pt x="158" y="5743"/>
                </a:lnTo>
                <a:cubicBezTo>
                  <a:pt x="32" y="5806"/>
                  <a:pt x="0" y="5869"/>
                  <a:pt x="0" y="6058"/>
                </a:cubicBezTo>
                <a:cubicBezTo>
                  <a:pt x="0" y="6152"/>
                  <a:pt x="95" y="6278"/>
                  <a:pt x="158" y="6373"/>
                </a:cubicBezTo>
                <a:lnTo>
                  <a:pt x="1387" y="7097"/>
                </a:lnTo>
                <a:lnTo>
                  <a:pt x="158" y="7854"/>
                </a:lnTo>
                <a:cubicBezTo>
                  <a:pt x="32" y="7948"/>
                  <a:pt x="0" y="8011"/>
                  <a:pt x="0" y="8169"/>
                </a:cubicBezTo>
                <a:cubicBezTo>
                  <a:pt x="0" y="8295"/>
                  <a:pt x="95" y="8421"/>
                  <a:pt x="158" y="8484"/>
                </a:cubicBezTo>
                <a:lnTo>
                  <a:pt x="5797" y="12044"/>
                </a:lnTo>
                <a:cubicBezTo>
                  <a:pt x="5860" y="12075"/>
                  <a:pt x="5931" y="12091"/>
                  <a:pt x="5994" y="12091"/>
                </a:cubicBezTo>
                <a:cubicBezTo>
                  <a:pt x="6057" y="12091"/>
                  <a:pt x="6112" y="12075"/>
                  <a:pt x="6144" y="12044"/>
                </a:cubicBezTo>
                <a:lnTo>
                  <a:pt x="11783" y="8484"/>
                </a:lnTo>
                <a:cubicBezTo>
                  <a:pt x="11909" y="8421"/>
                  <a:pt x="11941" y="8326"/>
                  <a:pt x="11941" y="8169"/>
                </a:cubicBezTo>
                <a:cubicBezTo>
                  <a:pt x="11941" y="8043"/>
                  <a:pt x="11846" y="7948"/>
                  <a:pt x="11783" y="7854"/>
                </a:cubicBezTo>
                <a:lnTo>
                  <a:pt x="10555" y="7097"/>
                </a:lnTo>
                <a:lnTo>
                  <a:pt x="11783" y="6373"/>
                </a:lnTo>
                <a:cubicBezTo>
                  <a:pt x="11909" y="6278"/>
                  <a:pt x="11941" y="6152"/>
                  <a:pt x="11941" y="6058"/>
                </a:cubicBezTo>
                <a:cubicBezTo>
                  <a:pt x="11941" y="5932"/>
                  <a:pt x="11846" y="5806"/>
                  <a:pt x="11783" y="5743"/>
                </a:cubicBezTo>
                <a:lnTo>
                  <a:pt x="10555" y="4987"/>
                </a:lnTo>
                <a:lnTo>
                  <a:pt x="11783" y="4230"/>
                </a:lnTo>
                <a:cubicBezTo>
                  <a:pt x="11909" y="4136"/>
                  <a:pt x="11941" y="4073"/>
                  <a:pt x="11941" y="3915"/>
                </a:cubicBezTo>
                <a:cubicBezTo>
                  <a:pt x="11941" y="3758"/>
                  <a:pt x="11846" y="3695"/>
                  <a:pt x="11783" y="3600"/>
                </a:cubicBezTo>
                <a:lnTo>
                  <a:pt x="6144" y="72"/>
                </a:lnTo>
                <a:cubicBezTo>
                  <a:pt x="6081" y="25"/>
                  <a:pt x="6018" y="1"/>
                  <a:pt x="595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34" name="Google Shape;3234;p47"/>
          <p:cNvGrpSpPr/>
          <p:nvPr/>
        </p:nvGrpSpPr>
        <p:grpSpPr>
          <a:xfrm>
            <a:off x="2904550" y="3321058"/>
            <a:ext cx="277526" cy="244005"/>
            <a:chOff x="-45664625" y="2352225"/>
            <a:chExt cx="300125" cy="263875"/>
          </a:xfrm>
        </p:grpSpPr>
        <p:sp>
          <p:nvSpPr>
            <p:cNvPr id="3235" name="Google Shape;3235;p47"/>
            <p:cNvSpPr/>
            <p:nvPr/>
          </p:nvSpPr>
          <p:spPr>
            <a:xfrm>
              <a:off x="-45664625" y="2352225"/>
              <a:ext cx="300125" cy="263875"/>
            </a:xfrm>
            <a:custGeom>
              <a:rect b="b" l="l" r="r" t="t"/>
              <a:pathLst>
                <a:path extrusionOk="0" h="10555" w="12005">
                  <a:moveTo>
                    <a:pt x="10965" y="694"/>
                  </a:moveTo>
                  <a:cubicBezTo>
                    <a:pt x="11154" y="694"/>
                    <a:pt x="11311" y="851"/>
                    <a:pt x="11311" y="1072"/>
                  </a:cubicBezTo>
                  <a:lnTo>
                    <a:pt x="11311" y="2836"/>
                  </a:lnTo>
                  <a:lnTo>
                    <a:pt x="726" y="2836"/>
                  </a:lnTo>
                  <a:lnTo>
                    <a:pt x="726" y="1072"/>
                  </a:lnTo>
                  <a:cubicBezTo>
                    <a:pt x="694" y="851"/>
                    <a:pt x="852" y="694"/>
                    <a:pt x="1072" y="694"/>
                  </a:cubicBezTo>
                  <a:close/>
                  <a:moveTo>
                    <a:pt x="11311" y="3498"/>
                  </a:moveTo>
                  <a:lnTo>
                    <a:pt x="11311" y="9484"/>
                  </a:lnTo>
                  <a:cubicBezTo>
                    <a:pt x="11311" y="9673"/>
                    <a:pt x="11154" y="9830"/>
                    <a:pt x="10933" y="9830"/>
                  </a:cubicBezTo>
                  <a:lnTo>
                    <a:pt x="1072" y="9830"/>
                  </a:lnTo>
                  <a:cubicBezTo>
                    <a:pt x="852" y="9830"/>
                    <a:pt x="694" y="9673"/>
                    <a:pt x="694" y="9484"/>
                  </a:cubicBezTo>
                  <a:lnTo>
                    <a:pt x="694" y="3498"/>
                  </a:lnTo>
                  <a:close/>
                  <a:moveTo>
                    <a:pt x="1072" y="1"/>
                  </a:moveTo>
                  <a:cubicBezTo>
                    <a:pt x="473" y="1"/>
                    <a:pt x="1" y="473"/>
                    <a:pt x="1" y="1040"/>
                  </a:cubicBezTo>
                  <a:lnTo>
                    <a:pt x="1" y="9484"/>
                  </a:lnTo>
                  <a:cubicBezTo>
                    <a:pt x="1" y="10082"/>
                    <a:pt x="473" y="10555"/>
                    <a:pt x="1072" y="10555"/>
                  </a:cubicBezTo>
                  <a:lnTo>
                    <a:pt x="10933" y="10555"/>
                  </a:lnTo>
                  <a:cubicBezTo>
                    <a:pt x="11532" y="10555"/>
                    <a:pt x="12004" y="10082"/>
                    <a:pt x="12004" y="9484"/>
                  </a:cubicBezTo>
                  <a:lnTo>
                    <a:pt x="12004" y="1040"/>
                  </a:lnTo>
                  <a:cubicBezTo>
                    <a:pt x="11973" y="473"/>
                    <a:pt x="11500" y="1"/>
                    <a:pt x="1093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6" name="Google Shape;3236;p47"/>
            <p:cNvSpPr/>
            <p:nvPr/>
          </p:nvSpPr>
          <p:spPr>
            <a:xfrm>
              <a:off x="-45612625" y="2475100"/>
              <a:ext cx="55150" cy="88225"/>
            </a:xfrm>
            <a:custGeom>
              <a:rect b="b" l="l" r="r" t="t"/>
              <a:pathLst>
                <a:path extrusionOk="0" h="3529" w="2206">
                  <a:moveTo>
                    <a:pt x="1808" y="0"/>
                  </a:moveTo>
                  <a:cubicBezTo>
                    <a:pt x="1717" y="0"/>
                    <a:pt x="1623" y="32"/>
                    <a:pt x="1544" y="95"/>
                  </a:cubicBezTo>
                  <a:lnTo>
                    <a:pt x="126" y="1513"/>
                  </a:lnTo>
                  <a:cubicBezTo>
                    <a:pt x="0" y="1607"/>
                    <a:pt x="0" y="1859"/>
                    <a:pt x="126" y="2017"/>
                  </a:cubicBezTo>
                  <a:lnTo>
                    <a:pt x="1544" y="3434"/>
                  </a:lnTo>
                  <a:cubicBezTo>
                    <a:pt x="1607" y="3497"/>
                    <a:pt x="1694" y="3529"/>
                    <a:pt x="1784" y="3529"/>
                  </a:cubicBezTo>
                  <a:cubicBezTo>
                    <a:pt x="1875" y="3529"/>
                    <a:pt x="1969" y="3497"/>
                    <a:pt x="2048" y="3434"/>
                  </a:cubicBezTo>
                  <a:cubicBezTo>
                    <a:pt x="2174" y="3308"/>
                    <a:pt x="2174" y="3088"/>
                    <a:pt x="2048" y="2930"/>
                  </a:cubicBezTo>
                  <a:lnTo>
                    <a:pt x="914" y="1765"/>
                  </a:lnTo>
                  <a:lnTo>
                    <a:pt x="2048" y="631"/>
                  </a:lnTo>
                  <a:cubicBezTo>
                    <a:pt x="2206" y="473"/>
                    <a:pt x="2206" y="252"/>
                    <a:pt x="2048" y="95"/>
                  </a:cubicBezTo>
                  <a:cubicBezTo>
                    <a:pt x="1985" y="32"/>
                    <a:pt x="1898" y="0"/>
                    <a:pt x="180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7" name="Google Shape;3237;p47"/>
            <p:cNvSpPr/>
            <p:nvPr/>
          </p:nvSpPr>
          <p:spPr>
            <a:xfrm>
              <a:off x="-45471650" y="2475100"/>
              <a:ext cx="54375" cy="86850"/>
            </a:xfrm>
            <a:custGeom>
              <a:rect b="b" l="l" r="r" t="t"/>
              <a:pathLst>
                <a:path extrusionOk="0" h="3474" w="2175">
                  <a:moveTo>
                    <a:pt x="391" y="0"/>
                  </a:moveTo>
                  <a:cubicBezTo>
                    <a:pt x="300" y="0"/>
                    <a:pt x="205" y="32"/>
                    <a:pt x="127" y="95"/>
                  </a:cubicBezTo>
                  <a:cubicBezTo>
                    <a:pt x="1" y="189"/>
                    <a:pt x="1" y="441"/>
                    <a:pt x="127" y="599"/>
                  </a:cubicBezTo>
                  <a:lnTo>
                    <a:pt x="1261" y="1733"/>
                  </a:lnTo>
                  <a:lnTo>
                    <a:pt x="127" y="2867"/>
                  </a:lnTo>
                  <a:cubicBezTo>
                    <a:pt x="1" y="2993"/>
                    <a:pt x="1" y="3245"/>
                    <a:pt x="127" y="3403"/>
                  </a:cubicBezTo>
                  <a:cubicBezTo>
                    <a:pt x="174" y="3450"/>
                    <a:pt x="261" y="3474"/>
                    <a:pt x="355" y="3474"/>
                  </a:cubicBezTo>
                  <a:cubicBezTo>
                    <a:pt x="450" y="3474"/>
                    <a:pt x="552" y="3450"/>
                    <a:pt x="631" y="3403"/>
                  </a:cubicBezTo>
                  <a:lnTo>
                    <a:pt x="2048" y="1985"/>
                  </a:lnTo>
                  <a:cubicBezTo>
                    <a:pt x="2174" y="1859"/>
                    <a:pt x="2174" y="1607"/>
                    <a:pt x="2048" y="1450"/>
                  </a:cubicBezTo>
                  <a:lnTo>
                    <a:pt x="631" y="95"/>
                  </a:lnTo>
                  <a:cubicBezTo>
                    <a:pt x="568" y="32"/>
                    <a:pt x="481" y="0"/>
                    <a:pt x="39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8" name="Google Shape;3238;p47"/>
            <p:cNvSpPr/>
            <p:nvPr/>
          </p:nvSpPr>
          <p:spPr>
            <a:xfrm>
              <a:off x="-45542525" y="2456975"/>
              <a:ext cx="55150" cy="123300"/>
            </a:xfrm>
            <a:custGeom>
              <a:rect b="b" l="l" r="r" t="t"/>
              <a:pathLst>
                <a:path extrusionOk="0" h="4932" w="2206">
                  <a:moveTo>
                    <a:pt x="1791" y="0"/>
                  </a:moveTo>
                  <a:cubicBezTo>
                    <a:pt x="1651" y="0"/>
                    <a:pt x="1529" y="108"/>
                    <a:pt x="1481" y="253"/>
                  </a:cubicBezTo>
                  <a:lnTo>
                    <a:pt x="63" y="4474"/>
                  </a:lnTo>
                  <a:cubicBezTo>
                    <a:pt x="0" y="4664"/>
                    <a:pt x="126" y="4853"/>
                    <a:pt x="315" y="4916"/>
                  </a:cubicBezTo>
                  <a:cubicBezTo>
                    <a:pt x="349" y="4927"/>
                    <a:pt x="382" y="4932"/>
                    <a:pt x="415" y="4932"/>
                  </a:cubicBezTo>
                  <a:cubicBezTo>
                    <a:pt x="567" y="4932"/>
                    <a:pt x="704" y="4819"/>
                    <a:pt x="756" y="4664"/>
                  </a:cubicBezTo>
                  <a:lnTo>
                    <a:pt x="2174" y="442"/>
                  </a:lnTo>
                  <a:cubicBezTo>
                    <a:pt x="2206" y="284"/>
                    <a:pt x="2111" y="95"/>
                    <a:pt x="1922" y="32"/>
                  </a:cubicBezTo>
                  <a:cubicBezTo>
                    <a:pt x="1878" y="10"/>
                    <a:pt x="1834" y="0"/>
                    <a:pt x="179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9" name="Google Shape;3239;p47"/>
            <p:cNvSpPr/>
            <p:nvPr/>
          </p:nvSpPr>
          <p:spPr>
            <a:xfrm>
              <a:off x="-45541750" y="2386100"/>
              <a:ext cx="35475" cy="18125"/>
            </a:xfrm>
            <a:custGeom>
              <a:rect b="b" l="l" r="r" t="t"/>
              <a:pathLst>
                <a:path extrusionOk="0" h="725" w="1419">
                  <a:moveTo>
                    <a:pt x="347" y="0"/>
                  </a:moveTo>
                  <a:cubicBezTo>
                    <a:pt x="158" y="0"/>
                    <a:pt x="1" y="189"/>
                    <a:pt x="1" y="378"/>
                  </a:cubicBezTo>
                  <a:cubicBezTo>
                    <a:pt x="32" y="567"/>
                    <a:pt x="221" y="725"/>
                    <a:pt x="347" y="725"/>
                  </a:cubicBezTo>
                  <a:lnTo>
                    <a:pt x="1072" y="725"/>
                  </a:lnTo>
                  <a:cubicBezTo>
                    <a:pt x="1261" y="725"/>
                    <a:pt x="1418" y="567"/>
                    <a:pt x="1418" y="378"/>
                  </a:cubicBezTo>
                  <a:cubicBezTo>
                    <a:pt x="1418" y="189"/>
                    <a:pt x="1261" y="0"/>
                    <a:pt x="10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0" name="Google Shape;3240;p47"/>
            <p:cNvSpPr/>
            <p:nvPr/>
          </p:nvSpPr>
          <p:spPr>
            <a:xfrm>
              <a:off x="-45488175" y="2386100"/>
              <a:ext cx="35450" cy="18125"/>
            </a:xfrm>
            <a:custGeom>
              <a:rect b="b" l="l" r="r" t="t"/>
              <a:pathLst>
                <a:path extrusionOk="0" h="725" w="1418">
                  <a:moveTo>
                    <a:pt x="347" y="0"/>
                  </a:moveTo>
                  <a:cubicBezTo>
                    <a:pt x="158" y="0"/>
                    <a:pt x="0" y="189"/>
                    <a:pt x="0" y="378"/>
                  </a:cubicBezTo>
                  <a:cubicBezTo>
                    <a:pt x="0" y="567"/>
                    <a:pt x="158" y="725"/>
                    <a:pt x="347" y="725"/>
                  </a:cubicBezTo>
                  <a:lnTo>
                    <a:pt x="1040" y="725"/>
                  </a:lnTo>
                  <a:cubicBezTo>
                    <a:pt x="1260" y="725"/>
                    <a:pt x="1418" y="567"/>
                    <a:pt x="1418" y="378"/>
                  </a:cubicBezTo>
                  <a:cubicBezTo>
                    <a:pt x="1418" y="189"/>
                    <a:pt x="1260" y="0"/>
                    <a:pt x="10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1" name="Google Shape;3241;p47"/>
            <p:cNvSpPr/>
            <p:nvPr/>
          </p:nvSpPr>
          <p:spPr>
            <a:xfrm>
              <a:off x="-45436200" y="2386100"/>
              <a:ext cx="35450" cy="18125"/>
            </a:xfrm>
            <a:custGeom>
              <a:rect b="b" l="l" r="r" t="t"/>
              <a:pathLst>
                <a:path extrusionOk="0" h="725" w="1418">
                  <a:moveTo>
                    <a:pt x="347" y="0"/>
                  </a:moveTo>
                  <a:cubicBezTo>
                    <a:pt x="158" y="0"/>
                    <a:pt x="0" y="189"/>
                    <a:pt x="0" y="378"/>
                  </a:cubicBezTo>
                  <a:cubicBezTo>
                    <a:pt x="32" y="567"/>
                    <a:pt x="189" y="725"/>
                    <a:pt x="347" y="725"/>
                  </a:cubicBezTo>
                  <a:lnTo>
                    <a:pt x="1072" y="725"/>
                  </a:lnTo>
                  <a:cubicBezTo>
                    <a:pt x="1261" y="725"/>
                    <a:pt x="1418" y="567"/>
                    <a:pt x="1418" y="378"/>
                  </a:cubicBezTo>
                  <a:cubicBezTo>
                    <a:pt x="1418" y="189"/>
                    <a:pt x="1261" y="0"/>
                    <a:pt x="10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42" name="Google Shape;3242;p47"/>
          <p:cNvGrpSpPr/>
          <p:nvPr/>
        </p:nvGrpSpPr>
        <p:grpSpPr>
          <a:xfrm>
            <a:off x="2903914" y="3743355"/>
            <a:ext cx="278797" cy="277017"/>
            <a:chOff x="-45665400" y="2703250"/>
            <a:chExt cx="301500" cy="299575"/>
          </a:xfrm>
        </p:grpSpPr>
        <p:sp>
          <p:nvSpPr>
            <p:cNvPr id="3243" name="Google Shape;3243;p47"/>
            <p:cNvSpPr/>
            <p:nvPr/>
          </p:nvSpPr>
          <p:spPr>
            <a:xfrm>
              <a:off x="-45664625" y="2703250"/>
              <a:ext cx="300725" cy="299575"/>
            </a:xfrm>
            <a:custGeom>
              <a:rect b="b" l="l" r="r" t="t"/>
              <a:pathLst>
                <a:path extrusionOk="0" h="11983" w="12029">
                  <a:moveTo>
                    <a:pt x="9799" y="1271"/>
                  </a:moveTo>
                  <a:lnTo>
                    <a:pt x="4947" y="4926"/>
                  </a:lnTo>
                  <a:lnTo>
                    <a:pt x="1482" y="3823"/>
                  </a:lnTo>
                  <a:lnTo>
                    <a:pt x="9799" y="1271"/>
                  </a:lnTo>
                  <a:close/>
                  <a:moveTo>
                    <a:pt x="9830" y="2153"/>
                  </a:moveTo>
                  <a:lnTo>
                    <a:pt x="6459" y="6627"/>
                  </a:lnTo>
                  <a:lnTo>
                    <a:pt x="4727" y="7257"/>
                  </a:lnTo>
                  <a:lnTo>
                    <a:pt x="5357" y="5524"/>
                  </a:lnTo>
                  <a:lnTo>
                    <a:pt x="9830" y="2153"/>
                  </a:lnTo>
                  <a:close/>
                  <a:moveTo>
                    <a:pt x="10681" y="2153"/>
                  </a:moveTo>
                  <a:lnTo>
                    <a:pt x="8098" y="10439"/>
                  </a:lnTo>
                  <a:lnTo>
                    <a:pt x="6995" y="6973"/>
                  </a:lnTo>
                  <a:lnTo>
                    <a:pt x="10681" y="2153"/>
                  </a:lnTo>
                  <a:close/>
                  <a:moveTo>
                    <a:pt x="11627" y="0"/>
                  </a:moveTo>
                  <a:cubicBezTo>
                    <a:pt x="11596" y="0"/>
                    <a:pt x="11564" y="4"/>
                    <a:pt x="11532" y="11"/>
                  </a:cubicBezTo>
                  <a:lnTo>
                    <a:pt x="221" y="3508"/>
                  </a:lnTo>
                  <a:cubicBezTo>
                    <a:pt x="64" y="3571"/>
                    <a:pt x="1" y="3728"/>
                    <a:pt x="1" y="3886"/>
                  </a:cubicBezTo>
                  <a:cubicBezTo>
                    <a:pt x="1" y="4043"/>
                    <a:pt x="127" y="4138"/>
                    <a:pt x="221" y="4232"/>
                  </a:cubicBezTo>
                  <a:lnTo>
                    <a:pt x="4569" y="5619"/>
                  </a:lnTo>
                  <a:lnTo>
                    <a:pt x="3750" y="7824"/>
                  </a:lnTo>
                  <a:cubicBezTo>
                    <a:pt x="3687" y="7919"/>
                    <a:pt x="3750" y="8076"/>
                    <a:pt x="3813" y="8171"/>
                  </a:cubicBezTo>
                  <a:cubicBezTo>
                    <a:pt x="3880" y="8215"/>
                    <a:pt x="3978" y="8260"/>
                    <a:pt x="4063" y="8260"/>
                  </a:cubicBezTo>
                  <a:cubicBezTo>
                    <a:pt x="4099" y="8260"/>
                    <a:pt x="4132" y="8252"/>
                    <a:pt x="4160" y="8234"/>
                  </a:cubicBezTo>
                  <a:lnTo>
                    <a:pt x="6365" y="7414"/>
                  </a:lnTo>
                  <a:lnTo>
                    <a:pt x="7751" y="11762"/>
                  </a:lnTo>
                  <a:cubicBezTo>
                    <a:pt x="7783" y="11920"/>
                    <a:pt x="7940" y="11983"/>
                    <a:pt x="8098" y="11983"/>
                  </a:cubicBezTo>
                  <a:cubicBezTo>
                    <a:pt x="8255" y="11983"/>
                    <a:pt x="8381" y="11857"/>
                    <a:pt x="8476" y="11762"/>
                  </a:cubicBezTo>
                  <a:lnTo>
                    <a:pt x="11973" y="483"/>
                  </a:lnTo>
                  <a:cubicBezTo>
                    <a:pt x="12029" y="205"/>
                    <a:pt x="11862" y="0"/>
                    <a:pt x="1162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4" name="Google Shape;3244;p47"/>
            <p:cNvSpPr/>
            <p:nvPr/>
          </p:nvSpPr>
          <p:spPr>
            <a:xfrm>
              <a:off x="-45663825" y="2879150"/>
              <a:ext cx="71700" cy="71500"/>
            </a:xfrm>
            <a:custGeom>
              <a:rect b="b" l="l" r="r" t="t"/>
              <a:pathLst>
                <a:path extrusionOk="0" h="2860" w="2868">
                  <a:moveTo>
                    <a:pt x="2517" y="0"/>
                  </a:moveTo>
                  <a:cubicBezTo>
                    <a:pt x="2418" y="0"/>
                    <a:pt x="2316" y="32"/>
                    <a:pt x="2237" y="95"/>
                  </a:cubicBezTo>
                  <a:lnTo>
                    <a:pt x="126" y="2237"/>
                  </a:lnTo>
                  <a:cubicBezTo>
                    <a:pt x="0" y="2363"/>
                    <a:pt x="0" y="2584"/>
                    <a:pt x="126" y="2741"/>
                  </a:cubicBezTo>
                  <a:cubicBezTo>
                    <a:pt x="205" y="2820"/>
                    <a:pt x="300" y="2859"/>
                    <a:pt x="390" y="2859"/>
                  </a:cubicBezTo>
                  <a:cubicBezTo>
                    <a:pt x="481" y="2859"/>
                    <a:pt x="568" y="2820"/>
                    <a:pt x="631" y="2741"/>
                  </a:cubicBezTo>
                  <a:lnTo>
                    <a:pt x="2773" y="630"/>
                  </a:lnTo>
                  <a:cubicBezTo>
                    <a:pt x="2867" y="504"/>
                    <a:pt x="2867" y="252"/>
                    <a:pt x="2773" y="95"/>
                  </a:cubicBezTo>
                  <a:cubicBezTo>
                    <a:pt x="2710" y="32"/>
                    <a:pt x="2615" y="0"/>
                    <a:pt x="251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5" name="Google Shape;3245;p47"/>
            <p:cNvSpPr/>
            <p:nvPr/>
          </p:nvSpPr>
          <p:spPr>
            <a:xfrm>
              <a:off x="-45613425" y="2929750"/>
              <a:ext cx="71700" cy="71500"/>
            </a:xfrm>
            <a:custGeom>
              <a:rect b="b" l="l" r="r" t="t"/>
              <a:pathLst>
                <a:path extrusionOk="0" h="2860" w="2868">
                  <a:moveTo>
                    <a:pt x="2478" y="1"/>
                  </a:moveTo>
                  <a:cubicBezTo>
                    <a:pt x="2387" y="1"/>
                    <a:pt x="2301" y="40"/>
                    <a:pt x="2238" y="119"/>
                  </a:cubicBezTo>
                  <a:lnTo>
                    <a:pt x="127" y="2261"/>
                  </a:lnTo>
                  <a:cubicBezTo>
                    <a:pt x="1" y="2387"/>
                    <a:pt x="1" y="2608"/>
                    <a:pt x="127" y="2765"/>
                  </a:cubicBezTo>
                  <a:cubicBezTo>
                    <a:pt x="190" y="2828"/>
                    <a:pt x="276" y="2860"/>
                    <a:pt x="367" y="2860"/>
                  </a:cubicBezTo>
                  <a:cubicBezTo>
                    <a:pt x="458" y="2860"/>
                    <a:pt x="552" y="2828"/>
                    <a:pt x="631" y="2765"/>
                  </a:cubicBezTo>
                  <a:lnTo>
                    <a:pt x="2742" y="654"/>
                  </a:lnTo>
                  <a:cubicBezTo>
                    <a:pt x="2868" y="528"/>
                    <a:pt x="2868" y="276"/>
                    <a:pt x="2742" y="119"/>
                  </a:cubicBezTo>
                  <a:cubicBezTo>
                    <a:pt x="2663" y="40"/>
                    <a:pt x="2568" y="1"/>
                    <a:pt x="247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6" name="Google Shape;3246;p47"/>
            <p:cNvSpPr/>
            <p:nvPr/>
          </p:nvSpPr>
          <p:spPr>
            <a:xfrm>
              <a:off x="-45665400" y="2923050"/>
              <a:ext cx="81150" cy="79000"/>
            </a:xfrm>
            <a:custGeom>
              <a:rect b="b" l="l" r="r" t="t"/>
              <a:pathLst>
                <a:path extrusionOk="0" h="3160" w="3246">
                  <a:moveTo>
                    <a:pt x="2859" y="1"/>
                  </a:moveTo>
                  <a:cubicBezTo>
                    <a:pt x="2765" y="1"/>
                    <a:pt x="2663" y="24"/>
                    <a:pt x="2584" y="72"/>
                  </a:cubicBezTo>
                  <a:lnTo>
                    <a:pt x="95" y="2561"/>
                  </a:lnTo>
                  <a:cubicBezTo>
                    <a:pt x="0" y="2687"/>
                    <a:pt x="0" y="2907"/>
                    <a:pt x="95" y="3065"/>
                  </a:cubicBezTo>
                  <a:cubicBezTo>
                    <a:pt x="158" y="3128"/>
                    <a:pt x="252" y="3159"/>
                    <a:pt x="351" y="3159"/>
                  </a:cubicBezTo>
                  <a:cubicBezTo>
                    <a:pt x="449" y="3159"/>
                    <a:pt x="552" y="3128"/>
                    <a:pt x="631" y="3065"/>
                  </a:cubicBezTo>
                  <a:lnTo>
                    <a:pt x="3088" y="607"/>
                  </a:lnTo>
                  <a:cubicBezTo>
                    <a:pt x="3245" y="450"/>
                    <a:pt x="3245" y="229"/>
                    <a:pt x="3088" y="72"/>
                  </a:cubicBezTo>
                  <a:cubicBezTo>
                    <a:pt x="3041" y="24"/>
                    <a:pt x="2954" y="1"/>
                    <a:pt x="285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47" name="Google Shape;3247;p47"/>
          <p:cNvGrpSpPr/>
          <p:nvPr/>
        </p:nvGrpSpPr>
        <p:grpSpPr>
          <a:xfrm>
            <a:off x="721423" y="4181776"/>
            <a:ext cx="278242" cy="278982"/>
            <a:chOff x="-44528075" y="1982825"/>
            <a:chExt cx="300900" cy="301700"/>
          </a:xfrm>
        </p:grpSpPr>
        <p:sp>
          <p:nvSpPr>
            <p:cNvPr id="3248" name="Google Shape;3248;p47"/>
            <p:cNvSpPr/>
            <p:nvPr/>
          </p:nvSpPr>
          <p:spPr>
            <a:xfrm>
              <a:off x="-44528075" y="1982825"/>
              <a:ext cx="300900" cy="301700"/>
            </a:xfrm>
            <a:custGeom>
              <a:rect b="b" l="l" r="r" t="t"/>
              <a:pathLst>
                <a:path extrusionOk="0" h="12068" w="12036">
                  <a:moveTo>
                    <a:pt x="9547" y="2175"/>
                  </a:moveTo>
                  <a:cubicBezTo>
                    <a:pt x="9736" y="2175"/>
                    <a:pt x="9893" y="2332"/>
                    <a:pt x="9893" y="2521"/>
                  </a:cubicBezTo>
                  <a:lnTo>
                    <a:pt x="9893" y="9547"/>
                  </a:lnTo>
                  <a:cubicBezTo>
                    <a:pt x="9893" y="9736"/>
                    <a:pt x="9736" y="9893"/>
                    <a:pt x="9547" y="9893"/>
                  </a:cubicBezTo>
                  <a:lnTo>
                    <a:pt x="2552" y="9893"/>
                  </a:lnTo>
                  <a:cubicBezTo>
                    <a:pt x="2332" y="9893"/>
                    <a:pt x="2206" y="9736"/>
                    <a:pt x="2206" y="9547"/>
                  </a:cubicBezTo>
                  <a:lnTo>
                    <a:pt x="2206" y="2521"/>
                  </a:lnTo>
                  <a:cubicBezTo>
                    <a:pt x="2206" y="2332"/>
                    <a:pt x="2332" y="2175"/>
                    <a:pt x="2552" y="2175"/>
                  </a:cubicBezTo>
                  <a:close/>
                  <a:moveTo>
                    <a:pt x="3183" y="1"/>
                  </a:moveTo>
                  <a:cubicBezTo>
                    <a:pt x="2994" y="1"/>
                    <a:pt x="2836" y="158"/>
                    <a:pt x="2836" y="347"/>
                  </a:cubicBezTo>
                  <a:lnTo>
                    <a:pt x="2836" y="1419"/>
                  </a:lnTo>
                  <a:lnTo>
                    <a:pt x="2458" y="1419"/>
                  </a:lnTo>
                  <a:cubicBezTo>
                    <a:pt x="1891" y="1419"/>
                    <a:pt x="1418" y="1891"/>
                    <a:pt x="1418" y="2490"/>
                  </a:cubicBezTo>
                  <a:lnTo>
                    <a:pt x="1418" y="2836"/>
                  </a:lnTo>
                  <a:lnTo>
                    <a:pt x="347" y="2836"/>
                  </a:lnTo>
                  <a:cubicBezTo>
                    <a:pt x="158" y="2836"/>
                    <a:pt x="1" y="2994"/>
                    <a:pt x="1" y="3183"/>
                  </a:cubicBezTo>
                  <a:cubicBezTo>
                    <a:pt x="1" y="3372"/>
                    <a:pt x="158" y="3529"/>
                    <a:pt x="347" y="3529"/>
                  </a:cubicBezTo>
                  <a:lnTo>
                    <a:pt x="1418" y="3529"/>
                  </a:lnTo>
                  <a:lnTo>
                    <a:pt x="1418" y="4254"/>
                  </a:lnTo>
                  <a:lnTo>
                    <a:pt x="347" y="4254"/>
                  </a:lnTo>
                  <a:cubicBezTo>
                    <a:pt x="158" y="4254"/>
                    <a:pt x="1" y="4412"/>
                    <a:pt x="1" y="4601"/>
                  </a:cubicBezTo>
                  <a:cubicBezTo>
                    <a:pt x="1" y="4821"/>
                    <a:pt x="158" y="4979"/>
                    <a:pt x="347" y="4979"/>
                  </a:cubicBezTo>
                  <a:lnTo>
                    <a:pt x="1418" y="4979"/>
                  </a:lnTo>
                  <a:lnTo>
                    <a:pt x="1418" y="5672"/>
                  </a:lnTo>
                  <a:lnTo>
                    <a:pt x="347" y="5672"/>
                  </a:lnTo>
                  <a:cubicBezTo>
                    <a:pt x="158" y="5672"/>
                    <a:pt x="1" y="5829"/>
                    <a:pt x="1" y="6018"/>
                  </a:cubicBezTo>
                  <a:cubicBezTo>
                    <a:pt x="1" y="6239"/>
                    <a:pt x="158" y="6396"/>
                    <a:pt x="347" y="6396"/>
                  </a:cubicBezTo>
                  <a:lnTo>
                    <a:pt x="1418" y="6396"/>
                  </a:lnTo>
                  <a:lnTo>
                    <a:pt x="1418" y="7090"/>
                  </a:lnTo>
                  <a:lnTo>
                    <a:pt x="347" y="7090"/>
                  </a:lnTo>
                  <a:cubicBezTo>
                    <a:pt x="158" y="7090"/>
                    <a:pt x="1" y="7247"/>
                    <a:pt x="1" y="7436"/>
                  </a:cubicBezTo>
                  <a:cubicBezTo>
                    <a:pt x="1" y="7657"/>
                    <a:pt x="158" y="7814"/>
                    <a:pt x="347" y="7814"/>
                  </a:cubicBezTo>
                  <a:lnTo>
                    <a:pt x="1418" y="7814"/>
                  </a:lnTo>
                  <a:lnTo>
                    <a:pt x="1418" y="8507"/>
                  </a:lnTo>
                  <a:lnTo>
                    <a:pt x="347" y="8507"/>
                  </a:lnTo>
                  <a:cubicBezTo>
                    <a:pt x="158" y="8507"/>
                    <a:pt x="1" y="8665"/>
                    <a:pt x="1" y="8854"/>
                  </a:cubicBezTo>
                  <a:cubicBezTo>
                    <a:pt x="1" y="9074"/>
                    <a:pt x="158" y="9232"/>
                    <a:pt x="347" y="9232"/>
                  </a:cubicBezTo>
                  <a:lnTo>
                    <a:pt x="1418" y="9232"/>
                  </a:lnTo>
                  <a:lnTo>
                    <a:pt x="1418" y="9578"/>
                  </a:lnTo>
                  <a:cubicBezTo>
                    <a:pt x="1418" y="10177"/>
                    <a:pt x="1891" y="10650"/>
                    <a:pt x="2458" y="10650"/>
                  </a:cubicBezTo>
                  <a:lnTo>
                    <a:pt x="2836" y="10650"/>
                  </a:lnTo>
                  <a:lnTo>
                    <a:pt x="2836" y="11689"/>
                  </a:lnTo>
                  <a:cubicBezTo>
                    <a:pt x="2836" y="11910"/>
                    <a:pt x="2994" y="12067"/>
                    <a:pt x="3183" y="12067"/>
                  </a:cubicBezTo>
                  <a:cubicBezTo>
                    <a:pt x="3372" y="12067"/>
                    <a:pt x="3529" y="11910"/>
                    <a:pt x="3529" y="11689"/>
                  </a:cubicBezTo>
                  <a:lnTo>
                    <a:pt x="3529" y="10555"/>
                  </a:lnTo>
                  <a:lnTo>
                    <a:pt x="4254" y="10555"/>
                  </a:lnTo>
                  <a:lnTo>
                    <a:pt x="4254" y="11626"/>
                  </a:lnTo>
                  <a:cubicBezTo>
                    <a:pt x="4254" y="11815"/>
                    <a:pt x="4411" y="11973"/>
                    <a:pt x="4600" y="11973"/>
                  </a:cubicBezTo>
                  <a:cubicBezTo>
                    <a:pt x="4789" y="11973"/>
                    <a:pt x="4947" y="11815"/>
                    <a:pt x="4947" y="11626"/>
                  </a:cubicBezTo>
                  <a:lnTo>
                    <a:pt x="4947" y="10555"/>
                  </a:lnTo>
                  <a:lnTo>
                    <a:pt x="5671" y="10555"/>
                  </a:lnTo>
                  <a:lnTo>
                    <a:pt x="5671" y="11626"/>
                  </a:lnTo>
                  <a:cubicBezTo>
                    <a:pt x="5671" y="11815"/>
                    <a:pt x="5829" y="11973"/>
                    <a:pt x="6018" y="11973"/>
                  </a:cubicBezTo>
                  <a:cubicBezTo>
                    <a:pt x="6207" y="11973"/>
                    <a:pt x="6365" y="11815"/>
                    <a:pt x="6365" y="11626"/>
                  </a:cubicBezTo>
                  <a:lnTo>
                    <a:pt x="6365" y="10555"/>
                  </a:lnTo>
                  <a:lnTo>
                    <a:pt x="7089" y="10555"/>
                  </a:lnTo>
                  <a:lnTo>
                    <a:pt x="7089" y="11626"/>
                  </a:lnTo>
                  <a:cubicBezTo>
                    <a:pt x="7089" y="11815"/>
                    <a:pt x="7247" y="11973"/>
                    <a:pt x="7436" y="11973"/>
                  </a:cubicBezTo>
                  <a:cubicBezTo>
                    <a:pt x="7625" y="11973"/>
                    <a:pt x="7782" y="11815"/>
                    <a:pt x="7782" y="11626"/>
                  </a:cubicBezTo>
                  <a:lnTo>
                    <a:pt x="7782" y="10555"/>
                  </a:lnTo>
                  <a:lnTo>
                    <a:pt x="8507" y="10555"/>
                  </a:lnTo>
                  <a:lnTo>
                    <a:pt x="8507" y="11626"/>
                  </a:lnTo>
                  <a:cubicBezTo>
                    <a:pt x="8507" y="11815"/>
                    <a:pt x="8664" y="11973"/>
                    <a:pt x="8853" y="11973"/>
                  </a:cubicBezTo>
                  <a:cubicBezTo>
                    <a:pt x="9042" y="11973"/>
                    <a:pt x="9200" y="11815"/>
                    <a:pt x="9200" y="11626"/>
                  </a:cubicBezTo>
                  <a:lnTo>
                    <a:pt x="9200" y="10555"/>
                  </a:lnTo>
                  <a:lnTo>
                    <a:pt x="9547" y="10555"/>
                  </a:lnTo>
                  <a:cubicBezTo>
                    <a:pt x="10145" y="10555"/>
                    <a:pt x="10618" y="10082"/>
                    <a:pt x="10618" y="9484"/>
                  </a:cubicBezTo>
                  <a:lnTo>
                    <a:pt x="10618" y="9137"/>
                  </a:lnTo>
                  <a:lnTo>
                    <a:pt x="11689" y="9137"/>
                  </a:lnTo>
                  <a:cubicBezTo>
                    <a:pt x="11878" y="9137"/>
                    <a:pt x="12035" y="8980"/>
                    <a:pt x="12035" y="8791"/>
                  </a:cubicBezTo>
                  <a:cubicBezTo>
                    <a:pt x="12035" y="8602"/>
                    <a:pt x="11878" y="8444"/>
                    <a:pt x="11689" y="8444"/>
                  </a:cubicBezTo>
                  <a:lnTo>
                    <a:pt x="10618" y="8444"/>
                  </a:lnTo>
                  <a:lnTo>
                    <a:pt x="10618" y="7720"/>
                  </a:lnTo>
                  <a:lnTo>
                    <a:pt x="11689" y="7720"/>
                  </a:lnTo>
                  <a:cubicBezTo>
                    <a:pt x="11878" y="7720"/>
                    <a:pt x="12035" y="7562"/>
                    <a:pt x="12035" y="7373"/>
                  </a:cubicBezTo>
                  <a:cubicBezTo>
                    <a:pt x="12035" y="7153"/>
                    <a:pt x="11878" y="6995"/>
                    <a:pt x="11689" y="6995"/>
                  </a:cubicBezTo>
                  <a:lnTo>
                    <a:pt x="10618" y="6995"/>
                  </a:lnTo>
                  <a:lnTo>
                    <a:pt x="10618" y="6302"/>
                  </a:lnTo>
                  <a:lnTo>
                    <a:pt x="11689" y="6302"/>
                  </a:lnTo>
                  <a:cubicBezTo>
                    <a:pt x="11878" y="6302"/>
                    <a:pt x="12035" y="6144"/>
                    <a:pt x="12035" y="5955"/>
                  </a:cubicBezTo>
                  <a:cubicBezTo>
                    <a:pt x="12035" y="5735"/>
                    <a:pt x="11878" y="5577"/>
                    <a:pt x="11689" y="5577"/>
                  </a:cubicBezTo>
                  <a:lnTo>
                    <a:pt x="10618" y="5577"/>
                  </a:lnTo>
                  <a:lnTo>
                    <a:pt x="10618" y="4884"/>
                  </a:lnTo>
                  <a:lnTo>
                    <a:pt x="11689" y="4884"/>
                  </a:lnTo>
                  <a:lnTo>
                    <a:pt x="11689" y="4979"/>
                  </a:lnTo>
                  <a:cubicBezTo>
                    <a:pt x="11878" y="4979"/>
                    <a:pt x="12035" y="4821"/>
                    <a:pt x="12035" y="4601"/>
                  </a:cubicBezTo>
                  <a:cubicBezTo>
                    <a:pt x="12035" y="4412"/>
                    <a:pt x="11878" y="4254"/>
                    <a:pt x="11689" y="4254"/>
                  </a:cubicBezTo>
                  <a:lnTo>
                    <a:pt x="10618" y="4254"/>
                  </a:lnTo>
                  <a:lnTo>
                    <a:pt x="10618" y="3529"/>
                  </a:lnTo>
                  <a:lnTo>
                    <a:pt x="11689" y="3529"/>
                  </a:lnTo>
                  <a:cubicBezTo>
                    <a:pt x="11878" y="3529"/>
                    <a:pt x="12035" y="3372"/>
                    <a:pt x="12035" y="3183"/>
                  </a:cubicBezTo>
                  <a:cubicBezTo>
                    <a:pt x="12035" y="2994"/>
                    <a:pt x="11878" y="2836"/>
                    <a:pt x="11689" y="2836"/>
                  </a:cubicBezTo>
                  <a:lnTo>
                    <a:pt x="10618" y="2836"/>
                  </a:lnTo>
                  <a:lnTo>
                    <a:pt x="10618" y="2490"/>
                  </a:lnTo>
                  <a:cubicBezTo>
                    <a:pt x="10618" y="1891"/>
                    <a:pt x="10145" y="1419"/>
                    <a:pt x="9547" y="1419"/>
                  </a:cubicBezTo>
                  <a:lnTo>
                    <a:pt x="9200" y="1419"/>
                  </a:lnTo>
                  <a:lnTo>
                    <a:pt x="9200" y="347"/>
                  </a:lnTo>
                  <a:cubicBezTo>
                    <a:pt x="9200" y="158"/>
                    <a:pt x="9042" y="1"/>
                    <a:pt x="8853" y="1"/>
                  </a:cubicBezTo>
                  <a:cubicBezTo>
                    <a:pt x="8664" y="1"/>
                    <a:pt x="8507" y="158"/>
                    <a:pt x="8507" y="347"/>
                  </a:cubicBezTo>
                  <a:lnTo>
                    <a:pt x="8507" y="1419"/>
                  </a:lnTo>
                  <a:lnTo>
                    <a:pt x="7782" y="1419"/>
                  </a:lnTo>
                  <a:lnTo>
                    <a:pt x="7782" y="347"/>
                  </a:lnTo>
                  <a:cubicBezTo>
                    <a:pt x="7782" y="158"/>
                    <a:pt x="7625" y="1"/>
                    <a:pt x="7436" y="1"/>
                  </a:cubicBezTo>
                  <a:cubicBezTo>
                    <a:pt x="7247" y="1"/>
                    <a:pt x="7089" y="158"/>
                    <a:pt x="7089" y="347"/>
                  </a:cubicBezTo>
                  <a:lnTo>
                    <a:pt x="7089" y="1419"/>
                  </a:lnTo>
                  <a:lnTo>
                    <a:pt x="6365" y="1419"/>
                  </a:lnTo>
                  <a:lnTo>
                    <a:pt x="6365" y="347"/>
                  </a:lnTo>
                  <a:cubicBezTo>
                    <a:pt x="6365" y="158"/>
                    <a:pt x="6207" y="1"/>
                    <a:pt x="6018" y="1"/>
                  </a:cubicBezTo>
                  <a:cubicBezTo>
                    <a:pt x="5829" y="1"/>
                    <a:pt x="5671" y="158"/>
                    <a:pt x="5671" y="347"/>
                  </a:cubicBezTo>
                  <a:lnTo>
                    <a:pt x="5671" y="1419"/>
                  </a:lnTo>
                  <a:lnTo>
                    <a:pt x="4947" y="1419"/>
                  </a:lnTo>
                  <a:lnTo>
                    <a:pt x="4947" y="347"/>
                  </a:lnTo>
                  <a:cubicBezTo>
                    <a:pt x="4947" y="158"/>
                    <a:pt x="4789" y="1"/>
                    <a:pt x="4600" y="1"/>
                  </a:cubicBezTo>
                  <a:cubicBezTo>
                    <a:pt x="4411" y="1"/>
                    <a:pt x="4254" y="158"/>
                    <a:pt x="4254" y="347"/>
                  </a:cubicBezTo>
                  <a:lnTo>
                    <a:pt x="4254" y="1419"/>
                  </a:lnTo>
                  <a:lnTo>
                    <a:pt x="3529" y="1419"/>
                  </a:lnTo>
                  <a:lnTo>
                    <a:pt x="3529" y="347"/>
                  </a:lnTo>
                  <a:cubicBezTo>
                    <a:pt x="3529" y="158"/>
                    <a:pt x="3372" y="1"/>
                    <a:pt x="318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9" name="Google Shape;3249;p47"/>
            <p:cNvSpPr/>
            <p:nvPr/>
          </p:nvSpPr>
          <p:spPr>
            <a:xfrm>
              <a:off x="-44455600" y="2053725"/>
              <a:ext cx="17350" cy="18125"/>
            </a:xfrm>
            <a:custGeom>
              <a:rect b="b" l="l" r="r" t="t"/>
              <a:pathLst>
                <a:path extrusionOk="0" h="725" w="694">
                  <a:moveTo>
                    <a:pt x="347" y="0"/>
                  </a:moveTo>
                  <a:cubicBezTo>
                    <a:pt x="158" y="0"/>
                    <a:pt x="0" y="158"/>
                    <a:pt x="0" y="347"/>
                  </a:cubicBezTo>
                  <a:cubicBezTo>
                    <a:pt x="0" y="567"/>
                    <a:pt x="158" y="725"/>
                    <a:pt x="347" y="725"/>
                  </a:cubicBezTo>
                  <a:cubicBezTo>
                    <a:pt x="536" y="725"/>
                    <a:pt x="693" y="567"/>
                    <a:pt x="693" y="347"/>
                  </a:cubicBezTo>
                  <a:cubicBezTo>
                    <a:pt x="693" y="158"/>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0" name="Google Shape;3250;p47"/>
            <p:cNvSpPr/>
            <p:nvPr/>
          </p:nvSpPr>
          <p:spPr>
            <a:xfrm>
              <a:off x="-44455600" y="2194700"/>
              <a:ext cx="17350" cy="17350"/>
            </a:xfrm>
            <a:custGeom>
              <a:rect b="b" l="l" r="r" t="t"/>
              <a:pathLst>
                <a:path extrusionOk="0" h="694" w="694">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1" name="Google Shape;3251;p47"/>
            <p:cNvSpPr/>
            <p:nvPr/>
          </p:nvSpPr>
          <p:spPr>
            <a:xfrm>
              <a:off x="-44314625" y="2194700"/>
              <a:ext cx="17350" cy="17350"/>
            </a:xfrm>
            <a:custGeom>
              <a:rect b="b" l="l" r="r" t="t"/>
              <a:pathLst>
                <a:path extrusionOk="0" h="694" w="694">
                  <a:moveTo>
                    <a:pt x="347" y="1"/>
                  </a:moveTo>
                  <a:cubicBezTo>
                    <a:pt x="158" y="1"/>
                    <a:pt x="0" y="158"/>
                    <a:pt x="0" y="347"/>
                  </a:cubicBezTo>
                  <a:cubicBezTo>
                    <a:pt x="0" y="536"/>
                    <a:pt x="158" y="694"/>
                    <a:pt x="347" y="694"/>
                  </a:cubicBezTo>
                  <a:cubicBezTo>
                    <a:pt x="536" y="694"/>
                    <a:pt x="694" y="536"/>
                    <a:pt x="694" y="347"/>
                  </a:cubicBezTo>
                  <a:cubicBezTo>
                    <a:pt x="694"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2" name="Google Shape;3252;p47"/>
            <p:cNvSpPr/>
            <p:nvPr/>
          </p:nvSpPr>
          <p:spPr>
            <a:xfrm>
              <a:off x="-44314625" y="2053725"/>
              <a:ext cx="17350" cy="18125"/>
            </a:xfrm>
            <a:custGeom>
              <a:rect b="b" l="l" r="r" t="t"/>
              <a:pathLst>
                <a:path extrusionOk="0" h="725" w="694">
                  <a:moveTo>
                    <a:pt x="347" y="0"/>
                  </a:moveTo>
                  <a:cubicBezTo>
                    <a:pt x="158" y="0"/>
                    <a:pt x="0" y="158"/>
                    <a:pt x="0" y="347"/>
                  </a:cubicBezTo>
                  <a:cubicBezTo>
                    <a:pt x="0" y="536"/>
                    <a:pt x="158" y="725"/>
                    <a:pt x="347" y="725"/>
                  </a:cubicBezTo>
                  <a:cubicBezTo>
                    <a:pt x="536" y="725"/>
                    <a:pt x="694" y="536"/>
                    <a:pt x="694" y="347"/>
                  </a:cubicBezTo>
                  <a:cubicBezTo>
                    <a:pt x="694" y="158"/>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3" name="Google Shape;3253;p47"/>
            <p:cNvSpPr/>
            <p:nvPr/>
          </p:nvSpPr>
          <p:spPr>
            <a:xfrm>
              <a:off x="-44447725" y="2062375"/>
              <a:ext cx="143350" cy="140225"/>
            </a:xfrm>
            <a:custGeom>
              <a:rect b="b" l="l" r="r" t="t"/>
              <a:pathLst>
                <a:path extrusionOk="0" h="5609" w="5734">
                  <a:moveTo>
                    <a:pt x="3182" y="757"/>
                  </a:moveTo>
                  <a:lnTo>
                    <a:pt x="3182" y="883"/>
                  </a:lnTo>
                  <a:cubicBezTo>
                    <a:pt x="3182" y="1041"/>
                    <a:pt x="3277" y="1167"/>
                    <a:pt x="3434" y="1198"/>
                  </a:cubicBezTo>
                  <a:cubicBezTo>
                    <a:pt x="3623" y="1261"/>
                    <a:pt x="3812" y="1387"/>
                    <a:pt x="3970" y="1513"/>
                  </a:cubicBezTo>
                  <a:cubicBezTo>
                    <a:pt x="4049" y="1553"/>
                    <a:pt x="4142" y="1593"/>
                    <a:pt x="4231" y="1593"/>
                  </a:cubicBezTo>
                  <a:cubicBezTo>
                    <a:pt x="4282" y="1593"/>
                    <a:pt x="4333" y="1579"/>
                    <a:pt x="4379" y="1545"/>
                  </a:cubicBezTo>
                  <a:lnTo>
                    <a:pt x="4505" y="1482"/>
                  </a:lnTo>
                  <a:lnTo>
                    <a:pt x="4852" y="2049"/>
                  </a:lnTo>
                  <a:lnTo>
                    <a:pt x="4726" y="2143"/>
                  </a:lnTo>
                  <a:cubicBezTo>
                    <a:pt x="4600" y="2206"/>
                    <a:pt x="4537" y="2364"/>
                    <a:pt x="4568" y="2490"/>
                  </a:cubicBezTo>
                  <a:cubicBezTo>
                    <a:pt x="4600" y="2710"/>
                    <a:pt x="4600" y="2899"/>
                    <a:pt x="4568" y="3120"/>
                  </a:cubicBezTo>
                  <a:cubicBezTo>
                    <a:pt x="4537" y="3277"/>
                    <a:pt x="4600" y="3403"/>
                    <a:pt x="4726" y="3466"/>
                  </a:cubicBezTo>
                  <a:lnTo>
                    <a:pt x="4852" y="3561"/>
                  </a:lnTo>
                  <a:lnTo>
                    <a:pt x="4505" y="4128"/>
                  </a:lnTo>
                  <a:lnTo>
                    <a:pt x="4379" y="4065"/>
                  </a:lnTo>
                  <a:cubicBezTo>
                    <a:pt x="4323" y="4037"/>
                    <a:pt x="4260" y="4021"/>
                    <a:pt x="4196" y="4021"/>
                  </a:cubicBezTo>
                  <a:cubicBezTo>
                    <a:pt x="4118" y="4021"/>
                    <a:pt x="4039" y="4044"/>
                    <a:pt x="3970" y="4097"/>
                  </a:cubicBezTo>
                  <a:cubicBezTo>
                    <a:pt x="3812" y="4254"/>
                    <a:pt x="3623" y="4349"/>
                    <a:pt x="3434" y="4412"/>
                  </a:cubicBezTo>
                  <a:cubicBezTo>
                    <a:pt x="3277" y="4475"/>
                    <a:pt x="3182" y="4632"/>
                    <a:pt x="3182" y="4727"/>
                  </a:cubicBezTo>
                  <a:lnTo>
                    <a:pt x="3182" y="4853"/>
                  </a:lnTo>
                  <a:lnTo>
                    <a:pt x="2489" y="4853"/>
                  </a:lnTo>
                  <a:lnTo>
                    <a:pt x="2489" y="4727"/>
                  </a:lnTo>
                  <a:cubicBezTo>
                    <a:pt x="2489" y="4569"/>
                    <a:pt x="2394" y="4475"/>
                    <a:pt x="2237" y="4412"/>
                  </a:cubicBezTo>
                  <a:cubicBezTo>
                    <a:pt x="2048" y="4349"/>
                    <a:pt x="1859" y="4223"/>
                    <a:pt x="1701" y="4097"/>
                  </a:cubicBezTo>
                  <a:cubicBezTo>
                    <a:pt x="1622" y="4057"/>
                    <a:pt x="1529" y="4017"/>
                    <a:pt x="1440" y="4017"/>
                  </a:cubicBezTo>
                  <a:cubicBezTo>
                    <a:pt x="1389" y="4017"/>
                    <a:pt x="1338" y="4030"/>
                    <a:pt x="1292" y="4065"/>
                  </a:cubicBezTo>
                  <a:lnTo>
                    <a:pt x="1166" y="4128"/>
                  </a:lnTo>
                  <a:lnTo>
                    <a:pt x="819" y="3561"/>
                  </a:lnTo>
                  <a:lnTo>
                    <a:pt x="945" y="3466"/>
                  </a:lnTo>
                  <a:cubicBezTo>
                    <a:pt x="1071" y="3403"/>
                    <a:pt x="1134" y="3246"/>
                    <a:pt x="1103" y="3120"/>
                  </a:cubicBezTo>
                  <a:cubicBezTo>
                    <a:pt x="1071" y="2899"/>
                    <a:pt x="1071" y="2710"/>
                    <a:pt x="1103" y="2490"/>
                  </a:cubicBezTo>
                  <a:cubicBezTo>
                    <a:pt x="1134" y="2332"/>
                    <a:pt x="1071" y="2206"/>
                    <a:pt x="945" y="2143"/>
                  </a:cubicBezTo>
                  <a:lnTo>
                    <a:pt x="819" y="2049"/>
                  </a:lnTo>
                  <a:lnTo>
                    <a:pt x="1166" y="1482"/>
                  </a:lnTo>
                  <a:lnTo>
                    <a:pt x="1292" y="1545"/>
                  </a:lnTo>
                  <a:cubicBezTo>
                    <a:pt x="1350" y="1589"/>
                    <a:pt x="1416" y="1612"/>
                    <a:pt x="1481" y="1612"/>
                  </a:cubicBezTo>
                  <a:cubicBezTo>
                    <a:pt x="1557" y="1612"/>
                    <a:pt x="1634" y="1581"/>
                    <a:pt x="1701" y="1513"/>
                  </a:cubicBezTo>
                  <a:cubicBezTo>
                    <a:pt x="1859" y="1356"/>
                    <a:pt x="2048" y="1261"/>
                    <a:pt x="2237" y="1198"/>
                  </a:cubicBezTo>
                  <a:cubicBezTo>
                    <a:pt x="2394" y="1167"/>
                    <a:pt x="2489" y="1009"/>
                    <a:pt x="2489" y="883"/>
                  </a:cubicBezTo>
                  <a:lnTo>
                    <a:pt x="2489" y="757"/>
                  </a:lnTo>
                  <a:close/>
                  <a:moveTo>
                    <a:pt x="2174" y="1"/>
                  </a:moveTo>
                  <a:cubicBezTo>
                    <a:pt x="1953" y="1"/>
                    <a:pt x="1796" y="158"/>
                    <a:pt x="1796" y="347"/>
                  </a:cubicBezTo>
                  <a:lnTo>
                    <a:pt x="1796" y="599"/>
                  </a:lnTo>
                  <a:cubicBezTo>
                    <a:pt x="1701" y="631"/>
                    <a:pt x="1575" y="726"/>
                    <a:pt x="1481" y="789"/>
                  </a:cubicBezTo>
                  <a:lnTo>
                    <a:pt x="1292" y="663"/>
                  </a:lnTo>
                  <a:cubicBezTo>
                    <a:pt x="1242" y="643"/>
                    <a:pt x="1186" y="632"/>
                    <a:pt x="1129" y="632"/>
                  </a:cubicBezTo>
                  <a:cubicBezTo>
                    <a:pt x="1007" y="632"/>
                    <a:pt x="884" y="681"/>
                    <a:pt x="819" y="789"/>
                  </a:cubicBezTo>
                  <a:lnTo>
                    <a:pt x="126" y="2017"/>
                  </a:lnTo>
                  <a:cubicBezTo>
                    <a:pt x="32" y="2175"/>
                    <a:pt x="63" y="2395"/>
                    <a:pt x="221" y="2490"/>
                  </a:cubicBezTo>
                  <a:lnTo>
                    <a:pt x="441" y="2616"/>
                  </a:lnTo>
                  <a:lnTo>
                    <a:pt x="441" y="2994"/>
                  </a:lnTo>
                  <a:lnTo>
                    <a:pt x="221" y="3120"/>
                  </a:lnTo>
                  <a:cubicBezTo>
                    <a:pt x="95" y="3183"/>
                    <a:pt x="0" y="3435"/>
                    <a:pt x="126" y="3592"/>
                  </a:cubicBezTo>
                  <a:lnTo>
                    <a:pt x="819" y="4821"/>
                  </a:lnTo>
                  <a:cubicBezTo>
                    <a:pt x="879" y="4921"/>
                    <a:pt x="989" y="4983"/>
                    <a:pt x="1102" y="4983"/>
                  </a:cubicBezTo>
                  <a:cubicBezTo>
                    <a:pt x="1168" y="4983"/>
                    <a:pt x="1234" y="4962"/>
                    <a:pt x="1292" y="4916"/>
                  </a:cubicBezTo>
                  <a:lnTo>
                    <a:pt x="1481" y="4821"/>
                  </a:lnTo>
                  <a:cubicBezTo>
                    <a:pt x="1607" y="4884"/>
                    <a:pt x="1733" y="4979"/>
                    <a:pt x="1796" y="5010"/>
                  </a:cubicBezTo>
                  <a:lnTo>
                    <a:pt x="1796" y="5231"/>
                  </a:lnTo>
                  <a:cubicBezTo>
                    <a:pt x="1796" y="5451"/>
                    <a:pt x="1953" y="5609"/>
                    <a:pt x="2174" y="5609"/>
                  </a:cubicBezTo>
                  <a:lnTo>
                    <a:pt x="3592" y="5609"/>
                  </a:lnTo>
                  <a:cubicBezTo>
                    <a:pt x="3781" y="5609"/>
                    <a:pt x="3938" y="5451"/>
                    <a:pt x="3938" y="5231"/>
                  </a:cubicBezTo>
                  <a:lnTo>
                    <a:pt x="3938" y="5010"/>
                  </a:lnTo>
                  <a:cubicBezTo>
                    <a:pt x="4064" y="4979"/>
                    <a:pt x="4159" y="4884"/>
                    <a:pt x="4253" y="4821"/>
                  </a:cubicBezTo>
                  <a:lnTo>
                    <a:pt x="4442" y="4916"/>
                  </a:lnTo>
                  <a:cubicBezTo>
                    <a:pt x="4501" y="4951"/>
                    <a:pt x="4574" y="4969"/>
                    <a:pt x="4644" y="4969"/>
                  </a:cubicBezTo>
                  <a:cubicBezTo>
                    <a:pt x="4762" y="4969"/>
                    <a:pt x="4875" y="4920"/>
                    <a:pt x="4915" y="4821"/>
                  </a:cubicBezTo>
                  <a:lnTo>
                    <a:pt x="5639" y="3592"/>
                  </a:lnTo>
                  <a:cubicBezTo>
                    <a:pt x="5702" y="3435"/>
                    <a:pt x="5671" y="3246"/>
                    <a:pt x="5513" y="3120"/>
                  </a:cubicBezTo>
                  <a:lnTo>
                    <a:pt x="5324" y="2994"/>
                  </a:lnTo>
                  <a:lnTo>
                    <a:pt x="5324" y="2616"/>
                  </a:lnTo>
                  <a:lnTo>
                    <a:pt x="5513" y="2490"/>
                  </a:lnTo>
                  <a:cubicBezTo>
                    <a:pt x="5671" y="2395"/>
                    <a:pt x="5734" y="2175"/>
                    <a:pt x="5639" y="2017"/>
                  </a:cubicBezTo>
                  <a:lnTo>
                    <a:pt x="4915" y="789"/>
                  </a:lnTo>
                  <a:cubicBezTo>
                    <a:pt x="4872" y="681"/>
                    <a:pt x="4742" y="618"/>
                    <a:pt x="4614" y="618"/>
                  </a:cubicBezTo>
                  <a:cubicBezTo>
                    <a:pt x="4553" y="618"/>
                    <a:pt x="4493" y="632"/>
                    <a:pt x="4442" y="663"/>
                  </a:cubicBezTo>
                  <a:lnTo>
                    <a:pt x="4253" y="789"/>
                  </a:lnTo>
                  <a:cubicBezTo>
                    <a:pt x="4127" y="726"/>
                    <a:pt x="4001" y="631"/>
                    <a:pt x="3938" y="599"/>
                  </a:cubicBezTo>
                  <a:lnTo>
                    <a:pt x="3938" y="347"/>
                  </a:lnTo>
                  <a:cubicBezTo>
                    <a:pt x="3938" y="158"/>
                    <a:pt x="3781" y="1"/>
                    <a:pt x="359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4" name="Google Shape;3254;p47"/>
            <p:cNvSpPr/>
            <p:nvPr/>
          </p:nvSpPr>
          <p:spPr>
            <a:xfrm>
              <a:off x="-44403625" y="2107275"/>
              <a:ext cx="53575" cy="52800"/>
            </a:xfrm>
            <a:custGeom>
              <a:rect b="b" l="l" r="r" t="t"/>
              <a:pathLst>
                <a:path extrusionOk="0" h="2112" w="2143">
                  <a:moveTo>
                    <a:pt x="1072" y="662"/>
                  </a:moveTo>
                  <a:cubicBezTo>
                    <a:pt x="1261" y="662"/>
                    <a:pt x="1418" y="820"/>
                    <a:pt x="1418" y="1009"/>
                  </a:cubicBezTo>
                  <a:cubicBezTo>
                    <a:pt x="1418" y="1198"/>
                    <a:pt x="1261" y="1355"/>
                    <a:pt x="1072" y="1355"/>
                  </a:cubicBezTo>
                  <a:cubicBezTo>
                    <a:pt x="882" y="1355"/>
                    <a:pt x="725" y="1198"/>
                    <a:pt x="725" y="1009"/>
                  </a:cubicBezTo>
                  <a:cubicBezTo>
                    <a:pt x="725" y="820"/>
                    <a:pt x="882" y="662"/>
                    <a:pt x="1072" y="662"/>
                  </a:cubicBezTo>
                  <a:close/>
                  <a:moveTo>
                    <a:pt x="1072" y="1"/>
                  </a:moveTo>
                  <a:cubicBezTo>
                    <a:pt x="473" y="1"/>
                    <a:pt x="0" y="473"/>
                    <a:pt x="0" y="1040"/>
                  </a:cubicBezTo>
                  <a:cubicBezTo>
                    <a:pt x="0" y="1639"/>
                    <a:pt x="473" y="2112"/>
                    <a:pt x="1072" y="2112"/>
                  </a:cubicBezTo>
                  <a:cubicBezTo>
                    <a:pt x="1670" y="2112"/>
                    <a:pt x="2143" y="1639"/>
                    <a:pt x="2143" y="1040"/>
                  </a:cubicBezTo>
                  <a:cubicBezTo>
                    <a:pt x="2143" y="473"/>
                    <a:pt x="1670" y="1"/>
                    <a:pt x="107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55" name="Google Shape;3255;p47"/>
          <p:cNvSpPr/>
          <p:nvPr/>
        </p:nvSpPr>
        <p:spPr>
          <a:xfrm>
            <a:off x="2467163" y="1561158"/>
            <a:ext cx="277502" cy="277502"/>
          </a:xfrm>
          <a:custGeom>
            <a:rect b="b" l="l" r="r" t="t"/>
            <a:pathLst>
              <a:path extrusionOk="0" h="12004" w="12004">
                <a:moveTo>
                  <a:pt x="5671" y="725"/>
                </a:moveTo>
                <a:lnTo>
                  <a:pt x="5671" y="2395"/>
                </a:lnTo>
                <a:cubicBezTo>
                  <a:pt x="5671" y="2616"/>
                  <a:pt x="5843" y="2760"/>
                  <a:pt x="6021" y="2760"/>
                </a:cubicBezTo>
                <a:cubicBezTo>
                  <a:pt x="6097" y="2760"/>
                  <a:pt x="6173" y="2734"/>
                  <a:pt x="6239" y="2678"/>
                </a:cubicBezTo>
                <a:cubicBezTo>
                  <a:pt x="6365" y="2552"/>
                  <a:pt x="6554" y="2489"/>
                  <a:pt x="6711" y="2489"/>
                </a:cubicBezTo>
                <a:cubicBezTo>
                  <a:pt x="7121" y="2489"/>
                  <a:pt x="7436" y="2804"/>
                  <a:pt x="7436" y="3182"/>
                </a:cubicBezTo>
                <a:cubicBezTo>
                  <a:pt x="7436" y="3592"/>
                  <a:pt x="7121" y="3907"/>
                  <a:pt x="6711" y="3907"/>
                </a:cubicBezTo>
                <a:cubicBezTo>
                  <a:pt x="6554" y="3907"/>
                  <a:pt x="6365" y="3812"/>
                  <a:pt x="6239" y="3686"/>
                </a:cubicBezTo>
                <a:cubicBezTo>
                  <a:pt x="6173" y="3630"/>
                  <a:pt x="6097" y="3605"/>
                  <a:pt x="6021" y="3605"/>
                </a:cubicBezTo>
                <a:cubicBezTo>
                  <a:pt x="5843" y="3605"/>
                  <a:pt x="5671" y="3748"/>
                  <a:pt x="5671" y="3970"/>
                </a:cubicBezTo>
                <a:lnTo>
                  <a:pt x="5671" y="5640"/>
                </a:lnTo>
                <a:lnTo>
                  <a:pt x="4569" y="5640"/>
                </a:lnTo>
                <a:cubicBezTo>
                  <a:pt x="4600" y="5514"/>
                  <a:pt x="4600" y="5388"/>
                  <a:pt x="4600" y="5262"/>
                </a:cubicBezTo>
                <a:cubicBezTo>
                  <a:pt x="4600" y="4474"/>
                  <a:pt x="3970" y="3875"/>
                  <a:pt x="3183" y="3875"/>
                </a:cubicBezTo>
                <a:cubicBezTo>
                  <a:pt x="2395" y="3875"/>
                  <a:pt x="1765" y="4474"/>
                  <a:pt x="1765" y="5262"/>
                </a:cubicBezTo>
                <a:cubicBezTo>
                  <a:pt x="1765" y="5388"/>
                  <a:pt x="1765" y="5514"/>
                  <a:pt x="1796" y="5640"/>
                </a:cubicBezTo>
                <a:lnTo>
                  <a:pt x="694" y="5640"/>
                </a:lnTo>
                <a:lnTo>
                  <a:pt x="694" y="1071"/>
                </a:lnTo>
                <a:cubicBezTo>
                  <a:pt x="694" y="882"/>
                  <a:pt x="851" y="725"/>
                  <a:pt x="1040" y="725"/>
                </a:cubicBezTo>
                <a:close/>
                <a:moveTo>
                  <a:pt x="10964" y="725"/>
                </a:moveTo>
                <a:cubicBezTo>
                  <a:pt x="11122" y="725"/>
                  <a:pt x="11311" y="882"/>
                  <a:pt x="11311" y="1071"/>
                </a:cubicBezTo>
                <a:lnTo>
                  <a:pt x="11311" y="5671"/>
                </a:lnTo>
                <a:lnTo>
                  <a:pt x="9610" y="5671"/>
                </a:lnTo>
                <a:cubicBezTo>
                  <a:pt x="9295" y="5671"/>
                  <a:pt x="9169" y="6018"/>
                  <a:pt x="9326" y="6270"/>
                </a:cubicBezTo>
                <a:cubicBezTo>
                  <a:pt x="9452" y="6396"/>
                  <a:pt x="9515" y="6585"/>
                  <a:pt x="9515" y="6742"/>
                </a:cubicBezTo>
                <a:cubicBezTo>
                  <a:pt x="9515" y="7120"/>
                  <a:pt x="9200" y="7435"/>
                  <a:pt x="8822" y="7435"/>
                </a:cubicBezTo>
                <a:cubicBezTo>
                  <a:pt x="8412" y="7435"/>
                  <a:pt x="8097" y="7120"/>
                  <a:pt x="8097" y="6742"/>
                </a:cubicBezTo>
                <a:cubicBezTo>
                  <a:pt x="8097" y="6585"/>
                  <a:pt x="8192" y="6364"/>
                  <a:pt x="8286" y="6270"/>
                </a:cubicBezTo>
                <a:cubicBezTo>
                  <a:pt x="8507" y="6018"/>
                  <a:pt x="8349" y="5671"/>
                  <a:pt x="8034" y="5671"/>
                </a:cubicBezTo>
                <a:lnTo>
                  <a:pt x="6365" y="5671"/>
                </a:lnTo>
                <a:lnTo>
                  <a:pt x="6365" y="4568"/>
                </a:lnTo>
                <a:cubicBezTo>
                  <a:pt x="6491" y="4600"/>
                  <a:pt x="6617" y="4600"/>
                  <a:pt x="6711" y="4600"/>
                </a:cubicBezTo>
                <a:cubicBezTo>
                  <a:pt x="7499" y="4600"/>
                  <a:pt x="8160" y="3970"/>
                  <a:pt x="8160" y="3182"/>
                </a:cubicBezTo>
                <a:cubicBezTo>
                  <a:pt x="8160" y="2395"/>
                  <a:pt x="7499" y="1764"/>
                  <a:pt x="6711" y="1764"/>
                </a:cubicBezTo>
                <a:cubicBezTo>
                  <a:pt x="6617" y="1764"/>
                  <a:pt x="6491" y="1764"/>
                  <a:pt x="6365" y="1796"/>
                </a:cubicBezTo>
                <a:lnTo>
                  <a:pt x="6365" y="725"/>
                </a:lnTo>
                <a:close/>
                <a:moveTo>
                  <a:pt x="3183" y="4568"/>
                </a:moveTo>
                <a:cubicBezTo>
                  <a:pt x="3561" y="4568"/>
                  <a:pt x="3876" y="4883"/>
                  <a:pt x="3876" y="5293"/>
                </a:cubicBezTo>
                <a:cubicBezTo>
                  <a:pt x="3876" y="5451"/>
                  <a:pt x="3813" y="5640"/>
                  <a:pt x="3687" y="5766"/>
                </a:cubicBezTo>
                <a:cubicBezTo>
                  <a:pt x="3498" y="5986"/>
                  <a:pt x="3655" y="6333"/>
                  <a:pt x="3970" y="6333"/>
                </a:cubicBezTo>
                <a:lnTo>
                  <a:pt x="5608" y="6333"/>
                </a:lnTo>
                <a:lnTo>
                  <a:pt x="5608" y="7435"/>
                </a:lnTo>
                <a:cubicBezTo>
                  <a:pt x="5514" y="7404"/>
                  <a:pt x="5388" y="7404"/>
                  <a:pt x="5262" y="7404"/>
                </a:cubicBezTo>
                <a:cubicBezTo>
                  <a:pt x="4474" y="7404"/>
                  <a:pt x="3844" y="8034"/>
                  <a:pt x="3844" y="8822"/>
                </a:cubicBezTo>
                <a:cubicBezTo>
                  <a:pt x="3844" y="9609"/>
                  <a:pt x="4474" y="10239"/>
                  <a:pt x="5262" y="10239"/>
                </a:cubicBezTo>
                <a:cubicBezTo>
                  <a:pt x="5388" y="10239"/>
                  <a:pt x="5514" y="10239"/>
                  <a:pt x="5608" y="10208"/>
                </a:cubicBezTo>
                <a:lnTo>
                  <a:pt x="5608" y="11310"/>
                </a:lnTo>
                <a:lnTo>
                  <a:pt x="1009" y="11310"/>
                </a:lnTo>
                <a:cubicBezTo>
                  <a:pt x="851" y="11310"/>
                  <a:pt x="694" y="11153"/>
                  <a:pt x="694" y="10964"/>
                </a:cubicBezTo>
                <a:lnTo>
                  <a:pt x="694" y="6333"/>
                </a:lnTo>
                <a:lnTo>
                  <a:pt x="2395" y="6333"/>
                </a:lnTo>
                <a:cubicBezTo>
                  <a:pt x="2710" y="6333"/>
                  <a:pt x="2868" y="5986"/>
                  <a:pt x="2679" y="5766"/>
                </a:cubicBezTo>
                <a:cubicBezTo>
                  <a:pt x="2552" y="5640"/>
                  <a:pt x="2458" y="5482"/>
                  <a:pt x="2458" y="5293"/>
                </a:cubicBezTo>
                <a:cubicBezTo>
                  <a:pt x="2458" y="4883"/>
                  <a:pt x="2773" y="4568"/>
                  <a:pt x="3183" y="4568"/>
                </a:cubicBezTo>
                <a:close/>
                <a:moveTo>
                  <a:pt x="11311" y="6333"/>
                </a:moveTo>
                <a:lnTo>
                  <a:pt x="11311" y="10964"/>
                </a:lnTo>
                <a:cubicBezTo>
                  <a:pt x="11311" y="11153"/>
                  <a:pt x="11153" y="11310"/>
                  <a:pt x="10933" y="11310"/>
                </a:cubicBezTo>
                <a:lnTo>
                  <a:pt x="6333" y="11310"/>
                </a:lnTo>
                <a:lnTo>
                  <a:pt x="6333" y="9609"/>
                </a:lnTo>
                <a:cubicBezTo>
                  <a:pt x="6333" y="9388"/>
                  <a:pt x="6162" y="9244"/>
                  <a:pt x="5972" y="9244"/>
                </a:cubicBezTo>
                <a:cubicBezTo>
                  <a:pt x="5892" y="9244"/>
                  <a:pt x="5809" y="9270"/>
                  <a:pt x="5735" y="9326"/>
                </a:cubicBezTo>
                <a:cubicBezTo>
                  <a:pt x="5640" y="9452"/>
                  <a:pt x="5482" y="9546"/>
                  <a:pt x="5262" y="9546"/>
                </a:cubicBezTo>
                <a:cubicBezTo>
                  <a:pt x="4884" y="9546"/>
                  <a:pt x="4569" y="9231"/>
                  <a:pt x="4569" y="8822"/>
                </a:cubicBezTo>
                <a:cubicBezTo>
                  <a:pt x="4569" y="8443"/>
                  <a:pt x="4884" y="8097"/>
                  <a:pt x="5262" y="8097"/>
                </a:cubicBezTo>
                <a:cubicBezTo>
                  <a:pt x="5419" y="8097"/>
                  <a:pt x="5640" y="8191"/>
                  <a:pt x="5735" y="8317"/>
                </a:cubicBezTo>
                <a:cubicBezTo>
                  <a:pt x="5809" y="8374"/>
                  <a:pt x="5892" y="8399"/>
                  <a:pt x="5972" y="8399"/>
                </a:cubicBezTo>
                <a:cubicBezTo>
                  <a:pt x="6162" y="8399"/>
                  <a:pt x="6333" y="8255"/>
                  <a:pt x="6333" y="8034"/>
                </a:cubicBezTo>
                <a:lnTo>
                  <a:pt x="6333" y="6333"/>
                </a:lnTo>
                <a:lnTo>
                  <a:pt x="7436" y="6333"/>
                </a:lnTo>
                <a:cubicBezTo>
                  <a:pt x="7404" y="6459"/>
                  <a:pt x="7404" y="6585"/>
                  <a:pt x="7404" y="6711"/>
                </a:cubicBezTo>
                <a:cubicBezTo>
                  <a:pt x="7404" y="7498"/>
                  <a:pt x="8034" y="8097"/>
                  <a:pt x="8822" y="8097"/>
                </a:cubicBezTo>
                <a:cubicBezTo>
                  <a:pt x="9610" y="8097"/>
                  <a:pt x="10240" y="7498"/>
                  <a:pt x="10240" y="6711"/>
                </a:cubicBezTo>
                <a:cubicBezTo>
                  <a:pt x="10240" y="6585"/>
                  <a:pt x="10240" y="6459"/>
                  <a:pt x="10208" y="6333"/>
                </a:cubicBezTo>
                <a:close/>
                <a:moveTo>
                  <a:pt x="1040" y="0"/>
                </a:moveTo>
                <a:cubicBezTo>
                  <a:pt x="473" y="0"/>
                  <a:pt x="1" y="473"/>
                  <a:pt x="1" y="1071"/>
                </a:cubicBezTo>
                <a:lnTo>
                  <a:pt x="1" y="10964"/>
                </a:lnTo>
                <a:cubicBezTo>
                  <a:pt x="1" y="11531"/>
                  <a:pt x="473" y="12004"/>
                  <a:pt x="1040" y="12004"/>
                </a:cubicBezTo>
                <a:lnTo>
                  <a:pt x="10933" y="12004"/>
                </a:lnTo>
                <a:cubicBezTo>
                  <a:pt x="11531" y="12004"/>
                  <a:pt x="12004" y="11531"/>
                  <a:pt x="12004" y="10964"/>
                </a:cubicBezTo>
                <a:lnTo>
                  <a:pt x="12004" y="1071"/>
                </a:lnTo>
                <a:cubicBezTo>
                  <a:pt x="11972" y="473"/>
                  <a:pt x="11500" y="0"/>
                  <a:pt x="109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56" name="Google Shape;3256;p47"/>
          <p:cNvGrpSpPr/>
          <p:nvPr/>
        </p:nvGrpSpPr>
        <p:grpSpPr>
          <a:xfrm>
            <a:off x="2467163" y="1997111"/>
            <a:ext cx="277502" cy="277526"/>
            <a:chOff x="-49048250" y="2316775"/>
            <a:chExt cx="300100" cy="300125"/>
          </a:xfrm>
        </p:grpSpPr>
        <p:sp>
          <p:nvSpPr>
            <p:cNvPr id="3257" name="Google Shape;3257;p47"/>
            <p:cNvSpPr/>
            <p:nvPr/>
          </p:nvSpPr>
          <p:spPr>
            <a:xfrm>
              <a:off x="-49048250" y="2316775"/>
              <a:ext cx="300100" cy="300125"/>
            </a:xfrm>
            <a:custGeom>
              <a:rect b="b" l="l" r="r" t="t"/>
              <a:pathLst>
                <a:path extrusionOk="0" h="12005" w="12004">
                  <a:moveTo>
                    <a:pt x="10933" y="663"/>
                  </a:moveTo>
                  <a:cubicBezTo>
                    <a:pt x="11122" y="694"/>
                    <a:pt x="11311" y="852"/>
                    <a:pt x="11311" y="1009"/>
                  </a:cubicBezTo>
                  <a:lnTo>
                    <a:pt x="11311" y="1734"/>
                  </a:lnTo>
                  <a:lnTo>
                    <a:pt x="10366" y="1734"/>
                  </a:lnTo>
                  <a:lnTo>
                    <a:pt x="9106" y="663"/>
                  </a:lnTo>
                  <a:close/>
                  <a:moveTo>
                    <a:pt x="5136" y="694"/>
                  </a:moveTo>
                  <a:lnTo>
                    <a:pt x="6396" y="1765"/>
                  </a:lnTo>
                  <a:lnTo>
                    <a:pt x="4726" y="1765"/>
                  </a:lnTo>
                  <a:lnTo>
                    <a:pt x="3466" y="694"/>
                  </a:lnTo>
                  <a:close/>
                  <a:moveTo>
                    <a:pt x="7971" y="694"/>
                  </a:moveTo>
                  <a:lnTo>
                    <a:pt x="9232" y="1765"/>
                  </a:lnTo>
                  <a:lnTo>
                    <a:pt x="7562" y="1765"/>
                  </a:lnTo>
                  <a:lnTo>
                    <a:pt x="6302" y="694"/>
                  </a:lnTo>
                  <a:close/>
                  <a:moveTo>
                    <a:pt x="2363" y="663"/>
                  </a:moveTo>
                  <a:lnTo>
                    <a:pt x="4033" y="2080"/>
                  </a:lnTo>
                  <a:lnTo>
                    <a:pt x="2363" y="3498"/>
                  </a:lnTo>
                  <a:lnTo>
                    <a:pt x="694" y="3498"/>
                  </a:lnTo>
                  <a:lnTo>
                    <a:pt x="694" y="1009"/>
                  </a:lnTo>
                  <a:cubicBezTo>
                    <a:pt x="694" y="820"/>
                    <a:pt x="851" y="663"/>
                    <a:pt x="1040" y="663"/>
                  </a:cubicBezTo>
                  <a:close/>
                  <a:moveTo>
                    <a:pt x="6396" y="2427"/>
                  </a:moveTo>
                  <a:lnTo>
                    <a:pt x="5136" y="3498"/>
                  </a:lnTo>
                  <a:lnTo>
                    <a:pt x="3466" y="3498"/>
                  </a:lnTo>
                  <a:lnTo>
                    <a:pt x="4726" y="2427"/>
                  </a:lnTo>
                  <a:close/>
                  <a:moveTo>
                    <a:pt x="9200" y="2427"/>
                  </a:moveTo>
                  <a:lnTo>
                    <a:pt x="7940" y="3498"/>
                  </a:lnTo>
                  <a:lnTo>
                    <a:pt x="6239" y="3498"/>
                  </a:lnTo>
                  <a:lnTo>
                    <a:pt x="7499" y="2427"/>
                  </a:lnTo>
                  <a:close/>
                  <a:moveTo>
                    <a:pt x="11248" y="2427"/>
                  </a:moveTo>
                  <a:lnTo>
                    <a:pt x="11248" y="3498"/>
                  </a:lnTo>
                  <a:lnTo>
                    <a:pt x="9043" y="3498"/>
                  </a:lnTo>
                  <a:lnTo>
                    <a:pt x="10303" y="2427"/>
                  </a:lnTo>
                  <a:close/>
                  <a:moveTo>
                    <a:pt x="11311" y="4160"/>
                  </a:moveTo>
                  <a:lnTo>
                    <a:pt x="11311" y="10902"/>
                  </a:lnTo>
                  <a:cubicBezTo>
                    <a:pt x="11311" y="11091"/>
                    <a:pt x="11153" y="11248"/>
                    <a:pt x="10933" y="11248"/>
                  </a:cubicBezTo>
                  <a:lnTo>
                    <a:pt x="1072" y="11248"/>
                  </a:lnTo>
                  <a:cubicBezTo>
                    <a:pt x="851" y="11248"/>
                    <a:pt x="694" y="11091"/>
                    <a:pt x="694" y="10902"/>
                  </a:cubicBezTo>
                  <a:lnTo>
                    <a:pt x="694" y="4160"/>
                  </a:lnTo>
                  <a:close/>
                  <a:moveTo>
                    <a:pt x="1040" y="1"/>
                  </a:moveTo>
                  <a:cubicBezTo>
                    <a:pt x="473" y="1"/>
                    <a:pt x="1" y="474"/>
                    <a:pt x="1" y="1041"/>
                  </a:cubicBezTo>
                  <a:lnTo>
                    <a:pt x="1" y="10933"/>
                  </a:lnTo>
                  <a:cubicBezTo>
                    <a:pt x="1" y="11532"/>
                    <a:pt x="473" y="12004"/>
                    <a:pt x="1040" y="12004"/>
                  </a:cubicBezTo>
                  <a:lnTo>
                    <a:pt x="10933" y="12004"/>
                  </a:lnTo>
                  <a:cubicBezTo>
                    <a:pt x="11531" y="12004"/>
                    <a:pt x="12004" y="11532"/>
                    <a:pt x="12004" y="10933"/>
                  </a:cubicBezTo>
                  <a:lnTo>
                    <a:pt x="12004" y="3845"/>
                  </a:lnTo>
                  <a:lnTo>
                    <a:pt x="12004" y="1041"/>
                  </a:lnTo>
                  <a:cubicBezTo>
                    <a:pt x="11972" y="474"/>
                    <a:pt x="11500" y="1"/>
                    <a:pt x="1093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8" name="Google Shape;3258;p47"/>
            <p:cNvSpPr/>
            <p:nvPr/>
          </p:nvSpPr>
          <p:spPr>
            <a:xfrm>
              <a:off x="-49004150" y="2360100"/>
              <a:ext cx="17350" cy="17350"/>
            </a:xfrm>
            <a:custGeom>
              <a:rect b="b" l="l" r="r" t="t"/>
              <a:pathLst>
                <a:path extrusionOk="0" h="694" w="694">
                  <a:moveTo>
                    <a:pt x="347" y="1"/>
                  </a:moveTo>
                  <a:cubicBezTo>
                    <a:pt x="158" y="1"/>
                    <a:pt x="1" y="158"/>
                    <a:pt x="1" y="347"/>
                  </a:cubicBezTo>
                  <a:cubicBezTo>
                    <a:pt x="1" y="536"/>
                    <a:pt x="158" y="694"/>
                    <a:pt x="347" y="694"/>
                  </a:cubicBezTo>
                  <a:cubicBezTo>
                    <a:pt x="536" y="694"/>
                    <a:pt x="694" y="536"/>
                    <a:pt x="694" y="347"/>
                  </a:cubicBezTo>
                  <a:cubicBezTo>
                    <a:pt x="694"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9" name="Google Shape;3259;p47"/>
            <p:cNvSpPr/>
            <p:nvPr/>
          </p:nvSpPr>
          <p:spPr>
            <a:xfrm>
              <a:off x="-48925375" y="2465650"/>
              <a:ext cx="71700" cy="86650"/>
            </a:xfrm>
            <a:custGeom>
              <a:rect b="b" l="l" r="r" t="t"/>
              <a:pathLst>
                <a:path extrusionOk="0" h="3466" w="2868">
                  <a:moveTo>
                    <a:pt x="693" y="1040"/>
                  </a:moveTo>
                  <a:lnTo>
                    <a:pt x="1859" y="1796"/>
                  </a:lnTo>
                  <a:lnTo>
                    <a:pt x="693" y="2552"/>
                  </a:lnTo>
                  <a:lnTo>
                    <a:pt x="693" y="1040"/>
                  </a:lnTo>
                  <a:close/>
                  <a:moveTo>
                    <a:pt x="343" y="1"/>
                  </a:moveTo>
                  <a:cubicBezTo>
                    <a:pt x="167" y="1"/>
                    <a:pt x="0" y="141"/>
                    <a:pt x="0" y="347"/>
                  </a:cubicBezTo>
                  <a:lnTo>
                    <a:pt x="0" y="3151"/>
                  </a:lnTo>
                  <a:cubicBezTo>
                    <a:pt x="0" y="3333"/>
                    <a:pt x="165" y="3466"/>
                    <a:pt x="340" y="3466"/>
                  </a:cubicBezTo>
                  <a:cubicBezTo>
                    <a:pt x="407" y="3466"/>
                    <a:pt x="475" y="3446"/>
                    <a:pt x="536" y="3403"/>
                  </a:cubicBezTo>
                  <a:lnTo>
                    <a:pt x="2678" y="1985"/>
                  </a:lnTo>
                  <a:cubicBezTo>
                    <a:pt x="2867" y="1922"/>
                    <a:pt x="2867" y="1639"/>
                    <a:pt x="2678" y="1481"/>
                  </a:cubicBezTo>
                  <a:lnTo>
                    <a:pt x="536" y="63"/>
                  </a:lnTo>
                  <a:cubicBezTo>
                    <a:pt x="476" y="20"/>
                    <a:pt x="409" y="1"/>
                    <a:pt x="34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0" name="Google Shape;3260;p47"/>
            <p:cNvSpPr/>
            <p:nvPr/>
          </p:nvSpPr>
          <p:spPr>
            <a:xfrm>
              <a:off x="-48977350" y="2431000"/>
              <a:ext cx="157525" cy="157550"/>
            </a:xfrm>
            <a:custGeom>
              <a:rect b="b" l="l" r="r" t="t"/>
              <a:pathLst>
                <a:path extrusionOk="0" h="6302" w="6301">
                  <a:moveTo>
                    <a:pt x="3151" y="756"/>
                  </a:moveTo>
                  <a:cubicBezTo>
                    <a:pt x="4474" y="756"/>
                    <a:pt x="5576" y="1859"/>
                    <a:pt x="5576" y="3182"/>
                  </a:cubicBezTo>
                  <a:cubicBezTo>
                    <a:pt x="5608" y="4537"/>
                    <a:pt x="4537" y="5640"/>
                    <a:pt x="3151" y="5640"/>
                  </a:cubicBezTo>
                  <a:cubicBezTo>
                    <a:pt x="1796" y="5640"/>
                    <a:pt x="693" y="4537"/>
                    <a:pt x="693" y="3182"/>
                  </a:cubicBezTo>
                  <a:cubicBezTo>
                    <a:pt x="693" y="1859"/>
                    <a:pt x="1796" y="756"/>
                    <a:pt x="3151" y="756"/>
                  </a:cubicBezTo>
                  <a:close/>
                  <a:moveTo>
                    <a:pt x="3151" y="0"/>
                  </a:moveTo>
                  <a:cubicBezTo>
                    <a:pt x="1418" y="0"/>
                    <a:pt x="0" y="1418"/>
                    <a:pt x="0" y="3151"/>
                  </a:cubicBezTo>
                  <a:cubicBezTo>
                    <a:pt x="0" y="4883"/>
                    <a:pt x="1418" y="6301"/>
                    <a:pt x="3151" y="6301"/>
                  </a:cubicBezTo>
                  <a:cubicBezTo>
                    <a:pt x="4883" y="6301"/>
                    <a:pt x="6301" y="4883"/>
                    <a:pt x="6301" y="3151"/>
                  </a:cubicBezTo>
                  <a:cubicBezTo>
                    <a:pt x="6301" y="1418"/>
                    <a:pt x="4915" y="0"/>
                    <a:pt x="315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61" name="Google Shape;3261;p47"/>
          <p:cNvSpPr/>
          <p:nvPr/>
        </p:nvSpPr>
        <p:spPr>
          <a:xfrm>
            <a:off x="2466077" y="2434820"/>
            <a:ext cx="279676" cy="277248"/>
          </a:xfrm>
          <a:custGeom>
            <a:rect b="b" l="l" r="r" t="t"/>
            <a:pathLst>
              <a:path extrusionOk="0" h="11993" w="12098">
                <a:moveTo>
                  <a:pt x="9042" y="4337"/>
                </a:moveTo>
                <a:lnTo>
                  <a:pt x="10208" y="4935"/>
                </a:lnTo>
                <a:lnTo>
                  <a:pt x="8695" y="4935"/>
                </a:lnTo>
                <a:lnTo>
                  <a:pt x="9042" y="4337"/>
                </a:lnTo>
                <a:close/>
                <a:moveTo>
                  <a:pt x="5167" y="1753"/>
                </a:moveTo>
                <a:lnTo>
                  <a:pt x="7593" y="5534"/>
                </a:lnTo>
                <a:lnTo>
                  <a:pt x="7026" y="6574"/>
                </a:lnTo>
                <a:lnTo>
                  <a:pt x="5356" y="4022"/>
                </a:lnTo>
                <a:lnTo>
                  <a:pt x="5167" y="1753"/>
                </a:lnTo>
                <a:close/>
                <a:moveTo>
                  <a:pt x="9105" y="5629"/>
                </a:moveTo>
                <a:lnTo>
                  <a:pt x="8664" y="9189"/>
                </a:lnTo>
                <a:lnTo>
                  <a:pt x="7435" y="7298"/>
                </a:lnTo>
                <a:cubicBezTo>
                  <a:pt x="7593" y="7015"/>
                  <a:pt x="8223" y="5849"/>
                  <a:pt x="8349" y="5629"/>
                </a:cubicBezTo>
                <a:close/>
                <a:moveTo>
                  <a:pt x="3088" y="1753"/>
                </a:moveTo>
                <a:lnTo>
                  <a:pt x="8034" y="9504"/>
                </a:lnTo>
                <a:lnTo>
                  <a:pt x="3623" y="7834"/>
                </a:lnTo>
                <a:lnTo>
                  <a:pt x="3088" y="1753"/>
                </a:lnTo>
                <a:close/>
                <a:moveTo>
                  <a:pt x="1355" y="9378"/>
                </a:moveTo>
                <a:lnTo>
                  <a:pt x="4096" y="10134"/>
                </a:lnTo>
                <a:lnTo>
                  <a:pt x="4757" y="11268"/>
                </a:lnTo>
                <a:lnTo>
                  <a:pt x="2773" y="11268"/>
                </a:lnTo>
                <a:lnTo>
                  <a:pt x="1355" y="9378"/>
                </a:lnTo>
                <a:close/>
                <a:moveTo>
                  <a:pt x="4064" y="8748"/>
                </a:moveTo>
                <a:lnTo>
                  <a:pt x="8380" y="10354"/>
                </a:lnTo>
                <a:lnTo>
                  <a:pt x="7971" y="11268"/>
                </a:lnTo>
                <a:lnTo>
                  <a:pt x="5545" y="11268"/>
                </a:lnTo>
                <a:cubicBezTo>
                  <a:pt x="5387" y="10984"/>
                  <a:pt x="4253" y="9063"/>
                  <a:pt x="4064" y="8748"/>
                </a:cubicBezTo>
                <a:close/>
                <a:moveTo>
                  <a:pt x="2485" y="1"/>
                </a:moveTo>
                <a:cubicBezTo>
                  <a:pt x="2453" y="1"/>
                  <a:pt x="2422" y="7"/>
                  <a:pt x="2394" y="21"/>
                </a:cubicBezTo>
                <a:cubicBezTo>
                  <a:pt x="2237" y="52"/>
                  <a:pt x="2174" y="210"/>
                  <a:pt x="2174" y="367"/>
                </a:cubicBezTo>
                <a:cubicBezTo>
                  <a:pt x="2930" y="8527"/>
                  <a:pt x="2836" y="8117"/>
                  <a:pt x="2930" y="8243"/>
                </a:cubicBezTo>
                <a:lnTo>
                  <a:pt x="3497" y="9252"/>
                </a:lnTo>
                <a:lnTo>
                  <a:pt x="473" y="8432"/>
                </a:lnTo>
                <a:cubicBezTo>
                  <a:pt x="437" y="8425"/>
                  <a:pt x="402" y="8422"/>
                  <a:pt x="368" y="8422"/>
                </a:cubicBezTo>
                <a:cubicBezTo>
                  <a:pt x="249" y="8422"/>
                  <a:pt x="143" y="8468"/>
                  <a:pt x="95" y="8590"/>
                </a:cubicBezTo>
                <a:cubicBezTo>
                  <a:pt x="0" y="8716"/>
                  <a:pt x="0" y="8874"/>
                  <a:pt x="95" y="9000"/>
                </a:cubicBezTo>
                <a:lnTo>
                  <a:pt x="2205" y="11835"/>
                </a:lnTo>
                <a:cubicBezTo>
                  <a:pt x="2300" y="11898"/>
                  <a:pt x="2363" y="11993"/>
                  <a:pt x="2489" y="11993"/>
                </a:cubicBezTo>
                <a:lnTo>
                  <a:pt x="8128" y="11993"/>
                </a:lnTo>
                <a:cubicBezTo>
                  <a:pt x="8223" y="11993"/>
                  <a:pt x="8380" y="11898"/>
                  <a:pt x="8443" y="11772"/>
                </a:cubicBezTo>
                <a:lnTo>
                  <a:pt x="9137" y="10354"/>
                </a:lnTo>
                <a:cubicBezTo>
                  <a:pt x="9137" y="10323"/>
                  <a:pt x="9168" y="10291"/>
                  <a:pt x="9168" y="10260"/>
                </a:cubicBezTo>
                <a:lnTo>
                  <a:pt x="9735" y="5629"/>
                </a:lnTo>
                <a:lnTo>
                  <a:pt x="11657" y="5629"/>
                </a:lnTo>
                <a:cubicBezTo>
                  <a:pt x="11814" y="5629"/>
                  <a:pt x="11972" y="5534"/>
                  <a:pt x="12003" y="5377"/>
                </a:cubicBezTo>
                <a:cubicBezTo>
                  <a:pt x="12098" y="5219"/>
                  <a:pt x="12003" y="4998"/>
                  <a:pt x="11846" y="4967"/>
                </a:cubicBezTo>
                <a:lnTo>
                  <a:pt x="9042" y="3549"/>
                </a:lnTo>
                <a:cubicBezTo>
                  <a:pt x="9001" y="3533"/>
                  <a:pt x="8954" y="3525"/>
                  <a:pt x="8906" y="3525"/>
                </a:cubicBezTo>
                <a:cubicBezTo>
                  <a:pt x="8767" y="3525"/>
                  <a:pt x="8616" y="3590"/>
                  <a:pt x="8569" y="3707"/>
                </a:cubicBezTo>
                <a:lnTo>
                  <a:pt x="7908" y="4841"/>
                </a:lnTo>
                <a:lnTo>
                  <a:pt x="4915" y="178"/>
                </a:lnTo>
                <a:cubicBezTo>
                  <a:pt x="4866" y="80"/>
                  <a:pt x="4740" y="1"/>
                  <a:pt x="4627" y="1"/>
                </a:cubicBezTo>
                <a:cubicBezTo>
                  <a:pt x="4595" y="1"/>
                  <a:pt x="4564" y="7"/>
                  <a:pt x="4537" y="21"/>
                </a:cubicBezTo>
                <a:cubicBezTo>
                  <a:pt x="4411" y="52"/>
                  <a:pt x="4285" y="210"/>
                  <a:pt x="4285" y="367"/>
                </a:cubicBezTo>
                <a:lnTo>
                  <a:pt x="4505" y="2762"/>
                </a:lnTo>
                <a:lnTo>
                  <a:pt x="2804" y="178"/>
                </a:lnTo>
                <a:cubicBezTo>
                  <a:pt x="2730" y="80"/>
                  <a:pt x="2599" y="1"/>
                  <a:pt x="248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62" name="Google Shape;3262;p47"/>
          <p:cNvGrpSpPr/>
          <p:nvPr/>
        </p:nvGrpSpPr>
        <p:grpSpPr>
          <a:xfrm>
            <a:off x="1151331" y="2874047"/>
            <a:ext cx="278982" cy="277502"/>
            <a:chOff x="-47160325" y="1974175"/>
            <a:chExt cx="301700" cy="300100"/>
          </a:xfrm>
        </p:grpSpPr>
        <p:sp>
          <p:nvSpPr>
            <p:cNvPr id="3263" name="Google Shape;3263;p47"/>
            <p:cNvSpPr/>
            <p:nvPr/>
          </p:nvSpPr>
          <p:spPr>
            <a:xfrm>
              <a:off x="-47160325" y="1974175"/>
              <a:ext cx="301700" cy="300100"/>
            </a:xfrm>
            <a:custGeom>
              <a:rect b="b" l="l" r="r" t="t"/>
              <a:pathLst>
                <a:path extrusionOk="0" h="12004" w="12068">
                  <a:moveTo>
                    <a:pt x="8539" y="1166"/>
                  </a:moveTo>
                  <a:lnTo>
                    <a:pt x="9452" y="2080"/>
                  </a:lnTo>
                  <a:lnTo>
                    <a:pt x="8539" y="2080"/>
                  </a:lnTo>
                  <a:lnTo>
                    <a:pt x="8539" y="1166"/>
                  </a:lnTo>
                  <a:close/>
                  <a:moveTo>
                    <a:pt x="7846" y="693"/>
                  </a:moveTo>
                  <a:lnTo>
                    <a:pt x="7846" y="2489"/>
                  </a:lnTo>
                  <a:cubicBezTo>
                    <a:pt x="7846" y="2678"/>
                    <a:pt x="8003" y="2836"/>
                    <a:pt x="8192" y="2836"/>
                  </a:cubicBezTo>
                  <a:lnTo>
                    <a:pt x="9957" y="2836"/>
                  </a:lnTo>
                  <a:lnTo>
                    <a:pt x="9957" y="4254"/>
                  </a:lnTo>
                  <a:lnTo>
                    <a:pt x="4916" y="4254"/>
                  </a:lnTo>
                  <a:lnTo>
                    <a:pt x="4538" y="3434"/>
                  </a:lnTo>
                  <a:cubicBezTo>
                    <a:pt x="4349" y="3056"/>
                    <a:pt x="3971" y="2836"/>
                    <a:pt x="3593" y="2836"/>
                  </a:cubicBezTo>
                  <a:lnTo>
                    <a:pt x="2206" y="2836"/>
                  </a:lnTo>
                  <a:lnTo>
                    <a:pt x="2206" y="693"/>
                  </a:lnTo>
                  <a:close/>
                  <a:moveTo>
                    <a:pt x="3561" y="3529"/>
                  </a:moveTo>
                  <a:cubicBezTo>
                    <a:pt x="3656" y="3529"/>
                    <a:pt x="3782" y="3623"/>
                    <a:pt x="3876" y="3718"/>
                  </a:cubicBezTo>
                  <a:lnTo>
                    <a:pt x="4380" y="4758"/>
                  </a:lnTo>
                  <a:cubicBezTo>
                    <a:pt x="4443" y="4884"/>
                    <a:pt x="4569" y="4947"/>
                    <a:pt x="4695" y="4947"/>
                  </a:cubicBezTo>
                  <a:lnTo>
                    <a:pt x="11028" y="4947"/>
                  </a:lnTo>
                  <a:cubicBezTo>
                    <a:pt x="11248" y="4947"/>
                    <a:pt x="11406" y="5104"/>
                    <a:pt x="11406" y="5293"/>
                  </a:cubicBezTo>
                  <a:lnTo>
                    <a:pt x="11406" y="10933"/>
                  </a:lnTo>
                  <a:lnTo>
                    <a:pt x="11343" y="10933"/>
                  </a:lnTo>
                  <a:cubicBezTo>
                    <a:pt x="11343" y="11153"/>
                    <a:pt x="11185" y="11311"/>
                    <a:pt x="10996" y="11311"/>
                  </a:cubicBezTo>
                  <a:lnTo>
                    <a:pt x="1104" y="11311"/>
                  </a:lnTo>
                  <a:cubicBezTo>
                    <a:pt x="915" y="11311"/>
                    <a:pt x="757" y="11153"/>
                    <a:pt x="757" y="10933"/>
                  </a:cubicBezTo>
                  <a:lnTo>
                    <a:pt x="757" y="3875"/>
                  </a:lnTo>
                  <a:cubicBezTo>
                    <a:pt x="757" y="3686"/>
                    <a:pt x="915" y="3529"/>
                    <a:pt x="1104" y="3529"/>
                  </a:cubicBezTo>
                  <a:close/>
                  <a:moveTo>
                    <a:pt x="1797" y="0"/>
                  </a:moveTo>
                  <a:cubicBezTo>
                    <a:pt x="1576" y="0"/>
                    <a:pt x="1419" y="158"/>
                    <a:pt x="1419" y="347"/>
                  </a:cubicBezTo>
                  <a:lnTo>
                    <a:pt x="1419" y="2836"/>
                  </a:lnTo>
                  <a:lnTo>
                    <a:pt x="1072" y="2836"/>
                  </a:lnTo>
                  <a:cubicBezTo>
                    <a:pt x="474" y="2836"/>
                    <a:pt x="1" y="3308"/>
                    <a:pt x="1" y="3907"/>
                  </a:cubicBezTo>
                  <a:lnTo>
                    <a:pt x="1" y="10933"/>
                  </a:lnTo>
                  <a:cubicBezTo>
                    <a:pt x="1" y="11531"/>
                    <a:pt x="474" y="12004"/>
                    <a:pt x="1072" y="12004"/>
                  </a:cubicBezTo>
                  <a:lnTo>
                    <a:pt x="10965" y="12004"/>
                  </a:lnTo>
                  <a:cubicBezTo>
                    <a:pt x="11563" y="12004"/>
                    <a:pt x="12036" y="11531"/>
                    <a:pt x="12036" y="10933"/>
                  </a:cubicBezTo>
                  <a:lnTo>
                    <a:pt x="12036" y="5325"/>
                  </a:lnTo>
                  <a:cubicBezTo>
                    <a:pt x="12067" y="4726"/>
                    <a:pt x="11595" y="4254"/>
                    <a:pt x="10996" y="4254"/>
                  </a:cubicBezTo>
                  <a:lnTo>
                    <a:pt x="10650" y="4254"/>
                  </a:lnTo>
                  <a:lnTo>
                    <a:pt x="10650" y="2489"/>
                  </a:lnTo>
                  <a:cubicBezTo>
                    <a:pt x="10650" y="2395"/>
                    <a:pt x="10618" y="2269"/>
                    <a:pt x="10524" y="2237"/>
                  </a:cubicBezTo>
                  <a:lnTo>
                    <a:pt x="8413" y="126"/>
                  </a:lnTo>
                  <a:cubicBezTo>
                    <a:pt x="8318" y="32"/>
                    <a:pt x="8255" y="0"/>
                    <a:pt x="816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4" name="Google Shape;3264;p47"/>
            <p:cNvSpPr/>
            <p:nvPr/>
          </p:nvSpPr>
          <p:spPr>
            <a:xfrm>
              <a:off x="-47070525" y="2115150"/>
              <a:ext cx="123675" cy="123675"/>
            </a:xfrm>
            <a:custGeom>
              <a:rect b="b" l="l" r="r" t="t"/>
              <a:pathLst>
                <a:path extrusionOk="0" h="4947" w="4947">
                  <a:moveTo>
                    <a:pt x="1796" y="694"/>
                  </a:moveTo>
                  <a:cubicBezTo>
                    <a:pt x="2269" y="694"/>
                    <a:pt x="2678" y="977"/>
                    <a:pt x="2804" y="1418"/>
                  </a:cubicBezTo>
                  <a:lnTo>
                    <a:pt x="1796" y="1418"/>
                  </a:lnTo>
                  <a:cubicBezTo>
                    <a:pt x="1607" y="1418"/>
                    <a:pt x="1450" y="1576"/>
                    <a:pt x="1450" y="1765"/>
                  </a:cubicBezTo>
                  <a:lnTo>
                    <a:pt x="1450" y="2742"/>
                  </a:lnTo>
                  <a:cubicBezTo>
                    <a:pt x="1009" y="2584"/>
                    <a:pt x="757" y="2175"/>
                    <a:pt x="757" y="1765"/>
                  </a:cubicBezTo>
                  <a:cubicBezTo>
                    <a:pt x="757" y="1166"/>
                    <a:pt x="1229" y="694"/>
                    <a:pt x="1796" y="694"/>
                  </a:cubicBezTo>
                  <a:close/>
                  <a:moveTo>
                    <a:pt x="2804" y="2112"/>
                  </a:moveTo>
                  <a:cubicBezTo>
                    <a:pt x="2678" y="2427"/>
                    <a:pt x="2426" y="2679"/>
                    <a:pt x="2174" y="2742"/>
                  </a:cubicBezTo>
                  <a:lnTo>
                    <a:pt x="2174" y="2112"/>
                  </a:lnTo>
                  <a:close/>
                  <a:moveTo>
                    <a:pt x="4254" y="2080"/>
                  </a:moveTo>
                  <a:lnTo>
                    <a:pt x="4254" y="4191"/>
                  </a:lnTo>
                  <a:lnTo>
                    <a:pt x="2143" y="4191"/>
                  </a:lnTo>
                  <a:lnTo>
                    <a:pt x="2143" y="3466"/>
                  </a:lnTo>
                  <a:cubicBezTo>
                    <a:pt x="2804" y="3309"/>
                    <a:pt x="3340" y="2773"/>
                    <a:pt x="3498" y="2080"/>
                  </a:cubicBezTo>
                  <a:close/>
                  <a:moveTo>
                    <a:pt x="1765" y="1"/>
                  </a:moveTo>
                  <a:cubicBezTo>
                    <a:pt x="788" y="1"/>
                    <a:pt x="1" y="788"/>
                    <a:pt x="1" y="1765"/>
                  </a:cubicBezTo>
                  <a:cubicBezTo>
                    <a:pt x="1" y="2616"/>
                    <a:pt x="599" y="3340"/>
                    <a:pt x="1418" y="3498"/>
                  </a:cubicBezTo>
                  <a:lnTo>
                    <a:pt x="1418" y="4600"/>
                  </a:lnTo>
                  <a:cubicBezTo>
                    <a:pt x="1418" y="4789"/>
                    <a:pt x="1576" y="4947"/>
                    <a:pt x="1765" y="4947"/>
                  </a:cubicBezTo>
                  <a:lnTo>
                    <a:pt x="4569" y="4947"/>
                  </a:lnTo>
                  <a:cubicBezTo>
                    <a:pt x="4758" y="4947"/>
                    <a:pt x="4915" y="4789"/>
                    <a:pt x="4915" y="4600"/>
                  </a:cubicBezTo>
                  <a:lnTo>
                    <a:pt x="4915" y="1797"/>
                  </a:lnTo>
                  <a:cubicBezTo>
                    <a:pt x="4947" y="1576"/>
                    <a:pt x="4789" y="1387"/>
                    <a:pt x="4600" y="1387"/>
                  </a:cubicBezTo>
                  <a:lnTo>
                    <a:pt x="3498" y="1387"/>
                  </a:lnTo>
                  <a:cubicBezTo>
                    <a:pt x="3340" y="599"/>
                    <a:pt x="2647" y="1"/>
                    <a:pt x="176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65" name="Google Shape;3265;p47"/>
          <p:cNvGrpSpPr/>
          <p:nvPr/>
        </p:nvGrpSpPr>
        <p:grpSpPr>
          <a:xfrm>
            <a:off x="1151701" y="3303951"/>
            <a:ext cx="278242" cy="278219"/>
            <a:chOff x="-47159525" y="2342000"/>
            <a:chExt cx="300900" cy="300875"/>
          </a:xfrm>
        </p:grpSpPr>
        <p:sp>
          <p:nvSpPr>
            <p:cNvPr id="3266" name="Google Shape;3266;p47"/>
            <p:cNvSpPr/>
            <p:nvPr/>
          </p:nvSpPr>
          <p:spPr>
            <a:xfrm>
              <a:off x="-47122500" y="2376650"/>
              <a:ext cx="123675" cy="125250"/>
            </a:xfrm>
            <a:custGeom>
              <a:rect b="b" l="l" r="r" t="t"/>
              <a:pathLst>
                <a:path extrusionOk="0" h="5010" w="4947">
                  <a:moveTo>
                    <a:pt x="1765" y="756"/>
                  </a:moveTo>
                  <a:cubicBezTo>
                    <a:pt x="2237" y="756"/>
                    <a:pt x="2615" y="1008"/>
                    <a:pt x="2741" y="1450"/>
                  </a:cubicBezTo>
                  <a:lnTo>
                    <a:pt x="1765" y="1450"/>
                  </a:lnTo>
                  <a:cubicBezTo>
                    <a:pt x="1575" y="1450"/>
                    <a:pt x="1418" y="1607"/>
                    <a:pt x="1418" y="1828"/>
                  </a:cubicBezTo>
                  <a:lnTo>
                    <a:pt x="1418" y="2804"/>
                  </a:lnTo>
                  <a:cubicBezTo>
                    <a:pt x="1008" y="2647"/>
                    <a:pt x="693" y="2237"/>
                    <a:pt x="693" y="1828"/>
                  </a:cubicBezTo>
                  <a:cubicBezTo>
                    <a:pt x="693" y="1229"/>
                    <a:pt x="1166" y="756"/>
                    <a:pt x="1765" y="756"/>
                  </a:cubicBezTo>
                  <a:close/>
                  <a:moveTo>
                    <a:pt x="2741" y="2174"/>
                  </a:moveTo>
                  <a:cubicBezTo>
                    <a:pt x="2615" y="2458"/>
                    <a:pt x="2395" y="2678"/>
                    <a:pt x="2111" y="2804"/>
                  </a:cubicBezTo>
                  <a:lnTo>
                    <a:pt x="2111" y="2174"/>
                  </a:lnTo>
                  <a:close/>
                  <a:moveTo>
                    <a:pt x="4253" y="2143"/>
                  </a:moveTo>
                  <a:lnTo>
                    <a:pt x="4253" y="4285"/>
                  </a:lnTo>
                  <a:lnTo>
                    <a:pt x="2111" y="4285"/>
                  </a:lnTo>
                  <a:lnTo>
                    <a:pt x="2111" y="3497"/>
                  </a:lnTo>
                  <a:cubicBezTo>
                    <a:pt x="2804" y="3340"/>
                    <a:pt x="3340" y="2836"/>
                    <a:pt x="3497" y="2143"/>
                  </a:cubicBezTo>
                  <a:close/>
                  <a:moveTo>
                    <a:pt x="1765" y="0"/>
                  </a:moveTo>
                  <a:cubicBezTo>
                    <a:pt x="788" y="0"/>
                    <a:pt x="0" y="788"/>
                    <a:pt x="0" y="1765"/>
                  </a:cubicBezTo>
                  <a:cubicBezTo>
                    <a:pt x="0" y="2647"/>
                    <a:pt x="567" y="3340"/>
                    <a:pt x="1418" y="3497"/>
                  </a:cubicBezTo>
                  <a:lnTo>
                    <a:pt x="1418" y="4663"/>
                  </a:lnTo>
                  <a:cubicBezTo>
                    <a:pt x="1418" y="4852"/>
                    <a:pt x="1575" y="5010"/>
                    <a:pt x="1765" y="5010"/>
                  </a:cubicBezTo>
                  <a:lnTo>
                    <a:pt x="4600" y="5010"/>
                  </a:lnTo>
                  <a:cubicBezTo>
                    <a:pt x="4789" y="5010"/>
                    <a:pt x="4947" y="4852"/>
                    <a:pt x="4947" y="4663"/>
                  </a:cubicBezTo>
                  <a:lnTo>
                    <a:pt x="4947" y="1765"/>
                  </a:lnTo>
                  <a:cubicBezTo>
                    <a:pt x="4947" y="1576"/>
                    <a:pt x="4789" y="1418"/>
                    <a:pt x="4600" y="1418"/>
                  </a:cubicBezTo>
                  <a:lnTo>
                    <a:pt x="3497" y="1418"/>
                  </a:lnTo>
                  <a:cubicBezTo>
                    <a:pt x="3340" y="630"/>
                    <a:pt x="2615" y="0"/>
                    <a:pt x="176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7" name="Google Shape;3267;p47"/>
            <p:cNvSpPr/>
            <p:nvPr/>
          </p:nvSpPr>
          <p:spPr>
            <a:xfrm>
              <a:off x="-47159525" y="2342000"/>
              <a:ext cx="300900" cy="300875"/>
            </a:xfrm>
            <a:custGeom>
              <a:rect b="b" l="l" r="r" t="t"/>
              <a:pathLst>
                <a:path extrusionOk="0" h="12035" w="12036">
                  <a:moveTo>
                    <a:pt x="7089" y="1229"/>
                  </a:moveTo>
                  <a:lnTo>
                    <a:pt x="8003" y="2142"/>
                  </a:lnTo>
                  <a:lnTo>
                    <a:pt x="7089" y="2142"/>
                  </a:lnTo>
                  <a:lnTo>
                    <a:pt x="7089" y="1229"/>
                  </a:lnTo>
                  <a:close/>
                  <a:moveTo>
                    <a:pt x="8538" y="6396"/>
                  </a:moveTo>
                  <a:lnTo>
                    <a:pt x="8538" y="6711"/>
                  </a:lnTo>
                  <a:cubicBezTo>
                    <a:pt x="8538" y="6900"/>
                    <a:pt x="8664" y="7057"/>
                    <a:pt x="8885" y="7057"/>
                  </a:cubicBezTo>
                  <a:cubicBezTo>
                    <a:pt x="9074" y="7057"/>
                    <a:pt x="9231" y="6900"/>
                    <a:pt x="9231" y="6711"/>
                  </a:cubicBezTo>
                  <a:lnTo>
                    <a:pt x="9231" y="6427"/>
                  </a:lnTo>
                  <a:cubicBezTo>
                    <a:pt x="10303" y="6585"/>
                    <a:pt x="11153" y="7467"/>
                    <a:pt x="11311" y="8506"/>
                  </a:cubicBezTo>
                  <a:lnTo>
                    <a:pt x="10996" y="8506"/>
                  </a:lnTo>
                  <a:cubicBezTo>
                    <a:pt x="10807" y="8506"/>
                    <a:pt x="10649" y="8664"/>
                    <a:pt x="10649" y="8884"/>
                  </a:cubicBezTo>
                  <a:cubicBezTo>
                    <a:pt x="10649" y="9073"/>
                    <a:pt x="10807" y="9231"/>
                    <a:pt x="10996" y="9231"/>
                  </a:cubicBezTo>
                  <a:lnTo>
                    <a:pt x="11311" y="9231"/>
                  </a:lnTo>
                  <a:cubicBezTo>
                    <a:pt x="11153" y="10302"/>
                    <a:pt x="10303" y="11121"/>
                    <a:pt x="9231" y="11279"/>
                  </a:cubicBezTo>
                  <a:lnTo>
                    <a:pt x="9231" y="10964"/>
                  </a:lnTo>
                  <a:cubicBezTo>
                    <a:pt x="9231" y="10775"/>
                    <a:pt x="9074" y="10617"/>
                    <a:pt x="8885" y="10617"/>
                  </a:cubicBezTo>
                  <a:cubicBezTo>
                    <a:pt x="8664" y="10617"/>
                    <a:pt x="8538" y="10775"/>
                    <a:pt x="8538" y="10964"/>
                  </a:cubicBezTo>
                  <a:lnTo>
                    <a:pt x="8538" y="11279"/>
                  </a:lnTo>
                  <a:cubicBezTo>
                    <a:pt x="7467" y="11121"/>
                    <a:pt x="6585" y="10239"/>
                    <a:pt x="6428" y="9200"/>
                  </a:cubicBezTo>
                  <a:lnTo>
                    <a:pt x="6743" y="9200"/>
                  </a:lnTo>
                  <a:cubicBezTo>
                    <a:pt x="6963" y="9200"/>
                    <a:pt x="7089" y="9042"/>
                    <a:pt x="7089" y="8821"/>
                  </a:cubicBezTo>
                  <a:cubicBezTo>
                    <a:pt x="7089" y="8632"/>
                    <a:pt x="6963" y="8475"/>
                    <a:pt x="6743" y="8475"/>
                  </a:cubicBezTo>
                  <a:lnTo>
                    <a:pt x="6428" y="8475"/>
                  </a:lnTo>
                  <a:cubicBezTo>
                    <a:pt x="6585" y="7404"/>
                    <a:pt x="7467" y="6553"/>
                    <a:pt x="8538" y="6396"/>
                  </a:cubicBezTo>
                  <a:close/>
                  <a:moveTo>
                    <a:pt x="6428" y="725"/>
                  </a:moveTo>
                  <a:lnTo>
                    <a:pt x="6428" y="2489"/>
                  </a:lnTo>
                  <a:cubicBezTo>
                    <a:pt x="6428" y="2678"/>
                    <a:pt x="6585" y="2836"/>
                    <a:pt x="6774" y="2836"/>
                  </a:cubicBezTo>
                  <a:lnTo>
                    <a:pt x="8570" y="2836"/>
                  </a:lnTo>
                  <a:lnTo>
                    <a:pt x="8570" y="5734"/>
                  </a:lnTo>
                  <a:cubicBezTo>
                    <a:pt x="6995" y="5892"/>
                    <a:pt x="5766" y="7246"/>
                    <a:pt x="5766" y="8884"/>
                  </a:cubicBezTo>
                  <a:cubicBezTo>
                    <a:pt x="5766" y="9861"/>
                    <a:pt x="6238" y="10775"/>
                    <a:pt x="6932" y="11310"/>
                  </a:cubicBezTo>
                  <a:lnTo>
                    <a:pt x="757" y="11310"/>
                  </a:lnTo>
                  <a:lnTo>
                    <a:pt x="757" y="725"/>
                  </a:lnTo>
                  <a:close/>
                  <a:moveTo>
                    <a:pt x="379" y="0"/>
                  </a:moveTo>
                  <a:cubicBezTo>
                    <a:pt x="158" y="0"/>
                    <a:pt x="0" y="158"/>
                    <a:pt x="0" y="378"/>
                  </a:cubicBezTo>
                  <a:lnTo>
                    <a:pt x="0" y="11657"/>
                  </a:lnTo>
                  <a:cubicBezTo>
                    <a:pt x="0" y="11877"/>
                    <a:pt x="158" y="12035"/>
                    <a:pt x="379" y="12035"/>
                  </a:cubicBezTo>
                  <a:lnTo>
                    <a:pt x="8822" y="12035"/>
                  </a:lnTo>
                  <a:cubicBezTo>
                    <a:pt x="10555" y="12035"/>
                    <a:pt x="11972" y="10617"/>
                    <a:pt x="11972" y="8884"/>
                  </a:cubicBezTo>
                  <a:cubicBezTo>
                    <a:pt x="12035" y="7215"/>
                    <a:pt x="10807" y="5892"/>
                    <a:pt x="9231" y="5734"/>
                  </a:cubicBezTo>
                  <a:lnTo>
                    <a:pt x="9231" y="2489"/>
                  </a:lnTo>
                  <a:cubicBezTo>
                    <a:pt x="9231" y="2426"/>
                    <a:pt x="9200" y="2300"/>
                    <a:pt x="9105" y="2268"/>
                  </a:cubicBezTo>
                  <a:lnTo>
                    <a:pt x="6995" y="126"/>
                  </a:lnTo>
                  <a:cubicBezTo>
                    <a:pt x="6900" y="63"/>
                    <a:pt x="6837" y="0"/>
                    <a:pt x="674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8" name="Google Shape;3268;p47"/>
            <p:cNvSpPr/>
            <p:nvPr/>
          </p:nvSpPr>
          <p:spPr>
            <a:xfrm>
              <a:off x="-46946075" y="2537325"/>
              <a:ext cx="35450" cy="35475"/>
            </a:xfrm>
            <a:custGeom>
              <a:rect b="b" l="l" r="r" t="t"/>
              <a:pathLst>
                <a:path extrusionOk="0" h="1419" w="1418">
                  <a:moveTo>
                    <a:pt x="347" y="0"/>
                  </a:moveTo>
                  <a:cubicBezTo>
                    <a:pt x="158" y="0"/>
                    <a:pt x="0" y="158"/>
                    <a:pt x="0" y="347"/>
                  </a:cubicBezTo>
                  <a:lnTo>
                    <a:pt x="0" y="1071"/>
                  </a:lnTo>
                  <a:cubicBezTo>
                    <a:pt x="0" y="1260"/>
                    <a:pt x="158" y="1418"/>
                    <a:pt x="347" y="1418"/>
                  </a:cubicBezTo>
                  <a:lnTo>
                    <a:pt x="1040" y="1418"/>
                  </a:lnTo>
                  <a:cubicBezTo>
                    <a:pt x="1261" y="1418"/>
                    <a:pt x="1418" y="1260"/>
                    <a:pt x="1418" y="1071"/>
                  </a:cubicBezTo>
                  <a:cubicBezTo>
                    <a:pt x="1387" y="851"/>
                    <a:pt x="1261" y="693"/>
                    <a:pt x="1040" y="693"/>
                  </a:cubicBezTo>
                  <a:lnTo>
                    <a:pt x="693" y="693"/>
                  </a:lnTo>
                  <a:lnTo>
                    <a:pt x="693" y="347"/>
                  </a:lnTo>
                  <a:cubicBezTo>
                    <a:pt x="693" y="158"/>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9" name="Google Shape;3269;p47"/>
            <p:cNvSpPr/>
            <p:nvPr/>
          </p:nvSpPr>
          <p:spPr>
            <a:xfrm>
              <a:off x="-47122500" y="2537325"/>
              <a:ext cx="87450" cy="17350"/>
            </a:xfrm>
            <a:custGeom>
              <a:rect b="b" l="l" r="r" t="t"/>
              <a:pathLst>
                <a:path extrusionOk="0" h="694" w="3498">
                  <a:moveTo>
                    <a:pt x="347" y="0"/>
                  </a:moveTo>
                  <a:cubicBezTo>
                    <a:pt x="158" y="0"/>
                    <a:pt x="0" y="158"/>
                    <a:pt x="0" y="347"/>
                  </a:cubicBezTo>
                  <a:cubicBezTo>
                    <a:pt x="0" y="536"/>
                    <a:pt x="158" y="693"/>
                    <a:pt x="347" y="693"/>
                  </a:cubicBezTo>
                  <a:lnTo>
                    <a:pt x="3151" y="693"/>
                  </a:lnTo>
                  <a:cubicBezTo>
                    <a:pt x="3340" y="693"/>
                    <a:pt x="3497" y="536"/>
                    <a:pt x="3497" y="347"/>
                  </a:cubicBezTo>
                  <a:cubicBezTo>
                    <a:pt x="3497" y="158"/>
                    <a:pt x="3340" y="0"/>
                    <a:pt x="315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0" name="Google Shape;3270;p47"/>
            <p:cNvSpPr/>
            <p:nvPr/>
          </p:nvSpPr>
          <p:spPr>
            <a:xfrm>
              <a:off x="-47122500" y="2572775"/>
              <a:ext cx="87450" cy="17350"/>
            </a:xfrm>
            <a:custGeom>
              <a:rect b="b" l="l" r="r" t="t"/>
              <a:pathLst>
                <a:path extrusionOk="0" h="694" w="3498">
                  <a:moveTo>
                    <a:pt x="347" y="0"/>
                  </a:moveTo>
                  <a:cubicBezTo>
                    <a:pt x="158" y="0"/>
                    <a:pt x="0" y="158"/>
                    <a:pt x="0" y="347"/>
                  </a:cubicBezTo>
                  <a:cubicBezTo>
                    <a:pt x="0" y="536"/>
                    <a:pt x="158" y="693"/>
                    <a:pt x="347" y="693"/>
                  </a:cubicBezTo>
                  <a:lnTo>
                    <a:pt x="3151" y="693"/>
                  </a:lnTo>
                  <a:cubicBezTo>
                    <a:pt x="3340" y="693"/>
                    <a:pt x="3497" y="536"/>
                    <a:pt x="3497" y="347"/>
                  </a:cubicBezTo>
                  <a:cubicBezTo>
                    <a:pt x="3497" y="158"/>
                    <a:pt x="3340" y="0"/>
                    <a:pt x="315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71" name="Google Shape;3271;p47"/>
          <p:cNvGrpSpPr/>
          <p:nvPr/>
        </p:nvGrpSpPr>
        <p:grpSpPr>
          <a:xfrm>
            <a:off x="1152071" y="3742743"/>
            <a:ext cx="277502" cy="278242"/>
            <a:chOff x="-47157950" y="2712175"/>
            <a:chExt cx="300100" cy="300900"/>
          </a:xfrm>
        </p:grpSpPr>
        <p:sp>
          <p:nvSpPr>
            <p:cNvPr id="3272" name="Google Shape;3272;p47"/>
            <p:cNvSpPr/>
            <p:nvPr/>
          </p:nvSpPr>
          <p:spPr>
            <a:xfrm>
              <a:off x="-47157950" y="2712175"/>
              <a:ext cx="300100" cy="300900"/>
            </a:xfrm>
            <a:custGeom>
              <a:rect b="b" l="l" r="r" t="t"/>
              <a:pathLst>
                <a:path extrusionOk="0" h="12036" w="12004">
                  <a:moveTo>
                    <a:pt x="7026" y="1166"/>
                  </a:moveTo>
                  <a:lnTo>
                    <a:pt x="7940" y="2048"/>
                  </a:lnTo>
                  <a:lnTo>
                    <a:pt x="7026" y="2048"/>
                  </a:lnTo>
                  <a:lnTo>
                    <a:pt x="7026" y="1166"/>
                  </a:lnTo>
                  <a:close/>
                  <a:moveTo>
                    <a:pt x="6333" y="693"/>
                  </a:moveTo>
                  <a:lnTo>
                    <a:pt x="6333" y="2458"/>
                  </a:lnTo>
                  <a:cubicBezTo>
                    <a:pt x="6333" y="2647"/>
                    <a:pt x="6491" y="2804"/>
                    <a:pt x="6680" y="2804"/>
                  </a:cubicBezTo>
                  <a:lnTo>
                    <a:pt x="8444" y="2804"/>
                  </a:lnTo>
                  <a:lnTo>
                    <a:pt x="8444" y="4222"/>
                  </a:lnTo>
                  <a:lnTo>
                    <a:pt x="3529" y="4222"/>
                  </a:lnTo>
                  <a:lnTo>
                    <a:pt x="3529" y="693"/>
                  </a:lnTo>
                  <a:close/>
                  <a:moveTo>
                    <a:pt x="10933" y="4222"/>
                  </a:moveTo>
                  <a:cubicBezTo>
                    <a:pt x="11122" y="4222"/>
                    <a:pt x="11279" y="4380"/>
                    <a:pt x="11279" y="4569"/>
                  </a:cubicBezTo>
                  <a:lnTo>
                    <a:pt x="11279" y="8097"/>
                  </a:lnTo>
                  <a:lnTo>
                    <a:pt x="11248" y="8097"/>
                  </a:lnTo>
                  <a:cubicBezTo>
                    <a:pt x="11248" y="8286"/>
                    <a:pt x="11090" y="8444"/>
                    <a:pt x="10901" y="8444"/>
                  </a:cubicBezTo>
                  <a:lnTo>
                    <a:pt x="9137" y="8444"/>
                  </a:lnTo>
                  <a:lnTo>
                    <a:pt x="9137" y="7719"/>
                  </a:lnTo>
                  <a:lnTo>
                    <a:pt x="9483" y="7719"/>
                  </a:lnTo>
                  <a:cubicBezTo>
                    <a:pt x="9673" y="7719"/>
                    <a:pt x="9830" y="7562"/>
                    <a:pt x="9830" y="7372"/>
                  </a:cubicBezTo>
                  <a:cubicBezTo>
                    <a:pt x="9830" y="7183"/>
                    <a:pt x="9673" y="7026"/>
                    <a:pt x="9483" y="7026"/>
                  </a:cubicBezTo>
                  <a:lnTo>
                    <a:pt x="2458" y="7026"/>
                  </a:lnTo>
                  <a:cubicBezTo>
                    <a:pt x="2269" y="7026"/>
                    <a:pt x="2111" y="7183"/>
                    <a:pt x="2111" y="7372"/>
                  </a:cubicBezTo>
                  <a:cubicBezTo>
                    <a:pt x="2111" y="7562"/>
                    <a:pt x="2269" y="7719"/>
                    <a:pt x="2458" y="7719"/>
                  </a:cubicBezTo>
                  <a:lnTo>
                    <a:pt x="2836" y="7719"/>
                  </a:lnTo>
                  <a:lnTo>
                    <a:pt x="2836" y="8444"/>
                  </a:lnTo>
                  <a:lnTo>
                    <a:pt x="1040" y="8444"/>
                  </a:lnTo>
                  <a:cubicBezTo>
                    <a:pt x="851" y="8444"/>
                    <a:pt x="694" y="8286"/>
                    <a:pt x="694" y="8097"/>
                  </a:cubicBezTo>
                  <a:lnTo>
                    <a:pt x="694" y="4569"/>
                  </a:lnTo>
                  <a:cubicBezTo>
                    <a:pt x="694" y="4380"/>
                    <a:pt x="851" y="4222"/>
                    <a:pt x="1040" y="4222"/>
                  </a:cubicBezTo>
                  <a:lnTo>
                    <a:pt x="2836" y="4222"/>
                  </a:lnTo>
                  <a:lnTo>
                    <a:pt x="2836" y="4569"/>
                  </a:lnTo>
                  <a:cubicBezTo>
                    <a:pt x="2836" y="4789"/>
                    <a:pt x="2993" y="4947"/>
                    <a:pt x="3183" y="4947"/>
                  </a:cubicBezTo>
                  <a:lnTo>
                    <a:pt x="8822" y="4947"/>
                  </a:lnTo>
                  <a:cubicBezTo>
                    <a:pt x="9011" y="4947"/>
                    <a:pt x="9168" y="4789"/>
                    <a:pt x="9168" y="4569"/>
                  </a:cubicBezTo>
                  <a:lnTo>
                    <a:pt x="9168" y="4222"/>
                  </a:lnTo>
                  <a:close/>
                  <a:moveTo>
                    <a:pt x="8412" y="7719"/>
                  </a:moveTo>
                  <a:lnTo>
                    <a:pt x="8412" y="11279"/>
                  </a:lnTo>
                  <a:lnTo>
                    <a:pt x="3498" y="11279"/>
                  </a:lnTo>
                  <a:lnTo>
                    <a:pt x="3498" y="7719"/>
                  </a:lnTo>
                  <a:close/>
                  <a:moveTo>
                    <a:pt x="3183" y="0"/>
                  </a:moveTo>
                  <a:cubicBezTo>
                    <a:pt x="2993" y="0"/>
                    <a:pt x="2836" y="158"/>
                    <a:pt x="2836" y="378"/>
                  </a:cubicBezTo>
                  <a:lnTo>
                    <a:pt x="2836" y="3560"/>
                  </a:lnTo>
                  <a:lnTo>
                    <a:pt x="1072" y="3560"/>
                  </a:lnTo>
                  <a:cubicBezTo>
                    <a:pt x="473" y="3560"/>
                    <a:pt x="1" y="4033"/>
                    <a:pt x="1" y="4600"/>
                  </a:cubicBezTo>
                  <a:lnTo>
                    <a:pt x="1" y="8129"/>
                  </a:lnTo>
                  <a:cubicBezTo>
                    <a:pt x="1" y="8696"/>
                    <a:pt x="473" y="9168"/>
                    <a:pt x="1072" y="9168"/>
                  </a:cubicBezTo>
                  <a:lnTo>
                    <a:pt x="2836" y="9168"/>
                  </a:lnTo>
                  <a:lnTo>
                    <a:pt x="2836" y="11657"/>
                  </a:lnTo>
                  <a:cubicBezTo>
                    <a:pt x="2836" y="11846"/>
                    <a:pt x="2993" y="12035"/>
                    <a:pt x="3183" y="12035"/>
                  </a:cubicBezTo>
                  <a:lnTo>
                    <a:pt x="8822" y="12035"/>
                  </a:lnTo>
                  <a:cubicBezTo>
                    <a:pt x="9011" y="12035"/>
                    <a:pt x="9168" y="11846"/>
                    <a:pt x="9168" y="11657"/>
                  </a:cubicBezTo>
                  <a:lnTo>
                    <a:pt x="9168" y="9168"/>
                  </a:lnTo>
                  <a:lnTo>
                    <a:pt x="10933" y="9168"/>
                  </a:lnTo>
                  <a:cubicBezTo>
                    <a:pt x="11531" y="9168"/>
                    <a:pt x="12004" y="8696"/>
                    <a:pt x="12004" y="8129"/>
                  </a:cubicBezTo>
                  <a:lnTo>
                    <a:pt x="12004" y="4600"/>
                  </a:lnTo>
                  <a:cubicBezTo>
                    <a:pt x="11972" y="4001"/>
                    <a:pt x="11500" y="3529"/>
                    <a:pt x="10901" y="3529"/>
                  </a:cubicBezTo>
                  <a:lnTo>
                    <a:pt x="9137" y="3529"/>
                  </a:lnTo>
                  <a:lnTo>
                    <a:pt x="9137" y="2458"/>
                  </a:lnTo>
                  <a:cubicBezTo>
                    <a:pt x="9137" y="2363"/>
                    <a:pt x="9074" y="2269"/>
                    <a:pt x="9011" y="2206"/>
                  </a:cubicBezTo>
                  <a:lnTo>
                    <a:pt x="6932" y="126"/>
                  </a:lnTo>
                  <a:cubicBezTo>
                    <a:pt x="6837" y="63"/>
                    <a:pt x="6774" y="0"/>
                    <a:pt x="668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3" name="Google Shape;3273;p47"/>
            <p:cNvSpPr/>
            <p:nvPr/>
          </p:nvSpPr>
          <p:spPr>
            <a:xfrm>
              <a:off x="-47087075" y="2852375"/>
              <a:ext cx="17350" cy="17350"/>
            </a:xfrm>
            <a:custGeom>
              <a:rect b="b" l="l" r="r" t="t"/>
              <a:pathLst>
                <a:path extrusionOk="0" h="694" w="694">
                  <a:moveTo>
                    <a:pt x="348" y="0"/>
                  </a:moveTo>
                  <a:cubicBezTo>
                    <a:pt x="158" y="0"/>
                    <a:pt x="1" y="158"/>
                    <a:pt x="1" y="347"/>
                  </a:cubicBezTo>
                  <a:cubicBezTo>
                    <a:pt x="1" y="536"/>
                    <a:pt x="158" y="693"/>
                    <a:pt x="348" y="693"/>
                  </a:cubicBezTo>
                  <a:cubicBezTo>
                    <a:pt x="537" y="693"/>
                    <a:pt x="694" y="536"/>
                    <a:pt x="694" y="347"/>
                  </a:cubicBezTo>
                  <a:cubicBezTo>
                    <a:pt x="694" y="158"/>
                    <a:pt x="537" y="0"/>
                    <a:pt x="34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4" name="Google Shape;3274;p47"/>
            <p:cNvSpPr/>
            <p:nvPr/>
          </p:nvSpPr>
          <p:spPr>
            <a:xfrm>
              <a:off x="-47052400" y="2852375"/>
              <a:ext cx="17350" cy="17350"/>
            </a:xfrm>
            <a:custGeom>
              <a:rect b="b" l="l" r="r" t="t"/>
              <a:pathLst>
                <a:path extrusionOk="0" h="694" w="694">
                  <a:moveTo>
                    <a:pt x="347" y="0"/>
                  </a:moveTo>
                  <a:cubicBezTo>
                    <a:pt x="126" y="0"/>
                    <a:pt x="0" y="158"/>
                    <a:pt x="0" y="347"/>
                  </a:cubicBezTo>
                  <a:cubicBezTo>
                    <a:pt x="0" y="536"/>
                    <a:pt x="126" y="693"/>
                    <a:pt x="347" y="693"/>
                  </a:cubicBezTo>
                  <a:cubicBezTo>
                    <a:pt x="536" y="693"/>
                    <a:pt x="693" y="536"/>
                    <a:pt x="693" y="347"/>
                  </a:cubicBezTo>
                  <a:cubicBezTo>
                    <a:pt x="693" y="158"/>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5" name="Google Shape;3275;p47"/>
            <p:cNvSpPr/>
            <p:nvPr/>
          </p:nvSpPr>
          <p:spPr>
            <a:xfrm>
              <a:off x="-47051625" y="2957900"/>
              <a:ext cx="87450" cy="17350"/>
            </a:xfrm>
            <a:custGeom>
              <a:rect b="b" l="l" r="r" t="t"/>
              <a:pathLst>
                <a:path extrusionOk="0" h="694" w="3498">
                  <a:moveTo>
                    <a:pt x="347" y="1"/>
                  </a:moveTo>
                  <a:cubicBezTo>
                    <a:pt x="158" y="1"/>
                    <a:pt x="1" y="158"/>
                    <a:pt x="1" y="347"/>
                  </a:cubicBezTo>
                  <a:cubicBezTo>
                    <a:pt x="1" y="536"/>
                    <a:pt x="158" y="694"/>
                    <a:pt x="347" y="694"/>
                  </a:cubicBezTo>
                  <a:lnTo>
                    <a:pt x="3151" y="694"/>
                  </a:lnTo>
                  <a:cubicBezTo>
                    <a:pt x="3340" y="694"/>
                    <a:pt x="3498" y="536"/>
                    <a:pt x="3498" y="347"/>
                  </a:cubicBezTo>
                  <a:cubicBezTo>
                    <a:pt x="3498" y="158"/>
                    <a:pt x="3340" y="1"/>
                    <a:pt x="315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6" name="Google Shape;3276;p47"/>
            <p:cNvSpPr/>
            <p:nvPr/>
          </p:nvSpPr>
          <p:spPr>
            <a:xfrm>
              <a:off x="-47051625" y="2923250"/>
              <a:ext cx="87450" cy="17350"/>
            </a:xfrm>
            <a:custGeom>
              <a:rect b="b" l="l" r="r" t="t"/>
              <a:pathLst>
                <a:path extrusionOk="0" h="694" w="3498">
                  <a:moveTo>
                    <a:pt x="347" y="1"/>
                  </a:moveTo>
                  <a:cubicBezTo>
                    <a:pt x="158" y="1"/>
                    <a:pt x="1" y="158"/>
                    <a:pt x="1" y="347"/>
                  </a:cubicBezTo>
                  <a:cubicBezTo>
                    <a:pt x="1" y="536"/>
                    <a:pt x="158" y="694"/>
                    <a:pt x="347" y="694"/>
                  </a:cubicBezTo>
                  <a:lnTo>
                    <a:pt x="3151" y="694"/>
                  </a:lnTo>
                  <a:cubicBezTo>
                    <a:pt x="3340" y="694"/>
                    <a:pt x="3498" y="536"/>
                    <a:pt x="3498" y="347"/>
                  </a:cubicBezTo>
                  <a:cubicBezTo>
                    <a:pt x="3498" y="158"/>
                    <a:pt x="3340" y="1"/>
                    <a:pt x="315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7" name="Google Shape;3277;p47"/>
            <p:cNvSpPr/>
            <p:nvPr/>
          </p:nvSpPr>
          <p:spPr>
            <a:xfrm>
              <a:off x="-47017750" y="2852375"/>
              <a:ext cx="35450" cy="17350"/>
            </a:xfrm>
            <a:custGeom>
              <a:rect b="b" l="l" r="r" t="t"/>
              <a:pathLst>
                <a:path extrusionOk="0" h="694" w="1418">
                  <a:moveTo>
                    <a:pt x="378" y="0"/>
                  </a:moveTo>
                  <a:cubicBezTo>
                    <a:pt x="158" y="0"/>
                    <a:pt x="0" y="158"/>
                    <a:pt x="0" y="347"/>
                  </a:cubicBezTo>
                  <a:cubicBezTo>
                    <a:pt x="0" y="536"/>
                    <a:pt x="158" y="693"/>
                    <a:pt x="378" y="693"/>
                  </a:cubicBezTo>
                  <a:lnTo>
                    <a:pt x="1072" y="693"/>
                  </a:lnTo>
                  <a:cubicBezTo>
                    <a:pt x="1261" y="693"/>
                    <a:pt x="1418" y="536"/>
                    <a:pt x="1418" y="347"/>
                  </a:cubicBezTo>
                  <a:cubicBezTo>
                    <a:pt x="1418" y="158"/>
                    <a:pt x="1261" y="0"/>
                    <a:pt x="10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8" name="Google Shape;3278;p47"/>
            <p:cNvSpPr/>
            <p:nvPr/>
          </p:nvSpPr>
          <p:spPr>
            <a:xfrm>
              <a:off x="-46964975" y="2852375"/>
              <a:ext cx="35450" cy="17350"/>
            </a:xfrm>
            <a:custGeom>
              <a:rect b="b" l="l" r="r" t="t"/>
              <a:pathLst>
                <a:path extrusionOk="0" h="694" w="1418">
                  <a:moveTo>
                    <a:pt x="347" y="0"/>
                  </a:moveTo>
                  <a:cubicBezTo>
                    <a:pt x="158" y="0"/>
                    <a:pt x="0" y="158"/>
                    <a:pt x="0" y="347"/>
                  </a:cubicBezTo>
                  <a:cubicBezTo>
                    <a:pt x="0" y="536"/>
                    <a:pt x="158" y="693"/>
                    <a:pt x="347" y="693"/>
                  </a:cubicBezTo>
                  <a:lnTo>
                    <a:pt x="1040" y="693"/>
                  </a:lnTo>
                  <a:cubicBezTo>
                    <a:pt x="1260" y="693"/>
                    <a:pt x="1418" y="536"/>
                    <a:pt x="1418" y="347"/>
                  </a:cubicBezTo>
                  <a:cubicBezTo>
                    <a:pt x="1418" y="158"/>
                    <a:pt x="1260" y="0"/>
                    <a:pt x="10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79" name="Google Shape;3279;p47"/>
          <p:cNvSpPr/>
          <p:nvPr/>
        </p:nvSpPr>
        <p:spPr>
          <a:xfrm>
            <a:off x="3358193" y="2874405"/>
            <a:ext cx="244005" cy="276786"/>
          </a:xfrm>
          <a:custGeom>
            <a:rect b="b" l="l" r="r" t="t"/>
            <a:pathLst>
              <a:path extrusionOk="0" h="11973" w="10555">
                <a:moveTo>
                  <a:pt x="3151" y="2836"/>
                </a:moveTo>
                <a:cubicBezTo>
                  <a:pt x="3340" y="2836"/>
                  <a:pt x="3498" y="2994"/>
                  <a:pt x="3498" y="3183"/>
                </a:cubicBezTo>
                <a:lnTo>
                  <a:pt x="3498" y="3529"/>
                </a:lnTo>
                <a:lnTo>
                  <a:pt x="2805" y="3529"/>
                </a:lnTo>
                <a:lnTo>
                  <a:pt x="2805" y="3183"/>
                </a:lnTo>
                <a:cubicBezTo>
                  <a:pt x="2805" y="2994"/>
                  <a:pt x="2962" y="2836"/>
                  <a:pt x="3151" y="2836"/>
                </a:cubicBezTo>
                <a:close/>
                <a:moveTo>
                  <a:pt x="9862" y="4191"/>
                </a:moveTo>
                <a:lnTo>
                  <a:pt x="9862" y="5262"/>
                </a:lnTo>
                <a:cubicBezTo>
                  <a:pt x="9862" y="5451"/>
                  <a:pt x="9704" y="5609"/>
                  <a:pt x="9484" y="5609"/>
                </a:cubicBezTo>
                <a:cubicBezTo>
                  <a:pt x="9295" y="5609"/>
                  <a:pt x="9137" y="5451"/>
                  <a:pt x="9137" y="5262"/>
                </a:cubicBezTo>
                <a:lnTo>
                  <a:pt x="9137" y="4191"/>
                </a:lnTo>
                <a:close/>
                <a:moveTo>
                  <a:pt x="3151" y="5609"/>
                </a:moveTo>
                <a:cubicBezTo>
                  <a:pt x="3340" y="5609"/>
                  <a:pt x="3498" y="5766"/>
                  <a:pt x="3498" y="5987"/>
                </a:cubicBezTo>
                <a:cubicBezTo>
                  <a:pt x="3498" y="6176"/>
                  <a:pt x="3340" y="6333"/>
                  <a:pt x="3151" y="6333"/>
                </a:cubicBezTo>
                <a:cubicBezTo>
                  <a:pt x="2962" y="6333"/>
                  <a:pt x="2805" y="6176"/>
                  <a:pt x="2805" y="5987"/>
                </a:cubicBezTo>
                <a:cubicBezTo>
                  <a:pt x="2805" y="5766"/>
                  <a:pt x="2962" y="5609"/>
                  <a:pt x="3151" y="5609"/>
                </a:cubicBezTo>
                <a:close/>
                <a:moveTo>
                  <a:pt x="3592" y="4254"/>
                </a:moveTo>
                <a:cubicBezTo>
                  <a:pt x="4695" y="4443"/>
                  <a:pt x="5640" y="5451"/>
                  <a:pt x="5640" y="6680"/>
                </a:cubicBezTo>
                <a:lnTo>
                  <a:pt x="5640" y="8822"/>
                </a:lnTo>
                <a:cubicBezTo>
                  <a:pt x="5640" y="10145"/>
                  <a:pt x="4538" y="11248"/>
                  <a:pt x="3183" y="11248"/>
                </a:cubicBezTo>
                <a:cubicBezTo>
                  <a:pt x="1860" y="11248"/>
                  <a:pt x="757" y="10145"/>
                  <a:pt x="757" y="8822"/>
                </a:cubicBezTo>
                <a:lnTo>
                  <a:pt x="757" y="6680"/>
                </a:lnTo>
                <a:cubicBezTo>
                  <a:pt x="757" y="5451"/>
                  <a:pt x="1671" y="4443"/>
                  <a:pt x="2868" y="4254"/>
                </a:cubicBezTo>
                <a:lnTo>
                  <a:pt x="2868" y="4979"/>
                </a:lnTo>
                <a:cubicBezTo>
                  <a:pt x="2490" y="5136"/>
                  <a:pt x="2175" y="5546"/>
                  <a:pt x="2175" y="5987"/>
                </a:cubicBezTo>
                <a:cubicBezTo>
                  <a:pt x="2175" y="6396"/>
                  <a:pt x="2458" y="6837"/>
                  <a:pt x="2868" y="6963"/>
                </a:cubicBezTo>
                <a:lnTo>
                  <a:pt x="2868" y="7341"/>
                </a:lnTo>
                <a:cubicBezTo>
                  <a:pt x="2868" y="7562"/>
                  <a:pt x="3025" y="7719"/>
                  <a:pt x="3246" y="7719"/>
                </a:cubicBezTo>
                <a:cubicBezTo>
                  <a:pt x="3435" y="7719"/>
                  <a:pt x="3592" y="7562"/>
                  <a:pt x="3592" y="7341"/>
                </a:cubicBezTo>
                <a:lnTo>
                  <a:pt x="3592" y="6963"/>
                </a:lnTo>
                <a:cubicBezTo>
                  <a:pt x="3970" y="6806"/>
                  <a:pt x="4286" y="6396"/>
                  <a:pt x="4286" y="5987"/>
                </a:cubicBezTo>
                <a:cubicBezTo>
                  <a:pt x="4286" y="5546"/>
                  <a:pt x="4033" y="5105"/>
                  <a:pt x="3592" y="4979"/>
                </a:cubicBezTo>
                <a:lnTo>
                  <a:pt x="3592" y="4254"/>
                </a:lnTo>
                <a:close/>
                <a:moveTo>
                  <a:pt x="5294" y="1"/>
                </a:moveTo>
                <a:cubicBezTo>
                  <a:pt x="4033" y="1"/>
                  <a:pt x="2994" y="946"/>
                  <a:pt x="2836" y="2143"/>
                </a:cubicBezTo>
                <a:cubicBezTo>
                  <a:pt x="2427" y="2301"/>
                  <a:pt x="2143" y="2710"/>
                  <a:pt x="2143" y="3151"/>
                </a:cubicBezTo>
                <a:lnTo>
                  <a:pt x="2143" y="3687"/>
                </a:lnTo>
                <a:cubicBezTo>
                  <a:pt x="914" y="4128"/>
                  <a:pt x="1" y="5294"/>
                  <a:pt x="1" y="6680"/>
                </a:cubicBezTo>
                <a:lnTo>
                  <a:pt x="1" y="8822"/>
                </a:lnTo>
                <a:cubicBezTo>
                  <a:pt x="1" y="10555"/>
                  <a:pt x="1419" y="11973"/>
                  <a:pt x="3151" y="11973"/>
                </a:cubicBezTo>
                <a:cubicBezTo>
                  <a:pt x="4884" y="11973"/>
                  <a:pt x="6302" y="10555"/>
                  <a:pt x="6302" y="8822"/>
                </a:cubicBezTo>
                <a:lnTo>
                  <a:pt x="6302" y="6680"/>
                </a:lnTo>
                <a:cubicBezTo>
                  <a:pt x="6302" y="5294"/>
                  <a:pt x="5451" y="4128"/>
                  <a:pt x="4191" y="3687"/>
                </a:cubicBezTo>
                <a:lnTo>
                  <a:pt x="4191" y="3151"/>
                </a:lnTo>
                <a:cubicBezTo>
                  <a:pt x="4191" y="2710"/>
                  <a:pt x="3907" y="2301"/>
                  <a:pt x="3529" y="2143"/>
                </a:cubicBezTo>
                <a:cubicBezTo>
                  <a:pt x="3624" y="1293"/>
                  <a:pt x="4380" y="662"/>
                  <a:pt x="5262" y="662"/>
                </a:cubicBezTo>
                <a:cubicBezTo>
                  <a:pt x="6239" y="662"/>
                  <a:pt x="7026" y="1450"/>
                  <a:pt x="7026" y="2427"/>
                </a:cubicBezTo>
                <a:lnTo>
                  <a:pt x="7026" y="8413"/>
                </a:lnTo>
                <a:cubicBezTo>
                  <a:pt x="7026" y="9200"/>
                  <a:pt x="7657" y="9830"/>
                  <a:pt x="8444" y="9830"/>
                </a:cubicBezTo>
                <a:cubicBezTo>
                  <a:pt x="9232" y="9830"/>
                  <a:pt x="9862" y="9200"/>
                  <a:pt x="9862" y="8413"/>
                </a:cubicBezTo>
                <a:lnTo>
                  <a:pt x="9862" y="6239"/>
                </a:lnTo>
                <a:cubicBezTo>
                  <a:pt x="10240" y="6081"/>
                  <a:pt x="10555" y="5703"/>
                  <a:pt x="10555" y="5262"/>
                </a:cubicBezTo>
                <a:lnTo>
                  <a:pt x="10555" y="3844"/>
                </a:lnTo>
                <a:cubicBezTo>
                  <a:pt x="10555" y="3687"/>
                  <a:pt x="10397" y="3529"/>
                  <a:pt x="10208" y="3529"/>
                </a:cubicBezTo>
                <a:lnTo>
                  <a:pt x="9862" y="3529"/>
                </a:lnTo>
                <a:lnTo>
                  <a:pt x="9862" y="2458"/>
                </a:lnTo>
                <a:cubicBezTo>
                  <a:pt x="9862" y="2269"/>
                  <a:pt x="9704" y="2112"/>
                  <a:pt x="9515" y="2112"/>
                </a:cubicBezTo>
                <a:cubicBezTo>
                  <a:pt x="9295" y="2112"/>
                  <a:pt x="9137" y="2269"/>
                  <a:pt x="9137" y="2458"/>
                </a:cubicBezTo>
                <a:lnTo>
                  <a:pt x="9137" y="3529"/>
                </a:lnTo>
                <a:lnTo>
                  <a:pt x="8791" y="3529"/>
                </a:lnTo>
                <a:cubicBezTo>
                  <a:pt x="8602" y="3529"/>
                  <a:pt x="8444" y="3687"/>
                  <a:pt x="8444" y="3876"/>
                </a:cubicBezTo>
                <a:lnTo>
                  <a:pt x="8444" y="5294"/>
                </a:lnTo>
                <a:cubicBezTo>
                  <a:pt x="8444" y="5766"/>
                  <a:pt x="8728" y="6176"/>
                  <a:pt x="9137" y="6302"/>
                </a:cubicBezTo>
                <a:lnTo>
                  <a:pt x="9137" y="8444"/>
                </a:lnTo>
                <a:cubicBezTo>
                  <a:pt x="9137" y="8854"/>
                  <a:pt x="8822" y="9169"/>
                  <a:pt x="8444" y="9169"/>
                </a:cubicBezTo>
                <a:cubicBezTo>
                  <a:pt x="8035" y="9169"/>
                  <a:pt x="7720" y="8854"/>
                  <a:pt x="7720" y="8444"/>
                </a:cubicBezTo>
                <a:lnTo>
                  <a:pt x="7720" y="2458"/>
                </a:lnTo>
                <a:cubicBezTo>
                  <a:pt x="7720" y="1103"/>
                  <a:pt x="6617" y="1"/>
                  <a:pt x="529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80" name="Google Shape;3280;p47"/>
          <p:cNvGrpSpPr/>
          <p:nvPr/>
        </p:nvGrpSpPr>
        <p:grpSpPr>
          <a:xfrm>
            <a:off x="3357835" y="3304309"/>
            <a:ext cx="244722" cy="277502"/>
            <a:chOff x="-45278675" y="2333325"/>
            <a:chExt cx="264650" cy="300100"/>
          </a:xfrm>
        </p:grpSpPr>
        <p:sp>
          <p:nvSpPr>
            <p:cNvPr id="3281" name="Google Shape;3281;p47"/>
            <p:cNvSpPr/>
            <p:nvPr/>
          </p:nvSpPr>
          <p:spPr>
            <a:xfrm>
              <a:off x="-45243225" y="2475100"/>
              <a:ext cx="52775" cy="87450"/>
            </a:xfrm>
            <a:custGeom>
              <a:rect b="b" l="l" r="r" t="t"/>
              <a:pathLst>
                <a:path extrusionOk="0" h="3498" w="2111">
                  <a:moveTo>
                    <a:pt x="1071" y="725"/>
                  </a:moveTo>
                  <a:cubicBezTo>
                    <a:pt x="1260" y="725"/>
                    <a:pt x="1418" y="883"/>
                    <a:pt x="1418" y="1072"/>
                  </a:cubicBezTo>
                  <a:cubicBezTo>
                    <a:pt x="1418" y="1261"/>
                    <a:pt x="1260" y="1418"/>
                    <a:pt x="1071" y="1418"/>
                  </a:cubicBezTo>
                  <a:lnTo>
                    <a:pt x="725" y="1418"/>
                  </a:lnTo>
                  <a:lnTo>
                    <a:pt x="725" y="725"/>
                  </a:lnTo>
                  <a:close/>
                  <a:moveTo>
                    <a:pt x="347" y="0"/>
                  </a:moveTo>
                  <a:cubicBezTo>
                    <a:pt x="158" y="0"/>
                    <a:pt x="0" y="158"/>
                    <a:pt x="0" y="347"/>
                  </a:cubicBezTo>
                  <a:lnTo>
                    <a:pt x="0" y="3151"/>
                  </a:lnTo>
                  <a:cubicBezTo>
                    <a:pt x="0" y="3340"/>
                    <a:pt x="158" y="3497"/>
                    <a:pt x="347" y="3497"/>
                  </a:cubicBezTo>
                  <a:cubicBezTo>
                    <a:pt x="536" y="3497"/>
                    <a:pt x="693" y="3340"/>
                    <a:pt x="693" y="3151"/>
                  </a:cubicBezTo>
                  <a:lnTo>
                    <a:pt x="693" y="2080"/>
                  </a:lnTo>
                  <a:lnTo>
                    <a:pt x="1071" y="2080"/>
                  </a:lnTo>
                  <a:cubicBezTo>
                    <a:pt x="1638" y="2080"/>
                    <a:pt x="2111" y="1607"/>
                    <a:pt x="2111" y="1040"/>
                  </a:cubicBezTo>
                  <a:cubicBezTo>
                    <a:pt x="2111" y="473"/>
                    <a:pt x="1670" y="0"/>
                    <a:pt x="107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2" name="Google Shape;3282;p47"/>
            <p:cNvSpPr/>
            <p:nvPr/>
          </p:nvSpPr>
          <p:spPr>
            <a:xfrm>
              <a:off x="-45172350" y="2475100"/>
              <a:ext cx="52800" cy="89025"/>
            </a:xfrm>
            <a:custGeom>
              <a:rect b="b" l="l" r="r" t="t"/>
              <a:pathLst>
                <a:path extrusionOk="0" h="3561" w="2112">
                  <a:moveTo>
                    <a:pt x="1072" y="0"/>
                  </a:moveTo>
                  <a:cubicBezTo>
                    <a:pt x="473" y="0"/>
                    <a:pt x="1" y="473"/>
                    <a:pt x="1" y="1072"/>
                  </a:cubicBezTo>
                  <a:cubicBezTo>
                    <a:pt x="1" y="1670"/>
                    <a:pt x="473" y="2143"/>
                    <a:pt x="1072" y="2143"/>
                  </a:cubicBezTo>
                  <a:cubicBezTo>
                    <a:pt x="1261" y="2143"/>
                    <a:pt x="1418" y="2300"/>
                    <a:pt x="1418" y="2489"/>
                  </a:cubicBezTo>
                  <a:cubicBezTo>
                    <a:pt x="1418" y="2678"/>
                    <a:pt x="1261" y="2836"/>
                    <a:pt x="1072" y="2836"/>
                  </a:cubicBezTo>
                  <a:cubicBezTo>
                    <a:pt x="851" y="2836"/>
                    <a:pt x="694" y="2678"/>
                    <a:pt x="694" y="2489"/>
                  </a:cubicBezTo>
                  <a:cubicBezTo>
                    <a:pt x="694" y="2300"/>
                    <a:pt x="536" y="2143"/>
                    <a:pt x="347" y="2143"/>
                  </a:cubicBezTo>
                  <a:cubicBezTo>
                    <a:pt x="158" y="2143"/>
                    <a:pt x="1" y="2300"/>
                    <a:pt x="1" y="2489"/>
                  </a:cubicBezTo>
                  <a:cubicBezTo>
                    <a:pt x="1" y="3088"/>
                    <a:pt x="473" y="3560"/>
                    <a:pt x="1072" y="3560"/>
                  </a:cubicBezTo>
                  <a:cubicBezTo>
                    <a:pt x="1639" y="3560"/>
                    <a:pt x="2111" y="3088"/>
                    <a:pt x="2111" y="2489"/>
                  </a:cubicBezTo>
                  <a:cubicBezTo>
                    <a:pt x="2111" y="1891"/>
                    <a:pt x="1639" y="1418"/>
                    <a:pt x="1072" y="1418"/>
                  </a:cubicBezTo>
                  <a:cubicBezTo>
                    <a:pt x="851" y="1418"/>
                    <a:pt x="725" y="1261"/>
                    <a:pt x="725" y="1072"/>
                  </a:cubicBezTo>
                  <a:cubicBezTo>
                    <a:pt x="725" y="883"/>
                    <a:pt x="851" y="725"/>
                    <a:pt x="1072" y="725"/>
                  </a:cubicBezTo>
                  <a:cubicBezTo>
                    <a:pt x="1261" y="725"/>
                    <a:pt x="1418" y="883"/>
                    <a:pt x="1418" y="1072"/>
                  </a:cubicBezTo>
                  <a:cubicBezTo>
                    <a:pt x="1418" y="1261"/>
                    <a:pt x="1576" y="1418"/>
                    <a:pt x="1765" y="1418"/>
                  </a:cubicBezTo>
                  <a:cubicBezTo>
                    <a:pt x="1954" y="1418"/>
                    <a:pt x="2111" y="1261"/>
                    <a:pt x="2111" y="1072"/>
                  </a:cubicBezTo>
                  <a:cubicBezTo>
                    <a:pt x="2111" y="473"/>
                    <a:pt x="1639" y="0"/>
                    <a:pt x="10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3" name="Google Shape;3283;p47"/>
            <p:cNvSpPr/>
            <p:nvPr/>
          </p:nvSpPr>
          <p:spPr>
            <a:xfrm>
              <a:off x="-45102250" y="2475100"/>
              <a:ext cx="52800" cy="87450"/>
            </a:xfrm>
            <a:custGeom>
              <a:rect b="b" l="l" r="r" t="t"/>
              <a:pathLst>
                <a:path extrusionOk="0" h="3498" w="2112">
                  <a:moveTo>
                    <a:pt x="1072" y="725"/>
                  </a:moveTo>
                  <a:cubicBezTo>
                    <a:pt x="1261" y="725"/>
                    <a:pt x="1418" y="883"/>
                    <a:pt x="1418" y="1072"/>
                  </a:cubicBezTo>
                  <a:lnTo>
                    <a:pt x="1418" y="2458"/>
                  </a:lnTo>
                  <a:cubicBezTo>
                    <a:pt x="1418" y="2647"/>
                    <a:pt x="1261" y="2804"/>
                    <a:pt x="1072" y="2804"/>
                  </a:cubicBezTo>
                  <a:lnTo>
                    <a:pt x="694" y="2804"/>
                  </a:lnTo>
                  <a:lnTo>
                    <a:pt x="694" y="725"/>
                  </a:lnTo>
                  <a:close/>
                  <a:moveTo>
                    <a:pt x="347" y="0"/>
                  </a:moveTo>
                  <a:cubicBezTo>
                    <a:pt x="158" y="0"/>
                    <a:pt x="0" y="158"/>
                    <a:pt x="0" y="347"/>
                  </a:cubicBezTo>
                  <a:lnTo>
                    <a:pt x="0" y="3151"/>
                  </a:lnTo>
                  <a:cubicBezTo>
                    <a:pt x="0" y="3340"/>
                    <a:pt x="158" y="3497"/>
                    <a:pt x="347" y="3497"/>
                  </a:cubicBezTo>
                  <a:lnTo>
                    <a:pt x="1040" y="3497"/>
                  </a:lnTo>
                  <a:cubicBezTo>
                    <a:pt x="1639" y="3497"/>
                    <a:pt x="2111" y="3025"/>
                    <a:pt x="2111" y="2458"/>
                  </a:cubicBezTo>
                  <a:lnTo>
                    <a:pt x="2111" y="1040"/>
                  </a:lnTo>
                  <a:cubicBezTo>
                    <a:pt x="2111" y="473"/>
                    <a:pt x="1639" y="0"/>
                    <a:pt x="10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4" name="Google Shape;3284;p47"/>
            <p:cNvSpPr/>
            <p:nvPr/>
          </p:nvSpPr>
          <p:spPr>
            <a:xfrm>
              <a:off x="-45278675" y="2333325"/>
              <a:ext cx="264650" cy="300100"/>
            </a:xfrm>
            <a:custGeom>
              <a:rect b="b" l="l" r="r" t="t"/>
              <a:pathLst>
                <a:path extrusionOk="0" h="12004" w="10586">
                  <a:moveTo>
                    <a:pt x="7751" y="1229"/>
                  </a:moveTo>
                  <a:lnTo>
                    <a:pt x="8664" y="2143"/>
                  </a:lnTo>
                  <a:lnTo>
                    <a:pt x="7751" y="2143"/>
                  </a:lnTo>
                  <a:lnTo>
                    <a:pt x="7751" y="1229"/>
                  </a:lnTo>
                  <a:close/>
                  <a:moveTo>
                    <a:pt x="7089" y="725"/>
                  </a:moveTo>
                  <a:lnTo>
                    <a:pt x="7089" y="2489"/>
                  </a:lnTo>
                  <a:cubicBezTo>
                    <a:pt x="7089" y="2678"/>
                    <a:pt x="7246" y="2836"/>
                    <a:pt x="7436" y="2836"/>
                  </a:cubicBezTo>
                  <a:lnTo>
                    <a:pt x="9200" y="2836"/>
                  </a:lnTo>
                  <a:lnTo>
                    <a:pt x="9200" y="4254"/>
                  </a:lnTo>
                  <a:lnTo>
                    <a:pt x="1481" y="4254"/>
                  </a:lnTo>
                  <a:lnTo>
                    <a:pt x="1481" y="725"/>
                  </a:lnTo>
                  <a:close/>
                  <a:moveTo>
                    <a:pt x="9893" y="4978"/>
                  </a:moveTo>
                  <a:lnTo>
                    <a:pt x="9893" y="9893"/>
                  </a:lnTo>
                  <a:lnTo>
                    <a:pt x="756" y="9893"/>
                  </a:lnTo>
                  <a:lnTo>
                    <a:pt x="756" y="4978"/>
                  </a:lnTo>
                  <a:close/>
                  <a:moveTo>
                    <a:pt x="9168" y="10586"/>
                  </a:moveTo>
                  <a:lnTo>
                    <a:pt x="9168" y="11311"/>
                  </a:lnTo>
                  <a:lnTo>
                    <a:pt x="1450" y="11311"/>
                  </a:lnTo>
                  <a:lnTo>
                    <a:pt x="1450" y="10586"/>
                  </a:lnTo>
                  <a:close/>
                  <a:moveTo>
                    <a:pt x="1072" y="1"/>
                  </a:moveTo>
                  <a:cubicBezTo>
                    <a:pt x="851" y="1"/>
                    <a:pt x="725" y="158"/>
                    <a:pt x="725" y="347"/>
                  </a:cubicBezTo>
                  <a:lnTo>
                    <a:pt x="725" y="4254"/>
                  </a:lnTo>
                  <a:lnTo>
                    <a:pt x="347" y="4254"/>
                  </a:lnTo>
                  <a:cubicBezTo>
                    <a:pt x="158" y="4254"/>
                    <a:pt x="0" y="4411"/>
                    <a:pt x="0" y="4600"/>
                  </a:cubicBezTo>
                  <a:lnTo>
                    <a:pt x="0" y="10240"/>
                  </a:lnTo>
                  <a:cubicBezTo>
                    <a:pt x="0" y="10429"/>
                    <a:pt x="158" y="10586"/>
                    <a:pt x="347" y="10586"/>
                  </a:cubicBezTo>
                  <a:lnTo>
                    <a:pt x="725" y="10586"/>
                  </a:lnTo>
                  <a:lnTo>
                    <a:pt x="725" y="11657"/>
                  </a:lnTo>
                  <a:cubicBezTo>
                    <a:pt x="725" y="11846"/>
                    <a:pt x="851" y="12004"/>
                    <a:pt x="1072" y="12004"/>
                  </a:cubicBezTo>
                  <a:lnTo>
                    <a:pt x="9483" y="12004"/>
                  </a:lnTo>
                  <a:cubicBezTo>
                    <a:pt x="9672" y="12004"/>
                    <a:pt x="9830" y="11846"/>
                    <a:pt x="9830" y="11657"/>
                  </a:cubicBezTo>
                  <a:lnTo>
                    <a:pt x="9830" y="10586"/>
                  </a:lnTo>
                  <a:lnTo>
                    <a:pt x="10208" y="10586"/>
                  </a:lnTo>
                  <a:cubicBezTo>
                    <a:pt x="10397" y="10586"/>
                    <a:pt x="10555" y="10429"/>
                    <a:pt x="10555" y="10240"/>
                  </a:cubicBezTo>
                  <a:lnTo>
                    <a:pt x="10555" y="4600"/>
                  </a:lnTo>
                  <a:cubicBezTo>
                    <a:pt x="10586" y="4411"/>
                    <a:pt x="10428" y="4254"/>
                    <a:pt x="10239" y="4254"/>
                  </a:cubicBezTo>
                  <a:lnTo>
                    <a:pt x="9893" y="4254"/>
                  </a:lnTo>
                  <a:lnTo>
                    <a:pt x="9893" y="2489"/>
                  </a:lnTo>
                  <a:cubicBezTo>
                    <a:pt x="9893" y="2395"/>
                    <a:pt x="9830" y="2300"/>
                    <a:pt x="9767" y="2237"/>
                  </a:cubicBezTo>
                  <a:lnTo>
                    <a:pt x="7656" y="127"/>
                  </a:lnTo>
                  <a:cubicBezTo>
                    <a:pt x="7562" y="32"/>
                    <a:pt x="7499" y="1"/>
                    <a:pt x="740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85" name="Google Shape;3285;p47"/>
          <p:cNvGrpSpPr/>
          <p:nvPr/>
        </p:nvGrpSpPr>
        <p:grpSpPr>
          <a:xfrm>
            <a:off x="3365834" y="3743101"/>
            <a:ext cx="228725" cy="277526"/>
            <a:chOff x="-45270025" y="2701925"/>
            <a:chExt cx="247350" cy="300125"/>
          </a:xfrm>
        </p:grpSpPr>
        <p:sp>
          <p:nvSpPr>
            <p:cNvPr id="3286" name="Google Shape;3286;p47"/>
            <p:cNvSpPr/>
            <p:nvPr/>
          </p:nvSpPr>
          <p:spPr>
            <a:xfrm>
              <a:off x="-45128250" y="2843700"/>
              <a:ext cx="18150" cy="17350"/>
            </a:xfrm>
            <a:custGeom>
              <a:rect b="b" l="l" r="r" t="t"/>
              <a:pathLst>
                <a:path extrusionOk="0" h="694" w="726">
                  <a:moveTo>
                    <a:pt x="347" y="1"/>
                  </a:moveTo>
                  <a:cubicBezTo>
                    <a:pt x="158" y="1"/>
                    <a:pt x="1" y="158"/>
                    <a:pt x="1" y="347"/>
                  </a:cubicBezTo>
                  <a:cubicBezTo>
                    <a:pt x="1" y="536"/>
                    <a:pt x="158" y="694"/>
                    <a:pt x="347" y="694"/>
                  </a:cubicBezTo>
                  <a:cubicBezTo>
                    <a:pt x="568" y="694"/>
                    <a:pt x="725" y="536"/>
                    <a:pt x="725" y="347"/>
                  </a:cubicBezTo>
                  <a:cubicBezTo>
                    <a:pt x="725" y="158"/>
                    <a:pt x="568"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7" name="Google Shape;3287;p47"/>
            <p:cNvSpPr/>
            <p:nvPr/>
          </p:nvSpPr>
          <p:spPr>
            <a:xfrm>
              <a:off x="-45270025" y="2701925"/>
              <a:ext cx="247350" cy="300125"/>
            </a:xfrm>
            <a:custGeom>
              <a:rect b="b" l="l" r="r" t="t"/>
              <a:pathLst>
                <a:path extrusionOk="0" h="12005" w="9894">
                  <a:moveTo>
                    <a:pt x="7751" y="1261"/>
                  </a:moveTo>
                  <a:lnTo>
                    <a:pt x="8665" y="2143"/>
                  </a:lnTo>
                  <a:lnTo>
                    <a:pt x="7751" y="2143"/>
                  </a:lnTo>
                  <a:lnTo>
                    <a:pt x="7751" y="1261"/>
                  </a:lnTo>
                  <a:close/>
                  <a:moveTo>
                    <a:pt x="7090" y="4979"/>
                  </a:moveTo>
                  <a:lnTo>
                    <a:pt x="7090" y="9925"/>
                  </a:lnTo>
                  <a:lnTo>
                    <a:pt x="757" y="9925"/>
                  </a:lnTo>
                  <a:lnTo>
                    <a:pt x="757" y="4979"/>
                  </a:lnTo>
                  <a:close/>
                  <a:moveTo>
                    <a:pt x="7090" y="725"/>
                  </a:moveTo>
                  <a:lnTo>
                    <a:pt x="7090" y="2521"/>
                  </a:lnTo>
                  <a:cubicBezTo>
                    <a:pt x="7090" y="2710"/>
                    <a:pt x="7247" y="2868"/>
                    <a:pt x="7436" y="2868"/>
                  </a:cubicBezTo>
                  <a:lnTo>
                    <a:pt x="9232" y="2868"/>
                  </a:lnTo>
                  <a:lnTo>
                    <a:pt x="9232" y="11343"/>
                  </a:lnTo>
                  <a:lnTo>
                    <a:pt x="1450" y="11343"/>
                  </a:lnTo>
                  <a:lnTo>
                    <a:pt x="1450" y="10618"/>
                  </a:lnTo>
                  <a:lnTo>
                    <a:pt x="7436" y="10618"/>
                  </a:lnTo>
                  <a:cubicBezTo>
                    <a:pt x="7657" y="10618"/>
                    <a:pt x="7814" y="10460"/>
                    <a:pt x="7814" y="10271"/>
                  </a:cubicBezTo>
                  <a:lnTo>
                    <a:pt x="7814" y="4632"/>
                  </a:lnTo>
                  <a:cubicBezTo>
                    <a:pt x="7814" y="4443"/>
                    <a:pt x="7657" y="4285"/>
                    <a:pt x="7436" y="4285"/>
                  </a:cubicBezTo>
                  <a:lnTo>
                    <a:pt x="1450" y="4285"/>
                  </a:lnTo>
                  <a:lnTo>
                    <a:pt x="1450" y="725"/>
                  </a:lnTo>
                  <a:close/>
                  <a:moveTo>
                    <a:pt x="1072" y="1"/>
                  </a:moveTo>
                  <a:cubicBezTo>
                    <a:pt x="883" y="1"/>
                    <a:pt x="726" y="158"/>
                    <a:pt x="726" y="347"/>
                  </a:cubicBezTo>
                  <a:lnTo>
                    <a:pt x="726" y="4254"/>
                  </a:lnTo>
                  <a:lnTo>
                    <a:pt x="379" y="4254"/>
                  </a:lnTo>
                  <a:cubicBezTo>
                    <a:pt x="158" y="4254"/>
                    <a:pt x="1" y="4411"/>
                    <a:pt x="1" y="4601"/>
                  </a:cubicBezTo>
                  <a:lnTo>
                    <a:pt x="1" y="10240"/>
                  </a:lnTo>
                  <a:cubicBezTo>
                    <a:pt x="1" y="10429"/>
                    <a:pt x="158" y="10586"/>
                    <a:pt x="379" y="10586"/>
                  </a:cubicBezTo>
                  <a:lnTo>
                    <a:pt x="726" y="10586"/>
                  </a:lnTo>
                  <a:lnTo>
                    <a:pt x="726" y="11658"/>
                  </a:lnTo>
                  <a:cubicBezTo>
                    <a:pt x="726" y="11847"/>
                    <a:pt x="883" y="12004"/>
                    <a:pt x="1072" y="12004"/>
                  </a:cubicBezTo>
                  <a:lnTo>
                    <a:pt x="9484" y="12004"/>
                  </a:lnTo>
                  <a:cubicBezTo>
                    <a:pt x="9704" y="12004"/>
                    <a:pt x="9862" y="11847"/>
                    <a:pt x="9862" y="11658"/>
                  </a:cubicBezTo>
                  <a:lnTo>
                    <a:pt x="9893" y="2458"/>
                  </a:lnTo>
                  <a:cubicBezTo>
                    <a:pt x="9893" y="2395"/>
                    <a:pt x="9862" y="2269"/>
                    <a:pt x="9767" y="2238"/>
                  </a:cubicBezTo>
                  <a:lnTo>
                    <a:pt x="7657" y="95"/>
                  </a:lnTo>
                  <a:cubicBezTo>
                    <a:pt x="7562" y="32"/>
                    <a:pt x="7499" y="1"/>
                    <a:pt x="740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8" name="Google Shape;3288;p47"/>
            <p:cNvSpPr/>
            <p:nvPr/>
          </p:nvSpPr>
          <p:spPr>
            <a:xfrm>
              <a:off x="-45235350" y="2844500"/>
              <a:ext cx="89800" cy="87450"/>
            </a:xfrm>
            <a:custGeom>
              <a:rect b="b" l="l" r="r" t="t"/>
              <a:pathLst>
                <a:path extrusionOk="0" h="3498" w="3592">
                  <a:moveTo>
                    <a:pt x="1796" y="1103"/>
                  </a:moveTo>
                  <a:lnTo>
                    <a:pt x="2268" y="2079"/>
                  </a:lnTo>
                  <a:lnTo>
                    <a:pt x="1292" y="2079"/>
                  </a:lnTo>
                  <a:lnTo>
                    <a:pt x="1796" y="1103"/>
                  </a:lnTo>
                  <a:close/>
                  <a:moveTo>
                    <a:pt x="1764" y="0"/>
                  </a:moveTo>
                  <a:cubicBezTo>
                    <a:pt x="1638" y="0"/>
                    <a:pt x="1544" y="63"/>
                    <a:pt x="1449" y="189"/>
                  </a:cubicBezTo>
                  <a:lnTo>
                    <a:pt x="32" y="2993"/>
                  </a:lnTo>
                  <a:cubicBezTo>
                    <a:pt x="0" y="3151"/>
                    <a:pt x="63" y="3340"/>
                    <a:pt x="284" y="3466"/>
                  </a:cubicBezTo>
                  <a:cubicBezTo>
                    <a:pt x="324" y="3482"/>
                    <a:pt x="369" y="3490"/>
                    <a:pt x="415" y="3490"/>
                  </a:cubicBezTo>
                  <a:cubicBezTo>
                    <a:pt x="547" y="3490"/>
                    <a:pt x="686" y="3425"/>
                    <a:pt x="756" y="3308"/>
                  </a:cubicBezTo>
                  <a:lnTo>
                    <a:pt x="977" y="2804"/>
                  </a:lnTo>
                  <a:lnTo>
                    <a:pt x="2647" y="2804"/>
                  </a:lnTo>
                  <a:lnTo>
                    <a:pt x="2867" y="3308"/>
                  </a:lnTo>
                  <a:cubicBezTo>
                    <a:pt x="2962" y="3434"/>
                    <a:pt x="3056" y="3497"/>
                    <a:pt x="3182" y="3497"/>
                  </a:cubicBezTo>
                  <a:cubicBezTo>
                    <a:pt x="3245" y="3497"/>
                    <a:pt x="3308" y="3497"/>
                    <a:pt x="3340" y="3466"/>
                  </a:cubicBezTo>
                  <a:cubicBezTo>
                    <a:pt x="3497" y="3371"/>
                    <a:pt x="3592" y="3151"/>
                    <a:pt x="3497" y="2993"/>
                  </a:cubicBezTo>
                  <a:lnTo>
                    <a:pt x="2079" y="189"/>
                  </a:lnTo>
                  <a:cubicBezTo>
                    <a:pt x="2016" y="63"/>
                    <a:pt x="1890" y="0"/>
                    <a:pt x="176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9" name="Google Shape;3289;p47"/>
            <p:cNvSpPr/>
            <p:nvPr/>
          </p:nvSpPr>
          <p:spPr>
            <a:xfrm>
              <a:off x="-45128250" y="2879150"/>
              <a:ext cx="18150" cy="52800"/>
            </a:xfrm>
            <a:custGeom>
              <a:rect b="b" l="l" r="r" t="t"/>
              <a:pathLst>
                <a:path extrusionOk="0" h="2112" w="726">
                  <a:moveTo>
                    <a:pt x="347" y="0"/>
                  </a:moveTo>
                  <a:cubicBezTo>
                    <a:pt x="158" y="0"/>
                    <a:pt x="1" y="158"/>
                    <a:pt x="1" y="347"/>
                  </a:cubicBezTo>
                  <a:lnTo>
                    <a:pt x="1" y="1765"/>
                  </a:lnTo>
                  <a:cubicBezTo>
                    <a:pt x="1" y="1954"/>
                    <a:pt x="158" y="2111"/>
                    <a:pt x="347" y="2111"/>
                  </a:cubicBezTo>
                  <a:cubicBezTo>
                    <a:pt x="568" y="2111"/>
                    <a:pt x="725" y="1954"/>
                    <a:pt x="725" y="1765"/>
                  </a:cubicBezTo>
                  <a:lnTo>
                    <a:pt x="725" y="347"/>
                  </a:lnTo>
                  <a:cubicBezTo>
                    <a:pt x="725" y="158"/>
                    <a:pt x="568"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90" name="Google Shape;3290;p47"/>
          <p:cNvSpPr/>
          <p:nvPr/>
        </p:nvSpPr>
        <p:spPr>
          <a:xfrm>
            <a:off x="1152071" y="4182516"/>
            <a:ext cx="277502" cy="277502"/>
          </a:xfrm>
          <a:custGeom>
            <a:rect b="b" l="l" r="r" t="t"/>
            <a:pathLst>
              <a:path extrusionOk="0" h="12004" w="12004">
                <a:moveTo>
                  <a:pt x="2867" y="725"/>
                </a:moveTo>
                <a:lnTo>
                  <a:pt x="2867" y="1449"/>
                </a:lnTo>
                <a:lnTo>
                  <a:pt x="2174" y="1449"/>
                </a:lnTo>
                <a:lnTo>
                  <a:pt x="2174" y="725"/>
                </a:lnTo>
                <a:close/>
                <a:moveTo>
                  <a:pt x="7971" y="3592"/>
                </a:moveTo>
                <a:lnTo>
                  <a:pt x="3560" y="8002"/>
                </a:lnTo>
                <a:lnTo>
                  <a:pt x="3560" y="3592"/>
                </a:lnTo>
                <a:close/>
                <a:moveTo>
                  <a:pt x="8506" y="4064"/>
                </a:moveTo>
                <a:lnTo>
                  <a:pt x="8506" y="8475"/>
                </a:lnTo>
                <a:lnTo>
                  <a:pt x="4096" y="8475"/>
                </a:lnTo>
                <a:lnTo>
                  <a:pt x="8506" y="4064"/>
                </a:lnTo>
                <a:close/>
                <a:moveTo>
                  <a:pt x="2867" y="3529"/>
                </a:moveTo>
                <a:lnTo>
                  <a:pt x="2867" y="8821"/>
                </a:lnTo>
                <a:cubicBezTo>
                  <a:pt x="2867" y="9011"/>
                  <a:pt x="3025" y="9168"/>
                  <a:pt x="3214" y="9168"/>
                </a:cubicBezTo>
                <a:lnTo>
                  <a:pt x="8506" y="9168"/>
                </a:lnTo>
                <a:lnTo>
                  <a:pt x="8506" y="9893"/>
                </a:lnTo>
                <a:lnTo>
                  <a:pt x="2174" y="9893"/>
                </a:lnTo>
                <a:lnTo>
                  <a:pt x="2174" y="3529"/>
                </a:lnTo>
                <a:close/>
                <a:moveTo>
                  <a:pt x="11342" y="9168"/>
                </a:moveTo>
                <a:lnTo>
                  <a:pt x="11342" y="9893"/>
                </a:lnTo>
                <a:lnTo>
                  <a:pt x="10617" y="9893"/>
                </a:lnTo>
                <a:lnTo>
                  <a:pt x="10617" y="9168"/>
                </a:lnTo>
                <a:close/>
                <a:moveTo>
                  <a:pt x="9830" y="2111"/>
                </a:moveTo>
                <a:lnTo>
                  <a:pt x="9830" y="11310"/>
                </a:lnTo>
                <a:lnTo>
                  <a:pt x="9168" y="11310"/>
                </a:lnTo>
                <a:lnTo>
                  <a:pt x="9168" y="3182"/>
                </a:lnTo>
                <a:lnTo>
                  <a:pt x="9168" y="3151"/>
                </a:lnTo>
                <a:cubicBezTo>
                  <a:pt x="9168" y="2993"/>
                  <a:pt x="9010" y="2836"/>
                  <a:pt x="8821" y="2836"/>
                </a:cubicBezTo>
                <a:lnTo>
                  <a:pt x="693" y="2836"/>
                </a:lnTo>
                <a:lnTo>
                  <a:pt x="693" y="2111"/>
                </a:lnTo>
                <a:close/>
                <a:moveTo>
                  <a:pt x="1764" y="0"/>
                </a:moveTo>
                <a:cubicBezTo>
                  <a:pt x="1575" y="0"/>
                  <a:pt x="1418" y="158"/>
                  <a:pt x="1418" y="347"/>
                </a:cubicBezTo>
                <a:lnTo>
                  <a:pt x="1418" y="1418"/>
                </a:lnTo>
                <a:lnTo>
                  <a:pt x="347" y="1418"/>
                </a:lnTo>
                <a:cubicBezTo>
                  <a:pt x="158" y="1418"/>
                  <a:pt x="0" y="1575"/>
                  <a:pt x="0" y="1764"/>
                </a:cubicBezTo>
                <a:lnTo>
                  <a:pt x="0" y="3182"/>
                </a:lnTo>
                <a:cubicBezTo>
                  <a:pt x="0" y="3371"/>
                  <a:pt x="158" y="3529"/>
                  <a:pt x="347" y="3529"/>
                </a:cubicBezTo>
                <a:lnTo>
                  <a:pt x="1418" y="3529"/>
                </a:lnTo>
                <a:lnTo>
                  <a:pt x="1418" y="10082"/>
                </a:lnTo>
                <a:lnTo>
                  <a:pt x="819" y="10680"/>
                </a:lnTo>
                <a:cubicBezTo>
                  <a:pt x="693" y="10775"/>
                  <a:pt x="693" y="11027"/>
                  <a:pt x="819" y="11184"/>
                </a:cubicBezTo>
                <a:cubicBezTo>
                  <a:pt x="882" y="11247"/>
                  <a:pt x="969" y="11279"/>
                  <a:pt x="1059" y="11279"/>
                </a:cubicBezTo>
                <a:cubicBezTo>
                  <a:pt x="1150" y="11279"/>
                  <a:pt x="1245" y="11247"/>
                  <a:pt x="1323" y="11184"/>
                </a:cubicBezTo>
                <a:lnTo>
                  <a:pt x="1922" y="10586"/>
                </a:lnTo>
                <a:lnTo>
                  <a:pt x="8475" y="10586"/>
                </a:lnTo>
                <a:lnTo>
                  <a:pt x="8475" y="11657"/>
                </a:lnTo>
                <a:cubicBezTo>
                  <a:pt x="8475" y="11846"/>
                  <a:pt x="8601" y="12003"/>
                  <a:pt x="8821" y="12003"/>
                </a:cubicBezTo>
                <a:lnTo>
                  <a:pt x="10239" y="12003"/>
                </a:lnTo>
                <a:cubicBezTo>
                  <a:pt x="10428" y="12003"/>
                  <a:pt x="10586" y="11846"/>
                  <a:pt x="10586" y="11657"/>
                </a:cubicBezTo>
                <a:lnTo>
                  <a:pt x="10586" y="10586"/>
                </a:lnTo>
                <a:lnTo>
                  <a:pt x="11657" y="10586"/>
                </a:lnTo>
                <a:cubicBezTo>
                  <a:pt x="11846" y="10586"/>
                  <a:pt x="12003" y="10428"/>
                  <a:pt x="12003" y="10239"/>
                </a:cubicBezTo>
                <a:lnTo>
                  <a:pt x="12003" y="8821"/>
                </a:lnTo>
                <a:cubicBezTo>
                  <a:pt x="12003" y="8632"/>
                  <a:pt x="11846" y="8475"/>
                  <a:pt x="11657" y="8475"/>
                </a:cubicBezTo>
                <a:lnTo>
                  <a:pt x="10586" y="8475"/>
                </a:lnTo>
                <a:lnTo>
                  <a:pt x="10586" y="1922"/>
                </a:lnTo>
                <a:lnTo>
                  <a:pt x="11184" y="1323"/>
                </a:lnTo>
                <a:cubicBezTo>
                  <a:pt x="11279" y="1229"/>
                  <a:pt x="11279" y="977"/>
                  <a:pt x="11184" y="819"/>
                </a:cubicBezTo>
                <a:cubicBezTo>
                  <a:pt x="11121" y="756"/>
                  <a:pt x="11035" y="725"/>
                  <a:pt x="10940" y="725"/>
                </a:cubicBezTo>
                <a:cubicBezTo>
                  <a:pt x="10846" y="725"/>
                  <a:pt x="10743" y="756"/>
                  <a:pt x="10649" y="819"/>
                </a:cubicBezTo>
                <a:lnTo>
                  <a:pt x="10082" y="1418"/>
                </a:lnTo>
                <a:lnTo>
                  <a:pt x="3529" y="1418"/>
                </a:lnTo>
                <a:lnTo>
                  <a:pt x="3529" y="347"/>
                </a:lnTo>
                <a:cubicBezTo>
                  <a:pt x="3529" y="158"/>
                  <a:pt x="3371" y="0"/>
                  <a:pt x="318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91" name="Google Shape;3291;p47"/>
          <p:cNvGrpSpPr/>
          <p:nvPr/>
        </p:nvGrpSpPr>
        <p:grpSpPr>
          <a:xfrm>
            <a:off x="2051564" y="1993888"/>
            <a:ext cx="238177" cy="283971"/>
            <a:chOff x="2209567" y="1972337"/>
            <a:chExt cx="307444" cy="366556"/>
          </a:xfrm>
        </p:grpSpPr>
        <p:sp>
          <p:nvSpPr>
            <p:cNvPr id="3292" name="Google Shape;3292;p47"/>
            <p:cNvSpPr/>
            <p:nvPr/>
          </p:nvSpPr>
          <p:spPr>
            <a:xfrm>
              <a:off x="2345143" y="1972337"/>
              <a:ext cx="20709" cy="62097"/>
            </a:xfrm>
            <a:custGeom>
              <a:rect b="b" l="l" r="r" t="t"/>
              <a:pathLst>
                <a:path extrusionOk="0" h="2081" w="694">
                  <a:moveTo>
                    <a:pt x="347" y="1"/>
                  </a:moveTo>
                  <a:cubicBezTo>
                    <a:pt x="158" y="1"/>
                    <a:pt x="1" y="158"/>
                    <a:pt x="1" y="348"/>
                  </a:cubicBezTo>
                  <a:lnTo>
                    <a:pt x="1" y="1765"/>
                  </a:lnTo>
                  <a:cubicBezTo>
                    <a:pt x="1" y="1923"/>
                    <a:pt x="158" y="2080"/>
                    <a:pt x="347" y="2080"/>
                  </a:cubicBezTo>
                  <a:cubicBezTo>
                    <a:pt x="536" y="2080"/>
                    <a:pt x="694" y="1923"/>
                    <a:pt x="694" y="1734"/>
                  </a:cubicBezTo>
                  <a:lnTo>
                    <a:pt x="694" y="348"/>
                  </a:lnTo>
                  <a:cubicBezTo>
                    <a:pt x="694"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3" name="Google Shape;3293;p47"/>
            <p:cNvSpPr/>
            <p:nvPr/>
          </p:nvSpPr>
          <p:spPr>
            <a:xfrm>
              <a:off x="2265235" y="1998803"/>
              <a:ext cx="55502" cy="39389"/>
            </a:xfrm>
            <a:custGeom>
              <a:rect b="b" l="l" r="r" t="t"/>
              <a:pathLst>
                <a:path extrusionOk="0" h="1320" w="1860">
                  <a:moveTo>
                    <a:pt x="465" y="1"/>
                  </a:moveTo>
                  <a:cubicBezTo>
                    <a:pt x="344" y="1"/>
                    <a:pt x="222" y="78"/>
                    <a:pt x="158" y="185"/>
                  </a:cubicBezTo>
                  <a:cubicBezTo>
                    <a:pt x="1" y="311"/>
                    <a:pt x="64" y="563"/>
                    <a:pt x="253" y="658"/>
                  </a:cubicBezTo>
                  <a:lnTo>
                    <a:pt x="1229" y="1288"/>
                  </a:lnTo>
                  <a:cubicBezTo>
                    <a:pt x="1261" y="1319"/>
                    <a:pt x="1355" y="1319"/>
                    <a:pt x="1418" y="1319"/>
                  </a:cubicBezTo>
                  <a:cubicBezTo>
                    <a:pt x="1544" y="1319"/>
                    <a:pt x="1671" y="1288"/>
                    <a:pt x="1734" y="1162"/>
                  </a:cubicBezTo>
                  <a:cubicBezTo>
                    <a:pt x="1860" y="1004"/>
                    <a:pt x="1765" y="752"/>
                    <a:pt x="1607" y="689"/>
                  </a:cubicBezTo>
                  <a:lnTo>
                    <a:pt x="631" y="59"/>
                  </a:lnTo>
                  <a:cubicBezTo>
                    <a:pt x="580" y="18"/>
                    <a:pt x="523" y="1"/>
                    <a:pt x="46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4" name="Google Shape;3294;p47"/>
            <p:cNvSpPr/>
            <p:nvPr/>
          </p:nvSpPr>
          <p:spPr>
            <a:xfrm>
              <a:off x="2393093" y="2000594"/>
              <a:ext cx="51743" cy="38523"/>
            </a:xfrm>
            <a:custGeom>
              <a:rect b="b" l="l" r="r" t="t"/>
              <a:pathLst>
                <a:path extrusionOk="0" h="1291" w="1734">
                  <a:moveTo>
                    <a:pt x="1354" y="0"/>
                  </a:moveTo>
                  <a:cubicBezTo>
                    <a:pt x="1301" y="0"/>
                    <a:pt x="1247" y="11"/>
                    <a:pt x="1198" y="31"/>
                  </a:cubicBezTo>
                  <a:lnTo>
                    <a:pt x="221" y="661"/>
                  </a:lnTo>
                  <a:cubicBezTo>
                    <a:pt x="63" y="787"/>
                    <a:pt x="0" y="976"/>
                    <a:pt x="95" y="1133"/>
                  </a:cubicBezTo>
                  <a:cubicBezTo>
                    <a:pt x="126" y="1228"/>
                    <a:pt x="252" y="1291"/>
                    <a:pt x="347" y="1291"/>
                  </a:cubicBezTo>
                  <a:cubicBezTo>
                    <a:pt x="441" y="1291"/>
                    <a:pt x="473" y="1291"/>
                    <a:pt x="568" y="1259"/>
                  </a:cubicBezTo>
                  <a:lnTo>
                    <a:pt x="1544" y="629"/>
                  </a:lnTo>
                  <a:cubicBezTo>
                    <a:pt x="1702" y="503"/>
                    <a:pt x="1733" y="314"/>
                    <a:pt x="1670" y="157"/>
                  </a:cubicBezTo>
                  <a:cubicBezTo>
                    <a:pt x="1584" y="49"/>
                    <a:pt x="1469" y="0"/>
                    <a:pt x="135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95" name="Google Shape;3295;p47"/>
            <p:cNvGrpSpPr/>
            <p:nvPr/>
          </p:nvGrpSpPr>
          <p:grpSpPr>
            <a:xfrm>
              <a:off x="2209567" y="2078266"/>
              <a:ext cx="307444" cy="260626"/>
              <a:chOff x="1636184" y="2959225"/>
              <a:chExt cx="232666" cy="197250"/>
            </a:xfrm>
          </p:grpSpPr>
          <p:sp>
            <p:nvSpPr>
              <p:cNvPr id="3296" name="Google Shape;3296;p47"/>
              <p:cNvSpPr/>
              <p:nvPr/>
            </p:nvSpPr>
            <p:spPr>
              <a:xfrm>
                <a:off x="1649300" y="2959225"/>
                <a:ext cx="219550" cy="197250"/>
              </a:xfrm>
              <a:custGeom>
                <a:rect b="b" l="l" r="r" t="t"/>
                <a:pathLst>
                  <a:path extrusionOk="0" h="7890" w="8782">
                    <a:moveTo>
                      <a:pt x="3485" y="419"/>
                    </a:moveTo>
                    <a:lnTo>
                      <a:pt x="2342" y="1952"/>
                    </a:lnTo>
                    <a:lnTo>
                      <a:pt x="1757" y="419"/>
                    </a:lnTo>
                    <a:close/>
                    <a:moveTo>
                      <a:pt x="6495" y="419"/>
                    </a:moveTo>
                    <a:lnTo>
                      <a:pt x="5882" y="1952"/>
                    </a:lnTo>
                    <a:lnTo>
                      <a:pt x="4739" y="419"/>
                    </a:lnTo>
                    <a:close/>
                    <a:moveTo>
                      <a:pt x="1255" y="809"/>
                    </a:moveTo>
                    <a:lnTo>
                      <a:pt x="1812" y="2314"/>
                    </a:lnTo>
                    <a:lnTo>
                      <a:pt x="307" y="2314"/>
                    </a:lnTo>
                    <a:lnTo>
                      <a:pt x="1255" y="809"/>
                    </a:lnTo>
                    <a:close/>
                    <a:moveTo>
                      <a:pt x="4154" y="614"/>
                    </a:moveTo>
                    <a:lnTo>
                      <a:pt x="5408" y="2314"/>
                    </a:lnTo>
                    <a:lnTo>
                      <a:pt x="2900" y="2314"/>
                    </a:lnTo>
                    <a:lnTo>
                      <a:pt x="4154" y="614"/>
                    </a:lnTo>
                    <a:close/>
                    <a:moveTo>
                      <a:pt x="6997" y="809"/>
                    </a:moveTo>
                    <a:lnTo>
                      <a:pt x="7945" y="2314"/>
                    </a:lnTo>
                    <a:lnTo>
                      <a:pt x="6440" y="2314"/>
                    </a:lnTo>
                    <a:lnTo>
                      <a:pt x="6997" y="809"/>
                    </a:lnTo>
                    <a:close/>
                    <a:moveTo>
                      <a:pt x="2035" y="2928"/>
                    </a:moveTo>
                    <a:lnTo>
                      <a:pt x="3206" y="6133"/>
                    </a:lnTo>
                    <a:lnTo>
                      <a:pt x="419" y="2928"/>
                    </a:lnTo>
                    <a:close/>
                    <a:moveTo>
                      <a:pt x="7806" y="2928"/>
                    </a:moveTo>
                    <a:lnTo>
                      <a:pt x="5018" y="6133"/>
                    </a:lnTo>
                    <a:lnTo>
                      <a:pt x="6217" y="2928"/>
                    </a:lnTo>
                    <a:close/>
                    <a:moveTo>
                      <a:pt x="5548" y="2928"/>
                    </a:moveTo>
                    <a:lnTo>
                      <a:pt x="4126" y="6719"/>
                    </a:lnTo>
                    <a:lnTo>
                      <a:pt x="2677" y="2928"/>
                    </a:lnTo>
                    <a:close/>
                    <a:moveTo>
                      <a:pt x="1562" y="1"/>
                    </a:moveTo>
                    <a:lnTo>
                      <a:pt x="1" y="2482"/>
                    </a:lnTo>
                    <a:lnTo>
                      <a:pt x="1" y="2510"/>
                    </a:lnTo>
                    <a:lnTo>
                      <a:pt x="1" y="2537"/>
                    </a:lnTo>
                    <a:lnTo>
                      <a:pt x="1" y="2593"/>
                    </a:lnTo>
                    <a:lnTo>
                      <a:pt x="1" y="2621"/>
                    </a:lnTo>
                    <a:lnTo>
                      <a:pt x="1" y="2649"/>
                    </a:lnTo>
                    <a:lnTo>
                      <a:pt x="1" y="2677"/>
                    </a:lnTo>
                    <a:lnTo>
                      <a:pt x="1" y="2733"/>
                    </a:lnTo>
                    <a:lnTo>
                      <a:pt x="1" y="2760"/>
                    </a:lnTo>
                    <a:lnTo>
                      <a:pt x="1" y="2788"/>
                    </a:lnTo>
                    <a:lnTo>
                      <a:pt x="1" y="2816"/>
                    </a:lnTo>
                    <a:lnTo>
                      <a:pt x="1" y="2872"/>
                    </a:lnTo>
                    <a:lnTo>
                      <a:pt x="4349" y="7834"/>
                    </a:lnTo>
                    <a:lnTo>
                      <a:pt x="4405" y="7890"/>
                    </a:lnTo>
                    <a:lnTo>
                      <a:pt x="4879" y="7890"/>
                    </a:lnTo>
                    <a:lnTo>
                      <a:pt x="4907" y="7834"/>
                    </a:lnTo>
                    <a:lnTo>
                      <a:pt x="8753" y="2788"/>
                    </a:lnTo>
                    <a:lnTo>
                      <a:pt x="8753" y="2788"/>
                    </a:lnTo>
                    <a:cubicBezTo>
                      <a:pt x="8744" y="2798"/>
                      <a:pt x="8738" y="2801"/>
                      <a:pt x="8735" y="2801"/>
                    </a:cubicBezTo>
                    <a:cubicBezTo>
                      <a:pt x="8729" y="2801"/>
                      <a:pt x="8735" y="2788"/>
                      <a:pt x="8753" y="2788"/>
                    </a:cubicBezTo>
                    <a:lnTo>
                      <a:pt x="8781" y="2760"/>
                    </a:lnTo>
                    <a:lnTo>
                      <a:pt x="8781" y="2733"/>
                    </a:lnTo>
                    <a:lnTo>
                      <a:pt x="8781" y="2677"/>
                    </a:lnTo>
                    <a:lnTo>
                      <a:pt x="8781" y="2649"/>
                    </a:lnTo>
                    <a:lnTo>
                      <a:pt x="8781" y="2621"/>
                    </a:lnTo>
                    <a:lnTo>
                      <a:pt x="8781" y="2593"/>
                    </a:lnTo>
                    <a:lnTo>
                      <a:pt x="8781" y="2537"/>
                    </a:lnTo>
                    <a:lnTo>
                      <a:pt x="8781" y="2510"/>
                    </a:lnTo>
                    <a:lnTo>
                      <a:pt x="8781" y="2482"/>
                    </a:lnTo>
                    <a:lnTo>
                      <a:pt x="7220"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7" name="Google Shape;3297;p47"/>
              <p:cNvSpPr/>
              <p:nvPr/>
            </p:nvSpPr>
            <p:spPr>
              <a:xfrm flipH="1">
                <a:off x="1636184" y="2959225"/>
                <a:ext cx="219550" cy="197250"/>
              </a:xfrm>
              <a:custGeom>
                <a:rect b="b" l="l" r="r" t="t"/>
                <a:pathLst>
                  <a:path extrusionOk="0" h="7890" w="8782">
                    <a:moveTo>
                      <a:pt x="3485" y="419"/>
                    </a:moveTo>
                    <a:lnTo>
                      <a:pt x="2342" y="1952"/>
                    </a:lnTo>
                    <a:lnTo>
                      <a:pt x="1757" y="419"/>
                    </a:lnTo>
                    <a:close/>
                    <a:moveTo>
                      <a:pt x="6495" y="419"/>
                    </a:moveTo>
                    <a:lnTo>
                      <a:pt x="5882" y="1952"/>
                    </a:lnTo>
                    <a:lnTo>
                      <a:pt x="4739" y="419"/>
                    </a:lnTo>
                    <a:close/>
                    <a:moveTo>
                      <a:pt x="1255" y="809"/>
                    </a:moveTo>
                    <a:lnTo>
                      <a:pt x="1812" y="2314"/>
                    </a:lnTo>
                    <a:lnTo>
                      <a:pt x="307" y="2314"/>
                    </a:lnTo>
                    <a:lnTo>
                      <a:pt x="1255" y="809"/>
                    </a:lnTo>
                    <a:close/>
                    <a:moveTo>
                      <a:pt x="4154" y="614"/>
                    </a:moveTo>
                    <a:lnTo>
                      <a:pt x="5408" y="2314"/>
                    </a:lnTo>
                    <a:lnTo>
                      <a:pt x="2900" y="2314"/>
                    </a:lnTo>
                    <a:lnTo>
                      <a:pt x="4154" y="614"/>
                    </a:lnTo>
                    <a:close/>
                    <a:moveTo>
                      <a:pt x="6997" y="809"/>
                    </a:moveTo>
                    <a:lnTo>
                      <a:pt x="7945" y="2314"/>
                    </a:lnTo>
                    <a:lnTo>
                      <a:pt x="6440" y="2314"/>
                    </a:lnTo>
                    <a:lnTo>
                      <a:pt x="6997" y="809"/>
                    </a:lnTo>
                    <a:close/>
                    <a:moveTo>
                      <a:pt x="2035" y="2928"/>
                    </a:moveTo>
                    <a:lnTo>
                      <a:pt x="3206" y="6133"/>
                    </a:lnTo>
                    <a:lnTo>
                      <a:pt x="419" y="2928"/>
                    </a:lnTo>
                    <a:close/>
                    <a:moveTo>
                      <a:pt x="7806" y="2928"/>
                    </a:moveTo>
                    <a:lnTo>
                      <a:pt x="5018" y="6133"/>
                    </a:lnTo>
                    <a:lnTo>
                      <a:pt x="6217" y="2928"/>
                    </a:lnTo>
                    <a:close/>
                    <a:moveTo>
                      <a:pt x="5548" y="2928"/>
                    </a:moveTo>
                    <a:lnTo>
                      <a:pt x="4126" y="6719"/>
                    </a:lnTo>
                    <a:lnTo>
                      <a:pt x="2677" y="2928"/>
                    </a:lnTo>
                    <a:close/>
                    <a:moveTo>
                      <a:pt x="1562" y="1"/>
                    </a:moveTo>
                    <a:lnTo>
                      <a:pt x="1" y="2482"/>
                    </a:lnTo>
                    <a:lnTo>
                      <a:pt x="1" y="2510"/>
                    </a:lnTo>
                    <a:lnTo>
                      <a:pt x="1" y="2537"/>
                    </a:lnTo>
                    <a:lnTo>
                      <a:pt x="1" y="2593"/>
                    </a:lnTo>
                    <a:lnTo>
                      <a:pt x="1" y="2621"/>
                    </a:lnTo>
                    <a:lnTo>
                      <a:pt x="1" y="2649"/>
                    </a:lnTo>
                    <a:lnTo>
                      <a:pt x="1" y="2677"/>
                    </a:lnTo>
                    <a:lnTo>
                      <a:pt x="1" y="2733"/>
                    </a:lnTo>
                    <a:lnTo>
                      <a:pt x="1" y="2760"/>
                    </a:lnTo>
                    <a:lnTo>
                      <a:pt x="1" y="2788"/>
                    </a:lnTo>
                    <a:lnTo>
                      <a:pt x="1" y="2816"/>
                    </a:lnTo>
                    <a:lnTo>
                      <a:pt x="1" y="2872"/>
                    </a:lnTo>
                    <a:lnTo>
                      <a:pt x="4349" y="7834"/>
                    </a:lnTo>
                    <a:lnTo>
                      <a:pt x="4405" y="7890"/>
                    </a:lnTo>
                    <a:lnTo>
                      <a:pt x="4879" y="7890"/>
                    </a:lnTo>
                    <a:lnTo>
                      <a:pt x="4907" y="7834"/>
                    </a:lnTo>
                    <a:lnTo>
                      <a:pt x="8753" y="2788"/>
                    </a:lnTo>
                    <a:lnTo>
                      <a:pt x="8753" y="2788"/>
                    </a:lnTo>
                    <a:cubicBezTo>
                      <a:pt x="8744" y="2798"/>
                      <a:pt x="8738" y="2801"/>
                      <a:pt x="8735" y="2801"/>
                    </a:cubicBezTo>
                    <a:cubicBezTo>
                      <a:pt x="8729" y="2801"/>
                      <a:pt x="8735" y="2788"/>
                      <a:pt x="8753" y="2788"/>
                    </a:cubicBezTo>
                    <a:lnTo>
                      <a:pt x="8781" y="2760"/>
                    </a:lnTo>
                    <a:lnTo>
                      <a:pt x="8781" y="2733"/>
                    </a:lnTo>
                    <a:lnTo>
                      <a:pt x="8781" y="2677"/>
                    </a:lnTo>
                    <a:lnTo>
                      <a:pt x="8781" y="2649"/>
                    </a:lnTo>
                    <a:lnTo>
                      <a:pt x="8781" y="2621"/>
                    </a:lnTo>
                    <a:lnTo>
                      <a:pt x="8781" y="2593"/>
                    </a:lnTo>
                    <a:lnTo>
                      <a:pt x="8781" y="2537"/>
                    </a:lnTo>
                    <a:lnTo>
                      <a:pt x="8781" y="2510"/>
                    </a:lnTo>
                    <a:lnTo>
                      <a:pt x="8781" y="2482"/>
                    </a:lnTo>
                    <a:lnTo>
                      <a:pt x="7220"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8" name="Google Shape;3298;p47"/>
              <p:cNvSpPr/>
              <p:nvPr/>
            </p:nvSpPr>
            <p:spPr>
              <a:xfrm>
                <a:off x="1734750" y="3136775"/>
                <a:ext cx="36900" cy="19650"/>
              </a:xfrm>
              <a:custGeom>
                <a:rect b="b" l="l" r="r" t="t"/>
                <a:pathLst>
                  <a:path extrusionOk="0" h="786" w="1476">
                    <a:moveTo>
                      <a:pt x="0" y="786"/>
                    </a:moveTo>
                    <a:lnTo>
                      <a:pt x="1476" y="786"/>
                    </a:lnTo>
                    <a:lnTo>
                      <a:pt x="762" y="0"/>
                    </a:lnTo>
                    <a:close/>
                  </a:path>
                </a:pathLst>
              </a:custGeom>
              <a:solidFill>
                <a:schemeClr val="lt2"/>
              </a:solidFill>
              <a:ln>
                <a:noFill/>
              </a:ln>
            </p:spPr>
          </p:sp>
          <p:sp>
            <p:nvSpPr>
              <p:cNvPr id="3299" name="Google Shape;3299;p47"/>
              <p:cNvSpPr/>
              <p:nvPr/>
            </p:nvSpPr>
            <p:spPr>
              <a:xfrm>
                <a:off x="1684150" y="2963550"/>
                <a:ext cx="139900" cy="11300"/>
              </a:xfrm>
              <a:custGeom>
                <a:rect b="b" l="l" r="r" t="t"/>
                <a:pathLst>
                  <a:path extrusionOk="0" h="452" w="5596">
                    <a:moveTo>
                      <a:pt x="0" y="452"/>
                    </a:moveTo>
                    <a:lnTo>
                      <a:pt x="5596" y="452"/>
                    </a:lnTo>
                    <a:lnTo>
                      <a:pt x="5500" y="0"/>
                    </a:lnTo>
                    <a:lnTo>
                      <a:pt x="238" y="47"/>
                    </a:lnTo>
                    <a:close/>
                  </a:path>
                </a:pathLst>
              </a:custGeom>
              <a:solidFill>
                <a:schemeClr val="lt2"/>
              </a:solidFill>
              <a:ln>
                <a:noFill/>
              </a:ln>
            </p:spPr>
          </p:sp>
        </p:grpSp>
      </p:grpSp>
      <p:grpSp>
        <p:nvGrpSpPr>
          <p:cNvPr id="3300" name="Google Shape;3300;p47"/>
          <p:cNvGrpSpPr/>
          <p:nvPr/>
        </p:nvGrpSpPr>
        <p:grpSpPr>
          <a:xfrm>
            <a:off x="3380049" y="2432000"/>
            <a:ext cx="200295" cy="282888"/>
            <a:chOff x="-47300587" y="123275"/>
            <a:chExt cx="190975" cy="269725"/>
          </a:xfrm>
        </p:grpSpPr>
        <p:sp>
          <p:nvSpPr>
            <p:cNvPr id="3301" name="Google Shape;3301;p47"/>
            <p:cNvSpPr/>
            <p:nvPr/>
          </p:nvSpPr>
          <p:spPr>
            <a:xfrm>
              <a:off x="-47300587" y="123275"/>
              <a:ext cx="190975" cy="269725"/>
            </a:xfrm>
            <a:custGeom>
              <a:rect b="b" l="l" r="r" t="t"/>
              <a:pathLst>
                <a:path extrusionOk="0" h="10789" w="7639">
                  <a:moveTo>
                    <a:pt x="5130" y="1283"/>
                  </a:moveTo>
                  <a:cubicBezTo>
                    <a:pt x="5659" y="1283"/>
                    <a:pt x="6050" y="1701"/>
                    <a:pt x="6050" y="2231"/>
                  </a:cubicBezTo>
                  <a:lnTo>
                    <a:pt x="6050" y="6273"/>
                  </a:lnTo>
                  <a:lnTo>
                    <a:pt x="4182" y="6273"/>
                  </a:lnTo>
                  <a:lnTo>
                    <a:pt x="4182" y="5687"/>
                  </a:lnTo>
                  <a:lnTo>
                    <a:pt x="4489" y="5687"/>
                  </a:lnTo>
                  <a:cubicBezTo>
                    <a:pt x="4684" y="5687"/>
                    <a:pt x="4823" y="5548"/>
                    <a:pt x="4823" y="5381"/>
                  </a:cubicBezTo>
                  <a:cubicBezTo>
                    <a:pt x="4823" y="5213"/>
                    <a:pt x="4684" y="5074"/>
                    <a:pt x="4489" y="5074"/>
                  </a:cubicBezTo>
                  <a:lnTo>
                    <a:pt x="4182" y="5074"/>
                  </a:lnTo>
                  <a:lnTo>
                    <a:pt x="4182" y="4433"/>
                  </a:lnTo>
                  <a:lnTo>
                    <a:pt x="4489" y="4433"/>
                  </a:lnTo>
                  <a:cubicBezTo>
                    <a:pt x="4684" y="4433"/>
                    <a:pt x="4823" y="4294"/>
                    <a:pt x="4823" y="4126"/>
                  </a:cubicBezTo>
                  <a:cubicBezTo>
                    <a:pt x="4823" y="3931"/>
                    <a:pt x="4684" y="3792"/>
                    <a:pt x="4489" y="3792"/>
                  </a:cubicBezTo>
                  <a:lnTo>
                    <a:pt x="4182" y="3792"/>
                  </a:lnTo>
                  <a:lnTo>
                    <a:pt x="4182" y="3179"/>
                  </a:lnTo>
                  <a:lnTo>
                    <a:pt x="4489" y="3179"/>
                  </a:lnTo>
                  <a:cubicBezTo>
                    <a:pt x="4684" y="3179"/>
                    <a:pt x="4823" y="3039"/>
                    <a:pt x="4823" y="2872"/>
                  </a:cubicBezTo>
                  <a:cubicBezTo>
                    <a:pt x="4823" y="2677"/>
                    <a:pt x="4684" y="2537"/>
                    <a:pt x="4489" y="2537"/>
                  </a:cubicBezTo>
                  <a:lnTo>
                    <a:pt x="4182" y="2537"/>
                  </a:lnTo>
                  <a:lnTo>
                    <a:pt x="4182" y="2231"/>
                  </a:lnTo>
                  <a:cubicBezTo>
                    <a:pt x="4182" y="1701"/>
                    <a:pt x="4600" y="1283"/>
                    <a:pt x="5130" y="1283"/>
                  </a:cubicBezTo>
                  <a:close/>
                  <a:moveTo>
                    <a:pt x="2649" y="1952"/>
                  </a:moveTo>
                  <a:cubicBezTo>
                    <a:pt x="3178" y="1952"/>
                    <a:pt x="3597" y="2370"/>
                    <a:pt x="3597" y="2900"/>
                  </a:cubicBezTo>
                  <a:lnTo>
                    <a:pt x="3597" y="6328"/>
                  </a:lnTo>
                  <a:lnTo>
                    <a:pt x="1701" y="6328"/>
                  </a:lnTo>
                  <a:lnTo>
                    <a:pt x="1701" y="2900"/>
                  </a:lnTo>
                  <a:cubicBezTo>
                    <a:pt x="1701" y="2370"/>
                    <a:pt x="2119" y="1952"/>
                    <a:pt x="2649" y="1952"/>
                  </a:cubicBezTo>
                  <a:close/>
                  <a:moveTo>
                    <a:pt x="6969" y="6942"/>
                  </a:moveTo>
                  <a:lnTo>
                    <a:pt x="6969" y="7248"/>
                  </a:lnTo>
                  <a:lnTo>
                    <a:pt x="6997" y="7248"/>
                  </a:lnTo>
                  <a:cubicBezTo>
                    <a:pt x="6997" y="7443"/>
                    <a:pt x="6858" y="7583"/>
                    <a:pt x="6691" y="7583"/>
                  </a:cubicBezTo>
                  <a:lnTo>
                    <a:pt x="1088" y="7583"/>
                  </a:lnTo>
                  <a:cubicBezTo>
                    <a:pt x="920" y="7583"/>
                    <a:pt x="781" y="7443"/>
                    <a:pt x="781" y="7248"/>
                  </a:cubicBezTo>
                  <a:lnTo>
                    <a:pt x="781" y="6942"/>
                  </a:lnTo>
                  <a:close/>
                  <a:moveTo>
                    <a:pt x="6273" y="8168"/>
                  </a:moveTo>
                  <a:lnTo>
                    <a:pt x="5827" y="10092"/>
                  </a:lnTo>
                  <a:lnTo>
                    <a:pt x="1952" y="10092"/>
                  </a:lnTo>
                  <a:lnTo>
                    <a:pt x="1506" y="8168"/>
                  </a:lnTo>
                  <a:close/>
                  <a:moveTo>
                    <a:pt x="5102" y="1"/>
                  </a:moveTo>
                  <a:cubicBezTo>
                    <a:pt x="4907" y="1"/>
                    <a:pt x="4767" y="140"/>
                    <a:pt x="4767" y="307"/>
                  </a:cubicBezTo>
                  <a:lnTo>
                    <a:pt x="4767" y="670"/>
                  </a:lnTo>
                  <a:cubicBezTo>
                    <a:pt x="4572" y="698"/>
                    <a:pt x="4405" y="781"/>
                    <a:pt x="4210" y="921"/>
                  </a:cubicBezTo>
                  <a:lnTo>
                    <a:pt x="3987" y="670"/>
                  </a:lnTo>
                  <a:cubicBezTo>
                    <a:pt x="3931" y="614"/>
                    <a:pt x="3847" y="586"/>
                    <a:pt x="3760" y="586"/>
                  </a:cubicBezTo>
                  <a:cubicBezTo>
                    <a:pt x="3673" y="586"/>
                    <a:pt x="3583" y="614"/>
                    <a:pt x="3513" y="670"/>
                  </a:cubicBezTo>
                  <a:cubicBezTo>
                    <a:pt x="3429" y="781"/>
                    <a:pt x="3429" y="976"/>
                    <a:pt x="3513" y="1116"/>
                  </a:cubicBezTo>
                  <a:lnTo>
                    <a:pt x="3764" y="1367"/>
                  </a:lnTo>
                  <a:cubicBezTo>
                    <a:pt x="3708" y="1478"/>
                    <a:pt x="3652" y="1562"/>
                    <a:pt x="3597" y="1673"/>
                  </a:cubicBezTo>
                  <a:cubicBezTo>
                    <a:pt x="3374" y="1506"/>
                    <a:pt x="3123" y="1367"/>
                    <a:pt x="2872" y="1339"/>
                  </a:cubicBezTo>
                  <a:lnTo>
                    <a:pt x="2872" y="976"/>
                  </a:lnTo>
                  <a:cubicBezTo>
                    <a:pt x="2872" y="809"/>
                    <a:pt x="2732" y="670"/>
                    <a:pt x="2537" y="670"/>
                  </a:cubicBezTo>
                  <a:cubicBezTo>
                    <a:pt x="2370" y="670"/>
                    <a:pt x="2231" y="809"/>
                    <a:pt x="2231" y="976"/>
                  </a:cubicBezTo>
                  <a:lnTo>
                    <a:pt x="2231" y="1339"/>
                  </a:lnTo>
                  <a:cubicBezTo>
                    <a:pt x="2036" y="1367"/>
                    <a:pt x="1840" y="1450"/>
                    <a:pt x="1673" y="1562"/>
                  </a:cubicBezTo>
                  <a:lnTo>
                    <a:pt x="1422" y="1339"/>
                  </a:lnTo>
                  <a:cubicBezTo>
                    <a:pt x="1380" y="1283"/>
                    <a:pt x="1304" y="1255"/>
                    <a:pt x="1220" y="1255"/>
                  </a:cubicBezTo>
                  <a:cubicBezTo>
                    <a:pt x="1137" y="1255"/>
                    <a:pt x="1046" y="1283"/>
                    <a:pt x="976" y="1339"/>
                  </a:cubicBezTo>
                  <a:cubicBezTo>
                    <a:pt x="865" y="1450"/>
                    <a:pt x="865" y="1645"/>
                    <a:pt x="976" y="1785"/>
                  </a:cubicBezTo>
                  <a:lnTo>
                    <a:pt x="1227" y="2036"/>
                  </a:lnTo>
                  <a:cubicBezTo>
                    <a:pt x="1116" y="2203"/>
                    <a:pt x="1032" y="2370"/>
                    <a:pt x="976" y="2593"/>
                  </a:cubicBezTo>
                  <a:lnTo>
                    <a:pt x="642" y="2593"/>
                  </a:lnTo>
                  <a:cubicBezTo>
                    <a:pt x="447" y="2593"/>
                    <a:pt x="307" y="2733"/>
                    <a:pt x="307" y="2900"/>
                  </a:cubicBezTo>
                  <a:cubicBezTo>
                    <a:pt x="307" y="3067"/>
                    <a:pt x="447" y="3206"/>
                    <a:pt x="642" y="3206"/>
                  </a:cubicBezTo>
                  <a:lnTo>
                    <a:pt x="948" y="3206"/>
                  </a:lnTo>
                  <a:lnTo>
                    <a:pt x="948" y="3848"/>
                  </a:lnTo>
                  <a:lnTo>
                    <a:pt x="642" y="3848"/>
                  </a:lnTo>
                  <a:cubicBezTo>
                    <a:pt x="447" y="3848"/>
                    <a:pt x="307" y="3987"/>
                    <a:pt x="307" y="4154"/>
                  </a:cubicBezTo>
                  <a:cubicBezTo>
                    <a:pt x="307" y="4321"/>
                    <a:pt x="447" y="4461"/>
                    <a:pt x="642" y="4461"/>
                  </a:cubicBezTo>
                  <a:lnTo>
                    <a:pt x="948" y="4461"/>
                  </a:lnTo>
                  <a:lnTo>
                    <a:pt x="948" y="5102"/>
                  </a:lnTo>
                  <a:lnTo>
                    <a:pt x="642" y="5102"/>
                  </a:lnTo>
                  <a:cubicBezTo>
                    <a:pt x="447" y="5102"/>
                    <a:pt x="307" y="5241"/>
                    <a:pt x="307" y="5409"/>
                  </a:cubicBezTo>
                  <a:cubicBezTo>
                    <a:pt x="307" y="5576"/>
                    <a:pt x="447" y="5715"/>
                    <a:pt x="642" y="5715"/>
                  </a:cubicBezTo>
                  <a:lnTo>
                    <a:pt x="948" y="5715"/>
                  </a:lnTo>
                  <a:lnTo>
                    <a:pt x="948" y="6356"/>
                  </a:lnTo>
                  <a:lnTo>
                    <a:pt x="307" y="6356"/>
                  </a:lnTo>
                  <a:cubicBezTo>
                    <a:pt x="140" y="6356"/>
                    <a:pt x="1" y="6496"/>
                    <a:pt x="1" y="6663"/>
                  </a:cubicBezTo>
                  <a:lnTo>
                    <a:pt x="1" y="7304"/>
                  </a:lnTo>
                  <a:cubicBezTo>
                    <a:pt x="1" y="7722"/>
                    <a:pt x="279" y="8085"/>
                    <a:pt x="697" y="8196"/>
                  </a:cubicBezTo>
                  <a:lnTo>
                    <a:pt x="1255" y="10538"/>
                  </a:lnTo>
                  <a:cubicBezTo>
                    <a:pt x="1283" y="10677"/>
                    <a:pt x="1422" y="10789"/>
                    <a:pt x="1562" y="10789"/>
                  </a:cubicBezTo>
                  <a:lnTo>
                    <a:pt x="5910" y="10789"/>
                  </a:lnTo>
                  <a:cubicBezTo>
                    <a:pt x="6050" y="10789"/>
                    <a:pt x="6217" y="10677"/>
                    <a:pt x="6245" y="10538"/>
                  </a:cubicBezTo>
                  <a:lnTo>
                    <a:pt x="6802" y="8196"/>
                  </a:lnTo>
                  <a:cubicBezTo>
                    <a:pt x="7165" y="8085"/>
                    <a:pt x="7499" y="7722"/>
                    <a:pt x="7499" y="7304"/>
                  </a:cubicBezTo>
                  <a:lnTo>
                    <a:pt x="7499" y="6663"/>
                  </a:lnTo>
                  <a:cubicBezTo>
                    <a:pt x="7638" y="6468"/>
                    <a:pt x="7499" y="6328"/>
                    <a:pt x="7332" y="6328"/>
                  </a:cubicBezTo>
                  <a:lnTo>
                    <a:pt x="6691" y="6328"/>
                  </a:lnTo>
                  <a:lnTo>
                    <a:pt x="6691" y="5074"/>
                  </a:lnTo>
                  <a:lnTo>
                    <a:pt x="6997" y="5074"/>
                  </a:lnTo>
                  <a:cubicBezTo>
                    <a:pt x="7192" y="5074"/>
                    <a:pt x="7332" y="4935"/>
                    <a:pt x="7332" y="4740"/>
                  </a:cubicBezTo>
                  <a:cubicBezTo>
                    <a:pt x="7332" y="4572"/>
                    <a:pt x="7192" y="4433"/>
                    <a:pt x="6997" y="4433"/>
                  </a:cubicBezTo>
                  <a:lnTo>
                    <a:pt x="6691" y="4433"/>
                  </a:lnTo>
                  <a:lnTo>
                    <a:pt x="6691" y="3820"/>
                  </a:lnTo>
                  <a:lnTo>
                    <a:pt x="6997" y="3820"/>
                  </a:lnTo>
                  <a:cubicBezTo>
                    <a:pt x="7192" y="3820"/>
                    <a:pt x="7332" y="3680"/>
                    <a:pt x="7332" y="3485"/>
                  </a:cubicBezTo>
                  <a:cubicBezTo>
                    <a:pt x="7332" y="3318"/>
                    <a:pt x="7192" y="3179"/>
                    <a:pt x="6997" y="3179"/>
                  </a:cubicBezTo>
                  <a:lnTo>
                    <a:pt x="6691" y="3179"/>
                  </a:lnTo>
                  <a:lnTo>
                    <a:pt x="6691" y="2537"/>
                  </a:lnTo>
                  <a:lnTo>
                    <a:pt x="6997" y="2537"/>
                  </a:lnTo>
                  <a:cubicBezTo>
                    <a:pt x="7192" y="2537"/>
                    <a:pt x="7332" y="2398"/>
                    <a:pt x="7332" y="2231"/>
                  </a:cubicBezTo>
                  <a:cubicBezTo>
                    <a:pt x="7332" y="2064"/>
                    <a:pt x="7192" y="1924"/>
                    <a:pt x="6997" y="1924"/>
                  </a:cubicBezTo>
                  <a:lnTo>
                    <a:pt x="6663" y="1924"/>
                  </a:lnTo>
                  <a:cubicBezTo>
                    <a:pt x="6635" y="1701"/>
                    <a:pt x="6551" y="1534"/>
                    <a:pt x="6412" y="1367"/>
                  </a:cubicBezTo>
                  <a:lnTo>
                    <a:pt x="6663" y="1116"/>
                  </a:lnTo>
                  <a:cubicBezTo>
                    <a:pt x="6774" y="1004"/>
                    <a:pt x="6774" y="809"/>
                    <a:pt x="6663" y="670"/>
                  </a:cubicBezTo>
                  <a:cubicBezTo>
                    <a:pt x="6607" y="614"/>
                    <a:pt x="6530" y="586"/>
                    <a:pt x="6450" y="586"/>
                  </a:cubicBezTo>
                  <a:cubicBezTo>
                    <a:pt x="6370" y="586"/>
                    <a:pt x="6286" y="614"/>
                    <a:pt x="6217" y="670"/>
                  </a:cubicBezTo>
                  <a:lnTo>
                    <a:pt x="5966" y="921"/>
                  </a:lnTo>
                  <a:cubicBezTo>
                    <a:pt x="5799" y="809"/>
                    <a:pt x="5604" y="726"/>
                    <a:pt x="5408" y="670"/>
                  </a:cubicBezTo>
                  <a:lnTo>
                    <a:pt x="5408" y="307"/>
                  </a:lnTo>
                  <a:cubicBezTo>
                    <a:pt x="5408" y="140"/>
                    <a:pt x="5269" y="1"/>
                    <a:pt x="510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2" name="Google Shape;3302;p47"/>
            <p:cNvSpPr/>
            <p:nvPr/>
          </p:nvSpPr>
          <p:spPr>
            <a:xfrm>
              <a:off x="-47242037" y="188100"/>
              <a:ext cx="15350" cy="31375"/>
            </a:xfrm>
            <a:custGeom>
              <a:rect b="b" l="l" r="r" t="t"/>
              <a:pathLst>
                <a:path extrusionOk="0" h="1255" w="614">
                  <a:moveTo>
                    <a:pt x="307" y="0"/>
                  </a:moveTo>
                  <a:cubicBezTo>
                    <a:pt x="140" y="0"/>
                    <a:pt x="0" y="140"/>
                    <a:pt x="0" y="307"/>
                  </a:cubicBezTo>
                  <a:lnTo>
                    <a:pt x="0" y="948"/>
                  </a:lnTo>
                  <a:cubicBezTo>
                    <a:pt x="0" y="1115"/>
                    <a:pt x="140" y="1255"/>
                    <a:pt x="307" y="1255"/>
                  </a:cubicBezTo>
                  <a:cubicBezTo>
                    <a:pt x="474" y="1255"/>
                    <a:pt x="613" y="1115"/>
                    <a:pt x="613" y="948"/>
                  </a:cubicBezTo>
                  <a:lnTo>
                    <a:pt x="613" y="307"/>
                  </a:lnTo>
                  <a:cubicBezTo>
                    <a:pt x="613" y="140"/>
                    <a:pt x="474" y="0"/>
                    <a:pt x="30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3" name="Google Shape;3303;p47"/>
            <p:cNvSpPr/>
            <p:nvPr/>
          </p:nvSpPr>
          <p:spPr>
            <a:xfrm>
              <a:off x="-47242037" y="234775"/>
              <a:ext cx="15350" cy="31400"/>
            </a:xfrm>
            <a:custGeom>
              <a:rect b="b" l="l" r="r" t="t"/>
              <a:pathLst>
                <a:path extrusionOk="0" h="1256" w="614">
                  <a:moveTo>
                    <a:pt x="307" y="1"/>
                  </a:moveTo>
                  <a:cubicBezTo>
                    <a:pt x="140" y="1"/>
                    <a:pt x="0" y="140"/>
                    <a:pt x="0" y="335"/>
                  </a:cubicBezTo>
                  <a:lnTo>
                    <a:pt x="0" y="949"/>
                  </a:lnTo>
                  <a:cubicBezTo>
                    <a:pt x="0" y="1116"/>
                    <a:pt x="140" y="1255"/>
                    <a:pt x="307" y="1255"/>
                  </a:cubicBezTo>
                  <a:cubicBezTo>
                    <a:pt x="474" y="1255"/>
                    <a:pt x="613" y="1116"/>
                    <a:pt x="613" y="949"/>
                  </a:cubicBezTo>
                  <a:lnTo>
                    <a:pt x="613" y="335"/>
                  </a:lnTo>
                  <a:cubicBezTo>
                    <a:pt x="613" y="140"/>
                    <a:pt x="474" y="1"/>
                    <a:pt x="30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4" name="Google Shape;3304;p47"/>
            <p:cNvSpPr/>
            <p:nvPr/>
          </p:nvSpPr>
          <p:spPr>
            <a:xfrm>
              <a:off x="-47180012" y="172075"/>
              <a:ext cx="15350" cy="31375"/>
            </a:xfrm>
            <a:custGeom>
              <a:rect b="b" l="l" r="r" t="t"/>
              <a:pathLst>
                <a:path extrusionOk="0" h="1255" w="614">
                  <a:moveTo>
                    <a:pt x="307" y="0"/>
                  </a:moveTo>
                  <a:cubicBezTo>
                    <a:pt x="139" y="0"/>
                    <a:pt x="0" y="139"/>
                    <a:pt x="0" y="335"/>
                  </a:cubicBezTo>
                  <a:lnTo>
                    <a:pt x="0" y="948"/>
                  </a:lnTo>
                  <a:cubicBezTo>
                    <a:pt x="0" y="1115"/>
                    <a:pt x="139" y="1254"/>
                    <a:pt x="307" y="1254"/>
                  </a:cubicBezTo>
                  <a:cubicBezTo>
                    <a:pt x="474" y="1254"/>
                    <a:pt x="613" y="1115"/>
                    <a:pt x="613" y="948"/>
                  </a:cubicBezTo>
                  <a:lnTo>
                    <a:pt x="613" y="335"/>
                  </a:lnTo>
                  <a:cubicBezTo>
                    <a:pt x="613" y="139"/>
                    <a:pt x="474" y="0"/>
                    <a:pt x="30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5" name="Google Shape;3305;p47"/>
            <p:cNvSpPr/>
            <p:nvPr/>
          </p:nvSpPr>
          <p:spPr>
            <a:xfrm>
              <a:off x="-47180012" y="218050"/>
              <a:ext cx="15350" cy="32100"/>
            </a:xfrm>
            <a:custGeom>
              <a:rect b="b" l="l" r="r" t="t"/>
              <a:pathLst>
                <a:path extrusionOk="0" h="1284" w="614">
                  <a:moveTo>
                    <a:pt x="307" y="1"/>
                  </a:moveTo>
                  <a:cubicBezTo>
                    <a:pt x="139" y="1"/>
                    <a:pt x="0" y="140"/>
                    <a:pt x="0" y="335"/>
                  </a:cubicBezTo>
                  <a:lnTo>
                    <a:pt x="0" y="949"/>
                  </a:lnTo>
                  <a:cubicBezTo>
                    <a:pt x="0" y="1144"/>
                    <a:pt x="139" y="1283"/>
                    <a:pt x="307" y="1283"/>
                  </a:cubicBezTo>
                  <a:cubicBezTo>
                    <a:pt x="474" y="1283"/>
                    <a:pt x="613" y="1144"/>
                    <a:pt x="613" y="949"/>
                  </a:cubicBezTo>
                  <a:lnTo>
                    <a:pt x="613" y="335"/>
                  </a:lnTo>
                  <a:cubicBezTo>
                    <a:pt x="613" y="140"/>
                    <a:pt x="474" y="1"/>
                    <a:pt x="30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06" name="Google Shape;3306;p47"/>
          <p:cNvGrpSpPr/>
          <p:nvPr/>
        </p:nvGrpSpPr>
        <p:grpSpPr>
          <a:xfrm>
            <a:off x="5087502" y="1559222"/>
            <a:ext cx="284871" cy="282762"/>
            <a:chOff x="-13966675" y="1639700"/>
            <a:chExt cx="354450" cy="351825"/>
          </a:xfrm>
        </p:grpSpPr>
        <p:sp>
          <p:nvSpPr>
            <p:cNvPr id="3307" name="Google Shape;3307;p47"/>
            <p:cNvSpPr/>
            <p:nvPr/>
          </p:nvSpPr>
          <p:spPr>
            <a:xfrm>
              <a:off x="-13776875" y="1888525"/>
              <a:ext cx="104775" cy="37625"/>
            </a:xfrm>
            <a:custGeom>
              <a:rect b="b" l="l" r="r" t="t"/>
              <a:pathLst>
                <a:path extrusionOk="0" h="1505" w="4191">
                  <a:moveTo>
                    <a:pt x="442" y="0"/>
                  </a:moveTo>
                  <a:cubicBezTo>
                    <a:pt x="339" y="0"/>
                    <a:pt x="237" y="40"/>
                    <a:pt x="158" y="118"/>
                  </a:cubicBezTo>
                  <a:cubicBezTo>
                    <a:pt x="1" y="276"/>
                    <a:pt x="1" y="559"/>
                    <a:pt x="158" y="717"/>
                  </a:cubicBezTo>
                  <a:cubicBezTo>
                    <a:pt x="725" y="1253"/>
                    <a:pt x="1418" y="1505"/>
                    <a:pt x="2112" y="1505"/>
                  </a:cubicBezTo>
                  <a:cubicBezTo>
                    <a:pt x="2805" y="1505"/>
                    <a:pt x="3498" y="1221"/>
                    <a:pt x="4033" y="717"/>
                  </a:cubicBezTo>
                  <a:cubicBezTo>
                    <a:pt x="4191" y="559"/>
                    <a:pt x="4191" y="276"/>
                    <a:pt x="4033" y="118"/>
                  </a:cubicBezTo>
                  <a:cubicBezTo>
                    <a:pt x="3955" y="40"/>
                    <a:pt x="3844" y="0"/>
                    <a:pt x="3734" y="0"/>
                  </a:cubicBezTo>
                  <a:cubicBezTo>
                    <a:pt x="3624" y="0"/>
                    <a:pt x="3514" y="40"/>
                    <a:pt x="3435" y="118"/>
                  </a:cubicBezTo>
                  <a:cubicBezTo>
                    <a:pt x="3057" y="496"/>
                    <a:pt x="2568" y="685"/>
                    <a:pt x="2080" y="685"/>
                  </a:cubicBezTo>
                  <a:cubicBezTo>
                    <a:pt x="1592" y="685"/>
                    <a:pt x="1103" y="496"/>
                    <a:pt x="725" y="118"/>
                  </a:cubicBezTo>
                  <a:cubicBezTo>
                    <a:pt x="647" y="40"/>
                    <a:pt x="544" y="0"/>
                    <a:pt x="4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8" name="Google Shape;3308;p47"/>
            <p:cNvSpPr/>
            <p:nvPr/>
          </p:nvSpPr>
          <p:spPr>
            <a:xfrm>
              <a:off x="-13966675" y="1639700"/>
              <a:ext cx="354450" cy="351825"/>
            </a:xfrm>
            <a:custGeom>
              <a:rect b="b" l="l" r="r" t="t"/>
              <a:pathLst>
                <a:path extrusionOk="0" h="14073" w="14178">
                  <a:moveTo>
                    <a:pt x="8412" y="998"/>
                  </a:moveTo>
                  <a:lnTo>
                    <a:pt x="8412" y="4085"/>
                  </a:lnTo>
                  <a:cubicBezTo>
                    <a:pt x="7467" y="3959"/>
                    <a:pt x="6585" y="3739"/>
                    <a:pt x="5671" y="3361"/>
                  </a:cubicBezTo>
                  <a:cubicBezTo>
                    <a:pt x="5625" y="3349"/>
                    <a:pt x="5574" y="3342"/>
                    <a:pt x="5523" y="3342"/>
                  </a:cubicBezTo>
                  <a:cubicBezTo>
                    <a:pt x="5434" y="3342"/>
                    <a:pt x="5341" y="3364"/>
                    <a:pt x="5261" y="3424"/>
                  </a:cubicBezTo>
                  <a:cubicBezTo>
                    <a:pt x="5167" y="3487"/>
                    <a:pt x="5072" y="3613"/>
                    <a:pt x="5072" y="3770"/>
                  </a:cubicBezTo>
                  <a:lnTo>
                    <a:pt x="5072" y="6669"/>
                  </a:lnTo>
                  <a:cubicBezTo>
                    <a:pt x="4957" y="6656"/>
                    <a:pt x="4841" y="6650"/>
                    <a:pt x="4724" y="6650"/>
                  </a:cubicBezTo>
                  <a:cubicBezTo>
                    <a:pt x="3979" y="6650"/>
                    <a:pt x="3223" y="6912"/>
                    <a:pt x="2678" y="7456"/>
                  </a:cubicBezTo>
                  <a:cubicBezTo>
                    <a:pt x="2520" y="7614"/>
                    <a:pt x="2520" y="7898"/>
                    <a:pt x="2678" y="8055"/>
                  </a:cubicBezTo>
                  <a:cubicBezTo>
                    <a:pt x="2757" y="8134"/>
                    <a:pt x="2867" y="8173"/>
                    <a:pt x="2977" y="8173"/>
                  </a:cubicBezTo>
                  <a:cubicBezTo>
                    <a:pt x="3088" y="8173"/>
                    <a:pt x="3198" y="8134"/>
                    <a:pt x="3277" y="8055"/>
                  </a:cubicBezTo>
                  <a:cubicBezTo>
                    <a:pt x="3639" y="7692"/>
                    <a:pt x="4132" y="7497"/>
                    <a:pt x="4627" y="7497"/>
                  </a:cubicBezTo>
                  <a:cubicBezTo>
                    <a:pt x="4776" y="7497"/>
                    <a:pt x="4926" y="7514"/>
                    <a:pt x="5072" y="7551"/>
                  </a:cubicBezTo>
                  <a:lnTo>
                    <a:pt x="5072" y="8654"/>
                  </a:lnTo>
                  <a:cubicBezTo>
                    <a:pt x="5072" y="9032"/>
                    <a:pt x="5104" y="9441"/>
                    <a:pt x="5198" y="9788"/>
                  </a:cubicBezTo>
                  <a:cubicBezTo>
                    <a:pt x="5041" y="9819"/>
                    <a:pt x="4852" y="9914"/>
                    <a:pt x="4631" y="9945"/>
                  </a:cubicBezTo>
                  <a:cubicBezTo>
                    <a:pt x="2489" y="9473"/>
                    <a:pt x="914" y="7551"/>
                    <a:pt x="914" y="5346"/>
                  </a:cubicBezTo>
                  <a:lnTo>
                    <a:pt x="914" y="998"/>
                  </a:lnTo>
                  <a:lnTo>
                    <a:pt x="945" y="998"/>
                  </a:lnTo>
                  <a:cubicBezTo>
                    <a:pt x="2111" y="1408"/>
                    <a:pt x="3434" y="1628"/>
                    <a:pt x="4694" y="1628"/>
                  </a:cubicBezTo>
                  <a:cubicBezTo>
                    <a:pt x="5954" y="1628"/>
                    <a:pt x="7246" y="1439"/>
                    <a:pt x="8412" y="998"/>
                  </a:cubicBezTo>
                  <a:close/>
                  <a:moveTo>
                    <a:pt x="13421" y="4369"/>
                  </a:moveTo>
                  <a:lnTo>
                    <a:pt x="13421" y="8654"/>
                  </a:lnTo>
                  <a:cubicBezTo>
                    <a:pt x="13421" y="10890"/>
                    <a:pt x="11846" y="12812"/>
                    <a:pt x="9672" y="13285"/>
                  </a:cubicBezTo>
                  <a:cubicBezTo>
                    <a:pt x="7530" y="12812"/>
                    <a:pt x="5986" y="10859"/>
                    <a:pt x="5986" y="8654"/>
                  </a:cubicBezTo>
                  <a:lnTo>
                    <a:pt x="5986" y="4369"/>
                  </a:lnTo>
                  <a:cubicBezTo>
                    <a:pt x="7215" y="4779"/>
                    <a:pt x="8475" y="4999"/>
                    <a:pt x="9672" y="4999"/>
                  </a:cubicBezTo>
                  <a:cubicBezTo>
                    <a:pt x="10932" y="4936"/>
                    <a:pt x="12192" y="4747"/>
                    <a:pt x="13421" y="4369"/>
                  </a:cubicBezTo>
                  <a:close/>
                  <a:moveTo>
                    <a:pt x="430" y="1"/>
                  </a:moveTo>
                  <a:cubicBezTo>
                    <a:pt x="348" y="1"/>
                    <a:pt x="263" y="16"/>
                    <a:pt x="189" y="53"/>
                  </a:cubicBezTo>
                  <a:cubicBezTo>
                    <a:pt x="95" y="147"/>
                    <a:pt x="0" y="273"/>
                    <a:pt x="0" y="431"/>
                  </a:cubicBezTo>
                  <a:lnTo>
                    <a:pt x="0" y="5346"/>
                  </a:lnTo>
                  <a:cubicBezTo>
                    <a:pt x="126" y="7929"/>
                    <a:pt x="2016" y="10260"/>
                    <a:pt x="4600" y="10764"/>
                  </a:cubicBezTo>
                  <a:lnTo>
                    <a:pt x="4757" y="10764"/>
                  </a:lnTo>
                  <a:cubicBezTo>
                    <a:pt x="5009" y="10733"/>
                    <a:pt x="5230" y="10670"/>
                    <a:pt x="5482" y="10575"/>
                  </a:cubicBezTo>
                  <a:cubicBezTo>
                    <a:pt x="6144" y="12340"/>
                    <a:pt x="7687" y="13726"/>
                    <a:pt x="9578" y="14072"/>
                  </a:cubicBezTo>
                  <a:lnTo>
                    <a:pt x="9735" y="14072"/>
                  </a:lnTo>
                  <a:cubicBezTo>
                    <a:pt x="12318" y="13568"/>
                    <a:pt x="14177" y="11237"/>
                    <a:pt x="14177" y="8622"/>
                  </a:cubicBezTo>
                  <a:lnTo>
                    <a:pt x="14177" y="3770"/>
                  </a:lnTo>
                  <a:cubicBezTo>
                    <a:pt x="14177" y="3644"/>
                    <a:pt x="14114" y="3487"/>
                    <a:pt x="13988" y="3424"/>
                  </a:cubicBezTo>
                  <a:cubicBezTo>
                    <a:pt x="13908" y="3364"/>
                    <a:pt x="13816" y="3342"/>
                    <a:pt x="13727" y="3342"/>
                  </a:cubicBezTo>
                  <a:cubicBezTo>
                    <a:pt x="13675" y="3342"/>
                    <a:pt x="13625" y="3349"/>
                    <a:pt x="13579" y="3361"/>
                  </a:cubicBezTo>
                  <a:cubicBezTo>
                    <a:pt x="12318" y="3896"/>
                    <a:pt x="10995" y="4117"/>
                    <a:pt x="9609" y="4117"/>
                  </a:cubicBezTo>
                  <a:lnTo>
                    <a:pt x="9231" y="4117"/>
                  </a:lnTo>
                  <a:lnTo>
                    <a:pt x="9231" y="431"/>
                  </a:lnTo>
                  <a:cubicBezTo>
                    <a:pt x="9231" y="305"/>
                    <a:pt x="9136" y="147"/>
                    <a:pt x="9010" y="53"/>
                  </a:cubicBezTo>
                  <a:cubicBezTo>
                    <a:pt x="8955" y="16"/>
                    <a:pt x="8878" y="1"/>
                    <a:pt x="8799" y="1"/>
                  </a:cubicBezTo>
                  <a:cubicBezTo>
                    <a:pt x="8742" y="1"/>
                    <a:pt x="8685" y="8"/>
                    <a:pt x="8632" y="21"/>
                  </a:cubicBezTo>
                  <a:cubicBezTo>
                    <a:pt x="7372" y="525"/>
                    <a:pt x="5986" y="777"/>
                    <a:pt x="4600" y="777"/>
                  </a:cubicBezTo>
                  <a:cubicBezTo>
                    <a:pt x="3245" y="777"/>
                    <a:pt x="1859" y="494"/>
                    <a:pt x="599" y="21"/>
                  </a:cubicBezTo>
                  <a:cubicBezTo>
                    <a:pt x="546" y="8"/>
                    <a:pt x="489" y="1"/>
                    <a:pt x="43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9" name="Google Shape;3309;p47"/>
            <p:cNvSpPr/>
            <p:nvPr/>
          </p:nvSpPr>
          <p:spPr>
            <a:xfrm>
              <a:off x="-13923375" y="1723125"/>
              <a:ext cx="64625" cy="40925"/>
            </a:xfrm>
            <a:custGeom>
              <a:rect b="b" l="l" r="r" t="t"/>
              <a:pathLst>
                <a:path extrusionOk="0" h="1637" w="2585">
                  <a:moveTo>
                    <a:pt x="2113" y="1"/>
                  </a:moveTo>
                  <a:cubicBezTo>
                    <a:pt x="2061" y="1"/>
                    <a:pt x="2008" y="9"/>
                    <a:pt x="1954" y="24"/>
                  </a:cubicBezTo>
                  <a:lnTo>
                    <a:pt x="284" y="843"/>
                  </a:lnTo>
                  <a:cubicBezTo>
                    <a:pt x="64" y="969"/>
                    <a:pt x="1" y="1221"/>
                    <a:pt x="64" y="1410"/>
                  </a:cubicBezTo>
                  <a:cubicBezTo>
                    <a:pt x="156" y="1548"/>
                    <a:pt x="316" y="1636"/>
                    <a:pt x="469" y="1636"/>
                  </a:cubicBezTo>
                  <a:cubicBezTo>
                    <a:pt x="525" y="1636"/>
                    <a:pt x="580" y="1624"/>
                    <a:pt x="631" y="1599"/>
                  </a:cubicBezTo>
                  <a:lnTo>
                    <a:pt x="2332" y="780"/>
                  </a:lnTo>
                  <a:cubicBezTo>
                    <a:pt x="2521" y="654"/>
                    <a:pt x="2584" y="433"/>
                    <a:pt x="2521" y="244"/>
                  </a:cubicBezTo>
                  <a:cubicBezTo>
                    <a:pt x="2426" y="77"/>
                    <a:pt x="2276" y="1"/>
                    <a:pt x="211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0" name="Google Shape;3310;p47"/>
            <p:cNvSpPr/>
            <p:nvPr/>
          </p:nvSpPr>
          <p:spPr>
            <a:xfrm>
              <a:off x="-13798125" y="1805500"/>
              <a:ext cx="66175" cy="41575"/>
            </a:xfrm>
            <a:custGeom>
              <a:rect b="b" l="l" r="r" t="t"/>
              <a:pathLst>
                <a:path extrusionOk="0" h="1663" w="2647">
                  <a:moveTo>
                    <a:pt x="504" y="0"/>
                  </a:moveTo>
                  <a:cubicBezTo>
                    <a:pt x="350" y="0"/>
                    <a:pt x="188" y="94"/>
                    <a:pt x="95" y="257"/>
                  </a:cubicBezTo>
                  <a:cubicBezTo>
                    <a:pt x="0" y="446"/>
                    <a:pt x="95" y="667"/>
                    <a:pt x="315" y="793"/>
                  </a:cubicBezTo>
                  <a:lnTo>
                    <a:pt x="1953" y="1612"/>
                  </a:lnTo>
                  <a:cubicBezTo>
                    <a:pt x="2006" y="1647"/>
                    <a:pt x="2064" y="1663"/>
                    <a:pt x="2122" y="1663"/>
                  </a:cubicBezTo>
                  <a:cubicBezTo>
                    <a:pt x="2273" y="1663"/>
                    <a:pt x="2430" y="1559"/>
                    <a:pt x="2521" y="1423"/>
                  </a:cubicBezTo>
                  <a:cubicBezTo>
                    <a:pt x="2647" y="1234"/>
                    <a:pt x="2521" y="982"/>
                    <a:pt x="2300" y="887"/>
                  </a:cubicBezTo>
                  <a:lnTo>
                    <a:pt x="662" y="37"/>
                  </a:lnTo>
                  <a:cubicBezTo>
                    <a:pt x="612" y="12"/>
                    <a:pt x="559" y="0"/>
                    <a:pt x="50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1" name="Google Shape;3311;p47"/>
            <p:cNvSpPr/>
            <p:nvPr/>
          </p:nvSpPr>
          <p:spPr>
            <a:xfrm>
              <a:off x="-13714650" y="1805825"/>
              <a:ext cx="63825" cy="41250"/>
            </a:xfrm>
            <a:custGeom>
              <a:rect b="b" l="l" r="r" t="t"/>
              <a:pathLst>
                <a:path extrusionOk="0" h="1650" w="2553">
                  <a:moveTo>
                    <a:pt x="2068" y="1"/>
                  </a:moveTo>
                  <a:cubicBezTo>
                    <a:pt x="2018" y="1"/>
                    <a:pt x="1968" y="9"/>
                    <a:pt x="1922" y="24"/>
                  </a:cubicBezTo>
                  <a:lnTo>
                    <a:pt x="284" y="874"/>
                  </a:lnTo>
                  <a:cubicBezTo>
                    <a:pt x="64" y="969"/>
                    <a:pt x="1" y="1221"/>
                    <a:pt x="64" y="1410"/>
                  </a:cubicBezTo>
                  <a:cubicBezTo>
                    <a:pt x="132" y="1546"/>
                    <a:pt x="298" y="1650"/>
                    <a:pt x="456" y="1650"/>
                  </a:cubicBezTo>
                  <a:cubicBezTo>
                    <a:pt x="518" y="1650"/>
                    <a:pt x="578" y="1634"/>
                    <a:pt x="631" y="1599"/>
                  </a:cubicBezTo>
                  <a:lnTo>
                    <a:pt x="2269" y="780"/>
                  </a:lnTo>
                  <a:cubicBezTo>
                    <a:pt x="2490" y="654"/>
                    <a:pt x="2553" y="433"/>
                    <a:pt x="2490" y="244"/>
                  </a:cubicBezTo>
                  <a:cubicBezTo>
                    <a:pt x="2394" y="77"/>
                    <a:pt x="2226" y="1"/>
                    <a:pt x="206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12" name="Google Shape;3312;p47"/>
          <p:cNvSpPr/>
          <p:nvPr/>
        </p:nvSpPr>
        <p:spPr>
          <a:xfrm>
            <a:off x="5088135" y="1993903"/>
            <a:ext cx="283606" cy="284249"/>
          </a:xfrm>
          <a:custGeom>
            <a:rect b="b" l="l" r="r" t="t"/>
            <a:pathLst>
              <a:path extrusionOk="0" h="14147" w="14115">
                <a:moveTo>
                  <a:pt x="8349" y="883"/>
                </a:moveTo>
                <a:lnTo>
                  <a:pt x="8349" y="2080"/>
                </a:lnTo>
                <a:cubicBezTo>
                  <a:pt x="7971" y="2364"/>
                  <a:pt x="7498" y="2521"/>
                  <a:pt x="7089" y="2521"/>
                </a:cubicBezTo>
                <a:cubicBezTo>
                  <a:pt x="6616" y="2521"/>
                  <a:pt x="6175" y="2364"/>
                  <a:pt x="5828" y="2080"/>
                </a:cubicBezTo>
                <a:lnTo>
                  <a:pt x="5828" y="883"/>
                </a:lnTo>
                <a:close/>
                <a:moveTo>
                  <a:pt x="4946" y="820"/>
                </a:moveTo>
                <a:lnTo>
                  <a:pt x="4946" y="2931"/>
                </a:lnTo>
                <a:cubicBezTo>
                  <a:pt x="4946" y="4380"/>
                  <a:pt x="3844" y="5609"/>
                  <a:pt x="2457" y="5798"/>
                </a:cubicBezTo>
                <a:cubicBezTo>
                  <a:pt x="2993" y="5294"/>
                  <a:pt x="3308" y="4538"/>
                  <a:pt x="3308" y="3750"/>
                </a:cubicBezTo>
                <a:lnTo>
                  <a:pt x="3308" y="2080"/>
                </a:lnTo>
                <a:cubicBezTo>
                  <a:pt x="3308" y="1860"/>
                  <a:pt x="3088" y="1671"/>
                  <a:pt x="2899" y="1671"/>
                </a:cubicBezTo>
                <a:cubicBezTo>
                  <a:pt x="2678" y="1671"/>
                  <a:pt x="2457" y="1860"/>
                  <a:pt x="2457" y="2080"/>
                </a:cubicBezTo>
                <a:lnTo>
                  <a:pt x="2457" y="3750"/>
                </a:lnTo>
                <a:cubicBezTo>
                  <a:pt x="2457" y="4727"/>
                  <a:pt x="1764" y="5609"/>
                  <a:pt x="819" y="5766"/>
                </a:cubicBezTo>
                <a:lnTo>
                  <a:pt x="819" y="820"/>
                </a:lnTo>
                <a:close/>
                <a:moveTo>
                  <a:pt x="13295" y="820"/>
                </a:moveTo>
                <a:lnTo>
                  <a:pt x="13295" y="5766"/>
                </a:lnTo>
                <a:cubicBezTo>
                  <a:pt x="12350" y="5546"/>
                  <a:pt x="11657" y="4727"/>
                  <a:pt x="11657" y="3750"/>
                </a:cubicBezTo>
                <a:lnTo>
                  <a:pt x="11657" y="2080"/>
                </a:lnTo>
                <a:cubicBezTo>
                  <a:pt x="11657" y="1860"/>
                  <a:pt x="11436" y="1671"/>
                  <a:pt x="11247" y="1671"/>
                </a:cubicBezTo>
                <a:cubicBezTo>
                  <a:pt x="11027" y="1671"/>
                  <a:pt x="10806" y="1860"/>
                  <a:pt x="10806" y="2080"/>
                </a:cubicBezTo>
                <a:lnTo>
                  <a:pt x="10806" y="3750"/>
                </a:lnTo>
                <a:cubicBezTo>
                  <a:pt x="10806" y="4538"/>
                  <a:pt x="11121" y="5294"/>
                  <a:pt x="11657" y="5798"/>
                </a:cubicBezTo>
                <a:cubicBezTo>
                  <a:pt x="10239" y="5609"/>
                  <a:pt x="9168" y="4380"/>
                  <a:pt x="9168" y="2899"/>
                </a:cubicBezTo>
                <a:lnTo>
                  <a:pt x="9168" y="820"/>
                </a:lnTo>
                <a:close/>
                <a:moveTo>
                  <a:pt x="8286" y="3025"/>
                </a:moveTo>
                <a:cubicBezTo>
                  <a:pt x="8349" y="4538"/>
                  <a:pt x="9326" y="5829"/>
                  <a:pt x="10649" y="6396"/>
                </a:cubicBezTo>
                <a:lnTo>
                  <a:pt x="9704" y="8318"/>
                </a:lnTo>
                <a:lnTo>
                  <a:pt x="4411" y="8318"/>
                </a:lnTo>
                <a:lnTo>
                  <a:pt x="3466" y="6396"/>
                </a:lnTo>
                <a:cubicBezTo>
                  <a:pt x="4757" y="5829"/>
                  <a:pt x="5734" y="4569"/>
                  <a:pt x="5765" y="3025"/>
                </a:cubicBezTo>
                <a:cubicBezTo>
                  <a:pt x="6175" y="3246"/>
                  <a:pt x="6616" y="3309"/>
                  <a:pt x="7026" y="3309"/>
                </a:cubicBezTo>
                <a:cubicBezTo>
                  <a:pt x="7467" y="3309"/>
                  <a:pt x="7908" y="3183"/>
                  <a:pt x="8286" y="3025"/>
                </a:cubicBezTo>
                <a:close/>
                <a:moveTo>
                  <a:pt x="13295" y="6617"/>
                </a:moveTo>
                <a:lnTo>
                  <a:pt x="13295" y="10555"/>
                </a:lnTo>
                <a:cubicBezTo>
                  <a:pt x="13169" y="10681"/>
                  <a:pt x="13012" y="10744"/>
                  <a:pt x="12854" y="10744"/>
                </a:cubicBezTo>
                <a:cubicBezTo>
                  <a:pt x="12665" y="10744"/>
                  <a:pt x="12508" y="10681"/>
                  <a:pt x="12382" y="10492"/>
                </a:cubicBezTo>
                <a:cubicBezTo>
                  <a:pt x="12129" y="10083"/>
                  <a:pt x="11688" y="9862"/>
                  <a:pt x="11216" y="9862"/>
                </a:cubicBezTo>
                <a:cubicBezTo>
                  <a:pt x="10743" y="9862"/>
                  <a:pt x="10302" y="10083"/>
                  <a:pt x="10019" y="10492"/>
                </a:cubicBezTo>
                <a:cubicBezTo>
                  <a:pt x="9956" y="10650"/>
                  <a:pt x="9798" y="10713"/>
                  <a:pt x="9609" y="10713"/>
                </a:cubicBezTo>
                <a:lnTo>
                  <a:pt x="9389" y="10713"/>
                </a:lnTo>
                <a:lnTo>
                  <a:pt x="11499" y="6617"/>
                </a:lnTo>
                <a:close/>
                <a:moveTo>
                  <a:pt x="2615" y="6617"/>
                </a:moveTo>
                <a:lnTo>
                  <a:pt x="4663" y="10744"/>
                </a:lnTo>
                <a:lnTo>
                  <a:pt x="4474" y="10744"/>
                </a:lnTo>
                <a:cubicBezTo>
                  <a:pt x="4316" y="10713"/>
                  <a:pt x="4159" y="10618"/>
                  <a:pt x="4033" y="10524"/>
                </a:cubicBezTo>
                <a:cubicBezTo>
                  <a:pt x="3781" y="10114"/>
                  <a:pt x="3340" y="9893"/>
                  <a:pt x="2867" y="9893"/>
                </a:cubicBezTo>
                <a:cubicBezTo>
                  <a:pt x="2394" y="9893"/>
                  <a:pt x="1953" y="10114"/>
                  <a:pt x="1670" y="10524"/>
                </a:cubicBezTo>
                <a:cubicBezTo>
                  <a:pt x="1575" y="10681"/>
                  <a:pt x="1418" y="10776"/>
                  <a:pt x="1197" y="10776"/>
                </a:cubicBezTo>
                <a:cubicBezTo>
                  <a:pt x="1040" y="10776"/>
                  <a:pt x="882" y="10713"/>
                  <a:pt x="788" y="10587"/>
                </a:cubicBezTo>
                <a:lnTo>
                  <a:pt x="788" y="6617"/>
                </a:lnTo>
                <a:close/>
                <a:moveTo>
                  <a:pt x="9263" y="9169"/>
                </a:moveTo>
                <a:lnTo>
                  <a:pt x="8412" y="10776"/>
                </a:lnTo>
                <a:cubicBezTo>
                  <a:pt x="8349" y="10933"/>
                  <a:pt x="8380" y="11154"/>
                  <a:pt x="8506" y="11248"/>
                </a:cubicBezTo>
                <a:cubicBezTo>
                  <a:pt x="8790" y="11500"/>
                  <a:pt x="9105" y="11626"/>
                  <a:pt x="9452" y="11626"/>
                </a:cubicBezTo>
                <a:cubicBezTo>
                  <a:pt x="9924" y="11626"/>
                  <a:pt x="10365" y="11374"/>
                  <a:pt x="10617" y="10996"/>
                </a:cubicBezTo>
                <a:cubicBezTo>
                  <a:pt x="10743" y="10839"/>
                  <a:pt x="10901" y="10713"/>
                  <a:pt x="11090" y="10713"/>
                </a:cubicBezTo>
                <a:cubicBezTo>
                  <a:pt x="11310" y="10713"/>
                  <a:pt x="11468" y="10776"/>
                  <a:pt x="11562" y="10996"/>
                </a:cubicBezTo>
                <a:cubicBezTo>
                  <a:pt x="11846" y="11374"/>
                  <a:pt x="12287" y="11626"/>
                  <a:pt x="12760" y="11626"/>
                </a:cubicBezTo>
                <a:cubicBezTo>
                  <a:pt x="12917" y="11626"/>
                  <a:pt x="13075" y="11563"/>
                  <a:pt x="13201" y="11532"/>
                </a:cubicBezTo>
                <a:lnTo>
                  <a:pt x="13201" y="13296"/>
                </a:lnTo>
                <a:lnTo>
                  <a:pt x="819" y="13296"/>
                </a:lnTo>
                <a:lnTo>
                  <a:pt x="819" y="11532"/>
                </a:lnTo>
                <a:cubicBezTo>
                  <a:pt x="977" y="11563"/>
                  <a:pt x="1103" y="11626"/>
                  <a:pt x="1260" y="11626"/>
                </a:cubicBezTo>
                <a:cubicBezTo>
                  <a:pt x="1733" y="11626"/>
                  <a:pt x="2142" y="11374"/>
                  <a:pt x="2426" y="10996"/>
                </a:cubicBezTo>
                <a:cubicBezTo>
                  <a:pt x="2552" y="10839"/>
                  <a:pt x="2709" y="10713"/>
                  <a:pt x="2899" y="10713"/>
                </a:cubicBezTo>
                <a:cubicBezTo>
                  <a:pt x="3088" y="10713"/>
                  <a:pt x="3245" y="10776"/>
                  <a:pt x="3371" y="10996"/>
                </a:cubicBezTo>
                <a:cubicBezTo>
                  <a:pt x="3655" y="11374"/>
                  <a:pt x="4096" y="11626"/>
                  <a:pt x="4568" y="11626"/>
                </a:cubicBezTo>
                <a:cubicBezTo>
                  <a:pt x="4915" y="11626"/>
                  <a:pt x="5261" y="11500"/>
                  <a:pt x="5513" y="11248"/>
                </a:cubicBezTo>
                <a:cubicBezTo>
                  <a:pt x="5608" y="11154"/>
                  <a:pt x="5671" y="10933"/>
                  <a:pt x="5576" y="10776"/>
                </a:cubicBezTo>
                <a:lnTo>
                  <a:pt x="4757" y="9169"/>
                </a:lnTo>
                <a:close/>
                <a:moveTo>
                  <a:pt x="410" y="1"/>
                </a:moveTo>
                <a:cubicBezTo>
                  <a:pt x="189" y="1"/>
                  <a:pt x="0" y="190"/>
                  <a:pt x="0" y="442"/>
                </a:cubicBezTo>
                <a:lnTo>
                  <a:pt x="0" y="13706"/>
                </a:lnTo>
                <a:cubicBezTo>
                  <a:pt x="0" y="13958"/>
                  <a:pt x="189" y="14147"/>
                  <a:pt x="410" y="14147"/>
                </a:cubicBezTo>
                <a:lnTo>
                  <a:pt x="13705" y="14147"/>
                </a:lnTo>
                <a:cubicBezTo>
                  <a:pt x="13925" y="14147"/>
                  <a:pt x="14114" y="13958"/>
                  <a:pt x="14114" y="13706"/>
                </a:cubicBezTo>
                <a:lnTo>
                  <a:pt x="14114" y="442"/>
                </a:lnTo>
                <a:cubicBezTo>
                  <a:pt x="14114" y="190"/>
                  <a:pt x="13925" y="1"/>
                  <a:pt x="1370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3" name="Google Shape;3313;p47"/>
          <p:cNvSpPr/>
          <p:nvPr/>
        </p:nvSpPr>
        <p:spPr>
          <a:xfrm>
            <a:off x="5138456" y="2430756"/>
            <a:ext cx="182962" cy="282340"/>
          </a:xfrm>
          <a:custGeom>
            <a:rect b="b" l="l" r="r" t="t"/>
            <a:pathLst>
              <a:path extrusionOk="0" h="14052" w="9106">
                <a:moveTo>
                  <a:pt x="1230" y="4096"/>
                </a:moveTo>
                <a:cubicBezTo>
                  <a:pt x="1450" y="4096"/>
                  <a:pt x="1608" y="4285"/>
                  <a:pt x="1608" y="4474"/>
                </a:cubicBezTo>
                <a:cubicBezTo>
                  <a:pt x="1608" y="4726"/>
                  <a:pt x="1419" y="4915"/>
                  <a:pt x="1230" y="4915"/>
                </a:cubicBezTo>
                <a:cubicBezTo>
                  <a:pt x="978" y="4915"/>
                  <a:pt x="789" y="4726"/>
                  <a:pt x="789" y="4474"/>
                </a:cubicBezTo>
                <a:cubicBezTo>
                  <a:pt x="820" y="4285"/>
                  <a:pt x="978" y="4096"/>
                  <a:pt x="1230" y="4096"/>
                </a:cubicBezTo>
                <a:close/>
                <a:moveTo>
                  <a:pt x="7846" y="4096"/>
                </a:moveTo>
                <a:cubicBezTo>
                  <a:pt x="8066" y="4096"/>
                  <a:pt x="8255" y="4285"/>
                  <a:pt x="8255" y="4474"/>
                </a:cubicBezTo>
                <a:cubicBezTo>
                  <a:pt x="8255" y="4726"/>
                  <a:pt x="8066" y="4915"/>
                  <a:pt x="7846" y="4915"/>
                </a:cubicBezTo>
                <a:cubicBezTo>
                  <a:pt x="7594" y="4915"/>
                  <a:pt x="7436" y="4726"/>
                  <a:pt x="7436" y="4474"/>
                </a:cubicBezTo>
                <a:cubicBezTo>
                  <a:pt x="7436" y="4285"/>
                  <a:pt x="7594" y="4096"/>
                  <a:pt x="7846" y="4096"/>
                </a:cubicBezTo>
                <a:close/>
                <a:moveTo>
                  <a:pt x="4538" y="788"/>
                </a:moveTo>
                <a:cubicBezTo>
                  <a:pt x="5514" y="788"/>
                  <a:pt x="6365" y="1481"/>
                  <a:pt x="6523" y="2427"/>
                </a:cubicBezTo>
                <a:lnTo>
                  <a:pt x="5357" y="2427"/>
                </a:lnTo>
                <a:cubicBezTo>
                  <a:pt x="5105" y="2427"/>
                  <a:pt x="4916" y="2616"/>
                  <a:pt x="4916" y="2868"/>
                </a:cubicBezTo>
                <a:cubicBezTo>
                  <a:pt x="4916" y="3088"/>
                  <a:pt x="5105" y="3309"/>
                  <a:pt x="5357" y="3309"/>
                </a:cubicBezTo>
                <a:lnTo>
                  <a:pt x="6617" y="3309"/>
                </a:lnTo>
                <a:lnTo>
                  <a:pt x="6617" y="4128"/>
                </a:lnTo>
                <a:lnTo>
                  <a:pt x="5357" y="4128"/>
                </a:lnTo>
                <a:cubicBezTo>
                  <a:pt x="5105" y="4128"/>
                  <a:pt x="4916" y="4317"/>
                  <a:pt x="4916" y="4506"/>
                </a:cubicBezTo>
                <a:cubicBezTo>
                  <a:pt x="4916" y="4758"/>
                  <a:pt x="5105" y="4947"/>
                  <a:pt x="5357" y="4947"/>
                </a:cubicBezTo>
                <a:lnTo>
                  <a:pt x="6617" y="4947"/>
                </a:lnTo>
                <a:lnTo>
                  <a:pt x="6617" y="5766"/>
                </a:lnTo>
                <a:lnTo>
                  <a:pt x="5357" y="5766"/>
                </a:lnTo>
                <a:cubicBezTo>
                  <a:pt x="5105" y="5766"/>
                  <a:pt x="4916" y="5987"/>
                  <a:pt x="4916" y="6207"/>
                </a:cubicBezTo>
                <a:cubicBezTo>
                  <a:pt x="4916" y="6459"/>
                  <a:pt x="5105" y="6617"/>
                  <a:pt x="5357" y="6617"/>
                </a:cubicBezTo>
                <a:lnTo>
                  <a:pt x="6523" y="6617"/>
                </a:lnTo>
                <a:cubicBezTo>
                  <a:pt x="6333" y="7562"/>
                  <a:pt x="5514" y="8255"/>
                  <a:pt x="4538" y="8255"/>
                </a:cubicBezTo>
                <a:cubicBezTo>
                  <a:pt x="3530" y="8255"/>
                  <a:pt x="2679" y="7562"/>
                  <a:pt x="2521" y="6617"/>
                </a:cubicBezTo>
                <a:lnTo>
                  <a:pt x="3687" y="6617"/>
                </a:lnTo>
                <a:cubicBezTo>
                  <a:pt x="3939" y="6617"/>
                  <a:pt x="4128" y="6396"/>
                  <a:pt x="4128" y="6207"/>
                </a:cubicBezTo>
                <a:cubicBezTo>
                  <a:pt x="4128" y="5987"/>
                  <a:pt x="3939" y="5766"/>
                  <a:pt x="3687" y="5766"/>
                </a:cubicBezTo>
                <a:lnTo>
                  <a:pt x="2490" y="5766"/>
                </a:lnTo>
                <a:lnTo>
                  <a:pt x="2490" y="4947"/>
                </a:lnTo>
                <a:lnTo>
                  <a:pt x="3687" y="4947"/>
                </a:lnTo>
                <a:cubicBezTo>
                  <a:pt x="3939" y="4947"/>
                  <a:pt x="4128" y="4758"/>
                  <a:pt x="4128" y="4506"/>
                </a:cubicBezTo>
                <a:cubicBezTo>
                  <a:pt x="4128" y="4285"/>
                  <a:pt x="3939" y="4128"/>
                  <a:pt x="3687" y="4128"/>
                </a:cubicBezTo>
                <a:lnTo>
                  <a:pt x="2490" y="4128"/>
                </a:lnTo>
                <a:lnTo>
                  <a:pt x="2490" y="3277"/>
                </a:lnTo>
                <a:lnTo>
                  <a:pt x="3687" y="3277"/>
                </a:lnTo>
                <a:cubicBezTo>
                  <a:pt x="3939" y="3277"/>
                  <a:pt x="4128" y="3057"/>
                  <a:pt x="4128" y="2836"/>
                </a:cubicBezTo>
                <a:cubicBezTo>
                  <a:pt x="4128" y="2584"/>
                  <a:pt x="3939" y="2395"/>
                  <a:pt x="3687" y="2395"/>
                </a:cubicBezTo>
                <a:lnTo>
                  <a:pt x="2521" y="2395"/>
                </a:lnTo>
                <a:cubicBezTo>
                  <a:pt x="2710" y="1481"/>
                  <a:pt x="3530" y="788"/>
                  <a:pt x="4538" y="788"/>
                </a:cubicBezTo>
                <a:close/>
                <a:moveTo>
                  <a:pt x="8255" y="5671"/>
                </a:moveTo>
                <a:lnTo>
                  <a:pt x="8255" y="6144"/>
                </a:lnTo>
                <a:cubicBezTo>
                  <a:pt x="8255" y="8066"/>
                  <a:pt x="6806" y="9641"/>
                  <a:pt x="4947" y="9830"/>
                </a:cubicBezTo>
                <a:lnTo>
                  <a:pt x="4947" y="9011"/>
                </a:lnTo>
                <a:cubicBezTo>
                  <a:pt x="6365" y="8822"/>
                  <a:pt x="7436" y="7593"/>
                  <a:pt x="7436" y="6144"/>
                </a:cubicBezTo>
                <a:lnTo>
                  <a:pt x="7436" y="5671"/>
                </a:lnTo>
                <a:cubicBezTo>
                  <a:pt x="7562" y="5703"/>
                  <a:pt x="7720" y="5735"/>
                  <a:pt x="7846" y="5735"/>
                </a:cubicBezTo>
                <a:cubicBezTo>
                  <a:pt x="7940" y="5735"/>
                  <a:pt x="8098" y="5703"/>
                  <a:pt x="8255" y="5671"/>
                </a:cubicBezTo>
                <a:close/>
                <a:moveTo>
                  <a:pt x="1639" y="5703"/>
                </a:moveTo>
                <a:lnTo>
                  <a:pt x="1639" y="6176"/>
                </a:lnTo>
                <a:cubicBezTo>
                  <a:pt x="1639" y="7625"/>
                  <a:pt x="2710" y="8853"/>
                  <a:pt x="4128" y="9043"/>
                </a:cubicBezTo>
                <a:lnTo>
                  <a:pt x="4128" y="9893"/>
                </a:lnTo>
                <a:cubicBezTo>
                  <a:pt x="2238" y="9641"/>
                  <a:pt x="820" y="8066"/>
                  <a:pt x="820" y="6176"/>
                </a:cubicBezTo>
                <a:lnTo>
                  <a:pt x="820" y="5703"/>
                </a:lnTo>
                <a:cubicBezTo>
                  <a:pt x="946" y="5735"/>
                  <a:pt x="1104" y="5798"/>
                  <a:pt x="1261" y="5798"/>
                </a:cubicBezTo>
                <a:cubicBezTo>
                  <a:pt x="1419" y="5798"/>
                  <a:pt x="1545" y="5735"/>
                  <a:pt x="1639" y="5703"/>
                </a:cubicBezTo>
                <a:close/>
                <a:moveTo>
                  <a:pt x="4569" y="12414"/>
                </a:moveTo>
                <a:cubicBezTo>
                  <a:pt x="5073" y="12414"/>
                  <a:pt x="5546" y="12760"/>
                  <a:pt x="5703" y="13233"/>
                </a:cubicBezTo>
                <a:lnTo>
                  <a:pt x="3372" y="13233"/>
                </a:lnTo>
                <a:cubicBezTo>
                  <a:pt x="3530" y="12760"/>
                  <a:pt x="4002" y="12414"/>
                  <a:pt x="4569" y="12414"/>
                </a:cubicBezTo>
                <a:close/>
                <a:moveTo>
                  <a:pt x="4569" y="1"/>
                </a:moveTo>
                <a:cubicBezTo>
                  <a:pt x="2962" y="1"/>
                  <a:pt x="1639" y="1292"/>
                  <a:pt x="1639" y="2868"/>
                </a:cubicBezTo>
                <a:lnTo>
                  <a:pt x="1639" y="3340"/>
                </a:lnTo>
                <a:cubicBezTo>
                  <a:pt x="1545" y="3309"/>
                  <a:pt x="1387" y="3277"/>
                  <a:pt x="1261" y="3277"/>
                </a:cubicBezTo>
                <a:cubicBezTo>
                  <a:pt x="600" y="3277"/>
                  <a:pt x="1" y="3813"/>
                  <a:pt x="1" y="4474"/>
                </a:cubicBezTo>
                <a:lnTo>
                  <a:pt x="1" y="6144"/>
                </a:lnTo>
                <a:cubicBezTo>
                  <a:pt x="1" y="8507"/>
                  <a:pt x="1797" y="10460"/>
                  <a:pt x="4128" y="10681"/>
                </a:cubicBezTo>
                <a:lnTo>
                  <a:pt x="4128" y="11626"/>
                </a:lnTo>
                <a:cubicBezTo>
                  <a:pt x="3183" y="11815"/>
                  <a:pt x="2490" y="12634"/>
                  <a:pt x="2490" y="13611"/>
                </a:cubicBezTo>
                <a:cubicBezTo>
                  <a:pt x="2490" y="13863"/>
                  <a:pt x="2679" y="14052"/>
                  <a:pt x="2868" y="14052"/>
                </a:cubicBezTo>
                <a:lnTo>
                  <a:pt x="6176" y="14052"/>
                </a:lnTo>
                <a:cubicBezTo>
                  <a:pt x="6428" y="14052"/>
                  <a:pt x="6617" y="13863"/>
                  <a:pt x="6617" y="13611"/>
                </a:cubicBezTo>
                <a:cubicBezTo>
                  <a:pt x="6617" y="12634"/>
                  <a:pt x="5892" y="11783"/>
                  <a:pt x="4947" y="11626"/>
                </a:cubicBezTo>
                <a:lnTo>
                  <a:pt x="4947" y="10681"/>
                </a:lnTo>
                <a:cubicBezTo>
                  <a:pt x="7247" y="10460"/>
                  <a:pt x="9106" y="8538"/>
                  <a:pt x="9106" y="6176"/>
                </a:cubicBezTo>
                <a:lnTo>
                  <a:pt x="9106" y="4537"/>
                </a:lnTo>
                <a:cubicBezTo>
                  <a:pt x="9106" y="3844"/>
                  <a:pt x="8539" y="3309"/>
                  <a:pt x="7846" y="3309"/>
                </a:cubicBezTo>
                <a:cubicBezTo>
                  <a:pt x="7688" y="3309"/>
                  <a:pt x="7562" y="3340"/>
                  <a:pt x="7436" y="3372"/>
                </a:cubicBezTo>
                <a:lnTo>
                  <a:pt x="7436" y="2868"/>
                </a:lnTo>
                <a:cubicBezTo>
                  <a:pt x="7436" y="1261"/>
                  <a:pt x="6144" y="1"/>
                  <a:pt x="456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14" name="Google Shape;3314;p47"/>
          <p:cNvGrpSpPr/>
          <p:nvPr/>
        </p:nvGrpSpPr>
        <p:grpSpPr>
          <a:xfrm>
            <a:off x="6833132" y="1558961"/>
            <a:ext cx="282963" cy="283284"/>
            <a:chOff x="-12199250" y="1662675"/>
            <a:chExt cx="352075" cy="352475"/>
          </a:xfrm>
        </p:grpSpPr>
        <p:sp>
          <p:nvSpPr>
            <p:cNvPr id="3315" name="Google Shape;3315;p47"/>
            <p:cNvSpPr/>
            <p:nvPr/>
          </p:nvSpPr>
          <p:spPr>
            <a:xfrm>
              <a:off x="-12004725" y="1710325"/>
              <a:ext cx="116600" cy="76425"/>
            </a:xfrm>
            <a:custGeom>
              <a:rect b="b" l="l" r="r" t="t"/>
              <a:pathLst>
                <a:path extrusionOk="0" h="3057" w="4664">
                  <a:moveTo>
                    <a:pt x="2395" y="788"/>
                  </a:moveTo>
                  <a:cubicBezTo>
                    <a:pt x="2679" y="788"/>
                    <a:pt x="2962" y="819"/>
                    <a:pt x="3246" y="914"/>
                  </a:cubicBezTo>
                  <a:cubicBezTo>
                    <a:pt x="3435" y="945"/>
                    <a:pt x="3624" y="1008"/>
                    <a:pt x="3813" y="1008"/>
                  </a:cubicBezTo>
                  <a:cubicBezTo>
                    <a:pt x="3781" y="1702"/>
                    <a:pt x="3246" y="2206"/>
                    <a:pt x="2616" y="2206"/>
                  </a:cubicBezTo>
                  <a:lnTo>
                    <a:pt x="1986" y="2206"/>
                  </a:lnTo>
                  <a:cubicBezTo>
                    <a:pt x="1608" y="2206"/>
                    <a:pt x="1261" y="2017"/>
                    <a:pt x="1104" y="1702"/>
                  </a:cubicBezTo>
                  <a:lnTo>
                    <a:pt x="946" y="1386"/>
                  </a:lnTo>
                  <a:lnTo>
                    <a:pt x="1041" y="1292"/>
                  </a:lnTo>
                  <a:cubicBezTo>
                    <a:pt x="1450" y="851"/>
                    <a:pt x="2017" y="788"/>
                    <a:pt x="2395" y="788"/>
                  </a:cubicBezTo>
                  <a:close/>
                  <a:moveTo>
                    <a:pt x="2458" y="0"/>
                  </a:moveTo>
                  <a:cubicBezTo>
                    <a:pt x="2017" y="0"/>
                    <a:pt x="1167" y="63"/>
                    <a:pt x="473" y="756"/>
                  </a:cubicBezTo>
                  <a:lnTo>
                    <a:pt x="158" y="1071"/>
                  </a:lnTo>
                  <a:cubicBezTo>
                    <a:pt x="64" y="1166"/>
                    <a:pt x="1" y="1386"/>
                    <a:pt x="95" y="1544"/>
                  </a:cubicBezTo>
                  <a:lnTo>
                    <a:pt x="379" y="2080"/>
                  </a:lnTo>
                  <a:cubicBezTo>
                    <a:pt x="631" y="2678"/>
                    <a:pt x="1261" y="3056"/>
                    <a:pt x="1954" y="3056"/>
                  </a:cubicBezTo>
                  <a:lnTo>
                    <a:pt x="2553" y="3056"/>
                  </a:lnTo>
                  <a:cubicBezTo>
                    <a:pt x="3718" y="3056"/>
                    <a:pt x="4664" y="2111"/>
                    <a:pt x="4664" y="977"/>
                  </a:cubicBezTo>
                  <a:lnTo>
                    <a:pt x="4664" y="662"/>
                  </a:lnTo>
                  <a:cubicBezTo>
                    <a:pt x="4664" y="441"/>
                    <a:pt x="4506" y="284"/>
                    <a:pt x="4254" y="284"/>
                  </a:cubicBezTo>
                  <a:cubicBezTo>
                    <a:pt x="3971" y="284"/>
                    <a:pt x="3718" y="221"/>
                    <a:pt x="3466" y="158"/>
                  </a:cubicBezTo>
                  <a:cubicBezTo>
                    <a:pt x="3120" y="32"/>
                    <a:pt x="2773" y="0"/>
                    <a:pt x="245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6" name="Google Shape;3316;p47"/>
            <p:cNvSpPr/>
            <p:nvPr/>
          </p:nvSpPr>
          <p:spPr>
            <a:xfrm>
              <a:off x="-12158300" y="1709525"/>
              <a:ext cx="116600" cy="77225"/>
            </a:xfrm>
            <a:custGeom>
              <a:rect b="b" l="l" r="r" t="t"/>
              <a:pathLst>
                <a:path extrusionOk="0" h="3089" w="4664">
                  <a:moveTo>
                    <a:pt x="2237" y="820"/>
                  </a:moveTo>
                  <a:cubicBezTo>
                    <a:pt x="2647" y="820"/>
                    <a:pt x="3182" y="883"/>
                    <a:pt x="3592" y="1324"/>
                  </a:cubicBezTo>
                  <a:lnTo>
                    <a:pt x="3718" y="1450"/>
                  </a:lnTo>
                  <a:lnTo>
                    <a:pt x="3560" y="1765"/>
                  </a:lnTo>
                  <a:cubicBezTo>
                    <a:pt x="3403" y="2080"/>
                    <a:pt x="3088" y="2269"/>
                    <a:pt x="2710" y="2269"/>
                  </a:cubicBezTo>
                  <a:lnTo>
                    <a:pt x="2048" y="2269"/>
                  </a:lnTo>
                  <a:cubicBezTo>
                    <a:pt x="1387" y="2269"/>
                    <a:pt x="820" y="1765"/>
                    <a:pt x="820" y="1072"/>
                  </a:cubicBezTo>
                  <a:cubicBezTo>
                    <a:pt x="1040" y="1040"/>
                    <a:pt x="1229" y="977"/>
                    <a:pt x="1418" y="946"/>
                  </a:cubicBezTo>
                  <a:cubicBezTo>
                    <a:pt x="1702" y="851"/>
                    <a:pt x="1985" y="820"/>
                    <a:pt x="2237" y="820"/>
                  </a:cubicBezTo>
                  <a:close/>
                  <a:moveTo>
                    <a:pt x="2237" y="1"/>
                  </a:moveTo>
                  <a:cubicBezTo>
                    <a:pt x="1891" y="1"/>
                    <a:pt x="1513" y="32"/>
                    <a:pt x="1198" y="158"/>
                  </a:cubicBezTo>
                  <a:cubicBezTo>
                    <a:pt x="914" y="221"/>
                    <a:pt x="662" y="253"/>
                    <a:pt x="410" y="253"/>
                  </a:cubicBezTo>
                  <a:cubicBezTo>
                    <a:pt x="158" y="253"/>
                    <a:pt x="0" y="473"/>
                    <a:pt x="0" y="662"/>
                  </a:cubicBezTo>
                  <a:lnTo>
                    <a:pt x="0" y="1009"/>
                  </a:lnTo>
                  <a:cubicBezTo>
                    <a:pt x="0" y="2143"/>
                    <a:pt x="914" y="3088"/>
                    <a:pt x="2048" y="3088"/>
                  </a:cubicBezTo>
                  <a:lnTo>
                    <a:pt x="2710" y="3088"/>
                  </a:lnTo>
                  <a:cubicBezTo>
                    <a:pt x="3403" y="3088"/>
                    <a:pt x="3970" y="2742"/>
                    <a:pt x="4285" y="2112"/>
                  </a:cubicBezTo>
                  <a:lnTo>
                    <a:pt x="4569" y="1513"/>
                  </a:lnTo>
                  <a:cubicBezTo>
                    <a:pt x="4663" y="1355"/>
                    <a:pt x="4600" y="1166"/>
                    <a:pt x="4506" y="1040"/>
                  </a:cubicBezTo>
                  <a:lnTo>
                    <a:pt x="4191" y="725"/>
                  </a:lnTo>
                  <a:cubicBezTo>
                    <a:pt x="3560" y="95"/>
                    <a:pt x="2804" y="1"/>
                    <a:pt x="223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7" name="Google Shape;3317;p47"/>
            <p:cNvSpPr/>
            <p:nvPr/>
          </p:nvSpPr>
          <p:spPr>
            <a:xfrm>
              <a:off x="-12199250" y="1662675"/>
              <a:ext cx="352075" cy="352475"/>
            </a:xfrm>
            <a:custGeom>
              <a:rect b="b" l="l" r="r" t="t"/>
              <a:pathLst>
                <a:path extrusionOk="0" h="14099" w="14083">
                  <a:moveTo>
                    <a:pt x="3916" y="1048"/>
                  </a:moveTo>
                  <a:cubicBezTo>
                    <a:pt x="4902" y="1048"/>
                    <a:pt x="5796" y="1401"/>
                    <a:pt x="6459" y="2064"/>
                  </a:cubicBezTo>
                  <a:lnTo>
                    <a:pt x="6774" y="2379"/>
                  </a:lnTo>
                  <a:cubicBezTo>
                    <a:pt x="6837" y="2442"/>
                    <a:pt x="6963" y="2505"/>
                    <a:pt x="7026" y="2505"/>
                  </a:cubicBezTo>
                  <a:cubicBezTo>
                    <a:pt x="7152" y="2505"/>
                    <a:pt x="7246" y="2442"/>
                    <a:pt x="7309" y="2379"/>
                  </a:cubicBezTo>
                  <a:lnTo>
                    <a:pt x="7624" y="2064"/>
                  </a:lnTo>
                  <a:cubicBezTo>
                    <a:pt x="8288" y="1400"/>
                    <a:pt x="9186" y="1062"/>
                    <a:pt x="10163" y="1062"/>
                  </a:cubicBezTo>
                  <a:cubicBezTo>
                    <a:pt x="10577" y="1062"/>
                    <a:pt x="11005" y="1123"/>
                    <a:pt x="11436" y="1245"/>
                  </a:cubicBezTo>
                  <a:cubicBezTo>
                    <a:pt x="11656" y="1302"/>
                    <a:pt x="11880" y="1331"/>
                    <a:pt x="12105" y="1331"/>
                  </a:cubicBezTo>
                  <a:cubicBezTo>
                    <a:pt x="12493" y="1331"/>
                    <a:pt x="12885" y="1247"/>
                    <a:pt x="13264" y="1087"/>
                  </a:cubicBezTo>
                  <a:lnTo>
                    <a:pt x="13264" y="2883"/>
                  </a:lnTo>
                  <a:cubicBezTo>
                    <a:pt x="13264" y="4490"/>
                    <a:pt x="11972" y="5750"/>
                    <a:pt x="10397" y="5750"/>
                  </a:cubicBezTo>
                  <a:lnTo>
                    <a:pt x="9767" y="5750"/>
                  </a:lnTo>
                  <a:cubicBezTo>
                    <a:pt x="8759" y="5750"/>
                    <a:pt x="7876" y="5214"/>
                    <a:pt x="7435" y="4332"/>
                  </a:cubicBezTo>
                  <a:cubicBezTo>
                    <a:pt x="7341" y="4175"/>
                    <a:pt x="7246" y="4112"/>
                    <a:pt x="7089" y="4112"/>
                  </a:cubicBezTo>
                  <a:cubicBezTo>
                    <a:pt x="6931" y="4112"/>
                    <a:pt x="6774" y="4175"/>
                    <a:pt x="6711" y="4332"/>
                  </a:cubicBezTo>
                  <a:cubicBezTo>
                    <a:pt x="6301" y="5214"/>
                    <a:pt x="5388" y="5750"/>
                    <a:pt x="4411" y="5750"/>
                  </a:cubicBezTo>
                  <a:lnTo>
                    <a:pt x="3718" y="5750"/>
                  </a:lnTo>
                  <a:cubicBezTo>
                    <a:pt x="2111" y="5750"/>
                    <a:pt x="851" y="4458"/>
                    <a:pt x="851" y="2883"/>
                  </a:cubicBezTo>
                  <a:lnTo>
                    <a:pt x="851" y="1102"/>
                  </a:lnTo>
                  <a:lnTo>
                    <a:pt x="851" y="1102"/>
                  </a:lnTo>
                  <a:cubicBezTo>
                    <a:pt x="1182" y="1252"/>
                    <a:pt x="1548" y="1331"/>
                    <a:pt x="1926" y="1331"/>
                  </a:cubicBezTo>
                  <a:cubicBezTo>
                    <a:pt x="2153" y="1331"/>
                    <a:pt x="2384" y="1302"/>
                    <a:pt x="2615" y="1245"/>
                  </a:cubicBezTo>
                  <a:cubicBezTo>
                    <a:pt x="3058" y="1113"/>
                    <a:pt x="3495" y="1048"/>
                    <a:pt x="3916" y="1048"/>
                  </a:cubicBezTo>
                  <a:close/>
                  <a:moveTo>
                    <a:pt x="819" y="5214"/>
                  </a:moveTo>
                  <a:cubicBezTo>
                    <a:pt x="1071" y="5529"/>
                    <a:pt x="1323" y="5750"/>
                    <a:pt x="1638" y="6002"/>
                  </a:cubicBezTo>
                  <a:lnTo>
                    <a:pt x="1638" y="6065"/>
                  </a:lnTo>
                  <a:lnTo>
                    <a:pt x="1638" y="10791"/>
                  </a:lnTo>
                  <a:lnTo>
                    <a:pt x="819" y="10791"/>
                  </a:lnTo>
                  <a:lnTo>
                    <a:pt x="819" y="5214"/>
                  </a:lnTo>
                  <a:close/>
                  <a:moveTo>
                    <a:pt x="1607" y="11641"/>
                  </a:moveTo>
                  <a:lnTo>
                    <a:pt x="1607" y="12838"/>
                  </a:lnTo>
                  <a:cubicBezTo>
                    <a:pt x="1638" y="13090"/>
                    <a:pt x="1449" y="13279"/>
                    <a:pt x="1197" y="13279"/>
                  </a:cubicBezTo>
                  <a:cubicBezTo>
                    <a:pt x="977" y="13279"/>
                    <a:pt x="788" y="13090"/>
                    <a:pt x="788" y="12838"/>
                  </a:cubicBezTo>
                  <a:lnTo>
                    <a:pt x="788" y="11641"/>
                  </a:lnTo>
                  <a:close/>
                  <a:moveTo>
                    <a:pt x="13689" y="0"/>
                  </a:moveTo>
                  <a:cubicBezTo>
                    <a:pt x="13618" y="0"/>
                    <a:pt x="13547" y="16"/>
                    <a:pt x="13484" y="47"/>
                  </a:cubicBezTo>
                  <a:lnTo>
                    <a:pt x="12949" y="331"/>
                  </a:lnTo>
                  <a:cubicBezTo>
                    <a:pt x="12686" y="452"/>
                    <a:pt x="12424" y="509"/>
                    <a:pt x="12153" y="509"/>
                  </a:cubicBezTo>
                  <a:cubicBezTo>
                    <a:pt x="12001" y="509"/>
                    <a:pt x="11847" y="491"/>
                    <a:pt x="11689" y="457"/>
                  </a:cubicBezTo>
                  <a:cubicBezTo>
                    <a:pt x="11200" y="307"/>
                    <a:pt x="10699" y="235"/>
                    <a:pt x="10208" y="235"/>
                  </a:cubicBezTo>
                  <a:cubicBezTo>
                    <a:pt x="9876" y="235"/>
                    <a:pt x="9549" y="268"/>
                    <a:pt x="9231" y="331"/>
                  </a:cubicBezTo>
                  <a:cubicBezTo>
                    <a:pt x="8412" y="489"/>
                    <a:pt x="7656" y="867"/>
                    <a:pt x="7026" y="1497"/>
                  </a:cubicBezTo>
                  <a:cubicBezTo>
                    <a:pt x="6396" y="867"/>
                    <a:pt x="5671" y="489"/>
                    <a:pt x="4820" y="331"/>
                  </a:cubicBezTo>
                  <a:cubicBezTo>
                    <a:pt x="4503" y="268"/>
                    <a:pt x="4180" y="235"/>
                    <a:pt x="3855" y="235"/>
                  </a:cubicBezTo>
                  <a:cubicBezTo>
                    <a:pt x="3372" y="235"/>
                    <a:pt x="2883" y="307"/>
                    <a:pt x="2395" y="457"/>
                  </a:cubicBezTo>
                  <a:cubicBezTo>
                    <a:pt x="2236" y="491"/>
                    <a:pt x="2078" y="509"/>
                    <a:pt x="1923" y="509"/>
                  </a:cubicBezTo>
                  <a:cubicBezTo>
                    <a:pt x="1645" y="509"/>
                    <a:pt x="1377" y="452"/>
                    <a:pt x="1134" y="331"/>
                  </a:cubicBezTo>
                  <a:lnTo>
                    <a:pt x="567" y="47"/>
                  </a:lnTo>
                  <a:cubicBezTo>
                    <a:pt x="527" y="21"/>
                    <a:pt x="476" y="11"/>
                    <a:pt x="421" y="11"/>
                  </a:cubicBezTo>
                  <a:cubicBezTo>
                    <a:pt x="345" y="11"/>
                    <a:pt x="262" y="29"/>
                    <a:pt x="189" y="47"/>
                  </a:cubicBezTo>
                  <a:cubicBezTo>
                    <a:pt x="63" y="142"/>
                    <a:pt x="0" y="237"/>
                    <a:pt x="0" y="394"/>
                  </a:cubicBezTo>
                  <a:lnTo>
                    <a:pt x="0" y="12838"/>
                  </a:lnTo>
                  <a:cubicBezTo>
                    <a:pt x="0" y="13563"/>
                    <a:pt x="536" y="14099"/>
                    <a:pt x="1197" y="14099"/>
                  </a:cubicBezTo>
                  <a:cubicBezTo>
                    <a:pt x="1890" y="14099"/>
                    <a:pt x="2458" y="13563"/>
                    <a:pt x="2458" y="12838"/>
                  </a:cubicBezTo>
                  <a:lnTo>
                    <a:pt x="2458" y="6380"/>
                  </a:lnTo>
                  <a:cubicBezTo>
                    <a:pt x="2867" y="6506"/>
                    <a:pt x="3245" y="6600"/>
                    <a:pt x="3686" y="6600"/>
                  </a:cubicBezTo>
                  <a:lnTo>
                    <a:pt x="4348" y="6600"/>
                  </a:lnTo>
                  <a:cubicBezTo>
                    <a:pt x="4978" y="6600"/>
                    <a:pt x="5608" y="6443"/>
                    <a:pt x="6144" y="6065"/>
                  </a:cubicBezTo>
                  <a:cubicBezTo>
                    <a:pt x="6490" y="5876"/>
                    <a:pt x="6774" y="5592"/>
                    <a:pt x="7026" y="5277"/>
                  </a:cubicBezTo>
                  <a:cubicBezTo>
                    <a:pt x="7656" y="6065"/>
                    <a:pt x="8696" y="6600"/>
                    <a:pt x="9767" y="6600"/>
                  </a:cubicBezTo>
                  <a:lnTo>
                    <a:pt x="10397" y="6600"/>
                  </a:lnTo>
                  <a:cubicBezTo>
                    <a:pt x="12445" y="6600"/>
                    <a:pt x="14083" y="4931"/>
                    <a:pt x="14083" y="2883"/>
                  </a:cubicBezTo>
                  <a:lnTo>
                    <a:pt x="14083" y="394"/>
                  </a:lnTo>
                  <a:cubicBezTo>
                    <a:pt x="14083" y="237"/>
                    <a:pt x="14020" y="142"/>
                    <a:pt x="13894" y="47"/>
                  </a:cubicBezTo>
                  <a:cubicBezTo>
                    <a:pt x="13831" y="16"/>
                    <a:pt x="13760" y="0"/>
                    <a:pt x="1368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18" name="Google Shape;3318;p47"/>
          <p:cNvGrpSpPr/>
          <p:nvPr/>
        </p:nvGrpSpPr>
        <p:grpSpPr>
          <a:xfrm>
            <a:off x="6832178" y="1993591"/>
            <a:ext cx="284871" cy="284871"/>
            <a:chOff x="-12199250" y="2096250"/>
            <a:chExt cx="354450" cy="354450"/>
          </a:xfrm>
        </p:grpSpPr>
        <p:sp>
          <p:nvSpPr>
            <p:cNvPr id="3319" name="Google Shape;3319;p47"/>
            <p:cNvSpPr/>
            <p:nvPr/>
          </p:nvSpPr>
          <p:spPr>
            <a:xfrm>
              <a:off x="-12199250" y="2096250"/>
              <a:ext cx="354450" cy="354450"/>
            </a:xfrm>
            <a:custGeom>
              <a:rect b="b" l="l" r="r" t="t"/>
              <a:pathLst>
                <a:path extrusionOk="0" h="14178" w="14178">
                  <a:moveTo>
                    <a:pt x="8507" y="851"/>
                  </a:moveTo>
                  <a:lnTo>
                    <a:pt x="9609" y="2553"/>
                  </a:lnTo>
                  <a:lnTo>
                    <a:pt x="4505" y="2553"/>
                  </a:lnTo>
                  <a:lnTo>
                    <a:pt x="5608" y="851"/>
                  </a:lnTo>
                  <a:close/>
                  <a:moveTo>
                    <a:pt x="4442" y="3340"/>
                  </a:moveTo>
                  <a:cubicBezTo>
                    <a:pt x="4001" y="3655"/>
                    <a:pt x="3655" y="4002"/>
                    <a:pt x="3340" y="4443"/>
                  </a:cubicBezTo>
                  <a:lnTo>
                    <a:pt x="3340" y="3718"/>
                  </a:lnTo>
                  <a:cubicBezTo>
                    <a:pt x="3308" y="3529"/>
                    <a:pt x="3497" y="3340"/>
                    <a:pt x="3718" y="3340"/>
                  </a:cubicBezTo>
                  <a:close/>
                  <a:moveTo>
                    <a:pt x="10334" y="3340"/>
                  </a:moveTo>
                  <a:cubicBezTo>
                    <a:pt x="10586" y="3340"/>
                    <a:pt x="10775" y="3529"/>
                    <a:pt x="10775" y="3781"/>
                  </a:cubicBezTo>
                  <a:lnTo>
                    <a:pt x="10775" y="4443"/>
                  </a:lnTo>
                  <a:lnTo>
                    <a:pt x="10743" y="4443"/>
                  </a:lnTo>
                  <a:cubicBezTo>
                    <a:pt x="10428" y="4002"/>
                    <a:pt x="10082" y="3655"/>
                    <a:pt x="9641" y="3340"/>
                  </a:cubicBezTo>
                  <a:close/>
                  <a:moveTo>
                    <a:pt x="2521" y="4506"/>
                  </a:moveTo>
                  <a:lnTo>
                    <a:pt x="2521" y="9610"/>
                  </a:lnTo>
                  <a:lnTo>
                    <a:pt x="819" y="8507"/>
                  </a:lnTo>
                  <a:lnTo>
                    <a:pt x="819" y="5640"/>
                  </a:lnTo>
                  <a:lnTo>
                    <a:pt x="2521" y="4506"/>
                  </a:lnTo>
                  <a:close/>
                  <a:moveTo>
                    <a:pt x="11562" y="4537"/>
                  </a:moveTo>
                  <a:lnTo>
                    <a:pt x="13264" y="5640"/>
                  </a:lnTo>
                  <a:lnTo>
                    <a:pt x="13264" y="8507"/>
                  </a:lnTo>
                  <a:lnTo>
                    <a:pt x="11562" y="9610"/>
                  </a:lnTo>
                  <a:lnTo>
                    <a:pt x="11562" y="4537"/>
                  </a:lnTo>
                  <a:close/>
                  <a:moveTo>
                    <a:pt x="3308" y="9673"/>
                  </a:moveTo>
                  <a:cubicBezTo>
                    <a:pt x="3623" y="10114"/>
                    <a:pt x="3970" y="10460"/>
                    <a:pt x="4411" y="10775"/>
                  </a:cubicBezTo>
                  <a:lnTo>
                    <a:pt x="3686" y="10775"/>
                  </a:lnTo>
                  <a:cubicBezTo>
                    <a:pt x="3466" y="10775"/>
                    <a:pt x="3245" y="10586"/>
                    <a:pt x="3245" y="10366"/>
                  </a:cubicBezTo>
                  <a:lnTo>
                    <a:pt x="3245" y="9673"/>
                  </a:lnTo>
                  <a:close/>
                  <a:moveTo>
                    <a:pt x="7026" y="3340"/>
                  </a:moveTo>
                  <a:cubicBezTo>
                    <a:pt x="9074" y="3340"/>
                    <a:pt x="10743" y="4978"/>
                    <a:pt x="10743" y="7089"/>
                  </a:cubicBezTo>
                  <a:cubicBezTo>
                    <a:pt x="10743" y="9137"/>
                    <a:pt x="9074" y="10775"/>
                    <a:pt x="7026" y="10775"/>
                  </a:cubicBezTo>
                  <a:cubicBezTo>
                    <a:pt x="5009" y="10775"/>
                    <a:pt x="3308" y="9137"/>
                    <a:pt x="3308" y="7089"/>
                  </a:cubicBezTo>
                  <a:cubicBezTo>
                    <a:pt x="3308" y="5041"/>
                    <a:pt x="4946" y="3340"/>
                    <a:pt x="7026" y="3340"/>
                  </a:cubicBezTo>
                  <a:close/>
                  <a:moveTo>
                    <a:pt x="10743" y="9673"/>
                  </a:moveTo>
                  <a:lnTo>
                    <a:pt x="10743" y="10397"/>
                  </a:lnTo>
                  <a:cubicBezTo>
                    <a:pt x="10743" y="10618"/>
                    <a:pt x="10586" y="10775"/>
                    <a:pt x="10334" y="10775"/>
                  </a:cubicBezTo>
                  <a:lnTo>
                    <a:pt x="9641" y="10775"/>
                  </a:lnTo>
                  <a:cubicBezTo>
                    <a:pt x="10082" y="10460"/>
                    <a:pt x="10428" y="10114"/>
                    <a:pt x="10743" y="9673"/>
                  </a:cubicBezTo>
                  <a:close/>
                  <a:moveTo>
                    <a:pt x="9578" y="11594"/>
                  </a:moveTo>
                  <a:lnTo>
                    <a:pt x="8443" y="13296"/>
                  </a:lnTo>
                  <a:lnTo>
                    <a:pt x="5577" y="13296"/>
                  </a:lnTo>
                  <a:lnTo>
                    <a:pt x="4474" y="11594"/>
                  </a:lnTo>
                  <a:close/>
                  <a:moveTo>
                    <a:pt x="5419" y="1"/>
                  </a:moveTo>
                  <a:cubicBezTo>
                    <a:pt x="5261" y="1"/>
                    <a:pt x="5167" y="64"/>
                    <a:pt x="5072" y="190"/>
                  </a:cubicBezTo>
                  <a:lnTo>
                    <a:pt x="3529" y="2553"/>
                  </a:lnTo>
                  <a:cubicBezTo>
                    <a:pt x="3025" y="2616"/>
                    <a:pt x="2678" y="3025"/>
                    <a:pt x="2552" y="3529"/>
                  </a:cubicBezTo>
                  <a:lnTo>
                    <a:pt x="189" y="5073"/>
                  </a:lnTo>
                  <a:cubicBezTo>
                    <a:pt x="63" y="5136"/>
                    <a:pt x="0" y="5262"/>
                    <a:pt x="0" y="5419"/>
                  </a:cubicBezTo>
                  <a:lnTo>
                    <a:pt x="0" y="8727"/>
                  </a:lnTo>
                  <a:cubicBezTo>
                    <a:pt x="0" y="8853"/>
                    <a:pt x="63" y="9011"/>
                    <a:pt x="189" y="9105"/>
                  </a:cubicBezTo>
                  <a:lnTo>
                    <a:pt x="2552" y="10618"/>
                  </a:lnTo>
                  <a:cubicBezTo>
                    <a:pt x="2647" y="11153"/>
                    <a:pt x="3025" y="11500"/>
                    <a:pt x="3529" y="11626"/>
                  </a:cubicBezTo>
                  <a:lnTo>
                    <a:pt x="5072" y="13989"/>
                  </a:lnTo>
                  <a:cubicBezTo>
                    <a:pt x="5167" y="14083"/>
                    <a:pt x="5261" y="14178"/>
                    <a:pt x="5419" y="14178"/>
                  </a:cubicBezTo>
                  <a:lnTo>
                    <a:pt x="8727" y="14178"/>
                  </a:lnTo>
                  <a:cubicBezTo>
                    <a:pt x="8885" y="14178"/>
                    <a:pt x="9011" y="14083"/>
                    <a:pt x="9105" y="13989"/>
                  </a:cubicBezTo>
                  <a:lnTo>
                    <a:pt x="10617" y="11626"/>
                  </a:lnTo>
                  <a:cubicBezTo>
                    <a:pt x="11153" y="11531"/>
                    <a:pt x="11499" y="11153"/>
                    <a:pt x="11626" y="10618"/>
                  </a:cubicBezTo>
                  <a:lnTo>
                    <a:pt x="13988" y="9105"/>
                  </a:lnTo>
                  <a:cubicBezTo>
                    <a:pt x="14083" y="9011"/>
                    <a:pt x="14177" y="8885"/>
                    <a:pt x="14177" y="8727"/>
                  </a:cubicBezTo>
                  <a:lnTo>
                    <a:pt x="14177" y="5419"/>
                  </a:lnTo>
                  <a:cubicBezTo>
                    <a:pt x="14177" y="5262"/>
                    <a:pt x="14083" y="5167"/>
                    <a:pt x="13988" y="5073"/>
                  </a:cubicBezTo>
                  <a:lnTo>
                    <a:pt x="11626" y="3529"/>
                  </a:lnTo>
                  <a:cubicBezTo>
                    <a:pt x="11531" y="3025"/>
                    <a:pt x="11153" y="2679"/>
                    <a:pt x="10617" y="2553"/>
                  </a:cubicBezTo>
                  <a:lnTo>
                    <a:pt x="9105" y="190"/>
                  </a:lnTo>
                  <a:cubicBezTo>
                    <a:pt x="9011" y="64"/>
                    <a:pt x="8885" y="1"/>
                    <a:pt x="872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0" name="Google Shape;3320;p47"/>
            <p:cNvSpPr/>
            <p:nvPr/>
          </p:nvSpPr>
          <p:spPr>
            <a:xfrm>
              <a:off x="-12096075" y="2200225"/>
              <a:ext cx="144950" cy="144950"/>
            </a:xfrm>
            <a:custGeom>
              <a:rect b="b" l="l" r="r" t="t"/>
              <a:pathLst>
                <a:path extrusionOk="0" h="5798" w="5798">
                  <a:moveTo>
                    <a:pt x="2899" y="851"/>
                  </a:moveTo>
                  <a:cubicBezTo>
                    <a:pt x="4064" y="851"/>
                    <a:pt x="5010" y="1796"/>
                    <a:pt x="5010" y="2930"/>
                  </a:cubicBezTo>
                  <a:cubicBezTo>
                    <a:pt x="5010" y="4064"/>
                    <a:pt x="4064" y="5010"/>
                    <a:pt x="2899" y="5010"/>
                  </a:cubicBezTo>
                  <a:cubicBezTo>
                    <a:pt x="1765" y="5010"/>
                    <a:pt x="819" y="4064"/>
                    <a:pt x="819" y="2930"/>
                  </a:cubicBezTo>
                  <a:cubicBezTo>
                    <a:pt x="819" y="1796"/>
                    <a:pt x="1765" y="851"/>
                    <a:pt x="2899" y="851"/>
                  </a:cubicBezTo>
                  <a:close/>
                  <a:moveTo>
                    <a:pt x="2899" y="0"/>
                  </a:moveTo>
                  <a:cubicBezTo>
                    <a:pt x="1292" y="0"/>
                    <a:pt x="0" y="1323"/>
                    <a:pt x="0" y="2930"/>
                  </a:cubicBezTo>
                  <a:cubicBezTo>
                    <a:pt x="0" y="4505"/>
                    <a:pt x="1292" y="5797"/>
                    <a:pt x="2899" y="5797"/>
                  </a:cubicBezTo>
                  <a:cubicBezTo>
                    <a:pt x="4537" y="5797"/>
                    <a:pt x="5797" y="4505"/>
                    <a:pt x="5797" y="2930"/>
                  </a:cubicBezTo>
                  <a:cubicBezTo>
                    <a:pt x="5797" y="1323"/>
                    <a:pt x="4474" y="0"/>
                    <a:pt x="289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21" name="Google Shape;3321;p47"/>
          <p:cNvGrpSpPr/>
          <p:nvPr/>
        </p:nvGrpSpPr>
        <p:grpSpPr>
          <a:xfrm>
            <a:off x="6833132" y="2429802"/>
            <a:ext cx="282963" cy="284249"/>
            <a:chOff x="-12199250" y="2530225"/>
            <a:chExt cx="352075" cy="353675"/>
          </a:xfrm>
        </p:grpSpPr>
        <p:sp>
          <p:nvSpPr>
            <p:cNvPr id="3322" name="Google Shape;3322;p47"/>
            <p:cNvSpPr/>
            <p:nvPr/>
          </p:nvSpPr>
          <p:spPr>
            <a:xfrm>
              <a:off x="-12055900" y="2530225"/>
              <a:ext cx="63025" cy="62250"/>
            </a:xfrm>
            <a:custGeom>
              <a:rect b="b" l="l" r="r" t="t"/>
              <a:pathLst>
                <a:path extrusionOk="0" h="2490" w="2521">
                  <a:moveTo>
                    <a:pt x="1292" y="883"/>
                  </a:moveTo>
                  <a:cubicBezTo>
                    <a:pt x="1512" y="883"/>
                    <a:pt x="1733" y="1072"/>
                    <a:pt x="1733" y="1292"/>
                  </a:cubicBezTo>
                  <a:cubicBezTo>
                    <a:pt x="1701" y="1513"/>
                    <a:pt x="1544" y="1702"/>
                    <a:pt x="1292" y="1702"/>
                  </a:cubicBezTo>
                  <a:cubicBezTo>
                    <a:pt x="1071" y="1702"/>
                    <a:pt x="914" y="1513"/>
                    <a:pt x="914" y="1292"/>
                  </a:cubicBezTo>
                  <a:cubicBezTo>
                    <a:pt x="914" y="1072"/>
                    <a:pt x="1103" y="883"/>
                    <a:pt x="1292" y="883"/>
                  </a:cubicBezTo>
                  <a:close/>
                  <a:moveTo>
                    <a:pt x="1260" y="1"/>
                  </a:moveTo>
                  <a:cubicBezTo>
                    <a:pt x="567" y="1"/>
                    <a:pt x="0" y="568"/>
                    <a:pt x="0" y="1261"/>
                  </a:cubicBezTo>
                  <a:cubicBezTo>
                    <a:pt x="0" y="1923"/>
                    <a:pt x="567" y="2490"/>
                    <a:pt x="1260" y="2490"/>
                  </a:cubicBezTo>
                  <a:cubicBezTo>
                    <a:pt x="1985" y="2490"/>
                    <a:pt x="2520" y="1923"/>
                    <a:pt x="2520" y="1261"/>
                  </a:cubicBezTo>
                  <a:cubicBezTo>
                    <a:pt x="2520" y="599"/>
                    <a:pt x="1985" y="1"/>
                    <a:pt x="126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3" name="Google Shape;3323;p47"/>
            <p:cNvSpPr/>
            <p:nvPr/>
          </p:nvSpPr>
          <p:spPr>
            <a:xfrm>
              <a:off x="-12116550" y="2592450"/>
              <a:ext cx="185900" cy="291450"/>
            </a:xfrm>
            <a:custGeom>
              <a:rect b="b" l="l" r="r" t="t"/>
              <a:pathLst>
                <a:path extrusionOk="0" h="11658" w="7436">
                  <a:moveTo>
                    <a:pt x="5135" y="851"/>
                  </a:moveTo>
                  <a:cubicBezTo>
                    <a:pt x="5388" y="1324"/>
                    <a:pt x="5419" y="1891"/>
                    <a:pt x="5230" y="2395"/>
                  </a:cubicBezTo>
                  <a:lnTo>
                    <a:pt x="3938" y="1765"/>
                  </a:lnTo>
                  <a:cubicBezTo>
                    <a:pt x="3875" y="1749"/>
                    <a:pt x="3812" y="1741"/>
                    <a:pt x="3749" y="1741"/>
                  </a:cubicBezTo>
                  <a:cubicBezTo>
                    <a:pt x="3686" y="1741"/>
                    <a:pt x="3623" y="1749"/>
                    <a:pt x="3560" y="1765"/>
                  </a:cubicBezTo>
                  <a:lnTo>
                    <a:pt x="2269" y="2395"/>
                  </a:lnTo>
                  <a:cubicBezTo>
                    <a:pt x="2048" y="1891"/>
                    <a:pt x="2080" y="1324"/>
                    <a:pt x="2300" y="851"/>
                  </a:cubicBezTo>
                  <a:close/>
                  <a:moveTo>
                    <a:pt x="4159" y="2742"/>
                  </a:moveTo>
                  <a:lnTo>
                    <a:pt x="4946" y="3151"/>
                  </a:lnTo>
                  <a:lnTo>
                    <a:pt x="4253" y="7530"/>
                  </a:lnTo>
                  <a:lnTo>
                    <a:pt x="3308" y="7530"/>
                  </a:lnTo>
                  <a:lnTo>
                    <a:pt x="2552" y="3151"/>
                  </a:lnTo>
                  <a:lnTo>
                    <a:pt x="3340" y="2742"/>
                  </a:lnTo>
                  <a:lnTo>
                    <a:pt x="3340" y="4569"/>
                  </a:lnTo>
                  <a:cubicBezTo>
                    <a:pt x="3340" y="4789"/>
                    <a:pt x="3529" y="5010"/>
                    <a:pt x="3718" y="5010"/>
                  </a:cubicBezTo>
                  <a:cubicBezTo>
                    <a:pt x="3970" y="5010"/>
                    <a:pt x="4159" y="4789"/>
                    <a:pt x="4159" y="4569"/>
                  </a:cubicBezTo>
                  <a:lnTo>
                    <a:pt x="4159" y="2742"/>
                  </a:lnTo>
                  <a:close/>
                  <a:moveTo>
                    <a:pt x="5388" y="8318"/>
                  </a:moveTo>
                  <a:cubicBezTo>
                    <a:pt x="5608" y="8318"/>
                    <a:pt x="5766" y="8507"/>
                    <a:pt x="5766" y="8727"/>
                  </a:cubicBezTo>
                  <a:lnTo>
                    <a:pt x="5766" y="9169"/>
                  </a:lnTo>
                  <a:lnTo>
                    <a:pt x="1638" y="9169"/>
                  </a:lnTo>
                  <a:lnTo>
                    <a:pt x="1638" y="8727"/>
                  </a:lnTo>
                  <a:cubicBezTo>
                    <a:pt x="1638" y="8507"/>
                    <a:pt x="1827" y="8318"/>
                    <a:pt x="2080" y="8318"/>
                  </a:cubicBezTo>
                  <a:close/>
                  <a:moveTo>
                    <a:pt x="6207" y="9956"/>
                  </a:moveTo>
                  <a:cubicBezTo>
                    <a:pt x="6459" y="9956"/>
                    <a:pt x="6616" y="10145"/>
                    <a:pt x="6616" y="10397"/>
                  </a:cubicBezTo>
                  <a:lnTo>
                    <a:pt x="6616" y="10838"/>
                  </a:lnTo>
                  <a:lnTo>
                    <a:pt x="819" y="10838"/>
                  </a:lnTo>
                  <a:lnTo>
                    <a:pt x="819" y="10397"/>
                  </a:lnTo>
                  <a:cubicBezTo>
                    <a:pt x="819" y="10145"/>
                    <a:pt x="1008" y="9956"/>
                    <a:pt x="1260" y="9956"/>
                  </a:cubicBezTo>
                  <a:close/>
                  <a:moveTo>
                    <a:pt x="2080" y="1"/>
                  </a:moveTo>
                  <a:cubicBezTo>
                    <a:pt x="1922" y="1"/>
                    <a:pt x="1796" y="64"/>
                    <a:pt x="1733" y="190"/>
                  </a:cubicBezTo>
                  <a:cubicBezTo>
                    <a:pt x="1134" y="1040"/>
                    <a:pt x="1134" y="2143"/>
                    <a:pt x="1670" y="3057"/>
                  </a:cubicBezTo>
                  <a:lnTo>
                    <a:pt x="2426" y="7530"/>
                  </a:lnTo>
                  <a:lnTo>
                    <a:pt x="2080" y="7530"/>
                  </a:lnTo>
                  <a:cubicBezTo>
                    <a:pt x="1418" y="7530"/>
                    <a:pt x="819" y="8066"/>
                    <a:pt x="819" y="8759"/>
                  </a:cubicBezTo>
                  <a:lnTo>
                    <a:pt x="819" y="9232"/>
                  </a:lnTo>
                  <a:cubicBezTo>
                    <a:pt x="347" y="9389"/>
                    <a:pt x="0" y="9862"/>
                    <a:pt x="0" y="10429"/>
                  </a:cubicBezTo>
                  <a:lnTo>
                    <a:pt x="0" y="11248"/>
                  </a:lnTo>
                  <a:cubicBezTo>
                    <a:pt x="0" y="11500"/>
                    <a:pt x="189" y="11657"/>
                    <a:pt x="378" y="11657"/>
                  </a:cubicBezTo>
                  <a:lnTo>
                    <a:pt x="6994" y="11657"/>
                  </a:lnTo>
                  <a:cubicBezTo>
                    <a:pt x="7246" y="11657"/>
                    <a:pt x="7435" y="11437"/>
                    <a:pt x="7435" y="11248"/>
                  </a:cubicBezTo>
                  <a:lnTo>
                    <a:pt x="7435" y="10429"/>
                  </a:lnTo>
                  <a:cubicBezTo>
                    <a:pt x="7435" y="9862"/>
                    <a:pt x="7089" y="9452"/>
                    <a:pt x="6616" y="9232"/>
                  </a:cubicBezTo>
                  <a:lnTo>
                    <a:pt x="6616" y="8759"/>
                  </a:lnTo>
                  <a:cubicBezTo>
                    <a:pt x="6616" y="8066"/>
                    <a:pt x="6049" y="7530"/>
                    <a:pt x="5388" y="7530"/>
                  </a:cubicBezTo>
                  <a:lnTo>
                    <a:pt x="5041" y="7530"/>
                  </a:lnTo>
                  <a:lnTo>
                    <a:pt x="5766" y="3057"/>
                  </a:lnTo>
                  <a:cubicBezTo>
                    <a:pt x="6333" y="2206"/>
                    <a:pt x="6301" y="1072"/>
                    <a:pt x="5734" y="190"/>
                  </a:cubicBezTo>
                  <a:cubicBezTo>
                    <a:pt x="5671" y="64"/>
                    <a:pt x="5545" y="1"/>
                    <a:pt x="538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4" name="Google Shape;3324;p47"/>
            <p:cNvSpPr/>
            <p:nvPr/>
          </p:nvSpPr>
          <p:spPr>
            <a:xfrm>
              <a:off x="-11950375" y="2633400"/>
              <a:ext cx="103200" cy="102425"/>
            </a:xfrm>
            <a:custGeom>
              <a:rect b="b" l="l" r="r" t="t"/>
              <a:pathLst>
                <a:path extrusionOk="0" h="4097" w="4128">
                  <a:moveTo>
                    <a:pt x="2017" y="1324"/>
                  </a:moveTo>
                  <a:lnTo>
                    <a:pt x="2206" y="1671"/>
                  </a:lnTo>
                  <a:cubicBezTo>
                    <a:pt x="2238" y="1734"/>
                    <a:pt x="2332" y="1828"/>
                    <a:pt x="2395" y="1860"/>
                  </a:cubicBezTo>
                  <a:lnTo>
                    <a:pt x="2742" y="2049"/>
                  </a:lnTo>
                  <a:lnTo>
                    <a:pt x="2395" y="2269"/>
                  </a:lnTo>
                  <a:cubicBezTo>
                    <a:pt x="2332" y="2301"/>
                    <a:pt x="2238" y="2364"/>
                    <a:pt x="2206" y="2458"/>
                  </a:cubicBezTo>
                  <a:lnTo>
                    <a:pt x="2017" y="2805"/>
                  </a:lnTo>
                  <a:lnTo>
                    <a:pt x="1797" y="2458"/>
                  </a:lnTo>
                  <a:cubicBezTo>
                    <a:pt x="1765" y="2364"/>
                    <a:pt x="1702" y="2301"/>
                    <a:pt x="1607" y="2269"/>
                  </a:cubicBezTo>
                  <a:lnTo>
                    <a:pt x="1261" y="2049"/>
                  </a:lnTo>
                  <a:lnTo>
                    <a:pt x="1607" y="1860"/>
                  </a:lnTo>
                  <a:cubicBezTo>
                    <a:pt x="1702" y="1828"/>
                    <a:pt x="1765" y="1734"/>
                    <a:pt x="1797" y="1671"/>
                  </a:cubicBezTo>
                  <a:lnTo>
                    <a:pt x="2017" y="1324"/>
                  </a:lnTo>
                  <a:close/>
                  <a:moveTo>
                    <a:pt x="2049" y="1"/>
                  </a:moveTo>
                  <a:cubicBezTo>
                    <a:pt x="1891" y="1"/>
                    <a:pt x="1734" y="95"/>
                    <a:pt x="1702" y="253"/>
                  </a:cubicBezTo>
                  <a:lnTo>
                    <a:pt x="1229" y="1230"/>
                  </a:lnTo>
                  <a:lnTo>
                    <a:pt x="221" y="1702"/>
                  </a:lnTo>
                  <a:cubicBezTo>
                    <a:pt x="64" y="1797"/>
                    <a:pt x="1" y="1891"/>
                    <a:pt x="1" y="2049"/>
                  </a:cubicBezTo>
                  <a:cubicBezTo>
                    <a:pt x="1" y="2206"/>
                    <a:pt x="64" y="2364"/>
                    <a:pt x="221" y="2427"/>
                  </a:cubicBezTo>
                  <a:lnTo>
                    <a:pt x="1229" y="2899"/>
                  </a:lnTo>
                  <a:lnTo>
                    <a:pt x="1702" y="3876"/>
                  </a:lnTo>
                  <a:cubicBezTo>
                    <a:pt x="1765" y="4034"/>
                    <a:pt x="1891" y="4097"/>
                    <a:pt x="2049" y="4097"/>
                  </a:cubicBezTo>
                  <a:cubicBezTo>
                    <a:pt x="2206" y="4097"/>
                    <a:pt x="2364" y="4034"/>
                    <a:pt x="2395" y="3876"/>
                  </a:cubicBezTo>
                  <a:lnTo>
                    <a:pt x="2868" y="2899"/>
                  </a:lnTo>
                  <a:lnTo>
                    <a:pt x="3907" y="2427"/>
                  </a:lnTo>
                  <a:cubicBezTo>
                    <a:pt x="4065" y="2332"/>
                    <a:pt x="4128" y="2206"/>
                    <a:pt x="4128" y="2049"/>
                  </a:cubicBezTo>
                  <a:cubicBezTo>
                    <a:pt x="4128" y="1891"/>
                    <a:pt x="4065" y="1734"/>
                    <a:pt x="3907" y="1702"/>
                  </a:cubicBezTo>
                  <a:lnTo>
                    <a:pt x="2868" y="1230"/>
                  </a:lnTo>
                  <a:lnTo>
                    <a:pt x="2395" y="253"/>
                  </a:lnTo>
                  <a:cubicBezTo>
                    <a:pt x="2332" y="95"/>
                    <a:pt x="2206" y="1"/>
                    <a:pt x="20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5" name="Google Shape;3325;p47"/>
            <p:cNvSpPr/>
            <p:nvPr/>
          </p:nvSpPr>
          <p:spPr>
            <a:xfrm>
              <a:off x="-12199250" y="2633400"/>
              <a:ext cx="103200" cy="102425"/>
            </a:xfrm>
            <a:custGeom>
              <a:rect b="b" l="l" r="r" t="t"/>
              <a:pathLst>
                <a:path extrusionOk="0" h="4097" w="4128">
                  <a:moveTo>
                    <a:pt x="2048" y="1324"/>
                  </a:moveTo>
                  <a:lnTo>
                    <a:pt x="2237" y="1671"/>
                  </a:lnTo>
                  <a:cubicBezTo>
                    <a:pt x="2269" y="1734"/>
                    <a:pt x="2363" y="1828"/>
                    <a:pt x="2426" y="1860"/>
                  </a:cubicBezTo>
                  <a:lnTo>
                    <a:pt x="2804" y="2049"/>
                  </a:lnTo>
                  <a:lnTo>
                    <a:pt x="2426" y="2269"/>
                  </a:lnTo>
                  <a:cubicBezTo>
                    <a:pt x="2363" y="2301"/>
                    <a:pt x="2269" y="2364"/>
                    <a:pt x="2237" y="2458"/>
                  </a:cubicBezTo>
                  <a:lnTo>
                    <a:pt x="2048" y="2805"/>
                  </a:lnTo>
                  <a:lnTo>
                    <a:pt x="1859" y="2458"/>
                  </a:lnTo>
                  <a:cubicBezTo>
                    <a:pt x="1796" y="2364"/>
                    <a:pt x="1733" y="2301"/>
                    <a:pt x="1638" y="2269"/>
                  </a:cubicBezTo>
                  <a:lnTo>
                    <a:pt x="1292" y="2049"/>
                  </a:lnTo>
                  <a:lnTo>
                    <a:pt x="1638" y="1860"/>
                  </a:lnTo>
                  <a:cubicBezTo>
                    <a:pt x="1733" y="1828"/>
                    <a:pt x="1796" y="1734"/>
                    <a:pt x="1859" y="1671"/>
                  </a:cubicBezTo>
                  <a:lnTo>
                    <a:pt x="2048" y="1324"/>
                  </a:lnTo>
                  <a:close/>
                  <a:moveTo>
                    <a:pt x="2079" y="1"/>
                  </a:moveTo>
                  <a:cubicBezTo>
                    <a:pt x="1922" y="1"/>
                    <a:pt x="1764" y="95"/>
                    <a:pt x="1733" y="253"/>
                  </a:cubicBezTo>
                  <a:lnTo>
                    <a:pt x="1260" y="1230"/>
                  </a:lnTo>
                  <a:lnTo>
                    <a:pt x="221" y="1702"/>
                  </a:lnTo>
                  <a:cubicBezTo>
                    <a:pt x="63" y="1797"/>
                    <a:pt x="0" y="1891"/>
                    <a:pt x="0" y="2049"/>
                  </a:cubicBezTo>
                  <a:cubicBezTo>
                    <a:pt x="0" y="2206"/>
                    <a:pt x="63" y="2364"/>
                    <a:pt x="221" y="2427"/>
                  </a:cubicBezTo>
                  <a:lnTo>
                    <a:pt x="1260" y="2899"/>
                  </a:lnTo>
                  <a:lnTo>
                    <a:pt x="1733" y="3876"/>
                  </a:lnTo>
                  <a:cubicBezTo>
                    <a:pt x="1796" y="4034"/>
                    <a:pt x="1922" y="4097"/>
                    <a:pt x="2079" y="4097"/>
                  </a:cubicBezTo>
                  <a:cubicBezTo>
                    <a:pt x="2237" y="4097"/>
                    <a:pt x="2395" y="4034"/>
                    <a:pt x="2426" y="3876"/>
                  </a:cubicBezTo>
                  <a:lnTo>
                    <a:pt x="2899" y="2899"/>
                  </a:lnTo>
                  <a:lnTo>
                    <a:pt x="3907" y="2427"/>
                  </a:lnTo>
                  <a:cubicBezTo>
                    <a:pt x="4033" y="2364"/>
                    <a:pt x="4127" y="2206"/>
                    <a:pt x="4127" y="2049"/>
                  </a:cubicBezTo>
                  <a:cubicBezTo>
                    <a:pt x="4127" y="1891"/>
                    <a:pt x="4033" y="1734"/>
                    <a:pt x="3907" y="1702"/>
                  </a:cubicBezTo>
                  <a:lnTo>
                    <a:pt x="2899" y="1230"/>
                  </a:lnTo>
                  <a:lnTo>
                    <a:pt x="2426" y="253"/>
                  </a:lnTo>
                  <a:cubicBezTo>
                    <a:pt x="2363" y="95"/>
                    <a:pt x="2237" y="1"/>
                    <a:pt x="207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26" name="Google Shape;3326;p47"/>
          <p:cNvSpPr/>
          <p:nvPr/>
        </p:nvSpPr>
        <p:spPr>
          <a:xfrm>
            <a:off x="5087813" y="2868688"/>
            <a:ext cx="284249" cy="284409"/>
          </a:xfrm>
          <a:custGeom>
            <a:rect b="b" l="l" r="r" t="t"/>
            <a:pathLst>
              <a:path extrusionOk="0" h="14155" w="14147">
                <a:moveTo>
                  <a:pt x="7058" y="891"/>
                </a:moveTo>
                <a:lnTo>
                  <a:pt x="11311" y="3285"/>
                </a:lnTo>
                <a:lnTo>
                  <a:pt x="2805" y="3285"/>
                </a:lnTo>
                <a:lnTo>
                  <a:pt x="7058" y="891"/>
                </a:lnTo>
                <a:close/>
                <a:moveTo>
                  <a:pt x="12886" y="4136"/>
                </a:moveTo>
                <a:cubicBezTo>
                  <a:pt x="13107" y="4136"/>
                  <a:pt x="13264" y="4325"/>
                  <a:pt x="13264" y="4545"/>
                </a:cubicBezTo>
                <a:lnTo>
                  <a:pt x="13264" y="4986"/>
                </a:lnTo>
                <a:lnTo>
                  <a:pt x="851" y="4986"/>
                </a:lnTo>
                <a:lnTo>
                  <a:pt x="851" y="4545"/>
                </a:lnTo>
                <a:cubicBezTo>
                  <a:pt x="851" y="4325"/>
                  <a:pt x="1040" y="4136"/>
                  <a:pt x="1261" y="4136"/>
                </a:cubicBezTo>
                <a:close/>
                <a:moveTo>
                  <a:pt x="3309" y="5806"/>
                </a:moveTo>
                <a:lnTo>
                  <a:pt x="3309" y="9996"/>
                </a:lnTo>
                <a:lnTo>
                  <a:pt x="2490" y="9996"/>
                </a:lnTo>
                <a:lnTo>
                  <a:pt x="2490" y="5806"/>
                </a:lnTo>
                <a:close/>
                <a:moveTo>
                  <a:pt x="5798" y="5806"/>
                </a:moveTo>
                <a:lnTo>
                  <a:pt x="5798" y="9996"/>
                </a:lnTo>
                <a:lnTo>
                  <a:pt x="4128" y="9996"/>
                </a:lnTo>
                <a:lnTo>
                  <a:pt x="4128" y="5806"/>
                </a:lnTo>
                <a:close/>
                <a:moveTo>
                  <a:pt x="7499" y="5806"/>
                </a:moveTo>
                <a:lnTo>
                  <a:pt x="7499" y="9996"/>
                </a:lnTo>
                <a:lnTo>
                  <a:pt x="6617" y="9996"/>
                </a:lnTo>
                <a:lnTo>
                  <a:pt x="6617" y="5806"/>
                </a:lnTo>
                <a:close/>
                <a:moveTo>
                  <a:pt x="9956" y="5806"/>
                </a:moveTo>
                <a:lnTo>
                  <a:pt x="9956" y="9996"/>
                </a:lnTo>
                <a:lnTo>
                  <a:pt x="8286" y="9996"/>
                </a:lnTo>
                <a:lnTo>
                  <a:pt x="8286" y="5806"/>
                </a:lnTo>
                <a:close/>
                <a:moveTo>
                  <a:pt x="11626" y="5806"/>
                </a:moveTo>
                <a:lnTo>
                  <a:pt x="11626" y="9996"/>
                </a:lnTo>
                <a:lnTo>
                  <a:pt x="10807" y="9996"/>
                </a:lnTo>
                <a:lnTo>
                  <a:pt x="10807" y="5806"/>
                </a:lnTo>
                <a:close/>
                <a:moveTo>
                  <a:pt x="12004" y="10815"/>
                </a:moveTo>
                <a:cubicBezTo>
                  <a:pt x="12256" y="10815"/>
                  <a:pt x="12445" y="11004"/>
                  <a:pt x="12445" y="11256"/>
                </a:cubicBezTo>
                <a:lnTo>
                  <a:pt x="12445" y="11634"/>
                </a:lnTo>
                <a:lnTo>
                  <a:pt x="1670" y="11634"/>
                </a:lnTo>
                <a:lnTo>
                  <a:pt x="1670" y="11256"/>
                </a:lnTo>
                <a:cubicBezTo>
                  <a:pt x="1670" y="11004"/>
                  <a:pt x="1859" y="10815"/>
                  <a:pt x="2048" y="10815"/>
                </a:cubicBezTo>
                <a:close/>
                <a:moveTo>
                  <a:pt x="12886" y="12422"/>
                </a:moveTo>
                <a:cubicBezTo>
                  <a:pt x="13107" y="12422"/>
                  <a:pt x="13264" y="12642"/>
                  <a:pt x="13264" y="12863"/>
                </a:cubicBezTo>
                <a:lnTo>
                  <a:pt x="13264" y="13304"/>
                </a:lnTo>
                <a:lnTo>
                  <a:pt x="851" y="13304"/>
                </a:lnTo>
                <a:lnTo>
                  <a:pt x="851" y="12863"/>
                </a:lnTo>
                <a:cubicBezTo>
                  <a:pt x="851" y="12642"/>
                  <a:pt x="1040" y="12422"/>
                  <a:pt x="1261" y="12422"/>
                </a:cubicBezTo>
                <a:close/>
                <a:moveTo>
                  <a:pt x="7058" y="1"/>
                </a:moveTo>
                <a:cubicBezTo>
                  <a:pt x="6987" y="1"/>
                  <a:pt x="6916" y="24"/>
                  <a:pt x="6869" y="72"/>
                </a:cubicBezTo>
                <a:lnTo>
                  <a:pt x="1103" y="3348"/>
                </a:lnTo>
                <a:cubicBezTo>
                  <a:pt x="473" y="3411"/>
                  <a:pt x="1" y="3915"/>
                  <a:pt x="1" y="4545"/>
                </a:cubicBezTo>
                <a:lnTo>
                  <a:pt x="1" y="5365"/>
                </a:lnTo>
                <a:cubicBezTo>
                  <a:pt x="1" y="5617"/>
                  <a:pt x="221" y="5806"/>
                  <a:pt x="442" y="5806"/>
                </a:cubicBezTo>
                <a:lnTo>
                  <a:pt x="1702" y="5806"/>
                </a:lnTo>
                <a:lnTo>
                  <a:pt x="1702" y="10059"/>
                </a:lnTo>
                <a:cubicBezTo>
                  <a:pt x="1229" y="10216"/>
                  <a:pt x="883" y="10689"/>
                  <a:pt x="883" y="11256"/>
                </a:cubicBezTo>
                <a:lnTo>
                  <a:pt x="883" y="11729"/>
                </a:lnTo>
                <a:cubicBezTo>
                  <a:pt x="410" y="11886"/>
                  <a:pt x="64" y="12359"/>
                  <a:pt x="64" y="12894"/>
                </a:cubicBezTo>
                <a:lnTo>
                  <a:pt x="64" y="13713"/>
                </a:lnTo>
                <a:cubicBezTo>
                  <a:pt x="64" y="13965"/>
                  <a:pt x="253" y="14154"/>
                  <a:pt x="473" y="14154"/>
                </a:cubicBezTo>
                <a:lnTo>
                  <a:pt x="13768" y="14154"/>
                </a:lnTo>
                <a:cubicBezTo>
                  <a:pt x="13989" y="14154"/>
                  <a:pt x="14146" y="13965"/>
                  <a:pt x="14146" y="13713"/>
                </a:cubicBezTo>
                <a:lnTo>
                  <a:pt x="14146" y="12894"/>
                </a:lnTo>
                <a:cubicBezTo>
                  <a:pt x="14146" y="12359"/>
                  <a:pt x="13800" y="11918"/>
                  <a:pt x="13327" y="11729"/>
                </a:cubicBezTo>
                <a:lnTo>
                  <a:pt x="13327" y="11256"/>
                </a:lnTo>
                <a:cubicBezTo>
                  <a:pt x="13327" y="10689"/>
                  <a:pt x="12981" y="10248"/>
                  <a:pt x="12508" y="10059"/>
                </a:cubicBezTo>
                <a:lnTo>
                  <a:pt x="12508" y="5806"/>
                </a:lnTo>
                <a:lnTo>
                  <a:pt x="13768" y="5806"/>
                </a:lnTo>
                <a:cubicBezTo>
                  <a:pt x="13989" y="5806"/>
                  <a:pt x="14146" y="5617"/>
                  <a:pt x="14146" y="5396"/>
                </a:cubicBezTo>
                <a:lnTo>
                  <a:pt x="14146" y="4545"/>
                </a:lnTo>
                <a:cubicBezTo>
                  <a:pt x="14115" y="3915"/>
                  <a:pt x="13642" y="3380"/>
                  <a:pt x="13012" y="3348"/>
                </a:cubicBezTo>
                <a:lnTo>
                  <a:pt x="7247" y="72"/>
                </a:lnTo>
                <a:cubicBezTo>
                  <a:pt x="7200" y="24"/>
                  <a:pt x="7129" y="1"/>
                  <a:pt x="705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27" name="Google Shape;3327;p47"/>
          <p:cNvGrpSpPr/>
          <p:nvPr/>
        </p:nvGrpSpPr>
        <p:grpSpPr>
          <a:xfrm>
            <a:off x="5087502" y="3305547"/>
            <a:ext cx="284871" cy="282360"/>
            <a:chOff x="-10462550" y="2057650"/>
            <a:chExt cx="354450" cy="351325"/>
          </a:xfrm>
        </p:grpSpPr>
        <p:sp>
          <p:nvSpPr>
            <p:cNvPr id="3328" name="Google Shape;3328;p47"/>
            <p:cNvSpPr/>
            <p:nvPr/>
          </p:nvSpPr>
          <p:spPr>
            <a:xfrm>
              <a:off x="-10462550" y="2057650"/>
              <a:ext cx="354450" cy="351325"/>
            </a:xfrm>
            <a:custGeom>
              <a:rect b="b" l="l" r="r" t="t"/>
              <a:pathLst>
                <a:path extrusionOk="0" h="14053" w="14178">
                  <a:moveTo>
                    <a:pt x="7121" y="788"/>
                  </a:moveTo>
                  <a:cubicBezTo>
                    <a:pt x="7341" y="788"/>
                    <a:pt x="7499" y="978"/>
                    <a:pt x="7499" y="1198"/>
                  </a:cubicBezTo>
                  <a:cubicBezTo>
                    <a:pt x="7499" y="1419"/>
                    <a:pt x="7310" y="1608"/>
                    <a:pt x="7121" y="1608"/>
                  </a:cubicBezTo>
                  <a:cubicBezTo>
                    <a:pt x="6932" y="1608"/>
                    <a:pt x="6680" y="1419"/>
                    <a:pt x="6680" y="1198"/>
                  </a:cubicBezTo>
                  <a:cubicBezTo>
                    <a:pt x="6711" y="946"/>
                    <a:pt x="6869" y="788"/>
                    <a:pt x="7121" y="788"/>
                  </a:cubicBezTo>
                  <a:close/>
                  <a:moveTo>
                    <a:pt x="7467" y="2364"/>
                  </a:moveTo>
                  <a:lnTo>
                    <a:pt x="8790" y="4065"/>
                  </a:lnTo>
                  <a:lnTo>
                    <a:pt x="5451" y="4065"/>
                  </a:lnTo>
                  <a:lnTo>
                    <a:pt x="6774" y="2364"/>
                  </a:lnTo>
                  <a:cubicBezTo>
                    <a:pt x="6869" y="2395"/>
                    <a:pt x="6995" y="2395"/>
                    <a:pt x="7121" y="2395"/>
                  </a:cubicBezTo>
                  <a:cubicBezTo>
                    <a:pt x="7247" y="2395"/>
                    <a:pt x="7341" y="2364"/>
                    <a:pt x="7467" y="2364"/>
                  </a:cubicBezTo>
                  <a:close/>
                  <a:moveTo>
                    <a:pt x="12508" y="4065"/>
                  </a:moveTo>
                  <a:cubicBezTo>
                    <a:pt x="12981" y="4065"/>
                    <a:pt x="13327" y="4412"/>
                    <a:pt x="13327" y="4884"/>
                  </a:cubicBezTo>
                  <a:cubicBezTo>
                    <a:pt x="13327" y="5231"/>
                    <a:pt x="13107" y="5546"/>
                    <a:pt x="12792" y="5672"/>
                  </a:cubicBezTo>
                  <a:cubicBezTo>
                    <a:pt x="12634" y="5703"/>
                    <a:pt x="12508" y="5861"/>
                    <a:pt x="12508" y="6081"/>
                  </a:cubicBezTo>
                  <a:lnTo>
                    <a:pt x="12508" y="11217"/>
                  </a:lnTo>
                  <a:cubicBezTo>
                    <a:pt x="12508" y="11437"/>
                    <a:pt x="12634" y="11563"/>
                    <a:pt x="12792" y="11626"/>
                  </a:cubicBezTo>
                  <a:cubicBezTo>
                    <a:pt x="13107" y="11752"/>
                    <a:pt x="13327" y="12067"/>
                    <a:pt x="13327" y="12414"/>
                  </a:cubicBezTo>
                  <a:cubicBezTo>
                    <a:pt x="13327" y="12886"/>
                    <a:pt x="12981" y="13233"/>
                    <a:pt x="12508" y="13233"/>
                  </a:cubicBezTo>
                  <a:cubicBezTo>
                    <a:pt x="12162" y="13233"/>
                    <a:pt x="11846" y="13012"/>
                    <a:pt x="11720" y="12697"/>
                  </a:cubicBezTo>
                  <a:cubicBezTo>
                    <a:pt x="11689" y="12540"/>
                    <a:pt x="11531" y="12414"/>
                    <a:pt x="11342" y="12414"/>
                  </a:cubicBezTo>
                  <a:lnTo>
                    <a:pt x="2868" y="12414"/>
                  </a:lnTo>
                  <a:cubicBezTo>
                    <a:pt x="2710" y="12414"/>
                    <a:pt x="2553" y="12540"/>
                    <a:pt x="2490" y="12697"/>
                  </a:cubicBezTo>
                  <a:cubicBezTo>
                    <a:pt x="2363" y="13012"/>
                    <a:pt x="2048" y="13233"/>
                    <a:pt x="1702" y="13233"/>
                  </a:cubicBezTo>
                  <a:cubicBezTo>
                    <a:pt x="1198" y="13233"/>
                    <a:pt x="851" y="12886"/>
                    <a:pt x="851" y="12414"/>
                  </a:cubicBezTo>
                  <a:cubicBezTo>
                    <a:pt x="851" y="12067"/>
                    <a:pt x="1103" y="11752"/>
                    <a:pt x="1418" y="11626"/>
                  </a:cubicBezTo>
                  <a:cubicBezTo>
                    <a:pt x="1576" y="11595"/>
                    <a:pt x="1702" y="11437"/>
                    <a:pt x="1702" y="11217"/>
                  </a:cubicBezTo>
                  <a:lnTo>
                    <a:pt x="1702" y="6081"/>
                  </a:lnTo>
                  <a:cubicBezTo>
                    <a:pt x="1702" y="5924"/>
                    <a:pt x="1576" y="5766"/>
                    <a:pt x="1418" y="5672"/>
                  </a:cubicBezTo>
                  <a:cubicBezTo>
                    <a:pt x="1103" y="5546"/>
                    <a:pt x="851" y="5231"/>
                    <a:pt x="851" y="4884"/>
                  </a:cubicBezTo>
                  <a:cubicBezTo>
                    <a:pt x="851" y="4412"/>
                    <a:pt x="1229" y="4065"/>
                    <a:pt x="1702" y="4065"/>
                  </a:cubicBezTo>
                  <a:cubicBezTo>
                    <a:pt x="2048" y="4065"/>
                    <a:pt x="2363" y="4286"/>
                    <a:pt x="2490" y="4601"/>
                  </a:cubicBezTo>
                  <a:cubicBezTo>
                    <a:pt x="2521" y="4758"/>
                    <a:pt x="2679" y="4884"/>
                    <a:pt x="2868" y="4884"/>
                  </a:cubicBezTo>
                  <a:lnTo>
                    <a:pt x="11342" y="4884"/>
                  </a:lnTo>
                  <a:cubicBezTo>
                    <a:pt x="11500" y="4884"/>
                    <a:pt x="11657" y="4758"/>
                    <a:pt x="11720" y="4601"/>
                  </a:cubicBezTo>
                  <a:cubicBezTo>
                    <a:pt x="11846" y="4286"/>
                    <a:pt x="12162" y="4065"/>
                    <a:pt x="12508" y="4065"/>
                  </a:cubicBezTo>
                  <a:close/>
                  <a:moveTo>
                    <a:pt x="7089" y="1"/>
                  </a:moveTo>
                  <a:cubicBezTo>
                    <a:pt x="6365" y="1"/>
                    <a:pt x="5829" y="568"/>
                    <a:pt x="5829" y="1230"/>
                  </a:cubicBezTo>
                  <a:cubicBezTo>
                    <a:pt x="5829" y="1450"/>
                    <a:pt x="5892" y="1702"/>
                    <a:pt x="6018" y="1891"/>
                  </a:cubicBezTo>
                  <a:lnTo>
                    <a:pt x="4348" y="4097"/>
                  </a:lnTo>
                  <a:lnTo>
                    <a:pt x="3057" y="4097"/>
                  </a:lnTo>
                  <a:cubicBezTo>
                    <a:pt x="2773" y="3592"/>
                    <a:pt x="2237" y="3277"/>
                    <a:pt x="1639" y="3277"/>
                  </a:cubicBezTo>
                  <a:cubicBezTo>
                    <a:pt x="725" y="3277"/>
                    <a:pt x="1" y="4033"/>
                    <a:pt x="1" y="4916"/>
                  </a:cubicBezTo>
                  <a:cubicBezTo>
                    <a:pt x="1" y="5514"/>
                    <a:pt x="316" y="6081"/>
                    <a:pt x="820" y="6333"/>
                  </a:cubicBezTo>
                  <a:lnTo>
                    <a:pt x="820" y="10996"/>
                  </a:lnTo>
                  <a:cubicBezTo>
                    <a:pt x="316" y="11280"/>
                    <a:pt x="1" y="11815"/>
                    <a:pt x="1" y="12414"/>
                  </a:cubicBezTo>
                  <a:cubicBezTo>
                    <a:pt x="1" y="13327"/>
                    <a:pt x="725" y="14052"/>
                    <a:pt x="1639" y="14052"/>
                  </a:cubicBezTo>
                  <a:cubicBezTo>
                    <a:pt x="2237" y="14052"/>
                    <a:pt x="2773" y="13737"/>
                    <a:pt x="3057" y="13233"/>
                  </a:cubicBezTo>
                  <a:lnTo>
                    <a:pt x="11027" y="13233"/>
                  </a:lnTo>
                  <a:cubicBezTo>
                    <a:pt x="11279" y="13737"/>
                    <a:pt x="11846" y="14052"/>
                    <a:pt x="12445" y="14052"/>
                  </a:cubicBezTo>
                  <a:cubicBezTo>
                    <a:pt x="13327" y="14052"/>
                    <a:pt x="14083" y="13327"/>
                    <a:pt x="14083" y="12414"/>
                  </a:cubicBezTo>
                  <a:cubicBezTo>
                    <a:pt x="14083" y="11815"/>
                    <a:pt x="13768" y="11280"/>
                    <a:pt x="13264" y="10996"/>
                  </a:cubicBezTo>
                  <a:lnTo>
                    <a:pt x="13264" y="6333"/>
                  </a:lnTo>
                  <a:cubicBezTo>
                    <a:pt x="13863" y="6050"/>
                    <a:pt x="14178" y="5514"/>
                    <a:pt x="14178" y="4916"/>
                  </a:cubicBezTo>
                  <a:cubicBezTo>
                    <a:pt x="14178" y="4033"/>
                    <a:pt x="13422" y="3277"/>
                    <a:pt x="12508" y="3277"/>
                  </a:cubicBezTo>
                  <a:cubicBezTo>
                    <a:pt x="11909" y="3277"/>
                    <a:pt x="11374" y="3592"/>
                    <a:pt x="11090" y="4097"/>
                  </a:cubicBezTo>
                  <a:lnTo>
                    <a:pt x="9799" y="4097"/>
                  </a:lnTo>
                  <a:lnTo>
                    <a:pt x="8129" y="1891"/>
                  </a:lnTo>
                  <a:cubicBezTo>
                    <a:pt x="8255" y="1702"/>
                    <a:pt x="8349" y="1450"/>
                    <a:pt x="8349" y="1230"/>
                  </a:cubicBezTo>
                  <a:cubicBezTo>
                    <a:pt x="8349" y="568"/>
                    <a:pt x="7782" y="1"/>
                    <a:pt x="708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9" name="Google Shape;3329;p47"/>
            <p:cNvSpPr/>
            <p:nvPr/>
          </p:nvSpPr>
          <p:spPr>
            <a:xfrm>
              <a:off x="-10397950" y="2201800"/>
              <a:ext cx="228425" cy="146525"/>
            </a:xfrm>
            <a:custGeom>
              <a:rect b="b" l="l" r="r" t="t"/>
              <a:pathLst>
                <a:path extrusionOk="0" h="5861" w="9137">
                  <a:moveTo>
                    <a:pt x="8286" y="819"/>
                  </a:moveTo>
                  <a:lnTo>
                    <a:pt x="8286" y="4978"/>
                  </a:lnTo>
                  <a:lnTo>
                    <a:pt x="788" y="4978"/>
                  </a:lnTo>
                  <a:lnTo>
                    <a:pt x="788" y="819"/>
                  </a:lnTo>
                  <a:close/>
                  <a:moveTo>
                    <a:pt x="410" y="0"/>
                  </a:moveTo>
                  <a:cubicBezTo>
                    <a:pt x="158" y="0"/>
                    <a:pt x="0" y="189"/>
                    <a:pt x="0" y="410"/>
                  </a:cubicBezTo>
                  <a:lnTo>
                    <a:pt x="0" y="5419"/>
                  </a:lnTo>
                  <a:cubicBezTo>
                    <a:pt x="0" y="5640"/>
                    <a:pt x="189" y="5860"/>
                    <a:pt x="410" y="5860"/>
                  </a:cubicBezTo>
                  <a:lnTo>
                    <a:pt x="8695" y="5860"/>
                  </a:lnTo>
                  <a:cubicBezTo>
                    <a:pt x="8947" y="5860"/>
                    <a:pt x="9136" y="5640"/>
                    <a:pt x="9136" y="5419"/>
                  </a:cubicBezTo>
                  <a:lnTo>
                    <a:pt x="9136" y="410"/>
                  </a:lnTo>
                  <a:cubicBezTo>
                    <a:pt x="9105" y="158"/>
                    <a:pt x="8947" y="0"/>
                    <a:pt x="869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30" name="Google Shape;3330;p47"/>
          <p:cNvSpPr/>
          <p:nvPr/>
        </p:nvSpPr>
        <p:spPr>
          <a:xfrm>
            <a:off x="7723611" y="2868769"/>
            <a:ext cx="260821" cy="284249"/>
          </a:xfrm>
          <a:custGeom>
            <a:rect b="b" l="l" r="r" t="t"/>
            <a:pathLst>
              <a:path extrusionOk="0" h="14147" w="12981">
                <a:moveTo>
                  <a:pt x="10712" y="820"/>
                </a:moveTo>
                <a:cubicBezTo>
                  <a:pt x="11279" y="820"/>
                  <a:pt x="11752" y="1166"/>
                  <a:pt x="11909" y="1733"/>
                </a:cubicBezTo>
                <a:cubicBezTo>
                  <a:pt x="12067" y="2615"/>
                  <a:pt x="11531" y="3655"/>
                  <a:pt x="10680" y="3655"/>
                </a:cubicBezTo>
                <a:cubicBezTo>
                  <a:pt x="9924" y="3655"/>
                  <a:pt x="9420" y="2867"/>
                  <a:pt x="9798" y="2521"/>
                </a:cubicBezTo>
                <a:cubicBezTo>
                  <a:pt x="9865" y="2476"/>
                  <a:pt x="9963" y="2432"/>
                  <a:pt x="10071" y="2432"/>
                </a:cubicBezTo>
                <a:cubicBezTo>
                  <a:pt x="10116" y="2432"/>
                  <a:pt x="10162" y="2439"/>
                  <a:pt x="10208" y="2458"/>
                </a:cubicBezTo>
                <a:cubicBezTo>
                  <a:pt x="10271" y="2489"/>
                  <a:pt x="10302" y="2521"/>
                  <a:pt x="10365" y="2615"/>
                </a:cubicBezTo>
                <a:cubicBezTo>
                  <a:pt x="10394" y="2813"/>
                  <a:pt x="10600" y="2935"/>
                  <a:pt x="10801" y="2935"/>
                </a:cubicBezTo>
                <a:cubicBezTo>
                  <a:pt x="10824" y="2935"/>
                  <a:pt x="10847" y="2934"/>
                  <a:pt x="10869" y="2930"/>
                </a:cubicBezTo>
                <a:cubicBezTo>
                  <a:pt x="11090" y="2867"/>
                  <a:pt x="11216" y="2647"/>
                  <a:pt x="11184" y="2395"/>
                </a:cubicBezTo>
                <a:cubicBezTo>
                  <a:pt x="11090" y="2048"/>
                  <a:pt x="10838" y="1733"/>
                  <a:pt x="10491" y="1670"/>
                </a:cubicBezTo>
                <a:cubicBezTo>
                  <a:pt x="10382" y="1637"/>
                  <a:pt x="10265" y="1621"/>
                  <a:pt x="10148" y="1621"/>
                </a:cubicBezTo>
                <a:cubicBezTo>
                  <a:pt x="9828" y="1621"/>
                  <a:pt x="9502" y="1738"/>
                  <a:pt x="9294" y="1922"/>
                </a:cubicBezTo>
                <a:lnTo>
                  <a:pt x="9168" y="2048"/>
                </a:lnTo>
                <a:lnTo>
                  <a:pt x="3907" y="2048"/>
                </a:lnTo>
                <a:lnTo>
                  <a:pt x="3781" y="1922"/>
                </a:lnTo>
                <a:cubicBezTo>
                  <a:pt x="3556" y="1723"/>
                  <a:pt x="3242" y="1617"/>
                  <a:pt x="2934" y="1617"/>
                </a:cubicBezTo>
                <a:cubicBezTo>
                  <a:pt x="2463" y="1617"/>
                  <a:pt x="2005" y="1862"/>
                  <a:pt x="1891" y="2395"/>
                </a:cubicBezTo>
                <a:cubicBezTo>
                  <a:pt x="1859" y="2647"/>
                  <a:pt x="1985" y="2836"/>
                  <a:pt x="2206" y="2930"/>
                </a:cubicBezTo>
                <a:cubicBezTo>
                  <a:pt x="2228" y="2934"/>
                  <a:pt x="2250" y="2935"/>
                  <a:pt x="2272" y="2935"/>
                </a:cubicBezTo>
                <a:cubicBezTo>
                  <a:pt x="2469" y="2935"/>
                  <a:pt x="2653" y="2810"/>
                  <a:pt x="2710" y="2584"/>
                </a:cubicBezTo>
                <a:cubicBezTo>
                  <a:pt x="2741" y="2521"/>
                  <a:pt x="2804" y="2489"/>
                  <a:pt x="2867" y="2426"/>
                </a:cubicBezTo>
                <a:cubicBezTo>
                  <a:pt x="2899" y="2419"/>
                  <a:pt x="2934" y="2415"/>
                  <a:pt x="2971" y="2415"/>
                </a:cubicBezTo>
                <a:cubicBezTo>
                  <a:pt x="3082" y="2415"/>
                  <a:pt x="3206" y="2450"/>
                  <a:pt x="3277" y="2521"/>
                </a:cubicBezTo>
                <a:cubicBezTo>
                  <a:pt x="3623" y="2867"/>
                  <a:pt x="3119" y="3655"/>
                  <a:pt x="2395" y="3655"/>
                </a:cubicBezTo>
                <a:cubicBezTo>
                  <a:pt x="1544" y="3655"/>
                  <a:pt x="1040" y="2584"/>
                  <a:pt x="1292" y="1733"/>
                </a:cubicBezTo>
                <a:cubicBezTo>
                  <a:pt x="1512" y="1135"/>
                  <a:pt x="1922" y="820"/>
                  <a:pt x="2489" y="820"/>
                </a:cubicBezTo>
                <a:close/>
                <a:moveTo>
                  <a:pt x="8822" y="2867"/>
                </a:moveTo>
                <a:cubicBezTo>
                  <a:pt x="8822" y="3183"/>
                  <a:pt x="8948" y="3466"/>
                  <a:pt x="9137" y="3718"/>
                </a:cubicBezTo>
                <a:lnTo>
                  <a:pt x="3749" y="3718"/>
                </a:lnTo>
                <a:cubicBezTo>
                  <a:pt x="3938" y="3466"/>
                  <a:pt x="4064" y="3183"/>
                  <a:pt x="4064" y="2867"/>
                </a:cubicBezTo>
                <a:close/>
                <a:moveTo>
                  <a:pt x="10176" y="4537"/>
                </a:moveTo>
                <a:lnTo>
                  <a:pt x="10176" y="4978"/>
                </a:lnTo>
                <a:lnTo>
                  <a:pt x="10208" y="4978"/>
                </a:lnTo>
                <a:cubicBezTo>
                  <a:pt x="10208" y="5199"/>
                  <a:pt x="9987" y="5388"/>
                  <a:pt x="9767" y="5388"/>
                </a:cubicBezTo>
                <a:lnTo>
                  <a:pt x="3151" y="5388"/>
                </a:lnTo>
                <a:cubicBezTo>
                  <a:pt x="2930" y="5388"/>
                  <a:pt x="2710" y="5199"/>
                  <a:pt x="2710" y="4978"/>
                </a:cubicBezTo>
                <a:lnTo>
                  <a:pt x="2710" y="4537"/>
                </a:lnTo>
                <a:close/>
                <a:moveTo>
                  <a:pt x="9357" y="6175"/>
                </a:moveTo>
                <a:lnTo>
                  <a:pt x="9357" y="11626"/>
                </a:lnTo>
                <a:lnTo>
                  <a:pt x="8538" y="11626"/>
                </a:lnTo>
                <a:lnTo>
                  <a:pt x="8538" y="7436"/>
                </a:lnTo>
                <a:cubicBezTo>
                  <a:pt x="8538" y="7215"/>
                  <a:pt x="8349" y="7026"/>
                  <a:pt x="8128" y="7026"/>
                </a:cubicBezTo>
                <a:cubicBezTo>
                  <a:pt x="7876" y="7026"/>
                  <a:pt x="7687" y="7215"/>
                  <a:pt x="7687" y="7436"/>
                </a:cubicBezTo>
                <a:lnTo>
                  <a:pt x="7687" y="11626"/>
                </a:lnTo>
                <a:lnTo>
                  <a:pt x="6868" y="11626"/>
                </a:lnTo>
                <a:lnTo>
                  <a:pt x="6868" y="7436"/>
                </a:lnTo>
                <a:cubicBezTo>
                  <a:pt x="6868" y="7215"/>
                  <a:pt x="6648" y="7026"/>
                  <a:pt x="6459" y="7026"/>
                </a:cubicBezTo>
                <a:cubicBezTo>
                  <a:pt x="6238" y="7026"/>
                  <a:pt x="6018" y="7215"/>
                  <a:pt x="6018" y="7436"/>
                </a:cubicBezTo>
                <a:lnTo>
                  <a:pt x="6018" y="11626"/>
                </a:lnTo>
                <a:lnTo>
                  <a:pt x="5199" y="11626"/>
                </a:lnTo>
                <a:lnTo>
                  <a:pt x="5199" y="7436"/>
                </a:lnTo>
                <a:cubicBezTo>
                  <a:pt x="5199" y="7215"/>
                  <a:pt x="5010" y="7026"/>
                  <a:pt x="4757" y="7026"/>
                </a:cubicBezTo>
                <a:cubicBezTo>
                  <a:pt x="4537" y="7026"/>
                  <a:pt x="4379" y="7215"/>
                  <a:pt x="4379" y="7436"/>
                </a:cubicBezTo>
                <a:lnTo>
                  <a:pt x="4379" y="11626"/>
                </a:lnTo>
                <a:lnTo>
                  <a:pt x="3560" y="11626"/>
                </a:lnTo>
                <a:lnTo>
                  <a:pt x="3560" y="6175"/>
                </a:lnTo>
                <a:close/>
                <a:moveTo>
                  <a:pt x="9798" y="12413"/>
                </a:moveTo>
                <a:cubicBezTo>
                  <a:pt x="10050" y="12413"/>
                  <a:pt x="10239" y="12602"/>
                  <a:pt x="10239" y="12854"/>
                </a:cubicBezTo>
                <a:lnTo>
                  <a:pt x="10239" y="13264"/>
                </a:lnTo>
                <a:lnTo>
                  <a:pt x="2741" y="13264"/>
                </a:lnTo>
                <a:lnTo>
                  <a:pt x="2741" y="12854"/>
                </a:lnTo>
                <a:cubicBezTo>
                  <a:pt x="2741" y="12602"/>
                  <a:pt x="2962" y="12413"/>
                  <a:pt x="3182" y="12413"/>
                </a:cubicBezTo>
                <a:close/>
                <a:moveTo>
                  <a:pt x="2363" y="1"/>
                </a:moveTo>
                <a:cubicBezTo>
                  <a:pt x="1418" y="1"/>
                  <a:pt x="662" y="599"/>
                  <a:pt x="378" y="1513"/>
                </a:cubicBezTo>
                <a:cubicBezTo>
                  <a:pt x="0" y="2804"/>
                  <a:pt x="693" y="4254"/>
                  <a:pt x="1954" y="4443"/>
                </a:cubicBezTo>
                <a:lnTo>
                  <a:pt x="1954" y="4915"/>
                </a:lnTo>
                <a:cubicBezTo>
                  <a:pt x="1954" y="5482"/>
                  <a:pt x="2332" y="5923"/>
                  <a:pt x="2804" y="6112"/>
                </a:cubicBezTo>
                <a:lnTo>
                  <a:pt x="2804" y="11689"/>
                </a:lnTo>
                <a:cubicBezTo>
                  <a:pt x="2332" y="11846"/>
                  <a:pt x="1954" y="12319"/>
                  <a:pt x="1954" y="12886"/>
                </a:cubicBezTo>
                <a:lnTo>
                  <a:pt x="1954" y="13705"/>
                </a:lnTo>
                <a:cubicBezTo>
                  <a:pt x="1954" y="13957"/>
                  <a:pt x="2174" y="14146"/>
                  <a:pt x="2395" y="14146"/>
                </a:cubicBezTo>
                <a:lnTo>
                  <a:pt x="10680" y="14146"/>
                </a:lnTo>
                <a:cubicBezTo>
                  <a:pt x="10901" y="14146"/>
                  <a:pt x="11058" y="13957"/>
                  <a:pt x="11058" y="13705"/>
                </a:cubicBezTo>
                <a:lnTo>
                  <a:pt x="11058" y="12886"/>
                </a:lnTo>
                <a:cubicBezTo>
                  <a:pt x="11058" y="12319"/>
                  <a:pt x="10712" y="11909"/>
                  <a:pt x="10239" y="11689"/>
                </a:cubicBezTo>
                <a:lnTo>
                  <a:pt x="10239" y="6112"/>
                </a:lnTo>
                <a:cubicBezTo>
                  <a:pt x="10712" y="5955"/>
                  <a:pt x="11058" y="5482"/>
                  <a:pt x="11058" y="4915"/>
                </a:cubicBezTo>
                <a:lnTo>
                  <a:pt x="11058" y="4411"/>
                </a:lnTo>
                <a:cubicBezTo>
                  <a:pt x="12319" y="4191"/>
                  <a:pt x="12980" y="2710"/>
                  <a:pt x="12602" y="1450"/>
                </a:cubicBezTo>
                <a:cubicBezTo>
                  <a:pt x="12287" y="568"/>
                  <a:pt x="11500" y="1"/>
                  <a:pt x="1058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31" name="Google Shape;3331;p47"/>
          <p:cNvGrpSpPr/>
          <p:nvPr/>
        </p:nvGrpSpPr>
        <p:grpSpPr>
          <a:xfrm>
            <a:off x="6818565" y="2869201"/>
            <a:ext cx="312097" cy="283385"/>
            <a:chOff x="-8692750" y="1622100"/>
            <a:chExt cx="388325" cy="352600"/>
          </a:xfrm>
        </p:grpSpPr>
        <p:sp>
          <p:nvSpPr>
            <p:cNvPr id="3332" name="Google Shape;3332;p47"/>
            <p:cNvSpPr/>
            <p:nvPr/>
          </p:nvSpPr>
          <p:spPr>
            <a:xfrm>
              <a:off x="-8692750" y="1622100"/>
              <a:ext cx="388325" cy="352600"/>
            </a:xfrm>
            <a:custGeom>
              <a:rect b="b" l="l" r="r" t="t"/>
              <a:pathLst>
                <a:path extrusionOk="0" h="14104" w="15533">
                  <a:moveTo>
                    <a:pt x="10365" y="1387"/>
                  </a:moveTo>
                  <a:cubicBezTo>
                    <a:pt x="11027" y="1702"/>
                    <a:pt x="11626" y="2112"/>
                    <a:pt x="12130" y="2616"/>
                  </a:cubicBezTo>
                  <a:cubicBezTo>
                    <a:pt x="12697" y="3183"/>
                    <a:pt x="13106" y="3750"/>
                    <a:pt x="13390" y="4443"/>
                  </a:cubicBezTo>
                  <a:lnTo>
                    <a:pt x="10208" y="5577"/>
                  </a:lnTo>
                  <a:cubicBezTo>
                    <a:pt x="10082" y="5388"/>
                    <a:pt x="9924" y="5168"/>
                    <a:pt x="9767" y="5010"/>
                  </a:cubicBezTo>
                  <a:cubicBezTo>
                    <a:pt x="9609" y="4852"/>
                    <a:pt x="9420" y="4695"/>
                    <a:pt x="9231" y="4600"/>
                  </a:cubicBezTo>
                  <a:lnTo>
                    <a:pt x="10365" y="1387"/>
                  </a:lnTo>
                  <a:close/>
                  <a:moveTo>
                    <a:pt x="7802" y="828"/>
                  </a:moveTo>
                  <a:cubicBezTo>
                    <a:pt x="8424" y="828"/>
                    <a:pt x="9044" y="919"/>
                    <a:pt x="9641" y="1103"/>
                  </a:cubicBezTo>
                  <a:lnTo>
                    <a:pt x="8507" y="4285"/>
                  </a:lnTo>
                  <a:cubicBezTo>
                    <a:pt x="8268" y="4222"/>
                    <a:pt x="8022" y="4190"/>
                    <a:pt x="7776" y="4190"/>
                  </a:cubicBezTo>
                  <a:cubicBezTo>
                    <a:pt x="7044" y="4190"/>
                    <a:pt x="6308" y="4468"/>
                    <a:pt x="5766" y="5010"/>
                  </a:cubicBezTo>
                  <a:cubicBezTo>
                    <a:pt x="4978" y="5798"/>
                    <a:pt x="4726" y="6869"/>
                    <a:pt x="5010" y="7845"/>
                  </a:cubicBezTo>
                  <a:lnTo>
                    <a:pt x="1859" y="9011"/>
                  </a:lnTo>
                  <a:cubicBezTo>
                    <a:pt x="1134" y="6900"/>
                    <a:pt x="1576" y="4380"/>
                    <a:pt x="3340" y="2647"/>
                  </a:cubicBezTo>
                  <a:cubicBezTo>
                    <a:pt x="4567" y="1442"/>
                    <a:pt x="6189" y="828"/>
                    <a:pt x="7802" y="828"/>
                  </a:cubicBezTo>
                  <a:close/>
                  <a:moveTo>
                    <a:pt x="7766" y="5018"/>
                  </a:moveTo>
                  <a:cubicBezTo>
                    <a:pt x="8302" y="5018"/>
                    <a:pt x="8837" y="5215"/>
                    <a:pt x="9231" y="5609"/>
                  </a:cubicBezTo>
                  <a:cubicBezTo>
                    <a:pt x="10019" y="6396"/>
                    <a:pt x="10019" y="7751"/>
                    <a:pt x="9231" y="8539"/>
                  </a:cubicBezTo>
                  <a:cubicBezTo>
                    <a:pt x="8806" y="8948"/>
                    <a:pt x="8270" y="9153"/>
                    <a:pt x="7743" y="9153"/>
                  </a:cubicBezTo>
                  <a:cubicBezTo>
                    <a:pt x="7215" y="9153"/>
                    <a:pt x="6695" y="8948"/>
                    <a:pt x="6301" y="8539"/>
                  </a:cubicBezTo>
                  <a:cubicBezTo>
                    <a:pt x="5514" y="7751"/>
                    <a:pt x="5514" y="6396"/>
                    <a:pt x="6301" y="5609"/>
                  </a:cubicBezTo>
                  <a:cubicBezTo>
                    <a:pt x="6695" y="5215"/>
                    <a:pt x="7231" y="5018"/>
                    <a:pt x="7766" y="5018"/>
                  </a:cubicBezTo>
                  <a:close/>
                  <a:moveTo>
                    <a:pt x="5293" y="8633"/>
                  </a:moveTo>
                  <a:cubicBezTo>
                    <a:pt x="5388" y="8791"/>
                    <a:pt x="5514" y="9011"/>
                    <a:pt x="5671" y="9106"/>
                  </a:cubicBezTo>
                  <a:cubicBezTo>
                    <a:pt x="5829" y="9263"/>
                    <a:pt x="5986" y="9389"/>
                    <a:pt x="6144" y="9515"/>
                  </a:cubicBezTo>
                  <a:lnTo>
                    <a:pt x="5010" y="12697"/>
                  </a:lnTo>
                  <a:cubicBezTo>
                    <a:pt x="4379" y="12382"/>
                    <a:pt x="3812" y="12004"/>
                    <a:pt x="3308" y="11468"/>
                  </a:cubicBezTo>
                  <a:cubicBezTo>
                    <a:pt x="2836" y="10964"/>
                    <a:pt x="2458" y="10366"/>
                    <a:pt x="2143" y="9799"/>
                  </a:cubicBezTo>
                  <a:lnTo>
                    <a:pt x="5293" y="8633"/>
                  </a:lnTo>
                  <a:close/>
                  <a:moveTo>
                    <a:pt x="13705" y="5168"/>
                  </a:moveTo>
                  <a:cubicBezTo>
                    <a:pt x="14335" y="7310"/>
                    <a:pt x="13862" y="9736"/>
                    <a:pt x="12161" y="11437"/>
                  </a:cubicBezTo>
                  <a:cubicBezTo>
                    <a:pt x="10928" y="12670"/>
                    <a:pt x="9328" y="13281"/>
                    <a:pt x="7736" y="13281"/>
                  </a:cubicBezTo>
                  <a:cubicBezTo>
                    <a:pt x="7090" y="13281"/>
                    <a:pt x="6446" y="13181"/>
                    <a:pt x="5829" y="12981"/>
                  </a:cubicBezTo>
                  <a:lnTo>
                    <a:pt x="6963" y="9830"/>
                  </a:lnTo>
                  <a:cubicBezTo>
                    <a:pt x="7230" y="9905"/>
                    <a:pt x="7503" y="9943"/>
                    <a:pt x="7775" y="9943"/>
                  </a:cubicBezTo>
                  <a:cubicBezTo>
                    <a:pt x="8528" y="9943"/>
                    <a:pt x="9265" y="9653"/>
                    <a:pt x="9798" y="9074"/>
                  </a:cubicBezTo>
                  <a:cubicBezTo>
                    <a:pt x="10554" y="8318"/>
                    <a:pt x="10806" y="7278"/>
                    <a:pt x="10554" y="6333"/>
                  </a:cubicBezTo>
                  <a:lnTo>
                    <a:pt x="13705" y="5168"/>
                  </a:lnTo>
                  <a:close/>
                  <a:moveTo>
                    <a:pt x="7766" y="1"/>
                  </a:moveTo>
                  <a:cubicBezTo>
                    <a:pt x="5955" y="1"/>
                    <a:pt x="4143" y="694"/>
                    <a:pt x="2773" y="2080"/>
                  </a:cubicBezTo>
                  <a:cubicBezTo>
                    <a:pt x="0" y="4821"/>
                    <a:pt x="0" y="9263"/>
                    <a:pt x="2773" y="12036"/>
                  </a:cubicBezTo>
                  <a:cubicBezTo>
                    <a:pt x="4155" y="13418"/>
                    <a:pt x="5960" y="14103"/>
                    <a:pt x="7763" y="14103"/>
                  </a:cubicBezTo>
                  <a:cubicBezTo>
                    <a:pt x="9575" y="14103"/>
                    <a:pt x="11385" y="13410"/>
                    <a:pt x="12760" y="12036"/>
                  </a:cubicBezTo>
                  <a:cubicBezTo>
                    <a:pt x="15532" y="9263"/>
                    <a:pt x="15532" y="4821"/>
                    <a:pt x="12760" y="2080"/>
                  </a:cubicBezTo>
                  <a:cubicBezTo>
                    <a:pt x="11389" y="694"/>
                    <a:pt x="9578" y="1"/>
                    <a:pt x="776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3" name="Google Shape;3333;p47"/>
            <p:cNvSpPr/>
            <p:nvPr/>
          </p:nvSpPr>
          <p:spPr>
            <a:xfrm>
              <a:off x="-8532875" y="1767625"/>
              <a:ext cx="67775" cy="61850"/>
            </a:xfrm>
            <a:custGeom>
              <a:rect b="b" l="l" r="r" t="t"/>
              <a:pathLst>
                <a:path extrusionOk="0" h="2474" w="2711">
                  <a:moveTo>
                    <a:pt x="1340" y="804"/>
                  </a:moveTo>
                  <a:cubicBezTo>
                    <a:pt x="1450" y="804"/>
                    <a:pt x="1560" y="843"/>
                    <a:pt x="1639" y="922"/>
                  </a:cubicBezTo>
                  <a:cubicBezTo>
                    <a:pt x="1797" y="1079"/>
                    <a:pt x="1797" y="1363"/>
                    <a:pt x="1639" y="1520"/>
                  </a:cubicBezTo>
                  <a:cubicBezTo>
                    <a:pt x="1560" y="1599"/>
                    <a:pt x="1450" y="1638"/>
                    <a:pt x="1340" y="1638"/>
                  </a:cubicBezTo>
                  <a:cubicBezTo>
                    <a:pt x="1229" y="1638"/>
                    <a:pt x="1119" y="1599"/>
                    <a:pt x="1040" y="1520"/>
                  </a:cubicBezTo>
                  <a:cubicBezTo>
                    <a:pt x="883" y="1363"/>
                    <a:pt x="883" y="1142"/>
                    <a:pt x="1040" y="922"/>
                  </a:cubicBezTo>
                  <a:cubicBezTo>
                    <a:pt x="1119" y="843"/>
                    <a:pt x="1229" y="804"/>
                    <a:pt x="1340" y="804"/>
                  </a:cubicBezTo>
                  <a:close/>
                  <a:moveTo>
                    <a:pt x="1367" y="0"/>
                  </a:moveTo>
                  <a:cubicBezTo>
                    <a:pt x="1048" y="0"/>
                    <a:pt x="725" y="118"/>
                    <a:pt x="473" y="355"/>
                  </a:cubicBezTo>
                  <a:cubicBezTo>
                    <a:pt x="1" y="827"/>
                    <a:pt x="1" y="1615"/>
                    <a:pt x="473" y="2119"/>
                  </a:cubicBezTo>
                  <a:cubicBezTo>
                    <a:pt x="725" y="2355"/>
                    <a:pt x="1048" y="2473"/>
                    <a:pt x="1367" y="2473"/>
                  </a:cubicBezTo>
                  <a:cubicBezTo>
                    <a:pt x="1686" y="2473"/>
                    <a:pt x="2001" y="2355"/>
                    <a:pt x="2238" y="2119"/>
                  </a:cubicBezTo>
                  <a:cubicBezTo>
                    <a:pt x="2710" y="1646"/>
                    <a:pt x="2710" y="859"/>
                    <a:pt x="2238" y="355"/>
                  </a:cubicBezTo>
                  <a:cubicBezTo>
                    <a:pt x="2001" y="118"/>
                    <a:pt x="1686" y="0"/>
                    <a:pt x="136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34" name="Google Shape;3334;p47"/>
          <p:cNvGrpSpPr/>
          <p:nvPr/>
        </p:nvGrpSpPr>
        <p:grpSpPr>
          <a:xfrm>
            <a:off x="5518722" y="1558479"/>
            <a:ext cx="284229" cy="284249"/>
            <a:chOff x="-13529550" y="1639425"/>
            <a:chExt cx="353650" cy="353675"/>
          </a:xfrm>
        </p:grpSpPr>
        <p:sp>
          <p:nvSpPr>
            <p:cNvPr id="3335" name="Google Shape;3335;p47"/>
            <p:cNvSpPr/>
            <p:nvPr/>
          </p:nvSpPr>
          <p:spPr>
            <a:xfrm>
              <a:off x="-13529550" y="1910125"/>
              <a:ext cx="353650" cy="82975"/>
            </a:xfrm>
            <a:custGeom>
              <a:rect b="b" l="l" r="r" t="t"/>
              <a:pathLst>
                <a:path extrusionOk="0" h="3319" w="14146">
                  <a:moveTo>
                    <a:pt x="3434" y="893"/>
                  </a:moveTo>
                  <a:lnTo>
                    <a:pt x="3434" y="893"/>
                  </a:lnTo>
                  <a:cubicBezTo>
                    <a:pt x="3340" y="1145"/>
                    <a:pt x="3308" y="1428"/>
                    <a:pt x="3308" y="1649"/>
                  </a:cubicBezTo>
                  <a:cubicBezTo>
                    <a:pt x="3308" y="1932"/>
                    <a:pt x="3340" y="2153"/>
                    <a:pt x="3434" y="2405"/>
                  </a:cubicBezTo>
                  <a:cubicBezTo>
                    <a:pt x="2899" y="2373"/>
                    <a:pt x="2426" y="2279"/>
                    <a:pt x="2017" y="2153"/>
                  </a:cubicBezTo>
                  <a:cubicBezTo>
                    <a:pt x="1229" y="1964"/>
                    <a:pt x="914" y="1743"/>
                    <a:pt x="819" y="1649"/>
                  </a:cubicBezTo>
                  <a:cubicBezTo>
                    <a:pt x="914" y="1586"/>
                    <a:pt x="1166" y="1334"/>
                    <a:pt x="2017" y="1145"/>
                  </a:cubicBezTo>
                  <a:cubicBezTo>
                    <a:pt x="2426" y="1019"/>
                    <a:pt x="2899" y="956"/>
                    <a:pt x="3434" y="893"/>
                  </a:cubicBezTo>
                  <a:close/>
                  <a:moveTo>
                    <a:pt x="6018" y="861"/>
                  </a:moveTo>
                  <a:cubicBezTo>
                    <a:pt x="7908" y="987"/>
                    <a:pt x="8948" y="1428"/>
                    <a:pt x="9137" y="1649"/>
                  </a:cubicBezTo>
                  <a:cubicBezTo>
                    <a:pt x="9042" y="1743"/>
                    <a:pt x="8790" y="1964"/>
                    <a:pt x="7940" y="2153"/>
                  </a:cubicBezTo>
                  <a:cubicBezTo>
                    <a:pt x="7404" y="2279"/>
                    <a:pt x="6742" y="2405"/>
                    <a:pt x="6018" y="2436"/>
                  </a:cubicBezTo>
                  <a:cubicBezTo>
                    <a:pt x="5892" y="2216"/>
                    <a:pt x="5829" y="1932"/>
                    <a:pt x="5829" y="1649"/>
                  </a:cubicBezTo>
                  <a:cubicBezTo>
                    <a:pt x="5829" y="1365"/>
                    <a:pt x="5892" y="1113"/>
                    <a:pt x="6018" y="861"/>
                  </a:cubicBezTo>
                  <a:close/>
                  <a:moveTo>
                    <a:pt x="5104" y="798"/>
                  </a:moveTo>
                  <a:cubicBezTo>
                    <a:pt x="5041" y="1050"/>
                    <a:pt x="4947" y="1334"/>
                    <a:pt x="4947" y="1617"/>
                  </a:cubicBezTo>
                  <a:cubicBezTo>
                    <a:pt x="4947" y="1901"/>
                    <a:pt x="5010" y="2153"/>
                    <a:pt x="5104" y="2436"/>
                  </a:cubicBezTo>
                  <a:cubicBezTo>
                    <a:pt x="4994" y="2452"/>
                    <a:pt x="4876" y="2460"/>
                    <a:pt x="4754" y="2460"/>
                  </a:cubicBezTo>
                  <a:cubicBezTo>
                    <a:pt x="4632" y="2460"/>
                    <a:pt x="4506" y="2452"/>
                    <a:pt x="4379" y="2436"/>
                  </a:cubicBezTo>
                  <a:cubicBezTo>
                    <a:pt x="4222" y="2216"/>
                    <a:pt x="4159" y="1932"/>
                    <a:pt x="4159" y="1617"/>
                  </a:cubicBezTo>
                  <a:cubicBezTo>
                    <a:pt x="4159" y="1334"/>
                    <a:pt x="4253" y="1050"/>
                    <a:pt x="4379" y="798"/>
                  </a:cubicBezTo>
                  <a:close/>
                  <a:moveTo>
                    <a:pt x="10801" y="817"/>
                  </a:moveTo>
                  <a:cubicBezTo>
                    <a:pt x="10917" y="817"/>
                    <a:pt x="11036" y="841"/>
                    <a:pt x="11153" y="893"/>
                  </a:cubicBezTo>
                  <a:lnTo>
                    <a:pt x="12728" y="1649"/>
                  </a:lnTo>
                  <a:lnTo>
                    <a:pt x="11153" y="2405"/>
                  </a:lnTo>
                  <a:cubicBezTo>
                    <a:pt x="11032" y="2465"/>
                    <a:pt x="10908" y="2493"/>
                    <a:pt x="10788" y="2493"/>
                  </a:cubicBezTo>
                  <a:cubicBezTo>
                    <a:pt x="10346" y="2493"/>
                    <a:pt x="9956" y="2120"/>
                    <a:pt x="9956" y="1649"/>
                  </a:cubicBezTo>
                  <a:cubicBezTo>
                    <a:pt x="9956" y="1173"/>
                    <a:pt x="10354" y="817"/>
                    <a:pt x="10801" y="817"/>
                  </a:cubicBezTo>
                  <a:close/>
                  <a:moveTo>
                    <a:pt x="10785" y="0"/>
                  </a:moveTo>
                  <a:cubicBezTo>
                    <a:pt x="10221" y="0"/>
                    <a:pt x="9666" y="291"/>
                    <a:pt x="9357" y="798"/>
                  </a:cubicBezTo>
                  <a:cubicBezTo>
                    <a:pt x="8349" y="168"/>
                    <a:pt x="6207" y="10"/>
                    <a:pt x="5010" y="10"/>
                  </a:cubicBezTo>
                  <a:cubicBezTo>
                    <a:pt x="3592" y="10"/>
                    <a:pt x="0" y="231"/>
                    <a:pt x="0" y="1649"/>
                  </a:cubicBezTo>
                  <a:cubicBezTo>
                    <a:pt x="0" y="3066"/>
                    <a:pt x="3529" y="3318"/>
                    <a:pt x="5010" y="3318"/>
                  </a:cubicBezTo>
                  <a:cubicBezTo>
                    <a:pt x="6207" y="3318"/>
                    <a:pt x="8349" y="3161"/>
                    <a:pt x="9357" y="2531"/>
                  </a:cubicBezTo>
                  <a:cubicBezTo>
                    <a:pt x="9667" y="3039"/>
                    <a:pt x="10224" y="3315"/>
                    <a:pt x="10790" y="3315"/>
                  </a:cubicBezTo>
                  <a:cubicBezTo>
                    <a:pt x="11031" y="3315"/>
                    <a:pt x="11274" y="3265"/>
                    <a:pt x="11500" y="3161"/>
                  </a:cubicBezTo>
                  <a:lnTo>
                    <a:pt x="13894" y="2058"/>
                  </a:lnTo>
                  <a:cubicBezTo>
                    <a:pt x="14052" y="1964"/>
                    <a:pt x="14146" y="1838"/>
                    <a:pt x="14146" y="1649"/>
                  </a:cubicBezTo>
                  <a:cubicBezTo>
                    <a:pt x="14146" y="1491"/>
                    <a:pt x="14020" y="1334"/>
                    <a:pt x="13894" y="1271"/>
                  </a:cubicBezTo>
                  <a:lnTo>
                    <a:pt x="11500" y="168"/>
                  </a:lnTo>
                  <a:cubicBezTo>
                    <a:pt x="11272" y="54"/>
                    <a:pt x="11028" y="0"/>
                    <a:pt x="1078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6" name="Google Shape;3336;p47"/>
            <p:cNvSpPr/>
            <p:nvPr/>
          </p:nvSpPr>
          <p:spPr>
            <a:xfrm>
              <a:off x="-13383850" y="1681175"/>
              <a:ext cx="40975" cy="41775"/>
            </a:xfrm>
            <a:custGeom>
              <a:rect b="b" l="l" r="r" t="t"/>
              <a:pathLst>
                <a:path extrusionOk="0" h="1671" w="1639">
                  <a:moveTo>
                    <a:pt x="820" y="1"/>
                  </a:moveTo>
                  <a:cubicBezTo>
                    <a:pt x="379" y="1"/>
                    <a:pt x="1" y="379"/>
                    <a:pt x="1" y="851"/>
                  </a:cubicBezTo>
                  <a:cubicBezTo>
                    <a:pt x="1" y="1292"/>
                    <a:pt x="379" y="1670"/>
                    <a:pt x="820" y="1670"/>
                  </a:cubicBezTo>
                  <a:cubicBezTo>
                    <a:pt x="1292" y="1670"/>
                    <a:pt x="1639" y="1292"/>
                    <a:pt x="1639" y="851"/>
                  </a:cubicBezTo>
                  <a:cubicBezTo>
                    <a:pt x="1639" y="379"/>
                    <a:pt x="1292" y="1"/>
                    <a:pt x="8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7" name="Google Shape;3337;p47"/>
            <p:cNvSpPr/>
            <p:nvPr/>
          </p:nvSpPr>
          <p:spPr>
            <a:xfrm>
              <a:off x="-13446075" y="1692200"/>
              <a:ext cx="41775" cy="41775"/>
            </a:xfrm>
            <a:custGeom>
              <a:rect b="b" l="l" r="r" t="t"/>
              <a:pathLst>
                <a:path extrusionOk="0" h="1671" w="1671">
                  <a:moveTo>
                    <a:pt x="820" y="1"/>
                  </a:moveTo>
                  <a:cubicBezTo>
                    <a:pt x="379" y="1"/>
                    <a:pt x="1" y="379"/>
                    <a:pt x="1" y="851"/>
                  </a:cubicBezTo>
                  <a:cubicBezTo>
                    <a:pt x="1" y="1292"/>
                    <a:pt x="379" y="1670"/>
                    <a:pt x="820" y="1670"/>
                  </a:cubicBezTo>
                  <a:cubicBezTo>
                    <a:pt x="1293" y="1670"/>
                    <a:pt x="1671" y="1292"/>
                    <a:pt x="1671" y="851"/>
                  </a:cubicBezTo>
                  <a:cubicBezTo>
                    <a:pt x="1671" y="379"/>
                    <a:pt x="1293" y="1"/>
                    <a:pt x="8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8" name="Google Shape;3338;p47"/>
            <p:cNvSpPr/>
            <p:nvPr/>
          </p:nvSpPr>
          <p:spPr>
            <a:xfrm>
              <a:off x="-13446075" y="1796175"/>
              <a:ext cx="41775" cy="40975"/>
            </a:xfrm>
            <a:custGeom>
              <a:rect b="b" l="l" r="r" t="t"/>
              <a:pathLst>
                <a:path extrusionOk="0" h="1639" w="1671">
                  <a:moveTo>
                    <a:pt x="820" y="0"/>
                  </a:moveTo>
                  <a:cubicBezTo>
                    <a:pt x="379" y="0"/>
                    <a:pt x="1" y="347"/>
                    <a:pt x="1" y="819"/>
                  </a:cubicBezTo>
                  <a:cubicBezTo>
                    <a:pt x="1" y="1260"/>
                    <a:pt x="379" y="1639"/>
                    <a:pt x="820" y="1639"/>
                  </a:cubicBezTo>
                  <a:cubicBezTo>
                    <a:pt x="1293" y="1639"/>
                    <a:pt x="1671" y="1260"/>
                    <a:pt x="1671" y="819"/>
                  </a:cubicBezTo>
                  <a:cubicBezTo>
                    <a:pt x="1671" y="347"/>
                    <a:pt x="1293" y="0"/>
                    <a:pt x="82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9" name="Google Shape;3339;p47"/>
            <p:cNvSpPr/>
            <p:nvPr/>
          </p:nvSpPr>
          <p:spPr>
            <a:xfrm>
              <a:off x="-13487025" y="1743400"/>
              <a:ext cx="40975" cy="41775"/>
            </a:xfrm>
            <a:custGeom>
              <a:rect b="b" l="l" r="r" t="t"/>
              <a:pathLst>
                <a:path extrusionOk="0" h="1671" w="1639">
                  <a:moveTo>
                    <a:pt x="820" y="0"/>
                  </a:moveTo>
                  <a:cubicBezTo>
                    <a:pt x="379" y="0"/>
                    <a:pt x="1" y="379"/>
                    <a:pt x="1" y="851"/>
                  </a:cubicBezTo>
                  <a:cubicBezTo>
                    <a:pt x="1" y="1292"/>
                    <a:pt x="379" y="1670"/>
                    <a:pt x="820" y="1670"/>
                  </a:cubicBezTo>
                  <a:cubicBezTo>
                    <a:pt x="1261" y="1670"/>
                    <a:pt x="1639" y="1292"/>
                    <a:pt x="1639" y="851"/>
                  </a:cubicBezTo>
                  <a:cubicBezTo>
                    <a:pt x="1639" y="379"/>
                    <a:pt x="1261" y="0"/>
                    <a:pt x="82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0" name="Google Shape;3340;p47"/>
            <p:cNvSpPr/>
            <p:nvPr/>
          </p:nvSpPr>
          <p:spPr>
            <a:xfrm>
              <a:off x="-13383850" y="1805625"/>
              <a:ext cx="40975" cy="41775"/>
            </a:xfrm>
            <a:custGeom>
              <a:rect b="b" l="l" r="r" t="t"/>
              <a:pathLst>
                <a:path extrusionOk="0" h="1671" w="1639">
                  <a:moveTo>
                    <a:pt x="820" y="0"/>
                  </a:moveTo>
                  <a:cubicBezTo>
                    <a:pt x="379" y="0"/>
                    <a:pt x="1" y="378"/>
                    <a:pt x="1" y="819"/>
                  </a:cubicBezTo>
                  <a:cubicBezTo>
                    <a:pt x="1" y="1292"/>
                    <a:pt x="379" y="1670"/>
                    <a:pt x="820" y="1670"/>
                  </a:cubicBezTo>
                  <a:cubicBezTo>
                    <a:pt x="1292" y="1670"/>
                    <a:pt x="1639" y="1292"/>
                    <a:pt x="1639" y="819"/>
                  </a:cubicBezTo>
                  <a:cubicBezTo>
                    <a:pt x="1639" y="378"/>
                    <a:pt x="1292" y="0"/>
                    <a:pt x="82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1" name="Google Shape;3341;p47"/>
            <p:cNvSpPr/>
            <p:nvPr/>
          </p:nvSpPr>
          <p:spPr>
            <a:xfrm>
              <a:off x="-13529550" y="1639425"/>
              <a:ext cx="352075" cy="248925"/>
            </a:xfrm>
            <a:custGeom>
              <a:rect b="b" l="l" r="r" t="t"/>
              <a:pathLst>
                <a:path extrusionOk="0" h="9957" w="14083">
                  <a:moveTo>
                    <a:pt x="7057" y="820"/>
                  </a:moveTo>
                  <a:cubicBezTo>
                    <a:pt x="10554" y="820"/>
                    <a:pt x="13264" y="2805"/>
                    <a:pt x="13264" y="5010"/>
                  </a:cubicBezTo>
                  <a:cubicBezTo>
                    <a:pt x="13264" y="7215"/>
                    <a:pt x="10554" y="9137"/>
                    <a:pt x="7057" y="9137"/>
                  </a:cubicBezTo>
                  <a:cubicBezTo>
                    <a:pt x="3529" y="9137"/>
                    <a:pt x="819" y="7215"/>
                    <a:pt x="819" y="5010"/>
                  </a:cubicBezTo>
                  <a:cubicBezTo>
                    <a:pt x="819" y="2742"/>
                    <a:pt x="3623" y="820"/>
                    <a:pt x="7057" y="820"/>
                  </a:cubicBezTo>
                  <a:close/>
                  <a:moveTo>
                    <a:pt x="7057" y="1"/>
                  </a:moveTo>
                  <a:cubicBezTo>
                    <a:pt x="3151" y="1"/>
                    <a:pt x="0" y="2238"/>
                    <a:pt x="0" y="5010"/>
                  </a:cubicBezTo>
                  <a:cubicBezTo>
                    <a:pt x="0" y="7846"/>
                    <a:pt x="3277" y="9956"/>
                    <a:pt x="7057" y="9956"/>
                  </a:cubicBezTo>
                  <a:cubicBezTo>
                    <a:pt x="10870" y="9956"/>
                    <a:pt x="14083" y="7783"/>
                    <a:pt x="14083" y="5010"/>
                  </a:cubicBezTo>
                  <a:cubicBezTo>
                    <a:pt x="14083" y="2238"/>
                    <a:pt x="10933" y="1"/>
                    <a:pt x="705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2" name="Google Shape;3342;p47"/>
            <p:cNvSpPr/>
            <p:nvPr/>
          </p:nvSpPr>
          <p:spPr>
            <a:xfrm>
              <a:off x="-13323200" y="1722925"/>
              <a:ext cx="104775" cy="82725"/>
            </a:xfrm>
            <a:custGeom>
              <a:rect b="b" l="l" r="r" t="t"/>
              <a:pathLst>
                <a:path extrusionOk="0" h="3309" w="4191">
                  <a:moveTo>
                    <a:pt x="2111" y="819"/>
                  </a:moveTo>
                  <a:cubicBezTo>
                    <a:pt x="2773" y="819"/>
                    <a:pt x="3372" y="1229"/>
                    <a:pt x="3372" y="1670"/>
                  </a:cubicBezTo>
                  <a:cubicBezTo>
                    <a:pt x="3372" y="2080"/>
                    <a:pt x="2805" y="2489"/>
                    <a:pt x="2111" y="2489"/>
                  </a:cubicBezTo>
                  <a:cubicBezTo>
                    <a:pt x="1418" y="2489"/>
                    <a:pt x="851" y="2080"/>
                    <a:pt x="851" y="1670"/>
                  </a:cubicBezTo>
                  <a:cubicBezTo>
                    <a:pt x="883" y="1229"/>
                    <a:pt x="1418" y="819"/>
                    <a:pt x="2111" y="819"/>
                  </a:cubicBezTo>
                  <a:close/>
                  <a:moveTo>
                    <a:pt x="2111" y="0"/>
                  </a:moveTo>
                  <a:cubicBezTo>
                    <a:pt x="914" y="0"/>
                    <a:pt x="1" y="756"/>
                    <a:pt x="1" y="1670"/>
                  </a:cubicBezTo>
                  <a:cubicBezTo>
                    <a:pt x="64" y="2552"/>
                    <a:pt x="946" y="3308"/>
                    <a:pt x="2111" y="3308"/>
                  </a:cubicBezTo>
                  <a:cubicBezTo>
                    <a:pt x="3277" y="3308"/>
                    <a:pt x="4191" y="2552"/>
                    <a:pt x="4191" y="1670"/>
                  </a:cubicBezTo>
                  <a:cubicBezTo>
                    <a:pt x="4191" y="756"/>
                    <a:pt x="3277" y="0"/>
                    <a:pt x="211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43" name="Google Shape;3343;p47"/>
          <p:cNvGrpSpPr/>
          <p:nvPr/>
        </p:nvGrpSpPr>
        <p:grpSpPr>
          <a:xfrm>
            <a:off x="5517768" y="1994536"/>
            <a:ext cx="286137" cy="282983"/>
            <a:chOff x="-13531925" y="2075775"/>
            <a:chExt cx="356025" cy="352100"/>
          </a:xfrm>
        </p:grpSpPr>
        <p:sp>
          <p:nvSpPr>
            <p:cNvPr id="3344" name="Google Shape;3344;p47"/>
            <p:cNvSpPr/>
            <p:nvPr/>
          </p:nvSpPr>
          <p:spPr>
            <a:xfrm>
              <a:off x="-13531925" y="2075775"/>
              <a:ext cx="356025" cy="352100"/>
            </a:xfrm>
            <a:custGeom>
              <a:rect b="b" l="l" r="r" t="t"/>
              <a:pathLst>
                <a:path extrusionOk="0" h="14084" w="14241">
                  <a:moveTo>
                    <a:pt x="9610" y="725"/>
                  </a:moveTo>
                  <a:cubicBezTo>
                    <a:pt x="9862" y="725"/>
                    <a:pt x="10019" y="946"/>
                    <a:pt x="10019" y="1166"/>
                  </a:cubicBezTo>
                  <a:lnTo>
                    <a:pt x="10019" y="2017"/>
                  </a:lnTo>
                  <a:lnTo>
                    <a:pt x="10019" y="2111"/>
                  </a:lnTo>
                  <a:lnTo>
                    <a:pt x="9830" y="2395"/>
                  </a:lnTo>
                  <a:cubicBezTo>
                    <a:pt x="9736" y="2426"/>
                    <a:pt x="9704" y="2426"/>
                    <a:pt x="9610" y="2426"/>
                  </a:cubicBezTo>
                  <a:lnTo>
                    <a:pt x="4632" y="2426"/>
                  </a:lnTo>
                  <a:cubicBezTo>
                    <a:pt x="4538" y="2426"/>
                    <a:pt x="4474" y="2395"/>
                    <a:pt x="4411" y="2395"/>
                  </a:cubicBezTo>
                  <a:lnTo>
                    <a:pt x="4222" y="2111"/>
                  </a:lnTo>
                  <a:lnTo>
                    <a:pt x="4222" y="2017"/>
                  </a:lnTo>
                  <a:lnTo>
                    <a:pt x="4222" y="1166"/>
                  </a:lnTo>
                  <a:cubicBezTo>
                    <a:pt x="4222" y="946"/>
                    <a:pt x="4411" y="725"/>
                    <a:pt x="4632" y="725"/>
                  </a:cubicBezTo>
                  <a:close/>
                  <a:moveTo>
                    <a:pt x="9232" y="3308"/>
                  </a:moveTo>
                  <a:lnTo>
                    <a:pt x="8633" y="4128"/>
                  </a:lnTo>
                  <a:lnTo>
                    <a:pt x="5735" y="4128"/>
                  </a:lnTo>
                  <a:lnTo>
                    <a:pt x="5105" y="3308"/>
                  </a:lnTo>
                  <a:close/>
                  <a:moveTo>
                    <a:pt x="2175" y="4915"/>
                  </a:moveTo>
                  <a:cubicBezTo>
                    <a:pt x="2427" y="4915"/>
                    <a:pt x="2584" y="5104"/>
                    <a:pt x="2584" y="5325"/>
                  </a:cubicBezTo>
                  <a:lnTo>
                    <a:pt x="2584" y="5766"/>
                  </a:lnTo>
                  <a:lnTo>
                    <a:pt x="1734" y="5766"/>
                  </a:lnTo>
                  <a:lnTo>
                    <a:pt x="1734" y="5325"/>
                  </a:lnTo>
                  <a:cubicBezTo>
                    <a:pt x="1734" y="5104"/>
                    <a:pt x="1954" y="4915"/>
                    <a:pt x="2175" y="4915"/>
                  </a:cubicBezTo>
                  <a:close/>
                  <a:moveTo>
                    <a:pt x="12193" y="4915"/>
                  </a:moveTo>
                  <a:cubicBezTo>
                    <a:pt x="12414" y="4915"/>
                    <a:pt x="12603" y="5104"/>
                    <a:pt x="12603" y="5325"/>
                  </a:cubicBezTo>
                  <a:lnTo>
                    <a:pt x="12603" y="5766"/>
                  </a:lnTo>
                  <a:lnTo>
                    <a:pt x="11784" y="5766"/>
                  </a:lnTo>
                  <a:lnTo>
                    <a:pt x="11784" y="5325"/>
                  </a:lnTo>
                  <a:lnTo>
                    <a:pt x="11752" y="5325"/>
                  </a:lnTo>
                  <a:cubicBezTo>
                    <a:pt x="11752" y="5104"/>
                    <a:pt x="11941" y="4915"/>
                    <a:pt x="12193" y="4915"/>
                  </a:cubicBezTo>
                  <a:close/>
                  <a:moveTo>
                    <a:pt x="8570" y="4947"/>
                  </a:moveTo>
                  <a:lnTo>
                    <a:pt x="9263" y="6364"/>
                  </a:lnTo>
                  <a:cubicBezTo>
                    <a:pt x="9358" y="6522"/>
                    <a:pt x="9452" y="6616"/>
                    <a:pt x="9641" y="6616"/>
                  </a:cubicBezTo>
                  <a:lnTo>
                    <a:pt x="12981" y="6616"/>
                  </a:lnTo>
                  <a:cubicBezTo>
                    <a:pt x="13201" y="6616"/>
                    <a:pt x="13390" y="6806"/>
                    <a:pt x="13390" y="7026"/>
                  </a:cubicBezTo>
                  <a:lnTo>
                    <a:pt x="13390" y="7467"/>
                  </a:lnTo>
                  <a:lnTo>
                    <a:pt x="9200" y="7467"/>
                  </a:lnTo>
                  <a:cubicBezTo>
                    <a:pt x="8665" y="6963"/>
                    <a:pt x="7972" y="6648"/>
                    <a:pt x="7184" y="6648"/>
                  </a:cubicBezTo>
                  <a:cubicBezTo>
                    <a:pt x="6396" y="6648"/>
                    <a:pt x="5703" y="6963"/>
                    <a:pt x="5136" y="7467"/>
                  </a:cubicBezTo>
                  <a:lnTo>
                    <a:pt x="977" y="7467"/>
                  </a:lnTo>
                  <a:lnTo>
                    <a:pt x="977" y="7026"/>
                  </a:lnTo>
                  <a:cubicBezTo>
                    <a:pt x="914" y="6774"/>
                    <a:pt x="1103" y="6616"/>
                    <a:pt x="1356" y="6616"/>
                  </a:cubicBezTo>
                  <a:lnTo>
                    <a:pt x="4664" y="6616"/>
                  </a:lnTo>
                  <a:cubicBezTo>
                    <a:pt x="4821" y="6616"/>
                    <a:pt x="4979" y="6522"/>
                    <a:pt x="5010" y="6364"/>
                  </a:cubicBezTo>
                  <a:lnTo>
                    <a:pt x="5735" y="4947"/>
                  </a:lnTo>
                  <a:close/>
                  <a:moveTo>
                    <a:pt x="4506" y="8255"/>
                  </a:moveTo>
                  <a:cubicBezTo>
                    <a:pt x="4317" y="8664"/>
                    <a:pt x="4222" y="9042"/>
                    <a:pt x="4222" y="9515"/>
                  </a:cubicBezTo>
                  <a:cubicBezTo>
                    <a:pt x="4222" y="9956"/>
                    <a:pt x="4348" y="10366"/>
                    <a:pt x="4506" y="10744"/>
                  </a:cubicBezTo>
                  <a:lnTo>
                    <a:pt x="914" y="10744"/>
                  </a:lnTo>
                  <a:lnTo>
                    <a:pt x="914" y="8255"/>
                  </a:lnTo>
                  <a:close/>
                  <a:moveTo>
                    <a:pt x="13390" y="8286"/>
                  </a:moveTo>
                  <a:lnTo>
                    <a:pt x="13390" y="10744"/>
                  </a:lnTo>
                  <a:lnTo>
                    <a:pt x="9767" y="10744"/>
                  </a:lnTo>
                  <a:cubicBezTo>
                    <a:pt x="9988" y="10334"/>
                    <a:pt x="10051" y="9956"/>
                    <a:pt x="10051" y="9515"/>
                  </a:cubicBezTo>
                  <a:cubicBezTo>
                    <a:pt x="10051" y="9074"/>
                    <a:pt x="9925" y="8664"/>
                    <a:pt x="9767" y="8286"/>
                  </a:cubicBezTo>
                  <a:close/>
                  <a:moveTo>
                    <a:pt x="7152" y="7373"/>
                  </a:moveTo>
                  <a:cubicBezTo>
                    <a:pt x="8287" y="7373"/>
                    <a:pt x="9232" y="8318"/>
                    <a:pt x="9232" y="9483"/>
                  </a:cubicBezTo>
                  <a:cubicBezTo>
                    <a:pt x="9232" y="10618"/>
                    <a:pt x="8287" y="11563"/>
                    <a:pt x="7152" y="11563"/>
                  </a:cubicBezTo>
                  <a:cubicBezTo>
                    <a:pt x="5987" y="11563"/>
                    <a:pt x="5042" y="10618"/>
                    <a:pt x="5042" y="9483"/>
                  </a:cubicBezTo>
                  <a:cubicBezTo>
                    <a:pt x="5042" y="8318"/>
                    <a:pt x="5987" y="7373"/>
                    <a:pt x="7152" y="7373"/>
                  </a:cubicBezTo>
                  <a:close/>
                  <a:moveTo>
                    <a:pt x="13390" y="11563"/>
                  </a:moveTo>
                  <a:lnTo>
                    <a:pt x="13390" y="12791"/>
                  </a:lnTo>
                  <a:cubicBezTo>
                    <a:pt x="13390" y="13012"/>
                    <a:pt x="13201" y="13201"/>
                    <a:pt x="12981" y="13201"/>
                  </a:cubicBezTo>
                  <a:lnTo>
                    <a:pt x="1356" y="13201"/>
                  </a:lnTo>
                  <a:cubicBezTo>
                    <a:pt x="1103" y="13201"/>
                    <a:pt x="946" y="13012"/>
                    <a:pt x="946" y="12791"/>
                  </a:cubicBezTo>
                  <a:lnTo>
                    <a:pt x="946" y="11563"/>
                  </a:lnTo>
                  <a:lnTo>
                    <a:pt x="5136" y="11563"/>
                  </a:lnTo>
                  <a:cubicBezTo>
                    <a:pt x="5640" y="12067"/>
                    <a:pt x="6396" y="12382"/>
                    <a:pt x="7184" y="12382"/>
                  </a:cubicBezTo>
                  <a:cubicBezTo>
                    <a:pt x="7972" y="12382"/>
                    <a:pt x="8665" y="12067"/>
                    <a:pt x="9200" y="11563"/>
                  </a:cubicBezTo>
                  <a:close/>
                  <a:moveTo>
                    <a:pt x="4569" y="0"/>
                  </a:moveTo>
                  <a:cubicBezTo>
                    <a:pt x="3907" y="0"/>
                    <a:pt x="3309" y="536"/>
                    <a:pt x="3309" y="1261"/>
                  </a:cubicBezTo>
                  <a:lnTo>
                    <a:pt x="3309" y="2111"/>
                  </a:lnTo>
                  <a:cubicBezTo>
                    <a:pt x="3309" y="2458"/>
                    <a:pt x="3466" y="2836"/>
                    <a:pt x="3750" y="3056"/>
                  </a:cubicBezTo>
                  <a:lnTo>
                    <a:pt x="4884" y="4632"/>
                  </a:lnTo>
                  <a:lnTo>
                    <a:pt x="4317" y="5829"/>
                  </a:lnTo>
                  <a:lnTo>
                    <a:pt x="3309" y="5829"/>
                  </a:lnTo>
                  <a:lnTo>
                    <a:pt x="3309" y="5388"/>
                  </a:lnTo>
                  <a:cubicBezTo>
                    <a:pt x="3309" y="4726"/>
                    <a:pt x="2773" y="4159"/>
                    <a:pt x="2112" y="4159"/>
                  </a:cubicBezTo>
                  <a:cubicBezTo>
                    <a:pt x="1419" y="4159"/>
                    <a:pt x="851" y="4726"/>
                    <a:pt x="851" y="5388"/>
                  </a:cubicBezTo>
                  <a:lnTo>
                    <a:pt x="851" y="5860"/>
                  </a:lnTo>
                  <a:cubicBezTo>
                    <a:pt x="379" y="6018"/>
                    <a:pt x="1" y="6490"/>
                    <a:pt x="1" y="7026"/>
                  </a:cubicBezTo>
                  <a:lnTo>
                    <a:pt x="1" y="12823"/>
                  </a:lnTo>
                  <a:cubicBezTo>
                    <a:pt x="1" y="13485"/>
                    <a:pt x="568" y="14083"/>
                    <a:pt x="1229" y="14083"/>
                  </a:cubicBezTo>
                  <a:lnTo>
                    <a:pt x="12855" y="14083"/>
                  </a:lnTo>
                  <a:cubicBezTo>
                    <a:pt x="13516" y="14083"/>
                    <a:pt x="14115" y="13516"/>
                    <a:pt x="14115" y="12823"/>
                  </a:cubicBezTo>
                  <a:lnTo>
                    <a:pt x="14115" y="7026"/>
                  </a:lnTo>
                  <a:cubicBezTo>
                    <a:pt x="14241" y="6490"/>
                    <a:pt x="13863" y="6018"/>
                    <a:pt x="13390" y="5860"/>
                  </a:cubicBezTo>
                  <a:lnTo>
                    <a:pt x="13390" y="5388"/>
                  </a:lnTo>
                  <a:cubicBezTo>
                    <a:pt x="13390" y="4726"/>
                    <a:pt x="12855" y="4159"/>
                    <a:pt x="12130" y="4159"/>
                  </a:cubicBezTo>
                  <a:cubicBezTo>
                    <a:pt x="11469" y="4159"/>
                    <a:pt x="10870" y="4726"/>
                    <a:pt x="10870" y="5388"/>
                  </a:cubicBezTo>
                  <a:lnTo>
                    <a:pt x="10870" y="5829"/>
                  </a:lnTo>
                  <a:lnTo>
                    <a:pt x="9862" y="5829"/>
                  </a:lnTo>
                  <a:lnTo>
                    <a:pt x="9263" y="4632"/>
                  </a:lnTo>
                  <a:lnTo>
                    <a:pt x="10429" y="3056"/>
                  </a:lnTo>
                  <a:cubicBezTo>
                    <a:pt x="10681" y="2836"/>
                    <a:pt x="10838" y="2521"/>
                    <a:pt x="10838" y="2111"/>
                  </a:cubicBezTo>
                  <a:lnTo>
                    <a:pt x="10838" y="1261"/>
                  </a:lnTo>
                  <a:cubicBezTo>
                    <a:pt x="10838" y="568"/>
                    <a:pt x="10303" y="0"/>
                    <a:pt x="95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5" name="Google Shape;3345;p47"/>
            <p:cNvSpPr/>
            <p:nvPr/>
          </p:nvSpPr>
          <p:spPr>
            <a:xfrm>
              <a:off x="-13384625" y="2282125"/>
              <a:ext cx="63025" cy="60675"/>
            </a:xfrm>
            <a:custGeom>
              <a:rect b="b" l="l" r="r" t="t"/>
              <a:pathLst>
                <a:path extrusionOk="0" h="2427" w="2521">
                  <a:moveTo>
                    <a:pt x="1260" y="788"/>
                  </a:moveTo>
                  <a:cubicBezTo>
                    <a:pt x="1449" y="788"/>
                    <a:pt x="1670" y="977"/>
                    <a:pt x="1670" y="1229"/>
                  </a:cubicBezTo>
                  <a:cubicBezTo>
                    <a:pt x="1670" y="1450"/>
                    <a:pt x="1481" y="1639"/>
                    <a:pt x="1260" y="1639"/>
                  </a:cubicBezTo>
                  <a:cubicBezTo>
                    <a:pt x="1008" y="1639"/>
                    <a:pt x="851" y="1450"/>
                    <a:pt x="851" y="1229"/>
                  </a:cubicBezTo>
                  <a:cubicBezTo>
                    <a:pt x="851" y="977"/>
                    <a:pt x="1040" y="788"/>
                    <a:pt x="1260" y="788"/>
                  </a:cubicBezTo>
                  <a:close/>
                  <a:moveTo>
                    <a:pt x="1260" y="1"/>
                  </a:moveTo>
                  <a:cubicBezTo>
                    <a:pt x="536" y="1"/>
                    <a:pt x="0" y="568"/>
                    <a:pt x="0" y="1229"/>
                  </a:cubicBezTo>
                  <a:cubicBezTo>
                    <a:pt x="0" y="1891"/>
                    <a:pt x="536" y="2427"/>
                    <a:pt x="1260" y="2427"/>
                  </a:cubicBezTo>
                  <a:cubicBezTo>
                    <a:pt x="1954" y="2427"/>
                    <a:pt x="2521" y="1923"/>
                    <a:pt x="2521" y="1229"/>
                  </a:cubicBezTo>
                  <a:cubicBezTo>
                    <a:pt x="2521" y="568"/>
                    <a:pt x="1954" y="1"/>
                    <a:pt x="126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46" name="Google Shape;3346;p47"/>
          <p:cNvGrpSpPr/>
          <p:nvPr/>
        </p:nvGrpSpPr>
        <p:grpSpPr>
          <a:xfrm>
            <a:off x="5519033" y="2430124"/>
            <a:ext cx="283606" cy="283606"/>
            <a:chOff x="-13528775" y="2507400"/>
            <a:chExt cx="352875" cy="352875"/>
          </a:xfrm>
        </p:grpSpPr>
        <p:sp>
          <p:nvSpPr>
            <p:cNvPr id="3347" name="Google Shape;3347;p47"/>
            <p:cNvSpPr/>
            <p:nvPr/>
          </p:nvSpPr>
          <p:spPr>
            <a:xfrm>
              <a:off x="-13528775" y="2507400"/>
              <a:ext cx="352875" cy="352875"/>
            </a:xfrm>
            <a:custGeom>
              <a:rect b="b" l="l" r="r" t="t"/>
              <a:pathLst>
                <a:path extrusionOk="0" h="14115" w="14115">
                  <a:moveTo>
                    <a:pt x="6018" y="851"/>
                  </a:moveTo>
                  <a:lnTo>
                    <a:pt x="7121" y="2489"/>
                  </a:lnTo>
                  <a:lnTo>
                    <a:pt x="5640" y="2489"/>
                  </a:lnTo>
                  <a:lnTo>
                    <a:pt x="4538" y="851"/>
                  </a:lnTo>
                  <a:close/>
                  <a:moveTo>
                    <a:pt x="8507" y="851"/>
                  </a:moveTo>
                  <a:lnTo>
                    <a:pt x="9610" y="2489"/>
                  </a:lnTo>
                  <a:lnTo>
                    <a:pt x="8129" y="2489"/>
                  </a:lnTo>
                  <a:lnTo>
                    <a:pt x="7026" y="851"/>
                  </a:lnTo>
                  <a:close/>
                  <a:moveTo>
                    <a:pt x="10996" y="851"/>
                  </a:moveTo>
                  <a:lnTo>
                    <a:pt x="12099" y="2489"/>
                  </a:lnTo>
                  <a:lnTo>
                    <a:pt x="10586" y="2489"/>
                  </a:lnTo>
                  <a:lnTo>
                    <a:pt x="9484" y="851"/>
                  </a:lnTo>
                  <a:close/>
                  <a:moveTo>
                    <a:pt x="12855" y="851"/>
                  </a:moveTo>
                  <a:cubicBezTo>
                    <a:pt x="13075" y="851"/>
                    <a:pt x="13264" y="1040"/>
                    <a:pt x="13264" y="1260"/>
                  </a:cubicBezTo>
                  <a:lnTo>
                    <a:pt x="13264" y="2489"/>
                  </a:lnTo>
                  <a:lnTo>
                    <a:pt x="13075" y="2489"/>
                  </a:lnTo>
                  <a:lnTo>
                    <a:pt x="11973" y="851"/>
                  </a:lnTo>
                  <a:close/>
                  <a:moveTo>
                    <a:pt x="7121" y="3308"/>
                  </a:moveTo>
                  <a:lnTo>
                    <a:pt x="6018" y="4978"/>
                  </a:lnTo>
                  <a:lnTo>
                    <a:pt x="4538" y="4978"/>
                  </a:lnTo>
                  <a:lnTo>
                    <a:pt x="5640" y="3308"/>
                  </a:lnTo>
                  <a:close/>
                  <a:moveTo>
                    <a:pt x="9610" y="3308"/>
                  </a:moveTo>
                  <a:lnTo>
                    <a:pt x="8507" y="4978"/>
                  </a:lnTo>
                  <a:lnTo>
                    <a:pt x="7026" y="4978"/>
                  </a:lnTo>
                  <a:lnTo>
                    <a:pt x="8129" y="3308"/>
                  </a:lnTo>
                  <a:close/>
                  <a:moveTo>
                    <a:pt x="12099" y="3308"/>
                  </a:moveTo>
                  <a:lnTo>
                    <a:pt x="10996" y="4978"/>
                  </a:lnTo>
                  <a:lnTo>
                    <a:pt x="9484" y="4978"/>
                  </a:lnTo>
                  <a:lnTo>
                    <a:pt x="10586" y="3308"/>
                  </a:lnTo>
                  <a:close/>
                  <a:moveTo>
                    <a:pt x="13264" y="3308"/>
                  </a:moveTo>
                  <a:lnTo>
                    <a:pt x="13264" y="4978"/>
                  </a:lnTo>
                  <a:lnTo>
                    <a:pt x="11973" y="4978"/>
                  </a:lnTo>
                  <a:lnTo>
                    <a:pt x="13075" y="3308"/>
                  </a:lnTo>
                  <a:close/>
                  <a:moveTo>
                    <a:pt x="3561" y="851"/>
                  </a:moveTo>
                  <a:lnTo>
                    <a:pt x="4916" y="2930"/>
                  </a:lnTo>
                  <a:lnTo>
                    <a:pt x="3561" y="5009"/>
                  </a:lnTo>
                  <a:lnTo>
                    <a:pt x="820" y="5009"/>
                  </a:lnTo>
                  <a:lnTo>
                    <a:pt x="820" y="1323"/>
                  </a:lnTo>
                  <a:cubicBezTo>
                    <a:pt x="788" y="1040"/>
                    <a:pt x="977" y="851"/>
                    <a:pt x="1230" y="851"/>
                  </a:cubicBezTo>
                  <a:close/>
                  <a:moveTo>
                    <a:pt x="13264" y="5797"/>
                  </a:moveTo>
                  <a:lnTo>
                    <a:pt x="13264" y="12886"/>
                  </a:lnTo>
                  <a:cubicBezTo>
                    <a:pt x="13264" y="13138"/>
                    <a:pt x="13075" y="13327"/>
                    <a:pt x="12855" y="13327"/>
                  </a:cubicBezTo>
                  <a:lnTo>
                    <a:pt x="1230" y="13327"/>
                  </a:lnTo>
                  <a:cubicBezTo>
                    <a:pt x="1009" y="13327"/>
                    <a:pt x="851" y="13138"/>
                    <a:pt x="851" y="12886"/>
                  </a:cubicBezTo>
                  <a:lnTo>
                    <a:pt x="851" y="5797"/>
                  </a:lnTo>
                  <a:close/>
                  <a:moveTo>
                    <a:pt x="1230" y="0"/>
                  </a:moveTo>
                  <a:cubicBezTo>
                    <a:pt x="568" y="0"/>
                    <a:pt x="1" y="567"/>
                    <a:pt x="1" y="1260"/>
                  </a:cubicBezTo>
                  <a:lnTo>
                    <a:pt x="1" y="12886"/>
                  </a:lnTo>
                  <a:cubicBezTo>
                    <a:pt x="1" y="13547"/>
                    <a:pt x="568" y="14114"/>
                    <a:pt x="1230" y="14114"/>
                  </a:cubicBezTo>
                  <a:lnTo>
                    <a:pt x="12855" y="14114"/>
                  </a:lnTo>
                  <a:cubicBezTo>
                    <a:pt x="13516" y="14114"/>
                    <a:pt x="14115" y="13547"/>
                    <a:pt x="14115" y="12886"/>
                  </a:cubicBezTo>
                  <a:lnTo>
                    <a:pt x="14115" y="1260"/>
                  </a:lnTo>
                  <a:cubicBezTo>
                    <a:pt x="14115" y="599"/>
                    <a:pt x="13548" y="0"/>
                    <a:pt x="128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8" name="Google Shape;3348;p47"/>
            <p:cNvSpPr/>
            <p:nvPr/>
          </p:nvSpPr>
          <p:spPr>
            <a:xfrm>
              <a:off x="-13403525" y="2673750"/>
              <a:ext cx="123675" cy="145750"/>
            </a:xfrm>
            <a:custGeom>
              <a:rect b="b" l="l" r="r" t="t"/>
              <a:pathLst>
                <a:path extrusionOk="0" h="5830" w="4947">
                  <a:moveTo>
                    <a:pt x="819" y="1159"/>
                  </a:moveTo>
                  <a:lnTo>
                    <a:pt x="3749" y="2924"/>
                  </a:lnTo>
                  <a:lnTo>
                    <a:pt x="819" y="4688"/>
                  </a:lnTo>
                  <a:lnTo>
                    <a:pt x="819" y="1159"/>
                  </a:lnTo>
                  <a:close/>
                  <a:moveTo>
                    <a:pt x="415" y="0"/>
                  </a:moveTo>
                  <a:cubicBezTo>
                    <a:pt x="197" y="0"/>
                    <a:pt x="0" y="166"/>
                    <a:pt x="0" y="403"/>
                  </a:cubicBezTo>
                  <a:lnTo>
                    <a:pt x="0" y="5412"/>
                  </a:lnTo>
                  <a:cubicBezTo>
                    <a:pt x="0" y="5570"/>
                    <a:pt x="63" y="5696"/>
                    <a:pt x="189" y="5759"/>
                  </a:cubicBezTo>
                  <a:cubicBezTo>
                    <a:pt x="252" y="5806"/>
                    <a:pt x="323" y="5830"/>
                    <a:pt x="398" y="5830"/>
                  </a:cubicBezTo>
                  <a:cubicBezTo>
                    <a:pt x="473" y="5830"/>
                    <a:pt x="551" y="5806"/>
                    <a:pt x="630" y="5759"/>
                  </a:cubicBezTo>
                  <a:lnTo>
                    <a:pt x="4757" y="3239"/>
                  </a:lnTo>
                  <a:cubicBezTo>
                    <a:pt x="4883" y="3176"/>
                    <a:pt x="4946" y="3050"/>
                    <a:pt x="4946" y="2892"/>
                  </a:cubicBezTo>
                  <a:cubicBezTo>
                    <a:pt x="4946" y="2735"/>
                    <a:pt x="4883" y="2640"/>
                    <a:pt x="4757" y="2577"/>
                  </a:cubicBezTo>
                  <a:lnTo>
                    <a:pt x="630" y="57"/>
                  </a:lnTo>
                  <a:cubicBezTo>
                    <a:pt x="560" y="18"/>
                    <a:pt x="487" y="0"/>
                    <a:pt x="41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9" name="Google Shape;3349;p47"/>
            <p:cNvSpPr/>
            <p:nvPr/>
          </p:nvSpPr>
          <p:spPr>
            <a:xfrm>
              <a:off x="-13486225" y="2559375"/>
              <a:ext cx="40975" cy="41775"/>
            </a:xfrm>
            <a:custGeom>
              <a:rect b="b" l="l" r="r" t="t"/>
              <a:pathLst>
                <a:path extrusionOk="0" h="1671" w="1639">
                  <a:moveTo>
                    <a:pt x="819" y="0"/>
                  </a:moveTo>
                  <a:cubicBezTo>
                    <a:pt x="378" y="0"/>
                    <a:pt x="0" y="378"/>
                    <a:pt x="0" y="851"/>
                  </a:cubicBezTo>
                  <a:cubicBezTo>
                    <a:pt x="0" y="1292"/>
                    <a:pt x="378" y="1670"/>
                    <a:pt x="819" y="1670"/>
                  </a:cubicBezTo>
                  <a:cubicBezTo>
                    <a:pt x="1292" y="1670"/>
                    <a:pt x="1638" y="1292"/>
                    <a:pt x="1638" y="851"/>
                  </a:cubicBezTo>
                  <a:cubicBezTo>
                    <a:pt x="1638" y="378"/>
                    <a:pt x="1292" y="0"/>
                    <a:pt x="81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50" name="Google Shape;3350;p47"/>
          <p:cNvSpPr/>
          <p:nvPr/>
        </p:nvSpPr>
        <p:spPr>
          <a:xfrm>
            <a:off x="7268914" y="1584438"/>
            <a:ext cx="284249" cy="232330"/>
          </a:xfrm>
          <a:custGeom>
            <a:rect b="b" l="l" r="r" t="t"/>
            <a:pathLst>
              <a:path extrusionOk="0" h="11563" w="14147">
                <a:moveTo>
                  <a:pt x="6680" y="819"/>
                </a:moveTo>
                <a:lnTo>
                  <a:pt x="6680" y="5009"/>
                </a:lnTo>
                <a:lnTo>
                  <a:pt x="6648" y="5009"/>
                </a:lnTo>
                <a:cubicBezTo>
                  <a:pt x="6302" y="5041"/>
                  <a:pt x="5924" y="5167"/>
                  <a:pt x="5609" y="5356"/>
                </a:cubicBezTo>
                <a:lnTo>
                  <a:pt x="3624" y="1859"/>
                </a:lnTo>
                <a:cubicBezTo>
                  <a:pt x="4506" y="1260"/>
                  <a:pt x="5546" y="882"/>
                  <a:pt x="6680" y="819"/>
                </a:cubicBezTo>
                <a:close/>
                <a:moveTo>
                  <a:pt x="7531" y="819"/>
                </a:moveTo>
                <a:cubicBezTo>
                  <a:pt x="8633" y="914"/>
                  <a:pt x="9673" y="1260"/>
                  <a:pt x="10587" y="1859"/>
                </a:cubicBezTo>
                <a:lnTo>
                  <a:pt x="8539" y="5356"/>
                </a:lnTo>
                <a:cubicBezTo>
                  <a:pt x="8224" y="5167"/>
                  <a:pt x="7877" y="5041"/>
                  <a:pt x="7531" y="5009"/>
                </a:cubicBezTo>
                <a:lnTo>
                  <a:pt x="7531" y="819"/>
                </a:lnTo>
                <a:close/>
                <a:moveTo>
                  <a:pt x="2931" y="2332"/>
                </a:moveTo>
                <a:lnTo>
                  <a:pt x="5010" y="5829"/>
                </a:lnTo>
                <a:cubicBezTo>
                  <a:pt x="4632" y="6175"/>
                  <a:pt x="4412" y="6648"/>
                  <a:pt x="4286" y="7152"/>
                </a:cubicBezTo>
                <a:lnTo>
                  <a:pt x="915" y="5892"/>
                </a:lnTo>
                <a:cubicBezTo>
                  <a:pt x="1135" y="4474"/>
                  <a:pt x="1891" y="3214"/>
                  <a:pt x="2931" y="2332"/>
                </a:cubicBezTo>
                <a:close/>
                <a:moveTo>
                  <a:pt x="11248" y="2300"/>
                </a:moveTo>
                <a:cubicBezTo>
                  <a:pt x="12319" y="3214"/>
                  <a:pt x="13075" y="4474"/>
                  <a:pt x="13296" y="5892"/>
                </a:cubicBezTo>
                <a:lnTo>
                  <a:pt x="9925" y="7152"/>
                </a:lnTo>
                <a:cubicBezTo>
                  <a:pt x="9799" y="6648"/>
                  <a:pt x="9547" y="6207"/>
                  <a:pt x="9200" y="5829"/>
                </a:cubicBezTo>
                <a:lnTo>
                  <a:pt x="11248" y="2300"/>
                </a:lnTo>
                <a:close/>
                <a:moveTo>
                  <a:pt x="7090" y="5797"/>
                </a:moveTo>
                <a:cubicBezTo>
                  <a:pt x="8098" y="5797"/>
                  <a:pt x="8948" y="6522"/>
                  <a:pt x="9137" y="7467"/>
                </a:cubicBezTo>
                <a:lnTo>
                  <a:pt x="7090" y="8223"/>
                </a:lnTo>
                <a:lnTo>
                  <a:pt x="5042" y="7467"/>
                </a:lnTo>
                <a:cubicBezTo>
                  <a:pt x="5199" y="6522"/>
                  <a:pt x="6050" y="5797"/>
                  <a:pt x="7090" y="5797"/>
                </a:cubicBezTo>
                <a:close/>
                <a:moveTo>
                  <a:pt x="7090" y="9294"/>
                </a:moveTo>
                <a:lnTo>
                  <a:pt x="8161" y="10428"/>
                </a:lnTo>
                <a:cubicBezTo>
                  <a:pt x="7830" y="10633"/>
                  <a:pt x="7452" y="10735"/>
                  <a:pt x="7078" y="10735"/>
                </a:cubicBezTo>
                <a:cubicBezTo>
                  <a:pt x="6704" y="10735"/>
                  <a:pt x="6333" y="10633"/>
                  <a:pt x="6018" y="10428"/>
                </a:cubicBezTo>
                <a:lnTo>
                  <a:pt x="7090" y="9294"/>
                </a:lnTo>
                <a:close/>
                <a:moveTo>
                  <a:pt x="7090" y="0"/>
                </a:moveTo>
                <a:cubicBezTo>
                  <a:pt x="3498" y="0"/>
                  <a:pt x="473" y="2678"/>
                  <a:pt x="32" y="6144"/>
                </a:cubicBezTo>
                <a:cubicBezTo>
                  <a:pt x="1" y="6333"/>
                  <a:pt x="95" y="6490"/>
                  <a:pt x="316" y="6585"/>
                </a:cubicBezTo>
                <a:lnTo>
                  <a:pt x="6365" y="8853"/>
                </a:lnTo>
                <a:lnTo>
                  <a:pt x="5168" y="10208"/>
                </a:lnTo>
                <a:cubicBezTo>
                  <a:pt x="5010" y="10365"/>
                  <a:pt x="5010" y="10617"/>
                  <a:pt x="5168" y="10775"/>
                </a:cubicBezTo>
                <a:cubicBezTo>
                  <a:pt x="5672" y="11310"/>
                  <a:pt x="6365" y="11562"/>
                  <a:pt x="7090" y="11562"/>
                </a:cubicBezTo>
                <a:cubicBezTo>
                  <a:pt x="7846" y="11562"/>
                  <a:pt x="8507" y="11310"/>
                  <a:pt x="9011" y="10775"/>
                </a:cubicBezTo>
                <a:cubicBezTo>
                  <a:pt x="9169" y="10617"/>
                  <a:pt x="9169" y="10397"/>
                  <a:pt x="9011" y="10208"/>
                </a:cubicBezTo>
                <a:lnTo>
                  <a:pt x="7783" y="8853"/>
                </a:lnTo>
                <a:lnTo>
                  <a:pt x="13863" y="6585"/>
                </a:lnTo>
                <a:cubicBezTo>
                  <a:pt x="14052" y="6490"/>
                  <a:pt x="14147" y="6333"/>
                  <a:pt x="14147" y="6144"/>
                </a:cubicBezTo>
                <a:cubicBezTo>
                  <a:pt x="13706" y="2678"/>
                  <a:pt x="10650" y="0"/>
                  <a:pt x="709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1" name="Google Shape;3351;p47"/>
          <p:cNvSpPr/>
          <p:nvPr/>
        </p:nvSpPr>
        <p:spPr>
          <a:xfrm>
            <a:off x="7268603" y="1994295"/>
            <a:ext cx="284871" cy="283465"/>
          </a:xfrm>
          <a:custGeom>
            <a:rect b="b" l="l" r="r" t="t"/>
            <a:pathLst>
              <a:path extrusionOk="0" h="14108" w="14178">
                <a:moveTo>
                  <a:pt x="8727" y="5034"/>
                </a:moveTo>
                <a:cubicBezTo>
                  <a:pt x="8948" y="5065"/>
                  <a:pt x="9137" y="5254"/>
                  <a:pt x="9137" y="5443"/>
                </a:cubicBezTo>
                <a:cubicBezTo>
                  <a:pt x="9137" y="5695"/>
                  <a:pt x="8948" y="5885"/>
                  <a:pt x="8727" y="5885"/>
                </a:cubicBezTo>
                <a:cubicBezTo>
                  <a:pt x="8507" y="5885"/>
                  <a:pt x="8318" y="5695"/>
                  <a:pt x="8318" y="5443"/>
                </a:cubicBezTo>
                <a:cubicBezTo>
                  <a:pt x="8318" y="5223"/>
                  <a:pt x="8507" y="5034"/>
                  <a:pt x="8727" y="5034"/>
                </a:cubicBezTo>
                <a:close/>
                <a:moveTo>
                  <a:pt x="5388" y="5065"/>
                </a:moveTo>
                <a:cubicBezTo>
                  <a:pt x="5640" y="5065"/>
                  <a:pt x="5829" y="5254"/>
                  <a:pt x="5829" y="5506"/>
                </a:cubicBezTo>
                <a:cubicBezTo>
                  <a:pt x="5829" y="5727"/>
                  <a:pt x="5640" y="5916"/>
                  <a:pt x="5388" y="5916"/>
                </a:cubicBezTo>
                <a:cubicBezTo>
                  <a:pt x="5167" y="5916"/>
                  <a:pt x="5010" y="5727"/>
                  <a:pt x="5010" y="5506"/>
                </a:cubicBezTo>
                <a:cubicBezTo>
                  <a:pt x="4978" y="5254"/>
                  <a:pt x="5167" y="5065"/>
                  <a:pt x="5388" y="5065"/>
                </a:cubicBezTo>
                <a:close/>
                <a:moveTo>
                  <a:pt x="7089" y="3459"/>
                </a:moveTo>
                <a:cubicBezTo>
                  <a:pt x="8160" y="3459"/>
                  <a:pt x="9137" y="3522"/>
                  <a:pt x="10050" y="3711"/>
                </a:cubicBezTo>
                <a:lnTo>
                  <a:pt x="9357" y="4435"/>
                </a:lnTo>
                <a:cubicBezTo>
                  <a:pt x="9168" y="4341"/>
                  <a:pt x="8979" y="4278"/>
                  <a:pt x="8790" y="4278"/>
                </a:cubicBezTo>
                <a:cubicBezTo>
                  <a:pt x="8097" y="4278"/>
                  <a:pt x="7530" y="4813"/>
                  <a:pt x="7530" y="5506"/>
                </a:cubicBezTo>
                <a:cubicBezTo>
                  <a:pt x="7530" y="6168"/>
                  <a:pt x="8066" y="6704"/>
                  <a:pt x="8790" y="6704"/>
                </a:cubicBezTo>
                <a:cubicBezTo>
                  <a:pt x="9452" y="6704"/>
                  <a:pt x="9987" y="6168"/>
                  <a:pt x="9987" y="5506"/>
                </a:cubicBezTo>
                <a:cubicBezTo>
                  <a:pt x="9987" y="5317"/>
                  <a:pt x="9956" y="5160"/>
                  <a:pt x="9924" y="5034"/>
                </a:cubicBezTo>
                <a:lnTo>
                  <a:pt x="10996" y="3931"/>
                </a:lnTo>
                <a:cubicBezTo>
                  <a:pt x="11216" y="3994"/>
                  <a:pt x="11405" y="4026"/>
                  <a:pt x="11626" y="4120"/>
                </a:cubicBezTo>
                <a:cubicBezTo>
                  <a:pt x="12665" y="4498"/>
                  <a:pt x="13295" y="5034"/>
                  <a:pt x="13295" y="5506"/>
                </a:cubicBezTo>
                <a:cubicBezTo>
                  <a:pt x="13295" y="6452"/>
                  <a:pt x="10775" y="7586"/>
                  <a:pt x="7089" y="7586"/>
                </a:cubicBezTo>
                <a:cubicBezTo>
                  <a:pt x="3497" y="7586"/>
                  <a:pt x="851" y="6483"/>
                  <a:pt x="851" y="5506"/>
                </a:cubicBezTo>
                <a:cubicBezTo>
                  <a:pt x="820" y="5034"/>
                  <a:pt x="1450" y="4498"/>
                  <a:pt x="2521" y="4120"/>
                </a:cubicBezTo>
                <a:cubicBezTo>
                  <a:pt x="2710" y="4026"/>
                  <a:pt x="2962" y="3963"/>
                  <a:pt x="3182" y="3931"/>
                </a:cubicBezTo>
                <a:lnTo>
                  <a:pt x="4285" y="5034"/>
                </a:lnTo>
                <a:cubicBezTo>
                  <a:pt x="4254" y="5191"/>
                  <a:pt x="4222" y="5349"/>
                  <a:pt x="4222" y="5506"/>
                </a:cubicBezTo>
                <a:cubicBezTo>
                  <a:pt x="4222" y="6168"/>
                  <a:pt x="4758" y="6704"/>
                  <a:pt x="5419" y="6704"/>
                </a:cubicBezTo>
                <a:cubicBezTo>
                  <a:pt x="6112" y="6704"/>
                  <a:pt x="6679" y="6168"/>
                  <a:pt x="6679" y="5506"/>
                </a:cubicBezTo>
                <a:cubicBezTo>
                  <a:pt x="6679" y="4813"/>
                  <a:pt x="6144" y="4278"/>
                  <a:pt x="5419" y="4278"/>
                </a:cubicBezTo>
                <a:cubicBezTo>
                  <a:pt x="5199" y="4278"/>
                  <a:pt x="5010" y="4309"/>
                  <a:pt x="4852" y="4435"/>
                </a:cubicBezTo>
                <a:lnTo>
                  <a:pt x="4128" y="3711"/>
                </a:lnTo>
                <a:cubicBezTo>
                  <a:pt x="5041" y="3553"/>
                  <a:pt x="6018" y="3459"/>
                  <a:pt x="7089" y="3459"/>
                </a:cubicBezTo>
                <a:close/>
                <a:moveTo>
                  <a:pt x="820" y="6861"/>
                </a:moveTo>
                <a:cubicBezTo>
                  <a:pt x="1135" y="7113"/>
                  <a:pt x="1576" y="7334"/>
                  <a:pt x="2048" y="7523"/>
                </a:cubicBezTo>
                <a:lnTo>
                  <a:pt x="820" y="9193"/>
                </a:lnTo>
                <a:lnTo>
                  <a:pt x="820" y="6861"/>
                </a:lnTo>
                <a:close/>
                <a:moveTo>
                  <a:pt x="13264" y="6861"/>
                </a:moveTo>
                <a:lnTo>
                  <a:pt x="13264" y="9193"/>
                </a:lnTo>
                <a:lnTo>
                  <a:pt x="12067" y="7554"/>
                </a:lnTo>
                <a:cubicBezTo>
                  <a:pt x="12571" y="7334"/>
                  <a:pt x="12949" y="7113"/>
                  <a:pt x="13264" y="6861"/>
                </a:cubicBezTo>
                <a:close/>
                <a:moveTo>
                  <a:pt x="3655" y="8027"/>
                </a:moveTo>
                <a:lnTo>
                  <a:pt x="3655" y="8027"/>
                </a:lnTo>
                <a:cubicBezTo>
                  <a:pt x="4474" y="8216"/>
                  <a:pt x="5388" y="8279"/>
                  <a:pt x="6333" y="8342"/>
                </a:cubicBezTo>
                <a:lnTo>
                  <a:pt x="4695" y="11083"/>
                </a:lnTo>
                <a:lnTo>
                  <a:pt x="3655" y="8027"/>
                </a:lnTo>
                <a:close/>
                <a:moveTo>
                  <a:pt x="10492" y="8058"/>
                </a:moveTo>
                <a:lnTo>
                  <a:pt x="9452" y="11114"/>
                </a:lnTo>
                <a:lnTo>
                  <a:pt x="7751" y="8373"/>
                </a:lnTo>
                <a:cubicBezTo>
                  <a:pt x="8696" y="8342"/>
                  <a:pt x="9641" y="8216"/>
                  <a:pt x="10492" y="8058"/>
                </a:cubicBezTo>
                <a:close/>
                <a:moveTo>
                  <a:pt x="2741" y="7964"/>
                </a:moveTo>
                <a:lnTo>
                  <a:pt x="3844" y="11272"/>
                </a:lnTo>
                <a:cubicBezTo>
                  <a:pt x="2836" y="11020"/>
                  <a:pt x="1891" y="10610"/>
                  <a:pt x="1135" y="10138"/>
                </a:cubicBezTo>
                <a:lnTo>
                  <a:pt x="2741" y="7964"/>
                </a:lnTo>
                <a:close/>
                <a:moveTo>
                  <a:pt x="11342" y="8027"/>
                </a:moveTo>
                <a:lnTo>
                  <a:pt x="12917" y="10138"/>
                </a:lnTo>
                <a:cubicBezTo>
                  <a:pt x="12161" y="10610"/>
                  <a:pt x="11248" y="11020"/>
                  <a:pt x="10240" y="11272"/>
                </a:cubicBezTo>
                <a:lnTo>
                  <a:pt x="11342" y="8027"/>
                </a:lnTo>
                <a:close/>
                <a:moveTo>
                  <a:pt x="7058" y="8751"/>
                </a:moveTo>
                <a:lnTo>
                  <a:pt x="8727" y="11555"/>
                </a:lnTo>
                <a:cubicBezTo>
                  <a:pt x="8192" y="11618"/>
                  <a:pt x="7593" y="11681"/>
                  <a:pt x="7058" y="11681"/>
                </a:cubicBezTo>
                <a:cubicBezTo>
                  <a:pt x="6459" y="11681"/>
                  <a:pt x="5892" y="11650"/>
                  <a:pt x="5356" y="11555"/>
                </a:cubicBezTo>
                <a:lnTo>
                  <a:pt x="7058" y="8751"/>
                </a:lnTo>
                <a:close/>
                <a:moveTo>
                  <a:pt x="13264" y="10894"/>
                </a:moveTo>
                <a:lnTo>
                  <a:pt x="13264" y="11240"/>
                </a:lnTo>
                <a:cubicBezTo>
                  <a:pt x="13264" y="12185"/>
                  <a:pt x="10744" y="13320"/>
                  <a:pt x="7058" y="13320"/>
                </a:cubicBezTo>
                <a:cubicBezTo>
                  <a:pt x="3340" y="13320"/>
                  <a:pt x="820" y="12185"/>
                  <a:pt x="820" y="11240"/>
                </a:cubicBezTo>
                <a:lnTo>
                  <a:pt x="820" y="10894"/>
                </a:lnTo>
                <a:cubicBezTo>
                  <a:pt x="2615" y="11996"/>
                  <a:pt x="4915" y="12501"/>
                  <a:pt x="7058" y="12501"/>
                </a:cubicBezTo>
                <a:cubicBezTo>
                  <a:pt x="9168" y="12501"/>
                  <a:pt x="11500" y="12028"/>
                  <a:pt x="13264" y="10894"/>
                </a:cubicBezTo>
                <a:close/>
                <a:moveTo>
                  <a:pt x="457" y="1"/>
                </a:moveTo>
                <a:cubicBezTo>
                  <a:pt x="347" y="1"/>
                  <a:pt x="237" y="40"/>
                  <a:pt x="158" y="119"/>
                </a:cubicBezTo>
                <a:cubicBezTo>
                  <a:pt x="0" y="277"/>
                  <a:pt x="0" y="560"/>
                  <a:pt x="158" y="718"/>
                </a:cubicBezTo>
                <a:lnTo>
                  <a:pt x="2552" y="3207"/>
                </a:lnTo>
                <a:cubicBezTo>
                  <a:pt x="2426" y="3238"/>
                  <a:pt x="2363" y="3270"/>
                  <a:pt x="2237" y="3333"/>
                </a:cubicBezTo>
                <a:cubicBezTo>
                  <a:pt x="820" y="3868"/>
                  <a:pt x="32" y="4624"/>
                  <a:pt x="32" y="5443"/>
                </a:cubicBezTo>
                <a:lnTo>
                  <a:pt x="32" y="11240"/>
                </a:lnTo>
                <a:cubicBezTo>
                  <a:pt x="32" y="12091"/>
                  <a:pt x="820" y="12847"/>
                  <a:pt x="2237" y="13383"/>
                </a:cubicBezTo>
                <a:cubicBezTo>
                  <a:pt x="3529" y="13824"/>
                  <a:pt x="5262" y="14107"/>
                  <a:pt x="7089" y="14107"/>
                </a:cubicBezTo>
                <a:cubicBezTo>
                  <a:pt x="10744" y="14107"/>
                  <a:pt x="14146" y="13005"/>
                  <a:pt x="14146" y="11240"/>
                </a:cubicBezTo>
                <a:lnTo>
                  <a:pt x="14146" y="5443"/>
                </a:lnTo>
                <a:cubicBezTo>
                  <a:pt x="14083" y="4624"/>
                  <a:pt x="13295" y="3868"/>
                  <a:pt x="11878" y="3333"/>
                </a:cubicBezTo>
                <a:cubicBezTo>
                  <a:pt x="11815" y="3301"/>
                  <a:pt x="11689" y="3238"/>
                  <a:pt x="11626" y="3207"/>
                </a:cubicBezTo>
                <a:lnTo>
                  <a:pt x="14020" y="718"/>
                </a:lnTo>
                <a:cubicBezTo>
                  <a:pt x="14178" y="560"/>
                  <a:pt x="14178" y="277"/>
                  <a:pt x="14020" y="119"/>
                </a:cubicBezTo>
                <a:cubicBezTo>
                  <a:pt x="13941" y="40"/>
                  <a:pt x="13831" y="1"/>
                  <a:pt x="13721" y="1"/>
                </a:cubicBezTo>
                <a:cubicBezTo>
                  <a:pt x="13611" y="1"/>
                  <a:pt x="13500" y="40"/>
                  <a:pt x="13422" y="119"/>
                </a:cubicBezTo>
                <a:lnTo>
                  <a:pt x="10712" y="2923"/>
                </a:lnTo>
                <a:cubicBezTo>
                  <a:pt x="9609" y="2640"/>
                  <a:pt x="8381" y="2545"/>
                  <a:pt x="7089" y="2545"/>
                </a:cubicBezTo>
                <a:cubicBezTo>
                  <a:pt x="5797" y="2545"/>
                  <a:pt x="4537" y="2640"/>
                  <a:pt x="3466" y="2923"/>
                </a:cubicBezTo>
                <a:lnTo>
                  <a:pt x="757" y="119"/>
                </a:lnTo>
                <a:cubicBezTo>
                  <a:pt x="678" y="40"/>
                  <a:pt x="567" y="1"/>
                  <a:pt x="45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52" name="Google Shape;3352;p47"/>
          <p:cNvGrpSpPr/>
          <p:nvPr/>
        </p:nvGrpSpPr>
        <p:grpSpPr>
          <a:xfrm>
            <a:off x="7282848" y="2429802"/>
            <a:ext cx="256380" cy="284249"/>
            <a:chOff x="-11747150" y="2530225"/>
            <a:chExt cx="319000" cy="353675"/>
          </a:xfrm>
        </p:grpSpPr>
        <p:sp>
          <p:nvSpPr>
            <p:cNvPr id="3353" name="Google Shape;3353;p47"/>
            <p:cNvSpPr/>
            <p:nvPr/>
          </p:nvSpPr>
          <p:spPr>
            <a:xfrm>
              <a:off x="-11747150" y="2530225"/>
              <a:ext cx="319000" cy="353675"/>
            </a:xfrm>
            <a:custGeom>
              <a:rect b="b" l="l" r="r" t="t"/>
              <a:pathLst>
                <a:path extrusionOk="0" h="14147" w="12760">
                  <a:moveTo>
                    <a:pt x="7183" y="883"/>
                  </a:moveTo>
                  <a:cubicBezTo>
                    <a:pt x="7845" y="883"/>
                    <a:pt x="8443" y="1450"/>
                    <a:pt x="8412" y="2206"/>
                  </a:cubicBezTo>
                  <a:cubicBezTo>
                    <a:pt x="8412" y="2444"/>
                    <a:pt x="8612" y="2638"/>
                    <a:pt x="8825" y="2638"/>
                  </a:cubicBezTo>
                  <a:cubicBezTo>
                    <a:pt x="8866" y="2638"/>
                    <a:pt x="8907" y="2631"/>
                    <a:pt x="8947" y="2616"/>
                  </a:cubicBezTo>
                  <a:cubicBezTo>
                    <a:pt x="9048" y="2581"/>
                    <a:pt x="9148" y="2564"/>
                    <a:pt x="9243" y="2564"/>
                  </a:cubicBezTo>
                  <a:cubicBezTo>
                    <a:pt x="9829" y="2564"/>
                    <a:pt x="10258" y="3180"/>
                    <a:pt x="9987" y="3750"/>
                  </a:cubicBezTo>
                  <a:cubicBezTo>
                    <a:pt x="9893" y="3907"/>
                    <a:pt x="9956" y="4096"/>
                    <a:pt x="10050" y="4222"/>
                  </a:cubicBezTo>
                  <a:cubicBezTo>
                    <a:pt x="10126" y="4299"/>
                    <a:pt x="10226" y="4340"/>
                    <a:pt x="10327" y="4340"/>
                  </a:cubicBezTo>
                  <a:cubicBezTo>
                    <a:pt x="10394" y="4340"/>
                    <a:pt x="10461" y="4323"/>
                    <a:pt x="10523" y="4285"/>
                  </a:cubicBezTo>
                  <a:cubicBezTo>
                    <a:pt x="10637" y="4237"/>
                    <a:pt x="10751" y="4216"/>
                    <a:pt x="10861" y="4216"/>
                  </a:cubicBezTo>
                  <a:cubicBezTo>
                    <a:pt x="11328" y="4216"/>
                    <a:pt x="11720" y="4608"/>
                    <a:pt x="11720" y="5042"/>
                  </a:cubicBezTo>
                  <a:lnTo>
                    <a:pt x="977" y="5042"/>
                  </a:lnTo>
                  <a:cubicBezTo>
                    <a:pt x="928" y="4575"/>
                    <a:pt x="1300" y="4185"/>
                    <a:pt x="1750" y="4185"/>
                  </a:cubicBezTo>
                  <a:cubicBezTo>
                    <a:pt x="1877" y="4185"/>
                    <a:pt x="2010" y="4216"/>
                    <a:pt x="2142" y="4285"/>
                  </a:cubicBezTo>
                  <a:cubicBezTo>
                    <a:pt x="2204" y="4323"/>
                    <a:pt x="2272" y="4340"/>
                    <a:pt x="2338" y="4340"/>
                  </a:cubicBezTo>
                  <a:cubicBezTo>
                    <a:pt x="2439" y="4340"/>
                    <a:pt x="2539" y="4299"/>
                    <a:pt x="2615" y="4222"/>
                  </a:cubicBezTo>
                  <a:cubicBezTo>
                    <a:pt x="2741" y="4096"/>
                    <a:pt x="2772" y="3907"/>
                    <a:pt x="2709" y="3750"/>
                  </a:cubicBezTo>
                  <a:cubicBezTo>
                    <a:pt x="2438" y="3180"/>
                    <a:pt x="2867" y="2564"/>
                    <a:pt x="3434" y="2564"/>
                  </a:cubicBezTo>
                  <a:cubicBezTo>
                    <a:pt x="3526" y="2564"/>
                    <a:pt x="3621" y="2581"/>
                    <a:pt x="3718" y="2616"/>
                  </a:cubicBezTo>
                  <a:cubicBezTo>
                    <a:pt x="3764" y="2627"/>
                    <a:pt x="3814" y="2634"/>
                    <a:pt x="3866" y="2634"/>
                  </a:cubicBezTo>
                  <a:cubicBezTo>
                    <a:pt x="3955" y="2634"/>
                    <a:pt x="4047" y="2613"/>
                    <a:pt x="4127" y="2553"/>
                  </a:cubicBezTo>
                  <a:cubicBezTo>
                    <a:pt x="4222" y="2490"/>
                    <a:pt x="4285" y="2364"/>
                    <a:pt x="4285" y="2206"/>
                  </a:cubicBezTo>
                  <a:cubicBezTo>
                    <a:pt x="4253" y="1450"/>
                    <a:pt x="4820" y="883"/>
                    <a:pt x="5482" y="883"/>
                  </a:cubicBezTo>
                  <a:cubicBezTo>
                    <a:pt x="5702" y="883"/>
                    <a:pt x="5923" y="914"/>
                    <a:pt x="6112" y="1040"/>
                  </a:cubicBezTo>
                  <a:cubicBezTo>
                    <a:pt x="6175" y="1072"/>
                    <a:pt x="6246" y="1088"/>
                    <a:pt x="6321" y="1088"/>
                  </a:cubicBezTo>
                  <a:cubicBezTo>
                    <a:pt x="6396" y="1088"/>
                    <a:pt x="6474" y="1072"/>
                    <a:pt x="6553" y="1040"/>
                  </a:cubicBezTo>
                  <a:cubicBezTo>
                    <a:pt x="6742" y="914"/>
                    <a:pt x="6963" y="883"/>
                    <a:pt x="7183" y="883"/>
                  </a:cubicBezTo>
                  <a:close/>
                  <a:moveTo>
                    <a:pt x="5891" y="5861"/>
                  </a:moveTo>
                  <a:lnTo>
                    <a:pt x="5891" y="7530"/>
                  </a:lnTo>
                  <a:cubicBezTo>
                    <a:pt x="5230" y="7562"/>
                    <a:pt x="4600" y="7688"/>
                    <a:pt x="4064" y="7908"/>
                  </a:cubicBezTo>
                  <a:lnTo>
                    <a:pt x="3875" y="5861"/>
                  </a:lnTo>
                  <a:close/>
                  <a:moveTo>
                    <a:pt x="8758" y="5861"/>
                  </a:moveTo>
                  <a:lnTo>
                    <a:pt x="8569" y="7908"/>
                  </a:lnTo>
                  <a:cubicBezTo>
                    <a:pt x="8065" y="7719"/>
                    <a:pt x="7435" y="7562"/>
                    <a:pt x="6774" y="7530"/>
                  </a:cubicBezTo>
                  <a:lnTo>
                    <a:pt x="6774" y="5861"/>
                  </a:lnTo>
                  <a:close/>
                  <a:moveTo>
                    <a:pt x="6333" y="8350"/>
                  </a:moveTo>
                  <a:cubicBezTo>
                    <a:pt x="7971" y="8350"/>
                    <a:pt x="9199" y="9011"/>
                    <a:pt x="9199" y="9610"/>
                  </a:cubicBezTo>
                  <a:cubicBezTo>
                    <a:pt x="9199" y="10177"/>
                    <a:pt x="7971" y="10838"/>
                    <a:pt x="6333" y="10838"/>
                  </a:cubicBezTo>
                  <a:cubicBezTo>
                    <a:pt x="4663" y="10838"/>
                    <a:pt x="3466" y="10177"/>
                    <a:pt x="3466" y="9610"/>
                  </a:cubicBezTo>
                  <a:cubicBezTo>
                    <a:pt x="3466" y="9011"/>
                    <a:pt x="4663" y="8350"/>
                    <a:pt x="6333" y="8350"/>
                  </a:cubicBezTo>
                  <a:close/>
                  <a:moveTo>
                    <a:pt x="3056" y="5861"/>
                  </a:moveTo>
                  <a:lnTo>
                    <a:pt x="3277" y="8350"/>
                  </a:lnTo>
                  <a:cubicBezTo>
                    <a:pt x="2804" y="8696"/>
                    <a:pt x="2583" y="9137"/>
                    <a:pt x="2583" y="9578"/>
                  </a:cubicBezTo>
                  <a:cubicBezTo>
                    <a:pt x="2583" y="10114"/>
                    <a:pt x="2930" y="10586"/>
                    <a:pt x="3560" y="10996"/>
                  </a:cubicBezTo>
                  <a:lnTo>
                    <a:pt x="3812" y="13327"/>
                  </a:lnTo>
                  <a:lnTo>
                    <a:pt x="2867" y="13327"/>
                  </a:lnTo>
                  <a:cubicBezTo>
                    <a:pt x="2678" y="13327"/>
                    <a:pt x="2489" y="13170"/>
                    <a:pt x="2457" y="13012"/>
                  </a:cubicBezTo>
                  <a:lnTo>
                    <a:pt x="1040" y="5861"/>
                  </a:lnTo>
                  <a:close/>
                  <a:moveTo>
                    <a:pt x="4442" y="11374"/>
                  </a:moveTo>
                  <a:lnTo>
                    <a:pt x="4442" y="11374"/>
                  </a:lnTo>
                  <a:cubicBezTo>
                    <a:pt x="4852" y="11532"/>
                    <a:pt x="5387" y="11626"/>
                    <a:pt x="5891" y="11658"/>
                  </a:cubicBezTo>
                  <a:lnTo>
                    <a:pt x="5891" y="13296"/>
                  </a:lnTo>
                  <a:lnTo>
                    <a:pt x="4631" y="13296"/>
                  </a:lnTo>
                  <a:lnTo>
                    <a:pt x="4631" y="13327"/>
                  </a:lnTo>
                  <a:lnTo>
                    <a:pt x="4442" y="11374"/>
                  </a:lnTo>
                  <a:close/>
                  <a:moveTo>
                    <a:pt x="8191" y="11374"/>
                  </a:moveTo>
                  <a:lnTo>
                    <a:pt x="7971" y="13327"/>
                  </a:lnTo>
                  <a:lnTo>
                    <a:pt x="6711" y="13327"/>
                  </a:lnTo>
                  <a:lnTo>
                    <a:pt x="6711" y="11658"/>
                  </a:lnTo>
                  <a:cubicBezTo>
                    <a:pt x="7215" y="11626"/>
                    <a:pt x="7750" y="11532"/>
                    <a:pt x="8191" y="11374"/>
                  </a:cubicBezTo>
                  <a:close/>
                  <a:moveTo>
                    <a:pt x="11594" y="5861"/>
                  </a:moveTo>
                  <a:lnTo>
                    <a:pt x="10176" y="13012"/>
                  </a:lnTo>
                  <a:cubicBezTo>
                    <a:pt x="10145" y="13201"/>
                    <a:pt x="9987" y="13327"/>
                    <a:pt x="9798" y="13327"/>
                  </a:cubicBezTo>
                  <a:lnTo>
                    <a:pt x="8853" y="13327"/>
                  </a:lnTo>
                  <a:lnTo>
                    <a:pt x="9073" y="10996"/>
                  </a:lnTo>
                  <a:cubicBezTo>
                    <a:pt x="9704" y="10586"/>
                    <a:pt x="10050" y="10114"/>
                    <a:pt x="10050" y="9578"/>
                  </a:cubicBezTo>
                  <a:cubicBezTo>
                    <a:pt x="10050" y="9106"/>
                    <a:pt x="9830" y="8665"/>
                    <a:pt x="9357" y="8350"/>
                  </a:cubicBezTo>
                  <a:lnTo>
                    <a:pt x="9578" y="5861"/>
                  </a:lnTo>
                  <a:close/>
                  <a:moveTo>
                    <a:pt x="5513" y="1"/>
                  </a:moveTo>
                  <a:cubicBezTo>
                    <a:pt x="4474" y="1"/>
                    <a:pt x="3655" y="757"/>
                    <a:pt x="3497" y="1702"/>
                  </a:cubicBezTo>
                  <a:lnTo>
                    <a:pt x="3466" y="1702"/>
                  </a:lnTo>
                  <a:cubicBezTo>
                    <a:pt x="2552" y="1702"/>
                    <a:pt x="1796" y="2458"/>
                    <a:pt x="1796" y="3340"/>
                  </a:cubicBezTo>
                  <a:cubicBezTo>
                    <a:pt x="882" y="3340"/>
                    <a:pt x="158" y="4128"/>
                    <a:pt x="158" y="5042"/>
                  </a:cubicBezTo>
                  <a:cubicBezTo>
                    <a:pt x="158" y="5672"/>
                    <a:pt x="0" y="4600"/>
                    <a:pt x="1670" y="13170"/>
                  </a:cubicBezTo>
                  <a:cubicBezTo>
                    <a:pt x="1796" y="13737"/>
                    <a:pt x="2300" y="14146"/>
                    <a:pt x="2898" y="14146"/>
                  </a:cubicBezTo>
                  <a:lnTo>
                    <a:pt x="9830" y="14146"/>
                  </a:lnTo>
                  <a:cubicBezTo>
                    <a:pt x="10428" y="14146"/>
                    <a:pt x="10932" y="13705"/>
                    <a:pt x="11058" y="13170"/>
                  </a:cubicBezTo>
                  <a:cubicBezTo>
                    <a:pt x="12760" y="4600"/>
                    <a:pt x="12602" y="5672"/>
                    <a:pt x="12602" y="5042"/>
                  </a:cubicBezTo>
                  <a:cubicBezTo>
                    <a:pt x="12507" y="4600"/>
                    <a:pt x="12350" y="4191"/>
                    <a:pt x="12035" y="3876"/>
                  </a:cubicBezTo>
                  <a:cubicBezTo>
                    <a:pt x="11720" y="3561"/>
                    <a:pt x="11279" y="3340"/>
                    <a:pt x="10838" y="3340"/>
                  </a:cubicBezTo>
                  <a:cubicBezTo>
                    <a:pt x="10838" y="2432"/>
                    <a:pt x="10110" y="1698"/>
                    <a:pt x="9271" y="1698"/>
                  </a:cubicBezTo>
                  <a:cubicBezTo>
                    <a:pt x="9237" y="1698"/>
                    <a:pt x="9202" y="1700"/>
                    <a:pt x="9168" y="1702"/>
                  </a:cubicBezTo>
                  <a:cubicBezTo>
                    <a:pt x="8979" y="757"/>
                    <a:pt x="8128" y="1"/>
                    <a:pt x="7152" y="1"/>
                  </a:cubicBezTo>
                  <a:cubicBezTo>
                    <a:pt x="6868" y="1"/>
                    <a:pt x="6616" y="64"/>
                    <a:pt x="6333" y="190"/>
                  </a:cubicBezTo>
                  <a:cubicBezTo>
                    <a:pt x="6049" y="64"/>
                    <a:pt x="5765" y="1"/>
                    <a:pt x="551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4" name="Google Shape;3354;p47"/>
            <p:cNvSpPr/>
            <p:nvPr/>
          </p:nvSpPr>
          <p:spPr>
            <a:xfrm>
              <a:off x="-11640825" y="2592450"/>
              <a:ext cx="104775" cy="42550"/>
            </a:xfrm>
            <a:custGeom>
              <a:rect b="b" l="l" r="r" t="t"/>
              <a:pathLst>
                <a:path extrusionOk="0" h="1702" w="4191">
                  <a:moveTo>
                    <a:pt x="1292" y="1"/>
                  </a:moveTo>
                  <a:cubicBezTo>
                    <a:pt x="599" y="1"/>
                    <a:pt x="32" y="536"/>
                    <a:pt x="32" y="1261"/>
                  </a:cubicBezTo>
                  <a:cubicBezTo>
                    <a:pt x="0" y="1544"/>
                    <a:pt x="189" y="1702"/>
                    <a:pt x="410" y="1702"/>
                  </a:cubicBezTo>
                  <a:cubicBezTo>
                    <a:pt x="662" y="1702"/>
                    <a:pt x="851" y="1481"/>
                    <a:pt x="851" y="1261"/>
                  </a:cubicBezTo>
                  <a:cubicBezTo>
                    <a:pt x="851" y="1009"/>
                    <a:pt x="1040" y="820"/>
                    <a:pt x="1292" y="820"/>
                  </a:cubicBezTo>
                  <a:cubicBezTo>
                    <a:pt x="1512" y="820"/>
                    <a:pt x="1670" y="1009"/>
                    <a:pt x="1670" y="1261"/>
                  </a:cubicBezTo>
                  <a:cubicBezTo>
                    <a:pt x="1670" y="1481"/>
                    <a:pt x="1859" y="1702"/>
                    <a:pt x="2111" y="1702"/>
                  </a:cubicBezTo>
                  <a:cubicBezTo>
                    <a:pt x="2332" y="1702"/>
                    <a:pt x="2489" y="1481"/>
                    <a:pt x="2489" y="1261"/>
                  </a:cubicBezTo>
                  <a:cubicBezTo>
                    <a:pt x="2489" y="1009"/>
                    <a:pt x="2710" y="820"/>
                    <a:pt x="2930" y="820"/>
                  </a:cubicBezTo>
                  <a:cubicBezTo>
                    <a:pt x="3182" y="820"/>
                    <a:pt x="3371" y="1009"/>
                    <a:pt x="3371" y="1261"/>
                  </a:cubicBezTo>
                  <a:cubicBezTo>
                    <a:pt x="3371" y="1481"/>
                    <a:pt x="3560" y="1702"/>
                    <a:pt x="3749" y="1702"/>
                  </a:cubicBezTo>
                  <a:cubicBezTo>
                    <a:pt x="3970" y="1702"/>
                    <a:pt x="4190" y="1481"/>
                    <a:pt x="4190" y="1261"/>
                  </a:cubicBezTo>
                  <a:cubicBezTo>
                    <a:pt x="4190" y="599"/>
                    <a:pt x="3655" y="1"/>
                    <a:pt x="2930" y="1"/>
                  </a:cubicBezTo>
                  <a:cubicBezTo>
                    <a:pt x="2615" y="1"/>
                    <a:pt x="2332" y="127"/>
                    <a:pt x="2111" y="316"/>
                  </a:cubicBezTo>
                  <a:cubicBezTo>
                    <a:pt x="1859" y="127"/>
                    <a:pt x="1607" y="1"/>
                    <a:pt x="129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55" name="Google Shape;3355;p47"/>
          <p:cNvGrpSpPr/>
          <p:nvPr/>
        </p:nvGrpSpPr>
        <p:grpSpPr>
          <a:xfrm>
            <a:off x="5519033" y="2869090"/>
            <a:ext cx="283606" cy="283606"/>
            <a:chOff x="-10027775" y="1622900"/>
            <a:chExt cx="352875" cy="352875"/>
          </a:xfrm>
        </p:grpSpPr>
        <p:sp>
          <p:nvSpPr>
            <p:cNvPr id="3356" name="Google Shape;3356;p47"/>
            <p:cNvSpPr/>
            <p:nvPr/>
          </p:nvSpPr>
          <p:spPr>
            <a:xfrm>
              <a:off x="-10027775" y="1622900"/>
              <a:ext cx="352875" cy="352875"/>
            </a:xfrm>
            <a:custGeom>
              <a:rect b="b" l="l" r="r" t="t"/>
              <a:pathLst>
                <a:path extrusionOk="0" h="14115" w="14115">
                  <a:moveTo>
                    <a:pt x="12067" y="819"/>
                  </a:moveTo>
                  <a:cubicBezTo>
                    <a:pt x="12287" y="819"/>
                    <a:pt x="12476" y="1008"/>
                    <a:pt x="12476" y="1197"/>
                  </a:cubicBezTo>
                  <a:cubicBezTo>
                    <a:pt x="12476" y="1449"/>
                    <a:pt x="12287" y="1638"/>
                    <a:pt x="12067" y="1638"/>
                  </a:cubicBezTo>
                  <a:lnTo>
                    <a:pt x="2080" y="1638"/>
                  </a:lnTo>
                  <a:cubicBezTo>
                    <a:pt x="1859" y="1638"/>
                    <a:pt x="1702" y="1449"/>
                    <a:pt x="1702" y="1197"/>
                  </a:cubicBezTo>
                  <a:cubicBezTo>
                    <a:pt x="1702" y="977"/>
                    <a:pt x="1891" y="819"/>
                    <a:pt x="2080" y="819"/>
                  </a:cubicBezTo>
                  <a:close/>
                  <a:moveTo>
                    <a:pt x="11657" y="2458"/>
                  </a:moveTo>
                  <a:lnTo>
                    <a:pt x="11657" y="4285"/>
                  </a:lnTo>
                  <a:lnTo>
                    <a:pt x="10239" y="4978"/>
                  </a:lnTo>
                  <a:cubicBezTo>
                    <a:pt x="10082" y="5072"/>
                    <a:pt x="10019" y="5199"/>
                    <a:pt x="10019" y="5356"/>
                  </a:cubicBezTo>
                  <a:cubicBezTo>
                    <a:pt x="10019" y="5514"/>
                    <a:pt x="10082" y="5671"/>
                    <a:pt x="10239" y="5703"/>
                  </a:cubicBezTo>
                  <a:lnTo>
                    <a:pt x="11657" y="6396"/>
                  </a:lnTo>
                  <a:lnTo>
                    <a:pt x="11657" y="11562"/>
                  </a:lnTo>
                  <a:lnTo>
                    <a:pt x="2521" y="11562"/>
                  </a:lnTo>
                  <a:lnTo>
                    <a:pt x="2521" y="9704"/>
                  </a:lnTo>
                  <a:lnTo>
                    <a:pt x="3938" y="9011"/>
                  </a:lnTo>
                  <a:cubicBezTo>
                    <a:pt x="4096" y="8916"/>
                    <a:pt x="4191" y="8822"/>
                    <a:pt x="4191" y="8664"/>
                  </a:cubicBezTo>
                  <a:cubicBezTo>
                    <a:pt x="4191" y="8475"/>
                    <a:pt x="4096" y="8349"/>
                    <a:pt x="3938" y="8286"/>
                  </a:cubicBezTo>
                  <a:lnTo>
                    <a:pt x="2521" y="7593"/>
                  </a:lnTo>
                  <a:lnTo>
                    <a:pt x="2521" y="2458"/>
                  </a:lnTo>
                  <a:close/>
                  <a:moveTo>
                    <a:pt x="12098" y="12382"/>
                  </a:moveTo>
                  <a:cubicBezTo>
                    <a:pt x="12319" y="12382"/>
                    <a:pt x="12539" y="12602"/>
                    <a:pt x="12539" y="12823"/>
                  </a:cubicBezTo>
                  <a:cubicBezTo>
                    <a:pt x="12476" y="13075"/>
                    <a:pt x="12287" y="13264"/>
                    <a:pt x="12098" y="13264"/>
                  </a:cubicBezTo>
                  <a:lnTo>
                    <a:pt x="2143" y="13264"/>
                  </a:lnTo>
                  <a:cubicBezTo>
                    <a:pt x="1891" y="13264"/>
                    <a:pt x="1733" y="13075"/>
                    <a:pt x="1733" y="12823"/>
                  </a:cubicBezTo>
                  <a:cubicBezTo>
                    <a:pt x="1733" y="12602"/>
                    <a:pt x="1922" y="12382"/>
                    <a:pt x="2143" y="12382"/>
                  </a:cubicBezTo>
                  <a:close/>
                  <a:moveTo>
                    <a:pt x="2080" y="0"/>
                  </a:moveTo>
                  <a:cubicBezTo>
                    <a:pt x="1544" y="0"/>
                    <a:pt x="1103" y="347"/>
                    <a:pt x="914" y="819"/>
                  </a:cubicBezTo>
                  <a:lnTo>
                    <a:pt x="441" y="819"/>
                  </a:lnTo>
                  <a:cubicBezTo>
                    <a:pt x="189" y="819"/>
                    <a:pt x="0" y="1008"/>
                    <a:pt x="0" y="1197"/>
                  </a:cubicBezTo>
                  <a:cubicBezTo>
                    <a:pt x="0" y="1418"/>
                    <a:pt x="189" y="1638"/>
                    <a:pt x="441" y="1638"/>
                  </a:cubicBezTo>
                  <a:lnTo>
                    <a:pt x="914" y="1638"/>
                  </a:lnTo>
                  <a:cubicBezTo>
                    <a:pt x="1040" y="1985"/>
                    <a:pt x="1292" y="2269"/>
                    <a:pt x="1670" y="2395"/>
                  </a:cubicBezTo>
                  <a:lnTo>
                    <a:pt x="1670" y="7876"/>
                  </a:lnTo>
                  <a:cubicBezTo>
                    <a:pt x="1670" y="8034"/>
                    <a:pt x="1733" y="8191"/>
                    <a:pt x="1891" y="8223"/>
                  </a:cubicBezTo>
                  <a:lnTo>
                    <a:pt x="2804" y="8696"/>
                  </a:lnTo>
                  <a:lnTo>
                    <a:pt x="1891" y="9168"/>
                  </a:lnTo>
                  <a:cubicBezTo>
                    <a:pt x="1733" y="9231"/>
                    <a:pt x="1670" y="9357"/>
                    <a:pt x="1670" y="9515"/>
                  </a:cubicBezTo>
                  <a:lnTo>
                    <a:pt x="1670" y="11689"/>
                  </a:lnTo>
                  <a:cubicBezTo>
                    <a:pt x="1292" y="11815"/>
                    <a:pt x="1040" y="12067"/>
                    <a:pt x="914" y="12445"/>
                  </a:cubicBezTo>
                  <a:lnTo>
                    <a:pt x="441" y="12445"/>
                  </a:lnTo>
                  <a:cubicBezTo>
                    <a:pt x="189" y="12445"/>
                    <a:pt x="0" y="12634"/>
                    <a:pt x="0" y="12854"/>
                  </a:cubicBezTo>
                  <a:cubicBezTo>
                    <a:pt x="0" y="13106"/>
                    <a:pt x="189" y="13295"/>
                    <a:pt x="441" y="13295"/>
                  </a:cubicBezTo>
                  <a:lnTo>
                    <a:pt x="914" y="13295"/>
                  </a:lnTo>
                  <a:cubicBezTo>
                    <a:pt x="1072" y="13768"/>
                    <a:pt x="1544" y="14114"/>
                    <a:pt x="2080" y="14114"/>
                  </a:cubicBezTo>
                  <a:lnTo>
                    <a:pt x="12067" y="14114"/>
                  </a:lnTo>
                  <a:cubicBezTo>
                    <a:pt x="12602" y="14114"/>
                    <a:pt x="13043" y="13768"/>
                    <a:pt x="13232" y="13295"/>
                  </a:cubicBezTo>
                  <a:lnTo>
                    <a:pt x="13705" y="13295"/>
                  </a:lnTo>
                  <a:cubicBezTo>
                    <a:pt x="13957" y="13295"/>
                    <a:pt x="14115" y="13106"/>
                    <a:pt x="14115" y="12854"/>
                  </a:cubicBezTo>
                  <a:cubicBezTo>
                    <a:pt x="14115" y="12634"/>
                    <a:pt x="13894" y="12445"/>
                    <a:pt x="13705" y="12445"/>
                  </a:cubicBezTo>
                  <a:lnTo>
                    <a:pt x="13232" y="12445"/>
                  </a:lnTo>
                  <a:cubicBezTo>
                    <a:pt x="13106" y="12067"/>
                    <a:pt x="12854" y="11815"/>
                    <a:pt x="12476" y="11689"/>
                  </a:cubicBezTo>
                  <a:lnTo>
                    <a:pt x="12476" y="6207"/>
                  </a:lnTo>
                  <a:cubicBezTo>
                    <a:pt x="12476" y="6049"/>
                    <a:pt x="12413" y="5892"/>
                    <a:pt x="12256" y="5860"/>
                  </a:cubicBezTo>
                  <a:lnTo>
                    <a:pt x="11342" y="5388"/>
                  </a:lnTo>
                  <a:lnTo>
                    <a:pt x="12256" y="4915"/>
                  </a:lnTo>
                  <a:cubicBezTo>
                    <a:pt x="12413" y="4883"/>
                    <a:pt x="12476" y="4726"/>
                    <a:pt x="12476" y="4568"/>
                  </a:cubicBezTo>
                  <a:lnTo>
                    <a:pt x="12476" y="2395"/>
                  </a:lnTo>
                  <a:cubicBezTo>
                    <a:pt x="12854" y="2269"/>
                    <a:pt x="13106" y="1985"/>
                    <a:pt x="13232" y="1638"/>
                  </a:cubicBezTo>
                  <a:lnTo>
                    <a:pt x="13705" y="1638"/>
                  </a:lnTo>
                  <a:cubicBezTo>
                    <a:pt x="13957" y="1638"/>
                    <a:pt x="14115" y="1449"/>
                    <a:pt x="14115" y="1197"/>
                  </a:cubicBezTo>
                  <a:cubicBezTo>
                    <a:pt x="14115" y="977"/>
                    <a:pt x="13894" y="819"/>
                    <a:pt x="13705" y="819"/>
                  </a:cubicBezTo>
                  <a:lnTo>
                    <a:pt x="13232" y="819"/>
                  </a:lnTo>
                  <a:cubicBezTo>
                    <a:pt x="13075" y="347"/>
                    <a:pt x="12602" y="0"/>
                    <a:pt x="1206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7" name="Google Shape;3357;p47"/>
            <p:cNvSpPr/>
            <p:nvPr/>
          </p:nvSpPr>
          <p:spPr>
            <a:xfrm>
              <a:off x="-9923800" y="1705600"/>
              <a:ext cx="145725" cy="20500"/>
            </a:xfrm>
            <a:custGeom>
              <a:rect b="b" l="l" r="r" t="t"/>
              <a:pathLst>
                <a:path extrusionOk="0" h="820" w="5829">
                  <a:moveTo>
                    <a:pt x="410" y="0"/>
                  </a:moveTo>
                  <a:cubicBezTo>
                    <a:pt x="189" y="0"/>
                    <a:pt x="0" y="189"/>
                    <a:pt x="0" y="410"/>
                  </a:cubicBezTo>
                  <a:cubicBezTo>
                    <a:pt x="32" y="630"/>
                    <a:pt x="221" y="819"/>
                    <a:pt x="410" y="819"/>
                  </a:cubicBezTo>
                  <a:lnTo>
                    <a:pt x="5419" y="819"/>
                  </a:lnTo>
                  <a:cubicBezTo>
                    <a:pt x="5671" y="819"/>
                    <a:pt x="5828" y="630"/>
                    <a:pt x="5828" y="410"/>
                  </a:cubicBezTo>
                  <a:cubicBezTo>
                    <a:pt x="5828" y="189"/>
                    <a:pt x="5608" y="0"/>
                    <a:pt x="541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8" name="Google Shape;3358;p47"/>
            <p:cNvSpPr/>
            <p:nvPr/>
          </p:nvSpPr>
          <p:spPr>
            <a:xfrm>
              <a:off x="-9902550" y="1746550"/>
              <a:ext cx="83525" cy="20500"/>
            </a:xfrm>
            <a:custGeom>
              <a:rect b="b" l="l" r="r" t="t"/>
              <a:pathLst>
                <a:path extrusionOk="0" h="820" w="3341">
                  <a:moveTo>
                    <a:pt x="379" y="0"/>
                  </a:moveTo>
                  <a:cubicBezTo>
                    <a:pt x="158" y="0"/>
                    <a:pt x="1" y="190"/>
                    <a:pt x="1" y="410"/>
                  </a:cubicBezTo>
                  <a:cubicBezTo>
                    <a:pt x="1" y="631"/>
                    <a:pt x="190" y="820"/>
                    <a:pt x="379" y="820"/>
                  </a:cubicBezTo>
                  <a:lnTo>
                    <a:pt x="2899" y="820"/>
                  </a:lnTo>
                  <a:cubicBezTo>
                    <a:pt x="3151" y="820"/>
                    <a:pt x="3340" y="631"/>
                    <a:pt x="3340" y="410"/>
                  </a:cubicBezTo>
                  <a:cubicBezTo>
                    <a:pt x="3340" y="158"/>
                    <a:pt x="3151" y="0"/>
                    <a:pt x="289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9" name="Google Shape;3359;p47"/>
            <p:cNvSpPr/>
            <p:nvPr/>
          </p:nvSpPr>
          <p:spPr>
            <a:xfrm>
              <a:off x="-9923800" y="1788300"/>
              <a:ext cx="145725" cy="20500"/>
            </a:xfrm>
            <a:custGeom>
              <a:rect b="b" l="l" r="r" t="t"/>
              <a:pathLst>
                <a:path extrusionOk="0" h="820" w="5829">
                  <a:moveTo>
                    <a:pt x="410" y="0"/>
                  </a:moveTo>
                  <a:cubicBezTo>
                    <a:pt x="189" y="0"/>
                    <a:pt x="0" y="189"/>
                    <a:pt x="0" y="410"/>
                  </a:cubicBezTo>
                  <a:cubicBezTo>
                    <a:pt x="32" y="662"/>
                    <a:pt x="221" y="819"/>
                    <a:pt x="410" y="819"/>
                  </a:cubicBezTo>
                  <a:lnTo>
                    <a:pt x="5419" y="819"/>
                  </a:lnTo>
                  <a:cubicBezTo>
                    <a:pt x="5671" y="819"/>
                    <a:pt x="5828" y="630"/>
                    <a:pt x="5828" y="410"/>
                  </a:cubicBezTo>
                  <a:cubicBezTo>
                    <a:pt x="5828" y="189"/>
                    <a:pt x="5608" y="0"/>
                    <a:pt x="541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0" name="Google Shape;3360;p47"/>
            <p:cNvSpPr/>
            <p:nvPr/>
          </p:nvSpPr>
          <p:spPr>
            <a:xfrm>
              <a:off x="-9901750" y="1828450"/>
              <a:ext cx="83500" cy="21300"/>
            </a:xfrm>
            <a:custGeom>
              <a:rect b="b" l="l" r="r" t="t"/>
              <a:pathLst>
                <a:path extrusionOk="0" h="852" w="3340">
                  <a:moveTo>
                    <a:pt x="410" y="1"/>
                  </a:moveTo>
                  <a:cubicBezTo>
                    <a:pt x="158" y="1"/>
                    <a:pt x="0" y="190"/>
                    <a:pt x="0" y="442"/>
                  </a:cubicBezTo>
                  <a:cubicBezTo>
                    <a:pt x="0" y="663"/>
                    <a:pt x="189" y="852"/>
                    <a:pt x="410" y="852"/>
                  </a:cubicBezTo>
                  <a:lnTo>
                    <a:pt x="2930" y="852"/>
                  </a:lnTo>
                  <a:cubicBezTo>
                    <a:pt x="3151" y="852"/>
                    <a:pt x="3340" y="663"/>
                    <a:pt x="3340" y="442"/>
                  </a:cubicBezTo>
                  <a:cubicBezTo>
                    <a:pt x="3340" y="190"/>
                    <a:pt x="3151" y="1"/>
                    <a:pt x="293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1" name="Google Shape;3361;p47"/>
            <p:cNvSpPr/>
            <p:nvPr/>
          </p:nvSpPr>
          <p:spPr>
            <a:xfrm>
              <a:off x="-9923025" y="1871000"/>
              <a:ext cx="145725" cy="20500"/>
            </a:xfrm>
            <a:custGeom>
              <a:rect b="b" l="l" r="r" t="t"/>
              <a:pathLst>
                <a:path extrusionOk="0" h="820" w="5829">
                  <a:moveTo>
                    <a:pt x="410" y="0"/>
                  </a:moveTo>
                  <a:cubicBezTo>
                    <a:pt x="190" y="0"/>
                    <a:pt x="1" y="189"/>
                    <a:pt x="1" y="378"/>
                  </a:cubicBezTo>
                  <a:cubicBezTo>
                    <a:pt x="1" y="630"/>
                    <a:pt x="190" y="819"/>
                    <a:pt x="410" y="819"/>
                  </a:cubicBezTo>
                  <a:lnTo>
                    <a:pt x="5419" y="819"/>
                  </a:lnTo>
                  <a:cubicBezTo>
                    <a:pt x="5671" y="819"/>
                    <a:pt x="5829" y="630"/>
                    <a:pt x="5829" y="378"/>
                  </a:cubicBezTo>
                  <a:cubicBezTo>
                    <a:pt x="5829" y="189"/>
                    <a:pt x="5671" y="0"/>
                    <a:pt x="541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62" name="Google Shape;3362;p47"/>
          <p:cNvSpPr/>
          <p:nvPr/>
        </p:nvSpPr>
        <p:spPr>
          <a:xfrm>
            <a:off x="5524730" y="3304532"/>
            <a:ext cx="272213" cy="284389"/>
          </a:xfrm>
          <a:custGeom>
            <a:rect b="b" l="l" r="r" t="t"/>
            <a:pathLst>
              <a:path extrusionOk="0" h="14154" w="13548">
                <a:moveTo>
                  <a:pt x="6774" y="914"/>
                </a:moveTo>
                <a:cubicBezTo>
                  <a:pt x="7215" y="914"/>
                  <a:pt x="7593" y="1324"/>
                  <a:pt x="7593" y="1797"/>
                </a:cubicBezTo>
                <a:cubicBezTo>
                  <a:pt x="7593" y="2238"/>
                  <a:pt x="7247" y="2616"/>
                  <a:pt x="6774" y="2616"/>
                </a:cubicBezTo>
                <a:cubicBezTo>
                  <a:pt x="6301" y="2616"/>
                  <a:pt x="5955" y="2238"/>
                  <a:pt x="5955" y="1797"/>
                </a:cubicBezTo>
                <a:cubicBezTo>
                  <a:pt x="5955" y="1324"/>
                  <a:pt x="6333" y="914"/>
                  <a:pt x="6774" y="914"/>
                </a:cubicBezTo>
                <a:close/>
                <a:moveTo>
                  <a:pt x="1400" y="2610"/>
                </a:moveTo>
                <a:cubicBezTo>
                  <a:pt x="1427" y="2610"/>
                  <a:pt x="1454" y="2612"/>
                  <a:pt x="1481" y="2616"/>
                </a:cubicBezTo>
                <a:lnTo>
                  <a:pt x="4222" y="3151"/>
                </a:lnTo>
                <a:lnTo>
                  <a:pt x="3151" y="3781"/>
                </a:lnTo>
                <a:cubicBezTo>
                  <a:pt x="3119" y="3750"/>
                  <a:pt x="3245" y="3781"/>
                  <a:pt x="1324" y="3403"/>
                </a:cubicBezTo>
                <a:cubicBezTo>
                  <a:pt x="1072" y="3372"/>
                  <a:pt x="946" y="3120"/>
                  <a:pt x="1009" y="2931"/>
                </a:cubicBezTo>
                <a:cubicBezTo>
                  <a:pt x="1036" y="2710"/>
                  <a:pt x="1209" y="2610"/>
                  <a:pt x="1400" y="2610"/>
                </a:cubicBezTo>
                <a:close/>
                <a:moveTo>
                  <a:pt x="5502" y="3443"/>
                </a:moveTo>
                <a:cubicBezTo>
                  <a:pt x="5553" y="3443"/>
                  <a:pt x="5608" y="3451"/>
                  <a:pt x="5671" y="3466"/>
                </a:cubicBezTo>
                <a:cubicBezTo>
                  <a:pt x="5860" y="3561"/>
                  <a:pt x="5923" y="3624"/>
                  <a:pt x="5955" y="3907"/>
                </a:cubicBezTo>
                <a:cubicBezTo>
                  <a:pt x="5986" y="4254"/>
                  <a:pt x="5923" y="5766"/>
                  <a:pt x="7089" y="7278"/>
                </a:cubicBezTo>
                <a:cubicBezTo>
                  <a:pt x="7175" y="7385"/>
                  <a:pt x="7304" y="7449"/>
                  <a:pt x="7427" y="7449"/>
                </a:cubicBezTo>
                <a:cubicBezTo>
                  <a:pt x="7486" y="7449"/>
                  <a:pt x="7543" y="7435"/>
                  <a:pt x="7593" y="7404"/>
                </a:cubicBezTo>
                <a:lnTo>
                  <a:pt x="11972" y="5168"/>
                </a:lnTo>
                <a:cubicBezTo>
                  <a:pt x="12030" y="5129"/>
                  <a:pt x="12094" y="5111"/>
                  <a:pt x="12158" y="5111"/>
                </a:cubicBezTo>
                <a:cubicBezTo>
                  <a:pt x="12304" y="5111"/>
                  <a:pt x="12452" y="5204"/>
                  <a:pt x="12539" y="5357"/>
                </a:cubicBezTo>
                <a:cubicBezTo>
                  <a:pt x="12634" y="5577"/>
                  <a:pt x="12571" y="5798"/>
                  <a:pt x="12319" y="5924"/>
                </a:cubicBezTo>
                <a:lnTo>
                  <a:pt x="7499" y="8444"/>
                </a:lnTo>
                <a:cubicBezTo>
                  <a:pt x="7404" y="8476"/>
                  <a:pt x="7562" y="8350"/>
                  <a:pt x="5388" y="10366"/>
                </a:cubicBezTo>
                <a:cubicBezTo>
                  <a:pt x="5293" y="10492"/>
                  <a:pt x="5230" y="10712"/>
                  <a:pt x="5325" y="10870"/>
                </a:cubicBezTo>
                <a:lnTo>
                  <a:pt x="6396" y="12823"/>
                </a:lnTo>
                <a:cubicBezTo>
                  <a:pt x="6490" y="13012"/>
                  <a:pt x="6427" y="13233"/>
                  <a:pt x="6238" y="13359"/>
                </a:cubicBezTo>
                <a:cubicBezTo>
                  <a:pt x="6169" y="13398"/>
                  <a:pt x="6100" y="13416"/>
                  <a:pt x="6034" y="13416"/>
                </a:cubicBezTo>
                <a:cubicBezTo>
                  <a:pt x="5889" y="13416"/>
                  <a:pt x="5758" y="13331"/>
                  <a:pt x="5671" y="13201"/>
                </a:cubicBezTo>
                <a:lnTo>
                  <a:pt x="4285" y="10681"/>
                </a:lnTo>
                <a:cubicBezTo>
                  <a:pt x="4222" y="10523"/>
                  <a:pt x="4222" y="10334"/>
                  <a:pt x="4380" y="10177"/>
                </a:cubicBezTo>
                <a:lnTo>
                  <a:pt x="6333" y="8318"/>
                </a:lnTo>
                <a:cubicBezTo>
                  <a:pt x="6490" y="8161"/>
                  <a:pt x="6490" y="7940"/>
                  <a:pt x="6396" y="7783"/>
                </a:cubicBezTo>
                <a:cubicBezTo>
                  <a:pt x="5797" y="6995"/>
                  <a:pt x="5388" y="6050"/>
                  <a:pt x="5199" y="5042"/>
                </a:cubicBezTo>
                <a:cubicBezTo>
                  <a:pt x="5176" y="4859"/>
                  <a:pt x="4988" y="4727"/>
                  <a:pt x="4791" y="4727"/>
                </a:cubicBezTo>
                <a:cubicBezTo>
                  <a:pt x="4715" y="4727"/>
                  <a:pt x="4638" y="4746"/>
                  <a:pt x="4569" y="4790"/>
                </a:cubicBezTo>
                <a:cubicBezTo>
                  <a:pt x="4128" y="5042"/>
                  <a:pt x="4600" y="4727"/>
                  <a:pt x="1544" y="6743"/>
                </a:cubicBezTo>
                <a:cubicBezTo>
                  <a:pt x="1493" y="6768"/>
                  <a:pt x="1438" y="6780"/>
                  <a:pt x="1382" y="6780"/>
                </a:cubicBezTo>
                <a:cubicBezTo>
                  <a:pt x="1229" y="6780"/>
                  <a:pt x="1069" y="6692"/>
                  <a:pt x="977" y="6554"/>
                </a:cubicBezTo>
                <a:cubicBezTo>
                  <a:pt x="946" y="6270"/>
                  <a:pt x="1040" y="6050"/>
                  <a:pt x="1229" y="5955"/>
                </a:cubicBezTo>
                <a:cubicBezTo>
                  <a:pt x="1261" y="5955"/>
                  <a:pt x="5356" y="3466"/>
                  <a:pt x="5356" y="3466"/>
                </a:cubicBezTo>
                <a:cubicBezTo>
                  <a:pt x="5403" y="3451"/>
                  <a:pt x="5451" y="3443"/>
                  <a:pt x="5502" y="3443"/>
                </a:cubicBezTo>
                <a:close/>
                <a:moveTo>
                  <a:pt x="6774" y="1"/>
                </a:moveTo>
                <a:cubicBezTo>
                  <a:pt x="5892" y="1"/>
                  <a:pt x="5136" y="788"/>
                  <a:pt x="5136" y="1702"/>
                </a:cubicBezTo>
                <a:cubicBezTo>
                  <a:pt x="5136" y="1986"/>
                  <a:pt x="5199" y="2206"/>
                  <a:pt x="5325" y="2458"/>
                </a:cubicBezTo>
                <a:lnTo>
                  <a:pt x="1670" y="1702"/>
                </a:lnTo>
                <a:cubicBezTo>
                  <a:pt x="1594" y="1688"/>
                  <a:pt x="1517" y="1681"/>
                  <a:pt x="1441" y="1681"/>
                </a:cubicBezTo>
                <a:cubicBezTo>
                  <a:pt x="857" y="1681"/>
                  <a:pt x="305" y="2093"/>
                  <a:pt x="221" y="2679"/>
                </a:cubicBezTo>
                <a:cubicBezTo>
                  <a:pt x="95" y="3372"/>
                  <a:pt x="536" y="4033"/>
                  <a:pt x="1198" y="4159"/>
                </a:cubicBezTo>
                <a:lnTo>
                  <a:pt x="2174" y="4349"/>
                </a:lnTo>
                <a:lnTo>
                  <a:pt x="883" y="5136"/>
                </a:lnTo>
                <a:cubicBezTo>
                  <a:pt x="252" y="5514"/>
                  <a:pt x="0" y="6239"/>
                  <a:pt x="284" y="6869"/>
                </a:cubicBezTo>
                <a:cubicBezTo>
                  <a:pt x="512" y="7326"/>
                  <a:pt x="974" y="7536"/>
                  <a:pt x="1397" y="7536"/>
                </a:cubicBezTo>
                <a:cubicBezTo>
                  <a:pt x="1616" y="7536"/>
                  <a:pt x="1824" y="7480"/>
                  <a:pt x="1985" y="7373"/>
                </a:cubicBezTo>
                <a:lnTo>
                  <a:pt x="4506" y="5735"/>
                </a:lnTo>
                <a:cubicBezTo>
                  <a:pt x="4695" y="6522"/>
                  <a:pt x="5041" y="7215"/>
                  <a:pt x="5482" y="7877"/>
                </a:cubicBezTo>
                <a:lnTo>
                  <a:pt x="3781" y="9515"/>
                </a:lnTo>
                <a:cubicBezTo>
                  <a:pt x="3403" y="9893"/>
                  <a:pt x="3277" y="10523"/>
                  <a:pt x="3560" y="10996"/>
                </a:cubicBezTo>
                <a:lnTo>
                  <a:pt x="4947" y="13516"/>
                </a:lnTo>
                <a:cubicBezTo>
                  <a:pt x="5181" y="13922"/>
                  <a:pt x="5604" y="14154"/>
                  <a:pt x="6028" y="14154"/>
                </a:cubicBezTo>
                <a:cubicBezTo>
                  <a:pt x="6230" y="14154"/>
                  <a:pt x="6433" y="14101"/>
                  <a:pt x="6616" y="13989"/>
                </a:cubicBezTo>
                <a:cubicBezTo>
                  <a:pt x="7215" y="13642"/>
                  <a:pt x="7467" y="12886"/>
                  <a:pt x="7089" y="12288"/>
                </a:cubicBezTo>
                <a:lnTo>
                  <a:pt x="6207" y="10649"/>
                </a:lnTo>
                <a:lnTo>
                  <a:pt x="7877" y="9043"/>
                </a:lnTo>
                <a:lnTo>
                  <a:pt x="12697" y="6554"/>
                </a:lnTo>
                <a:cubicBezTo>
                  <a:pt x="13295" y="6239"/>
                  <a:pt x="13548" y="5483"/>
                  <a:pt x="13232" y="4884"/>
                </a:cubicBezTo>
                <a:cubicBezTo>
                  <a:pt x="13014" y="4446"/>
                  <a:pt x="12597" y="4206"/>
                  <a:pt x="12162" y="4206"/>
                </a:cubicBezTo>
                <a:cubicBezTo>
                  <a:pt x="11971" y="4206"/>
                  <a:pt x="11777" y="4252"/>
                  <a:pt x="11594" y="4349"/>
                </a:cubicBezTo>
                <a:lnTo>
                  <a:pt x="7530" y="6428"/>
                </a:lnTo>
                <a:cubicBezTo>
                  <a:pt x="6679" y="5136"/>
                  <a:pt x="6837" y="3907"/>
                  <a:pt x="6774" y="3750"/>
                </a:cubicBezTo>
                <a:cubicBezTo>
                  <a:pt x="6774" y="3687"/>
                  <a:pt x="6774" y="3529"/>
                  <a:pt x="6711" y="3372"/>
                </a:cubicBezTo>
                <a:lnTo>
                  <a:pt x="6774" y="3372"/>
                </a:lnTo>
                <a:cubicBezTo>
                  <a:pt x="7688" y="3372"/>
                  <a:pt x="8444" y="2616"/>
                  <a:pt x="8444" y="1702"/>
                </a:cubicBezTo>
                <a:cubicBezTo>
                  <a:pt x="8444" y="788"/>
                  <a:pt x="7688" y="1"/>
                  <a:pt x="677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63" name="Google Shape;3363;p47"/>
          <p:cNvGrpSpPr/>
          <p:nvPr/>
        </p:nvGrpSpPr>
        <p:grpSpPr>
          <a:xfrm>
            <a:off x="8156343" y="2868457"/>
            <a:ext cx="268416" cy="284871"/>
            <a:chOff x="-10019125" y="2490075"/>
            <a:chExt cx="333975" cy="354450"/>
          </a:xfrm>
        </p:grpSpPr>
        <p:sp>
          <p:nvSpPr>
            <p:cNvPr id="3364" name="Google Shape;3364;p47"/>
            <p:cNvSpPr/>
            <p:nvPr/>
          </p:nvSpPr>
          <p:spPr>
            <a:xfrm>
              <a:off x="-10019125" y="2490850"/>
              <a:ext cx="333975" cy="353675"/>
            </a:xfrm>
            <a:custGeom>
              <a:rect b="b" l="l" r="r" t="t"/>
              <a:pathLst>
                <a:path extrusionOk="0" h="14147" w="13359">
                  <a:moveTo>
                    <a:pt x="7184" y="1670"/>
                  </a:moveTo>
                  <a:cubicBezTo>
                    <a:pt x="7405" y="1670"/>
                    <a:pt x="7625" y="1859"/>
                    <a:pt x="7625" y="2048"/>
                  </a:cubicBezTo>
                  <a:lnTo>
                    <a:pt x="7625" y="4191"/>
                  </a:lnTo>
                  <a:cubicBezTo>
                    <a:pt x="7499" y="4128"/>
                    <a:pt x="7342" y="4096"/>
                    <a:pt x="7184" y="4096"/>
                  </a:cubicBezTo>
                  <a:cubicBezTo>
                    <a:pt x="7027" y="4096"/>
                    <a:pt x="6900" y="4128"/>
                    <a:pt x="6743" y="4191"/>
                  </a:cubicBezTo>
                  <a:lnTo>
                    <a:pt x="6743" y="2048"/>
                  </a:lnTo>
                  <a:cubicBezTo>
                    <a:pt x="6743" y="1828"/>
                    <a:pt x="6932" y="1670"/>
                    <a:pt x="7184" y="1670"/>
                  </a:cubicBezTo>
                  <a:close/>
                  <a:moveTo>
                    <a:pt x="8791" y="788"/>
                  </a:moveTo>
                  <a:cubicBezTo>
                    <a:pt x="8980" y="788"/>
                    <a:pt x="9200" y="977"/>
                    <a:pt x="9200" y="1229"/>
                  </a:cubicBezTo>
                  <a:lnTo>
                    <a:pt x="9200" y="5356"/>
                  </a:lnTo>
                  <a:cubicBezTo>
                    <a:pt x="9200" y="5608"/>
                    <a:pt x="9389" y="5797"/>
                    <a:pt x="9610" y="5797"/>
                  </a:cubicBezTo>
                  <a:cubicBezTo>
                    <a:pt x="9862" y="5797"/>
                    <a:pt x="10019" y="5608"/>
                    <a:pt x="10019" y="5356"/>
                  </a:cubicBezTo>
                  <a:lnTo>
                    <a:pt x="10019" y="2048"/>
                  </a:lnTo>
                  <a:cubicBezTo>
                    <a:pt x="10019" y="1828"/>
                    <a:pt x="10209" y="1670"/>
                    <a:pt x="10398" y="1670"/>
                  </a:cubicBezTo>
                  <a:cubicBezTo>
                    <a:pt x="10618" y="1670"/>
                    <a:pt x="10807" y="1859"/>
                    <a:pt x="10807" y="2048"/>
                  </a:cubicBezTo>
                  <a:lnTo>
                    <a:pt x="10807" y="5356"/>
                  </a:lnTo>
                  <a:cubicBezTo>
                    <a:pt x="10807" y="5608"/>
                    <a:pt x="10996" y="5797"/>
                    <a:pt x="11185" y="5797"/>
                  </a:cubicBezTo>
                  <a:cubicBezTo>
                    <a:pt x="11406" y="5797"/>
                    <a:pt x="11626" y="5608"/>
                    <a:pt x="11626" y="5356"/>
                  </a:cubicBezTo>
                  <a:lnTo>
                    <a:pt x="11626" y="4537"/>
                  </a:lnTo>
                  <a:cubicBezTo>
                    <a:pt x="11626" y="4285"/>
                    <a:pt x="11815" y="4096"/>
                    <a:pt x="12036" y="4096"/>
                  </a:cubicBezTo>
                  <a:cubicBezTo>
                    <a:pt x="12256" y="4096"/>
                    <a:pt x="12414" y="4285"/>
                    <a:pt x="12414" y="4537"/>
                  </a:cubicBezTo>
                  <a:lnTo>
                    <a:pt x="12414" y="8696"/>
                  </a:lnTo>
                  <a:cubicBezTo>
                    <a:pt x="12414" y="9389"/>
                    <a:pt x="11878" y="9925"/>
                    <a:pt x="11154" y="9925"/>
                  </a:cubicBezTo>
                  <a:lnTo>
                    <a:pt x="9925" y="9925"/>
                  </a:lnTo>
                  <a:lnTo>
                    <a:pt x="9925" y="7845"/>
                  </a:lnTo>
                  <a:cubicBezTo>
                    <a:pt x="9925" y="7184"/>
                    <a:pt x="9389" y="6617"/>
                    <a:pt x="8665" y="6617"/>
                  </a:cubicBezTo>
                  <a:cubicBezTo>
                    <a:pt x="8507" y="6617"/>
                    <a:pt x="8413" y="6648"/>
                    <a:pt x="8287" y="6711"/>
                  </a:cubicBezTo>
                  <a:cubicBezTo>
                    <a:pt x="8413" y="6585"/>
                    <a:pt x="8413" y="1891"/>
                    <a:pt x="8413" y="1229"/>
                  </a:cubicBezTo>
                  <a:cubicBezTo>
                    <a:pt x="8413" y="977"/>
                    <a:pt x="8602" y="788"/>
                    <a:pt x="8791" y="788"/>
                  </a:cubicBezTo>
                  <a:close/>
                  <a:moveTo>
                    <a:pt x="5483" y="4096"/>
                  </a:moveTo>
                  <a:cubicBezTo>
                    <a:pt x="5735" y="4096"/>
                    <a:pt x="5892" y="4254"/>
                    <a:pt x="5924" y="4506"/>
                  </a:cubicBezTo>
                  <a:lnTo>
                    <a:pt x="5924" y="8696"/>
                  </a:lnTo>
                  <a:cubicBezTo>
                    <a:pt x="5924" y="8948"/>
                    <a:pt x="6113" y="9105"/>
                    <a:pt x="6302" y="9105"/>
                  </a:cubicBezTo>
                  <a:cubicBezTo>
                    <a:pt x="6554" y="9105"/>
                    <a:pt x="6743" y="8885"/>
                    <a:pt x="6743" y="8696"/>
                  </a:cubicBezTo>
                  <a:lnTo>
                    <a:pt x="6743" y="5356"/>
                  </a:lnTo>
                  <a:cubicBezTo>
                    <a:pt x="6743" y="5136"/>
                    <a:pt x="6932" y="4915"/>
                    <a:pt x="7153" y="4915"/>
                  </a:cubicBezTo>
                  <a:cubicBezTo>
                    <a:pt x="7342" y="4915"/>
                    <a:pt x="7562" y="5136"/>
                    <a:pt x="7562" y="5356"/>
                  </a:cubicBezTo>
                  <a:lnTo>
                    <a:pt x="7562" y="8696"/>
                  </a:lnTo>
                  <a:cubicBezTo>
                    <a:pt x="7562" y="8948"/>
                    <a:pt x="7783" y="9105"/>
                    <a:pt x="7972" y="9105"/>
                  </a:cubicBezTo>
                  <a:cubicBezTo>
                    <a:pt x="8161" y="9105"/>
                    <a:pt x="8350" y="8885"/>
                    <a:pt x="8350" y="8696"/>
                  </a:cubicBezTo>
                  <a:lnTo>
                    <a:pt x="8350" y="7877"/>
                  </a:lnTo>
                  <a:cubicBezTo>
                    <a:pt x="8350" y="7656"/>
                    <a:pt x="8570" y="7436"/>
                    <a:pt x="8759" y="7436"/>
                  </a:cubicBezTo>
                  <a:cubicBezTo>
                    <a:pt x="8948" y="7436"/>
                    <a:pt x="9137" y="7656"/>
                    <a:pt x="9137" y="7877"/>
                  </a:cubicBezTo>
                  <a:lnTo>
                    <a:pt x="9137" y="12035"/>
                  </a:lnTo>
                  <a:cubicBezTo>
                    <a:pt x="9137" y="12728"/>
                    <a:pt x="8602" y="13264"/>
                    <a:pt x="7940" y="13264"/>
                  </a:cubicBezTo>
                  <a:lnTo>
                    <a:pt x="3403" y="13264"/>
                  </a:lnTo>
                  <a:cubicBezTo>
                    <a:pt x="2994" y="13264"/>
                    <a:pt x="2647" y="13075"/>
                    <a:pt x="2427" y="12791"/>
                  </a:cubicBezTo>
                  <a:cubicBezTo>
                    <a:pt x="915" y="10523"/>
                    <a:pt x="1009" y="10649"/>
                    <a:pt x="1009" y="10586"/>
                  </a:cubicBezTo>
                  <a:cubicBezTo>
                    <a:pt x="915" y="10429"/>
                    <a:pt x="915" y="10208"/>
                    <a:pt x="1104" y="10051"/>
                  </a:cubicBezTo>
                  <a:cubicBezTo>
                    <a:pt x="1189" y="9980"/>
                    <a:pt x="1280" y="9947"/>
                    <a:pt x="1370" y="9947"/>
                  </a:cubicBezTo>
                  <a:cubicBezTo>
                    <a:pt x="1479" y="9947"/>
                    <a:pt x="1584" y="9995"/>
                    <a:pt x="1671" y="10082"/>
                  </a:cubicBezTo>
                  <a:lnTo>
                    <a:pt x="2742" y="11153"/>
                  </a:lnTo>
                  <a:cubicBezTo>
                    <a:pt x="2818" y="11230"/>
                    <a:pt x="2918" y="11271"/>
                    <a:pt x="3005" y="11271"/>
                  </a:cubicBezTo>
                  <a:cubicBezTo>
                    <a:pt x="3062" y="11271"/>
                    <a:pt x="3114" y="11254"/>
                    <a:pt x="3151" y="11216"/>
                  </a:cubicBezTo>
                  <a:cubicBezTo>
                    <a:pt x="3340" y="11153"/>
                    <a:pt x="3403" y="11027"/>
                    <a:pt x="3403" y="10838"/>
                  </a:cubicBezTo>
                  <a:lnTo>
                    <a:pt x="3403" y="5356"/>
                  </a:lnTo>
                  <a:cubicBezTo>
                    <a:pt x="3403" y="5136"/>
                    <a:pt x="3592" y="4915"/>
                    <a:pt x="3845" y="4915"/>
                  </a:cubicBezTo>
                  <a:cubicBezTo>
                    <a:pt x="4065" y="4915"/>
                    <a:pt x="4223" y="5136"/>
                    <a:pt x="4223" y="5356"/>
                  </a:cubicBezTo>
                  <a:lnTo>
                    <a:pt x="4223" y="8696"/>
                  </a:lnTo>
                  <a:cubicBezTo>
                    <a:pt x="4223" y="8948"/>
                    <a:pt x="4412" y="9105"/>
                    <a:pt x="4664" y="9105"/>
                  </a:cubicBezTo>
                  <a:cubicBezTo>
                    <a:pt x="4884" y="9105"/>
                    <a:pt x="5105" y="8885"/>
                    <a:pt x="5105" y="8696"/>
                  </a:cubicBezTo>
                  <a:lnTo>
                    <a:pt x="5105" y="4537"/>
                  </a:lnTo>
                  <a:cubicBezTo>
                    <a:pt x="5105" y="4285"/>
                    <a:pt x="5294" y="4096"/>
                    <a:pt x="5483" y="4096"/>
                  </a:cubicBezTo>
                  <a:close/>
                  <a:moveTo>
                    <a:pt x="8822" y="1"/>
                  </a:moveTo>
                  <a:cubicBezTo>
                    <a:pt x="8255" y="1"/>
                    <a:pt x="7783" y="410"/>
                    <a:pt x="7657" y="914"/>
                  </a:cubicBezTo>
                  <a:cubicBezTo>
                    <a:pt x="7499" y="883"/>
                    <a:pt x="7342" y="820"/>
                    <a:pt x="7184" y="820"/>
                  </a:cubicBezTo>
                  <a:cubicBezTo>
                    <a:pt x="6522" y="820"/>
                    <a:pt x="5955" y="1387"/>
                    <a:pt x="5955" y="2048"/>
                  </a:cubicBezTo>
                  <a:lnTo>
                    <a:pt x="5955" y="3340"/>
                  </a:lnTo>
                  <a:cubicBezTo>
                    <a:pt x="5829" y="3309"/>
                    <a:pt x="5672" y="3277"/>
                    <a:pt x="5514" y="3277"/>
                  </a:cubicBezTo>
                  <a:cubicBezTo>
                    <a:pt x="4947" y="3277"/>
                    <a:pt x="4475" y="3655"/>
                    <a:pt x="4349" y="4191"/>
                  </a:cubicBezTo>
                  <a:cubicBezTo>
                    <a:pt x="4191" y="4128"/>
                    <a:pt x="4034" y="4096"/>
                    <a:pt x="3876" y="4096"/>
                  </a:cubicBezTo>
                  <a:cubicBezTo>
                    <a:pt x="3214" y="4096"/>
                    <a:pt x="2616" y="4663"/>
                    <a:pt x="2616" y="5356"/>
                  </a:cubicBezTo>
                  <a:lnTo>
                    <a:pt x="2616" y="9862"/>
                  </a:lnTo>
                  <a:lnTo>
                    <a:pt x="2269" y="9483"/>
                  </a:lnTo>
                  <a:cubicBezTo>
                    <a:pt x="2025" y="9239"/>
                    <a:pt x="1712" y="9121"/>
                    <a:pt x="1398" y="9121"/>
                  </a:cubicBezTo>
                  <a:cubicBezTo>
                    <a:pt x="1105" y="9121"/>
                    <a:pt x="811" y="9223"/>
                    <a:pt x="568" y="9420"/>
                  </a:cubicBezTo>
                  <a:cubicBezTo>
                    <a:pt x="95" y="9862"/>
                    <a:pt x="1" y="10555"/>
                    <a:pt x="379" y="11059"/>
                  </a:cubicBezTo>
                  <a:lnTo>
                    <a:pt x="1797" y="13264"/>
                  </a:lnTo>
                  <a:cubicBezTo>
                    <a:pt x="2175" y="13831"/>
                    <a:pt x="2805" y="14146"/>
                    <a:pt x="3435" y="14146"/>
                  </a:cubicBezTo>
                  <a:lnTo>
                    <a:pt x="7972" y="14146"/>
                  </a:lnTo>
                  <a:cubicBezTo>
                    <a:pt x="9106" y="14146"/>
                    <a:pt x="10051" y="13201"/>
                    <a:pt x="10051" y="12035"/>
                  </a:cubicBezTo>
                  <a:lnTo>
                    <a:pt x="10051" y="10807"/>
                  </a:lnTo>
                  <a:lnTo>
                    <a:pt x="11280" y="10807"/>
                  </a:lnTo>
                  <a:cubicBezTo>
                    <a:pt x="12414" y="10807"/>
                    <a:pt x="13359" y="9862"/>
                    <a:pt x="13359" y="8696"/>
                  </a:cubicBezTo>
                  <a:lnTo>
                    <a:pt x="13359" y="4537"/>
                  </a:lnTo>
                  <a:cubicBezTo>
                    <a:pt x="13359" y="3876"/>
                    <a:pt x="12823" y="3309"/>
                    <a:pt x="12130" y="3309"/>
                  </a:cubicBezTo>
                  <a:cubicBezTo>
                    <a:pt x="11973" y="3309"/>
                    <a:pt x="11878" y="3340"/>
                    <a:pt x="11752" y="3372"/>
                  </a:cubicBezTo>
                  <a:lnTo>
                    <a:pt x="11752" y="2048"/>
                  </a:lnTo>
                  <a:cubicBezTo>
                    <a:pt x="11752" y="1387"/>
                    <a:pt x="11185" y="820"/>
                    <a:pt x="10492" y="820"/>
                  </a:cubicBezTo>
                  <a:cubicBezTo>
                    <a:pt x="10335" y="820"/>
                    <a:pt x="10177" y="883"/>
                    <a:pt x="10019" y="914"/>
                  </a:cubicBezTo>
                  <a:cubicBezTo>
                    <a:pt x="9862" y="410"/>
                    <a:pt x="9389" y="1"/>
                    <a:pt x="88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5" name="Google Shape;3365;p47"/>
            <p:cNvSpPr/>
            <p:nvPr/>
          </p:nvSpPr>
          <p:spPr>
            <a:xfrm>
              <a:off x="-10016750" y="2491050"/>
              <a:ext cx="63825" cy="61850"/>
            </a:xfrm>
            <a:custGeom>
              <a:rect b="b" l="l" r="r" t="t"/>
              <a:pathLst>
                <a:path extrusionOk="0" h="2474" w="2553">
                  <a:moveTo>
                    <a:pt x="457" y="0"/>
                  </a:moveTo>
                  <a:cubicBezTo>
                    <a:pt x="347" y="0"/>
                    <a:pt x="237" y="40"/>
                    <a:pt x="158" y="119"/>
                  </a:cubicBezTo>
                  <a:cubicBezTo>
                    <a:pt x="0" y="276"/>
                    <a:pt x="0" y="560"/>
                    <a:pt x="158" y="717"/>
                  </a:cubicBezTo>
                  <a:lnTo>
                    <a:pt x="1796" y="2355"/>
                  </a:lnTo>
                  <a:cubicBezTo>
                    <a:pt x="1891" y="2434"/>
                    <a:pt x="2001" y="2474"/>
                    <a:pt x="2107" y="2474"/>
                  </a:cubicBezTo>
                  <a:cubicBezTo>
                    <a:pt x="2214" y="2474"/>
                    <a:pt x="2316" y="2434"/>
                    <a:pt x="2395" y="2355"/>
                  </a:cubicBezTo>
                  <a:cubicBezTo>
                    <a:pt x="2552" y="2198"/>
                    <a:pt x="2552" y="1914"/>
                    <a:pt x="2395" y="1757"/>
                  </a:cubicBezTo>
                  <a:lnTo>
                    <a:pt x="757" y="119"/>
                  </a:lnTo>
                  <a:cubicBezTo>
                    <a:pt x="678" y="40"/>
                    <a:pt x="568" y="0"/>
                    <a:pt x="45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6" name="Google Shape;3366;p47"/>
            <p:cNvSpPr/>
            <p:nvPr/>
          </p:nvSpPr>
          <p:spPr>
            <a:xfrm>
              <a:off x="-9933275" y="2490075"/>
              <a:ext cx="20525" cy="63025"/>
            </a:xfrm>
            <a:custGeom>
              <a:rect b="b" l="l" r="r" t="t"/>
              <a:pathLst>
                <a:path extrusionOk="0" h="2521" w="821">
                  <a:moveTo>
                    <a:pt x="442" y="0"/>
                  </a:moveTo>
                  <a:cubicBezTo>
                    <a:pt x="221" y="0"/>
                    <a:pt x="1" y="189"/>
                    <a:pt x="1" y="441"/>
                  </a:cubicBezTo>
                  <a:lnTo>
                    <a:pt x="1" y="2079"/>
                  </a:lnTo>
                  <a:cubicBezTo>
                    <a:pt x="1" y="2331"/>
                    <a:pt x="221" y="2520"/>
                    <a:pt x="442" y="2520"/>
                  </a:cubicBezTo>
                  <a:cubicBezTo>
                    <a:pt x="631" y="2520"/>
                    <a:pt x="820" y="2331"/>
                    <a:pt x="820" y="2079"/>
                  </a:cubicBezTo>
                  <a:lnTo>
                    <a:pt x="820" y="441"/>
                  </a:lnTo>
                  <a:cubicBezTo>
                    <a:pt x="820" y="189"/>
                    <a:pt x="631" y="0"/>
                    <a:pt x="4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7" name="Google Shape;3367;p47"/>
            <p:cNvSpPr/>
            <p:nvPr/>
          </p:nvSpPr>
          <p:spPr>
            <a:xfrm>
              <a:off x="-10015975" y="2573550"/>
              <a:ext cx="63050" cy="20500"/>
            </a:xfrm>
            <a:custGeom>
              <a:rect b="b" l="l" r="r" t="t"/>
              <a:pathLst>
                <a:path extrusionOk="0" h="820" w="2522">
                  <a:moveTo>
                    <a:pt x="442" y="1"/>
                  </a:moveTo>
                  <a:cubicBezTo>
                    <a:pt x="190" y="1"/>
                    <a:pt x="1" y="190"/>
                    <a:pt x="1" y="442"/>
                  </a:cubicBezTo>
                  <a:cubicBezTo>
                    <a:pt x="1" y="631"/>
                    <a:pt x="190" y="820"/>
                    <a:pt x="442" y="820"/>
                  </a:cubicBezTo>
                  <a:lnTo>
                    <a:pt x="2080" y="820"/>
                  </a:lnTo>
                  <a:cubicBezTo>
                    <a:pt x="2332" y="820"/>
                    <a:pt x="2521" y="631"/>
                    <a:pt x="2521" y="442"/>
                  </a:cubicBezTo>
                  <a:cubicBezTo>
                    <a:pt x="2521" y="190"/>
                    <a:pt x="2332" y="1"/>
                    <a:pt x="208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68" name="Google Shape;3368;p47"/>
          <p:cNvGrpSpPr/>
          <p:nvPr/>
        </p:nvGrpSpPr>
        <p:grpSpPr>
          <a:xfrm>
            <a:off x="6828059" y="3303969"/>
            <a:ext cx="293109" cy="285514"/>
            <a:chOff x="-8684100" y="2032450"/>
            <a:chExt cx="364700" cy="355250"/>
          </a:xfrm>
        </p:grpSpPr>
        <p:sp>
          <p:nvSpPr>
            <p:cNvPr id="3369" name="Google Shape;3369;p47"/>
            <p:cNvSpPr/>
            <p:nvPr/>
          </p:nvSpPr>
          <p:spPr>
            <a:xfrm>
              <a:off x="-8684100" y="2032450"/>
              <a:ext cx="364700" cy="355250"/>
            </a:xfrm>
            <a:custGeom>
              <a:rect b="b" l="l" r="r" t="t"/>
              <a:pathLst>
                <a:path extrusionOk="0" h="14210" w="14588">
                  <a:moveTo>
                    <a:pt x="13611" y="820"/>
                  </a:moveTo>
                  <a:lnTo>
                    <a:pt x="13611" y="1891"/>
                  </a:lnTo>
                  <a:lnTo>
                    <a:pt x="13642" y="1891"/>
                  </a:lnTo>
                  <a:lnTo>
                    <a:pt x="12130" y="2994"/>
                  </a:lnTo>
                  <a:lnTo>
                    <a:pt x="11469" y="2301"/>
                  </a:lnTo>
                  <a:lnTo>
                    <a:pt x="12571" y="820"/>
                  </a:lnTo>
                  <a:close/>
                  <a:moveTo>
                    <a:pt x="3561" y="2238"/>
                  </a:moveTo>
                  <a:lnTo>
                    <a:pt x="5294" y="3970"/>
                  </a:lnTo>
                  <a:cubicBezTo>
                    <a:pt x="5168" y="4033"/>
                    <a:pt x="5105" y="4128"/>
                    <a:pt x="4979" y="4254"/>
                  </a:cubicBezTo>
                  <a:lnTo>
                    <a:pt x="4695" y="4506"/>
                  </a:lnTo>
                  <a:lnTo>
                    <a:pt x="3844" y="3655"/>
                  </a:lnTo>
                  <a:cubicBezTo>
                    <a:pt x="3435" y="3246"/>
                    <a:pt x="3372" y="2710"/>
                    <a:pt x="3561" y="2238"/>
                  </a:cubicBezTo>
                  <a:close/>
                  <a:moveTo>
                    <a:pt x="10965" y="2899"/>
                  </a:moveTo>
                  <a:lnTo>
                    <a:pt x="11563" y="3498"/>
                  </a:lnTo>
                  <a:lnTo>
                    <a:pt x="8192" y="6837"/>
                  </a:lnTo>
                  <a:lnTo>
                    <a:pt x="7625" y="6239"/>
                  </a:lnTo>
                  <a:lnTo>
                    <a:pt x="10965" y="2899"/>
                  </a:lnTo>
                  <a:close/>
                  <a:moveTo>
                    <a:pt x="10492" y="9200"/>
                  </a:moveTo>
                  <a:lnTo>
                    <a:pt x="12225" y="10901"/>
                  </a:lnTo>
                  <a:cubicBezTo>
                    <a:pt x="12048" y="10984"/>
                    <a:pt x="11859" y="11027"/>
                    <a:pt x="11671" y="11027"/>
                  </a:cubicBezTo>
                  <a:cubicBezTo>
                    <a:pt x="11355" y="11027"/>
                    <a:pt x="11044" y="10906"/>
                    <a:pt x="10807" y="10649"/>
                  </a:cubicBezTo>
                  <a:lnTo>
                    <a:pt x="9925" y="9799"/>
                  </a:lnTo>
                  <a:lnTo>
                    <a:pt x="10208" y="9515"/>
                  </a:lnTo>
                  <a:cubicBezTo>
                    <a:pt x="10334" y="9389"/>
                    <a:pt x="10397" y="9326"/>
                    <a:pt x="10492" y="9200"/>
                  </a:cubicBezTo>
                  <a:close/>
                  <a:moveTo>
                    <a:pt x="2962" y="11059"/>
                  </a:moveTo>
                  <a:lnTo>
                    <a:pt x="3403" y="11500"/>
                  </a:lnTo>
                  <a:lnTo>
                    <a:pt x="2143" y="12319"/>
                  </a:lnTo>
                  <a:lnTo>
                    <a:pt x="2962" y="11059"/>
                  </a:lnTo>
                  <a:close/>
                  <a:moveTo>
                    <a:pt x="6996" y="4146"/>
                  </a:moveTo>
                  <a:cubicBezTo>
                    <a:pt x="7395" y="4146"/>
                    <a:pt x="7791" y="4258"/>
                    <a:pt x="8129" y="4474"/>
                  </a:cubicBezTo>
                  <a:lnTo>
                    <a:pt x="6711" y="5892"/>
                  </a:lnTo>
                  <a:cubicBezTo>
                    <a:pt x="6554" y="6050"/>
                    <a:pt x="6554" y="6333"/>
                    <a:pt x="6711" y="6491"/>
                  </a:cubicBezTo>
                  <a:lnTo>
                    <a:pt x="7877" y="7656"/>
                  </a:lnTo>
                  <a:cubicBezTo>
                    <a:pt x="7956" y="7735"/>
                    <a:pt x="8066" y="7775"/>
                    <a:pt x="8176" y="7775"/>
                  </a:cubicBezTo>
                  <a:cubicBezTo>
                    <a:pt x="8287" y="7775"/>
                    <a:pt x="8397" y="7735"/>
                    <a:pt x="8476" y="7656"/>
                  </a:cubicBezTo>
                  <a:lnTo>
                    <a:pt x="9893" y="6239"/>
                  </a:lnTo>
                  <a:cubicBezTo>
                    <a:pt x="10145" y="6648"/>
                    <a:pt x="10240" y="7026"/>
                    <a:pt x="10240" y="7436"/>
                  </a:cubicBezTo>
                  <a:cubicBezTo>
                    <a:pt x="10240" y="7971"/>
                    <a:pt x="10051" y="8476"/>
                    <a:pt x="9673" y="8885"/>
                  </a:cubicBezTo>
                  <a:lnTo>
                    <a:pt x="9232" y="9326"/>
                  </a:lnTo>
                  <a:cubicBezTo>
                    <a:pt x="9086" y="9286"/>
                    <a:pt x="8937" y="9266"/>
                    <a:pt x="8788" y="9266"/>
                  </a:cubicBezTo>
                  <a:cubicBezTo>
                    <a:pt x="8356" y="9266"/>
                    <a:pt x="7929" y="9431"/>
                    <a:pt x="7625" y="9736"/>
                  </a:cubicBezTo>
                  <a:cubicBezTo>
                    <a:pt x="7310" y="10051"/>
                    <a:pt x="7152" y="10492"/>
                    <a:pt x="7089" y="10933"/>
                  </a:cubicBezTo>
                  <a:cubicBezTo>
                    <a:pt x="7089" y="11405"/>
                    <a:pt x="7247" y="11784"/>
                    <a:pt x="7562" y="12099"/>
                  </a:cubicBezTo>
                  <a:lnTo>
                    <a:pt x="7310" y="12382"/>
                  </a:lnTo>
                  <a:cubicBezTo>
                    <a:pt x="6743" y="12949"/>
                    <a:pt x="6050" y="13264"/>
                    <a:pt x="5262" y="13264"/>
                  </a:cubicBezTo>
                  <a:cubicBezTo>
                    <a:pt x="4538" y="13264"/>
                    <a:pt x="3844" y="12981"/>
                    <a:pt x="3309" y="12508"/>
                  </a:cubicBezTo>
                  <a:lnTo>
                    <a:pt x="4317" y="11878"/>
                  </a:lnTo>
                  <a:cubicBezTo>
                    <a:pt x="4412" y="11784"/>
                    <a:pt x="4475" y="11689"/>
                    <a:pt x="4506" y="11563"/>
                  </a:cubicBezTo>
                  <a:cubicBezTo>
                    <a:pt x="4506" y="11437"/>
                    <a:pt x="4475" y="11311"/>
                    <a:pt x="4380" y="11216"/>
                  </a:cubicBezTo>
                  <a:lnTo>
                    <a:pt x="3214" y="10019"/>
                  </a:lnTo>
                  <a:cubicBezTo>
                    <a:pt x="3120" y="9956"/>
                    <a:pt x="2994" y="9893"/>
                    <a:pt x="2836" y="9893"/>
                  </a:cubicBezTo>
                  <a:cubicBezTo>
                    <a:pt x="2742" y="9893"/>
                    <a:pt x="2616" y="9988"/>
                    <a:pt x="2521" y="10114"/>
                  </a:cubicBezTo>
                  <a:lnTo>
                    <a:pt x="1891" y="11090"/>
                  </a:lnTo>
                  <a:cubicBezTo>
                    <a:pt x="883" y="9956"/>
                    <a:pt x="914" y="8223"/>
                    <a:pt x="2017" y="7121"/>
                  </a:cubicBezTo>
                  <a:lnTo>
                    <a:pt x="2301" y="6837"/>
                  </a:lnTo>
                  <a:cubicBezTo>
                    <a:pt x="2616" y="7152"/>
                    <a:pt x="3057" y="7310"/>
                    <a:pt x="3466" y="7310"/>
                  </a:cubicBezTo>
                  <a:cubicBezTo>
                    <a:pt x="3907" y="7310"/>
                    <a:pt x="4348" y="7121"/>
                    <a:pt x="4664" y="6806"/>
                  </a:cubicBezTo>
                  <a:cubicBezTo>
                    <a:pt x="5105" y="6365"/>
                    <a:pt x="5262" y="5766"/>
                    <a:pt x="5105" y="5168"/>
                  </a:cubicBezTo>
                  <a:lnTo>
                    <a:pt x="5514" y="4758"/>
                  </a:lnTo>
                  <a:cubicBezTo>
                    <a:pt x="5928" y="4344"/>
                    <a:pt x="6465" y="4146"/>
                    <a:pt x="6996" y="4146"/>
                  </a:cubicBezTo>
                  <a:close/>
                  <a:moveTo>
                    <a:pt x="12382" y="1"/>
                  </a:moveTo>
                  <a:cubicBezTo>
                    <a:pt x="12256" y="1"/>
                    <a:pt x="12130" y="64"/>
                    <a:pt x="12067" y="158"/>
                  </a:cubicBezTo>
                  <a:lnTo>
                    <a:pt x="10649" y="2080"/>
                  </a:lnTo>
                  <a:lnTo>
                    <a:pt x="8759" y="3970"/>
                  </a:lnTo>
                  <a:cubicBezTo>
                    <a:pt x="8249" y="3583"/>
                    <a:pt x="7634" y="3393"/>
                    <a:pt x="7024" y="3393"/>
                  </a:cubicBezTo>
                  <a:cubicBezTo>
                    <a:pt x="6692" y="3393"/>
                    <a:pt x="6361" y="3450"/>
                    <a:pt x="6050" y="3561"/>
                  </a:cubicBezTo>
                  <a:lnTo>
                    <a:pt x="2616" y="158"/>
                  </a:lnTo>
                  <a:cubicBezTo>
                    <a:pt x="2537" y="79"/>
                    <a:pt x="2427" y="40"/>
                    <a:pt x="2316" y="40"/>
                  </a:cubicBezTo>
                  <a:cubicBezTo>
                    <a:pt x="2206" y="40"/>
                    <a:pt x="2096" y="79"/>
                    <a:pt x="2017" y="158"/>
                  </a:cubicBezTo>
                  <a:cubicBezTo>
                    <a:pt x="1860" y="316"/>
                    <a:pt x="1860" y="568"/>
                    <a:pt x="2017" y="725"/>
                  </a:cubicBezTo>
                  <a:lnTo>
                    <a:pt x="2931" y="1639"/>
                  </a:lnTo>
                  <a:cubicBezTo>
                    <a:pt x="2427" y="2427"/>
                    <a:pt x="2490" y="3529"/>
                    <a:pt x="3214" y="4254"/>
                  </a:cubicBezTo>
                  <a:lnTo>
                    <a:pt x="4222" y="5262"/>
                  </a:lnTo>
                  <a:cubicBezTo>
                    <a:pt x="4222" y="5294"/>
                    <a:pt x="4222" y="5325"/>
                    <a:pt x="4254" y="5388"/>
                  </a:cubicBezTo>
                  <a:cubicBezTo>
                    <a:pt x="4412" y="5703"/>
                    <a:pt x="4348" y="6081"/>
                    <a:pt x="4096" y="6333"/>
                  </a:cubicBezTo>
                  <a:cubicBezTo>
                    <a:pt x="3948" y="6499"/>
                    <a:pt x="3721" y="6586"/>
                    <a:pt x="3493" y="6586"/>
                  </a:cubicBezTo>
                  <a:cubicBezTo>
                    <a:pt x="3287" y="6586"/>
                    <a:pt x="3080" y="6514"/>
                    <a:pt x="2931" y="6365"/>
                  </a:cubicBezTo>
                  <a:lnTo>
                    <a:pt x="2647" y="6081"/>
                  </a:lnTo>
                  <a:cubicBezTo>
                    <a:pt x="2568" y="6002"/>
                    <a:pt x="2458" y="5963"/>
                    <a:pt x="2348" y="5963"/>
                  </a:cubicBezTo>
                  <a:cubicBezTo>
                    <a:pt x="2238" y="5963"/>
                    <a:pt x="2127" y="6002"/>
                    <a:pt x="2049" y="6081"/>
                  </a:cubicBezTo>
                  <a:lnTo>
                    <a:pt x="1482" y="6680"/>
                  </a:lnTo>
                  <a:cubicBezTo>
                    <a:pt x="1" y="8129"/>
                    <a:pt x="1" y="10492"/>
                    <a:pt x="1482" y="11973"/>
                  </a:cubicBezTo>
                  <a:lnTo>
                    <a:pt x="442" y="13579"/>
                  </a:lnTo>
                  <a:cubicBezTo>
                    <a:pt x="316" y="13737"/>
                    <a:pt x="379" y="13957"/>
                    <a:pt x="473" y="14083"/>
                  </a:cubicBezTo>
                  <a:cubicBezTo>
                    <a:pt x="562" y="14154"/>
                    <a:pt x="670" y="14195"/>
                    <a:pt x="776" y="14195"/>
                  </a:cubicBezTo>
                  <a:cubicBezTo>
                    <a:pt x="859" y="14195"/>
                    <a:pt x="940" y="14170"/>
                    <a:pt x="1009" y="14115"/>
                  </a:cubicBezTo>
                  <a:lnTo>
                    <a:pt x="2616" y="13107"/>
                  </a:lnTo>
                  <a:cubicBezTo>
                    <a:pt x="3309" y="13800"/>
                    <a:pt x="4254" y="14209"/>
                    <a:pt x="5262" y="14209"/>
                  </a:cubicBezTo>
                  <a:cubicBezTo>
                    <a:pt x="6239" y="14209"/>
                    <a:pt x="7184" y="13800"/>
                    <a:pt x="7877" y="13107"/>
                  </a:cubicBezTo>
                  <a:lnTo>
                    <a:pt x="8476" y="12508"/>
                  </a:lnTo>
                  <a:cubicBezTo>
                    <a:pt x="8633" y="12351"/>
                    <a:pt x="8633" y="12067"/>
                    <a:pt x="8476" y="11910"/>
                  </a:cubicBezTo>
                  <a:lnTo>
                    <a:pt x="8192" y="11657"/>
                  </a:lnTo>
                  <a:cubicBezTo>
                    <a:pt x="7877" y="11342"/>
                    <a:pt x="7877" y="10775"/>
                    <a:pt x="8255" y="10460"/>
                  </a:cubicBezTo>
                  <a:cubicBezTo>
                    <a:pt x="8400" y="10315"/>
                    <a:pt x="8627" y="10225"/>
                    <a:pt x="8856" y="10225"/>
                  </a:cubicBezTo>
                  <a:cubicBezTo>
                    <a:pt x="8974" y="10225"/>
                    <a:pt x="9093" y="10249"/>
                    <a:pt x="9200" y="10303"/>
                  </a:cubicBezTo>
                  <a:cubicBezTo>
                    <a:pt x="9232" y="10303"/>
                    <a:pt x="9263" y="10334"/>
                    <a:pt x="9295" y="10334"/>
                  </a:cubicBezTo>
                  <a:lnTo>
                    <a:pt x="10334" y="11374"/>
                  </a:lnTo>
                  <a:cubicBezTo>
                    <a:pt x="10736" y="11775"/>
                    <a:pt x="11274" y="11976"/>
                    <a:pt x="11809" y="11976"/>
                  </a:cubicBezTo>
                  <a:cubicBezTo>
                    <a:pt x="12199" y="11976"/>
                    <a:pt x="12586" y="11870"/>
                    <a:pt x="12918" y="11657"/>
                  </a:cubicBezTo>
                  <a:lnTo>
                    <a:pt x="13831" y="12540"/>
                  </a:lnTo>
                  <a:cubicBezTo>
                    <a:pt x="13910" y="12618"/>
                    <a:pt x="14021" y="12658"/>
                    <a:pt x="14131" y="12658"/>
                  </a:cubicBezTo>
                  <a:cubicBezTo>
                    <a:pt x="14241" y="12658"/>
                    <a:pt x="14351" y="12618"/>
                    <a:pt x="14430" y="12540"/>
                  </a:cubicBezTo>
                  <a:cubicBezTo>
                    <a:pt x="14588" y="12382"/>
                    <a:pt x="14588" y="12130"/>
                    <a:pt x="14430" y="11973"/>
                  </a:cubicBezTo>
                  <a:lnTo>
                    <a:pt x="10996" y="8539"/>
                  </a:lnTo>
                  <a:cubicBezTo>
                    <a:pt x="11122" y="8223"/>
                    <a:pt x="11154" y="7908"/>
                    <a:pt x="11154" y="7562"/>
                  </a:cubicBezTo>
                  <a:cubicBezTo>
                    <a:pt x="11154" y="6932"/>
                    <a:pt x="10965" y="6333"/>
                    <a:pt x="10555" y="5829"/>
                  </a:cubicBezTo>
                  <a:lnTo>
                    <a:pt x="12445" y="3939"/>
                  </a:lnTo>
                  <a:lnTo>
                    <a:pt x="14399" y="2521"/>
                  </a:lnTo>
                  <a:cubicBezTo>
                    <a:pt x="14493" y="2427"/>
                    <a:pt x="14556" y="2301"/>
                    <a:pt x="14556" y="2206"/>
                  </a:cubicBezTo>
                  <a:lnTo>
                    <a:pt x="14556" y="536"/>
                  </a:lnTo>
                  <a:cubicBezTo>
                    <a:pt x="14462" y="190"/>
                    <a:pt x="14273" y="1"/>
                    <a:pt x="1402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0" name="Google Shape;3370;p47"/>
            <p:cNvSpPr/>
            <p:nvPr/>
          </p:nvSpPr>
          <p:spPr>
            <a:xfrm>
              <a:off x="-8637625" y="2231725"/>
              <a:ext cx="81950" cy="32525"/>
            </a:xfrm>
            <a:custGeom>
              <a:rect b="b" l="l" r="r" t="t"/>
              <a:pathLst>
                <a:path extrusionOk="0" h="1301" w="3278">
                  <a:moveTo>
                    <a:pt x="2226" y="0"/>
                  </a:moveTo>
                  <a:cubicBezTo>
                    <a:pt x="1907" y="0"/>
                    <a:pt x="1592" y="126"/>
                    <a:pt x="1355" y="378"/>
                  </a:cubicBezTo>
                  <a:cubicBezTo>
                    <a:pt x="1277" y="457"/>
                    <a:pt x="1166" y="497"/>
                    <a:pt x="1056" y="497"/>
                  </a:cubicBezTo>
                  <a:cubicBezTo>
                    <a:pt x="946" y="497"/>
                    <a:pt x="835" y="457"/>
                    <a:pt x="757" y="378"/>
                  </a:cubicBezTo>
                  <a:cubicBezTo>
                    <a:pt x="678" y="300"/>
                    <a:pt x="568" y="260"/>
                    <a:pt x="457" y="260"/>
                  </a:cubicBezTo>
                  <a:cubicBezTo>
                    <a:pt x="347" y="260"/>
                    <a:pt x="237" y="300"/>
                    <a:pt x="158" y="378"/>
                  </a:cubicBezTo>
                  <a:cubicBezTo>
                    <a:pt x="1" y="536"/>
                    <a:pt x="1" y="788"/>
                    <a:pt x="158" y="946"/>
                  </a:cubicBezTo>
                  <a:cubicBezTo>
                    <a:pt x="394" y="1182"/>
                    <a:pt x="709" y="1300"/>
                    <a:pt x="1028" y="1300"/>
                  </a:cubicBezTo>
                  <a:cubicBezTo>
                    <a:pt x="1347" y="1300"/>
                    <a:pt x="1670" y="1182"/>
                    <a:pt x="1922" y="946"/>
                  </a:cubicBezTo>
                  <a:cubicBezTo>
                    <a:pt x="2001" y="867"/>
                    <a:pt x="2111" y="827"/>
                    <a:pt x="2222" y="827"/>
                  </a:cubicBezTo>
                  <a:cubicBezTo>
                    <a:pt x="2332" y="827"/>
                    <a:pt x="2442" y="867"/>
                    <a:pt x="2521" y="946"/>
                  </a:cubicBezTo>
                  <a:cubicBezTo>
                    <a:pt x="2600" y="1024"/>
                    <a:pt x="2710" y="1064"/>
                    <a:pt x="2820" y="1064"/>
                  </a:cubicBezTo>
                  <a:cubicBezTo>
                    <a:pt x="2931" y="1064"/>
                    <a:pt x="3041" y="1024"/>
                    <a:pt x="3120" y="946"/>
                  </a:cubicBezTo>
                  <a:cubicBezTo>
                    <a:pt x="3277" y="788"/>
                    <a:pt x="3277" y="536"/>
                    <a:pt x="3120" y="378"/>
                  </a:cubicBezTo>
                  <a:cubicBezTo>
                    <a:pt x="2868" y="126"/>
                    <a:pt x="2545" y="0"/>
                    <a:pt x="222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1" name="Google Shape;3371;p47"/>
            <p:cNvSpPr/>
            <p:nvPr/>
          </p:nvSpPr>
          <p:spPr>
            <a:xfrm>
              <a:off x="-8558075" y="2267375"/>
              <a:ext cx="38625" cy="79950"/>
            </a:xfrm>
            <a:custGeom>
              <a:rect b="b" l="l" r="r" t="t"/>
              <a:pathLst>
                <a:path extrusionOk="0" h="3198" w="1545">
                  <a:moveTo>
                    <a:pt x="772" y="0"/>
                  </a:moveTo>
                  <a:cubicBezTo>
                    <a:pt x="662" y="0"/>
                    <a:pt x="552" y="39"/>
                    <a:pt x="473" y="118"/>
                  </a:cubicBezTo>
                  <a:cubicBezTo>
                    <a:pt x="316" y="276"/>
                    <a:pt x="316" y="559"/>
                    <a:pt x="473" y="717"/>
                  </a:cubicBezTo>
                  <a:cubicBezTo>
                    <a:pt x="631" y="874"/>
                    <a:pt x="631" y="1158"/>
                    <a:pt x="473" y="1315"/>
                  </a:cubicBezTo>
                  <a:cubicBezTo>
                    <a:pt x="1" y="1788"/>
                    <a:pt x="1" y="2576"/>
                    <a:pt x="473" y="3080"/>
                  </a:cubicBezTo>
                  <a:cubicBezTo>
                    <a:pt x="552" y="3158"/>
                    <a:pt x="662" y="3198"/>
                    <a:pt x="772" y="3198"/>
                  </a:cubicBezTo>
                  <a:cubicBezTo>
                    <a:pt x="883" y="3198"/>
                    <a:pt x="993" y="3158"/>
                    <a:pt x="1072" y="3080"/>
                  </a:cubicBezTo>
                  <a:cubicBezTo>
                    <a:pt x="1229" y="2922"/>
                    <a:pt x="1229" y="2639"/>
                    <a:pt x="1072" y="2481"/>
                  </a:cubicBezTo>
                  <a:cubicBezTo>
                    <a:pt x="914" y="2324"/>
                    <a:pt x="914" y="2040"/>
                    <a:pt x="1072" y="1882"/>
                  </a:cubicBezTo>
                  <a:cubicBezTo>
                    <a:pt x="1544" y="1378"/>
                    <a:pt x="1544" y="591"/>
                    <a:pt x="1072" y="118"/>
                  </a:cubicBezTo>
                  <a:cubicBezTo>
                    <a:pt x="993" y="39"/>
                    <a:pt x="883" y="0"/>
                    <a:pt x="7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72" name="Google Shape;3372;p47"/>
          <p:cNvSpPr/>
          <p:nvPr/>
        </p:nvSpPr>
        <p:spPr>
          <a:xfrm>
            <a:off x="5977907" y="1558800"/>
            <a:ext cx="250071" cy="283606"/>
          </a:xfrm>
          <a:custGeom>
            <a:rect b="b" l="l" r="r" t="t"/>
            <a:pathLst>
              <a:path extrusionOk="0" h="14115" w="12446">
                <a:moveTo>
                  <a:pt x="10744" y="788"/>
                </a:moveTo>
                <a:cubicBezTo>
                  <a:pt x="11216" y="788"/>
                  <a:pt x="11563" y="1135"/>
                  <a:pt x="11563" y="1607"/>
                </a:cubicBezTo>
                <a:cubicBezTo>
                  <a:pt x="11563" y="2080"/>
                  <a:pt x="11216" y="2458"/>
                  <a:pt x="10744" y="2458"/>
                </a:cubicBezTo>
                <a:cubicBezTo>
                  <a:pt x="10492" y="2458"/>
                  <a:pt x="10303" y="2647"/>
                  <a:pt x="10303" y="2867"/>
                </a:cubicBezTo>
                <a:cubicBezTo>
                  <a:pt x="10303" y="3119"/>
                  <a:pt x="10492" y="3308"/>
                  <a:pt x="10744" y="3308"/>
                </a:cubicBezTo>
                <a:lnTo>
                  <a:pt x="10744" y="4884"/>
                </a:lnTo>
                <a:cubicBezTo>
                  <a:pt x="10744" y="4947"/>
                  <a:pt x="10775" y="5041"/>
                  <a:pt x="10807" y="5073"/>
                </a:cubicBezTo>
                <a:cubicBezTo>
                  <a:pt x="11342" y="5892"/>
                  <a:pt x="11563" y="6900"/>
                  <a:pt x="11563" y="7877"/>
                </a:cubicBezTo>
                <a:cubicBezTo>
                  <a:pt x="11563" y="8822"/>
                  <a:pt x="11342" y="9735"/>
                  <a:pt x="10870" y="10523"/>
                </a:cubicBezTo>
                <a:lnTo>
                  <a:pt x="10145" y="10050"/>
                </a:lnTo>
                <a:cubicBezTo>
                  <a:pt x="10523" y="9357"/>
                  <a:pt x="10712" y="8633"/>
                  <a:pt x="10712" y="7845"/>
                </a:cubicBezTo>
                <a:cubicBezTo>
                  <a:pt x="10712" y="6931"/>
                  <a:pt x="10429" y="6018"/>
                  <a:pt x="9956" y="5262"/>
                </a:cubicBezTo>
                <a:cubicBezTo>
                  <a:pt x="9925" y="5199"/>
                  <a:pt x="9893" y="5104"/>
                  <a:pt x="9893" y="5041"/>
                </a:cubicBezTo>
                <a:lnTo>
                  <a:pt x="9893" y="1576"/>
                </a:lnTo>
                <a:cubicBezTo>
                  <a:pt x="9925" y="1198"/>
                  <a:pt x="10271" y="788"/>
                  <a:pt x="10744" y="788"/>
                </a:cubicBezTo>
                <a:close/>
                <a:moveTo>
                  <a:pt x="1639" y="788"/>
                </a:moveTo>
                <a:cubicBezTo>
                  <a:pt x="2111" y="788"/>
                  <a:pt x="2458" y="1135"/>
                  <a:pt x="2458" y="1607"/>
                </a:cubicBezTo>
                <a:lnTo>
                  <a:pt x="2458" y="5073"/>
                </a:lnTo>
                <a:cubicBezTo>
                  <a:pt x="2458" y="5167"/>
                  <a:pt x="2427" y="5230"/>
                  <a:pt x="2395" y="5325"/>
                </a:cubicBezTo>
                <a:cubicBezTo>
                  <a:pt x="1922" y="6081"/>
                  <a:pt x="1639" y="6963"/>
                  <a:pt x="1639" y="7877"/>
                </a:cubicBezTo>
                <a:cubicBezTo>
                  <a:pt x="1639" y="8664"/>
                  <a:pt x="1828" y="9420"/>
                  <a:pt x="2206" y="10082"/>
                </a:cubicBezTo>
                <a:lnTo>
                  <a:pt x="1481" y="10554"/>
                </a:lnTo>
                <a:cubicBezTo>
                  <a:pt x="1040" y="9767"/>
                  <a:pt x="788" y="8853"/>
                  <a:pt x="788" y="7908"/>
                </a:cubicBezTo>
                <a:cubicBezTo>
                  <a:pt x="788" y="6931"/>
                  <a:pt x="1040" y="5955"/>
                  <a:pt x="1513" y="5136"/>
                </a:cubicBezTo>
                <a:cubicBezTo>
                  <a:pt x="1576" y="5041"/>
                  <a:pt x="1607" y="4978"/>
                  <a:pt x="1607" y="4915"/>
                </a:cubicBezTo>
                <a:lnTo>
                  <a:pt x="1607" y="3340"/>
                </a:lnTo>
                <a:cubicBezTo>
                  <a:pt x="1891" y="3277"/>
                  <a:pt x="2048" y="3119"/>
                  <a:pt x="2048" y="2867"/>
                </a:cubicBezTo>
                <a:cubicBezTo>
                  <a:pt x="2048" y="2647"/>
                  <a:pt x="1828" y="2458"/>
                  <a:pt x="1639" y="2458"/>
                </a:cubicBezTo>
                <a:cubicBezTo>
                  <a:pt x="1166" y="2458"/>
                  <a:pt x="820" y="2080"/>
                  <a:pt x="820" y="1607"/>
                </a:cubicBezTo>
                <a:cubicBezTo>
                  <a:pt x="820" y="1135"/>
                  <a:pt x="1166" y="788"/>
                  <a:pt x="1639" y="788"/>
                </a:cubicBezTo>
                <a:close/>
                <a:moveTo>
                  <a:pt x="4128" y="3277"/>
                </a:moveTo>
                <a:lnTo>
                  <a:pt x="4128" y="10964"/>
                </a:lnTo>
                <a:cubicBezTo>
                  <a:pt x="3151" y="10271"/>
                  <a:pt x="2458" y="9137"/>
                  <a:pt x="2458" y="7845"/>
                </a:cubicBezTo>
                <a:cubicBezTo>
                  <a:pt x="2458" y="7089"/>
                  <a:pt x="2710" y="6333"/>
                  <a:pt x="3088" y="5766"/>
                </a:cubicBezTo>
                <a:cubicBezTo>
                  <a:pt x="3214" y="5545"/>
                  <a:pt x="3309" y="5325"/>
                  <a:pt x="3309" y="5073"/>
                </a:cubicBezTo>
                <a:lnTo>
                  <a:pt x="3309" y="3277"/>
                </a:lnTo>
                <a:close/>
                <a:moveTo>
                  <a:pt x="9074" y="3277"/>
                </a:moveTo>
                <a:lnTo>
                  <a:pt x="9074" y="5073"/>
                </a:lnTo>
                <a:cubicBezTo>
                  <a:pt x="9074" y="5325"/>
                  <a:pt x="9169" y="5545"/>
                  <a:pt x="9295" y="5797"/>
                </a:cubicBezTo>
                <a:cubicBezTo>
                  <a:pt x="9673" y="6396"/>
                  <a:pt x="9925" y="7120"/>
                  <a:pt x="9925" y="7877"/>
                </a:cubicBezTo>
                <a:cubicBezTo>
                  <a:pt x="9925" y="9168"/>
                  <a:pt x="9232" y="10334"/>
                  <a:pt x="8255" y="10996"/>
                </a:cubicBezTo>
                <a:lnTo>
                  <a:pt x="8255" y="3277"/>
                </a:lnTo>
                <a:close/>
                <a:moveTo>
                  <a:pt x="5766" y="3277"/>
                </a:moveTo>
                <a:lnTo>
                  <a:pt x="5766" y="11594"/>
                </a:lnTo>
                <a:cubicBezTo>
                  <a:pt x="5514" y="11531"/>
                  <a:pt x="5230" y="11500"/>
                  <a:pt x="4947" y="11374"/>
                </a:cubicBezTo>
                <a:lnTo>
                  <a:pt x="4947" y="3277"/>
                </a:lnTo>
                <a:close/>
                <a:moveTo>
                  <a:pt x="7436" y="3277"/>
                </a:moveTo>
                <a:lnTo>
                  <a:pt x="7436" y="11374"/>
                </a:lnTo>
                <a:cubicBezTo>
                  <a:pt x="7152" y="11500"/>
                  <a:pt x="6869" y="11531"/>
                  <a:pt x="6617" y="11594"/>
                </a:cubicBezTo>
                <a:lnTo>
                  <a:pt x="6617" y="3277"/>
                </a:lnTo>
                <a:close/>
                <a:moveTo>
                  <a:pt x="9767" y="10743"/>
                </a:moveTo>
                <a:lnTo>
                  <a:pt x="10460" y="11216"/>
                </a:lnTo>
                <a:cubicBezTo>
                  <a:pt x="9452" y="12445"/>
                  <a:pt x="7908" y="13264"/>
                  <a:pt x="6176" y="13264"/>
                </a:cubicBezTo>
                <a:cubicBezTo>
                  <a:pt x="4474" y="13264"/>
                  <a:pt x="2931" y="12445"/>
                  <a:pt x="1954" y="11216"/>
                </a:cubicBezTo>
                <a:lnTo>
                  <a:pt x="2679" y="10743"/>
                </a:lnTo>
                <a:cubicBezTo>
                  <a:pt x="3529" y="11815"/>
                  <a:pt x="4789" y="12445"/>
                  <a:pt x="6207" y="12445"/>
                </a:cubicBezTo>
                <a:cubicBezTo>
                  <a:pt x="7625" y="12445"/>
                  <a:pt x="8885" y="11783"/>
                  <a:pt x="9767" y="10743"/>
                </a:cubicBezTo>
                <a:close/>
                <a:moveTo>
                  <a:pt x="1670" y="0"/>
                </a:moveTo>
                <a:cubicBezTo>
                  <a:pt x="788" y="0"/>
                  <a:pt x="32" y="756"/>
                  <a:pt x="32" y="1670"/>
                </a:cubicBezTo>
                <a:cubicBezTo>
                  <a:pt x="32" y="2300"/>
                  <a:pt x="347" y="2804"/>
                  <a:pt x="851" y="3088"/>
                </a:cubicBezTo>
                <a:lnTo>
                  <a:pt x="851" y="4758"/>
                </a:lnTo>
                <a:cubicBezTo>
                  <a:pt x="253" y="5671"/>
                  <a:pt x="1" y="6742"/>
                  <a:pt x="1" y="7877"/>
                </a:cubicBezTo>
                <a:cubicBezTo>
                  <a:pt x="1" y="11279"/>
                  <a:pt x="2742" y="14114"/>
                  <a:pt x="6207" y="14114"/>
                </a:cubicBezTo>
                <a:cubicBezTo>
                  <a:pt x="9673" y="14114"/>
                  <a:pt x="12445" y="11279"/>
                  <a:pt x="12445" y="7877"/>
                </a:cubicBezTo>
                <a:cubicBezTo>
                  <a:pt x="12445" y="6774"/>
                  <a:pt x="12162" y="5703"/>
                  <a:pt x="11594" y="4758"/>
                </a:cubicBezTo>
                <a:lnTo>
                  <a:pt x="11594" y="3088"/>
                </a:lnTo>
                <a:cubicBezTo>
                  <a:pt x="12130" y="2804"/>
                  <a:pt x="12445" y="2237"/>
                  <a:pt x="12445" y="1670"/>
                </a:cubicBezTo>
                <a:cubicBezTo>
                  <a:pt x="12445" y="756"/>
                  <a:pt x="11689" y="0"/>
                  <a:pt x="10775" y="0"/>
                </a:cubicBezTo>
                <a:cubicBezTo>
                  <a:pt x="9862" y="0"/>
                  <a:pt x="9137" y="756"/>
                  <a:pt x="9137" y="1670"/>
                </a:cubicBezTo>
                <a:lnTo>
                  <a:pt x="9137" y="2489"/>
                </a:lnTo>
                <a:lnTo>
                  <a:pt x="3340" y="2489"/>
                </a:lnTo>
                <a:lnTo>
                  <a:pt x="3340" y="1670"/>
                </a:lnTo>
                <a:cubicBezTo>
                  <a:pt x="3340" y="756"/>
                  <a:pt x="2584" y="0"/>
                  <a:pt x="167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73" name="Google Shape;3373;p47"/>
          <p:cNvGrpSpPr/>
          <p:nvPr/>
        </p:nvGrpSpPr>
        <p:grpSpPr>
          <a:xfrm>
            <a:off x="5959874" y="1993842"/>
            <a:ext cx="286137" cy="284369"/>
            <a:chOff x="-13095575" y="2073400"/>
            <a:chExt cx="356025" cy="353825"/>
          </a:xfrm>
        </p:grpSpPr>
        <p:sp>
          <p:nvSpPr>
            <p:cNvPr id="3374" name="Google Shape;3374;p47"/>
            <p:cNvSpPr/>
            <p:nvPr/>
          </p:nvSpPr>
          <p:spPr>
            <a:xfrm>
              <a:off x="-13095575" y="2073400"/>
              <a:ext cx="356025" cy="353825"/>
            </a:xfrm>
            <a:custGeom>
              <a:rect b="b" l="l" r="r" t="t"/>
              <a:pathLst>
                <a:path extrusionOk="0" h="14153" w="14241">
                  <a:moveTo>
                    <a:pt x="12886" y="820"/>
                  </a:moveTo>
                  <a:cubicBezTo>
                    <a:pt x="13107" y="820"/>
                    <a:pt x="13327" y="1041"/>
                    <a:pt x="13327" y="1261"/>
                  </a:cubicBezTo>
                  <a:lnTo>
                    <a:pt x="13327" y="9578"/>
                  </a:lnTo>
                  <a:cubicBezTo>
                    <a:pt x="13327" y="9799"/>
                    <a:pt x="13107" y="9988"/>
                    <a:pt x="12886" y="9988"/>
                  </a:cubicBezTo>
                  <a:lnTo>
                    <a:pt x="1261" y="9988"/>
                  </a:lnTo>
                  <a:cubicBezTo>
                    <a:pt x="1040" y="9988"/>
                    <a:pt x="851" y="9799"/>
                    <a:pt x="851" y="9578"/>
                  </a:cubicBezTo>
                  <a:lnTo>
                    <a:pt x="851" y="1261"/>
                  </a:lnTo>
                  <a:cubicBezTo>
                    <a:pt x="851" y="1041"/>
                    <a:pt x="1040" y="820"/>
                    <a:pt x="1261" y="820"/>
                  </a:cubicBezTo>
                  <a:close/>
                  <a:moveTo>
                    <a:pt x="1261" y="1"/>
                  </a:moveTo>
                  <a:cubicBezTo>
                    <a:pt x="599" y="1"/>
                    <a:pt x="1" y="568"/>
                    <a:pt x="1" y="1261"/>
                  </a:cubicBezTo>
                  <a:lnTo>
                    <a:pt x="1" y="9578"/>
                  </a:lnTo>
                  <a:cubicBezTo>
                    <a:pt x="1" y="10240"/>
                    <a:pt x="568" y="10839"/>
                    <a:pt x="1261" y="10839"/>
                  </a:cubicBezTo>
                  <a:lnTo>
                    <a:pt x="6270" y="10839"/>
                  </a:lnTo>
                  <a:lnTo>
                    <a:pt x="4285" y="13485"/>
                  </a:lnTo>
                  <a:cubicBezTo>
                    <a:pt x="4191" y="13674"/>
                    <a:pt x="4191" y="13895"/>
                    <a:pt x="4380" y="14052"/>
                  </a:cubicBezTo>
                  <a:cubicBezTo>
                    <a:pt x="4465" y="14109"/>
                    <a:pt x="4562" y="14140"/>
                    <a:pt x="4659" y="14140"/>
                  </a:cubicBezTo>
                  <a:cubicBezTo>
                    <a:pt x="4776" y="14140"/>
                    <a:pt x="4892" y="14093"/>
                    <a:pt x="4978" y="13989"/>
                  </a:cubicBezTo>
                  <a:lnTo>
                    <a:pt x="6711" y="11658"/>
                  </a:lnTo>
                  <a:lnTo>
                    <a:pt x="6711" y="12918"/>
                  </a:lnTo>
                  <a:cubicBezTo>
                    <a:pt x="6711" y="13138"/>
                    <a:pt x="6900" y="13359"/>
                    <a:pt x="7089" y="13359"/>
                  </a:cubicBezTo>
                  <a:cubicBezTo>
                    <a:pt x="7310" y="13359"/>
                    <a:pt x="7530" y="13138"/>
                    <a:pt x="7530" y="12918"/>
                  </a:cubicBezTo>
                  <a:lnTo>
                    <a:pt x="7530" y="11658"/>
                  </a:lnTo>
                  <a:lnTo>
                    <a:pt x="9263" y="13989"/>
                  </a:lnTo>
                  <a:cubicBezTo>
                    <a:pt x="9335" y="14096"/>
                    <a:pt x="9457" y="14153"/>
                    <a:pt x="9584" y="14153"/>
                  </a:cubicBezTo>
                  <a:cubicBezTo>
                    <a:pt x="9681" y="14153"/>
                    <a:pt x="9780" y="14120"/>
                    <a:pt x="9862" y="14052"/>
                  </a:cubicBezTo>
                  <a:cubicBezTo>
                    <a:pt x="10051" y="13926"/>
                    <a:pt x="10082" y="13674"/>
                    <a:pt x="9925" y="13485"/>
                  </a:cubicBezTo>
                  <a:lnTo>
                    <a:pt x="7971" y="10839"/>
                  </a:lnTo>
                  <a:lnTo>
                    <a:pt x="12981" y="10839"/>
                  </a:lnTo>
                  <a:cubicBezTo>
                    <a:pt x="13642" y="10839"/>
                    <a:pt x="14241" y="10272"/>
                    <a:pt x="14241" y="9578"/>
                  </a:cubicBezTo>
                  <a:lnTo>
                    <a:pt x="14241" y="1261"/>
                  </a:lnTo>
                  <a:cubicBezTo>
                    <a:pt x="14146" y="600"/>
                    <a:pt x="13579" y="1"/>
                    <a:pt x="1288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5" name="Google Shape;3375;p47"/>
            <p:cNvSpPr/>
            <p:nvPr/>
          </p:nvSpPr>
          <p:spPr>
            <a:xfrm>
              <a:off x="-13055400" y="2115150"/>
              <a:ext cx="271750" cy="187475"/>
            </a:xfrm>
            <a:custGeom>
              <a:rect b="b" l="l" r="r" t="t"/>
              <a:pathLst>
                <a:path extrusionOk="0" h="7499" w="10870">
                  <a:moveTo>
                    <a:pt x="3781" y="820"/>
                  </a:moveTo>
                  <a:cubicBezTo>
                    <a:pt x="4474" y="820"/>
                    <a:pt x="5041" y="1355"/>
                    <a:pt x="5041" y="2017"/>
                  </a:cubicBezTo>
                  <a:lnTo>
                    <a:pt x="5041" y="6648"/>
                  </a:lnTo>
                  <a:lnTo>
                    <a:pt x="882" y="6648"/>
                  </a:lnTo>
                  <a:lnTo>
                    <a:pt x="882" y="820"/>
                  </a:lnTo>
                  <a:close/>
                  <a:moveTo>
                    <a:pt x="10050" y="851"/>
                  </a:moveTo>
                  <a:lnTo>
                    <a:pt x="10050" y="6680"/>
                  </a:lnTo>
                  <a:lnTo>
                    <a:pt x="5892" y="6680"/>
                  </a:lnTo>
                  <a:lnTo>
                    <a:pt x="5892" y="2080"/>
                  </a:lnTo>
                  <a:cubicBezTo>
                    <a:pt x="5892" y="1418"/>
                    <a:pt x="6427" y="851"/>
                    <a:pt x="7152" y="851"/>
                  </a:cubicBezTo>
                  <a:close/>
                  <a:moveTo>
                    <a:pt x="441" y="1"/>
                  </a:moveTo>
                  <a:cubicBezTo>
                    <a:pt x="221" y="1"/>
                    <a:pt x="0" y="190"/>
                    <a:pt x="0" y="410"/>
                  </a:cubicBezTo>
                  <a:lnTo>
                    <a:pt x="0" y="7089"/>
                  </a:lnTo>
                  <a:cubicBezTo>
                    <a:pt x="0" y="7310"/>
                    <a:pt x="221" y="7499"/>
                    <a:pt x="441" y="7499"/>
                  </a:cubicBezTo>
                  <a:lnTo>
                    <a:pt x="10397" y="7499"/>
                  </a:lnTo>
                  <a:cubicBezTo>
                    <a:pt x="10649" y="7499"/>
                    <a:pt x="10838" y="7310"/>
                    <a:pt x="10838" y="7089"/>
                  </a:cubicBezTo>
                  <a:lnTo>
                    <a:pt x="10838" y="410"/>
                  </a:lnTo>
                  <a:cubicBezTo>
                    <a:pt x="10869" y="190"/>
                    <a:pt x="10680" y="1"/>
                    <a:pt x="10460" y="1"/>
                  </a:cubicBezTo>
                  <a:lnTo>
                    <a:pt x="7089" y="1"/>
                  </a:lnTo>
                  <a:cubicBezTo>
                    <a:pt x="6427" y="1"/>
                    <a:pt x="5829" y="316"/>
                    <a:pt x="5451" y="820"/>
                  </a:cubicBezTo>
                  <a:cubicBezTo>
                    <a:pt x="5041" y="284"/>
                    <a:pt x="4474" y="1"/>
                    <a:pt x="378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6" name="Google Shape;3376;p47"/>
            <p:cNvSpPr/>
            <p:nvPr/>
          </p:nvSpPr>
          <p:spPr>
            <a:xfrm>
              <a:off x="-12887650" y="2156100"/>
              <a:ext cx="63050" cy="22100"/>
            </a:xfrm>
            <a:custGeom>
              <a:rect b="b" l="l" r="r" t="t"/>
              <a:pathLst>
                <a:path extrusionOk="0" h="884" w="2522">
                  <a:moveTo>
                    <a:pt x="442" y="1"/>
                  </a:moveTo>
                  <a:cubicBezTo>
                    <a:pt x="190" y="1"/>
                    <a:pt x="1" y="190"/>
                    <a:pt x="1" y="442"/>
                  </a:cubicBezTo>
                  <a:cubicBezTo>
                    <a:pt x="1" y="663"/>
                    <a:pt x="190" y="883"/>
                    <a:pt x="442" y="883"/>
                  </a:cubicBezTo>
                  <a:lnTo>
                    <a:pt x="2112" y="883"/>
                  </a:lnTo>
                  <a:cubicBezTo>
                    <a:pt x="2364" y="883"/>
                    <a:pt x="2521" y="663"/>
                    <a:pt x="2521" y="442"/>
                  </a:cubicBezTo>
                  <a:cubicBezTo>
                    <a:pt x="2521" y="190"/>
                    <a:pt x="2332" y="1"/>
                    <a:pt x="211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7" name="Google Shape;3377;p47"/>
            <p:cNvSpPr/>
            <p:nvPr/>
          </p:nvSpPr>
          <p:spPr>
            <a:xfrm>
              <a:off x="-12888425" y="2198650"/>
              <a:ext cx="63025" cy="21275"/>
            </a:xfrm>
            <a:custGeom>
              <a:rect b="b" l="l" r="r" t="t"/>
              <a:pathLst>
                <a:path extrusionOk="0" h="851" w="2521">
                  <a:moveTo>
                    <a:pt x="410" y="0"/>
                  </a:moveTo>
                  <a:cubicBezTo>
                    <a:pt x="189" y="0"/>
                    <a:pt x="0" y="189"/>
                    <a:pt x="0" y="410"/>
                  </a:cubicBezTo>
                  <a:cubicBezTo>
                    <a:pt x="0" y="662"/>
                    <a:pt x="189" y="851"/>
                    <a:pt x="410" y="851"/>
                  </a:cubicBezTo>
                  <a:lnTo>
                    <a:pt x="2111" y="851"/>
                  </a:lnTo>
                  <a:cubicBezTo>
                    <a:pt x="2363" y="851"/>
                    <a:pt x="2521" y="662"/>
                    <a:pt x="2521" y="410"/>
                  </a:cubicBezTo>
                  <a:cubicBezTo>
                    <a:pt x="2521" y="189"/>
                    <a:pt x="2363" y="0"/>
                    <a:pt x="211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8" name="Google Shape;3378;p47"/>
            <p:cNvSpPr/>
            <p:nvPr/>
          </p:nvSpPr>
          <p:spPr>
            <a:xfrm>
              <a:off x="-12888425" y="2239600"/>
              <a:ext cx="63025" cy="22075"/>
            </a:xfrm>
            <a:custGeom>
              <a:rect b="b" l="l" r="r" t="t"/>
              <a:pathLst>
                <a:path extrusionOk="0" h="883" w="2521">
                  <a:moveTo>
                    <a:pt x="410" y="0"/>
                  </a:moveTo>
                  <a:cubicBezTo>
                    <a:pt x="189" y="0"/>
                    <a:pt x="0" y="221"/>
                    <a:pt x="0" y="442"/>
                  </a:cubicBezTo>
                  <a:cubicBezTo>
                    <a:pt x="0" y="694"/>
                    <a:pt x="189" y="883"/>
                    <a:pt x="410" y="883"/>
                  </a:cubicBezTo>
                  <a:lnTo>
                    <a:pt x="2111" y="883"/>
                  </a:lnTo>
                  <a:cubicBezTo>
                    <a:pt x="2363" y="883"/>
                    <a:pt x="2521" y="694"/>
                    <a:pt x="2521" y="442"/>
                  </a:cubicBezTo>
                  <a:cubicBezTo>
                    <a:pt x="2521" y="221"/>
                    <a:pt x="2363" y="0"/>
                    <a:pt x="211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9" name="Google Shape;3379;p47"/>
            <p:cNvSpPr/>
            <p:nvPr/>
          </p:nvSpPr>
          <p:spPr>
            <a:xfrm>
              <a:off x="-13012875" y="2156100"/>
              <a:ext cx="63025" cy="22100"/>
            </a:xfrm>
            <a:custGeom>
              <a:rect b="b" l="l" r="r" t="t"/>
              <a:pathLst>
                <a:path extrusionOk="0" h="884" w="2521">
                  <a:moveTo>
                    <a:pt x="410" y="1"/>
                  </a:moveTo>
                  <a:cubicBezTo>
                    <a:pt x="158" y="1"/>
                    <a:pt x="1" y="190"/>
                    <a:pt x="1" y="442"/>
                  </a:cubicBezTo>
                  <a:cubicBezTo>
                    <a:pt x="1" y="663"/>
                    <a:pt x="190" y="883"/>
                    <a:pt x="410" y="883"/>
                  </a:cubicBezTo>
                  <a:lnTo>
                    <a:pt x="2080" y="883"/>
                  </a:lnTo>
                  <a:cubicBezTo>
                    <a:pt x="2332" y="883"/>
                    <a:pt x="2521" y="663"/>
                    <a:pt x="2521" y="442"/>
                  </a:cubicBezTo>
                  <a:cubicBezTo>
                    <a:pt x="2521" y="190"/>
                    <a:pt x="2332" y="1"/>
                    <a:pt x="208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0" name="Google Shape;3380;p47"/>
            <p:cNvSpPr/>
            <p:nvPr/>
          </p:nvSpPr>
          <p:spPr>
            <a:xfrm>
              <a:off x="-13012875" y="2198650"/>
              <a:ext cx="63025" cy="21275"/>
            </a:xfrm>
            <a:custGeom>
              <a:rect b="b" l="l" r="r" t="t"/>
              <a:pathLst>
                <a:path extrusionOk="0" h="851" w="2521">
                  <a:moveTo>
                    <a:pt x="410" y="0"/>
                  </a:moveTo>
                  <a:cubicBezTo>
                    <a:pt x="158" y="0"/>
                    <a:pt x="1" y="189"/>
                    <a:pt x="1" y="410"/>
                  </a:cubicBezTo>
                  <a:cubicBezTo>
                    <a:pt x="1" y="662"/>
                    <a:pt x="190" y="851"/>
                    <a:pt x="410" y="851"/>
                  </a:cubicBezTo>
                  <a:lnTo>
                    <a:pt x="2080" y="851"/>
                  </a:lnTo>
                  <a:cubicBezTo>
                    <a:pt x="2332" y="851"/>
                    <a:pt x="2521" y="662"/>
                    <a:pt x="2521" y="410"/>
                  </a:cubicBezTo>
                  <a:cubicBezTo>
                    <a:pt x="2521" y="189"/>
                    <a:pt x="2332" y="0"/>
                    <a:pt x="208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1" name="Google Shape;3381;p47"/>
            <p:cNvSpPr/>
            <p:nvPr/>
          </p:nvSpPr>
          <p:spPr>
            <a:xfrm>
              <a:off x="-13012875" y="2239600"/>
              <a:ext cx="63025" cy="22075"/>
            </a:xfrm>
            <a:custGeom>
              <a:rect b="b" l="l" r="r" t="t"/>
              <a:pathLst>
                <a:path extrusionOk="0" h="883" w="2521">
                  <a:moveTo>
                    <a:pt x="410" y="0"/>
                  </a:moveTo>
                  <a:cubicBezTo>
                    <a:pt x="158" y="0"/>
                    <a:pt x="1" y="221"/>
                    <a:pt x="1" y="442"/>
                  </a:cubicBezTo>
                  <a:cubicBezTo>
                    <a:pt x="1" y="694"/>
                    <a:pt x="190" y="883"/>
                    <a:pt x="410" y="883"/>
                  </a:cubicBezTo>
                  <a:lnTo>
                    <a:pt x="2080" y="883"/>
                  </a:lnTo>
                  <a:cubicBezTo>
                    <a:pt x="2332" y="883"/>
                    <a:pt x="2521" y="694"/>
                    <a:pt x="2521" y="442"/>
                  </a:cubicBezTo>
                  <a:cubicBezTo>
                    <a:pt x="2521" y="221"/>
                    <a:pt x="2332" y="0"/>
                    <a:pt x="208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82" name="Google Shape;3382;p47"/>
          <p:cNvSpPr/>
          <p:nvPr/>
        </p:nvSpPr>
        <p:spPr>
          <a:xfrm>
            <a:off x="5960818" y="2430124"/>
            <a:ext cx="284249" cy="283606"/>
          </a:xfrm>
          <a:custGeom>
            <a:rect b="b" l="l" r="r" t="t"/>
            <a:pathLst>
              <a:path extrusionOk="0" h="14115" w="14147">
                <a:moveTo>
                  <a:pt x="7058" y="851"/>
                </a:moveTo>
                <a:cubicBezTo>
                  <a:pt x="9294" y="851"/>
                  <a:pt x="10649" y="1386"/>
                  <a:pt x="10744" y="1670"/>
                </a:cubicBezTo>
                <a:cubicBezTo>
                  <a:pt x="10649" y="1922"/>
                  <a:pt x="9294" y="2489"/>
                  <a:pt x="7058" y="2489"/>
                </a:cubicBezTo>
                <a:cubicBezTo>
                  <a:pt x="4821" y="2489"/>
                  <a:pt x="3466" y="1922"/>
                  <a:pt x="3340" y="1670"/>
                </a:cubicBezTo>
                <a:cubicBezTo>
                  <a:pt x="3466" y="1386"/>
                  <a:pt x="4821" y="851"/>
                  <a:pt x="7058" y="851"/>
                </a:cubicBezTo>
                <a:close/>
                <a:moveTo>
                  <a:pt x="10681" y="2741"/>
                </a:moveTo>
                <a:lnTo>
                  <a:pt x="10114" y="8727"/>
                </a:lnTo>
                <a:cubicBezTo>
                  <a:pt x="9515" y="9042"/>
                  <a:pt x="8381" y="9200"/>
                  <a:pt x="7058" y="9200"/>
                </a:cubicBezTo>
                <a:cubicBezTo>
                  <a:pt x="5703" y="9200"/>
                  <a:pt x="4663" y="9010"/>
                  <a:pt x="4002" y="8727"/>
                </a:cubicBezTo>
                <a:lnTo>
                  <a:pt x="3435" y="2741"/>
                </a:lnTo>
                <a:lnTo>
                  <a:pt x="3435" y="2741"/>
                </a:lnTo>
                <a:cubicBezTo>
                  <a:pt x="4411" y="3214"/>
                  <a:pt x="5955" y="3308"/>
                  <a:pt x="7058" y="3308"/>
                </a:cubicBezTo>
                <a:cubicBezTo>
                  <a:pt x="8160" y="3308"/>
                  <a:pt x="9704" y="3151"/>
                  <a:pt x="10681" y="2741"/>
                </a:cubicBezTo>
                <a:close/>
                <a:moveTo>
                  <a:pt x="10051" y="9609"/>
                </a:moveTo>
                <a:lnTo>
                  <a:pt x="9956" y="10334"/>
                </a:lnTo>
                <a:cubicBezTo>
                  <a:pt x="9893" y="10397"/>
                  <a:pt x="9641" y="10523"/>
                  <a:pt x="9105" y="10649"/>
                </a:cubicBezTo>
                <a:cubicBezTo>
                  <a:pt x="8538" y="10775"/>
                  <a:pt x="7814" y="10838"/>
                  <a:pt x="7089" y="10838"/>
                </a:cubicBezTo>
                <a:cubicBezTo>
                  <a:pt x="6333" y="10838"/>
                  <a:pt x="5640" y="10775"/>
                  <a:pt x="5073" y="10649"/>
                </a:cubicBezTo>
                <a:cubicBezTo>
                  <a:pt x="4537" y="10523"/>
                  <a:pt x="4285" y="10397"/>
                  <a:pt x="4222" y="10334"/>
                </a:cubicBezTo>
                <a:lnTo>
                  <a:pt x="4128" y="9609"/>
                </a:lnTo>
                <a:lnTo>
                  <a:pt x="4128" y="9609"/>
                </a:lnTo>
                <a:cubicBezTo>
                  <a:pt x="5041" y="9924"/>
                  <a:pt x="6239" y="9987"/>
                  <a:pt x="7089" y="9987"/>
                </a:cubicBezTo>
                <a:cubicBezTo>
                  <a:pt x="7971" y="9987"/>
                  <a:pt x="9137" y="9893"/>
                  <a:pt x="10051" y="9609"/>
                </a:cubicBezTo>
                <a:close/>
                <a:moveTo>
                  <a:pt x="10964" y="9609"/>
                </a:moveTo>
                <a:cubicBezTo>
                  <a:pt x="12666" y="10082"/>
                  <a:pt x="13390" y="10712"/>
                  <a:pt x="13390" y="11247"/>
                </a:cubicBezTo>
                <a:cubicBezTo>
                  <a:pt x="13327" y="11720"/>
                  <a:pt x="12697" y="12224"/>
                  <a:pt x="11626" y="12602"/>
                </a:cubicBezTo>
                <a:cubicBezTo>
                  <a:pt x="10397" y="13043"/>
                  <a:pt x="8790" y="13327"/>
                  <a:pt x="7089" y="13327"/>
                </a:cubicBezTo>
                <a:cubicBezTo>
                  <a:pt x="5388" y="13327"/>
                  <a:pt x="3750" y="13075"/>
                  <a:pt x="2552" y="12602"/>
                </a:cubicBezTo>
                <a:cubicBezTo>
                  <a:pt x="1513" y="12224"/>
                  <a:pt x="883" y="11720"/>
                  <a:pt x="883" y="11247"/>
                </a:cubicBezTo>
                <a:cubicBezTo>
                  <a:pt x="883" y="10775"/>
                  <a:pt x="1639" y="10082"/>
                  <a:pt x="3309" y="9609"/>
                </a:cubicBezTo>
                <a:lnTo>
                  <a:pt x="3403" y="10397"/>
                </a:lnTo>
                <a:cubicBezTo>
                  <a:pt x="3435" y="11027"/>
                  <a:pt x="4380" y="11279"/>
                  <a:pt x="4695" y="11342"/>
                </a:cubicBezTo>
                <a:cubicBezTo>
                  <a:pt x="5356" y="11499"/>
                  <a:pt x="6239" y="11594"/>
                  <a:pt x="7152" y="11594"/>
                </a:cubicBezTo>
                <a:cubicBezTo>
                  <a:pt x="8034" y="11594"/>
                  <a:pt x="8916" y="11499"/>
                  <a:pt x="9578" y="11342"/>
                </a:cubicBezTo>
                <a:cubicBezTo>
                  <a:pt x="9893" y="11279"/>
                  <a:pt x="10838" y="11027"/>
                  <a:pt x="10870" y="10397"/>
                </a:cubicBezTo>
                <a:lnTo>
                  <a:pt x="10964" y="9609"/>
                </a:lnTo>
                <a:close/>
                <a:moveTo>
                  <a:pt x="7058" y="0"/>
                </a:moveTo>
                <a:cubicBezTo>
                  <a:pt x="5671" y="0"/>
                  <a:pt x="2521" y="284"/>
                  <a:pt x="2521" y="1670"/>
                </a:cubicBezTo>
                <a:cubicBezTo>
                  <a:pt x="2521" y="1733"/>
                  <a:pt x="2489" y="1197"/>
                  <a:pt x="3214" y="8790"/>
                </a:cubicBezTo>
                <a:cubicBezTo>
                  <a:pt x="1198" y="9294"/>
                  <a:pt x="1" y="10208"/>
                  <a:pt x="1" y="11247"/>
                </a:cubicBezTo>
                <a:cubicBezTo>
                  <a:pt x="1" y="12098"/>
                  <a:pt x="788" y="12854"/>
                  <a:pt x="2206" y="13358"/>
                </a:cubicBezTo>
                <a:cubicBezTo>
                  <a:pt x="3498" y="13831"/>
                  <a:pt x="5262" y="14114"/>
                  <a:pt x="7058" y="14114"/>
                </a:cubicBezTo>
                <a:cubicBezTo>
                  <a:pt x="8853" y="14114"/>
                  <a:pt x="10586" y="13831"/>
                  <a:pt x="11909" y="13358"/>
                </a:cubicBezTo>
                <a:cubicBezTo>
                  <a:pt x="13327" y="12823"/>
                  <a:pt x="14115" y="12066"/>
                  <a:pt x="14115" y="11247"/>
                </a:cubicBezTo>
                <a:cubicBezTo>
                  <a:pt x="14146" y="10208"/>
                  <a:pt x="12949" y="9357"/>
                  <a:pt x="10964" y="8790"/>
                </a:cubicBezTo>
                <a:cubicBezTo>
                  <a:pt x="11657" y="1197"/>
                  <a:pt x="11626" y="1733"/>
                  <a:pt x="11626" y="1670"/>
                </a:cubicBezTo>
                <a:cubicBezTo>
                  <a:pt x="11626" y="1481"/>
                  <a:pt x="11531" y="1166"/>
                  <a:pt x="11122" y="851"/>
                </a:cubicBezTo>
                <a:cubicBezTo>
                  <a:pt x="10177" y="158"/>
                  <a:pt x="8192" y="0"/>
                  <a:pt x="705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83" name="Google Shape;3383;p47"/>
          <p:cNvGrpSpPr/>
          <p:nvPr/>
        </p:nvGrpSpPr>
        <p:grpSpPr>
          <a:xfrm>
            <a:off x="7711264" y="1558127"/>
            <a:ext cx="285514" cy="284952"/>
            <a:chOff x="-11332875" y="1660700"/>
            <a:chExt cx="355250" cy="354550"/>
          </a:xfrm>
        </p:grpSpPr>
        <p:sp>
          <p:nvSpPr>
            <p:cNvPr id="3384" name="Google Shape;3384;p47"/>
            <p:cNvSpPr/>
            <p:nvPr/>
          </p:nvSpPr>
          <p:spPr>
            <a:xfrm>
              <a:off x="-11332875" y="1660700"/>
              <a:ext cx="355250" cy="354550"/>
            </a:xfrm>
            <a:custGeom>
              <a:rect b="b" l="l" r="r" t="t"/>
              <a:pathLst>
                <a:path extrusionOk="0" h="14182" w="14210">
                  <a:moveTo>
                    <a:pt x="7089" y="914"/>
                  </a:moveTo>
                  <a:cubicBezTo>
                    <a:pt x="7278" y="914"/>
                    <a:pt x="7436" y="1072"/>
                    <a:pt x="7467" y="1229"/>
                  </a:cubicBezTo>
                  <a:cubicBezTo>
                    <a:pt x="7538" y="1417"/>
                    <a:pt x="7713" y="1517"/>
                    <a:pt x="7889" y="1517"/>
                  </a:cubicBezTo>
                  <a:cubicBezTo>
                    <a:pt x="7949" y="1517"/>
                    <a:pt x="8010" y="1505"/>
                    <a:pt x="8066" y="1481"/>
                  </a:cubicBezTo>
                  <a:cubicBezTo>
                    <a:pt x="8124" y="1437"/>
                    <a:pt x="8203" y="1414"/>
                    <a:pt x="8284" y="1414"/>
                  </a:cubicBezTo>
                  <a:cubicBezTo>
                    <a:pt x="8376" y="1414"/>
                    <a:pt x="8471" y="1445"/>
                    <a:pt x="8538" y="1513"/>
                  </a:cubicBezTo>
                  <a:cubicBezTo>
                    <a:pt x="8696" y="1670"/>
                    <a:pt x="8664" y="1859"/>
                    <a:pt x="8570" y="1985"/>
                  </a:cubicBezTo>
                  <a:cubicBezTo>
                    <a:pt x="8444" y="2206"/>
                    <a:pt x="8570" y="2489"/>
                    <a:pt x="8822" y="2584"/>
                  </a:cubicBezTo>
                  <a:cubicBezTo>
                    <a:pt x="8980" y="2615"/>
                    <a:pt x="9137" y="2773"/>
                    <a:pt x="9137" y="2962"/>
                  </a:cubicBezTo>
                  <a:cubicBezTo>
                    <a:pt x="9137" y="3151"/>
                    <a:pt x="8980" y="3308"/>
                    <a:pt x="8822" y="3371"/>
                  </a:cubicBezTo>
                  <a:cubicBezTo>
                    <a:pt x="8570" y="3434"/>
                    <a:pt x="8444" y="3718"/>
                    <a:pt x="8570" y="3939"/>
                  </a:cubicBezTo>
                  <a:cubicBezTo>
                    <a:pt x="8664" y="4065"/>
                    <a:pt x="8664" y="4317"/>
                    <a:pt x="8538" y="4411"/>
                  </a:cubicBezTo>
                  <a:cubicBezTo>
                    <a:pt x="8454" y="4496"/>
                    <a:pt x="8360" y="4526"/>
                    <a:pt x="8272" y="4526"/>
                  </a:cubicBezTo>
                  <a:cubicBezTo>
                    <a:pt x="8196" y="4526"/>
                    <a:pt x="8124" y="4503"/>
                    <a:pt x="8066" y="4474"/>
                  </a:cubicBezTo>
                  <a:cubicBezTo>
                    <a:pt x="8006" y="4440"/>
                    <a:pt x="7941" y="4424"/>
                    <a:pt x="7876" y="4424"/>
                  </a:cubicBezTo>
                  <a:cubicBezTo>
                    <a:pt x="7704" y="4424"/>
                    <a:pt x="7536" y="4534"/>
                    <a:pt x="7467" y="4695"/>
                  </a:cubicBezTo>
                  <a:cubicBezTo>
                    <a:pt x="7436" y="4852"/>
                    <a:pt x="7278" y="5010"/>
                    <a:pt x="7089" y="5010"/>
                  </a:cubicBezTo>
                  <a:cubicBezTo>
                    <a:pt x="6869" y="5010"/>
                    <a:pt x="6711" y="4852"/>
                    <a:pt x="6680" y="4695"/>
                  </a:cubicBezTo>
                  <a:cubicBezTo>
                    <a:pt x="6634" y="4534"/>
                    <a:pt x="6472" y="4424"/>
                    <a:pt x="6290" y="4424"/>
                  </a:cubicBezTo>
                  <a:cubicBezTo>
                    <a:pt x="6221" y="4424"/>
                    <a:pt x="6150" y="4440"/>
                    <a:pt x="6081" y="4474"/>
                  </a:cubicBezTo>
                  <a:cubicBezTo>
                    <a:pt x="6042" y="4500"/>
                    <a:pt x="5976" y="4516"/>
                    <a:pt x="5903" y="4516"/>
                  </a:cubicBezTo>
                  <a:cubicBezTo>
                    <a:pt x="5799" y="4516"/>
                    <a:pt x="5682" y="4485"/>
                    <a:pt x="5609" y="4411"/>
                  </a:cubicBezTo>
                  <a:cubicBezTo>
                    <a:pt x="5451" y="4254"/>
                    <a:pt x="5514" y="4065"/>
                    <a:pt x="5577" y="3939"/>
                  </a:cubicBezTo>
                  <a:cubicBezTo>
                    <a:pt x="5703" y="3718"/>
                    <a:pt x="5577" y="3434"/>
                    <a:pt x="5356" y="3371"/>
                  </a:cubicBezTo>
                  <a:cubicBezTo>
                    <a:pt x="5199" y="3308"/>
                    <a:pt x="5041" y="3151"/>
                    <a:pt x="5041" y="2962"/>
                  </a:cubicBezTo>
                  <a:cubicBezTo>
                    <a:pt x="5041" y="2773"/>
                    <a:pt x="5199" y="2615"/>
                    <a:pt x="5356" y="2584"/>
                  </a:cubicBezTo>
                  <a:cubicBezTo>
                    <a:pt x="5609" y="2489"/>
                    <a:pt x="5735" y="2206"/>
                    <a:pt x="5577" y="1985"/>
                  </a:cubicBezTo>
                  <a:cubicBezTo>
                    <a:pt x="5514" y="1859"/>
                    <a:pt x="5514" y="1639"/>
                    <a:pt x="5609" y="1513"/>
                  </a:cubicBezTo>
                  <a:cubicBezTo>
                    <a:pt x="5703" y="1434"/>
                    <a:pt x="5798" y="1402"/>
                    <a:pt x="5880" y="1402"/>
                  </a:cubicBezTo>
                  <a:cubicBezTo>
                    <a:pt x="5963" y="1402"/>
                    <a:pt x="6034" y="1434"/>
                    <a:pt x="6081" y="1481"/>
                  </a:cubicBezTo>
                  <a:cubicBezTo>
                    <a:pt x="6145" y="1505"/>
                    <a:pt x="6212" y="1517"/>
                    <a:pt x="6276" y="1517"/>
                  </a:cubicBezTo>
                  <a:cubicBezTo>
                    <a:pt x="6464" y="1517"/>
                    <a:pt x="6633" y="1417"/>
                    <a:pt x="6680" y="1229"/>
                  </a:cubicBezTo>
                  <a:cubicBezTo>
                    <a:pt x="6711" y="1072"/>
                    <a:pt x="6869" y="914"/>
                    <a:pt x="7089" y="914"/>
                  </a:cubicBezTo>
                  <a:close/>
                  <a:moveTo>
                    <a:pt x="11374" y="1702"/>
                  </a:moveTo>
                  <a:cubicBezTo>
                    <a:pt x="11563" y="1702"/>
                    <a:pt x="11720" y="1859"/>
                    <a:pt x="11783" y="2017"/>
                  </a:cubicBezTo>
                  <a:cubicBezTo>
                    <a:pt x="11830" y="2204"/>
                    <a:pt x="12000" y="2305"/>
                    <a:pt x="12174" y="2305"/>
                  </a:cubicBezTo>
                  <a:cubicBezTo>
                    <a:pt x="12234" y="2305"/>
                    <a:pt x="12294" y="2293"/>
                    <a:pt x="12351" y="2269"/>
                  </a:cubicBezTo>
                  <a:cubicBezTo>
                    <a:pt x="12424" y="2225"/>
                    <a:pt x="12517" y="2201"/>
                    <a:pt x="12609" y="2201"/>
                  </a:cubicBezTo>
                  <a:cubicBezTo>
                    <a:pt x="12715" y="2201"/>
                    <a:pt x="12819" y="2233"/>
                    <a:pt x="12886" y="2300"/>
                  </a:cubicBezTo>
                  <a:cubicBezTo>
                    <a:pt x="13044" y="2458"/>
                    <a:pt x="12981" y="2647"/>
                    <a:pt x="12918" y="2773"/>
                  </a:cubicBezTo>
                  <a:cubicBezTo>
                    <a:pt x="12792" y="2993"/>
                    <a:pt x="12918" y="3277"/>
                    <a:pt x="13138" y="3371"/>
                  </a:cubicBezTo>
                  <a:cubicBezTo>
                    <a:pt x="13296" y="3403"/>
                    <a:pt x="13453" y="3560"/>
                    <a:pt x="13453" y="3750"/>
                  </a:cubicBezTo>
                  <a:cubicBezTo>
                    <a:pt x="13327" y="4002"/>
                    <a:pt x="13170" y="4159"/>
                    <a:pt x="13075" y="4191"/>
                  </a:cubicBezTo>
                  <a:cubicBezTo>
                    <a:pt x="12823" y="4254"/>
                    <a:pt x="12697" y="4537"/>
                    <a:pt x="12823" y="4789"/>
                  </a:cubicBezTo>
                  <a:cubicBezTo>
                    <a:pt x="12918" y="4884"/>
                    <a:pt x="12918" y="5136"/>
                    <a:pt x="12792" y="5262"/>
                  </a:cubicBezTo>
                  <a:cubicBezTo>
                    <a:pt x="12716" y="5318"/>
                    <a:pt x="12606" y="5364"/>
                    <a:pt x="12497" y="5364"/>
                  </a:cubicBezTo>
                  <a:cubicBezTo>
                    <a:pt x="12424" y="5364"/>
                    <a:pt x="12351" y="5344"/>
                    <a:pt x="12288" y="5293"/>
                  </a:cubicBezTo>
                  <a:cubicBezTo>
                    <a:pt x="12219" y="5259"/>
                    <a:pt x="12150" y="5243"/>
                    <a:pt x="12084" y="5243"/>
                  </a:cubicBezTo>
                  <a:cubicBezTo>
                    <a:pt x="11910" y="5243"/>
                    <a:pt x="11758" y="5354"/>
                    <a:pt x="11689" y="5514"/>
                  </a:cubicBezTo>
                  <a:cubicBezTo>
                    <a:pt x="11657" y="5671"/>
                    <a:pt x="11500" y="5829"/>
                    <a:pt x="11311" y="5829"/>
                  </a:cubicBezTo>
                  <a:cubicBezTo>
                    <a:pt x="11090" y="5829"/>
                    <a:pt x="10933" y="5671"/>
                    <a:pt x="10901" y="5514"/>
                  </a:cubicBezTo>
                  <a:cubicBezTo>
                    <a:pt x="10856" y="5354"/>
                    <a:pt x="10693" y="5243"/>
                    <a:pt x="10511" y="5243"/>
                  </a:cubicBezTo>
                  <a:cubicBezTo>
                    <a:pt x="10443" y="5243"/>
                    <a:pt x="10372" y="5259"/>
                    <a:pt x="10303" y="5293"/>
                  </a:cubicBezTo>
                  <a:cubicBezTo>
                    <a:pt x="10260" y="5322"/>
                    <a:pt x="10186" y="5337"/>
                    <a:pt x="10106" y="5337"/>
                  </a:cubicBezTo>
                  <a:cubicBezTo>
                    <a:pt x="10007" y="5337"/>
                    <a:pt x="9900" y="5314"/>
                    <a:pt x="9830" y="5262"/>
                  </a:cubicBezTo>
                  <a:cubicBezTo>
                    <a:pt x="9673" y="5104"/>
                    <a:pt x="9736" y="4884"/>
                    <a:pt x="9799" y="4789"/>
                  </a:cubicBezTo>
                  <a:cubicBezTo>
                    <a:pt x="9925" y="4569"/>
                    <a:pt x="9830" y="4317"/>
                    <a:pt x="9610" y="4191"/>
                  </a:cubicBezTo>
                  <a:lnTo>
                    <a:pt x="9610" y="3939"/>
                  </a:lnTo>
                  <a:cubicBezTo>
                    <a:pt x="9925" y="3718"/>
                    <a:pt x="10114" y="3371"/>
                    <a:pt x="10114" y="2962"/>
                  </a:cubicBezTo>
                  <a:cubicBezTo>
                    <a:pt x="10114" y="2741"/>
                    <a:pt x="10051" y="2489"/>
                    <a:pt x="9925" y="2300"/>
                  </a:cubicBezTo>
                  <a:cubicBezTo>
                    <a:pt x="10009" y="2233"/>
                    <a:pt x="10094" y="2201"/>
                    <a:pt x="10178" y="2201"/>
                  </a:cubicBezTo>
                  <a:cubicBezTo>
                    <a:pt x="10251" y="2201"/>
                    <a:pt x="10324" y="2225"/>
                    <a:pt x="10397" y="2269"/>
                  </a:cubicBezTo>
                  <a:cubicBezTo>
                    <a:pt x="10454" y="2293"/>
                    <a:pt x="10514" y="2305"/>
                    <a:pt x="10574" y="2305"/>
                  </a:cubicBezTo>
                  <a:cubicBezTo>
                    <a:pt x="10750" y="2305"/>
                    <a:pt x="10925" y="2204"/>
                    <a:pt x="10996" y="2017"/>
                  </a:cubicBezTo>
                  <a:cubicBezTo>
                    <a:pt x="11027" y="1859"/>
                    <a:pt x="11185" y="1702"/>
                    <a:pt x="11374" y="1702"/>
                  </a:cubicBezTo>
                  <a:close/>
                  <a:moveTo>
                    <a:pt x="2994" y="1796"/>
                  </a:moveTo>
                  <a:cubicBezTo>
                    <a:pt x="3183" y="1796"/>
                    <a:pt x="3340" y="1954"/>
                    <a:pt x="3372" y="2111"/>
                  </a:cubicBezTo>
                  <a:cubicBezTo>
                    <a:pt x="3440" y="2272"/>
                    <a:pt x="3592" y="2382"/>
                    <a:pt x="3767" y="2382"/>
                  </a:cubicBezTo>
                  <a:cubicBezTo>
                    <a:pt x="3832" y="2382"/>
                    <a:pt x="3901" y="2366"/>
                    <a:pt x="3970" y="2332"/>
                  </a:cubicBezTo>
                  <a:cubicBezTo>
                    <a:pt x="4027" y="2303"/>
                    <a:pt x="4096" y="2288"/>
                    <a:pt x="4170" y="2288"/>
                  </a:cubicBezTo>
                  <a:cubicBezTo>
                    <a:pt x="4260" y="2288"/>
                    <a:pt x="4356" y="2311"/>
                    <a:pt x="4443" y="2363"/>
                  </a:cubicBezTo>
                  <a:cubicBezTo>
                    <a:pt x="4317" y="2584"/>
                    <a:pt x="4254" y="2804"/>
                    <a:pt x="4254" y="3056"/>
                  </a:cubicBezTo>
                  <a:cubicBezTo>
                    <a:pt x="4254" y="3434"/>
                    <a:pt x="4443" y="3781"/>
                    <a:pt x="4758" y="4033"/>
                  </a:cubicBezTo>
                  <a:lnTo>
                    <a:pt x="4758" y="4254"/>
                  </a:lnTo>
                  <a:cubicBezTo>
                    <a:pt x="4506" y="4348"/>
                    <a:pt x="4443" y="4632"/>
                    <a:pt x="4569" y="4852"/>
                  </a:cubicBezTo>
                  <a:cubicBezTo>
                    <a:pt x="4632" y="4978"/>
                    <a:pt x="4632" y="5199"/>
                    <a:pt x="4506" y="5325"/>
                  </a:cubicBezTo>
                  <a:cubicBezTo>
                    <a:pt x="4427" y="5404"/>
                    <a:pt x="4340" y="5435"/>
                    <a:pt x="4258" y="5435"/>
                  </a:cubicBezTo>
                  <a:cubicBezTo>
                    <a:pt x="4175" y="5435"/>
                    <a:pt x="4096" y="5404"/>
                    <a:pt x="4033" y="5356"/>
                  </a:cubicBezTo>
                  <a:cubicBezTo>
                    <a:pt x="3977" y="5332"/>
                    <a:pt x="3916" y="5320"/>
                    <a:pt x="3857" y="5320"/>
                  </a:cubicBezTo>
                  <a:cubicBezTo>
                    <a:pt x="3682" y="5320"/>
                    <a:pt x="3513" y="5421"/>
                    <a:pt x="3466" y="5608"/>
                  </a:cubicBezTo>
                  <a:cubicBezTo>
                    <a:pt x="3435" y="5766"/>
                    <a:pt x="3246" y="5923"/>
                    <a:pt x="3057" y="5923"/>
                  </a:cubicBezTo>
                  <a:cubicBezTo>
                    <a:pt x="2868" y="5923"/>
                    <a:pt x="2710" y="5766"/>
                    <a:pt x="2679" y="5608"/>
                  </a:cubicBezTo>
                  <a:cubicBezTo>
                    <a:pt x="2562" y="5399"/>
                    <a:pt x="2378" y="5276"/>
                    <a:pt x="2188" y="5276"/>
                  </a:cubicBezTo>
                  <a:cubicBezTo>
                    <a:pt x="2120" y="5276"/>
                    <a:pt x="2052" y="5292"/>
                    <a:pt x="1985" y="5325"/>
                  </a:cubicBezTo>
                  <a:cubicBezTo>
                    <a:pt x="1912" y="5369"/>
                    <a:pt x="1826" y="5392"/>
                    <a:pt x="1741" y="5392"/>
                  </a:cubicBezTo>
                  <a:cubicBezTo>
                    <a:pt x="1644" y="5392"/>
                    <a:pt x="1549" y="5361"/>
                    <a:pt x="1481" y="5293"/>
                  </a:cubicBezTo>
                  <a:cubicBezTo>
                    <a:pt x="1324" y="5136"/>
                    <a:pt x="1355" y="4947"/>
                    <a:pt x="1450" y="4821"/>
                  </a:cubicBezTo>
                  <a:cubicBezTo>
                    <a:pt x="1576" y="4569"/>
                    <a:pt x="1450" y="4317"/>
                    <a:pt x="1229" y="4222"/>
                  </a:cubicBezTo>
                  <a:cubicBezTo>
                    <a:pt x="1072" y="4191"/>
                    <a:pt x="914" y="4033"/>
                    <a:pt x="914" y="3844"/>
                  </a:cubicBezTo>
                  <a:cubicBezTo>
                    <a:pt x="914" y="3624"/>
                    <a:pt x="1072" y="3466"/>
                    <a:pt x="1229" y="3434"/>
                  </a:cubicBezTo>
                  <a:cubicBezTo>
                    <a:pt x="1450" y="3371"/>
                    <a:pt x="1576" y="3088"/>
                    <a:pt x="1450" y="2836"/>
                  </a:cubicBezTo>
                  <a:cubicBezTo>
                    <a:pt x="1355" y="2741"/>
                    <a:pt x="1355" y="2489"/>
                    <a:pt x="1481" y="2363"/>
                  </a:cubicBezTo>
                  <a:cubicBezTo>
                    <a:pt x="1557" y="2307"/>
                    <a:pt x="1678" y="2261"/>
                    <a:pt x="1790" y="2261"/>
                  </a:cubicBezTo>
                  <a:cubicBezTo>
                    <a:pt x="1864" y="2261"/>
                    <a:pt x="1935" y="2281"/>
                    <a:pt x="1985" y="2332"/>
                  </a:cubicBezTo>
                  <a:cubicBezTo>
                    <a:pt x="2054" y="2366"/>
                    <a:pt x="2126" y="2382"/>
                    <a:pt x="2194" y="2382"/>
                  </a:cubicBezTo>
                  <a:cubicBezTo>
                    <a:pt x="2376" y="2382"/>
                    <a:pt x="2538" y="2272"/>
                    <a:pt x="2584" y="2111"/>
                  </a:cubicBezTo>
                  <a:cubicBezTo>
                    <a:pt x="2616" y="1954"/>
                    <a:pt x="2773" y="1796"/>
                    <a:pt x="2994" y="1796"/>
                  </a:cubicBezTo>
                  <a:close/>
                  <a:moveTo>
                    <a:pt x="8885" y="5199"/>
                  </a:moveTo>
                  <a:cubicBezTo>
                    <a:pt x="8917" y="5325"/>
                    <a:pt x="8980" y="5451"/>
                    <a:pt x="9011" y="5514"/>
                  </a:cubicBezTo>
                  <a:lnTo>
                    <a:pt x="7656" y="9200"/>
                  </a:lnTo>
                  <a:lnTo>
                    <a:pt x="5703" y="9200"/>
                  </a:lnTo>
                  <a:lnTo>
                    <a:pt x="3687" y="6427"/>
                  </a:lnTo>
                  <a:cubicBezTo>
                    <a:pt x="3813" y="6364"/>
                    <a:pt x="3939" y="6238"/>
                    <a:pt x="4002" y="6112"/>
                  </a:cubicBezTo>
                  <a:cubicBezTo>
                    <a:pt x="4091" y="6133"/>
                    <a:pt x="4179" y="6143"/>
                    <a:pt x="4264" y="6143"/>
                  </a:cubicBezTo>
                  <a:cubicBezTo>
                    <a:pt x="4571" y="6143"/>
                    <a:pt x="4851" y="6012"/>
                    <a:pt x="5073" y="5766"/>
                  </a:cubicBezTo>
                  <a:cubicBezTo>
                    <a:pt x="5199" y="5671"/>
                    <a:pt x="5293" y="5451"/>
                    <a:pt x="5356" y="5199"/>
                  </a:cubicBezTo>
                  <a:cubicBezTo>
                    <a:pt x="5525" y="5295"/>
                    <a:pt x="5730" y="5336"/>
                    <a:pt x="5944" y="5336"/>
                  </a:cubicBezTo>
                  <a:cubicBezTo>
                    <a:pt x="6010" y="5336"/>
                    <a:pt x="6077" y="5332"/>
                    <a:pt x="6144" y="5325"/>
                  </a:cubicBezTo>
                  <a:cubicBezTo>
                    <a:pt x="6365" y="5640"/>
                    <a:pt x="6711" y="5829"/>
                    <a:pt x="7121" y="5829"/>
                  </a:cubicBezTo>
                  <a:cubicBezTo>
                    <a:pt x="7499" y="5829"/>
                    <a:pt x="7877" y="5640"/>
                    <a:pt x="8097" y="5325"/>
                  </a:cubicBezTo>
                  <a:cubicBezTo>
                    <a:pt x="8164" y="5332"/>
                    <a:pt x="8231" y="5336"/>
                    <a:pt x="8297" y="5336"/>
                  </a:cubicBezTo>
                  <a:cubicBezTo>
                    <a:pt x="8511" y="5336"/>
                    <a:pt x="8717" y="5295"/>
                    <a:pt x="8885" y="5199"/>
                  </a:cubicBezTo>
                  <a:close/>
                  <a:moveTo>
                    <a:pt x="9673" y="6112"/>
                  </a:moveTo>
                  <a:cubicBezTo>
                    <a:pt x="9777" y="6164"/>
                    <a:pt x="9890" y="6188"/>
                    <a:pt x="10003" y="6188"/>
                  </a:cubicBezTo>
                  <a:cubicBezTo>
                    <a:pt x="10095" y="6188"/>
                    <a:pt x="10186" y="6172"/>
                    <a:pt x="10271" y="6144"/>
                  </a:cubicBezTo>
                  <a:cubicBezTo>
                    <a:pt x="10334" y="6270"/>
                    <a:pt x="10460" y="6396"/>
                    <a:pt x="10586" y="6459"/>
                  </a:cubicBezTo>
                  <a:lnTo>
                    <a:pt x="8570" y="9231"/>
                  </a:lnTo>
                  <a:lnTo>
                    <a:pt x="9673" y="6112"/>
                  </a:lnTo>
                  <a:close/>
                  <a:moveTo>
                    <a:pt x="8349" y="10050"/>
                  </a:moveTo>
                  <a:lnTo>
                    <a:pt x="8349" y="10870"/>
                  </a:lnTo>
                  <a:lnTo>
                    <a:pt x="5861" y="10870"/>
                  </a:lnTo>
                  <a:lnTo>
                    <a:pt x="5861" y="10050"/>
                  </a:lnTo>
                  <a:close/>
                  <a:moveTo>
                    <a:pt x="8538" y="11720"/>
                  </a:moveTo>
                  <a:lnTo>
                    <a:pt x="9295" y="12823"/>
                  </a:lnTo>
                  <a:cubicBezTo>
                    <a:pt x="9116" y="12781"/>
                    <a:pt x="8938" y="12760"/>
                    <a:pt x="8761" y="12760"/>
                  </a:cubicBezTo>
                  <a:cubicBezTo>
                    <a:pt x="8409" y="12760"/>
                    <a:pt x="8066" y="12844"/>
                    <a:pt x="7751" y="13012"/>
                  </a:cubicBezTo>
                  <a:cubicBezTo>
                    <a:pt x="7562" y="13106"/>
                    <a:pt x="7341" y="13154"/>
                    <a:pt x="7117" y="13154"/>
                  </a:cubicBezTo>
                  <a:cubicBezTo>
                    <a:pt x="6892" y="13154"/>
                    <a:pt x="6664" y="13106"/>
                    <a:pt x="6459" y="13012"/>
                  </a:cubicBezTo>
                  <a:cubicBezTo>
                    <a:pt x="6144" y="12854"/>
                    <a:pt x="5798" y="12760"/>
                    <a:pt x="5419" y="12760"/>
                  </a:cubicBezTo>
                  <a:cubicBezTo>
                    <a:pt x="5262" y="12760"/>
                    <a:pt x="5073" y="12760"/>
                    <a:pt x="4915" y="12823"/>
                  </a:cubicBezTo>
                  <a:lnTo>
                    <a:pt x="5672" y="11720"/>
                  </a:lnTo>
                  <a:close/>
                  <a:moveTo>
                    <a:pt x="7089" y="0"/>
                  </a:moveTo>
                  <a:cubicBezTo>
                    <a:pt x="6680" y="0"/>
                    <a:pt x="6333" y="189"/>
                    <a:pt x="6081" y="505"/>
                  </a:cubicBezTo>
                  <a:cubicBezTo>
                    <a:pt x="6018" y="494"/>
                    <a:pt x="5954" y="489"/>
                    <a:pt x="5890" y="489"/>
                  </a:cubicBezTo>
                  <a:cubicBezTo>
                    <a:pt x="5571" y="489"/>
                    <a:pt x="5251" y="620"/>
                    <a:pt x="5041" y="883"/>
                  </a:cubicBezTo>
                  <a:cubicBezTo>
                    <a:pt x="4884" y="1040"/>
                    <a:pt x="4758" y="1261"/>
                    <a:pt x="4726" y="1513"/>
                  </a:cubicBezTo>
                  <a:cubicBezTo>
                    <a:pt x="4534" y="1416"/>
                    <a:pt x="4341" y="1375"/>
                    <a:pt x="4135" y="1375"/>
                  </a:cubicBezTo>
                  <a:cubicBezTo>
                    <a:pt x="4071" y="1375"/>
                    <a:pt x="4006" y="1379"/>
                    <a:pt x="3939" y="1387"/>
                  </a:cubicBezTo>
                  <a:cubicBezTo>
                    <a:pt x="3687" y="1072"/>
                    <a:pt x="3340" y="883"/>
                    <a:pt x="2931" y="883"/>
                  </a:cubicBezTo>
                  <a:cubicBezTo>
                    <a:pt x="2553" y="883"/>
                    <a:pt x="2206" y="1072"/>
                    <a:pt x="1954" y="1387"/>
                  </a:cubicBezTo>
                  <a:cubicBezTo>
                    <a:pt x="1872" y="1366"/>
                    <a:pt x="1788" y="1356"/>
                    <a:pt x="1704" y="1356"/>
                  </a:cubicBezTo>
                  <a:cubicBezTo>
                    <a:pt x="1402" y="1356"/>
                    <a:pt x="1098" y="1487"/>
                    <a:pt x="851" y="1733"/>
                  </a:cubicBezTo>
                  <a:cubicBezTo>
                    <a:pt x="568" y="2017"/>
                    <a:pt x="473" y="2426"/>
                    <a:pt x="505" y="2804"/>
                  </a:cubicBezTo>
                  <a:cubicBezTo>
                    <a:pt x="190" y="3025"/>
                    <a:pt x="1" y="3403"/>
                    <a:pt x="1" y="3781"/>
                  </a:cubicBezTo>
                  <a:cubicBezTo>
                    <a:pt x="1" y="4191"/>
                    <a:pt x="190" y="4537"/>
                    <a:pt x="505" y="4789"/>
                  </a:cubicBezTo>
                  <a:cubicBezTo>
                    <a:pt x="410" y="5167"/>
                    <a:pt x="536" y="5577"/>
                    <a:pt x="851" y="5829"/>
                  </a:cubicBezTo>
                  <a:cubicBezTo>
                    <a:pt x="1106" y="6084"/>
                    <a:pt x="1489" y="6212"/>
                    <a:pt x="1839" y="6212"/>
                  </a:cubicBezTo>
                  <a:cubicBezTo>
                    <a:pt x="1878" y="6212"/>
                    <a:pt x="1916" y="6210"/>
                    <a:pt x="1954" y="6207"/>
                  </a:cubicBezTo>
                  <a:cubicBezTo>
                    <a:pt x="2143" y="6427"/>
                    <a:pt x="2427" y="6616"/>
                    <a:pt x="2710" y="6679"/>
                  </a:cubicBezTo>
                  <a:lnTo>
                    <a:pt x="5010" y="9767"/>
                  </a:lnTo>
                  <a:lnTo>
                    <a:pt x="5010" y="11153"/>
                  </a:lnTo>
                  <a:lnTo>
                    <a:pt x="3435" y="13516"/>
                  </a:lnTo>
                  <a:cubicBezTo>
                    <a:pt x="3309" y="13674"/>
                    <a:pt x="3340" y="13863"/>
                    <a:pt x="3466" y="14020"/>
                  </a:cubicBezTo>
                  <a:cubicBezTo>
                    <a:pt x="3526" y="14120"/>
                    <a:pt x="3636" y="14182"/>
                    <a:pt x="3757" y="14182"/>
                  </a:cubicBezTo>
                  <a:cubicBezTo>
                    <a:pt x="3827" y="14182"/>
                    <a:pt x="3901" y="14161"/>
                    <a:pt x="3970" y="14115"/>
                  </a:cubicBezTo>
                  <a:lnTo>
                    <a:pt x="4789" y="13674"/>
                  </a:lnTo>
                  <a:cubicBezTo>
                    <a:pt x="4994" y="13579"/>
                    <a:pt x="5215" y="13532"/>
                    <a:pt x="5435" y="13532"/>
                  </a:cubicBezTo>
                  <a:cubicBezTo>
                    <a:pt x="5656" y="13532"/>
                    <a:pt x="5876" y="13579"/>
                    <a:pt x="6081" y="13674"/>
                  </a:cubicBezTo>
                  <a:cubicBezTo>
                    <a:pt x="6396" y="13831"/>
                    <a:pt x="6743" y="13910"/>
                    <a:pt x="7089" y="13910"/>
                  </a:cubicBezTo>
                  <a:cubicBezTo>
                    <a:pt x="7436" y="13910"/>
                    <a:pt x="7782" y="13831"/>
                    <a:pt x="8097" y="13674"/>
                  </a:cubicBezTo>
                  <a:cubicBezTo>
                    <a:pt x="8302" y="13579"/>
                    <a:pt x="8523" y="13532"/>
                    <a:pt x="8743" y="13532"/>
                  </a:cubicBezTo>
                  <a:cubicBezTo>
                    <a:pt x="8964" y="13532"/>
                    <a:pt x="9184" y="13579"/>
                    <a:pt x="9389" y="13674"/>
                  </a:cubicBezTo>
                  <a:lnTo>
                    <a:pt x="10240" y="14115"/>
                  </a:lnTo>
                  <a:cubicBezTo>
                    <a:pt x="10292" y="14136"/>
                    <a:pt x="10348" y="14146"/>
                    <a:pt x="10405" y="14146"/>
                  </a:cubicBezTo>
                  <a:cubicBezTo>
                    <a:pt x="10520" y="14146"/>
                    <a:pt x="10639" y="14104"/>
                    <a:pt x="10744" y="14020"/>
                  </a:cubicBezTo>
                  <a:cubicBezTo>
                    <a:pt x="10870" y="13863"/>
                    <a:pt x="10901" y="13674"/>
                    <a:pt x="10775" y="13516"/>
                  </a:cubicBezTo>
                  <a:lnTo>
                    <a:pt x="9200" y="11153"/>
                  </a:lnTo>
                  <a:lnTo>
                    <a:pt x="9200" y="9767"/>
                  </a:lnTo>
                  <a:lnTo>
                    <a:pt x="11500" y="6679"/>
                  </a:lnTo>
                  <a:cubicBezTo>
                    <a:pt x="11815" y="6616"/>
                    <a:pt x="12067" y="6427"/>
                    <a:pt x="12225" y="6207"/>
                  </a:cubicBezTo>
                  <a:cubicBezTo>
                    <a:pt x="12293" y="6217"/>
                    <a:pt x="12360" y="6223"/>
                    <a:pt x="12427" y="6223"/>
                  </a:cubicBezTo>
                  <a:cubicBezTo>
                    <a:pt x="12758" y="6223"/>
                    <a:pt x="13065" y="6091"/>
                    <a:pt x="13327" y="5829"/>
                  </a:cubicBezTo>
                  <a:cubicBezTo>
                    <a:pt x="13611" y="5577"/>
                    <a:pt x="13737" y="5167"/>
                    <a:pt x="13705" y="4789"/>
                  </a:cubicBezTo>
                  <a:cubicBezTo>
                    <a:pt x="14020" y="4537"/>
                    <a:pt x="14209" y="4191"/>
                    <a:pt x="14209" y="3781"/>
                  </a:cubicBezTo>
                  <a:cubicBezTo>
                    <a:pt x="14178" y="3403"/>
                    <a:pt x="13957" y="3056"/>
                    <a:pt x="13674" y="2804"/>
                  </a:cubicBezTo>
                  <a:cubicBezTo>
                    <a:pt x="13737" y="2426"/>
                    <a:pt x="13611" y="2017"/>
                    <a:pt x="13296" y="1733"/>
                  </a:cubicBezTo>
                  <a:cubicBezTo>
                    <a:pt x="13047" y="1484"/>
                    <a:pt x="12700" y="1381"/>
                    <a:pt x="12342" y="1381"/>
                  </a:cubicBezTo>
                  <a:cubicBezTo>
                    <a:pt x="12292" y="1381"/>
                    <a:pt x="12243" y="1383"/>
                    <a:pt x="12193" y="1387"/>
                  </a:cubicBezTo>
                  <a:cubicBezTo>
                    <a:pt x="11973" y="1072"/>
                    <a:pt x="11594" y="883"/>
                    <a:pt x="11216" y="883"/>
                  </a:cubicBezTo>
                  <a:cubicBezTo>
                    <a:pt x="10807" y="883"/>
                    <a:pt x="10460" y="1072"/>
                    <a:pt x="10240" y="1387"/>
                  </a:cubicBezTo>
                  <a:cubicBezTo>
                    <a:pt x="10173" y="1379"/>
                    <a:pt x="10106" y="1375"/>
                    <a:pt x="10040" y="1375"/>
                  </a:cubicBezTo>
                  <a:cubicBezTo>
                    <a:pt x="9826" y="1375"/>
                    <a:pt x="9621" y="1416"/>
                    <a:pt x="9452" y="1513"/>
                  </a:cubicBezTo>
                  <a:cubicBezTo>
                    <a:pt x="9421" y="1261"/>
                    <a:pt x="9295" y="1072"/>
                    <a:pt x="9137" y="883"/>
                  </a:cubicBezTo>
                  <a:cubicBezTo>
                    <a:pt x="8882" y="627"/>
                    <a:pt x="8525" y="500"/>
                    <a:pt x="8180" y="500"/>
                  </a:cubicBezTo>
                  <a:cubicBezTo>
                    <a:pt x="8142" y="500"/>
                    <a:pt x="8104" y="501"/>
                    <a:pt x="8066" y="505"/>
                  </a:cubicBezTo>
                  <a:cubicBezTo>
                    <a:pt x="7845" y="189"/>
                    <a:pt x="7467" y="0"/>
                    <a:pt x="708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5" name="Google Shape;3385;p47"/>
            <p:cNvSpPr/>
            <p:nvPr/>
          </p:nvSpPr>
          <p:spPr>
            <a:xfrm>
              <a:off x="-11072175" y="1734725"/>
              <a:ext cx="41775" cy="41000"/>
            </a:xfrm>
            <a:custGeom>
              <a:rect b="b" l="l" r="r" t="t"/>
              <a:pathLst>
                <a:path extrusionOk="0" h="1640" w="1671">
                  <a:moveTo>
                    <a:pt x="820" y="1"/>
                  </a:moveTo>
                  <a:cubicBezTo>
                    <a:pt x="379" y="1"/>
                    <a:pt x="1" y="379"/>
                    <a:pt x="1" y="820"/>
                  </a:cubicBezTo>
                  <a:cubicBezTo>
                    <a:pt x="1" y="1293"/>
                    <a:pt x="379" y="1639"/>
                    <a:pt x="820" y="1639"/>
                  </a:cubicBezTo>
                  <a:cubicBezTo>
                    <a:pt x="1292" y="1639"/>
                    <a:pt x="1671" y="1293"/>
                    <a:pt x="1671" y="820"/>
                  </a:cubicBezTo>
                  <a:cubicBezTo>
                    <a:pt x="1671" y="379"/>
                    <a:pt x="1292" y="1"/>
                    <a:pt x="8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6" name="Google Shape;3386;p47"/>
            <p:cNvSpPr/>
            <p:nvPr/>
          </p:nvSpPr>
          <p:spPr>
            <a:xfrm>
              <a:off x="-11278525" y="1734725"/>
              <a:ext cx="40975" cy="41000"/>
            </a:xfrm>
            <a:custGeom>
              <a:rect b="b" l="l" r="r" t="t"/>
              <a:pathLst>
                <a:path extrusionOk="0" h="1640" w="1639">
                  <a:moveTo>
                    <a:pt x="820" y="1"/>
                  </a:moveTo>
                  <a:cubicBezTo>
                    <a:pt x="347" y="1"/>
                    <a:pt x="0" y="379"/>
                    <a:pt x="0" y="820"/>
                  </a:cubicBezTo>
                  <a:cubicBezTo>
                    <a:pt x="0" y="1293"/>
                    <a:pt x="347" y="1639"/>
                    <a:pt x="820" y="1639"/>
                  </a:cubicBezTo>
                  <a:cubicBezTo>
                    <a:pt x="1261" y="1639"/>
                    <a:pt x="1639" y="1293"/>
                    <a:pt x="1639" y="820"/>
                  </a:cubicBezTo>
                  <a:cubicBezTo>
                    <a:pt x="1639" y="379"/>
                    <a:pt x="1261" y="1"/>
                    <a:pt x="8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7" name="Google Shape;3387;p47"/>
            <p:cNvSpPr/>
            <p:nvPr/>
          </p:nvSpPr>
          <p:spPr>
            <a:xfrm>
              <a:off x="-11175350" y="1714250"/>
              <a:ext cx="40975" cy="41000"/>
            </a:xfrm>
            <a:custGeom>
              <a:rect b="b" l="l" r="r" t="t"/>
              <a:pathLst>
                <a:path extrusionOk="0" h="1640" w="1639">
                  <a:moveTo>
                    <a:pt x="820" y="1"/>
                  </a:moveTo>
                  <a:cubicBezTo>
                    <a:pt x="379" y="1"/>
                    <a:pt x="1" y="379"/>
                    <a:pt x="1" y="820"/>
                  </a:cubicBezTo>
                  <a:cubicBezTo>
                    <a:pt x="1" y="1261"/>
                    <a:pt x="379" y="1639"/>
                    <a:pt x="820" y="1639"/>
                  </a:cubicBezTo>
                  <a:cubicBezTo>
                    <a:pt x="1261" y="1639"/>
                    <a:pt x="1639" y="1261"/>
                    <a:pt x="1639" y="820"/>
                  </a:cubicBezTo>
                  <a:cubicBezTo>
                    <a:pt x="1639" y="379"/>
                    <a:pt x="1261" y="1"/>
                    <a:pt x="8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88" name="Google Shape;3388;p47"/>
          <p:cNvSpPr/>
          <p:nvPr/>
        </p:nvSpPr>
        <p:spPr>
          <a:xfrm>
            <a:off x="7710320" y="1994857"/>
            <a:ext cx="287403" cy="282340"/>
          </a:xfrm>
          <a:custGeom>
            <a:rect b="b" l="l" r="r" t="t"/>
            <a:pathLst>
              <a:path extrusionOk="0" h="14052" w="14304">
                <a:moveTo>
                  <a:pt x="12886" y="2489"/>
                </a:moveTo>
                <a:cubicBezTo>
                  <a:pt x="13106" y="2521"/>
                  <a:pt x="13295" y="2710"/>
                  <a:pt x="13295" y="2899"/>
                </a:cubicBezTo>
                <a:lnTo>
                  <a:pt x="13295" y="3875"/>
                </a:lnTo>
                <a:cubicBezTo>
                  <a:pt x="12933" y="3592"/>
                  <a:pt x="12500" y="3450"/>
                  <a:pt x="12067" y="3450"/>
                </a:cubicBezTo>
                <a:cubicBezTo>
                  <a:pt x="11633" y="3450"/>
                  <a:pt x="11200" y="3592"/>
                  <a:pt x="10838" y="3875"/>
                </a:cubicBezTo>
                <a:lnTo>
                  <a:pt x="10838" y="2899"/>
                </a:lnTo>
                <a:cubicBezTo>
                  <a:pt x="10838" y="2678"/>
                  <a:pt x="11027" y="2489"/>
                  <a:pt x="11216" y="2489"/>
                </a:cubicBezTo>
                <a:close/>
                <a:moveTo>
                  <a:pt x="2899" y="2521"/>
                </a:moveTo>
                <a:cubicBezTo>
                  <a:pt x="3151" y="2521"/>
                  <a:pt x="3308" y="2710"/>
                  <a:pt x="3308" y="2962"/>
                </a:cubicBezTo>
                <a:lnTo>
                  <a:pt x="3308" y="3907"/>
                </a:lnTo>
                <a:cubicBezTo>
                  <a:pt x="2962" y="3623"/>
                  <a:pt x="2521" y="3497"/>
                  <a:pt x="2048" y="3497"/>
                </a:cubicBezTo>
                <a:cubicBezTo>
                  <a:pt x="1575" y="3497"/>
                  <a:pt x="1166" y="3655"/>
                  <a:pt x="819" y="3907"/>
                </a:cubicBezTo>
                <a:lnTo>
                  <a:pt x="819" y="2962"/>
                </a:lnTo>
                <a:cubicBezTo>
                  <a:pt x="851" y="2710"/>
                  <a:pt x="1040" y="2521"/>
                  <a:pt x="1260" y="2521"/>
                </a:cubicBezTo>
                <a:close/>
                <a:moveTo>
                  <a:pt x="2079" y="4285"/>
                </a:moveTo>
                <a:cubicBezTo>
                  <a:pt x="2395" y="4285"/>
                  <a:pt x="2710" y="4411"/>
                  <a:pt x="2962" y="4663"/>
                </a:cubicBezTo>
                <a:lnTo>
                  <a:pt x="4411" y="6112"/>
                </a:lnTo>
                <a:cubicBezTo>
                  <a:pt x="4285" y="6301"/>
                  <a:pt x="2836" y="7719"/>
                  <a:pt x="2678" y="7876"/>
                </a:cubicBezTo>
                <a:lnTo>
                  <a:pt x="1229" y="6427"/>
                </a:lnTo>
                <a:cubicBezTo>
                  <a:pt x="756" y="5955"/>
                  <a:pt x="756" y="5167"/>
                  <a:pt x="1229" y="4663"/>
                </a:cubicBezTo>
                <a:cubicBezTo>
                  <a:pt x="1449" y="4411"/>
                  <a:pt x="1764" y="4285"/>
                  <a:pt x="2079" y="4285"/>
                </a:cubicBezTo>
                <a:close/>
                <a:moveTo>
                  <a:pt x="12055" y="4308"/>
                </a:moveTo>
                <a:cubicBezTo>
                  <a:pt x="12374" y="4308"/>
                  <a:pt x="12697" y="4427"/>
                  <a:pt x="12949" y="4663"/>
                </a:cubicBezTo>
                <a:cubicBezTo>
                  <a:pt x="13421" y="5167"/>
                  <a:pt x="13421" y="5955"/>
                  <a:pt x="12949" y="6427"/>
                </a:cubicBezTo>
                <a:lnTo>
                  <a:pt x="11499" y="7876"/>
                </a:lnTo>
                <a:lnTo>
                  <a:pt x="9735" y="6112"/>
                </a:lnTo>
                <a:lnTo>
                  <a:pt x="11184" y="4663"/>
                </a:lnTo>
                <a:cubicBezTo>
                  <a:pt x="11421" y="4427"/>
                  <a:pt x="11736" y="4308"/>
                  <a:pt x="12055" y="4308"/>
                </a:cubicBezTo>
                <a:close/>
                <a:moveTo>
                  <a:pt x="11657" y="819"/>
                </a:moveTo>
                <a:lnTo>
                  <a:pt x="11657" y="1701"/>
                </a:lnTo>
                <a:lnTo>
                  <a:pt x="11216" y="1701"/>
                </a:lnTo>
                <a:cubicBezTo>
                  <a:pt x="10554" y="1701"/>
                  <a:pt x="10019" y="2237"/>
                  <a:pt x="10019" y="2899"/>
                </a:cubicBezTo>
                <a:lnTo>
                  <a:pt x="10019" y="4663"/>
                </a:lnTo>
                <a:lnTo>
                  <a:pt x="8853" y="5797"/>
                </a:lnTo>
                <a:cubicBezTo>
                  <a:pt x="8696" y="5955"/>
                  <a:pt x="8696" y="6238"/>
                  <a:pt x="8853" y="6396"/>
                </a:cubicBezTo>
                <a:lnTo>
                  <a:pt x="9231" y="6742"/>
                </a:lnTo>
                <a:lnTo>
                  <a:pt x="7089" y="8443"/>
                </a:lnTo>
                <a:lnTo>
                  <a:pt x="4978" y="6742"/>
                </a:lnTo>
                <a:lnTo>
                  <a:pt x="5324" y="6396"/>
                </a:lnTo>
                <a:cubicBezTo>
                  <a:pt x="5482" y="6238"/>
                  <a:pt x="5482" y="5955"/>
                  <a:pt x="5324" y="5797"/>
                </a:cubicBezTo>
                <a:lnTo>
                  <a:pt x="4190" y="4663"/>
                </a:lnTo>
                <a:lnTo>
                  <a:pt x="4190" y="2899"/>
                </a:lnTo>
                <a:cubicBezTo>
                  <a:pt x="4190" y="2237"/>
                  <a:pt x="3623" y="1701"/>
                  <a:pt x="2962" y="1701"/>
                </a:cubicBezTo>
                <a:lnTo>
                  <a:pt x="2521" y="1701"/>
                </a:lnTo>
                <a:lnTo>
                  <a:pt x="2521" y="819"/>
                </a:lnTo>
                <a:close/>
                <a:moveTo>
                  <a:pt x="9767" y="7341"/>
                </a:moveTo>
                <a:lnTo>
                  <a:pt x="10176" y="7719"/>
                </a:lnTo>
                <a:lnTo>
                  <a:pt x="8506" y="9609"/>
                </a:lnTo>
                <a:lnTo>
                  <a:pt x="7719" y="8979"/>
                </a:lnTo>
                <a:lnTo>
                  <a:pt x="9767" y="7341"/>
                </a:lnTo>
                <a:close/>
                <a:moveTo>
                  <a:pt x="5545" y="10743"/>
                </a:moveTo>
                <a:lnTo>
                  <a:pt x="6553" y="11846"/>
                </a:lnTo>
                <a:lnTo>
                  <a:pt x="5230" y="13264"/>
                </a:lnTo>
                <a:lnTo>
                  <a:pt x="2426" y="13264"/>
                </a:lnTo>
                <a:lnTo>
                  <a:pt x="5545" y="10743"/>
                </a:lnTo>
                <a:close/>
                <a:moveTo>
                  <a:pt x="4379" y="7372"/>
                </a:moveTo>
                <a:lnTo>
                  <a:pt x="11751" y="13327"/>
                </a:lnTo>
                <a:lnTo>
                  <a:pt x="8948" y="13327"/>
                </a:lnTo>
                <a:lnTo>
                  <a:pt x="8948" y="13264"/>
                </a:lnTo>
                <a:lnTo>
                  <a:pt x="3970" y="7750"/>
                </a:lnTo>
                <a:lnTo>
                  <a:pt x="4379" y="7372"/>
                </a:lnTo>
                <a:close/>
                <a:moveTo>
                  <a:pt x="473" y="0"/>
                </a:moveTo>
                <a:cubicBezTo>
                  <a:pt x="252" y="0"/>
                  <a:pt x="32" y="189"/>
                  <a:pt x="32" y="441"/>
                </a:cubicBezTo>
                <a:cubicBezTo>
                  <a:pt x="32" y="662"/>
                  <a:pt x="252" y="819"/>
                  <a:pt x="473" y="819"/>
                </a:cubicBezTo>
                <a:lnTo>
                  <a:pt x="1733" y="819"/>
                </a:lnTo>
                <a:lnTo>
                  <a:pt x="1733" y="1701"/>
                </a:lnTo>
                <a:lnTo>
                  <a:pt x="1292" y="1701"/>
                </a:lnTo>
                <a:cubicBezTo>
                  <a:pt x="630" y="1701"/>
                  <a:pt x="32" y="2237"/>
                  <a:pt x="32" y="2899"/>
                </a:cubicBezTo>
                <a:lnTo>
                  <a:pt x="32" y="5387"/>
                </a:lnTo>
                <a:lnTo>
                  <a:pt x="32" y="5450"/>
                </a:lnTo>
                <a:cubicBezTo>
                  <a:pt x="0" y="5986"/>
                  <a:pt x="252" y="6553"/>
                  <a:pt x="630" y="6963"/>
                </a:cubicBezTo>
                <a:lnTo>
                  <a:pt x="2395" y="8758"/>
                </a:lnTo>
                <a:cubicBezTo>
                  <a:pt x="2473" y="8837"/>
                  <a:pt x="2584" y="8877"/>
                  <a:pt x="2694" y="8877"/>
                </a:cubicBezTo>
                <a:cubicBezTo>
                  <a:pt x="2804" y="8877"/>
                  <a:pt x="2914" y="8837"/>
                  <a:pt x="2993" y="8758"/>
                </a:cubicBezTo>
                <a:lnTo>
                  <a:pt x="3434" y="8317"/>
                </a:lnTo>
                <a:lnTo>
                  <a:pt x="5041" y="10082"/>
                </a:lnTo>
                <a:lnTo>
                  <a:pt x="1008" y="13327"/>
                </a:lnTo>
                <a:cubicBezTo>
                  <a:pt x="914" y="13421"/>
                  <a:pt x="819" y="13579"/>
                  <a:pt x="914" y="13768"/>
                </a:cubicBezTo>
                <a:cubicBezTo>
                  <a:pt x="945" y="13925"/>
                  <a:pt x="1103" y="14051"/>
                  <a:pt x="1292" y="14051"/>
                </a:cubicBezTo>
                <a:lnTo>
                  <a:pt x="5419" y="14051"/>
                </a:lnTo>
                <a:cubicBezTo>
                  <a:pt x="5545" y="14051"/>
                  <a:pt x="5671" y="14020"/>
                  <a:pt x="5734" y="13925"/>
                </a:cubicBezTo>
                <a:lnTo>
                  <a:pt x="7120" y="12413"/>
                </a:lnTo>
                <a:lnTo>
                  <a:pt x="8506" y="13925"/>
                </a:lnTo>
                <a:cubicBezTo>
                  <a:pt x="8569" y="14020"/>
                  <a:pt x="8696" y="14051"/>
                  <a:pt x="8822" y="14051"/>
                </a:cubicBezTo>
                <a:lnTo>
                  <a:pt x="12949" y="14051"/>
                </a:lnTo>
                <a:cubicBezTo>
                  <a:pt x="13106" y="14051"/>
                  <a:pt x="13264" y="13925"/>
                  <a:pt x="13358" y="13768"/>
                </a:cubicBezTo>
                <a:cubicBezTo>
                  <a:pt x="13390" y="13610"/>
                  <a:pt x="13358" y="13421"/>
                  <a:pt x="13232" y="13327"/>
                </a:cubicBezTo>
                <a:lnTo>
                  <a:pt x="9263" y="10082"/>
                </a:lnTo>
                <a:lnTo>
                  <a:pt x="10869" y="8286"/>
                </a:lnTo>
                <a:lnTo>
                  <a:pt x="11310" y="8695"/>
                </a:lnTo>
                <a:cubicBezTo>
                  <a:pt x="11389" y="8774"/>
                  <a:pt x="11492" y="8814"/>
                  <a:pt x="11594" y="8814"/>
                </a:cubicBezTo>
                <a:cubicBezTo>
                  <a:pt x="11696" y="8814"/>
                  <a:pt x="11799" y="8774"/>
                  <a:pt x="11878" y="8695"/>
                </a:cubicBezTo>
                <a:lnTo>
                  <a:pt x="13673" y="6931"/>
                </a:lnTo>
                <a:cubicBezTo>
                  <a:pt x="14083" y="6490"/>
                  <a:pt x="14303" y="5955"/>
                  <a:pt x="14240" y="5387"/>
                </a:cubicBezTo>
                <a:lnTo>
                  <a:pt x="14240" y="5356"/>
                </a:lnTo>
                <a:lnTo>
                  <a:pt x="14240" y="2867"/>
                </a:lnTo>
                <a:cubicBezTo>
                  <a:pt x="14240" y="2205"/>
                  <a:pt x="13705" y="1670"/>
                  <a:pt x="12980" y="1670"/>
                </a:cubicBezTo>
                <a:lnTo>
                  <a:pt x="12571" y="1670"/>
                </a:lnTo>
                <a:lnTo>
                  <a:pt x="12571" y="788"/>
                </a:lnTo>
                <a:lnTo>
                  <a:pt x="13736" y="788"/>
                </a:lnTo>
                <a:lnTo>
                  <a:pt x="13736" y="819"/>
                </a:lnTo>
                <a:cubicBezTo>
                  <a:pt x="13988" y="819"/>
                  <a:pt x="14177" y="630"/>
                  <a:pt x="14177" y="441"/>
                </a:cubicBezTo>
                <a:cubicBezTo>
                  <a:pt x="14177" y="189"/>
                  <a:pt x="13988" y="0"/>
                  <a:pt x="1373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9" name="Google Shape;3389;p47"/>
          <p:cNvSpPr/>
          <p:nvPr/>
        </p:nvSpPr>
        <p:spPr>
          <a:xfrm>
            <a:off x="7710953" y="2447524"/>
            <a:ext cx="286137" cy="248805"/>
          </a:xfrm>
          <a:custGeom>
            <a:rect b="b" l="l" r="r" t="t"/>
            <a:pathLst>
              <a:path extrusionOk="0" h="12383" w="14241">
                <a:moveTo>
                  <a:pt x="9610" y="4128"/>
                </a:moveTo>
                <a:cubicBezTo>
                  <a:pt x="10271" y="4128"/>
                  <a:pt x="10870" y="4664"/>
                  <a:pt x="10870" y="5388"/>
                </a:cubicBezTo>
                <a:cubicBezTo>
                  <a:pt x="10870" y="6050"/>
                  <a:pt x="10303" y="6617"/>
                  <a:pt x="9610" y="6617"/>
                </a:cubicBezTo>
                <a:lnTo>
                  <a:pt x="8444" y="6617"/>
                </a:lnTo>
                <a:cubicBezTo>
                  <a:pt x="8412" y="6207"/>
                  <a:pt x="8381" y="5829"/>
                  <a:pt x="8381" y="5388"/>
                </a:cubicBezTo>
                <a:cubicBezTo>
                  <a:pt x="8381" y="4947"/>
                  <a:pt x="8412" y="4569"/>
                  <a:pt x="8444" y="4128"/>
                </a:cubicBezTo>
                <a:close/>
                <a:moveTo>
                  <a:pt x="3183" y="3309"/>
                </a:moveTo>
                <a:cubicBezTo>
                  <a:pt x="2773" y="3876"/>
                  <a:pt x="2553" y="4632"/>
                  <a:pt x="2553" y="5388"/>
                </a:cubicBezTo>
                <a:cubicBezTo>
                  <a:pt x="2553" y="6144"/>
                  <a:pt x="2773" y="6837"/>
                  <a:pt x="3183" y="7468"/>
                </a:cubicBezTo>
                <a:lnTo>
                  <a:pt x="2994" y="7468"/>
                </a:lnTo>
                <a:cubicBezTo>
                  <a:pt x="1765" y="7436"/>
                  <a:pt x="820" y="6459"/>
                  <a:pt x="883" y="5262"/>
                </a:cubicBezTo>
                <a:cubicBezTo>
                  <a:pt x="946" y="4191"/>
                  <a:pt x="1954" y="3309"/>
                  <a:pt x="3088" y="3309"/>
                </a:cubicBezTo>
                <a:close/>
                <a:moveTo>
                  <a:pt x="8129" y="2175"/>
                </a:moveTo>
                <a:lnTo>
                  <a:pt x="8129" y="2175"/>
                </a:lnTo>
                <a:cubicBezTo>
                  <a:pt x="7751" y="3088"/>
                  <a:pt x="7562" y="4160"/>
                  <a:pt x="7562" y="5294"/>
                </a:cubicBezTo>
                <a:cubicBezTo>
                  <a:pt x="7562" y="6428"/>
                  <a:pt x="7751" y="7499"/>
                  <a:pt x="8129" y="8413"/>
                </a:cubicBezTo>
                <a:lnTo>
                  <a:pt x="7908" y="8255"/>
                </a:lnTo>
                <a:cubicBezTo>
                  <a:pt x="6995" y="7783"/>
                  <a:pt x="5861" y="7436"/>
                  <a:pt x="4600" y="7436"/>
                </a:cubicBezTo>
                <a:lnTo>
                  <a:pt x="4254" y="7436"/>
                </a:lnTo>
                <a:cubicBezTo>
                  <a:pt x="3687" y="6869"/>
                  <a:pt x="3372" y="6144"/>
                  <a:pt x="3372" y="5357"/>
                </a:cubicBezTo>
                <a:cubicBezTo>
                  <a:pt x="3372" y="4569"/>
                  <a:pt x="3687" y="3813"/>
                  <a:pt x="4254" y="3246"/>
                </a:cubicBezTo>
                <a:lnTo>
                  <a:pt x="4632" y="3246"/>
                </a:lnTo>
                <a:cubicBezTo>
                  <a:pt x="5798" y="3246"/>
                  <a:pt x="6963" y="2931"/>
                  <a:pt x="7908" y="2332"/>
                </a:cubicBezTo>
                <a:lnTo>
                  <a:pt x="8129" y="2175"/>
                </a:lnTo>
                <a:close/>
                <a:moveTo>
                  <a:pt x="5041" y="8287"/>
                </a:moveTo>
                <a:cubicBezTo>
                  <a:pt x="5293" y="8287"/>
                  <a:pt x="5577" y="8350"/>
                  <a:pt x="5861" y="8413"/>
                </a:cubicBezTo>
                <a:lnTo>
                  <a:pt x="5861" y="8696"/>
                </a:lnTo>
                <a:cubicBezTo>
                  <a:pt x="5861" y="8917"/>
                  <a:pt x="5672" y="9137"/>
                  <a:pt x="5419" y="9137"/>
                </a:cubicBezTo>
                <a:lnTo>
                  <a:pt x="5041" y="9137"/>
                </a:lnTo>
                <a:lnTo>
                  <a:pt x="5041" y="8287"/>
                </a:lnTo>
                <a:close/>
                <a:moveTo>
                  <a:pt x="10870" y="757"/>
                </a:moveTo>
                <a:cubicBezTo>
                  <a:pt x="12193" y="757"/>
                  <a:pt x="13327" y="2868"/>
                  <a:pt x="13327" y="5325"/>
                </a:cubicBezTo>
                <a:cubicBezTo>
                  <a:pt x="13327" y="7814"/>
                  <a:pt x="12193" y="9925"/>
                  <a:pt x="10870" y="9925"/>
                </a:cubicBezTo>
                <a:cubicBezTo>
                  <a:pt x="10712" y="9925"/>
                  <a:pt x="10492" y="9862"/>
                  <a:pt x="10334" y="9799"/>
                </a:cubicBezTo>
                <a:lnTo>
                  <a:pt x="9862" y="9515"/>
                </a:lnTo>
                <a:cubicBezTo>
                  <a:pt x="9358" y="9074"/>
                  <a:pt x="8917" y="8350"/>
                  <a:pt x="8664" y="7436"/>
                </a:cubicBezTo>
                <a:lnTo>
                  <a:pt x="9610" y="7436"/>
                </a:lnTo>
                <a:cubicBezTo>
                  <a:pt x="10744" y="7436"/>
                  <a:pt x="11689" y="6491"/>
                  <a:pt x="11689" y="5325"/>
                </a:cubicBezTo>
                <a:cubicBezTo>
                  <a:pt x="11689" y="4191"/>
                  <a:pt x="10744" y="3246"/>
                  <a:pt x="9610" y="3246"/>
                </a:cubicBezTo>
                <a:lnTo>
                  <a:pt x="8664" y="3246"/>
                </a:lnTo>
                <a:cubicBezTo>
                  <a:pt x="8948" y="2332"/>
                  <a:pt x="9326" y="1608"/>
                  <a:pt x="9862" y="1167"/>
                </a:cubicBezTo>
                <a:lnTo>
                  <a:pt x="10334" y="883"/>
                </a:lnTo>
                <a:cubicBezTo>
                  <a:pt x="10523" y="820"/>
                  <a:pt x="10712" y="757"/>
                  <a:pt x="10870" y="757"/>
                </a:cubicBezTo>
                <a:close/>
                <a:moveTo>
                  <a:pt x="4222" y="8255"/>
                </a:moveTo>
                <a:lnTo>
                  <a:pt x="4222" y="11185"/>
                </a:lnTo>
                <a:cubicBezTo>
                  <a:pt x="4222" y="11406"/>
                  <a:pt x="4002" y="11595"/>
                  <a:pt x="3813" y="11595"/>
                </a:cubicBezTo>
                <a:cubicBezTo>
                  <a:pt x="3624" y="11595"/>
                  <a:pt x="3372" y="11406"/>
                  <a:pt x="3372" y="11185"/>
                </a:cubicBezTo>
                <a:lnTo>
                  <a:pt x="3372" y="8255"/>
                </a:lnTo>
                <a:close/>
                <a:moveTo>
                  <a:pt x="10870" y="1"/>
                </a:moveTo>
                <a:cubicBezTo>
                  <a:pt x="10303" y="1"/>
                  <a:pt x="9830" y="190"/>
                  <a:pt x="9389" y="536"/>
                </a:cubicBezTo>
                <a:lnTo>
                  <a:pt x="7467" y="1671"/>
                </a:lnTo>
                <a:cubicBezTo>
                  <a:pt x="6648" y="2206"/>
                  <a:pt x="5609" y="2458"/>
                  <a:pt x="4632" y="2458"/>
                </a:cubicBezTo>
                <a:lnTo>
                  <a:pt x="3088" y="2458"/>
                </a:lnTo>
                <a:cubicBezTo>
                  <a:pt x="1513" y="2458"/>
                  <a:pt x="158" y="3655"/>
                  <a:pt x="64" y="5231"/>
                </a:cubicBezTo>
                <a:cubicBezTo>
                  <a:pt x="1" y="6806"/>
                  <a:pt x="1135" y="8066"/>
                  <a:pt x="2553" y="8255"/>
                </a:cubicBezTo>
                <a:lnTo>
                  <a:pt x="2553" y="11185"/>
                </a:lnTo>
                <a:cubicBezTo>
                  <a:pt x="2553" y="11847"/>
                  <a:pt x="3088" y="12382"/>
                  <a:pt x="3813" y="12382"/>
                </a:cubicBezTo>
                <a:cubicBezTo>
                  <a:pt x="4474" y="12382"/>
                  <a:pt x="5073" y="11847"/>
                  <a:pt x="5073" y="11185"/>
                </a:cubicBezTo>
                <a:lnTo>
                  <a:pt x="5073" y="9925"/>
                </a:lnTo>
                <a:lnTo>
                  <a:pt x="5451" y="9925"/>
                </a:lnTo>
                <a:cubicBezTo>
                  <a:pt x="6144" y="9925"/>
                  <a:pt x="6711" y="9358"/>
                  <a:pt x="6711" y="8696"/>
                </a:cubicBezTo>
                <a:lnTo>
                  <a:pt x="6711" y="8665"/>
                </a:lnTo>
                <a:cubicBezTo>
                  <a:pt x="6995" y="8759"/>
                  <a:pt x="7278" y="8885"/>
                  <a:pt x="7562" y="9043"/>
                </a:cubicBezTo>
                <a:lnTo>
                  <a:pt x="9484" y="10177"/>
                </a:lnTo>
                <a:cubicBezTo>
                  <a:pt x="9925" y="10555"/>
                  <a:pt x="10397" y="10744"/>
                  <a:pt x="10933" y="10744"/>
                </a:cubicBezTo>
                <a:cubicBezTo>
                  <a:pt x="11878" y="10744"/>
                  <a:pt x="12697" y="10145"/>
                  <a:pt x="13327" y="9074"/>
                </a:cubicBezTo>
                <a:cubicBezTo>
                  <a:pt x="13926" y="8098"/>
                  <a:pt x="14241" y="6774"/>
                  <a:pt x="14241" y="5388"/>
                </a:cubicBezTo>
                <a:cubicBezTo>
                  <a:pt x="14178" y="2458"/>
                  <a:pt x="12792" y="1"/>
                  <a:pt x="1087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90" name="Google Shape;3390;p47"/>
          <p:cNvGrpSpPr/>
          <p:nvPr/>
        </p:nvGrpSpPr>
        <p:grpSpPr>
          <a:xfrm>
            <a:off x="5978228" y="2867824"/>
            <a:ext cx="249428" cy="286137"/>
            <a:chOff x="-9570950" y="1622100"/>
            <a:chExt cx="310350" cy="356025"/>
          </a:xfrm>
        </p:grpSpPr>
        <p:sp>
          <p:nvSpPr>
            <p:cNvPr id="3391" name="Google Shape;3391;p47"/>
            <p:cNvSpPr/>
            <p:nvPr/>
          </p:nvSpPr>
          <p:spPr>
            <a:xfrm>
              <a:off x="-9570950" y="1622100"/>
              <a:ext cx="310350" cy="356025"/>
            </a:xfrm>
            <a:custGeom>
              <a:rect b="b" l="l" r="r" t="t"/>
              <a:pathLst>
                <a:path extrusionOk="0" h="14241" w="12414">
                  <a:moveTo>
                    <a:pt x="7026" y="851"/>
                  </a:moveTo>
                  <a:cubicBezTo>
                    <a:pt x="7246" y="851"/>
                    <a:pt x="7404" y="1040"/>
                    <a:pt x="7404" y="1229"/>
                  </a:cubicBezTo>
                  <a:lnTo>
                    <a:pt x="7404" y="1670"/>
                  </a:lnTo>
                  <a:lnTo>
                    <a:pt x="4915" y="1670"/>
                  </a:lnTo>
                  <a:lnTo>
                    <a:pt x="4915" y="1229"/>
                  </a:lnTo>
                  <a:lnTo>
                    <a:pt x="4978" y="1229"/>
                  </a:lnTo>
                  <a:cubicBezTo>
                    <a:pt x="4978" y="1009"/>
                    <a:pt x="5167" y="851"/>
                    <a:pt x="5356" y="851"/>
                  </a:cubicBezTo>
                  <a:close/>
                  <a:moveTo>
                    <a:pt x="9987" y="2490"/>
                  </a:moveTo>
                  <a:lnTo>
                    <a:pt x="9987" y="7688"/>
                  </a:lnTo>
                  <a:lnTo>
                    <a:pt x="9924" y="7688"/>
                  </a:lnTo>
                  <a:lnTo>
                    <a:pt x="8160" y="5924"/>
                  </a:lnTo>
                  <a:cubicBezTo>
                    <a:pt x="8081" y="5845"/>
                    <a:pt x="7971" y="5805"/>
                    <a:pt x="7861" y="5805"/>
                  </a:cubicBezTo>
                  <a:cubicBezTo>
                    <a:pt x="7750" y="5805"/>
                    <a:pt x="7640" y="5845"/>
                    <a:pt x="7561" y="5924"/>
                  </a:cubicBezTo>
                  <a:lnTo>
                    <a:pt x="6396" y="7121"/>
                  </a:lnTo>
                  <a:lnTo>
                    <a:pt x="4883" y="5136"/>
                  </a:lnTo>
                  <a:cubicBezTo>
                    <a:pt x="4820" y="5010"/>
                    <a:pt x="4694" y="4978"/>
                    <a:pt x="4568" y="4978"/>
                  </a:cubicBezTo>
                  <a:cubicBezTo>
                    <a:pt x="4474" y="4978"/>
                    <a:pt x="4348" y="5073"/>
                    <a:pt x="4253" y="5136"/>
                  </a:cubicBezTo>
                  <a:lnTo>
                    <a:pt x="2521" y="7467"/>
                  </a:lnTo>
                  <a:lnTo>
                    <a:pt x="2521" y="2490"/>
                  </a:lnTo>
                  <a:close/>
                  <a:moveTo>
                    <a:pt x="4537" y="6081"/>
                  </a:moveTo>
                  <a:lnTo>
                    <a:pt x="6175" y="8286"/>
                  </a:lnTo>
                  <a:lnTo>
                    <a:pt x="2867" y="8286"/>
                  </a:lnTo>
                  <a:lnTo>
                    <a:pt x="4537" y="6081"/>
                  </a:lnTo>
                  <a:close/>
                  <a:moveTo>
                    <a:pt x="7845" y="6806"/>
                  </a:moveTo>
                  <a:lnTo>
                    <a:pt x="9326" y="8286"/>
                  </a:lnTo>
                  <a:lnTo>
                    <a:pt x="7215" y="8286"/>
                  </a:lnTo>
                  <a:lnTo>
                    <a:pt x="6868" y="7782"/>
                  </a:lnTo>
                  <a:lnTo>
                    <a:pt x="7845" y="6806"/>
                  </a:lnTo>
                  <a:close/>
                  <a:moveTo>
                    <a:pt x="1670" y="2458"/>
                  </a:moveTo>
                  <a:lnTo>
                    <a:pt x="1670" y="8696"/>
                  </a:lnTo>
                  <a:cubicBezTo>
                    <a:pt x="1670" y="8917"/>
                    <a:pt x="1859" y="9106"/>
                    <a:pt x="2080" y="9106"/>
                  </a:cubicBezTo>
                  <a:lnTo>
                    <a:pt x="10365" y="9106"/>
                  </a:lnTo>
                  <a:cubicBezTo>
                    <a:pt x="10586" y="9106"/>
                    <a:pt x="10806" y="8917"/>
                    <a:pt x="10743" y="8696"/>
                  </a:cubicBezTo>
                  <a:lnTo>
                    <a:pt x="10743" y="2490"/>
                  </a:lnTo>
                  <a:lnTo>
                    <a:pt x="11153" y="2490"/>
                  </a:lnTo>
                  <a:cubicBezTo>
                    <a:pt x="11374" y="2490"/>
                    <a:pt x="11594" y="2647"/>
                    <a:pt x="11594" y="2899"/>
                  </a:cubicBezTo>
                  <a:lnTo>
                    <a:pt x="11594" y="9515"/>
                  </a:lnTo>
                  <a:cubicBezTo>
                    <a:pt x="11594" y="9736"/>
                    <a:pt x="11374" y="9956"/>
                    <a:pt x="11184" y="9956"/>
                  </a:cubicBezTo>
                  <a:lnTo>
                    <a:pt x="1260" y="9956"/>
                  </a:lnTo>
                  <a:cubicBezTo>
                    <a:pt x="1040" y="9956"/>
                    <a:pt x="882" y="9736"/>
                    <a:pt x="882" y="9515"/>
                  </a:cubicBezTo>
                  <a:lnTo>
                    <a:pt x="882" y="2899"/>
                  </a:lnTo>
                  <a:cubicBezTo>
                    <a:pt x="882" y="2647"/>
                    <a:pt x="1071" y="2458"/>
                    <a:pt x="1260" y="2458"/>
                  </a:cubicBezTo>
                  <a:close/>
                  <a:moveTo>
                    <a:pt x="8286" y="10775"/>
                  </a:moveTo>
                  <a:lnTo>
                    <a:pt x="8286" y="11626"/>
                  </a:lnTo>
                  <a:lnTo>
                    <a:pt x="4127" y="11626"/>
                  </a:lnTo>
                  <a:lnTo>
                    <a:pt x="4127" y="10775"/>
                  </a:lnTo>
                  <a:close/>
                  <a:moveTo>
                    <a:pt x="3340" y="10775"/>
                  </a:moveTo>
                  <a:lnTo>
                    <a:pt x="3340" y="12886"/>
                  </a:lnTo>
                  <a:lnTo>
                    <a:pt x="3308" y="12886"/>
                  </a:lnTo>
                  <a:cubicBezTo>
                    <a:pt x="3308" y="13138"/>
                    <a:pt x="3119" y="13327"/>
                    <a:pt x="2930" y="13327"/>
                  </a:cubicBezTo>
                  <a:cubicBezTo>
                    <a:pt x="2710" y="13327"/>
                    <a:pt x="2521" y="13138"/>
                    <a:pt x="2521" y="12886"/>
                  </a:cubicBezTo>
                  <a:lnTo>
                    <a:pt x="2521" y="10775"/>
                  </a:lnTo>
                  <a:close/>
                  <a:moveTo>
                    <a:pt x="9956" y="10775"/>
                  </a:moveTo>
                  <a:lnTo>
                    <a:pt x="9956" y="12886"/>
                  </a:lnTo>
                  <a:lnTo>
                    <a:pt x="9924" y="12886"/>
                  </a:lnTo>
                  <a:cubicBezTo>
                    <a:pt x="9924" y="13138"/>
                    <a:pt x="9735" y="13327"/>
                    <a:pt x="9546" y="13327"/>
                  </a:cubicBezTo>
                  <a:cubicBezTo>
                    <a:pt x="9326" y="13327"/>
                    <a:pt x="9137" y="13138"/>
                    <a:pt x="9137" y="12886"/>
                  </a:cubicBezTo>
                  <a:lnTo>
                    <a:pt x="9137" y="10775"/>
                  </a:lnTo>
                  <a:close/>
                  <a:moveTo>
                    <a:pt x="5356" y="1"/>
                  </a:moveTo>
                  <a:cubicBezTo>
                    <a:pt x="4694" y="1"/>
                    <a:pt x="4127" y="568"/>
                    <a:pt x="4127" y="1292"/>
                  </a:cubicBezTo>
                  <a:lnTo>
                    <a:pt x="4127" y="1702"/>
                  </a:lnTo>
                  <a:lnTo>
                    <a:pt x="1229" y="1702"/>
                  </a:lnTo>
                  <a:cubicBezTo>
                    <a:pt x="567" y="1702"/>
                    <a:pt x="0" y="2269"/>
                    <a:pt x="0" y="2962"/>
                  </a:cubicBezTo>
                  <a:lnTo>
                    <a:pt x="0" y="9578"/>
                  </a:lnTo>
                  <a:cubicBezTo>
                    <a:pt x="0" y="10271"/>
                    <a:pt x="567" y="10838"/>
                    <a:pt x="1229" y="10838"/>
                  </a:cubicBezTo>
                  <a:lnTo>
                    <a:pt x="1607" y="10838"/>
                  </a:lnTo>
                  <a:lnTo>
                    <a:pt x="1607" y="12981"/>
                  </a:lnTo>
                  <a:cubicBezTo>
                    <a:pt x="1607" y="13642"/>
                    <a:pt x="2174" y="14241"/>
                    <a:pt x="2867" y="14241"/>
                  </a:cubicBezTo>
                  <a:cubicBezTo>
                    <a:pt x="3592" y="14241"/>
                    <a:pt x="4127" y="13674"/>
                    <a:pt x="4127" y="12981"/>
                  </a:cubicBezTo>
                  <a:lnTo>
                    <a:pt x="4127" y="12540"/>
                  </a:lnTo>
                  <a:lnTo>
                    <a:pt x="8286" y="12540"/>
                  </a:lnTo>
                  <a:lnTo>
                    <a:pt x="8286" y="12981"/>
                  </a:lnTo>
                  <a:cubicBezTo>
                    <a:pt x="8286" y="13642"/>
                    <a:pt x="8822" y="14241"/>
                    <a:pt x="9483" y="14241"/>
                  </a:cubicBezTo>
                  <a:cubicBezTo>
                    <a:pt x="10176" y="14241"/>
                    <a:pt x="10775" y="13674"/>
                    <a:pt x="10775" y="12981"/>
                  </a:cubicBezTo>
                  <a:lnTo>
                    <a:pt x="10775" y="10838"/>
                  </a:lnTo>
                  <a:lnTo>
                    <a:pt x="11153" y="10838"/>
                  </a:lnTo>
                  <a:cubicBezTo>
                    <a:pt x="11815" y="10838"/>
                    <a:pt x="12413" y="10303"/>
                    <a:pt x="12413" y="9578"/>
                  </a:cubicBezTo>
                  <a:lnTo>
                    <a:pt x="12413" y="2899"/>
                  </a:lnTo>
                  <a:cubicBezTo>
                    <a:pt x="12413" y="2238"/>
                    <a:pt x="11878" y="1639"/>
                    <a:pt x="11153" y="1639"/>
                  </a:cubicBezTo>
                  <a:lnTo>
                    <a:pt x="8286" y="1639"/>
                  </a:lnTo>
                  <a:lnTo>
                    <a:pt x="8286" y="1198"/>
                  </a:lnTo>
                  <a:cubicBezTo>
                    <a:pt x="8286" y="568"/>
                    <a:pt x="7687" y="1"/>
                    <a:pt x="702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2" name="Google Shape;3392;p47"/>
            <p:cNvSpPr/>
            <p:nvPr/>
          </p:nvSpPr>
          <p:spPr>
            <a:xfrm>
              <a:off x="-9426025" y="1695350"/>
              <a:ext cx="63025" cy="62250"/>
            </a:xfrm>
            <a:custGeom>
              <a:rect b="b" l="l" r="r" t="t"/>
              <a:pathLst>
                <a:path extrusionOk="0" h="2490" w="2521">
                  <a:moveTo>
                    <a:pt x="1260" y="820"/>
                  </a:moveTo>
                  <a:cubicBezTo>
                    <a:pt x="1449" y="820"/>
                    <a:pt x="1638" y="977"/>
                    <a:pt x="1638" y="1229"/>
                  </a:cubicBezTo>
                  <a:cubicBezTo>
                    <a:pt x="1638" y="1450"/>
                    <a:pt x="1449" y="1639"/>
                    <a:pt x="1260" y="1639"/>
                  </a:cubicBezTo>
                  <a:cubicBezTo>
                    <a:pt x="1071" y="1639"/>
                    <a:pt x="851" y="1450"/>
                    <a:pt x="851" y="1229"/>
                  </a:cubicBezTo>
                  <a:cubicBezTo>
                    <a:pt x="851" y="977"/>
                    <a:pt x="1071" y="820"/>
                    <a:pt x="1260" y="820"/>
                  </a:cubicBezTo>
                  <a:close/>
                  <a:moveTo>
                    <a:pt x="1260" y="1"/>
                  </a:moveTo>
                  <a:cubicBezTo>
                    <a:pt x="536" y="1"/>
                    <a:pt x="0" y="505"/>
                    <a:pt x="0" y="1229"/>
                  </a:cubicBezTo>
                  <a:cubicBezTo>
                    <a:pt x="0" y="1891"/>
                    <a:pt x="536" y="2490"/>
                    <a:pt x="1260" y="2490"/>
                  </a:cubicBezTo>
                  <a:cubicBezTo>
                    <a:pt x="1985" y="2490"/>
                    <a:pt x="2521" y="1922"/>
                    <a:pt x="2521" y="1229"/>
                  </a:cubicBezTo>
                  <a:cubicBezTo>
                    <a:pt x="2521" y="505"/>
                    <a:pt x="1985" y="1"/>
                    <a:pt x="126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93" name="Google Shape;3393;p47"/>
          <p:cNvGrpSpPr/>
          <p:nvPr/>
        </p:nvGrpSpPr>
        <p:grpSpPr>
          <a:xfrm>
            <a:off x="5960507" y="3304602"/>
            <a:ext cx="284871" cy="284249"/>
            <a:chOff x="-9594575" y="2056875"/>
            <a:chExt cx="354450" cy="353675"/>
          </a:xfrm>
        </p:grpSpPr>
        <p:sp>
          <p:nvSpPr>
            <p:cNvPr id="3394" name="Google Shape;3394;p47"/>
            <p:cNvSpPr/>
            <p:nvPr/>
          </p:nvSpPr>
          <p:spPr>
            <a:xfrm>
              <a:off x="-9594575" y="2056875"/>
              <a:ext cx="354450" cy="353675"/>
            </a:xfrm>
            <a:custGeom>
              <a:rect b="b" l="l" r="r" t="t"/>
              <a:pathLst>
                <a:path extrusionOk="0" h="14147" w="14178">
                  <a:moveTo>
                    <a:pt x="3781" y="819"/>
                  </a:moveTo>
                  <a:cubicBezTo>
                    <a:pt x="4442" y="819"/>
                    <a:pt x="5041" y="1387"/>
                    <a:pt x="5041" y="2080"/>
                  </a:cubicBezTo>
                  <a:cubicBezTo>
                    <a:pt x="4694" y="1796"/>
                    <a:pt x="4253" y="1639"/>
                    <a:pt x="3812" y="1639"/>
                  </a:cubicBezTo>
                  <a:cubicBezTo>
                    <a:pt x="3340" y="1639"/>
                    <a:pt x="2930" y="1796"/>
                    <a:pt x="2552" y="2048"/>
                  </a:cubicBezTo>
                  <a:cubicBezTo>
                    <a:pt x="2552" y="1387"/>
                    <a:pt x="3119" y="819"/>
                    <a:pt x="3781" y="819"/>
                  </a:cubicBezTo>
                  <a:close/>
                  <a:moveTo>
                    <a:pt x="10491" y="819"/>
                  </a:moveTo>
                  <a:cubicBezTo>
                    <a:pt x="11153" y="819"/>
                    <a:pt x="11688" y="1387"/>
                    <a:pt x="11751" y="2048"/>
                  </a:cubicBezTo>
                  <a:cubicBezTo>
                    <a:pt x="11373" y="1765"/>
                    <a:pt x="10964" y="1639"/>
                    <a:pt x="10491" y="1639"/>
                  </a:cubicBezTo>
                  <a:cubicBezTo>
                    <a:pt x="10019" y="1639"/>
                    <a:pt x="9578" y="1796"/>
                    <a:pt x="9263" y="2080"/>
                  </a:cubicBezTo>
                  <a:cubicBezTo>
                    <a:pt x="9231" y="1387"/>
                    <a:pt x="9767" y="819"/>
                    <a:pt x="10491" y="819"/>
                  </a:cubicBezTo>
                  <a:close/>
                  <a:moveTo>
                    <a:pt x="6742" y="5797"/>
                  </a:moveTo>
                  <a:lnTo>
                    <a:pt x="6742" y="7467"/>
                  </a:lnTo>
                  <a:lnTo>
                    <a:pt x="5860" y="7467"/>
                  </a:lnTo>
                  <a:lnTo>
                    <a:pt x="5860" y="5797"/>
                  </a:lnTo>
                  <a:close/>
                  <a:moveTo>
                    <a:pt x="8380" y="5766"/>
                  </a:moveTo>
                  <a:lnTo>
                    <a:pt x="8380" y="7467"/>
                  </a:lnTo>
                  <a:lnTo>
                    <a:pt x="7530" y="7467"/>
                  </a:lnTo>
                  <a:lnTo>
                    <a:pt x="7530" y="5766"/>
                  </a:lnTo>
                  <a:close/>
                  <a:moveTo>
                    <a:pt x="8380" y="8318"/>
                  </a:moveTo>
                  <a:lnTo>
                    <a:pt x="8380" y="9137"/>
                  </a:lnTo>
                  <a:lnTo>
                    <a:pt x="5860" y="9137"/>
                  </a:lnTo>
                  <a:lnTo>
                    <a:pt x="5860" y="8318"/>
                  </a:lnTo>
                  <a:close/>
                  <a:moveTo>
                    <a:pt x="3781" y="2489"/>
                  </a:moveTo>
                  <a:cubicBezTo>
                    <a:pt x="4442" y="2489"/>
                    <a:pt x="5041" y="3025"/>
                    <a:pt x="5041" y="3686"/>
                  </a:cubicBezTo>
                  <a:lnTo>
                    <a:pt x="5041" y="9168"/>
                  </a:lnTo>
                  <a:cubicBezTo>
                    <a:pt x="4537" y="8633"/>
                    <a:pt x="3781" y="8318"/>
                    <a:pt x="2962" y="8318"/>
                  </a:cubicBezTo>
                  <a:cubicBezTo>
                    <a:pt x="2363" y="8318"/>
                    <a:pt x="1859" y="8475"/>
                    <a:pt x="1386" y="8790"/>
                  </a:cubicBezTo>
                  <a:lnTo>
                    <a:pt x="2552" y="3497"/>
                  </a:lnTo>
                  <a:cubicBezTo>
                    <a:pt x="2678" y="2899"/>
                    <a:pt x="3182" y="2489"/>
                    <a:pt x="3781" y="2489"/>
                  </a:cubicBezTo>
                  <a:close/>
                  <a:moveTo>
                    <a:pt x="10491" y="2489"/>
                  </a:moveTo>
                  <a:cubicBezTo>
                    <a:pt x="11090" y="2489"/>
                    <a:pt x="11594" y="2899"/>
                    <a:pt x="11720" y="3497"/>
                  </a:cubicBezTo>
                  <a:lnTo>
                    <a:pt x="12886" y="8790"/>
                  </a:lnTo>
                  <a:cubicBezTo>
                    <a:pt x="12413" y="8444"/>
                    <a:pt x="11909" y="8318"/>
                    <a:pt x="11310" y="8318"/>
                  </a:cubicBezTo>
                  <a:cubicBezTo>
                    <a:pt x="10491" y="8318"/>
                    <a:pt x="9767" y="8633"/>
                    <a:pt x="9231" y="9168"/>
                  </a:cubicBezTo>
                  <a:lnTo>
                    <a:pt x="9231" y="3686"/>
                  </a:lnTo>
                  <a:cubicBezTo>
                    <a:pt x="9231" y="3025"/>
                    <a:pt x="9767" y="2489"/>
                    <a:pt x="10491" y="2489"/>
                  </a:cubicBezTo>
                  <a:close/>
                  <a:moveTo>
                    <a:pt x="2962" y="9074"/>
                  </a:moveTo>
                  <a:cubicBezTo>
                    <a:pt x="4096" y="9074"/>
                    <a:pt x="5041" y="10019"/>
                    <a:pt x="5041" y="11185"/>
                  </a:cubicBezTo>
                  <a:cubicBezTo>
                    <a:pt x="5041" y="12350"/>
                    <a:pt x="4096" y="13264"/>
                    <a:pt x="2962" y="13264"/>
                  </a:cubicBezTo>
                  <a:cubicBezTo>
                    <a:pt x="1827" y="13264"/>
                    <a:pt x="882" y="12319"/>
                    <a:pt x="882" y="11185"/>
                  </a:cubicBezTo>
                  <a:cubicBezTo>
                    <a:pt x="882" y="10019"/>
                    <a:pt x="1764" y="9074"/>
                    <a:pt x="2962" y="9074"/>
                  </a:cubicBezTo>
                  <a:close/>
                  <a:moveTo>
                    <a:pt x="11310" y="9074"/>
                  </a:moveTo>
                  <a:cubicBezTo>
                    <a:pt x="12445" y="9074"/>
                    <a:pt x="13390" y="9987"/>
                    <a:pt x="13390" y="11185"/>
                  </a:cubicBezTo>
                  <a:cubicBezTo>
                    <a:pt x="13358" y="12350"/>
                    <a:pt x="12445" y="13264"/>
                    <a:pt x="11310" y="13264"/>
                  </a:cubicBezTo>
                  <a:cubicBezTo>
                    <a:pt x="10176" y="13264"/>
                    <a:pt x="9231" y="12319"/>
                    <a:pt x="9231" y="11185"/>
                  </a:cubicBezTo>
                  <a:cubicBezTo>
                    <a:pt x="9231" y="10019"/>
                    <a:pt x="10176" y="9074"/>
                    <a:pt x="11310" y="9074"/>
                  </a:cubicBezTo>
                  <a:close/>
                  <a:moveTo>
                    <a:pt x="3749" y="0"/>
                  </a:moveTo>
                  <a:cubicBezTo>
                    <a:pt x="2615" y="0"/>
                    <a:pt x="1670" y="946"/>
                    <a:pt x="1670" y="2080"/>
                  </a:cubicBezTo>
                  <a:cubicBezTo>
                    <a:pt x="1670" y="2363"/>
                    <a:pt x="1733" y="2647"/>
                    <a:pt x="1827" y="2899"/>
                  </a:cubicBezTo>
                  <a:cubicBezTo>
                    <a:pt x="1733" y="3056"/>
                    <a:pt x="1701" y="3182"/>
                    <a:pt x="1701" y="3340"/>
                  </a:cubicBezTo>
                  <a:lnTo>
                    <a:pt x="63" y="10680"/>
                  </a:lnTo>
                  <a:cubicBezTo>
                    <a:pt x="0" y="10870"/>
                    <a:pt x="0" y="11027"/>
                    <a:pt x="0" y="11216"/>
                  </a:cubicBezTo>
                  <a:cubicBezTo>
                    <a:pt x="0" y="12823"/>
                    <a:pt x="1323" y="14146"/>
                    <a:pt x="2930" y="14146"/>
                  </a:cubicBezTo>
                  <a:cubicBezTo>
                    <a:pt x="4537" y="14146"/>
                    <a:pt x="5797" y="12823"/>
                    <a:pt x="5797" y="11216"/>
                  </a:cubicBezTo>
                  <a:lnTo>
                    <a:pt x="5797" y="9956"/>
                  </a:lnTo>
                  <a:lnTo>
                    <a:pt x="8317" y="9956"/>
                  </a:lnTo>
                  <a:lnTo>
                    <a:pt x="8317" y="11185"/>
                  </a:lnTo>
                  <a:cubicBezTo>
                    <a:pt x="8317" y="12791"/>
                    <a:pt x="9609" y="14083"/>
                    <a:pt x="11184" y="14083"/>
                  </a:cubicBezTo>
                  <a:cubicBezTo>
                    <a:pt x="12760" y="14083"/>
                    <a:pt x="14114" y="12791"/>
                    <a:pt x="14114" y="11185"/>
                  </a:cubicBezTo>
                  <a:cubicBezTo>
                    <a:pt x="14177" y="11027"/>
                    <a:pt x="14177" y="10870"/>
                    <a:pt x="14146" y="10680"/>
                  </a:cubicBezTo>
                  <a:cubicBezTo>
                    <a:pt x="14146" y="10680"/>
                    <a:pt x="12539" y="3466"/>
                    <a:pt x="12476" y="3340"/>
                  </a:cubicBezTo>
                  <a:cubicBezTo>
                    <a:pt x="12445" y="3182"/>
                    <a:pt x="12413" y="3025"/>
                    <a:pt x="12382" y="2899"/>
                  </a:cubicBezTo>
                  <a:cubicBezTo>
                    <a:pt x="12476" y="2647"/>
                    <a:pt x="12539" y="2363"/>
                    <a:pt x="12539" y="2080"/>
                  </a:cubicBezTo>
                  <a:cubicBezTo>
                    <a:pt x="12539" y="946"/>
                    <a:pt x="11594" y="0"/>
                    <a:pt x="10428" y="0"/>
                  </a:cubicBezTo>
                  <a:cubicBezTo>
                    <a:pt x="9294" y="0"/>
                    <a:pt x="8349" y="946"/>
                    <a:pt x="8349" y="2080"/>
                  </a:cubicBezTo>
                  <a:cubicBezTo>
                    <a:pt x="8349" y="2363"/>
                    <a:pt x="8443" y="2647"/>
                    <a:pt x="8506" y="2899"/>
                  </a:cubicBezTo>
                  <a:cubicBezTo>
                    <a:pt x="8412" y="3151"/>
                    <a:pt x="8349" y="3466"/>
                    <a:pt x="8349" y="3749"/>
                  </a:cubicBezTo>
                  <a:lnTo>
                    <a:pt x="8349" y="5010"/>
                  </a:lnTo>
                  <a:lnTo>
                    <a:pt x="5828" y="5010"/>
                  </a:lnTo>
                  <a:lnTo>
                    <a:pt x="5828" y="3749"/>
                  </a:lnTo>
                  <a:cubicBezTo>
                    <a:pt x="5828" y="3466"/>
                    <a:pt x="5765" y="3151"/>
                    <a:pt x="5671" y="2899"/>
                  </a:cubicBezTo>
                  <a:cubicBezTo>
                    <a:pt x="5797" y="2647"/>
                    <a:pt x="5828" y="2363"/>
                    <a:pt x="5828" y="2080"/>
                  </a:cubicBezTo>
                  <a:cubicBezTo>
                    <a:pt x="5828" y="946"/>
                    <a:pt x="4883" y="0"/>
                    <a:pt x="374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5" name="Google Shape;3395;p47"/>
            <p:cNvSpPr/>
            <p:nvPr/>
          </p:nvSpPr>
          <p:spPr>
            <a:xfrm>
              <a:off x="-9342550" y="2305750"/>
              <a:ext cx="62250" cy="62250"/>
            </a:xfrm>
            <a:custGeom>
              <a:rect b="b" l="l" r="r" t="t"/>
              <a:pathLst>
                <a:path extrusionOk="0" h="2490" w="2490">
                  <a:moveTo>
                    <a:pt x="1229" y="820"/>
                  </a:moveTo>
                  <a:cubicBezTo>
                    <a:pt x="1450" y="820"/>
                    <a:pt x="1670" y="1041"/>
                    <a:pt x="1670" y="1230"/>
                  </a:cubicBezTo>
                  <a:cubicBezTo>
                    <a:pt x="1607" y="1450"/>
                    <a:pt x="1418" y="1639"/>
                    <a:pt x="1229" y="1639"/>
                  </a:cubicBezTo>
                  <a:cubicBezTo>
                    <a:pt x="977" y="1639"/>
                    <a:pt x="820" y="1450"/>
                    <a:pt x="820" y="1230"/>
                  </a:cubicBezTo>
                  <a:cubicBezTo>
                    <a:pt x="820" y="978"/>
                    <a:pt x="1040" y="820"/>
                    <a:pt x="1229" y="820"/>
                  </a:cubicBezTo>
                  <a:close/>
                  <a:moveTo>
                    <a:pt x="1229" y="1"/>
                  </a:moveTo>
                  <a:cubicBezTo>
                    <a:pt x="568" y="1"/>
                    <a:pt x="1" y="568"/>
                    <a:pt x="1" y="1230"/>
                  </a:cubicBezTo>
                  <a:cubicBezTo>
                    <a:pt x="1" y="1891"/>
                    <a:pt x="568" y="2490"/>
                    <a:pt x="1229" y="2490"/>
                  </a:cubicBezTo>
                  <a:cubicBezTo>
                    <a:pt x="1891" y="2490"/>
                    <a:pt x="2490" y="1923"/>
                    <a:pt x="2490" y="1230"/>
                  </a:cubicBezTo>
                  <a:cubicBezTo>
                    <a:pt x="2458" y="568"/>
                    <a:pt x="1891" y="1"/>
                    <a:pt x="122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6" name="Google Shape;3396;p47"/>
            <p:cNvSpPr/>
            <p:nvPr/>
          </p:nvSpPr>
          <p:spPr>
            <a:xfrm>
              <a:off x="-9552050" y="2305750"/>
              <a:ext cx="63025" cy="62250"/>
            </a:xfrm>
            <a:custGeom>
              <a:rect b="b" l="l" r="r" t="t"/>
              <a:pathLst>
                <a:path extrusionOk="0" h="2490" w="2521">
                  <a:moveTo>
                    <a:pt x="1261" y="820"/>
                  </a:moveTo>
                  <a:cubicBezTo>
                    <a:pt x="1481" y="820"/>
                    <a:pt x="1639" y="1041"/>
                    <a:pt x="1639" y="1230"/>
                  </a:cubicBezTo>
                  <a:cubicBezTo>
                    <a:pt x="1702" y="1450"/>
                    <a:pt x="1481" y="1639"/>
                    <a:pt x="1261" y="1639"/>
                  </a:cubicBezTo>
                  <a:cubicBezTo>
                    <a:pt x="1009" y="1639"/>
                    <a:pt x="819" y="1450"/>
                    <a:pt x="819" y="1230"/>
                  </a:cubicBezTo>
                  <a:cubicBezTo>
                    <a:pt x="819" y="978"/>
                    <a:pt x="1009" y="820"/>
                    <a:pt x="1261" y="820"/>
                  </a:cubicBezTo>
                  <a:close/>
                  <a:moveTo>
                    <a:pt x="1261" y="1"/>
                  </a:moveTo>
                  <a:cubicBezTo>
                    <a:pt x="599" y="1"/>
                    <a:pt x="0" y="568"/>
                    <a:pt x="0" y="1230"/>
                  </a:cubicBezTo>
                  <a:cubicBezTo>
                    <a:pt x="0" y="1891"/>
                    <a:pt x="536" y="2490"/>
                    <a:pt x="1261" y="2490"/>
                  </a:cubicBezTo>
                  <a:cubicBezTo>
                    <a:pt x="1922" y="2490"/>
                    <a:pt x="2489" y="1923"/>
                    <a:pt x="2489" y="1230"/>
                  </a:cubicBezTo>
                  <a:cubicBezTo>
                    <a:pt x="2521" y="568"/>
                    <a:pt x="1954" y="1"/>
                    <a:pt x="126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97" name="Google Shape;3397;p47"/>
          <p:cNvSpPr/>
          <p:nvPr/>
        </p:nvSpPr>
        <p:spPr>
          <a:xfrm>
            <a:off x="7268593" y="3329929"/>
            <a:ext cx="284892" cy="233595"/>
          </a:xfrm>
          <a:custGeom>
            <a:rect b="b" l="l" r="r" t="t"/>
            <a:pathLst>
              <a:path extrusionOk="0" h="11626" w="14179">
                <a:moveTo>
                  <a:pt x="1009" y="4159"/>
                </a:moveTo>
                <a:lnTo>
                  <a:pt x="1009" y="4159"/>
                </a:lnTo>
                <a:cubicBezTo>
                  <a:pt x="1671" y="4317"/>
                  <a:pt x="2301" y="4695"/>
                  <a:pt x="2742" y="5230"/>
                </a:cubicBezTo>
                <a:lnTo>
                  <a:pt x="3214" y="6616"/>
                </a:lnTo>
                <a:lnTo>
                  <a:pt x="1608" y="6616"/>
                </a:lnTo>
                <a:lnTo>
                  <a:pt x="1009" y="4159"/>
                </a:lnTo>
                <a:close/>
                <a:moveTo>
                  <a:pt x="2710" y="2521"/>
                </a:moveTo>
                <a:lnTo>
                  <a:pt x="2710" y="2521"/>
                </a:lnTo>
                <a:cubicBezTo>
                  <a:pt x="3782" y="2678"/>
                  <a:pt x="4758" y="3182"/>
                  <a:pt x="5514" y="3970"/>
                </a:cubicBezTo>
                <a:lnTo>
                  <a:pt x="6491" y="6616"/>
                </a:lnTo>
                <a:lnTo>
                  <a:pt x="4097" y="6616"/>
                </a:lnTo>
                <a:cubicBezTo>
                  <a:pt x="4002" y="6396"/>
                  <a:pt x="2773" y="2678"/>
                  <a:pt x="2710" y="2521"/>
                </a:cubicBezTo>
                <a:close/>
                <a:moveTo>
                  <a:pt x="5199" y="851"/>
                </a:moveTo>
                <a:cubicBezTo>
                  <a:pt x="8224" y="1135"/>
                  <a:pt x="10618" y="3592"/>
                  <a:pt x="10807" y="6616"/>
                </a:cubicBezTo>
                <a:lnTo>
                  <a:pt x="7342" y="6616"/>
                </a:lnTo>
                <a:lnTo>
                  <a:pt x="5199" y="851"/>
                </a:lnTo>
                <a:close/>
                <a:moveTo>
                  <a:pt x="13170" y="4159"/>
                </a:moveTo>
                <a:lnTo>
                  <a:pt x="12603" y="6616"/>
                </a:lnTo>
                <a:lnTo>
                  <a:pt x="11658" y="6616"/>
                </a:lnTo>
                <a:cubicBezTo>
                  <a:pt x="11595" y="6144"/>
                  <a:pt x="11532" y="5703"/>
                  <a:pt x="11437" y="5262"/>
                </a:cubicBezTo>
                <a:cubicBezTo>
                  <a:pt x="11847" y="4695"/>
                  <a:pt x="12477" y="4317"/>
                  <a:pt x="13170" y="4159"/>
                </a:cubicBezTo>
                <a:close/>
                <a:moveTo>
                  <a:pt x="12477" y="7436"/>
                </a:moveTo>
                <a:lnTo>
                  <a:pt x="12477" y="9105"/>
                </a:lnTo>
                <a:lnTo>
                  <a:pt x="9957" y="9105"/>
                </a:lnTo>
                <a:lnTo>
                  <a:pt x="9957" y="8664"/>
                </a:lnTo>
                <a:cubicBezTo>
                  <a:pt x="9957" y="8475"/>
                  <a:pt x="9799" y="8255"/>
                  <a:pt x="9547" y="8255"/>
                </a:cubicBezTo>
                <a:cubicBezTo>
                  <a:pt x="9326" y="8255"/>
                  <a:pt x="9169" y="8475"/>
                  <a:pt x="9169" y="8664"/>
                </a:cubicBezTo>
                <a:lnTo>
                  <a:pt x="9169" y="9105"/>
                </a:lnTo>
                <a:lnTo>
                  <a:pt x="7499" y="9105"/>
                </a:lnTo>
                <a:lnTo>
                  <a:pt x="7499" y="8664"/>
                </a:lnTo>
                <a:cubicBezTo>
                  <a:pt x="7499" y="8412"/>
                  <a:pt x="7310" y="8255"/>
                  <a:pt x="7121" y="8255"/>
                </a:cubicBezTo>
                <a:cubicBezTo>
                  <a:pt x="6869" y="8255"/>
                  <a:pt x="6680" y="8475"/>
                  <a:pt x="6680" y="8664"/>
                </a:cubicBezTo>
                <a:lnTo>
                  <a:pt x="6680" y="9105"/>
                </a:lnTo>
                <a:lnTo>
                  <a:pt x="5042" y="9105"/>
                </a:lnTo>
                <a:lnTo>
                  <a:pt x="5042" y="8664"/>
                </a:lnTo>
                <a:cubicBezTo>
                  <a:pt x="5042" y="8412"/>
                  <a:pt x="4821" y="8255"/>
                  <a:pt x="4601" y="8255"/>
                </a:cubicBezTo>
                <a:cubicBezTo>
                  <a:pt x="4349" y="8255"/>
                  <a:pt x="4191" y="8475"/>
                  <a:pt x="4191" y="8664"/>
                </a:cubicBezTo>
                <a:lnTo>
                  <a:pt x="4191" y="9105"/>
                </a:lnTo>
                <a:lnTo>
                  <a:pt x="1671" y="9105"/>
                </a:lnTo>
                <a:lnTo>
                  <a:pt x="1671" y="7436"/>
                </a:lnTo>
                <a:close/>
                <a:moveTo>
                  <a:pt x="12855" y="9924"/>
                </a:moveTo>
                <a:cubicBezTo>
                  <a:pt x="13107" y="9924"/>
                  <a:pt x="13265" y="10113"/>
                  <a:pt x="13265" y="10365"/>
                </a:cubicBezTo>
                <a:lnTo>
                  <a:pt x="13265" y="10744"/>
                </a:lnTo>
                <a:lnTo>
                  <a:pt x="852" y="10744"/>
                </a:lnTo>
                <a:lnTo>
                  <a:pt x="852" y="10365"/>
                </a:lnTo>
                <a:cubicBezTo>
                  <a:pt x="852" y="10113"/>
                  <a:pt x="1041" y="9924"/>
                  <a:pt x="1261" y="9924"/>
                </a:cubicBezTo>
                <a:close/>
                <a:moveTo>
                  <a:pt x="4601" y="0"/>
                </a:moveTo>
                <a:cubicBezTo>
                  <a:pt x="4475" y="0"/>
                  <a:pt x="4317" y="63"/>
                  <a:pt x="4254" y="189"/>
                </a:cubicBezTo>
                <a:cubicBezTo>
                  <a:pt x="4160" y="315"/>
                  <a:pt x="4160" y="410"/>
                  <a:pt x="4191" y="568"/>
                </a:cubicBezTo>
                <a:lnTo>
                  <a:pt x="4916" y="2458"/>
                </a:lnTo>
                <a:cubicBezTo>
                  <a:pt x="4097" y="1954"/>
                  <a:pt x="3088" y="1670"/>
                  <a:pt x="2112" y="1670"/>
                </a:cubicBezTo>
                <a:cubicBezTo>
                  <a:pt x="1986" y="1670"/>
                  <a:pt x="1828" y="1765"/>
                  <a:pt x="1765" y="1828"/>
                </a:cubicBezTo>
                <a:cubicBezTo>
                  <a:pt x="1671" y="1954"/>
                  <a:pt x="1639" y="2080"/>
                  <a:pt x="1734" y="2206"/>
                </a:cubicBezTo>
                <a:lnTo>
                  <a:pt x="2238" y="3781"/>
                </a:lnTo>
                <a:cubicBezTo>
                  <a:pt x="1671" y="3466"/>
                  <a:pt x="1041" y="3308"/>
                  <a:pt x="411" y="3308"/>
                </a:cubicBezTo>
                <a:cubicBezTo>
                  <a:pt x="316" y="3308"/>
                  <a:pt x="190" y="3340"/>
                  <a:pt x="95" y="3466"/>
                </a:cubicBezTo>
                <a:cubicBezTo>
                  <a:pt x="32" y="3592"/>
                  <a:pt x="1" y="3686"/>
                  <a:pt x="32" y="3813"/>
                </a:cubicBezTo>
                <a:lnTo>
                  <a:pt x="852" y="7089"/>
                </a:lnTo>
                <a:lnTo>
                  <a:pt x="852" y="9168"/>
                </a:lnTo>
                <a:cubicBezTo>
                  <a:pt x="379" y="9326"/>
                  <a:pt x="32" y="9798"/>
                  <a:pt x="32" y="10365"/>
                </a:cubicBezTo>
                <a:lnTo>
                  <a:pt x="32" y="11185"/>
                </a:lnTo>
                <a:cubicBezTo>
                  <a:pt x="32" y="11405"/>
                  <a:pt x="221" y="11626"/>
                  <a:pt x="411" y="11626"/>
                </a:cubicBezTo>
                <a:lnTo>
                  <a:pt x="13706" y="11626"/>
                </a:lnTo>
                <a:cubicBezTo>
                  <a:pt x="13926" y="11626"/>
                  <a:pt x="14084" y="11405"/>
                  <a:pt x="14084" y="11185"/>
                </a:cubicBezTo>
                <a:lnTo>
                  <a:pt x="14084" y="10365"/>
                </a:lnTo>
                <a:cubicBezTo>
                  <a:pt x="14115" y="9798"/>
                  <a:pt x="13769" y="9326"/>
                  <a:pt x="13296" y="9168"/>
                </a:cubicBezTo>
                <a:lnTo>
                  <a:pt x="13296" y="7089"/>
                </a:lnTo>
                <a:lnTo>
                  <a:pt x="14115" y="3813"/>
                </a:lnTo>
                <a:cubicBezTo>
                  <a:pt x="14178" y="3686"/>
                  <a:pt x="14115" y="3592"/>
                  <a:pt x="14052" y="3466"/>
                </a:cubicBezTo>
                <a:cubicBezTo>
                  <a:pt x="13958" y="3340"/>
                  <a:pt x="13863" y="3308"/>
                  <a:pt x="13737" y="3308"/>
                </a:cubicBezTo>
                <a:cubicBezTo>
                  <a:pt x="12760" y="3308"/>
                  <a:pt x="11847" y="3686"/>
                  <a:pt x="11122" y="4348"/>
                </a:cubicBezTo>
                <a:cubicBezTo>
                  <a:pt x="10083" y="1796"/>
                  <a:pt x="7562" y="0"/>
                  <a:pt x="460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98" name="Google Shape;3398;p47"/>
          <p:cNvGrpSpPr/>
          <p:nvPr/>
        </p:nvGrpSpPr>
        <p:grpSpPr>
          <a:xfrm>
            <a:off x="6398258" y="1558800"/>
            <a:ext cx="284871" cy="283606"/>
            <a:chOff x="-12661600" y="1640225"/>
            <a:chExt cx="354450" cy="352875"/>
          </a:xfrm>
        </p:grpSpPr>
        <p:sp>
          <p:nvSpPr>
            <p:cNvPr id="3399" name="Google Shape;3399;p47"/>
            <p:cNvSpPr/>
            <p:nvPr/>
          </p:nvSpPr>
          <p:spPr>
            <a:xfrm>
              <a:off x="-12661600" y="1764675"/>
              <a:ext cx="188275" cy="228425"/>
            </a:xfrm>
            <a:custGeom>
              <a:rect b="b" l="l" r="r" t="t"/>
              <a:pathLst>
                <a:path extrusionOk="0" h="9137" w="7531">
                  <a:moveTo>
                    <a:pt x="5451" y="819"/>
                  </a:moveTo>
                  <a:cubicBezTo>
                    <a:pt x="5672" y="819"/>
                    <a:pt x="5829" y="1008"/>
                    <a:pt x="5829" y="1229"/>
                  </a:cubicBezTo>
                  <a:cubicBezTo>
                    <a:pt x="5829" y="1481"/>
                    <a:pt x="5640" y="1670"/>
                    <a:pt x="5451" y="1670"/>
                  </a:cubicBezTo>
                  <a:lnTo>
                    <a:pt x="2112" y="1670"/>
                  </a:lnTo>
                  <a:cubicBezTo>
                    <a:pt x="1860" y="1670"/>
                    <a:pt x="1671" y="1481"/>
                    <a:pt x="1671" y="1229"/>
                  </a:cubicBezTo>
                  <a:cubicBezTo>
                    <a:pt x="1671" y="1008"/>
                    <a:pt x="1860" y="819"/>
                    <a:pt x="2112" y="819"/>
                  </a:cubicBezTo>
                  <a:close/>
                  <a:moveTo>
                    <a:pt x="5010" y="2457"/>
                  </a:moveTo>
                  <a:lnTo>
                    <a:pt x="5010" y="3308"/>
                  </a:lnTo>
                  <a:lnTo>
                    <a:pt x="2490" y="3308"/>
                  </a:lnTo>
                  <a:lnTo>
                    <a:pt x="2490" y="2457"/>
                  </a:lnTo>
                  <a:close/>
                  <a:moveTo>
                    <a:pt x="5325" y="4159"/>
                  </a:moveTo>
                  <a:lnTo>
                    <a:pt x="6428" y="4726"/>
                  </a:lnTo>
                  <a:cubicBezTo>
                    <a:pt x="6585" y="4789"/>
                    <a:pt x="6680" y="4915"/>
                    <a:pt x="6680" y="5072"/>
                  </a:cubicBezTo>
                  <a:lnTo>
                    <a:pt x="6680" y="7876"/>
                  </a:lnTo>
                  <a:cubicBezTo>
                    <a:pt x="6680" y="8097"/>
                    <a:pt x="6459" y="8286"/>
                    <a:pt x="6239" y="8286"/>
                  </a:cubicBezTo>
                  <a:lnTo>
                    <a:pt x="1229" y="8286"/>
                  </a:lnTo>
                  <a:cubicBezTo>
                    <a:pt x="1009" y="8286"/>
                    <a:pt x="788" y="8097"/>
                    <a:pt x="788" y="7876"/>
                  </a:cubicBezTo>
                  <a:lnTo>
                    <a:pt x="788" y="5072"/>
                  </a:lnTo>
                  <a:lnTo>
                    <a:pt x="851" y="5072"/>
                  </a:lnTo>
                  <a:cubicBezTo>
                    <a:pt x="851" y="4915"/>
                    <a:pt x="914" y="4757"/>
                    <a:pt x="1072" y="4726"/>
                  </a:cubicBezTo>
                  <a:lnTo>
                    <a:pt x="2175" y="4159"/>
                  </a:lnTo>
                  <a:close/>
                  <a:moveTo>
                    <a:pt x="2112" y="0"/>
                  </a:moveTo>
                  <a:cubicBezTo>
                    <a:pt x="1418" y="0"/>
                    <a:pt x="851" y="536"/>
                    <a:pt x="851" y="1260"/>
                  </a:cubicBezTo>
                  <a:cubicBezTo>
                    <a:pt x="851" y="1796"/>
                    <a:pt x="1198" y="2237"/>
                    <a:pt x="1671" y="2426"/>
                  </a:cubicBezTo>
                  <a:lnTo>
                    <a:pt x="1671" y="3497"/>
                  </a:lnTo>
                  <a:lnTo>
                    <a:pt x="694" y="3970"/>
                  </a:lnTo>
                  <a:cubicBezTo>
                    <a:pt x="253" y="4159"/>
                    <a:pt x="1" y="4600"/>
                    <a:pt x="1" y="5072"/>
                  </a:cubicBezTo>
                  <a:lnTo>
                    <a:pt x="1" y="7876"/>
                  </a:lnTo>
                  <a:cubicBezTo>
                    <a:pt x="1" y="8538"/>
                    <a:pt x="568" y="9136"/>
                    <a:pt x="1261" y="9136"/>
                  </a:cubicBezTo>
                  <a:lnTo>
                    <a:pt x="6270" y="9136"/>
                  </a:lnTo>
                  <a:cubicBezTo>
                    <a:pt x="6963" y="9136"/>
                    <a:pt x="7530" y="8538"/>
                    <a:pt x="7530" y="7876"/>
                  </a:cubicBezTo>
                  <a:lnTo>
                    <a:pt x="7530" y="5072"/>
                  </a:lnTo>
                  <a:cubicBezTo>
                    <a:pt x="7530" y="4600"/>
                    <a:pt x="7247" y="4159"/>
                    <a:pt x="6869" y="3970"/>
                  </a:cubicBezTo>
                  <a:lnTo>
                    <a:pt x="5892" y="3497"/>
                  </a:lnTo>
                  <a:lnTo>
                    <a:pt x="5892" y="2426"/>
                  </a:lnTo>
                  <a:cubicBezTo>
                    <a:pt x="6365" y="2268"/>
                    <a:pt x="6711" y="1796"/>
                    <a:pt x="6711" y="1260"/>
                  </a:cubicBezTo>
                  <a:cubicBezTo>
                    <a:pt x="6711" y="567"/>
                    <a:pt x="6144" y="0"/>
                    <a:pt x="545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0" name="Google Shape;3400;p47"/>
            <p:cNvSpPr/>
            <p:nvPr/>
          </p:nvSpPr>
          <p:spPr>
            <a:xfrm>
              <a:off x="-12451300" y="1640225"/>
              <a:ext cx="144150" cy="350500"/>
            </a:xfrm>
            <a:custGeom>
              <a:rect b="b" l="l" r="r" t="t"/>
              <a:pathLst>
                <a:path extrusionOk="0" h="14020" w="5766">
                  <a:moveTo>
                    <a:pt x="2836" y="788"/>
                  </a:moveTo>
                  <a:cubicBezTo>
                    <a:pt x="3970" y="788"/>
                    <a:pt x="4915" y="1733"/>
                    <a:pt x="4915" y="2867"/>
                  </a:cubicBezTo>
                  <a:lnTo>
                    <a:pt x="4915" y="4285"/>
                  </a:lnTo>
                  <a:lnTo>
                    <a:pt x="3246" y="5388"/>
                  </a:lnTo>
                  <a:lnTo>
                    <a:pt x="3246" y="4569"/>
                  </a:lnTo>
                  <a:lnTo>
                    <a:pt x="3246" y="2048"/>
                  </a:lnTo>
                  <a:cubicBezTo>
                    <a:pt x="3246" y="1828"/>
                    <a:pt x="3057" y="1607"/>
                    <a:pt x="2836" y="1607"/>
                  </a:cubicBezTo>
                  <a:cubicBezTo>
                    <a:pt x="2584" y="1607"/>
                    <a:pt x="2426" y="1828"/>
                    <a:pt x="2426" y="2048"/>
                  </a:cubicBezTo>
                  <a:lnTo>
                    <a:pt x="2426" y="3781"/>
                  </a:lnTo>
                  <a:lnTo>
                    <a:pt x="788" y="2678"/>
                  </a:lnTo>
                  <a:cubicBezTo>
                    <a:pt x="914" y="1607"/>
                    <a:pt x="1765" y="788"/>
                    <a:pt x="2836" y="788"/>
                  </a:cubicBezTo>
                  <a:close/>
                  <a:moveTo>
                    <a:pt x="788" y="3655"/>
                  </a:moveTo>
                  <a:lnTo>
                    <a:pt x="2426" y="4758"/>
                  </a:lnTo>
                  <a:lnTo>
                    <a:pt x="2426" y="7089"/>
                  </a:lnTo>
                  <a:lnTo>
                    <a:pt x="788" y="5986"/>
                  </a:lnTo>
                  <a:lnTo>
                    <a:pt x="788" y="3655"/>
                  </a:lnTo>
                  <a:close/>
                  <a:moveTo>
                    <a:pt x="4915" y="5325"/>
                  </a:moveTo>
                  <a:lnTo>
                    <a:pt x="4915" y="7656"/>
                  </a:lnTo>
                  <a:lnTo>
                    <a:pt x="3277" y="8759"/>
                  </a:lnTo>
                  <a:lnTo>
                    <a:pt x="3277" y="6427"/>
                  </a:lnTo>
                  <a:lnTo>
                    <a:pt x="4915" y="5325"/>
                  </a:lnTo>
                  <a:close/>
                  <a:moveTo>
                    <a:pt x="788" y="7026"/>
                  </a:moveTo>
                  <a:lnTo>
                    <a:pt x="2426" y="8129"/>
                  </a:lnTo>
                  <a:lnTo>
                    <a:pt x="2426" y="11027"/>
                  </a:lnTo>
                  <a:lnTo>
                    <a:pt x="1355" y="9956"/>
                  </a:lnTo>
                  <a:cubicBezTo>
                    <a:pt x="977" y="9578"/>
                    <a:pt x="788" y="9074"/>
                    <a:pt x="788" y="8507"/>
                  </a:cubicBezTo>
                  <a:lnTo>
                    <a:pt x="788" y="7026"/>
                  </a:lnTo>
                  <a:close/>
                  <a:moveTo>
                    <a:pt x="4884" y="8664"/>
                  </a:moveTo>
                  <a:cubicBezTo>
                    <a:pt x="4884" y="9137"/>
                    <a:pt x="4632" y="9609"/>
                    <a:pt x="4285" y="9956"/>
                  </a:cubicBezTo>
                  <a:lnTo>
                    <a:pt x="3214" y="11027"/>
                  </a:lnTo>
                  <a:lnTo>
                    <a:pt x="3214" y="9767"/>
                  </a:lnTo>
                  <a:lnTo>
                    <a:pt x="4884" y="8664"/>
                  </a:lnTo>
                  <a:close/>
                  <a:moveTo>
                    <a:pt x="2868" y="0"/>
                  </a:moveTo>
                  <a:cubicBezTo>
                    <a:pt x="1292" y="0"/>
                    <a:pt x="1" y="1292"/>
                    <a:pt x="1" y="2930"/>
                  </a:cubicBezTo>
                  <a:lnTo>
                    <a:pt x="1" y="2962"/>
                  </a:lnTo>
                  <a:lnTo>
                    <a:pt x="1" y="8475"/>
                  </a:lnTo>
                  <a:cubicBezTo>
                    <a:pt x="1" y="9263"/>
                    <a:pt x="316" y="9956"/>
                    <a:pt x="851" y="10523"/>
                  </a:cubicBezTo>
                  <a:lnTo>
                    <a:pt x="2489" y="12130"/>
                  </a:lnTo>
                  <a:lnTo>
                    <a:pt x="2489" y="13642"/>
                  </a:lnTo>
                  <a:cubicBezTo>
                    <a:pt x="2489" y="13862"/>
                    <a:pt x="2679" y="14020"/>
                    <a:pt x="2868" y="14020"/>
                  </a:cubicBezTo>
                  <a:cubicBezTo>
                    <a:pt x="3057" y="14020"/>
                    <a:pt x="3309" y="13831"/>
                    <a:pt x="3309" y="13642"/>
                  </a:cubicBezTo>
                  <a:lnTo>
                    <a:pt x="3309" y="12130"/>
                  </a:lnTo>
                  <a:lnTo>
                    <a:pt x="4915" y="10523"/>
                  </a:lnTo>
                  <a:cubicBezTo>
                    <a:pt x="5451" y="9956"/>
                    <a:pt x="5766" y="9263"/>
                    <a:pt x="5766" y="8475"/>
                  </a:cubicBezTo>
                  <a:cubicBezTo>
                    <a:pt x="5734" y="8223"/>
                    <a:pt x="5734" y="3119"/>
                    <a:pt x="5734" y="2930"/>
                  </a:cubicBezTo>
                  <a:cubicBezTo>
                    <a:pt x="5734" y="1292"/>
                    <a:pt x="4443" y="0"/>
                    <a:pt x="286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1" name="Google Shape;3401;p47"/>
            <p:cNvSpPr/>
            <p:nvPr/>
          </p:nvSpPr>
          <p:spPr>
            <a:xfrm>
              <a:off x="-12619850" y="1887525"/>
              <a:ext cx="104000" cy="63050"/>
            </a:xfrm>
            <a:custGeom>
              <a:rect b="b" l="l" r="r" t="t"/>
              <a:pathLst>
                <a:path extrusionOk="0" h="2522" w="4160">
                  <a:moveTo>
                    <a:pt x="3340" y="851"/>
                  </a:moveTo>
                  <a:lnTo>
                    <a:pt x="3340" y="1702"/>
                  </a:lnTo>
                  <a:lnTo>
                    <a:pt x="820" y="1702"/>
                  </a:lnTo>
                  <a:lnTo>
                    <a:pt x="820" y="851"/>
                  </a:lnTo>
                  <a:close/>
                  <a:moveTo>
                    <a:pt x="442" y="1"/>
                  </a:moveTo>
                  <a:cubicBezTo>
                    <a:pt x="190" y="1"/>
                    <a:pt x="1" y="190"/>
                    <a:pt x="1" y="442"/>
                  </a:cubicBezTo>
                  <a:lnTo>
                    <a:pt x="1" y="2080"/>
                  </a:lnTo>
                  <a:cubicBezTo>
                    <a:pt x="1" y="2332"/>
                    <a:pt x="190" y="2521"/>
                    <a:pt x="442" y="2521"/>
                  </a:cubicBezTo>
                  <a:lnTo>
                    <a:pt x="3781" y="2521"/>
                  </a:lnTo>
                  <a:cubicBezTo>
                    <a:pt x="4002" y="2521"/>
                    <a:pt x="4159" y="2332"/>
                    <a:pt x="4159" y="2080"/>
                  </a:cubicBezTo>
                  <a:lnTo>
                    <a:pt x="4159" y="442"/>
                  </a:lnTo>
                  <a:cubicBezTo>
                    <a:pt x="4159" y="190"/>
                    <a:pt x="3970" y="1"/>
                    <a:pt x="378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02" name="Google Shape;3402;p47"/>
          <p:cNvGrpSpPr/>
          <p:nvPr/>
        </p:nvGrpSpPr>
        <p:grpSpPr>
          <a:xfrm>
            <a:off x="6398570" y="2011464"/>
            <a:ext cx="284249" cy="249127"/>
            <a:chOff x="-12660025" y="2096250"/>
            <a:chExt cx="353675" cy="309975"/>
          </a:xfrm>
        </p:grpSpPr>
        <p:sp>
          <p:nvSpPr>
            <p:cNvPr id="3403" name="Google Shape;3403;p47"/>
            <p:cNvSpPr/>
            <p:nvPr/>
          </p:nvSpPr>
          <p:spPr>
            <a:xfrm>
              <a:off x="-12619850" y="2136425"/>
              <a:ext cx="63025" cy="62250"/>
            </a:xfrm>
            <a:custGeom>
              <a:rect b="b" l="l" r="r" t="t"/>
              <a:pathLst>
                <a:path extrusionOk="0" h="2490" w="2521">
                  <a:moveTo>
                    <a:pt x="1261" y="819"/>
                  </a:moveTo>
                  <a:cubicBezTo>
                    <a:pt x="1481" y="819"/>
                    <a:pt x="1702" y="1040"/>
                    <a:pt x="1702" y="1261"/>
                  </a:cubicBezTo>
                  <a:cubicBezTo>
                    <a:pt x="1702" y="1513"/>
                    <a:pt x="1481" y="1702"/>
                    <a:pt x="1261" y="1702"/>
                  </a:cubicBezTo>
                  <a:cubicBezTo>
                    <a:pt x="1040" y="1702"/>
                    <a:pt x="851" y="1513"/>
                    <a:pt x="851" y="1261"/>
                  </a:cubicBezTo>
                  <a:cubicBezTo>
                    <a:pt x="820" y="1040"/>
                    <a:pt x="1009" y="819"/>
                    <a:pt x="1261" y="819"/>
                  </a:cubicBezTo>
                  <a:close/>
                  <a:moveTo>
                    <a:pt x="1261" y="0"/>
                  </a:moveTo>
                  <a:cubicBezTo>
                    <a:pt x="568" y="0"/>
                    <a:pt x="1" y="567"/>
                    <a:pt x="1" y="1229"/>
                  </a:cubicBezTo>
                  <a:cubicBezTo>
                    <a:pt x="1" y="1922"/>
                    <a:pt x="568" y="2489"/>
                    <a:pt x="1261" y="2489"/>
                  </a:cubicBezTo>
                  <a:cubicBezTo>
                    <a:pt x="1922" y="2489"/>
                    <a:pt x="2521" y="1922"/>
                    <a:pt x="2521" y="1229"/>
                  </a:cubicBezTo>
                  <a:cubicBezTo>
                    <a:pt x="2521" y="567"/>
                    <a:pt x="1954" y="0"/>
                    <a:pt x="126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4" name="Google Shape;3404;p47"/>
            <p:cNvSpPr/>
            <p:nvPr/>
          </p:nvSpPr>
          <p:spPr>
            <a:xfrm>
              <a:off x="-12496200" y="2136425"/>
              <a:ext cx="63050" cy="62250"/>
            </a:xfrm>
            <a:custGeom>
              <a:rect b="b" l="l" r="r" t="t"/>
              <a:pathLst>
                <a:path extrusionOk="0" h="2490" w="2522">
                  <a:moveTo>
                    <a:pt x="1261" y="819"/>
                  </a:moveTo>
                  <a:cubicBezTo>
                    <a:pt x="1513" y="819"/>
                    <a:pt x="1702" y="1040"/>
                    <a:pt x="1702" y="1261"/>
                  </a:cubicBezTo>
                  <a:cubicBezTo>
                    <a:pt x="1702" y="1513"/>
                    <a:pt x="1513" y="1702"/>
                    <a:pt x="1261" y="1702"/>
                  </a:cubicBezTo>
                  <a:cubicBezTo>
                    <a:pt x="1040" y="1702"/>
                    <a:pt x="883" y="1513"/>
                    <a:pt x="883" y="1261"/>
                  </a:cubicBezTo>
                  <a:cubicBezTo>
                    <a:pt x="851" y="1040"/>
                    <a:pt x="1040" y="819"/>
                    <a:pt x="1261" y="819"/>
                  </a:cubicBezTo>
                  <a:close/>
                  <a:moveTo>
                    <a:pt x="1261" y="0"/>
                  </a:moveTo>
                  <a:cubicBezTo>
                    <a:pt x="568" y="0"/>
                    <a:pt x="64" y="567"/>
                    <a:pt x="64" y="1229"/>
                  </a:cubicBezTo>
                  <a:cubicBezTo>
                    <a:pt x="1" y="1922"/>
                    <a:pt x="568" y="2489"/>
                    <a:pt x="1261" y="2489"/>
                  </a:cubicBezTo>
                  <a:cubicBezTo>
                    <a:pt x="1954" y="2489"/>
                    <a:pt x="2521" y="1922"/>
                    <a:pt x="2521" y="1229"/>
                  </a:cubicBezTo>
                  <a:cubicBezTo>
                    <a:pt x="2521" y="567"/>
                    <a:pt x="1986" y="0"/>
                    <a:pt x="126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5" name="Google Shape;3405;p47"/>
            <p:cNvSpPr/>
            <p:nvPr/>
          </p:nvSpPr>
          <p:spPr>
            <a:xfrm>
              <a:off x="-12453650" y="2261650"/>
              <a:ext cx="19700" cy="19725"/>
            </a:xfrm>
            <a:custGeom>
              <a:rect b="b" l="l" r="r" t="t"/>
              <a:pathLst>
                <a:path extrusionOk="0" h="789" w="788">
                  <a:moveTo>
                    <a:pt x="410" y="1"/>
                  </a:moveTo>
                  <a:cubicBezTo>
                    <a:pt x="189" y="1"/>
                    <a:pt x="0" y="158"/>
                    <a:pt x="0" y="379"/>
                  </a:cubicBezTo>
                  <a:cubicBezTo>
                    <a:pt x="0" y="599"/>
                    <a:pt x="189" y="788"/>
                    <a:pt x="410" y="788"/>
                  </a:cubicBezTo>
                  <a:cubicBezTo>
                    <a:pt x="630" y="788"/>
                    <a:pt x="788" y="599"/>
                    <a:pt x="788" y="379"/>
                  </a:cubicBezTo>
                  <a:cubicBezTo>
                    <a:pt x="788" y="158"/>
                    <a:pt x="630" y="1"/>
                    <a:pt x="41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6" name="Google Shape;3406;p47"/>
            <p:cNvSpPr/>
            <p:nvPr/>
          </p:nvSpPr>
          <p:spPr>
            <a:xfrm>
              <a:off x="-12494625" y="2261650"/>
              <a:ext cx="19725" cy="19725"/>
            </a:xfrm>
            <a:custGeom>
              <a:rect b="b" l="l" r="r" t="t"/>
              <a:pathLst>
                <a:path extrusionOk="0" h="789" w="789">
                  <a:moveTo>
                    <a:pt x="379" y="1"/>
                  </a:moveTo>
                  <a:cubicBezTo>
                    <a:pt x="158" y="1"/>
                    <a:pt x="1" y="158"/>
                    <a:pt x="1" y="379"/>
                  </a:cubicBezTo>
                  <a:cubicBezTo>
                    <a:pt x="1" y="599"/>
                    <a:pt x="158" y="788"/>
                    <a:pt x="379" y="788"/>
                  </a:cubicBezTo>
                  <a:cubicBezTo>
                    <a:pt x="599" y="788"/>
                    <a:pt x="788" y="599"/>
                    <a:pt x="788" y="379"/>
                  </a:cubicBezTo>
                  <a:cubicBezTo>
                    <a:pt x="788" y="158"/>
                    <a:pt x="599" y="1"/>
                    <a:pt x="37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7" name="Google Shape;3407;p47"/>
            <p:cNvSpPr/>
            <p:nvPr/>
          </p:nvSpPr>
          <p:spPr>
            <a:xfrm>
              <a:off x="-12619850" y="2301825"/>
              <a:ext cx="103200" cy="60675"/>
            </a:xfrm>
            <a:custGeom>
              <a:rect b="b" l="l" r="r" t="t"/>
              <a:pathLst>
                <a:path extrusionOk="0" h="2427" w="4128">
                  <a:moveTo>
                    <a:pt x="3309" y="819"/>
                  </a:moveTo>
                  <a:lnTo>
                    <a:pt x="3309" y="1670"/>
                  </a:lnTo>
                  <a:lnTo>
                    <a:pt x="820" y="1670"/>
                  </a:lnTo>
                  <a:lnTo>
                    <a:pt x="820" y="819"/>
                  </a:lnTo>
                  <a:close/>
                  <a:moveTo>
                    <a:pt x="442" y="0"/>
                  </a:moveTo>
                  <a:cubicBezTo>
                    <a:pt x="190" y="0"/>
                    <a:pt x="1" y="189"/>
                    <a:pt x="1" y="410"/>
                  </a:cubicBezTo>
                  <a:lnTo>
                    <a:pt x="1" y="2048"/>
                  </a:lnTo>
                  <a:cubicBezTo>
                    <a:pt x="1" y="2269"/>
                    <a:pt x="190" y="2426"/>
                    <a:pt x="442" y="2426"/>
                  </a:cubicBezTo>
                  <a:lnTo>
                    <a:pt x="3750" y="2426"/>
                  </a:lnTo>
                  <a:cubicBezTo>
                    <a:pt x="3970" y="2426"/>
                    <a:pt x="4128" y="2237"/>
                    <a:pt x="4128" y="2048"/>
                  </a:cubicBezTo>
                  <a:lnTo>
                    <a:pt x="4128" y="410"/>
                  </a:lnTo>
                  <a:cubicBezTo>
                    <a:pt x="4128" y="189"/>
                    <a:pt x="3970" y="0"/>
                    <a:pt x="375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8" name="Google Shape;3408;p47"/>
            <p:cNvSpPr/>
            <p:nvPr/>
          </p:nvSpPr>
          <p:spPr>
            <a:xfrm>
              <a:off x="-12660025" y="2096250"/>
              <a:ext cx="353675" cy="309975"/>
            </a:xfrm>
            <a:custGeom>
              <a:rect b="b" l="l" r="r" t="t"/>
              <a:pathLst>
                <a:path extrusionOk="0" h="12399" w="14147">
                  <a:moveTo>
                    <a:pt x="5357" y="4317"/>
                  </a:moveTo>
                  <a:cubicBezTo>
                    <a:pt x="5451" y="4569"/>
                    <a:pt x="5609" y="4758"/>
                    <a:pt x="5766" y="4915"/>
                  </a:cubicBezTo>
                  <a:lnTo>
                    <a:pt x="4884" y="4915"/>
                  </a:lnTo>
                  <a:cubicBezTo>
                    <a:pt x="5042" y="4758"/>
                    <a:pt x="5199" y="4569"/>
                    <a:pt x="5357" y="4317"/>
                  </a:cubicBezTo>
                  <a:close/>
                  <a:moveTo>
                    <a:pt x="2868" y="788"/>
                  </a:moveTo>
                  <a:cubicBezTo>
                    <a:pt x="4002" y="788"/>
                    <a:pt x="4947" y="1733"/>
                    <a:pt x="4947" y="2868"/>
                  </a:cubicBezTo>
                  <a:cubicBezTo>
                    <a:pt x="4947" y="4002"/>
                    <a:pt x="4002" y="4947"/>
                    <a:pt x="2868" y="4947"/>
                  </a:cubicBezTo>
                  <a:cubicBezTo>
                    <a:pt x="1734" y="4915"/>
                    <a:pt x="788" y="4002"/>
                    <a:pt x="788" y="2868"/>
                  </a:cubicBezTo>
                  <a:cubicBezTo>
                    <a:pt x="788" y="1733"/>
                    <a:pt x="1734" y="788"/>
                    <a:pt x="2868" y="788"/>
                  </a:cubicBezTo>
                  <a:close/>
                  <a:moveTo>
                    <a:pt x="7814" y="788"/>
                  </a:moveTo>
                  <a:cubicBezTo>
                    <a:pt x="8980" y="788"/>
                    <a:pt x="9925" y="1733"/>
                    <a:pt x="9925" y="2868"/>
                  </a:cubicBezTo>
                  <a:cubicBezTo>
                    <a:pt x="9925" y="4002"/>
                    <a:pt x="8980" y="4947"/>
                    <a:pt x="7814" y="4947"/>
                  </a:cubicBezTo>
                  <a:cubicBezTo>
                    <a:pt x="6680" y="4947"/>
                    <a:pt x="5735" y="4002"/>
                    <a:pt x="5735" y="2868"/>
                  </a:cubicBezTo>
                  <a:cubicBezTo>
                    <a:pt x="5735" y="1733"/>
                    <a:pt x="6680" y="788"/>
                    <a:pt x="7814" y="788"/>
                  </a:cubicBezTo>
                  <a:close/>
                  <a:moveTo>
                    <a:pt x="13264" y="5987"/>
                  </a:moveTo>
                  <a:lnTo>
                    <a:pt x="13264" y="11311"/>
                  </a:lnTo>
                  <a:lnTo>
                    <a:pt x="10744" y="10051"/>
                  </a:lnTo>
                  <a:lnTo>
                    <a:pt x="10744" y="7247"/>
                  </a:lnTo>
                  <a:lnTo>
                    <a:pt x="13264" y="5987"/>
                  </a:lnTo>
                  <a:close/>
                  <a:moveTo>
                    <a:pt x="9484" y="5734"/>
                  </a:moveTo>
                  <a:cubicBezTo>
                    <a:pt x="9704" y="5734"/>
                    <a:pt x="9862" y="5955"/>
                    <a:pt x="9862" y="6176"/>
                  </a:cubicBezTo>
                  <a:lnTo>
                    <a:pt x="9862" y="11153"/>
                  </a:lnTo>
                  <a:cubicBezTo>
                    <a:pt x="9862" y="11374"/>
                    <a:pt x="9673" y="11563"/>
                    <a:pt x="9484" y="11563"/>
                  </a:cubicBezTo>
                  <a:lnTo>
                    <a:pt x="1198" y="11563"/>
                  </a:lnTo>
                  <a:cubicBezTo>
                    <a:pt x="977" y="11563"/>
                    <a:pt x="788" y="11374"/>
                    <a:pt x="788" y="11153"/>
                  </a:cubicBezTo>
                  <a:lnTo>
                    <a:pt x="788" y="6176"/>
                  </a:lnTo>
                  <a:cubicBezTo>
                    <a:pt x="788" y="5955"/>
                    <a:pt x="977" y="5734"/>
                    <a:pt x="1198" y="5734"/>
                  </a:cubicBezTo>
                  <a:close/>
                  <a:moveTo>
                    <a:pt x="2868" y="1"/>
                  </a:moveTo>
                  <a:cubicBezTo>
                    <a:pt x="1261" y="1"/>
                    <a:pt x="1" y="1292"/>
                    <a:pt x="1" y="2868"/>
                  </a:cubicBezTo>
                  <a:cubicBezTo>
                    <a:pt x="1" y="3687"/>
                    <a:pt x="347" y="4443"/>
                    <a:pt x="883" y="5010"/>
                  </a:cubicBezTo>
                  <a:cubicBezTo>
                    <a:pt x="379" y="5167"/>
                    <a:pt x="1" y="5640"/>
                    <a:pt x="1" y="6176"/>
                  </a:cubicBezTo>
                  <a:lnTo>
                    <a:pt x="1" y="11153"/>
                  </a:lnTo>
                  <a:cubicBezTo>
                    <a:pt x="1" y="11815"/>
                    <a:pt x="536" y="12382"/>
                    <a:pt x="1261" y="12382"/>
                  </a:cubicBezTo>
                  <a:lnTo>
                    <a:pt x="9515" y="12382"/>
                  </a:lnTo>
                  <a:cubicBezTo>
                    <a:pt x="10208" y="12382"/>
                    <a:pt x="10775" y="11846"/>
                    <a:pt x="10775" y="11153"/>
                  </a:cubicBezTo>
                  <a:lnTo>
                    <a:pt x="10775" y="10996"/>
                  </a:lnTo>
                  <a:lnTo>
                    <a:pt x="13548" y="12350"/>
                  </a:lnTo>
                  <a:cubicBezTo>
                    <a:pt x="13594" y="12385"/>
                    <a:pt x="13645" y="12399"/>
                    <a:pt x="13695" y="12399"/>
                  </a:cubicBezTo>
                  <a:cubicBezTo>
                    <a:pt x="13781" y="12399"/>
                    <a:pt x="13866" y="12359"/>
                    <a:pt x="13926" y="12319"/>
                  </a:cubicBezTo>
                  <a:cubicBezTo>
                    <a:pt x="14052" y="12256"/>
                    <a:pt x="14146" y="12130"/>
                    <a:pt x="14146" y="11972"/>
                  </a:cubicBezTo>
                  <a:lnTo>
                    <a:pt x="14146" y="5356"/>
                  </a:lnTo>
                  <a:cubicBezTo>
                    <a:pt x="14083" y="5199"/>
                    <a:pt x="14020" y="5073"/>
                    <a:pt x="13894" y="5010"/>
                  </a:cubicBezTo>
                  <a:cubicBezTo>
                    <a:pt x="13815" y="4950"/>
                    <a:pt x="13722" y="4928"/>
                    <a:pt x="13633" y="4928"/>
                  </a:cubicBezTo>
                  <a:cubicBezTo>
                    <a:pt x="13581" y="4928"/>
                    <a:pt x="13531" y="4935"/>
                    <a:pt x="13485" y="4947"/>
                  </a:cubicBezTo>
                  <a:lnTo>
                    <a:pt x="10744" y="6333"/>
                  </a:lnTo>
                  <a:lnTo>
                    <a:pt x="10744" y="6176"/>
                  </a:lnTo>
                  <a:cubicBezTo>
                    <a:pt x="10744" y="5577"/>
                    <a:pt x="10334" y="5104"/>
                    <a:pt x="9830" y="5010"/>
                  </a:cubicBezTo>
                  <a:cubicBezTo>
                    <a:pt x="10397" y="4474"/>
                    <a:pt x="10744" y="3750"/>
                    <a:pt x="10744" y="2868"/>
                  </a:cubicBezTo>
                  <a:cubicBezTo>
                    <a:pt x="10744" y="1261"/>
                    <a:pt x="9452" y="1"/>
                    <a:pt x="7814" y="1"/>
                  </a:cubicBezTo>
                  <a:cubicBezTo>
                    <a:pt x="6774" y="1"/>
                    <a:pt x="5861" y="536"/>
                    <a:pt x="5357" y="1418"/>
                  </a:cubicBezTo>
                  <a:cubicBezTo>
                    <a:pt x="4821" y="599"/>
                    <a:pt x="3939" y="1"/>
                    <a:pt x="286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09" name="Google Shape;3409;p47"/>
          <p:cNvGrpSpPr/>
          <p:nvPr/>
        </p:nvGrpSpPr>
        <p:grpSpPr>
          <a:xfrm>
            <a:off x="6397304" y="2429651"/>
            <a:ext cx="286780" cy="284550"/>
            <a:chOff x="-12663175" y="2506800"/>
            <a:chExt cx="356825" cy="354050"/>
          </a:xfrm>
        </p:grpSpPr>
        <p:sp>
          <p:nvSpPr>
            <p:cNvPr id="3410" name="Google Shape;3410;p47"/>
            <p:cNvSpPr/>
            <p:nvPr/>
          </p:nvSpPr>
          <p:spPr>
            <a:xfrm>
              <a:off x="-12663175" y="2506800"/>
              <a:ext cx="356825" cy="354050"/>
            </a:xfrm>
            <a:custGeom>
              <a:rect b="b" l="l" r="r" t="t"/>
              <a:pathLst>
                <a:path extrusionOk="0" h="14162" w="14273">
                  <a:moveTo>
                    <a:pt x="9074" y="969"/>
                  </a:moveTo>
                  <a:lnTo>
                    <a:pt x="9169" y="1095"/>
                  </a:lnTo>
                  <a:cubicBezTo>
                    <a:pt x="8980" y="1536"/>
                    <a:pt x="9011" y="2135"/>
                    <a:pt x="9421" y="2513"/>
                  </a:cubicBezTo>
                  <a:cubicBezTo>
                    <a:pt x="9658" y="2770"/>
                    <a:pt x="9969" y="2890"/>
                    <a:pt x="10284" y="2890"/>
                  </a:cubicBezTo>
                  <a:cubicBezTo>
                    <a:pt x="10472" y="2890"/>
                    <a:pt x="10662" y="2847"/>
                    <a:pt x="10838" y="2765"/>
                  </a:cubicBezTo>
                  <a:lnTo>
                    <a:pt x="11500" y="3427"/>
                  </a:lnTo>
                  <a:cubicBezTo>
                    <a:pt x="11280" y="3899"/>
                    <a:pt x="11343" y="4435"/>
                    <a:pt x="11752" y="4844"/>
                  </a:cubicBezTo>
                  <a:cubicBezTo>
                    <a:pt x="11988" y="5080"/>
                    <a:pt x="12297" y="5206"/>
                    <a:pt x="12603" y="5206"/>
                  </a:cubicBezTo>
                  <a:cubicBezTo>
                    <a:pt x="12788" y="5206"/>
                    <a:pt x="12972" y="5160"/>
                    <a:pt x="13138" y="5065"/>
                  </a:cubicBezTo>
                  <a:lnTo>
                    <a:pt x="13264" y="5191"/>
                  </a:lnTo>
                  <a:cubicBezTo>
                    <a:pt x="13107" y="5537"/>
                    <a:pt x="13107" y="5947"/>
                    <a:pt x="13264" y="6262"/>
                  </a:cubicBezTo>
                  <a:lnTo>
                    <a:pt x="12445" y="7081"/>
                  </a:lnTo>
                  <a:lnTo>
                    <a:pt x="12162" y="6798"/>
                  </a:lnTo>
                  <a:cubicBezTo>
                    <a:pt x="12083" y="6719"/>
                    <a:pt x="11981" y="6680"/>
                    <a:pt x="11874" y="6680"/>
                  </a:cubicBezTo>
                  <a:cubicBezTo>
                    <a:pt x="11768" y="6680"/>
                    <a:pt x="11658" y="6719"/>
                    <a:pt x="11563" y="6798"/>
                  </a:cubicBezTo>
                  <a:cubicBezTo>
                    <a:pt x="11406" y="6955"/>
                    <a:pt x="11406" y="7239"/>
                    <a:pt x="11563" y="7396"/>
                  </a:cubicBezTo>
                  <a:lnTo>
                    <a:pt x="11847" y="7680"/>
                  </a:lnTo>
                  <a:lnTo>
                    <a:pt x="6333" y="13193"/>
                  </a:lnTo>
                  <a:cubicBezTo>
                    <a:pt x="6160" y="13114"/>
                    <a:pt x="5971" y="13075"/>
                    <a:pt x="5786" y="13075"/>
                  </a:cubicBezTo>
                  <a:cubicBezTo>
                    <a:pt x="5601" y="13075"/>
                    <a:pt x="5420" y="13114"/>
                    <a:pt x="5262" y="13193"/>
                  </a:cubicBezTo>
                  <a:lnTo>
                    <a:pt x="5168" y="13067"/>
                  </a:lnTo>
                  <a:cubicBezTo>
                    <a:pt x="5357" y="12626"/>
                    <a:pt x="5325" y="12059"/>
                    <a:pt x="4916" y="11649"/>
                  </a:cubicBezTo>
                  <a:cubicBezTo>
                    <a:pt x="4680" y="11414"/>
                    <a:pt x="4371" y="11288"/>
                    <a:pt x="4057" y="11288"/>
                  </a:cubicBezTo>
                  <a:cubicBezTo>
                    <a:pt x="3867" y="11288"/>
                    <a:pt x="3676" y="11334"/>
                    <a:pt x="3498" y="11429"/>
                  </a:cubicBezTo>
                  <a:lnTo>
                    <a:pt x="2836" y="10736"/>
                  </a:lnTo>
                  <a:cubicBezTo>
                    <a:pt x="3088" y="10263"/>
                    <a:pt x="2994" y="9728"/>
                    <a:pt x="2616" y="9318"/>
                  </a:cubicBezTo>
                  <a:cubicBezTo>
                    <a:pt x="2360" y="9082"/>
                    <a:pt x="2056" y="8957"/>
                    <a:pt x="1748" y="8957"/>
                  </a:cubicBezTo>
                  <a:cubicBezTo>
                    <a:pt x="1563" y="8957"/>
                    <a:pt x="1376" y="9003"/>
                    <a:pt x="1198" y="9098"/>
                  </a:cubicBezTo>
                  <a:lnTo>
                    <a:pt x="1072" y="8971"/>
                  </a:lnTo>
                  <a:cubicBezTo>
                    <a:pt x="1229" y="8625"/>
                    <a:pt x="1229" y="8215"/>
                    <a:pt x="1072" y="7900"/>
                  </a:cubicBezTo>
                  <a:lnTo>
                    <a:pt x="6585" y="2387"/>
                  </a:lnTo>
                  <a:lnTo>
                    <a:pt x="6869" y="2671"/>
                  </a:lnTo>
                  <a:cubicBezTo>
                    <a:pt x="6948" y="2749"/>
                    <a:pt x="7050" y="2789"/>
                    <a:pt x="7152" y="2789"/>
                  </a:cubicBezTo>
                  <a:cubicBezTo>
                    <a:pt x="7255" y="2789"/>
                    <a:pt x="7357" y="2749"/>
                    <a:pt x="7436" y="2671"/>
                  </a:cubicBezTo>
                  <a:cubicBezTo>
                    <a:pt x="7593" y="2513"/>
                    <a:pt x="7593" y="2229"/>
                    <a:pt x="7436" y="2072"/>
                  </a:cubicBezTo>
                  <a:lnTo>
                    <a:pt x="7184" y="1820"/>
                  </a:lnTo>
                  <a:lnTo>
                    <a:pt x="8003" y="969"/>
                  </a:lnTo>
                  <a:cubicBezTo>
                    <a:pt x="8176" y="1048"/>
                    <a:pt x="8365" y="1087"/>
                    <a:pt x="8550" y="1087"/>
                  </a:cubicBezTo>
                  <a:cubicBezTo>
                    <a:pt x="8735" y="1087"/>
                    <a:pt x="8917" y="1048"/>
                    <a:pt x="9074" y="969"/>
                  </a:cubicBezTo>
                  <a:close/>
                  <a:moveTo>
                    <a:pt x="7893" y="0"/>
                  </a:moveTo>
                  <a:cubicBezTo>
                    <a:pt x="7782" y="0"/>
                    <a:pt x="7672" y="40"/>
                    <a:pt x="7593" y="119"/>
                  </a:cubicBezTo>
                  <a:lnTo>
                    <a:pt x="158" y="7554"/>
                  </a:lnTo>
                  <a:cubicBezTo>
                    <a:pt x="1" y="7711"/>
                    <a:pt x="1" y="7995"/>
                    <a:pt x="158" y="8152"/>
                  </a:cubicBezTo>
                  <a:cubicBezTo>
                    <a:pt x="316" y="8310"/>
                    <a:pt x="316" y="8593"/>
                    <a:pt x="158" y="8751"/>
                  </a:cubicBezTo>
                  <a:cubicBezTo>
                    <a:pt x="1" y="8908"/>
                    <a:pt x="1" y="9161"/>
                    <a:pt x="158" y="9318"/>
                  </a:cubicBezTo>
                  <a:lnTo>
                    <a:pt x="757" y="9917"/>
                  </a:lnTo>
                  <a:cubicBezTo>
                    <a:pt x="836" y="9995"/>
                    <a:pt x="938" y="10035"/>
                    <a:pt x="1040" y="10035"/>
                  </a:cubicBezTo>
                  <a:cubicBezTo>
                    <a:pt x="1143" y="10035"/>
                    <a:pt x="1245" y="9995"/>
                    <a:pt x="1324" y="9917"/>
                  </a:cubicBezTo>
                  <a:cubicBezTo>
                    <a:pt x="1418" y="9838"/>
                    <a:pt x="1529" y="9798"/>
                    <a:pt x="1635" y="9798"/>
                  </a:cubicBezTo>
                  <a:cubicBezTo>
                    <a:pt x="1741" y="9798"/>
                    <a:pt x="1844" y="9838"/>
                    <a:pt x="1923" y="9917"/>
                  </a:cubicBezTo>
                  <a:cubicBezTo>
                    <a:pt x="2080" y="10074"/>
                    <a:pt x="2080" y="10358"/>
                    <a:pt x="1923" y="10515"/>
                  </a:cubicBezTo>
                  <a:cubicBezTo>
                    <a:pt x="1765" y="10673"/>
                    <a:pt x="1765" y="10956"/>
                    <a:pt x="1923" y="11114"/>
                  </a:cubicBezTo>
                  <a:lnTo>
                    <a:pt x="3120" y="12279"/>
                  </a:lnTo>
                  <a:cubicBezTo>
                    <a:pt x="3199" y="12358"/>
                    <a:pt x="3301" y="12398"/>
                    <a:pt x="3403" y="12398"/>
                  </a:cubicBezTo>
                  <a:cubicBezTo>
                    <a:pt x="3506" y="12398"/>
                    <a:pt x="3608" y="12358"/>
                    <a:pt x="3687" y="12279"/>
                  </a:cubicBezTo>
                  <a:cubicBezTo>
                    <a:pt x="3781" y="12201"/>
                    <a:pt x="3892" y="12161"/>
                    <a:pt x="3998" y="12161"/>
                  </a:cubicBezTo>
                  <a:cubicBezTo>
                    <a:pt x="4104" y="12161"/>
                    <a:pt x="4207" y="12201"/>
                    <a:pt x="4285" y="12279"/>
                  </a:cubicBezTo>
                  <a:cubicBezTo>
                    <a:pt x="4443" y="12437"/>
                    <a:pt x="4443" y="12721"/>
                    <a:pt x="4285" y="12878"/>
                  </a:cubicBezTo>
                  <a:cubicBezTo>
                    <a:pt x="4128" y="13036"/>
                    <a:pt x="4128" y="13319"/>
                    <a:pt x="4285" y="13477"/>
                  </a:cubicBezTo>
                  <a:lnTo>
                    <a:pt x="4884" y="14044"/>
                  </a:lnTo>
                  <a:cubicBezTo>
                    <a:pt x="4963" y="14123"/>
                    <a:pt x="5073" y="14162"/>
                    <a:pt x="5183" y="14162"/>
                  </a:cubicBezTo>
                  <a:cubicBezTo>
                    <a:pt x="5294" y="14162"/>
                    <a:pt x="5404" y="14123"/>
                    <a:pt x="5483" y="14044"/>
                  </a:cubicBezTo>
                  <a:cubicBezTo>
                    <a:pt x="5561" y="13965"/>
                    <a:pt x="5664" y="13926"/>
                    <a:pt x="5766" y="13926"/>
                  </a:cubicBezTo>
                  <a:cubicBezTo>
                    <a:pt x="5869" y="13926"/>
                    <a:pt x="5971" y="13965"/>
                    <a:pt x="6050" y="14044"/>
                  </a:cubicBezTo>
                  <a:cubicBezTo>
                    <a:pt x="6144" y="14123"/>
                    <a:pt x="6254" y="14162"/>
                    <a:pt x="6361" y="14162"/>
                  </a:cubicBezTo>
                  <a:cubicBezTo>
                    <a:pt x="6467" y="14162"/>
                    <a:pt x="6570" y="14123"/>
                    <a:pt x="6648" y="14044"/>
                  </a:cubicBezTo>
                  <a:lnTo>
                    <a:pt x="14115" y="6609"/>
                  </a:lnTo>
                  <a:cubicBezTo>
                    <a:pt x="14272" y="6451"/>
                    <a:pt x="14272" y="6168"/>
                    <a:pt x="14115" y="6010"/>
                  </a:cubicBezTo>
                  <a:cubicBezTo>
                    <a:pt x="13926" y="5853"/>
                    <a:pt x="13926" y="5600"/>
                    <a:pt x="14115" y="5443"/>
                  </a:cubicBezTo>
                  <a:cubicBezTo>
                    <a:pt x="14241" y="5285"/>
                    <a:pt x="14241" y="5002"/>
                    <a:pt x="14115" y="4844"/>
                  </a:cubicBezTo>
                  <a:lnTo>
                    <a:pt x="13516" y="4246"/>
                  </a:lnTo>
                  <a:cubicBezTo>
                    <a:pt x="13438" y="4167"/>
                    <a:pt x="13327" y="4128"/>
                    <a:pt x="13217" y="4128"/>
                  </a:cubicBezTo>
                  <a:cubicBezTo>
                    <a:pt x="13107" y="4128"/>
                    <a:pt x="12997" y="4167"/>
                    <a:pt x="12918" y="4246"/>
                  </a:cubicBezTo>
                  <a:cubicBezTo>
                    <a:pt x="12839" y="4325"/>
                    <a:pt x="12729" y="4364"/>
                    <a:pt x="12618" y="4364"/>
                  </a:cubicBezTo>
                  <a:cubicBezTo>
                    <a:pt x="12508" y="4364"/>
                    <a:pt x="12398" y="4325"/>
                    <a:pt x="12319" y="4246"/>
                  </a:cubicBezTo>
                  <a:cubicBezTo>
                    <a:pt x="12162" y="4088"/>
                    <a:pt x="12162" y="3805"/>
                    <a:pt x="12319" y="3647"/>
                  </a:cubicBezTo>
                  <a:cubicBezTo>
                    <a:pt x="12477" y="3490"/>
                    <a:pt x="12477" y="3238"/>
                    <a:pt x="12319" y="3080"/>
                  </a:cubicBezTo>
                  <a:lnTo>
                    <a:pt x="11154" y="1883"/>
                  </a:lnTo>
                  <a:cubicBezTo>
                    <a:pt x="11075" y="1804"/>
                    <a:pt x="10964" y="1765"/>
                    <a:pt x="10854" y="1765"/>
                  </a:cubicBezTo>
                  <a:cubicBezTo>
                    <a:pt x="10744" y="1765"/>
                    <a:pt x="10634" y="1804"/>
                    <a:pt x="10555" y="1883"/>
                  </a:cubicBezTo>
                  <a:cubicBezTo>
                    <a:pt x="10476" y="1962"/>
                    <a:pt x="10366" y="2001"/>
                    <a:pt x="10256" y="2001"/>
                  </a:cubicBezTo>
                  <a:cubicBezTo>
                    <a:pt x="10145" y="2001"/>
                    <a:pt x="10035" y="1962"/>
                    <a:pt x="9956" y="1883"/>
                  </a:cubicBezTo>
                  <a:cubicBezTo>
                    <a:pt x="9799" y="1725"/>
                    <a:pt x="9799" y="1442"/>
                    <a:pt x="9956" y="1284"/>
                  </a:cubicBezTo>
                  <a:cubicBezTo>
                    <a:pt x="10114" y="1127"/>
                    <a:pt x="10114" y="875"/>
                    <a:pt x="9956" y="717"/>
                  </a:cubicBezTo>
                  <a:lnTo>
                    <a:pt x="9389" y="119"/>
                  </a:lnTo>
                  <a:cubicBezTo>
                    <a:pt x="9295" y="40"/>
                    <a:pt x="9184" y="0"/>
                    <a:pt x="9078" y="0"/>
                  </a:cubicBezTo>
                  <a:cubicBezTo>
                    <a:pt x="8972" y="0"/>
                    <a:pt x="8869" y="40"/>
                    <a:pt x="8791" y="119"/>
                  </a:cubicBezTo>
                  <a:cubicBezTo>
                    <a:pt x="8712" y="197"/>
                    <a:pt x="8602" y="237"/>
                    <a:pt x="8491" y="237"/>
                  </a:cubicBezTo>
                  <a:cubicBezTo>
                    <a:pt x="8381" y="237"/>
                    <a:pt x="8271" y="197"/>
                    <a:pt x="8192" y="119"/>
                  </a:cubicBezTo>
                  <a:cubicBezTo>
                    <a:pt x="8113" y="40"/>
                    <a:pt x="8003" y="0"/>
                    <a:pt x="789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1" name="Google Shape;3411;p47"/>
            <p:cNvSpPr/>
            <p:nvPr/>
          </p:nvSpPr>
          <p:spPr>
            <a:xfrm>
              <a:off x="-12466275" y="2586350"/>
              <a:ext cx="37850" cy="35850"/>
            </a:xfrm>
            <a:custGeom>
              <a:rect b="b" l="l" r="r" t="t"/>
              <a:pathLst>
                <a:path extrusionOk="0" h="1434" w="1514">
                  <a:moveTo>
                    <a:pt x="458" y="0"/>
                  </a:moveTo>
                  <a:cubicBezTo>
                    <a:pt x="348" y="0"/>
                    <a:pt x="237" y="40"/>
                    <a:pt x="159" y="119"/>
                  </a:cubicBezTo>
                  <a:cubicBezTo>
                    <a:pt x="1" y="276"/>
                    <a:pt x="1" y="560"/>
                    <a:pt x="159" y="717"/>
                  </a:cubicBezTo>
                  <a:lnTo>
                    <a:pt x="757" y="1316"/>
                  </a:lnTo>
                  <a:cubicBezTo>
                    <a:pt x="836" y="1395"/>
                    <a:pt x="938" y="1434"/>
                    <a:pt x="1041" y="1434"/>
                  </a:cubicBezTo>
                  <a:cubicBezTo>
                    <a:pt x="1143" y="1434"/>
                    <a:pt x="1245" y="1395"/>
                    <a:pt x="1324" y="1316"/>
                  </a:cubicBezTo>
                  <a:cubicBezTo>
                    <a:pt x="1513" y="1158"/>
                    <a:pt x="1513" y="875"/>
                    <a:pt x="1324" y="717"/>
                  </a:cubicBezTo>
                  <a:lnTo>
                    <a:pt x="757" y="119"/>
                  </a:lnTo>
                  <a:cubicBezTo>
                    <a:pt x="678" y="40"/>
                    <a:pt x="568" y="0"/>
                    <a:pt x="45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2" name="Google Shape;3412;p47"/>
            <p:cNvSpPr/>
            <p:nvPr/>
          </p:nvSpPr>
          <p:spPr>
            <a:xfrm>
              <a:off x="-12422950" y="2630450"/>
              <a:ext cx="37825" cy="35875"/>
            </a:xfrm>
            <a:custGeom>
              <a:rect b="b" l="l" r="r" t="t"/>
              <a:pathLst>
                <a:path extrusionOk="0" h="1435" w="1513">
                  <a:moveTo>
                    <a:pt x="458" y="1"/>
                  </a:moveTo>
                  <a:cubicBezTo>
                    <a:pt x="347" y="1"/>
                    <a:pt x="237" y="40"/>
                    <a:pt x="158" y="119"/>
                  </a:cubicBezTo>
                  <a:cubicBezTo>
                    <a:pt x="1" y="276"/>
                    <a:pt x="1" y="560"/>
                    <a:pt x="158" y="717"/>
                  </a:cubicBezTo>
                  <a:lnTo>
                    <a:pt x="757" y="1316"/>
                  </a:lnTo>
                  <a:cubicBezTo>
                    <a:pt x="836" y="1395"/>
                    <a:pt x="938" y="1434"/>
                    <a:pt x="1044" y="1434"/>
                  </a:cubicBezTo>
                  <a:cubicBezTo>
                    <a:pt x="1151" y="1434"/>
                    <a:pt x="1261" y="1395"/>
                    <a:pt x="1355" y="1316"/>
                  </a:cubicBezTo>
                  <a:cubicBezTo>
                    <a:pt x="1513" y="1159"/>
                    <a:pt x="1513" y="875"/>
                    <a:pt x="1355" y="717"/>
                  </a:cubicBezTo>
                  <a:lnTo>
                    <a:pt x="757" y="119"/>
                  </a:lnTo>
                  <a:cubicBezTo>
                    <a:pt x="678" y="40"/>
                    <a:pt x="568" y="1"/>
                    <a:pt x="45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3" name="Google Shape;3413;p47"/>
            <p:cNvSpPr/>
            <p:nvPr/>
          </p:nvSpPr>
          <p:spPr>
            <a:xfrm>
              <a:off x="-12591500" y="2644250"/>
              <a:ext cx="192200" cy="142975"/>
            </a:xfrm>
            <a:custGeom>
              <a:rect b="b" l="l" r="r" t="t"/>
              <a:pathLst>
                <a:path extrusionOk="0" h="5719" w="7688">
                  <a:moveTo>
                    <a:pt x="1371" y="1780"/>
                  </a:moveTo>
                  <a:cubicBezTo>
                    <a:pt x="1481" y="1780"/>
                    <a:pt x="1592" y="1819"/>
                    <a:pt x="1670" y="1898"/>
                  </a:cubicBezTo>
                  <a:cubicBezTo>
                    <a:pt x="1828" y="2056"/>
                    <a:pt x="1828" y="2339"/>
                    <a:pt x="1670" y="2497"/>
                  </a:cubicBezTo>
                  <a:cubicBezTo>
                    <a:pt x="1592" y="2576"/>
                    <a:pt x="1481" y="2615"/>
                    <a:pt x="1371" y="2615"/>
                  </a:cubicBezTo>
                  <a:cubicBezTo>
                    <a:pt x="1261" y="2615"/>
                    <a:pt x="1151" y="2576"/>
                    <a:pt x="1072" y="2497"/>
                  </a:cubicBezTo>
                  <a:cubicBezTo>
                    <a:pt x="914" y="2339"/>
                    <a:pt x="914" y="2056"/>
                    <a:pt x="1072" y="1898"/>
                  </a:cubicBezTo>
                  <a:cubicBezTo>
                    <a:pt x="1151" y="1819"/>
                    <a:pt x="1261" y="1780"/>
                    <a:pt x="1371" y="1780"/>
                  </a:cubicBezTo>
                  <a:close/>
                  <a:moveTo>
                    <a:pt x="4317" y="985"/>
                  </a:moveTo>
                  <a:lnTo>
                    <a:pt x="6522" y="2308"/>
                  </a:lnTo>
                  <a:lnTo>
                    <a:pt x="5955" y="2843"/>
                  </a:lnTo>
                  <a:lnTo>
                    <a:pt x="3750" y="1552"/>
                  </a:lnTo>
                  <a:lnTo>
                    <a:pt x="4317" y="985"/>
                  </a:lnTo>
                  <a:close/>
                  <a:moveTo>
                    <a:pt x="3687" y="4111"/>
                  </a:moveTo>
                  <a:cubicBezTo>
                    <a:pt x="3789" y="4111"/>
                    <a:pt x="3892" y="4151"/>
                    <a:pt x="3970" y="4230"/>
                  </a:cubicBezTo>
                  <a:cubicBezTo>
                    <a:pt x="4159" y="4387"/>
                    <a:pt x="4159" y="4671"/>
                    <a:pt x="3970" y="4828"/>
                  </a:cubicBezTo>
                  <a:cubicBezTo>
                    <a:pt x="3892" y="4907"/>
                    <a:pt x="3789" y="4946"/>
                    <a:pt x="3687" y="4946"/>
                  </a:cubicBezTo>
                  <a:cubicBezTo>
                    <a:pt x="3584" y="4946"/>
                    <a:pt x="3482" y="4907"/>
                    <a:pt x="3403" y="4828"/>
                  </a:cubicBezTo>
                  <a:cubicBezTo>
                    <a:pt x="3246" y="4671"/>
                    <a:pt x="3246" y="4387"/>
                    <a:pt x="3403" y="4230"/>
                  </a:cubicBezTo>
                  <a:cubicBezTo>
                    <a:pt x="3482" y="4151"/>
                    <a:pt x="3584" y="4111"/>
                    <a:pt x="3687" y="4111"/>
                  </a:cubicBezTo>
                  <a:close/>
                  <a:moveTo>
                    <a:pt x="4302" y="0"/>
                  </a:moveTo>
                  <a:cubicBezTo>
                    <a:pt x="4187" y="0"/>
                    <a:pt x="4067" y="37"/>
                    <a:pt x="3970" y="134"/>
                  </a:cubicBezTo>
                  <a:lnTo>
                    <a:pt x="2490" y="1615"/>
                  </a:lnTo>
                  <a:lnTo>
                    <a:pt x="2269" y="1268"/>
                  </a:lnTo>
                  <a:cubicBezTo>
                    <a:pt x="2033" y="1032"/>
                    <a:pt x="1718" y="914"/>
                    <a:pt x="1395" y="914"/>
                  </a:cubicBezTo>
                  <a:cubicBezTo>
                    <a:pt x="1072" y="914"/>
                    <a:pt x="741" y="1032"/>
                    <a:pt x="473" y="1268"/>
                  </a:cubicBezTo>
                  <a:cubicBezTo>
                    <a:pt x="1" y="1741"/>
                    <a:pt x="1" y="2528"/>
                    <a:pt x="473" y="3032"/>
                  </a:cubicBezTo>
                  <a:cubicBezTo>
                    <a:pt x="710" y="3269"/>
                    <a:pt x="1025" y="3387"/>
                    <a:pt x="1348" y="3387"/>
                  </a:cubicBezTo>
                  <a:cubicBezTo>
                    <a:pt x="1670" y="3387"/>
                    <a:pt x="2001" y="3269"/>
                    <a:pt x="2269" y="3032"/>
                  </a:cubicBezTo>
                  <a:lnTo>
                    <a:pt x="3214" y="2087"/>
                  </a:lnTo>
                  <a:lnTo>
                    <a:pt x="5420" y="3410"/>
                  </a:lnTo>
                  <a:lnTo>
                    <a:pt x="4852" y="3946"/>
                  </a:lnTo>
                  <a:lnTo>
                    <a:pt x="4632" y="3600"/>
                  </a:lnTo>
                  <a:cubicBezTo>
                    <a:pt x="4396" y="3363"/>
                    <a:pt x="4081" y="3245"/>
                    <a:pt x="3758" y="3245"/>
                  </a:cubicBezTo>
                  <a:cubicBezTo>
                    <a:pt x="3435" y="3245"/>
                    <a:pt x="3104" y="3363"/>
                    <a:pt x="2836" y="3600"/>
                  </a:cubicBezTo>
                  <a:cubicBezTo>
                    <a:pt x="2364" y="4072"/>
                    <a:pt x="2364" y="4860"/>
                    <a:pt x="2836" y="5364"/>
                  </a:cubicBezTo>
                  <a:cubicBezTo>
                    <a:pt x="3072" y="5600"/>
                    <a:pt x="3387" y="5718"/>
                    <a:pt x="3710" y="5718"/>
                  </a:cubicBezTo>
                  <a:cubicBezTo>
                    <a:pt x="4033" y="5718"/>
                    <a:pt x="4364" y="5600"/>
                    <a:pt x="4632" y="5364"/>
                  </a:cubicBezTo>
                  <a:lnTo>
                    <a:pt x="7530" y="2465"/>
                  </a:lnTo>
                  <a:cubicBezTo>
                    <a:pt x="7688" y="2308"/>
                    <a:pt x="7656" y="1993"/>
                    <a:pt x="7404" y="1835"/>
                  </a:cubicBezTo>
                  <a:lnTo>
                    <a:pt x="4506" y="39"/>
                  </a:lnTo>
                  <a:cubicBezTo>
                    <a:pt x="4445" y="15"/>
                    <a:pt x="4374" y="0"/>
                    <a:pt x="430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14" name="Google Shape;3414;p47"/>
          <p:cNvGrpSpPr/>
          <p:nvPr/>
        </p:nvGrpSpPr>
        <p:grpSpPr>
          <a:xfrm>
            <a:off x="8148748" y="1558479"/>
            <a:ext cx="283606" cy="284249"/>
            <a:chOff x="-10896525" y="1663050"/>
            <a:chExt cx="352875" cy="353675"/>
          </a:xfrm>
        </p:grpSpPr>
        <p:sp>
          <p:nvSpPr>
            <p:cNvPr id="3415" name="Google Shape;3415;p47"/>
            <p:cNvSpPr/>
            <p:nvPr/>
          </p:nvSpPr>
          <p:spPr>
            <a:xfrm>
              <a:off x="-10896525" y="1663050"/>
              <a:ext cx="166200" cy="311925"/>
            </a:xfrm>
            <a:custGeom>
              <a:rect b="b" l="l" r="r" t="t"/>
              <a:pathLst>
                <a:path extrusionOk="0" h="12477" w="6648">
                  <a:moveTo>
                    <a:pt x="3308" y="820"/>
                  </a:moveTo>
                  <a:cubicBezTo>
                    <a:pt x="3781" y="820"/>
                    <a:pt x="4285" y="1230"/>
                    <a:pt x="4663" y="1923"/>
                  </a:cubicBezTo>
                  <a:lnTo>
                    <a:pt x="3308" y="2931"/>
                  </a:lnTo>
                  <a:lnTo>
                    <a:pt x="1922" y="1923"/>
                  </a:lnTo>
                  <a:cubicBezTo>
                    <a:pt x="2300" y="1230"/>
                    <a:pt x="2804" y="820"/>
                    <a:pt x="3308" y="820"/>
                  </a:cubicBezTo>
                  <a:close/>
                  <a:moveTo>
                    <a:pt x="1513" y="2679"/>
                  </a:moveTo>
                  <a:lnTo>
                    <a:pt x="2584" y="3466"/>
                  </a:lnTo>
                  <a:lnTo>
                    <a:pt x="977" y="4695"/>
                  </a:lnTo>
                  <a:cubicBezTo>
                    <a:pt x="1072" y="3939"/>
                    <a:pt x="1292" y="3277"/>
                    <a:pt x="1513" y="2679"/>
                  </a:cubicBezTo>
                  <a:close/>
                  <a:moveTo>
                    <a:pt x="5010" y="2679"/>
                  </a:moveTo>
                  <a:cubicBezTo>
                    <a:pt x="5262" y="3277"/>
                    <a:pt x="5451" y="3939"/>
                    <a:pt x="5577" y="4695"/>
                  </a:cubicBezTo>
                  <a:lnTo>
                    <a:pt x="3970" y="3466"/>
                  </a:lnTo>
                  <a:lnTo>
                    <a:pt x="5010" y="2679"/>
                  </a:lnTo>
                  <a:close/>
                  <a:moveTo>
                    <a:pt x="3308" y="4002"/>
                  </a:moveTo>
                  <a:lnTo>
                    <a:pt x="5734" y="5829"/>
                  </a:lnTo>
                  <a:lnTo>
                    <a:pt x="5734" y="5861"/>
                  </a:lnTo>
                  <a:cubicBezTo>
                    <a:pt x="5608" y="6302"/>
                    <a:pt x="5230" y="6617"/>
                    <a:pt x="4758" y="6617"/>
                  </a:cubicBezTo>
                  <a:lnTo>
                    <a:pt x="1891" y="6617"/>
                  </a:lnTo>
                  <a:cubicBezTo>
                    <a:pt x="1355" y="6617"/>
                    <a:pt x="977" y="6302"/>
                    <a:pt x="851" y="5829"/>
                  </a:cubicBezTo>
                  <a:lnTo>
                    <a:pt x="3308" y="4002"/>
                  </a:lnTo>
                  <a:close/>
                  <a:moveTo>
                    <a:pt x="756" y="7121"/>
                  </a:moveTo>
                  <a:lnTo>
                    <a:pt x="756" y="7121"/>
                  </a:lnTo>
                  <a:cubicBezTo>
                    <a:pt x="1072" y="7310"/>
                    <a:pt x="1450" y="7436"/>
                    <a:pt x="1796" y="7436"/>
                  </a:cubicBezTo>
                  <a:lnTo>
                    <a:pt x="4663" y="7436"/>
                  </a:lnTo>
                  <a:cubicBezTo>
                    <a:pt x="5073" y="7436"/>
                    <a:pt x="5419" y="7310"/>
                    <a:pt x="5703" y="7121"/>
                  </a:cubicBezTo>
                  <a:lnTo>
                    <a:pt x="5703" y="7121"/>
                  </a:lnTo>
                  <a:cubicBezTo>
                    <a:pt x="5734" y="8507"/>
                    <a:pt x="5545" y="9830"/>
                    <a:pt x="5136" y="10902"/>
                  </a:cubicBezTo>
                  <a:cubicBezTo>
                    <a:pt x="4978" y="11374"/>
                    <a:pt x="4537" y="11626"/>
                    <a:pt x="3970" y="11626"/>
                  </a:cubicBezTo>
                  <a:lnTo>
                    <a:pt x="2395" y="11626"/>
                  </a:lnTo>
                  <a:cubicBezTo>
                    <a:pt x="1954" y="11626"/>
                    <a:pt x="1544" y="11343"/>
                    <a:pt x="1387" y="10902"/>
                  </a:cubicBezTo>
                  <a:cubicBezTo>
                    <a:pt x="1009" y="9830"/>
                    <a:pt x="820" y="8507"/>
                    <a:pt x="756" y="7121"/>
                  </a:cubicBezTo>
                  <a:close/>
                  <a:moveTo>
                    <a:pt x="3308" y="1"/>
                  </a:moveTo>
                  <a:cubicBezTo>
                    <a:pt x="2269" y="1"/>
                    <a:pt x="1450" y="946"/>
                    <a:pt x="1009" y="1891"/>
                  </a:cubicBezTo>
                  <a:cubicBezTo>
                    <a:pt x="252" y="3372"/>
                    <a:pt x="0" y="5262"/>
                    <a:pt x="0" y="6932"/>
                  </a:cubicBezTo>
                  <a:cubicBezTo>
                    <a:pt x="0" y="8507"/>
                    <a:pt x="221" y="9988"/>
                    <a:pt x="662" y="11217"/>
                  </a:cubicBezTo>
                  <a:cubicBezTo>
                    <a:pt x="946" y="11973"/>
                    <a:pt x="1639" y="12477"/>
                    <a:pt x="2426" y="12477"/>
                  </a:cubicBezTo>
                  <a:lnTo>
                    <a:pt x="4002" y="12477"/>
                  </a:lnTo>
                  <a:cubicBezTo>
                    <a:pt x="4947" y="12477"/>
                    <a:pt x="5703" y="12004"/>
                    <a:pt x="5986" y="11217"/>
                  </a:cubicBezTo>
                  <a:cubicBezTo>
                    <a:pt x="6396" y="10051"/>
                    <a:pt x="6648" y="8507"/>
                    <a:pt x="6648" y="6932"/>
                  </a:cubicBezTo>
                  <a:cubicBezTo>
                    <a:pt x="6585" y="3183"/>
                    <a:pt x="5230" y="1"/>
                    <a:pt x="330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6" name="Google Shape;3416;p47"/>
            <p:cNvSpPr/>
            <p:nvPr/>
          </p:nvSpPr>
          <p:spPr>
            <a:xfrm>
              <a:off x="-10709850" y="1704025"/>
              <a:ext cx="166200" cy="312700"/>
            </a:xfrm>
            <a:custGeom>
              <a:rect b="b" l="l" r="r" t="t"/>
              <a:pathLst>
                <a:path extrusionOk="0" h="12508" w="6648">
                  <a:moveTo>
                    <a:pt x="3308" y="851"/>
                  </a:moveTo>
                  <a:cubicBezTo>
                    <a:pt x="3781" y="851"/>
                    <a:pt x="4285" y="1229"/>
                    <a:pt x="4694" y="1954"/>
                  </a:cubicBezTo>
                  <a:lnTo>
                    <a:pt x="3308" y="2962"/>
                  </a:lnTo>
                  <a:lnTo>
                    <a:pt x="1922" y="1954"/>
                  </a:lnTo>
                  <a:cubicBezTo>
                    <a:pt x="2363" y="1229"/>
                    <a:pt x="2835" y="851"/>
                    <a:pt x="3308" y="851"/>
                  </a:cubicBezTo>
                  <a:close/>
                  <a:moveTo>
                    <a:pt x="1575" y="2678"/>
                  </a:moveTo>
                  <a:lnTo>
                    <a:pt x="2646" y="3466"/>
                  </a:lnTo>
                  <a:lnTo>
                    <a:pt x="1040" y="4694"/>
                  </a:lnTo>
                  <a:cubicBezTo>
                    <a:pt x="1134" y="3938"/>
                    <a:pt x="1355" y="3277"/>
                    <a:pt x="1575" y="2678"/>
                  </a:cubicBezTo>
                  <a:close/>
                  <a:moveTo>
                    <a:pt x="5072" y="2678"/>
                  </a:moveTo>
                  <a:cubicBezTo>
                    <a:pt x="5324" y="3277"/>
                    <a:pt x="5513" y="3938"/>
                    <a:pt x="5639" y="4694"/>
                  </a:cubicBezTo>
                  <a:lnTo>
                    <a:pt x="4001" y="3466"/>
                  </a:lnTo>
                  <a:lnTo>
                    <a:pt x="5072" y="2678"/>
                  </a:lnTo>
                  <a:close/>
                  <a:moveTo>
                    <a:pt x="3308" y="4033"/>
                  </a:moveTo>
                  <a:lnTo>
                    <a:pt x="5765" y="5829"/>
                  </a:lnTo>
                  <a:lnTo>
                    <a:pt x="5765" y="5892"/>
                  </a:lnTo>
                  <a:cubicBezTo>
                    <a:pt x="5639" y="6301"/>
                    <a:pt x="5230" y="6616"/>
                    <a:pt x="4757" y="6616"/>
                  </a:cubicBezTo>
                  <a:lnTo>
                    <a:pt x="1859" y="6616"/>
                  </a:lnTo>
                  <a:cubicBezTo>
                    <a:pt x="1418" y="6616"/>
                    <a:pt x="977" y="6301"/>
                    <a:pt x="851" y="5829"/>
                  </a:cubicBezTo>
                  <a:lnTo>
                    <a:pt x="3308" y="4033"/>
                  </a:lnTo>
                  <a:close/>
                  <a:moveTo>
                    <a:pt x="819" y="7152"/>
                  </a:moveTo>
                  <a:lnTo>
                    <a:pt x="819" y="7152"/>
                  </a:lnTo>
                  <a:cubicBezTo>
                    <a:pt x="1134" y="7341"/>
                    <a:pt x="1512" y="7467"/>
                    <a:pt x="1859" y="7467"/>
                  </a:cubicBezTo>
                  <a:lnTo>
                    <a:pt x="4757" y="7467"/>
                  </a:lnTo>
                  <a:cubicBezTo>
                    <a:pt x="5167" y="7467"/>
                    <a:pt x="5513" y="7341"/>
                    <a:pt x="5797" y="7152"/>
                  </a:cubicBezTo>
                  <a:lnTo>
                    <a:pt x="5797" y="7152"/>
                  </a:lnTo>
                  <a:cubicBezTo>
                    <a:pt x="5797" y="8507"/>
                    <a:pt x="5545" y="9861"/>
                    <a:pt x="5198" y="10932"/>
                  </a:cubicBezTo>
                  <a:cubicBezTo>
                    <a:pt x="5041" y="11405"/>
                    <a:pt x="4600" y="11625"/>
                    <a:pt x="4001" y="11625"/>
                  </a:cubicBezTo>
                  <a:lnTo>
                    <a:pt x="2426" y="11625"/>
                  </a:lnTo>
                  <a:cubicBezTo>
                    <a:pt x="2016" y="11625"/>
                    <a:pt x="1607" y="11342"/>
                    <a:pt x="1449" y="10932"/>
                  </a:cubicBezTo>
                  <a:cubicBezTo>
                    <a:pt x="1071" y="9861"/>
                    <a:pt x="851" y="8507"/>
                    <a:pt x="819" y="7152"/>
                  </a:cubicBezTo>
                  <a:close/>
                  <a:moveTo>
                    <a:pt x="3308" y="0"/>
                  </a:moveTo>
                  <a:cubicBezTo>
                    <a:pt x="2174" y="0"/>
                    <a:pt x="1355" y="1103"/>
                    <a:pt x="851" y="2174"/>
                  </a:cubicBezTo>
                  <a:cubicBezTo>
                    <a:pt x="315" y="3466"/>
                    <a:pt x="0" y="5167"/>
                    <a:pt x="0" y="6931"/>
                  </a:cubicBezTo>
                  <a:cubicBezTo>
                    <a:pt x="0" y="8507"/>
                    <a:pt x="221" y="10019"/>
                    <a:pt x="662" y="11247"/>
                  </a:cubicBezTo>
                  <a:cubicBezTo>
                    <a:pt x="945" y="11972"/>
                    <a:pt x="1638" y="12508"/>
                    <a:pt x="2426" y="12508"/>
                  </a:cubicBezTo>
                  <a:lnTo>
                    <a:pt x="4001" y="12508"/>
                  </a:lnTo>
                  <a:cubicBezTo>
                    <a:pt x="4978" y="12508"/>
                    <a:pt x="5702" y="12035"/>
                    <a:pt x="5986" y="11247"/>
                  </a:cubicBezTo>
                  <a:cubicBezTo>
                    <a:pt x="6427" y="10050"/>
                    <a:pt x="6648" y="8507"/>
                    <a:pt x="6648" y="6931"/>
                  </a:cubicBezTo>
                  <a:cubicBezTo>
                    <a:pt x="6616" y="3214"/>
                    <a:pt x="5293" y="0"/>
                    <a:pt x="330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17" name="Google Shape;3417;p47"/>
          <p:cNvSpPr/>
          <p:nvPr/>
        </p:nvSpPr>
        <p:spPr>
          <a:xfrm>
            <a:off x="8181348" y="1993842"/>
            <a:ext cx="218405" cy="284369"/>
          </a:xfrm>
          <a:custGeom>
            <a:rect b="b" l="l" r="r" t="t"/>
            <a:pathLst>
              <a:path extrusionOk="0" h="14153" w="10870">
                <a:moveTo>
                  <a:pt x="8286" y="1702"/>
                </a:moveTo>
                <a:lnTo>
                  <a:pt x="8286" y="4222"/>
                </a:lnTo>
                <a:lnTo>
                  <a:pt x="2521" y="4222"/>
                </a:lnTo>
                <a:lnTo>
                  <a:pt x="2521" y="1702"/>
                </a:lnTo>
                <a:close/>
                <a:moveTo>
                  <a:pt x="8286" y="5041"/>
                </a:moveTo>
                <a:lnTo>
                  <a:pt x="8286" y="6680"/>
                </a:lnTo>
                <a:lnTo>
                  <a:pt x="2521" y="6680"/>
                </a:lnTo>
                <a:lnTo>
                  <a:pt x="2521" y="5041"/>
                </a:lnTo>
                <a:close/>
                <a:moveTo>
                  <a:pt x="1733" y="5262"/>
                </a:moveTo>
                <a:lnTo>
                  <a:pt x="1733" y="6680"/>
                </a:lnTo>
                <a:lnTo>
                  <a:pt x="1292" y="6680"/>
                </a:lnTo>
                <a:cubicBezTo>
                  <a:pt x="1134" y="6680"/>
                  <a:pt x="1008" y="6711"/>
                  <a:pt x="914" y="6774"/>
                </a:cubicBezTo>
                <a:lnTo>
                  <a:pt x="914" y="5703"/>
                </a:lnTo>
                <a:lnTo>
                  <a:pt x="1733" y="5262"/>
                </a:lnTo>
                <a:close/>
                <a:moveTo>
                  <a:pt x="9137" y="5262"/>
                </a:moveTo>
                <a:lnTo>
                  <a:pt x="9956" y="5703"/>
                </a:lnTo>
                <a:lnTo>
                  <a:pt x="9956" y="6774"/>
                </a:lnTo>
                <a:cubicBezTo>
                  <a:pt x="9830" y="6743"/>
                  <a:pt x="9672" y="6680"/>
                  <a:pt x="9515" y="6680"/>
                </a:cubicBezTo>
                <a:lnTo>
                  <a:pt x="9137" y="6680"/>
                </a:lnTo>
                <a:lnTo>
                  <a:pt x="9137" y="5262"/>
                </a:lnTo>
                <a:close/>
                <a:moveTo>
                  <a:pt x="9578" y="7467"/>
                </a:moveTo>
                <a:cubicBezTo>
                  <a:pt x="9798" y="7467"/>
                  <a:pt x="9987" y="7688"/>
                  <a:pt x="9987" y="7908"/>
                </a:cubicBezTo>
                <a:cubicBezTo>
                  <a:pt x="9956" y="8160"/>
                  <a:pt x="9798" y="8349"/>
                  <a:pt x="9578" y="8349"/>
                </a:cubicBezTo>
                <a:lnTo>
                  <a:pt x="1292" y="8349"/>
                </a:lnTo>
                <a:cubicBezTo>
                  <a:pt x="1071" y="8349"/>
                  <a:pt x="914" y="8160"/>
                  <a:pt x="914" y="7908"/>
                </a:cubicBezTo>
                <a:cubicBezTo>
                  <a:pt x="914" y="7688"/>
                  <a:pt x="1103" y="7467"/>
                  <a:pt x="1292" y="7467"/>
                </a:cubicBezTo>
                <a:close/>
                <a:moveTo>
                  <a:pt x="7467" y="9169"/>
                </a:moveTo>
                <a:lnTo>
                  <a:pt x="5419" y="10712"/>
                </a:lnTo>
                <a:lnTo>
                  <a:pt x="3340" y="9169"/>
                </a:lnTo>
                <a:close/>
                <a:moveTo>
                  <a:pt x="2048" y="1"/>
                </a:moveTo>
                <a:cubicBezTo>
                  <a:pt x="1796" y="1"/>
                  <a:pt x="1638" y="190"/>
                  <a:pt x="1638" y="442"/>
                </a:cubicBezTo>
                <a:lnTo>
                  <a:pt x="1638" y="4380"/>
                </a:lnTo>
                <a:lnTo>
                  <a:pt x="221" y="5073"/>
                </a:lnTo>
                <a:cubicBezTo>
                  <a:pt x="63" y="5167"/>
                  <a:pt x="0" y="5325"/>
                  <a:pt x="0" y="5419"/>
                </a:cubicBezTo>
                <a:lnTo>
                  <a:pt x="0" y="7908"/>
                </a:lnTo>
                <a:cubicBezTo>
                  <a:pt x="0" y="8570"/>
                  <a:pt x="536" y="9137"/>
                  <a:pt x="1260" y="9137"/>
                </a:cubicBezTo>
                <a:lnTo>
                  <a:pt x="1953" y="9137"/>
                </a:lnTo>
                <a:lnTo>
                  <a:pt x="4726" y="11216"/>
                </a:lnTo>
                <a:lnTo>
                  <a:pt x="1859" y="13390"/>
                </a:lnTo>
                <a:cubicBezTo>
                  <a:pt x="1638" y="13516"/>
                  <a:pt x="1607" y="13768"/>
                  <a:pt x="1764" y="13989"/>
                </a:cubicBezTo>
                <a:cubicBezTo>
                  <a:pt x="1836" y="14096"/>
                  <a:pt x="1958" y="14153"/>
                  <a:pt x="2085" y="14153"/>
                </a:cubicBezTo>
                <a:cubicBezTo>
                  <a:pt x="2182" y="14153"/>
                  <a:pt x="2281" y="14120"/>
                  <a:pt x="2363" y="14052"/>
                </a:cubicBezTo>
                <a:lnTo>
                  <a:pt x="5419" y="11783"/>
                </a:lnTo>
                <a:lnTo>
                  <a:pt x="8506" y="14052"/>
                </a:lnTo>
                <a:cubicBezTo>
                  <a:pt x="8591" y="14108"/>
                  <a:pt x="8689" y="14140"/>
                  <a:pt x="8785" y="14140"/>
                </a:cubicBezTo>
                <a:cubicBezTo>
                  <a:pt x="8903" y="14140"/>
                  <a:pt x="9018" y="14093"/>
                  <a:pt x="9105" y="13989"/>
                </a:cubicBezTo>
                <a:cubicBezTo>
                  <a:pt x="9200" y="13768"/>
                  <a:pt x="9200" y="13548"/>
                  <a:pt x="9011" y="13390"/>
                </a:cubicBezTo>
                <a:lnTo>
                  <a:pt x="6144" y="11216"/>
                </a:lnTo>
                <a:lnTo>
                  <a:pt x="8885" y="9137"/>
                </a:lnTo>
                <a:lnTo>
                  <a:pt x="9609" y="9137"/>
                </a:lnTo>
                <a:cubicBezTo>
                  <a:pt x="10271" y="9137"/>
                  <a:pt x="10869" y="8570"/>
                  <a:pt x="10869" y="7908"/>
                </a:cubicBezTo>
                <a:lnTo>
                  <a:pt x="10869" y="5419"/>
                </a:lnTo>
                <a:cubicBezTo>
                  <a:pt x="10869" y="5262"/>
                  <a:pt x="10775" y="5104"/>
                  <a:pt x="10617" y="5073"/>
                </a:cubicBezTo>
                <a:lnTo>
                  <a:pt x="9200" y="4380"/>
                </a:lnTo>
                <a:lnTo>
                  <a:pt x="9200" y="442"/>
                </a:lnTo>
                <a:lnTo>
                  <a:pt x="9137" y="442"/>
                </a:lnTo>
                <a:cubicBezTo>
                  <a:pt x="9137" y="190"/>
                  <a:pt x="8916" y="1"/>
                  <a:pt x="8695" y="1"/>
                </a:cubicBezTo>
                <a:cubicBezTo>
                  <a:pt x="8475" y="1"/>
                  <a:pt x="8254" y="190"/>
                  <a:pt x="8254" y="442"/>
                </a:cubicBezTo>
                <a:lnTo>
                  <a:pt x="8254" y="820"/>
                </a:lnTo>
                <a:lnTo>
                  <a:pt x="2489" y="820"/>
                </a:lnTo>
                <a:lnTo>
                  <a:pt x="2489" y="442"/>
                </a:lnTo>
                <a:cubicBezTo>
                  <a:pt x="2489" y="190"/>
                  <a:pt x="2268" y="1"/>
                  <a:pt x="20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18" name="Google Shape;3418;p47"/>
          <p:cNvGrpSpPr/>
          <p:nvPr/>
        </p:nvGrpSpPr>
        <p:grpSpPr>
          <a:xfrm>
            <a:off x="8148427" y="2438984"/>
            <a:ext cx="284249" cy="265884"/>
            <a:chOff x="-10898100" y="2542050"/>
            <a:chExt cx="353675" cy="330825"/>
          </a:xfrm>
        </p:grpSpPr>
        <p:sp>
          <p:nvSpPr>
            <p:cNvPr id="3419" name="Google Shape;3419;p47"/>
            <p:cNvSpPr/>
            <p:nvPr/>
          </p:nvSpPr>
          <p:spPr>
            <a:xfrm>
              <a:off x="-10772875" y="2583800"/>
              <a:ext cx="82725" cy="82725"/>
            </a:xfrm>
            <a:custGeom>
              <a:rect b="b" l="l" r="r" t="t"/>
              <a:pathLst>
                <a:path extrusionOk="0" h="3309" w="3309">
                  <a:moveTo>
                    <a:pt x="1639" y="819"/>
                  </a:moveTo>
                  <a:cubicBezTo>
                    <a:pt x="2111" y="819"/>
                    <a:pt x="2490" y="1166"/>
                    <a:pt x="2490" y="1638"/>
                  </a:cubicBezTo>
                  <a:cubicBezTo>
                    <a:pt x="2490" y="2111"/>
                    <a:pt x="2111" y="2457"/>
                    <a:pt x="1639" y="2457"/>
                  </a:cubicBezTo>
                  <a:cubicBezTo>
                    <a:pt x="1166" y="2457"/>
                    <a:pt x="820" y="2111"/>
                    <a:pt x="820" y="1638"/>
                  </a:cubicBezTo>
                  <a:cubicBezTo>
                    <a:pt x="820" y="1166"/>
                    <a:pt x="1229" y="819"/>
                    <a:pt x="1639" y="819"/>
                  </a:cubicBezTo>
                  <a:close/>
                  <a:moveTo>
                    <a:pt x="1639" y="0"/>
                  </a:moveTo>
                  <a:cubicBezTo>
                    <a:pt x="757" y="0"/>
                    <a:pt x="1" y="725"/>
                    <a:pt x="1" y="1638"/>
                  </a:cubicBezTo>
                  <a:cubicBezTo>
                    <a:pt x="1" y="2552"/>
                    <a:pt x="757" y="3308"/>
                    <a:pt x="1639" y="3308"/>
                  </a:cubicBezTo>
                  <a:cubicBezTo>
                    <a:pt x="2553" y="3308"/>
                    <a:pt x="3309" y="2552"/>
                    <a:pt x="3309" y="1638"/>
                  </a:cubicBezTo>
                  <a:cubicBezTo>
                    <a:pt x="3309" y="725"/>
                    <a:pt x="2553" y="0"/>
                    <a:pt x="163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0" name="Google Shape;3420;p47"/>
            <p:cNvSpPr/>
            <p:nvPr/>
          </p:nvSpPr>
          <p:spPr>
            <a:xfrm>
              <a:off x="-10772875" y="2749200"/>
              <a:ext cx="82725" cy="81950"/>
            </a:xfrm>
            <a:custGeom>
              <a:rect b="b" l="l" r="r" t="t"/>
              <a:pathLst>
                <a:path extrusionOk="0" h="3278" w="3309">
                  <a:moveTo>
                    <a:pt x="1639" y="819"/>
                  </a:moveTo>
                  <a:cubicBezTo>
                    <a:pt x="2111" y="819"/>
                    <a:pt x="2490" y="1166"/>
                    <a:pt x="2490" y="1638"/>
                  </a:cubicBezTo>
                  <a:cubicBezTo>
                    <a:pt x="2490" y="2111"/>
                    <a:pt x="2111" y="2457"/>
                    <a:pt x="1639" y="2457"/>
                  </a:cubicBezTo>
                  <a:cubicBezTo>
                    <a:pt x="1229" y="2457"/>
                    <a:pt x="820" y="2079"/>
                    <a:pt x="820" y="1638"/>
                  </a:cubicBezTo>
                  <a:cubicBezTo>
                    <a:pt x="820" y="1166"/>
                    <a:pt x="1198" y="819"/>
                    <a:pt x="1639" y="819"/>
                  </a:cubicBezTo>
                  <a:close/>
                  <a:moveTo>
                    <a:pt x="1639" y="0"/>
                  </a:moveTo>
                  <a:cubicBezTo>
                    <a:pt x="757" y="0"/>
                    <a:pt x="1" y="725"/>
                    <a:pt x="1" y="1638"/>
                  </a:cubicBezTo>
                  <a:cubicBezTo>
                    <a:pt x="1" y="2552"/>
                    <a:pt x="757" y="3277"/>
                    <a:pt x="1639" y="3277"/>
                  </a:cubicBezTo>
                  <a:cubicBezTo>
                    <a:pt x="1658" y="3277"/>
                    <a:pt x="1677" y="3278"/>
                    <a:pt x="1696" y="3278"/>
                  </a:cubicBezTo>
                  <a:cubicBezTo>
                    <a:pt x="2613" y="3278"/>
                    <a:pt x="3309" y="2534"/>
                    <a:pt x="3309" y="1638"/>
                  </a:cubicBezTo>
                  <a:cubicBezTo>
                    <a:pt x="3309" y="725"/>
                    <a:pt x="2553" y="0"/>
                    <a:pt x="163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1" name="Google Shape;3421;p47"/>
            <p:cNvSpPr/>
            <p:nvPr/>
          </p:nvSpPr>
          <p:spPr>
            <a:xfrm>
              <a:off x="-10855575" y="2666500"/>
              <a:ext cx="82725" cy="81925"/>
            </a:xfrm>
            <a:custGeom>
              <a:rect b="b" l="l" r="r" t="t"/>
              <a:pathLst>
                <a:path extrusionOk="0" h="3277" w="3309">
                  <a:moveTo>
                    <a:pt x="1670" y="819"/>
                  </a:moveTo>
                  <a:cubicBezTo>
                    <a:pt x="2143" y="819"/>
                    <a:pt x="2490" y="1166"/>
                    <a:pt x="2490" y="1638"/>
                  </a:cubicBezTo>
                  <a:cubicBezTo>
                    <a:pt x="2490" y="2079"/>
                    <a:pt x="2111" y="2457"/>
                    <a:pt x="1670" y="2457"/>
                  </a:cubicBezTo>
                  <a:cubicBezTo>
                    <a:pt x="1166" y="2457"/>
                    <a:pt x="820" y="2111"/>
                    <a:pt x="820" y="1638"/>
                  </a:cubicBezTo>
                  <a:cubicBezTo>
                    <a:pt x="820" y="1166"/>
                    <a:pt x="1198" y="819"/>
                    <a:pt x="1670" y="819"/>
                  </a:cubicBezTo>
                  <a:close/>
                  <a:moveTo>
                    <a:pt x="1670" y="0"/>
                  </a:moveTo>
                  <a:cubicBezTo>
                    <a:pt x="757" y="0"/>
                    <a:pt x="1" y="725"/>
                    <a:pt x="1" y="1638"/>
                  </a:cubicBezTo>
                  <a:cubicBezTo>
                    <a:pt x="1" y="2552"/>
                    <a:pt x="757" y="3277"/>
                    <a:pt x="1670" y="3277"/>
                  </a:cubicBezTo>
                  <a:cubicBezTo>
                    <a:pt x="2553" y="3277"/>
                    <a:pt x="3309" y="2552"/>
                    <a:pt x="3309" y="1638"/>
                  </a:cubicBezTo>
                  <a:cubicBezTo>
                    <a:pt x="3309" y="725"/>
                    <a:pt x="2584" y="0"/>
                    <a:pt x="167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2" name="Google Shape;3422;p47"/>
            <p:cNvSpPr/>
            <p:nvPr/>
          </p:nvSpPr>
          <p:spPr>
            <a:xfrm>
              <a:off x="-10690175" y="2666500"/>
              <a:ext cx="82725" cy="82725"/>
            </a:xfrm>
            <a:custGeom>
              <a:rect b="b" l="l" r="r" t="t"/>
              <a:pathLst>
                <a:path extrusionOk="0" h="3309" w="3309">
                  <a:moveTo>
                    <a:pt x="1639" y="819"/>
                  </a:moveTo>
                  <a:cubicBezTo>
                    <a:pt x="2143" y="819"/>
                    <a:pt x="2490" y="1166"/>
                    <a:pt x="2490" y="1638"/>
                  </a:cubicBezTo>
                  <a:cubicBezTo>
                    <a:pt x="2490" y="2111"/>
                    <a:pt x="2112" y="2457"/>
                    <a:pt x="1639" y="2457"/>
                  </a:cubicBezTo>
                  <a:cubicBezTo>
                    <a:pt x="1198" y="2457"/>
                    <a:pt x="820" y="2111"/>
                    <a:pt x="820" y="1638"/>
                  </a:cubicBezTo>
                  <a:cubicBezTo>
                    <a:pt x="820" y="1166"/>
                    <a:pt x="1229" y="819"/>
                    <a:pt x="1639" y="819"/>
                  </a:cubicBezTo>
                  <a:close/>
                  <a:moveTo>
                    <a:pt x="1639" y="0"/>
                  </a:moveTo>
                  <a:cubicBezTo>
                    <a:pt x="757" y="0"/>
                    <a:pt x="1" y="725"/>
                    <a:pt x="1" y="1638"/>
                  </a:cubicBezTo>
                  <a:cubicBezTo>
                    <a:pt x="1" y="2552"/>
                    <a:pt x="757" y="3308"/>
                    <a:pt x="1639" y="3308"/>
                  </a:cubicBezTo>
                  <a:cubicBezTo>
                    <a:pt x="2553" y="3308"/>
                    <a:pt x="3309" y="2552"/>
                    <a:pt x="3309" y="1638"/>
                  </a:cubicBezTo>
                  <a:cubicBezTo>
                    <a:pt x="3309" y="725"/>
                    <a:pt x="2553" y="0"/>
                    <a:pt x="163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3" name="Google Shape;3423;p47"/>
            <p:cNvSpPr/>
            <p:nvPr/>
          </p:nvSpPr>
          <p:spPr>
            <a:xfrm>
              <a:off x="-10752400" y="2686975"/>
              <a:ext cx="41775" cy="40975"/>
            </a:xfrm>
            <a:custGeom>
              <a:rect b="b" l="l" r="r" t="t"/>
              <a:pathLst>
                <a:path extrusionOk="0" h="1639" w="1671">
                  <a:moveTo>
                    <a:pt x="851" y="0"/>
                  </a:moveTo>
                  <a:cubicBezTo>
                    <a:pt x="379" y="0"/>
                    <a:pt x="1" y="378"/>
                    <a:pt x="1" y="819"/>
                  </a:cubicBezTo>
                  <a:cubicBezTo>
                    <a:pt x="1" y="1260"/>
                    <a:pt x="379" y="1638"/>
                    <a:pt x="851" y="1638"/>
                  </a:cubicBezTo>
                  <a:cubicBezTo>
                    <a:pt x="1292" y="1638"/>
                    <a:pt x="1671" y="1260"/>
                    <a:pt x="1671" y="819"/>
                  </a:cubicBezTo>
                  <a:cubicBezTo>
                    <a:pt x="1671" y="378"/>
                    <a:pt x="1292" y="0"/>
                    <a:pt x="85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4" name="Google Shape;3424;p47"/>
            <p:cNvSpPr/>
            <p:nvPr/>
          </p:nvSpPr>
          <p:spPr>
            <a:xfrm>
              <a:off x="-10898100" y="2542050"/>
              <a:ext cx="353675" cy="330825"/>
            </a:xfrm>
            <a:custGeom>
              <a:rect b="b" l="l" r="r" t="t"/>
              <a:pathLst>
                <a:path extrusionOk="0" h="13233" w="14147">
                  <a:moveTo>
                    <a:pt x="6711" y="819"/>
                  </a:moveTo>
                  <a:cubicBezTo>
                    <a:pt x="9893" y="819"/>
                    <a:pt x="12476" y="3434"/>
                    <a:pt x="12476" y="6616"/>
                  </a:cubicBezTo>
                  <a:cubicBezTo>
                    <a:pt x="12476" y="9798"/>
                    <a:pt x="9893" y="12413"/>
                    <a:pt x="6711" y="12413"/>
                  </a:cubicBezTo>
                  <a:cubicBezTo>
                    <a:pt x="3466" y="12413"/>
                    <a:pt x="883" y="9798"/>
                    <a:pt x="883" y="6616"/>
                  </a:cubicBezTo>
                  <a:cubicBezTo>
                    <a:pt x="883" y="3434"/>
                    <a:pt x="3466" y="819"/>
                    <a:pt x="6711" y="819"/>
                  </a:cubicBezTo>
                  <a:close/>
                  <a:moveTo>
                    <a:pt x="13358" y="10743"/>
                  </a:moveTo>
                  <a:lnTo>
                    <a:pt x="13358" y="12413"/>
                  </a:lnTo>
                  <a:lnTo>
                    <a:pt x="9893" y="12413"/>
                  </a:lnTo>
                  <a:cubicBezTo>
                    <a:pt x="10649" y="12004"/>
                    <a:pt x="11311" y="11468"/>
                    <a:pt x="11846" y="10743"/>
                  </a:cubicBezTo>
                  <a:close/>
                  <a:moveTo>
                    <a:pt x="6648" y="0"/>
                  </a:moveTo>
                  <a:cubicBezTo>
                    <a:pt x="2993" y="0"/>
                    <a:pt x="0" y="2962"/>
                    <a:pt x="0" y="6616"/>
                  </a:cubicBezTo>
                  <a:cubicBezTo>
                    <a:pt x="0" y="10082"/>
                    <a:pt x="2678" y="12917"/>
                    <a:pt x="6112" y="13201"/>
                  </a:cubicBezTo>
                  <a:cubicBezTo>
                    <a:pt x="6144" y="13201"/>
                    <a:pt x="6175" y="13232"/>
                    <a:pt x="6238" y="13232"/>
                  </a:cubicBezTo>
                  <a:lnTo>
                    <a:pt x="13705" y="13232"/>
                  </a:lnTo>
                  <a:cubicBezTo>
                    <a:pt x="13957" y="13232"/>
                    <a:pt x="14146" y="13043"/>
                    <a:pt x="14146" y="12791"/>
                  </a:cubicBezTo>
                  <a:lnTo>
                    <a:pt x="14146" y="10302"/>
                  </a:lnTo>
                  <a:cubicBezTo>
                    <a:pt x="14146" y="10082"/>
                    <a:pt x="13957" y="9924"/>
                    <a:pt x="13737" y="9924"/>
                  </a:cubicBezTo>
                  <a:lnTo>
                    <a:pt x="12413" y="9924"/>
                  </a:lnTo>
                  <a:cubicBezTo>
                    <a:pt x="13012" y="8948"/>
                    <a:pt x="13264" y="7814"/>
                    <a:pt x="13264" y="6616"/>
                  </a:cubicBezTo>
                  <a:cubicBezTo>
                    <a:pt x="13264" y="2962"/>
                    <a:pt x="10334" y="0"/>
                    <a:pt x="664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25" name="Google Shape;3425;p47"/>
          <p:cNvGrpSpPr/>
          <p:nvPr/>
        </p:nvGrpSpPr>
        <p:grpSpPr>
          <a:xfrm>
            <a:off x="6399203" y="2869663"/>
            <a:ext cx="282983" cy="282460"/>
            <a:chOff x="-9157450" y="1622750"/>
            <a:chExt cx="352100" cy="351450"/>
          </a:xfrm>
        </p:grpSpPr>
        <p:sp>
          <p:nvSpPr>
            <p:cNvPr id="3426" name="Google Shape;3426;p47"/>
            <p:cNvSpPr/>
            <p:nvPr/>
          </p:nvSpPr>
          <p:spPr>
            <a:xfrm>
              <a:off x="-9034575" y="1706075"/>
              <a:ext cx="229225" cy="268125"/>
            </a:xfrm>
            <a:custGeom>
              <a:rect b="b" l="l" r="r" t="t"/>
              <a:pathLst>
                <a:path extrusionOk="0" h="10725" w="9169">
                  <a:moveTo>
                    <a:pt x="8317" y="989"/>
                  </a:moveTo>
                  <a:lnTo>
                    <a:pt x="8317" y="1777"/>
                  </a:lnTo>
                  <a:lnTo>
                    <a:pt x="3308" y="3195"/>
                  </a:lnTo>
                  <a:lnTo>
                    <a:pt x="3308" y="2407"/>
                  </a:lnTo>
                  <a:lnTo>
                    <a:pt x="8317" y="989"/>
                  </a:lnTo>
                  <a:close/>
                  <a:moveTo>
                    <a:pt x="7498" y="6629"/>
                  </a:moveTo>
                  <a:cubicBezTo>
                    <a:pt x="7971" y="6629"/>
                    <a:pt x="8317" y="6975"/>
                    <a:pt x="8317" y="7448"/>
                  </a:cubicBezTo>
                  <a:cubicBezTo>
                    <a:pt x="8317" y="7920"/>
                    <a:pt x="7971" y="8267"/>
                    <a:pt x="7498" y="8267"/>
                  </a:cubicBezTo>
                  <a:cubicBezTo>
                    <a:pt x="7026" y="8267"/>
                    <a:pt x="6679" y="7920"/>
                    <a:pt x="6679" y="7448"/>
                  </a:cubicBezTo>
                  <a:cubicBezTo>
                    <a:pt x="6679" y="6975"/>
                    <a:pt x="7026" y="6629"/>
                    <a:pt x="7498" y="6629"/>
                  </a:cubicBezTo>
                  <a:close/>
                  <a:moveTo>
                    <a:pt x="1670" y="8267"/>
                  </a:moveTo>
                  <a:cubicBezTo>
                    <a:pt x="2142" y="8267"/>
                    <a:pt x="2489" y="8645"/>
                    <a:pt x="2489" y="9118"/>
                  </a:cubicBezTo>
                  <a:cubicBezTo>
                    <a:pt x="2489" y="9590"/>
                    <a:pt x="2111" y="9937"/>
                    <a:pt x="1670" y="9937"/>
                  </a:cubicBezTo>
                  <a:cubicBezTo>
                    <a:pt x="1197" y="9937"/>
                    <a:pt x="851" y="9590"/>
                    <a:pt x="851" y="9118"/>
                  </a:cubicBezTo>
                  <a:cubicBezTo>
                    <a:pt x="851" y="8645"/>
                    <a:pt x="1197" y="8267"/>
                    <a:pt x="1670" y="8267"/>
                  </a:cubicBezTo>
                  <a:close/>
                  <a:moveTo>
                    <a:pt x="8733" y="0"/>
                  </a:moveTo>
                  <a:cubicBezTo>
                    <a:pt x="8700" y="0"/>
                    <a:pt x="8666" y="4"/>
                    <a:pt x="8632" y="13"/>
                  </a:cubicBezTo>
                  <a:lnTo>
                    <a:pt x="2804" y="1651"/>
                  </a:lnTo>
                  <a:cubicBezTo>
                    <a:pt x="2615" y="1714"/>
                    <a:pt x="2489" y="1872"/>
                    <a:pt x="2489" y="2061"/>
                  </a:cubicBezTo>
                  <a:lnTo>
                    <a:pt x="2489" y="7637"/>
                  </a:lnTo>
                  <a:cubicBezTo>
                    <a:pt x="2268" y="7479"/>
                    <a:pt x="1985" y="7416"/>
                    <a:pt x="1670" y="7416"/>
                  </a:cubicBezTo>
                  <a:cubicBezTo>
                    <a:pt x="756" y="7416"/>
                    <a:pt x="0" y="8172"/>
                    <a:pt x="0" y="9055"/>
                  </a:cubicBezTo>
                  <a:cubicBezTo>
                    <a:pt x="0" y="9968"/>
                    <a:pt x="756" y="10724"/>
                    <a:pt x="1670" y="10724"/>
                  </a:cubicBezTo>
                  <a:cubicBezTo>
                    <a:pt x="2584" y="10724"/>
                    <a:pt x="3340" y="9968"/>
                    <a:pt x="3340" y="9055"/>
                  </a:cubicBezTo>
                  <a:lnTo>
                    <a:pt x="3340" y="3982"/>
                  </a:lnTo>
                  <a:lnTo>
                    <a:pt x="8317" y="2565"/>
                  </a:lnTo>
                  <a:lnTo>
                    <a:pt x="8317" y="5967"/>
                  </a:lnTo>
                  <a:cubicBezTo>
                    <a:pt x="8097" y="5810"/>
                    <a:pt x="7813" y="5715"/>
                    <a:pt x="7498" y="5715"/>
                  </a:cubicBezTo>
                  <a:cubicBezTo>
                    <a:pt x="6585" y="5715"/>
                    <a:pt x="5860" y="6471"/>
                    <a:pt x="5860" y="7385"/>
                  </a:cubicBezTo>
                  <a:cubicBezTo>
                    <a:pt x="5860" y="8267"/>
                    <a:pt x="6585" y="9023"/>
                    <a:pt x="7498" y="9023"/>
                  </a:cubicBezTo>
                  <a:cubicBezTo>
                    <a:pt x="8412" y="9023"/>
                    <a:pt x="9168" y="8267"/>
                    <a:pt x="9168" y="7385"/>
                  </a:cubicBezTo>
                  <a:lnTo>
                    <a:pt x="9168" y="359"/>
                  </a:lnTo>
                  <a:cubicBezTo>
                    <a:pt x="9137" y="296"/>
                    <a:pt x="9105" y="170"/>
                    <a:pt x="8979" y="76"/>
                  </a:cubicBezTo>
                  <a:cubicBezTo>
                    <a:pt x="8910" y="30"/>
                    <a:pt x="8824" y="0"/>
                    <a:pt x="87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7" name="Google Shape;3427;p47"/>
            <p:cNvSpPr/>
            <p:nvPr/>
          </p:nvSpPr>
          <p:spPr>
            <a:xfrm>
              <a:off x="-9157450" y="1622750"/>
              <a:ext cx="164625" cy="249850"/>
            </a:xfrm>
            <a:custGeom>
              <a:rect b="b" l="l" r="r" t="t"/>
              <a:pathLst>
                <a:path extrusionOk="0" h="9994" w="6585">
                  <a:moveTo>
                    <a:pt x="1607" y="7473"/>
                  </a:moveTo>
                  <a:cubicBezTo>
                    <a:pt x="2080" y="7473"/>
                    <a:pt x="2458" y="7819"/>
                    <a:pt x="2458" y="8292"/>
                  </a:cubicBezTo>
                  <a:cubicBezTo>
                    <a:pt x="2458" y="8765"/>
                    <a:pt x="2048" y="9143"/>
                    <a:pt x="1607" y="9143"/>
                  </a:cubicBezTo>
                  <a:cubicBezTo>
                    <a:pt x="1135" y="9143"/>
                    <a:pt x="788" y="8765"/>
                    <a:pt x="788" y="8292"/>
                  </a:cubicBezTo>
                  <a:cubicBezTo>
                    <a:pt x="788" y="7819"/>
                    <a:pt x="1135" y="7473"/>
                    <a:pt x="1607" y="7473"/>
                  </a:cubicBezTo>
                  <a:close/>
                  <a:moveTo>
                    <a:pt x="2922" y="0"/>
                  </a:moveTo>
                  <a:cubicBezTo>
                    <a:pt x="2874" y="0"/>
                    <a:pt x="2825" y="12"/>
                    <a:pt x="2773" y="38"/>
                  </a:cubicBezTo>
                  <a:cubicBezTo>
                    <a:pt x="2615" y="69"/>
                    <a:pt x="2489" y="227"/>
                    <a:pt x="2489" y="416"/>
                  </a:cubicBezTo>
                  <a:lnTo>
                    <a:pt x="2489" y="6906"/>
                  </a:lnTo>
                  <a:cubicBezTo>
                    <a:pt x="2237" y="6748"/>
                    <a:pt x="1985" y="6685"/>
                    <a:pt x="1670" y="6685"/>
                  </a:cubicBezTo>
                  <a:cubicBezTo>
                    <a:pt x="756" y="6685"/>
                    <a:pt x="0" y="7441"/>
                    <a:pt x="0" y="8355"/>
                  </a:cubicBezTo>
                  <a:cubicBezTo>
                    <a:pt x="0" y="9237"/>
                    <a:pt x="756" y="9993"/>
                    <a:pt x="1670" y="9993"/>
                  </a:cubicBezTo>
                  <a:cubicBezTo>
                    <a:pt x="2552" y="9993"/>
                    <a:pt x="3308" y="9237"/>
                    <a:pt x="3308" y="8355"/>
                  </a:cubicBezTo>
                  <a:lnTo>
                    <a:pt x="3308" y="1739"/>
                  </a:lnTo>
                  <a:cubicBezTo>
                    <a:pt x="3812" y="2369"/>
                    <a:pt x="4443" y="2999"/>
                    <a:pt x="5293" y="3566"/>
                  </a:cubicBezTo>
                  <a:cubicBezTo>
                    <a:pt x="5608" y="3818"/>
                    <a:pt x="5797" y="4165"/>
                    <a:pt x="5797" y="4574"/>
                  </a:cubicBezTo>
                  <a:cubicBezTo>
                    <a:pt x="5797" y="5236"/>
                    <a:pt x="5230" y="5835"/>
                    <a:pt x="4569" y="5835"/>
                  </a:cubicBezTo>
                  <a:cubicBezTo>
                    <a:pt x="4348" y="5835"/>
                    <a:pt x="4190" y="6024"/>
                    <a:pt x="4190" y="6244"/>
                  </a:cubicBezTo>
                  <a:cubicBezTo>
                    <a:pt x="4190" y="6496"/>
                    <a:pt x="4380" y="6654"/>
                    <a:pt x="4569" y="6654"/>
                  </a:cubicBezTo>
                  <a:cubicBezTo>
                    <a:pt x="5640" y="6654"/>
                    <a:pt x="6585" y="5740"/>
                    <a:pt x="6585" y="4606"/>
                  </a:cubicBezTo>
                  <a:cubicBezTo>
                    <a:pt x="6585" y="3944"/>
                    <a:pt x="6270" y="3314"/>
                    <a:pt x="5766" y="2936"/>
                  </a:cubicBezTo>
                  <a:cubicBezTo>
                    <a:pt x="4852" y="2275"/>
                    <a:pt x="4190" y="1613"/>
                    <a:pt x="3718" y="888"/>
                  </a:cubicBezTo>
                  <a:lnTo>
                    <a:pt x="3245" y="195"/>
                  </a:lnTo>
                  <a:cubicBezTo>
                    <a:pt x="3154" y="81"/>
                    <a:pt x="3046" y="0"/>
                    <a:pt x="292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28" name="Google Shape;3428;p47"/>
          <p:cNvGrpSpPr/>
          <p:nvPr/>
        </p:nvGrpSpPr>
        <p:grpSpPr>
          <a:xfrm>
            <a:off x="6430858" y="3305868"/>
            <a:ext cx="219671" cy="281717"/>
            <a:chOff x="-9119650" y="2056875"/>
            <a:chExt cx="273325" cy="350525"/>
          </a:xfrm>
        </p:grpSpPr>
        <p:sp>
          <p:nvSpPr>
            <p:cNvPr id="3429" name="Google Shape;3429;p47"/>
            <p:cNvSpPr/>
            <p:nvPr/>
          </p:nvSpPr>
          <p:spPr>
            <a:xfrm>
              <a:off x="-9023550" y="2056875"/>
              <a:ext cx="82725" cy="82725"/>
            </a:xfrm>
            <a:custGeom>
              <a:rect b="b" l="l" r="r" t="t"/>
              <a:pathLst>
                <a:path extrusionOk="0" h="3309" w="3309">
                  <a:moveTo>
                    <a:pt x="1670" y="819"/>
                  </a:moveTo>
                  <a:cubicBezTo>
                    <a:pt x="2143" y="819"/>
                    <a:pt x="2489" y="1166"/>
                    <a:pt x="2489" y="1639"/>
                  </a:cubicBezTo>
                  <a:cubicBezTo>
                    <a:pt x="2489" y="2080"/>
                    <a:pt x="2143" y="2489"/>
                    <a:pt x="1670" y="2489"/>
                  </a:cubicBezTo>
                  <a:cubicBezTo>
                    <a:pt x="1197" y="2489"/>
                    <a:pt x="819" y="2111"/>
                    <a:pt x="819" y="1639"/>
                  </a:cubicBezTo>
                  <a:cubicBezTo>
                    <a:pt x="819" y="1166"/>
                    <a:pt x="1197" y="819"/>
                    <a:pt x="1670" y="819"/>
                  </a:cubicBezTo>
                  <a:close/>
                  <a:moveTo>
                    <a:pt x="1670" y="0"/>
                  </a:moveTo>
                  <a:cubicBezTo>
                    <a:pt x="756" y="0"/>
                    <a:pt x="0" y="756"/>
                    <a:pt x="0" y="1639"/>
                  </a:cubicBezTo>
                  <a:cubicBezTo>
                    <a:pt x="0" y="2552"/>
                    <a:pt x="756" y="3308"/>
                    <a:pt x="1670" y="3308"/>
                  </a:cubicBezTo>
                  <a:cubicBezTo>
                    <a:pt x="2552" y="3308"/>
                    <a:pt x="3308" y="2552"/>
                    <a:pt x="3308" y="1639"/>
                  </a:cubicBezTo>
                  <a:cubicBezTo>
                    <a:pt x="3308" y="756"/>
                    <a:pt x="2552" y="0"/>
                    <a:pt x="167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0" name="Google Shape;3430;p47"/>
            <p:cNvSpPr/>
            <p:nvPr/>
          </p:nvSpPr>
          <p:spPr>
            <a:xfrm>
              <a:off x="-9119650" y="2137200"/>
              <a:ext cx="273325" cy="270200"/>
            </a:xfrm>
            <a:custGeom>
              <a:rect b="b" l="l" r="r" t="t"/>
              <a:pathLst>
                <a:path extrusionOk="0" h="10808" w="10933">
                  <a:moveTo>
                    <a:pt x="9641" y="915"/>
                  </a:moveTo>
                  <a:cubicBezTo>
                    <a:pt x="9862" y="915"/>
                    <a:pt x="10082" y="1104"/>
                    <a:pt x="10082" y="1356"/>
                  </a:cubicBezTo>
                  <a:cubicBezTo>
                    <a:pt x="10082" y="1576"/>
                    <a:pt x="9862" y="1734"/>
                    <a:pt x="9641" y="1734"/>
                  </a:cubicBezTo>
                  <a:lnTo>
                    <a:pt x="6333" y="1734"/>
                  </a:lnTo>
                  <a:cubicBezTo>
                    <a:pt x="6081" y="1734"/>
                    <a:pt x="5924" y="1923"/>
                    <a:pt x="5924" y="2175"/>
                  </a:cubicBezTo>
                  <a:lnTo>
                    <a:pt x="5924" y="9641"/>
                  </a:lnTo>
                  <a:cubicBezTo>
                    <a:pt x="5924" y="9893"/>
                    <a:pt x="5734" y="10051"/>
                    <a:pt x="5514" y="10051"/>
                  </a:cubicBezTo>
                  <a:cubicBezTo>
                    <a:pt x="5262" y="10051"/>
                    <a:pt x="5104" y="9862"/>
                    <a:pt x="5104" y="9641"/>
                  </a:cubicBezTo>
                  <a:lnTo>
                    <a:pt x="5104" y="5703"/>
                  </a:lnTo>
                  <a:cubicBezTo>
                    <a:pt x="5104" y="5459"/>
                    <a:pt x="4917" y="5293"/>
                    <a:pt x="4707" y="5293"/>
                  </a:cubicBezTo>
                  <a:cubicBezTo>
                    <a:pt x="4619" y="5293"/>
                    <a:pt x="4527" y="5323"/>
                    <a:pt x="4443" y="5388"/>
                  </a:cubicBezTo>
                  <a:lnTo>
                    <a:pt x="1639" y="7531"/>
                  </a:lnTo>
                  <a:cubicBezTo>
                    <a:pt x="1557" y="7585"/>
                    <a:pt x="1464" y="7616"/>
                    <a:pt x="1372" y="7616"/>
                  </a:cubicBezTo>
                  <a:cubicBezTo>
                    <a:pt x="1250" y="7616"/>
                    <a:pt x="1130" y="7562"/>
                    <a:pt x="1040" y="7436"/>
                  </a:cubicBezTo>
                  <a:cubicBezTo>
                    <a:pt x="946" y="7247"/>
                    <a:pt x="946" y="7026"/>
                    <a:pt x="1135" y="6869"/>
                  </a:cubicBezTo>
                  <a:lnTo>
                    <a:pt x="4947" y="4033"/>
                  </a:lnTo>
                  <a:cubicBezTo>
                    <a:pt x="5073" y="3939"/>
                    <a:pt x="5104" y="3844"/>
                    <a:pt x="5104" y="3718"/>
                  </a:cubicBezTo>
                  <a:lnTo>
                    <a:pt x="5104" y="2206"/>
                  </a:lnTo>
                  <a:cubicBezTo>
                    <a:pt x="5104" y="1986"/>
                    <a:pt x="4915" y="1765"/>
                    <a:pt x="4726" y="1765"/>
                  </a:cubicBezTo>
                  <a:lnTo>
                    <a:pt x="1418" y="1765"/>
                  </a:lnTo>
                  <a:cubicBezTo>
                    <a:pt x="1166" y="1765"/>
                    <a:pt x="1009" y="1576"/>
                    <a:pt x="1009" y="1387"/>
                  </a:cubicBezTo>
                  <a:cubicBezTo>
                    <a:pt x="1009" y="1135"/>
                    <a:pt x="1198" y="946"/>
                    <a:pt x="1418" y="946"/>
                  </a:cubicBezTo>
                  <a:lnTo>
                    <a:pt x="9641" y="946"/>
                  </a:lnTo>
                  <a:lnTo>
                    <a:pt x="9641" y="915"/>
                  </a:lnTo>
                  <a:close/>
                  <a:moveTo>
                    <a:pt x="1355" y="1"/>
                  </a:moveTo>
                  <a:cubicBezTo>
                    <a:pt x="694" y="95"/>
                    <a:pt x="158" y="631"/>
                    <a:pt x="158" y="1293"/>
                  </a:cubicBezTo>
                  <a:cubicBezTo>
                    <a:pt x="158" y="1986"/>
                    <a:pt x="694" y="2521"/>
                    <a:pt x="1355" y="2521"/>
                  </a:cubicBezTo>
                  <a:lnTo>
                    <a:pt x="4285" y="2521"/>
                  </a:lnTo>
                  <a:lnTo>
                    <a:pt x="4285" y="3403"/>
                  </a:lnTo>
                  <a:lnTo>
                    <a:pt x="662" y="6113"/>
                  </a:lnTo>
                  <a:cubicBezTo>
                    <a:pt x="95" y="6491"/>
                    <a:pt x="1" y="7278"/>
                    <a:pt x="410" y="7846"/>
                  </a:cubicBezTo>
                  <a:cubicBezTo>
                    <a:pt x="651" y="8160"/>
                    <a:pt x="1022" y="8333"/>
                    <a:pt x="1396" y="8333"/>
                  </a:cubicBezTo>
                  <a:cubicBezTo>
                    <a:pt x="1658" y="8333"/>
                    <a:pt x="1922" y="8248"/>
                    <a:pt x="2143" y="8066"/>
                  </a:cubicBezTo>
                  <a:lnTo>
                    <a:pt x="4317" y="6459"/>
                  </a:lnTo>
                  <a:lnTo>
                    <a:pt x="4317" y="9578"/>
                  </a:lnTo>
                  <a:cubicBezTo>
                    <a:pt x="4317" y="10240"/>
                    <a:pt x="4884" y="10807"/>
                    <a:pt x="5545" y="10807"/>
                  </a:cubicBezTo>
                  <a:cubicBezTo>
                    <a:pt x="6207" y="10807"/>
                    <a:pt x="6806" y="10240"/>
                    <a:pt x="6806" y="9578"/>
                  </a:cubicBezTo>
                  <a:lnTo>
                    <a:pt x="6806" y="2490"/>
                  </a:lnTo>
                  <a:lnTo>
                    <a:pt x="9673" y="2490"/>
                  </a:lnTo>
                  <a:cubicBezTo>
                    <a:pt x="10334" y="2490"/>
                    <a:pt x="10933" y="1923"/>
                    <a:pt x="10933" y="1261"/>
                  </a:cubicBezTo>
                  <a:cubicBezTo>
                    <a:pt x="10933" y="599"/>
                    <a:pt x="10397" y="1"/>
                    <a:pt x="967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31" name="Google Shape;3431;p47"/>
          <p:cNvSpPr/>
          <p:nvPr/>
        </p:nvSpPr>
        <p:spPr>
          <a:xfrm>
            <a:off x="8149060" y="3304612"/>
            <a:ext cx="282983" cy="284229"/>
          </a:xfrm>
          <a:custGeom>
            <a:rect b="b" l="l" r="r" t="t"/>
            <a:pathLst>
              <a:path extrusionOk="0" h="14146" w="14084">
                <a:moveTo>
                  <a:pt x="5829" y="5261"/>
                </a:moveTo>
                <a:lnTo>
                  <a:pt x="6963" y="6585"/>
                </a:lnTo>
                <a:lnTo>
                  <a:pt x="5829" y="6585"/>
                </a:lnTo>
                <a:lnTo>
                  <a:pt x="5829" y="5261"/>
                </a:lnTo>
                <a:close/>
                <a:moveTo>
                  <a:pt x="6333" y="788"/>
                </a:moveTo>
                <a:cubicBezTo>
                  <a:pt x="6648" y="788"/>
                  <a:pt x="6963" y="914"/>
                  <a:pt x="7215" y="1166"/>
                </a:cubicBezTo>
                <a:lnTo>
                  <a:pt x="7877" y="1827"/>
                </a:lnTo>
                <a:cubicBezTo>
                  <a:pt x="8287" y="2205"/>
                  <a:pt x="8791" y="2426"/>
                  <a:pt x="9326" y="2426"/>
                </a:cubicBezTo>
                <a:lnTo>
                  <a:pt x="10334" y="2426"/>
                </a:lnTo>
                <a:cubicBezTo>
                  <a:pt x="11469" y="2426"/>
                  <a:pt x="12414" y="3371"/>
                  <a:pt x="12414" y="4505"/>
                </a:cubicBezTo>
                <a:cubicBezTo>
                  <a:pt x="12414" y="5639"/>
                  <a:pt x="11469" y="6585"/>
                  <a:pt x="10334" y="6585"/>
                </a:cubicBezTo>
                <a:lnTo>
                  <a:pt x="8003" y="6585"/>
                </a:lnTo>
                <a:lnTo>
                  <a:pt x="5766" y="4033"/>
                </a:lnTo>
                <a:lnTo>
                  <a:pt x="5766" y="2048"/>
                </a:lnTo>
                <a:cubicBezTo>
                  <a:pt x="5766" y="1827"/>
                  <a:pt x="5546" y="1670"/>
                  <a:pt x="5357" y="1670"/>
                </a:cubicBezTo>
                <a:cubicBezTo>
                  <a:pt x="5168" y="1670"/>
                  <a:pt x="4979" y="1859"/>
                  <a:pt x="4979" y="2048"/>
                </a:cubicBezTo>
                <a:lnTo>
                  <a:pt x="4979" y="3087"/>
                </a:lnTo>
                <a:lnTo>
                  <a:pt x="2994" y="788"/>
                </a:lnTo>
                <a:close/>
                <a:moveTo>
                  <a:pt x="13233" y="7341"/>
                </a:moveTo>
                <a:lnTo>
                  <a:pt x="13233" y="9451"/>
                </a:lnTo>
                <a:lnTo>
                  <a:pt x="13264" y="9451"/>
                </a:lnTo>
                <a:cubicBezTo>
                  <a:pt x="13264" y="9704"/>
                  <a:pt x="13075" y="9893"/>
                  <a:pt x="12886" y="9893"/>
                </a:cubicBezTo>
                <a:lnTo>
                  <a:pt x="820" y="9893"/>
                </a:lnTo>
                <a:lnTo>
                  <a:pt x="820" y="9451"/>
                </a:lnTo>
                <a:cubicBezTo>
                  <a:pt x="820" y="9231"/>
                  <a:pt x="1009" y="9042"/>
                  <a:pt x="1230" y="9042"/>
                </a:cubicBezTo>
                <a:lnTo>
                  <a:pt x="2049" y="9042"/>
                </a:lnTo>
                <a:cubicBezTo>
                  <a:pt x="2269" y="9042"/>
                  <a:pt x="2427" y="8821"/>
                  <a:pt x="2427" y="8601"/>
                </a:cubicBezTo>
                <a:lnTo>
                  <a:pt x="2427" y="7782"/>
                </a:lnTo>
                <a:cubicBezTo>
                  <a:pt x="2427" y="7530"/>
                  <a:pt x="2647" y="7341"/>
                  <a:pt x="2836" y="7341"/>
                </a:cubicBezTo>
                <a:close/>
                <a:moveTo>
                  <a:pt x="2427" y="10712"/>
                </a:moveTo>
                <a:lnTo>
                  <a:pt x="2112" y="13232"/>
                </a:lnTo>
                <a:lnTo>
                  <a:pt x="2049" y="13232"/>
                </a:lnTo>
                <a:lnTo>
                  <a:pt x="1734" y="10712"/>
                </a:lnTo>
                <a:close/>
                <a:moveTo>
                  <a:pt x="9043" y="10712"/>
                </a:moveTo>
                <a:lnTo>
                  <a:pt x="8728" y="13232"/>
                </a:lnTo>
                <a:lnTo>
                  <a:pt x="8665" y="13232"/>
                </a:lnTo>
                <a:lnTo>
                  <a:pt x="8350" y="10712"/>
                </a:lnTo>
                <a:close/>
                <a:moveTo>
                  <a:pt x="12414" y="10712"/>
                </a:moveTo>
                <a:lnTo>
                  <a:pt x="12099" y="13232"/>
                </a:lnTo>
                <a:lnTo>
                  <a:pt x="12004" y="13232"/>
                </a:lnTo>
                <a:lnTo>
                  <a:pt x="11689" y="10712"/>
                </a:lnTo>
                <a:close/>
                <a:moveTo>
                  <a:pt x="2080" y="0"/>
                </a:moveTo>
                <a:cubicBezTo>
                  <a:pt x="1923" y="0"/>
                  <a:pt x="1765" y="95"/>
                  <a:pt x="1702" y="252"/>
                </a:cubicBezTo>
                <a:cubicBezTo>
                  <a:pt x="1608" y="410"/>
                  <a:pt x="1639" y="567"/>
                  <a:pt x="1765" y="662"/>
                </a:cubicBezTo>
                <a:lnTo>
                  <a:pt x="4947" y="4348"/>
                </a:lnTo>
                <a:lnTo>
                  <a:pt x="4947" y="6616"/>
                </a:lnTo>
                <a:lnTo>
                  <a:pt x="2868" y="6616"/>
                </a:lnTo>
                <a:cubicBezTo>
                  <a:pt x="2206" y="6616"/>
                  <a:pt x="1608" y="7183"/>
                  <a:pt x="1608" y="7876"/>
                </a:cubicBezTo>
                <a:lnTo>
                  <a:pt x="1608" y="8286"/>
                </a:lnTo>
                <a:lnTo>
                  <a:pt x="1230" y="8286"/>
                </a:lnTo>
                <a:cubicBezTo>
                  <a:pt x="536" y="8286"/>
                  <a:pt x="1" y="8821"/>
                  <a:pt x="1" y="9546"/>
                </a:cubicBezTo>
                <a:lnTo>
                  <a:pt x="1" y="10365"/>
                </a:lnTo>
                <a:cubicBezTo>
                  <a:pt x="1" y="10586"/>
                  <a:pt x="190" y="10806"/>
                  <a:pt x="379" y="10806"/>
                </a:cubicBezTo>
                <a:lnTo>
                  <a:pt x="851" y="10806"/>
                </a:lnTo>
                <a:lnTo>
                  <a:pt x="1230" y="13799"/>
                </a:lnTo>
                <a:cubicBezTo>
                  <a:pt x="1261" y="13988"/>
                  <a:pt x="1419" y="14146"/>
                  <a:pt x="1608" y="14146"/>
                </a:cubicBezTo>
                <a:lnTo>
                  <a:pt x="2427" y="14146"/>
                </a:lnTo>
                <a:cubicBezTo>
                  <a:pt x="2647" y="14146"/>
                  <a:pt x="2836" y="13988"/>
                  <a:pt x="2836" y="13799"/>
                </a:cubicBezTo>
                <a:lnTo>
                  <a:pt x="3183" y="10806"/>
                </a:lnTo>
                <a:lnTo>
                  <a:pt x="7436" y="10806"/>
                </a:lnTo>
                <a:lnTo>
                  <a:pt x="7783" y="13799"/>
                </a:lnTo>
                <a:cubicBezTo>
                  <a:pt x="7846" y="13988"/>
                  <a:pt x="8003" y="14146"/>
                  <a:pt x="8192" y="14146"/>
                </a:cubicBezTo>
                <a:lnTo>
                  <a:pt x="9011" y="14146"/>
                </a:lnTo>
                <a:cubicBezTo>
                  <a:pt x="9200" y="14146"/>
                  <a:pt x="9421" y="13988"/>
                  <a:pt x="9421" y="13799"/>
                </a:cubicBezTo>
                <a:lnTo>
                  <a:pt x="9767" y="10806"/>
                </a:lnTo>
                <a:lnTo>
                  <a:pt x="10713" y="10806"/>
                </a:lnTo>
                <a:lnTo>
                  <a:pt x="11059" y="13799"/>
                </a:lnTo>
                <a:cubicBezTo>
                  <a:pt x="11091" y="13988"/>
                  <a:pt x="11248" y="14146"/>
                  <a:pt x="11469" y="14146"/>
                </a:cubicBezTo>
                <a:lnTo>
                  <a:pt x="12288" y="14146"/>
                </a:lnTo>
                <a:cubicBezTo>
                  <a:pt x="12477" y="14146"/>
                  <a:pt x="12666" y="13988"/>
                  <a:pt x="12666" y="13799"/>
                </a:cubicBezTo>
                <a:lnTo>
                  <a:pt x="13075" y="10712"/>
                </a:lnTo>
                <a:cubicBezTo>
                  <a:pt x="13579" y="10554"/>
                  <a:pt x="13926" y="10082"/>
                  <a:pt x="13926" y="9546"/>
                </a:cubicBezTo>
                <a:lnTo>
                  <a:pt x="13926" y="7057"/>
                </a:lnTo>
                <a:cubicBezTo>
                  <a:pt x="14084" y="6742"/>
                  <a:pt x="13926" y="6585"/>
                  <a:pt x="13705" y="6585"/>
                </a:cubicBezTo>
                <a:lnTo>
                  <a:pt x="12414" y="6585"/>
                </a:lnTo>
                <a:cubicBezTo>
                  <a:pt x="12949" y="6080"/>
                  <a:pt x="13264" y="5324"/>
                  <a:pt x="13264" y="4505"/>
                </a:cubicBezTo>
                <a:cubicBezTo>
                  <a:pt x="13264" y="2898"/>
                  <a:pt x="11973" y="1607"/>
                  <a:pt x="10366" y="1607"/>
                </a:cubicBezTo>
                <a:lnTo>
                  <a:pt x="9389" y="1607"/>
                </a:lnTo>
                <a:cubicBezTo>
                  <a:pt x="9074" y="1607"/>
                  <a:pt x="8728" y="1512"/>
                  <a:pt x="8507" y="1260"/>
                </a:cubicBezTo>
                <a:lnTo>
                  <a:pt x="7846" y="599"/>
                </a:lnTo>
                <a:cubicBezTo>
                  <a:pt x="7436" y="189"/>
                  <a:pt x="6932" y="0"/>
                  <a:pt x="636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2" name="Google Shape;3432;p47"/>
          <p:cNvSpPr/>
          <p:nvPr/>
        </p:nvSpPr>
        <p:spPr>
          <a:xfrm>
            <a:off x="7285701" y="2868779"/>
            <a:ext cx="250674" cy="284229"/>
          </a:xfrm>
          <a:custGeom>
            <a:rect b="b" l="l" r="r" t="t"/>
            <a:pathLst>
              <a:path extrusionOk="0" h="14146" w="12476">
                <a:moveTo>
                  <a:pt x="2552" y="819"/>
                </a:moveTo>
                <a:cubicBezTo>
                  <a:pt x="3056" y="819"/>
                  <a:pt x="3403" y="1198"/>
                  <a:pt x="3403" y="1670"/>
                </a:cubicBezTo>
                <a:lnTo>
                  <a:pt x="1733" y="1670"/>
                </a:lnTo>
                <a:cubicBezTo>
                  <a:pt x="1733" y="1198"/>
                  <a:pt x="2079" y="819"/>
                  <a:pt x="2552" y="819"/>
                </a:cubicBezTo>
                <a:close/>
                <a:moveTo>
                  <a:pt x="10019" y="819"/>
                </a:moveTo>
                <a:cubicBezTo>
                  <a:pt x="10491" y="819"/>
                  <a:pt x="10838" y="1198"/>
                  <a:pt x="10838" y="1670"/>
                </a:cubicBezTo>
                <a:lnTo>
                  <a:pt x="9168" y="1670"/>
                </a:lnTo>
                <a:cubicBezTo>
                  <a:pt x="9168" y="1198"/>
                  <a:pt x="9578" y="819"/>
                  <a:pt x="10019" y="819"/>
                </a:cubicBezTo>
                <a:close/>
                <a:moveTo>
                  <a:pt x="8286" y="2489"/>
                </a:moveTo>
                <a:lnTo>
                  <a:pt x="7593" y="5829"/>
                </a:lnTo>
                <a:lnTo>
                  <a:pt x="4978" y="5829"/>
                </a:lnTo>
                <a:lnTo>
                  <a:pt x="4285" y="2489"/>
                </a:lnTo>
                <a:cubicBezTo>
                  <a:pt x="4978" y="2489"/>
                  <a:pt x="5545" y="2710"/>
                  <a:pt x="5986" y="3182"/>
                </a:cubicBezTo>
                <a:cubicBezTo>
                  <a:pt x="6065" y="3261"/>
                  <a:pt x="6175" y="3300"/>
                  <a:pt x="6285" y="3300"/>
                </a:cubicBezTo>
                <a:cubicBezTo>
                  <a:pt x="6396" y="3300"/>
                  <a:pt x="6506" y="3261"/>
                  <a:pt x="6585" y="3182"/>
                </a:cubicBezTo>
                <a:cubicBezTo>
                  <a:pt x="7026" y="2773"/>
                  <a:pt x="7656" y="2489"/>
                  <a:pt x="8286" y="2489"/>
                </a:cubicBezTo>
                <a:close/>
                <a:moveTo>
                  <a:pt x="7120" y="6648"/>
                </a:moveTo>
                <a:cubicBezTo>
                  <a:pt x="7341" y="6648"/>
                  <a:pt x="7530" y="6648"/>
                  <a:pt x="7719" y="6711"/>
                </a:cubicBezTo>
                <a:lnTo>
                  <a:pt x="8443" y="8066"/>
                </a:lnTo>
                <a:cubicBezTo>
                  <a:pt x="8506" y="8223"/>
                  <a:pt x="8664" y="8318"/>
                  <a:pt x="8790" y="8318"/>
                </a:cubicBezTo>
                <a:cubicBezTo>
                  <a:pt x="8853" y="8318"/>
                  <a:pt x="8916" y="8318"/>
                  <a:pt x="8979" y="8286"/>
                </a:cubicBezTo>
                <a:cubicBezTo>
                  <a:pt x="9168" y="8160"/>
                  <a:pt x="9262" y="7908"/>
                  <a:pt x="9168" y="7719"/>
                </a:cubicBezTo>
                <a:lnTo>
                  <a:pt x="8821" y="6963"/>
                </a:lnTo>
                <a:lnTo>
                  <a:pt x="8821" y="6963"/>
                </a:lnTo>
                <a:cubicBezTo>
                  <a:pt x="10523" y="7656"/>
                  <a:pt x="11751" y="9294"/>
                  <a:pt x="11751" y="11216"/>
                </a:cubicBezTo>
                <a:lnTo>
                  <a:pt x="11751" y="11626"/>
                </a:lnTo>
                <a:lnTo>
                  <a:pt x="977" y="11626"/>
                </a:lnTo>
                <a:lnTo>
                  <a:pt x="977" y="11216"/>
                </a:lnTo>
                <a:cubicBezTo>
                  <a:pt x="914" y="9294"/>
                  <a:pt x="2142" y="7593"/>
                  <a:pt x="3812" y="6963"/>
                </a:cubicBezTo>
                <a:lnTo>
                  <a:pt x="3812" y="6963"/>
                </a:lnTo>
                <a:lnTo>
                  <a:pt x="3466" y="7719"/>
                </a:lnTo>
                <a:cubicBezTo>
                  <a:pt x="3340" y="7908"/>
                  <a:pt x="3466" y="8160"/>
                  <a:pt x="3655" y="8286"/>
                </a:cubicBezTo>
                <a:cubicBezTo>
                  <a:pt x="3749" y="8318"/>
                  <a:pt x="3781" y="8318"/>
                  <a:pt x="3875" y="8318"/>
                </a:cubicBezTo>
                <a:cubicBezTo>
                  <a:pt x="4033" y="8318"/>
                  <a:pt x="4190" y="8223"/>
                  <a:pt x="4222" y="8066"/>
                </a:cubicBezTo>
                <a:lnTo>
                  <a:pt x="4915" y="6711"/>
                </a:lnTo>
                <a:cubicBezTo>
                  <a:pt x="5135" y="6648"/>
                  <a:pt x="5324" y="6648"/>
                  <a:pt x="5513" y="6648"/>
                </a:cubicBezTo>
                <a:lnTo>
                  <a:pt x="5923" y="6648"/>
                </a:lnTo>
                <a:lnTo>
                  <a:pt x="5923" y="8759"/>
                </a:lnTo>
                <a:cubicBezTo>
                  <a:pt x="5923" y="8979"/>
                  <a:pt x="6112" y="9168"/>
                  <a:pt x="6333" y="9168"/>
                </a:cubicBezTo>
                <a:cubicBezTo>
                  <a:pt x="6585" y="9168"/>
                  <a:pt x="6742" y="8979"/>
                  <a:pt x="6742" y="8759"/>
                </a:cubicBezTo>
                <a:lnTo>
                  <a:pt x="6742" y="6648"/>
                </a:lnTo>
                <a:close/>
                <a:moveTo>
                  <a:pt x="11657" y="12445"/>
                </a:moveTo>
                <a:lnTo>
                  <a:pt x="11657" y="13264"/>
                </a:lnTo>
                <a:lnTo>
                  <a:pt x="914" y="13264"/>
                </a:lnTo>
                <a:lnTo>
                  <a:pt x="914" y="12445"/>
                </a:lnTo>
                <a:close/>
                <a:moveTo>
                  <a:pt x="2520" y="0"/>
                </a:moveTo>
                <a:cubicBezTo>
                  <a:pt x="1607" y="0"/>
                  <a:pt x="882" y="756"/>
                  <a:pt x="882" y="1670"/>
                </a:cubicBezTo>
                <a:lnTo>
                  <a:pt x="882" y="2048"/>
                </a:lnTo>
                <a:cubicBezTo>
                  <a:pt x="882" y="2269"/>
                  <a:pt x="1071" y="2489"/>
                  <a:pt x="1260" y="2489"/>
                </a:cubicBezTo>
                <a:lnTo>
                  <a:pt x="3403" y="2489"/>
                </a:lnTo>
                <a:lnTo>
                  <a:pt x="4096" y="5986"/>
                </a:lnTo>
                <a:cubicBezTo>
                  <a:pt x="1764" y="6585"/>
                  <a:pt x="0" y="8696"/>
                  <a:pt x="0" y="11216"/>
                </a:cubicBezTo>
                <a:lnTo>
                  <a:pt x="0" y="13705"/>
                </a:lnTo>
                <a:cubicBezTo>
                  <a:pt x="0" y="13925"/>
                  <a:pt x="189" y="14146"/>
                  <a:pt x="410" y="14146"/>
                </a:cubicBezTo>
                <a:lnTo>
                  <a:pt x="11972" y="14146"/>
                </a:lnTo>
                <a:cubicBezTo>
                  <a:pt x="12224" y="14146"/>
                  <a:pt x="12413" y="13925"/>
                  <a:pt x="12413" y="13705"/>
                </a:cubicBezTo>
                <a:lnTo>
                  <a:pt x="12413" y="11216"/>
                </a:lnTo>
                <a:cubicBezTo>
                  <a:pt x="12476" y="8696"/>
                  <a:pt x="10743" y="6585"/>
                  <a:pt x="8443" y="5986"/>
                </a:cubicBezTo>
                <a:lnTo>
                  <a:pt x="9136" y="2489"/>
                </a:lnTo>
                <a:lnTo>
                  <a:pt x="11279" y="2489"/>
                </a:lnTo>
                <a:cubicBezTo>
                  <a:pt x="11499" y="2489"/>
                  <a:pt x="11657" y="2269"/>
                  <a:pt x="11657" y="2048"/>
                </a:cubicBezTo>
                <a:lnTo>
                  <a:pt x="11657" y="1670"/>
                </a:lnTo>
                <a:cubicBezTo>
                  <a:pt x="11657" y="756"/>
                  <a:pt x="10901" y="0"/>
                  <a:pt x="10019" y="0"/>
                </a:cubicBezTo>
                <a:cubicBezTo>
                  <a:pt x="9105" y="0"/>
                  <a:pt x="8349" y="756"/>
                  <a:pt x="8349" y="1670"/>
                </a:cubicBezTo>
                <a:lnTo>
                  <a:pt x="8286" y="1670"/>
                </a:lnTo>
                <a:cubicBezTo>
                  <a:pt x="7530" y="1670"/>
                  <a:pt x="6868" y="1891"/>
                  <a:pt x="6269" y="2332"/>
                </a:cubicBezTo>
                <a:cubicBezTo>
                  <a:pt x="5702" y="1891"/>
                  <a:pt x="5009" y="1670"/>
                  <a:pt x="4253" y="1670"/>
                </a:cubicBezTo>
                <a:lnTo>
                  <a:pt x="4190" y="1670"/>
                </a:lnTo>
                <a:cubicBezTo>
                  <a:pt x="4190" y="756"/>
                  <a:pt x="3434" y="0"/>
                  <a:pt x="252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33" name="Google Shape;3433;p47"/>
          <p:cNvGrpSpPr/>
          <p:nvPr/>
        </p:nvGrpSpPr>
        <p:grpSpPr>
          <a:xfrm>
            <a:off x="7711284" y="3304623"/>
            <a:ext cx="285476" cy="284207"/>
            <a:chOff x="6001575" y="3119050"/>
            <a:chExt cx="315025" cy="313625"/>
          </a:xfrm>
        </p:grpSpPr>
        <p:sp>
          <p:nvSpPr>
            <p:cNvPr id="3434" name="Google Shape;3434;p47"/>
            <p:cNvSpPr/>
            <p:nvPr/>
          </p:nvSpPr>
          <p:spPr>
            <a:xfrm>
              <a:off x="6001575" y="3119050"/>
              <a:ext cx="315025" cy="313625"/>
            </a:xfrm>
            <a:custGeom>
              <a:rect b="b" l="l" r="r" t="t"/>
              <a:pathLst>
                <a:path extrusionOk="0" h="12545" w="12601">
                  <a:moveTo>
                    <a:pt x="1952" y="726"/>
                  </a:moveTo>
                  <a:cubicBezTo>
                    <a:pt x="2565" y="726"/>
                    <a:pt x="3039" y="1227"/>
                    <a:pt x="3039" y="1841"/>
                  </a:cubicBezTo>
                  <a:cubicBezTo>
                    <a:pt x="3039" y="2454"/>
                    <a:pt x="2565" y="2928"/>
                    <a:pt x="1952" y="2928"/>
                  </a:cubicBezTo>
                  <a:cubicBezTo>
                    <a:pt x="1366" y="2928"/>
                    <a:pt x="837" y="2454"/>
                    <a:pt x="837" y="1841"/>
                  </a:cubicBezTo>
                  <a:cubicBezTo>
                    <a:pt x="837" y="1227"/>
                    <a:pt x="1339" y="726"/>
                    <a:pt x="1952" y="726"/>
                  </a:cubicBezTo>
                  <a:close/>
                  <a:moveTo>
                    <a:pt x="10788" y="726"/>
                  </a:moveTo>
                  <a:cubicBezTo>
                    <a:pt x="11374" y="726"/>
                    <a:pt x="11903" y="1227"/>
                    <a:pt x="11903" y="1841"/>
                  </a:cubicBezTo>
                  <a:cubicBezTo>
                    <a:pt x="11903" y="2454"/>
                    <a:pt x="11402" y="2928"/>
                    <a:pt x="10788" y="2928"/>
                  </a:cubicBezTo>
                  <a:cubicBezTo>
                    <a:pt x="10175" y="2928"/>
                    <a:pt x="9701" y="2454"/>
                    <a:pt x="9701" y="1841"/>
                  </a:cubicBezTo>
                  <a:cubicBezTo>
                    <a:pt x="9673" y="1227"/>
                    <a:pt x="10175" y="726"/>
                    <a:pt x="10788" y="726"/>
                  </a:cubicBezTo>
                  <a:close/>
                  <a:moveTo>
                    <a:pt x="9673" y="4015"/>
                  </a:moveTo>
                  <a:lnTo>
                    <a:pt x="9673" y="7639"/>
                  </a:lnTo>
                  <a:lnTo>
                    <a:pt x="8893" y="6078"/>
                  </a:lnTo>
                  <a:cubicBezTo>
                    <a:pt x="8837" y="5938"/>
                    <a:pt x="8726" y="5855"/>
                    <a:pt x="8586" y="5855"/>
                  </a:cubicBezTo>
                  <a:lnTo>
                    <a:pt x="4126" y="5855"/>
                  </a:lnTo>
                  <a:cubicBezTo>
                    <a:pt x="3987" y="5855"/>
                    <a:pt x="3847" y="5938"/>
                    <a:pt x="3819" y="6078"/>
                  </a:cubicBezTo>
                  <a:lnTo>
                    <a:pt x="3039" y="7639"/>
                  </a:lnTo>
                  <a:lnTo>
                    <a:pt x="3039" y="4015"/>
                  </a:lnTo>
                  <a:cubicBezTo>
                    <a:pt x="4126" y="4266"/>
                    <a:pt x="5241" y="4405"/>
                    <a:pt x="6356" y="4405"/>
                  </a:cubicBezTo>
                  <a:cubicBezTo>
                    <a:pt x="7471" y="4405"/>
                    <a:pt x="8586" y="4266"/>
                    <a:pt x="9673" y="4015"/>
                  </a:cubicBezTo>
                  <a:close/>
                  <a:moveTo>
                    <a:pt x="6746" y="6579"/>
                  </a:moveTo>
                  <a:lnTo>
                    <a:pt x="8001" y="9562"/>
                  </a:lnTo>
                  <a:lnTo>
                    <a:pt x="4712" y="9562"/>
                  </a:lnTo>
                  <a:lnTo>
                    <a:pt x="5966" y="6579"/>
                  </a:lnTo>
                  <a:close/>
                  <a:moveTo>
                    <a:pt x="1617" y="3633"/>
                  </a:moveTo>
                  <a:lnTo>
                    <a:pt x="1617" y="3633"/>
                  </a:lnTo>
                  <a:cubicBezTo>
                    <a:pt x="1697" y="3652"/>
                    <a:pt x="1797" y="3652"/>
                    <a:pt x="1896" y="3652"/>
                  </a:cubicBezTo>
                  <a:cubicBezTo>
                    <a:pt x="2035" y="3708"/>
                    <a:pt x="2175" y="3764"/>
                    <a:pt x="2314" y="3792"/>
                  </a:cubicBezTo>
                  <a:lnTo>
                    <a:pt x="2314" y="10343"/>
                  </a:lnTo>
                  <a:cubicBezTo>
                    <a:pt x="2203" y="10315"/>
                    <a:pt x="2063" y="10315"/>
                    <a:pt x="1952" y="10315"/>
                  </a:cubicBezTo>
                  <a:cubicBezTo>
                    <a:pt x="1868" y="10315"/>
                    <a:pt x="1729" y="10315"/>
                    <a:pt x="1617" y="10343"/>
                  </a:cubicBezTo>
                  <a:lnTo>
                    <a:pt x="1617" y="3633"/>
                  </a:lnTo>
                  <a:close/>
                  <a:moveTo>
                    <a:pt x="11123" y="3625"/>
                  </a:moveTo>
                  <a:lnTo>
                    <a:pt x="11123" y="10343"/>
                  </a:lnTo>
                  <a:cubicBezTo>
                    <a:pt x="11011" y="10315"/>
                    <a:pt x="10872" y="10315"/>
                    <a:pt x="10733" y="10315"/>
                  </a:cubicBezTo>
                  <a:cubicBezTo>
                    <a:pt x="10593" y="10315"/>
                    <a:pt x="10482" y="10315"/>
                    <a:pt x="10398" y="10343"/>
                  </a:cubicBezTo>
                  <a:lnTo>
                    <a:pt x="10398" y="3792"/>
                  </a:lnTo>
                  <a:cubicBezTo>
                    <a:pt x="10537" y="3764"/>
                    <a:pt x="10677" y="3736"/>
                    <a:pt x="10816" y="3652"/>
                  </a:cubicBezTo>
                  <a:cubicBezTo>
                    <a:pt x="10928" y="3652"/>
                    <a:pt x="11011" y="3652"/>
                    <a:pt x="11123" y="3625"/>
                  </a:cubicBezTo>
                  <a:close/>
                  <a:moveTo>
                    <a:pt x="8363" y="6579"/>
                  </a:moveTo>
                  <a:lnTo>
                    <a:pt x="9701" y="9283"/>
                  </a:lnTo>
                  <a:lnTo>
                    <a:pt x="9701" y="10677"/>
                  </a:lnTo>
                  <a:cubicBezTo>
                    <a:pt x="9534" y="10761"/>
                    <a:pt x="9422" y="10900"/>
                    <a:pt x="9311" y="11012"/>
                  </a:cubicBezTo>
                  <a:lnTo>
                    <a:pt x="3429" y="11012"/>
                  </a:lnTo>
                  <a:cubicBezTo>
                    <a:pt x="3318" y="10872"/>
                    <a:pt x="3178" y="10761"/>
                    <a:pt x="3067" y="10677"/>
                  </a:cubicBezTo>
                  <a:lnTo>
                    <a:pt x="3067" y="9283"/>
                  </a:lnTo>
                  <a:lnTo>
                    <a:pt x="4405" y="6579"/>
                  </a:lnTo>
                  <a:lnTo>
                    <a:pt x="5213" y="6579"/>
                  </a:lnTo>
                  <a:lnTo>
                    <a:pt x="3847" y="9785"/>
                  </a:lnTo>
                  <a:cubicBezTo>
                    <a:pt x="3819" y="9897"/>
                    <a:pt x="3819" y="10036"/>
                    <a:pt x="3875" y="10147"/>
                  </a:cubicBezTo>
                  <a:cubicBezTo>
                    <a:pt x="3959" y="10259"/>
                    <a:pt x="4042" y="10315"/>
                    <a:pt x="4182" y="10315"/>
                  </a:cubicBezTo>
                  <a:lnTo>
                    <a:pt x="8586" y="10315"/>
                  </a:lnTo>
                  <a:cubicBezTo>
                    <a:pt x="8726" y="10315"/>
                    <a:pt x="8837" y="10259"/>
                    <a:pt x="8893" y="10147"/>
                  </a:cubicBezTo>
                  <a:cubicBezTo>
                    <a:pt x="8976" y="10036"/>
                    <a:pt x="8976" y="9897"/>
                    <a:pt x="8921" y="9785"/>
                  </a:cubicBezTo>
                  <a:lnTo>
                    <a:pt x="7583" y="6579"/>
                  </a:lnTo>
                  <a:close/>
                  <a:moveTo>
                    <a:pt x="1952" y="11012"/>
                  </a:moveTo>
                  <a:cubicBezTo>
                    <a:pt x="2454" y="11012"/>
                    <a:pt x="2844" y="11318"/>
                    <a:pt x="3011" y="11736"/>
                  </a:cubicBezTo>
                  <a:lnTo>
                    <a:pt x="920" y="11736"/>
                  </a:lnTo>
                  <a:cubicBezTo>
                    <a:pt x="1060" y="11318"/>
                    <a:pt x="1478" y="11012"/>
                    <a:pt x="1952" y="11012"/>
                  </a:cubicBezTo>
                  <a:close/>
                  <a:moveTo>
                    <a:pt x="10788" y="11012"/>
                  </a:moveTo>
                  <a:cubicBezTo>
                    <a:pt x="11262" y="11012"/>
                    <a:pt x="11652" y="11318"/>
                    <a:pt x="11820" y="11736"/>
                  </a:cubicBezTo>
                  <a:lnTo>
                    <a:pt x="9729" y="11736"/>
                  </a:lnTo>
                  <a:cubicBezTo>
                    <a:pt x="9868" y="11318"/>
                    <a:pt x="10287" y="11012"/>
                    <a:pt x="10788" y="11012"/>
                  </a:cubicBezTo>
                  <a:close/>
                  <a:moveTo>
                    <a:pt x="1868" y="1"/>
                  </a:moveTo>
                  <a:cubicBezTo>
                    <a:pt x="837" y="1"/>
                    <a:pt x="1" y="837"/>
                    <a:pt x="1" y="1841"/>
                  </a:cubicBezTo>
                  <a:cubicBezTo>
                    <a:pt x="1" y="2454"/>
                    <a:pt x="279" y="2956"/>
                    <a:pt x="753" y="3318"/>
                  </a:cubicBezTo>
                  <a:lnTo>
                    <a:pt x="753" y="10677"/>
                  </a:lnTo>
                  <a:cubicBezTo>
                    <a:pt x="279" y="11012"/>
                    <a:pt x="1" y="11541"/>
                    <a:pt x="1" y="12127"/>
                  </a:cubicBezTo>
                  <a:cubicBezTo>
                    <a:pt x="1" y="12322"/>
                    <a:pt x="196" y="12517"/>
                    <a:pt x="363" y="12517"/>
                  </a:cubicBezTo>
                  <a:lnTo>
                    <a:pt x="3290" y="12517"/>
                  </a:lnTo>
                  <a:cubicBezTo>
                    <a:pt x="3485" y="12517"/>
                    <a:pt x="3624" y="12322"/>
                    <a:pt x="3624" y="12127"/>
                  </a:cubicBezTo>
                  <a:cubicBezTo>
                    <a:pt x="3624" y="11987"/>
                    <a:pt x="3624" y="11876"/>
                    <a:pt x="3596" y="11764"/>
                  </a:cubicBezTo>
                  <a:lnTo>
                    <a:pt x="8865" y="11764"/>
                  </a:lnTo>
                  <a:cubicBezTo>
                    <a:pt x="8837" y="11876"/>
                    <a:pt x="8837" y="12015"/>
                    <a:pt x="8837" y="12154"/>
                  </a:cubicBezTo>
                  <a:cubicBezTo>
                    <a:pt x="8837" y="12377"/>
                    <a:pt x="9004" y="12545"/>
                    <a:pt x="9199" y="12545"/>
                  </a:cubicBezTo>
                  <a:lnTo>
                    <a:pt x="12126" y="12545"/>
                  </a:lnTo>
                  <a:cubicBezTo>
                    <a:pt x="12349" y="12545"/>
                    <a:pt x="12489" y="12377"/>
                    <a:pt x="12489" y="12154"/>
                  </a:cubicBezTo>
                  <a:cubicBezTo>
                    <a:pt x="12489" y="11569"/>
                    <a:pt x="12210" y="11039"/>
                    <a:pt x="11764" y="10705"/>
                  </a:cubicBezTo>
                  <a:lnTo>
                    <a:pt x="11764" y="3346"/>
                  </a:lnTo>
                  <a:cubicBezTo>
                    <a:pt x="12321" y="2956"/>
                    <a:pt x="12600" y="2454"/>
                    <a:pt x="12600" y="1841"/>
                  </a:cubicBezTo>
                  <a:cubicBezTo>
                    <a:pt x="12600" y="837"/>
                    <a:pt x="11764" y="1"/>
                    <a:pt x="10733" y="1"/>
                  </a:cubicBezTo>
                  <a:cubicBezTo>
                    <a:pt x="9729" y="1"/>
                    <a:pt x="8893" y="837"/>
                    <a:pt x="8893" y="1841"/>
                  </a:cubicBezTo>
                  <a:cubicBezTo>
                    <a:pt x="8893" y="2398"/>
                    <a:pt x="9172" y="2928"/>
                    <a:pt x="9562" y="3290"/>
                  </a:cubicBezTo>
                  <a:cubicBezTo>
                    <a:pt x="8503" y="3541"/>
                    <a:pt x="7401" y="3666"/>
                    <a:pt x="6300" y="3666"/>
                  </a:cubicBezTo>
                  <a:cubicBezTo>
                    <a:pt x="5199" y="3666"/>
                    <a:pt x="4098" y="3541"/>
                    <a:pt x="3039" y="3290"/>
                  </a:cubicBezTo>
                  <a:cubicBezTo>
                    <a:pt x="3457" y="2928"/>
                    <a:pt x="3708" y="2454"/>
                    <a:pt x="3708" y="1841"/>
                  </a:cubicBezTo>
                  <a:cubicBezTo>
                    <a:pt x="3708" y="837"/>
                    <a:pt x="2872" y="1"/>
                    <a:pt x="186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5" name="Google Shape;3435;p47"/>
            <p:cNvSpPr/>
            <p:nvPr/>
          </p:nvSpPr>
          <p:spPr>
            <a:xfrm flipH="1">
              <a:off x="6001575" y="3119050"/>
              <a:ext cx="315025" cy="313625"/>
            </a:xfrm>
            <a:custGeom>
              <a:rect b="b" l="l" r="r" t="t"/>
              <a:pathLst>
                <a:path extrusionOk="0" h="12545" w="12601">
                  <a:moveTo>
                    <a:pt x="1952" y="726"/>
                  </a:moveTo>
                  <a:cubicBezTo>
                    <a:pt x="2565" y="726"/>
                    <a:pt x="3039" y="1227"/>
                    <a:pt x="3039" y="1841"/>
                  </a:cubicBezTo>
                  <a:cubicBezTo>
                    <a:pt x="3039" y="2454"/>
                    <a:pt x="2565" y="2928"/>
                    <a:pt x="1952" y="2928"/>
                  </a:cubicBezTo>
                  <a:cubicBezTo>
                    <a:pt x="1366" y="2928"/>
                    <a:pt x="837" y="2454"/>
                    <a:pt x="837" y="1841"/>
                  </a:cubicBezTo>
                  <a:cubicBezTo>
                    <a:pt x="837" y="1227"/>
                    <a:pt x="1339" y="726"/>
                    <a:pt x="1952" y="726"/>
                  </a:cubicBezTo>
                  <a:close/>
                  <a:moveTo>
                    <a:pt x="10788" y="726"/>
                  </a:moveTo>
                  <a:cubicBezTo>
                    <a:pt x="11374" y="726"/>
                    <a:pt x="11903" y="1227"/>
                    <a:pt x="11903" y="1841"/>
                  </a:cubicBezTo>
                  <a:cubicBezTo>
                    <a:pt x="11903" y="2454"/>
                    <a:pt x="11402" y="2928"/>
                    <a:pt x="10788" y="2928"/>
                  </a:cubicBezTo>
                  <a:cubicBezTo>
                    <a:pt x="10175" y="2928"/>
                    <a:pt x="9701" y="2454"/>
                    <a:pt x="9701" y="1841"/>
                  </a:cubicBezTo>
                  <a:cubicBezTo>
                    <a:pt x="9673" y="1227"/>
                    <a:pt x="10175" y="726"/>
                    <a:pt x="10788" y="726"/>
                  </a:cubicBezTo>
                  <a:close/>
                  <a:moveTo>
                    <a:pt x="9673" y="4015"/>
                  </a:moveTo>
                  <a:lnTo>
                    <a:pt x="9673" y="7639"/>
                  </a:lnTo>
                  <a:lnTo>
                    <a:pt x="8893" y="6078"/>
                  </a:lnTo>
                  <a:cubicBezTo>
                    <a:pt x="8837" y="5938"/>
                    <a:pt x="8726" y="5855"/>
                    <a:pt x="8586" y="5855"/>
                  </a:cubicBezTo>
                  <a:lnTo>
                    <a:pt x="4126" y="5855"/>
                  </a:lnTo>
                  <a:cubicBezTo>
                    <a:pt x="3987" y="5855"/>
                    <a:pt x="3847" y="5938"/>
                    <a:pt x="3819" y="6078"/>
                  </a:cubicBezTo>
                  <a:lnTo>
                    <a:pt x="3039" y="7639"/>
                  </a:lnTo>
                  <a:lnTo>
                    <a:pt x="3039" y="4015"/>
                  </a:lnTo>
                  <a:cubicBezTo>
                    <a:pt x="4126" y="4266"/>
                    <a:pt x="5241" y="4405"/>
                    <a:pt x="6356" y="4405"/>
                  </a:cubicBezTo>
                  <a:cubicBezTo>
                    <a:pt x="7471" y="4405"/>
                    <a:pt x="8586" y="4266"/>
                    <a:pt x="9673" y="4015"/>
                  </a:cubicBezTo>
                  <a:close/>
                  <a:moveTo>
                    <a:pt x="6746" y="6579"/>
                  </a:moveTo>
                  <a:lnTo>
                    <a:pt x="8001" y="9562"/>
                  </a:lnTo>
                  <a:lnTo>
                    <a:pt x="4712" y="9562"/>
                  </a:lnTo>
                  <a:lnTo>
                    <a:pt x="5966" y="6579"/>
                  </a:lnTo>
                  <a:close/>
                  <a:moveTo>
                    <a:pt x="1617" y="3633"/>
                  </a:moveTo>
                  <a:lnTo>
                    <a:pt x="1617" y="3633"/>
                  </a:lnTo>
                  <a:cubicBezTo>
                    <a:pt x="1697" y="3652"/>
                    <a:pt x="1797" y="3652"/>
                    <a:pt x="1896" y="3652"/>
                  </a:cubicBezTo>
                  <a:cubicBezTo>
                    <a:pt x="2035" y="3708"/>
                    <a:pt x="2175" y="3764"/>
                    <a:pt x="2314" y="3792"/>
                  </a:cubicBezTo>
                  <a:lnTo>
                    <a:pt x="2314" y="10343"/>
                  </a:lnTo>
                  <a:cubicBezTo>
                    <a:pt x="2203" y="10315"/>
                    <a:pt x="2063" y="10315"/>
                    <a:pt x="1952" y="10315"/>
                  </a:cubicBezTo>
                  <a:cubicBezTo>
                    <a:pt x="1868" y="10315"/>
                    <a:pt x="1729" y="10315"/>
                    <a:pt x="1617" y="10343"/>
                  </a:cubicBezTo>
                  <a:lnTo>
                    <a:pt x="1617" y="3633"/>
                  </a:lnTo>
                  <a:close/>
                  <a:moveTo>
                    <a:pt x="11123" y="3625"/>
                  </a:moveTo>
                  <a:lnTo>
                    <a:pt x="11123" y="10343"/>
                  </a:lnTo>
                  <a:cubicBezTo>
                    <a:pt x="11011" y="10315"/>
                    <a:pt x="10872" y="10315"/>
                    <a:pt x="10733" y="10315"/>
                  </a:cubicBezTo>
                  <a:cubicBezTo>
                    <a:pt x="10593" y="10315"/>
                    <a:pt x="10482" y="10315"/>
                    <a:pt x="10398" y="10343"/>
                  </a:cubicBezTo>
                  <a:lnTo>
                    <a:pt x="10398" y="3792"/>
                  </a:lnTo>
                  <a:cubicBezTo>
                    <a:pt x="10537" y="3764"/>
                    <a:pt x="10677" y="3736"/>
                    <a:pt x="10816" y="3652"/>
                  </a:cubicBezTo>
                  <a:cubicBezTo>
                    <a:pt x="10928" y="3652"/>
                    <a:pt x="11011" y="3652"/>
                    <a:pt x="11123" y="3625"/>
                  </a:cubicBezTo>
                  <a:close/>
                  <a:moveTo>
                    <a:pt x="8363" y="6579"/>
                  </a:moveTo>
                  <a:lnTo>
                    <a:pt x="9701" y="9283"/>
                  </a:lnTo>
                  <a:lnTo>
                    <a:pt x="9701" y="10677"/>
                  </a:lnTo>
                  <a:cubicBezTo>
                    <a:pt x="9534" y="10761"/>
                    <a:pt x="9422" y="10900"/>
                    <a:pt x="9311" y="11012"/>
                  </a:cubicBezTo>
                  <a:lnTo>
                    <a:pt x="3429" y="11012"/>
                  </a:lnTo>
                  <a:cubicBezTo>
                    <a:pt x="3318" y="10872"/>
                    <a:pt x="3178" y="10761"/>
                    <a:pt x="3067" y="10677"/>
                  </a:cubicBezTo>
                  <a:lnTo>
                    <a:pt x="3067" y="9283"/>
                  </a:lnTo>
                  <a:lnTo>
                    <a:pt x="4405" y="6579"/>
                  </a:lnTo>
                  <a:lnTo>
                    <a:pt x="5213" y="6579"/>
                  </a:lnTo>
                  <a:lnTo>
                    <a:pt x="3847" y="9785"/>
                  </a:lnTo>
                  <a:cubicBezTo>
                    <a:pt x="3819" y="9897"/>
                    <a:pt x="3819" y="10036"/>
                    <a:pt x="3875" y="10147"/>
                  </a:cubicBezTo>
                  <a:cubicBezTo>
                    <a:pt x="3959" y="10259"/>
                    <a:pt x="4042" y="10315"/>
                    <a:pt x="4182" y="10315"/>
                  </a:cubicBezTo>
                  <a:lnTo>
                    <a:pt x="8586" y="10315"/>
                  </a:lnTo>
                  <a:cubicBezTo>
                    <a:pt x="8726" y="10315"/>
                    <a:pt x="8837" y="10259"/>
                    <a:pt x="8893" y="10147"/>
                  </a:cubicBezTo>
                  <a:cubicBezTo>
                    <a:pt x="8976" y="10036"/>
                    <a:pt x="8976" y="9897"/>
                    <a:pt x="8921" y="9785"/>
                  </a:cubicBezTo>
                  <a:lnTo>
                    <a:pt x="7583" y="6579"/>
                  </a:lnTo>
                  <a:close/>
                  <a:moveTo>
                    <a:pt x="1952" y="11012"/>
                  </a:moveTo>
                  <a:cubicBezTo>
                    <a:pt x="2454" y="11012"/>
                    <a:pt x="2844" y="11318"/>
                    <a:pt x="3011" y="11736"/>
                  </a:cubicBezTo>
                  <a:lnTo>
                    <a:pt x="920" y="11736"/>
                  </a:lnTo>
                  <a:cubicBezTo>
                    <a:pt x="1060" y="11318"/>
                    <a:pt x="1478" y="11012"/>
                    <a:pt x="1952" y="11012"/>
                  </a:cubicBezTo>
                  <a:close/>
                  <a:moveTo>
                    <a:pt x="10788" y="11012"/>
                  </a:moveTo>
                  <a:cubicBezTo>
                    <a:pt x="11262" y="11012"/>
                    <a:pt x="11652" y="11318"/>
                    <a:pt x="11820" y="11736"/>
                  </a:cubicBezTo>
                  <a:lnTo>
                    <a:pt x="9729" y="11736"/>
                  </a:lnTo>
                  <a:cubicBezTo>
                    <a:pt x="9868" y="11318"/>
                    <a:pt x="10287" y="11012"/>
                    <a:pt x="10788" y="11012"/>
                  </a:cubicBezTo>
                  <a:close/>
                  <a:moveTo>
                    <a:pt x="1868" y="1"/>
                  </a:moveTo>
                  <a:cubicBezTo>
                    <a:pt x="837" y="1"/>
                    <a:pt x="1" y="837"/>
                    <a:pt x="1" y="1841"/>
                  </a:cubicBezTo>
                  <a:cubicBezTo>
                    <a:pt x="1" y="2454"/>
                    <a:pt x="279" y="2956"/>
                    <a:pt x="753" y="3318"/>
                  </a:cubicBezTo>
                  <a:lnTo>
                    <a:pt x="753" y="10677"/>
                  </a:lnTo>
                  <a:cubicBezTo>
                    <a:pt x="279" y="11012"/>
                    <a:pt x="1" y="11541"/>
                    <a:pt x="1" y="12127"/>
                  </a:cubicBezTo>
                  <a:cubicBezTo>
                    <a:pt x="1" y="12322"/>
                    <a:pt x="196" y="12517"/>
                    <a:pt x="363" y="12517"/>
                  </a:cubicBezTo>
                  <a:lnTo>
                    <a:pt x="3290" y="12517"/>
                  </a:lnTo>
                  <a:cubicBezTo>
                    <a:pt x="3485" y="12517"/>
                    <a:pt x="3624" y="12322"/>
                    <a:pt x="3624" y="12127"/>
                  </a:cubicBezTo>
                  <a:cubicBezTo>
                    <a:pt x="3624" y="11987"/>
                    <a:pt x="3624" y="11876"/>
                    <a:pt x="3596" y="11764"/>
                  </a:cubicBezTo>
                  <a:lnTo>
                    <a:pt x="8865" y="11764"/>
                  </a:lnTo>
                  <a:cubicBezTo>
                    <a:pt x="8837" y="11876"/>
                    <a:pt x="8837" y="12015"/>
                    <a:pt x="8837" y="12154"/>
                  </a:cubicBezTo>
                  <a:cubicBezTo>
                    <a:pt x="8837" y="12377"/>
                    <a:pt x="9004" y="12545"/>
                    <a:pt x="9199" y="12545"/>
                  </a:cubicBezTo>
                  <a:lnTo>
                    <a:pt x="12126" y="12545"/>
                  </a:lnTo>
                  <a:cubicBezTo>
                    <a:pt x="12349" y="12545"/>
                    <a:pt x="12489" y="12377"/>
                    <a:pt x="12489" y="12154"/>
                  </a:cubicBezTo>
                  <a:cubicBezTo>
                    <a:pt x="12489" y="11569"/>
                    <a:pt x="12210" y="11039"/>
                    <a:pt x="11764" y="10705"/>
                  </a:cubicBezTo>
                  <a:lnTo>
                    <a:pt x="11764" y="3346"/>
                  </a:lnTo>
                  <a:cubicBezTo>
                    <a:pt x="12321" y="2956"/>
                    <a:pt x="12600" y="2454"/>
                    <a:pt x="12600" y="1841"/>
                  </a:cubicBezTo>
                  <a:cubicBezTo>
                    <a:pt x="12600" y="837"/>
                    <a:pt x="11764" y="1"/>
                    <a:pt x="10733" y="1"/>
                  </a:cubicBezTo>
                  <a:cubicBezTo>
                    <a:pt x="9729" y="1"/>
                    <a:pt x="8893" y="837"/>
                    <a:pt x="8893" y="1841"/>
                  </a:cubicBezTo>
                  <a:cubicBezTo>
                    <a:pt x="8893" y="2398"/>
                    <a:pt x="9172" y="2928"/>
                    <a:pt x="9562" y="3290"/>
                  </a:cubicBezTo>
                  <a:cubicBezTo>
                    <a:pt x="8503" y="3541"/>
                    <a:pt x="7401" y="3666"/>
                    <a:pt x="6300" y="3666"/>
                  </a:cubicBezTo>
                  <a:cubicBezTo>
                    <a:pt x="5199" y="3666"/>
                    <a:pt x="4098" y="3541"/>
                    <a:pt x="3039" y="3290"/>
                  </a:cubicBezTo>
                  <a:cubicBezTo>
                    <a:pt x="3457" y="2928"/>
                    <a:pt x="3708" y="2454"/>
                    <a:pt x="3708" y="1841"/>
                  </a:cubicBezTo>
                  <a:cubicBezTo>
                    <a:pt x="3708" y="837"/>
                    <a:pt x="2872" y="1"/>
                    <a:pt x="186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9" name="Shape 3439"/>
        <p:cNvGrpSpPr/>
        <p:nvPr/>
      </p:nvGrpSpPr>
      <p:grpSpPr>
        <a:xfrm>
          <a:off x="0" y="0"/>
          <a:ext cx="0" cy="0"/>
          <a:chOff x="0" y="0"/>
          <a:chExt cx="0" cy="0"/>
        </a:xfrm>
      </p:grpSpPr>
      <p:sp>
        <p:nvSpPr>
          <p:cNvPr id="3440" name="Google Shape;3440;p48"/>
          <p:cNvSpPr txBox="1"/>
          <p:nvPr>
            <p:ph type="title"/>
          </p:nvPr>
        </p:nvSpPr>
        <p:spPr>
          <a:xfrm>
            <a:off x="713225" y="539500"/>
            <a:ext cx="7717500" cy="48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rPr>
              <a:t>Nature </a:t>
            </a:r>
            <a:r>
              <a:rPr lang="en"/>
              <a:t>i</a:t>
            </a:r>
            <a:r>
              <a:rPr lang="en">
                <a:solidFill>
                  <a:schemeClr val="lt1"/>
                </a:solidFill>
              </a:rPr>
              <a:t>cons</a:t>
            </a:r>
            <a:endParaRPr>
              <a:solidFill>
                <a:schemeClr val="lt1"/>
              </a:solidFill>
            </a:endParaRPr>
          </a:p>
        </p:txBody>
      </p:sp>
      <p:sp>
        <p:nvSpPr>
          <p:cNvPr id="3441" name="Google Shape;3441;p48"/>
          <p:cNvSpPr/>
          <p:nvPr/>
        </p:nvSpPr>
        <p:spPr>
          <a:xfrm>
            <a:off x="1617398" y="1993981"/>
            <a:ext cx="222824" cy="292351"/>
          </a:xfrm>
          <a:custGeom>
            <a:rect b="b" l="l" r="r" t="t"/>
            <a:pathLst>
              <a:path extrusionOk="0" h="12194" w="9295">
                <a:moveTo>
                  <a:pt x="4568" y="662"/>
                </a:moveTo>
                <a:cubicBezTo>
                  <a:pt x="5167" y="662"/>
                  <a:pt x="5639" y="1135"/>
                  <a:pt x="5639" y="1734"/>
                </a:cubicBezTo>
                <a:cubicBezTo>
                  <a:pt x="5639" y="2301"/>
                  <a:pt x="5167" y="2773"/>
                  <a:pt x="4568" y="2773"/>
                </a:cubicBezTo>
                <a:cubicBezTo>
                  <a:pt x="3970" y="2773"/>
                  <a:pt x="3497" y="2301"/>
                  <a:pt x="3497" y="1734"/>
                </a:cubicBezTo>
                <a:cubicBezTo>
                  <a:pt x="3497" y="1135"/>
                  <a:pt x="3970" y="662"/>
                  <a:pt x="4568" y="662"/>
                </a:cubicBezTo>
                <a:close/>
                <a:moveTo>
                  <a:pt x="7750" y="3529"/>
                </a:moveTo>
                <a:cubicBezTo>
                  <a:pt x="8160" y="3529"/>
                  <a:pt x="8475" y="3844"/>
                  <a:pt x="8475" y="4254"/>
                </a:cubicBezTo>
                <a:cubicBezTo>
                  <a:pt x="8475" y="4632"/>
                  <a:pt x="8160" y="4947"/>
                  <a:pt x="7750" y="4947"/>
                </a:cubicBezTo>
                <a:cubicBezTo>
                  <a:pt x="7372" y="4947"/>
                  <a:pt x="7057" y="4632"/>
                  <a:pt x="7057" y="4254"/>
                </a:cubicBezTo>
                <a:cubicBezTo>
                  <a:pt x="7057" y="3876"/>
                  <a:pt x="7372" y="3529"/>
                  <a:pt x="7750" y="3529"/>
                </a:cubicBezTo>
                <a:close/>
                <a:moveTo>
                  <a:pt x="1733" y="4254"/>
                </a:moveTo>
                <a:cubicBezTo>
                  <a:pt x="2836" y="4254"/>
                  <a:pt x="3812" y="4979"/>
                  <a:pt x="4127" y="6018"/>
                </a:cubicBezTo>
                <a:lnTo>
                  <a:pt x="2678" y="5042"/>
                </a:lnTo>
                <a:cubicBezTo>
                  <a:pt x="2615" y="4991"/>
                  <a:pt x="2537" y="4966"/>
                  <a:pt x="2460" y="4966"/>
                </a:cubicBezTo>
                <a:cubicBezTo>
                  <a:pt x="2344" y="4966"/>
                  <a:pt x="2231" y="5023"/>
                  <a:pt x="2174" y="5136"/>
                </a:cubicBezTo>
                <a:cubicBezTo>
                  <a:pt x="2048" y="5294"/>
                  <a:pt x="2079" y="5546"/>
                  <a:pt x="2268" y="5672"/>
                </a:cubicBezTo>
                <a:lnTo>
                  <a:pt x="3434" y="6459"/>
                </a:lnTo>
                <a:lnTo>
                  <a:pt x="3182" y="6459"/>
                </a:lnTo>
                <a:cubicBezTo>
                  <a:pt x="1890" y="6396"/>
                  <a:pt x="819" y="5451"/>
                  <a:pt x="662" y="4254"/>
                </a:cubicBezTo>
                <a:close/>
                <a:moveTo>
                  <a:pt x="1355" y="7814"/>
                </a:moveTo>
                <a:cubicBezTo>
                  <a:pt x="1733" y="7814"/>
                  <a:pt x="2048" y="8129"/>
                  <a:pt x="2048" y="8539"/>
                </a:cubicBezTo>
                <a:cubicBezTo>
                  <a:pt x="2048" y="8917"/>
                  <a:pt x="1733" y="9232"/>
                  <a:pt x="1355" y="9232"/>
                </a:cubicBezTo>
                <a:cubicBezTo>
                  <a:pt x="945" y="9232"/>
                  <a:pt x="630" y="8917"/>
                  <a:pt x="630" y="8539"/>
                </a:cubicBezTo>
                <a:cubicBezTo>
                  <a:pt x="630" y="8129"/>
                  <a:pt x="945" y="7814"/>
                  <a:pt x="1355" y="7814"/>
                </a:cubicBezTo>
                <a:close/>
                <a:moveTo>
                  <a:pt x="8506" y="8476"/>
                </a:moveTo>
                <a:cubicBezTo>
                  <a:pt x="8317" y="9767"/>
                  <a:pt x="7246" y="10681"/>
                  <a:pt x="5986" y="10681"/>
                </a:cubicBezTo>
                <a:lnTo>
                  <a:pt x="5734" y="10681"/>
                </a:lnTo>
                <a:lnTo>
                  <a:pt x="6900" y="9893"/>
                </a:lnTo>
                <a:cubicBezTo>
                  <a:pt x="7057" y="9799"/>
                  <a:pt x="7089" y="9578"/>
                  <a:pt x="7026" y="9389"/>
                </a:cubicBezTo>
                <a:cubicBezTo>
                  <a:pt x="6940" y="9282"/>
                  <a:pt x="6809" y="9233"/>
                  <a:pt x="6675" y="9233"/>
                </a:cubicBezTo>
                <a:cubicBezTo>
                  <a:pt x="6613" y="9233"/>
                  <a:pt x="6550" y="9243"/>
                  <a:pt x="6490" y="9263"/>
                </a:cubicBezTo>
                <a:lnTo>
                  <a:pt x="5041" y="10271"/>
                </a:lnTo>
                <a:cubicBezTo>
                  <a:pt x="5356" y="9232"/>
                  <a:pt x="6301" y="8476"/>
                  <a:pt x="7435" y="8476"/>
                </a:cubicBezTo>
                <a:close/>
                <a:moveTo>
                  <a:pt x="4600" y="1"/>
                </a:moveTo>
                <a:cubicBezTo>
                  <a:pt x="3623" y="1"/>
                  <a:pt x="2836" y="788"/>
                  <a:pt x="2836" y="1765"/>
                </a:cubicBezTo>
                <a:cubicBezTo>
                  <a:pt x="2836" y="2616"/>
                  <a:pt x="3466" y="3340"/>
                  <a:pt x="4253" y="3498"/>
                </a:cubicBezTo>
                <a:lnTo>
                  <a:pt x="4253" y="4758"/>
                </a:lnTo>
                <a:cubicBezTo>
                  <a:pt x="3655" y="4033"/>
                  <a:pt x="2741" y="3561"/>
                  <a:pt x="1764" y="3561"/>
                </a:cubicBezTo>
                <a:lnTo>
                  <a:pt x="347" y="3561"/>
                </a:lnTo>
                <a:cubicBezTo>
                  <a:pt x="158" y="3561"/>
                  <a:pt x="0" y="3718"/>
                  <a:pt x="0" y="3939"/>
                </a:cubicBezTo>
                <a:cubicBezTo>
                  <a:pt x="0" y="5703"/>
                  <a:pt x="1449" y="7152"/>
                  <a:pt x="3214" y="7152"/>
                </a:cubicBezTo>
                <a:lnTo>
                  <a:pt x="4285" y="7152"/>
                </a:lnTo>
                <a:lnTo>
                  <a:pt x="4285" y="9988"/>
                </a:lnTo>
                <a:cubicBezTo>
                  <a:pt x="3844" y="9547"/>
                  <a:pt x="3340" y="9232"/>
                  <a:pt x="2804" y="9074"/>
                </a:cubicBezTo>
                <a:cubicBezTo>
                  <a:pt x="2836" y="8917"/>
                  <a:pt x="2867" y="8759"/>
                  <a:pt x="2867" y="8602"/>
                </a:cubicBezTo>
                <a:cubicBezTo>
                  <a:pt x="2867" y="7814"/>
                  <a:pt x="2237" y="7184"/>
                  <a:pt x="1449" y="7184"/>
                </a:cubicBezTo>
                <a:cubicBezTo>
                  <a:pt x="662" y="7184"/>
                  <a:pt x="32" y="7814"/>
                  <a:pt x="32" y="8602"/>
                </a:cubicBezTo>
                <a:cubicBezTo>
                  <a:pt x="32" y="9389"/>
                  <a:pt x="662" y="10019"/>
                  <a:pt x="1449" y="10019"/>
                </a:cubicBezTo>
                <a:cubicBezTo>
                  <a:pt x="1796" y="10019"/>
                  <a:pt x="2111" y="9893"/>
                  <a:pt x="2363" y="9673"/>
                </a:cubicBezTo>
                <a:cubicBezTo>
                  <a:pt x="3182" y="9862"/>
                  <a:pt x="3907" y="10429"/>
                  <a:pt x="4285" y="11153"/>
                </a:cubicBezTo>
                <a:lnTo>
                  <a:pt x="4285" y="11847"/>
                </a:lnTo>
                <a:cubicBezTo>
                  <a:pt x="4285" y="12036"/>
                  <a:pt x="4442" y="12193"/>
                  <a:pt x="4631" y="12193"/>
                </a:cubicBezTo>
                <a:cubicBezTo>
                  <a:pt x="4852" y="12193"/>
                  <a:pt x="5009" y="12036"/>
                  <a:pt x="5009" y="11847"/>
                </a:cubicBezTo>
                <a:lnTo>
                  <a:pt x="5009" y="11437"/>
                </a:lnTo>
                <a:lnTo>
                  <a:pt x="6049" y="11437"/>
                </a:lnTo>
                <a:cubicBezTo>
                  <a:pt x="7845" y="11437"/>
                  <a:pt x="9294" y="9988"/>
                  <a:pt x="9294" y="8224"/>
                </a:cubicBezTo>
                <a:cubicBezTo>
                  <a:pt x="9231" y="7971"/>
                  <a:pt x="9042" y="7814"/>
                  <a:pt x="8853" y="7814"/>
                </a:cubicBezTo>
                <a:lnTo>
                  <a:pt x="7435" y="7814"/>
                </a:lnTo>
                <a:cubicBezTo>
                  <a:pt x="6427" y="7814"/>
                  <a:pt x="5545" y="8287"/>
                  <a:pt x="4946" y="9011"/>
                </a:cubicBezTo>
                <a:lnTo>
                  <a:pt x="4946" y="6837"/>
                </a:lnTo>
                <a:cubicBezTo>
                  <a:pt x="5356" y="6081"/>
                  <a:pt x="6081" y="5546"/>
                  <a:pt x="6900" y="5357"/>
                </a:cubicBezTo>
                <a:cubicBezTo>
                  <a:pt x="7120" y="5546"/>
                  <a:pt x="7467" y="5703"/>
                  <a:pt x="7813" y="5703"/>
                </a:cubicBezTo>
                <a:cubicBezTo>
                  <a:pt x="8601" y="5703"/>
                  <a:pt x="9231" y="5073"/>
                  <a:pt x="9231" y="4285"/>
                </a:cubicBezTo>
                <a:cubicBezTo>
                  <a:pt x="9231" y="3498"/>
                  <a:pt x="8601" y="2868"/>
                  <a:pt x="7813" y="2868"/>
                </a:cubicBezTo>
                <a:cubicBezTo>
                  <a:pt x="7026" y="2868"/>
                  <a:pt x="6396" y="3498"/>
                  <a:pt x="6396" y="4285"/>
                </a:cubicBezTo>
                <a:cubicBezTo>
                  <a:pt x="6396" y="4443"/>
                  <a:pt x="6427" y="4600"/>
                  <a:pt x="6459" y="4758"/>
                </a:cubicBezTo>
                <a:cubicBezTo>
                  <a:pt x="5860" y="4947"/>
                  <a:pt x="5356" y="5262"/>
                  <a:pt x="4946" y="5672"/>
                </a:cubicBezTo>
                <a:lnTo>
                  <a:pt x="4946" y="3498"/>
                </a:lnTo>
                <a:cubicBezTo>
                  <a:pt x="5797" y="3340"/>
                  <a:pt x="6364" y="2584"/>
                  <a:pt x="6364" y="1765"/>
                </a:cubicBezTo>
                <a:cubicBezTo>
                  <a:pt x="6364" y="788"/>
                  <a:pt x="5576" y="1"/>
                  <a:pt x="460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42" name="Google Shape;3442;p48"/>
          <p:cNvGrpSpPr/>
          <p:nvPr/>
        </p:nvGrpSpPr>
        <p:grpSpPr>
          <a:xfrm>
            <a:off x="1581906" y="2416359"/>
            <a:ext cx="293807" cy="293766"/>
            <a:chOff x="-21298675" y="2414425"/>
            <a:chExt cx="306400" cy="306325"/>
          </a:xfrm>
        </p:grpSpPr>
        <p:sp>
          <p:nvSpPr>
            <p:cNvPr id="3443" name="Google Shape;3443;p48"/>
            <p:cNvSpPr/>
            <p:nvPr/>
          </p:nvSpPr>
          <p:spPr>
            <a:xfrm>
              <a:off x="-21083650" y="2444575"/>
              <a:ext cx="20500" cy="18525"/>
            </a:xfrm>
            <a:custGeom>
              <a:rect b="b" l="l" r="r" t="t"/>
              <a:pathLst>
                <a:path extrusionOk="0" h="741" w="820">
                  <a:moveTo>
                    <a:pt x="410" y="1"/>
                  </a:moveTo>
                  <a:cubicBezTo>
                    <a:pt x="323" y="1"/>
                    <a:pt x="237" y="40"/>
                    <a:pt x="158" y="119"/>
                  </a:cubicBezTo>
                  <a:cubicBezTo>
                    <a:pt x="0" y="276"/>
                    <a:pt x="0" y="465"/>
                    <a:pt x="158" y="623"/>
                  </a:cubicBezTo>
                  <a:cubicBezTo>
                    <a:pt x="237" y="702"/>
                    <a:pt x="331" y="741"/>
                    <a:pt x="422" y="741"/>
                  </a:cubicBezTo>
                  <a:cubicBezTo>
                    <a:pt x="512" y="741"/>
                    <a:pt x="599" y="702"/>
                    <a:pt x="662" y="623"/>
                  </a:cubicBezTo>
                  <a:cubicBezTo>
                    <a:pt x="819" y="465"/>
                    <a:pt x="819" y="276"/>
                    <a:pt x="662" y="119"/>
                  </a:cubicBezTo>
                  <a:cubicBezTo>
                    <a:pt x="583" y="40"/>
                    <a:pt x="496" y="1"/>
                    <a:pt x="41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4" name="Google Shape;3444;p48"/>
            <p:cNvSpPr/>
            <p:nvPr/>
          </p:nvSpPr>
          <p:spPr>
            <a:xfrm>
              <a:off x="-21298675" y="2414425"/>
              <a:ext cx="306400" cy="306325"/>
            </a:xfrm>
            <a:custGeom>
              <a:rect b="b" l="l" r="r" t="t"/>
              <a:pathLst>
                <a:path extrusionOk="0" h="12253" w="12256">
                  <a:moveTo>
                    <a:pt x="9420" y="695"/>
                  </a:moveTo>
                  <a:cubicBezTo>
                    <a:pt x="9704" y="695"/>
                    <a:pt x="9924" y="695"/>
                    <a:pt x="10176" y="726"/>
                  </a:cubicBezTo>
                  <a:cubicBezTo>
                    <a:pt x="10429" y="789"/>
                    <a:pt x="10555" y="1136"/>
                    <a:pt x="10365" y="1325"/>
                  </a:cubicBezTo>
                  <a:cubicBezTo>
                    <a:pt x="10208" y="1482"/>
                    <a:pt x="10208" y="1671"/>
                    <a:pt x="10365" y="1829"/>
                  </a:cubicBezTo>
                  <a:cubicBezTo>
                    <a:pt x="10444" y="1908"/>
                    <a:pt x="10531" y="1947"/>
                    <a:pt x="10618" y="1947"/>
                  </a:cubicBezTo>
                  <a:cubicBezTo>
                    <a:pt x="10704" y="1947"/>
                    <a:pt x="10791" y="1908"/>
                    <a:pt x="10870" y="1829"/>
                  </a:cubicBezTo>
                  <a:cubicBezTo>
                    <a:pt x="10942" y="1767"/>
                    <a:pt x="11027" y="1739"/>
                    <a:pt x="11111" y="1739"/>
                  </a:cubicBezTo>
                  <a:cubicBezTo>
                    <a:pt x="11283" y="1739"/>
                    <a:pt x="11447" y="1858"/>
                    <a:pt x="11468" y="2049"/>
                  </a:cubicBezTo>
                  <a:cubicBezTo>
                    <a:pt x="11594" y="2711"/>
                    <a:pt x="11563" y="3719"/>
                    <a:pt x="11248" y="4727"/>
                  </a:cubicBezTo>
                  <a:cubicBezTo>
                    <a:pt x="11060" y="4761"/>
                    <a:pt x="10872" y="4778"/>
                    <a:pt x="10684" y="4778"/>
                  </a:cubicBezTo>
                  <a:cubicBezTo>
                    <a:pt x="9833" y="4778"/>
                    <a:pt x="9006" y="4433"/>
                    <a:pt x="8412" y="3814"/>
                  </a:cubicBezTo>
                  <a:cubicBezTo>
                    <a:pt x="7656" y="3058"/>
                    <a:pt x="7341" y="1986"/>
                    <a:pt x="7499" y="978"/>
                  </a:cubicBezTo>
                  <a:cubicBezTo>
                    <a:pt x="8129" y="789"/>
                    <a:pt x="8822" y="695"/>
                    <a:pt x="9420" y="695"/>
                  </a:cubicBezTo>
                  <a:close/>
                  <a:moveTo>
                    <a:pt x="5102" y="1271"/>
                  </a:moveTo>
                  <a:cubicBezTo>
                    <a:pt x="5187" y="1271"/>
                    <a:pt x="5273" y="1278"/>
                    <a:pt x="5356" y="1293"/>
                  </a:cubicBezTo>
                  <a:cubicBezTo>
                    <a:pt x="5293" y="1356"/>
                    <a:pt x="5167" y="1451"/>
                    <a:pt x="5104" y="1514"/>
                  </a:cubicBezTo>
                  <a:cubicBezTo>
                    <a:pt x="4348" y="2270"/>
                    <a:pt x="3781" y="3373"/>
                    <a:pt x="3466" y="4822"/>
                  </a:cubicBezTo>
                  <a:cubicBezTo>
                    <a:pt x="3182" y="4475"/>
                    <a:pt x="3088" y="4034"/>
                    <a:pt x="3088" y="3562"/>
                  </a:cubicBezTo>
                  <a:cubicBezTo>
                    <a:pt x="3088" y="2900"/>
                    <a:pt x="3340" y="2270"/>
                    <a:pt x="3844" y="1797"/>
                  </a:cubicBezTo>
                  <a:cubicBezTo>
                    <a:pt x="4163" y="1478"/>
                    <a:pt x="4639" y="1271"/>
                    <a:pt x="5102" y="1271"/>
                  </a:cubicBezTo>
                  <a:close/>
                  <a:moveTo>
                    <a:pt x="6711" y="1293"/>
                  </a:moveTo>
                  <a:lnTo>
                    <a:pt x="6711" y="1293"/>
                  </a:lnTo>
                  <a:cubicBezTo>
                    <a:pt x="6616" y="2427"/>
                    <a:pt x="7026" y="3530"/>
                    <a:pt x="7845" y="4318"/>
                  </a:cubicBezTo>
                  <a:cubicBezTo>
                    <a:pt x="8562" y="5035"/>
                    <a:pt x="9540" y="5465"/>
                    <a:pt x="10565" y="5465"/>
                  </a:cubicBezTo>
                  <a:cubicBezTo>
                    <a:pt x="10666" y="5465"/>
                    <a:pt x="10768" y="5460"/>
                    <a:pt x="10870" y="5452"/>
                  </a:cubicBezTo>
                  <a:lnTo>
                    <a:pt x="10870" y="5452"/>
                  </a:lnTo>
                  <a:cubicBezTo>
                    <a:pt x="10681" y="5893"/>
                    <a:pt x="10429" y="6303"/>
                    <a:pt x="10082" y="6618"/>
                  </a:cubicBezTo>
                  <a:cubicBezTo>
                    <a:pt x="8444" y="8256"/>
                    <a:pt x="4852" y="8413"/>
                    <a:pt x="3749" y="8413"/>
                  </a:cubicBezTo>
                  <a:cubicBezTo>
                    <a:pt x="3749" y="7311"/>
                    <a:pt x="3907" y="3719"/>
                    <a:pt x="5545" y="2081"/>
                  </a:cubicBezTo>
                  <a:cubicBezTo>
                    <a:pt x="5860" y="1766"/>
                    <a:pt x="6270" y="1482"/>
                    <a:pt x="6711" y="1293"/>
                  </a:cubicBezTo>
                  <a:close/>
                  <a:moveTo>
                    <a:pt x="10838" y="6838"/>
                  </a:moveTo>
                  <a:cubicBezTo>
                    <a:pt x="10964" y="7405"/>
                    <a:pt x="10775" y="7941"/>
                    <a:pt x="10365" y="8382"/>
                  </a:cubicBezTo>
                  <a:cubicBezTo>
                    <a:pt x="9888" y="8860"/>
                    <a:pt x="9239" y="9101"/>
                    <a:pt x="8593" y="9101"/>
                  </a:cubicBezTo>
                  <a:cubicBezTo>
                    <a:pt x="8132" y="9101"/>
                    <a:pt x="7672" y="8978"/>
                    <a:pt x="7278" y="8728"/>
                  </a:cubicBezTo>
                  <a:cubicBezTo>
                    <a:pt x="8759" y="8382"/>
                    <a:pt x="9893" y="7878"/>
                    <a:pt x="10586" y="7122"/>
                  </a:cubicBezTo>
                  <a:cubicBezTo>
                    <a:pt x="10681" y="7027"/>
                    <a:pt x="10775" y="6933"/>
                    <a:pt x="10838" y="6838"/>
                  </a:cubicBezTo>
                  <a:close/>
                  <a:moveTo>
                    <a:pt x="1902" y="8486"/>
                  </a:moveTo>
                  <a:cubicBezTo>
                    <a:pt x="2355" y="8486"/>
                    <a:pt x="2810" y="8652"/>
                    <a:pt x="3151" y="9012"/>
                  </a:cubicBezTo>
                  <a:cubicBezTo>
                    <a:pt x="3718" y="9611"/>
                    <a:pt x="3812" y="10461"/>
                    <a:pt x="3466" y="11123"/>
                  </a:cubicBezTo>
                  <a:cubicBezTo>
                    <a:pt x="3151" y="10619"/>
                    <a:pt x="2804" y="10178"/>
                    <a:pt x="2426" y="9768"/>
                  </a:cubicBezTo>
                  <a:cubicBezTo>
                    <a:pt x="2017" y="9358"/>
                    <a:pt x="1544" y="9012"/>
                    <a:pt x="1040" y="8697"/>
                  </a:cubicBezTo>
                  <a:cubicBezTo>
                    <a:pt x="1304" y="8559"/>
                    <a:pt x="1603" y="8486"/>
                    <a:pt x="1902" y="8486"/>
                  </a:cubicBezTo>
                  <a:close/>
                  <a:moveTo>
                    <a:pt x="9468" y="0"/>
                  </a:moveTo>
                  <a:cubicBezTo>
                    <a:pt x="8905" y="0"/>
                    <a:pt x="8299" y="77"/>
                    <a:pt x="7719" y="222"/>
                  </a:cubicBezTo>
                  <a:cubicBezTo>
                    <a:pt x="7247" y="348"/>
                    <a:pt x="6711" y="537"/>
                    <a:pt x="6112" y="852"/>
                  </a:cubicBezTo>
                  <a:cubicBezTo>
                    <a:pt x="5784" y="699"/>
                    <a:pt x="5436" y="625"/>
                    <a:pt x="5090" y="625"/>
                  </a:cubicBezTo>
                  <a:cubicBezTo>
                    <a:pt x="4442" y="625"/>
                    <a:pt x="3802" y="884"/>
                    <a:pt x="3308" y="1356"/>
                  </a:cubicBezTo>
                  <a:cubicBezTo>
                    <a:pt x="2741" y="1955"/>
                    <a:pt x="2363" y="2774"/>
                    <a:pt x="2363" y="3656"/>
                  </a:cubicBezTo>
                  <a:cubicBezTo>
                    <a:pt x="2363" y="4475"/>
                    <a:pt x="2678" y="5263"/>
                    <a:pt x="3277" y="5893"/>
                  </a:cubicBezTo>
                  <a:cubicBezTo>
                    <a:pt x="3151" y="6649"/>
                    <a:pt x="3088" y="7405"/>
                    <a:pt x="3088" y="8130"/>
                  </a:cubicBezTo>
                  <a:cubicBezTo>
                    <a:pt x="2722" y="7947"/>
                    <a:pt x="2319" y="7854"/>
                    <a:pt x="1916" y="7854"/>
                  </a:cubicBezTo>
                  <a:cubicBezTo>
                    <a:pt x="1278" y="7854"/>
                    <a:pt x="641" y="8088"/>
                    <a:pt x="158" y="8571"/>
                  </a:cubicBezTo>
                  <a:cubicBezTo>
                    <a:pt x="0" y="8728"/>
                    <a:pt x="63" y="9043"/>
                    <a:pt x="252" y="9169"/>
                  </a:cubicBezTo>
                  <a:cubicBezTo>
                    <a:pt x="1481" y="9800"/>
                    <a:pt x="2489" y="10808"/>
                    <a:pt x="3119" y="12036"/>
                  </a:cubicBezTo>
                  <a:cubicBezTo>
                    <a:pt x="3191" y="12180"/>
                    <a:pt x="3315" y="12252"/>
                    <a:pt x="3443" y="12252"/>
                  </a:cubicBezTo>
                  <a:cubicBezTo>
                    <a:pt x="3539" y="12252"/>
                    <a:pt x="3637" y="12212"/>
                    <a:pt x="3718" y="12131"/>
                  </a:cubicBezTo>
                  <a:cubicBezTo>
                    <a:pt x="4506" y="11343"/>
                    <a:pt x="4663" y="10146"/>
                    <a:pt x="4159" y="9201"/>
                  </a:cubicBezTo>
                  <a:cubicBezTo>
                    <a:pt x="4884" y="9201"/>
                    <a:pt x="5671" y="9138"/>
                    <a:pt x="6396" y="9012"/>
                  </a:cubicBezTo>
                  <a:cubicBezTo>
                    <a:pt x="7026" y="9611"/>
                    <a:pt x="7814" y="9926"/>
                    <a:pt x="8633" y="9926"/>
                  </a:cubicBezTo>
                  <a:cubicBezTo>
                    <a:pt x="9452" y="9926"/>
                    <a:pt x="10271" y="9611"/>
                    <a:pt x="10933" y="8980"/>
                  </a:cubicBezTo>
                  <a:cubicBezTo>
                    <a:pt x="11657" y="8224"/>
                    <a:pt x="11878" y="7122"/>
                    <a:pt x="11437" y="6176"/>
                  </a:cubicBezTo>
                  <a:cubicBezTo>
                    <a:pt x="11752" y="5609"/>
                    <a:pt x="11941" y="5042"/>
                    <a:pt x="12067" y="4570"/>
                  </a:cubicBezTo>
                  <a:cubicBezTo>
                    <a:pt x="12224" y="3625"/>
                    <a:pt x="12256" y="2616"/>
                    <a:pt x="12130" y="1923"/>
                  </a:cubicBezTo>
                  <a:cubicBezTo>
                    <a:pt x="12067" y="1419"/>
                    <a:pt x="11626" y="1041"/>
                    <a:pt x="11153" y="1041"/>
                  </a:cubicBezTo>
                  <a:cubicBezTo>
                    <a:pt x="11122" y="537"/>
                    <a:pt x="10775" y="159"/>
                    <a:pt x="10302" y="65"/>
                  </a:cubicBezTo>
                  <a:cubicBezTo>
                    <a:pt x="10043" y="21"/>
                    <a:pt x="9761" y="0"/>
                    <a:pt x="946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5" name="Google Shape;3445;p48"/>
            <p:cNvSpPr/>
            <p:nvPr/>
          </p:nvSpPr>
          <p:spPr>
            <a:xfrm>
              <a:off x="-21171875" y="2521375"/>
              <a:ext cx="73275" cy="66100"/>
            </a:xfrm>
            <a:custGeom>
              <a:rect b="b" l="l" r="r" t="t"/>
              <a:pathLst>
                <a:path extrusionOk="0" h="2644" w="2931">
                  <a:moveTo>
                    <a:pt x="1499" y="0"/>
                  </a:moveTo>
                  <a:cubicBezTo>
                    <a:pt x="1471" y="0"/>
                    <a:pt x="1444" y="3"/>
                    <a:pt x="1418" y="8"/>
                  </a:cubicBezTo>
                  <a:lnTo>
                    <a:pt x="1009" y="166"/>
                  </a:lnTo>
                  <a:cubicBezTo>
                    <a:pt x="253" y="386"/>
                    <a:pt x="1" y="1394"/>
                    <a:pt x="568" y="1930"/>
                  </a:cubicBezTo>
                  <a:lnTo>
                    <a:pt x="977" y="2340"/>
                  </a:lnTo>
                  <a:cubicBezTo>
                    <a:pt x="1182" y="2544"/>
                    <a:pt x="1451" y="2643"/>
                    <a:pt x="1720" y="2643"/>
                  </a:cubicBezTo>
                  <a:cubicBezTo>
                    <a:pt x="2154" y="2643"/>
                    <a:pt x="2586" y="2385"/>
                    <a:pt x="2742" y="1898"/>
                  </a:cubicBezTo>
                  <a:lnTo>
                    <a:pt x="2899" y="1457"/>
                  </a:lnTo>
                  <a:cubicBezTo>
                    <a:pt x="2931" y="1268"/>
                    <a:pt x="2805" y="1016"/>
                    <a:pt x="2616" y="985"/>
                  </a:cubicBezTo>
                  <a:cubicBezTo>
                    <a:pt x="2577" y="972"/>
                    <a:pt x="2537" y="966"/>
                    <a:pt x="2498" y="966"/>
                  </a:cubicBezTo>
                  <a:cubicBezTo>
                    <a:pt x="2344" y="966"/>
                    <a:pt x="2200" y="1061"/>
                    <a:pt x="2175" y="1237"/>
                  </a:cubicBezTo>
                  <a:lnTo>
                    <a:pt x="2017" y="1646"/>
                  </a:lnTo>
                  <a:cubicBezTo>
                    <a:pt x="1977" y="1806"/>
                    <a:pt x="1836" y="1890"/>
                    <a:pt x="1682" y="1890"/>
                  </a:cubicBezTo>
                  <a:cubicBezTo>
                    <a:pt x="1593" y="1890"/>
                    <a:pt x="1499" y="1862"/>
                    <a:pt x="1418" y="1804"/>
                  </a:cubicBezTo>
                  <a:lnTo>
                    <a:pt x="1040" y="1426"/>
                  </a:lnTo>
                  <a:cubicBezTo>
                    <a:pt x="851" y="1237"/>
                    <a:pt x="914" y="922"/>
                    <a:pt x="1198" y="827"/>
                  </a:cubicBezTo>
                  <a:lnTo>
                    <a:pt x="1639" y="670"/>
                  </a:lnTo>
                  <a:cubicBezTo>
                    <a:pt x="1828" y="607"/>
                    <a:pt x="1891" y="386"/>
                    <a:pt x="1859" y="229"/>
                  </a:cubicBezTo>
                  <a:cubicBezTo>
                    <a:pt x="1807" y="70"/>
                    <a:pt x="1643" y="0"/>
                    <a:pt x="149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46" name="Google Shape;3446;p48"/>
          <p:cNvGrpSpPr/>
          <p:nvPr/>
        </p:nvGrpSpPr>
        <p:grpSpPr>
          <a:xfrm>
            <a:off x="1581523" y="2881391"/>
            <a:ext cx="294574" cy="274777"/>
            <a:chOff x="-21299475" y="2798025"/>
            <a:chExt cx="307200" cy="286525"/>
          </a:xfrm>
        </p:grpSpPr>
        <p:sp>
          <p:nvSpPr>
            <p:cNvPr id="3447" name="Google Shape;3447;p48"/>
            <p:cNvSpPr/>
            <p:nvPr/>
          </p:nvSpPr>
          <p:spPr>
            <a:xfrm>
              <a:off x="-21153750" y="2798025"/>
              <a:ext cx="17350" cy="53575"/>
            </a:xfrm>
            <a:custGeom>
              <a:rect b="b" l="l" r="r" t="t"/>
              <a:pathLst>
                <a:path extrusionOk="0" h="2143" w="694">
                  <a:moveTo>
                    <a:pt x="347" y="0"/>
                  </a:moveTo>
                  <a:cubicBezTo>
                    <a:pt x="158" y="0"/>
                    <a:pt x="0" y="158"/>
                    <a:pt x="0" y="347"/>
                  </a:cubicBezTo>
                  <a:lnTo>
                    <a:pt x="0" y="1765"/>
                  </a:lnTo>
                  <a:cubicBezTo>
                    <a:pt x="0" y="1985"/>
                    <a:pt x="158" y="2143"/>
                    <a:pt x="347" y="2143"/>
                  </a:cubicBezTo>
                  <a:cubicBezTo>
                    <a:pt x="536" y="2143"/>
                    <a:pt x="693" y="1985"/>
                    <a:pt x="693" y="1765"/>
                  </a:cubicBezTo>
                  <a:lnTo>
                    <a:pt x="693" y="347"/>
                  </a:lnTo>
                  <a:cubicBezTo>
                    <a:pt x="693" y="158"/>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8" name="Google Shape;3448;p48"/>
            <p:cNvSpPr/>
            <p:nvPr/>
          </p:nvSpPr>
          <p:spPr>
            <a:xfrm>
              <a:off x="-21256925" y="2838400"/>
              <a:ext cx="45700" cy="44525"/>
            </a:xfrm>
            <a:custGeom>
              <a:rect b="b" l="l" r="r" t="t"/>
              <a:pathLst>
                <a:path extrusionOk="0" h="1781" w="1828">
                  <a:moveTo>
                    <a:pt x="410" y="0"/>
                  </a:moveTo>
                  <a:cubicBezTo>
                    <a:pt x="323" y="0"/>
                    <a:pt x="236" y="39"/>
                    <a:pt x="158" y="118"/>
                  </a:cubicBezTo>
                  <a:cubicBezTo>
                    <a:pt x="0" y="276"/>
                    <a:pt x="0" y="465"/>
                    <a:pt x="158" y="622"/>
                  </a:cubicBezTo>
                  <a:lnTo>
                    <a:pt x="1166" y="1662"/>
                  </a:lnTo>
                  <a:cubicBezTo>
                    <a:pt x="1245" y="1741"/>
                    <a:pt x="1331" y="1780"/>
                    <a:pt x="1418" y="1780"/>
                  </a:cubicBezTo>
                  <a:cubicBezTo>
                    <a:pt x="1504" y="1780"/>
                    <a:pt x="1591" y="1741"/>
                    <a:pt x="1670" y="1662"/>
                  </a:cubicBezTo>
                  <a:cubicBezTo>
                    <a:pt x="1827" y="1504"/>
                    <a:pt x="1827" y="1315"/>
                    <a:pt x="1670" y="1158"/>
                  </a:cubicBezTo>
                  <a:lnTo>
                    <a:pt x="662" y="118"/>
                  </a:lnTo>
                  <a:cubicBezTo>
                    <a:pt x="583" y="39"/>
                    <a:pt x="496" y="0"/>
                    <a:pt x="41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9" name="Google Shape;3449;p48"/>
            <p:cNvSpPr/>
            <p:nvPr/>
          </p:nvSpPr>
          <p:spPr>
            <a:xfrm>
              <a:off x="-21079725" y="2838400"/>
              <a:ext cx="45700" cy="44525"/>
            </a:xfrm>
            <a:custGeom>
              <a:rect b="b" l="l" r="r" t="t"/>
              <a:pathLst>
                <a:path extrusionOk="0" h="1781" w="1828">
                  <a:moveTo>
                    <a:pt x="1418" y="0"/>
                  </a:moveTo>
                  <a:cubicBezTo>
                    <a:pt x="1332" y="0"/>
                    <a:pt x="1245" y="39"/>
                    <a:pt x="1166" y="118"/>
                  </a:cubicBezTo>
                  <a:lnTo>
                    <a:pt x="158" y="1158"/>
                  </a:lnTo>
                  <a:cubicBezTo>
                    <a:pt x="1" y="1315"/>
                    <a:pt x="1" y="1504"/>
                    <a:pt x="158" y="1662"/>
                  </a:cubicBezTo>
                  <a:cubicBezTo>
                    <a:pt x="237" y="1741"/>
                    <a:pt x="324" y="1780"/>
                    <a:pt x="410" y="1780"/>
                  </a:cubicBezTo>
                  <a:cubicBezTo>
                    <a:pt x="497" y="1780"/>
                    <a:pt x="584" y="1741"/>
                    <a:pt x="662" y="1662"/>
                  </a:cubicBezTo>
                  <a:lnTo>
                    <a:pt x="1671" y="622"/>
                  </a:lnTo>
                  <a:cubicBezTo>
                    <a:pt x="1828" y="465"/>
                    <a:pt x="1828" y="276"/>
                    <a:pt x="1671" y="118"/>
                  </a:cubicBezTo>
                  <a:cubicBezTo>
                    <a:pt x="1592" y="39"/>
                    <a:pt x="1505" y="0"/>
                    <a:pt x="141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0" name="Google Shape;3450;p48"/>
            <p:cNvSpPr/>
            <p:nvPr/>
          </p:nvSpPr>
          <p:spPr>
            <a:xfrm>
              <a:off x="-21113575" y="2825000"/>
              <a:ext cx="26800" cy="35050"/>
            </a:xfrm>
            <a:custGeom>
              <a:rect b="b" l="l" r="r" t="t"/>
              <a:pathLst>
                <a:path extrusionOk="0" h="1402" w="1072">
                  <a:moveTo>
                    <a:pt x="647" y="0"/>
                  </a:moveTo>
                  <a:cubicBezTo>
                    <a:pt x="510" y="0"/>
                    <a:pt x="386" y="71"/>
                    <a:pt x="315" y="213"/>
                  </a:cubicBezTo>
                  <a:lnTo>
                    <a:pt x="32" y="906"/>
                  </a:lnTo>
                  <a:cubicBezTo>
                    <a:pt x="0" y="1095"/>
                    <a:pt x="95" y="1284"/>
                    <a:pt x="252" y="1379"/>
                  </a:cubicBezTo>
                  <a:cubicBezTo>
                    <a:pt x="298" y="1394"/>
                    <a:pt x="344" y="1402"/>
                    <a:pt x="388" y="1402"/>
                  </a:cubicBezTo>
                  <a:cubicBezTo>
                    <a:pt x="527" y="1402"/>
                    <a:pt x="653" y="1325"/>
                    <a:pt x="725" y="1158"/>
                  </a:cubicBezTo>
                  <a:lnTo>
                    <a:pt x="977" y="497"/>
                  </a:lnTo>
                  <a:cubicBezTo>
                    <a:pt x="1071" y="308"/>
                    <a:pt x="977" y="119"/>
                    <a:pt x="788" y="24"/>
                  </a:cubicBezTo>
                  <a:cubicBezTo>
                    <a:pt x="740" y="8"/>
                    <a:pt x="693" y="0"/>
                    <a:pt x="6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1" name="Google Shape;3451;p48"/>
            <p:cNvSpPr/>
            <p:nvPr/>
          </p:nvSpPr>
          <p:spPr>
            <a:xfrm>
              <a:off x="-21204175" y="2825000"/>
              <a:ext cx="27600" cy="35050"/>
            </a:xfrm>
            <a:custGeom>
              <a:rect b="b" l="l" r="r" t="t"/>
              <a:pathLst>
                <a:path extrusionOk="0" h="1402" w="1104">
                  <a:moveTo>
                    <a:pt x="429" y="0"/>
                  </a:moveTo>
                  <a:cubicBezTo>
                    <a:pt x="381" y="0"/>
                    <a:pt x="332" y="8"/>
                    <a:pt x="285" y="24"/>
                  </a:cubicBezTo>
                  <a:cubicBezTo>
                    <a:pt x="95" y="119"/>
                    <a:pt x="1" y="308"/>
                    <a:pt x="95" y="497"/>
                  </a:cubicBezTo>
                  <a:lnTo>
                    <a:pt x="348" y="1158"/>
                  </a:lnTo>
                  <a:cubicBezTo>
                    <a:pt x="419" y="1325"/>
                    <a:pt x="545" y="1402"/>
                    <a:pt x="684" y="1402"/>
                  </a:cubicBezTo>
                  <a:cubicBezTo>
                    <a:pt x="728" y="1402"/>
                    <a:pt x="774" y="1394"/>
                    <a:pt x="820" y="1379"/>
                  </a:cubicBezTo>
                  <a:cubicBezTo>
                    <a:pt x="1041" y="1284"/>
                    <a:pt x="1104" y="1095"/>
                    <a:pt x="1041" y="906"/>
                  </a:cubicBezTo>
                  <a:lnTo>
                    <a:pt x="757" y="213"/>
                  </a:lnTo>
                  <a:cubicBezTo>
                    <a:pt x="710" y="71"/>
                    <a:pt x="574" y="0"/>
                    <a:pt x="42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2" name="Google Shape;3452;p48"/>
            <p:cNvSpPr/>
            <p:nvPr/>
          </p:nvSpPr>
          <p:spPr>
            <a:xfrm>
              <a:off x="-21297900" y="2940575"/>
              <a:ext cx="54375" cy="18150"/>
            </a:xfrm>
            <a:custGeom>
              <a:rect b="b" l="l" r="r" t="t"/>
              <a:pathLst>
                <a:path extrusionOk="0" h="726" w="2175">
                  <a:moveTo>
                    <a:pt x="379" y="1"/>
                  </a:moveTo>
                  <a:cubicBezTo>
                    <a:pt x="158" y="1"/>
                    <a:pt x="1" y="158"/>
                    <a:pt x="1" y="379"/>
                  </a:cubicBezTo>
                  <a:cubicBezTo>
                    <a:pt x="1" y="568"/>
                    <a:pt x="158" y="725"/>
                    <a:pt x="379" y="725"/>
                  </a:cubicBezTo>
                  <a:lnTo>
                    <a:pt x="1828" y="725"/>
                  </a:lnTo>
                  <a:cubicBezTo>
                    <a:pt x="2017" y="725"/>
                    <a:pt x="2175" y="568"/>
                    <a:pt x="2175" y="379"/>
                  </a:cubicBezTo>
                  <a:cubicBezTo>
                    <a:pt x="2175" y="158"/>
                    <a:pt x="2017" y="1"/>
                    <a:pt x="182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3" name="Google Shape;3453;p48"/>
            <p:cNvSpPr/>
            <p:nvPr/>
          </p:nvSpPr>
          <p:spPr>
            <a:xfrm>
              <a:off x="-21047425" y="2940575"/>
              <a:ext cx="54375" cy="18150"/>
            </a:xfrm>
            <a:custGeom>
              <a:rect b="b" l="l" r="r" t="t"/>
              <a:pathLst>
                <a:path extrusionOk="0" h="726" w="2175">
                  <a:moveTo>
                    <a:pt x="347" y="1"/>
                  </a:moveTo>
                  <a:cubicBezTo>
                    <a:pt x="158" y="1"/>
                    <a:pt x="0" y="158"/>
                    <a:pt x="0" y="379"/>
                  </a:cubicBezTo>
                  <a:cubicBezTo>
                    <a:pt x="0" y="568"/>
                    <a:pt x="158" y="725"/>
                    <a:pt x="347" y="725"/>
                  </a:cubicBezTo>
                  <a:lnTo>
                    <a:pt x="1796" y="725"/>
                  </a:lnTo>
                  <a:cubicBezTo>
                    <a:pt x="2017" y="725"/>
                    <a:pt x="2174" y="568"/>
                    <a:pt x="2174" y="379"/>
                  </a:cubicBezTo>
                  <a:cubicBezTo>
                    <a:pt x="2174" y="158"/>
                    <a:pt x="2017" y="1"/>
                    <a:pt x="179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4" name="Google Shape;3454;p48"/>
            <p:cNvSpPr/>
            <p:nvPr/>
          </p:nvSpPr>
          <p:spPr>
            <a:xfrm>
              <a:off x="-21056100" y="2892750"/>
              <a:ext cx="37050" cy="25150"/>
            </a:xfrm>
            <a:custGeom>
              <a:rect b="b" l="l" r="r" t="t"/>
              <a:pathLst>
                <a:path extrusionOk="0" h="1006" w="1482">
                  <a:moveTo>
                    <a:pt x="1082" y="0"/>
                  </a:moveTo>
                  <a:cubicBezTo>
                    <a:pt x="1038" y="0"/>
                    <a:pt x="992" y="8"/>
                    <a:pt x="946" y="23"/>
                  </a:cubicBezTo>
                  <a:lnTo>
                    <a:pt x="284" y="307"/>
                  </a:lnTo>
                  <a:cubicBezTo>
                    <a:pt x="64" y="433"/>
                    <a:pt x="1" y="622"/>
                    <a:pt x="64" y="780"/>
                  </a:cubicBezTo>
                  <a:cubicBezTo>
                    <a:pt x="133" y="918"/>
                    <a:pt x="253" y="1006"/>
                    <a:pt x="386" y="1006"/>
                  </a:cubicBezTo>
                  <a:cubicBezTo>
                    <a:pt x="435" y="1006"/>
                    <a:pt x="486" y="994"/>
                    <a:pt x="536" y="969"/>
                  </a:cubicBezTo>
                  <a:lnTo>
                    <a:pt x="1198" y="717"/>
                  </a:lnTo>
                  <a:cubicBezTo>
                    <a:pt x="1419" y="622"/>
                    <a:pt x="1482" y="433"/>
                    <a:pt x="1419" y="244"/>
                  </a:cubicBezTo>
                  <a:cubicBezTo>
                    <a:pt x="1347" y="77"/>
                    <a:pt x="1221" y="0"/>
                    <a:pt x="108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5" name="Google Shape;3455;p48"/>
            <p:cNvSpPr/>
            <p:nvPr/>
          </p:nvSpPr>
          <p:spPr>
            <a:xfrm>
              <a:off x="-21271100" y="2893975"/>
              <a:ext cx="37825" cy="25150"/>
            </a:xfrm>
            <a:custGeom>
              <a:rect b="b" l="l" r="r" t="t"/>
              <a:pathLst>
                <a:path extrusionOk="0" h="1006" w="1513">
                  <a:moveTo>
                    <a:pt x="398" y="0"/>
                  </a:moveTo>
                  <a:cubicBezTo>
                    <a:pt x="254" y="0"/>
                    <a:pt x="141" y="88"/>
                    <a:pt x="95" y="227"/>
                  </a:cubicBezTo>
                  <a:cubicBezTo>
                    <a:pt x="0" y="416"/>
                    <a:pt x="95" y="605"/>
                    <a:pt x="284" y="699"/>
                  </a:cubicBezTo>
                  <a:lnTo>
                    <a:pt x="945" y="983"/>
                  </a:lnTo>
                  <a:cubicBezTo>
                    <a:pt x="991" y="998"/>
                    <a:pt x="1039" y="1006"/>
                    <a:pt x="1086" y="1006"/>
                  </a:cubicBezTo>
                  <a:cubicBezTo>
                    <a:pt x="1232" y="1006"/>
                    <a:pt x="1370" y="929"/>
                    <a:pt x="1418" y="762"/>
                  </a:cubicBezTo>
                  <a:cubicBezTo>
                    <a:pt x="1512" y="573"/>
                    <a:pt x="1418" y="384"/>
                    <a:pt x="1229" y="290"/>
                  </a:cubicBezTo>
                  <a:lnTo>
                    <a:pt x="567" y="37"/>
                  </a:lnTo>
                  <a:cubicBezTo>
                    <a:pt x="508" y="12"/>
                    <a:pt x="451" y="0"/>
                    <a:pt x="39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6" name="Google Shape;3456;p48"/>
            <p:cNvSpPr/>
            <p:nvPr/>
          </p:nvSpPr>
          <p:spPr>
            <a:xfrm>
              <a:off x="-21298675" y="3049275"/>
              <a:ext cx="306400" cy="35275"/>
            </a:xfrm>
            <a:custGeom>
              <a:rect b="b" l="l" r="r" t="t"/>
              <a:pathLst>
                <a:path extrusionOk="0" h="1411" w="12256">
                  <a:moveTo>
                    <a:pt x="1832" y="0"/>
                  </a:moveTo>
                  <a:cubicBezTo>
                    <a:pt x="1379" y="0"/>
                    <a:pt x="930" y="126"/>
                    <a:pt x="567" y="378"/>
                  </a:cubicBezTo>
                  <a:cubicBezTo>
                    <a:pt x="473" y="441"/>
                    <a:pt x="347" y="505"/>
                    <a:pt x="284" y="536"/>
                  </a:cubicBezTo>
                  <a:cubicBezTo>
                    <a:pt x="95" y="631"/>
                    <a:pt x="0" y="820"/>
                    <a:pt x="95" y="1009"/>
                  </a:cubicBezTo>
                  <a:cubicBezTo>
                    <a:pt x="143" y="1176"/>
                    <a:pt x="263" y="1252"/>
                    <a:pt x="414" y="1252"/>
                  </a:cubicBezTo>
                  <a:cubicBezTo>
                    <a:pt x="462" y="1252"/>
                    <a:pt x="514" y="1244"/>
                    <a:pt x="567" y="1229"/>
                  </a:cubicBezTo>
                  <a:cubicBezTo>
                    <a:pt x="725" y="1166"/>
                    <a:pt x="819" y="1103"/>
                    <a:pt x="946" y="1009"/>
                  </a:cubicBezTo>
                  <a:cubicBezTo>
                    <a:pt x="1198" y="835"/>
                    <a:pt x="1505" y="749"/>
                    <a:pt x="1816" y="749"/>
                  </a:cubicBezTo>
                  <a:cubicBezTo>
                    <a:pt x="2127" y="749"/>
                    <a:pt x="2442" y="835"/>
                    <a:pt x="2710" y="1009"/>
                  </a:cubicBezTo>
                  <a:cubicBezTo>
                    <a:pt x="3104" y="1276"/>
                    <a:pt x="3553" y="1410"/>
                    <a:pt x="3994" y="1410"/>
                  </a:cubicBezTo>
                  <a:cubicBezTo>
                    <a:pt x="4435" y="1410"/>
                    <a:pt x="4868" y="1276"/>
                    <a:pt x="5230" y="1009"/>
                  </a:cubicBezTo>
                  <a:cubicBezTo>
                    <a:pt x="5498" y="835"/>
                    <a:pt x="5805" y="749"/>
                    <a:pt x="6108" y="749"/>
                  </a:cubicBezTo>
                  <a:cubicBezTo>
                    <a:pt x="6412" y="749"/>
                    <a:pt x="6711" y="835"/>
                    <a:pt x="6963" y="1009"/>
                  </a:cubicBezTo>
                  <a:cubicBezTo>
                    <a:pt x="7357" y="1276"/>
                    <a:pt x="7806" y="1410"/>
                    <a:pt x="8247" y="1410"/>
                  </a:cubicBezTo>
                  <a:cubicBezTo>
                    <a:pt x="8688" y="1410"/>
                    <a:pt x="9121" y="1276"/>
                    <a:pt x="9483" y="1009"/>
                  </a:cubicBezTo>
                  <a:cubicBezTo>
                    <a:pt x="9751" y="835"/>
                    <a:pt x="10058" y="749"/>
                    <a:pt x="10369" y="749"/>
                  </a:cubicBezTo>
                  <a:cubicBezTo>
                    <a:pt x="10681" y="749"/>
                    <a:pt x="10996" y="835"/>
                    <a:pt x="11279" y="1009"/>
                  </a:cubicBezTo>
                  <a:cubicBezTo>
                    <a:pt x="11437" y="1103"/>
                    <a:pt x="11531" y="1166"/>
                    <a:pt x="11689" y="1261"/>
                  </a:cubicBezTo>
                  <a:cubicBezTo>
                    <a:pt x="11736" y="1274"/>
                    <a:pt x="11782" y="1280"/>
                    <a:pt x="11825" y="1280"/>
                  </a:cubicBezTo>
                  <a:cubicBezTo>
                    <a:pt x="11984" y="1280"/>
                    <a:pt x="12112" y="1195"/>
                    <a:pt x="12161" y="1072"/>
                  </a:cubicBezTo>
                  <a:cubicBezTo>
                    <a:pt x="12256" y="820"/>
                    <a:pt x="12161" y="599"/>
                    <a:pt x="11972" y="536"/>
                  </a:cubicBezTo>
                  <a:cubicBezTo>
                    <a:pt x="11846" y="505"/>
                    <a:pt x="11783" y="473"/>
                    <a:pt x="11657" y="378"/>
                  </a:cubicBezTo>
                  <a:cubicBezTo>
                    <a:pt x="11279" y="126"/>
                    <a:pt x="10830" y="0"/>
                    <a:pt x="10381" y="0"/>
                  </a:cubicBezTo>
                  <a:cubicBezTo>
                    <a:pt x="9932" y="0"/>
                    <a:pt x="9483" y="126"/>
                    <a:pt x="9105" y="378"/>
                  </a:cubicBezTo>
                  <a:cubicBezTo>
                    <a:pt x="8853" y="568"/>
                    <a:pt x="8546" y="662"/>
                    <a:pt x="8239" y="662"/>
                  </a:cubicBezTo>
                  <a:cubicBezTo>
                    <a:pt x="7932" y="662"/>
                    <a:pt x="7625" y="568"/>
                    <a:pt x="7373" y="378"/>
                  </a:cubicBezTo>
                  <a:cubicBezTo>
                    <a:pt x="6979" y="126"/>
                    <a:pt x="6538" y="0"/>
                    <a:pt x="6101" y="0"/>
                  </a:cubicBezTo>
                  <a:cubicBezTo>
                    <a:pt x="5663" y="0"/>
                    <a:pt x="5230" y="126"/>
                    <a:pt x="4852" y="378"/>
                  </a:cubicBezTo>
                  <a:cubicBezTo>
                    <a:pt x="4600" y="568"/>
                    <a:pt x="4293" y="662"/>
                    <a:pt x="3986" y="662"/>
                  </a:cubicBezTo>
                  <a:cubicBezTo>
                    <a:pt x="3679" y="662"/>
                    <a:pt x="3371" y="568"/>
                    <a:pt x="3119" y="378"/>
                  </a:cubicBezTo>
                  <a:cubicBezTo>
                    <a:pt x="2741" y="126"/>
                    <a:pt x="2284" y="0"/>
                    <a:pt x="183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7" name="Google Shape;3457;p48"/>
            <p:cNvSpPr/>
            <p:nvPr/>
          </p:nvSpPr>
          <p:spPr>
            <a:xfrm>
              <a:off x="-21298675" y="3013050"/>
              <a:ext cx="306400" cy="34675"/>
            </a:xfrm>
            <a:custGeom>
              <a:rect b="b" l="l" r="r" t="t"/>
              <a:pathLst>
                <a:path extrusionOk="0" h="1387" w="12256">
                  <a:moveTo>
                    <a:pt x="1832" y="0"/>
                  </a:moveTo>
                  <a:cubicBezTo>
                    <a:pt x="1379" y="0"/>
                    <a:pt x="930" y="126"/>
                    <a:pt x="567" y="378"/>
                  </a:cubicBezTo>
                  <a:cubicBezTo>
                    <a:pt x="473" y="410"/>
                    <a:pt x="347" y="504"/>
                    <a:pt x="284" y="536"/>
                  </a:cubicBezTo>
                  <a:cubicBezTo>
                    <a:pt x="95" y="599"/>
                    <a:pt x="0" y="819"/>
                    <a:pt x="95" y="1008"/>
                  </a:cubicBezTo>
                  <a:cubicBezTo>
                    <a:pt x="141" y="1147"/>
                    <a:pt x="255" y="1234"/>
                    <a:pt x="399" y="1234"/>
                  </a:cubicBezTo>
                  <a:cubicBezTo>
                    <a:pt x="452" y="1234"/>
                    <a:pt x="508" y="1223"/>
                    <a:pt x="567" y="1197"/>
                  </a:cubicBezTo>
                  <a:cubicBezTo>
                    <a:pt x="725" y="1166"/>
                    <a:pt x="819" y="1071"/>
                    <a:pt x="946" y="1008"/>
                  </a:cubicBezTo>
                  <a:cubicBezTo>
                    <a:pt x="1198" y="835"/>
                    <a:pt x="1505" y="748"/>
                    <a:pt x="1816" y="748"/>
                  </a:cubicBezTo>
                  <a:cubicBezTo>
                    <a:pt x="2127" y="748"/>
                    <a:pt x="2442" y="835"/>
                    <a:pt x="2710" y="1008"/>
                  </a:cubicBezTo>
                  <a:cubicBezTo>
                    <a:pt x="3104" y="1260"/>
                    <a:pt x="3553" y="1386"/>
                    <a:pt x="3994" y="1386"/>
                  </a:cubicBezTo>
                  <a:cubicBezTo>
                    <a:pt x="4435" y="1386"/>
                    <a:pt x="4868" y="1260"/>
                    <a:pt x="5230" y="1008"/>
                  </a:cubicBezTo>
                  <a:cubicBezTo>
                    <a:pt x="5498" y="835"/>
                    <a:pt x="5805" y="748"/>
                    <a:pt x="6108" y="748"/>
                  </a:cubicBezTo>
                  <a:cubicBezTo>
                    <a:pt x="6412" y="748"/>
                    <a:pt x="6711" y="835"/>
                    <a:pt x="6963" y="1008"/>
                  </a:cubicBezTo>
                  <a:cubicBezTo>
                    <a:pt x="7357" y="1260"/>
                    <a:pt x="7806" y="1386"/>
                    <a:pt x="8247" y="1386"/>
                  </a:cubicBezTo>
                  <a:cubicBezTo>
                    <a:pt x="8688" y="1386"/>
                    <a:pt x="9121" y="1260"/>
                    <a:pt x="9483" y="1008"/>
                  </a:cubicBezTo>
                  <a:cubicBezTo>
                    <a:pt x="9751" y="835"/>
                    <a:pt x="10058" y="748"/>
                    <a:pt x="10369" y="748"/>
                  </a:cubicBezTo>
                  <a:cubicBezTo>
                    <a:pt x="10681" y="748"/>
                    <a:pt x="10996" y="835"/>
                    <a:pt x="11279" y="1008"/>
                  </a:cubicBezTo>
                  <a:cubicBezTo>
                    <a:pt x="11437" y="1071"/>
                    <a:pt x="11531" y="1166"/>
                    <a:pt x="11689" y="1229"/>
                  </a:cubicBezTo>
                  <a:cubicBezTo>
                    <a:pt x="11741" y="1251"/>
                    <a:pt x="11792" y="1261"/>
                    <a:pt x="11840" y="1261"/>
                  </a:cubicBezTo>
                  <a:cubicBezTo>
                    <a:pt x="11992" y="1261"/>
                    <a:pt x="12113" y="1160"/>
                    <a:pt x="12161" y="1040"/>
                  </a:cubicBezTo>
                  <a:cubicBezTo>
                    <a:pt x="12256" y="819"/>
                    <a:pt x="12161" y="630"/>
                    <a:pt x="11972" y="536"/>
                  </a:cubicBezTo>
                  <a:cubicBezTo>
                    <a:pt x="11846" y="504"/>
                    <a:pt x="11783" y="473"/>
                    <a:pt x="11657" y="378"/>
                  </a:cubicBezTo>
                  <a:cubicBezTo>
                    <a:pt x="11279" y="126"/>
                    <a:pt x="10830" y="0"/>
                    <a:pt x="10381" y="0"/>
                  </a:cubicBezTo>
                  <a:cubicBezTo>
                    <a:pt x="9932" y="0"/>
                    <a:pt x="9483" y="126"/>
                    <a:pt x="9105" y="378"/>
                  </a:cubicBezTo>
                  <a:cubicBezTo>
                    <a:pt x="8853" y="552"/>
                    <a:pt x="8546" y="638"/>
                    <a:pt x="8239" y="638"/>
                  </a:cubicBezTo>
                  <a:cubicBezTo>
                    <a:pt x="7932" y="638"/>
                    <a:pt x="7625" y="552"/>
                    <a:pt x="7373" y="378"/>
                  </a:cubicBezTo>
                  <a:cubicBezTo>
                    <a:pt x="6979" y="126"/>
                    <a:pt x="6538" y="0"/>
                    <a:pt x="6101" y="0"/>
                  </a:cubicBezTo>
                  <a:cubicBezTo>
                    <a:pt x="5663" y="0"/>
                    <a:pt x="5230" y="126"/>
                    <a:pt x="4852" y="378"/>
                  </a:cubicBezTo>
                  <a:cubicBezTo>
                    <a:pt x="4600" y="552"/>
                    <a:pt x="4293" y="638"/>
                    <a:pt x="3986" y="638"/>
                  </a:cubicBezTo>
                  <a:cubicBezTo>
                    <a:pt x="3679" y="638"/>
                    <a:pt x="3371" y="552"/>
                    <a:pt x="3119" y="378"/>
                  </a:cubicBezTo>
                  <a:cubicBezTo>
                    <a:pt x="2741" y="126"/>
                    <a:pt x="2284" y="0"/>
                    <a:pt x="183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8" name="Google Shape;3458;p48"/>
            <p:cNvSpPr/>
            <p:nvPr/>
          </p:nvSpPr>
          <p:spPr>
            <a:xfrm>
              <a:off x="-21299475" y="2868125"/>
              <a:ext cx="307200" cy="143375"/>
            </a:xfrm>
            <a:custGeom>
              <a:rect b="b" l="l" r="r" t="t"/>
              <a:pathLst>
                <a:path extrusionOk="0" h="5735" w="12288">
                  <a:moveTo>
                    <a:pt x="6144" y="788"/>
                  </a:moveTo>
                  <a:cubicBezTo>
                    <a:pt x="7531" y="788"/>
                    <a:pt x="8633" y="1891"/>
                    <a:pt x="8633" y="3245"/>
                  </a:cubicBezTo>
                  <a:cubicBezTo>
                    <a:pt x="8633" y="3938"/>
                    <a:pt x="8350" y="4506"/>
                    <a:pt x="7909" y="5010"/>
                  </a:cubicBezTo>
                  <a:cubicBezTo>
                    <a:pt x="7720" y="4947"/>
                    <a:pt x="7562" y="4884"/>
                    <a:pt x="7373" y="4758"/>
                  </a:cubicBezTo>
                  <a:cubicBezTo>
                    <a:pt x="7011" y="4506"/>
                    <a:pt x="6578" y="4379"/>
                    <a:pt x="6140" y="4379"/>
                  </a:cubicBezTo>
                  <a:cubicBezTo>
                    <a:pt x="5703" y="4379"/>
                    <a:pt x="5262" y="4506"/>
                    <a:pt x="4884" y="4758"/>
                  </a:cubicBezTo>
                  <a:cubicBezTo>
                    <a:pt x="4727" y="4884"/>
                    <a:pt x="4569" y="4947"/>
                    <a:pt x="4380" y="5010"/>
                  </a:cubicBezTo>
                  <a:cubicBezTo>
                    <a:pt x="3939" y="4537"/>
                    <a:pt x="3655" y="3875"/>
                    <a:pt x="3655" y="3245"/>
                  </a:cubicBezTo>
                  <a:cubicBezTo>
                    <a:pt x="3655" y="1891"/>
                    <a:pt x="4758" y="788"/>
                    <a:pt x="6144" y="788"/>
                  </a:cubicBezTo>
                  <a:close/>
                  <a:moveTo>
                    <a:pt x="6144" y="0"/>
                  </a:moveTo>
                  <a:cubicBezTo>
                    <a:pt x="4380" y="0"/>
                    <a:pt x="2931" y="1450"/>
                    <a:pt x="2931" y="3214"/>
                  </a:cubicBezTo>
                  <a:cubicBezTo>
                    <a:pt x="2931" y="3812"/>
                    <a:pt x="3088" y="4411"/>
                    <a:pt x="3372" y="4884"/>
                  </a:cubicBezTo>
                  <a:cubicBezTo>
                    <a:pt x="3277" y="4852"/>
                    <a:pt x="3183" y="4789"/>
                    <a:pt x="3120" y="4726"/>
                  </a:cubicBezTo>
                  <a:cubicBezTo>
                    <a:pt x="2742" y="4474"/>
                    <a:pt x="2285" y="4348"/>
                    <a:pt x="1832" y="4348"/>
                  </a:cubicBezTo>
                  <a:cubicBezTo>
                    <a:pt x="1379" y="4348"/>
                    <a:pt x="930" y="4474"/>
                    <a:pt x="568" y="4726"/>
                  </a:cubicBezTo>
                  <a:cubicBezTo>
                    <a:pt x="473" y="4758"/>
                    <a:pt x="347" y="4852"/>
                    <a:pt x="284" y="4884"/>
                  </a:cubicBezTo>
                  <a:cubicBezTo>
                    <a:pt x="95" y="4947"/>
                    <a:pt x="1" y="5167"/>
                    <a:pt x="95" y="5356"/>
                  </a:cubicBezTo>
                  <a:cubicBezTo>
                    <a:pt x="143" y="5498"/>
                    <a:pt x="261" y="5569"/>
                    <a:pt x="410" y="5569"/>
                  </a:cubicBezTo>
                  <a:cubicBezTo>
                    <a:pt x="460" y="5569"/>
                    <a:pt x="513" y="5561"/>
                    <a:pt x="568" y="5545"/>
                  </a:cubicBezTo>
                  <a:cubicBezTo>
                    <a:pt x="725" y="5514"/>
                    <a:pt x="820" y="5419"/>
                    <a:pt x="946" y="5356"/>
                  </a:cubicBezTo>
                  <a:cubicBezTo>
                    <a:pt x="1198" y="5183"/>
                    <a:pt x="1505" y="5096"/>
                    <a:pt x="1816" y="5096"/>
                  </a:cubicBezTo>
                  <a:cubicBezTo>
                    <a:pt x="2127" y="5096"/>
                    <a:pt x="2442" y="5183"/>
                    <a:pt x="2710" y="5356"/>
                  </a:cubicBezTo>
                  <a:cubicBezTo>
                    <a:pt x="3104" y="5608"/>
                    <a:pt x="3553" y="5734"/>
                    <a:pt x="3994" y="5734"/>
                  </a:cubicBezTo>
                  <a:cubicBezTo>
                    <a:pt x="4435" y="5734"/>
                    <a:pt x="4868" y="5608"/>
                    <a:pt x="5231" y="5356"/>
                  </a:cubicBezTo>
                  <a:cubicBezTo>
                    <a:pt x="5498" y="5183"/>
                    <a:pt x="5806" y="5096"/>
                    <a:pt x="6109" y="5096"/>
                  </a:cubicBezTo>
                  <a:cubicBezTo>
                    <a:pt x="6412" y="5096"/>
                    <a:pt x="6711" y="5183"/>
                    <a:pt x="6963" y="5356"/>
                  </a:cubicBezTo>
                  <a:cubicBezTo>
                    <a:pt x="7357" y="5608"/>
                    <a:pt x="7806" y="5734"/>
                    <a:pt x="8247" y="5734"/>
                  </a:cubicBezTo>
                  <a:cubicBezTo>
                    <a:pt x="8688" y="5734"/>
                    <a:pt x="9122" y="5608"/>
                    <a:pt x="9484" y="5356"/>
                  </a:cubicBezTo>
                  <a:cubicBezTo>
                    <a:pt x="9752" y="5183"/>
                    <a:pt x="10059" y="5096"/>
                    <a:pt x="10370" y="5096"/>
                  </a:cubicBezTo>
                  <a:cubicBezTo>
                    <a:pt x="10681" y="5096"/>
                    <a:pt x="10996" y="5183"/>
                    <a:pt x="11280" y="5356"/>
                  </a:cubicBezTo>
                  <a:cubicBezTo>
                    <a:pt x="11437" y="5419"/>
                    <a:pt x="11532" y="5514"/>
                    <a:pt x="11689" y="5577"/>
                  </a:cubicBezTo>
                  <a:cubicBezTo>
                    <a:pt x="11742" y="5599"/>
                    <a:pt x="11793" y="5609"/>
                    <a:pt x="11840" y="5609"/>
                  </a:cubicBezTo>
                  <a:cubicBezTo>
                    <a:pt x="11993" y="5609"/>
                    <a:pt x="12114" y="5508"/>
                    <a:pt x="12162" y="5388"/>
                  </a:cubicBezTo>
                  <a:cubicBezTo>
                    <a:pt x="12288" y="5199"/>
                    <a:pt x="12193" y="5010"/>
                    <a:pt x="12004" y="4915"/>
                  </a:cubicBezTo>
                  <a:cubicBezTo>
                    <a:pt x="11878" y="4884"/>
                    <a:pt x="11815" y="4852"/>
                    <a:pt x="11689" y="4758"/>
                  </a:cubicBezTo>
                  <a:cubicBezTo>
                    <a:pt x="11311" y="4506"/>
                    <a:pt x="10862" y="4379"/>
                    <a:pt x="10413" y="4379"/>
                  </a:cubicBezTo>
                  <a:cubicBezTo>
                    <a:pt x="9964" y="4379"/>
                    <a:pt x="9515" y="4506"/>
                    <a:pt x="9137" y="4758"/>
                  </a:cubicBezTo>
                  <a:lnTo>
                    <a:pt x="8885" y="4884"/>
                  </a:lnTo>
                  <a:cubicBezTo>
                    <a:pt x="9169" y="4379"/>
                    <a:pt x="9358" y="3812"/>
                    <a:pt x="9358" y="3214"/>
                  </a:cubicBezTo>
                  <a:cubicBezTo>
                    <a:pt x="9358" y="1450"/>
                    <a:pt x="7909" y="0"/>
                    <a:pt x="614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59" name="Google Shape;3459;p48"/>
          <p:cNvSpPr/>
          <p:nvPr/>
        </p:nvSpPr>
        <p:spPr>
          <a:xfrm>
            <a:off x="3774177" y="1994832"/>
            <a:ext cx="291554" cy="290649"/>
          </a:xfrm>
          <a:custGeom>
            <a:rect b="b" l="l" r="r" t="t"/>
            <a:pathLst>
              <a:path extrusionOk="0" h="12123" w="12162">
                <a:moveTo>
                  <a:pt x="8192" y="3616"/>
                </a:moveTo>
                <a:cubicBezTo>
                  <a:pt x="8381" y="3616"/>
                  <a:pt x="8539" y="3805"/>
                  <a:pt x="8539" y="3994"/>
                </a:cubicBezTo>
                <a:cubicBezTo>
                  <a:pt x="8539" y="4183"/>
                  <a:pt x="8381" y="4341"/>
                  <a:pt x="8192" y="4341"/>
                </a:cubicBezTo>
                <a:lnTo>
                  <a:pt x="3907" y="4341"/>
                </a:lnTo>
                <a:cubicBezTo>
                  <a:pt x="3687" y="4341"/>
                  <a:pt x="3529" y="4183"/>
                  <a:pt x="3529" y="3994"/>
                </a:cubicBezTo>
                <a:cubicBezTo>
                  <a:pt x="3529" y="3805"/>
                  <a:pt x="3687" y="3616"/>
                  <a:pt x="3907" y="3616"/>
                </a:cubicBezTo>
                <a:close/>
                <a:moveTo>
                  <a:pt x="8948" y="5097"/>
                </a:moveTo>
                <a:cubicBezTo>
                  <a:pt x="9137" y="5097"/>
                  <a:pt x="9295" y="5254"/>
                  <a:pt x="9295" y="5443"/>
                </a:cubicBezTo>
                <a:cubicBezTo>
                  <a:pt x="9295" y="5632"/>
                  <a:pt x="9137" y="5790"/>
                  <a:pt x="8948" y="5790"/>
                </a:cubicBezTo>
                <a:lnTo>
                  <a:pt x="3214" y="5790"/>
                </a:lnTo>
                <a:cubicBezTo>
                  <a:pt x="3025" y="5790"/>
                  <a:pt x="2868" y="5632"/>
                  <a:pt x="2868" y="5443"/>
                </a:cubicBezTo>
                <a:cubicBezTo>
                  <a:pt x="2868" y="5254"/>
                  <a:pt x="3025" y="5097"/>
                  <a:pt x="3214" y="5097"/>
                </a:cubicBezTo>
                <a:close/>
                <a:moveTo>
                  <a:pt x="4600" y="6514"/>
                </a:moveTo>
                <a:cubicBezTo>
                  <a:pt x="4443" y="6703"/>
                  <a:pt x="4317" y="6987"/>
                  <a:pt x="4285" y="7207"/>
                </a:cubicBezTo>
                <a:lnTo>
                  <a:pt x="2490" y="7207"/>
                </a:lnTo>
                <a:cubicBezTo>
                  <a:pt x="2269" y="7207"/>
                  <a:pt x="2112" y="7050"/>
                  <a:pt x="2112" y="6861"/>
                </a:cubicBezTo>
                <a:cubicBezTo>
                  <a:pt x="2112" y="6672"/>
                  <a:pt x="2269" y="6514"/>
                  <a:pt x="2490" y="6514"/>
                </a:cubicBezTo>
                <a:close/>
                <a:moveTo>
                  <a:pt x="9641" y="6514"/>
                </a:moveTo>
                <a:cubicBezTo>
                  <a:pt x="9830" y="6514"/>
                  <a:pt x="9988" y="6672"/>
                  <a:pt x="9988" y="6861"/>
                </a:cubicBezTo>
                <a:cubicBezTo>
                  <a:pt x="9988" y="7050"/>
                  <a:pt x="9830" y="7207"/>
                  <a:pt x="9641" y="7207"/>
                </a:cubicBezTo>
                <a:lnTo>
                  <a:pt x="7845" y="7207"/>
                </a:lnTo>
                <a:cubicBezTo>
                  <a:pt x="7782" y="6955"/>
                  <a:pt x="7688" y="6703"/>
                  <a:pt x="7530" y="6514"/>
                </a:cubicBezTo>
                <a:close/>
                <a:moveTo>
                  <a:pt x="4317" y="7932"/>
                </a:moveTo>
                <a:cubicBezTo>
                  <a:pt x="4380" y="8184"/>
                  <a:pt x="4506" y="8436"/>
                  <a:pt x="4632" y="8625"/>
                </a:cubicBezTo>
                <a:lnTo>
                  <a:pt x="3246" y="8625"/>
                </a:lnTo>
                <a:cubicBezTo>
                  <a:pt x="3025" y="8625"/>
                  <a:pt x="2868" y="8468"/>
                  <a:pt x="2868" y="8279"/>
                </a:cubicBezTo>
                <a:cubicBezTo>
                  <a:pt x="2868" y="8090"/>
                  <a:pt x="3025" y="7932"/>
                  <a:pt x="3246" y="7932"/>
                </a:cubicBezTo>
                <a:close/>
                <a:moveTo>
                  <a:pt x="6050" y="6514"/>
                </a:moveTo>
                <a:cubicBezTo>
                  <a:pt x="6648" y="6514"/>
                  <a:pt x="7121" y="6987"/>
                  <a:pt x="7121" y="7554"/>
                </a:cubicBezTo>
                <a:cubicBezTo>
                  <a:pt x="7121" y="8153"/>
                  <a:pt x="6648" y="8625"/>
                  <a:pt x="6050" y="8625"/>
                </a:cubicBezTo>
                <a:cubicBezTo>
                  <a:pt x="5483" y="8625"/>
                  <a:pt x="5010" y="8153"/>
                  <a:pt x="5010" y="7554"/>
                </a:cubicBezTo>
                <a:cubicBezTo>
                  <a:pt x="5010" y="6987"/>
                  <a:pt x="5483" y="6514"/>
                  <a:pt x="6050" y="6514"/>
                </a:cubicBezTo>
                <a:close/>
                <a:moveTo>
                  <a:pt x="8948" y="7932"/>
                </a:moveTo>
                <a:cubicBezTo>
                  <a:pt x="9137" y="7932"/>
                  <a:pt x="9295" y="8090"/>
                  <a:pt x="9295" y="8279"/>
                </a:cubicBezTo>
                <a:cubicBezTo>
                  <a:pt x="9295" y="8468"/>
                  <a:pt x="9137" y="8625"/>
                  <a:pt x="8948" y="8625"/>
                </a:cubicBezTo>
                <a:lnTo>
                  <a:pt x="7530" y="8625"/>
                </a:lnTo>
                <a:cubicBezTo>
                  <a:pt x="7688" y="8436"/>
                  <a:pt x="7782" y="8216"/>
                  <a:pt x="7845" y="7932"/>
                </a:cubicBezTo>
                <a:close/>
                <a:moveTo>
                  <a:pt x="8192" y="9350"/>
                </a:moveTo>
                <a:cubicBezTo>
                  <a:pt x="8381" y="9350"/>
                  <a:pt x="8539" y="9507"/>
                  <a:pt x="8539" y="9696"/>
                </a:cubicBezTo>
                <a:cubicBezTo>
                  <a:pt x="8539" y="9885"/>
                  <a:pt x="8381" y="10043"/>
                  <a:pt x="8192" y="10043"/>
                </a:cubicBezTo>
                <a:lnTo>
                  <a:pt x="3907" y="10043"/>
                </a:lnTo>
                <a:cubicBezTo>
                  <a:pt x="3687" y="10043"/>
                  <a:pt x="3529" y="9885"/>
                  <a:pt x="3529" y="9696"/>
                </a:cubicBezTo>
                <a:cubicBezTo>
                  <a:pt x="3529" y="9507"/>
                  <a:pt x="3687" y="9350"/>
                  <a:pt x="3907" y="9350"/>
                </a:cubicBezTo>
                <a:close/>
                <a:moveTo>
                  <a:pt x="7467" y="10799"/>
                </a:moveTo>
                <a:cubicBezTo>
                  <a:pt x="7688" y="10799"/>
                  <a:pt x="7845" y="10957"/>
                  <a:pt x="7845" y="11146"/>
                </a:cubicBezTo>
                <a:cubicBezTo>
                  <a:pt x="7845" y="11366"/>
                  <a:pt x="7688" y="11492"/>
                  <a:pt x="7467" y="11492"/>
                </a:cubicBezTo>
                <a:lnTo>
                  <a:pt x="4632" y="11492"/>
                </a:lnTo>
                <a:cubicBezTo>
                  <a:pt x="4443" y="11492"/>
                  <a:pt x="4285" y="11335"/>
                  <a:pt x="4285" y="11146"/>
                </a:cubicBezTo>
                <a:cubicBezTo>
                  <a:pt x="4285" y="10957"/>
                  <a:pt x="4443" y="10799"/>
                  <a:pt x="4632" y="10799"/>
                </a:cubicBezTo>
                <a:close/>
                <a:moveTo>
                  <a:pt x="8917" y="1"/>
                </a:moveTo>
                <a:cubicBezTo>
                  <a:pt x="8830" y="1"/>
                  <a:pt x="8743" y="40"/>
                  <a:pt x="8665" y="119"/>
                </a:cubicBezTo>
                <a:cubicBezTo>
                  <a:pt x="8507" y="276"/>
                  <a:pt x="8507" y="497"/>
                  <a:pt x="8665" y="654"/>
                </a:cubicBezTo>
                <a:lnTo>
                  <a:pt x="9484" y="1474"/>
                </a:lnTo>
                <a:lnTo>
                  <a:pt x="347" y="1474"/>
                </a:lnTo>
                <a:cubicBezTo>
                  <a:pt x="158" y="1474"/>
                  <a:pt x="1" y="1631"/>
                  <a:pt x="1" y="1820"/>
                </a:cubicBezTo>
                <a:cubicBezTo>
                  <a:pt x="1" y="2009"/>
                  <a:pt x="158" y="2167"/>
                  <a:pt x="347" y="2167"/>
                </a:cubicBezTo>
                <a:lnTo>
                  <a:pt x="1639" y="2167"/>
                </a:lnTo>
                <a:lnTo>
                  <a:pt x="820" y="3017"/>
                </a:lnTo>
                <a:cubicBezTo>
                  <a:pt x="662" y="3175"/>
                  <a:pt x="662" y="3364"/>
                  <a:pt x="820" y="3521"/>
                </a:cubicBezTo>
                <a:cubicBezTo>
                  <a:pt x="899" y="3600"/>
                  <a:pt x="985" y="3640"/>
                  <a:pt x="1072" y="3640"/>
                </a:cubicBezTo>
                <a:cubicBezTo>
                  <a:pt x="1159" y="3640"/>
                  <a:pt x="1245" y="3600"/>
                  <a:pt x="1324" y="3521"/>
                </a:cubicBezTo>
                <a:lnTo>
                  <a:pt x="2679" y="2167"/>
                </a:lnTo>
                <a:lnTo>
                  <a:pt x="5735" y="2167"/>
                </a:lnTo>
                <a:lnTo>
                  <a:pt x="5735" y="2923"/>
                </a:lnTo>
                <a:lnTo>
                  <a:pt x="3970" y="2923"/>
                </a:lnTo>
                <a:cubicBezTo>
                  <a:pt x="3372" y="2923"/>
                  <a:pt x="2899" y="3395"/>
                  <a:pt x="2899" y="3994"/>
                </a:cubicBezTo>
                <a:cubicBezTo>
                  <a:pt x="2899" y="4152"/>
                  <a:pt x="2962" y="4246"/>
                  <a:pt x="2994" y="4372"/>
                </a:cubicBezTo>
                <a:cubicBezTo>
                  <a:pt x="2521" y="4498"/>
                  <a:pt x="2206" y="4939"/>
                  <a:pt x="2206" y="5412"/>
                </a:cubicBezTo>
                <a:cubicBezTo>
                  <a:pt x="2206" y="5569"/>
                  <a:pt x="2238" y="5664"/>
                  <a:pt x="2269" y="5790"/>
                </a:cubicBezTo>
                <a:cubicBezTo>
                  <a:pt x="1797" y="5916"/>
                  <a:pt x="1481" y="6357"/>
                  <a:pt x="1481" y="6829"/>
                </a:cubicBezTo>
                <a:cubicBezTo>
                  <a:pt x="1481" y="7334"/>
                  <a:pt x="1797" y="7743"/>
                  <a:pt x="2269" y="7838"/>
                </a:cubicBezTo>
                <a:cubicBezTo>
                  <a:pt x="2238" y="7964"/>
                  <a:pt x="2206" y="8090"/>
                  <a:pt x="2206" y="8247"/>
                </a:cubicBezTo>
                <a:cubicBezTo>
                  <a:pt x="2206" y="8751"/>
                  <a:pt x="2553" y="9129"/>
                  <a:pt x="2994" y="9255"/>
                </a:cubicBezTo>
                <a:cubicBezTo>
                  <a:pt x="2962" y="9381"/>
                  <a:pt x="2899" y="9507"/>
                  <a:pt x="2899" y="9665"/>
                </a:cubicBezTo>
                <a:cubicBezTo>
                  <a:pt x="2899" y="10169"/>
                  <a:pt x="3277" y="10547"/>
                  <a:pt x="3687" y="10673"/>
                </a:cubicBezTo>
                <a:cubicBezTo>
                  <a:pt x="3655" y="10799"/>
                  <a:pt x="3624" y="10925"/>
                  <a:pt x="3624" y="11083"/>
                </a:cubicBezTo>
                <a:cubicBezTo>
                  <a:pt x="3624" y="11650"/>
                  <a:pt x="4096" y="12122"/>
                  <a:pt x="4695" y="12122"/>
                </a:cubicBezTo>
                <a:lnTo>
                  <a:pt x="7530" y="12122"/>
                </a:lnTo>
                <a:cubicBezTo>
                  <a:pt x="8097" y="12122"/>
                  <a:pt x="8570" y="11650"/>
                  <a:pt x="8570" y="11083"/>
                </a:cubicBezTo>
                <a:cubicBezTo>
                  <a:pt x="8570" y="10925"/>
                  <a:pt x="8539" y="10799"/>
                  <a:pt x="8507" y="10673"/>
                </a:cubicBezTo>
                <a:cubicBezTo>
                  <a:pt x="8980" y="10547"/>
                  <a:pt x="9295" y="10137"/>
                  <a:pt x="9295" y="9665"/>
                </a:cubicBezTo>
                <a:cubicBezTo>
                  <a:pt x="9295" y="9507"/>
                  <a:pt x="9263" y="9381"/>
                  <a:pt x="9200" y="9255"/>
                </a:cubicBezTo>
                <a:cubicBezTo>
                  <a:pt x="9673" y="9129"/>
                  <a:pt x="9988" y="8720"/>
                  <a:pt x="9988" y="8247"/>
                </a:cubicBezTo>
                <a:cubicBezTo>
                  <a:pt x="9988" y="8090"/>
                  <a:pt x="9956" y="7964"/>
                  <a:pt x="9925" y="7838"/>
                </a:cubicBezTo>
                <a:cubicBezTo>
                  <a:pt x="10397" y="7712"/>
                  <a:pt x="10712" y="7302"/>
                  <a:pt x="10712" y="6829"/>
                </a:cubicBezTo>
                <a:cubicBezTo>
                  <a:pt x="10712" y="6294"/>
                  <a:pt x="10366" y="5916"/>
                  <a:pt x="9925" y="5790"/>
                </a:cubicBezTo>
                <a:cubicBezTo>
                  <a:pt x="9956" y="5664"/>
                  <a:pt x="9988" y="5569"/>
                  <a:pt x="9988" y="5412"/>
                </a:cubicBezTo>
                <a:cubicBezTo>
                  <a:pt x="9988" y="4876"/>
                  <a:pt x="9641" y="4498"/>
                  <a:pt x="9200" y="4372"/>
                </a:cubicBezTo>
                <a:cubicBezTo>
                  <a:pt x="9263" y="4246"/>
                  <a:pt x="9295" y="4152"/>
                  <a:pt x="9295" y="3994"/>
                </a:cubicBezTo>
                <a:cubicBezTo>
                  <a:pt x="9295" y="3395"/>
                  <a:pt x="8822" y="2923"/>
                  <a:pt x="8224" y="2923"/>
                </a:cubicBezTo>
                <a:lnTo>
                  <a:pt x="6459" y="2923"/>
                </a:lnTo>
                <a:lnTo>
                  <a:pt x="6459" y="2167"/>
                </a:lnTo>
                <a:lnTo>
                  <a:pt x="11815" y="2167"/>
                </a:lnTo>
                <a:cubicBezTo>
                  <a:pt x="12004" y="2167"/>
                  <a:pt x="12162" y="2009"/>
                  <a:pt x="12162" y="1820"/>
                </a:cubicBezTo>
                <a:cubicBezTo>
                  <a:pt x="12162" y="1631"/>
                  <a:pt x="12004" y="1474"/>
                  <a:pt x="11815" y="1474"/>
                </a:cubicBezTo>
                <a:lnTo>
                  <a:pt x="10523" y="1474"/>
                </a:lnTo>
                <a:lnTo>
                  <a:pt x="9169" y="119"/>
                </a:lnTo>
                <a:cubicBezTo>
                  <a:pt x="9090" y="40"/>
                  <a:pt x="9003" y="1"/>
                  <a:pt x="891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0" name="Google Shape;3460;p48"/>
          <p:cNvSpPr/>
          <p:nvPr/>
        </p:nvSpPr>
        <p:spPr>
          <a:xfrm>
            <a:off x="3773805" y="2416695"/>
            <a:ext cx="292297" cy="293094"/>
          </a:xfrm>
          <a:custGeom>
            <a:rect b="b" l="l" r="r" t="t"/>
            <a:pathLst>
              <a:path extrusionOk="0" h="12225" w="12193">
                <a:moveTo>
                  <a:pt x="8601" y="694"/>
                </a:moveTo>
                <a:cubicBezTo>
                  <a:pt x="9011" y="694"/>
                  <a:pt x="9326" y="1009"/>
                  <a:pt x="9326" y="1418"/>
                </a:cubicBezTo>
                <a:cubicBezTo>
                  <a:pt x="9326" y="1796"/>
                  <a:pt x="9011" y="2111"/>
                  <a:pt x="8601" y="2111"/>
                </a:cubicBezTo>
                <a:cubicBezTo>
                  <a:pt x="8223" y="2111"/>
                  <a:pt x="7908" y="1796"/>
                  <a:pt x="7908" y="1418"/>
                </a:cubicBezTo>
                <a:cubicBezTo>
                  <a:pt x="7908" y="1009"/>
                  <a:pt x="8223" y="694"/>
                  <a:pt x="8601" y="694"/>
                </a:cubicBezTo>
                <a:close/>
                <a:moveTo>
                  <a:pt x="10428" y="1418"/>
                </a:moveTo>
                <a:cubicBezTo>
                  <a:pt x="11027" y="1418"/>
                  <a:pt x="11500" y="1891"/>
                  <a:pt x="11500" y="2458"/>
                </a:cubicBezTo>
                <a:cubicBezTo>
                  <a:pt x="11058" y="2238"/>
                  <a:pt x="10586" y="2111"/>
                  <a:pt x="10113" y="2111"/>
                </a:cubicBezTo>
                <a:lnTo>
                  <a:pt x="9861" y="2111"/>
                </a:lnTo>
                <a:cubicBezTo>
                  <a:pt x="9987" y="1922"/>
                  <a:pt x="10082" y="1639"/>
                  <a:pt x="10082" y="1418"/>
                </a:cubicBezTo>
                <a:close/>
                <a:moveTo>
                  <a:pt x="7624" y="2427"/>
                </a:moveTo>
                <a:lnTo>
                  <a:pt x="7624" y="2427"/>
                </a:lnTo>
                <a:cubicBezTo>
                  <a:pt x="7782" y="2616"/>
                  <a:pt x="8034" y="2742"/>
                  <a:pt x="8255" y="2836"/>
                </a:cubicBezTo>
                <a:cubicBezTo>
                  <a:pt x="8223" y="3088"/>
                  <a:pt x="8286" y="3340"/>
                  <a:pt x="8412" y="3466"/>
                </a:cubicBezTo>
                <a:lnTo>
                  <a:pt x="9704" y="4915"/>
                </a:lnTo>
                <a:cubicBezTo>
                  <a:pt x="10239" y="5483"/>
                  <a:pt x="10334" y="6270"/>
                  <a:pt x="9987" y="6932"/>
                </a:cubicBezTo>
                <a:cubicBezTo>
                  <a:pt x="9672" y="7530"/>
                  <a:pt x="9074" y="7877"/>
                  <a:pt x="8412" y="7877"/>
                </a:cubicBezTo>
                <a:lnTo>
                  <a:pt x="7750" y="7877"/>
                </a:lnTo>
                <a:cubicBezTo>
                  <a:pt x="7813" y="7688"/>
                  <a:pt x="7908" y="7467"/>
                  <a:pt x="7908" y="7278"/>
                </a:cubicBezTo>
                <a:lnTo>
                  <a:pt x="7908" y="7152"/>
                </a:lnTo>
                <a:lnTo>
                  <a:pt x="8475" y="7152"/>
                </a:lnTo>
                <a:cubicBezTo>
                  <a:pt x="8853" y="7152"/>
                  <a:pt x="9200" y="6963"/>
                  <a:pt x="9420" y="6617"/>
                </a:cubicBezTo>
                <a:cubicBezTo>
                  <a:pt x="9672" y="6144"/>
                  <a:pt x="9483" y="5609"/>
                  <a:pt x="9326" y="5451"/>
                </a:cubicBezTo>
                <a:lnTo>
                  <a:pt x="7908" y="3970"/>
                </a:lnTo>
                <a:cubicBezTo>
                  <a:pt x="7530" y="3561"/>
                  <a:pt x="7435" y="2931"/>
                  <a:pt x="7624" y="2427"/>
                </a:cubicBezTo>
                <a:close/>
                <a:moveTo>
                  <a:pt x="4398" y="4298"/>
                </a:moveTo>
                <a:cubicBezTo>
                  <a:pt x="4581" y="4298"/>
                  <a:pt x="4764" y="4315"/>
                  <a:pt x="4946" y="4348"/>
                </a:cubicBezTo>
                <a:cubicBezTo>
                  <a:pt x="6238" y="4632"/>
                  <a:pt x="7183" y="5861"/>
                  <a:pt x="7183" y="7278"/>
                </a:cubicBezTo>
                <a:cubicBezTo>
                  <a:pt x="7183" y="7593"/>
                  <a:pt x="6931" y="7877"/>
                  <a:pt x="6616" y="7877"/>
                </a:cubicBezTo>
                <a:lnTo>
                  <a:pt x="2143" y="7877"/>
                </a:lnTo>
                <a:cubicBezTo>
                  <a:pt x="1607" y="7877"/>
                  <a:pt x="1134" y="8003"/>
                  <a:pt x="725" y="8223"/>
                </a:cubicBezTo>
                <a:cubicBezTo>
                  <a:pt x="725" y="7625"/>
                  <a:pt x="1197" y="7152"/>
                  <a:pt x="1796" y="7152"/>
                </a:cubicBezTo>
                <a:lnTo>
                  <a:pt x="5388" y="7152"/>
                </a:lnTo>
                <a:cubicBezTo>
                  <a:pt x="5577" y="7152"/>
                  <a:pt x="5734" y="6995"/>
                  <a:pt x="5734" y="6806"/>
                </a:cubicBezTo>
                <a:cubicBezTo>
                  <a:pt x="5734" y="6617"/>
                  <a:pt x="5577" y="6459"/>
                  <a:pt x="5388" y="6459"/>
                </a:cubicBezTo>
                <a:lnTo>
                  <a:pt x="2930" y="6459"/>
                </a:lnTo>
                <a:cubicBezTo>
                  <a:pt x="3088" y="6018"/>
                  <a:pt x="3497" y="5735"/>
                  <a:pt x="3970" y="5735"/>
                </a:cubicBezTo>
                <a:lnTo>
                  <a:pt x="4663" y="5735"/>
                </a:lnTo>
                <a:cubicBezTo>
                  <a:pt x="4883" y="5735"/>
                  <a:pt x="5041" y="5577"/>
                  <a:pt x="5041" y="5388"/>
                </a:cubicBezTo>
                <a:cubicBezTo>
                  <a:pt x="5041" y="5199"/>
                  <a:pt x="4883" y="5041"/>
                  <a:pt x="4663" y="5041"/>
                </a:cubicBezTo>
                <a:lnTo>
                  <a:pt x="3970" y="5041"/>
                </a:lnTo>
                <a:cubicBezTo>
                  <a:pt x="3088" y="5041"/>
                  <a:pt x="2395" y="5672"/>
                  <a:pt x="2237" y="6459"/>
                </a:cubicBezTo>
                <a:lnTo>
                  <a:pt x="1796" y="6459"/>
                </a:lnTo>
                <a:cubicBezTo>
                  <a:pt x="1733" y="6459"/>
                  <a:pt x="1607" y="6459"/>
                  <a:pt x="1512" y="6491"/>
                </a:cubicBezTo>
                <a:cubicBezTo>
                  <a:pt x="1670" y="5861"/>
                  <a:pt x="2048" y="5293"/>
                  <a:pt x="2552" y="4915"/>
                </a:cubicBezTo>
                <a:cubicBezTo>
                  <a:pt x="3072" y="4519"/>
                  <a:pt x="3728" y="4298"/>
                  <a:pt x="4398" y="4298"/>
                </a:cubicBezTo>
                <a:close/>
                <a:moveTo>
                  <a:pt x="5041" y="8728"/>
                </a:moveTo>
                <a:lnTo>
                  <a:pt x="5041" y="9295"/>
                </a:lnTo>
                <a:lnTo>
                  <a:pt x="4316" y="9295"/>
                </a:lnTo>
                <a:lnTo>
                  <a:pt x="5041" y="8728"/>
                </a:lnTo>
                <a:close/>
                <a:moveTo>
                  <a:pt x="8601" y="1"/>
                </a:moveTo>
                <a:cubicBezTo>
                  <a:pt x="7750" y="1"/>
                  <a:pt x="7089" y="757"/>
                  <a:pt x="7215" y="1607"/>
                </a:cubicBezTo>
                <a:cubicBezTo>
                  <a:pt x="6585" y="2458"/>
                  <a:pt x="6616" y="3655"/>
                  <a:pt x="7309" y="4443"/>
                </a:cubicBezTo>
                <a:lnTo>
                  <a:pt x="8727" y="5955"/>
                </a:lnTo>
                <a:cubicBezTo>
                  <a:pt x="8853" y="6176"/>
                  <a:pt x="8696" y="6491"/>
                  <a:pt x="8412" y="6491"/>
                </a:cubicBezTo>
                <a:lnTo>
                  <a:pt x="7782" y="6491"/>
                </a:lnTo>
                <a:cubicBezTo>
                  <a:pt x="7467" y="5104"/>
                  <a:pt x="6459" y="4002"/>
                  <a:pt x="5073" y="3750"/>
                </a:cubicBezTo>
                <a:cubicBezTo>
                  <a:pt x="4809" y="3688"/>
                  <a:pt x="4546" y="3658"/>
                  <a:pt x="4286" y="3658"/>
                </a:cubicBezTo>
                <a:cubicBezTo>
                  <a:pt x="3490" y="3658"/>
                  <a:pt x="2729" y="3936"/>
                  <a:pt x="2111" y="4411"/>
                </a:cubicBezTo>
                <a:cubicBezTo>
                  <a:pt x="1323" y="5010"/>
                  <a:pt x="851" y="5892"/>
                  <a:pt x="725" y="6837"/>
                </a:cubicBezTo>
                <a:cubicBezTo>
                  <a:pt x="315" y="7152"/>
                  <a:pt x="0" y="7719"/>
                  <a:pt x="0" y="8286"/>
                </a:cubicBezTo>
                <a:lnTo>
                  <a:pt x="0" y="9011"/>
                </a:lnTo>
                <a:cubicBezTo>
                  <a:pt x="0" y="9218"/>
                  <a:pt x="163" y="9357"/>
                  <a:pt x="328" y="9357"/>
                </a:cubicBezTo>
                <a:cubicBezTo>
                  <a:pt x="415" y="9357"/>
                  <a:pt x="502" y="9318"/>
                  <a:pt x="567" y="9232"/>
                </a:cubicBezTo>
                <a:cubicBezTo>
                  <a:pt x="977" y="8854"/>
                  <a:pt x="1512" y="8664"/>
                  <a:pt x="2080" y="8664"/>
                </a:cubicBezTo>
                <a:lnTo>
                  <a:pt x="4033" y="8664"/>
                </a:lnTo>
                <a:lnTo>
                  <a:pt x="2993" y="9452"/>
                </a:lnTo>
                <a:cubicBezTo>
                  <a:pt x="2710" y="9641"/>
                  <a:pt x="2867" y="10082"/>
                  <a:pt x="3182" y="10082"/>
                </a:cubicBezTo>
                <a:lnTo>
                  <a:pt x="4946" y="10082"/>
                </a:lnTo>
                <a:lnTo>
                  <a:pt x="4946" y="11878"/>
                </a:lnTo>
                <a:cubicBezTo>
                  <a:pt x="4946" y="12067"/>
                  <a:pt x="5104" y="12225"/>
                  <a:pt x="5293" y="12225"/>
                </a:cubicBezTo>
                <a:cubicBezTo>
                  <a:pt x="5514" y="12225"/>
                  <a:pt x="5671" y="12067"/>
                  <a:pt x="5671" y="11878"/>
                </a:cubicBezTo>
                <a:lnTo>
                  <a:pt x="5671" y="10082"/>
                </a:lnTo>
                <a:lnTo>
                  <a:pt x="6364" y="10082"/>
                </a:lnTo>
                <a:lnTo>
                  <a:pt x="6364" y="10429"/>
                </a:lnTo>
                <a:cubicBezTo>
                  <a:pt x="6364" y="10618"/>
                  <a:pt x="6522" y="10775"/>
                  <a:pt x="6711" y="10775"/>
                </a:cubicBezTo>
                <a:cubicBezTo>
                  <a:pt x="6931" y="10775"/>
                  <a:pt x="7089" y="10618"/>
                  <a:pt x="7089" y="10429"/>
                </a:cubicBezTo>
                <a:lnTo>
                  <a:pt x="7089" y="9704"/>
                </a:lnTo>
                <a:cubicBezTo>
                  <a:pt x="7089" y="9515"/>
                  <a:pt x="6931" y="9358"/>
                  <a:pt x="6711" y="9358"/>
                </a:cubicBezTo>
                <a:lnTo>
                  <a:pt x="5671" y="9358"/>
                </a:lnTo>
                <a:lnTo>
                  <a:pt x="5671" y="8664"/>
                </a:lnTo>
                <a:lnTo>
                  <a:pt x="8349" y="8664"/>
                </a:lnTo>
                <a:cubicBezTo>
                  <a:pt x="9231" y="8664"/>
                  <a:pt x="10113" y="8129"/>
                  <a:pt x="10554" y="7341"/>
                </a:cubicBezTo>
                <a:cubicBezTo>
                  <a:pt x="11027" y="6396"/>
                  <a:pt x="10901" y="5293"/>
                  <a:pt x="10145" y="4506"/>
                </a:cubicBezTo>
                <a:lnTo>
                  <a:pt x="8822" y="3057"/>
                </a:lnTo>
                <a:lnTo>
                  <a:pt x="8822" y="2994"/>
                </a:lnTo>
                <a:cubicBezTo>
                  <a:pt x="8853" y="2931"/>
                  <a:pt x="8759" y="2931"/>
                  <a:pt x="9987" y="2931"/>
                </a:cubicBezTo>
                <a:cubicBezTo>
                  <a:pt x="10554" y="2931"/>
                  <a:pt x="11058" y="3151"/>
                  <a:pt x="11437" y="3529"/>
                </a:cubicBezTo>
                <a:cubicBezTo>
                  <a:pt x="11523" y="3616"/>
                  <a:pt x="11621" y="3654"/>
                  <a:pt x="11712" y="3654"/>
                </a:cubicBezTo>
                <a:cubicBezTo>
                  <a:pt x="11886" y="3654"/>
                  <a:pt x="12035" y="3515"/>
                  <a:pt x="12035" y="3309"/>
                </a:cubicBezTo>
                <a:lnTo>
                  <a:pt x="12035" y="2584"/>
                </a:lnTo>
                <a:cubicBezTo>
                  <a:pt x="12193" y="1481"/>
                  <a:pt x="11374" y="694"/>
                  <a:pt x="10397" y="694"/>
                </a:cubicBezTo>
                <a:lnTo>
                  <a:pt x="9830" y="694"/>
                </a:lnTo>
                <a:cubicBezTo>
                  <a:pt x="9609" y="284"/>
                  <a:pt x="9137" y="1"/>
                  <a:pt x="860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1" name="Google Shape;3461;p48"/>
          <p:cNvSpPr/>
          <p:nvPr/>
        </p:nvSpPr>
        <p:spPr>
          <a:xfrm>
            <a:off x="3768891" y="2872616"/>
            <a:ext cx="302125" cy="292327"/>
          </a:xfrm>
          <a:custGeom>
            <a:rect b="b" l="l" r="r" t="t"/>
            <a:pathLst>
              <a:path extrusionOk="0" h="12193" w="12603">
                <a:moveTo>
                  <a:pt x="9547" y="5986"/>
                </a:moveTo>
                <a:cubicBezTo>
                  <a:pt x="9767" y="6364"/>
                  <a:pt x="9925" y="6742"/>
                  <a:pt x="10019" y="7152"/>
                </a:cubicBezTo>
                <a:lnTo>
                  <a:pt x="8381" y="7152"/>
                </a:lnTo>
                <a:lnTo>
                  <a:pt x="9547" y="5986"/>
                </a:lnTo>
                <a:close/>
                <a:moveTo>
                  <a:pt x="9988" y="7845"/>
                </a:moveTo>
                <a:cubicBezTo>
                  <a:pt x="9925" y="8255"/>
                  <a:pt x="9767" y="8633"/>
                  <a:pt x="9515" y="8979"/>
                </a:cubicBezTo>
                <a:lnTo>
                  <a:pt x="8381" y="7845"/>
                </a:lnTo>
                <a:close/>
                <a:moveTo>
                  <a:pt x="7152" y="8349"/>
                </a:moveTo>
                <a:lnTo>
                  <a:pt x="7152" y="9987"/>
                </a:lnTo>
                <a:cubicBezTo>
                  <a:pt x="6774" y="9924"/>
                  <a:pt x="6365" y="9767"/>
                  <a:pt x="6018" y="9515"/>
                </a:cubicBezTo>
                <a:lnTo>
                  <a:pt x="7152" y="8349"/>
                </a:lnTo>
                <a:close/>
                <a:moveTo>
                  <a:pt x="7877" y="8349"/>
                </a:moveTo>
                <a:lnTo>
                  <a:pt x="9011" y="9515"/>
                </a:lnTo>
                <a:cubicBezTo>
                  <a:pt x="8665" y="9735"/>
                  <a:pt x="8255" y="9893"/>
                  <a:pt x="7877" y="9987"/>
                </a:cubicBezTo>
                <a:lnTo>
                  <a:pt x="7877" y="8349"/>
                </a:lnTo>
                <a:close/>
                <a:moveTo>
                  <a:pt x="10555" y="4947"/>
                </a:moveTo>
                <a:cubicBezTo>
                  <a:pt x="11815" y="6522"/>
                  <a:pt x="11721" y="8790"/>
                  <a:pt x="10271" y="10240"/>
                </a:cubicBezTo>
                <a:cubicBezTo>
                  <a:pt x="9506" y="11022"/>
                  <a:pt x="8502" y="11409"/>
                  <a:pt x="7503" y="11409"/>
                </a:cubicBezTo>
                <a:cubicBezTo>
                  <a:pt x="6611" y="11409"/>
                  <a:pt x="5723" y="11101"/>
                  <a:pt x="5010" y="10492"/>
                </a:cubicBezTo>
                <a:lnTo>
                  <a:pt x="5514" y="9987"/>
                </a:lnTo>
                <a:cubicBezTo>
                  <a:pt x="6089" y="10447"/>
                  <a:pt x="6788" y="10671"/>
                  <a:pt x="7489" y="10671"/>
                </a:cubicBezTo>
                <a:cubicBezTo>
                  <a:pt x="8325" y="10671"/>
                  <a:pt x="9165" y="10352"/>
                  <a:pt x="9799" y="9735"/>
                </a:cubicBezTo>
                <a:cubicBezTo>
                  <a:pt x="10996" y="8570"/>
                  <a:pt x="11059" y="6711"/>
                  <a:pt x="10051" y="5451"/>
                </a:cubicBezTo>
                <a:lnTo>
                  <a:pt x="10555" y="4947"/>
                </a:lnTo>
                <a:close/>
                <a:moveTo>
                  <a:pt x="5703" y="2143"/>
                </a:moveTo>
                <a:cubicBezTo>
                  <a:pt x="7404" y="2269"/>
                  <a:pt x="8948" y="3371"/>
                  <a:pt x="9641" y="4947"/>
                </a:cubicBezTo>
                <a:lnTo>
                  <a:pt x="4254" y="10334"/>
                </a:lnTo>
                <a:cubicBezTo>
                  <a:pt x="4096" y="10492"/>
                  <a:pt x="4096" y="10681"/>
                  <a:pt x="4254" y="10838"/>
                </a:cubicBezTo>
                <a:cubicBezTo>
                  <a:pt x="4506" y="11090"/>
                  <a:pt x="4758" y="11279"/>
                  <a:pt x="5042" y="11468"/>
                </a:cubicBezTo>
                <a:cubicBezTo>
                  <a:pt x="2584" y="11185"/>
                  <a:pt x="694" y="9137"/>
                  <a:pt x="694" y="6742"/>
                </a:cubicBezTo>
                <a:cubicBezTo>
                  <a:pt x="694" y="4317"/>
                  <a:pt x="2584" y="2300"/>
                  <a:pt x="5010" y="2143"/>
                </a:cubicBezTo>
                <a:lnTo>
                  <a:pt x="5010" y="3056"/>
                </a:lnTo>
                <a:cubicBezTo>
                  <a:pt x="4979" y="2993"/>
                  <a:pt x="4915" y="2993"/>
                  <a:pt x="4884" y="2962"/>
                </a:cubicBezTo>
                <a:cubicBezTo>
                  <a:pt x="4805" y="2883"/>
                  <a:pt x="4719" y="2844"/>
                  <a:pt x="4632" y="2844"/>
                </a:cubicBezTo>
                <a:cubicBezTo>
                  <a:pt x="4545" y="2844"/>
                  <a:pt x="4459" y="2883"/>
                  <a:pt x="4380" y="2962"/>
                </a:cubicBezTo>
                <a:cubicBezTo>
                  <a:pt x="4222" y="3119"/>
                  <a:pt x="4222" y="3308"/>
                  <a:pt x="4380" y="3466"/>
                </a:cubicBezTo>
                <a:cubicBezTo>
                  <a:pt x="4663" y="3750"/>
                  <a:pt x="4979" y="3876"/>
                  <a:pt x="5357" y="3876"/>
                </a:cubicBezTo>
                <a:cubicBezTo>
                  <a:pt x="5766" y="3876"/>
                  <a:pt x="6081" y="3718"/>
                  <a:pt x="6333" y="3466"/>
                </a:cubicBezTo>
                <a:cubicBezTo>
                  <a:pt x="6491" y="3308"/>
                  <a:pt x="6491" y="3119"/>
                  <a:pt x="6333" y="2962"/>
                </a:cubicBezTo>
                <a:cubicBezTo>
                  <a:pt x="6254" y="2883"/>
                  <a:pt x="6168" y="2844"/>
                  <a:pt x="6081" y="2844"/>
                </a:cubicBezTo>
                <a:cubicBezTo>
                  <a:pt x="5995" y="2844"/>
                  <a:pt x="5908" y="2883"/>
                  <a:pt x="5829" y="2962"/>
                </a:cubicBezTo>
                <a:cubicBezTo>
                  <a:pt x="5798" y="2993"/>
                  <a:pt x="5766" y="3056"/>
                  <a:pt x="5703" y="3056"/>
                </a:cubicBezTo>
                <a:lnTo>
                  <a:pt x="5703" y="2143"/>
                </a:lnTo>
                <a:close/>
                <a:moveTo>
                  <a:pt x="3907" y="0"/>
                </a:moveTo>
                <a:cubicBezTo>
                  <a:pt x="3687" y="0"/>
                  <a:pt x="3529" y="158"/>
                  <a:pt x="3529" y="379"/>
                </a:cubicBezTo>
                <a:cubicBezTo>
                  <a:pt x="3529" y="568"/>
                  <a:pt x="3687" y="725"/>
                  <a:pt x="3907" y="725"/>
                </a:cubicBezTo>
                <a:cubicBezTo>
                  <a:pt x="4380" y="725"/>
                  <a:pt x="4758" y="1040"/>
                  <a:pt x="4915" y="1481"/>
                </a:cubicBezTo>
                <a:cubicBezTo>
                  <a:pt x="2175" y="1670"/>
                  <a:pt x="1" y="4002"/>
                  <a:pt x="1" y="6774"/>
                </a:cubicBezTo>
                <a:cubicBezTo>
                  <a:pt x="1" y="9735"/>
                  <a:pt x="2427" y="12193"/>
                  <a:pt x="5420" y="12193"/>
                </a:cubicBezTo>
                <a:cubicBezTo>
                  <a:pt x="5798" y="12193"/>
                  <a:pt x="6144" y="12130"/>
                  <a:pt x="6522" y="12067"/>
                </a:cubicBezTo>
                <a:cubicBezTo>
                  <a:pt x="6858" y="12144"/>
                  <a:pt x="7200" y="12182"/>
                  <a:pt x="7541" y="12182"/>
                </a:cubicBezTo>
                <a:cubicBezTo>
                  <a:pt x="8738" y="12182"/>
                  <a:pt x="9931" y="11714"/>
                  <a:pt x="10838" y="10807"/>
                </a:cubicBezTo>
                <a:cubicBezTo>
                  <a:pt x="12603" y="8948"/>
                  <a:pt x="12603" y="6049"/>
                  <a:pt x="10775" y="4222"/>
                </a:cubicBezTo>
                <a:cubicBezTo>
                  <a:pt x="10697" y="4143"/>
                  <a:pt x="10610" y="4104"/>
                  <a:pt x="10523" y="4104"/>
                </a:cubicBezTo>
                <a:cubicBezTo>
                  <a:pt x="10437" y="4104"/>
                  <a:pt x="10350" y="4143"/>
                  <a:pt x="10271" y="4222"/>
                </a:cubicBezTo>
                <a:lnTo>
                  <a:pt x="10114" y="4380"/>
                </a:lnTo>
                <a:cubicBezTo>
                  <a:pt x="9295" y="2741"/>
                  <a:pt x="7593" y="1544"/>
                  <a:pt x="5640" y="1418"/>
                </a:cubicBezTo>
                <a:cubicBezTo>
                  <a:pt x="5483" y="599"/>
                  <a:pt x="4758" y="0"/>
                  <a:pt x="390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62" name="Google Shape;3462;p48"/>
          <p:cNvGrpSpPr/>
          <p:nvPr/>
        </p:nvGrpSpPr>
        <p:grpSpPr>
          <a:xfrm>
            <a:off x="5975129" y="1994365"/>
            <a:ext cx="255307" cy="291584"/>
            <a:chOff x="-17545650" y="2051350"/>
            <a:chExt cx="266250" cy="304050"/>
          </a:xfrm>
        </p:grpSpPr>
        <p:sp>
          <p:nvSpPr>
            <p:cNvPr id="3463" name="Google Shape;3463;p48"/>
            <p:cNvSpPr/>
            <p:nvPr/>
          </p:nvSpPr>
          <p:spPr>
            <a:xfrm>
              <a:off x="-17475550" y="2230150"/>
              <a:ext cx="17350" cy="17350"/>
            </a:xfrm>
            <a:custGeom>
              <a:rect b="b" l="l" r="r" t="t"/>
              <a:pathLst>
                <a:path extrusionOk="0" h="694" w="694">
                  <a:moveTo>
                    <a:pt x="347" y="0"/>
                  </a:moveTo>
                  <a:cubicBezTo>
                    <a:pt x="158" y="0"/>
                    <a:pt x="0" y="158"/>
                    <a:pt x="0" y="347"/>
                  </a:cubicBezTo>
                  <a:cubicBezTo>
                    <a:pt x="0" y="536"/>
                    <a:pt x="158" y="694"/>
                    <a:pt x="347" y="694"/>
                  </a:cubicBezTo>
                  <a:cubicBezTo>
                    <a:pt x="536" y="694"/>
                    <a:pt x="694" y="536"/>
                    <a:pt x="694" y="347"/>
                  </a:cubicBezTo>
                  <a:cubicBezTo>
                    <a:pt x="694" y="158"/>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4" name="Google Shape;3464;p48"/>
            <p:cNvSpPr/>
            <p:nvPr/>
          </p:nvSpPr>
          <p:spPr>
            <a:xfrm>
              <a:off x="-17458225" y="2212025"/>
              <a:ext cx="18150" cy="18150"/>
            </a:xfrm>
            <a:custGeom>
              <a:rect b="b" l="l" r="r" t="t"/>
              <a:pathLst>
                <a:path extrusionOk="0" h="726" w="726">
                  <a:moveTo>
                    <a:pt x="379" y="1"/>
                  </a:moveTo>
                  <a:cubicBezTo>
                    <a:pt x="158" y="1"/>
                    <a:pt x="1" y="158"/>
                    <a:pt x="1" y="379"/>
                  </a:cubicBezTo>
                  <a:cubicBezTo>
                    <a:pt x="1" y="568"/>
                    <a:pt x="158" y="725"/>
                    <a:pt x="379" y="725"/>
                  </a:cubicBezTo>
                  <a:cubicBezTo>
                    <a:pt x="568" y="725"/>
                    <a:pt x="725" y="568"/>
                    <a:pt x="725" y="379"/>
                  </a:cubicBezTo>
                  <a:cubicBezTo>
                    <a:pt x="725" y="158"/>
                    <a:pt x="568" y="1"/>
                    <a:pt x="37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5" name="Google Shape;3465;p48"/>
            <p:cNvSpPr/>
            <p:nvPr/>
          </p:nvSpPr>
          <p:spPr>
            <a:xfrm>
              <a:off x="-17493675" y="2212025"/>
              <a:ext cx="18150" cy="18150"/>
            </a:xfrm>
            <a:custGeom>
              <a:rect b="b" l="l" r="r" t="t"/>
              <a:pathLst>
                <a:path extrusionOk="0" h="726" w="726">
                  <a:moveTo>
                    <a:pt x="379" y="1"/>
                  </a:moveTo>
                  <a:cubicBezTo>
                    <a:pt x="158" y="1"/>
                    <a:pt x="1" y="158"/>
                    <a:pt x="1" y="379"/>
                  </a:cubicBezTo>
                  <a:cubicBezTo>
                    <a:pt x="1" y="568"/>
                    <a:pt x="158" y="725"/>
                    <a:pt x="379" y="725"/>
                  </a:cubicBezTo>
                  <a:cubicBezTo>
                    <a:pt x="568" y="725"/>
                    <a:pt x="725" y="568"/>
                    <a:pt x="725" y="379"/>
                  </a:cubicBezTo>
                  <a:cubicBezTo>
                    <a:pt x="725" y="158"/>
                    <a:pt x="568" y="1"/>
                    <a:pt x="37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6" name="Google Shape;3466;p48"/>
            <p:cNvSpPr/>
            <p:nvPr/>
          </p:nvSpPr>
          <p:spPr>
            <a:xfrm>
              <a:off x="-17545650" y="2051350"/>
              <a:ext cx="266250" cy="304050"/>
            </a:xfrm>
            <a:custGeom>
              <a:rect b="b" l="l" r="r" t="t"/>
              <a:pathLst>
                <a:path extrusionOk="0" h="12162" w="10650">
                  <a:moveTo>
                    <a:pt x="5640" y="694"/>
                  </a:moveTo>
                  <a:lnTo>
                    <a:pt x="5640" y="1072"/>
                  </a:lnTo>
                  <a:cubicBezTo>
                    <a:pt x="5640" y="1387"/>
                    <a:pt x="5797" y="1671"/>
                    <a:pt x="5986" y="1860"/>
                  </a:cubicBezTo>
                  <a:cubicBezTo>
                    <a:pt x="5797" y="2017"/>
                    <a:pt x="5577" y="2143"/>
                    <a:pt x="5293" y="2143"/>
                  </a:cubicBezTo>
                  <a:cubicBezTo>
                    <a:pt x="5010" y="2143"/>
                    <a:pt x="4789" y="2017"/>
                    <a:pt x="4569" y="1860"/>
                  </a:cubicBezTo>
                  <a:cubicBezTo>
                    <a:pt x="4821" y="1702"/>
                    <a:pt x="4915" y="1387"/>
                    <a:pt x="4915" y="1072"/>
                  </a:cubicBezTo>
                  <a:lnTo>
                    <a:pt x="4915" y="694"/>
                  </a:lnTo>
                  <a:close/>
                  <a:moveTo>
                    <a:pt x="7404" y="2143"/>
                  </a:moveTo>
                  <a:cubicBezTo>
                    <a:pt x="8507" y="2143"/>
                    <a:pt x="9452" y="2868"/>
                    <a:pt x="9799" y="3844"/>
                  </a:cubicBezTo>
                  <a:cubicBezTo>
                    <a:pt x="9893" y="4065"/>
                    <a:pt x="9704" y="4285"/>
                    <a:pt x="9452" y="4285"/>
                  </a:cubicBezTo>
                  <a:lnTo>
                    <a:pt x="8475" y="4285"/>
                  </a:lnTo>
                  <a:cubicBezTo>
                    <a:pt x="8381" y="3403"/>
                    <a:pt x="7971" y="2647"/>
                    <a:pt x="7278" y="2143"/>
                  </a:cubicBezTo>
                  <a:close/>
                  <a:moveTo>
                    <a:pt x="3277" y="2143"/>
                  </a:moveTo>
                  <a:cubicBezTo>
                    <a:pt x="2615" y="2647"/>
                    <a:pt x="2206" y="3435"/>
                    <a:pt x="2080" y="4285"/>
                  </a:cubicBezTo>
                  <a:lnTo>
                    <a:pt x="1103" y="4285"/>
                  </a:lnTo>
                  <a:cubicBezTo>
                    <a:pt x="1092" y="4287"/>
                    <a:pt x="1081" y="4288"/>
                    <a:pt x="1071" y="4288"/>
                  </a:cubicBezTo>
                  <a:cubicBezTo>
                    <a:pt x="893" y="4288"/>
                    <a:pt x="729" y="4052"/>
                    <a:pt x="788" y="3844"/>
                  </a:cubicBezTo>
                  <a:cubicBezTo>
                    <a:pt x="1135" y="2805"/>
                    <a:pt x="2080" y="2143"/>
                    <a:pt x="3151" y="2143"/>
                  </a:cubicBezTo>
                  <a:close/>
                  <a:moveTo>
                    <a:pt x="6428" y="2458"/>
                  </a:moveTo>
                  <a:cubicBezTo>
                    <a:pt x="7152" y="2805"/>
                    <a:pt x="7625" y="3529"/>
                    <a:pt x="7719" y="4317"/>
                  </a:cubicBezTo>
                  <a:lnTo>
                    <a:pt x="2773" y="4317"/>
                  </a:lnTo>
                  <a:cubicBezTo>
                    <a:pt x="2962" y="3529"/>
                    <a:pt x="3435" y="2805"/>
                    <a:pt x="4128" y="2458"/>
                  </a:cubicBezTo>
                  <a:cubicBezTo>
                    <a:pt x="4443" y="2742"/>
                    <a:pt x="4852" y="2899"/>
                    <a:pt x="5293" y="2899"/>
                  </a:cubicBezTo>
                  <a:cubicBezTo>
                    <a:pt x="5734" y="2899"/>
                    <a:pt x="6112" y="2742"/>
                    <a:pt x="6428" y="2458"/>
                  </a:cubicBezTo>
                  <a:close/>
                  <a:moveTo>
                    <a:pt x="9168" y="5010"/>
                  </a:moveTo>
                  <a:lnTo>
                    <a:pt x="9168" y="5861"/>
                  </a:lnTo>
                  <a:lnTo>
                    <a:pt x="9231" y="5861"/>
                  </a:lnTo>
                  <a:cubicBezTo>
                    <a:pt x="9231" y="8381"/>
                    <a:pt x="7656" y="10618"/>
                    <a:pt x="5293" y="11437"/>
                  </a:cubicBezTo>
                  <a:cubicBezTo>
                    <a:pt x="2930" y="10618"/>
                    <a:pt x="1355" y="8350"/>
                    <a:pt x="1355" y="5861"/>
                  </a:cubicBezTo>
                  <a:lnTo>
                    <a:pt x="1355" y="5010"/>
                  </a:lnTo>
                  <a:close/>
                  <a:moveTo>
                    <a:pt x="4600" y="1"/>
                  </a:moveTo>
                  <a:cubicBezTo>
                    <a:pt x="4411" y="1"/>
                    <a:pt x="4254" y="190"/>
                    <a:pt x="4254" y="379"/>
                  </a:cubicBezTo>
                  <a:lnTo>
                    <a:pt x="4254" y="1135"/>
                  </a:lnTo>
                  <a:cubicBezTo>
                    <a:pt x="4254" y="1324"/>
                    <a:pt x="4096" y="1482"/>
                    <a:pt x="3907" y="1482"/>
                  </a:cubicBezTo>
                  <a:lnTo>
                    <a:pt x="3183" y="1482"/>
                  </a:lnTo>
                  <a:cubicBezTo>
                    <a:pt x="1828" y="1482"/>
                    <a:pt x="599" y="2332"/>
                    <a:pt x="158" y="3655"/>
                  </a:cubicBezTo>
                  <a:cubicBezTo>
                    <a:pt x="1" y="4159"/>
                    <a:pt x="253" y="4695"/>
                    <a:pt x="725" y="4916"/>
                  </a:cubicBezTo>
                  <a:lnTo>
                    <a:pt x="725" y="5861"/>
                  </a:lnTo>
                  <a:cubicBezTo>
                    <a:pt x="725" y="7278"/>
                    <a:pt x="1135" y="8602"/>
                    <a:pt x="1985" y="9736"/>
                  </a:cubicBezTo>
                  <a:cubicBezTo>
                    <a:pt x="2804" y="10901"/>
                    <a:pt x="3939" y="11721"/>
                    <a:pt x="5230" y="12162"/>
                  </a:cubicBezTo>
                  <a:lnTo>
                    <a:pt x="5482" y="12162"/>
                  </a:lnTo>
                  <a:cubicBezTo>
                    <a:pt x="6806" y="11721"/>
                    <a:pt x="7908" y="10901"/>
                    <a:pt x="8759" y="9736"/>
                  </a:cubicBezTo>
                  <a:cubicBezTo>
                    <a:pt x="9578" y="8602"/>
                    <a:pt x="10019" y="7278"/>
                    <a:pt x="10019" y="5861"/>
                  </a:cubicBezTo>
                  <a:lnTo>
                    <a:pt x="10019" y="4916"/>
                  </a:lnTo>
                  <a:cubicBezTo>
                    <a:pt x="10397" y="4664"/>
                    <a:pt x="10649" y="4159"/>
                    <a:pt x="10492" y="3655"/>
                  </a:cubicBezTo>
                  <a:cubicBezTo>
                    <a:pt x="10051" y="2332"/>
                    <a:pt x="8822" y="1482"/>
                    <a:pt x="7436" y="1482"/>
                  </a:cubicBezTo>
                  <a:lnTo>
                    <a:pt x="6743" y="1482"/>
                  </a:lnTo>
                  <a:cubicBezTo>
                    <a:pt x="6554" y="1482"/>
                    <a:pt x="6396" y="1324"/>
                    <a:pt x="6396" y="1135"/>
                  </a:cubicBezTo>
                  <a:lnTo>
                    <a:pt x="6396" y="379"/>
                  </a:lnTo>
                  <a:cubicBezTo>
                    <a:pt x="6396" y="190"/>
                    <a:pt x="6238" y="1"/>
                    <a:pt x="601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67" name="Google Shape;3467;p48"/>
          <p:cNvSpPr/>
          <p:nvPr/>
        </p:nvSpPr>
        <p:spPr>
          <a:xfrm>
            <a:off x="5956634" y="2416707"/>
            <a:ext cx="292297" cy="293070"/>
          </a:xfrm>
          <a:custGeom>
            <a:rect b="b" l="l" r="r" t="t"/>
            <a:pathLst>
              <a:path extrusionOk="0" h="12224" w="12193">
                <a:moveTo>
                  <a:pt x="6144" y="788"/>
                </a:moveTo>
                <a:cubicBezTo>
                  <a:pt x="6805" y="788"/>
                  <a:pt x="7467" y="914"/>
                  <a:pt x="8097" y="1229"/>
                </a:cubicBezTo>
                <a:cubicBezTo>
                  <a:pt x="7625" y="1859"/>
                  <a:pt x="6931" y="2205"/>
                  <a:pt x="6144" y="2205"/>
                </a:cubicBezTo>
                <a:cubicBezTo>
                  <a:pt x="5356" y="2205"/>
                  <a:pt x="4632" y="1859"/>
                  <a:pt x="4159" y="1229"/>
                </a:cubicBezTo>
                <a:cubicBezTo>
                  <a:pt x="4758" y="945"/>
                  <a:pt x="5482" y="788"/>
                  <a:pt x="6144" y="788"/>
                </a:cubicBezTo>
                <a:close/>
                <a:moveTo>
                  <a:pt x="8727" y="1544"/>
                </a:moveTo>
                <a:cubicBezTo>
                  <a:pt x="9767" y="2268"/>
                  <a:pt x="10523" y="3371"/>
                  <a:pt x="10744" y="4663"/>
                </a:cubicBezTo>
                <a:cubicBezTo>
                  <a:pt x="10775" y="4852"/>
                  <a:pt x="10586" y="5041"/>
                  <a:pt x="10397" y="5041"/>
                </a:cubicBezTo>
                <a:lnTo>
                  <a:pt x="1922" y="5041"/>
                </a:lnTo>
                <a:cubicBezTo>
                  <a:pt x="1639" y="5041"/>
                  <a:pt x="1481" y="4883"/>
                  <a:pt x="1544" y="4663"/>
                </a:cubicBezTo>
                <a:cubicBezTo>
                  <a:pt x="1733" y="3371"/>
                  <a:pt x="2489" y="2268"/>
                  <a:pt x="3529" y="1544"/>
                </a:cubicBezTo>
                <a:cubicBezTo>
                  <a:pt x="4128" y="2363"/>
                  <a:pt x="5104" y="2899"/>
                  <a:pt x="6144" y="2899"/>
                </a:cubicBezTo>
                <a:cubicBezTo>
                  <a:pt x="7152" y="2899"/>
                  <a:pt x="8160" y="2426"/>
                  <a:pt x="8727" y="1544"/>
                </a:cubicBezTo>
                <a:close/>
                <a:moveTo>
                  <a:pt x="10082" y="5765"/>
                </a:moveTo>
                <a:lnTo>
                  <a:pt x="10082" y="6144"/>
                </a:lnTo>
                <a:cubicBezTo>
                  <a:pt x="10082" y="6364"/>
                  <a:pt x="9924" y="6522"/>
                  <a:pt x="9735" y="6522"/>
                </a:cubicBezTo>
                <a:lnTo>
                  <a:pt x="2552" y="6522"/>
                </a:lnTo>
                <a:cubicBezTo>
                  <a:pt x="2363" y="6522"/>
                  <a:pt x="2206" y="6364"/>
                  <a:pt x="2206" y="6144"/>
                </a:cubicBezTo>
                <a:lnTo>
                  <a:pt x="2206" y="5765"/>
                </a:lnTo>
                <a:close/>
                <a:moveTo>
                  <a:pt x="6112" y="0"/>
                </a:moveTo>
                <a:cubicBezTo>
                  <a:pt x="3466" y="0"/>
                  <a:pt x="1229" y="1985"/>
                  <a:pt x="788" y="4505"/>
                </a:cubicBezTo>
                <a:cubicBezTo>
                  <a:pt x="693" y="4978"/>
                  <a:pt x="977" y="5450"/>
                  <a:pt x="1418" y="5639"/>
                </a:cubicBezTo>
                <a:lnTo>
                  <a:pt x="1418" y="6112"/>
                </a:lnTo>
                <a:cubicBezTo>
                  <a:pt x="1418" y="6585"/>
                  <a:pt x="1733" y="6994"/>
                  <a:pt x="2111" y="7152"/>
                </a:cubicBezTo>
                <a:lnTo>
                  <a:pt x="2111" y="7939"/>
                </a:lnTo>
                <a:cubicBezTo>
                  <a:pt x="2111" y="8317"/>
                  <a:pt x="1796" y="8632"/>
                  <a:pt x="1418" y="8632"/>
                </a:cubicBezTo>
                <a:cubicBezTo>
                  <a:pt x="1009" y="8632"/>
                  <a:pt x="693" y="8317"/>
                  <a:pt x="693" y="7939"/>
                </a:cubicBezTo>
                <a:lnTo>
                  <a:pt x="693" y="7561"/>
                </a:lnTo>
                <a:cubicBezTo>
                  <a:pt x="693" y="7372"/>
                  <a:pt x="536" y="7215"/>
                  <a:pt x="347" y="7215"/>
                </a:cubicBezTo>
                <a:cubicBezTo>
                  <a:pt x="158" y="7215"/>
                  <a:pt x="0" y="7372"/>
                  <a:pt x="0" y="7561"/>
                </a:cubicBezTo>
                <a:lnTo>
                  <a:pt x="0" y="7939"/>
                </a:lnTo>
                <a:cubicBezTo>
                  <a:pt x="0" y="8727"/>
                  <a:pt x="630" y="9357"/>
                  <a:pt x="1418" y="9357"/>
                </a:cubicBezTo>
                <a:cubicBezTo>
                  <a:pt x="2206" y="9357"/>
                  <a:pt x="2836" y="8727"/>
                  <a:pt x="2836" y="7939"/>
                </a:cubicBezTo>
                <a:lnTo>
                  <a:pt x="2836" y="7215"/>
                </a:lnTo>
                <a:lnTo>
                  <a:pt x="4285" y="7215"/>
                </a:lnTo>
                <a:lnTo>
                  <a:pt x="4285" y="10806"/>
                </a:lnTo>
                <a:cubicBezTo>
                  <a:pt x="4285" y="11184"/>
                  <a:pt x="3970" y="11499"/>
                  <a:pt x="3592" y="11499"/>
                </a:cubicBezTo>
                <a:cubicBezTo>
                  <a:pt x="3182" y="11499"/>
                  <a:pt x="2867" y="11184"/>
                  <a:pt x="2867" y="10806"/>
                </a:cubicBezTo>
                <a:lnTo>
                  <a:pt x="2867" y="10460"/>
                </a:lnTo>
                <a:cubicBezTo>
                  <a:pt x="2867" y="10239"/>
                  <a:pt x="2710" y="10082"/>
                  <a:pt x="2521" y="10082"/>
                </a:cubicBezTo>
                <a:cubicBezTo>
                  <a:pt x="2332" y="10082"/>
                  <a:pt x="2174" y="10239"/>
                  <a:pt x="2174" y="10460"/>
                </a:cubicBezTo>
                <a:lnTo>
                  <a:pt x="2174" y="10806"/>
                </a:lnTo>
                <a:cubicBezTo>
                  <a:pt x="2174" y="11594"/>
                  <a:pt x="2804" y="12224"/>
                  <a:pt x="3592" y="12224"/>
                </a:cubicBezTo>
                <a:cubicBezTo>
                  <a:pt x="4380" y="12224"/>
                  <a:pt x="5010" y="11594"/>
                  <a:pt x="5010" y="10806"/>
                </a:cubicBezTo>
                <a:lnTo>
                  <a:pt x="5010" y="7215"/>
                </a:lnTo>
                <a:lnTo>
                  <a:pt x="7120" y="7215"/>
                </a:lnTo>
                <a:lnTo>
                  <a:pt x="7120" y="10806"/>
                </a:lnTo>
                <a:cubicBezTo>
                  <a:pt x="7120" y="11594"/>
                  <a:pt x="7751" y="12224"/>
                  <a:pt x="8538" y="12224"/>
                </a:cubicBezTo>
                <a:cubicBezTo>
                  <a:pt x="9326" y="12224"/>
                  <a:pt x="9956" y="11594"/>
                  <a:pt x="9956" y="10806"/>
                </a:cubicBezTo>
                <a:lnTo>
                  <a:pt x="9956" y="10460"/>
                </a:lnTo>
                <a:cubicBezTo>
                  <a:pt x="9956" y="10239"/>
                  <a:pt x="9798" y="10082"/>
                  <a:pt x="9609" y="10082"/>
                </a:cubicBezTo>
                <a:cubicBezTo>
                  <a:pt x="9420" y="10082"/>
                  <a:pt x="9263" y="10239"/>
                  <a:pt x="9263" y="10460"/>
                </a:cubicBezTo>
                <a:lnTo>
                  <a:pt x="9263" y="10806"/>
                </a:lnTo>
                <a:cubicBezTo>
                  <a:pt x="9263" y="11184"/>
                  <a:pt x="8948" y="11499"/>
                  <a:pt x="8538" y="11499"/>
                </a:cubicBezTo>
                <a:cubicBezTo>
                  <a:pt x="8160" y="11499"/>
                  <a:pt x="7845" y="11184"/>
                  <a:pt x="7845" y="10806"/>
                </a:cubicBezTo>
                <a:lnTo>
                  <a:pt x="7845" y="7215"/>
                </a:lnTo>
                <a:lnTo>
                  <a:pt x="9294" y="7215"/>
                </a:lnTo>
                <a:lnTo>
                  <a:pt x="9294" y="7939"/>
                </a:lnTo>
                <a:cubicBezTo>
                  <a:pt x="9294" y="8727"/>
                  <a:pt x="9924" y="9357"/>
                  <a:pt x="10712" y="9357"/>
                </a:cubicBezTo>
                <a:cubicBezTo>
                  <a:pt x="11500" y="9357"/>
                  <a:pt x="12130" y="8727"/>
                  <a:pt x="12130" y="7939"/>
                </a:cubicBezTo>
                <a:lnTo>
                  <a:pt x="12130" y="7561"/>
                </a:lnTo>
                <a:cubicBezTo>
                  <a:pt x="12193" y="7372"/>
                  <a:pt x="12035" y="7215"/>
                  <a:pt x="11846" y="7215"/>
                </a:cubicBezTo>
                <a:cubicBezTo>
                  <a:pt x="11657" y="7215"/>
                  <a:pt x="11500" y="7372"/>
                  <a:pt x="11500" y="7561"/>
                </a:cubicBezTo>
                <a:lnTo>
                  <a:pt x="11500" y="7939"/>
                </a:lnTo>
                <a:cubicBezTo>
                  <a:pt x="11500" y="8317"/>
                  <a:pt x="11185" y="8632"/>
                  <a:pt x="10775" y="8632"/>
                </a:cubicBezTo>
                <a:cubicBezTo>
                  <a:pt x="10397" y="8632"/>
                  <a:pt x="10082" y="8317"/>
                  <a:pt x="10082" y="7939"/>
                </a:cubicBezTo>
                <a:lnTo>
                  <a:pt x="10082" y="7152"/>
                </a:lnTo>
                <a:cubicBezTo>
                  <a:pt x="10523" y="6994"/>
                  <a:pt x="10775" y="6585"/>
                  <a:pt x="10775" y="6112"/>
                </a:cubicBezTo>
                <a:lnTo>
                  <a:pt x="10775" y="5639"/>
                </a:lnTo>
                <a:cubicBezTo>
                  <a:pt x="11216" y="5450"/>
                  <a:pt x="11500" y="4978"/>
                  <a:pt x="11405" y="4505"/>
                </a:cubicBezTo>
                <a:cubicBezTo>
                  <a:pt x="10996" y="1953"/>
                  <a:pt x="8727" y="0"/>
                  <a:pt x="611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68" name="Google Shape;3468;p48"/>
          <p:cNvGrpSpPr/>
          <p:nvPr/>
        </p:nvGrpSpPr>
        <p:grpSpPr>
          <a:xfrm>
            <a:off x="5957006" y="2881667"/>
            <a:ext cx="291554" cy="274226"/>
            <a:chOff x="-17565350" y="2809825"/>
            <a:chExt cx="304050" cy="285950"/>
          </a:xfrm>
        </p:grpSpPr>
        <p:sp>
          <p:nvSpPr>
            <p:cNvPr id="3469" name="Google Shape;3469;p48"/>
            <p:cNvSpPr/>
            <p:nvPr/>
          </p:nvSpPr>
          <p:spPr>
            <a:xfrm>
              <a:off x="-17458225" y="2970500"/>
              <a:ext cx="18150" cy="17375"/>
            </a:xfrm>
            <a:custGeom>
              <a:rect b="b" l="l" r="r" t="t"/>
              <a:pathLst>
                <a:path extrusionOk="0" h="695" w="726">
                  <a:moveTo>
                    <a:pt x="379" y="1"/>
                  </a:moveTo>
                  <a:cubicBezTo>
                    <a:pt x="158" y="1"/>
                    <a:pt x="1" y="158"/>
                    <a:pt x="1" y="347"/>
                  </a:cubicBezTo>
                  <a:cubicBezTo>
                    <a:pt x="1" y="537"/>
                    <a:pt x="158" y="694"/>
                    <a:pt x="379" y="694"/>
                  </a:cubicBezTo>
                  <a:cubicBezTo>
                    <a:pt x="568" y="694"/>
                    <a:pt x="725" y="537"/>
                    <a:pt x="725" y="347"/>
                  </a:cubicBezTo>
                  <a:cubicBezTo>
                    <a:pt x="725" y="158"/>
                    <a:pt x="568" y="1"/>
                    <a:pt x="37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0" name="Google Shape;3470;p48"/>
            <p:cNvSpPr/>
            <p:nvPr/>
          </p:nvSpPr>
          <p:spPr>
            <a:xfrm>
              <a:off x="-17385750" y="2970500"/>
              <a:ext cx="17350" cy="17375"/>
            </a:xfrm>
            <a:custGeom>
              <a:rect b="b" l="l" r="r" t="t"/>
              <a:pathLst>
                <a:path extrusionOk="0" h="695" w="694">
                  <a:moveTo>
                    <a:pt x="347" y="1"/>
                  </a:moveTo>
                  <a:cubicBezTo>
                    <a:pt x="158" y="1"/>
                    <a:pt x="0" y="158"/>
                    <a:pt x="0" y="347"/>
                  </a:cubicBezTo>
                  <a:cubicBezTo>
                    <a:pt x="0" y="537"/>
                    <a:pt x="158" y="694"/>
                    <a:pt x="347" y="694"/>
                  </a:cubicBezTo>
                  <a:cubicBezTo>
                    <a:pt x="536" y="694"/>
                    <a:pt x="693" y="537"/>
                    <a:pt x="693" y="347"/>
                  </a:cubicBezTo>
                  <a:cubicBezTo>
                    <a:pt x="693"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1" name="Google Shape;3471;p48"/>
            <p:cNvSpPr/>
            <p:nvPr/>
          </p:nvSpPr>
          <p:spPr>
            <a:xfrm>
              <a:off x="-17565350" y="2809825"/>
              <a:ext cx="304050" cy="285950"/>
            </a:xfrm>
            <a:custGeom>
              <a:rect b="b" l="l" r="r" t="t"/>
              <a:pathLst>
                <a:path extrusionOk="0" h="11438" w="12162">
                  <a:moveTo>
                    <a:pt x="3183" y="726"/>
                  </a:moveTo>
                  <a:cubicBezTo>
                    <a:pt x="4191" y="726"/>
                    <a:pt x="4979" y="1513"/>
                    <a:pt x="4979" y="2490"/>
                  </a:cubicBezTo>
                  <a:cubicBezTo>
                    <a:pt x="4979" y="3466"/>
                    <a:pt x="4191" y="4254"/>
                    <a:pt x="3183" y="4254"/>
                  </a:cubicBezTo>
                  <a:cubicBezTo>
                    <a:pt x="2206" y="4254"/>
                    <a:pt x="1419" y="3466"/>
                    <a:pt x="1419" y="2490"/>
                  </a:cubicBezTo>
                  <a:cubicBezTo>
                    <a:pt x="1419" y="1545"/>
                    <a:pt x="2206" y="726"/>
                    <a:pt x="3183" y="726"/>
                  </a:cubicBezTo>
                  <a:close/>
                  <a:moveTo>
                    <a:pt x="8980" y="726"/>
                  </a:moveTo>
                  <a:cubicBezTo>
                    <a:pt x="9956" y="726"/>
                    <a:pt x="10744" y="1513"/>
                    <a:pt x="10744" y="2490"/>
                  </a:cubicBezTo>
                  <a:cubicBezTo>
                    <a:pt x="10744" y="3466"/>
                    <a:pt x="9956" y="4254"/>
                    <a:pt x="8980" y="4254"/>
                  </a:cubicBezTo>
                  <a:cubicBezTo>
                    <a:pt x="8003" y="4254"/>
                    <a:pt x="7216" y="3466"/>
                    <a:pt x="7216" y="2490"/>
                  </a:cubicBezTo>
                  <a:cubicBezTo>
                    <a:pt x="7184" y="1545"/>
                    <a:pt x="8003" y="726"/>
                    <a:pt x="8980" y="726"/>
                  </a:cubicBezTo>
                  <a:close/>
                  <a:moveTo>
                    <a:pt x="6491" y="2868"/>
                  </a:moveTo>
                  <a:cubicBezTo>
                    <a:pt x="6648" y="4097"/>
                    <a:pt x="7720" y="5010"/>
                    <a:pt x="8980" y="5010"/>
                  </a:cubicBezTo>
                  <a:cubicBezTo>
                    <a:pt x="9610" y="5010"/>
                    <a:pt x="10208" y="4758"/>
                    <a:pt x="10650" y="4380"/>
                  </a:cubicBezTo>
                  <a:cubicBezTo>
                    <a:pt x="11185" y="5042"/>
                    <a:pt x="11469" y="5924"/>
                    <a:pt x="11469" y="6774"/>
                  </a:cubicBezTo>
                  <a:cubicBezTo>
                    <a:pt x="11469" y="6964"/>
                    <a:pt x="11311" y="7121"/>
                    <a:pt x="11122" y="7121"/>
                  </a:cubicBezTo>
                  <a:lnTo>
                    <a:pt x="10965" y="7121"/>
                  </a:lnTo>
                  <a:cubicBezTo>
                    <a:pt x="10051" y="7121"/>
                    <a:pt x="9137" y="7405"/>
                    <a:pt x="8381" y="7909"/>
                  </a:cubicBezTo>
                  <a:cubicBezTo>
                    <a:pt x="7751" y="8350"/>
                    <a:pt x="7026" y="8602"/>
                    <a:pt x="6239" y="8602"/>
                  </a:cubicBezTo>
                  <a:lnTo>
                    <a:pt x="5955" y="8602"/>
                  </a:lnTo>
                  <a:cubicBezTo>
                    <a:pt x="5168" y="8602"/>
                    <a:pt x="4412" y="8350"/>
                    <a:pt x="3781" y="7909"/>
                  </a:cubicBezTo>
                  <a:cubicBezTo>
                    <a:pt x="2962" y="7373"/>
                    <a:pt x="2049" y="7121"/>
                    <a:pt x="1072" y="7121"/>
                  </a:cubicBezTo>
                  <a:cubicBezTo>
                    <a:pt x="883" y="7121"/>
                    <a:pt x="725" y="6964"/>
                    <a:pt x="725" y="6774"/>
                  </a:cubicBezTo>
                  <a:cubicBezTo>
                    <a:pt x="725" y="5924"/>
                    <a:pt x="978" y="5042"/>
                    <a:pt x="1545" y="4380"/>
                  </a:cubicBezTo>
                  <a:cubicBezTo>
                    <a:pt x="1986" y="4758"/>
                    <a:pt x="2553" y="5010"/>
                    <a:pt x="3183" y="5010"/>
                  </a:cubicBezTo>
                  <a:cubicBezTo>
                    <a:pt x="4443" y="5010"/>
                    <a:pt x="5483" y="4065"/>
                    <a:pt x="5672" y="2868"/>
                  </a:cubicBezTo>
                  <a:close/>
                  <a:moveTo>
                    <a:pt x="1356" y="7877"/>
                  </a:moveTo>
                  <a:cubicBezTo>
                    <a:pt x="2112" y="7909"/>
                    <a:pt x="2805" y="8129"/>
                    <a:pt x="3403" y="8539"/>
                  </a:cubicBezTo>
                  <a:cubicBezTo>
                    <a:pt x="4160" y="9074"/>
                    <a:pt x="5042" y="9326"/>
                    <a:pt x="5955" y="9326"/>
                  </a:cubicBezTo>
                  <a:lnTo>
                    <a:pt x="6239" y="9326"/>
                  </a:lnTo>
                  <a:cubicBezTo>
                    <a:pt x="7153" y="9326"/>
                    <a:pt x="8035" y="9074"/>
                    <a:pt x="8791" y="8539"/>
                  </a:cubicBezTo>
                  <a:cubicBezTo>
                    <a:pt x="9389" y="8161"/>
                    <a:pt x="10145" y="7909"/>
                    <a:pt x="10839" y="7877"/>
                  </a:cubicBezTo>
                  <a:lnTo>
                    <a:pt x="10839" y="7877"/>
                  </a:lnTo>
                  <a:cubicBezTo>
                    <a:pt x="9925" y="9578"/>
                    <a:pt x="8066" y="10713"/>
                    <a:pt x="6113" y="10713"/>
                  </a:cubicBezTo>
                  <a:cubicBezTo>
                    <a:pt x="4097" y="10713"/>
                    <a:pt x="2301" y="9578"/>
                    <a:pt x="1356" y="7877"/>
                  </a:cubicBezTo>
                  <a:close/>
                  <a:moveTo>
                    <a:pt x="3214" y="1"/>
                  </a:moveTo>
                  <a:cubicBezTo>
                    <a:pt x="1828" y="1"/>
                    <a:pt x="725" y="1104"/>
                    <a:pt x="725" y="2490"/>
                  </a:cubicBezTo>
                  <a:cubicBezTo>
                    <a:pt x="725" y="2962"/>
                    <a:pt x="852" y="3403"/>
                    <a:pt x="1072" y="3782"/>
                  </a:cubicBezTo>
                  <a:cubicBezTo>
                    <a:pt x="379" y="4601"/>
                    <a:pt x="1" y="5672"/>
                    <a:pt x="1" y="6774"/>
                  </a:cubicBezTo>
                  <a:cubicBezTo>
                    <a:pt x="1" y="7121"/>
                    <a:pt x="221" y="7436"/>
                    <a:pt x="442" y="7657"/>
                  </a:cubicBezTo>
                  <a:cubicBezTo>
                    <a:pt x="1356" y="9862"/>
                    <a:pt x="3498" y="11437"/>
                    <a:pt x="6081" y="11437"/>
                  </a:cubicBezTo>
                  <a:cubicBezTo>
                    <a:pt x="8633" y="11437"/>
                    <a:pt x="10807" y="9862"/>
                    <a:pt x="11689" y="7657"/>
                  </a:cubicBezTo>
                  <a:cubicBezTo>
                    <a:pt x="12004" y="7436"/>
                    <a:pt x="12162" y="7121"/>
                    <a:pt x="12162" y="6774"/>
                  </a:cubicBezTo>
                  <a:cubicBezTo>
                    <a:pt x="12162" y="5672"/>
                    <a:pt x="11784" y="4664"/>
                    <a:pt x="11122" y="3782"/>
                  </a:cubicBezTo>
                  <a:cubicBezTo>
                    <a:pt x="11343" y="3403"/>
                    <a:pt x="11469" y="2962"/>
                    <a:pt x="11469" y="2490"/>
                  </a:cubicBezTo>
                  <a:cubicBezTo>
                    <a:pt x="11469" y="1104"/>
                    <a:pt x="10366" y="1"/>
                    <a:pt x="8980" y="1"/>
                  </a:cubicBezTo>
                  <a:cubicBezTo>
                    <a:pt x="7720" y="1"/>
                    <a:pt x="6711" y="946"/>
                    <a:pt x="6491" y="2143"/>
                  </a:cubicBezTo>
                  <a:lnTo>
                    <a:pt x="5672" y="2143"/>
                  </a:lnTo>
                  <a:cubicBezTo>
                    <a:pt x="5514" y="915"/>
                    <a:pt x="4475" y="1"/>
                    <a:pt x="321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2" name="Google Shape;3472;p48"/>
            <p:cNvSpPr/>
            <p:nvPr/>
          </p:nvSpPr>
          <p:spPr>
            <a:xfrm>
              <a:off x="-17368425" y="2846075"/>
              <a:ext cx="54350" cy="53575"/>
            </a:xfrm>
            <a:custGeom>
              <a:rect b="b" l="l" r="r" t="t"/>
              <a:pathLst>
                <a:path extrusionOk="0" h="2143" w="2174">
                  <a:moveTo>
                    <a:pt x="1103" y="693"/>
                  </a:moveTo>
                  <a:cubicBezTo>
                    <a:pt x="1292" y="693"/>
                    <a:pt x="1449" y="851"/>
                    <a:pt x="1449" y="1040"/>
                  </a:cubicBezTo>
                  <a:cubicBezTo>
                    <a:pt x="1449" y="1229"/>
                    <a:pt x="1292" y="1386"/>
                    <a:pt x="1103" y="1386"/>
                  </a:cubicBezTo>
                  <a:cubicBezTo>
                    <a:pt x="914" y="1386"/>
                    <a:pt x="756" y="1229"/>
                    <a:pt x="756" y="1040"/>
                  </a:cubicBezTo>
                  <a:cubicBezTo>
                    <a:pt x="756" y="851"/>
                    <a:pt x="914" y="693"/>
                    <a:pt x="1103" y="693"/>
                  </a:cubicBezTo>
                  <a:close/>
                  <a:moveTo>
                    <a:pt x="1103" y="0"/>
                  </a:moveTo>
                  <a:cubicBezTo>
                    <a:pt x="504" y="0"/>
                    <a:pt x="32" y="473"/>
                    <a:pt x="32" y="1071"/>
                  </a:cubicBezTo>
                  <a:cubicBezTo>
                    <a:pt x="0" y="1638"/>
                    <a:pt x="504" y="2143"/>
                    <a:pt x="1103" y="2143"/>
                  </a:cubicBezTo>
                  <a:cubicBezTo>
                    <a:pt x="1701" y="2143"/>
                    <a:pt x="2174" y="1670"/>
                    <a:pt x="2174" y="1071"/>
                  </a:cubicBezTo>
                  <a:cubicBezTo>
                    <a:pt x="2174" y="473"/>
                    <a:pt x="1701" y="0"/>
                    <a:pt x="11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3" name="Google Shape;3473;p48"/>
            <p:cNvSpPr/>
            <p:nvPr/>
          </p:nvSpPr>
          <p:spPr>
            <a:xfrm>
              <a:off x="-17511775" y="2846075"/>
              <a:ext cx="52775" cy="53575"/>
            </a:xfrm>
            <a:custGeom>
              <a:rect b="b" l="l" r="r" t="t"/>
              <a:pathLst>
                <a:path extrusionOk="0" h="2143" w="2111">
                  <a:moveTo>
                    <a:pt x="1040" y="693"/>
                  </a:moveTo>
                  <a:cubicBezTo>
                    <a:pt x="1260" y="693"/>
                    <a:pt x="1418" y="851"/>
                    <a:pt x="1418" y="1040"/>
                  </a:cubicBezTo>
                  <a:cubicBezTo>
                    <a:pt x="1418" y="1229"/>
                    <a:pt x="1260" y="1386"/>
                    <a:pt x="1040" y="1386"/>
                  </a:cubicBezTo>
                  <a:cubicBezTo>
                    <a:pt x="851" y="1386"/>
                    <a:pt x="693" y="1229"/>
                    <a:pt x="693" y="1040"/>
                  </a:cubicBezTo>
                  <a:cubicBezTo>
                    <a:pt x="693" y="851"/>
                    <a:pt x="851" y="693"/>
                    <a:pt x="1040" y="693"/>
                  </a:cubicBezTo>
                  <a:close/>
                  <a:moveTo>
                    <a:pt x="1040" y="0"/>
                  </a:moveTo>
                  <a:cubicBezTo>
                    <a:pt x="473" y="0"/>
                    <a:pt x="0" y="473"/>
                    <a:pt x="0" y="1071"/>
                  </a:cubicBezTo>
                  <a:cubicBezTo>
                    <a:pt x="0" y="1638"/>
                    <a:pt x="473" y="2143"/>
                    <a:pt x="1040" y="2143"/>
                  </a:cubicBezTo>
                  <a:cubicBezTo>
                    <a:pt x="1638" y="2143"/>
                    <a:pt x="2111" y="1670"/>
                    <a:pt x="2111" y="1071"/>
                  </a:cubicBezTo>
                  <a:cubicBezTo>
                    <a:pt x="2111" y="473"/>
                    <a:pt x="1638" y="0"/>
                    <a:pt x="10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74" name="Google Shape;3474;p48"/>
          <p:cNvSpPr/>
          <p:nvPr/>
        </p:nvSpPr>
        <p:spPr>
          <a:xfrm>
            <a:off x="1185694" y="2873360"/>
            <a:ext cx="222057" cy="290841"/>
          </a:xfrm>
          <a:custGeom>
            <a:rect b="b" l="l" r="r" t="t"/>
            <a:pathLst>
              <a:path extrusionOk="0" h="12131" w="9263">
                <a:moveTo>
                  <a:pt x="6207" y="694"/>
                </a:moveTo>
                <a:lnTo>
                  <a:pt x="5829" y="1419"/>
                </a:lnTo>
                <a:lnTo>
                  <a:pt x="3434" y="1419"/>
                </a:lnTo>
                <a:lnTo>
                  <a:pt x="3088" y="694"/>
                </a:lnTo>
                <a:close/>
                <a:moveTo>
                  <a:pt x="2363" y="946"/>
                </a:moveTo>
                <a:lnTo>
                  <a:pt x="2773" y="1671"/>
                </a:lnTo>
                <a:lnTo>
                  <a:pt x="1702" y="2742"/>
                </a:lnTo>
                <a:lnTo>
                  <a:pt x="945" y="2364"/>
                </a:lnTo>
                <a:lnTo>
                  <a:pt x="2363" y="946"/>
                </a:lnTo>
                <a:close/>
                <a:moveTo>
                  <a:pt x="6900" y="946"/>
                </a:moveTo>
                <a:lnTo>
                  <a:pt x="8318" y="2364"/>
                </a:lnTo>
                <a:lnTo>
                  <a:pt x="7561" y="2742"/>
                </a:lnTo>
                <a:lnTo>
                  <a:pt x="6522" y="1671"/>
                </a:lnTo>
                <a:lnTo>
                  <a:pt x="6900" y="946"/>
                </a:lnTo>
                <a:close/>
                <a:moveTo>
                  <a:pt x="725" y="3025"/>
                </a:moveTo>
                <a:lnTo>
                  <a:pt x="1418" y="3372"/>
                </a:lnTo>
                <a:lnTo>
                  <a:pt x="1418" y="8696"/>
                </a:lnTo>
                <a:lnTo>
                  <a:pt x="725" y="9043"/>
                </a:lnTo>
                <a:lnTo>
                  <a:pt x="725" y="3025"/>
                </a:lnTo>
                <a:close/>
                <a:moveTo>
                  <a:pt x="8570" y="3025"/>
                </a:moveTo>
                <a:lnTo>
                  <a:pt x="8570" y="9043"/>
                </a:lnTo>
                <a:lnTo>
                  <a:pt x="7845" y="8696"/>
                </a:lnTo>
                <a:lnTo>
                  <a:pt x="7845" y="3372"/>
                </a:lnTo>
                <a:lnTo>
                  <a:pt x="8570" y="3025"/>
                </a:lnTo>
                <a:close/>
                <a:moveTo>
                  <a:pt x="5923" y="2080"/>
                </a:moveTo>
                <a:lnTo>
                  <a:pt x="7152" y="3277"/>
                </a:lnTo>
                <a:lnTo>
                  <a:pt x="7152" y="8759"/>
                </a:lnTo>
                <a:lnTo>
                  <a:pt x="5923" y="9988"/>
                </a:lnTo>
                <a:lnTo>
                  <a:pt x="3371" y="9988"/>
                </a:lnTo>
                <a:lnTo>
                  <a:pt x="2143" y="8759"/>
                </a:lnTo>
                <a:lnTo>
                  <a:pt x="2143" y="3277"/>
                </a:lnTo>
                <a:lnTo>
                  <a:pt x="3371" y="2080"/>
                </a:lnTo>
                <a:close/>
                <a:moveTo>
                  <a:pt x="1702" y="9358"/>
                </a:moveTo>
                <a:lnTo>
                  <a:pt x="2773" y="10429"/>
                </a:lnTo>
                <a:lnTo>
                  <a:pt x="2395" y="11154"/>
                </a:lnTo>
                <a:lnTo>
                  <a:pt x="945" y="9736"/>
                </a:lnTo>
                <a:lnTo>
                  <a:pt x="1702" y="9358"/>
                </a:lnTo>
                <a:close/>
                <a:moveTo>
                  <a:pt x="7530" y="9358"/>
                </a:moveTo>
                <a:lnTo>
                  <a:pt x="8286" y="9767"/>
                </a:lnTo>
                <a:lnTo>
                  <a:pt x="6868" y="11185"/>
                </a:lnTo>
                <a:lnTo>
                  <a:pt x="6459" y="10429"/>
                </a:lnTo>
                <a:lnTo>
                  <a:pt x="7530" y="9358"/>
                </a:lnTo>
                <a:close/>
                <a:moveTo>
                  <a:pt x="5829" y="10713"/>
                </a:moveTo>
                <a:lnTo>
                  <a:pt x="6207" y="11406"/>
                </a:lnTo>
                <a:lnTo>
                  <a:pt x="3088" y="11406"/>
                </a:lnTo>
                <a:lnTo>
                  <a:pt x="3434" y="10713"/>
                </a:lnTo>
                <a:close/>
                <a:moveTo>
                  <a:pt x="2489" y="1"/>
                </a:moveTo>
                <a:cubicBezTo>
                  <a:pt x="2426" y="1"/>
                  <a:pt x="2300" y="32"/>
                  <a:pt x="2269" y="95"/>
                </a:cubicBezTo>
                <a:lnTo>
                  <a:pt x="126" y="2238"/>
                </a:lnTo>
                <a:cubicBezTo>
                  <a:pt x="63" y="2301"/>
                  <a:pt x="0" y="2395"/>
                  <a:pt x="0" y="2458"/>
                </a:cubicBezTo>
                <a:lnTo>
                  <a:pt x="0" y="9641"/>
                </a:lnTo>
                <a:cubicBezTo>
                  <a:pt x="0" y="9704"/>
                  <a:pt x="63" y="9830"/>
                  <a:pt x="126" y="9862"/>
                </a:cubicBezTo>
                <a:lnTo>
                  <a:pt x="2269" y="12004"/>
                </a:lnTo>
                <a:cubicBezTo>
                  <a:pt x="2332" y="12067"/>
                  <a:pt x="2426" y="12130"/>
                  <a:pt x="2489" y="12130"/>
                </a:cubicBezTo>
                <a:lnTo>
                  <a:pt x="6774" y="12130"/>
                </a:lnTo>
                <a:cubicBezTo>
                  <a:pt x="6868" y="12130"/>
                  <a:pt x="6994" y="12067"/>
                  <a:pt x="7026" y="12004"/>
                </a:cubicBezTo>
                <a:lnTo>
                  <a:pt x="9137" y="9862"/>
                </a:lnTo>
                <a:cubicBezTo>
                  <a:pt x="9231" y="9830"/>
                  <a:pt x="9263" y="9736"/>
                  <a:pt x="9263" y="9641"/>
                </a:cubicBezTo>
                <a:lnTo>
                  <a:pt x="9263" y="2458"/>
                </a:lnTo>
                <a:cubicBezTo>
                  <a:pt x="9263" y="2395"/>
                  <a:pt x="9231" y="2269"/>
                  <a:pt x="9137" y="2238"/>
                </a:cubicBezTo>
                <a:lnTo>
                  <a:pt x="7026" y="95"/>
                </a:lnTo>
                <a:cubicBezTo>
                  <a:pt x="6931" y="32"/>
                  <a:pt x="6868" y="1"/>
                  <a:pt x="677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5" name="Google Shape;3475;p48"/>
          <p:cNvSpPr/>
          <p:nvPr/>
        </p:nvSpPr>
        <p:spPr>
          <a:xfrm>
            <a:off x="2021101" y="1993981"/>
            <a:ext cx="290810" cy="292351"/>
          </a:xfrm>
          <a:custGeom>
            <a:rect b="b" l="l" r="r" t="t"/>
            <a:pathLst>
              <a:path extrusionOk="0" h="12194" w="12131">
                <a:moveTo>
                  <a:pt x="4632" y="725"/>
                </a:moveTo>
                <a:cubicBezTo>
                  <a:pt x="5609" y="725"/>
                  <a:pt x="6396" y="1513"/>
                  <a:pt x="6396" y="2490"/>
                </a:cubicBezTo>
                <a:cubicBezTo>
                  <a:pt x="6365" y="2679"/>
                  <a:pt x="6522" y="2836"/>
                  <a:pt x="6680" y="2899"/>
                </a:cubicBezTo>
                <a:cubicBezTo>
                  <a:pt x="7341" y="2994"/>
                  <a:pt x="7814" y="3592"/>
                  <a:pt x="7814" y="4317"/>
                </a:cubicBezTo>
                <a:cubicBezTo>
                  <a:pt x="7814" y="4695"/>
                  <a:pt x="7656" y="5042"/>
                  <a:pt x="7404" y="5325"/>
                </a:cubicBezTo>
                <a:cubicBezTo>
                  <a:pt x="7184" y="5483"/>
                  <a:pt x="7278" y="5798"/>
                  <a:pt x="7530" y="5924"/>
                </a:cubicBezTo>
                <a:cubicBezTo>
                  <a:pt x="8129" y="6207"/>
                  <a:pt x="8539" y="6869"/>
                  <a:pt x="8539" y="7530"/>
                </a:cubicBezTo>
                <a:cubicBezTo>
                  <a:pt x="8539" y="8507"/>
                  <a:pt x="7751" y="9295"/>
                  <a:pt x="6774" y="9295"/>
                </a:cubicBezTo>
                <a:lnTo>
                  <a:pt x="4979" y="9295"/>
                </a:lnTo>
                <a:lnTo>
                  <a:pt x="4979" y="6932"/>
                </a:lnTo>
                <a:lnTo>
                  <a:pt x="6333" y="5609"/>
                </a:lnTo>
                <a:cubicBezTo>
                  <a:pt x="6491" y="5451"/>
                  <a:pt x="6491" y="5231"/>
                  <a:pt x="6333" y="5073"/>
                </a:cubicBezTo>
                <a:cubicBezTo>
                  <a:pt x="6254" y="4994"/>
                  <a:pt x="6168" y="4955"/>
                  <a:pt x="6081" y="4955"/>
                </a:cubicBezTo>
                <a:cubicBezTo>
                  <a:pt x="5995" y="4955"/>
                  <a:pt x="5908" y="4994"/>
                  <a:pt x="5829" y="5073"/>
                </a:cubicBezTo>
                <a:lnTo>
                  <a:pt x="4979" y="5924"/>
                </a:lnTo>
                <a:lnTo>
                  <a:pt x="4979" y="2490"/>
                </a:lnTo>
                <a:cubicBezTo>
                  <a:pt x="4979" y="2301"/>
                  <a:pt x="4821" y="2143"/>
                  <a:pt x="4632" y="2143"/>
                </a:cubicBezTo>
                <a:cubicBezTo>
                  <a:pt x="4443" y="2143"/>
                  <a:pt x="4285" y="2301"/>
                  <a:pt x="4285" y="2490"/>
                </a:cubicBezTo>
                <a:lnTo>
                  <a:pt x="4285" y="4506"/>
                </a:lnTo>
                <a:lnTo>
                  <a:pt x="3466" y="3655"/>
                </a:lnTo>
                <a:cubicBezTo>
                  <a:pt x="3388" y="3577"/>
                  <a:pt x="3293" y="3537"/>
                  <a:pt x="3198" y="3537"/>
                </a:cubicBezTo>
                <a:cubicBezTo>
                  <a:pt x="3104" y="3537"/>
                  <a:pt x="3009" y="3577"/>
                  <a:pt x="2931" y="3655"/>
                </a:cubicBezTo>
                <a:cubicBezTo>
                  <a:pt x="2773" y="3844"/>
                  <a:pt x="2773" y="4033"/>
                  <a:pt x="2931" y="4191"/>
                </a:cubicBezTo>
                <a:lnTo>
                  <a:pt x="4285" y="5514"/>
                </a:lnTo>
                <a:lnTo>
                  <a:pt x="4285" y="7373"/>
                </a:lnTo>
                <a:lnTo>
                  <a:pt x="3466" y="6554"/>
                </a:lnTo>
                <a:cubicBezTo>
                  <a:pt x="3388" y="6475"/>
                  <a:pt x="3293" y="6436"/>
                  <a:pt x="3198" y="6436"/>
                </a:cubicBezTo>
                <a:cubicBezTo>
                  <a:pt x="3104" y="6436"/>
                  <a:pt x="3009" y="6475"/>
                  <a:pt x="2931" y="6554"/>
                </a:cubicBezTo>
                <a:cubicBezTo>
                  <a:pt x="2773" y="6711"/>
                  <a:pt x="2773" y="6900"/>
                  <a:pt x="2931" y="7058"/>
                </a:cubicBezTo>
                <a:lnTo>
                  <a:pt x="4285" y="8413"/>
                </a:lnTo>
                <a:lnTo>
                  <a:pt x="4285" y="9295"/>
                </a:lnTo>
                <a:lnTo>
                  <a:pt x="2521" y="9295"/>
                </a:lnTo>
                <a:cubicBezTo>
                  <a:pt x="1513" y="9295"/>
                  <a:pt x="694" y="8507"/>
                  <a:pt x="694" y="7530"/>
                </a:cubicBezTo>
                <a:cubicBezTo>
                  <a:pt x="694" y="6837"/>
                  <a:pt x="1103" y="6207"/>
                  <a:pt x="1734" y="5924"/>
                </a:cubicBezTo>
                <a:cubicBezTo>
                  <a:pt x="1954" y="5798"/>
                  <a:pt x="1986" y="5514"/>
                  <a:pt x="1828" y="5325"/>
                </a:cubicBezTo>
                <a:cubicBezTo>
                  <a:pt x="1576" y="5042"/>
                  <a:pt x="1418" y="4695"/>
                  <a:pt x="1418" y="4317"/>
                </a:cubicBezTo>
                <a:cubicBezTo>
                  <a:pt x="1418" y="3624"/>
                  <a:pt x="1891" y="3057"/>
                  <a:pt x="2584" y="2899"/>
                </a:cubicBezTo>
                <a:cubicBezTo>
                  <a:pt x="2742" y="2836"/>
                  <a:pt x="2899" y="2679"/>
                  <a:pt x="2868" y="2490"/>
                </a:cubicBezTo>
                <a:cubicBezTo>
                  <a:pt x="2868" y="1513"/>
                  <a:pt x="3655" y="725"/>
                  <a:pt x="4632" y="725"/>
                </a:cubicBezTo>
                <a:close/>
                <a:moveTo>
                  <a:pt x="7467" y="725"/>
                </a:moveTo>
                <a:cubicBezTo>
                  <a:pt x="8444" y="725"/>
                  <a:pt x="9295" y="1513"/>
                  <a:pt x="9232" y="2584"/>
                </a:cubicBezTo>
                <a:cubicBezTo>
                  <a:pt x="9232" y="2742"/>
                  <a:pt x="9358" y="2899"/>
                  <a:pt x="9515" y="2931"/>
                </a:cubicBezTo>
                <a:cubicBezTo>
                  <a:pt x="10177" y="3057"/>
                  <a:pt x="10712" y="3624"/>
                  <a:pt x="10712" y="4348"/>
                </a:cubicBezTo>
                <a:cubicBezTo>
                  <a:pt x="10712" y="4726"/>
                  <a:pt x="10555" y="5105"/>
                  <a:pt x="10271" y="5357"/>
                </a:cubicBezTo>
                <a:cubicBezTo>
                  <a:pt x="10082" y="5514"/>
                  <a:pt x="10145" y="5829"/>
                  <a:pt x="10397" y="5955"/>
                </a:cubicBezTo>
                <a:cubicBezTo>
                  <a:pt x="11027" y="6239"/>
                  <a:pt x="11406" y="6900"/>
                  <a:pt x="11406" y="7562"/>
                </a:cubicBezTo>
                <a:cubicBezTo>
                  <a:pt x="11406" y="8570"/>
                  <a:pt x="10586" y="9358"/>
                  <a:pt x="9610" y="9358"/>
                </a:cubicBezTo>
                <a:lnTo>
                  <a:pt x="8507" y="9358"/>
                </a:lnTo>
                <a:cubicBezTo>
                  <a:pt x="8980" y="8885"/>
                  <a:pt x="9232" y="8224"/>
                  <a:pt x="9232" y="7562"/>
                </a:cubicBezTo>
                <a:cubicBezTo>
                  <a:pt x="9232" y="6743"/>
                  <a:pt x="8854" y="5987"/>
                  <a:pt x="8192" y="5514"/>
                </a:cubicBezTo>
                <a:cubicBezTo>
                  <a:pt x="8413" y="5168"/>
                  <a:pt x="8539" y="4789"/>
                  <a:pt x="8539" y="4348"/>
                </a:cubicBezTo>
                <a:cubicBezTo>
                  <a:pt x="8539" y="3435"/>
                  <a:pt x="7940" y="2616"/>
                  <a:pt x="7089" y="2332"/>
                </a:cubicBezTo>
                <a:cubicBezTo>
                  <a:pt x="7058" y="1828"/>
                  <a:pt x="6837" y="1387"/>
                  <a:pt x="6554" y="1009"/>
                </a:cubicBezTo>
                <a:cubicBezTo>
                  <a:pt x="6837" y="788"/>
                  <a:pt x="7152" y="725"/>
                  <a:pt x="7467" y="725"/>
                </a:cubicBezTo>
                <a:close/>
                <a:moveTo>
                  <a:pt x="7121" y="10019"/>
                </a:moveTo>
                <a:lnTo>
                  <a:pt x="7121" y="11469"/>
                </a:lnTo>
                <a:lnTo>
                  <a:pt x="4979" y="11469"/>
                </a:lnTo>
                <a:lnTo>
                  <a:pt x="4979" y="10019"/>
                </a:lnTo>
                <a:close/>
                <a:moveTo>
                  <a:pt x="4632" y="1"/>
                </a:moveTo>
                <a:cubicBezTo>
                  <a:pt x="3340" y="1"/>
                  <a:pt x="2269" y="1009"/>
                  <a:pt x="2175" y="2301"/>
                </a:cubicBezTo>
                <a:cubicBezTo>
                  <a:pt x="1292" y="2616"/>
                  <a:pt x="694" y="3403"/>
                  <a:pt x="694" y="4317"/>
                </a:cubicBezTo>
                <a:cubicBezTo>
                  <a:pt x="694" y="4726"/>
                  <a:pt x="820" y="5136"/>
                  <a:pt x="1072" y="5483"/>
                </a:cubicBezTo>
                <a:cubicBezTo>
                  <a:pt x="379" y="5955"/>
                  <a:pt x="1" y="6711"/>
                  <a:pt x="1" y="7530"/>
                </a:cubicBezTo>
                <a:cubicBezTo>
                  <a:pt x="1" y="8917"/>
                  <a:pt x="1135" y="10019"/>
                  <a:pt x="2521" y="10019"/>
                </a:cubicBezTo>
                <a:lnTo>
                  <a:pt x="4285" y="10019"/>
                </a:lnTo>
                <a:lnTo>
                  <a:pt x="4285" y="11469"/>
                </a:lnTo>
                <a:lnTo>
                  <a:pt x="2521" y="11469"/>
                </a:lnTo>
                <a:cubicBezTo>
                  <a:pt x="2332" y="11469"/>
                  <a:pt x="2175" y="11626"/>
                  <a:pt x="2175" y="11815"/>
                </a:cubicBezTo>
                <a:cubicBezTo>
                  <a:pt x="2175" y="12036"/>
                  <a:pt x="2332" y="12193"/>
                  <a:pt x="2521" y="12193"/>
                </a:cubicBezTo>
                <a:lnTo>
                  <a:pt x="9641" y="12193"/>
                </a:lnTo>
                <a:cubicBezTo>
                  <a:pt x="9830" y="12193"/>
                  <a:pt x="9988" y="12036"/>
                  <a:pt x="9988" y="11815"/>
                </a:cubicBezTo>
                <a:cubicBezTo>
                  <a:pt x="9988" y="11626"/>
                  <a:pt x="9830" y="11469"/>
                  <a:pt x="9641" y="11469"/>
                </a:cubicBezTo>
                <a:lnTo>
                  <a:pt x="7877" y="11469"/>
                </a:lnTo>
                <a:lnTo>
                  <a:pt x="7877" y="10019"/>
                </a:lnTo>
                <a:lnTo>
                  <a:pt x="9610" y="10019"/>
                </a:lnTo>
                <a:cubicBezTo>
                  <a:pt x="10964" y="10019"/>
                  <a:pt x="12130" y="8917"/>
                  <a:pt x="12130" y="7530"/>
                </a:cubicBezTo>
                <a:cubicBezTo>
                  <a:pt x="12130" y="6711"/>
                  <a:pt x="11721" y="5955"/>
                  <a:pt x="11059" y="5483"/>
                </a:cubicBezTo>
                <a:cubicBezTo>
                  <a:pt x="11280" y="5136"/>
                  <a:pt x="11406" y="4726"/>
                  <a:pt x="11406" y="4317"/>
                </a:cubicBezTo>
                <a:cubicBezTo>
                  <a:pt x="11406" y="3403"/>
                  <a:pt x="10838" y="2584"/>
                  <a:pt x="9956" y="2301"/>
                </a:cubicBezTo>
                <a:cubicBezTo>
                  <a:pt x="9830" y="1040"/>
                  <a:pt x="8791" y="1"/>
                  <a:pt x="7467" y="1"/>
                </a:cubicBezTo>
                <a:cubicBezTo>
                  <a:pt x="6963" y="1"/>
                  <a:pt x="6459" y="158"/>
                  <a:pt x="6050" y="442"/>
                </a:cubicBezTo>
                <a:cubicBezTo>
                  <a:pt x="5672" y="158"/>
                  <a:pt x="5168" y="1"/>
                  <a:pt x="463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6" name="Google Shape;3476;p48"/>
          <p:cNvSpPr/>
          <p:nvPr/>
        </p:nvSpPr>
        <p:spPr>
          <a:xfrm>
            <a:off x="2021101" y="2417162"/>
            <a:ext cx="290810" cy="292159"/>
          </a:xfrm>
          <a:custGeom>
            <a:rect b="b" l="l" r="r" t="t"/>
            <a:pathLst>
              <a:path extrusionOk="0" h="12186" w="12131">
                <a:moveTo>
                  <a:pt x="6050" y="1442"/>
                </a:moveTo>
                <a:cubicBezTo>
                  <a:pt x="6396" y="1442"/>
                  <a:pt x="6774" y="1757"/>
                  <a:pt x="6774" y="2167"/>
                </a:cubicBezTo>
                <a:cubicBezTo>
                  <a:pt x="6774" y="2576"/>
                  <a:pt x="6459" y="2891"/>
                  <a:pt x="6050" y="2891"/>
                </a:cubicBezTo>
                <a:cubicBezTo>
                  <a:pt x="5672" y="2891"/>
                  <a:pt x="5357" y="2576"/>
                  <a:pt x="5357" y="2167"/>
                </a:cubicBezTo>
                <a:cubicBezTo>
                  <a:pt x="5357" y="1789"/>
                  <a:pt x="5672" y="1442"/>
                  <a:pt x="6050" y="1442"/>
                </a:cubicBezTo>
                <a:close/>
                <a:moveTo>
                  <a:pt x="6018" y="3585"/>
                </a:moveTo>
                <a:cubicBezTo>
                  <a:pt x="6207" y="3585"/>
                  <a:pt x="6365" y="3742"/>
                  <a:pt x="6365" y="3963"/>
                </a:cubicBezTo>
                <a:lnTo>
                  <a:pt x="6365" y="4309"/>
                </a:lnTo>
                <a:cubicBezTo>
                  <a:pt x="6239" y="4467"/>
                  <a:pt x="6176" y="4593"/>
                  <a:pt x="6018" y="4782"/>
                </a:cubicBezTo>
                <a:cubicBezTo>
                  <a:pt x="5861" y="4593"/>
                  <a:pt x="5766" y="4467"/>
                  <a:pt x="5672" y="4309"/>
                </a:cubicBezTo>
                <a:lnTo>
                  <a:pt x="5672" y="3963"/>
                </a:lnTo>
                <a:cubicBezTo>
                  <a:pt x="5672" y="3742"/>
                  <a:pt x="5829" y="3585"/>
                  <a:pt x="6018" y="3585"/>
                </a:cubicBezTo>
                <a:close/>
                <a:moveTo>
                  <a:pt x="1009" y="2891"/>
                </a:moveTo>
                <a:cubicBezTo>
                  <a:pt x="2710" y="2891"/>
                  <a:pt x="4317" y="3679"/>
                  <a:pt x="5325" y="5002"/>
                </a:cubicBezTo>
                <a:lnTo>
                  <a:pt x="1544" y="5002"/>
                </a:lnTo>
                <a:cubicBezTo>
                  <a:pt x="1040" y="5002"/>
                  <a:pt x="662" y="4624"/>
                  <a:pt x="662" y="4152"/>
                </a:cubicBezTo>
                <a:lnTo>
                  <a:pt x="662" y="3238"/>
                </a:lnTo>
                <a:cubicBezTo>
                  <a:pt x="662" y="3049"/>
                  <a:pt x="820" y="2891"/>
                  <a:pt x="1009" y="2891"/>
                </a:cubicBezTo>
                <a:close/>
                <a:moveTo>
                  <a:pt x="11059" y="2891"/>
                </a:moveTo>
                <a:cubicBezTo>
                  <a:pt x="11248" y="2891"/>
                  <a:pt x="11406" y="3049"/>
                  <a:pt x="11406" y="3238"/>
                </a:cubicBezTo>
                <a:lnTo>
                  <a:pt x="11406" y="4152"/>
                </a:lnTo>
                <a:cubicBezTo>
                  <a:pt x="11406" y="4624"/>
                  <a:pt x="11027" y="5002"/>
                  <a:pt x="10555" y="5002"/>
                </a:cubicBezTo>
                <a:lnTo>
                  <a:pt x="6774" y="5002"/>
                </a:lnTo>
                <a:cubicBezTo>
                  <a:pt x="7782" y="3679"/>
                  <a:pt x="9358" y="2891"/>
                  <a:pt x="11059" y="2891"/>
                </a:cubicBezTo>
                <a:close/>
                <a:moveTo>
                  <a:pt x="6018" y="5884"/>
                </a:moveTo>
                <a:lnTo>
                  <a:pt x="6365" y="6231"/>
                </a:lnTo>
                <a:lnTo>
                  <a:pt x="6365" y="6798"/>
                </a:lnTo>
                <a:cubicBezTo>
                  <a:pt x="6365" y="6987"/>
                  <a:pt x="6207" y="7145"/>
                  <a:pt x="6018" y="7145"/>
                </a:cubicBezTo>
                <a:cubicBezTo>
                  <a:pt x="5829" y="7145"/>
                  <a:pt x="5672" y="6987"/>
                  <a:pt x="5672" y="6798"/>
                </a:cubicBezTo>
                <a:lnTo>
                  <a:pt x="5672" y="6231"/>
                </a:lnTo>
                <a:lnTo>
                  <a:pt x="6018" y="5884"/>
                </a:lnTo>
                <a:close/>
                <a:moveTo>
                  <a:pt x="9893" y="5727"/>
                </a:moveTo>
                <a:cubicBezTo>
                  <a:pt x="10334" y="5727"/>
                  <a:pt x="10744" y="6105"/>
                  <a:pt x="10744" y="6578"/>
                </a:cubicBezTo>
                <a:lnTo>
                  <a:pt x="10744" y="6798"/>
                </a:lnTo>
                <a:lnTo>
                  <a:pt x="10712" y="6798"/>
                </a:lnTo>
                <a:cubicBezTo>
                  <a:pt x="10712" y="6987"/>
                  <a:pt x="10555" y="7145"/>
                  <a:pt x="10334" y="7145"/>
                </a:cubicBezTo>
                <a:cubicBezTo>
                  <a:pt x="9043" y="7145"/>
                  <a:pt x="7814" y="6641"/>
                  <a:pt x="6932" y="5727"/>
                </a:cubicBezTo>
                <a:close/>
                <a:moveTo>
                  <a:pt x="5136" y="5758"/>
                </a:moveTo>
                <a:cubicBezTo>
                  <a:pt x="4254" y="6672"/>
                  <a:pt x="3025" y="7176"/>
                  <a:pt x="1734" y="7176"/>
                </a:cubicBezTo>
                <a:cubicBezTo>
                  <a:pt x="1513" y="7145"/>
                  <a:pt x="1355" y="6987"/>
                  <a:pt x="1355" y="6798"/>
                </a:cubicBezTo>
                <a:lnTo>
                  <a:pt x="1355" y="6578"/>
                </a:lnTo>
                <a:cubicBezTo>
                  <a:pt x="1355" y="6357"/>
                  <a:pt x="1450" y="6168"/>
                  <a:pt x="1607" y="6010"/>
                </a:cubicBezTo>
                <a:cubicBezTo>
                  <a:pt x="1765" y="5853"/>
                  <a:pt x="1986" y="5758"/>
                  <a:pt x="2206" y="5758"/>
                </a:cubicBezTo>
                <a:close/>
                <a:moveTo>
                  <a:pt x="4616" y="1"/>
                </a:moveTo>
                <a:cubicBezTo>
                  <a:pt x="4522" y="1"/>
                  <a:pt x="4427" y="40"/>
                  <a:pt x="4348" y="119"/>
                </a:cubicBezTo>
                <a:cubicBezTo>
                  <a:pt x="4191" y="277"/>
                  <a:pt x="4191" y="466"/>
                  <a:pt x="4348" y="655"/>
                </a:cubicBezTo>
                <a:lnTo>
                  <a:pt x="4947" y="1222"/>
                </a:lnTo>
                <a:cubicBezTo>
                  <a:pt x="4726" y="1505"/>
                  <a:pt x="4600" y="1820"/>
                  <a:pt x="4600" y="2167"/>
                </a:cubicBezTo>
                <a:cubicBezTo>
                  <a:pt x="4600" y="2639"/>
                  <a:pt x="4821" y="3049"/>
                  <a:pt x="5199" y="3333"/>
                </a:cubicBezTo>
                <a:cubicBezTo>
                  <a:pt x="5105" y="3427"/>
                  <a:pt x="5073" y="3522"/>
                  <a:pt x="5042" y="3679"/>
                </a:cubicBezTo>
                <a:cubicBezTo>
                  <a:pt x="3939" y="2734"/>
                  <a:pt x="2521" y="2167"/>
                  <a:pt x="1040" y="2167"/>
                </a:cubicBezTo>
                <a:cubicBezTo>
                  <a:pt x="473" y="2167"/>
                  <a:pt x="1" y="2639"/>
                  <a:pt x="1" y="3238"/>
                </a:cubicBezTo>
                <a:lnTo>
                  <a:pt x="1" y="4152"/>
                </a:lnTo>
                <a:cubicBezTo>
                  <a:pt x="1" y="4845"/>
                  <a:pt x="410" y="5412"/>
                  <a:pt x="1009" y="5632"/>
                </a:cubicBezTo>
                <a:cubicBezTo>
                  <a:pt x="820" y="5916"/>
                  <a:pt x="694" y="6231"/>
                  <a:pt x="694" y="6578"/>
                </a:cubicBezTo>
                <a:lnTo>
                  <a:pt x="694" y="6798"/>
                </a:lnTo>
                <a:cubicBezTo>
                  <a:pt x="694" y="7365"/>
                  <a:pt x="1166" y="7838"/>
                  <a:pt x="1765" y="7838"/>
                </a:cubicBezTo>
                <a:cubicBezTo>
                  <a:pt x="2931" y="7838"/>
                  <a:pt x="4033" y="7491"/>
                  <a:pt x="4979" y="6830"/>
                </a:cubicBezTo>
                <a:cubicBezTo>
                  <a:pt x="4979" y="7271"/>
                  <a:pt x="5294" y="7649"/>
                  <a:pt x="5703" y="7806"/>
                </a:cubicBezTo>
                <a:lnTo>
                  <a:pt x="5703" y="11839"/>
                </a:lnTo>
                <a:cubicBezTo>
                  <a:pt x="5703" y="12028"/>
                  <a:pt x="5861" y="12185"/>
                  <a:pt x="6050" y="12185"/>
                </a:cubicBezTo>
                <a:cubicBezTo>
                  <a:pt x="6239" y="12185"/>
                  <a:pt x="6396" y="12028"/>
                  <a:pt x="6396" y="11839"/>
                </a:cubicBezTo>
                <a:lnTo>
                  <a:pt x="6396" y="7806"/>
                </a:lnTo>
                <a:cubicBezTo>
                  <a:pt x="6806" y="7649"/>
                  <a:pt x="7121" y="7302"/>
                  <a:pt x="7121" y="6830"/>
                </a:cubicBezTo>
                <a:cubicBezTo>
                  <a:pt x="8066" y="7491"/>
                  <a:pt x="9200" y="7838"/>
                  <a:pt x="10334" y="7838"/>
                </a:cubicBezTo>
                <a:cubicBezTo>
                  <a:pt x="10933" y="7838"/>
                  <a:pt x="11406" y="7365"/>
                  <a:pt x="11406" y="6798"/>
                </a:cubicBezTo>
                <a:lnTo>
                  <a:pt x="11406" y="6578"/>
                </a:lnTo>
                <a:cubicBezTo>
                  <a:pt x="11406" y="6231"/>
                  <a:pt x="11280" y="5916"/>
                  <a:pt x="11090" y="5632"/>
                </a:cubicBezTo>
                <a:cubicBezTo>
                  <a:pt x="11689" y="5443"/>
                  <a:pt x="12130" y="4845"/>
                  <a:pt x="12130" y="4152"/>
                </a:cubicBezTo>
                <a:lnTo>
                  <a:pt x="12130" y="3238"/>
                </a:lnTo>
                <a:cubicBezTo>
                  <a:pt x="12130" y="2639"/>
                  <a:pt x="11658" y="2167"/>
                  <a:pt x="11059" y="2167"/>
                </a:cubicBezTo>
                <a:cubicBezTo>
                  <a:pt x="9610" y="2167"/>
                  <a:pt x="8129" y="2734"/>
                  <a:pt x="7089" y="3679"/>
                </a:cubicBezTo>
                <a:cubicBezTo>
                  <a:pt x="7058" y="3553"/>
                  <a:pt x="6995" y="3427"/>
                  <a:pt x="6932" y="3333"/>
                </a:cubicBezTo>
                <a:cubicBezTo>
                  <a:pt x="7278" y="3049"/>
                  <a:pt x="7530" y="2639"/>
                  <a:pt x="7530" y="2167"/>
                </a:cubicBezTo>
                <a:cubicBezTo>
                  <a:pt x="7530" y="1820"/>
                  <a:pt x="7404" y="1505"/>
                  <a:pt x="7152" y="1222"/>
                </a:cubicBezTo>
                <a:lnTo>
                  <a:pt x="7751" y="655"/>
                </a:lnTo>
                <a:cubicBezTo>
                  <a:pt x="7908" y="466"/>
                  <a:pt x="7908" y="277"/>
                  <a:pt x="7751" y="119"/>
                </a:cubicBezTo>
                <a:cubicBezTo>
                  <a:pt x="7672" y="40"/>
                  <a:pt x="7586" y="1"/>
                  <a:pt x="7499" y="1"/>
                </a:cubicBezTo>
                <a:cubicBezTo>
                  <a:pt x="7412" y="1"/>
                  <a:pt x="7326" y="40"/>
                  <a:pt x="7247" y="119"/>
                </a:cubicBezTo>
                <a:lnTo>
                  <a:pt x="6522" y="844"/>
                </a:lnTo>
                <a:cubicBezTo>
                  <a:pt x="6365" y="812"/>
                  <a:pt x="6207" y="749"/>
                  <a:pt x="6050" y="749"/>
                </a:cubicBezTo>
                <a:cubicBezTo>
                  <a:pt x="5892" y="749"/>
                  <a:pt x="5735" y="812"/>
                  <a:pt x="5577" y="844"/>
                </a:cubicBezTo>
                <a:lnTo>
                  <a:pt x="4884" y="119"/>
                </a:lnTo>
                <a:cubicBezTo>
                  <a:pt x="4805" y="40"/>
                  <a:pt x="4711" y="1"/>
                  <a:pt x="461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77" name="Google Shape;3477;p48"/>
          <p:cNvGrpSpPr/>
          <p:nvPr/>
        </p:nvGrpSpPr>
        <p:grpSpPr>
          <a:xfrm>
            <a:off x="2038121" y="2872616"/>
            <a:ext cx="256769" cy="292327"/>
            <a:chOff x="-20904875" y="2788575"/>
            <a:chExt cx="267775" cy="304825"/>
          </a:xfrm>
        </p:grpSpPr>
        <p:sp>
          <p:nvSpPr>
            <p:cNvPr id="3478" name="Google Shape;3478;p48"/>
            <p:cNvSpPr/>
            <p:nvPr/>
          </p:nvSpPr>
          <p:spPr>
            <a:xfrm>
              <a:off x="-20904875" y="2788575"/>
              <a:ext cx="267775" cy="304825"/>
            </a:xfrm>
            <a:custGeom>
              <a:rect b="b" l="l" r="r" t="t"/>
              <a:pathLst>
                <a:path extrusionOk="0" h="12193" w="10711">
                  <a:moveTo>
                    <a:pt x="5294" y="725"/>
                  </a:moveTo>
                  <a:cubicBezTo>
                    <a:pt x="5483" y="725"/>
                    <a:pt x="5640" y="882"/>
                    <a:pt x="5640" y="1103"/>
                  </a:cubicBezTo>
                  <a:lnTo>
                    <a:pt x="5640" y="1166"/>
                  </a:lnTo>
                  <a:cubicBezTo>
                    <a:pt x="5640" y="1373"/>
                    <a:pt x="5803" y="1512"/>
                    <a:pt x="5977" y="1512"/>
                  </a:cubicBezTo>
                  <a:cubicBezTo>
                    <a:pt x="6068" y="1512"/>
                    <a:pt x="6163" y="1473"/>
                    <a:pt x="6239" y="1387"/>
                  </a:cubicBezTo>
                  <a:lnTo>
                    <a:pt x="6270" y="1355"/>
                  </a:lnTo>
                  <a:cubicBezTo>
                    <a:pt x="6341" y="1284"/>
                    <a:pt x="6429" y="1252"/>
                    <a:pt x="6514" y="1252"/>
                  </a:cubicBezTo>
                  <a:cubicBezTo>
                    <a:pt x="6695" y="1252"/>
                    <a:pt x="6869" y="1393"/>
                    <a:pt x="6869" y="1607"/>
                  </a:cubicBezTo>
                  <a:cubicBezTo>
                    <a:pt x="6869" y="1765"/>
                    <a:pt x="6774" y="1828"/>
                    <a:pt x="6711" y="1922"/>
                  </a:cubicBezTo>
                  <a:cubicBezTo>
                    <a:pt x="6459" y="2143"/>
                    <a:pt x="6617" y="2489"/>
                    <a:pt x="6932" y="2489"/>
                  </a:cubicBezTo>
                  <a:lnTo>
                    <a:pt x="7026" y="2489"/>
                  </a:lnTo>
                  <a:cubicBezTo>
                    <a:pt x="7215" y="2489"/>
                    <a:pt x="7373" y="2678"/>
                    <a:pt x="7373" y="2867"/>
                  </a:cubicBezTo>
                  <a:cubicBezTo>
                    <a:pt x="7373" y="3056"/>
                    <a:pt x="7215" y="3214"/>
                    <a:pt x="7026" y="3214"/>
                  </a:cubicBezTo>
                  <a:lnTo>
                    <a:pt x="6932" y="3214"/>
                  </a:lnTo>
                  <a:cubicBezTo>
                    <a:pt x="6774" y="3214"/>
                    <a:pt x="6648" y="3277"/>
                    <a:pt x="6617" y="3466"/>
                  </a:cubicBezTo>
                  <a:cubicBezTo>
                    <a:pt x="6585" y="3560"/>
                    <a:pt x="6585" y="3718"/>
                    <a:pt x="6711" y="3844"/>
                  </a:cubicBezTo>
                  <a:lnTo>
                    <a:pt x="6743" y="3875"/>
                  </a:lnTo>
                  <a:cubicBezTo>
                    <a:pt x="6806" y="3970"/>
                    <a:pt x="6869" y="4033"/>
                    <a:pt x="6869" y="4127"/>
                  </a:cubicBezTo>
                  <a:cubicBezTo>
                    <a:pt x="6869" y="4334"/>
                    <a:pt x="6693" y="4473"/>
                    <a:pt x="6518" y="4473"/>
                  </a:cubicBezTo>
                  <a:cubicBezTo>
                    <a:pt x="6427" y="4473"/>
                    <a:pt x="6335" y="4435"/>
                    <a:pt x="6270" y="4348"/>
                  </a:cubicBezTo>
                  <a:lnTo>
                    <a:pt x="6239" y="4316"/>
                  </a:lnTo>
                  <a:cubicBezTo>
                    <a:pt x="6156" y="4234"/>
                    <a:pt x="6063" y="4199"/>
                    <a:pt x="5976" y="4199"/>
                  </a:cubicBezTo>
                  <a:cubicBezTo>
                    <a:pt x="5797" y="4199"/>
                    <a:pt x="5640" y="4346"/>
                    <a:pt x="5640" y="4537"/>
                  </a:cubicBezTo>
                  <a:lnTo>
                    <a:pt x="5640" y="4632"/>
                  </a:lnTo>
                  <a:cubicBezTo>
                    <a:pt x="5640" y="4821"/>
                    <a:pt x="5483" y="4978"/>
                    <a:pt x="5294" y="4978"/>
                  </a:cubicBezTo>
                  <a:cubicBezTo>
                    <a:pt x="5073" y="4978"/>
                    <a:pt x="4916" y="4821"/>
                    <a:pt x="4916" y="4632"/>
                  </a:cubicBezTo>
                  <a:lnTo>
                    <a:pt x="4916" y="4537"/>
                  </a:lnTo>
                  <a:cubicBezTo>
                    <a:pt x="4958" y="4346"/>
                    <a:pt x="4801" y="4213"/>
                    <a:pt x="4626" y="4213"/>
                  </a:cubicBezTo>
                  <a:cubicBezTo>
                    <a:pt x="4541" y="4213"/>
                    <a:pt x="4452" y="4244"/>
                    <a:pt x="4380" y="4316"/>
                  </a:cubicBezTo>
                  <a:lnTo>
                    <a:pt x="4349" y="4348"/>
                  </a:lnTo>
                  <a:cubicBezTo>
                    <a:pt x="4270" y="4427"/>
                    <a:pt x="4175" y="4466"/>
                    <a:pt x="4081" y="4466"/>
                  </a:cubicBezTo>
                  <a:cubicBezTo>
                    <a:pt x="3986" y="4466"/>
                    <a:pt x="3892" y="4427"/>
                    <a:pt x="3813" y="4348"/>
                  </a:cubicBezTo>
                  <a:cubicBezTo>
                    <a:pt x="3655" y="4190"/>
                    <a:pt x="3655" y="4001"/>
                    <a:pt x="3813" y="3844"/>
                  </a:cubicBezTo>
                  <a:lnTo>
                    <a:pt x="3876" y="3812"/>
                  </a:lnTo>
                  <a:cubicBezTo>
                    <a:pt x="4096" y="3560"/>
                    <a:pt x="3939" y="3214"/>
                    <a:pt x="3624" y="3214"/>
                  </a:cubicBezTo>
                  <a:lnTo>
                    <a:pt x="3561" y="3214"/>
                  </a:lnTo>
                  <a:cubicBezTo>
                    <a:pt x="3340" y="3214"/>
                    <a:pt x="3183" y="3056"/>
                    <a:pt x="3183" y="2867"/>
                  </a:cubicBezTo>
                  <a:cubicBezTo>
                    <a:pt x="3183" y="2678"/>
                    <a:pt x="3340" y="2489"/>
                    <a:pt x="3561" y="2489"/>
                  </a:cubicBezTo>
                  <a:lnTo>
                    <a:pt x="3624" y="2489"/>
                  </a:lnTo>
                  <a:cubicBezTo>
                    <a:pt x="3939" y="2489"/>
                    <a:pt x="4096" y="2111"/>
                    <a:pt x="3876" y="1922"/>
                  </a:cubicBezTo>
                  <a:cubicBezTo>
                    <a:pt x="3813" y="1891"/>
                    <a:pt x="3718" y="1796"/>
                    <a:pt x="3718" y="1607"/>
                  </a:cubicBezTo>
                  <a:cubicBezTo>
                    <a:pt x="3718" y="1393"/>
                    <a:pt x="3892" y="1252"/>
                    <a:pt x="4063" y="1252"/>
                  </a:cubicBezTo>
                  <a:cubicBezTo>
                    <a:pt x="4144" y="1252"/>
                    <a:pt x="4225" y="1284"/>
                    <a:pt x="4286" y="1355"/>
                  </a:cubicBezTo>
                  <a:lnTo>
                    <a:pt x="4349" y="1387"/>
                  </a:lnTo>
                  <a:cubicBezTo>
                    <a:pt x="4424" y="1473"/>
                    <a:pt x="4515" y="1512"/>
                    <a:pt x="4602" y="1512"/>
                  </a:cubicBezTo>
                  <a:cubicBezTo>
                    <a:pt x="4767" y="1512"/>
                    <a:pt x="4916" y="1373"/>
                    <a:pt x="4916" y="1166"/>
                  </a:cubicBezTo>
                  <a:lnTo>
                    <a:pt x="4916" y="1103"/>
                  </a:lnTo>
                  <a:cubicBezTo>
                    <a:pt x="4916" y="882"/>
                    <a:pt x="5073" y="725"/>
                    <a:pt x="5294" y="725"/>
                  </a:cubicBezTo>
                  <a:close/>
                  <a:moveTo>
                    <a:pt x="757" y="5766"/>
                  </a:moveTo>
                  <a:lnTo>
                    <a:pt x="757" y="5766"/>
                  </a:lnTo>
                  <a:cubicBezTo>
                    <a:pt x="1482" y="5892"/>
                    <a:pt x="2647" y="6144"/>
                    <a:pt x="3120" y="6648"/>
                  </a:cubicBezTo>
                  <a:cubicBezTo>
                    <a:pt x="3624" y="7152"/>
                    <a:pt x="3624" y="7498"/>
                    <a:pt x="3340" y="7908"/>
                  </a:cubicBezTo>
                  <a:lnTo>
                    <a:pt x="2616" y="7152"/>
                  </a:lnTo>
                  <a:cubicBezTo>
                    <a:pt x="2537" y="7073"/>
                    <a:pt x="2442" y="7034"/>
                    <a:pt x="2348" y="7034"/>
                  </a:cubicBezTo>
                  <a:cubicBezTo>
                    <a:pt x="2253" y="7034"/>
                    <a:pt x="2159" y="7073"/>
                    <a:pt x="2080" y="7152"/>
                  </a:cubicBezTo>
                  <a:cubicBezTo>
                    <a:pt x="1923" y="7309"/>
                    <a:pt x="1923" y="7498"/>
                    <a:pt x="2080" y="7656"/>
                  </a:cubicBezTo>
                  <a:lnTo>
                    <a:pt x="2836" y="8412"/>
                  </a:lnTo>
                  <a:cubicBezTo>
                    <a:pt x="2695" y="8515"/>
                    <a:pt x="2554" y="8575"/>
                    <a:pt x="2401" y="8575"/>
                  </a:cubicBezTo>
                  <a:cubicBezTo>
                    <a:pt x="2176" y="8575"/>
                    <a:pt x="1925" y="8446"/>
                    <a:pt x="1608" y="8129"/>
                  </a:cubicBezTo>
                  <a:cubicBezTo>
                    <a:pt x="1135" y="7656"/>
                    <a:pt x="883" y="6490"/>
                    <a:pt x="757" y="5766"/>
                  </a:cubicBezTo>
                  <a:close/>
                  <a:moveTo>
                    <a:pt x="9893" y="6459"/>
                  </a:moveTo>
                  <a:cubicBezTo>
                    <a:pt x="9799" y="7183"/>
                    <a:pt x="9578" y="8381"/>
                    <a:pt x="9074" y="8853"/>
                  </a:cubicBezTo>
                  <a:cubicBezTo>
                    <a:pt x="8805" y="9123"/>
                    <a:pt x="8570" y="9287"/>
                    <a:pt x="8321" y="9287"/>
                  </a:cubicBezTo>
                  <a:cubicBezTo>
                    <a:pt x="8162" y="9287"/>
                    <a:pt x="7998" y="9221"/>
                    <a:pt x="7814" y="9074"/>
                  </a:cubicBezTo>
                  <a:lnTo>
                    <a:pt x="8570" y="8349"/>
                  </a:lnTo>
                  <a:cubicBezTo>
                    <a:pt x="8728" y="8192"/>
                    <a:pt x="8728" y="7971"/>
                    <a:pt x="8570" y="7814"/>
                  </a:cubicBezTo>
                  <a:cubicBezTo>
                    <a:pt x="8491" y="7735"/>
                    <a:pt x="8397" y="7695"/>
                    <a:pt x="8302" y="7695"/>
                  </a:cubicBezTo>
                  <a:cubicBezTo>
                    <a:pt x="8208" y="7695"/>
                    <a:pt x="8113" y="7735"/>
                    <a:pt x="8035" y="7814"/>
                  </a:cubicBezTo>
                  <a:lnTo>
                    <a:pt x="7278" y="8570"/>
                  </a:lnTo>
                  <a:cubicBezTo>
                    <a:pt x="7026" y="8192"/>
                    <a:pt x="7026" y="7814"/>
                    <a:pt x="7531" y="7309"/>
                  </a:cubicBezTo>
                  <a:cubicBezTo>
                    <a:pt x="8003" y="6837"/>
                    <a:pt x="9169" y="6553"/>
                    <a:pt x="9893" y="6459"/>
                  </a:cubicBezTo>
                  <a:close/>
                  <a:moveTo>
                    <a:pt x="5357" y="0"/>
                  </a:moveTo>
                  <a:cubicBezTo>
                    <a:pt x="4979" y="0"/>
                    <a:pt x="4601" y="221"/>
                    <a:pt x="4412" y="536"/>
                  </a:cubicBezTo>
                  <a:cubicBezTo>
                    <a:pt x="4313" y="500"/>
                    <a:pt x="4206" y="482"/>
                    <a:pt x="4097" y="482"/>
                  </a:cubicBezTo>
                  <a:cubicBezTo>
                    <a:pt x="3826" y="482"/>
                    <a:pt x="3543" y="594"/>
                    <a:pt x="3340" y="819"/>
                  </a:cubicBezTo>
                  <a:cubicBezTo>
                    <a:pt x="3088" y="1103"/>
                    <a:pt x="2962" y="1513"/>
                    <a:pt x="3088" y="1891"/>
                  </a:cubicBezTo>
                  <a:cubicBezTo>
                    <a:pt x="2710" y="2080"/>
                    <a:pt x="2521" y="2426"/>
                    <a:pt x="2521" y="2836"/>
                  </a:cubicBezTo>
                  <a:cubicBezTo>
                    <a:pt x="2521" y="3214"/>
                    <a:pt x="2773" y="3560"/>
                    <a:pt x="3088" y="3781"/>
                  </a:cubicBezTo>
                  <a:cubicBezTo>
                    <a:pt x="2962" y="4127"/>
                    <a:pt x="3057" y="4569"/>
                    <a:pt x="3340" y="4821"/>
                  </a:cubicBezTo>
                  <a:cubicBezTo>
                    <a:pt x="3549" y="5030"/>
                    <a:pt x="3844" y="5153"/>
                    <a:pt x="4123" y="5153"/>
                  </a:cubicBezTo>
                  <a:cubicBezTo>
                    <a:pt x="4223" y="5153"/>
                    <a:pt x="4320" y="5137"/>
                    <a:pt x="4412" y="5104"/>
                  </a:cubicBezTo>
                  <a:cubicBezTo>
                    <a:pt x="4538" y="5325"/>
                    <a:pt x="4758" y="5545"/>
                    <a:pt x="5010" y="5608"/>
                  </a:cubicBezTo>
                  <a:lnTo>
                    <a:pt x="5010" y="9483"/>
                  </a:lnTo>
                  <a:lnTo>
                    <a:pt x="3907" y="8381"/>
                  </a:lnTo>
                  <a:cubicBezTo>
                    <a:pt x="4538" y="7593"/>
                    <a:pt x="4380" y="6837"/>
                    <a:pt x="3655" y="6144"/>
                  </a:cubicBezTo>
                  <a:cubicBezTo>
                    <a:pt x="2773" y="5230"/>
                    <a:pt x="505" y="5041"/>
                    <a:pt x="410" y="5041"/>
                  </a:cubicBezTo>
                  <a:cubicBezTo>
                    <a:pt x="158" y="5041"/>
                    <a:pt x="1" y="5199"/>
                    <a:pt x="1" y="5419"/>
                  </a:cubicBezTo>
                  <a:cubicBezTo>
                    <a:pt x="1" y="5482"/>
                    <a:pt x="190" y="7751"/>
                    <a:pt x="1104" y="8696"/>
                  </a:cubicBezTo>
                  <a:cubicBezTo>
                    <a:pt x="1517" y="9091"/>
                    <a:pt x="1951" y="9312"/>
                    <a:pt x="2382" y="9312"/>
                  </a:cubicBezTo>
                  <a:cubicBezTo>
                    <a:pt x="2706" y="9312"/>
                    <a:pt x="3029" y="9187"/>
                    <a:pt x="3340" y="8916"/>
                  </a:cubicBezTo>
                  <a:lnTo>
                    <a:pt x="4979" y="10554"/>
                  </a:lnTo>
                  <a:lnTo>
                    <a:pt x="4979" y="11500"/>
                  </a:lnTo>
                  <a:lnTo>
                    <a:pt x="2490" y="11500"/>
                  </a:lnTo>
                  <a:cubicBezTo>
                    <a:pt x="2301" y="11500"/>
                    <a:pt x="2143" y="11657"/>
                    <a:pt x="2143" y="11846"/>
                  </a:cubicBezTo>
                  <a:cubicBezTo>
                    <a:pt x="2143" y="12035"/>
                    <a:pt x="2301" y="12193"/>
                    <a:pt x="2490" y="12193"/>
                  </a:cubicBezTo>
                  <a:lnTo>
                    <a:pt x="8192" y="12193"/>
                  </a:lnTo>
                  <a:cubicBezTo>
                    <a:pt x="8381" y="12193"/>
                    <a:pt x="8539" y="12035"/>
                    <a:pt x="8539" y="11846"/>
                  </a:cubicBezTo>
                  <a:cubicBezTo>
                    <a:pt x="8539" y="11657"/>
                    <a:pt x="8381" y="11500"/>
                    <a:pt x="8192" y="11500"/>
                  </a:cubicBezTo>
                  <a:lnTo>
                    <a:pt x="5703" y="11500"/>
                  </a:lnTo>
                  <a:lnTo>
                    <a:pt x="5703" y="11248"/>
                  </a:lnTo>
                  <a:lnTo>
                    <a:pt x="7342" y="9641"/>
                  </a:lnTo>
                  <a:cubicBezTo>
                    <a:pt x="7677" y="9909"/>
                    <a:pt x="8000" y="10034"/>
                    <a:pt x="8317" y="10034"/>
                  </a:cubicBezTo>
                  <a:cubicBezTo>
                    <a:pt x="8746" y="10034"/>
                    <a:pt x="9162" y="9805"/>
                    <a:pt x="9578" y="9389"/>
                  </a:cubicBezTo>
                  <a:cubicBezTo>
                    <a:pt x="10492" y="8507"/>
                    <a:pt x="10681" y="6238"/>
                    <a:pt x="10681" y="6144"/>
                  </a:cubicBezTo>
                  <a:cubicBezTo>
                    <a:pt x="10710" y="5910"/>
                    <a:pt x="10550" y="5731"/>
                    <a:pt x="10376" y="5731"/>
                  </a:cubicBezTo>
                  <a:cubicBezTo>
                    <a:pt x="10362" y="5731"/>
                    <a:pt x="10348" y="5732"/>
                    <a:pt x="10334" y="5734"/>
                  </a:cubicBezTo>
                  <a:cubicBezTo>
                    <a:pt x="10240" y="5734"/>
                    <a:pt x="8003" y="5923"/>
                    <a:pt x="7058" y="6837"/>
                  </a:cubicBezTo>
                  <a:cubicBezTo>
                    <a:pt x="6333" y="7561"/>
                    <a:pt x="6176" y="8286"/>
                    <a:pt x="6806" y="9074"/>
                  </a:cubicBezTo>
                  <a:lnTo>
                    <a:pt x="5703" y="10176"/>
                  </a:lnTo>
                  <a:lnTo>
                    <a:pt x="5703" y="5608"/>
                  </a:lnTo>
                  <a:cubicBezTo>
                    <a:pt x="5955" y="5545"/>
                    <a:pt x="6176" y="5356"/>
                    <a:pt x="6302" y="5104"/>
                  </a:cubicBezTo>
                  <a:cubicBezTo>
                    <a:pt x="6401" y="5140"/>
                    <a:pt x="6508" y="5158"/>
                    <a:pt x="6616" y="5158"/>
                  </a:cubicBezTo>
                  <a:cubicBezTo>
                    <a:pt x="6888" y="5158"/>
                    <a:pt x="7170" y="5046"/>
                    <a:pt x="7373" y="4821"/>
                  </a:cubicBezTo>
                  <a:cubicBezTo>
                    <a:pt x="7562" y="4632"/>
                    <a:pt x="7688" y="4348"/>
                    <a:pt x="7688" y="4096"/>
                  </a:cubicBezTo>
                  <a:cubicBezTo>
                    <a:pt x="7688" y="3970"/>
                    <a:pt x="7688" y="3875"/>
                    <a:pt x="7657" y="3781"/>
                  </a:cubicBezTo>
                  <a:cubicBezTo>
                    <a:pt x="8003" y="3560"/>
                    <a:pt x="8192" y="3214"/>
                    <a:pt x="8192" y="2836"/>
                  </a:cubicBezTo>
                  <a:cubicBezTo>
                    <a:pt x="8192" y="2426"/>
                    <a:pt x="7972" y="2080"/>
                    <a:pt x="7657" y="1891"/>
                  </a:cubicBezTo>
                  <a:cubicBezTo>
                    <a:pt x="7751" y="1513"/>
                    <a:pt x="7688" y="1103"/>
                    <a:pt x="7373" y="819"/>
                  </a:cubicBezTo>
                  <a:cubicBezTo>
                    <a:pt x="7164" y="610"/>
                    <a:pt x="6869" y="487"/>
                    <a:pt x="6590" y="487"/>
                  </a:cubicBezTo>
                  <a:cubicBezTo>
                    <a:pt x="6491" y="487"/>
                    <a:pt x="6393" y="503"/>
                    <a:pt x="6302" y="536"/>
                  </a:cubicBezTo>
                  <a:cubicBezTo>
                    <a:pt x="6113" y="189"/>
                    <a:pt x="5766" y="0"/>
                    <a:pt x="535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9" name="Google Shape;3479;p48"/>
            <p:cNvSpPr/>
            <p:nvPr/>
          </p:nvSpPr>
          <p:spPr>
            <a:xfrm>
              <a:off x="-20788300" y="2842125"/>
              <a:ext cx="35475" cy="35475"/>
            </a:xfrm>
            <a:custGeom>
              <a:rect b="b" l="l" r="r" t="t"/>
              <a:pathLst>
                <a:path extrusionOk="0" h="1419" w="1419">
                  <a:moveTo>
                    <a:pt x="694" y="1"/>
                  </a:moveTo>
                  <a:cubicBezTo>
                    <a:pt x="316" y="1"/>
                    <a:pt x="1" y="316"/>
                    <a:pt x="1" y="725"/>
                  </a:cubicBezTo>
                  <a:cubicBezTo>
                    <a:pt x="1" y="1103"/>
                    <a:pt x="316" y="1418"/>
                    <a:pt x="694" y="1418"/>
                  </a:cubicBezTo>
                  <a:cubicBezTo>
                    <a:pt x="1040" y="1418"/>
                    <a:pt x="1418" y="1103"/>
                    <a:pt x="1418" y="725"/>
                  </a:cubicBezTo>
                  <a:cubicBezTo>
                    <a:pt x="1418" y="316"/>
                    <a:pt x="1103" y="1"/>
                    <a:pt x="69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80" name="Google Shape;3480;p48"/>
          <p:cNvGrpSpPr/>
          <p:nvPr/>
        </p:nvGrpSpPr>
        <p:grpSpPr>
          <a:xfrm>
            <a:off x="4243303" y="2417822"/>
            <a:ext cx="222081" cy="290841"/>
            <a:chOff x="-19006700" y="2434925"/>
            <a:chExt cx="231600" cy="303275"/>
          </a:xfrm>
        </p:grpSpPr>
        <p:sp>
          <p:nvSpPr>
            <p:cNvPr id="3481" name="Google Shape;3481;p48"/>
            <p:cNvSpPr/>
            <p:nvPr/>
          </p:nvSpPr>
          <p:spPr>
            <a:xfrm>
              <a:off x="-18906675" y="2552275"/>
              <a:ext cx="36275" cy="44150"/>
            </a:xfrm>
            <a:custGeom>
              <a:rect b="b" l="l" r="r" t="t"/>
              <a:pathLst>
                <a:path extrusionOk="0" h="1766" w="1451">
                  <a:moveTo>
                    <a:pt x="1000" y="0"/>
                  </a:moveTo>
                  <a:cubicBezTo>
                    <a:pt x="853" y="0"/>
                    <a:pt x="718" y="108"/>
                    <a:pt x="694" y="253"/>
                  </a:cubicBezTo>
                  <a:cubicBezTo>
                    <a:pt x="641" y="95"/>
                    <a:pt x="478" y="25"/>
                    <a:pt x="334" y="25"/>
                  </a:cubicBezTo>
                  <a:cubicBezTo>
                    <a:pt x="306" y="25"/>
                    <a:pt x="279" y="27"/>
                    <a:pt x="253" y="32"/>
                  </a:cubicBezTo>
                  <a:cubicBezTo>
                    <a:pt x="64" y="95"/>
                    <a:pt x="1" y="316"/>
                    <a:pt x="32" y="473"/>
                  </a:cubicBezTo>
                  <a:lnTo>
                    <a:pt x="284" y="1513"/>
                  </a:lnTo>
                  <a:cubicBezTo>
                    <a:pt x="347" y="1671"/>
                    <a:pt x="505" y="1765"/>
                    <a:pt x="663" y="1765"/>
                  </a:cubicBezTo>
                  <a:cubicBezTo>
                    <a:pt x="820" y="1765"/>
                    <a:pt x="946" y="1671"/>
                    <a:pt x="1009" y="1513"/>
                  </a:cubicBezTo>
                  <a:lnTo>
                    <a:pt x="1356" y="473"/>
                  </a:lnTo>
                  <a:cubicBezTo>
                    <a:pt x="1450" y="253"/>
                    <a:pt x="1324" y="64"/>
                    <a:pt x="1135" y="32"/>
                  </a:cubicBezTo>
                  <a:cubicBezTo>
                    <a:pt x="1091" y="10"/>
                    <a:pt x="1045" y="0"/>
                    <a:pt x="100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2" name="Google Shape;3482;p48"/>
            <p:cNvSpPr/>
            <p:nvPr/>
          </p:nvSpPr>
          <p:spPr>
            <a:xfrm>
              <a:off x="-18935800" y="2525500"/>
              <a:ext cx="18125" cy="17350"/>
            </a:xfrm>
            <a:custGeom>
              <a:rect b="b" l="l" r="r" t="t"/>
              <a:pathLst>
                <a:path extrusionOk="0" h="694" w="725">
                  <a:moveTo>
                    <a:pt x="347" y="1"/>
                  </a:moveTo>
                  <a:cubicBezTo>
                    <a:pt x="158" y="1"/>
                    <a:pt x="0" y="158"/>
                    <a:pt x="0" y="347"/>
                  </a:cubicBezTo>
                  <a:cubicBezTo>
                    <a:pt x="0" y="536"/>
                    <a:pt x="158" y="694"/>
                    <a:pt x="347" y="694"/>
                  </a:cubicBezTo>
                  <a:cubicBezTo>
                    <a:pt x="567" y="694"/>
                    <a:pt x="725" y="536"/>
                    <a:pt x="725" y="347"/>
                  </a:cubicBezTo>
                  <a:cubicBezTo>
                    <a:pt x="725" y="158"/>
                    <a:pt x="567"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3" name="Google Shape;3483;p48"/>
            <p:cNvSpPr/>
            <p:nvPr/>
          </p:nvSpPr>
          <p:spPr>
            <a:xfrm>
              <a:off x="-18864125" y="2525500"/>
              <a:ext cx="18125" cy="17350"/>
            </a:xfrm>
            <a:custGeom>
              <a:rect b="b" l="l" r="r" t="t"/>
              <a:pathLst>
                <a:path extrusionOk="0" h="694" w="725">
                  <a:moveTo>
                    <a:pt x="378" y="1"/>
                  </a:moveTo>
                  <a:cubicBezTo>
                    <a:pt x="158" y="1"/>
                    <a:pt x="0" y="158"/>
                    <a:pt x="0" y="347"/>
                  </a:cubicBezTo>
                  <a:cubicBezTo>
                    <a:pt x="0" y="536"/>
                    <a:pt x="158" y="694"/>
                    <a:pt x="378" y="694"/>
                  </a:cubicBezTo>
                  <a:cubicBezTo>
                    <a:pt x="567" y="694"/>
                    <a:pt x="725" y="536"/>
                    <a:pt x="725" y="347"/>
                  </a:cubicBezTo>
                  <a:cubicBezTo>
                    <a:pt x="725" y="158"/>
                    <a:pt x="567" y="1"/>
                    <a:pt x="37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4" name="Google Shape;3484;p48"/>
            <p:cNvSpPr/>
            <p:nvPr/>
          </p:nvSpPr>
          <p:spPr>
            <a:xfrm>
              <a:off x="-19006700" y="2434925"/>
              <a:ext cx="231600" cy="303275"/>
            </a:xfrm>
            <a:custGeom>
              <a:rect b="b" l="l" r="r" t="t"/>
              <a:pathLst>
                <a:path extrusionOk="0" h="12131" w="9264">
                  <a:moveTo>
                    <a:pt x="6302" y="757"/>
                  </a:moveTo>
                  <a:cubicBezTo>
                    <a:pt x="6774" y="851"/>
                    <a:pt x="7089" y="1292"/>
                    <a:pt x="7089" y="1765"/>
                  </a:cubicBezTo>
                  <a:lnTo>
                    <a:pt x="7089" y="2521"/>
                  </a:lnTo>
                  <a:cubicBezTo>
                    <a:pt x="6774" y="2269"/>
                    <a:pt x="6428" y="2175"/>
                    <a:pt x="6018" y="2175"/>
                  </a:cubicBezTo>
                  <a:cubicBezTo>
                    <a:pt x="5451" y="2175"/>
                    <a:pt x="4916" y="2427"/>
                    <a:pt x="4601" y="2868"/>
                  </a:cubicBezTo>
                  <a:cubicBezTo>
                    <a:pt x="4285" y="2427"/>
                    <a:pt x="3781" y="2175"/>
                    <a:pt x="3183" y="2175"/>
                  </a:cubicBezTo>
                  <a:cubicBezTo>
                    <a:pt x="2805" y="2175"/>
                    <a:pt x="2395" y="2269"/>
                    <a:pt x="2143" y="2521"/>
                  </a:cubicBezTo>
                  <a:lnTo>
                    <a:pt x="2143" y="1765"/>
                  </a:lnTo>
                  <a:cubicBezTo>
                    <a:pt x="2143" y="1261"/>
                    <a:pt x="2458" y="851"/>
                    <a:pt x="2931" y="757"/>
                  </a:cubicBezTo>
                  <a:cubicBezTo>
                    <a:pt x="3088" y="1135"/>
                    <a:pt x="3466" y="1418"/>
                    <a:pt x="3907" y="1418"/>
                  </a:cubicBezTo>
                  <a:lnTo>
                    <a:pt x="5325" y="1418"/>
                  </a:lnTo>
                  <a:cubicBezTo>
                    <a:pt x="5766" y="1418"/>
                    <a:pt x="6144" y="1135"/>
                    <a:pt x="6302" y="757"/>
                  </a:cubicBezTo>
                  <a:close/>
                  <a:moveTo>
                    <a:pt x="6050" y="2899"/>
                  </a:moveTo>
                  <a:cubicBezTo>
                    <a:pt x="6617" y="2899"/>
                    <a:pt x="7089" y="3372"/>
                    <a:pt x="7089" y="3970"/>
                  </a:cubicBezTo>
                  <a:lnTo>
                    <a:pt x="7089" y="4695"/>
                  </a:lnTo>
                  <a:cubicBezTo>
                    <a:pt x="7089" y="6050"/>
                    <a:pt x="5987" y="7152"/>
                    <a:pt x="4632" y="7152"/>
                  </a:cubicBezTo>
                  <a:cubicBezTo>
                    <a:pt x="3246" y="7152"/>
                    <a:pt x="2143" y="6050"/>
                    <a:pt x="2143" y="4695"/>
                  </a:cubicBezTo>
                  <a:lnTo>
                    <a:pt x="2143" y="3970"/>
                  </a:lnTo>
                  <a:cubicBezTo>
                    <a:pt x="2143" y="3372"/>
                    <a:pt x="2616" y="2899"/>
                    <a:pt x="3183" y="2899"/>
                  </a:cubicBezTo>
                  <a:cubicBezTo>
                    <a:pt x="3781" y="2899"/>
                    <a:pt x="4254" y="3372"/>
                    <a:pt x="4254" y="3970"/>
                  </a:cubicBezTo>
                  <a:cubicBezTo>
                    <a:pt x="4254" y="4159"/>
                    <a:pt x="4411" y="4317"/>
                    <a:pt x="4632" y="4317"/>
                  </a:cubicBezTo>
                  <a:cubicBezTo>
                    <a:pt x="4821" y="4317"/>
                    <a:pt x="4979" y="4159"/>
                    <a:pt x="4979" y="3970"/>
                  </a:cubicBezTo>
                  <a:cubicBezTo>
                    <a:pt x="4979" y="3372"/>
                    <a:pt x="5451" y="2899"/>
                    <a:pt x="6050" y="2899"/>
                  </a:cubicBezTo>
                  <a:close/>
                  <a:moveTo>
                    <a:pt x="7121" y="7152"/>
                  </a:moveTo>
                  <a:cubicBezTo>
                    <a:pt x="7909" y="7152"/>
                    <a:pt x="8539" y="7782"/>
                    <a:pt x="8539" y="8570"/>
                  </a:cubicBezTo>
                  <a:lnTo>
                    <a:pt x="8539" y="9956"/>
                  </a:lnTo>
                  <a:cubicBezTo>
                    <a:pt x="8129" y="9799"/>
                    <a:pt x="7846" y="9421"/>
                    <a:pt x="7846" y="8948"/>
                  </a:cubicBezTo>
                  <a:cubicBezTo>
                    <a:pt x="7846" y="8728"/>
                    <a:pt x="7688" y="8570"/>
                    <a:pt x="7499" y="8570"/>
                  </a:cubicBezTo>
                  <a:cubicBezTo>
                    <a:pt x="7278" y="8570"/>
                    <a:pt x="7121" y="8728"/>
                    <a:pt x="7121" y="8948"/>
                  </a:cubicBezTo>
                  <a:cubicBezTo>
                    <a:pt x="7121" y="9799"/>
                    <a:pt x="7751" y="10523"/>
                    <a:pt x="8539" y="10681"/>
                  </a:cubicBezTo>
                  <a:lnTo>
                    <a:pt x="8539" y="11405"/>
                  </a:lnTo>
                  <a:cubicBezTo>
                    <a:pt x="6963" y="11405"/>
                    <a:pt x="5703" y="10114"/>
                    <a:pt x="5703" y="8570"/>
                  </a:cubicBezTo>
                  <a:cubicBezTo>
                    <a:pt x="5703" y="7782"/>
                    <a:pt x="6333" y="7152"/>
                    <a:pt x="7121" y="7152"/>
                  </a:cubicBezTo>
                  <a:close/>
                  <a:moveTo>
                    <a:pt x="2868" y="7373"/>
                  </a:moveTo>
                  <a:cubicBezTo>
                    <a:pt x="3435" y="7719"/>
                    <a:pt x="4033" y="7908"/>
                    <a:pt x="4664" y="7908"/>
                  </a:cubicBezTo>
                  <a:cubicBezTo>
                    <a:pt x="4821" y="7908"/>
                    <a:pt x="4979" y="7908"/>
                    <a:pt x="5168" y="7877"/>
                  </a:cubicBezTo>
                  <a:lnTo>
                    <a:pt x="5168" y="7877"/>
                  </a:lnTo>
                  <a:cubicBezTo>
                    <a:pt x="5073" y="8097"/>
                    <a:pt x="5042" y="8349"/>
                    <a:pt x="5042" y="8633"/>
                  </a:cubicBezTo>
                  <a:cubicBezTo>
                    <a:pt x="5042" y="9799"/>
                    <a:pt x="5609" y="10838"/>
                    <a:pt x="6459" y="11468"/>
                  </a:cubicBezTo>
                  <a:lnTo>
                    <a:pt x="5357" y="11468"/>
                  </a:lnTo>
                  <a:cubicBezTo>
                    <a:pt x="3970" y="11468"/>
                    <a:pt x="2868" y="10334"/>
                    <a:pt x="2868" y="8980"/>
                  </a:cubicBezTo>
                  <a:lnTo>
                    <a:pt x="2868" y="7373"/>
                  </a:lnTo>
                  <a:close/>
                  <a:moveTo>
                    <a:pt x="3246" y="1"/>
                  </a:moveTo>
                  <a:cubicBezTo>
                    <a:pt x="2238" y="1"/>
                    <a:pt x="1450" y="788"/>
                    <a:pt x="1450" y="1765"/>
                  </a:cubicBezTo>
                  <a:lnTo>
                    <a:pt x="1450" y="4695"/>
                  </a:lnTo>
                  <a:cubicBezTo>
                    <a:pt x="1450" y="5420"/>
                    <a:pt x="1734" y="6144"/>
                    <a:pt x="2175" y="6680"/>
                  </a:cubicBezTo>
                  <a:lnTo>
                    <a:pt x="2175" y="8948"/>
                  </a:lnTo>
                  <a:cubicBezTo>
                    <a:pt x="2175" y="9956"/>
                    <a:pt x="2647" y="10838"/>
                    <a:pt x="3340" y="11405"/>
                  </a:cubicBezTo>
                  <a:lnTo>
                    <a:pt x="2017" y="11405"/>
                  </a:lnTo>
                  <a:lnTo>
                    <a:pt x="1387" y="10208"/>
                  </a:lnTo>
                  <a:cubicBezTo>
                    <a:pt x="1319" y="10094"/>
                    <a:pt x="1184" y="10013"/>
                    <a:pt x="1055" y="10013"/>
                  </a:cubicBezTo>
                  <a:cubicBezTo>
                    <a:pt x="1006" y="10013"/>
                    <a:pt x="958" y="10025"/>
                    <a:pt x="914" y="10051"/>
                  </a:cubicBezTo>
                  <a:cubicBezTo>
                    <a:pt x="757" y="10114"/>
                    <a:pt x="662" y="10366"/>
                    <a:pt x="757" y="10523"/>
                  </a:cubicBezTo>
                  <a:lnTo>
                    <a:pt x="1229" y="11405"/>
                  </a:lnTo>
                  <a:lnTo>
                    <a:pt x="347" y="11405"/>
                  </a:lnTo>
                  <a:cubicBezTo>
                    <a:pt x="158" y="11405"/>
                    <a:pt x="1" y="11563"/>
                    <a:pt x="1" y="11783"/>
                  </a:cubicBezTo>
                  <a:cubicBezTo>
                    <a:pt x="1" y="11973"/>
                    <a:pt x="158" y="12130"/>
                    <a:pt x="347" y="12130"/>
                  </a:cubicBezTo>
                  <a:lnTo>
                    <a:pt x="8917" y="12130"/>
                  </a:lnTo>
                  <a:cubicBezTo>
                    <a:pt x="9106" y="12130"/>
                    <a:pt x="9263" y="11973"/>
                    <a:pt x="9263" y="11783"/>
                  </a:cubicBezTo>
                  <a:lnTo>
                    <a:pt x="9263" y="8633"/>
                  </a:lnTo>
                  <a:cubicBezTo>
                    <a:pt x="9263" y="7467"/>
                    <a:pt x="8381" y="6585"/>
                    <a:pt x="7278" y="6459"/>
                  </a:cubicBezTo>
                  <a:cubicBezTo>
                    <a:pt x="7657" y="5955"/>
                    <a:pt x="7846" y="5325"/>
                    <a:pt x="7846" y="4695"/>
                  </a:cubicBezTo>
                  <a:lnTo>
                    <a:pt x="7846" y="1765"/>
                  </a:lnTo>
                  <a:cubicBezTo>
                    <a:pt x="7846" y="788"/>
                    <a:pt x="7058" y="1"/>
                    <a:pt x="6081" y="1"/>
                  </a:cubicBezTo>
                  <a:cubicBezTo>
                    <a:pt x="5861" y="1"/>
                    <a:pt x="5703" y="158"/>
                    <a:pt x="5703" y="347"/>
                  </a:cubicBezTo>
                  <a:cubicBezTo>
                    <a:pt x="5703" y="536"/>
                    <a:pt x="5546" y="694"/>
                    <a:pt x="5357" y="694"/>
                  </a:cubicBezTo>
                  <a:lnTo>
                    <a:pt x="3939" y="694"/>
                  </a:lnTo>
                  <a:cubicBezTo>
                    <a:pt x="3750" y="694"/>
                    <a:pt x="3592" y="536"/>
                    <a:pt x="3592" y="347"/>
                  </a:cubicBezTo>
                  <a:cubicBezTo>
                    <a:pt x="3592" y="158"/>
                    <a:pt x="3435" y="1"/>
                    <a:pt x="32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85" name="Google Shape;3485;p48"/>
          <p:cNvSpPr/>
          <p:nvPr/>
        </p:nvSpPr>
        <p:spPr>
          <a:xfrm>
            <a:off x="4208567" y="2872988"/>
            <a:ext cx="291554" cy="291584"/>
          </a:xfrm>
          <a:custGeom>
            <a:rect b="b" l="l" r="r" t="t"/>
            <a:pathLst>
              <a:path extrusionOk="0" h="12162" w="12162">
                <a:moveTo>
                  <a:pt x="1072" y="3561"/>
                </a:moveTo>
                <a:cubicBezTo>
                  <a:pt x="1229" y="3561"/>
                  <a:pt x="1418" y="3813"/>
                  <a:pt x="1418" y="4254"/>
                </a:cubicBezTo>
                <a:cubicBezTo>
                  <a:pt x="1418" y="4695"/>
                  <a:pt x="1229" y="4979"/>
                  <a:pt x="1072" y="4979"/>
                </a:cubicBezTo>
                <a:cubicBezTo>
                  <a:pt x="914" y="4979"/>
                  <a:pt x="694" y="4695"/>
                  <a:pt x="694" y="4254"/>
                </a:cubicBezTo>
                <a:cubicBezTo>
                  <a:pt x="694" y="3813"/>
                  <a:pt x="914" y="3561"/>
                  <a:pt x="1072" y="3561"/>
                </a:cubicBezTo>
                <a:close/>
                <a:moveTo>
                  <a:pt x="4632" y="3561"/>
                </a:moveTo>
                <a:cubicBezTo>
                  <a:pt x="4821" y="3561"/>
                  <a:pt x="5010" y="3813"/>
                  <a:pt x="5010" y="4254"/>
                </a:cubicBezTo>
                <a:cubicBezTo>
                  <a:pt x="5010" y="4695"/>
                  <a:pt x="4758" y="4979"/>
                  <a:pt x="4632" y="4979"/>
                </a:cubicBezTo>
                <a:cubicBezTo>
                  <a:pt x="4474" y="4979"/>
                  <a:pt x="4285" y="4695"/>
                  <a:pt x="4285" y="4254"/>
                </a:cubicBezTo>
                <a:cubicBezTo>
                  <a:pt x="4285" y="3813"/>
                  <a:pt x="4474" y="3561"/>
                  <a:pt x="4632" y="3561"/>
                </a:cubicBezTo>
                <a:close/>
                <a:moveTo>
                  <a:pt x="2836" y="2080"/>
                </a:moveTo>
                <a:cubicBezTo>
                  <a:pt x="3466" y="2080"/>
                  <a:pt x="4065" y="2395"/>
                  <a:pt x="4443" y="2836"/>
                </a:cubicBezTo>
                <a:cubicBezTo>
                  <a:pt x="3939" y="2962"/>
                  <a:pt x="3529" y="3498"/>
                  <a:pt x="3529" y="4254"/>
                </a:cubicBezTo>
                <a:cubicBezTo>
                  <a:pt x="3529" y="4979"/>
                  <a:pt x="3939" y="5546"/>
                  <a:pt x="4443" y="5672"/>
                </a:cubicBezTo>
                <a:cubicBezTo>
                  <a:pt x="4065" y="6113"/>
                  <a:pt x="3466" y="6428"/>
                  <a:pt x="2836" y="6428"/>
                </a:cubicBezTo>
                <a:cubicBezTo>
                  <a:pt x="2206" y="6428"/>
                  <a:pt x="1607" y="6144"/>
                  <a:pt x="1229" y="5672"/>
                </a:cubicBezTo>
                <a:cubicBezTo>
                  <a:pt x="1733" y="5546"/>
                  <a:pt x="2143" y="5010"/>
                  <a:pt x="2143" y="4254"/>
                </a:cubicBezTo>
                <a:cubicBezTo>
                  <a:pt x="2143" y="3561"/>
                  <a:pt x="1733" y="2962"/>
                  <a:pt x="1229" y="2836"/>
                </a:cubicBezTo>
                <a:cubicBezTo>
                  <a:pt x="1607" y="2395"/>
                  <a:pt x="2206" y="2080"/>
                  <a:pt x="2836" y="2080"/>
                </a:cubicBezTo>
                <a:close/>
                <a:moveTo>
                  <a:pt x="11090" y="6459"/>
                </a:moveTo>
                <a:cubicBezTo>
                  <a:pt x="11311" y="6459"/>
                  <a:pt x="11468" y="6617"/>
                  <a:pt x="11468" y="6806"/>
                </a:cubicBezTo>
                <a:cubicBezTo>
                  <a:pt x="11468" y="7027"/>
                  <a:pt x="11311" y="7184"/>
                  <a:pt x="11090" y="7184"/>
                </a:cubicBezTo>
                <a:cubicBezTo>
                  <a:pt x="10901" y="7184"/>
                  <a:pt x="10744" y="7027"/>
                  <a:pt x="10744" y="6806"/>
                </a:cubicBezTo>
                <a:cubicBezTo>
                  <a:pt x="10744" y="6617"/>
                  <a:pt x="10901" y="6459"/>
                  <a:pt x="11090" y="6459"/>
                </a:cubicBezTo>
                <a:close/>
                <a:moveTo>
                  <a:pt x="4222" y="6774"/>
                </a:moveTo>
                <a:cubicBezTo>
                  <a:pt x="4254" y="6901"/>
                  <a:pt x="4285" y="7058"/>
                  <a:pt x="4285" y="7184"/>
                </a:cubicBezTo>
                <a:cubicBezTo>
                  <a:pt x="4285" y="7972"/>
                  <a:pt x="3655" y="8602"/>
                  <a:pt x="2868" y="8602"/>
                </a:cubicBezTo>
                <a:cubicBezTo>
                  <a:pt x="2080" y="8539"/>
                  <a:pt x="1418" y="7909"/>
                  <a:pt x="1418" y="7121"/>
                </a:cubicBezTo>
                <a:cubicBezTo>
                  <a:pt x="1418" y="7027"/>
                  <a:pt x="1418" y="6901"/>
                  <a:pt x="1450" y="6774"/>
                </a:cubicBezTo>
                <a:cubicBezTo>
                  <a:pt x="1859" y="7027"/>
                  <a:pt x="2332" y="7121"/>
                  <a:pt x="2836" y="7121"/>
                </a:cubicBezTo>
                <a:cubicBezTo>
                  <a:pt x="3340" y="7121"/>
                  <a:pt x="3813" y="7027"/>
                  <a:pt x="4222" y="6774"/>
                </a:cubicBezTo>
                <a:close/>
                <a:moveTo>
                  <a:pt x="10744" y="7877"/>
                </a:moveTo>
                <a:cubicBezTo>
                  <a:pt x="11153" y="7877"/>
                  <a:pt x="11468" y="8192"/>
                  <a:pt x="11468" y="8602"/>
                </a:cubicBezTo>
                <a:cubicBezTo>
                  <a:pt x="11468" y="8980"/>
                  <a:pt x="11153" y="9295"/>
                  <a:pt x="10744" y="9295"/>
                </a:cubicBezTo>
                <a:cubicBezTo>
                  <a:pt x="10618" y="8917"/>
                  <a:pt x="10397" y="8539"/>
                  <a:pt x="10114" y="8287"/>
                </a:cubicBezTo>
                <a:cubicBezTo>
                  <a:pt x="10240" y="8035"/>
                  <a:pt x="10492" y="7877"/>
                  <a:pt x="10744" y="7877"/>
                </a:cubicBezTo>
                <a:close/>
                <a:moveTo>
                  <a:pt x="8979" y="8539"/>
                </a:moveTo>
                <a:cubicBezTo>
                  <a:pt x="9578" y="8539"/>
                  <a:pt x="10051" y="9011"/>
                  <a:pt x="10051" y="9610"/>
                </a:cubicBezTo>
                <a:cubicBezTo>
                  <a:pt x="10051" y="10240"/>
                  <a:pt x="9578" y="10713"/>
                  <a:pt x="8979" y="10713"/>
                </a:cubicBezTo>
                <a:cubicBezTo>
                  <a:pt x="8822" y="10713"/>
                  <a:pt x="8664" y="10681"/>
                  <a:pt x="8538" y="10650"/>
                </a:cubicBezTo>
                <a:cubicBezTo>
                  <a:pt x="8570" y="10429"/>
                  <a:pt x="8633" y="10240"/>
                  <a:pt x="8633" y="10019"/>
                </a:cubicBezTo>
                <a:cubicBezTo>
                  <a:pt x="8633" y="9578"/>
                  <a:pt x="8507" y="9169"/>
                  <a:pt x="8255" y="8822"/>
                </a:cubicBezTo>
                <a:cubicBezTo>
                  <a:pt x="8475" y="8665"/>
                  <a:pt x="8696" y="8539"/>
                  <a:pt x="8979" y="8539"/>
                </a:cubicBezTo>
                <a:close/>
                <a:moveTo>
                  <a:pt x="4852" y="8003"/>
                </a:moveTo>
                <a:cubicBezTo>
                  <a:pt x="5356" y="8224"/>
                  <a:pt x="5734" y="8759"/>
                  <a:pt x="5734" y="9326"/>
                </a:cubicBezTo>
                <a:cubicBezTo>
                  <a:pt x="5734" y="10114"/>
                  <a:pt x="5104" y="10744"/>
                  <a:pt x="4317" y="10744"/>
                </a:cubicBezTo>
                <a:cubicBezTo>
                  <a:pt x="3529" y="10713"/>
                  <a:pt x="2868" y="10083"/>
                  <a:pt x="2868" y="9295"/>
                </a:cubicBezTo>
                <a:cubicBezTo>
                  <a:pt x="3781" y="9295"/>
                  <a:pt x="4537" y="8759"/>
                  <a:pt x="4852" y="8003"/>
                </a:cubicBezTo>
                <a:close/>
                <a:moveTo>
                  <a:pt x="6459" y="8633"/>
                </a:moveTo>
                <a:cubicBezTo>
                  <a:pt x="7247" y="8633"/>
                  <a:pt x="7877" y="9263"/>
                  <a:pt x="7877" y="10051"/>
                </a:cubicBezTo>
                <a:cubicBezTo>
                  <a:pt x="7877" y="10807"/>
                  <a:pt x="7247" y="11469"/>
                  <a:pt x="6459" y="11469"/>
                </a:cubicBezTo>
                <a:cubicBezTo>
                  <a:pt x="6113" y="11469"/>
                  <a:pt x="5734" y="11343"/>
                  <a:pt x="5514" y="11122"/>
                </a:cubicBezTo>
                <a:cubicBezTo>
                  <a:pt x="6113" y="10713"/>
                  <a:pt x="6459" y="10083"/>
                  <a:pt x="6459" y="9326"/>
                </a:cubicBezTo>
                <a:cubicBezTo>
                  <a:pt x="6459" y="9106"/>
                  <a:pt x="6428" y="8854"/>
                  <a:pt x="6333" y="8633"/>
                </a:cubicBezTo>
                <a:close/>
                <a:moveTo>
                  <a:pt x="1418" y="1"/>
                </a:moveTo>
                <a:cubicBezTo>
                  <a:pt x="631" y="1"/>
                  <a:pt x="1" y="631"/>
                  <a:pt x="1" y="1419"/>
                </a:cubicBezTo>
                <a:cubicBezTo>
                  <a:pt x="1" y="1891"/>
                  <a:pt x="221" y="2269"/>
                  <a:pt x="599" y="2553"/>
                </a:cubicBezTo>
                <a:cubicBezTo>
                  <a:pt x="221" y="3025"/>
                  <a:pt x="1" y="3624"/>
                  <a:pt x="1" y="4254"/>
                </a:cubicBezTo>
                <a:cubicBezTo>
                  <a:pt x="1" y="5042"/>
                  <a:pt x="316" y="5798"/>
                  <a:pt x="851" y="6302"/>
                </a:cubicBezTo>
                <a:cubicBezTo>
                  <a:pt x="757" y="6554"/>
                  <a:pt x="694" y="6806"/>
                  <a:pt x="694" y="7090"/>
                </a:cubicBezTo>
                <a:cubicBezTo>
                  <a:pt x="694" y="8035"/>
                  <a:pt x="1324" y="8822"/>
                  <a:pt x="2174" y="9137"/>
                </a:cubicBezTo>
                <a:lnTo>
                  <a:pt x="2174" y="9263"/>
                </a:lnTo>
                <a:cubicBezTo>
                  <a:pt x="2174" y="10429"/>
                  <a:pt x="3151" y="11437"/>
                  <a:pt x="4317" y="11437"/>
                </a:cubicBezTo>
                <a:cubicBezTo>
                  <a:pt x="4474" y="11437"/>
                  <a:pt x="4695" y="11374"/>
                  <a:pt x="4852" y="11374"/>
                </a:cubicBezTo>
                <a:cubicBezTo>
                  <a:pt x="5230" y="11847"/>
                  <a:pt x="5829" y="12162"/>
                  <a:pt x="6491" y="12162"/>
                </a:cubicBezTo>
                <a:cubicBezTo>
                  <a:pt x="7215" y="12162"/>
                  <a:pt x="7845" y="11815"/>
                  <a:pt x="8223" y="11311"/>
                </a:cubicBezTo>
                <a:cubicBezTo>
                  <a:pt x="8475" y="11437"/>
                  <a:pt x="8727" y="11469"/>
                  <a:pt x="8979" y="11469"/>
                </a:cubicBezTo>
                <a:cubicBezTo>
                  <a:pt x="9830" y="11469"/>
                  <a:pt x="10555" y="10839"/>
                  <a:pt x="10712" y="10051"/>
                </a:cubicBezTo>
                <a:lnTo>
                  <a:pt x="10744" y="10051"/>
                </a:lnTo>
                <a:cubicBezTo>
                  <a:pt x="11531" y="10051"/>
                  <a:pt x="12161" y="9421"/>
                  <a:pt x="12161" y="8633"/>
                </a:cubicBezTo>
                <a:cubicBezTo>
                  <a:pt x="12161" y="8287"/>
                  <a:pt x="12004" y="7909"/>
                  <a:pt x="11783" y="7657"/>
                </a:cubicBezTo>
                <a:cubicBezTo>
                  <a:pt x="12004" y="7436"/>
                  <a:pt x="12161" y="7121"/>
                  <a:pt x="12161" y="6806"/>
                </a:cubicBezTo>
                <a:cubicBezTo>
                  <a:pt x="12161" y="6239"/>
                  <a:pt x="11689" y="5766"/>
                  <a:pt x="11090" y="5766"/>
                </a:cubicBezTo>
                <a:cubicBezTo>
                  <a:pt x="10523" y="5766"/>
                  <a:pt x="10051" y="6239"/>
                  <a:pt x="10051" y="6806"/>
                </a:cubicBezTo>
                <a:cubicBezTo>
                  <a:pt x="10051" y="6964"/>
                  <a:pt x="10082" y="7184"/>
                  <a:pt x="10145" y="7279"/>
                </a:cubicBezTo>
                <a:cubicBezTo>
                  <a:pt x="10051" y="7342"/>
                  <a:pt x="9925" y="7405"/>
                  <a:pt x="9799" y="7531"/>
                </a:cubicBezTo>
                <a:cubicBezTo>
                  <a:pt x="9641" y="7657"/>
                  <a:pt x="9515" y="7783"/>
                  <a:pt x="9452" y="7940"/>
                </a:cubicBezTo>
                <a:cubicBezTo>
                  <a:pt x="9295" y="7909"/>
                  <a:pt x="9137" y="7877"/>
                  <a:pt x="8948" y="7877"/>
                </a:cubicBezTo>
                <a:cubicBezTo>
                  <a:pt x="8507" y="7877"/>
                  <a:pt x="8066" y="8035"/>
                  <a:pt x="7751" y="8318"/>
                </a:cubicBezTo>
                <a:cubicBezTo>
                  <a:pt x="7404" y="8035"/>
                  <a:pt x="6932" y="7877"/>
                  <a:pt x="6459" y="7877"/>
                </a:cubicBezTo>
                <a:cubicBezTo>
                  <a:pt x="6302" y="7877"/>
                  <a:pt x="6113" y="7909"/>
                  <a:pt x="5955" y="7909"/>
                </a:cubicBezTo>
                <a:cubicBezTo>
                  <a:pt x="5703" y="7594"/>
                  <a:pt x="5356" y="7373"/>
                  <a:pt x="5010" y="7247"/>
                </a:cubicBezTo>
                <a:lnTo>
                  <a:pt x="5010" y="7121"/>
                </a:lnTo>
                <a:cubicBezTo>
                  <a:pt x="5010" y="6869"/>
                  <a:pt x="4915" y="6585"/>
                  <a:pt x="4789" y="6302"/>
                </a:cubicBezTo>
                <a:cubicBezTo>
                  <a:pt x="5356" y="5798"/>
                  <a:pt x="5671" y="5042"/>
                  <a:pt x="5671" y="4254"/>
                </a:cubicBezTo>
                <a:cubicBezTo>
                  <a:pt x="5671" y="3624"/>
                  <a:pt x="5482" y="3025"/>
                  <a:pt x="5073" y="2553"/>
                </a:cubicBezTo>
                <a:cubicBezTo>
                  <a:pt x="5419" y="2301"/>
                  <a:pt x="5671" y="1891"/>
                  <a:pt x="5671" y="1419"/>
                </a:cubicBezTo>
                <a:cubicBezTo>
                  <a:pt x="5671" y="631"/>
                  <a:pt x="5041" y="1"/>
                  <a:pt x="4254" y="1"/>
                </a:cubicBezTo>
                <a:cubicBezTo>
                  <a:pt x="4065" y="1"/>
                  <a:pt x="3907" y="158"/>
                  <a:pt x="3907" y="348"/>
                </a:cubicBezTo>
                <a:cubicBezTo>
                  <a:pt x="3907" y="568"/>
                  <a:pt x="4065" y="726"/>
                  <a:pt x="4254" y="726"/>
                </a:cubicBezTo>
                <a:cubicBezTo>
                  <a:pt x="4632" y="726"/>
                  <a:pt x="4947" y="1041"/>
                  <a:pt x="4947" y="1419"/>
                </a:cubicBezTo>
                <a:cubicBezTo>
                  <a:pt x="4947" y="1702"/>
                  <a:pt x="4789" y="1923"/>
                  <a:pt x="4600" y="2049"/>
                </a:cubicBezTo>
                <a:cubicBezTo>
                  <a:pt x="4128" y="1671"/>
                  <a:pt x="3498" y="1419"/>
                  <a:pt x="2836" y="1419"/>
                </a:cubicBezTo>
                <a:cubicBezTo>
                  <a:pt x="2174" y="1419"/>
                  <a:pt x="1544" y="1671"/>
                  <a:pt x="1072" y="2049"/>
                </a:cubicBezTo>
                <a:cubicBezTo>
                  <a:pt x="820" y="1923"/>
                  <a:pt x="694" y="1702"/>
                  <a:pt x="694" y="1419"/>
                </a:cubicBezTo>
                <a:cubicBezTo>
                  <a:pt x="694" y="1041"/>
                  <a:pt x="1009" y="726"/>
                  <a:pt x="1418" y="726"/>
                </a:cubicBezTo>
                <a:cubicBezTo>
                  <a:pt x="1607" y="726"/>
                  <a:pt x="1765" y="568"/>
                  <a:pt x="1765" y="348"/>
                </a:cubicBezTo>
                <a:cubicBezTo>
                  <a:pt x="1765" y="158"/>
                  <a:pt x="1607" y="1"/>
                  <a:pt x="141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6" name="Google Shape;3486;p48"/>
          <p:cNvSpPr/>
          <p:nvPr/>
        </p:nvSpPr>
        <p:spPr>
          <a:xfrm>
            <a:off x="6413393" y="1993993"/>
            <a:ext cx="256050" cy="292327"/>
          </a:xfrm>
          <a:custGeom>
            <a:rect b="b" l="l" r="r" t="t"/>
            <a:pathLst>
              <a:path extrusionOk="0" h="12193" w="10681">
                <a:moveTo>
                  <a:pt x="8475" y="693"/>
                </a:moveTo>
                <a:cubicBezTo>
                  <a:pt x="8318" y="1513"/>
                  <a:pt x="7562" y="2111"/>
                  <a:pt x="6742" y="2111"/>
                </a:cubicBezTo>
                <a:cubicBezTo>
                  <a:pt x="6333" y="2111"/>
                  <a:pt x="5986" y="2237"/>
                  <a:pt x="5671" y="2426"/>
                </a:cubicBezTo>
                <a:lnTo>
                  <a:pt x="5671" y="1765"/>
                </a:lnTo>
                <a:cubicBezTo>
                  <a:pt x="5671" y="1166"/>
                  <a:pt x="6144" y="693"/>
                  <a:pt x="6742" y="693"/>
                </a:cubicBezTo>
                <a:close/>
                <a:moveTo>
                  <a:pt x="7089" y="4285"/>
                </a:moveTo>
                <a:cubicBezTo>
                  <a:pt x="8853" y="4285"/>
                  <a:pt x="9924" y="5356"/>
                  <a:pt x="9924" y="7120"/>
                </a:cubicBezTo>
                <a:cubicBezTo>
                  <a:pt x="9956" y="8129"/>
                  <a:pt x="9609" y="9231"/>
                  <a:pt x="9074" y="10082"/>
                </a:cubicBezTo>
                <a:cubicBezTo>
                  <a:pt x="8507" y="10933"/>
                  <a:pt x="7814" y="11405"/>
                  <a:pt x="7089" y="11405"/>
                </a:cubicBezTo>
                <a:cubicBezTo>
                  <a:pt x="6931" y="11405"/>
                  <a:pt x="6774" y="11374"/>
                  <a:pt x="6648" y="11342"/>
                </a:cubicBezTo>
                <a:cubicBezTo>
                  <a:pt x="6238" y="11216"/>
                  <a:pt x="5766" y="11122"/>
                  <a:pt x="5325" y="11122"/>
                </a:cubicBezTo>
                <a:cubicBezTo>
                  <a:pt x="4884" y="11122"/>
                  <a:pt x="4411" y="11216"/>
                  <a:pt x="3970" y="11342"/>
                </a:cubicBezTo>
                <a:cubicBezTo>
                  <a:pt x="3812" y="11374"/>
                  <a:pt x="3655" y="11405"/>
                  <a:pt x="3560" y="11405"/>
                </a:cubicBezTo>
                <a:cubicBezTo>
                  <a:pt x="2836" y="11405"/>
                  <a:pt x="2143" y="10901"/>
                  <a:pt x="1576" y="10082"/>
                </a:cubicBezTo>
                <a:cubicBezTo>
                  <a:pt x="1040" y="9200"/>
                  <a:pt x="725" y="8097"/>
                  <a:pt x="725" y="7120"/>
                </a:cubicBezTo>
                <a:cubicBezTo>
                  <a:pt x="725" y="5356"/>
                  <a:pt x="1765" y="4285"/>
                  <a:pt x="3560" y="4285"/>
                </a:cubicBezTo>
                <a:cubicBezTo>
                  <a:pt x="3970" y="4285"/>
                  <a:pt x="4380" y="4348"/>
                  <a:pt x="4726" y="4474"/>
                </a:cubicBezTo>
                <a:cubicBezTo>
                  <a:pt x="4821" y="4506"/>
                  <a:pt x="4884" y="4506"/>
                  <a:pt x="4978" y="4569"/>
                </a:cubicBezTo>
                <a:lnTo>
                  <a:pt x="4978" y="5293"/>
                </a:lnTo>
                <a:cubicBezTo>
                  <a:pt x="4663" y="5262"/>
                  <a:pt x="4348" y="5199"/>
                  <a:pt x="4065" y="5041"/>
                </a:cubicBezTo>
                <a:cubicBezTo>
                  <a:pt x="4021" y="5015"/>
                  <a:pt x="3971" y="5003"/>
                  <a:pt x="3919" y="5003"/>
                </a:cubicBezTo>
                <a:cubicBezTo>
                  <a:pt x="3783" y="5003"/>
                  <a:pt x="3638" y="5084"/>
                  <a:pt x="3592" y="5199"/>
                </a:cubicBezTo>
                <a:cubicBezTo>
                  <a:pt x="3497" y="5356"/>
                  <a:pt x="3592" y="5577"/>
                  <a:pt x="3749" y="5671"/>
                </a:cubicBezTo>
                <a:cubicBezTo>
                  <a:pt x="4254" y="5892"/>
                  <a:pt x="4758" y="6018"/>
                  <a:pt x="5325" y="6018"/>
                </a:cubicBezTo>
                <a:cubicBezTo>
                  <a:pt x="5860" y="6018"/>
                  <a:pt x="6427" y="5892"/>
                  <a:pt x="6900" y="5671"/>
                </a:cubicBezTo>
                <a:cubicBezTo>
                  <a:pt x="7057" y="5577"/>
                  <a:pt x="7120" y="5356"/>
                  <a:pt x="7057" y="5199"/>
                </a:cubicBezTo>
                <a:cubicBezTo>
                  <a:pt x="6989" y="5084"/>
                  <a:pt x="6854" y="5003"/>
                  <a:pt x="6725" y="5003"/>
                </a:cubicBezTo>
                <a:cubicBezTo>
                  <a:pt x="6676" y="5003"/>
                  <a:pt x="6628" y="5015"/>
                  <a:pt x="6585" y="5041"/>
                </a:cubicBezTo>
                <a:cubicBezTo>
                  <a:pt x="6301" y="5199"/>
                  <a:pt x="5986" y="5262"/>
                  <a:pt x="5671" y="5293"/>
                </a:cubicBezTo>
                <a:lnTo>
                  <a:pt x="5671" y="4569"/>
                </a:lnTo>
                <a:cubicBezTo>
                  <a:pt x="5766" y="4569"/>
                  <a:pt x="5829" y="4506"/>
                  <a:pt x="5923" y="4474"/>
                </a:cubicBezTo>
                <a:cubicBezTo>
                  <a:pt x="6270" y="4348"/>
                  <a:pt x="6648" y="4285"/>
                  <a:pt x="7089" y="4285"/>
                </a:cubicBezTo>
                <a:close/>
                <a:moveTo>
                  <a:pt x="6774" y="0"/>
                </a:moveTo>
                <a:cubicBezTo>
                  <a:pt x="5797" y="0"/>
                  <a:pt x="5010" y="788"/>
                  <a:pt x="5010" y="1765"/>
                </a:cubicBezTo>
                <a:cubicBezTo>
                  <a:pt x="4695" y="1513"/>
                  <a:pt x="4348" y="1418"/>
                  <a:pt x="3938" y="1418"/>
                </a:cubicBezTo>
                <a:cubicBezTo>
                  <a:pt x="3749" y="1418"/>
                  <a:pt x="3592" y="1576"/>
                  <a:pt x="3592" y="1765"/>
                </a:cubicBezTo>
                <a:cubicBezTo>
                  <a:pt x="3592" y="1954"/>
                  <a:pt x="3749" y="2111"/>
                  <a:pt x="3938" y="2111"/>
                </a:cubicBezTo>
                <a:cubicBezTo>
                  <a:pt x="4537" y="2111"/>
                  <a:pt x="5010" y="2584"/>
                  <a:pt x="5010" y="3182"/>
                </a:cubicBezTo>
                <a:lnTo>
                  <a:pt x="5010" y="3812"/>
                </a:lnTo>
                <a:cubicBezTo>
                  <a:pt x="4569" y="3655"/>
                  <a:pt x="4096" y="3560"/>
                  <a:pt x="3592" y="3560"/>
                </a:cubicBezTo>
                <a:cubicBezTo>
                  <a:pt x="1513" y="3560"/>
                  <a:pt x="0" y="4884"/>
                  <a:pt x="0" y="7152"/>
                </a:cubicBezTo>
                <a:cubicBezTo>
                  <a:pt x="0" y="8286"/>
                  <a:pt x="347" y="9515"/>
                  <a:pt x="977" y="10491"/>
                </a:cubicBezTo>
                <a:cubicBezTo>
                  <a:pt x="1702" y="11594"/>
                  <a:pt x="2615" y="12193"/>
                  <a:pt x="3560" y="12193"/>
                </a:cubicBezTo>
                <a:cubicBezTo>
                  <a:pt x="3781" y="12193"/>
                  <a:pt x="3970" y="12161"/>
                  <a:pt x="4222" y="12130"/>
                </a:cubicBezTo>
                <a:cubicBezTo>
                  <a:pt x="4600" y="12004"/>
                  <a:pt x="4970" y="11941"/>
                  <a:pt x="5340" y="11941"/>
                </a:cubicBezTo>
                <a:cubicBezTo>
                  <a:pt x="5711" y="11941"/>
                  <a:pt x="6081" y="12004"/>
                  <a:pt x="6459" y="12130"/>
                </a:cubicBezTo>
                <a:cubicBezTo>
                  <a:pt x="6648" y="12193"/>
                  <a:pt x="6900" y="12193"/>
                  <a:pt x="7152" y="12193"/>
                </a:cubicBezTo>
                <a:cubicBezTo>
                  <a:pt x="8097" y="12193"/>
                  <a:pt x="8979" y="11594"/>
                  <a:pt x="9704" y="10491"/>
                </a:cubicBezTo>
                <a:cubicBezTo>
                  <a:pt x="10334" y="9546"/>
                  <a:pt x="10681" y="8286"/>
                  <a:pt x="10681" y="7152"/>
                </a:cubicBezTo>
                <a:cubicBezTo>
                  <a:pt x="10681" y="4884"/>
                  <a:pt x="9168" y="3560"/>
                  <a:pt x="7089" y="3560"/>
                </a:cubicBezTo>
                <a:cubicBezTo>
                  <a:pt x="6585" y="3560"/>
                  <a:pt x="6112" y="3655"/>
                  <a:pt x="5671" y="3812"/>
                </a:cubicBezTo>
                <a:lnTo>
                  <a:pt x="5671" y="3340"/>
                </a:lnTo>
                <a:lnTo>
                  <a:pt x="5797" y="3214"/>
                </a:lnTo>
                <a:cubicBezTo>
                  <a:pt x="6081" y="2930"/>
                  <a:pt x="6396" y="2836"/>
                  <a:pt x="6774" y="2836"/>
                </a:cubicBezTo>
                <a:cubicBezTo>
                  <a:pt x="8160" y="2836"/>
                  <a:pt x="9263" y="1733"/>
                  <a:pt x="9263" y="347"/>
                </a:cubicBezTo>
                <a:cubicBezTo>
                  <a:pt x="9263" y="158"/>
                  <a:pt x="9105" y="0"/>
                  <a:pt x="891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87" name="Google Shape;3487;p48"/>
          <p:cNvGrpSpPr/>
          <p:nvPr/>
        </p:nvGrpSpPr>
        <p:grpSpPr>
          <a:xfrm>
            <a:off x="6395270" y="2426141"/>
            <a:ext cx="292297" cy="274202"/>
            <a:chOff x="-17190425" y="2435725"/>
            <a:chExt cx="304825" cy="285925"/>
          </a:xfrm>
        </p:grpSpPr>
        <p:sp>
          <p:nvSpPr>
            <p:cNvPr id="3488" name="Google Shape;3488;p48"/>
            <p:cNvSpPr/>
            <p:nvPr/>
          </p:nvSpPr>
          <p:spPr>
            <a:xfrm>
              <a:off x="-16994325" y="2596400"/>
              <a:ext cx="18150" cy="17350"/>
            </a:xfrm>
            <a:custGeom>
              <a:rect b="b" l="l" r="r" t="t"/>
              <a:pathLst>
                <a:path extrusionOk="0" h="694" w="726">
                  <a:moveTo>
                    <a:pt x="348" y="0"/>
                  </a:moveTo>
                  <a:cubicBezTo>
                    <a:pt x="159" y="0"/>
                    <a:pt x="1" y="158"/>
                    <a:pt x="1" y="347"/>
                  </a:cubicBezTo>
                  <a:cubicBezTo>
                    <a:pt x="1" y="536"/>
                    <a:pt x="159" y="693"/>
                    <a:pt x="348" y="693"/>
                  </a:cubicBezTo>
                  <a:cubicBezTo>
                    <a:pt x="568" y="693"/>
                    <a:pt x="726" y="536"/>
                    <a:pt x="726" y="347"/>
                  </a:cubicBezTo>
                  <a:cubicBezTo>
                    <a:pt x="726" y="158"/>
                    <a:pt x="568" y="0"/>
                    <a:pt x="34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9" name="Google Shape;3489;p48"/>
            <p:cNvSpPr/>
            <p:nvPr/>
          </p:nvSpPr>
          <p:spPr>
            <a:xfrm>
              <a:off x="-17100650" y="2596400"/>
              <a:ext cx="18150" cy="17350"/>
            </a:xfrm>
            <a:custGeom>
              <a:rect b="b" l="l" r="r" t="t"/>
              <a:pathLst>
                <a:path extrusionOk="0" h="694" w="726">
                  <a:moveTo>
                    <a:pt x="347" y="0"/>
                  </a:moveTo>
                  <a:cubicBezTo>
                    <a:pt x="158" y="0"/>
                    <a:pt x="1" y="158"/>
                    <a:pt x="1" y="347"/>
                  </a:cubicBezTo>
                  <a:cubicBezTo>
                    <a:pt x="1" y="536"/>
                    <a:pt x="158" y="693"/>
                    <a:pt x="347" y="693"/>
                  </a:cubicBezTo>
                  <a:cubicBezTo>
                    <a:pt x="568" y="693"/>
                    <a:pt x="725" y="536"/>
                    <a:pt x="725" y="347"/>
                  </a:cubicBezTo>
                  <a:cubicBezTo>
                    <a:pt x="725" y="158"/>
                    <a:pt x="568"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0" name="Google Shape;3490;p48"/>
            <p:cNvSpPr/>
            <p:nvPr/>
          </p:nvSpPr>
          <p:spPr>
            <a:xfrm>
              <a:off x="-17190425" y="2435725"/>
              <a:ext cx="304825" cy="285925"/>
            </a:xfrm>
            <a:custGeom>
              <a:rect b="b" l="l" r="r" t="t"/>
              <a:pathLst>
                <a:path extrusionOk="0" h="11437" w="12193">
                  <a:moveTo>
                    <a:pt x="2111" y="725"/>
                  </a:moveTo>
                  <a:cubicBezTo>
                    <a:pt x="2836" y="725"/>
                    <a:pt x="3434" y="1292"/>
                    <a:pt x="3529" y="2016"/>
                  </a:cubicBezTo>
                  <a:cubicBezTo>
                    <a:pt x="2804" y="2363"/>
                    <a:pt x="2174" y="2867"/>
                    <a:pt x="1702" y="3497"/>
                  </a:cubicBezTo>
                  <a:cubicBezTo>
                    <a:pt x="1103" y="3308"/>
                    <a:pt x="693" y="2773"/>
                    <a:pt x="693" y="2143"/>
                  </a:cubicBezTo>
                  <a:cubicBezTo>
                    <a:pt x="693" y="1355"/>
                    <a:pt x="1323" y="725"/>
                    <a:pt x="2111" y="725"/>
                  </a:cubicBezTo>
                  <a:close/>
                  <a:moveTo>
                    <a:pt x="10019" y="693"/>
                  </a:moveTo>
                  <a:cubicBezTo>
                    <a:pt x="10806" y="693"/>
                    <a:pt x="11437" y="1323"/>
                    <a:pt x="11437" y="2111"/>
                  </a:cubicBezTo>
                  <a:cubicBezTo>
                    <a:pt x="11437" y="2773"/>
                    <a:pt x="11027" y="3308"/>
                    <a:pt x="10397" y="3497"/>
                  </a:cubicBezTo>
                  <a:cubicBezTo>
                    <a:pt x="9924" y="2867"/>
                    <a:pt x="9294" y="2363"/>
                    <a:pt x="8601" y="2016"/>
                  </a:cubicBezTo>
                  <a:cubicBezTo>
                    <a:pt x="8696" y="1260"/>
                    <a:pt x="9263" y="693"/>
                    <a:pt x="10019" y="693"/>
                  </a:cubicBezTo>
                  <a:close/>
                  <a:moveTo>
                    <a:pt x="7959" y="4997"/>
                  </a:moveTo>
                  <a:cubicBezTo>
                    <a:pt x="8453" y="4997"/>
                    <a:pt x="8961" y="5407"/>
                    <a:pt x="9200" y="6018"/>
                  </a:cubicBezTo>
                  <a:cubicBezTo>
                    <a:pt x="9452" y="6774"/>
                    <a:pt x="9231" y="7530"/>
                    <a:pt x="8664" y="7719"/>
                  </a:cubicBezTo>
                  <a:cubicBezTo>
                    <a:pt x="8555" y="7741"/>
                    <a:pt x="8447" y="7777"/>
                    <a:pt x="8338" y="7777"/>
                  </a:cubicBezTo>
                  <a:cubicBezTo>
                    <a:pt x="8289" y="7777"/>
                    <a:pt x="8240" y="7770"/>
                    <a:pt x="8192" y="7750"/>
                  </a:cubicBezTo>
                  <a:cubicBezTo>
                    <a:pt x="8003" y="7372"/>
                    <a:pt x="7624" y="6900"/>
                    <a:pt x="7183" y="6711"/>
                  </a:cubicBezTo>
                  <a:cubicBezTo>
                    <a:pt x="6900" y="5955"/>
                    <a:pt x="7152" y="5230"/>
                    <a:pt x="7687" y="5041"/>
                  </a:cubicBezTo>
                  <a:cubicBezTo>
                    <a:pt x="7776" y="5011"/>
                    <a:pt x="7868" y="4997"/>
                    <a:pt x="7959" y="4997"/>
                  </a:cubicBezTo>
                  <a:close/>
                  <a:moveTo>
                    <a:pt x="4107" y="4995"/>
                  </a:moveTo>
                  <a:cubicBezTo>
                    <a:pt x="4200" y="4995"/>
                    <a:pt x="4292" y="5010"/>
                    <a:pt x="4379" y="5041"/>
                  </a:cubicBezTo>
                  <a:cubicBezTo>
                    <a:pt x="4947" y="5230"/>
                    <a:pt x="5167" y="6081"/>
                    <a:pt x="4852" y="6805"/>
                  </a:cubicBezTo>
                  <a:cubicBezTo>
                    <a:pt x="4568" y="7026"/>
                    <a:pt x="4222" y="7404"/>
                    <a:pt x="4064" y="7687"/>
                  </a:cubicBezTo>
                  <a:cubicBezTo>
                    <a:pt x="3946" y="7755"/>
                    <a:pt x="3819" y="7786"/>
                    <a:pt x="3697" y="7786"/>
                  </a:cubicBezTo>
                  <a:cubicBezTo>
                    <a:pt x="3592" y="7786"/>
                    <a:pt x="3491" y="7763"/>
                    <a:pt x="3403" y="7719"/>
                  </a:cubicBezTo>
                  <a:cubicBezTo>
                    <a:pt x="2836" y="7530"/>
                    <a:pt x="2615" y="6742"/>
                    <a:pt x="2899" y="6018"/>
                  </a:cubicBezTo>
                  <a:cubicBezTo>
                    <a:pt x="3110" y="5385"/>
                    <a:pt x="3629" y="4995"/>
                    <a:pt x="4107" y="4995"/>
                  </a:cubicBezTo>
                  <a:close/>
                  <a:moveTo>
                    <a:pt x="6081" y="8538"/>
                  </a:moveTo>
                  <a:cubicBezTo>
                    <a:pt x="6207" y="8538"/>
                    <a:pt x="6364" y="8632"/>
                    <a:pt x="6396" y="8790"/>
                  </a:cubicBezTo>
                  <a:lnTo>
                    <a:pt x="6081" y="9105"/>
                  </a:lnTo>
                  <a:lnTo>
                    <a:pt x="5766" y="8790"/>
                  </a:lnTo>
                  <a:cubicBezTo>
                    <a:pt x="5797" y="8664"/>
                    <a:pt x="5955" y="8538"/>
                    <a:pt x="6081" y="8538"/>
                  </a:cubicBezTo>
                  <a:close/>
                  <a:moveTo>
                    <a:pt x="6144" y="2111"/>
                  </a:moveTo>
                  <a:cubicBezTo>
                    <a:pt x="8727" y="2111"/>
                    <a:pt x="10806" y="4064"/>
                    <a:pt x="10806" y="6427"/>
                  </a:cubicBezTo>
                  <a:cubicBezTo>
                    <a:pt x="10712" y="7908"/>
                    <a:pt x="9893" y="9263"/>
                    <a:pt x="8570" y="10050"/>
                  </a:cubicBezTo>
                  <a:cubicBezTo>
                    <a:pt x="8570" y="9924"/>
                    <a:pt x="8601" y="9767"/>
                    <a:pt x="8601" y="9609"/>
                  </a:cubicBezTo>
                  <a:cubicBezTo>
                    <a:pt x="8601" y="9168"/>
                    <a:pt x="8570" y="8790"/>
                    <a:pt x="8475" y="8475"/>
                  </a:cubicBezTo>
                  <a:cubicBezTo>
                    <a:pt x="8633" y="8475"/>
                    <a:pt x="8790" y="8443"/>
                    <a:pt x="8916" y="8380"/>
                  </a:cubicBezTo>
                  <a:cubicBezTo>
                    <a:pt x="9861" y="8034"/>
                    <a:pt x="10239" y="6868"/>
                    <a:pt x="9861" y="5766"/>
                  </a:cubicBezTo>
                  <a:cubicBezTo>
                    <a:pt x="9523" y="4855"/>
                    <a:pt x="8755" y="4267"/>
                    <a:pt x="7966" y="4267"/>
                  </a:cubicBezTo>
                  <a:cubicBezTo>
                    <a:pt x="7799" y="4267"/>
                    <a:pt x="7632" y="4293"/>
                    <a:pt x="7467" y="4348"/>
                  </a:cubicBezTo>
                  <a:cubicBezTo>
                    <a:pt x="6679" y="4600"/>
                    <a:pt x="6270" y="5514"/>
                    <a:pt x="6396" y="6396"/>
                  </a:cubicBezTo>
                  <a:cubicBezTo>
                    <a:pt x="6337" y="6376"/>
                    <a:pt x="6272" y="6369"/>
                    <a:pt x="6205" y="6369"/>
                  </a:cubicBezTo>
                  <a:cubicBezTo>
                    <a:pt x="6053" y="6369"/>
                    <a:pt x="5886" y="6405"/>
                    <a:pt x="5734" y="6427"/>
                  </a:cubicBezTo>
                  <a:cubicBezTo>
                    <a:pt x="5829" y="5514"/>
                    <a:pt x="5451" y="4600"/>
                    <a:pt x="4663" y="4348"/>
                  </a:cubicBezTo>
                  <a:cubicBezTo>
                    <a:pt x="4486" y="4277"/>
                    <a:pt x="4304" y="4244"/>
                    <a:pt x="4124" y="4244"/>
                  </a:cubicBezTo>
                  <a:cubicBezTo>
                    <a:pt x="3341" y="4244"/>
                    <a:pt x="2576" y="4869"/>
                    <a:pt x="2269" y="5766"/>
                  </a:cubicBezTo>
                  <a:cubicBezTo>
                    <a:pt x="1859" y="6868"/>
                    <a:pt x="2269" y="8034"/>
                    <a:pt x="3214" y="8380"/>
                  </a:cubicBezTo>
                  <a:cubicBezTo>
                    <a:pt x="3371" y="8475"/>
                    <a:pt x="3560" y="8475"/>
                    <a:pt x="3718" y="8475"/>
                  </a:cubicBezTo>
                  <a:lnTo>
                    <a:pt x="3749" y="8475"/>
                  </a:lnTo>
                  <a:cubicBezTo>
                    <a:pt x="3686" y="8790"/>
                    <a:pt x="3623" y="9137"/>
                    <a:pt x="3623" y="9609"/>
                  </a:cubicBezTo>
                  <a:cubicBezTo>
                    <a:pt x="3623" y="9767"/>
                    <a:pt x="3623" y="9893"/>
                    <a:pt x="3686" y="10050"/>
                  </a:cubicBezTo>
                  <a:cubicBezTo>
                    <a:pt x="2332" y="9263"/>
                    <a:pt x="1512" y="7908"/>
                    <a:pt x="1512" y="6427"/>
                  </a:cubicBezTo>
                  <a:cubicBezTo>
                    <a:pt x="1512" y="4064"/>
                    <a:pt x="3592" y="2111"/>
                    <a:pt x="6144" y="2111"/>
                  </a:cubicBezTo>
                  <a:close/>
                  <a:moveTo>
                    <a:pt x="6127" y="7151"/>
                  </a:moveTo>
                  <a:cubicBezTo>
                    <a:pt x="6481" y="7151"/>
                    <a:pt x="6828" y="7269"/>
                    <a:pt x="7057" y="7498"/>
                  </a:cubicBezTo>
                  <a:cubicBezTo>
                    <a:pt x="7656" y="8065"/>
                    <a:pt x="7845" y="8601"/>
                    <a:pt x="7845" y="9609"/>
                  </a:cubicBezTo>
                  <a:cubicBezTo>
                    <a:pt x="7845" y="10050"/>
                    <a:pt x="7782" y="10334"/>
                    <a:pt x="7624" y="10491"/>
                  </a:cubicBezTo>
                  <a:cubicBezTo>
                    <a:pt x="7451" y="10640"/>
                    <a:pt x="7123" y="10691"/>
                    <a:pt x="6746" y="10691"/>
                  </a:cubicBezTo>
                  <a:cubicBezTo>
                    <a:pt x="6643" y="10691"/>
                    <a:pt x="6536" y="10687"/>
                    <a:pt x="6427" y="10680"/>
                  </a:cubicBezTo>
                  <a:lnTo>
                    <a:pt x="6427" y="9767"/>
                  </a:lnTo>
                  <a:lnTo>
                    <a:pt x="7026" y="9168"/>
                  </a:lnTo>
                  <a:cubicBezTo>
                    <a:pt x="7089" y="9105"/>
                    <a:pt x="7152" y="9011"/>
                    <a:pt x="7152" y="8948"/>
                  </a:cubicBezTo>
                  <a:cubicBezTo>
                    <a:pt x="7152" y="8349"/>
                    <a:pt x="6679" y="7876"/>
                    <a:pt x="6081" y="7876"/>
                  </a:cubicBezTo>
                  <a:cubicBezTo>
                    <a:pt x="5482" y="7876"/>
                    <a:pt x="5010" y="8349"/>
                    <a:pt x="5010" y="8948"/>
                  </a:cubicBezTo>
                  <a:cubicBezTo>
                    <a:pt x="5010" y="9011"/>
                    <a:pt x="5041" y="9137"/>
                    <a:pt x="5136" y="9168"/>
                  </a:cubicBezTo>
                  <a:lnTo>
                    <a:pt x="5734" y="9767"/>
                  </a:lnTo>
                  <a:lnTo>
                    <a:pt x="5734" y="10680"/>
                  </a:lnTo>
                  <a:lnTo>
                    <a:pt x="5356" y="10680"/>
                  </a:lnTo>
                  <a:cubicBezTo>
                    <a:pt x="4631" y="10680"/>
                    <a:pt x="4316" y="10554"/>
                    <a:pt x="4316" y="9609"/>
                  </a:cubicBezTo>
                  <a:cubicBezTo>
                    <a:pt x="4316" y="8601"/>
                    <a:pt x="4537" y="8160"/>
                    <a:pt x="5104" y="7561"/>
                  </a:cubicBezTo>
                  <a:cubicBezTo>
                    <a:pt x="5364" y="7285"/>
                    <a:pt x="5750" y="7151"/>
                    <a:pt x="6127" y="7151"/>
                  </a:cubicBezTo>
                  <a:close/>
                  <a:moveTo>
                    <a:pt x="2143" y="0"/>
                  </a:moveTo>
                  <a:cubicBezTo>
                    <a:pt x="945" y="0"/>
                    <a:pt x="0" y="945"/>
                    <a:pt x="0" y="2143"/>
                  </a:cubicBezTo>
                  <a:cubicBezTo>
                    <a:pt x="0" y="2647"/>
                    <a:pt x="221" y="3151"/>
                    <a:pt x="536" y="3560"/>
                  </a:cubicBezTo>
                  <a:cubicBezTo>
                    <a:pt x="756" y="3812"/>
                    <a:pt x="1040" y="4001"/>
                    <a:pt x="1355" y="4127"/>
                  </a:cubicBezTo>
                  <a:cubicBezTo>
                    <a:pt x="945" y="4852"/>
                    <a:pt x="756" y="5640"/>
                    <a:pt x="756" y="6427"/>
                  </a:cubicBezTo>
                  <a:cubicBezTo>
                    <a:pt x="756" y="8506"/>
                    <a:pt x="2143" y="10334"/>
                    <a:pt x="4096" y="11058"/>
                  </a:cubicBezTo>
                  <a:cubicBezTo>
                    <a:pt x="4474" y="11373"/>
                    <a:pt x="4947" y="11436"/>
                    <a:pt x="5356" y="11436"/>
                  </a:cubicBezTo>
                  <a:lnTo>
                    <a:pt x="6364" y="11436"/>
                  </a:lnTo>
                  <a:cubicBezTo>
                    <a:pt x="7026" y="11436"/>
                    <a:pt x="7656" y="11436"/>
                    <a:pt x="8097" y="11058"/>
                  </a:cubicBezTo>
                  <a:cubicBezTo>
                    <a:pt x="10050" y="10334"/>
                    <a:pt x="11437" y="8506"/>
                    <a:pt x="11437" y="6427"/>
                  </a:cubicBezTo>
                  <a:cubicBezTo>
                    <a:pt x="11437" y="5608"/>
                    <a:pt x="11248" y="4820"/>
                    <a:pt x="10838" y="4127"/>
                  </a:cubicBezTo>
                  <a:cubicBezTo>
                    <a:pt x="11153" y="4001"/>
                    <a:pt x="11437" y="3812"/>
                    <a:pt x="11657" y="3560"/>
                  </a:cubicBezTo>
                  <a:cubicBezTo>
                    <a:pt x="12035" y="3151"/>
                    <a:pt x="12193" y="2647"/>
                    <a:pt x="12193" y="2143"/>
                  </a:cubicBezTo>
                  <a:cubicBezTo>
                    <a:pt x="12193" y="945"/>
                    <a:pt x="11185" y="0"/>
                    <a:pt x="10019" y="0"/>
                  </a:cubicBezTo>
                  <a:cubicBezTo>
                    <a:pt x="8979" y="0"/>
                    <a:pt x="8129" y="756"/>
                    <a:pt x="7939" y="1733"/>
                  </a:cubicBezTo>
                  <a:cubicBezTo>
                    <a:pt x="7341" y="1544"/>
                    <a:pt x="6711" y="1418"/>
                    <a:pt x="6081" y="1418"/>
                  </a:cubicBezTo>
                  <a:cubicBezTo>
                    <a:pt x="5451" y="1418"/>
                    <a:pt x="4821" y="1544"/>
                    <a:pt x="4222" y="1733"/>
                  </a:cubicBezTo>
                  <a:cubicBezTo>
                    <a:pt x="4033" y="756"/>
                    <a:pt x="3151" y="0"/>
                    <a:pt x="214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91" name="Google Shape;3491;p48"/>
          <p:cNvSpPr/>
          <p:nvPr/>
        </p:nvSpPr>
        <p:spPr>
          <a:xfrm>
            <a:off x="6389160" y="2874115"/>
            <a:ext cx="289276" cy="289330"/>
          </a:xfrm>
          <a:custGeom>
            <a:rect b="b" l="l" r="r" t="t"/>
            <a:pathLst>
              <a:path extrusionOk="0" h="12068" w="12067">
                <a:moveTo>
                  <a:pt x="5955" y="1104"/>
                </a:moveTo>
                <a:lnTo>
                  <a:pt x="6270" y="1734"/>
                </a:lnTo>
                <a:lnTo>
                  <a:pt x="5955" y="2364"/>
                </a:lnTo>
                <a:lnTo>
                  <a:pt x="5640" y="1734"/>
                </a:lnTo>
                <a:lnTo>
                  <a:pt x="5955" y="1104"/>
                </a:lnTo>
                <a:close/>
                <a:moveTo>
                  <a:pt x="9420" y="2521"/>
                </a:moveTo>
                <a:lnTo>
                  <a:pt x="9168" y="3183"/>
                </a:lnTo>
                <a:lnTo>
                  <a:pt x="8507" y="3435"/>
                </a:lnTo>
                <a:lnTo>
                  <a:pt x="8759" y="2773"/>
                </a:lnTo>
                <a:lnTo>
                  <a:pt x="9420" y="2521"/>
                </a:lnTo>
                <a:close/>
                <a:moveTo>
                  <a:pt x="2489" y="2553"/>
                </a:moveTo>
                <a:lnTo>
                  <a:pt x="3151" y="2805"/>
                </a:lnTo>
                <a:lnTo>
                  <a:pt x="3403" y="3466"/>
                </a:lnTo>
                <a:lnTo>
                  <a:pt x="2710" y="3246"/>
                </a:lnTo>
                <a:lnTo>
                  <a:pt x="2489" y="2553"/>
                </a:lnTo>
                <a:close/>
                <a:moveTo>
                  <a:pt x="4663" y="2931"/>
                </a:moveTo>
                <a:lnTo>
                  <a:pt x="5608" y="3403"/>
                </a:lnTo>
                <a:lnTo>
                  <a:pt x="5608" y="4254"/>
                </a:lnTo>
                <a:cubicBezTo>
                  <a:pt x="5356" y="4286"/>
                  <a:pt x="5167" y="4380"/>
                  <a:pt x="4978" y="4538"/>
                </a:cubicBezTo>
                <a:lnTo>
                  <a:pt x="4348" y="3908"/>
                </a:lnTo>
                <a:lnTo>
                  <a:pt x="4663" y="2931"/>
                </a:lnTo>
                <a:close/>
                <a:moveTo>
                  <a:pt x="7246" y="2931"/>
                </a:moveTo>
                <a:lnTo>
                  <a:pt x="7561" y="3908"/>
                </a:lnTo>
                <a:lnTo>
                  <a:pt x="6931" y="4538"/>
                </a:lnTo>
                <a:cubicBezTo>
                  <a:pt x="6742" y="4412"/>
                  <a:pt x="6553" y="4349"/>
                  <a:pt x="6301" y="4254"/>
                </a:cubicBezTo>
                <a:lnTo>
                  <a:pt x="6301" y="3403"/>
                </a:lnTo>
                <a:lnTo>
                  <a:pt x="7246" y="2931"/>
                </a:lnTo>
                <a:close/>
                <a:moveTo>
                  <a:pt x="3812" y="4412"/>
                </a:moveTo>
                <a:lnTo>
                  <a:pt x="4442" y="5042"/>
                </a:lnTo>
                <a:cubicBezTo>
                  <a:pt x="4348" y="5231"/>
                  <a:pt x="4253" y="5451"/>
                  <a:pt x="4190" y="5672"/>
                </a:cubicBezTo>
                <a:lnTo>
                  <a:pt x="3308" y="5672"/>
                </a:lnTo>
                <a:lnTo>
                  <a:pt x="2836" y="4727"/>
                </a:lnTo>
                <a:lnTo>
                  <a:pt x="3812" y="4412"/>
                </a:lnTo>
                <a:close/>
                <a:moveTo>
                  <a:pt x="8034" y="4412"/>
                </a:moveTo>
                <a:lnTo>
                  <a:pt x="9011" y="4727"/>
                </a:lnTo>
                <a:lnTo>
                  <a:pt x="8538" y="5672"/>
                </a:lnTo>
                <a:lnTo>
                  <a:pt x="7687" y="5672"/>
                </a:lnTo>
                <a:cubicBezTo>
                  <a:pt x="7656" y="5451"/>
                  <a:pt x="7561" y="5231"/>
                  <a:pt x="7404" y="5042"/>
                </a:cubicBezTo>
                <a:lnTo>
                  <a:pt x="8034" y="4412"/>
                </a:lnTo>
                <a:close/>
                <a:moveTo>
                  <a:pt x="1670" y="5703"/>
                </a:moveTo>
                <a:lnTo>
                  <a:pt x="2300" y="6018"/>
                </a:lnTo>
                <a:lnTo>
                  <a:pt x="1670" y="6333"/>
                </a:lnTo>
                <a:lnTo>
                  <a:pt x="1040" y="6018"/>
                </a:lnTo>
                <a:lnTo>
                  <a:pt x="1670" y="5703"/>
                </a:lnTo>
                <a:close/>
                <a:moveTo>
                  <a:pt x="10239" y="5703"/>
                </a:moveTo>
                <a:lnTo>
                  <a:pt x="10869" y="6018"/>
                </a:lnTo>
                <a:lnTo>
                  <a:pt x="10239" y="6333"/>
                </a:lnTo>
                <a:lnTo>
                  <a:pt x="9609" y="6018"/>
                </a:lnTo>
                <a:lnTo>
                  <a:pt x="10239" y="5703"/>
                </a:lnTo>
                <a:close/>
                <a:moveTo>
                  <a:pt x="5955" y="4979"/>
                </a:moveTo>
                <a:cubicBezTo>
                  <a:pt x="6553" y="4979"/>
                  <a:pt x="7026" y="5451"/>
                  <a:pt x="7026" y="6018"/>
                </a:cubicBezTo>
                <a:cubicBezTo>
                  <a:pt x="7026" y="6617"/>
                  <a:pt x="6553" y="7089"/>
                  <a:pt x="5955" y="7089"/>
                </a:cubicBezTo>
                <a:cubicBezTo>
                  <a:pt x="5356" y="7089"/>
                  <a:pt x="4884" y="6617"/>
                  <a:pt x="4884" y="6018"/>
                </a:cubicBezTo>
                <a:cubicBezTo>
                  <a:pt x="4884" y="5451"/>
                  <a:pt x="5356" y="4979"/>
                  <a:pt x="5955" y="4979"/>
                </a:cubicBezTo>
                <a:close/>
                <a:moveTo>
                  <a:pt x="4222" y="6365"/>
                </a:moveTo>
                <a:lnTo>
                  <a:pt x="4222" y="6396"/>
                </a:lnTo>
                <a:cubicBezTo>
                  <a:pt x="4253" y="6617"/>
                  <a:pt x="4348" y="6806"/>
                  <a:pt x="4505" y="7026"/>
                </a:cubicBezTo>
                <a:lnTo>
                  <a:pt x="3875" y="7657"/>
                </a:lnTo>
                <a:lnTo>
                  <a:pt x="2867" y="7310"/>
                </a:lnTo>
                <a:lnTo>
                  <a:pt x="3340" y="6365"/>
                </a:lnTo>
                <a:close/>
                <a:moveTo>
                  <a:pt x="8601" y="6396"/>
                </a:moveTo>
                <a:lnTo>
                  <a:pt x="9074" y="7342"/>
                </a:lnTo>
                <a:lnTo>
                  <a:pt x="8066" y="7657"/>
                </a:lnTo>
                <a:lnTo>
                  <a:pt x="7435" y="7026"/>
                </a:lnTo>
                <a:cubicBezTo>
                  <a:pt x="7561" y="6806"/>
                  <a:pt x="7656" y="6617"/>
                  <a:pt x="7719" y="6396"/>
                </a:cubicBezTo>
                <a:close/>
                <a:moveTo>
                  <a:pt x="4978" y="7531"/>
                </a:moveTo>
                <a:cubicBezTo>
                  <a:pt x="5167" y="7657"/>
                  <a:pt x="5356" y="7720"/>
                  <a:pt x="5608" y="7814"/>
                </a:cubicBezTo>
                <a:lnTo>
                  <a:pt x="5608" y="8665"/>
                </a:lnTo>
                <a:lnTo>
                  <a:pt x="4663" y="9137"/>
                </a:lnTo>
                <a:lnTo>
                  <a:pt x="4348" y="8161"/>
                </a:lnTo>
                <a:lnTo>
                  <a:pt x="4978" y="7531"/>
                </a:lnTo>
                <a:close/>
                <a:moveTo>
                  <a:pt x="6931" y="7531"/>
                </a:moveTo>
                <a:lnTo>
                  <a:pt x="7561" y="8161"/>
                </a:lnTo>
                <a:lnTo>
                  <a:pt x="7246" y="9137"/>
                </a:lnTo>
                <a:lnTo>
                  <a:pt x="6301" y="8665"/>
                </a:lnTo>
                <a:lnTo>
                  <a:pt x="6301" y="7814"/>
                </a:lnTo>
                <a:cubicBezTo>
                  <a:pt x="6553" y="7751"/>
                  <a:pt x="6742" y="7688"/>
                  <a:pt x="6931" y="7531"/>
                </a:cubicBezTo>
                <a:close/>
                <a:moveTo>
                  <a:pt x="8507" y="8602"/>
                </a:moveTo>
                <a:lnTo>
                  <a:pt x="9168" y="8822"/>
                </a:lnTo>
                <a:lnTo>
                  <a:pt x="9420" y="9484"/>
                </a:lnTo>
                <a:lnTo>
                  <a:pt x="8759" y="9263"/>
                </a:lnTo>
                <a:lnTo>
                  <a:pt x="8507" y="8602"/>
                </a:lnTo>
                <a:close/>
                <a:moveTo>
                  <a:pt x="3403" y="8633"/>
                </a:moveTo>
                <a:lnTo>
                  <a:pt x="3151" y="9295"/>
                </a:lnTo>
                <a:lnTo>
                  <a:pt x="2489" y="9547"/>
                </a:lnTo>
                <a:lnTo>
                  <a:pt x="2710" y="8854"/>
                </a:lnTo>
                <a:lnTo>
                  <a:pt x="3403" y="8633"/>
                </a:lnTo>
                <a:close/>
                <a:moveTo>
                  <a:pt x="5955" y="9704"/>
                </a:moveTo>
                <a:lnTo>
                  <a:pt x="6270" y="10334"/>
                </a:lnTo>
                <a:lnTo>
                  <a:pt x="5955" y="10965"/>
                </a:lnTo>
                <a:lnTo>
                  <a:pt x="5640" y="10334"/>
                </a:lnTo>
                <a:lnTo>
                  <a:pt x="5955" y="9704"/>
                </a:lnTo>
                <a:close/>
                <a:moveTo>
                  <a:pt x="6018" y="1"/>
                </a:moveTo>
                <a:cubicBezTo>
                  <a:pt x="5923" y="1"/>
                  <a:pt x="5766" y="95"/>
                  <a:pt x="5703" y="190"/>
                </a:cubicBezTo>
                <a:lnTo>
                  <a:pt x="5010" y="1671"/>
                </a:lnTo>
                <a:cubicBezTo>
                  <a:pt x="4978" y="1765"/>
                  <a:pt x="4978" y="1891"/>
                  <a:pt x="5010" y="1986"/>
                </a:cubicBezTo>
                <a:lnTo>
                  <a:pt x="5230" y="2458"/>
                </a:lnTo>
                <a:lnTo>
                  <a:pt x="4758" y="2206"/>
                </a:lnTo>
                <a:cubicBezTo>
                  <a:pt x="4710" y="2190"/>
                  <a:pt x="4655" y="2183"/>
                  <a:pt x="4596" y="2183"/>
                </a:cubicBezTo>
                <a:cubicBezTo>
                  <a:pt x="4537" y="2183"/>
                  <a:pt x="4474" y="2190"/>
                  <a:pt x="4411" y="2206"/>
                </a:cubicBezTo>
                <a:cubicBezTo>
                  <a:pt x="4285" y="2238"/>
                  <a:pt x="4222" y="2332"/>
                  <a:pt x="4190" y="2458"/>
                </a:cubicBezTo>
                <a:lnTo>
                  <a:pt x="4033" y="2962"/>
                </a:lnTo>
                <a:lnTo>
                  <a:pt x="3875" y="2458"/>
                </a:lnTo>
                <a:cubicBezTo>
                  <a:pt x="3812" y="2332"/>
                  <a:pt x="3749" y="2238"/>
                  <a:pt x="3623" y="2206"/>
                </a:cubicBezTo>
                <a:lnTo>
                  <a:pt x="2143" y="1702"/>
                </a:lnTo>
                <a:cubicBezTo>
                  <a:pt x="2109" y="1694"/>
                  <a:pt x="2073" y="1690"/>
                  <a:pt x="2036" y="1690"/>
                </a:cubicBezTo>
                <a:cubicBezTo>
                  <a:pt x="1937" y="1690"/>
                  <a:pt x="1834" y="1719"/>
                  <a:pt x="1765" y="1765"/>
                </a:cubicBezTo>
                <a:cubicBezTo>
                  <a:pt x="1702" y="1860"/>
                  <a:pt x="1670" y="2017"/>
                  <a:pt x="1702" y="2143"/>
                </a:cubicBezTo>
                <a:lnTo>
                  <a:pt x="2206" y="3624"/>
                </a:lnTo>
                <a:cubicBezTo>
                  <a:pt x="2237" y="3750"/>
                  <a:pt x="2332" y="3813"/>
                  <a:pt x="2458" y="3876"/>
                </a:cubicBezTo>
                <a:lnTo>
                  <a:pt x="2962" y="4034"/>
                </a:lnTo>
                <a:lnTo>
                  <a:pt x="2458" y="4191"/>
                </a:lnTo>
                <a:cubicBezTo>
                  <a:pt x="2332" y="4223"/>
                  <a:pt x="2237" y="4286"/>
                  <a:pt x="2206" y="4412"/>
                </a:cubicBezTo>
                <a:cubicBezTo>
                  <a:pt x="2174" y="4538"/>
                  <a:pt x="2143" y="4664"/>
                  <a:pt x="2206" y="4758"/>
                </a:cubicBezTo>
                <a:lnTo>
                  <a:pt x="2458" y="5231"/>
                </a:lnTo>
                <a:lnTo>
                  <a:pt x="1985" y="5010"/>
                </a:lnTo>
                <a:cubicBezTo>
                  <a:pt x="1922" y="4994"/>
                  <a:pt x="1859" y="4987"/>
                  <a:pt x="1804" y="4987"/>
                </a:cubicBezTo>
                <a:cubicBezTo>
                  <a:pt x="1749" y="4987"/>
                  <a:pt x="1702" y="4994"/>
                  <a:pt x="1670" y="5010"/>
                </a:cubicBezTo>
                <a:lnTo>
                  <a:pt x="189" y="5703"/>
                </a:lnTo>
                <a:cubicBezTo>
                  <a:pt x="95" y="5798"/>
                  <a:pt x="0" y="5924"/>
                  <a:pt x="0" y="6018"/>
                </a:cubicBezTo>
                <a:cubicBezTo>
                  <a:pt x="0" y="6144"/>
                  <a:pt x="95" y="6302"/>
                  <a:pt x="189" y="6333"/>
                </a:cubicBezTo>
                <a:lnTo>
                  <a:pt x="1670" y="7058"/>
                </a:lnTo>
                <a:cubicBezTo>
                  <a:pt x="1717" y="7074"/>
                  <a:pt x="1772" y="7082"/>
                  <a:pt x="1828" y="7082"/>
                </a:cubicBezTo>
                <a:cubicBezTo>
                  <a:pt x="1883" y="7082"/>
                  <a:pt x="1938" y="7074"/>
                  <a:pt x="1985" y="7058"/>
                </a:cubicBezTo>
                <a:lnTo>
                  <a:pt x="2458" y="6806"/>
                </a:lnTo>
                <a:lnTo>
                  <a:pt x="2206" y="7279"/>
                </a:lnTo>
                <a:cubicBezTo>
                  <a:pt x="2174" y="7405"/>
                  <a:pt x="2174" y="7531"/>
                  <a:pt x="2206" y="7657"/>
                </a:cubicBezTo>
                <a:cubicBezTo>
                  <a:pt x="2237" y="7751"/>
                  <a:pt x="2332" y="7846"/>
                  <a:pt x="2458" y="7877"/>
                </a:cubicBezTo>
                <a:lnTo>
                  <a:pt x="2962" y="8035"/>
                </a:lnTo>
                <a:lnTo>
                  <a:pt x="2458" y="8192"/>
                </a:lnTo>
                <a:cubicBezTo>
                  <a:pt x="2332" y="8224"/>
                  <a:pt x="2237" y="8318"/>
                  <a:pt x="2206" y="8444"/>
                </a:cubicBezTo>
                <a:lnTo>
                  <a:pt x="1702" y="9925"/>
                </a:lnTo>
                <a:cubicBezTo>
                  <a:pt x="1623" y="10161"/>
                  <a:pt x="1784" y="10397"/>
                  <a:pt x="2004" y="10397"/>
                </a:cubicBezTo>
                <a:cubicBezTo>
                  <a:pt x="2048" y="10397"/>
                  <a:pt x="2095" y="10387"/>
                  <a:pt x="2143" y="10366"/>
                </a:cubicBezTo>
                <a:lnTo>
                  <a:pt x="3623" y="9862"/>
                </a:lnTo>
                <a:cubicBezTo>
                  <a:pt x="3749" y="9799"/>
                  <a:pt x="3812" y="9736"/>
                  <a:pt x="3875" y="9610"/>
                </a:cubicBezTo>
                <a:lnTo>
                  <a:pt x="4033" y="9106"/>
                </a:lnTo>
                <a:lnTo>
                  <a:pt x="4190" y="9610"/>
                </a:lnTo>
                <a:cubicBezTo>
                  <a:pt x="4222" y="9736"/>
                  <a:pt x="4285" y="9799"/>
                  <a:pt x="4411" y="9862"/>
                </a:cubicBezTo>
                <a:cubicBezTo>
                  <a:pt x="4484" y="9880"/>
                  <a:pt x="4556" y="9898"/>
                  <a:pt x="4623" y="9898"/>
                </a:cubicBezTo>
                <a:cubicBezTo>
                  <a:pt x="4672" y="9898"/>
                  <a:pt x="4718" y="9889"/>
                  <a:pt x="4758" y="9862"/>
                </a:cubicBezTo>
                <a:lnTo>
                  <a:pt x="5230" y="9610"/>
                </a:lnTo>
                <a:lnTo>
                  <a:pt x="5010" y="10082"/>
                </a:lnTo>
                <a:cubicBezTo>
                  <a:pt x="4978" y="10208"/>
                  <a:pt x="4978" y="10334"/>
                  <a:pt x="5010" y="10398"/>
                </a:cubicBezTo>
                <a:lnTo>
                  <a:pt x="5703" y="11847"/>
                </a:lnTo>
                <a:cubicBezTo>
                  <a:pt x="5797" y="11973"/>
                  <a:pt x="5923" y="12067"/>
                  <a:pt x="6018" y="12067"/>
                </a:cubicBezTo>
                <a:cubicBezTo>
                  <a:pt x="6144" y="12067"/>
                  <a:pt x="6301" y="11973"/>
                  <a:pt x="6333" y="11847"/>
                </a:cubicBezTo>
                <a:lnTo>
                  <a:pt x="7057" y="10398"/>
                </a:lnTo>
                <a:cubicBezTo>
                  <a:pt x="7089" y="10271"/>
                  <a:pt x="7089" y="10177"/>
                  <a:pt x="7057" y="10082"/>
                </a:cubicBezTo>
                <a:lnTo>
                  <a:pt x="6805" y="9610"/>
                </a:lnTo>
                <a:lnTo>
                  <a:pt x="7278" y="9862"/>
                </a:lnTo>
                <a:cubicBezTo>
                  <a:pt x="7341" y="9878"/>
                  <a:pt x="7404" y="9886"/>
                  <a:pt x="7467" y="9886"/>
                </a:cubicBezTo>
                <a:cubicBezTo>
                  <a:pt x="7530" y="9886"/>
                  <a:pt x="7593" y="9878"/>
                  <a:pt x="7656" y="9862"/>
                </a:cubicBezTo>
                <a:cubicBezTo>
                  <a:pt x="7750" y="9799"/>
                  <a:pt x="7845" y="9736"/>
                  <a:pt x="7877" y="9610"/>
                </a:cubicBezTo>
                <a:lnTo>
                  <a:pt x="8034" y="9106"/>
                </a:lnTo>
                <a:lnTo>
                  <a:pt x="8192" y="9610"/>
                </a:lnTo>
                <a:cubicBezTo>
                  <a:pt x="8223" y="9736"/>
                  <a:pt x="8318" y="9799"/>
                  <a:pt x="8444" y="9862"/>
                </a:cubicBezTo>
                <a:lnTo>
                  <a:pt x="9924" y="10366"/>
                </a:lnTo>
                <a:cubicBezTo>
                  <a:pt x="9957" y="10373"/>
                  <a:pt x="9990" y="10377"/>
                  <a:pt x="10023" y="10377"/>
                </a:cubicBezTo>
                <a:cubicBezTo>
                  <a:pt x="10268" y="10377"/>
                  <a:pt x="10477" y="10175"/>
                  <a:pt x="10365" y="9925"/>
                </a:cubicBezTo>
                <a:lnTo>
                  <a:pt x="9861" y="8444"/>
                </a:lnTo>
                <a:cubicBezTo>
                  <a:pt x="9798" y="8318"/>
                  <a:pt x="9735" y="8224"/>
                  <a:pt x="9609" y="8192"/>
                </a:cubicBezTo>
                <a:lnTo>
                  <a:pt x="9105" y="8035"/>
                </a:lnTo>
                <a:lnTo>
                  <a:pt x="9609" y="7877"/>
                </a:lnTo>
                <a:cubicBezTo>
                  <a:pt x="9735" y="7846"/>
                  <a:pt x="9798" y="7751"/>
                  <a:pt x="9861" y="7657"/>
                </a:cubicBezTo>
                <a:cubicBezTo>
                  <a:pt x="9893" y="7531"/>
                  <a:pt x="9924" y="7405"/>
                  <a:pt x="9861" y="7279"/>
                </a:cubicBezTo>
                <a:lnTo>
                  <a:pt x="9609" y="6806"/>
                </a:lnTo>
                <a:lnTo>
                  <a:pt x="10082" y="7058"/>
                </a:lnTo>
                <a:cubicBezTo>
                  <a:pt x="10145" y="7074"/>
                  <a:pt x="10208" y="7082"/>
                  <a:pt x="10263" y="7082"/>
                </a:cubicBezTo>
                <a:cubicBezTo>
                  <a:pt x="10318" y="7082"/>
                  <a:pt x="10365" y="7074"/>
                  <a:pt x="10397" y="7058"/>
                </a:cubicBezTo>
                <a:lnTo>
                  <a:pt x="11846" y="6333"/>
                </a:lnTo>
                <a:cubicBezTo>
                  <a:pt x="11972" y="6270"/>
                  <a:pt x="12067" y="6144"/>
                  <a:pt x="12067" y="6018"/>
                </a:cubicBezTo>
                <a:cubicBezTo>
                  <a:pt x="12067" y="5924"/>
                  <a:pt x="11972" y="5766"/>
                  <a:pt x="11846" y="5703"/>
                </a:cubicBezTo>
                <a:lnTo>
                  <a:pt x="10397" y="5010"/>
                </a:lnTo>
                <a:cubicBezTo>
                  <a:pt x="10334" y="4994"/>
                  <a:pt x="10279" y="4987"/>
                  <a:pt x="10228" y="4987"/>
                </a:cubicBezTo>
                <a:cubicBezTo>
                  <a:pt x="10176" y="4987"/>
                  <a:pt x="10129" y="4994"/>
                  <a:pt x="10082" y="5010"/>
                </a:cubicBezTo>
                <a:lnTo>
                  <a:pt x="9609" y="5231"/>
                </a:lnTo>
                <a:lnTo>
                  <a:pt x="9861" y="4758"/>
                </a:lnTo>
                <a:cubicBezTo>
                  <a:pt x="9893" y="4664"/>
                  <a:pt x="9893" y="4538"/>
                  <a:pt x="9861" y="4412"/>
                </a:cubicBezTo>
                <a:cubicBezTo>
                  <a:pt x="9798" y="4286"/>
                  <a:pt x="9735" y="4223"/>
                  <a:pt x="9609" y="4191"/>
                </a:cubicBezTo>
                <a:lnTo>
                  <a:pt x="9105" y="4034"/>
                </a:lnTo>
                <a:lnTo>
                  <a:pt x="9609" y="3876"/>
                </a:lnTo>
                <a:cubicBezTo>
                  <a:pt x="9735" y="3813"/>
                  <a:pt x="9798" y="3750"/>
                  <a:pt x="9861" y="3624"/>
                </a:cubicBezTo>
                <a:lnTo>
                  <a:pt x="10365" y="2143"/>
                </a:lnTo>
                <a:cubicBezTo>
                  <a:pt x="10397" y="2017"/>
                  <a:pt x="10365" y="1860"/>
                  <a:pt x="10271" y="1765"/>
                </a:cubicBezTo>
                <a:cubicBezTo>
                  <a:pt x="10226" y="1721"/>
                  <a:pt x="10135" y="1676"/>
                  <a:pt x="10040" y="1676"/>
                </a:cubicBezTo>
                <a:cubicBezTo>
                  <a:pt x="10001" y="1676"/>
                  <a:pt x="9961" y="1684"/>
                  <a:pt x="9924" y="1702"/>
                </a:cubicBezTo>
                <a:lnTo>
                  <a:pt x="8444" y="2206"/>
                </a:lnTo>
                <a:cubicBezTo>
                  <a:pt x="8318" y="2238"/>
                  <a:pt x="8223" y="2332"/>
                  <a:pt x="8192" y="2458"/>
                </a:cubicBezTo>
                <a:lnTo>
                  <a:pt x="8034" y="2962"/>
                </a:lnTo>
                <a:lnTo>
                  <a:pt x="7877" y="2458"/>
                </a:lnTo>
                <a:cubicBezTo>
                  <a:pt x="7845" y="2332"/>
                  <a:pt x="7750" y="2238"/>
                  <a:pt x="7656" y="2206"/>
                </a:cubicBezTo>
                <a:cubicBezTo>
                  <a:pt x="7583" y="2188"/>
                  <a:pt x="7510" y="2170"/>
                  <a:pt x="7438" y="2170"/>
                </a:cubicBezTo>
                <a:cubicBezTo>
                  <a:pt x="7384" y="2170"/>
                  <a:pt x="7331" y="2180"/>
                  <a:pt x="7278" y="2206"/>
                </a:cubicBezTo>
                <a:lnTo>
                  <a:pt x="6805" y="2458"/>
                </a:lnTo>
                <a:lnTo>
                  <a:pt x="7057" y="1986"/>
                </a:lnTo>
                <a:cubicBezTo>
                  <a:pt x="7089" y="1860"/>
                  <a:pt x="7089" y="1734"/>
                  <a:pt x="7057" y="1671"/>
                </a:cubicBezTo>
                <a:lnTo>
                  <a:pt x="6333" y="190"/>
                </a:lnTo>
                <a:cubicBezTo>
                  <a:pt x="6270" y="95"/>
                  <a:pt x="6144" y="1"/>
                  <a:pt x="601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92" name="Google Shape;3492;p48"/>
          <p:cNvGrpSpPr/>
          <p:nvPr/>
        </p:nvGrpSpPr>
        <p:grpSpPr>
          <a:xfrm>
            <a:off x="7703929" y="1993622"/>
            <a:ext cx="293807" cy="293070"/>
            <a:chOff x="-15719925" y="2416825"/>
            <a:chExt cx="306400" cy="305600"/>
          </a:xfrm>
        </p:grpSpPr>
        <p:sp>
          <p:nvSpPr>
            <p:cNvPr id="3493" name="Google Shape;3493;p48"/>
            <p:cNvSpPr/>
            <p:nvPr/>
          </p:nvSpPr>
          <p:spPr>
            <a:xfrm>
              <a:off x="-15719925" y="2416825"/>
              <a:ext cx="306400" cy="305600"/>
            </a:xfrm>
            <a:custGeom>
              <a:rect b="b" l="l" r="r" t="t"/>
              <a:pathLst>
                <a:path extrusionOk="0" h="12224" w="12256">
                  <a:moveTo>
                    <a:pt x="6648" y="756"/>
                  </a:moveTo>
                  <a:lnTo>
                    <a:pt x="8002" y="3466"/>
                  </a:lnTo>
                  <a:cubicBezTo>
                    <a:pt x="8034" y="3560"/>
                    <a:pt x="8065" y="3592"/>
                    <a:pt x="8160" y="3623"/>
                  </a:cubicBezTo>
                  <a:lnTo>
                    <a:pt x="9451" y="4316"/>
                  </a:lnTo>
                  <a:lnTo>
                    <a:pt x="10617" y="7246"/>
                  </a:lnTo>
                  <a:lnTo>
                    <a:pt x="7845" y="7246"/>
                  </a:lnTo>
                  <a:lnTo>
                    <a:pt x="7215" y="5356"/>
                  </a:lnTo>
                  <a:cubicBezTo>
                    <a:pt x="7135" y="5198"/>
                    <a:pt x="6990" y="5128"/>
                    <a:pt x="6852" y="5128"/>
                  </a:cubicBezTo>
                  <a:cubicBezTo>
                    <a:pt x="6826" y="5128"/>
                    <a:pt x="6799" y="5130"/>
                    <a:pt x="6774" y="5135"/>
                  </a:cubicBezTo>
                  <a:cubicBezTo>
                    <a:pt x="6616" y="5167"/>
                    <a:pt x="6490" y="5419"/>
                    <a:pt x="6522" y="5576"/>
                  </a:cubicBezTo>
                  <a:lnTo>
                    <a:pt x="7089" y="7215"/>
                  </a:lnTo>
                  <a:lnTo>
                    <a:pt x="5167" y="7215"/>
                  </a:lnTo>
                  <a:lnTo>
                    <a:pt x="5797" y="4064"/>
                  </a:lnTo>
                  <a:cubicBezTo>
                    <a:pt x="5828" y="3875"/>
                    <a:pt x="5702" y="3686"/>
                    <a:pt x="5513" y="3623"/>
                  </a:cubicBezTo>
                  <a:cubicBezTo>
                    <a:pt x="5494" y="3620"/>
                    <a:pt x="5474" y="3618"/>
                    <a:pt x="5454" y="3618"/>
                  </a:cubicBezTo>
                  <a:cubicBezTo>
                    <a:pt x="5281" y="3618"/>
                    <a:pt x="5101" y="3737"/>
                    <a:pt x="5072" y="3907"/>
                  </a:cubicBezTo>
                  <a:lnTo>
                    <a:pt x="4411" y="7183"/>
                  </a:lnTo>
                  <a:lnTo>
                    <a:pt x="1607" y="7183"/>
                  </a:lnTo>
                  <a:lnTo>
                    <a:pt x="2142" y="4946"/>
                  </a:lnTo>
                  <a:lnTo>
                    <a:pt x="3466" y="4316"/>
                  </a:lnTo>
                  <a:cubicBezTo>
                    <a:pt x="3529" y="4253"/>
                    <a:pt x="3560" y="4222"/>
                    <a:pt x="3623" y="4159"/>
                  </a:cubicBezTo>
                  <a:lnTo>
                    <a:pt x="4253" y="2930"/>
                  </a:lnTo>
                  <a:lnTo>
                    <a:pt x="6175" y="2930"/>
                  </a:lnTo>
                  <a:cubicBezTo>
                    <a:pt x="6364" y="2930"/>
                    <a:pt x="6522" y="2772"/>
                    <a:pt x="6522" y="2583"/>
                  </a:cubicBezTo>
                  <a:cubicBezTo>
                    <a:pt x="6522" y="2363"/>
                    <a:pt x="6364" y="2205"/>
                    <a:pt x="6175" y="2205"/>
                  </a:cubicBezTo>
                  <a:lnTo>
                    <a:pt x="5230" y="2205"/>
                  </a:lnTo>
                  <a:lnTo>
                    <a:pt x="5702" y="756"/>
                  </a:lnTo>
                  <a:close/>
                  <a:moveTo>
                    <a:pt x="10397" y="7876"/>
                  </a:moveTo>
                  <a:lnTo>
                    <a:pt x="9830" y="8601"/>
                  </a:lnTo>
                  <a:lnTo>
                    <a:pt x="8916" y="8601"/>
                  </a:lnTo>
                  <a:cubicBezTo>
                    <a:pt x="8727" y="8601"/>
                    <a:pt x="8569" y="8758"/>
                    <a:pt x="8569" y="8947"/>
                  </a:cubicBezTo>
                  <a:cubicBezTo>
                    <a:pt x="8664" y="9199"/>
                    <a:pt x="8821" y="9357"/>
                    <a:pt x="9010" y="9357"/>
                  </a:cubicBezTo>
                  <a:lnTo>
                    <a:pt x="9357" y="9357"/>
                  </a:lnTo>
                  <a:lnTo>
                    <a:pt x="8821" y="10050"/>
                  </a:lnTo>
                  <a:lnTo>
                    <a:pt x="7561" y="10050"/>
                  </a:lnTo>
                  <a:cubicBezTo>
                    <a:pt x="7435" y="10050"/>
                    <a:pt x="7278" y="10145"/>
                    <a:pt x="7246" y="10239"/>
                  </a:cubicBezTo>
                  <a:lnTo>
                    <a:pt x="6616" y="11468"/>
                  </a:lnTo>
                  <a:lnTo>
                    <a:pt x="5576" y="11468"/>
                  </a:lnTo>
                  <a:lnTo>
                    <a:pt x="5041" y="10775"/>
                  </a:lnTo>
                  <a:lnTo>
                    <a:pt x="6080" y="10775"/>
                  </a:lnTo>
                  <a:cubicBezTo>
                    <a:pt x="6301" y="10775"/>
                    <a:pt x="6459" y="10617"/>
                    <a:pt x="6459" y="10397"/>
                  </a:cubicBezTo>
                  <a:cubicBezTo>
                    <a:pt x="6459" y="10208"/>
                    <a:pt x="6301" y="10050"/>
                    <a:pt x="6080" y="10050"/>
                  </a:cubicBezTo>
                  <a:lnTo>
                    <a:pt x="4474" y="10050"/>
                  </a:lnTo>
                  <a:lnTo>
                    <a:pt x="3529" y="8758"/>
                  </a:lnTo>
                  <a:cubicBezTo>
                    <a:pt x="3466" y="8664"/>
                    <a:pt x="3371" y="8601"/>
                    <a:pt x="3245" y="8601"/>
                  </a:cubicBezTo>
                  <a:lnTo>
                    <a:pt x="2048" y="8601"/>
                  </a:lnTo>
                  <a:lnTo>
                    <a:pt x="1670" y="7876"/>
                  </a:lnTo>
                  <a:close/>
                  <a:moveTo>
                    <a:pt x="5419" y="0"/>
                  </a:moveTo>
                  <a:cubicBezTo>
                    <a:pt x="5261" y="0"/>
                    <a:pt x="5135" y="126"/>
                    <a:pt x="5072" y="252"/>
                  </a:cubicBezTo>
                  <a:lnTo>
                    <a:pt x="4442" y="2174"/>
                  </a:lnTo>
                  <a:lnTo>
                    <a:pt x="3970" y="2174"/>
                  </a:lnTo>
                  <a:cubicBezTo>
                    <a:pt x="3844" y="2174"/>
                    <a:pt x="3686" y="2237"/>
                    <a:pt x="3655" y="2363"/>
                  </a:cubicBezTo>
                  <a:lnTo>
                    <a:pt x="2993" y="3718"/>
                  </a:lnTo>
                  <a:lnTo>
                    <a:pt x="1638" y="4379"/>
                  </a:lnTo>
                  <a:cubicBezTo>
                    <a:pt x="1575" y="4411"/>
                    <a:pt x="1481" y="4505"/>
                    <a:pt x="1449" y="4600"/>
                  </a:cubicBezTo>
                  <a:lnTo>
                    <a:pt x="819" y="7215"/>
                  </a:lnTo>
                  <a:lnTo>
                    <a:pt x="347" y="7215"/>
                  </a:lnTo>
                  <a:cubicBezTo>
                    <a:pt x="158" y="7215"/>
                    <a:pt x="0" y="7372"/>
                    <a:pt x="0" y="7561"/>
                  </a:cubicBezTo>
                  <a:cubicBezTo>
                    <a:pt x="0" y="7750"/>
                    <a:pt x="158" y="7908"/>
                    <a:pt x="347" y="7908"/>
                  </a:cubicBezTo>
                  <a:lnTo>
                    <a:pt x="851" y="7908"/>
                  </a:lnTo>
                  <a:lnTo>
                    <a:pt x="1481" y="9136"/>
                  </a:lnTo>
                  <a:cubicBezTo>
                    <a:pt x="1575" y="9262"/>
                    <a:pt x="1670" y="9325"/>
                    <a:pt x="1796" y="9325"/>
                  </a:cubicBezTo>
                  <a:lnTo>
                    <a:pt x="3056" y="9325"/>
                  </a:lnTo>
                  <a:lnTo>
                    <a:pt x="3623" y="10050"/>
                  </a:lnTo>
                  <a:lnTo>
                    <a:pt x="2552" y="10050"/>
                  </a:lnTo>
                  <a:cubicBezTo>
                    <a:pt x="2363" y="10050"/>
                    <a:pt x="2205" y="10208"/>
                    <a:pt x="2205" y="10397"/>
                  </a:cubicBezTo>
                  <a:cubicBezTo>
                    <a:pt x="2205" y="10617"/>
                    <a:pt x="2363" y="10775"/>
                    <a:pt x="2552" y="10775"/>
                  </a:cubicBezTo>
                  <a:lnTo>
                    <a:pt x="4159" y="10775"/>
                  </a:lnTo>
                  <a:lnTo>
                    <a:pt x="5104" y="12066"/>
                  </a:lnTo>
                  <a:cubicBezTo>
                    <a:pt x="5198" y="12129"/>
                    <a:pt x="5261" y="12224"/>
                    <a:pt x="5387" y="12224"/>
                  </a:cubicBezTo>
                  <a:lnTo>
                    <a:pt x="6805" y="12224"/>
                  </a:lnTo>
                  <a:cubicBezTo>
                    <a:pt x="6931" y="12224"/>
                    <a:pt x="7089" y="12129"/>
                    <a:pt x="7120" y="12035"/>
                  </a:cubicBezTo>
                  <a:lnTo>
                    <a:pt x="7750" y="10806"/>
                  </a:lnTo>
                  <a:lnTo>
                    <a:pt x="8979" y="10806"/>
                  </a:lnTo>
                  <a:cubicBezTo>
                    <a:pt x="9073" y="10806"/>
                    <a:pt x="9199" y="10775"/>
                    <a:pt x="9231" y="10649"/>
                  </a:cubicBezTo>
                  <a:lnTo>
                    <a:pt x="10176" y="9357"/>
                  </a:lnTo>
                  <a:lnTo>
                    <a:pt x="11184" y="9357"/>
                  </a:lnTo>
                  <a:cubicBezTo>
                    <a:pt x="11373" y="9357"/>
                    <a:pt x="11531" y="9199"/>
                    <a:pt x="11531" y="8979"/>
                  </a:cubicBezTo>
                  <a:cubicBezTo>
                    <a:pt x="11531" y="8790"/>
                    <a:pt x="11373" y="8632"/>
                    <a:pt x="11184" y="8632"/>
                  </a:cubicBezTo>
                  <a:lnTo>
                    <a:pt x="10775" y="8632"/>
                  </a:lnTo>
                  <a:lnTo>
                    <a:pt x="11342" y="7908"/>
                  </a:lnTo>
                  <a:lnTo>
                    <a:pt x="11877" y="7908"/>
                  </a:lnTo>
                  <a:cubicBezTo>
                    <a:pt x="12098" y="7908"/>
                    <a:pt x="12255" y="7750"/>
                    <a:pt x="12255" y="7561"/>
                  </a:cubicBezTo>
                  <a:cubicBezTo>
                    <a:pt x="12255" y="7372"/>
                    <a:pt x="12098" y="7215"/>
                    <a:pt x="11877" y="7215"/>
                  </a:cubicBezTo>
                  <a:lnTo>
                    <a:pt x="11373" y="7215"/>
                  </a:lnTo>
                  <a:lnTo>
                    <a:pt x="10019" y="3875"/>
                  </a:lnTo>
                  <a:cubicBezTo>
                    <a:pt x="9987" y="3781"/>
                    <a:pt x="9956" y="3718"/>
                    <a:pt x="9861" y="3655"/>
                  </a:cubicBezTo>
                  <a:lnTo>
                    <a:pt x="8538" y="2993"/>
                  </a:lnTo>
                  <a:lnTo>
                    <a:pt x="7152" y="189"/>
                  </a:lnTo>
                  <a:cubicBezTo>
                    <a:pt x="7089" y="95"/>
                    <a:pt x="6963" y="0"/>
                    <a:pt x="68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4" name="Google Shape;3494;p48"/>
            <p:cNvSpPr/>
            <p:nvPr/>
          </p:nvSpPr>
          <p:spPr>
            <a:xfrm>
              <a:off x="-15467900" y="2686175"/>
              <a:ext cx="53575" cy="17350"/>
            </a:xfrm>
            <a:custGeom>
              <a:rect b="b" l="l" r="r" t="t"/>
              <a:pathLst>
                <a:path extrusionOk="0" h="694" w="2143">
                  <a:moveTo>
                    <a:pt x="347" y="1"/>
                  </a:moveTo>
                  <a:cubicBezTo>
                    <a:pt x="158" y="1"/>
                    <a:pt x="1" y="158"/>
                    <a:pt x="1" y="347"/>
                  </a:cubicBezTo>
                  <a:cubicBezTo>
                    <a:pt x="1" y="536"/>
                    <a:pt x="158" y="694"/>
                    <a:pt x="347" y="694"/>
                  </a:cubicBezTo>
                  <a:lnTo>
                    <a:pt x="1796" y="694"/>
                  </a:lnTo>
                  <a:cubicBezTo>
                    <a:pt x="1985" y="694"/>
                    <a:pt x="2143" y="536"/>
                    <a:pt x="2143" y="347"/>
                  </a:cubicBezTo>
                  <a:cubicBezTo>
                    <a:pt x="2143" y="158"/>
                    <a:pt x="1985" y="1"/>
                    <a:pt x="179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5" name="Google Shape;3495;p48"/>
            <p:cNvSpPr/>
            <p:nvPr/>
          </p:nvSpPr>
          <p:spPr>
            <a:xfrm>
              <a:off x="-15718350" y="2703500"/>
              <a:ext cx="54350" cy="18150"/>
            </a:xfrm>
            <a:custGeom>
              <a:rect b="b" l="l" r="r" t="t"/>
              <a:pathLst>
                <a:path extrusionOk="0" h="726" w="2174">
                  <a:moveTo>
                    <a:pt x="347" y="1"/>
                  </a:moveTo>
                  <a:cubicBezTo>
                    <a:pt x="158" y="1"/>
                    <a:pt x="0" y="158"/>
                    <a:pt x="0" y="347"/>
                  </a:cubicBezTo>
                  <a:cubicBezTo>
                    <a:pt x="0" y="568"/>
                    <a:pt x="158" y="725"/>
                    <a:pt x="347" y="725"/>
                  </a:cubicBezTo>
                  <a:lnTo>
                    <a:pt x="1827" y="725"/>
                  </a:lnTo>
                  <a:cubicBezTo>
                    <a:pt x="2016" y="725"/>
                    <a:pt x="2174" y="568"/>
                    <a:pt x="2174" y="347"/>
                  </a:cubicBezTo>
                  <a:cubicBezTo>
                    <a:pt x="2174" y="158"/>
                    <a:pt x="2016" y="1"/>
                    <a:pt x="182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96" name="Google Shape;3496;p48"/>
          <p:cNvSpPr/>
          <p:nvPr/>
        </p:nvSpPr>
        <p:spPr>
          <a:xfrm>
            <a:off x="2450198" y="1993418"/>
            <a:ext cx="294550" cy="293478"/>
          </a:xfrm>
          <a:custGeom>
            <a:rect b="b" l="l" r="r" t="t"/>
            <a:pathLst>
              <a:path extrusionOk="0" h="12241" w="12287">
                <a:moveTo>
                  <a:pt x="6207" y="1056"/>
                </a:moveTo>
                <a:lnTo>
                  <a:pt x="6553" y="1560"/>
                </a:lnTo>
                <a:cubicBezTo>
                  <a:pt x="6994" y="2253"/>
                  <a:pt x="7656" y="2663"/>
                  <a:pt x="8443" y="2820"/>
                </a:cubicBezTo>
                <a:cubicBezTo>
                  <a:pt x="8191" y="3261"/>
                  <a:pt x="8097" y="3765"/>
                  <a:pt x="8002" y="4332"/>
                </a:cubicBezTo>
                <a:cubicBezTo>
                  <a:pt x="7939" y="5152"/>
                  <a:pt x="8097" y="5939"/>
                  <a:pt x="8443" y="6506"/>
                </a:cubicBezTo>
                <a:cubicBezTo>
                  <a:pt x="8498" y="6588"/>
                  <a:pt x="8623" y="6670"/>
                  <a:pt x="8758" y="6670"/>
                </a:cubicBezTo>
                <a:cubicBezTo>
                  <a:pt x="8779" y="6670"/>
                  <a:pt x="8800" y="6668"/>
                  <a:pt x="8821" y="6664"/>
                </a:cubicBezTo>
                <a:cubicBezTo>
                  <a:pt x="9420" y="6506"/>
                  <a:pt x="9924" y="6223"/>
                  <a:pt x="10365" y="5908"/>
                </a:cubicBezTo>
                <a:cubicBezTo>
                  <a:pt x="10680" y="6254"/>
                  <a:pt x="11090" y="6569"/>
                  <a:pt x="11499" y="6853"/>
                </a:cubicBezTo>
                <a:cubicBezTo>
                  <a:pt x="11279" y="7325"/>
                  <a:pt x="11153" y="7798"/>
                  <a:pt x="11153" y="8271"/>
                </a:cubicBezTo>
                <a:cubicBezTo>
                  <a:pt x="10586" y="8302"/>
                  <a:pt x="10082" y="8428"/>
                  <a:pt x="9578" y="8617"/>
                </a:cubicBezTo>
                <a:cubicBezTo>
                  <a:pt x="9389" y="8712"/>
                  <a:pt x="9294" y="8932"/>
                  <a:pt x="9389" y="9090"/>
                </a:cubicBezTo>
                <a:lnTo>
                  <a:pt x="9704" y="9751"/>
                </a:lnTo>
                <a:lnTo>
                  <a:pt x="7183" y="8932"/>
                </a:lnTo>
                <a:lnTo>
                  <a:pt x="9861" y="7861"/>
                </a:lnTo>
                <a:cubicBezTo>
                  <a:pt x="10050" y="7798"/>
                  <a:pt x="10145" y="7609"/>
                  <a:pt x="10050" y="7388"/>
                </a:cubicBezTo>
                <a:cubicBezTo>
                  <a:pt x="10003" y="7247"/>
                  <a:pt x="9867" y="7176"/>
                  <a:pt x="9722" y="7176"/>
                </a:cubicBezTo>
                <a:cubicBezTo>
                  <a:pt x="9674" y="7176"/>
                  <a:pt x="9625" y="7184"/>
                  <a:pt x="9578" y="7199"/>
                </a:cubicBezTo>
                <a:lnTo>
                  <a:pt x="6522" y="8428"/>
                </a:lnTo>
                <a:lnTo>
                  <a:pt x="6522" y="3986"/>
                </a:lnTo>
                <a:cubicBezTo>
                  <a:pt x="6522" y="3765"/>
                  <a:pt x="6364" y="3608"/>
                  <a:pt x="6144" y="3608"/>
                </a:cubicBezTo>
                <a:cubicBezTo>
                  <a:pt x="5955" y="3608"/>
                  <a:pt x="5797" y="3765"/>
                  <a:pt x="5797" y="3986"/>
                </a:cubicBezTo>
                <a:lnTo>
                  <a:pt x="5797" y="8428"/>
                </a:lnTo>
                <a:lnTo>
                  <a:pt x="2710" y="7199"/>
                </a:lnTo>
                <a:cubicBezTo>
                  <a:pt x="2662" y="7184"/>
                  <a:pt x="2615" y="7176"/>
                  <a:pt x="2570" y="7176"/>
                </a:cubicBezTo>
                <a:cubicBezTo>
                  <a:pt x="2434" y="7176"/>
                  <a:pt x="2316" y="7247"/>
                  <a:pt x="2268" y="7388"/>
                </a:cubicBezTo>
                <a:cubicBezTo>
                  <a:pt x="2174" y="7609"/>
                  <a:pt x="2268" y="7798"/>
                  <a:pt x="2457" y="7861"/>
                </a:cubicBezTo>
                <a:lnTo>
                  <a:pt x="5135" y="8932"/>
                </a:lnTo>
                <a:lnTo>
                  <a:pt x="2615" y="9751"/>
                </a:lnTo>
                <a:lnTo>
                  <a:pt x="2930" y="9090"/>
                </a:lnTo>
                <a:cubicBezTo>
                  <a:pt x="2993" y="8901"/>
                  <a:pt x="2930" y="8712"/>
                  <a:pt x="2741" y="8617"/>
                </a:cubicBezTo>
                <a:cubicBezTo>
                  <a:pt x="2205" y="8397"/>
                  <a:pt x="1701" y="8271"/>
                  <a:pt x="1166" y="8271"/>
                </a:cubicBezTo>
                <a:cubicBezTo>
                  <a:pt x="1166" y="7798"/>
                  <a:pt x="1040" y="7325"/>
                  <a:pt x="882" y="6853"/>
                </a:cubicBezTo>
                <a:cubicBezTo>
                  <a:pt x="1323" y="6569"/>
                  <a:pt x="1701" y="6254"/>
                  <a:pt x="2016" y="5908"/>
                </a:cubicBezTo>
                <a:cubicBezTo>
                  <a:pt x="2457" y="6254"/>
                  <a:pt x="2962" y="6506"/>
                  <a:pt x="3560" y="6664"/>
                </a:cubicBezTo>
                <a:cubicBezTo>
                  <a:pt x="3596" y="6671"/>
                  <a:pt x="3631" y="6675"/>
                  <a:pt x="3665" y="6675"/>
                </a:cubicBezTo>
                <a:cubicBezTo>
                  <a:pt x="3784" y="6675"/>
                  <a:pt x="3889" y="6628"/>
                  <a:pt x="3938" y="6506"/>
                </a:cubicBezTo>
                <a:cubicBezTo>
                  <a:pt x="4316" y="5939"/>
                  <a:pt x="4411" y="5152"/>
                  <a:pt x="4379" y="4332"/>
                </a:cubicBezTo>
                <a:cubicBezTo>
                  <a:pt x="4348" y="3734"/>
                  <a:pt x="4190" y="3230"/>
                  <a:pt x="3938" y="2820"/>
                </a:cubicBezTo>
                <a:cubicBezTo>
                  <a:pt x="4694" y="2663"/>
                  <a:pt x="5356" y="2190"/>
                  <a:pt x="5828" y="1560"/>
                </a:cubicBezTo>
                <a:lnTo>
                  <a:pt x="6207" y="1056"/>
                </a:lnTo>
                <a:close/>
                <a:moveTo>
                  <a:pt x="6116" y="1"/>
                </a:moveTo>
                <a:cubicBezTo>
                  <a:pt x="6002" y="1"/>
                  <a:pt x="5892" y="48"/>
                  <a:pt x="5828" y="142"/>
                </a:cubicBezTo>
                <a:lnTo>
                  <a:pt x="5198" y="1150"/>
                </a:lnTo>
                <a:cubicBezTo>
                  <a:pt x="4789" y="1781"/>
                  <a:pt x="4064" y="2159"/>
                  <a:pt x="3277" y="2159"/>
                </a:cubicBezTo>
                <a:cubicBezTo>
                  <a:pt x="2962" y="2159"/>
                  <a:pt x="2804" y="2568"/>
                  <a:pt x="3056" y="2757"/>
                </a:cubicBezTo>
                <a:cubicBezTo>
                  <a:pt x="3371" y="3072"/>
                  <a:pt x="3592" y="3671"/>
                  <a:pt x="3623" y="4364"/>
                </a:cubicBezTo>
                <a:cubicBezTo>
                  <a:pt x="3686" y="4931"/>
                  <a:pt x="3592" y="5467"/>
                  <a:pt x="3434" y="5876"/>
                </a:cubicBezTo>
                <a:cubicBezTo>
                  <a:pt x="2962" y="5719"/>
                  <a:pt x="2520" y="5435"/>
                  <a:pt x="2174" y="5120"/>
                </a:cubicBezTo>
                <a:cubicBezTo>
                  <a:pt x="2103" y="5049"/>
                  <a:pt x="2019" y="5016"/>
                  <a:pt x="1937" y="5016"/>
                </a:cubicBezTo>
                <a:cubicBezTo>
                  <a:pt x="1837" y="5016"/>
                  <a:pt x="1739" y="5065"/>
                  <a:pt x="1670" y="5152"/>
                </a:cubicBezTo>
                <a:cubicBezTo>
                  <a:pt x="1323" y="5624"/>
                  <a:pt x="851" y="6065"/>
                  <a:pt x="252" y="6349"/>
                </a:cubicBezTo>
                <a:cubicBezTo>
                  <a:pt x="95" y="6412"/>
                  <a:pt x="0" y="6601"/>
                  <a:pt x="95" y="6790"/>
                </a:cubicBezTo>
                <a:cubicBezTo>
                  <a:pt x="347" y="7388"/>
                  <a:pt x="441" y="8018"/>
                  <a:pt x="410" y="8586"/>
                </a:cubicBezTo>
                <a:cubicBezTo>
                  <a:pt x="410" y="8712"/>
                  <a:pt x="441" y="8775"/>
                  <a:pt x="536" y="8838"/>
                </a:cubicBezTo>
                <a:cubicBezTo>
                  <a:pt x="630" y="8964"/>
                  <a:pt x="788" y="8964"/>
                  <a:pt x="945" y="8964"/>
                </a:cubicBezTo>
                <a:cubicBezTo>
                  <a:pt x="1355" y="8964"/>
                  <a:pt x="1701" y="9058"/>
                  <a:pt x="2111" y="9153"/>
                </a:cubicBezTo>
                <a:lnTo>
                  <a:pt x="1544" y="10224"/>
                </a:lnTo>
                <a:cubicBezTo>
                  <a:pt x="1406" y="10472"/>
                  <a:pt x="1606" y="10745"/>
                  <a:pt x="1870" y="10745"/>
                </a:cubicBezTo>
                <a:cubicBezTo>
                  <a:pt x="1907" y="10745"/>
                  <a:pt x="1946" y="10740"/>
                  <a:pt x="1985" y="10728"/>
                </a:cubicBezTo>
                <a:lnTo>
                  <a:pt x="5797" y="9499"/>
                </a:lnTo>
                <a:lnTo>
                  <a:pt x="5797" y="11894"/>
                </a:lnTo>
                <a:cubicBezTo>
                  <a:pt x="5797" y="12083"/>
                  <a:pt x="5955" y="12240"/>
                  <a:pt x="6144" y="12240"/>
                </a:cubicBezTo>
                <a:cubicBezTo>
                  <a:pt x="6364" y="12240"/>
                  <a:pt x="6522" y="12083"/>
                  <a:pt x="6522" y="11894"/>
                </a:cubicBezTo>
                <a:lnTo>
                  <a:pt x="6522" y="9499"/>
                </a:lnTo>
                <a:lnTo>
                  <a:pt x="10334" y="10728"/>
                </a:lnTo>
                <a:cubicBezTo>
                  <a:pt x="10382" y="10747"/>
                  <a:pt x="10431" y="10756"/>
                  <a:pt x="10476" y="10756"/>
                </a:cubicBezTo>
                <a:cubicBezTo>
                  <a:pt x="10726" y="10756"/>
                  <a:pt x="10908" y="10490"/>
                  <a:pt x="10775" y="10224"/>
                </a:cubicBezTo>
                <a:lnTo>
                  <a:pt x="10208" y="9153"/>
                </a:lnTo>
                <a:cubicBezTo>
                  <a:pt x="10554" y="9058"/>
                  <a:pt x="10964" y="8964"/>
                  <a:pt x="11342" y="8964"/>
                </a:cubicBezTo>
                <a:cubicBezTo>
                  <a:pt x="11387" y="8964"/>
                  <a:pt x="11432" y="8966"/>
                  <a:pt x="11476" y="8966"/>
                </a:cubicBezTo>
                <a:cubicBezTo>
                  <a:pt x="11587" y="8966"/>
                  <a:pt x="11693" y="8950"/>
                  <a:pt x="11783" y="8838"/>
                </a:cubicBezTo>
                <a:cubicBezTo>
                  <a:pt x="11846" y="8775"/>
                  <a:pt x="11909" y="8680"/>
                  <a:pt x="11909" y="8586"/>
                </a:cubicBezTo>
                <a:cubicBezTo>
                  <a:pt x="11877" y="7987"/>
                  <a:pt x="11972" y="7388"/>
                  <a:pt x="12224" y="6790"/>
                </a:cubicBezTo>
                <a:cubicBezTo>
                  <a:pt x="12287" y="6601"/>
                  <a:pt x="12224" y="6412"/>
                  <a:pt x="12003" y="6349"/>
                </a:cubicBezTo>
                <a:cubicBezTo>
                  <a:pt x="11436" y="6065"/>
                  <a:pt x="10964" y="5624"/>
                  <a:pt x="10586" y="5152"/>
                </a:cubicBezTo>
                <a:cubicBezTo>
                  <a:pt x="10534" y="5065"/>
                  <a:pt x="10434" y="5016"/>
                  <a:pt x="10329" y="5016"/>
                </a:cubicBezTo>
                <a:cubicBezTo>
                  <a:pt x="10243" y="5016"/>
                  <a:pt x="10153" y="5049"/>
                  <a:pt x="10082" y="5120"/>
                </a:cubicBezTo>
                <a:cubicBezTo>
                  <a:pt x="9735" y="5435"/>
                  <a:pt x="9294" y="5719"/>
                  <a:pt x="8821" y="5876"/>
                </a:cubicBezTo>
                <a:cubicBezTo>
                  <a:pt x="8664" y="5467"/>
                  <a:pt x="8601" y="4931"/>
                  <a:pt x="8632" y="4364"/>
                </a:cubicBezTo>
                <a:cubicBezTo>
                  <a:pt x="8664" y="3702"/>
                  <a:pt x="8916" y="3072"/>
                  <a:pt x="9231" y="2757"/>
                </a:cubicBezTo>
                <a:cubicBezTo>
                  <a:pt x="9452" y="2505"/>
                  <a:pt x="9294" y="2159"/>
                  <a:pt x="8979" y="2159"/>
                </a:cubicBezTo>
                <a:cubicBezTo>
                  <a:pt x="8191" y="2159"/>
                  <a:pt x="7498" y="1781"/>
                  <a:pt x="7057" y="1150"/>
                </a:cubicBezTo>
                <a:lnTo>
                  <a:pt x="6427" y="142"/>
                </a:lnTo>
                <a:cubicBezTo>
                  <a:pt x="6348" y="48"/>
                  <a:pt x="6230" y="1"/>
                  <a:pt x="611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7" name="Google Shape;3497;p48"/>
          <p:cNvSpPr/>
          <p:nvPr/>
        </p:nvSpPr>
        <p:spPr>
          <a:xfrm>
            <a:off x="2451325" y="2452406"/>
            <a:ext cx="292297" cy="221673"/>
          </a:xfrm>
          <a:custGeom>
            <a:rect b="b" l="l" r="r" t="t"/>
            <a:pathLst>
              <a:path extrusionOk="0" h="9246" w="12193">
                <a:moveTo>
                  <a:pt x="3781" y="1936"/>
                </a:moveTo>
                <a:lnTo>
                  <a:pt x="3907" y="2881"/>
                </a:lnTo>
                <a:lnTo>
                  <a:pt x="3466" y="2881"/>
                </a:lnTo>
                <a:lnTo>
                  <a:pt x="3781" y="1936"/>
                </a:lnTo>
                <a:close/>
                <a:moveTo>
                  <a:pt x="2489" y="3574"/>
                </a:moveTo>
                <a:lnTo>
                  <a:pt x="2017" y="4961"/>
                </a:lnTo>
                <a:cubicBezTo>
                  <a:pt x="1387" y="4771"/>
                  <a:pt x="914" y="4267"/>
                  <a:pt x="757" y="3574"/>
                </a:cubicBezTo>
                <a:close/>
                <a:moveTo>
                  <a:pt x="7877" y="3574"/>
                </a:moveTo>
                <a:lnTo>
                  <a:pt x="7877" y="3952"/>
                </a:lnTo>
                <a:cubicBezTo>
                  <a:pt x="7877" y="4425"/>
                  <a:pt x="7562" y="4835"/>
                  <a:pt x="7089" y="4961"/>
                </a:cubicBezTo>
                <a:cubicBezTo>
                  <a:pt x="7058" y="4835"/>
                  <a:pt x="7026" y="4740"/>
                  <a:pt x="6932" y="4614"/>
                </a:cubicBezTo>
                <a:lnTo>
                  <a:pt x="6302" y="3574"/>
                </a:lnTo>
                <a:close/>
                <a:moveTo>
                  <a:pt x="4033" y="3574"/>
                </a:moveTo>
                <a:lnTo>
                  <a:pt x="4222" y="4992"/>
                </a:lnTo>
                <a:lnTo>
                  <a:pt x="2773" y="4992"/>
                </a:lnTo>
                <a:lnTo>
                  <a:pt x="3246" y="3574"/>
                </a:lnTo>
                <a:close/>
                <a:moveTo>
                  <a:pt x="10712" y="3574"/>
                </a:moveTo>
                <a:cubicBezTo>
                  <a:pt x="11153" y="3637"/>
                  <a:pt x="11468" y="3952"/>
                  <a:pt x="11468" y="4330"/>
                </a:cubicBezTo>
                <a:cubicBezTo>
                  <a:pt x="11437" y="4740"/>
                  <a:pt x="11153" y="4992"/>
                  <a:pt x="10775" y="4992"/>
                </a:cubicBezTo>
                <a:cubicBezTo>
                  <a:pt x="10366" y="4992"/>
                  <a:pt x="10051" y="4677"/>
                  <a:pt x="10051" y="4299"/>
                </a:cubicBezTo>
                <a:cubicBezTo>
                  <a:pt x="10051" y="3889"/>
                  <a:pt x="10334" y="3574"/>
                  <a:pt x="10712" y="3574"/>
                </a:cubicBezTo>
                <a:close/>
                <a:moveTo>
                  <a:pt x="4537" y="2062"/>
                </a:moveTo>
                <a:lnTo>
                  <a:pt x="6365" y="4992"/>
                </a:lnTo>
                <a:cubicBezTo>
                  <a:pt x="6428" y="5118"/>
                  <a:pt x="6491" y="5244"/>
                  <a:pt x="6491" y="5370"/>
                </a:cubicBezTo>
                <a:cubicBezTo>
                  <a:pt x="6491" y="5748"/>
                  <a:pt x="6176" y="6063"/>
                  <a:pt x="5766" y="6063"/>
                </a:cubicBezTo>
                <a:cubicBezTo>
                  <a:pt x="5356" y="6063"/>
                  <a:pt x="5104" y="5843"/>
                  <a:pt x="5010" y="5465"/>
                </a:cubicBezTo>
                <a:lnTo>
                  <a:pt x="4537" y="2062"/>
                </a:lnTo>
                <a:close/>
                <a:moveTo>
                  <a:pt x="9515" y="3543"/>
                </a:moveTo>
                <a:cubicBezTo>
                  <a:pt x="9389" y="3732"/>
                  <a:pt x="9295" y="3984"/>
                  <a:pt x="9295" y="4236"/>
                </a:cubicBezTo>
                <a:cubicBezTo>
                  <a:pt x="9295" y="5024"/>
                  <a:pt x="9925" y="5654"/>
                  <a:pt x="10712" y="5654"/>
                </a:cubicBezTo>
                <a:lnTo>
                  <a:pt x="10870" y="5654"/>
                </a:lnTo>
                <a:lnTo>
                  <a:pt x="10397" y="6693"/>
                </a:lnTo>
                <a:cubicBezTo>
                  <a:pt x="10303" y="6977"/>
                  <a:pt x="10019" y="7134"/>
                  <a:pt x="9704" y="7134"/>
                </a:cubicBezTo>
                <a:lnTo>
                  <a:pt x="4663" y="7134"/>
                </a:lnTo>
                <a:cubicBezTo>
                  <a:pt x="3781" y="7134"/>
                  <a:pt x="3088" y="6504"/>
                  <a:pt x="2931" y="5717"/>
                </a:cubicBezTo>
                <a:lnTo>
                  <a:pt x="4348" y="5717"/>
                </a:lnTo>
                <a:cubicBezTo>
                  <a:pt x="4506" y="6347"/>
                  <a:pt x="5041" y="6788"/>
                  <a:pt x="5734" y="6788"/>
                </a:cubicBezTo>
                <a:cubicBezTo>
                  <a:pt x="6396" y="6788"/>
                  <a:pt x="6932" y="6315"/>
                  <a:pt x="7089" y="5654"/>
                </a:cubicBezTo>
                <a:cubicBezTo>
                  <a:pt x="7940" y="5496"/>
                  <a:pt x="8570" y="4803"/>
                  <a:pt x="8570" y="3889"/>
                </a:cubicBezTo>
                <a:lnTo>
                  <a:pt x="8570" y="3543"/>
                </a:lnTo>
                <a:close/>
                <a:moveTo>
                  <a:pt x="3928" y="1"/>
                </a:moveTo>
                <a:cubicBezTo>
                  <a:pt x="3795" y="1"/>
                  <a:pt x="3661" y="81"/>
                  <a:pt x="3592" y="235"/>
                </a:cubicBezTo>
                <a:lnTo>
                  <a:pt x="2742" y="2850"/>
                </a:lnTo>
                <a:lnTo>
                  <a:pt x="379" y="2850"/>
                </a:lnTo>
                <a:cubicBezTo>
                  <a:pt x="158" y="2850"/>
                  <a:pt x="1" y="3007"/>
                  <a:pt x="1" y="3196"/>
                </a:cubicBezTo>
                <a:cubicBezTo>
                  <a:pt x="1" y="4330"/>
                  <a:pt x="757" y="5276"/>
                  <a:pt x="1828" y="5591"/>
                </a:cubicBezTo>
                <a:lnTo>
                  <a:pt x="851" y="8552"/>
                </a:lnTo>
                <a:lnTo>
                  <a:pt x="379" y="8552"/>
                </a:lnTo>
                <a:cubicBezTo>
                  <a:pt x="158" y="8552"/>
                  <a:pt x="1" y="8710"/>
                  <a:pt x="1" y="8899"/>
                </a:cubicBezTo>
                <a:cubicBezTo>
                  <a:pt x="1" y="9088"/>
                  <a:pt x="158" y="9245"/>
                  <a:pt x="379" y="9245"/>
                </a:cubicBezTo>
                <a:lnTo>
                  <a:pt x="1072" y="9245"/>
                </a:lnTo>
                <a:cubicBezTo>
                  <a:pt x="1229" y="9245"/>
                  <a:pt x="1355" y="9182"/>
                  <a:pt x="1450" y="9025"/>
                </a:cubicBezTo>
                <a:lnTo>
                  <a:pt x="2332" y="6252"/>
                </a:lnTo>
                <a:cubicBezTo>
                  <a:pt x="2710" y="7166"/>
                  <a:pt x="3592" y="7827"/>
                  <a:pt x="4663" y="7827"/>
                </a:cubicBezTo>
                <a:lnTo>
                  <a:pt x="6837" y="7827"/>
                </a:lnTo>
                <a:lnTo>
                  <a:pt x="6554" y="8552"/>
                </a:lnTo>
                <a:lnTo>
                  <a:pt x="6081" y="8552"/>
                </a:lnTo>
                <a:cubicBezTo>
                  <a:pt x="5892" y="8552"/>
                  <a:pt x="5734" y="8710"/>
                  <a:pt x="5734" y="8899"/>
                </a:cubicBezTo>
                <a:cubicBezTo>
                  <a:pt x="5734" y="9088"/>
                  <a:pt x="5892" y="9245"/>
                  <a:pt x="6081" y="9245"/>
                </a:cubicBezTo>
                <a:lnTo>
                  <a:pt x="6806" y="9245"/>
                </a:lnTo>
                <a:cubicBezTo>
                  <a:pt x="6963" y="9245"/>
                  <a:pt x="7058" y="9182"/>
                  <a:pt x="7121" y="9025"/>
                </a:cubicBezTo>
                <a:lnTo>
                  <a:pt x="7593" y="7796"/>
                </a:lnTo>
                <a:lnTo>
                  <a:pt x="8853" y="7796"/>
                </a:lnTo>
                <a:lnTo>
                  <a:pt x="9326" y="9025"/>
                </a:lnTo>
                <a:cubicBezTo>
                  <a:pt x="9358" y="9151"/>
                  <a:pt x="9515" y="9245"/>
                  <a:pt x="9641" y="9245"/>
                </a:cubicBezTo>
                <a:lnTo>
                  <a:pt x="10334" y="9245"/>
                </a:lnTo>
                <a:cubicBezTo>
                  <a:pt x="10523" y="9245"/>
                  <a:pt x="10681" y="9088"/>
                  <a:pt x="10681" y="8899"/>
                </a:cubicBezTo>
                <a:cubicBezTo>
                  <a:pt x="10681" y="8710"/>
                  <a:pt x="10523" y="8552"/>
                  <a:pt x="10334" y="8552"/>
                </a:cubicBezTo>
                <a:lnTo>
                  <a:pt x="9862" y="8552"/>
                </a:lnTo>
                <a:lnTo>
                  <a:pt x="9578" y="7827"/>
                </a:lnTo>
                <a:lnTo>
                  <a:pt x="9641" y="7827"/>
                </a:lnTo>
                <a:cubicBezTo>
                  <a:pt x="10208" y="7827"/>
                  <a:pt x="10744" y="7512"/>
                  <a:pt x="10964" y="7008"/>
                </a:cubicBezTo>
                <a:lnTo>
                  <a:pt x="11941" y="5055"/>
                </a:lnTo>
                <a:cubicBezTo>
                  <a:pt x="12067" y="4835"/>
                  <a:pt x="12098" y="4614"/>
                  <a:pt x="12098" y="4362"/>
                </a:cubicBezTo>
                <a:cubicBezTo>
                  <a:pt x="12193" y="4362"/>
                  <a:pt x="12193" y="4330"/>
                  <a:pt x="12193" y="4330"/>
                </a:cubicBezTo>
                <a:cubicBezTo>
                  <a:pt x="12130" y="3543"/>
                  <a:pt x="11468" y="2881"/>
                  <a:pt x="10681" y="2881"/>
                </a:cubicBezTo>
                <a:lnTo>
                  <a:pt x="10082" y="2881"/>
                </a:lnTo>
                <a:cubicBezTo>
                  <a:pt x="10240" y="2062"/>
                  <a:pt x="10996" y="1463"/>
                  <a:pt x="11815" y="1463"/>
                </a:cubicBezTo>
                <a:cubicBezTo>
                  <a:pt x="12035" y="1463"/>
                  <a:pt x="12193" y="1306"/>
                  <a:pt x="12193" y="1117"/>
                </a:cubicBezTo>
                <a:cubicBezTo>
                  <a:pt x="12193" y="896"/>
                  <a:pt x="12035" y="739"/>
                  <a:pt x="11815" y="739"/>
                </a:cubicBezTo>
                <a:cubicBezTo>
                  <a:pt x="10555" y="739"/>
                  <a:pt x="9547" y="1684"/>
                  <a:pt x="9358" y="2881"/>
                </a:cubicBezTo>
                <a:lnTo>
                  <a:pt x="5829" y="2881"/>
                </a:lnTo>
                <a:lnTo>
                  <a:pt x="4222" y="203"/>
                </a:lnTo>
                <a:lnTo>
                  <a:pt x="4222" y="172"/>
                </a:lnTo>
                <a:cubicBezTo>
                  <a:pt x="4150" y="57"/>
                  <a:pt x="4039" y="1"/>
                  <a:pt x="392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98" name="Google Shape;3498;p48"/>
          <p:cNvGrpSpPr/>
          <p:nvPr/>
        </p:nvGrpSpPr>
        <p:grpSpPr>
          <a:xfrm>
            <a:off x="2449443" y="2872988"/>
            <a:ext cx="296060" cy="291584"/>
            <a:chOff x="-20550425" y="2789350"/>
            <a:chExt cx="308750" cy="304050"/>
          </a:xfrm>
        </p:grpSpPr>
        <p:sp>
          <p:nvSpPr>
            <p:cNvPr id="3499" name="Google Shape;3499;p48"/>
            <p:cNvSpPr/>
            <p:nvPr/>
          </p:nvSpPr>
          <p:spPr>
            <a:xfrm>
              <a:off x="-20550425" y="2824800"/>
              <a:ext cx="308750" cy="268600"/>
            </a:xfrm>
            <a:custGeom>
              <a:rect b="b" l="l" r="r" t="t"/>
              <a:pathLst>
                <a:path extrusionOk="0" h="10744" w="12350">
                  <a:moveTo>
                    <a:pt x="2962" y="662"/>
                  </a:moveTo>
                  <a:cubicBezTo>
                    <a:pt x="3403" y="662"/>
                    <a:pt x="3718" y="1009"/>
                    <a:pt x="3686" y="1450"/>
                  </a:cubicBezTo>
                  <a:cubicBezTo>
                    <a:pt x="3529" y="1481"/>
                    <a:pt x="3403" y="1576"/>
                    <a:pt x="3277" y="1670"/>
                  </a:cubicBezTo>
                  <a:cubicBezTo>
                    <a:pt x="3119" y="1828"/>
                    <a:pt x="3119" y="2048"/>
                    <a:pt x="3277" y="2206"/>
                  </a:cubicBezTo>
                  <a:cubicBezTo>
                    <a:pt x="3355" y="2285"/>
                    <a:pt x="3442" y="2324"/>
                    <a:pt x="3529" y="2324"/>
                  </a:cubicBezTo>
                  <a:cubicBezTo>
                    <a:pt x="3615" y="2324"/>
                    <a:pt x="3702" y="2285"/>
                    <a:pt x="3781" y="2206"/>
                  </a:cubicBezTo>
                  <a:cubicBezTo>
                    <a:pt x="3844" y="2174"/>
                    <a:pt x="3907" y="2111"/>
                    <a:pt x="3938" y="2111"/>
                  </a:cubicBezTo>
                  <a:lnTo>
                    <a:pt x="4064" y="2111"/>
                  </a:lnTo>
                  <a:cubicBezTo>
                    <a:pt x="4190" y="2111"/>
                    <a:pt x="4316" y="2237"/>
                    <a:pt x="4379" y="2363"/>
                  </a:cubicBezTo>
                  <a:cubicBezTo>
                    <a:pt x="4474" y="2584"/>
                    <a:pt x="4316" y="2836"/>
                    <a:pt x="4064" y="2836"/>
                  </a:cubicBezTo>
                  <a:lnTo>
                    <a:pt x="1953" y="2836"/>
                  </a:lnTo>
                  <a:cubicBezTo>
                    <a:pt x="1544" y="2836"/>
                    <a:pt x="1386" y="2489"/>
                    <a:pt x="1607" y="2237"/>
                  </a:cubicBezTo>
                  <a:cubicBezTo>
                    <a:pt x="1701" y="2174"/>
                    <a:pt x="1764" y="2111"/>
                    <a:pt x="1859" y="2111"/>
                  </a:cubicBezTo>
                  <a:lnTo>
                    <a:pt x="1985" y="2111"/>
                  </a:lnTo>
                  <a:cubicBezTo>
                    <a:pt x="2048" y="2111"/>
                    <a:pt x="2111" y="2174"/>
                    <a:pt x="2142" y="2206"/>
                  </a:cubicBezTo>
                  <a:cubicBezTo>
                    <a:pt x="2221" y="2285"/>
                    <a:pt x="2308" y="2324"/>
                    <a:pt x="2394" y="2324"/>
                  </a:cubicBezTo>
                  <a:cubicBezTo>
                    <a:pt x="2481" y="2324"/>
                    <a:pt x="2568" y="2285"/>
                    <a:pt x="2646" y="2206"/>
                  </a:cubicBezTo>
                  <a:cubicBezTo>
                    <a:pt x="2804" y="2048"/>
                    <a:pt x="2804" y="1828"/>
                    <a:pt x="2646" y="1670"/>
                  </a:cubicBezTo>
                  <a:cubicBezTo>
                    <a:pt x="2520" y="1576"/>
                    <a:pt x="2426" y="1481"/>
                    <a:pt x="2268" y="1450"/>
                  </a:cubicBezTo>
                  <a:lnTo>
                    <a:pt x="2268" y="1387"/>
                  </a:lnTo>
                  <a:cubicBezTo>
                    <a:pt x="2268" y="977"/>
                    <a:pt x="2583" y="662"/>
                    <a:pt x="2962" y="662"/>
                  </a:cubicBezTo>
                  <a:close/>
                  <a:moveTo>
                    <a:pt x="5009" y="2899"/>
                  </a:moveTo>
                  <a:cubicBezTo>
                    <a:pt x="5198" y="2994"/>
                    <a:pt x="5324" y="3120"/>
                    <a:pt x="5387" y="3309"/>
                  </a:cubicBezTo>
                  <a:lnTo>
                    <a:pt x="6553" y="5860"/>
                  </a:lnTo>
                  <a:lnTo>
                    <a:pt x="6112" y="6302"/>
                  </a:lnTo>
                  <a:lnTo>
                    <a:pt x="4915" y="5104"/>
                  </a:lnTo>
                  <a:cubicBezTo>
                    <a:pt x="4836" y="5026"/>
                    <a:pt x="4749" y="4986"/>
                    <a:pt x="4663" y="4986"/>
                  </a:cubicBezTo>
                  <a:cubicBezTo>
                    <a:pt x="4576" y="4986"/>
                    <a:pt x="4490" y="5026"/>
                    <a:pt x="4411" y="5104"/>
                  </a:cubicBezTo>
                  <a:lnTo>
                    <a:pt x="3245" y="6302"/>
                  </a:lnTo>
                  <a:lnTo>
                    <a:pt x="2804" y="5860"/>
                  </a:lnTo>
                  <a:lnTo>
                    <a:pt x="3812" y="3592"/>
                  </a:lnTo>
                  <a:cubicBezTo>
                    <a:pt x="4033" y="3592"/>
                    <a:pt x="4411" y="3592"/>
                    <a:pt x="4757" y="3277"/>
                  </a:cubicBezTo>
                  <a:cubicBezTo>
                    <a:pt x="4883" y="3151"/>
                    <a:pt x="4978" y="3025"/>
                    <a:pt x="5009" y="2899"/>
                  </a:cubicBezTo>
                  <a:close/>
                  <a:moveTo>
                    <a:pt x="4694" y="5829"/>
                  </a:moveTo>
                  <a:lnTo>
                    <a:pt x="5860" y="6995"/>
                  </a:lnTo>
                  <a:cubicBezTo>
                    <a:pt x="5955" y="7073"/>
                    <a:pt x="6049" y="7113"/>
                    <a:pt x="6140" y="7113"/>
                  </a:cubicBezTo>
                  <a:cubicBezTo>
                    <a:pt x="6230" y="7113"/>
                    <a:pt x="6317" y="7073"/>
                    <a:pt x="6396" y="6995"/>
                  </a:cubicBezTo>
                  <a:lnTo>
                    <a:pt x="6868" y="6522"/>
                  </a:lnTo>
                  <a:lnTo>
                    <a:pt x="8443" y="9988"/>
                  </a:lnTo>
                  <a:lnTo>
                    <a:pt x="945" y="9988"/>
                  </a:lnTo>
                  <a:lnTo>
                    <a:pt x="2520" y="6522"/>
                  </a:lnTo>
                  <a:lnTo>
                    <a:pt x="2993" y="6995"/>
                  </a:lnTo>
                  <a:cubicBezTo>
                    <a:pt x="3072" y="7073"/>
                    <a:pt x="3158" y="7113"/>
                    <a:pt x="3245" y="7113"/>
                  </a:cubicBezTo>
                  <a:cubicBezTo>
                    <a:pt x="3332" y="7113"/>
                    <a:pt x="3418" y="7073"/>
                    <a:pt x="3497" y="6995"/>
                  </a:cubicBezTo>
                  <a:lnTo>
                    <a:pt x="4694" y="5829"/>
                  </a:lnTo>
                  <a:close/>
                  <a:moveTo>
                    <a:pt x="8270" y="4986"/>
                  </a:moveTo>
                  <a:cubicBezTo>
                    <a:pt x="8554" y="4986"/>
                    <a:pt x="8837" y="5120"/>
                    <a:pt x="8979" y="5388"/>
                  </a:cubicBezTo>
                  <a:lnTo>
                    <a:pt x="11310" y="9988"/>
                  </a:lnTo>
                  <a:lnTo>
                    <a:pt x="9231" y="9988"/>
                  </a:lnTo>
                  <a:lnTo>
                    <a:pt x="7341" y="5860"/>
                  </a:lnTo>
                  <a:lnTo>
                    <a:pt x="7561" y="5388"/>
                  </a:lnTo>
                  <a:cubicBezTo>
                    <a:pt x="7703" y="5120"/>
                    <a:pt x="7987" y="4986"/>
                    <a:pt x="8270" y="4986"/>
                  </a:cubicBezTo>
                  <a:close/>
                  <a:moveTo>
                    <a:pt x="2962" y="1"/>
                  </a:moveTo>
                  <a:cubicBezTo>
                    <a:pt x="2174" y="1"/>
                    <a:pt x="1512" y="662"/>
                    <a:pt x="1544" y="1481"/>
                  </a:cubicBezTo>
                  <a:cubicBezTo>
                    <a:pt x="1166" y="1639"/>
                    <a:pt x="851" y="2048"/>
                    <a:pt x="851" y="2521"/>
                  </a:cubicBezTo>
                  <a:cubicBezTo>
                    <a:pt x="851" y="3120"/>
                    <a:pt x="1323" y="3592"/>
                    <a:pt x="1890" y="3592"/>
                  </a:cubicBezTo>
                  <a:lnTo>
                    <a:pt x="3151" y="3592"/>
                  </a:lnTo>
                  <a:lnTo>
                    <a:pt x="126" y="10240"/>
                  </a:lnTo>
                  <a:cubicBezTo>
                    <a:pt x="0" y="10460"/>
                    <a:pt x="189" y="10744"/>
                    <a:pt x="441" y="10744"/>
                  </a:cubicBezTo>
                  <a:lnTo>
                    <a:pt x="11909" y="10744"/>
                  </a:lnTo>
                  <a:cubicBezTo>
                    <a:pt x="12161" y="10744"/>
                    <a:pt x="12350" y="10460"/>
                    <a:pt x="12224" y="10240"/>
                  </a:cubicBezTo>
                  <a:lnTo>
                    <a:pt x="9609" y="5073"/>
                  </a:lnTo>
                  <a:cubicBezTo>
                    <a:pt x="9339" y="4533"/>
                    <a:pt x="8814" y="4265"/>
                    <a:pt x="8290" y="4265"/>
                  </a:cubicBezTo>
                  <a:cubicBezTo>
                    <a:pt x="7774" y="4265"/>
                    <a:pt x="7260" y="4525"/>
                    <a:pt x="6994" y="5041"/>
                  </a:cubicBezTo>
                  <a:lnTo>
                    <a:pt x="6081" y="2994"/>
                  </a:lnTo>
                  <a:cubicBezTo>
                    <a:pt x="5860" y="2552"/>
                    <a:pt x="5482" y="2237"/>
                    <a:pt x="5041" y="2174"/>
                  </a:cubicBezTo>
                  <a:cubicBezTo>
                    <a:pt x="5009" y="2017"/>
                    <a:pt x="4883" y="1859"/>
                    <a:pt x="4789" y="1733"/>
                  </a:cubicBezTo>
                  <a:cubicBezTo>
                    <a:pt x="4663" y="1607"/>
                    <a:pt x="4537" y="1544"/>
                    <a:pt x="4379" y="1481"/>
                  </a:cubicBezTo>
                  <a:cubicBezTo>
                    <a:pt x="4411" y="662"/>
                    <a:pt x="3781" y="1"/>
                    <a:pt x="29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0" name="Google Shape;3500;p48"/>
            <p:cNvSpPr/>
            <p:nvPr/>
          </p:nvSpPr>
          <p:spPr>
            <a:xfrm>
              <a:off x="-20388175" y="2789350"/>
              <a:ext cx="144150" cy="106350"/>
            </a:xfrm>
            <a:custGeom>
              <a:rect b="b" l="l" r="r" t="t"/>
              <a:pathLst>
                <a:path extrusionOk="0" h="4254" w="5766">
                  <a:moveTo>
                    <a:pt x="3938" y="662"/>
                  </a:moveTo>
                  <a:cubicBezTo>
                    <a:pt x="4537" y="662"/>
                    <a:pt x="5009" y="1135"/>
                    <a:pt x="5009" y="1734"/>
                  </a:cubicBezTo>
                  <a:cubicBezTo>
                    <a:pt x="5009" y="2238"/>
                    <a:pt x="4694" y="2647"/>
                    <a:pt x="4222" y="2742"/>
                  </a:cubicBezTo>
                  <a:cubicBezTo>
                    <a:pt x="4190" y="2647"/>
                    <a:pt x="4096" y="2490"/>
                    <a:pt x="4001" y="2395"/>
                  </a:cubicBezTo>
                  <a:cubicBezTo>
                    <a:pt x="3875" y="2269"/>
                    <a:pt x="3749" y="2206"/>
                    <a:pt x="3592" y="2175"/>
                  </a:cubicBezTo>
                  <a:lnTo>
                    <a:pt x="3592" y="2080"/>
                  </a:lnTo>
                  <a:cubicBezTo>
                    <a:pt x="3592" y="1639"/>
                    <a:pt x="3403" y="1293"/>
                    <a:pt x="3119" y="1009"/>
                  </a:cubicBezTo>
                  <a:cubicBezTo>
                    <a:pt x="3371" y="820"/>
                    <a:pt x="3623" y="662"/>
                    <a:pt x="3938" y="662"/>
                  </a:cubicBezTo>
                  <a:close/>
                  <a:moveTo>
                    <a:pt x="2174" y="1387"/>
                  </a:moveTo>
                  <a:cubicBezTo>
                    <a:pt x="2584" y="1387"/>
                    <a:pt x="2899" y="1702"/>
                    <a:pt x="2899" y="2080"/>
                  </a:cubicBezTo>
                  <a:lnTo>
                    <a:pt x="2899" y="2175"/>
                  </a:lnTo>
                  <a:cubicBezTo>
                    <a:pt x="2741" y="2206"/>
                    <a:pt x="2615" y="2269"/>
                    <a:pt x="2489" y="2395"/>
                  </a:cubicBezTo>
                  <a:cubicBezTo>
                    <a:pt x="2331" y="2553"/>
                    <a:pt x="2331" y="2742"/>
                    <a:pt x="2489" y="2899"/>
                  </a:cubicBezTo>
                  <a:cubicBezTo>
                    <a:pt x="2568" y="2978"/>
                    <a:pt x="2662" y="3017"/>
                    <a:pt x="2757" y="3017"/>
                  </a:cubicBezTo>
                  <a:cubicBezTo>
                    <a:pt x="2851" y="3017"/>
                    <a:pt x="2946" y="2978"/>
                    <a:pt x="3025" y="2899"/>
                  </a:cubicBezTo>
                  <a:cubicBezTo>
                    <a:pt x="3056" y="2868"/>
                    <a:pt x="3119" y="2836"/>
                    <a:pt x="3182" y="2836"/>
                  </a:cubicBezTo>
                  <a:lnTo>
                    <a:pt x="3277" y="2836"/>
                  </a:lnTo>
                  <a:cubicBezTo>
                    <a:pt x="3371" y="2836"/>
                    <a:pt x="3434" y="2868"/>
                    <a:pt x="3529" y="2962"/>
                  </a:cubicBezTo>
                  <a:cubicBezTo>
                    <a:pt x="3749" y="3183"/>
                    <a:pt x="3592" y="3529"/>
                    <a:pt x="3277" y="3529"/>
                  </a:cubicBezTo>
                  <a:lnTo>
                    <a:pt x="1166" y="3529"/>
                  </a:lnTo>
                  <a:cubicBezTo>
                    <a:pt x="977" y="3529"/>
                    <a:pt x="756" y="3340"/>
                    <a:pt x="819" y="3151"/>
                  </a:cubicBezTo>
                  <a:lnTo>
                    <a:pt x="819" y="3120"/>
                  </a:lnTo>
                  <a:cubicBezTo>
                    <a:pt x="851" y="2962"/>
                    <a:pt x="977" y="2836"/>
                    <a:pt x="1134" y="2805"/>
                  </a:cubicBezTo>
                  <a:lnTo>
                    <a:pt x="1229" y="2805"/>
                  </a:lnTo>
                  <a:cubicBezTo>
                    <a:pt x="1323" y="2805"/>
                    <a:pt x="1355" y="2836"/>
                    <a:pt x="1386" y="2868"/>
                  </a:cubicBezTo>
                  <a:cubicBezTo>
                    <a:pt x="1465" y="2947"/>
                    <a:pt x="1560" y="2986"/>
                    <a:pt x="1654" y="2986"/>
                  </a:cubicBezTo>
                  <a:cubicBezTo>
                    <a:pt x="1749" y="2986"/>
                    <a:pt x="1843" y="2947"/>
                    <a:pt x="1922" y="2868"/>
                  </a:cubicBezTo>
                  <a:cubicBezTo>
                    <a:pt x="2079" y="2710"/>
                    <a:pt x="2079" y="2521"/>
                    <a:pt x="1922" y="2364"/>
                  </a:cubicBezTo>
                  <a:cubicBezTo>
                    <a:pt x="1796" y="2238"/>
                    <a:pt x="1670" y="2175"/>
                    <a:pt x="1512" y="2112"/>
                  </a:cubicBezTo>
                  <a:cubicBezTo>
                    <a:pt x="1418" y="1734"/>
                    <a:pt x="1733" y="1387"/>
                    <a:pt x="2174" y="1387"/>
                  </a:cubicBezTo>
                  <a:close/>
                  <a:moveTo>
                    <a:pt x="4001" y="1"/>
                  </a:moveTo>
                  <a:cubicBezTo>
                    <a:pt x="3403" y="1"/>
                    <a:pt x="2836" y="284"/>
                    <a:pt x="2520" y="757"/>
                  </a:cubicBezTo>
                  <a:cubicBezTo>
                    <a:pt x="2426" y="694"/>
                    <a:pt x="2331" y="694"/>
                    <a:pt x="2205" y="694"/>
                  </a:cubicBezTo>
                  <a:cubicBezTo>
                    <a:pt x="1386" y="694"/>
                    <a:pt x="756" y="1387"/>
                    <a:pt x="788" y="2206"/>
                  </a:cubicBezTo>
                  <a:cubicBezTo>
                    <a:pt x="378" y="2269"/>
                    <a:pt x="63" y="2679"/>
                    <a:pt x="63" y="3120"/>
                  </a:cubicBezTo>
                  <a:cubicBezTo>
                    <a:pt x="0" y="3687"/>
                    <a:pt x="473" y="4222"/>
                    <a:pt x="1071" y="4254"/>
                  </a:cubicBezTo>
                  <a:lnTo>
                    <a:pt x="3434" y="4254"/>
                  </a:lnTo>
                  <a:cubicBezTo>
                    <a:pt x="3844" y="4159"/>
                    <a:pt x="4159" y="3907"/>
                    <a:pt x="4253" y="3529"/>
                  </a:cubicBezTo>
                  <a:cubicBezTo>
                    <a:pt x="5104" y="3372"/>
                    <a:pt x="5766" y="2679"/>
                    <a:pt x="5766" y="1765"/>
                  </a:cubicBezTo>
                  <a:cubicBezTo>
                    <a:pt x="5766" y="788"/>
                    <a:pt x="4978" y="1"/>
                    <a:pt x="400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01" name="Google Shape;3501;p48"/>
          <p:cNvGrpSpPr/>
          <p:nvPr/>
        </p:nvGrpSpPr>
        <p:grpSpPr>
          <a:xfrm>
            <a:off x="4641891" y="1993897"/>
            <a:ext cx="292321" cy="292519"/>
            <a:chOff x="-18666450" y="2059825"/>
            <a:chExt cx="304850" cy="305025"/>
          </a:xfrm>
        </p:grpSpPr>
        <p:sp>
          <p:nvSpPr>
            <p:cNvPr id="3502" name="Google Shape;3502;p48"/>
            <p:cNvSpPr/>
            <p:nvPr/>
          </p:nvSpPr>
          <p:spPr>
            <a:xfrm>
              <a:off x="-18471100" y="2202575"/>
              <a:ext cx="18125" cy="70925"/>
            </a:xfrm>
            <a:custGeom>
              <a:rect b="b" l="l" r="r" t="t"/>
              <a:pathLst>
                <a:path extrusionOk="0" h="2837" w="725">
                  <a:moveTo>
                    <a:pt x="347" y="1"/>
                  </a:moveTo>
                  <a:cubicBezTo>
                    <a:pt x="158" y="1"/>
                    <a:pt x="0" y="158"/>
                    <a:pt x="0" y="347"/>
                  </a:cubicBezTo>
                  <a:lnTo>
                    <a:pt x="0" y="2490"/>
                  </a:lnTo>
                  <a:cubicBezTo>
                    <a:pt x="0" y="2679"/>
                    <a:pt x="158" y="2836"/>
                    <a:pt x="347" y="2836"/>
                  </a:cubicBezTo>
                  <a:cubicBezTo>
                    <a:pt x="567" y="2836"/>
                    <a:pt x="725" y="2679"/>
                    <a:pt x="725" y="2490"/>
                  </a:cubicBezTo>
                  <a:lnTo>
                    <a:pt x="725" y="347"/>
                  </a:lnTo>
                  <a:cubicBezTo>
                    <a:pt x="725" y="190"/>
                    <a:pt x="567"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3" name="Google Shape;3503;p48"/>
            <p:cNvSpPr/>
            <p:nvPr/>
          </p:nvSpPr>
          <p:spPr>
            <a:xfrm>
              <a:off x="-18666450" y="2059825"/>
              <a:ext cx="304850" cy="305025"/>
            </a:xfrm>
            <a:custGeom>
              <a:rect b="b" l="l" r="r" t="t"/>
              <a:pathLst>
                <a:path extrusionOk="0" h="12201" w="12194">
                  <a:moveTo>
                    <a:pt x="8539" y="859"/>
                  </a:moveTo>
                  <a:cubicBezTo>
                    <a:pt x="8728" y="1017"/>
                    <a:pt x="8948" y="1300"/>
                    <a:pt x="9106" y="1647"/>
                  </a:cubicBezTo>
                  <a:cubicBezTo>
                    <a:pt x="8759" y="2088"/>
                    <a:pt x="8539" y="2623"/>
                    <a:pt x="8539" y="3253"/>
                  </a:cubicBezTo>
                  <a:lnTo>
                    <a:pt x="8539" y="3505"/>
                  </a:lnTo>
                  <a:cubicBezTo>
                    <a:pt x="8255" y="3222"/>
                    <a:pt x="7814" y="2749"/>
                    <a:pt x="7814" y="2214"/>
                  </a:cubicBezTo>
                  <a:cubicBezTo>
                    <a:pt x="7814" y="1615"/>
                    <a:pt x="8255" y="1111"/>
                    <a:pt x="8539" y="859"/>
                  </a:cubicBezTo>
                  <a:close/>
                  <a:moveTo>
                    <a:pt x="2080" y="2151"/>
                  </a:moveTo>
                  <a:lnTo>
                    <a:pt x="2080" y="2529"/>
                  </a:lnTo>
                  <a:cubicBezTo>
                    <a:pt x="2080" y="3096"/>
                    <a:pt x="1608" y="3568"/>
                    <a:pt x="1009" y="3568"/>
                  </a:cubicBezTo>
                  <a:lnTo>
                    <a:pt x="663" y="3568"/>
                  </a:lnTo>
                  <a:lnTo>
                    <a:pt x="663" y="3222"/>
                  </a:lnTo>
                  <a:cubicBezTo>
                    <a:pt x="663" y="2623"/>
                    <a:pt x="1135" y="2151"/>
                    <a:pt x="1702" y="2151"/>
                  </a:cubicBezTo>
                  <a:close/>
                  <a:moveTo>
                    <a:pt x="11374" y="1458"/>
                  </a:moveTo>
                  <a:lnTo>
                    <a:pt x="11374" y="1804"/>
                  </a:lnTo>
                  <a:cubicBezTo>
                    <a:pt x="11374" y="2749"/>
                    <a:pt x="10650" y="3505"/>
                    <a:pt x="9736" y="3568"/>
                  </a:cubicBezTo>
                  <a:lnTo>
                    <a:pt x="10587" y="2749"/>
                  </a:lnTo>
                  <a:cubicBezTo>
                    <a:pt x="10744" y="2592"/>
                    <a:pt x="10744" y="2403"/>
                    <a:pt x="10587" y="2245"/>
                  </a:cubicBezTo>
                  <a:cubicBezTo>
                    <a:pt x="10508" y="2166"/>
                    <a:pt x="10413" y="2127"/>
                    <a:pt x="10319" y="2127"/>
                  </a:cubicBezTo>
                  <a:cubicBezTo>
                    <a:pt x="10224" y="2127"/>
                    <a:pt x="10130" y="2166"/>
                    <a:pt x="10051" y="2245"/>
                  </a:cubicBezTo>
                  <a:lnTo>
                    <a:pt x="9232" y="3064"/>
                  </a:lnTo>
                  <a:cubicBezTo>
                    <a:pt x="9326" y="2151"/>
                    <a:pt x="10051" y="1458"/>
                    <a:pt x="11028" y="1458"/>
                  </a:cubicBezTo>
                  <a:close/>
                  <a:moveTo>
                    <a:pt x="663" y="4356"/>
                  </a:moveTo>
                  <a:cubicBezTo>
                    <a:pt x="1072" y="4514"/>
                    <a:pt x="1356" y="4923"/>
                    <a:pt x="1356" y="5396"/>
                  </a:cubicBezTo>
                  <a:lnTo>
                    <a:pt x="1356" y="6089"/>
                  </a:lnTo>
                  <a:cubicBezTo>
                    <a:pt x="1356" y="7097"/>
                    <a:pt x="2143" y="7885"/>
                    <a:pt x="3120" y="7885"/>
                  </a:cubicBezTo>
                  <a:lnTo>
                    <a:pt x="4191" y="7885"/>
                  </a:lnTo>
                  <a:cubicBezTo>
                    <a:pt x="4601" y="7885"/>
                    <a:pt x="4916" y="8200"/>
                    <a:pt x="4916" y="8578"/>
                  </a:cubicBezTo>
                  <a:cubicBezTo>
                    <a:pt x="4916" y="8987"/>
                    <a:pt x="4601" y="9302"/>
                    <a:pt x="4191" y="9302"/>
                  </a:cubicBezTo>
                  <a:lnTo>
                    <a:pt x="3845" y="9302"/>
                  </a:lnTo>
                  <a:cubicBezTo>
                    <a:pt x="2080" y="9302"/>
                    <a:pt x="663" y="7822"/>
                    <a:pt x="663" y="6089"/>
                  </a:cubicBezTo>
                  <a:lnTo>
                    <a:pt x="663" y="4356"/>
                  </a:lnTo>
                  <a:close/>
                  <a:moveTo>
                    <a:pt x="9169" y="4293"/>
                  </a:moveTo>
                  <a:lnTo>
                    <a:pt x="9169" y="6057"/>
                  </a:lnTo>
                  <a:cubicBezTo>
                    <a:pt x="9169" y="6273"/>
                    <a:pt x="9334" y="6416"/>
                    <a:pt x="9510" y="6416"/>
                  </a:cubicBezTo>
                  <a:cubicBezTo>
                    <a:pt x="9564" y="6416"/>
                    <a:pt x="9620" y="6402"/>
                    <a:pt x="9673" y="6372"/>
                  </a:cubicBezTo>
                  <a:lnTo>
                    <a:pt x="10587" y="5900"/>
                  </a:lnTo>
                  <a:lnTo>
                    <a:pt x="10587" y="6656"/>
                  </a:lnTo>
                  <a:lnTo>
                    <a:pt x="10650" y="6656"/>
                  </a:lnTo>
                  <a:lnTo>
                    <a:pt x="9358" y="7948"/>
                  </a:lnTo>
                  <a:cubicBezTo>
                    <a:pt x="9263" y="8042"/>
                    <a:pt x="9232" y="8137"/>
                    <a:pt x="9232" y="8231"/>
                  </a:cubicBezTo>
                  <a:cubicBezTo>
                    <a:pt x="9358" y="9460"/>
                    <a:pt x="9862" y="10626"/>
                    <a:pt x="10744" y="11445"/>
                  </a:cubicBezTo>
                  <a:lnTo>
                    <a:pt x="7783" y="11445"/>
                  </a:lnTo>
                  <a:lnTo>
                    <a:pt x="7783" y="9649"/>
                  </a:lnTo>
                  <a:cubicBezTo>
                    <a:pt x="7783" y="9460"/>
                    <a:pt x="7625" y="9302"/>
                    <a:pt x="7436" y="9302"/>
                  </a:cubicBezTo>
                  <a:cubicBezTo>
                    <a:pt x="7216" y="9302"/>
                    <a:pt x="7058" y="9460"/>
                    <a:pt x="7058" y="9649"/>
                  </a:cubicBezTo>
                  <a:lnTo>
                    <a:pt x="7058" y="11445"/>
                  </a:lnTo>
                  <a:lnTo>
                    <a:pt x="4853" y="11445"/>
                  </a:lnTo>
                  <a:lnTo>
                    <a:pt x="4853" y="11098"/>
                  </a:lnTo>
                  <a:cubicBezTo>
                    <a:pt x="4853" y="10909"/>
                    <a:pt x="4695" y="10752"/>
                    <a:pt x="4506" y="10752"/>
                  </a:cubicBezTo>
                  <a:cubicBezTo>
                    <a:pt x="4317" y="10752"/>
                    <a:pt x="4160" y="10909"/>
                    <a:pt x="4160" y="11098"/>
                  </a:cubicBezTo>
                  <a:lnTo>
                    <a:pt x="4160" y="11445"/>
                  </a:lnTo>
                  <a:lnTo>
                    <a:pt x="1923" y="11445"/>
                  </a:lnTo>
                  <a:cubicBezTo>
                    <a:pt x="2332" y="11035"/>
                    <a:pt x="2710" y="10468"/>
                    <a:pt x="2962" y="9869"/>
                  </a:cubicBezTo>
                  <a:cubicBezTo>
                    <a:pt x="3246" y="9901"/>
                    <a:pt x="3530" y="9964"/>
                    <a:pt x="3813" y="9964"/>
                  </a:cubicBezTo>
                  <a:lnTo>
                    <a:pt x="4160" y="9964"/>
                  </a:lnTo>
                  <a:cubicBezTo>
                    <a:pt x="4947" y="9964"/>
                    <a:pt x="5577" y="9334"/>
                    <a:pt x="5577" y="8546"/>
                  </a:cubicBezTo>
                  <a:cubicBezTo>
                    <a:pt x="5577" y="7759"/>
                    <a:pt x="4947" y="7128"/>
                    <a:pt x="4160" y="7128"/>
                  </a:cubicBezTo>
                  <a:lnTo>
                    <a:pt x="3435" y="7128"/>
                  </a:lnTo>
                  <a:lnTo>
                    <a:pt x="3435" y="4293"/>
                  </a:lnTo>
                  <a:lnTo>
                    <a:pt x="4160" y="4293"/>
                  </a:lnTo>
                  <a:lnTo>
                    <a:pt x="4160" y="5364"/>
                  </a:lnTo>
                  <a:cubicBezTo>
                    <a:pt x="4160" y="5553"/>
                    <a:pt x="4317" y="5711"/>
                    <a:pt x="4506" y="5711"/>
                  </a:cubicBezTo>
                  <a:cubicBezTo>
                    <a:pt x="4695" y="5711"/>
                    <a:pt x="4853" y="5553"/>
                    <a:pt x="4853" y="5364"/>
                  </a:cubicBezTo>
                  <a:lnTo>
                    <a:pt x="4853" y="4293"/>
                  </a:lnTo>
                  <a:lnTo>
                    <a:pt x="6333" y="4293"/>
                  </a:lnTo>
                  <a:lnTo>
                    <a:pt x="6333" y="6782"/>
                  </a:lnTo>
                  <a:cubicBezTo>
                    <a:pt x="6333" y="6971"/>
                    <a:pt x="6491" y="7128"/>
                    <a:pt x="6680" y="7128"/>
                  </a:cubicBezTo>
                  <a:cubicBezTo>
                    <a:pt x="6869" y="7128"/>
                    <a:pt x="7027" y="6971"/>
                    <a:pt x="7027" y="6782"/>
                  </a:cubicBezTo>
                  <a:lnTo>
                    <a:pt x="7027" y="4293"/>
                  </a:lnTo>
                  <a:close/>
                  <a:moveTo>
                    <a:pt x="8539" y="1"/>
                  </a:moveTo>
                  <a:cubicBezTo>
                    <a:pt x="8460" y="1"/>
                    <a:pt x="8381" y="24"/>
                    <a:pt x="8318" y="71"/>
                  </a:cubicBezTo>
                  <a:cubicBezTo>
                    <a:pt x="8287" y="103"/>
                    <a:pt x="7121" y="985"/>
                    <a:pt x="7121" y="2151"/>
                  </a:cubicBezTo>
                  <a:cubicBezTo>
                    <a:pt x="7121" y="2718"/>
                    <a:pt x="7373" y="3222"/>
                    <a:pt x="7657" y="3568"/>
                  </a:cubicBezTo>
                  <a:lnTo>
                    <a:pt x="3151" y="3568"/>
                  </a:lnTo>
                  <a:cubicBezTo>
                    <a:pt x="2931" y="3568"/>
                    <a:pt x="2773" y="3726"/>
                    <a:pt x="2773" y="3946"/>
                  </a:cubicBezTo>
                  <a:lnTo>
                    <a:pt x="2773" y="7097"/>
                  </a:lnTo>
                  <a:cubicBezTo>
                    <a:pt x="2364" y="6939"/>
                    <a:pt x="2080" y="6530"/>
                    <a:pt x="2080" y="6057"/>
                  </a:cubicBezTo>
                  <a:lnTo>
                    <a:pt x="2080" y="5364"/>
                  </a:lnTo>
                  <a:cubicBezTo>
                    <a:pt x="2080" y="4892"/>
                    <a:pt x="1923" y="4482"/>
                    <a:pt x="1639" y="4167"/>
                  </a:cubicBezTo>
                  <a:cubicBezTo>
                    <a:pt x="2301" y="3946"/>
                    <a:pt x="2836" y="3253"/>
                    <a:pt x="2836" y="2529"/>
                  </a:cubicBezTo>
                  <a:lnTo>
                    <a:pt x="2836" y="1804"/>
                  </a:lnTo>
                  <a:cubicBezTo>
                    <a:pt x="2836" y="1615"/>
                    <a:pt x="2647" y="1458"/>
                    <a:pt x="2458" y="1458"/>
                  </a:cubicBezTo>
                  <a:lnTo>
                    <a:pt x="1765" y="1458"/>
                  </a:lnTo>
                  <a:cubicBezTo>
                    <a:pt x="789" y="1458"/>
                    <a:pt x="1" y="2245"/>
                    <a:pt x="1" y="3222"/>
                  </a:cubicBezTo>
                  <a:lnTo>
                    <a:pt x="1" y="3946"/>
                  </a:lnTo>
                  <a:lnTo>
                    <a:pt x="1" y="6057"/>
                  </a:lnTo>
                  <a:cubicBezTo>
                    <a:pt x="1" y="7664"/>
                    <a:pt x="978" y="9082"/>
                    <a:pt x="2395" y="9680"/>
                  </a:cubicBezTo>
                  <a:cubicBezTo>
                    <a:pt x="2017" y="10436"/>
                    <a:pt x="1482" y="11067"/>
                    <a:pt x="852" y="11539"/>
                  </a:cubicBezTo>
                  <a:cubicBezTo>
                    <a:pt x="568" y="11728"/>
                    <a:pt x="694" y="12201"/>
                    <a:pt x="1041" y="12201"/>
                  </a:cubicBezTo>
                  <a:lnTo>
                    <a:pt x="11784" y="12201"/>
                  </a:lnTo>
                  <a:cubicBezTo>
                    <a:pt x="11941" y="12201"/>
                    <a:pt x="12099" y="12075"/>
                    <a:pt x="12162" y="11949"/>
                  </a:cubicBezTo>
                  <a:cubicBezTo>
                    <a:pt x="12193" y="11791"/>
                    <a:pt x="12162" y="11634"/>
                    <a:pt x="12004" y="11571"/>
                  </a:cubicBezTo>
                  <a:cubicBezTo>
                    <a:pt x="10933" y="10846"/>
                    <a:pt x="10209" y="9680"/>
                    <a:pt x="10051" y="8389"/>
                  </a:cubicBezTo>
                  <a:lnTo>
                    <a:pt x="11374" y="7065"/>
                  </a:lnTo>
                  <a:cubicBezTo>
                    <a:pt x="11437" y="7002"/>
                    <a:pt x="11469" y="6908"/>
                    <a:pt x="11469" y="6845"/>
                  </a:cubicBezTo>
                  <a:lnTo>
                    <a:pt x="11469" y="5427"/>
                  </a:lnTo>
                  <a:cubicBezTo>
                    <a:pt x="11469" y="5301"/>
                    <a:pt x="11406" y="5175"/>
                    <a:pt x="11311" y="5112"/>
                  </a:cubicBezTo>
                  <a:cubicBezTo>
                    <a:pt x="11264" y="5065"/>
                    <a:pt x="11209" y="5041"/>
                    <a:pt x="11150" y="5041"/>
                  </a:cubicBezTo>
                  <a:cubicBezTo>
                    <a:pt x="11091" y="5041"/>
                    <a:pt x="11028" y="5065"/>
                    <a:pt x="10965" y="5112"/>
                  </a:cubicBezTo>
                  <a:lnTo>
                    <a:pt x="10051" y="5585"/>
                  </a:lnTo>
                  <a:lnTo>
                    <a:pt x="10051" y="4356"/>
                  </a:lnTo>
                  <a:cubicBezTo>
                    <a:pt x="11154" y="4104"/>
                    <a:pt x="12099" y="3064"/>
                    <a:pt x="12099" y="1804"/>
                  </a:cubicBezTo>
                  <a:lnTo>
                    <a:pt x="12099" y="1111"/>
                  </a:lnTo>
                  <a:cubicBezTo>
                    <a:pt x="12099" y="891"/>
                    <a:pt x="11941" y="733"/>
                    <a:pt x="11752" y="733"/>
                  </a:cubicBezTo>
                  <a:lnTo>
                    <a:pt x="11059" y="733"/>
                  </a:lnTo>
                  <a:cubicBezTo>
                    <a:pt x="10524" y="733"/>
                    <a:pt x="10051" y="891"/>
                    <a:pt x="9673" y="1143"/>
                  </a:cubicBezTo>
                  <a:cubicBezTo>
                    <a:pt x="9326" y="512"/>
                    <a:pt x="8759" y="103"/>
                    <a:pt x="8759" y="71"/>
                  </a:cubicBezTo>
                  <a:cubicBezTo>
                    <a:pt x="8696" y="24"/>
                    <a:pt x="8618" y="1"/>
                    <a:pt x="853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04" name="Google Shape;3504;p48"/>
          <p:cNvGrpSpPr/>
          <p:nvPr/>
        </p:nvGrpSpPr>
        <p:grpSpPr>
          <a:xfrm>
            <a:off x="4641520" y="2417834"/>
            <a:ext cx="293064" cy="290817"/>
            <a:chOff x="-18668025" y="2435725"/>
            <a:chExt cx="305625" cy="303250"/>
          </a:xfrm>
        </p:grpSpPr>
        <p:sp>
          <p:nvSpPr>
            <p:cNvPr id="3505" name="Google Shape;3505;p48"/>
            <p:cNvSpPr/>
            <p:nvPr/>
          </p:nvSpPr>
          <p:spPr>
            <a:xfrm>
              <a:off x="-18668025" y="2435725"/>
              <a:ext cx="305625" cy="303250"/>
            </a:xfrm>
            <a:custGeom>
              <a:rect b="b" l="l" r="r" t="t"/>
              <a:pathLst>
                <a:path extrusionOk="0" h="12130" w="12225">
                  <a:moveTo>
                    <a:pt x="2143" y="662"/>
                  </a:moveTo>
                  <a:cubicBezTo>
                    <a:pt x="2395" y="662"/>
                    <a:pt x="2679" y="756"/>
                    <a:pt x="2931" y="914"/>
                  </a:cubicBezTo>
                  <a:cubicBezTo>
                    <a:pt x="2679" y="977"/>
                    <a:pt x="2490" y="1103"/>
                    <a:pt x="2301" y="1260"/>
                  </a:cubicBezTo>
                  <a:cubicBezTo>
                    <a:pt x="1734" y="1670"/>
                    <a:pt x="1419" y="2206"/>
                    <a:pt x="1419" y="2804"/>
                  </a:cubicBezTo>
                  <a:lnTo>
                    <a:pt x="1419" y="3308"/>
                  </a:lnTo>
                  <a:cubicBezTo>
                    <a:pt x="978" y="3088"/>
                    <a:pt x="726" y="2647"/>
                    <a:pt x="726" y="2079"/>
                  </a:cubicBezTo>
                  <a:cubicBezTo>
                    <a:pt x="726" y="1292"/>
                    <a:pt x="1356" y="662"/>
                    <a:pt x="2143" y="662"/>
                  </a:cubicBezTo>
                  <a:close/>
                  <a:moveTo>
                    <a:pt x="10020" y="662"/>
                  </a:moveTo>
                  <a:cubicBezTo>
                    <a:pt x="10807" y="662"/>
                    <a:pt x="11437" y="1292"/>
                    <a:pt x="11437" y="2079"/>
                  </a:cubicBezTo>
                  <a:cubicBezTo>
                    <a:pt x="11437" y="2647"/>
                    <a:pt x="11122" y="3119"/>
                    <a:pt x="10681" y="3340"/>
                  </a:cubicBezTo>
                  <a:lnTo>
                    <a:pt x="10681" y="2804"/>
                  </a:lnTo>
                  <a:cubicBezTo>
                    <a:pt x="10681" y="2206"/>
                    <a:pt x="10366" y="1638"/>
                    <a:pt x="9799" y="1260"/>
                  </a:cubicBezTo>
                  <a:cubicBezTo>
                    <a:pt x="9610" y="1134"/>
                    <a:pt x="9421" y="1008"/>
                    <a:pt x="9169" y="945"/>
                  </a:cubicBezTo>
                  <a:cubicBezTo>
                    <a:pt x="9452" y="756"/>
                    <a:pt x="9736" y="662"/>
                    <a:pt x="10020" y="662"/>
                  </a:cubicBezTo>
                  <a:close/>
                  <a:moveTo>
                    <a:pt x="7909" y="1355"/>
                  </a:moveTo>
                  <a:cubicBezTo>
                    <a:pt x="8476" y="1355"/>
                    <a:pt x="9011" y="1512"/>
                    <a:pt x="9484" y="1827"/>
                  </a:cubicBezTo>
                  <a:cubicBezTo>
                    <a:pt x="9893" y="2079"/>
                    <a:pt x="10083" y="2458"/>
                    <a:pt x="10083" y="2804"/>
                  </a:cubicBezTo>
                  <a:lnTo>
                    <a:pt x="10083" y="3434"/>
                  </a:lnTo>
                  <a:cubicBezTo>
                    <a:pt x="10083" y="5072"/>
                    <a:pt x="10587" y="6774"/>
                    <a:pt x="11500" y="8223"/>
                  </a:cubicBezTo>
                  <a:cubicBezTo>
                    <a:pt x="10555" y="10176"/>
                    <a:pt x="8633" y="11436"/>
                    <a:pt x="6491" y="11436"/>
                  </a:cubicBezTo>
                  <a:lnTo>
                    <a:pt x="5640" y="11436"/>
                  </a:lnTo>
                  <a:cubicBezTo>
                    <a:pt x="3561" y="11436"/>
                    <a:pt x="1576" y="10176"/>
                    <a:pt x="757" y="8223"/>
                  </a:cubicBezTo>
                  <a:cubicBezTo>
                    <a:pt x="1671" y="6805"/>
                    <a:pt x="2143" y="5135"/>
                    <a:pt x="2143" y="3434"/>
                  </a:cubicBezTo>
                  <a:lnTo>
                    <a:pt x="2143" y="2804"/>
                  </a:lnTo>
                  <a:cubicBezTo>
                    <a:pt x="2143" y="2458"/>
                    <a:pt x="2332" y="2079"/>
                    <a:pt x="2710" y="1827"/>
                  </a:cubicBezTo>
                  <a:cubicBezTo>
                    <a:pt x="3120" y="1544"/>
                    <a:pt x="3719" y="1355"/>
                    <a:pt x="4286" y="1355"/>
                  </a:cubicBezTo>
                  <a:cubicBezTo>
                    <a:pt x="4884" y="1355"/>
                    <a:pt x="5483" y="1512"/>
                    <a:pt x="5924" y="1827"/>
                  </a:cubicBezTo>
                  <a:cubicBezTo>
                    <a:pt x="5971" y="1859"/>
                    <a:pt x="6034" y="1875"/>
                    <a:pt x="6105" y="1875"/>
                  </a:cubicBezTo>
                  <a:cubicBezTo>
                    <a:pt x="6176" y="1875"/>
                    <a:pt x="6255" y="1859"/>
                    <a:pt x="6333" y="1827"/>
                  </a:cubicBezTo>
                  <a:cubicBezTo>
                    <a:pt x="6743" y="1512"/>
                    <a:pt x="7342" y="1355"/>
                    <a:pt x="7909" y="1355"/>
                  </a:cubicBezTo>
                  <a:close/>
                  <a:moveTo>
                    <a:pt x="2143" y="0"/>
                  </a:moveTo>
                  <a:cubicBezTo>
                    <a:pt x="946" y="0"/>
                    <a:pt x="1" y="945"/>
                    <a:pt x="1" y="2143"/>
                  </a:cubicBezTo>
                  <a:cubicBezTo>
                    <a:pt x="1" y="3025"/>
                    <a:pt x="568" y="3812"/>
                    <a:pt x="1419" y="4127"/>
                  </a:cubicBezTo>
                  <a:cubicBezTo>
                    <a:pt x="1293" y="5514"/>
                    <a:pt x="820" y="6900"/>
                    <a:pt x="95" y="8034"/>
                  </a:cubicBezTo>
                  <a:cubicBezTo>
                    <a:pt x="1" y="8128"/>
                    <a:pt x="1" y="8286"/>
                    <a:pt x="32" y="8349"/>
                  </a:cubicBezTo>
                  <a:cubicBezTo>
                    <a:pt x="474" y="9483"/>
                    <a:pt x="1261" y="10428"/>
                    <a:pt x="2301" y="11121"/>
                  </a:cubicBezTo>
                  <a:cubicBezTo>
                    <a:pt x="3309" y="11783"/>
                    <a:pt x="4443" y="12130"/>
                    <a:pt x="5672" y="12130"/>
                  </a:cubicBezTo>
                  <a:lnTo>
                    <a:pt x="6554" y="12130"/>
                  </a:lnTo>
                  <a:cubicBezTo>
                    <a:pt x="7751" y="12130"/>
                    <a:pt x="8948" y="11783"/>
                    <a:pt x="9925" y="11121"/>
                  </a:cubicBezTo>
                  <a:cubicBezTo>
                    <a:pt x="10965" y="10428"/>
                    <a:pt x="11689" y="9483"/>
                    <a:pt x="12162" y="8349"/>
                  </a:cubicBezTo>
                  <a:cubicBezTo>
                    <a:pt x="12225" y="8223"/>
                    <a:pt x="12225" y="8128"/>
                    <a:pt x="12130" y="8034"/>
                  </a:cubicBezTo>
                  <a:cubicBezTo>
                    <a:pt x="11311" y="6868"/>
                    <a:pt x="10839" y="5514"/>
                    <a:pt x="10713" y="4127"/>
                  </a:cubicBezTo>
                  <a:cubicBezTo>
                    <a:pt x="11532" y="3812"/>
                    <a:pt x="12130" y="3025"/>
                    <a:pt x="12130" y="2143"/>
                  </a:cubicBezTo>
                  <a:cubicBezTo>
                    <a:pt x="12130" y="945"/>
                    <a:pt x="11185" y="0"/>
                    <a:pt x="10020" y="0"/>
                  </a:cubicBezTo>
                  <a:cubicBezTo>
                    <a:pt x="9389" y="0"/>
                    <a:pt x="8791" y="284"/>
                    <a:pt x="8381" y="756"/>
                  </a:cubicBezTo>
                  <a:cubicBezTo>
                    <a:pt x="8224" y="725"/>
                    <a:pt x="8035" y="725"/>
                    <a:pt x="7846" y="725"/>
                  </a:cubicBezTo>
                  <a:cubicBezTo>
                    <a:pt x="7184" y="725"/>
                    <a:pt x="6554" y="882"/>
                    <a:pt x="6081" y="1197"/>
                  </a:cubicBezTo>
                  <a:cubicBezTo>
                    <a:pt x="5546" y="851"/>
                    <a:pt x="4916" y="725"/>
                    <a:pt x="4254" y="725"/>
                  </a:cubicBezTo>
                  <a:cubicBezTo>
                    <a:pt x="4097" y="725"/>
                    <a:pt x="3908" y="725"/>
                    <a:pt x="3750" y="756"/>
                  </a:cubicBezTo>
                  <a:cubicBezTo>
                    <a:pt x="3340" y="284"/>
                    <a:pt x="2773" y="0"/>
                    <a:pt x="214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6" name="Google Shape;3506;p48"/>
            <p:cNvSpPr/>
            <p:nvPr/>
          </p:nvSpPr>
          <p:spPr>
            <a:xfrm>
              <a:off x="-18596350" y="2524725"/>
              <a:ext cx="160700" cy="178800"/>
            </a:xfrm>
            <a:custGeom>
              <a:rect b="b" l="l" r="r" t="t"/>
              <a:pathLst>
                <a:path extrusionOk="0" h="7152" w="6428">
                  <a:moveTo>
                    <a:pt x="1072" y="693"/>
                  </a:moveTo>
                  <a:cubicBezTo>
                    <a:pt x="1261" y="693"/>
                    <a:pt x="1419" y="851"/>
                    <a:pt x="1419" y="1040"/>
                  </a:cubicBezTo>
                  <a:cubicBezTo>
                    <a:pt x="1419" y="1260"/>
                    <a:pt x="1261" y="1418"/>
                    <a:pt x="1072" y="1418"/>
                  </a:cubicBezTo>
                  <a:cubicBezTo>
                    <a:pt x="883" y="1418"/>
                    <a:pt x="726" y="1260"/>
                    <a:pt x="726" y="1040"/>
                  </a:cubicBezTo>
                  <a:cubicBezTo>
                    <a:pt x="726" y="851"/>
                    <a:pt x="883" y="693"/>
                    <a:pt x="1072" y="693"/>
                  </a:cubicBezTo>
                  <a:close/>
                  <a:moveTo>
                    <a:pt x="5325" y="693"/>
                  </a:moveTo>
                  <a:cubicBezTo>
                    <a:pt x="5514" y="693"/>
                    <a:pt x="5672" y="851"/>
                    <a:pt x="5672" y="1040"/>
                  </a:cubicBezTo>
                  <a:cubicBezTo>
                    <a:pt x="5672" y="1260"/>
                    <a:pt x="5514" y="1418"/>
                    <a:pt x="5325" y="1418"/>
                  </a:cubicBezTo>
                  <a:cubicBezTo>
                    <a:pt x="5136" y="1418"/>
                    <a:pt x="4979" y="1260"/>
                    <a:pt x="4979" y="1040"/>
                  </a:cubicBezTo>
                  <a:cubicBezTo>
                    <a:pt x="4979" y="851"/>
                    <a:pt x="5136" y="693"/>
                    <a:pt x="5325" y="693"/>
                  </a:cubicBezTo>
                  <a:close/>
                  <a:moveTo>
                    <a:pt x="3214" y="3781"/>
                  </a:moveTo>
                  <a:cubicBezTo>
                    <a:pt x="3372" y="3781"/>
                    <a:pt x="3529" y="3875"/>
                    <a:pt x="3561" y="4001"/>
                  </a:cubicBezTo>
                  <a:lnTo>
                    <a:pt x="3214" y="4442"/>
                  </a:lnTo>
                  <a:lnTo>
                    <a:pt x="2836" y="4001"/>
                  </a:lnTo>
                  <a:cubicBezTo>
                    <a:pt x="2899" y="3844"/>
                    <a:pt x="3057" y="3781"/>
                    <a:pt x="3214" y="3781"/>
                  </a:cubicBezTo>
                  <a:close/>
                  <a:moveTo>
                    <a:pt x="3214" y="1449"/>
                  </a:moveTo>
                  <a:cubicBezTo>
                    <a:pt x="3876" y="1449"/>
                    <a:pt x="4475" y="1922"/>
                    <a:pt x="4632" y="2552"/>
                  </a:cubicBezTo>
                  <a:lnTo>
                    <a:pt x="5136" y="4631"/>
                  </a:lnTo>
                  <a:cubicBezTo>
                    <a:pt x="5357" y="5545"/>
                    <a:pt x="4664" y="6459"/>
                    <a:pt x="3718" y="6459"/>
                  </a:cubicBezTo>
                  <a:lnTo>
                    <a:pt x="3561" y="6459"/>
                  </a:lnTo>
                  <a:lnTo>
                    <a:pt x="3561" y="5136"/>
                  </a:lnTo>
                  <a:lnTo>
                    <a:pt x="4191" y="4348"/>
                  </a:lnTo>
                  <a:cubicBezTo>
                    <a:pt x="4223" y="4285"/>
                    <a:pt x="4254" y="4190"/>
                    <a:pt x="4254" y="4127"/>
                  </a:cubicBezTo>
                  <a:cubicBezTo>
                    <a:pt x="4254" y="3529"/>
                    <a:pt x="3781" y="3056"/>
                    <a:pt x="3214" y="3056"/>
                  </a:cubicBezTo>
                  <a:cubicBezTo>
                    <a:pt x="2616" y="3056"/>
                    <a:pt x="2143" y="3529"/>
                    <a:pt x="2143" y="4127"/>
                  </a:cubicBezTo>
                  <a:cubicBezTo>
                    <a:pt x="2143" y="4190"/>
                    <a:pt x="2175" y="4285"/>
                    <a:pt x="2206" y="4348"/>
                  </a:cubicBezTo>
                  <a:lnTo>
                    <a:pt x="2836" y="5136"/>
                  </a:lnTo>
                  <a:lnTo>
                    <a:pt x="2836" y="6459"/>
                  </a:lnTo>
                  <a:lnTo>
                    <a:pt x="2679" y="6459"/>
                  </a:lnTo>
                  <a:cubicBezTo>
                    <a:pt x="1734" y="6459"/>
                    <a:pt x="1041" y="5545"/>
                    <a:pt x="1261" y="4631"/>
                  </a:cubicBezTo>
                  <a:lnTo>
                    <a:pt x="1797" y="2552"/>
                  </a:lnTo>
                  <a:cubicBezTo>
                    <a:pt x="1954" y="1891"/>
                    <a:pt x="2521" y="1449"/>
                    <a:pt x="3214" y="1449"/>
                  </a:cubicBezTo>
                  <a:close/>
                  <a:moveTo>
                    <a:pt x="1072" y="0"/>
                  </a:moveTo>
                  <a:cubicBezTo>
                    <a:pt x="473" y="0"/>
                    <a:pt x="1" y="441"/>
                    <a:pt x="1" y="1040"/>
                  </a:cubicBezTo>
                  <a:cubicBezTo>
                    <a:pt x="1" y="1638"/>
                    <a:pt x="473" y="2111"/>
                    <a:pt x="1072" y="2111"/>
                  </a:cubicBezTo>
                  <a:lnTo>
                    <a:pt x="1167" y="2111"/>
                  </a:lnTo>
                  <a:cubicBezTo>
                    <a:pt x="1104" y="2174"/>
                    <a:pt x="1104" y="2269"/>
                    <a:pt x="1072" y="2332"/>
                  </a:cubicBezTo>
                  <a:lnTo>
                    <a:pt x="568" y="4442"/>
                  </a:lnTo>
                  <a:cubicBezTo>
                    <a:pt x="221" y="5797"/>
                    <a:pt x="1261" y="7152"/>
                    <a:pt x="2679" y="7152"/>
                  </a:cubicBezTo>
                  <a:lnTo>
                    <a:pt x="3718" y="7152"/>
                  </a:lnTo>
                  <a:cubicBezTo>
                    <a:pt x="5136" y="7152"/>
                    <a:pt x="6207" y="5797"/>
                    <a:pt x="5829" y="4442"/>
                  </a:cubicBezTo>
                  <a:lnTo>
                    <a:pt x="5325" y="2332"/>
                  </a:lnTo>
                  <a:cubicBezTo>
                    <a:pt x="5294" y="2269"/>
                    <a:pt x="5294" y="2174"/>
                    <a:pt x="5262" y="2111"/>
                  </a:cubicBezTo>
                  <a:lnTo>
                    <a:pt x="5325" y="2111"/>
                  </a:lnTo>
                  <a:cubicBezTo>
                    <a:pt x="5924" y="2111"/>
                    <a:pt x="6396" y="1638"/>
                    <a:pt x="6396" y="1040"/>
                  </a:cubicBezTo>
                  <a:cubicBezTo>
                    <a:pt x="6428" y="473"/>
                    <a:pt x="5924" y="0"/>
                    <a:pt x="5325" y="0"/>
                  </a:cubicBezTo>
                  <a:cubicBezTo>
                    <a:pt x="4790" y="0"/>
                    <a:pt x="4317" y="410"/>
                    <a:pt x="4254" y="977"/>
                  </a:cubicBezTo>
                  <a:cubicBezTo>
                    <a:pt x="3939" y="788"/>
                    <a:pt x="3592" y="693"/>
                    <a:pt x="3214" y="693"/>
                  </a:cubicBezTo>
                  <a:cubicBezTo>
                    <a:pt x="2805" y="693"/>
                    <a:pt x="2458" y="819"/>
                    <a:pt x="2143" y="977"/>
                  </a:cubicBezTo>
                  <a:cubicBezTo>
                    <a:pt x="2112" y="410"/>
                    <a:pt x="1639" y="0"/>
                    <a:pt x="10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07" name="Google Shape;3507;p48"/>
          <p:cNvGrpSpPr/>
          <p:nvPr/>
        </p:nvGrpSpPr>
        <p:grpSpPr>
          <a:xfrm>
            <a:off x="4641148" y="2872616"/>
            <a:ext cx="293807" cy="292327"/>
            <a:chOff x="-18668800" y="2807475"/>
            <a:chExt cx="306400" cy="304825"/>
          </a:xfrm>
        </p:grpSpPr>
        <p:sp>
          <p:nvSpPr>
            <p:cNvPr id="3508" name="Google Shape;3508;p48"/>
            <p:cNvSpPr/>
            <p:nvPr/>
          </p:nvSpPr>
          <p:spPr>
            <a:xfrm>
              <a:off x="-18632575" y="2951600"/>
              <a:ext cx="18150" cy="35475"/>
            </a:xfrm>
            <a:custGeom>
              <a:rect b="b" l="l" r="r" t="t"/>
              <a:pathLst>
                <a:path extrusionOk="0" h="1419" w="726">
                  <a:moveTo>
                    <a:pt x="347" y="1"/>
                  </a:moveTo>
                  <a:cubicBezTo>
                    <a:pt x="158" y="1"/>
                    <a:pt x="1" y="158"/>
                    <a:pt x="1" y="347"/>
                  </a:cubicBezTo>
                  <a:lnTo>
                    <a:pt x="1" y="1072"/>
                  </a:lnTo>
                  <a:cubicBezTo>
                    <a:pt x="1" y="1261"/>
                    <a:pt x="158" y="1419"/>
                    <a:pt x="347" y="1419"/>
                  </a:cubicBezTo>
                  <a:cubicBezTo>
                    <a:pt x="568" y="1419"/>
                    <a:pt x="725" y="1261"/>
                    <a:pt x="725" y="1072"/>
                  </a:cubicBezTo>
                  <a:lnTo>
                    <a:pt x="725" y="347"/>
                  </a:lnTo>
                  <a:cubicBezTo>
                    <a:pt x="725" y="158"/>
                    <a:pt x="568"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9" name="Google Shape;3509;p48"/>
            <p:cNvSpPr/>
            <p:nvPr/>
          </p:nvSpPr>
          <p:spPr>
            <a:xfrm>
              <a:off x="-18597125" y="2916175"/>
              <a:ext cx="18125" cy="35450"/>
            </a:xfrm>
            <a:custGeom>
              <a:rect b="b" l="l" r="r" t="t"/>
              <a:pathLst>
                <a:path extrusionOk="0" h="1418" w="725">
                  <a:moveTo>
                    <a:pt x="347" y="0"/>
                  </a:moveTo>
                  <a:cubicBezTo>
                    <a:pt x="158" y="0"/>
                    <a:pt x="0" y="158"/>
                    <a:pt x="0" y="347"/>
                  </a:cubicBezTo>
                  <a:lnTo>
                    <a:pt x="0" y="1071"/>
                  </a:lnTo>
                  <a:cubicBezTo>
                    <a:pt x="0" y="1260"/>
                    <a:pt x="158" y="1418"/>
                    <a:pt x="347" y="1418"/>
                  </a:cubicBezTo>
                  <a:cubicBezTo>
                    <a:pt x="567" y="1418"/>
                    <a:pt x="725" y="1260"/>
                    <a:pt x="725" y="1071"/>
                  </a:cubicBezTo>
                  <a:lnTo>
                    <a:pt x="725" y="347"/>
                  </a:lnTo>
                  <a:cubicBezTo>
                    <a:pt x="725" y="158"/>
                    <a:pt x="567"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0" name="Google Shape;3510;p48"/>
            <p:cNvSpPr/>
            <p:nvPr/>
          </p:nvSpPr>
          <p:spPr>
            <a:xfrm>
              <a:off x="-18668800" y="2807475"/>
              <a:ext cx="306400" cy="304825"/>
            </a:xfrm>
            <a:custGeom>
              <a:rect b="b" l="l" r="r" t="t"/>
              <a:pathLst>
                <a:path extrusionOk="0" h="12193" w="12256">
                  <a:moveTo>
                    <a:pt x="3970" y="946"/>
                  </a:moveTo>
                  <a:cubicBezTo>
                    <a:pt x="4128" y="1198"/>
                    <a:pt x="4348" y="1513"/>
                    <a:pt x="4348" y="1859"/>
                  </a:cubicBezTo>
                  <a:lnTo>
                    <a:pt x="4348" y="2017"/>
                  </a:lnTo>
                  <a:cubicBezTo>
                    <a:pt x="4299" y="2260"/>
                    <a:pt x="4476" y="2447"/>
                    <a:pt x="4690" y="2447"/>
                  </a:cubicBezTo>
                  <a:cubicBezTo>
                    <a:pt x="4753" y="2447"/>
                    <a:pt x="4819" y="2431"/>
                    <a:pt x="4884" y="2395"/>
                  </a:cubicBezTo>
                  <a:cubicBezTo>
                    <a:pt x="5041" y="2269"/>
                    <a:pt x="5230" y="2237"/>
                    <a:pt x="5451" y="2237"/>
                  </a:cubicBezTo>
                  <a:lnTo>
                    <a:pt x="5766" y="2237"/>
                  </a:lnTo>
                  <a:cubicBezTo>
                    <a:pt x="5608" y="2647"/>
                    <a:pt x="5199" y="2930"/>
                    <a:pt x="4726" y="2930"/>
                  </a:cubicBezTo>
                  <a:lnTo>
                    <a:pt x="3214" y="2930"/>
                  </a:lnTo>
                  <a:cubicBezTo>
                    <a:pt x="2741" y="2930"/>
                    <a:pt x="2363" y="2615"/>
                    <a:pt x="2206" y="2237"/>
                  </a:cubicBezTo>
                  <a:lnTo>
                    <a:pt x="2521" y="2237"/>
                  </a:lnTo>
                  <a:cubicBezTo>
                    <a:pt x="2710" y="2237"/>
                    <a:pt x="2899" y="2269"/>
                    <a:pt x="3056" y="2395"/>
                  </a:cubicBezTo>
                  <a:cubicBezTo>
                    <a:pt x="3117" y="2428"/>
                    <a:pt x="3179" y="2443"/>
                    <a:pt x="3238" y="2443"/>
                  </a:cubicBezTo>
                  <a:cubicBezTo>
                    <a:pt x="3459" y="2443"/>
                    <a:pt x="3648" y="2240"/>
                    <a:pt x="3624" y="2017"/>
                  </a:cubicBezTo>
                  <a:lnTo>
                    <a:pt x="3624" y="1859"/>
                  </a:lnTo>
                  <a:cubicBezTo>
                    <a:pt x="3624" y="1513"/>
                    <a:pt x="3813" y="1198"/>
                    <a:pt x="3970" y="946"/>
                  </a:cubicBezTo>
                  <a:close/>
                  <a:moveTo>
                    <a:pt x="8853" y="3718"/>
                  </a:moveTo>
                  <a:lnTo>
                    <a:pt x="9042" y="3907"/>
                  </a:lnTo>
                  <a:cubicBezTo>
                    <a:pt x="9168" y="4033"/>
                    <a:pt x="9294" y="4222"/>
                    <a:pt x="9326" y="4443"/>
                  </a:cubicBezTo>
                  <a:cubicBezTo>
                    <a:pt x="9382" y="4591"/>
                    <a:pt x="9536" y="4685"/>
                    <a:pt x="9686" y="4685"/>
                  </a:cubicBezTo>
                  <a:cubicBezTo>
                    <a:pt x="9790" y="4685"/>
                    <a:pt x="9892" y="4640"/>
                    <a:pt x="9956" y="4537"/>
                  </a:cubicBezTo>
                  <a:cubicBezTo>
                    <a:pt x="9988" y="4506"/>
                    <a:pt x="10051" y="4474"/>
                    <a:pt x="10051" y="4443"/>
                  </a:cubicBezTo>
                  <a:cubicBezTo>
                    <a:pt x="10271" y="4191"/>
                    <a:pt x="10681" y="4065"/>
                    <a:pt x="10901" y="4033"/>
                  </a:cubicBezTo>
                  <a:lnTo>
                    <a:pt x="10901" y="4033"/>
                  </a:lnTo>
                  <a:cubicBezTo>
                    <a:pt x="10870" y="4317"/>
                    <a:pt x="10775" y="4663"/>
                    <a:pt x="10523" y="4915"/>
                  </a:cubicBezTo>
                  <a:cubicBezTo>
                    <a:pt x="10460" y="4947"/>
                    <a:pt x="10429" y="4947"/>
                    <a:pt x="10397" y="4978"/>
                  </a:cubicBezTo>
                  <a:cubicBezTo>
                    <a:pt x="10145" y="5167"/>
                    <a:pt x="10240" y="5545"/>
                    <a:pt x="10523" y="5608"/>
                  </a:cubicBezTo>
                  <a:cubicBezTo>
                    <a:pt x="10712" y="5640"/>
                    <a:pt x="10870" y="5766"/>
                    <a:pt x="11027" y="5892"/>
                  </a:cubicBezTo>
                  <a:lnTo>
                    <a:pt x="11216" y="6081"/>
                  </a:lnTo>
                  <a:cubicBezTo>
                    <a:pt x="11059" y="6144"/>
                    <a:pt x="10901" y="6207"/>
                    <a:pt x="10744" y="6207"/>
                  </a:cubicBezTo>
                  <a:cubicBezTo>
                    <a:pt x="10460" y="6207"/>
                    <a:pt x="10208" y="6081"/>
                    <a:pt x="9988" y="5892"/>
                  </a:cubicBezTo>
                  <a:lnTo>
                    <a:pt x="8979" y="4852"/>
                  </a:lnTo>
                  <a:cubicBezTo>
                    <a:pt x="8727" y="4632"/>
                    <a:pt x="8664" y="4159"/>
                    <a:pt x="8853" y="3718"/>
                  </a:cubicBezTo>
                  <a:close/>
                  <a:moveTo>
                    <a:pt x="3970" y="3687"/>
                  </a:moveTo>
                  <a:cubicBezTo>
                    <a:pt x="4852" y="3687"/>
                    <a:pt x="5514" y="3750"/>
                    <a:pt x="6018" y="3939"/>
                  </a:cubicBezTo>
                  <a:cubicBezTo>
                    <a:pt x="5640" y="4096"/>
                    <a:pt x="5199" y="4348"/>
                    <a:pt x="4852" y="4726"/>
                  </a:cubicBezTo>
                  <a:cubicBezTo>
                    <a:pt x="4033" y="5577"/>
                    <a:pt x="3340" y="6837"/>
                    <a:pt x="3025" y="8129"/>
                  </a:cubicBezTo>
                  <a:cubicBezTo>
                    <a:pt x="2804" y="9042"/>
                    <a:pt x="2804" y="9830"/>
                    <a:pt x="2993" y="10492"/>
                  </a:cubicBezTo>
                  <a:cubicBezTo>
                    <a:pt x="2426" y="10113"/>
                    <a:pt x="2017" y="9578"/>
                    <a:pt x="1639" y="8948"/>
                  </a:cubicBezTo>
                  <a:cubicBezTo>
                    <a:pt x="1103" y="7971"/>
                    <a:pt x="757" y="6742"/>
                    <a:pt x="757" y="5797"/>
                  </a:cubicBezTo>
                  <a:cubicBezTo>
                    <a:pt x="757" y="4222"/>
                    <a:pt x="1576" y="3687"/>
                    <a:pt x="3970" y="3687"/>
                  </a:cubicBezTo>
                  <a:close/>
                  <a:moveTo>
                    <a:pt x="6672" y="4532"/>
                  </a:moveTo>
                  <a:cubicBezTo>
                    <a:pt x="7416" y="4532"/>
                    <a:pt x="8169" y="5082"/>
                    <a:pt x="9042" y="5955"/>
                  </a:cubicBezTo>
                  <a:cubicBezTo>
                    <a:pt x="10555" y="7467"/>
                    <a:pt x="11059" y="8538"/>
                    <a:pt x="9798" y="9735"/>
                  </a:cubicBezTo>
                  <a:cubicBezTo>
                    <a:pt x="9105" y="10460"/>
                    <a:pt x="7908" y="11090"/>
                    <a:pt x="6774" y="11374"/>
                  </a:cubicBezTo>
                  <a:cubicBezTo>
                    <a:pt x="6350" y="11482"/>
                    <a:pt x="5952" y="11535"/>
                    <a:pt x="5591" y="11535"/>
                  </a:cubicBezTo>
                  <a:cubicBezTo>
                    <a:pt x="4905" y="11535"/>
                    <a:pt x="4352" y="11346"/>
                    <a:pt x="4002" y="10996"/>
                  </a:cubicBezTo>
                  <a:cubicBezTo>
                    <a:pt x="3466" y="10460"/>
                    <a:pt x="3340" y="9452"/>
                    <a:pt x="3655" y="8255"/>
                  </a:cubicBezTo>
                  <a:cubicBezTo>
                    <a:pt x="3939" y="7089"/>
                    <a:pt x="4569" y="5923"/>
                    <a:pt x="5262" y="5230"/>
                  </a:cubicBezTo>
                  <a:cubicBezTo>
                    <a:pt x="5746" y="4746"/>
                    <a:pt x="6207" y="4532"/>
                    <a:pt x="6672" y="4532"/>
                  </a:cubicBezTo>
                  <a:close/>
                  <a:moveTo>
                    <a:pt x="3935" y="0"/>
                  </a:moveTo>
                  <a:cubicBezTo>
                    <a:pt x="3844" y="0"/>
                    <a:pt x="3750" y="32"/>
                    <a:pt x="3687" y="95"/>
                  </a:cubicBezTo>
                  <a:cubicBezTo>
                    <a:pt x="3655" y="126"/>
                    <a:pt x="3025" y="694"/>
                    <a:pt x="2899" y="1481"/>
                  </a:cubicBezTo>
                  <a:cubicBezTo>
                    <a:pt x="2804" y="1418"/>
                    <a:pt x="2647" y="1418"/>
                    <a:pt x="2521" y="1418"/>
                  </a:cubicBezTo>
                  <a:lnTo>
                    <a:pt x="1796" y="1418"/>
                  </a:lnTo>
                  <a:cubicBezTo>
                    <a:pt x="1607" y="1418"/>
                    <a:pt x="1450" y="1576"/>
                    <a:pt x="1450" y="1796"/>
                  </a:cubicBezTo>
                  <a:cubicBezTo>
                    <a:pt x="1450" y="2300"/>
                    <a:pt x="1639" y="2741"/>
                    <a:pt x="1954" y="3056"/>
                  </a:cubicBezTo>
                  <a:cubicBezTo>
                    <a:pt x="694" y="3371"/>
                    <a:pt x="0" y="4222"/>
                    <a:pt x="0" y="5671"/>
                  </a:cubicBezTo>
                  <a:cubicBezTo>
                    <a:pt x="0" y="6774"/>
                    <a:pt x="378" y="8097"/>
                    <a:pt x="1009" y="9200"/>
                  </a:cubicBezTo>
                  <a:cubicBezTo>
                    <a:pt x="1702" y="10397"/>
                    <a:pt x="2552" y="11153"/>
                    <a:pt x="3466" y="11405"/>
                  </a:cubicBezTo>
                  <a:cubicBezTo>
                    <a:pt x="4002" y="11941"/>
                    <a:pt x="4758" y="12193"/>
                    <a:pt x="5545" y="12193"/>
                  </a:cubicBezTo>
                  <a:cubicBezTo>
                    <a:pt x="5986" y="12193"/>
                    <a:pt x="6427" y="12098"/>
                    <a:pt x="6932" y="11972"/>
                  </a:cubicBezTo>
                  <a:cubicBezTo>
                    <a:pt x="8192" y="11657"/>
                    <a:pt x="9483" y="10964"/>
                    <a:pt x="10303" y="10177"/>
                  </a:cubicBezTo>
                  <a:cubicBezTo>
                    <a:pt x="11374" y="9105"/>
                    <a:pt x="11468" y="8034"/>
                    <a:pt x="10838" y="6900"/>
                  </a:cubicBezTo>
                  <a:lnTo>
                    <a:pt x="10838" y="6900"/>
                  </a:lnTo>
                  <a:cubicBezTo>
                    <a:pt x="10921" y="6917"/>
                    <a:pt x="11002" y="6924"/>
                    <a:pt x="11081" y="6924"/>
                  </a:cubicBezTo>
                  <a:cubicBezTo>
                    <a:pt x="11453" y="6924"/>
                    <a:pt x="11787" y="6750"/>
                    <a:pt x="12098" y="6490"/>
                  </a:cubicBezTo>
                  <a:cubicBezTo>
                    <a:pt x="12256" y="6333"/>
                    <a:pt x="12256" y="6112"/>
                    <a:pt x="12098" y="5955"/>
                  </a:cubicBezTo>
                  <a:lnTo>
                    <a:pt x="11563" y="5451"/>
                  </a:lnTo>
                  <a:cubicBezTo>
                    <a:pt x="11500" y="5388"/>
                    <a:pt x="11374" y="5293"/>
                    <a:pt x="11248" y="5230"/>
                  </a:cubicBezTo>
                  <a:cubicBezTo>
                    <a:pt x="11689" y="4537"/>
                    <a:pt x="11657" y="3718"/>
                    <a:pt x="11657" y="3687"/>
                  </a:cubicBezTo>
                  <a:cubicBezTo>
                    <a:pt x="11657" y="3497"/>
                    <a:pt x="11500" y="3371"/>
                    <a:pt x="11311" y="3308"/>
                  </a:cubicBezTo>
                  <a:cubicBezTo>
                    <a:pt x="11303" y="3308"/>
                    <a:pt x="11283" y="3308"/>
                    <a:pt x="11252" y="3308"/>
                  </a:cubicBezTo>
                  <a:cubicBezTo>
                    <a:pt x="11038" y="3308"/>
                    <a:pt x="10318" y="3332"/>
                    <a:pt x="9767" y="3718"/>
                  </a:cubicBezTo>
                  <a:cubicBezTo>
                    <a:pt x="9672" y="3592"/>
                    <a:pt x="9609" y="3529"/>
                    <a:pt x="9515" y="3403"/>
                  </a:cubicBezTo>
                  <a:lnTo>
                    <a:pt x="9011" y="2899"/>
                  </a:lnTo>
                  <a:cubicBezTo>
                    <a:pt x="8932" y="2820"/>
                    <a:pt x="8845" y="2781"/>
                    <a:pt x="8759" y="2781"/>
                  </a:cubicBezTo>
                  <a:cubicBezTo>
                    <a:pt x="8672" y="2781"/>
                    <a:pt x="8586" y="2820"/>
                    <a:pt x="8507" y="2899"/>
                  </a:cubicBezTo>
                  <a:cubicBezTo>
                    <a:pt x="8160" y="3245"/>
                    <a:pt x="8003" y="3718"/>
                    <a:pt x="8003" y="4159"/>
                  </a:cubicBezTo>
                  <a:cubicBezTo>
                    <a:pt x="7751" y="4033"/>
                    <a:pt x="7530" y="3907"/>
                    <a:pt x="7278" y="3844"/>
                  </a:cubicBezTo>
                  <a:cubicBezTo>
                    <a:pt x="7247" y="3844"/>
                    <a:pt x="7215" y="3844"/>
                    <a:pt x="7215" y="3781"/>
                  </a:cubicBezTo>
                  <a:cubicBezTo>
                    <a:pt x="6900" y="3466"/>
                    <a:pt x="6459" y="3214"/>
                    <a:pt x="5860" y="3088"/>
                  </a:cubicBezTo>
                  <a:cubicBezTo>
                    <a:pt x="6207" y="2773"/>
                    <a:pt x="6427" y="2300"/>
                    <a:pt x="6427" y="1796"/>
                  </a:cubicBezTo>
                  <a:cubicBezTo>
                    <a:pt x="6427" y="1576"/>
                    <a:pt x="6270" y="1418"/>
                    <a:pt x="6049" y="1418"/>
                  </a:cubicBezTo>
                  <a:lnTo>
                    <a:pt x="5356" y="1418"/>
                  </a:lnTo>
                  <a:cubicBezTo>
                    <a:pt x="5230" y="1418"/>
                    <a:pt x="5073" y="1418"/>
                    <a:pt x="4947" y="1481"/>
                  </a:cubicBezTo>
                  <a:cubicBezTo>
                    <a:pt x="4789" y="694"/>
                    <a:pt x="4159" y="126"/>
                    <a:pt x="4159" y="95"/>
                  </a:cubicBezTo>
                  <a:cubicBezTo>
                    <a:pt x="4112" y="32"/>
                    <a:pt x="4025" y="0"/>
                    <a:pt x="393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1" name="Google Shape;3511;p48"/>
            <p:cNvSpPr/>
            <p:nvPr/>
          </p:nvSpPr>
          <p:spPr>
            <a:xfrm>
              <a:off x="-18496300" y="2977800"/>
              <a:ext cx="33100" cy="31925"/>
            </a:xfrm>
            <a:custGeom>
              <a:rect b="b" l="l" r="r" t="t"/>
              <a:pathLst>
                <a:path extrusionOk="0" h="1277" w="1324">
                  <a:moveTo>
                    <a:pt x="914" y="0"/>
                  </a:moveTo>
                  <a:cubicBezTo>
                    <a:pt x="827" y="0"/>
                    <a:pt x="740" y="40"/>
                    <a:pt x="662" y="119"/>
                  </a:cubicBezTo>
                  <a:lnTo>
                    <a:pt x="158" y="654"/>
                  </a:lnTo>
                  <a:cubicBezTo>
                    <a:pt x="0" y="812"/>
                    <a:pt x="0" y="1001"/>
                    <a:pt x="158" y="1158"/>
                  </a:cubicBezTo>
                  <a:cubicBezTo>
                    <a:pt x="205" y="1237"/>
                    <a:pt x="291" y="1276"/>
                    <a:pt x="386" y="1276"/>
                  </a:cubicBezTo>
                  <a:cubicBezTo>
                    <a:pt x="480" y="1276"/>
                    <a:pt x="583" y="1237"/>
                    <a:pt x="662" y="1158"/>
                  </a:cubicBezTo>
                  <a:lnTo>
                    <a:pt x="1166" y="654"/>
                  </a:lnTo>
                  <a:cubicBezTo>
                    <a:pt x="1323" y="497"/>
                    <a:pt x="1323" y="276"/>
                    <a:pt x="1166" y="119"/>
                  </a:cubicBezTo>
                  <a:cubicBezTo>
                    <a:pt x="1087" y="40"/>
                    <a:pt x="1000" y="0"/>
                    <a:pt x="91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2" name="Google Shape;3512;p48"/>
            <p:cNvSpPr/>
            <p:nvPr/>
          </p:nvSpPr>
          <p:spPr>
            <a:xfrm>
              <a:off x="-18559325" y="3042375"/>
              <a:ext cx="33100" cy="31150"/>
            </a:xfrm>
            <a:custGeom>
              <a:rect b="b" l="l" r="r" t="t"/>
              <a:pathLst>
                <a:path extrusionOk="0" h="1246" w="1324">
                  <a:moveTo>
                    <a:pt x="902" y="1"/>
                  </a:moveTo>
                  <a:cubicBezTo>
                    <a:pt x="812" y="1"/>
                    <a:pt x="725" y="40"/>
                    <a:pt x="662" y="119"/>
                  </a:cubicBezTo>
                  <a:lnTo>
                    <a:pt x="158" y="623"/>
                  </a:lnTo>
                  <a:cubicBezTo>
                    <a:pt x="1" y="781"/>
                    <a:pt x="1" y="970"/>
                    <a:pt x="158" y="1127"/>
                  </a:cubicBezTo>
                  <a:cubicBezTo>
                    <a:pt x="237" y="1206"/>
                    <a:pt x="324" y="1245"/>
                    <a:pt x="410" y="1245"/>
                  </a:cubicBezTo>
                  <a:cubicBezTo>
                    <a:pt x="497" y="1245"/>
                    <a:pt x="583" y="1206"/>
                    <a:pt x="662" y="1127"/>
                  </a:cubicBezTo>
                  <a:lnTo>
                    <a:pt x="1166" y="623"/>
                  </a:lnTo>
                  <a:cubicBezTo>
                    <a:pt x="1324" y="465"/>
                    <a:pt x="1324" y="276"/>
                    <a:pt x="1166" y="119"/>
                  </a:cubicBezTo>
                  <a:cubicBezTo>
                    <a:pt x="1088" y="40"/>
                    <a:pt x="993" y="1"/>
                    <a:pt x="90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3" name="Google Shape;3513;p48"/>
            <p:cNvSpPr/>
            <p:nvPr/>
          </p:nvSpPr>
          <p:spPr>
            <a:xfrm>
              <a:off x="-18559325" y="2991175"/>
              <a:ext cx="33100" cy="31150"/>
            </a:xfrm>
            <a:custGeom>
              <a:rect b="b" l="l" r="r" t="t"/>
              <a:pathLst>
                <a:path extrusionOk="0" h="1246" w="1324">
                  <a:moveTo>
                    <a:pt x="914" y="1"/>
                  </a:moveTo>
                  <a:cubicBezTo>
                    <a:pt x="828" y="1"/>
                    <a:pt x="741" y="40"/>
                    <a:pt x="662" y="119"/>
                  </a:cubicBezTo>
                  <a:lnTo>
                    <a:pt x="158" y="623"/>
                  </a:lnTo>
                  <a:cubicBezTo>
                    <a:pt x="1" y="781"/>
                    <a:pt x="1" y="970"/>
                    <a:pt x="158" y="1127"/>
                  </a:cubicBezTo>
                  <a:cubicBezTo>
                    <a:pt x="205" y="1206"/>
                    <a:pt x="292" y="1245"/>
                    <a:pt x="387" y="1245"/>
                  </a:cubicBezTo>
                  <a:cubicBezTo>
                    <a:pt x="481" y="1245"/>
                    <a:pt x="583" y="1206"/>
                    <a:pt x="662" y="1127"/>
                  </a:cubicBezTo>
                  <a:lnTo>
                    <a:pt x="1166" y="623"/>
                  </a:lnTo>
                  <a:cubicBezTo>
                    <a:pt x="1324" y="466"/>
                    <a:pt x="1324" y="277"/>
                    <a:pt x="1166" y="119"/>
                  </a:cubicBezTo>
                  <a:cubicBezTo>
                    <a:pt x="1088" y="40"/>
                    <a:pt x="1001" y="1"/>
                    <a:pt x="91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4" name="Google Shape;3514;p48"/>
            <p:cNvSpPr/>
            <p:nvPr/>
          </p:nvSpPr>
          <p:spPr>
            <a:xfrm>
              <a:off x="-18491575" y="3024275"/>
              <a:ext cx="33100" cy="31925"/>
            </a:xfrm>
            <a:custGeom>
              <a:rect b="b" l="l" r="r" t="t"/>
              <a:pathLst>
                <a:path extrusionOk="0" h="1277" w="1324">
                  <a:moveTo>
                    <a:pt x="902" y="0"/>
                  </a:moveTo>
                  <a:cubicBezTo>
                    <a:pt x="811" y="0"/>
                    <a:pt x="725" y="40"/>
                    <a:pt x="662" y="118"/>
                  </a:cubicBezTo>
                  <a:lnTo>
                    <a:pt x="158" y="654"/>
                  </a:lnTo>
                  <a:cubicBezTo>
                    <a:pt x="0" y="811"/>
                    <a:pt x="0" y="1000"/>
                    <a:pt x="158" y="1158"/>
                  </a:cubicBezTo>
                  <a:cubicBezTo>
                    <a:pt x="236" y="1237"/>
                    <a:pt x="323" y="1276"/>
                    <a:pt x="410" y="1276"/>
                  </a:cubicBezTo>
                  <a:cubicBezTo>
                    <a:pt x="496" y="1276"/>
                    <a:pt x="583" y="1237"/>
                    <a:pt x="662" y="1158"/>
                  </a:cubicBezTo>
                  <a:lnTo>
                    <a:pt x="1166" y="654"/>
                  </a:lnTo>
                  <a:cubicBezTo>
                    <a:pt x="1323" y="496"/>
                    <a:pt x="1323" y="276"/>
                    <a:pt x="1166" y="118"/>
                  </a:cubicBezTo>
                  <a:cubicBezTo>
                    <a:pt x="1087" y="40"/>
                    <a:pt x="992" y="0"/>
                    <a:pt x="90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5" name="Google Shape;3515;p48"/>
            <p:cNvSpPr/>
            <p:nvPr/>
          </p:nvSpPr>
          <p:spPr>
            <a:xfrm>
              <a:off x="-18522300" y="2928175"/>
              <a:ext cx="32300" cy="31125"/>
            </a:xfrm>
            <a:custGeom>
              <a:rect b="b" l="l" r="r" t="t"/>
              <a:pathLst>
                <a:path extrusionOk="0" h="1245" w="1292">
                  <a:moveTo>
                    <a:pt x="930" y="1"/>
                  </a:moveTo>
                  <a:cubicBezTo>
                    <a:pt x="835" y="1"/>
                    <a:pt x="741" y="40"/>
                    <a:pt x="662" y="119"/>
                  </a:cubicBezTo>
                  <a:lnTo>
                    <a:pt x="158" y="623"/>
                  </a:lnTo>
                  <a:cubicBezTo>
                    <a:pt x="0" y="780"/>
                    <a:pt x="0" y="969"/>
                    <a:pt x="158" y="1127"/>
                  </a:cubicBezTo>
                  <a:cubicBezTo>
                    <a:pt x="237" y="1206"/>
                    <a:pt x="331" y="1245"/>
                    <a:pt x="422" y="1245"/>
                  </a:cubicBezTo>
                  <a:cubicBezTo>
                    <a:pt x="512" y="1245"/>
                    <a:pt x="599" y="1206"/>
                    <a:pt x="662" y="1127"/>
                  </a:cubicBezTo>
                  <a:lnTo>
                    <a:pt x="1198" y="623"/>
                  </a:lnTo>
                  <a:cubicBezTo>
                    <a:pt x="1292" y="497"/>
                    <a:pt x="1292" y="276"/>
                    <a:pt x="1198" y="119"/>
                  </a:cubicBezTo>
                  <a:cubicBezTo>
                    <a:pt x="1119" y="40"/>
                    <a:pt x="1024" y="1"/>
                    <a:pt x="93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6" name="Google Shape;3516;p48"/>
            <p:cNvSpPr/>
            <p:nvPr/>
          </p:nvSpPr>
          <p:spPr>
            <a:xfrm>
              <a:off x="-18446700" y="3004375"/>
              <a:ext cx="33900" cy="31325"/>
            </a:xfrm>
            <a:custGeom>
              <a:rect b="b" l="l" r="r" t="t"/>
              <a:pathLst>
                <a:path extrusionOk="0" h="1253" w="1356">
                  <a:moveTo>
                    <a:pt x="922" y="1"/>
                  </a:moveTo>
                  <a:cubicBezTo>
                    <a:pt x="828" y="1"/>
                    <a:pt x="741" y="32"/>
                    <a:pt x="694" y="95"/>
                  </a:cubicBezTo>
                  <a:lnTo>
                    <a:pt x="158" y="599"/>
                  </a:lnTo>
                  <a:cubicBezTo>
                    <a:pt x="1" y="757"/>
                    <a:pt x="1" y="977"/>
                    <a:pt x="158" y="1135"/>
                  </a:cubicBezTo>
                  <a:cubicBezTo>
                    <a:pt x="253" y="1214"/>
                    <a:pt x="347" y="1253"/>
                    <a:pt x="438" y="1253"/>
                  </a:cubicBezTo>
                  <a:cubicBezTo>
                    <a:pt x="529" y="1253"/>
                    <a:pt x="615" y="1214"/>
                    <a:pt x="694" y="1135"/>
                  </a:cubicBezTo>
                  <a:lnTo>
                    <a:pt x="1198" y="599"/>
                  </a:lnTo>
                  <a:cubicBezTo>
                    <a:pt x="1356" y="442"/>
                    <a:pt x="1356" y="253"/>
                    <a:pt x="1198" y="95"/>
                  </a:cubicBezTo>
                  <a:cubicBezTo>
                    <a:pt x="1119" y="32"/>
                    <a:pt x="1017" y="1"/>
                    <a:pt x="9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17" name="Google Shape;3517;p48"/>
          <p:cNvGrpSpPr/>
          <p:nvPr/>
        </p:nvGrpSpPr>
        <p:grpSpPr>
          <a:xfrm>
            <a:off x="6849312" y="1993610"/>
            <a:ext cx="256817" cy="293094"/>
            <a:chOff x="-16798200" y="2050575"/>
            <a:chExt cx="267825" cy="305625"/>
          </a:xfrm>
        </p:grpSpPr>
        <p:sp>
          <p:nvSpPr>
            <p:cNvPr id="3518" name="Google Shape;3518;p48"/>
            <p:cNvSpPr/>
            <p:nvPr/>
          </p:nvSpPr>
          <p:spPr>
            <a:xfrm>
              <a:off x="-16798200" y="2050575"/>
              <a:ext cx="267825" cy="305625"/>
            </a:xfrm>
            <a:custGeom>
              <a:rect b="b" l="l" r="r" t="t"/>
              <a:pathLst>
                <a:path extrusionOk="0" h="12225" w="10713">
                  <a:moveTo>
                    <a:pt x="5388" y="725"/>
                  </a:moveTo>
                  <a:cubicBezTo>
                    <a:pt x="7940" y="725"/>
                    <a:pt x="10051" y="2804"/>
                    <a:pt x="10051" y="5356"/>
                  </a:cubicBezTo>
                  <a:cubicBezTo>
                    <a:pt x="9988" y="5545"/>
                    <a:pt x="9830" y="5734"/>
                    <a:pt x="9641" y="5734"/>
                  </a:cubicBezTo>
                  <a:lnTo>
                    <a:pt x="1103" y="5734"/>
                  </a:lnTo>
                  <a:cubicBezTo>
                    <a:pt x="914" y="5734"/>
                    <a:pt x="757" y="5545"/>
                    <a:pt x="757" y="5356"/>
                  </a:cubicBezTo>
                  <a:cubicBezTo>
                    <a:pt x="757" y="2804"/>
                    <a:pt x="2836" y="725"/>
                    <a:pt x="5388" y="725"/>
                  </a:cubicBezTo>
                  <a:close/>
                  <a:moveTo>
                    <a:pt x="6050" y="6459"/>
                  </a:moveTo>
                  <a:cubicBezTo>
                    <a:pt x="6113" y="7561"/>
                    <a:pt x="6428" y="8664"/>
                    <a:pt x="6743" y="9609"/>
                  </a:cubicBezTo>
                  <a:cubicBezTo>
                    <a:pt x="6774" y="9767"/>
                    <a:pt x="6806" y="9893"/>
                    <a:pt x="6806" y="10050"/>
                  </a:cubicBezTo>
                  <a:cubicBezTo>
                    <a:pt x="6806" y="10491"/>
                    <a:pt x="6617" y="10901"/>
                    <a:pt x="6270" y="11185"/>
                  </a:cubicBezTo>
                  <a:cubicBezTo>
                    <a:pt x="6004" y="11387"/>
                    <a:pt x="5692" y="11481"/>
                    <a:pt x="5383" y="11481"/>
                  </a:cubicBezTo>
                  <a:cubicBezTo>
                    <a:pt x="4778" y="11481"/>
                    <a:pt x="4190" y="11118"/>
                    <a:pt x="4002" y="10491"/>
                  </a:cubicBezTo>
                  <a:cubicBezTo>
                    <a:pt x="3939" y="10176"/>
                    <a:pt x="3939" y="9861"/>
                    <a:pt x="4065" y="9546"/>
                  </a:cubicBezTo>
                  <a:cubicBezTo>
                    <a:pt x="4443" y="8601"/>
                    <a:pt x="4632" y="7530"/>
                    <a:pt x="4632" y="6459"/>
                  </a:cubicBezTo>
                  <a:close/>
                  <a:moveTo>
                    <a:pt x="5357" y="0"/>
                  </a:moveTo>
                  <a:cubicBezTo>
                    <a:pt x="2395" y="0"/>
                    <a:pt x="1" y="2395"/>
                    <a:pt x="1" y="5356"/>
                  </a:cubicBezTo>
                  <a:cubicBezTo>
                    <a:pt x="1" y="5955"/>
                    <a:pt x="473" y="6427"/>
                    <a:pt x="1072" y="6427"/>
                  </a:cubicBezTo>
                  <a:lnTo>
                    <a:pt x="3907" y="6427"/>
                  </a:lnTo>
                  <a:cubicBezTo>
                    <a:pt x="3907" y="7404"/>
                    <a:pt x="3718" y="8381"/>
                    <a:pt x="3340" y="9263"/>
                  </a:cubicBezTo>
                  <a:cubicBezTo>
                    <a:pt x="3151" y="9704"/>
                    <a:pt x="3151" y="10208"/>
                    <a:pt x="3277" y="10680"/>
                  </a:cubicBezTo>
                  <a:cubicBezTo>
                    <a:pt x="3498" y="11500"/>
                    <a:pt x="4285" y="12224"/>
                    <a:pt x="5325" y="12224"/>
                  </a:cubicBezTo>
                  <a:cubicBezTo>
                    <a:pt x="6491" y="12224"/>
                    <a:pt x="7436" y="11279"/>
                    <a:pt x="7436" y="10082"/>
                  </a:cubicBezTo>
                  <a:cubicBezTo>
                    <a:pt x="7436" y="9861"/>
                    <a:pt x="7404" y="9641"/>
                    <a:pt x="7341" y="9420"/>
                  </a:cubicBezTo>
                  <a:cubicBezTo>
                    <a:pt x="7058" y="8538"/>
                    <a:pt x="6743" y="7498"/>
                    <a:pt x="6743" y="6459"/>
                  </a:cubicBezTo>
                  <a:lnTo>
                    <a:pt x="9578" y="6459"/>
                  </a:lnTo>
                  <a:cubicBezTo>
                    <a:pt x="10177" y="6459"/>
                    <a:pt x="10649" y="5986"/>
                    <a:pt x="10649" y="5388"/>
                  </a:cubicBezTo>
                  <a:cubicBezTo>
                    <a:pt x="10712" y="2395"/>
                    <a:pt x="8350" y="0"/>
                    <a:pt x="535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9" name="Google Shape;3519;p48"/>
            <p:cNvSpPr/>
            <p:nvPr/>
          </p:nvSpPr>
          <p:spPr>
            <a:xfrm>
              <a:off x="-16743850" y="2123025"/>
              <a:ext cx="52800" cy="52800"/>
            </a:xfrm>
            <a:custGeom>
              <a:rect b="b" l="l" r="r" t="t"/>
              <a:pathLst>
                <a:path extrusionOk="0" h="2112" w="2112">
                  <a:moveTo>
                    <a:pt x="1040" y="694"/>
                  </a:moveTo>
                  <a:cubicBezTo>
                    <a:pt x="1261" y="694"/>
                    <a:pt x="1418" y="851"/>
                    <a:pt x="1418" y="1040"/>
                  </a:cubicBezTo>
                  <a:cubicBezTo>
                    <a:pt x="1418" y="1261"/>
                    <a:pt x="1261" y="1418"/>
                    <a:pt x="1040" y="1418"/>
                  </a:cubicBezTo>
                  <a:cubicBezTo>
                    <a:pt x="851" y="1418"/>
                    <a:pt x="694" y="1261"/>
                    <a:pt x="694" y="1040"/>
                  </a:cubicBezTo>
                  <a:cubicBezTo>
                    <a:pt x="694" y="851"/>
                    <a:pt x="851" y="694"/>
                    <a:pt x="1040" y="694"/>
                  </a:cubicBezTo>
                  <a:close/>
                  <a:moveTo>
                    <a:pt x="1040" y="1"/>
                  </a:moveTo>
                  <a:cubicBezTo>
                    <a:pt x="473" y="1"/>
                    <a:pt x="1" y="473"/>
                    <a:pt x="1" y="1040"/>
                  </a:cubicBezTo>
                  <a:cubicBezTo>
                    <a:pt x="1" y="1639"/>
                    <a:pt x="473" y="2112"/>
                    <a:pt x="1040" y="2112"/>
                  </a:cubicBezTo>
                  <a:cubicBezTo>
                    <a:pt x="1639" y="2112"/>
                    <a:pt x="2111" y="1639"/>
                    <a:pt x="2111" y="1040"/>
                  </a:cubicBezTo>
                  <a:cubicBezTo>
                    <a:pt x="2111" y="473"/>
                    <a:pt x="1639" y="1"/>
                    <a:pt x="10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0" name="Google Shape;3520;p48"/>
            <p:cNvSpPr/>
            <p:nvPr/>
          </p:nvSpPr>
          <p:spPr>
            <a:xfrm>
              <a:off x="-16691075" y="2087600"/>
              <a:ext cx="35475" cy="35450"/>
            </a:xfrm>
            <a:custGeom>
              <a:rect b="b" l="l" r="r" t="t"/>
              <a:pathLst>
                <a:path extrusionOk="0" h="1418" w="1419">
                  <a:moveTo>
                    <a:pt x="725" y="0"/>
                  </a:moveTo>
                  <a:cubicBezTo>
                    <a:pt x="315" y="0"/>
                    <a:pt x="0" y="315"/>
                    <a:pt x="0" y="693"/>
                  </a:cubicBezTo>
                  <a:cubicBezTo>
                    <a:pt x="0" y="1103"/>
                    <a:pt x="315" y="1418"/>
                    <a:pt x="725" y="1418"/>
                  </a:cubicBezTo>
                  <a:cubicBezTo>
                    <a:pt x="1103" y="1418"/>
                    <a:pt x="1418" y="1103"/>
                    <a:pt x="1418" y="693"/>
                  </a:cubicBezTo>
                  <a:cubicBezTo>
                    <a:pt x="1418" y="315"/>
                    <a:pt x="1103" y="0"/>
                    <a:pt x="72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21" name="Google Shape;3521;p48"/>
          <p:cNvGrpSpPr/>
          <p:nvPr/>
        </p:nvGrpSpPr>
        <p:grpSpPr>
          <a:xfrm>
            <a:off x="8140877" y="2417834"/>
            <a:ext cx="293064" cy="290817"/>
            <a:chOff x="-16817100" y="2801175"/>
            <a:chExt cx="305625" cy="303250"/>
          </a:xfrm>
        </p:grpSpPr>
        <p:sp>
          <p:nvSpPr>
            <p:cNvPr id="3522" name="Google Shape;3522;p48"/>
            <p:cNvSpPr/>
            <p:nvPr/>
          </p:nvSpPr>
          <p:spPr>
            <a:xfrm>
              <a:off x="-16817100" y="2801175"/>
              <a:ext cx="305625" cy="232375"/>
            </a:xfrm>
            <a:custGeom>
              <a:rect b="b" l="l" r="r" t="t"/>
              <a:pathLst>
                <a:path extrusionOk="0" h="9295" w="12225">
                  <a:moveTo>
                    <a:pt x="8633" y="1418"/>
                  </a:moveTo>
                  <a:lnTo>
                    <a:pt x="8633" y="7152"/>
                  </a:lnTo>
                  <a:cubicBezTo>
                    <a:pt x="8507" y="7152"/>
                    <a:pt x="8381" y="7120"/>
                    <a:pt x="8286" y="7120"/>
                  </a:cubicBezTo>
                  <a:cubicBezTo>
                    <a:pt x="8034" y="7120"/>
                    <a:pt x="7845" y="7152"/>
                    <a:pt x="7656" y="7247"/>
                  </a:cubicBezTo>
                  <a:cubicBezTo>
                    <a:pt x="7373" y="6837"/>
                    <a:pt x="6963" y="6522"/>
                    <a:pt x="6491" y="6459"/>
                  </a:cubicBezTo>
                  <a:lnTo>
                    <a:pt x="6491" y="4600"/>
                  </a:lnTo>
                  <a:cubicBezTo>
                    <a:pt x="6491" y="4411"/>
                    <a:pt x="6333" y="4254"/>
                    <a:pt x="6144" y="4254"/>
                  </a:cubicBezTo>
                  <a:cubicBezTo>
                    <a:pt x="5955" y="4254"/>
                    <a:pt x="5798" y="4411"/>
                    <a:pt x="5798" y="4600"/>
                  </a:cubicBezTo>
                  <a:lnTo>
                    <a:pt x="5798" y="6459"/>
                  </a:lnTo>
                  <a:cubicBezTo>
                    <a:pt x="5325" y="6522"/>
                    <a:pt x="4884" y="6837"/>
                    <a:pt x="4663" y="7247"/>
                  </a:cubicBezTo>
                  <a:cubicBezTo>
                    <a:pt x="4443" y="7152"/>
                    <a:pt x="4222" y="7120"/>
                    <a:pt x="4033" y="7120"/>
                  </a:cubicBezTo>
                  <a:cubicBezTo>
                    <a:pt x="3907" y="7120"/>
                    <a:pt x="3781" y="7120"/>
                    <a:pt x="3655" y="7152"/>
                  </a:cubicBezTo>
                  <a:lnTo>
                    <a:pt x="3655" y="1418"/>
                  </a:lnTo>
                  <a:lnTo>
                    <a:pt x="4380" y="1418"/>
                  </a:lnTo>
                  <a:lnTo>
                    <a:pt x="4380" y="2458"/>
                  </a:lnTo>
                  <a:cubicBezTo>
                    <a:pt x="4380" y="2678"/>
                    <a:pt x="4537" y="2836"/>
                    <a:pt x="4726" y="2836"/>
                  </a:cubicBezTo>
                  <a:cubicBezTo>
                    <a:pt x="4915" y="2836"/>
                    <a:pt x="5073" y="2678"/>
                    <a:pt x="5073" y="2458"/>
                  </a:cubicBezTo>
                  <a:lnTo>
                    <a:pt x="5073" y="1418"/>
                  </a:lnTo>
                  <a:lnTo>
                    <a:pt x="5798" y="1418"/>
                  </a:lnTo>
                  <a:lnTo>
                    <a:pt x="5798" y="3182"/>
                  </a:lnTo>
                  <a:cubicBezTo>
                    <a:pt x="5798" y="3371"/>
                    <a:pt x="5955" y="3529"/>
                    <a:pt x="6144" y="3529"/>
                  </a:cubicBezTo>
                  <a:cubicBezTo>
                    <a:pt x="6333" y="3529"/>
                    <a:pt x="6491" y="3371"/>
                    <a:pt x="6491" y="3182"/>
                  </a:cubicBezTo>
                  <a:lnTo>
                    <a:pt x="6491" y="1418"/>
                  </a:lnTo>
                  <a:lnTo>
                    <a:pt x="7215" y="1418"/>
                  </a:lnTo>
                  <a:lnTo>
                    <a:pt x="7215" y="2458"/>
                  </a:lnTo>
                  <a:cubicBezTo>
                    <a:pt x="7215" y="2678"/>
                    <a:pt x="7373" y="2836"/>
                    <a:pt x="7562" y="2836"/>
                  </a:cubicBezTo>
                  <a:cubicBezTo>
                    <a:pt x="7751" y="2836"/>
                    <a:pt x="7940" y="2678"/>
                    <a:pt x="7940" y="2458"/>
                  </a:cubicBezTo>
                  <a:lnTo>
                    <a:pt x="7940" y="1418"/>
                  </a:lnTo>
                  <a:close/>
                  <a:moveTo>
                    <a:pt x="6144" y="7120"/>
                  </a:moveTo>
                  <a:cubicBezTo>
                    <a:pt x="6585" y="7120"/>
                    <a:pt x="7026" y="7404"/>
                    <a:pt x="7184" y="7845"/>
                  </a:cubicBezTo>
                  <a:cubicBezTo>
                    <a:pt x="7227" y="7998"/>
                    <a:pt x="7378" y="8091"/>
                    <a:pt x="7528" y="8091"/>
                  </a:cubicBezTo>
                  <a:cubicBezTo>
                    <a:pt x="7595" y="8091"/>
                    <a:pt x="7662" y="8073"/>
                    <a:pt x="7719" y="8034"/>
                  </a:cubicBezTo>
                  <a:cubicBezTo>
                    <a:pt x="7877" y="7908"/>
                    <a:pt x="8129" y="7845"/>
                    <a:pt x="8318" y="7845"/>
                  </a:cubicBezTo>
                  <a:cubicBezTo>
                    <a:pt x="8790" y="7845"/>
                    <a:pt x="9169" y="8160"/>
                    <a:pt x="9326" y="8538"/>
                  </a:cubicBezTo>
                  <a:lnTo>
                    <a:pt x="3025" y="8538"/>
                  </a:lnTo>
                  <a:cubicBezTo>
                    <a:pt x="3120" y="8160"/>
                    <a:pt x="3498" y="7845"/>
                    <a:pt x="3970" y="7845"/>
                  </a:cubicBezTo>
                  <a:cubicBezTo>
                    <a:pt x="4191" y="7845"/>
                    <a:pt x="4411" y="7908"/>
                    <a:pt x="4569" y="8034"/>
                  </a:cubicBezTo>
                  <a:cubicBezTo>
                    <a:pt x="4624" y="8071"/>
                    <a:pt x="4680" y="8086"/>
                    <a:pt x="4741" y="8086"/>
                  </a:cubicBezTo>
                  <a:cubicBezTo>
                    <a:pt x="4785" y="8086"/>
                    <a:pt x="4832" y="8079"/>
                    <a:pt x="4884" y="8066"/>
                  </a:cubicBezTo>
                  <a:cubicBezTo>
                    <a:pt x="5010" y="8034"/>
                    <a:pt x="5073" y="7940"/>
                    <a:pt x="5136" y="7845"/>
                  </a:cubicBezTo>
                  <a:cubicBezTo>
                    <a:pt x="5293" y="7404"/>
                    <a:pt x="5671" y="7120"/>
                    <a:pt x="6144" y="7120"/>
                  </a:cubicBezTo>
                  <a:close/>
                  <a:moveTo>
                    <a:pt x="9704" y="694"/>
                  </a:moveTo>
                  <a:cubicBezTo>
                    <a:pt x="9893" y="694"/>
                    <a:pt x="10051" y="851"/>
                    <a:pt x="10051" y="1072"/>
                  </a:cubicBezTo>
                  <a:lnTo>
                    <a:pt x="10051" y="6049"/>
                  </a:lnTo>
                  <a:cubicBezTo>
                    <a:pt x="10051" y="6270"/>
                    <a:pt x="10208" y="6427"/>
                    <a:pt x="10397" y="6427"/>
                  </a:cubicBezTo>
                  <a:cubicBezTo>
                    <a:pt x="10618" y="6427"/>
                    <a:pt x="10775" y="6270"/>
                    <a:pt x="10775" y="6049"/>
                  </a:cubicBezTo>
                  <a:lnTo>
                    <a:pt x="10775" y="2111"/>
                  </a:lnTo>
                  <a:lnTo>
                    <a:pt x="11122" y="2111"/>
                  </a:lnTo>
                  <a:cubicBezTo>
                    <a:pt x="11311" y="2111"/>
                    <a:pt x="11500" y="2269"/>
                    <a:pt x="11500" y="2489"/>
                  </a:cubicBezTo>
                  <a:lnTo>
                    <a:pt x="11500" y="8538"/>
                  </a:lnTo>
                  <a:lnTo>
                    <a:pt x="10019" y="8538"/>
                  </a:lnTo>
                  <a:cubicBezTo>
                    <a:pt x="9925" y="8097"/>
                    <a:pt x="9641" y="7719"/>
                    <a:pt x="9326" y="7467"/>
                  </a:cubicBezTo>
                  <a:lnTo>
                    <a:pt x="9326" y="1072"/>
                  </a:lnTo>
                  <a:cubicBezTo>
                    <a:pt x="9326" y="851"/>
                    <a:pt x="9515" y="694"/>
                    <a:pt x="9704" y="694"/>
                  </a:cubicBezTo>
                  <a:close/>
                  <a:moveTo>
                    <a:pt x="2584" y="694"/>
                  </a:moveTo>
                  <a:cubicBezTo>
                    <a:pt x="2773" y="694"/>
                    <a:pt x="2931" y="851"/>
                    <a:pt x="2931" y="1072"/>
                  </a:cubicBezTo>
                  <a:lnTo>
                    <a:pt x="2931" y="7530"/>
                  </a:lnTo>
                  <a:cubicBezTo>
                    <a:pt x="2584" y="7782"/>
                    <a:pt x="2332" y="8160"/>
                    <a:pt x="2269" y="8570"/>
                  </a:cubicBezTo>
                  <a:lnTo>
                    <a:pt x="757" y="8570"/>
                  </a:lnTo>
                  <a:lnTo>
                    <a:pt x="757" y="2489"/>
                  </a:lnTo>
                  <a:cubicBezTo>
                    <a:pt x="757" y="2269"/>
                    <a:pt x="946" y="2111"/>
                    <a:pt x="1135" y="2111"/>
                  </a:cubicBezTo>
                  <a:lnTo>
                    <a:pt x="1513" y="2111"/>
                  </a:lnTo>
                  <a:lnTo>
                    <a:pt x="1513" y="6049"/>
                  </a:lnTo>
                  <a:cubicBezTo>
                    <a:pt x="1513" y="6270"/>
                    <a:pt x="1670" y="6427"/>
                    <a:pt x="1859" y="6427"/>
                  </a:cubicBezTo>
                  <a:cubicBezTo>
                    <a:pt x="2048" y="6427"/>
                    <a:pt x="2206" y="6270"/>
                    <a:pt x="2206" y="6049"/>
                  </a:cubicBezTo>
                  <a:lnTo>
                    <a:pt x="2206" y="1072"/>
                  </a:lnTo>
                  <a:cubicBezTo>
                    <a:pt x="2206" y="851"/>
                    <a:pt x="2363" y="694"/>
                    <a:pt x="2584" y="694"/>
                  </a:cubicBezTo>
                  <a:close/>
                  <a:moveTo>
                    <a:pt x="2521" y="0"/>
                  </a:moveTo>
                  <a:cubicBezTo>
                    <a:pt x="1922" y="0"/>
                    <a:pt x="1450" y="473"/>
                    <a:pt x="1450" y="1072"/>
                  </a:cubicBezTo>
                  <a:lnTo>
                    <a:pt x="1450" y="1418"/>
                  </a:lnTo>
                  <a:lnTo>
                    <a:pt x="1103" y="1418"/>
                  </a:lnTo>
                  <a:cubicBezTo>
                    <a:pt x="505" y="1418"/>
                    <a:pt x="1" y="1891"/>
                    <a:pt x="1" y="2489"/>
                  </a:cubicBezTo>
                  <a:lnTo>
                    <a:pt x="1" y="8948"/>
                  </a:lnTo>
                  <a:cubicBezTo>
                    <a:pt x="1" y="9137"/>
                    <a:pt x="158" y="9294"/>
                    <a:pt x="347" y="9294"/>
                  </a:cubicBezTo>
                  <a:lnTo>
                    <a:pt x="11815" y="9294"/>
                  </a:lnTo>
                  <a:cubicBezTo>
                    <a:pt x="12004" y="9294"/>
                    <a:pt x="12162" y="9137"/>
                    <a:pt x="12162" y="8948"/>
                  </a:cubicBezTo>
                  <a:lnTo>
                    <a:pt x="12162" y="2489"/>
                  </a:lnTo>
                  <a:cubicBezTo>
                    <a:pt x="12225" y="1891"/>
                    <a:pt x="11689" y="1418"/>
                    <a:pt x="11122" y="1418"/>
                  </a:cubicBezTo>
                  <a:lnTo>
                    <a:pt x="10744" y="1418"/>
                  </a:lnTo>
                  <a:lnTo>
                    <a:pt x="10744" y="1072"/>
                  </a:lnTo>
                  <a:cubicBezTo>
                    <a:pt x="10744" y="473"/>
                    <a:pt x="10271" y="0"/>
                    <a:pt x="9704" y="0"/>
                  </a:cubicBezTo>
                  <a:cubicBezTo>
                    <a:pt x="9232" y="0"/>
                    <a:pt x="8822" y="315"/>
                    <a:pt x="8664" y="694"/>
                  </a:cubicBezTo>
                  <a:lnTo>
                    <a:pt x="3561" y="694"/>
                  </a:lnTo>
                  <a:cubicBezTo>
                    <a:pt x="3403" y="284"/>
                    <a:pt x="2994" y="0"/>
                    <a:pt x="252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3" name="Google Shape;3523;p48"/>
            <p:cNvSpPr/>
            <p:nvPr/>
          </p:nvSpPr>
          <p:spPr>
            <a:xfrm>
              <a:off x="-16636725" y="2889375"/>
              <a:ext cx="18125" cy="72500"/>
            </a:xfrm>
            <a:custGeom>
              <a:rect b="b" l="l" r="r" t="t"/>
              <a:pathLst>
                <a:path extrusionOk="0" h="2900" w="725">
                  <a:moveTo>
                    <a:pt x="347" y="1"/>
                  </a:moveTo>
                  <a:cubicBezTo>
                    <a:pt x="158" y="1"/>
                    <a:pt x="0" y="158"/>
                    <a:pt x="0" y="379"/>
                  </a:cubicBezTo>
                  <a:lnTo>
                    <a:pt x="0" y="2521"/>
                  </a:lnTo>
                  <a:cubicBezTo>
                    <a:pt x="0" y="2742"/>
                    <a:pt x="158" y="2899"/>
                    <a:pt x="347" y="2899"/>
                  </a:cubicBezTo>
                  <a:cubicBezTo>
                    <a:pt x="536" y="2899"/>
                    <a:pt x="725" y="2742"/>
                    <a:pt x="725" y="2521"/>
                  </a:cubicBezTo>
                  <a:lnTo>
                    <a:pt x="725" y="379"/>
                  </a:lnTo>
                  <a:cubicBezTo>
                    <a:pt x="693"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4" name="Google Shape;3524;p48"/>
            <p:cNvSpPr/>
            <p:nvPr/>
          </p:nvSpPr>
          <p:spPr>
            <a:xfrm>
              <a:off x="-16708400" y="2889375"/>
              <a:ext cx="17350" cy="72500"/>
            </a:xfrm>
            <a:custGeom>
              <a:rect b="b" l="l" r="r" t="t"/>
              <a:pathLst>
                <a:path extrusionOk="0" h="2900" w="694">
                  <a:moveTo>
                    <a:pt x="347" y="1"/>
                  </a:moveTo>
                  <a:cubicBezTo>
                    <a:pt x="158" y="1"/>
                    <a:pt x="0" y="158"/>
                    <a:pt x="0" y="379"/>
                  </a:cubicBezTo>
                  <a:lnTo>
                    <a:pt x="0" y="2521"/>
                  </a:lnTo>
                  <a:cubicBezTo>
                    <a:pt x="0" y="2742"/>
                    <a:pt x="158" y="2899"/>
                    <a:pt x="347" y="2899"/>
                  </a:cubicBezTo>
                  <a:cubicBezTo>
                    <a:pt x="536" y="2899"/>
                    <a:pt x="693" y="2742"/>
                    <a:pt x="693" y="2521"/>
                  </a:cubicBezTo>
                  <a:lnTo>
                    <a:pt x="693" y="379"/>
                  </a:lnTo>
                  <a:cubicBezTo>
                    <a:pt x="693"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5" name="Google Shape;3525;p48"/>
            <p:cNvSpPr/>
            <p:nvPr/>
          </p:nvSpPr>
          <p:spPr>
            <a:xfrm>
              <a:off x="-16816300" y="3050850"/>
              <a:ext cx="72475" cy="18150"/>
            </a:xfrm>
            <a:custGeom>
              <a:rect b="b" l="l" r="r" t="t"/>
              <a:pathLst>
                <a:path extrusionOk="0" h="726" w="2899">
                  <a:moveTo>
                    <a:pt x="378" y="0"/>
                  </a:moveTo>
                  <a:cubicBezTo>
                    <a:pt x="158" y="0"/>
                    <a:pt x="0" y="158"/>
                    <a:pt x="0" y="378"/>
                  </a:cubicBezTo>
                  <a:cubicBezTo>
                    <a:pt x="0" y="568"/>
                    <a:pt x="158" y="725"/>
                    <a:pt x="378" y="725"/>
                  </a:cubicBezTo>
                  <a:lnTo>
                    <a:pt x="2520" y="725"/>
                  </a:lnTo>
                  <a:cubicBezTo>
                    <a:pt x="2741" y="725"/>
                    <a:pt x="2899" y="568"/>
                    <a:pt x="2899" y="378"/>
                  </a:cubicBezTo>
                  <a:cubicBezTo>
                    <a:pt x="2899" y="158"/>
                    <a:pt x="2741" y="0"/>
                    <a:pt x="252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6" name="Google Shape;3526;p48"/>
            <p:cNvSpPr/>
            <p:nvPr/>
          </p:nvSpPr>
          <p:spPr>
            <a:xfrm>
              <a:off x="-16779300" y="3086300"/>
              <a:ext cx="88250" cy="18125"/>
            </a:xfrm>
            <a:custGeom>
              <a:rect b="b" l="l" r="r" t="t"/>
              <a:pathLst>
                <a:path extrusionOk="0" h="725" w="3530">
                  <a:moveTo>
                    <a:pt x="347" y="0"/>
                  </a:moveTo>
                  <a:cubicBezTo>
                    <a:pt x="158" y="0"/>
                    <a:pt x="1" y="158"/>
                    <a:pt x="1" y="378"/>
                  </a:cubicBezTo>
                  <a:cubicBezTo>
                    <a:pt x="1" y="567"/>
                    <a:pt x="158" y="725"/>
                    <a:pt x="347" y="725"/>
                  </a:cubicBezTo>
                  <a:lnTo>
                    <a:pt x="3183" y="725"/>
                  </a:lnTo>
                  <a:cubicBezTo>
                    <a:pt x="3372" y="725"/>
                    <a:pt x="3529" y="567"/>
                    <a:pt x="3529" y="378"/>
                  </a:cubicBezTo>
                  <a:cubicBezTo>
                    <a:pt x="3529" y="221"/>
                    <a:pt x="3372" y="0"/>
                    <a:pt x="318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7" name="Google Shape;3527;p48"/>
            <p:cNvSpPr/>
            <p:nvPr/>
          </p:nvSpPr>
          <p:spPr>
            <a:xfrm>
              <a:off x="-16636725" y="3086300"/>
              <a:ext cx="88225" cy="18125"/>
            </a:xfrm>
            <a:custGeom>
              <a:rect b="b" l="l" r="r" t="t"/>
              <a:pathLst>
                <a:path extrusionOk="0" h="725" w="3529">
                  <a:moveTo>
                    <a:pt x="347" y="0"/>
                  </a:moveTo>
                  <a:cubicBezTo>
                    <a:pt x="158" y="0"/>
                    <a:pt x="0" y="158"/>
                    <a:pt x="0" y="378"/>
                  </a:cubicBezTo>
                  <a:cubicBezTo>
                    <a:pt x="0" y="567"/>
                    <a:pt x="158" y="725"/>
                    <a:pt x="347" y="725"/>
                  </a:cubicBezTo>
                  <a:lnTo>
                    <a:pt x="3182" y="725"/>
                  </a:lnTo>
                  <a:cubicBezTo>
                    <a:pt x="3371" y="725"/>
                    <a:pt x="3529" y="567"/>
                    <a:pt x="3529" y="378"/>
                  </a:cubicBezTo>
                  <a:cubicBezTo>
                    <a:pt x="3529" y="221"/>
                    <a:pt x="3371" y="0"/>
                    <a:pt x="318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8" name="Google Shape;3528;p48"/>
            <p:cNvSpPr/>
            <p:nvPr/>
          </p:nvSpPr>
          <p:spPr>
            <a:xfrm>
              <a:off x="-16583950" y="3050850"/>
              <a:ext cx="72475" cy="18150"/>
            </a:xfrm>
            <a:custGeom>
              <a:rect b="b" l="l" r="r" t="t"/>
              <a:pathLst>
                <a:path extrusionOk="0" h="726" w="2899">
                  <a:moveTo>
                    <a:pt x="378" y="0"/>
                  </a:moveTo>
                  <a:cubicBezTo>
                    <a:pt x="158" y="0"/>
                    <a:pt x="0" y="158"/>
                    <a:pt x="0" y="378"/>
                  </a:cubicBezTo>
                  <a:cubicBezTo>
                    <a:pt x="0" y="568"/>
                    <a:pt x="158" y="725"/>
                    <a:pt x="378" y="725"/>
                  </a:cubicBezTo>
                  <a:lnTo>
                    <a:pt x="2520" y="725"/>
                  </a:lnTo>
                  <a:cubicBezTo>
                    <a:pt x="2741" y="725"/>
                    <a:pt x="2899" y="568"/>
                    <a:pt x="2899" y="378"/>
                  </a:cubicBezTo>
                  <a:cubicBezTo>
                    <a:pt x="2899" y="158"/>
                    <a:pt x="2741" y="0"/>
                    <a:pt x="252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9" name="Google Shape;3529;p48"/>
            <p:cNvSpPr/>
            <p:nvPr/>
          </p:nvSpPr>
          <p:spPr>
            <a:xfrm>
              <a:off x="-16726525" y="3050850"/>
              <a:ext cx="125250" cy="18150"/>
            </a:xfrm>
            <a:custGeom>
              <a:rect b="b" l="l" r="r" t="t"/>
              <a:pathLst>
                <a:path extrusionOk="0" h="726" w="5010">
                  <a:moveTo>
                    <a:pt x="347" y="0"/>
                  </a:moveTo>
                  <a:cubicBezTo>
                    <a:pt x="158" y="0"/>
                    <a:pt x="1" y="158"/>
                    <a:pt x="1" y="378"/>
                  </a:cubicBezTo>
                  <a:cubicBezTo>
                    <a:pt x="1" y="568"/>
                    <a:pt x="158" y="725"/>
                    <a:pt x="347" y="725"/>
                  </a:cubicBezTo>
                  <a:lnTo>
                    <a:pt x="4663" y="725"/>
                  </a:lnTo>
                  <a:cubicBezTo>
                    <a:pt x="4852" y="725"/>
                    <a:pt x="5010" y="568"/>
                    <a:pt x="5010" y="378"/>
                  </a:cubicBezTo>
                  <a:cubicBezTo>
                    <a:pt x="5010" y="158"/>
                    <a:pt x="4852" y="0"/>
                    <a:pt x="466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30" name="Google Shape;3530;p48"/>
          <p:cNvGrpSpPr/>
          <p:nvPr/>
        </p:nvGrpSpPr>
        <p:grpSpPr>
          <a:xfrm>
            <a:off x="7266955" y="1993610"/>
            <a:ext cx="293807" cy="293094"/>
            <a:chOff x="-15717575" y="2786200"/>
            <a:chExt cx="306400" cy="305625"/>
          </a:xfrm>
        </p:grpSpPr>
        <p:sp>
          <p:nvSpPr>
            <p:cNvPr id="3531" name="Google Shape;3531;p48"/>
            <p:cNvSpPr/>
            <p:nvPr/>
          </p:nvSpPr>
          <p:spPr>
            <a:xfrm>
              <a:off x="-15717575" y="2786200"/>
              <a:ext cx="306400" cy="305625"/>
            </a:xfrm>
            <a:custGeom>
              <a:rect b="b" l="l" r="r" t="t"/>
              <a:pathLst>
                <a:path extrusionOk="0" h="12225" w="12256">
                  <a:moveTo>
                    <a:pt x="1387" y="788"/>
                  </a:moveTo>
                  <a:cubicBezTo>
                    <a:pt x="1796" y="788"/>
                    <a:pt x="2111" y="1103"/>
                    <a:pt x="2111" y="1513"/>
                  </a:cubicBezTo>
                  <a:lnTo>
                    <a:pt x="2111" y="4727"/>
                  </a:lnTo>
                  <a:cubicBezTo>
                    <a:pt x="2111" y="5325"/>
                    <a:pt x="2584" y="5798"/>
                    <a:pt x="3151" y="5798"/>
                  </a:cubicBezTo>
                  <a:lnTo>
                    <a:pt x="3907" y="5798"/>
                  </a:lnTo>
                  <a:cubicBezTo>
                    <a:pt x="4096" y="5798"/>
                    <a:pt x="4254" y="5640"/>
                    <a:pt x="4254" y="5420"/>
                  </a:cubicBezTo>
                  <a:lnTo>
                    <a:pt x="4254" y="3309"/>
                  </a:lnTo>
                  <a:cubicBezTo>
                    <a:pt x="4254" y="2332"/>
                    <a:pt x="5041" y="1545"/>
                    <a:pt x="6049" y="1545"/>
                  </a:cubicBezTo>
                  <a:cubicBezTo>
                    <a:pt x="7026" y="1545"/>
                    <a:pt x="7814" y="2332"/>
                    <a:pt x="7814" y="3309"/>
                  </a:cubicBezTo>
                  <a:lnTo>
                    <a:pt x="7814" y="8318"/>
                  </a:lnTo>
                  <a:cubicBezTo>
                    <a:pt x="7814" y="8507"/>
                    <a:pt x="7971" y="8665"/>
                    <a:pt x="8160" y="8665"/>
                  </a:cubicBezTo>
                  <a:lnTo>
                    <a:pt x="8916" y="8665"/>
                  </a:lnTo>
                  <a:cubicBezTo>
                    <a:pt x="9515" y="8665"/>
                    <a:pt x="9988" y="8192"/>
                    <a:pt x="9988" y="7593"/>
                  </a:cubicBezTo>
                  <a:lnTo>
                    <a:pt x="9988" y="5105"/>
                  </a:lnTo>
                  <a:cubicBezTo>
                    <a:pt x="9988" y="4727"/>
                    <a:pt x="10303" y="4411"/>
                    <a:pt x="10681" y="4411"/>
                  </a:cubicBezTo>
                  <a:cubicBezTo>
                    <a:pt x="11090" y="4411"/>
                    <a:pt x="11405" y="4727"/>
                    <a:pt x="11405" y="5105"/>
                  </a:cubicBezTo>
                  <a:lnTo>
                    <a:pt x="11405" y="7562"/>
                  </a:lnTo>
                  <a:lnTo>
                    <a:pt x="11437" y="7562"/>
                  </a:lnTo>
                  <a:cubicBezTo>
                    <a:pt x="11437" y="8948"/>
                    <a:pt x="10334" y="10051"/>
                    <a:pt x="8948" y="10051"/>
                  </a:cubicBezTo>
                  <a:lnTo>
                    <a:pt x="8192" y="10051"/>
                  </a:lnTo>
                  <a:cubicBezTo>
                    <a:pt x="8003" y="10051"/>
                    <a:pt x="7845" y="10208"/>
                    <a:pt x="7845" y="10397"/>
                  </a:cubicBezTo>
                  <a:lnTo>
                    <a:pt x="7845" y="11500"/>
                  </a:lnTo>
                  <a:lnTo>
                    <a:pt x="4254" y="11500"/>
                  </a:lnTo>
                  <a:lnTo>
                    <a:pt x="4254" y="7562"/>
                  </a:lnTo>
                  <a:cubicBezTo>
                    <a:pt x="4254" y="7373"/>
                    <a:pt x="4096" y="7215"/>
                    <a:pt x="3907" y="7215"/>
                  </a:cubicBezTo>
                  <a:lnTo>
                    <a:pt x="3151" y="7215"/>
                  </a:lnTo>
                  <a:cubicBezTo>
                    <a:pt x="1796" y="7215"/>
                    <a:pt x="694" y="6113"/>
                    <a:pt x="694" y="4727"/>
                  </a:cubicBezTo>
                  <a:lnTo>
                    <a:pt x="694" y="1513"/>
                  </a:lnTo>
                  <a:cubicBezTo>
                    <a:pt x="694" y="1103"/>
                    <a:pt x="1009" y="788"/>
                    <a:pt x="1387" y="788"/>
                  </a:cubicBezTo>
                  <a:close/>
                  <a:moveTo>
                    <a:pt x="1418" y="1"/>
                  </a:moveTo>
                  <a:cubicBezTo>
                    <a:pt x="631" y="1"/>
                    <a:pt x="1" y="631"/>
                    <a:pt x="1" y="1419"/>
                  </a:cubicBezTo>
                  <a:lnTo>
                    <a:pt x="1" y="4664"/>
                  </a:lnTo>
                  <a:cubicBezTo>
                    <a:pt x="1" y="6428"/>
                    <a:pt x="1481" y="7877"/>
                    <a:pt x="3246" y="7877"/>
                  </a:cubicBezTo>
                  <a:lnTo>
                    <a:pt x="3624" y="7877"/>
                  </a:lnTo>
                  <a:lnTo>
                    <a:pt x="3624" y="11500"/>
                  </a:lnTo>
                  <a:lnTo>
                    <a:pt x="2584" y="11500"/>
                  </a:lnTo>
                  <a:cubicBezTo>
                    <a:pt x="2363" y="11500"/>
                    <a:pt x="2206" y="11658"/>
                    <a:pt x="2206" y="11847"/>
                  </a:cubicBezTo>
                  <a:cubicBezTo>
                    <a:pt x="2206" y="12036"/>
                    <a:pt x="2363" y="12225"/>
                    <a:pt x="2584" y="12225"/>
                  </a:cubicBezTo>
                  <a:lnTo>
                    <a:pt x="9704" y="12225"/>
                  </a:lnTo>
                  <a:cubicBezTo>
                    <a:pt x="9893" y="12225"/>
                    <a:pt x="10051" y="12036"/>
                    <a:pt x="10051" y="11847"/>
                  </a:cubicBezTo>
                  <a:cubicBezTo>
                    <a:pt x="10051" y="11658"/>
                    <a:pt x="9893" y="11500"/>
                    <a:pt x="9704" y="11500"/>
                  </a:cubicBezTo>
                  <a:lnTo>
                    <a:pt x="8633" y="11500"/>
                  </a:lnTo>
                  <a:lnTo>
                    <a:pt x="8633" y="10744"/>
                  </a:lnTo>
                  <a:lnTo>
                    <a:pt x="9042" y="10744"/>
                  </a:lnTo>
                  <a:cubicBezTo>
                    <a:pt x="10807" y="10744"/>
                    <a:pt x="12256" y="9295"/>
                    <a:pt x="12256" y="7530"/>
                  </a:cubicBezTo>
                  <a:lnTo>
                    <a:pt x="12256" y="5042"/>
                  </a:lnTo>
                  <a:cubicBezTo>
                    <a:pt x="12130" y="4285"/>
                    <a:pt x="11500" y="3624"/>
                    <a:pt x="10712" y="3624"/>
                  </a:cubicBezTo>
                  <a:cubicBezTo>
                    <a:pt x="9925" y="3624"/>
                    <a:pt x="9294" y="4254"/>
                    <a:pt x="9294" y="5042"/>
                  </a:cubicBezTo>
                  <a:lnTo>
                    <a:pt x="9294" y="7530"/>
                  </a:lnTo>
                  <a:cubicBezTo>
                    <a:pt x="9294" y="7719"/>
                    <a:pt x="9137" y="7877"/>
                    <a:pt x="8948" y="7877"/>
                  </a:cubicBezTo>
                  <a:lnTo>
                    <a:pt x="8570" y="7877"/>
                  </a:lnTo>
                  <a:lnTo>
                    <a:pt x="8570" y="3246"/>
                  </a:lnTo>
                  <a:cubicBezTo>
                    <a:pt x="8570" y="1860"/>
                    <a:pt x="7467" y="757"/>
                    <a:pt x="6081" y="757"/>
                  </a:cubicBezTo>
                  <a:cubicBezTo>
                    <a:pt x="4695" y="757"/>
                    <a:pt x="3592" y="1860"/>
                    <a:pt x="3592" y="3246"/>
                  </a:cubicBezTo>
                  <a:lnTo>
                    <a:pt x="3592" y="5010"/>
                  </a:lnTo>
                  <a:lnTo>
                    <a:pt x="3214" y="5010"/>
                  </a:lnTo>
                  <a:cubicBezTo>
                    <a:pt x="2993" y="5010"/>
                    <a:pt x="2836" y="4853"/>
                    <a:pt x="2836" y="4664"/>
                  </a:cubicBezTo>
                  <a:lnTo>
                    <a:pt x="2836" y="1419"/>
                  </a:lnTo>
                  <a:cubicBezTo>
                    <a:pt x="2836" y="631"/>
                    <a:pt x="2206" y="1"/>
                    <a:pt x="141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2" name="Google Shape;3532;p48"/>
            <p:cNvSpPr/>
            <p:nvPr/>
          </p:nvSpPr>
          <p:spPr>
            <a:xfrm>
              <a:off x="-15593125" y="2859450"/>
              <a:ext cx="18125" cy="35475"/>
            </a:xfrm>
            <a:custGeom>
              <a:rect b="b" l="l" r="r" t="t"/>
              <a:pathLst>
                <a:path extrusionOk="0" h="1419" w="725">
                  <a:moveTo>
                    <a:pt x="347" y="1"/>
                  </a:moveTo>
                  <a:cubicBezTo>
                    <a:pt x="158" y="1"/>
                    <a:pt x="0" y="158"/>
                    <a:pt x="0" y="347"/>
                  </a:cubicBezTo>
                  <a:lnTo>
                    <a:pt x="0" y="1040"/>
                  </a:lnTo>
                  <a:cubicBezTo>
                    <a:pt x="0" y="1261"/>
                    <a:pt x="158" y="1418"/>
                    <a:pt x="347" y="1418"/>
                  </a:cubicBezTo>
                  <a:cubicBezTo>
                    <a:pt x="536" y="1418"/>
                    <a:pt x="725" y="1261"/>
                    <a:pt x="725" y="1040"/>
                  </a:cubicBezTo>
                  <a:lnTo>
                    <a:pt x="725" y="347"/>
                  </a:lnTo>
                  <a:cubicBezTo>
                    <a:pt x="725"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3" name="Google Shape;3533;p48"/>
            <p:cNvSpPr/>
            <p:nvPr/>
          </p:nvSpPr>
          <p:spPr>
            <a:xfrm>
              <a:off x="-15593125" y="2966575"/>
              <a:ext cx="17350" cy="35475"/>
            </a:xfrm>
            <a:custGeom>
              <a:rect b="b" l="l" r="r" t="t"/>
              <a:pathLst>
                <a:path extrusionOk="0" h="1419" w="694">
                  <a:moveTo>
                    <a:pt x="347" y="0"/>
                  </a:moveTo>
                  <a:cubicBezTo>
                    <a:pt x="158" y="0"/>
                    <a:pt x="0" y="158"/>
                    <a:pt x="0" y="347"/>
                  </a:cubicBezTo>
                  <a:lnTo>
                    <a:pt x="0" y="1072"/>
                  </a:lnTo>
                  <a:cubicBezTo>
                    <a:pt x="0" y="1261"/>
                    <a:pt x="158" y="1418"/>
                    <a:pt x="347" y="1418"/>
                  </a:cubicBezTo>
                  <a:cubicBezTo>
                    <a:pt x="536" y="1418"/>
                    <a:pt x="693" y="1261"/>
                    <a:pt x="693" y="1072"/>
                  </a:cubicBezTo>
                  <a:lnTo>
                    <a:pt x="693" y="347"/>
                  </a:lnTo>
                  <a:cubicBezTo>
                    <a:pt x="693" y="158"/>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4" name="Google Shape;3534;p48"/>
            <p:cNvSpPr/>
            <p:nvPr/>
          </p:nvSpPr>
          <p:spPr>
            <a:xfrm>
              <a:off x="-15557675" y="2859450"/>
              <a:ext cx="17350" cy="35475"/>
            </a:xfrm>
            <a:custGeom>
              <a:rect b="b" l="l" r="r" t="t"/>
              <a:pathLst>
                <a:path extrusionOk="0" h="1419" w="694">
                  <a:moveTo>
                    <a:pt x="347" y="1"/>
                  </a:moveTo>
                  <a:cubicBezTo>
                    <a:pt x="158" y="1"/>
                    <a:pt x="0" y="158"/>
                    <a:pt x="0" y="347"/>
                  </a:cubicBezTo>
                  <a:lnTo>
                    <a:pt x="0" y="1040"/>
                  </a:lnTo>
                  <a:cubicBezTo>
                    <a:pt x="0" y="1261"/>
                    <a:pt x="158" y="1418"/>
                    <a:pt x="347" y="1418"/>
                  </a:cubicBezTo>
                  <a:cubicBezTo>
                    <a:pt x="536" y="1418"/>
                    <a:pt x="693" y="1261"/>
                    <a:pt x="693" y="1040"/>
                  </a:cubicBezTo>
                  <a:lnTo>
                    <a:pt x="693" y="347"/>
                  </a:lnTo>
                  <a:cubicBezTo>
                    <a:pt x="693"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5" name="Google Shape;3535;p48"/>
            <p:cNvSpPr/>
            <p:nvPr/>
          </p:nvSpPr>
          <p:spPr>
            <a:xfrm>
              <a:off x="-15557675" y="2966575"/>
              <a:ext cx="17350" cy="35475"/>
            </a:xfrm>
            <a:custGeom>
              <a:rect b="b" l="l" r="r" t="t"/>
              <a:pathLst>
                <a:path extrusionOk="0" h="1419" w="694">
                  <a:moveTo>
                    <a:pt x="347" y="0"/>
                  </a:moveTo>
                  <a:cubicBezTo>
                    <a:pt x="158" y="0"/>
                    <a:pt x="0" y="158"/>
                    <a:pt x="0" y="347"/>
                  </a:cubicBezTo>
                  <a:lnTo>
                    <a:pt x="0" y="1072"/>
                  </a:lnTo>
                  <a:cubicBezTo>
                    <a:pt x="0" y="1261"/>
                    <a:pt x="158" y="1418"/>
                    <a:pt x="347" y="1418"/>
                  </a:cubicBezTo>
                  <a:cubicBezTo>
                    <a:pt x="536" y="1418"/>
                    <a:pt x="693" y="1261"/>
                    <a:pt x="693" y="1072"/>
                  </a:cubicBezTo>
                  <a:lnTo>
                    <a:pt x="693" y="347"/>
                  </a:lnTo>
                  <a:cubicBezTo>
                    <a:pt x="693" y="158"/>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6" name="Google Shape;3536;p48"/>
            <p:cNvSpPr/>
            <p:nvPr/>
          </p:nvSpPr>
          <p:spPr>
            <a:xfrm>
              <a:off x="-15575800" y="2913025"/>
              <a:ext cx="18125" cy="35450"/>
            </a:xfrm>
            <a:custGeom>
              <a:rect b="b" l="l" r="r" t="t"/>
              <a:pathLst>
                <a:path extrusionOk="0" h="1418" w="725">
                  <a:moveTo>
                    <a:pt x="378" y="0"/>
                  </a:moveTo>
                  <a:cubicBezTo>
                    <a:pt x="158" y="0"/>
                    <a:pt x="0" y="158"/>
                    <a:pt x="0" y="378"/>
                  </a:cubicBezTo>
                  <a:lnTo>
                    <a:pt x="0" y="1071"/>
                  </a:lnTo>
                  <a:cubicBezTo>
                    <a:pt x="0" y="1260"/>
                    <a:pt x="158" y="1418"/>
                    <a:pt x="378" y="1418"/>
                  </a:cubicBezTo>
                  <a:cubicBezTo>
                    <a:pt x="568" y="1418"/>
                    <a:pt x="725" y="1260"/>
                    <a:pt x="725" y="1071"/>
                  </a:cubicBezTo>
                  <a:lnTo>
                    <a:pt x="725" y="378"/>
                  </a:lnTo>
                  <a:cubicBezTo>
                    <a:pt x="725" y="158"/>
                    <a:pt x="568" y="0"/>
                    <a:pt x="3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7" name="Google Shape;3537;p48"/>
            <p:cNvSpPr/>
            <p:nvPr/>
          </p:nvSpPr>
          <p:spPr>
            <a:xfrm>
              <a:off x="-15575800" y="3019350"/>
              <a:ext cx="18125" cy="35450"/>
            </a:xfrm>
            <a:custGeom>
              <a:rect b="b" l="l" r="r" t="t"/>
              <a:pathLst>
                <a:path extrusionOk="0" h="1418" w="725">
                  <a:moveTo>
                    <a:pt x="378" y="0"/>
                  </a:moveTo>
                  <a:cubicBezTo>
                    <a:pt x="158" y="0"/>
                    <a:pt x="0" y="158"/>
                    <a:pt x="0" y="378"/>
                  </a:cubicBezTo>
                  <a:lnTo>
                    <a:pt x="0" y="1071"/>
                  </a:lnTo>
                  <a:cubicBezTo>
                    <a:pt x="0" y="1260"/>
                    <a:pt x="158" y="1418"/>
                    <a:pt x="378" y="1418"/>
                  </a:cubicBezTo>
                  <a:cubicBezTo>
                    <a:pt x="568" y="1418"/>
                    <a:pt x="725" y="1260"/>
                    <a:pt x="725" y="1071"/>
                  </a:cubicBezTo>
                  <a:lnTo>
                    <a:pt x="725" y="378"/>
                  </a:lnTo>
                  <a:cubicBezTo>
                    <a:pt x="725" y="158"/>
                    <a:pt x="568" y="0"/>
                    <a:pt x="3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38" name="Google Shape;3538;p48"/>
          <p:cNvGrpSpPr/>
          <p:nvPr/>
        </p:nvGrpSpPr>
        <p:grpSpPr>
          <a:xfrm>
            <a:off x="2908303" y="1993981"/>
            <a:ext cx="293064" cy="292351"/>
            <a:chOff x="-20173175" y="2038750"/>
            <a:chExt cx="305625" cy="304850"/>
          </a:xfrm>
        </p:grpSpPr>
        <p:sp>
          <p:nvSpPr>
            <p:cNvPr id="3539" name="Google Shape;3539;p48"/>
            <p:cNvSpPr/>
            <p:nvPr/>
          </p:nvSpPr>
          <p:spPr>
            <a:xfrm>
              <a:off x="-20173175" y="2038750"/>
              <a:ext cx="197725" cy="303275"/>
            </a:xfrm>
            <a:custGeom>
              <a:rect b="b" l="l" r="r" t="t"/>
              <a:pathLst>
                <a:path extrusionOk="0" h="12131" w="7909">
                  <a:moveTo>
                    <a:pt x="2175" y="3624"/>
                  </a:moveTo>
                  <a:cubicBezTo>
                    <a:pt x="3120" y="3781"/>
                    <a:pt x="3908" y="4506"/>
                    <a:pt x="4160" y="5451"/>
                  </a:cubicBezTo>
                  <a:cubicBezTo>
                    <a:pt x="3845" y="5294"/>
                    <a:pt x="3372" y="5136"/>
                    <a:pt x="2931" y="5042"/>
                  </a:cubicBezTo>
                  <a:cubicBezTo>
                    <a:pt x="2521" y="4663"/>
                    <a:pt x="2238" y="4191"/>
                    <a:pt x="2175" y="3624"/>
                  </a:cubicBezTo>
                  <a:close/>
                  <a:moveTo>
                    <a:pt x="6932" y="725"/>
                  </a:moveTo>
                  <a:cubicBezTo>
                    <a:pt x="6302" y="2332"/>
                    <a:pt x="6302" y="4159"/>
                    <a:pt x="6932" y="5766"/>
                  </a:cubicBezTo>
                  <a:lnTo>
                    <a:pt x="5168" y="5766"/>
                  </a:lnTo>
                  <a:cubicBezTo>
                    <a:pt x="5798" y="4159"/>
                    <a:pt x="5798" y="2332"/>
                    <a:pt x="5168" y="725"/>
                  </a:cubicBezTo>
                  <a:close/>
                  <a:moveTo>
                    <a:pt x="2490" y="5766"/>
                  </a:moveTo>
                  <a:cubicBezTo>
                    <a:pt x="3025" y="5766"/>
                    <a:pt x="3530" y="5955"/>
                    <a:pt x="3908" y="6113"/>
                  </a:cubicBezTo>
                  <a:cubicBezTo>
                    <a:pt x="3530" y="6270"/>
                    <a:pt x="3025" y="6459"/>
                    <a:pt x="2490" y="6459"/>
                  </a:cubicBezTo>
                  <a:cubicBezTo>
                    <a:pt x="1923" y="6459"/>
                    <a:pt x="1419" y="6270"/>
                    <a:pt x="1009" y="6113"/>
                  </a:cubicBezTo>
                  <a:cubicBezTo>
                    <a:pt x="1387" y="5924"/>
                    <a:pt x="1891" y="5766"/>
                    <a:pt x="2490" y="5766"/>
                  </a:cubicBezTo>
                  <a:close/>
                  <a:moveTo>
                    <a:pt x="4128" y="6743"/>
                  </a:moveTo>
                  <a:lnTo>
                    <a:pt x="4128" y="6743"/>
                  </a:lnTo>
                  <a:cubicBezTo>
                    <a:pt x="3908" y="7688"/>
                    <a:pt x="3120" y="8444"/>
                    <a:pt x="2112" y="8570"/>
                  </a:cubicBezTo>
                  <a:cubicBezTo>
                    <a:pt x="2206" y="8003"/>
                    <a:pt x="2490" y="7530"/>
                    <a:pt x="2868" y="7152"/>
                  </a:cubicBezTo>
                  <a:cubicBezTo>
                    <a:pt x="3372" y="7058"/>
                    <a:pt x="3813" y="6900"/>
                    <a:pt x="4128" y="6743"/>
                  </a:cubicBezTo>
                  <a:close/>
                  <a:moveTo>
                    <a:pt x="6932" y="6428"/>
                  </a:moveTo>
                  <a:cubicBezTo>
                    <a:pt x="6270" y="8034"/>
                    <a:pt x="6270" y="9893"/>
                    <a:pt x="6932" y="11469"/>
                  </a:cubicBezTo>
                  <a:lnTo>
                    <a:pt x="5168" y="11469"/>
                  </a:lnTo>
                  <a:cubicBezTo>
                    <a:pt x="5798" y="9862"/>
                    <a:pt x="5798" y="8034"/>
                    <a:pt x="5168" y="6428"/>
                  </a:cubicBezTo>
                  <a:close/>
                  <a:moveTo>
                    <a:pt x="4664" y="1"/>
                  </a:moveTo>
                  <a:cubicBezTo>
                    <a:pt x="4380" y="1"/>
                    <a:pt x="4223" y="284"/>
                    <a:pt x="4349" y="536"/>
                  </a:cubicBezTo>
                  <a:cubicBezTo>
                    <a:pt x="5010" y="1860"/>
                    <a:pt x="5168" y="3403"/>
                    <a:pt x="4758" y="4853"/>
                  </a:cubicBezTo>
                  <a:cubicBezTo>
                    <a:pt x="4286" y="3718"/>
                    <a:pt x="3151" y="2868"/>
                    <a:pt x="1797" y="2868"/>
                  </a:cubicBezTo>
                  <a:cubicBezTo>
                    <a:pt x="1608" y="2868"/>
                    <a:pt x="1450" y="3057"/>
                    <a:pt x="1450" y="3246"/>
                  </a:cubicBezTo>
                  <a:cubicBezTo>
                    <a:pt x="1450" y="3907"/>
                    <a:pt x="1639" y="4537"/>
                    <a:pt x="2017" y="5042"/>
                  </a:cubicBezTo>
                  <a:cubicBezTo>
                    <a:pt x="978" y="5199"/>
                    <a:pt x="158" y="5766"/>
                    <a:pt x="158" y="5798"/>
                  </a:cubicBezTo>
                  <a:cubicBezTo>
                    <a:pt x="95" y="5861"/>
                    <a:pt x="1" y="5955"/>
                    <a:pt x="1" y="6081"/>
                  </a:cubicBezTo>
                  <a:cubicBezTo>
                    <a:pt x="1" y="6207"/>
                    <a:pt x="32" y="6302"/>
                    <a:pt x="158" y="6333"/>
                  </a:cubicBezTo>
                  <a:cubicBezTo>
                    <a:pt x="190" y="6396"/>
                    <a:pt x="978" y="6932"/>
                    <a:pt x="2017" y="7089"/>
                  </a:cubicBezTo>
                  <a:cubicBezTo>
                    <a:pt x="1639" y="7593"/>
                    <a:pt x="1450" y="8287"/>
                    <a:pt x="1450" y="8917"/>
                  </a:cubicBezTo>
                  <a:cubicBezTo>
                    <a:pt x="1450" y="9106"/>
                    <a:pt x="1608" y="9263"/>
                    <a:pt x="1797" y="9263"/>
                  </a:cubicBezTo>
                  <a:cubicBezTo>
                    <a:pt x="3151" y="9263"/>
                    <a:pt x="4286" y="8476"/>
                    <a:pt x="4758" y="7278"/>
                  </a:cubicBezTo>
                  <a:lnTo>
                    <a:pt x="4758" y="7278"/>
                  </a:lnTo>
                  <a:cubicBezTo>
                    <a:pt x="5168" y="8696"/>
                    <a:pt x="5010" y="10271"/>
                    <a:pt x="4349" y="11626"/>
                  </a:cubicBezTo>
                  <a:cubicBezTo>
                    <a:pt x="4223" y="11847"/>
                    <a:pt x="4380" y="12130"/>
                    <a:pt x="4664" y="12130"/>
                  </a:cubicBezTo>
                  <a:lnTo>
                    <a:pt x="7499" y="12130"/>
                  </a:lnTo>
                  <a:cubicBezTo>
                    <a:pt x="7751" y="12130"/>
                    <a:pt x="7909" y="11878"/>
                    <a:pt x="7814" y="11626"/>
                  </a:cubicBezTo>
                  <a:cubicBezTo>
                    <a:pt x="6932" y="9925"/>
                    <a:pt x="6932" y="7908"/>
                    <a:pt x="7814" y="6239"/>
                  </a:cubicBezTo>
                  <a:cubicBezTo>
                    <a:pt x="7846" y="6144"/>
                    <a:pt x="7846" y="6018"/>
                    <a:pt x="7814" y="5924"/>
                  </a:cubicBezTo>
                  <a:cubicBezTo>
                    <a:pt x="6932" y="4222"/>
                    <a:pt x="6932" y="2206"/>
                    <a:pt x="7814" y="505"/>
                  </a:cubicBezTo>
                  <a:cubicBezTo>
                    <a:pt x="7909" y="284"/>
                    <a:pt x="7720" y="1"/>
                    <a:pt x="749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0" name="Google Shape;3540;p48"/>
            <p:cNvSpPr/>
            <p:nvPr/>
          </p:nvSpPr>
          <p:spPr>
            <a:xfrm>
              <a:off x="-19962875" y="2110425"/>
              <a:ext cx="95325" cy="233175"/>
            </a:xfrm>
            <a:custGeom>
              <a:rect b="b" l="l" r="r" t="t"/>
              <a:pathLst>
                <a:path extrusionOk="0" h="9327" w="3813">
                  <a:moveTo>
                    <a:pt x="2773" y="725"/>
                  </a:moveTo>
                  <a:cubicBezTo>
                    <a:pt x="2269" y="1859"/>
                    <a:pt x="2269" y="3151"/>
                    <a:pt x="2773" y="4317"/>
                  </a:cubicBezTo>
                  <a:lnTo>
                    <a:pt x="1103" y="4317"/>
                  </a:lnTo>
                  <a:cubicBezTo>
                    <a:pt x="1639" y="3151"/>
                    <a:pt x="1639" y="1859"/>
                    <a:pt x="1103" y="725"/>
                  </a:cubicBezTo>
                  <a:close/>
                  <a:moveTo>
                    <a:pt x="2742" y="4978"/>
                  </a:moveTo>
                  <a:cubicBezTo>
                    <a:pt x="2458" y="5546"/>
                    <a:pt x="2332" y="6176"/>
                    <a:pt x="2332" y="6806"/>
                  </a:cubicBezTo>
                  <a:cubicBezTo>
                    <a:pt x="2332" y="7467"/>
                    <a:pt x="2490" y="8066"/>
                    <a:pt x="2742" y="8602"/>
                  </a:cubicBezTo>
                  <a:lnTo>
                    <a:pt x="1072" y="8602"/>
                  </a:lnTo>
                  <a:cubicBezTo>
                    <a:pt x="1355" y="8066"/>
                    <a:pt x="1482" y="7436"/>
                    <a:pt x="1482" y="6806"/>
                  </a:cubicBezTo>
                  <a:cubicBezTo>
                    <a:pt x="1482" y="6176"/>
                    <a:pt x="1355" y="5546"/>
                    <a:pt x="1072" y="4978"/>
                  </a:cubicBezTo>
                  <a:close/>
                  <a:moveTo>
                    <a:pt x="473" y="1"/>
                  </a:moveTo>
                  <a:cubicBezTo>
                    <a:pt x="221" y="1"/>
                    <a:pt x="32" y="347"/>
                    <a:pt x="158" y="568"/>
                  </a:cubicBezTo>
                  <a:cubicBezTo>
                    <a:pt x="914" y="1670"/>
                    <a:pt x="1009" y="3151"/>
                    <a:pt x="158" y="4474"/>
                  </a:cubicBezTo>
                  <a:cubicBezTo>
                    <a:pt x="95" y="4600"/>
                    <a:pt x="95" y="4726"/>
                    <a:pt x="158" y="4852"/>
                  </a:cubicBezTo>
                  <a:cubicBezTo>
                    <a:pt x="946" y="6050"/>
                    <a:pt x="946" y="7625"/>
                    <a:pt x="158" y="8759"/>
                  </a:cubicBezTo>
                  <a:cubicBezTo>
                    <a:pt x="1" y="9011"/>
                    <a:pt x="158" y="9326"/>
                    <a:pt x="473" y="9326"/>
                  </a:cubicBezTo>
                  <a:lnTo>
                    <a:pt x="3309" y="9326"/>
                  </a:lnTo>
                  <a:cubicBezTo>
                    <a:pt x="3592" y="9326"/>
                    <a:pt x="3813" y="9011"/>
                    <a:pt x="3624" y="8759"/>
                  </a:cubicBezTo>
                  <a:cubicBezTo>
                    <a:pt x="2836" y="7593"/>
                    <a:pt x="2836" y="6018"/>
                    <a:pt x="3624" y="4852"/>
                  </a:cubicBezTo>
                  <a:cubicBezTo>
                    <a:pt x="3718" y="4726"/>
                    <a:pt x="3718" y="4600"/>
                    <a:pt x="3624" y="4474"/>
                  </a:cubicBezTo>
                  <a:cubicBezTo>
                    <a:pt x="2836" y="3277"/>
                    <a:pt x="2836" y="1765"/>
                    <a:pt x="3624" y="568"/>
                  </a:cubicBezTo>
                  <a:cubicBezTo>
                    <a:pt x="3813" y="347"/>
                    <a:pt x="3624" y="1"/>
                    <a:pt x="330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41" name="Google Shape;3541;p48"/>
          <p:cNvSpPr/>
          <p:nvPr/>
        </p:nvSpPr>
        <p:spPr>
          <a:xfrm>
            <a:off x="2909058" y="2417642"/>
            <a:ext cx="291554" cy="291200"/>
          </a:xfrm>
          <a:custGeom>
            <a:rect b="b" l="l" r="r" t="t"/>
            <a:pathLst>
              <a:path extrusionOk="0" h="12146" w="12162">
                <a:moveTo>
                  <a:pt x="8979" y="686"/>
                </a:moveTo>
                <a:lnTo>
                  <a:pt x="11437" y="1946"/>
                </a:lnTo>
                <a:lnTo>
                  <a:pt x="11437" y="5096"/>
                </a:lnTo>
                <a:lnTo>
                  <a:pt x="8979" y="6357"/>
                </a:lnTo>
                <a:lnTo>
                  <a:pt x="8444" y="6073"/>
                </a:lnTo>
                <a:cubicBezTo>
                  <a:pt x="8444" y="5821"/>
                  <a:pt x="8381" y="5569"/>
                  <a:pt x="8286" y="5285"/>
                </a:cubicBezTo>
                <a:lnTo>
                  <a:pt x="9767" y="4939"/>
                </a:lnTo>
                <a:cubicBezTo>
                  <a:pt x="9956" y="4907"/>
                  <a:pt x="10082" y="4718"/>
                  <a:pt x="10019" y="4498"/>
                </a:cubicBezTo>
                <a:cubicBezTo>
                  <a:pt x="9993" y="4342"/>
                  <a:pt x="9861" y="4229"/>
                  <a:pt x="9709" y="4229"/>
                </a:cubicBezTo>
                <a:cubicBezTo>
                  <a:pt x="9676" y="4229"/>
                  <a:pt x="9643" y="4235"/>
                  <a:pt x="9609" y="4246"/>
                </a:cubicBezTo>
                <a:lnTo>
                  <a:pt x="7940" y="4655"/>
                </a:lnTo>
                <a:cubicBezTo>
                  <a:pt x="7877" y="4592"/>
                  <a:pt x="7814" y="4498"/>
                  <a:pt x="7751" y="4435"/>
                </a:cubicBezTo>
                <a:lnTo>
                  <a:pt x="8570" y="2986"/>
                </a:lnTo>
                <a:cubicBezTo>
                  <a:pt x="8664" y="2828"/>
                  <a:pt x="8601" y="2576"/>
                  <a:pt x="8444" y="2513"/>
                </a:cubicBezTo>
                <a:cubicBezTo>
                  <a:pt x="8385" y="2477"/>
                  <a:pt x="8317" y="2460"/>
                  <a:pt x="8250" y="2460"/>
                </a:cubicBezTo>
                <a:cubicBezTo>
                  <a:pt x="8139" y="2460"/>
                  <a:pt x="8030" y="2509"/>
                  <a:pt x="7971" y="2607"/>
                </a:cubicBezTo>
                <a:lnTo>
                  <a:pt x="7184" y="3994"/>
                </a:lnTo>
                <a:cubicBezTo>
                  <a:pt x="6963" y="3868"/>
                  <a:pt x="6774" y="3805"/>
                  <a:pt x="6490" y="3710"/>
                </a:cubicBezTo>
                <a:lnTo>
                  <a:pt x="6490" y="1946"/>
                </a:lnTo>
                <a:lnTo>
                  <a:pt x="8979" y="686"/>
                </a:lnTo>
                <a:close/>
                <a:moveTo>
                  <a:pt x="2438" y="3498"/>
                </a:moveTo>
                <a:cubicBezTo>
                  <a:pt x="2782" y="3498"/>
                  <a:pt x="3112" y="3707"/>
                  <a:pt x="3245" y="4088"/>
                </a:cubicBezTo>
                <a:lnTo>
                  <a:pt x="4191" y="6451"/>
                </a:lnTo>
                <a:cubicBezTo>
                  <a:pt x="3876" y="6231"/>
                  <a:pt x="2363" y="5380"/>
                  <a:pt x="2017" y="5191"/>
                </a:cubicBezTo>
                <a:cubicBezTo>
                  <a:pt x="1481" y="4907"/>
                  <a:pt x="1387" y="4183"/>
                  <a:pt x="1796" y="3773"/>
                </a:cubicBezTo>
                <a:cubicBezTo>
                  <a:pt x="1983" y="3587"/>
                  <a:pt x="2213" y="3498"/>
                  <a:pt x="2438" y="3498"/>
                </a:cubicBezTo>
                <a:close/>
                <a:moveTo>
                  <a:pt x="5970" y="4409"/>
                </a:moveTo>
                <a:cubicBezTo>
                  <a:pt x="6417" y="4409"/>
                  <a:pt x="6857" y="4584"/>
                  <a:pt x="7184" y="4939"/>
                </a:cubicBezTo>
                <a:cubicBezTo>
                  <a:pt x="7940" y="5695"/>
                  <a:pt x="7877" y="6987"/>
                  <a:pt x="6995" y="7648"/>
                </a:cubicBezTo>
                <a:lnTo>
                  <a:pt x="5230" y="6955"/>
                </a:lnTo>
                <a:lnTo>
                  <a:pt x="4506" y="5191"/>
                </a:lnTo>
                <a:cubicBezTo>
                  <a:pt x="4870" y="4671"/>
                  <a:pt x="5424" y="4409"/>
                  <a:pt x="5970" y="4409"/>
                </a:cubicBezTo>
                <a:close/>
                <a:moveTo>
                  <a:pt x="3025" y="6609"/>
                </a:moveTo>
                <a:lnTo>
                  <a:pt x="4632" y="7491"/>
                </a:lnTo>
                <a:lnTo>
                  <a:pt x="5545" y="9129"/>
                </a:lnTo>
                <a:lnTo>
                  <a:pt x="5419" y="9223"/>
                </a:lnTo>
                <a:lnTo>
                  <a:pt x="2899" y="6703"/>
                </a:lnTo>
                <a:lnTo>
                  <a:pt x="3025" y="6609"/>
                </a:lnTo>
                <a:close/>
                <a:moveTo>
                  <a:pt x="2395" y="7207"/>
                </a:moveTo>
                <a:lnTo>
                  <a:pt x="4915" y="9759"/>
                </a:lnTo>
                <a:lnTo>
                  <a:pt x="4758" y="9917"/>
                </a:lnTo>
                <a:cubicBezTo>
                  <a:pt x="4632" y="10011"/>
                  <a:pt x="4537" y="10106"/>
                  <a:pt x="4411" y="10232"/>
                </a:cubicBezTo>
                <a:lnTo>
                  <a:pt x="1922" y="7743"/>
                </a:lnTo>
                <a:cubicBezTo>
                  <a:pt x="1985" y="7617"/>
                  <a:pt x="2111" y="7491"/>
                  <a:pt x="2237" y="7396"/>
                </a:cubicBezTo>
                <a:lnTo>
                  <a:pt x="2395" y="7207"/>
                </a:lnTo>
                <a:close/>
                <a:moveTo>
                  <a:pt x="5734" y="7900"/>
                </a:moveTo>
                <a:cubicBezTo>
                  <a:pt x="6018" y="8026"/>
                  <a:pt x="7782" y="8719"/>
                  <a:pt x="8066" y="8845"/>
                </a:cubicBezTo>
                <a:cubicBezTo>
                  <a:pt x="8664" y="9066"/>
                  <a:pt x="8822" y="9854"/>
                  <a:pt x="8381" y="10295"/>
                </a:cubicBezTo>
                <a:cubicBezTo>
                  <a:pt x="8196" y="10479"/>
                  <a:pt x="7968" y="10564"/>
                  <a:pt x="7744" y="10564"/>
                </a:cubicBezTo>
                <a:cubicBezTo>
                  <a:pt x="7432" y="10564"/>
                  <a:pt x="7128" y="10399"/>
                  <a:pt x="6963" y="10106"/>
                </a:cubicBezTo>
                <a:cubicBezTo>
                  <a:pt x="6837" y="9854"/>
                  <a:pt x="5860" y="8089"/>
                  <a:pt x="5734" y="7900"/>
                </a:cubicBezTo>
                <a:close/>
                <a:moveTo>
                  <a:pt x="1576" y="8404"/>
                </a:moveTo>
                <a:lnTo>
                  <a:pt x="3750" y="10578"/>
                </a:lnTo>
                <a:cubicBezTo>
                  <a:pt x="3447" y="10661"/>
                  <a:pt x="3132" y="10707"/>
                  <a:pt x="2819" y="10707"/>
                </a:cubicBezTo>
                <a:cubicBezTo>
                  <a:pt x="2414" y="10707"/>
                  <a:pt x="2012" y="10630"/>
                  <a:pt x="1639" y="10452"/>
                </a:cubicBezTo>
                <a:cubicBezTo>
                  <a:pt x="1324" y="9791"/>
                  <a:pt x="1324" y="9034"/>
                  <a:pt x="1576" y="8404"/>
                </a:cubicBezTo>
                <a:close/>
                <a:moveTo>
                  <a:pt x="8956" y="0"/>
                </a:moveTo>
                <a:cubicBezTo>
                  <a:pt x="8901" y="0"/>
                  <a:pt x="8853" y="8"/>
                  <a:pt x="8822" y="24"/>
                </a:cubicBezTo>
                <a:lnTo>
                  <a:pt x="5986" y="1442"/>
                </a:lnTo>
                <a:cubicBezTo>
                  <a:pt x="5860" y="1505"/>
                  <a:pt x="5766" y="1631"/>
                  <a:pt x="5766" y="1757"/>
                </a:cubicBezTo>
                <a:lnTo>
                  <a:pt x="5766" y="3710"/>
                </a:lnTo>
                <a:cubicBezTo>
                  <a:pt x="5199" y="3773"/>
                  <a:pt x="4632" y="4025"/>
                  <a:pt x="4254" y="4435"/>
                </a:cubicBezTo>
                <a:lnTo>
                  <a:pt x="4002" y="3805"/>
                </a:lnTo>
                <a:cubicBezTo>
                  <a:pt x="3751" y="3149"/>
                  <a:pt x="3134" y="2788"/>
                  <a:pt x="2505" y="2788"/>
                </a:cubicBezTo>
                <a:cubicBezTo>
                  <a:pt x="2107" y="2788"/>
                  <a:pt x="1704" y="2932"/>
                  <a:pt x="1387" y="3238"/>
                </a:cubicBezTo>
                <a:cubicBezTo>
                  <a:pt x="631" y="3994"/>
                  <a:pt x="788" y="5285"/>
                  <a:pt x="1733" y="5821"/>
                </a:cubicBezTo>
                <a:lnTo>
                  <a:pt x="2426" y="6199"/>
                </a:lnTo>
                <a:lnTo>
                  <a:pt x="1765" y="6861"/>
                </a:lnTo>
                <a:cubicBezTo>
                  <a:pt x="788" y="7869"/>
                  <a:pt x="473" y="9349"/>
                  <a:pt x="1009" y="10641"/>
                </a:cubicBezTo>
                <a:lnTo>
                  <a:pt x="158" y="11523"/>
                </a:lnTo>
                <a:cubicBezTo>
                  <a:pt x="0" y="11681"/>
                  <a:pt x="0" y="11870"/>
                  <a:pt x="158" y="12027"/>
                </a:cubicBezTo>
                <a:cubicBezTo>
                  <a:pt x="237" y="12106"/>
                  <a:pt x="323" y="12146"/>
                  <a:pt x="410" y="12146"/>
                </a:cubicBezTo>
                <a:cubicBezTo>
                  <a:pt x="497" y="12146"/>
                  <a:pt x="583" y="12106"/>
                  <a:pt x="662" y="12027"/>
                </a:cubicBezTo>
                <a:lnTo>
                  <a:pt x="1544" y="11177"/>
                </a:lnTo>
                <a:cubicBezTo>
                  <a:pt x="1966" y="11341"/>
                  <a:pt x="2408" y="11422"/>
                  <a:pt x="2846" y="11422"/>
                </a:cubicBezTo>
                <a:cubicBezTo>
                  <a:pt x="3752" y="11422"/>
                  <a:pt x="4646" y="11079"/>
                  <a:pt x="5325" y="10421"/>
                </a:cubicBezTo>
                <a:lnTo>
                  <a:pt x="5986" y="9759"/>
                </a:lnTo>
                <a:lnTo>
                  <a:pt x="6364" y="10452"/>
                </a:lnTo>
                <a:cubicBezTo>
                  <a:pt x="6672" y="10994"/>
                  <a:pt x="7217" y="11277"/>
                  <a:pt x="7776" y="11277"/>
                </a:cubicBezTo>
                <a:cubicBezTo>
                  <a:pt x="8190" y="11277"/>
                  <a:pt x="8612" y="11121"/>
                  <a:pt x="8948" y="10799"/>
                </a:cubicBezTo>
                <a:cubicBezTo>
                  <a:pt x="9767" y="9980"/>
                  <a:pt x="9483" y="8593"/>
                  <a:pt x="8381" y="8184"/>
                </a:cubicBezTo>
                <a:lnTo>
                  <a:pt x="7751" y="7932"/>
                </a:lnTo>
                <a:cubicBezTo>
                  <a:pt x="8066" y="7617"/>
                  <a:pt x="8255" y="7270"/>
                  <a:pt x="8381" y="6829"/>
                </a:cubicBezTo>
                <a:lnTo>
                  <a:pt x="8822" y="7081"/>
                </a:lnTo>
                <a:cubicBezTo>
                  <a:pt x="8885" y="7097"/>
                  <a:pt x="8940" y="7105"/>
                  <a:pt x="8991" y="7105"/>
                </a:cubicBezTo>
                <a:cubicBezTo>
                  <a:pt x="9042" y="7105"/>
                  <a:pt x="9090" y="7097"/>
                  <a:pt x="9137" y="7081"/>
                </a:cubicBezTo>
                <a:lnTo>
                  <a:pt x="11972" y="5663"/>
                </a:lnTo>
                <a:cubicBezTo>
                  <a:pt x="12098" y="5569"/>
                  <a:pt x="12161" y="5443"/>
                  <a:pt x="12161" y="5348"/>
                </a:cubicBezTo>
                <a:lnTo>
                  <a:pt x="12161" y="1757"/>
                </a:lnTo>
                <a:cubicBezTo>
                  <a:pt x="12161" y="1631"/>
                  <a:pt x="12067" y="1473"/>
                  <a:pt x="11972" y="1442"/>
                </a:cubicBezTo>
                <a:lnTo>
                  <a:pt x="9137" y="24"/>
                </a:lnTo>
                <a:cubicBezTo>
                  <a:pt x="9074" y="8"/>
                  <a:pt x="9011" y="0"/>
                  <a:pt x="895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42" name="Google Shape;3542;p48"/>
          <p:cNvGrpSpPr/>
          <p:nvPr/>
        </p:nvGrpSpPr>
        <p:grpSpPr>
          <a:xfrm>
            <a:off x="2909058" y="2872233"/>
            <a:ext cx="291554" cy="293094"/>
            <a:chOff x="-20173175" y="2787775"/>
            <a:chExt cx="304050" cy="305625"/>
          </a:xfrm>
        </p:grpSpPr>
        <p:sp>
          <p:nvSpPr>
            <p:cNvPr id="3543" name="Google Shape;3543;p48"/>
            <p:cNvSpPr/>
            <p:nvPr/>
          </p:nvSpPr>
          <p:spPr>
            <a:xfrm>
              <a:off x="-19959725" y="2896475"/>
              <a:ext cx="18150" cy="18150"/>
            </a:xfrm>
            <a:custGeom>
              <a:rect b="b" l="l" r="r" t="t"/>
              <a:pathLst>
                <a:path extrusionOk="0" h="726" w="726">
                  <a:moveTo>
                    <a:pt x="347" y="0"/>
                  </a:moveTo>
                  <a:cubicBezTo>
                    <a:pt x="158" y="0"/>
                    <a:pt x="1" y="158"/>
                    <a:pt x="1" y="347"/>
                  </a:cubicBezTo>
                  <a:cubicBezTo>
                    <a:pt x="1" y="505"/>
                    <a:pt x="158" y="725"/>
                    <a:pt x="347" y="725"/>
                  </a:cubicBezTo>
                  <a:cubicBezTo>
                    <a:pt x="568" y="725"/>
                    <a:pt x="725" y="568"/>
                    <a:pt x="725" y="347"/>
                  </a:cubicBezTo>
                  <a:cubicBezTo>
                    <a:pt x="725" y="158"/>
                    <a:pt x="568"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4" name="Google Shape;3544;p48"/>
            <p:cNvSpPr/>
            <p:nvPr/>
          </p:nvSpPr>
          <p:spPr>
            <a:xfrm>
              <a:off x="-19941600" y="2860250"/>
              <a:ext cx="17350" cy="17350"/>
            </a:xfrm>
            <a:custGeom>
              <a:rect b="b" l="l" r="r" t="t"/>
              <a:pathLst>
                <a:path extrusionOk="0" h="694" w="694">
                  <a:moveTo>
                    <a:pt x="347" y="0"/>
                  </a:moveTo>
                  <a:cubicBezTo>
                    <a:pt x="158" y="0"/>
                    <a:pt x="0" y="158"/>
                    <a:pt x="0" y="347"/>
                  </a:cubicBezTo>
                  <a:cubicBezTo>
                    <a:pt x="0" y="536"/>
                    <a:pt x="158" y="693"/>
                    <a:pt x="347" y="693"/>
                  </a:cubicBezTo>
                  <a:cubicBezTo>
                    <a:pt x="536" y="693"/>
                    <a:pt x="694" y="536"/>
                    <a:pt x="694" y="347"/>
                  </a:cubicBezTo>
                  <a:cubicBezTo>
                    <a:pt x="694" y="158"/>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5" name="Google Shape;3545;p48"/>
            <p:cNvSpPr/>
            <p:nvPr/>
          </p:nvSpPr>
          <p:spPr>
            <a:xfrm>
              <a:off x="-20102275" y="2895675"/>
              <a:ext cx="18125" cy="17375"/>
            </a:xfrm>
            <a:custGeom>
              <a:rect b="b" l="l" r="r" t="t"/>
              <a:pathLst>
                <a:path extrusionOk="0" h="695" w="725">
                  <a:moveTo>
                    <a:pt x="347" y="1"/>
                  </a:moveTo>
                  <a:cubicBezTo>
                    <a:pt x="158" y="1"/>
                    <a:pt x="0" y="159"/>
                    <a:pt x="0" y="348"/>
                  </a:cubicBezTo>
                  <a:cubicBezTo>
                    <a:pt x="0" y="537"/>
                    <a:pt x="158" y="694"/>
                    <a:pt x="347" y="694"/>
                  </a:cubicBezTo>
                  <a:cubicBezTo>
                    <a:pt x="536" y="694"/>
                    <a:pt x="725" y="537"/>
                    <a:pt x="725" y="348"/>
                  </a:cubicBezTo>
                  <a:cubicBezTo>
                    <a:pt x="725" y="159"/>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6" name="Google Shape;3546;p48"/>
            <p:cNvSpPr/>
            <p:nvPr/>
          </p:nvSpPr>
          <p:spPr>
            <a:xfrm>
              <a:off x="-20120400" y="2860250"/>
              <a:ext cx="18150" cy="17350"/>
            </a:xfrm>
            <a:custGeom>
              <a:rect b="b" l="l" r="r" t="t"/>
              <a:pathLst>
                <a:path extrusionOk="0" h="694" w="726">
                  <a:moveTo>
                    <a:pt x="379" y="0"/>
                  </a:moveTo>
                  <a:cubicBezTo>
                    <a:pt x="158" y="0"/>
                    <a:pt x="1" y="158"/>
                    <a:pt x="1" y="347"/>
                  </a:cubicBezTo>
                  <a:cubicBezTo>
                    <a:pt x="1" y="536"/>
                    <a:pt x="158" y="693"/>
                    <a:pt x="379" y="693"/>
                  </a:cubicBezTo>
                  <a:cubicBezTo>
                    <a:pt x="568" y="693"/>
                    <a:pt x="725" y="536"/>
                    <a:pt x="725" y="347"/>
                  </a:cubicBezTo>
                  <a:cubicBezTo>
                    <a:pt x="725" y="158"/>
                    <a:pt x="568" y="0"/>
                    <a:pt x="37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7" name="Google Shape;3547;p48"/>
            <p:cNvSpPr/>
            <p:nvPr/>
          </p:nvSpPr>
          <p:spPr>
            <a:xfrm>
              <a:off x="-20173175" y="2787775"/>
              <a:ext cx="304050" cy="305625"/>
            </a:xfrm>
            <a:custGeom>
              <a:rect b="b" l="l" r="r" t="t"/>
              <a:pathLst>
                <a:path extrusionOk="0" h="12225" w="12162">
                  <a:moveTo>
                    <a:pt x="11437" y="1482"/>
                  </a:moveTo>
                  <a:lnTo>
                    <a:pt x="11437" y="3246"/>
                  </a:lnTo>
                  <a:lnTo>
                    <a:pt x="11406" y="3246"/>
                  </a:lnTo>
                  <a:cubicBezTo>
                    <a:pt x="11406" y="3844"/>
                    <a:pt x="10902" y="4317"/>
                    <a:pt x="10303" y="4317"/>
                  </a:cubicBezTo>
                  <a:cubicBezTo>
                    <a:pt x="10114" y="4317"/>
                    <a:pt x="9957" y="4475"/>
                    <a:pt x="9957" y="4664"/>
                  </a:cubicBezTo>
                  <a:cubicBezTo>
                    <a:pt x="9957" y="5262"/>
                    <a:pt x="9484" y="5735"/>
                    <a:pt x="8885" y="5735"/>
                  </a:cubicBezTo>
                  <a:lnTo>
                    <a:pt x="7121" y="5735"/>
                  </a:lnTo>
                  <a:cubicBezTo>
                    <a:pt x="7279" y="3435"/>
                    <a:pt x="9137" y="1639"/>
                    <a:pt x="11437" y="1482"/>
                  </a:cubicBezTo>
                  <a:close/>
                  <a:moveTo>
                    <a:pt x="663" y="1513"/>
                  </a:moveTo>
                  <a:cubicBezTo>
                    <a:pt x="2962" y="1671"/>
                    <a:pt x="4790" y="3529"/>
                    <a:pt x="4947" y="5766"/>
                  </a:cubicBezTo>
                  <a:lnTo>
                    <a:pt x="3183" y="5766"/>
                  </a:lnTo>
                  <a:cubicBezTo>
                    <a:pt x="2584" y="5766"/>
                    <a:pt x="2143" y="5294"/>
                    <a:pt x="2143" y="4695"/>
                  </a:cubicBezTo>
                  <a:cubicBezTo>
                    <a:pt x="2143" y="4506"/>
                    <a:pt x="1986" y="4348"/>
                    <a:pt x="1765" y="4348"/>
                  </a:cubicBezTo>
                  <a:cubicBezTo>
                    <a:pt x="1198" y="4348"/>
                    <a:pt x="663" y="3876"/>
                    <a:pt x="663" y="3277"/>
                  </a:cubicBezTo>
                  <a:lnTo>
                    <a:pt x="663" y="1513"/>
                  </a:lnTo>
                  <a:close/>
                  <a:moveTo>
                    <a:pt x="6018" y="4317"/>
                  </a:moveTo>
                  <a:cubicBezTo>
                    <a:pt x="6207" y="4317"/>
                    <a:pt x="6365" y="4475"/>
                    <a:pt x="6365" y="4664"/>
                  </a:cubicBezTo>
                  <a:lnTo>
                    <a:pt x="6365" y="8948"/>
                  </a:lnTo>
                  <a:cubicBezTo>
                    <a:pt x="6365" y="9169"/>
                    <a:pt x="6207" y="9326"/>
                    <a:pt x="6018" y="9326"/>
                  </a:cubicBezTo>
                  <a:cubicBezTo>
                    <a:pt x="5829" y="9326"/>
                    <a:pt x="5672" y="9169"/>
                    <a:pt x="5672" y="8948"/>
                  </a:cubicBezTo>
                  <a:lnTo>
                    <a:pt x="5672" y="4664"/>
                  </a:lnTo>
                  <a:cubicBezTo>
                    <a:pt x="5672" y="4475"/>
                    <a:pt x="5829" y="4317"/>
                    <a:pt x="6018" y="4317"/>
                  </a:cubicBezTo>
                  <a:close/>
                  <a:moveTo>
                    <a:pt x="4947" y="6459"/>
                  </a:moveTo>
                  <a:lnTo>
                    <a:pt x="4947" y="8948"/>
                  </a:lnTo>
                  <a:lnTo>
                    <a:pt x="4947" y="11122"/>
                  </a:lnTo>
                  <a:cubicBezTo>
                    <a:pt x="4947" y="11311"/>
                    <a:pt x="4790" y="11469"/>
                    <a:pt x="4601" y="11469"/>
                  </a:cubicBezTo>
                  <a:cubicBezTo>
                    <a:pt x="4412" y="11469"/>
                    <a:pt x="4254" y="11311"/>
                    <a:pt x="4254" y="11122"/>
                  </a:cubicBezTo>
                  <a:cubicBezTo>
                    <a:pt x="4254" y="10838"/>
                    <a:pt x="4128" y="10586"/>
                    <a:pt x="3939" y="10366"/>
                  </a:cubicBezTo>
                  <a:cubicBezTo>
                    <a:pt x="3750" y="10177"/>
                    <a:pt x="3467" y="10051"/>
                    <a:pt x="3183" y="10051"/>
                  </a:cubicBezTo>
                  <a:cubicBezTo>
                    <a:pt x="2175" y="10051"/>
                    <a:pt x="1324" y="9200"/>
                    <a:pt x="1419" y="8161"/>
                  </a:cubicBezTo>
                  <a:cubicBezTo>
                    <a:pt x="1450" y="7215"/>
                    <a:pt x="2332" y="6459"/>
                    <a:pt x="3309" y="6459"/>
                  </a:cubicBezTo>
                  <a:close/>
                  <a:moveTo>
                    <a:pt x="8791" y="6491"/>
                  </a:moveTo>
                  <a:cubicBezTo>
                    <a:pt x="9767" y="6491"/>
                    <a:pt x="10618" y="7215"/>
                    <a:pt x="10681" y="8161"/>
                  </a:cubicBezTo>
                  <a:cubicBezTo>
                    <a:pt x="10713" y="9200"/>
                    <a:pt x="9925" y="10051"/>
                    <a:pt x="8885" y="10051"/>
                  </a:cubicBezTo>
                  <a:cubicBezTo>
                    <a:pt x="8633" y="10051"/>
                    <a:pt x="8350" y="10177"/>
                    <a:pt x="8161" y="10366"/>
                  </a:cubicBezTo>
                  <a:cubicBezTo>
                    <a:pt x="7940" y="10586"/>
                    <a:pt x="7846" y="10838"/>
                    <a:pt x="7846" y="11122"/>
                  </a:cubicBezTo>
                  <a:cubicBezTo>
                    <a:pt x="7846" y="11311"/>
                    <a:pt x="7688" y="11469"/>
                    <a:pt x="7468" y="11469"/>
                  </a:cubicBezTo>
                  <a:cubicBezTo>
                    <a:pt x="7279" y="11469"/>
                    <a:pt x="7121" y="11311"/>
                    <a:pt x="7121" y="11122"/>
                  </a:cubicBezTo>
                  <a:lnTo>
                    <a:pt x="7121" y="8948"/>
                  </a:lnTo>
                  <a:lnTo>
                    <a:pt x="7121" y="6491"/>
                  </a:lnTo>
                  <a:close/>
                  <a:moveTo>
                    <a:pt x="4632" y="1"/>
                  </a:moveTo>
                  <a:cubicBezTo>
                    <a:pt x="4443" y="1"/>
                    <a:pt x="4286" y="158"/>
                    <a:pt x="4286" y="379"/>
                  </a:cubicBezTo>
                  <a:cubicBezTo>
                    <a:pt x="4286" y="568"/>
                    <a:pt x="4443" y="725"/>
                    <a:pt x="4632" y="725"/>
                  </a:cubicBezTo>
                  <a:cubicBezTo>
                    <a:pt x="5231" y="725"/>
                    <a:pt x="5703" y="1230"/>
                    <a:pt x="5703" y="1828"/>
                  </a:cubicBezTo>
                  <a:lnTo>
                    <a:pt x="5703" y="3687"/>
                  </a:lnTo>
                  <a:cubicBezTo>
                    <a:pt x="5546" y="3750"/>
                    <a:pt x="5388" y="3844"/>
                    <a:pt x="5262" y="4002"/>
                  </a:cubicBezTo>
                  <a:cubicBezTo>
                    <a:pt x="4443" y="2112"/>
                    <a:pt x="2553" y="757"/>
                    <a:pt x="348" y="757"/>
                  </a:cubicBezTo>
                  <a:cubicBezTo>
                    <a:pt x="158" y="757"/>
                    <a:pt x="1" y="914"/>
                    <a:pt x="1" y="1135"/>
                  </a:cubicBezTo>
                  <a:lnTo>
                    <a:pt x="1" y="3246"/>
                  </a:lnTo>
                  <a:cubicBezTo>
                    <a:pt x="1" y="4159"/>
                    <a:pt x="663" y="4853"/>
                    <a:pt x="1482" y="5010"/>
                  </a:cubicBezTo>
                  <a:cubicBezTo>
                    <a:pt x="1576" y="5451"/>
                    <a:pt x="1797" y="5798"/>
                    <a:pt x="2112" y="6081"/>
                  </a:cubicBezTo>
                  <a:cubicBezTo>
                    <a:pt x="1324" y="6491"/>
                    <a:pt x="820" y="7215"/>
                    <a:pt x="757" y="8129"/>
                  </a:cubicBezTo>
                  <a:cubicBezTo>
                    <a:pt x="663" y="9547"/>
                    <a:pt x="1797" y="10775"/>
                    <a:pt x="3214" y="10775"/>
                  </a:cubicBezTo>
                  <a:cubicBezTo>
                    <a:pt x="3435" y="10775"/>
                    <a:pt x="3593" y="10965"/>
                    <a:pt x="3593" y="11154"/>
                  </a:cubicBezTo>
                  <a:cubicBezTo>
                    <a:pt x="3593" y="11752"/>
                    <a:pt x="4065" y="12225"/>
                    <a:pt x="4632" y="12225"/>
                  </a:cubicBezTo>
                  <a:cubicBezTo>
                    <a:pt x="5231" y="12225"/>
                    <a:pt x="5703" y="11752"/>
                    <a:pt x="5703" y="11154"/>
                  </a:cubicBezTo>
                  <a:lnTo>
                    <a:pt x="5703" y="10019"/>
                  </a:lnTo>
                  <a:cubicBezTo>
                    <a:pt x="5829" y="10051"/>
                    <a:pt x="5955" y="10082"/>
                    <a:pt x="6050" y="10082"/>
                  </a:cubicBezTo>
                  <a:cubicBezTo>
                    <a:pt x="6176" y="10082"/>
                    <a:pt x="6302" y="10051"/>
                    <a:pt x="6428" y="10019"/>
                  </a:cubicBezTo>
                  <a:lnTo>
                    <a:pt x="6428" y="11154"/>
                  </a:lnTo>
                  <a:cubicBezTo>
                    <a:pt x="6428" y="11752"/>
                    <a:pt x="6901" y="12225"/>
                    <a:pt x="7468" y="12225"/>
                  </a:cubicBezTo>
                  <a:cubicBezTo>
                    <a:pt x="8066" y="12225"/>
                    <a:pt x="8539" y="11752"/>
                    <a:pt x="8539" y="11154"/>
                  </a:cubicBezTo>
                  <a:cubicBezTo>
                    <a:pt x="8539" y="10965"/>
                    <a:pt x="8696" y="10775"/>
                    <a:pt x="8885" y="10775"/>
                  </a:cubicBezTo>
                  <a:cubicBezTo>
                    <a:pt x="10303" y="10775"/>
                    <a:pt x="11469" y="9578"/>
                    <a:pt x="11374" y="8129"/>
                  </a:cubicBezTo>
                  <a:cubicBezTo>
                    <a:pt x="11343" y="7499"/>
                    <a:pt x="11059" y="6869"/>
                    <a:pt x="10555" y="6428"/>
                  </a:cubicBezTo>
                  <a:cubicBezTo>
                    <a:pt x="10398" y="6270"/>
                    <a:pt x="10209" y="6176"/>
                    <a:pt x="10051" y="6081"/>
                  </a:cubicBezTo>
                  <a:cubicBezTo>
                    <a:pt x="10366" y="5798"/>
                    <a:pt x="10587" y="5451"/>
                    <a:pt x="10681" y="5010"/>
                  </a:cubicBezTo>
                  <a:cubicBezTo>
                    <a:pt x="11500" y="4853"/>
                    <a:pt x="12162" y="4159"/>
                    <a:pt x="12162" y="3246"/>
                  </a:cubicBezTo>
                  <a:lnTo>
                    <a:pt x="12162" y="1135"/>
                  </a:lnTo>
                  <a:cubicBezTo>
                    <a:pt x="12130" y="914"/>
                    <a:pt x="11973" y="757"/>
                    <a:pt x="11784" y="757"/>
                  </a:cubicBezTo>
                  <a:cubicBezTo>
                    <a:pt x="9578" y="757"/>
                    <a:pt x="7688" y="2112"/>
                    <a:pt x="6838" y="4002"/>
                  </a:cubicBezTo>
                  <a:cubicBezTo>
                    <a:pt x="6743" y="3876"/>
                    <a:pt x="6585" y="3750"/>
                    <a:pt x="6428" y="3687"/>
                  </a:cubicBezTo>
                  <a:lnTo>
                    <a:pt x="6428" y="1828"/>
                  </a:lnTo>
                  <a:cubicBezTo>
                    <a:pt x="6428" y="1230"/>
                    <a:pt x="6901" y="725"/>
                    <a:pt x="7468" y="725"/>
                  </a:cubicBezTo>
                  <a:cubicBezTo>
                    <a:pt x="7688" y="725"/>
                    <a:pt x="7846" y="568"/>
                    <a:pt x="7846" y="379"/>
                  </a:cubicBezTo>
                  <a:cubicBezTo>
                    <a:pt x="7846" y="158"/>
                    <a:pt x="7688" y="1"/>
                    <a:pt x="7468" y="1"/>
                  </a:cubicBezTo>
                  <a:cubicBezTo>
                    <a:pt x="6995" y="1"/>
                    <a:pt x="6522" y="221"/>
                    <a:pt x="6207" y="568"/>
                  </a:cubicBezTo>
                  <a:cubicBezTo>
                    <a:pt x="6144" y="631"/>
                    <a:pt x="6113" y="694"/>
                    <a:pt x="6050" y="757"/>
                  </a:cubicBezTo>
                  <a:cubicBezTo>
                    <a:pt x="6018" y="694"/>
                    <a:pt x="5955" y="631"/>
                    <a:pt x="5892" y="568"/>
                  </a:cubicBezTo>
                  <a:cubicBezTo>
                    <a:pt x="5546" y="221"/>
                    <a:pt x="5105" y="1"/>
                    <a:pt x="463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8" name="Google Shape;3548;p48"/>
            <p:cNvSpPr/>
            <p:nvPr/>
          </p:nvSpPr>
          <p:spPr>
            <a:xfrm>
              <a:off x="-19977050" y="2967350"/>
              <a:ext cx="52800" cy="53600"/>
            </a:xfrm>
            <a:custGeom>
              <a:rect b="b" l="l" r="r" t="t"/>
              <a:pathLst>
                <a:path extrusionOk="0" h="2144" w="2112">
                  <a:moveTo>
                    <a:pt x="1040" y="726"/>
                  </a:moveTo>
                  <a:cubicBezTo>
                    <a:pt x="1261" y="726"/>
                    <a:pt x="1418" y="883"/>
                    <a:pt x="1418" y="1072"/>
                  </a:cubicBezTo>
                  <a:cubicBezTo>
                    <a:pt x="1418" y="1261"/>
                    <a:pt x="1261" y="1419"/>
                    <a:pt x="1040" y="1419"/>
                  </a:cubicBezTo>
                  <a:cubicBezTo>
                    <a:pt x="851" y="1419"/>
                    <a:pt x="694" y="1261"/>
                    <a:pt x="694" y="1072"/>
                  </a:cubicBezTo>
                  <a:cubicBezTo>
                    <a:pt x="694" y="883"/>
                    <a:pt x="851" y="726"/>
                    <a:pt x="1040" y="726"/>
                  </a:cubicBezTo>
                  <a:close/>
                  <a:moveTo>
                    <a:pt x="1040" y="1"/>
                  </a:moveTo>
                  <a:cubicBezTo>
                    <a:pt x="473" y="1"/>
                    <a:pt x="1" y="473"/>
                    <a:pt x="1" y="1072"/>
                  </a:cubicBezTo>
                  <a:cubicBezTo>
                    <a:pt x="1" y="1671"/>
                    <a:pt x="473" y="2143"/>
                    <a:pt x="1040" y="2143"/>
                  </a:cubicBezTo>
                  <a:cubicBezTo>
                    <a:pt x="1639" y="2143"/>
                    <a:pt x="2112" y="1671"/>
                    <a:pt x="2112" y="1072"/>
                  </a:cubicBezTo>
                  <a:cubicBezTo>
                    <a:pt x="2112" y="473"/>
                    <a:pt x="1639" y="1"/>
                    <a:pt x="10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9" name="Google Shape;3549;p48"/>
            <p:cNvSpPr/>
            <p:nvPr/>
          </p:nvSpPr>
          <p:spPr>
            <a:xfrm>
              <a:off x="-20119600" y="2967350"/>
              <a:ext cx="52800" cy="52800"/>
            </a:xfrm>
            <a:custGeom>
              <a:rect b="b" l="l" r="r" t="t"/>
              <a:pathLst>
                <a:path extrusionOk="0" h="2112" w="2112">
                  <a:moveTo>
                    <a:pt x="1040" y="726"/>
                  </a:moveTo>
                  <a:cubicBezTo>
                    <a:pt x="1229" y="726"/>
                    <a:pt x="1418" y="883"/>
                    <a:pt x="1418" y="1072"/>
                  </a:cubicBezTo>
                  <a:cubicBezTo>
                    <a:pt x="1418" y="1261"/>
                    <a:pt x="1229" y="1419"/>
                    <a:pt x="1040" y="1419"/>
                  </a:cubicBezTo>
                  <a:cubicBezTo>
                    <a:pt x="851" y="1419"/>
                    <a:pt x="693" y="1261"/>
                    <a:pt x="693" y="1072"/>
                  </a:cubicBezTo>
                  <a:cubicBezTo>
                    <a:pt x="693" y="883"/>
                    <a:pt x="851" y="726"/>
                    <a:pt x="1040" y="726"/>
                  </a:cubicBezTo>
                  <a:close/>
                  <a:moveTo>
                    <a:pt x="1040" y="1"/>
                  </a:moveTo>
                  <a:cubicBezTo>
                    <a:pt x="441" y="1"/>
                    <a:pt x="0" y="473"/>
                    <a:pt x="0" y="1072"/>
                  </a:cubicBezTo>
                  <a:cubicBezTo>
                    <a:pt x="0" y="1639"/>
                    <a:pt x="441" y="2112"/>
                    <a:pt x="1040" y="2112"/>
                  </a:cubicBezTo>
                  <a:cubicBezTo>
                    <a:pt x="1639" y="2112"/>
                    <a:pt x="2111" y="1639"/>
                    <a:pt x="2111" y="1072"/>
                  </a:cubicBezTo>
                  <a:cubicBezTo>
                    <a:pt x="2111" y="473"/>
                    <a:pt x="1639" y="1"/>
                    <a:pt x="10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50" name="Google Shape;3550;p48"/>
          <p:cNvGrpSpPr/>
          <p:nvPr/>
        </p:nvGrpSpPr>
        <p:grpSpPr>
          <a:xfrm>
            <a:off x="5083292" y="2417822"/>
            <a:ext cx="292297" cy="290841"/>
            <a:chOff x="-18294675" y="2434925"/>
            <a:chExt cx="304825" cy="303275"/>
          </a:xfrm>
        </p:grpSpPr>
        <p:sp>
          <p:nvSpPr>
            <p:cNvPr id="3551" name="Google Shape;3551;p48"/>
            <p:cNvSpPr/>
            <p:nvPr/>
          </p:nvSpPr>
          <p:spPr>
            <a:xfrm>
              <a:off x="-18294675" y="2434925"/>
              <a:ext cx="304825" cy="303275"/>
            </a:xfrm>
            <a:custGeom>
              <a:rect b="b" l="l" r="r" t="t"/>
              <a:pathLst>
                <a:path extrusionOk="0" h="12131" w="12193">
                  <a:moveTo>
                    <a:pt x="1103" y="694"/>
                  </a:moveTo>
                  <a:cubicBezTo>
                    <a:pt x="2363" y="694"/>
                    <a:pt x="3497" y="1450"/>
                    <a:pt x="4033" y="2584"/>
                  </a:cubicBezTo>
                  <a:cubicBezTo>
                    <a:pt x="3434" y="2836"/>
                    <a:pt x="2867" y="3214"/>
                    <a:pt x="2363" y="3687"/>
                  </a:cubicBezTo>
                  <a:lnTo>
                    <a:pt x="2237" y="3813"/>
                  </a:lnTo>
                  <a:cubicBezTo>
                    <a:pt x="1323" y="3214"/>
                    <a:pt x="756" y="2175"/>
                    <a:pt x="756" y="1072"/>
                  </a:cubicBezTo>
                  <a:lnTo>
                    <a:pt x="756" y="694"/>
                  </a:lnTo>
                  <a:close/>
                  <a:moveTo>
                    <a:pt x="11500" y="694"/>
                  </a:moveTo>
                  <a:lnTo>
                    <a:pt x="11500" y="1072"/>
                  </a:lnTo>
                  <a:cubicBezTo>
                    <a:pt x="11500" y="2175"/>
                    <a:pt x="10901" y="3214"/>
                    <a:pt x="9924" y="3813"/>
                  </a:cubicBezTo>
                  <a:cubicBezTo>
                    <a:pt x="9420" y="3277"/>
                    <a:pt x="8822" y="2868"/>
                    <a:pt x="8192" y="2584"/>
                  </a:cubicBezTo>
                  <a:cubicBezTo>
                    <a:pt x="8696" y="1450"/>
                    <a:pt x="9893" y="694"/>
                    <a:pt x="11153" y="694"/>
                  </a:cubicBezTo>
                  <a:close/>
                  <a:moveTo>
                    <a:pt x="2806" y="7389"/>
                  </a:moveTo>
                  <a:cubicBezTo>
                    <a:pt x="2924" y="7389"/>
                    <a:pt x="3043" y="7413"/>
                    <a:pt x="3151" y="7467"/>
                  </a:cubicBezTo>
                  <a:cubicBezTo>
                    <a:pt x="3434" y="7625"/>
                    <a:pt x="3623" y="7908"/>
                    <a:pt x="3623" y="8223"/>
                  </a:cubicBezTo>
                  <a:lnTo>
                    <a:pt x="3623" y="9011"/>
                  </a:lnTo>
                  <a:cubicBezTo>
                    <a:pt x="3182" y="8507"/>
                    <a:pt x="2552" y="8160"/>
                    <a:pt x="1891" y="7940"/>
                  </a:cubicBezTo>
                  <a:lnTo>
                    <a:pt x="2206" y="7625"/>
                  </a:lnTo>
                  <a:cubicBezTo>
                    <a:pt x="2351" y="7480"/>
                    <a:pt x="2578" y="7389"/>
                    <a:pt x="2806" y="7389"/>
                  </a:cubicBezTo>
                  <a:close/>
                  <a:moveTo>
                    <a:pt x="9468" y="7444"/>
                  </a:moveTo>
                  <a:cubicBezTo>
                    <a:pt x="9681" y="7444"/>
                    <a:pt x="9891" y="7528"/>
                    <a:pt x="10050" y="7688"/>
                  </a:cubicBezTo>
                  <a:lnTo>
                    <a:pt x="10365" y="8003"/>
                  </a:lnTo>
                  <a:cubicBezTo>
                    <a:pt x="9672" y="8160"/>
                    <a:pt x="9042" y="8507"/>
                    <a:pt x="8633" y="9043"/>
                  </a:cubicBezTo>
                  <a:lnTo>
                    <a:pt x="8633" y="8255"/>
                  </a:lnTo>
                  <a:cubicBezTo>
                    <a:pt x="8633" y="7940"/>
                    <a:pt x="8790" y="7688"/>
                    <a:pt x="9105" y="7530"/>
                  </a:cubicBezTo>
                  <a:cubicBezTo>
                    <a:pt x="9221" y="7473"/>
                    <a:pt x="9345" y="7444"/>
                    <a:pt x="9468" y="7444"/>
                  </a:cubicBezTo>
                  <a:close/>
                  <a:moveTo>
                    <a:pt x="6112" y="9484"/>
                  </a:moveTo>
                  <a:cubicBezTo>
                    <a:pt x="6270" y="9484"/>
                    <a:pt x="6427" y="9610"/>
                    <a:pt x="6459" y="9736"/>
                  </a:cubicBezTo>
                  <a:lnTo>
                    <a:pt x="6112" y="10145"/>
                  </a:lnTo>
                  <a:lnTo>
                    <a:pt x="5734" y="9736"/>
                  </a:lnTo>
                  <a:cubicBezTo>
                    <a:pt x="5797" y="9578"/>
                    <a:pt x="5955" y="9484"/>
                    <a:pt x="6112" y="9484"/>
                  </a:cubicBezTo>
                  <a:close/>
                  <a:moveTo>
                    <a:pt x="6270" y="2836"/>
                  </a:moveTo>
                  <a:cubicBezTo>
                    <a:pt x="8633" y="2899"/>
                    <a:pt x="10554" y="4884"/>
                    <a:pt x="10743" y="7310"/>
                  </a:cubicBezTo>
                  <a:lnTo>
                    <a:pt x="10554" y="7121"/>
                  </a:lnTo>
                  <a:cubicBezTo>
                    <a:pt x="10258" y="6824"/>
                    <a:pt x="9861" y="6664"/>
                    <a:pt x="9467" y="6664"/>
                  </a:cubicBezTo>
                  <a:cubicBezTo>
                    <a:pt x="9234" y="6664"/>
                    <a:pt x="9001" y="6720"/>
                    <a:pt x="8790" y="6837"/>
                  </a:cubicBezTo>
                  <a:cubicBezTo>
                    <a:pt x="8255" y="7121"/>
                    <a:pt x="7908" y="7625"/>
                    <a:pt x="7908" y="8223"/>
                  </a:cubicBezTo>
                  <a:lnTo>
                    <a:pt x="7908" y="9043"/>
                  </a:lnTo>
                  <a:cubicBezTo>
                    <a:pt x="7908" y="9641"/>
                    <a:pt x="7719" y="10240"/>
                    <a:pt x="7372" y="10744"/>
                  </a:cubicBezTo>
                  <a:cubicBezTo>
                    <a:pt x="7278" y="10870"/>
                    <a:pt x="7215" y="10933"/>
                    <a:pt x="7120" y="11027"/>
                  </a:cubicBezTo>
                  <a:cubicBezTo>
                    <a:pt x="6931" y="11216"/>
                    <a:pt x="6679" y="11342"/>
                    <a:pt x="6490" y="11374"/>
                  </a:cubicBezTo>
                  <a:lnTo>
                    <a:pt x="6490" y="10838"/>
                  </a:lnTo>
                  <a:lnTo>
                    <a:pt x="7120" y="10051"/>
                  </a:lnTo>
                  <a:cubicBezTo>
                    <a:pt x="7152" y="9956"/>
                    <a:pt x="7215" y="9893"/>
                    <a:pt x="7215" y="9799"/>
                  </a:cubicBezTo>
                  <a:cubicBezTo>
                    <a:pt x="7215" y="9200"/>
                    <a:pt x="6742" y="8728"/>
                    <a:pt x="6144" y="8728"/>
                  </a:cubicBezTo>
                  <a:cubicBezTo>
                    <a:pt x="5545" y="8728"/>
                    <a:pt x="5073" y="9200"/>
                    <a:pt x="5073" y="9799"/>
                  </a:cubicBezTo>
                  <a:cubicBezTo>
                    <a:pt x="5073" y="9893"/>
                    <a:pt x="5104" y="9956"/>
                    <a:pt x="5167" y="10051"/>
                  </a:cubicBezTo>
                  <a:lnTo>
                    <a:pt x="5797" y="10838"/>
                  </a:lnTo>
                  <a:lnTo>
                    <a:pt x="5797" y="11374"/>
                  </a:lnTo>
                  <a:cubicBezTo>
                    <a:pt x="5545" y="11311"/>
                    <a:pt x="5356" y="11185"/>
                    <a:pt x="5199" y="11027"/>
                  </a:cubicBezTo>
                  <a:cubicBezTo>
                    <a:pt x="5104" y="10933"/>
                    <a:pt x="5041" y="10838"/>
                    <a:pt x="4947" y="10744"/>
                  </a:cubicBezTo>
                  <a:cubicBezTo>
                    <a:pt x="4600" y="10271"/>
                    <a:pt x="4411" y="9673"/>
                    <a:pt x="4411" y="9043"/>
                  </a:cubicBezTo>
                  <a:lnTo>
                    <a:pt x="4411" y="8223"/>
                  </a:lnTo>
                  <a:cubicBezTo>
                    <a:pt x="4411" y="7625"/>
                    <a:pt x="4096" y="7121"/>
                    <a:pt x="3529" y="6837"/>
                  </a:cubicBezTo>
                  <a:cubicBezTo>
                    <a:pt x="3318" y="6720"/>
                    <a:pt x="3085" y="6664"/>
                    <a:pt x="2852" y="6664"/>
                  </a:cubicBezTo>
                  <a:cubicBezTo>
                    <a:pt x="2458" y="6664"/>
                    <a:pt x="2061" y="6824"/>
                    <a:pt x="1765" y="7121"/>
                  </a:cubicBezTo>
                  <a:lnTo>
                    <a:pt x="1576" y="7310"/>
                  </a:lnTo>
                  <a:cubicBezTo>
                    <a:pt x="1607" y="6270"/>
                    <a:pt x="2017" y="5230"/>
                    <a:pt x="2678" y="4443"/>
                  </a:cubicBezTo>
                  <a:cubicBezTo>
                    <a:pt x="2741" y="4317"/>
                    <a:pt x="2867" y="4254"/>
                    <a:pt x="2962" y="4128"/>
                  </a:cubicBezTo>
                  <a:cubicBezTo>
                    <a:pt x="3466" y="3655"/>
                    <a:pt x="4001" y="3309"/>
                    <a:pt x="4632" y="3057"/>
                  </a:cubicBezTo>
                  <a:cubicBezTo>
                    <a:pt x="5167" y="2899"/>
                    <a:pt x="5703" y="2836"/>
                    <a:pt x="6270" y="2836"/>
                  </a:cubicBezTo>
                  <a:close/>
                  <a:moveTo>
                    <a:pt x="11153" y="1"/>
                  </a:moveTo>
                  <a:cubicBezTo>
                    <a:pt x="10334" y="1"/>
                    <a:pt x="9483" y="253"/>
                    <a:pt x="8822" y="757"/>
                  </a:cubicBezTo>
                  <a:cubicBezTo>
                    <a:pt x="8255" y="1135"/>
                    <a:pt x="7782" y="1733"/>
                    <a:pt x="7530" y="2364"/>
                  </a:cubicBezTo>
                  <a:cubicBezTo>
                    <a:pt x="7120" y="2238"/>
                    <a:pt x="6679" y="2175"/>
                    <a:pt x="6270" y="2175"/>
                  </a:cubicBezTo>
                  <a:cubicBezTo>
                    <a:pt x="5703" y="2175"/>
                    <a:pt x="5199" y="2206"/>
                    <a:pt x="4695" y="2364"/>
                  </a:cubicBezTo>
                  <a:cubicBezTo>
                    <a:pt x="4411" y="1733"/>
                    <a:pt x="3938" y="1166"/>
                    <a:pt x="3371" y="788"/>
                  </a:cubicBezTo>
                  <a:cubicBezTo>
                    <a:pt x="2710" y="253"/>
                    <a:pt x="1891" y="32"/>
                    <a:pt x="1071" y="32"/>
                  </a:cubicBezTo>
                  <a:lnTo>
                    <a:pt x="347" y="32"/>
                  </a:lnTo>
                  <a:cubicBezTo>
                    <a:pt x="158" y="32"/>
                    <a:pt x="0" y="190"/>
                    <a:pt x="0" y="379"/>
                  </a:cubicBezTo>
                  <a:lnTo>
                    <a:pt x="0" y="1103"/>
                  </a:lnTo>
                  <a:cubicBezTo>
                    <a:pt x="0" y="1859"/>
                    <a:pt x="189" y="2553"/>
                    <a:pt x="599" y="3183"/>
                  </a:cubicBezTo>
                  <a:cubicBezTo>
                    <a:pt x="914" y="3655"/>
                    <a:pt x="1292" y="4096"/>
                    <a:pt x="1765" y="4411"/>
                  </a:cubicBezTo>
                  <a:cubicBezTo>
                    <a:pt x="1544" y="4726"/>
                    <a:pt x="1323" y="5073"/>
                    <a:pt x="1166" y="5420"/>
                  </a:cubicBezTo>
                  <a:cubicBezTo>
                    <a:pt x="914" y="6113"/>
                    <a:pt x="756" y="6806"/>
                    <a:pt x="756" y="7562"/>
                  </a:cubicBezTo>
                  <a:lnTo>
                    <a:pt x="756" y="8255"/>
                  </a:lnTo>
                  <a:cubicBezTo>
                    <a:pt x="756" y="8475"/>
                    <a:pt x="914" y="8633"/>
                    <a:pt x="1103" y="8633"/>
                  </a:cubicBezTo>
                  <a:cubicBezTo>
                    <a:pt x="1891" y="8633"/>
                    <a:pt x="2647" y="8980"/>
                    <a:pt x="3119" y="9610"/>
                  </a:cubicBezTo>
                  <a:lnTo>
                    <a:pt x="4316" y="11185"/>
                  </a:lnTo>
                  <a:cubicBezTo>
                    <a:pt x="4411" y="11311"/>
                    <a:pt x="4537" y="11405"/>
                    <a:pt x="4632" y="11531"/>
                  </a:cubicBezTo>
                  <a:cubicBezTo>
                    <a:pt x="5041" y="11941"/>
                    <a:pt x="5545" y="12130"/>
                    <a:pt x="6112" y="12130"/>
                  </a:cubicBezTo>
                  <a:cubicBezTo>
                    <a:pt x="6648" y="12130"/>
                    <a:pt x="7152" y="11941"/>
                    <a:pt x="7561" y="11531"/>
                  </a:cubicBezTo>
                  <a:cubicBezTo>
                    <a:pt x="7687" y="11405"/>
                    <a:pt x="7782" y="11311"/>
                    <a:pt x="7877" y="11185"/>
                  </a:cubicBezTo>
                  <a:lnTo>
                    <a:pt x="9105" y="9610"/>
                  </a:lnTo>
                  <a:cubicBezTo>
                    <a:pt x="9578" y="8980"/>
                    <a:pt x="10302" y="8633"/>
                    <a:pt x="11090" y="8633"/>
                  </a:cubicBezTo>
                  <a:cubicBezTo>
                    <a:pt x="11311" y="8633"/>
                    <a:pt x="11468" y="8475"/>
                    <a:pt x="11468" y="8255"/>
                  </a:cubicBezTo>
                  <a:lnTo>
                    <a:pt x="11468" y="7751"/>
                  </a:lnTo>
                  <a:cubicBezTo>
                    <a:pt x="11468" y="6522"/>
                    <a:pt x="11059" y="5388"/>
                    <a:pt x="10397" y="4411"/>
                  </a:cubicBezTo>
                  <a:cubicBezTo>
                    <a:pt x="10870" y="4096"/>
                    <a:pt x="11311" y="3655"/>
                    <a:pt x="11626" y="3151"/>
                  </a:cubicBezTo>
                  <a:cubicBezTo>
                    <a:pt x="12004" y="2521"/>
                    <a:pt x="12193" y="1796"/>
                    <a:pt x="12193" y="1072"/>
                  </a:cubicBezTo>
                  <a:lnTo>
                    <a:pt x="12193" y="347"/>
                  </a:lnTo>
                  <a:cubicBezTo>
                    <a:pt x="12193" y="158"/>
                    <a:pt x="12035" y="1"/>
                    <a:pt x="118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2" name="Google Shape;3552;p48"/>
            <p:cNvSpPr/>
            <p:nvPr/>
          </p:nvSpPr>
          <p:spPr>
            <a:xfrm>
              <a:off x="-18223800" y="2559575"/>
              <a:ext cx="37050" cy="36850"/>
            </a:xfrm>
            <a:custGeom>
              <a:rect b="b" l="l" r="r" t="t"/>
              <a:pathLst>
                <a:path extrusionOk="0" h="1474" w="1482">
                  <a:moveTo>
                    <a:pt x="410" y="0"/>
                  </a:moveTo>
                  <a:cubicBezTo>
                    <a:pt x="324" y="0"/>
                    <a:pt x="237" y="40"/>
                    <a:pt x="158" y="118"/>
                  </a:cubicBezTo>
                  <a:cubicBezTo>
                    <a:pt x="1" y="276"/>
                    <a:pt x="1" y="497"/>
                    <a:pt x="158" y="654"/>
                  </a:cubicBezTo>
                  <a:lnTo>
                    <a:pt x="851" y="1347"/>
                  </a:lnTo>
                  <a:cubicBezTo>
                    <a:pt x="946" y="1442"/>
                    <a:pt x="1009" y="1473"/>
                    <a:pt x="1103" y="1473"/>
                  </a:cubicBezTo>
                  <a:cubicBezTo>
                    <a:pt x="1166" y="1473"/>
                    <a:pt x="1292" y="1442"/>
                    <a:pt x="1324" y="1347"/>
                  </a:cubicBezTo>
                  <a:cubicBezTo>
                    <a:pt x="1481" y="1190"/>
                    <a:pt x="1481" y="1001"/>
                    <a:pt x="1324" y="843"/>
                  </a:cubicBezTo>
                  <a:lnTo>
                    <a:pt x="662" y="118"/>
                  </a:lnTo>
                  <a:cubicBezTo>
                    <a:pt x="584" y="40"/>
                    <a:pt x="497" y="0"/>
                    <a:pt x="41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3" name="Google Shape;3553;p48"/>
            <p:cNvSpPr/>
            <p:nvPr/>
          </p:nvSpPr>
          <p:spPr>
            <a:xfrm>
              <a:off x="-18098550" y="2559575"/>
              <a:ext cx="37825" cy="36850"/>
            </a:xfrm>
            <a:custGeom>
              <a:rect b="b" l="l" r="r" t="t"/>
              <a:pathLst>
                <a:path extrusionOk="0" h="1474" w="1513">
                  <a:moveTo>
                    <a:pt x="1103" y="0"/>
                  </a:moveTo>
                  <a:cubicBezTo>
                    <a:pt x="1016" y="0"/>
                    <a:pt x="929" y="40"/>
                    <a:pt x="851" y="118"/>
                  </a:cubicBezTo>
                  <a:lnTo>
                    <a:pt x="158" y="843"/>
                  </a:lnTo>
                  <a:cubicBezTo>
                    <a:pt x="0" y="1001"/>
                    <a:pt x="0" y="1190"/>
                    <a:pt x="158" y="1347"/>
                  </a:cubicBezTo>
                  <a:cubicBezTo>
                    <a:pt x="221" y="1442"/>
                    <a:pt x="315" y="1473"/>
                    <a:pt x="410" y="1473"/>
                  </a:cubicBezTo>
                  <a:cubicBezTo>
                    <a:pt x="504" y="1473"/>
                    <a:pt x="630" y="1442"/>
                    <a:pt x="662" y="1347"/>
                  </a:cubicBezTo>
                  <a:lnTo>
                    <a:pt x="1355" y="623"/>
                  </a:lnTo>
                  <a:cubicBezTo>
                    <a:pt x="1512" y="465"/>
                    <a:pt x="1512" y="276"/>
                    <a:pt x="1355" y="118"/>
                  </a:cubicBezTo>
                  <a:cubicBezTo>
                    <a:pt x="1276" y="40"/>
                    <a:pt x="1189" y="0"/>
                    <a:pt x="11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54" name="Google Shape;3554;p48"/>
          <p:cNvGrpSpPr/>
          <p:nvPr/>
        </p:nvGrpSpPr>
        <p:grpSpPr>
          <a:xfrm>
            <a:off x="5118029" y="2873360"/>
            <a:ext cx="222824" cy="290841"/>
            <a:chOff x="-18258450" y="2809825"/>
            <a:chExt cx="232375" cy="303275"/>
          </a:xfrm>
        </p:grpSpPr>
        <p:sp>
          <p:nvSpPr>
            <p:cNvPr id="3555" name="Google Shape;3555;p48"/>
            <p:cNvSpPr/>
            <p:nvPr/>
          </p:nvSpPr>
          <p:spPr>
            <a:xfrm>
              <a:off x="-18177325" y="2908300"/>
              <a:ext cx="17350" cy="18125"/>
            </a:xfrm>
            <a:custGeom>
              <a:rect b="b" l="l" r="r" t="t"/>
              <a:pathLst>
                <a:path extrusionOk="0" h="725" w="694">
                  <a:moveTo>
                    <a:pt x="347" y="0"/>
                  </a:moveTo>
                  <a:cubicBezTo>
                    <a:pt x="158" y="0"/>
                    <a:pt x="1" y="158"/>
                    <a:pt x="1" y="347"/>
                  </a:cubicBezTo>
                  <a:cubicBezTo>
                    <a:pt x="1" y="567"/>
                    <a:pt x="158" y="725"/>
                    <a:pt x="347" y="725"/>
                  </a:cubicBezTo>
                  <a:cubicBezTo>
                    <a:pt x="536" y="725"/>
                    <a:pt x="694" y="567"/>
                    <a:pt x="694" y="347"/>
                  </a:cubicBezTo>
                  <a:cubicBezTo>
                    <a:pt x="694" y="158"/>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6" name="Google Shape;3556;p48"/>
            <p:cNvSpPr/>
            <p:nvPr/>
          </p:nvSpPr>
          <p:spPr>
            <a:xfrm>
              <a:off x="-18123775" y="2908300"/>
              <a:ext cx="18150" cy="18125"/>
            </a:xfrm>
            <a:custGeom>
              <a:rect b="b" l="l" r="r" t="t"/>
              <a:pathLst>
                <a:path extrusionOk="0" h="725" w="726">
                  <a:moveTo>
                    <a:pt x="379" y="0"/>
                  </a:moveTo>
                  <a:cubicBezTo>
                    <a:pt x="158" y="0"/>
                    <a:pt x="1" y="158"/>
                    <a:pt x="1" y="347"/>
                  </a:cubicBezTo>
                  <a:cubicBezTo>
                    <a:pt x="1" y="567"/>
                    <a:pt x="158" y="725"/>
                    <a:pt x="379" y="725"/>
                  </a:cubicBezTo>
                  <a:cubicBezTo>
                    <a:pt x="568" y="725"/>
                    <a:pt x="725" y="567"/>
                    <a:pt x="725" y="347"/>
                  </a:cubicBezTo>
                  <a:cubicBezTo>
                    <a:pt x="725" y="158"/>
                    <a:pt x="568" y="0"/>
                    <a:pt x="37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7" name="Google Shape;3557;p48"/>
            <p:cNvSpPr/>
            <p:nvPr/>
          </p:nvSpPr>
          <p:spPr>
            <a:xfrm>
              <a:off x="-18258450" y="2809825"/>
              <a:ext cx="232375" cy="303275"/>
            </a:xfrm>
            <a:custGeom>
              <a:rect b="b" l="l" r="r" t="t"/>
              <a:pathLst>
                <a:path extrusionOk="0" h="12131" w="9295">
                  <a:moveTo>
                    <a:pt x="4663" y="726"/>
                  </a:moveTo>
                  <a:cubicBezTo>
                    <a:pt x="5640" y="726"/>
                    <a:pt x="6617" y="1387"/>
                    <a:pt x="7373" y="2553"/>
                  </a:cubicBezTo>
                  <a:cubicBezTo>
                    <a:pt x="7121" y="2490"/>
                    <a:pt x="6459" y="2238"/>
                    <a:pt x="6175" y="2175"/>
                  </a:cubicBezTo>
                  <a:cubicBezTo>
                    <a:pt x="6144" y="2159"/>
                    <a:pt x="6097" y="2151"/>
                    <a:pt x="6049" y="2151"/>
                  </a:cubicBezTo>
                  <a:cubicBezTo>
                    <a:pt x="6002" y="2151"/>
                    <a:pt x="5955" y="2159"/>
                    <a:pt x="5923" y="2175"/>
                  </a:cubicBezTo>
                  <a:lnTo>
                    <a:pt x="4663" y="2805"/>
                  </a:lnTo>
                  <a:lnTo>
                    <a:pt x="3403" y="2175"/>
                  </a:lnTo>
                  <a:cubicBezTo>
                    <a:pt x="3356" y="2159"/>
                    <a:pt x="3301" y="2151"/>
                    <a:pt x="3249" y="2151"/>
                  </a:cubicBezTo>
                  <a:cubicBezTo>
                    <a:pt x="3198" y="2151"/>
                    <a:pt x="3151" y="2159"/>
                    <a:pt x="3120" y="2175"/>
                  </a:cubicBezTo>
                  <a:lnTo>
                    <a:pt x="1922" y="2553"/>
                  </a:lnTo>
                  <a:cubicBezTo>
                    <a:pt x="2710" y="1387"/>
                    <a:pt x="3718" y="726"/>
                    <a:pt x="4663" y="726"/>
                  </a:cubicBezTo>
                  <a:close/>
                  <a:moveTo>
                    <a:pt x="6144" y="2868"/>
                  </a:moveTo>
                  <a:lnTo>
                    <a:pt x="6617" y="3025"/>
                  </a:lnTo>
                  <a:cubicBezTo>
                    <a:pt x="7341" y="3908"/>
                    <a:pt x="7404" y="5168"/>
                    <a:pt x="6743" y="6081"/>
                  </a:cubicBezTo>
                  <a:lnTo>
                    <a:pt x="6112" y="6396"/>
                  </a:lnTo>
                  <a:lnTo>
                    <a:pt x="5041" y="5829"/>
                  </a:lnTo>
                  <a:lnTo>
                    <a:pt x="5041" y="5325"/>
                  </a:lnTo>
                  <a:cubicBezTo>
                    <a:pt x="5041" y="5136"/>
                    <a:pt x="4884" y="4979"/>
                    <a:pt x="4695" y="4979"/>
                  </a:cubicBezTo>
                  <a:cubicBezTo>
                    <a:pt x="4506" y="4979"/>
                    <a:pt x="4348" y="5136"/>
                    <a:pt x="4348" y="5325"/>
                  </a:cubicBezTo>
                  <a:lnTo>
                    <a:pt x="4348" y="5829"/>
                  </a:lnTo>
                  <a:lnTo>
                    <a:pt x="3277" y="6396"/>
                  </a:lnTo>
                  <a:lnTo>
                    <a:pt x="2647" y="6081"/>
                  </a:lnTo>
                  <a:cubicBezTo>
                    <a:pt x="1985" y="5136"/>
                    <a:pt x="2048" y="3908"/>
                    <a:pt x="2773" y="3025"/>
                  </a:cubicBezTo>
                  <a:lnTo>
                    <a:pt x="3246" y="2868"/>
                  </a:lnTo>
                  <a:lnTo>
                    <a:pt x="4537" y="3498"/>
                  </a:lnTo>
                  <a:cubicBezTo>
                    <a:pt x="4600" y="3530"/>
                    <a:pt x="4655" y="3545"/>
                    <a:pt x="4707" y="3545"/>
                  </a:cubicBezTo>
                  <a:cubicBezTo>
                    <a:pt x="4758" y="3545"/>
                    <a:pt x="4805" y="3530"/>
                    <a:pt x="4852" y="3498"/>
                  </a:cubicBezTo>
                  <a:lnTo>
                    <a:pt x="6144" y="2868"/>
                  </a:lnTo>
                  <a:close/>
                  <a:moveTo>
                    <a:pt x="7530" y="6459"/>
                  </a:moveTo>
                  <a:lnTo>
                    <a:pt x="8601" y="7027"/>
                  </a:lnTo>
                  <a:cubicBezTo>
                    <a:pt x="8507" y="9641"/>
                    <a:pt x="6932" y="11469"/>
                    <a:pt x="4663" y="11469"/>
                  </a:cubicBezTo>
                  <a:cubicBezTo>
                    <a:pt x="2363" y="11469"/>
                    <a:pt x="788" y="9704"/>
                    <a:pt x="725" y="7027"/>
                  </a:cubicBezTo>
                  <a:lnTo>
                    <a:pt x="1765" y="6459"/>
                  </a:lnTo>
                  <a:lnTo>
                    <a:pt x="2206" y="6648"/>
                  </a:lnTo>
                  <a:lnTo>
                    <a:pt x="3088" y="7090"/>
                  </a:lnTo>
                  <a:cubicBezTo>
                    <a:pt x="3135" y="7105"/>
                    <a:pt x="3190" y="7113"/>
                    <a:pt x="3246" y="7113"/>
                  </a:cubicBezTo>
                  <a:cubicBezTo>
                    <a:pt x="3301" y="7113"/>
                    <a:pt x="3356" y="7105"/>
                    <a:pt x="3403" y="7090"/>
                  </a:cubicBezTo>
                  <a:lnTo>
                    <a:pt x="4663" y="6459"/>
                  </a:lnTo>
                  <a:lnTo>
                    <a:pt x="5923" y="7090"/>
                  </a:lnTo>
                  <a:cubicBezTo>
                    <a:pt x="5971" y="7105"/>
                    <a:pt x="6026" y="7113"/>
                    <a:pt x="6081" y="7113"/>
                  </a:cubicBezTo>
                  <a:cubicBezTo>
                    <a:pt x="6136" y="7113"/>
                    <a:pt x="6191" y="7105"/>
                    <a:pt x="6238" y="7090"/>
                  </a:cubicBezTo>
                  <a:lnTo>
                    <a:pt x="7089" y="6648"/>
                  </a:lnTo>
                  <a:lnTo>
                    <a:pt x="7530" y="6459"/>
                  </a:lnTo>
                  <a:close/>
                  <a:moveTo>
                    <a:pt x="4663" y="1"/>
                  </a:moveTo>
                  <a:cubicBezTo>
                    <a:pt x="3214" y="1"/>
                    <a:pt x="1796" y="1135"/>
                    <a:pt x="883" y="3025"/>
                  </a:cubicBezTo>
                  <a:cubicBezTo>
                    <a:pt x="776" y="3265"/>
                    <a:pt x="939" y="3527"/>
                    <a:pt x="1163" y="3527"/>
                  </a:cubicBezTo>
                  <a:cubicBezTo>
                    <a:pt x="1205" y="3527"/>
                    <a:pt x="1248" y="3518"/>
                    <a:pt x="1292" y="3498"/>
                  </a:cubicBezTo>
                  <a:lnTo>
                    <a:pt x="1702" y="3403"/>
                  </a:lnTo>
                  <a:lnTo>
                    <a:pt x="1702" y="3403"/>
                  </a:lnTo>
                  <a:cubicBezTo>
                    <a:pt x="1387" y="4128"/>
                    <a:pt x="1355" y="4979"/>
                    <a:pt x="1607" y="5766"/>
                  </a:cubicBezTo>
                  <a:lnTo>
                    <a:pt x="221" y="6459"/>
                  </a:lnTo>
                  <a:cubicBezTo>
                    <a:pt x="95" y="6554"/>
                    <a:pt x="1" y="6648"/>
                    <a:pt x="1" y="6774"/>
                  </a:cubicBezTo>
                  <a:cubicBezTo>
                    <a:pt x="1" y="10209"/>
                    <a:pt x="2143" y="12130"/>
                    <a:pt x="4663" y="12130"/>
                  </a:cubicBezTo>
                  <a:cubicBezTo>
                    <a:pt x="7184" y="12130"/>
                    <a:pt x="9294" y="10177"/>
                    <a:pt x="9294" y="6774"/>
                  </a:cubicBezTo>
                  <a:cubicBezTo>
                    <a:pt x="9294" y="6648"/>
                    <a:pt x="9231" y="6554"/>
                    <a:pt x="9105" y="6459"/>
                  </a:cubicBezTo>
                  <a:lnTo>
                    <a:pt x="7688" y="5766"/>
                  </a:lnTo>
                  <a:cubicBezTo>
                    <a:pt x="7971" y="5010"/>
                    <a:pt x="7971" y="4191"/>
                    <a:pt x="7593" y="3403"/>
                  </a:cubicBezTo>
                  <a:lnTo>
                    <a:pt x="7593" y="3403"/>
                  </a:lnTo>
                  <a:lnTo>
                    <a:pt x="8003" y="3498"/>
                  </a:lnTo>
                  <a:cubicBezTo>
                    <a:pt x="8052" y="3518"/>
                    <a:pt x="8099" y="3527"/>
                    <a:pt x="8144" y="3527"/>
                  </a:cubicBezTo>
                  <a:cubicBezTo>
                    <a:pt x="8387" y="3527"/>
                    <a:pt x="8550" y="3265"/>
                    <a:pt x="8444" y="3025"/>
                  </a:cubicBezTo>
                  <a:cubicBezTo>
                    <a:pt x="7530" y="1135"/>
                    <a:pt x="6112" y="1"/>
                    <a:pt x="466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58" name="Google Shape;3558;p48"/>
          <p:cNvSpPr/>
          <p:nvPr/>
        </p:nvSpPr>
        <p:spPr>
          <a:xfrm>
            <a:off x="1151317" y="1993610"/>
            <a:ext cx="290810" cy="293094"/>
          </a:xfrm>
          <a:custGeom>
            <a:rect b="b" l="l" r="r" t="t"/>
            <a:pathLst>
              <a:path extrusionOk="0" h="12225" w="12131">
                <a:moveTo>
                  <a:pt x="6050" y="756"/>
                </a:moveTo>
                <a:cubicBezTo>
                  <a:pt x="6239" y="756"/>
                  <a:pt x="6396" y="914"/>
                  <a:pt x="6396" y="1103"/>
                </a:cubicBezTo>
                <a:cubicBezTo>
                  <a:pt x="6396" y="1324"/>
                  <a:pt x="6239" y="1481"/>
                  <a:pt x="6050" y="1481"/>
                </a:cubicBezTo>
                <a:cubicBezTo>
                  <a:pt x="5861" y="1481"/>
                  <a:pt x="5703" y="1324"/>
                  <a:pt x="5703" y="1103"/>
                </a:cubicBezTo>
                <a:cubicBezTo>
                  <a:pt x="5703" y="914"/>
                  <a:pt x="5861" y="756"/>
                  <a:pt x="6050" y="756"/>
                </a:cubicBezTo>
                <a:close/>
                <a:moveTo>
                  <a:pt x="3183" y="2174"/>
                </a:moveTo>
                <a:cubicBezTo>
                  <a:pt x="3372" y="2174"/>
                  <a:pt x="3530" y="2332"/>
                  <a:pt x="3530" y="2521"/>
                </a:cubicBezTo>
                <a:cubicBezTo>
                  <a:pt x="3530" y="2741"/>
                  <a:pt x="3372" y="2899"/>
                  <a:pt x="3183" y="2899"/>
                </a:cubicBezTo>
                <a:cubicBezTo>
                  <a:pt x="2994" y="2899"/>
                  <a:pt x="2836" y="2741"/>
                  <a:pt x="2836" y="2521"/>
                </a:cubicBezTo>
                <a:cubicBezTo>
                  <a:pt x="2836" y="2332"/>
                  <a:pt x="2994" y="2174"/>
                  <a:pt x="3183" y="2174"/>
                </a:cubicBezTo>
                <a:close/>
                <a:moveTo>
                  <a:pt x="8885" y="2174"/>
                </a:moveTo>
                <a:cubicBezTo>
                  <a:pt x="9074" y="2174"/>
                  <a:pt x="9232" y="2332"/>
                  <a:pt x="9232" y="2521"/>
                </a:cubicBezTo>
                <a:cubicBezTo>
                  <a:pt x="9232" y="2741"/>
                  <a:pt x="9074" y="2899"/>
                  <a:pt x="8885" y="2899"/>
                </a:cubicBezTo>
                <a:cubicBezTo>
                  <a:pt x="8696" y="2899"/>
                  <a:pt x="8539" y="2741"/>
                  <a:pt x="8539" y="2521"/>
                </a:cubicBezTo>
                <a:cubicBezTo>
                  <a:pt x="8539" y="2332"/>
                  <a:pt x="8696" y="2174"/>
                  <a:pt x="8885" y="2174"/>
                </a:cubicBezTo>
                <a:close/>
                <a:moveTo>
                  <a:pt x="6050" y="3718"/>
                </a:moveTo>
                <a:cubicBezTo>
                  <a:pt x="6396" y="4033"/>
                  <a:pt x="7153" y="4726"/>
                  <a:pt x="7562" y="5640"/>
                </a:cubicBezTo>
                <a:cubicBezTo>
                  <a:pt x="6869" y="6238"/>
                  <a:pt x="6365" y="6931"/>
                  <a:pt x="6050" y="7814"/>
                </a:cubicBezTo>
                <a:cubicBezTo>
                  <a:pt x="5735" y="6994"/>
                  <a:pt x="5199" y="6238"/>
                  <a:pt x="4569" y="5640"/>
                </a:cubicBezTo>
                <a:cubicBezTo>
                  <a:pt x="4947" y="4726"/>
                  <a:pt x="5703" y="4033"/>
                  <a:pt x="6050" y="3718"/>
                </a:cubicBezTo>
                <a:close/>
                <a:moveTo>
                  <a:pt x="1009" y="5010"/>
                </a:moveTo>
                <a:cubicBezTo>
                  <a:pt x="3561" y="5010"/>
                  <a:pt x="5672" y="7089"/>
                  <a:pt x="5672" y="9704"/>
                </a:cubicBezTo>
                <a:lnTo>
                  <a:pt x="5672" y="10050"/>
                </a:lnTo>
                <a:lnTo>
                  <a:pt x="5294" y="10050"/>
                </a:lnTo>
                <a:cubicBezTo>
                  <a:pt x="2773" y="10050"/>
                  <a:pt x="663" y="7971"/>
                  <a:pt x="663" y="5356"/>
                </a:cubicBezTo>
                <a:lnTo>
                  <a:pt x="663" y="5010"/>
                </a:lnTo>
                <a:close/>
                <a:moveTo>
                  <a:pt x="11406" y="5010"/>
                </a:moveTo>
                <a:lnTo>
                  <a:pt x="11406" y="5356"/>
                </a:lnTo>
                <a:cubicBezTo>
                  <a:pt x="11406" y="7971"/>
                  <a:pt x="9326" y="10050"/>
                  <a:pt x="6775" y="10050"/>
                </a:cubicBezTo>
                <a:lnTo>
                  <a:pt x="6396" y="10050"/>
                </a:lnTo>
                <a:lnTo>
                  <a:pt x="6396" y="9704"/>
                </a:lnTo>
                <a:cubicBezTo>
                  <a:pt x="6396" y="7089"/>
                  <a:pt x="8507" y="5010"/>
                  <a:pt x="11059" y="5010"/>
                </a:cubicBezTo>
                <a:close/>
                <a:moveTo>
                  <a:pt x="7814" y="10649"/>
                </a:moveTo>
                <a:lnTo>
                  <a:pt x="7814" y="10775"/>
                </a:lnTo>
                <a:cubicBezTo>
                  <a:pt x="7814" y="11153"/>
                  <a:pt x="7499" y="11468"/>
                  <a:pt x="7121" y="11468"/>
                </a:cubicBezTo>
                <a:cubicBezTo>
                  <a:pt x="6712" y="11468"/>
                  <a:pt x="6396" y="11153"/>
                  <a:pt x="6396" y="10775"/>
                </a:cubicBezTo>
                <a:cubicBezTo>
                  <a:pt x="6838" y="10775"/>
                  <a:pt x="7247" y="10775"/>
                  <a:pt x="7814" y="10649"/>
                </a:cubicBezTo>
                <a:close/>
                <a:moveTo>
                  <a:pt x="4286" y="10680"/>
                </a:moveTo>
                <a:cubicBezTo>
                  <a:pt x="4884" y="10806"/>
                  <a:pt x="5262" y="10806"/>
                  <a:pt x="5703" y="10806"/>
                </a:cubicBezTo>
                <a:cubicBezTo>
                  <a:pt x="5703" y="11153"/>
                  <a:pt x="5388" y="11500"/>
                  <a:pt x="4979" y="11500"/>
                </a:cubicBezTo>
                <a:cubicBezTo>
                  <a:pt x="4601" y="11500"/>
                  <a:pt x="4286" y="11185"/>
                  <a:pt x="4286" y="10806"/>
                </a:cubicBezTo>
                <a:lnTo>
                  <a:pt x="4286" y="10680"/>
                </a:lnTo>
                <a:close/>
                <a:moveTo>
                  <a:pt x="6050" y="0"/>
                </a:moveTo>
                <a:cubicBezTo>
                  <a:pt x="5451" y="0"/>
                  <a:pt x="4979" y="473"/>
                  <a:pt x="4979" y="1071"/>
                </a:cubicBezTo>
                <a:cubicBezTo>
                  <a:pt x="4979" y="1544"/>
                  <a:pt x="5294" y="1922"/>
                  <a:pt x="5703" y="2080"/>
                </a:cubicBezTo>
                <a:lnTo>
                  <a:pt x="5703" y="3025"/>
                </a:lnTo>
                <a:cubicBezTo>
                  <a:pt x="5357" y="3308"/>
                  <a:pt x="4475" y="4096"/>
                  <a:pt x="3971" y="5167"/>
                </a:cubicBezTo>
                <a:cubicBezTo>
                  <a:pt x="3845" y="5104"/>
                  <a:pt x="3687" y="5010"/>
                  <a:pt x="3561" y="4947"/>
                </a:cubicBezTo>
                <a:lnTo>
                  <a:pt x="3561" y="3529"/>
                </a:lnTo>
                <a:cubicBezTo>
                  <a:pt x="4002" y="3371"/>
                  <a:pt x="4286" y="2962"/>
                  <a:pt x="4286" y="2489"/>
                </a:cubicBezTo>
                <a:cubicBezTo>
                  <a:pt x="4286" y="1891"/>
                  <a:pt x="3813" y="1418"/>
                  <a:pt x="3214" y="1418"/>
                </a:cubicBezTo>
                <a:cubicBezTo>
                  <a:pt x="2616" y="1418"/>
                  <a:pt x="2143" y="1891"/>
                  <a:pt x="2143" y="2489"/>
                </a:cubicBezTo>
                <a:cubicBezTo>
                  <a:pt x="2143" y="2962"/>
                  <a:pt x="2458" y="3371"/>
                  <a:pt x="2868" y="3529"/>
                </a:cubicBezTo>
                <a:lnTo>
                  <a:pt x="2868" y="4632"/>
                </a:lnTo>
                <a:cubicBezTo>
                  <a:pt x="2269" y="4411"/>
                  <a:pt x="1671" y="4316"/>
                  <a:pt x="1041" y="4316"/>
                </a:cubicBezTo>
                <a:lnTo>
                  <a:pt x="348" y="4316"/>
                </a:lnTo>
                <a:cubicBezTo>
                  <a:pt x="158" y="4316"/>
                  <a:pt x="1" y="4474"/>
                  <a:pt x="1" y="4663"/>
                </a:cubicBezTo>
                <a:lnTo>
                  <a:pt x="1" y="5356"/>
                </a:lnTo>
                <a:cubicBezTo>
                  <a:pt x="1" y="6774"/>
                  <a:pt x="537" y="8160"/>
                  <a:pt x="1576" y="9200"/>
                </a:cubicBezTo>
                <a:cubicBezTo>
                  <a:pt x="2143" y="9767"/>
                  <a:pt x="2836" y="10208"/>
                  <a:pt x="3561" y="10491"/>
                </a:cubicBezTo>
                <a:lnTo>
                  <a:pt x="3561" y="10806"/>
                </a:lnTo>
                <a:cubicBezTo>
                  <a:pt x="3561" y="11594"/>
                  <a:pt x="4191" y="12224"/>
                  <a:pt x="4979" y="12224"/>
                </a:cubicBezTo>
                <a:cubicBezTo>
                  <a:pt x="5420" y="12224"/>
                  <a:pt x="5829" y="12035"/>
                  <a:pt x="6050" y="11752"/>
                </a:cubicBezTo>
                <a:cubicBezTo>
                  <a:pt x="6333" y="12067"/>
                  <a:pt x="6680" y="12224"/>
                  <a:pt x="7121" y="12224"/>
                </a:cubicBezTo>
                <a:cubicBezTo>
                  <a:pt x="7909" y="12224"/>
                  <a:pt x="8539" y="11594"/>
                  <a:pt x="8539" y="10806"/>
                </a:cubicBezTo>
                <a:lnTo>
                  <a:pt x="8539" y="10491"/>
                </a:lnTo>
                <a:cubicBezTo>
                  <a:pt x="9295" y="10208"/>
                  <a:pt x="9957" y="9767"/>
                  <a:pt x="10555" y="9200"/>
                </a:cubicBezTo>
                <a:cubicBezTo>
                  <a:pt x="11563" y="8160"/>
                  <a:pt x="12130" y="6837"/>
                  <a:pt x="12130" y="5356"/>
                </a:cubicBezTo>
                <a:lnTo>
                  <a:pt x="12130" y="4663"/>
                </a:lnTo>
                <a:cubicBezTo>
                  <a:pt x="12130" y="4474"/>
                  <a:pt x="11973" y="4316"/>
                  <a:pt x="11752" y="4316"/>
                </a:cubicBezTo>
                <a:lnTo>
                  <a:pt x="11059" y="4316"/>
                </a:lnTo>
                <a:cubicBezTo>
                  <a:pt x="10429" y="4316"/>
                  <a:pt x="9831" y="4411"/>
                  <a:pt x="9232" y="4632"/>
                </a:cubicBezTo>
                <a:lnTo>
                  <a:pt x="9232" y="3529"/>
                </a:lnTo>
                <a:cubicBezTo>
                  <a:pt x="9673" y="3371"/>
                  <a:pt x="9957" y="2962"/>
                  <a:pt x="9957" y="2489"/>
                </a:cubicBezTo>
                <a:cubicBezTo>
                  <a:pt x="9957" y="1891"/>
                  <a:pt x="9484" y="1418"/>
                  <a:pt x="8885" y="1418"/>
                </a:cubicBezTo>
                <a:cubicBezTo>
                  <a:pt x="8287" y="1418"/>
                  <a:pt x="7814" y="1891"/>
                  <a:pt x="7814" y="2489"/>
                </a:cubicBezTo>
                <a:cubicBezTo>
                  <a:pt x="7814" y="2962"/>
                  <a:pt x="8129" y="3371"/>
                  <a:pt x="8539" y="3529"/>
                </a:cubicBezTo>
                <a:lnTo>
                  <a:pt x="8539" y="4947"/>
                </a:lnTo>
                <a:cubicBezTo>
                  <a:pt x="8381" y="5010"/>
                  <a:pt x="8255" y="5104"/>
                  <a:pt x="8129" y="5167"/>
                </a:cubicBezTo>
                <a:cubicBezTo>
                  <a:pt x="7625" y="4096"/>
                  <a:pt x="6775" y="3308"/>
                  <a:pt x="6396" y="3025"/>
                </a:cubicBezTo>
                <a:lnTo>
                  <a:pt x="6396" y="2080"/>
                </a:lnTo>
                <a:cubicBezTo>
                  <a:pt x="6838" y="1922"/>
                  <a:pt x="7121" y="1544"/>
                  <a:pt x="7121" y="1071"/>
                </a:cubicBezTo>
                <a:cubicBezTo>
                  <a:pt x="7121" y="473"/>
                  <a:pt x="6649" y="0"/>
                  <a:pt x="605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59" name="Google Shape;3559;p48"/>
          <p:cNvGrpSpPr/>
          <p:nvPr/>
        </p:nvGrpSpPr>
        <p:grpSpPr>
          <a:xfrm>
            <a:off x="732601" y="2417066"/>
            <a:ext cx="256050" cy="292351"/>
            <a:chOff x="-16422500" y="2425450"/>
            <a:chExt cx="267025" cy="304850"/>
          </a:xfrm>
        </p:grpSpPr>
        <p:sp>
          <p:nvSpPr>
            <p:cNvPr id="3560" name="Google Shape;3560;p48"/>
            <p:cNvSpPr/>
            <p:nvPr/>
          </p:nvSpPr>
          <p:spPr>
            <a:xfrm>
              <a:off x="-16350825" y="2515275"/>
              <a:ext cx="17350" cy="18125"/>
            </a:xfrm>
            <a:custGeom>
              <a:rect b="b" l="l" r="r" t="t"/>
              <a:pathLst>
                <a:path extrusionOk="0" h="725" w="694">
                  <a:moveTo>
                    <a:pt x="347" y="0"/>
                  </a:moveTo>
                  <a:cubicBezTo>
                    <a:pt x="158" y="0"/>
                    <a:pt x="1" y="158"/>
                    <a:pt x="1" y="347"/>
                  </a:cubicBezTo>
                  <a:cubicBezTo>
                    <a:pt x="1" y="567"/>
                    <a:pt x="158" y="725"/>
                    <a:pt x="347" y="725"/>
                  </a:cubicBezTo>
                  <a:cubicBezTo>
                    <a:pt x="536" y="725"/>
                    <a:pt x="694" y="567"/>
                    <a:pt x="694" y="347"/>
                  </a:cubicBezTo>
                  <a:cubicBezTo>
                    <a:pt x="694" y="158"/>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1" name="Google Shape;3561;p48"/>
            <p:cNvSpPr/>
            <p:nvPr/>
          </p:nvSpPr>
          <p:spPr>
            <a:xfrm>
              <a:off x="-16245275" y="2515275"/>
              <a:ext cx="18125" cy="18125"/>
            </a:xfrm>
            <a:custGeom>
              <a:rect b="b" l="l" r="r" t="t"/>
              <a:pathLst>
                <a:path extrusionOk="0" h="725" w="725">
                  <a:moveTo>
                    <a:pt x="378" y="0"/>
                  </a:moveTo>
                  <a:cubicBezTo>
                    <a:pt x="158" y="0"/>
                    <a:pt x="0" y="158"/>
                    <a:pt x="0" y="378"/>
                  </a:cubicBezTo>
                  <a:cubicBezTo>
                    <a:pt x="0" y="567"/>
                    <a:pt x="158" y="725"/>
                    <a:pt x="378" y="725"/>
                  </a:cubicBezTo>
                  <a:cubicBezTo>
                    <a:pt x="567" y="725"/>
                    <a:pt x="725" y="567"/>
                    <a:pt x="725" y="378"/>
                  </a:cubicBezTo>
                  <a:cubicBezTo>
                    <a:pt x="725" y="158"/>
                    <a:pt x="567" y="0"/>
                    <a:pt x="3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2" name="Google Shape;3562;p48"/>
            <p:cNvSpPr/>
            <p:nvPr/>
          </p:nvSpPr>
          <p:spPr>
            <a:xfrm>
              <a:off x="-16422500" y="2425450"/>
              <a:ext cx="267025" cy="304850"/>
            </a:xfrm>
            <a:custGeom>
              <a:rect b="b" l="l" r="r" t="t"/>
              <a:pathLst>
                <a:path extrusionOk="0" h="12194" w="10681">
                  <a:moveTo>
                    <a:pt x="5325" y="5925"/>
                  </a:moveTo>
                  <a:cubicBezTo>
                    <a:pt x="5482" y="5925"/>
                    <a:pt x="5640" y="6051"/>
                    <a:pt x="5703" y="6177"/>
                  </a:cubicBezTo>
                  <a:lnTo>
                    <a:pt x="5325" y="6586"/>
                  </a:lnTo>
                  <a:lnTo>
                    <a:pt x="4978" y="6177"/>
                  </a:lnTo>
                  <a:cubicBezTo>
                    <a:pt x="5010" y="6019"/>
                    <a:pt x="5167" y="5925"/>
                    <a:pt x="5325" y="5925"/>
                  </a:cubicBezTo>
                  <a:close/>
                  <a:moveTo>
                    <a:pt x="4411" y="5767"/>
                  </a:moveTo>
                  <a:cubicBezTo>
                    <a:pt x="4348" y="5925"/>
                    <a:pt x="4254" y="6114"/>
                    <a:pt x="4254" y="6334"/>
                  </a:cubicBezTo>
                  <a:cubicBezTo>
                    <a:pt x="4254" y="6366"/>
                    <a:pt x="4254" y="6429"/>
                    <a:pt x="4348" y="6523"/>
                  </a:cubicBezTo>
                  <a:lnTo>
                    <a:pt x="4978" y="7311"/>
                  </a:lnTo>
                  <a:cubicBezTo>
                    <a:pt x="4884" y="8004"/>
                    <a:pt x="4317" y="8602"/>
                    <a:pt x="3561" y="8602"/>
                  </a:cubicBezTo>
                  <a:cubicBezTo>
                    <a:pt x="2773" y="8602"/>
                    <a:pt x="2143" y="7972"/>
                    <a:pt x="2143" y="7185"/>
                  </a:cubicBezTo>
                  <a:cubicBezTo>
                    <a:pt x="2143" y="6397"/>
                    <a:pt x="2773" y="5767"/>
                    <a:pt x="3561" y="5767"/>
                  </a:cubicBezTo>
                  <a:close/>
                  <a:moveTo>
                    <a:pt x="7089" y="5735"/>
                  </a:moveTo>
                  <a:cubicBezTo>
                    <a:pt x="7877" y="5735"/>
                    <a:pt x="8507" y="6366"/>
                    <a:pt x="8507" y="7153"/>
                  </a:cubicBezTo>
                  <a:cubicBezTo>
                    <a:pt x="8507" y="7972"/>
                    <a:pt x="7877" y="8602"/>
                    <a:pt x="7089" y="8602"/>
                  </a:cubicBezTo>
                  <a:cubicBezTo>
                    <a:pt x="6365" y="8602"/>
                    <a:pt x="5734" y="8004"/>
                    <a:pt x="5671" y="7311"/>
                  </a:cubicBezTo>
                  <a:lnTo>
                    <a:pt x="6302" y="6523"/>
                  </a:lnTo>
                  <a:cubicBezTo>
                    <a:pt x="6365" y="6429"/>
                    <a:pt x="6396" y="6366"/>
                    <a:pt x="6396" y="6271"/>
                  </a:cubicBezTo>
                  <a:cubicBezTo>
                    <a:pt x="6396" y="6082"/>
                    <a:pt x="6365" y="5893"/>
                    <a:pt x="6239" y="5735"/>
                  </a:cubicBezTo>
                  <a:close/>
                  <a:moveTo>
                    <a:pt x="5317" y="725"/>
                  </a:moveTo>
                  <a:cubicBezTo>
                    <a:pt x="6534" y="725"/>
                    <a:pt x="7685" y="1194"/>
                    <a:pt x="8570" y="2018"/>
                  </a:cubicBezTo>
                  <a:cubicBezTo>
                    <a:pt x="9452" y="2932"/>
                    <a:pt x="9988" y="4129"/>
                    <a:pt x="9988" y="5389"/>
                  </a:cubicBezTo>
                  <a:lnTo>
                    <a:pt x="9988" y="8256"/>
                  </a:lnTo>
                  <a:cubicBezTo>
                    <a:pt x="9988" y="8854"/>
                    <a:pt x="9515" y="9327"/>
                    <a:pt x="8916" y="9327"/>
                  </a:cubicBezTo>
                  <a:lnTo>
                    <a:pt x="8570" y="9327"/>
                  </a:lnTo>
                  <a:lnTo>
                    <a:pt x="8570" y="8760"/>
                  </a:lnTo>
                  <a:cubicBezTo>
                    <a:pt x="9043" y="8350"/>
                    <a:pt x="9263" y="7783"/>
                    <a:pt x="9263" y="7153"/>
                  </a:cubicBezTo>
                  <a:cubicBezTo>
                    <a:pt x="9263" y="5956"/>
                    <a:pt x="8318" y="5011"/>
                    <a:pt x="7152" y="5011"/>
                  </a:cubicBezTo>
                  <a:lnTo>
                    <a:pt x="3561" y="5011"/>
                  </a:lnTo>
                  <a:cubicBezTo>
                    <a:pt x="2363" y="5011"/>
                    <a:pt x="1418" y="5956"/>
                    <a:pt x="1418" y="7153"/>
                  </a:cubicBezTo>
                  <a:cubicBezTo>
                    <a:pt x="1418" y="7783"/>
                    <a:pt x="1702" y="8319"/>
                    <a:pt x="2143" y="8760"/>
                  </a:cubicBezTo>
                  <a:lnTo>
                    <a:pt x="2143" y="9327"/>
                  </a:lnTo>
                  <a:lnTo>
                    <a:pt x="1796" y="9327"/>
                  </a:lnTo>
                  <a:cubicBezTo>
                    <a:pt x="1198" y="9327"/>
                    <a:pt x="725" y="8854"/>
                    <a:pt x="725" y="8256"/>
                  </a:cubicBezTo>
                  <a:lnTo>
                    <a:pt x="725" y="5609"/>
                  </a:lnTo>
                  <a:cubicBezTo>
                    <a:pt x="725" y="3026"/>
                    <a:pt x="2742" y="821"/>
                    <a:pt x="5199" y="726"/>
                  </a:cubicBezTo>
                  <a:cubicBezTo>
                    <a:pt x="5238" y="725"/>
                    <a:pt x="5278" y="725"/>
                    <a:pt x="5317" y="725"/>
                  </a:cubicBezTo>
                  <a:close/>
                  <a:moveTo>
                    <a:pt x="5325" y="8382"/>
                  </a:moveTo>
                  <a:cubicBezTo>
                    <a:pt x="5577" y="8760"/>
                    <a:pt x="5955" y="9043"/>
                    <a:pt x="6396" y="9201"/>
                  </a:cubicBezTo>
                  <a:lnTo>
                    <a:pt x="6396" y="9674"/>
                  </a:lnTo>
                  <a:cubicBezTo>
                    <a:pt x="6081" y="9894"/>
                    <a:pt x="5734" y="10020"/>
                    <a:pt x="5325" y="10020"/>
                  </a:cubicBezTo>
                  <a:cubicBezTo>
                    <a:pt x="4947" y="10020"/>
                    <a:pt x="4569" y="9894"/>
                    <a:pt x="4254" y="9674"/>
                  </a:cubicBezTo>
                  <a:lnTo>
                    <a:pt x="4254" y="9201"/>
                  </a:lnTo>
                  <a:cubicBezTo>
                    <a:pt x="4695" y="9043"/>
                    <a:pt x="5104" y="8728"/>
                    <a:pt x="5325" y="8382"/>
                  </a:cubicBezTo>
                  <a:close/>
                  <a:moveTo>
                    <a:pt x="2836" y="9201"/>
                  </a:moveTo>
                  <a:cubicBezTo>
                    <a:pt x="3088" y="9264"/>
                    <a:pt x="3309" y="9327"/>
                    <a:pt x="3561" y="9327"/>
                  </a:cubicBezTo>
                  <a:lnTo>
                    <a:pt x="3561" y="11406"/>
                  </a:lnTo>
                  <a:cubicBezTo>
                    <a:pt x="3151" y="11249"/>
                    <a:pt x="2836" y="10839"/>
                    <a:pt x="2836" y="10367"/>
                  </a:cubicBezTo>
                  <a:lnTo>
                    <a:pt x="2836" y="9201"/>
                  </a:lnTo>
                  <a:close/>
                  <a:moveTo>
                    <a:pt x="7814" y="9201"/>
                  </a:moveTo>
                  <a:lnTo>
                    <a:pt x="7814" y="10367"/>
                  </a:lnTo>
                  <a:cubicBezTo>
                    <a:pt x="7814" y="10839"/>
                    <a:pt x="7499" y="11249"/>
                    <a:pt x="7089" y="11406"/>
                  </a:cubicBezTo>
                  <a:lnTo>
                    <a:pt x="7089" y="9327"/>
                  </a:lnTo>
                  <a:cubicBezTo>
                    <a:pt x="7341" y="9327"/>
                    <a:pt x="7562" y="9264"/>
                    <a:pt x="7814" y="9201"/>
                  </a:cubicBezTo>
                  <a:close/>
                  <a:moveTo>
                    <a:pt x="5317" y="0"/>
                  </a:moveTo>
                  <a:cubicBezTo>
                    <a:pt x="5278" y="0"/>
                    <a:pt x="5238" y="1"/>
                    <a:pt x="5199" y="2"/>
                  </a:cubicBezTo>
                  <a:cubicBezTo>
                    <a:pt x="3781" y="65"/>
                    <a:pt x="2489" y="695"/>
                    <a:pt x="1513" y="1766"/>
                  </a:cubicBezTo>
                  <a:cubicBezTo>
                    <a:pt x="568" y="2806"/>
                    <a:pt x="1" y="4160"/>
                    <a:pt x="1" y="5609"/>
                  </a:cubicBezTo>
                  <a:lnTo>
                    <a:pt x="1" y="8256"/>
                  </a:lnTo>
                  <a:cubicBezTo>
                    <a:pt x="1" y="9233"/>
                    <a:pt x="788" y="10020"/>
                    <a:pt x="1796" y="10020"/>
                  </a:cubicBezTo>
                  <a:lnTo>
                    <a:pt x="2143" y="10020"/>
                  </a:lnTo>
                  <a:lnTo>
                    <a:pt x="2143" y="10367"/>
                  </a:lnTo>
                  <a:cubicBezTo>
                    <a:pt x="2143" y="10839"/>
                    <a:pt x="2332" y="11312"/>
                    <a:pt x="2647" y="11627"/>
                  </a:cubicBezTo>
                  <a:cubicBezTo>
                    <a:pt x="2994" y="12005"/>
                    <a:pt x="3435" y="12194"/>
                    <a:pt x="3907" y="12194"/>
                  </a:cubicBezTo>
                  <a:cubicBezTo>
                    <a:pt x="4096" y="12194"/>
                    <a:pt x="4254" y="12036"/>
                    <a:pt x="4254" y="11847"/>
                  </a:cubicBezTo>
                  <a:lnTo>
                    <a:pt x="4254" y="10493"/>
                  </a:lnTo>
                  <a:cubicBezTo>
                    <a:pt x="4569" y="10650"/>
                    <a:pt x="4978" y="10713"/>
                    <a:pt x="5325" y="10713"/>
                  </a:cubicBezTo>
                  <a:cubicBezTo>
                    <a:pt x="5703" y="10713"/>
                    <a:pt x="6081" y="10650"/>
                    <a:pt x="6396" y="10493"/>
                  </a:cubicBezTo>
                  <a:lnTo>
                    <a:pt x="6396" y="11847"/>
                  </a:lnTo>
                  <a:cubicBezTo>
                    <a:pt x="6396" y="12036"/>
                    <a:pt x="6554" y="12194"/>
                    <a:pt x="6743" y="12194"/>
                  </a:cubicBezTo>
                  <a:cubicBezTo>
                    <a:pt x="7215" y="12194"/>
                    <a:pt x="7656" y="12005"/>
                    <a:pt x="8003" y="11627"/>
                  </a:cubicBezTo>
                  <a:cubicBezTo>
                    <a:pt x="8381" y="11280"/>
                    <a:pt x="8538" y="10839"/>
                    <a:pt x="8538" y="10367"/>
                  </a:cubicBezTo>
                  <a:lnTo>
                    <a:pt x="8538" y="10020"/>
                  </a:lnTo>
                  <a:lnTo>
                    <a:pt x="8885" y="10020"/>
                  </a:lnTo>
                  <a:cubicBezTo>
                    <a:pt x="9862" y="10020"/>
                    <a:pt x="10649" y="9233"/>
                    <a:pt x="10649" y="8256"/>
                  </a:cubicBezTo>
                  <a:lnTo>
                    <a:pt x="10649" y="5420"/>
                  </a:lnTo>
                  <a:cubicBezTo>
                    <a:pt x="10681" y="4664"/>
                    <a:pt x="10523" y="3908"/>
                    <a:pt x="10240" y="3247"/>
                  </a:cubicBezTo>
                  <a:cubicBezTo>
                    <a:pt x="9988" y="2585"/>
                    <a:pt x="9578" y="2018"/>
                    <a:pt x="9074" y="1514"/>
                  </a:cubicBezTo>
                  <a:cubicBezTo>
                    <a:pt x="8033" y="534"/>
                    <a:pt x="6694" y="0"/>
                    <a:pt x="531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63" name="Google Shape;3563;p48"/>
          <p:cNvGrpSpPr/>
          <p:nvPr/>
        </p:nvGrpSpPr>
        <p:grpSpPr>
          <a:xfrm>
            <a:off x="7704673" y="2417450"/>
            <a:ext cx="292321" cy="291584"/>
            <a:chOff x="-16442200" y="2801175"/>
            <a:chExt cx="304850" cy="304050"/>
          </a:xfrm>
        </p:grpSpPr>
        <p:sp>
          <p:nvSpPr>
            <p:cNvPr id="3564" name="Google Shape;3564;p48"/>
            <p:cNvSpPr/>
            <p:nvPr/>
          </p:nvSpPr>
          <p:spPr>
            <a:xfrm>
              <a:off x="-16369725" y="2942950"/>
              <a:ext cx="17350" cy="17350"/>
            </a:xfrm>
            <a:custGeom>
              <a:rect b="b" l="l" r="r" t="t"/>
              <a:pathLst>
                <a:path extrusionOk="0" h="694" w="694">
                  <a:moveTo>
                    <a:pt x="347" y="0"/>
                  </a:moveTo>
                  <a:cubicBezTo>
                    <a:pt x="158" y="0"/>
                    <a:pt x="0" y="158"/>
                    <a:pt x="0" y="347"/>
                  </a:cubicBezTo>
                  <a:cubicBezTo>
                    <a:pt x="0" y="536"/>
                    <a:pt x="158" y="693"/>
                    <a:pt x="347" y="693"/>
                  </a:cubicBezTo>
                  <a:cubicBezTo>
                    <a:pt x="536" y="693"/>
                    <a:pt x="694" y="536"/>
                    <a:pt x="694" y="347"/>
                  </a:cubicBezTo>
                  <a:cubicBezTo>
                    <a:pt x="694" y="158"/>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5" name="Google Shape;3565;p48"/>
            <p:cNvSpPr/>
            <p:nvPr/>
          </p:nvSpPr>
          <p:spPr>
            <a:xfrm>
              <a:off x="-16442200" y="2801175"/>
              <a:ext cx="304850" cy="304050"/>
            </a:xfrm>
            <a:custGeom>
              <a:rect b="b" l="l" r="r" t="t"/>
              <a:pathLst>
                <a:path extrusionOk="0" h="12162" w="12194">
                  <a:moveTo>
                    <a:pt x="7940" y="694"/>
                  </a:moveTo>
                  <a:cubicBezTo>
                    <a:pt x="8255" y="694"/>
                    <a:pt x="8539" y="914"/>
                    <a:pt x="8602" y="1229"/>
                  </a:cubicBezTo>
                  <a:cubicBezTo>
                    <a:pt x="8633" y="1324"/>
                    <a:pt x="8728" y="1418"/>
                    <a:pt x="8854" y="1450"/>
                  </a:cubicBezTo>
                  <a:cubicBezTo>
                    <a:pt x="9169" y="1544"/>
                    <a:pt x="9358" y="1796"/>
                    <a:pt x="9358" y="2111"/>
                  </a:cubicBezTo>
                  <a:cubicBezTo>
                    <a:pt x="9358" y="2426"/>
                    <a:pt x="9169" y="2710"/>
                    <a:pt x="8854" y="2804"/>
                  </a:cubicBezTo>
                  <a:cubicBezTo>
                    <a:pt x="8728" y="2836"/>
                    <a:pt x="8633" y="2899"/>
                    <a:pt x="8602" y="3025"/>
                  </a:cubicBezTo>
                  <a:cubicBezTo>
                    <a:pt x="8539" y="3340"/>
                    <a:pt x="8255" y="3529"/>
                    <a:pt x="7940" y="3529"/>
                  </a:cubicBezTo>
                  <a:cubicBezTo>
                    <a:pt x="7625" y="3529"/>
                    <a:pt x="7373" y="3340"/>
                    <a:pt x="7279" y="3056"/>
                  </a:cubicBezTo>
                  <a:cubicBezTo>
                    <a:pt x="7216" y="2899"/>
                    <a:pt x="7058" y="2836"/>
                    <a:pt x="6901" y="2836"/>
                  </a:cubicBezTo>
                  <a:lnTo>
                    <a:pt x="6806" y="2836"/>
                  </a:lnTo>
                  <a:cubicBezTo>
                    <a:pt x="6649" y="2836"/>
                    <a:pt x="6522" y="2899"/>
                    <a:pt x="6428" y="3056"/>
                  </a:cubicBezTo>
                  <a:cubicBezTo>
                    <a:pt x="6333" y="3340"/>
                    <a:pt x="6081" y="3529"/>
                    <a:pt x="5766" y="3529"/>
                  </a:cubicBezTo>
                  <a:cubicBezTo>
                    <a:pt x="5451" y="3529"/>
                    <a:pt x="5231" y="3340"/>
                    <a:pt x="5105" y="3056"/>
                  </a:cubicBezTo>
                  <a:cubicBezTo>
                    <a:pt x="5073" y="2899"/>
                    <a:pt x="4916" y="2836"/>
                    <a:pt x="4758" y="2836"/>
                  </a:cubicBezTo>
                  <a:lnTo>
                    <a:pt x="4632" y="2836"/>
                  </a:lnTo>
                  <a:cubicBezTo>
                    <a:pt x="4475" y="2836"/>
                    <a:pt x="4349" y="2899"/>
                    <a:pt x="4254" y="3056"/>
                  </a:cubicBezTo>
                  <a:cubicBezTo>
                    <a:pt x="4191" y="3340"/>
                    <a:pt x="3908" y="3529"/>
                    <a:pt x="3593" y="3529"/>
                  </a:cubicBezTo>
                  <a:cubicBezTo>
                    <a:pt x="3277" y="3529"/>
                    <a:pt x="2994" y="3340"/>
                    <a:pt x="2931" y="3025"/>
                  </a:cubicBezTo>
                  <a:cubicBezTo>
                    <a:pt x="2899" y="2899"/>
                    <a:pt x="2805" y="2836"/>
                    <a:pt x="2679" y="2804"/>
                  </a:cubicBezTo>
                  <a:cubicBezTo>
                    <a:pt x="2395" y="2710"/>
                    <a:pt x="2175" y="2426"/>
                    <a:pt x="2175" y="2111"/>
                  </a:cubicBezTo>
                  <a:cubicBezTo>
                    <a:pt x="2175" y="1796"/>
                    <a:pt x="2395" y="1544"/>
                    <a:pt x="2679" y="1450"/>
                  </a:cubicBezTo>
                  <a:cubicBezTo>
                    <a:pt x="2805" y="1418"/>
                    <a:pt x="2899" y="1324"/>
                    <a:pt x="2931" y="1229"/>
                  </a:cubicBezTo>
                  <a:cubicBezTo>
                    <a:pt x="2994" y="914"/>
                    <a:pt x="3277" y="694"/>
                    <a:pt x="3593" y="694"/>
                  </a:cubicBezTo>
                  <a:cubicBezTo>
                    <a:pt x="3908" y="694"/>
                    <a:pt x="4160" y="914"/>
                    <a:pt x="4254" y="1166"/>
                  </a:cubicBezTo>
                  <a:cubicBezTo>
                    <a:pt x="4317" y="1324"/>
                    <a:pt x="4475" y="1418"/>
                    <a:pt x="4632" y="1418"/>
                  </a:cubicBezTo>
                  <a:lnTo>
                    <a:pt x="4758" y="1418"/>
                  </a:lnTo>
                  <a:cubicBezTo>
                    <a:pt x="4916" y="1418"/>
                    <a:pt x="5010" y="1324"/>
                    <a:pt x="5105" y="1166"/>
                  </a:cubicBezTo>
                  <a:cubicBezTo>
                    <a:pt x="5231" y="914"/>
                    <a:pt x="5451" y="694"/>
                    <a:pt x="5766" y="694"/>
                  </a:cubicBezTo>
                  <a:cubicBezTo>
                    <a:pt x="6081" y="694"/>
                    <a:pt x="6333" y="914"/>
                    <a:pt x="6428" y="1166"/>
                  </a:cubicBezTo>
                  <a:cubicBezTo>
                    <a:pt x="6491" y="1324"/>
                    <a:pt x="6649" y="1418"/>
                    <a:pt x="6806" y="1418"/>
                  </a:cubicBezTo>
                  <a:lnTo>
                    <a:pt x="6901" y="1418"/>
                  </a:lnTo>
                  <a:cubicBezTo>
                    <a:pt x="7058" y="1418"/>
                    <a:pt x="7184" y="1324"/>
                    <a:pt x="7279" y="1166"/>
                  </a:cubicBezTo>
                  <a:cubicBezTo>
                    <a:pt x="7373" y="914"/>
                    <a:pt x="7625" y="694"/>
                    <a:pt x="7940" y="694"/>
                  </a:cubicBezTo>
                  <a:close/>
                  <a:moveTo>
                    <a:pt x="6459" y="4065"/>
                  </a:moveTo>
                  <a:cubicBezTo>
                    <a:pt x="6522" y="4128"/>
                    <a:pt x="7184" y="4632"/>
                    <a:pt x="7184" y="5671"/>
                  </a:cubicBezTo>
                  <a:cubicBezTo>
                    <a:pt x="7184" y="6207"/>
                    <a:pt x="6995" y="6711"/>
                    <a:pt x="6585" y="7120"/>
                  </a:cubicBezTo>
                  <a:cubicBezTo>
                    <a:pt x="6428" y="7120"/>
                    <a:pt x="6270" y="7089"/>
                    <a:pt x="6081" y="7089"/>
                  </a:cubicBezTo>
                  <a:cubicBezTo>
                    <a:pt x="5798" y="7089"/>
                    <a:pt x="5514" y="7120"/>
                    <a:pt x="5294" y="7152"/>
                  </a:cubicBezTo>
                  <a:cubicBezTo>
                    <a:pt x="5577" y="6711"/>
                    <a:pt x="5735" y="6175"/>
                    <a:pt x="5735" y="5608"/>
                  </a:cubicBezTo>
                  <a:cubicBezTo>
                    <a:pt x="5735" y="5104"/>
                    <a:pt x="5577" y="4569"/>
                    <a:pt x="5294" y="4128"/>
                  </a:cubicBezTo>
                  <a:lnTo>
                    <a:pt x="5294" y="4128"/>
                  </a:lnTo>
                  <a:cubicBezTo>
                    <a:pt x="5420" y="4159"/>
                    <a:pt x="5577" y="4191"/>
                    <a:pt x="5735" y="4191"/>
                  </a:cubicBezTo>
                  <a:cubicBezTo>
                    <a:pt x="5792" y="4205"/>
                    <a:pt x="5848" y="4211"/>
                    <a:pt x="5905" y="4211"/>
                  </a:cubicBezTo>
                  <a:cubicBezTo>
                    <a:pt x="6099" y="4211"/>
                    <a:pt x="6289" y="4138"/>
                    <a:pt x="6459" y="4065"/>
                  </a:cubicBezTo>
                  <a:close/>
                  <a:moveTo>
                    <a:pt x="8602" y="4065"/>
                  </a:moveTo>
                  <a:cubicBezTo>
                    <a:pt x="8633" y="4128"/>
                    <a:pt x="9295" y="4632"/>
                    <a:pt x="9295" y="5671"/>
                  </a:cubicBezTo>
                  <a:cubicBezTo>
                    <a:pt x="9295" y="6459"/>
                    <a:pt x="9043" y="7404"/>
                    <a:pt x="8287" y="7751"/>
                  </a:cubicBezTo>
                  <a:cubicBezTo>
                    <a:pt x="8003" y="7562"/>
                    <a:pt x="7688" y="7404"/>
                    <a:pt x="7373" y="7310"/>
                  </a:cubicBezTo>
                  <a:cubicBezTo>
                    <a:pt x="7751" y="6837"/>
                    <a:pt x="7909" y="6270"/>
                    <a:pt x="7909" y="5671"/>
                  </a:cubicBezTo>
                  <a:cubicBezTo>
                    <a:pt x="7877" y="5167"/>
                    <a:pt x="7720" y="4632"/>
                    <a:pt x="7468" y="4159"/>
                  </a:cubicBezTo>
                  <a:lnTo>
                    <a:pt x="7468" y="4159"/>
                  </a:lnTo>
                  <a:cubicBezTo>
                    <a:pt x="7619" y="4209"/>
                    <a:pt x="7775" y="4235"/>
                    <a:pt x="7930" y="4235"/>
                  </a:cubicBezTo>
                  <a:cubicBezTo>
                    <a:pt x="8163" y="4235"/>
                    <a:pt x="8394" y="4178"/>
                    <a:pt x="8602" y="4065"/>
                  </a:cubicBezTo>
                  <a:close/>
                  <a:moveTo>
                    <a:pt x="9894" y="2710"/>
                  </a:moveTo>
                  <a:cubicBezTo>
                    <a:pt x="10870" y="3371"/>
                    <a:pt x="11469" y="4474"/>
                    <a:pt x="11469" y="5671"/>
                  </a:cubicBezTo>
                  <a:cubicBezTo>
                    <a:pt x="11469" y="7367"/>
                    <a:pt x="9957" y="9278"/>
                    <a:pt x="8454" y="9278"/>
                  </a:cubicBezTo>
                  <a:cubicBezTo>
                    <a:pt x="8141" y="9278"/>
                    <a:pt x="7829" y="9195"/>
                    <a:pt x="7531" y="9011"/>
                  </a:cubicBezTo>
                  <a:lnTo>
                    <a:pt x="7405" y="8948"/>
                  </a:lnTo>
                  <a:cubicBezTo>
                    <a:pt x="7011" y="8648"/>
                    <a:pt x="6562" y="8499"/>
                    <a:pt x="6117" y="8499"/>
                  </a:cubicBezTo>
                  <a:cubicBezTo>
                    <a:pt x="5672" y="8499"/>
                    <a:pt x="5231" y="8648"/>
                    <a:pt x="4853" y="8948"/>
                  </a:cubicBezTo>
                  <a:cubicBezTo>
                    <a:pt x="4601" y="9137"/>
                    <a:pt x="4309" y="9231"/>
                    <a:pt x="4018" y="9231"/>
                  </a:cubicBezTo>
                  <a:cubicBezTo>
                    <a:pt x="3726" y="9231"/>
                    <a:pt x="3435" y="9137"/>
                    <a:pt x="3183" y="8948"/>
                  </a:cubicBezTo>
                  <a:cubicBezTo>
                    <a:pt x="2789" y="8622"/>
                    <a:pt x="2329" y="8464"/>
                    <a:pt x="1870" y="8464"/>
                  </a:cubicBezTo>
                  <a:cubicBezTo>
                    <a:pt x="1486" y="8464"/>
                    <a:pt x="1102" y="8575"/>
                    <a:pt x="757" y="8790"/>
                  </a:cubicBezTo>
                  <a:lnTo>
                    <a:pt x="757" y="7940"/>
                  </a:lnTo>
                  <a:cubicBezTo>
                    <a:pt x="1080" y="7815"/>
                    <a:pt x="1423" y="7752"/>
                    <a:pt x="1769" y="7752"/>
                  </a:cubicBezTo>
                  <a:cubicBezTo>
                    <a:pt x="2469" y="7752"/>
                    <a:pt x="3180" y="8011"/>
                    <a:pt x="3750" y="8538"/>
                  </a:cubicBezTo>
                  <a:cubicBezTo>
                    <a:pt x="3813" y="8601"/>
                    <a:pt x="3900" y="8633"/>
                    <a:pt x="3986" y="8633"/>
                  </a:cubicBezTo>
                  <a:cubicBezTo>
                    <a:pt x="4073" y="8633"/>
                    <a:pt x="4160" y="8601"/>
                    <a:pt x="4223" y="8538"/>
                  </a:cubicBezTo>
                  <a:cubicBezTo>
                    <a:pt x="4724" y="8069"/>
                    <a:pt x="5416" y="7833"/>
                    <a:pt x="6124" y="7833"/>
                  </a:cubicBezTo>
                  <a:cubicBezTo>
                    <a:pt x="6796" y="7833"/>
                    <a:pt x="7483" y="8046"/>
                    <a:pt x="8035" y="8475"/>
                  </a:cubicBezTo>
                  <a:cubicBezTo>
                    <a:pt x="8090" y="8512"/>
                    <a:pt x="8167" y="8527"/>
                    <a:pt x="8234" y="8527"/>
                  </a:cubicBezTo>
                  <a:cubicBezTo>
                    <a:pt x="8281" y="8527"/>
                    <a:pt x="8324" y="8520"/>
                    <a:pt x="8350" y="8507"/>
                  </a:cubicBezTo>
                  <a:cubicBezTo>
                    <a:pt x="8917" y="8318"/>
                    <a:pt x="9358" y="7908"/>
                    <a:pt x="9673" y="7373"/>
                  </a:cubicBezTo>
                  <a:cubicBezTo>
                    <a:pt x="9894" y="6900"/>
                    <a:pt x="10051" y="6301"/>
                    <a:pt x="10051" y="5671"/>
                  </a:cubicBezTo>
                  <a:cubicBezTo>
                    <a:pt x="10051" y="4884"/>
                    <a:pt x="9736" y="4128"/>
                    <a:pt x="9137" y="3560"/>
                  </a:cubicBezTo>
                  <a:lnTo>
                    <a:pt x="9106" y="3529"/>
                  </a:lnTo>
                  <a:cubicBezTo>
                    <a:pt x="9137" y="3497"/>
                    <a:pt x="9200" y="3403"/>
                    <a:pt x="9200" y="3371"/>
                  </a:cubicBezTo>
                  <a:cubicBezTo>
                    <a:pt x="9515" y="3214"/>
                    <a:pt x="9736" y="2993"/>
                    <a:pt x="9894" y="2710"/>
                  </a:cubicBezTo>
                  <a:close/>
                  <a:moveTo>
                    <a:pt x="11500" y="8034"/>
                  </a:moveTo>
                  <a:lnTo>
                    <a:pt x="11500" y="11468"/>
                  </a:lnTo>
                  <a:lnTo>
                    <a:pt x="726" y="11468"/>
                  </a:lnTo>
                  <a:lnTo>
                    <a:pt x="726" y="11405"/>
                  </a:lnTo>
                  <a:lnTo>
                    <a:pt x="726" y="9672"/>
                  </a:lnTo>
                  <a:cubicBezTo>
                    <a:pt x="789" y="9641"/>
                    <a:pt x="883" y="9578"/>
                    <a:pt x="946" y="9515"/>
                  </a:cubicBezTo>
                  <a:cubicBezTo>
                    <a:pt x="1214" y="9326"/>
                    <a:pt x="1521" y="9231"/>
                    <a:pt x="1824" y="9231"/>
                  </a:cubicBezTo>
                  <a:cubicBezTo>
                    <a:pt x="2128" y="9231"/>
                    <a:pt x="2427" y="9326"/>
                    <a:pt x="2679" y="9515"/>
                  </a:cubicBezTo>
                  <a:cubicBezTo>
                    <a:pt x="3073" y="9830"/>
                    <a:pt x="3530" y="9987"/>
                    <a:pt x="3986" y="9987"/>
                  </a:cubicBezTo>
                  <a:cubicBezTo>
                    <a:pt x="4443" y="9987"/>
                    <a:pt x="4900" y="9830"/>
                    <a:pt x="5294" y="9515"/>
                  </a:cubicBezTo>
                  <a:cubicBezTo>
                    <a:pt x="5546" y="9326"/>
                    <a:pt x="5837" y="9231"/>
                    <a:pt x="6133" y="9231"/>
                  </a:cubicBezTo>
                  <a:cubicBezTo>
                    <a:pt x="6428" y="9231"/>
                    <a:pt x="6727" y="9326"/>
                    <a:pt x="6995" y="9515"/>
                  </a:cubicBezTo>
                  <a:cubicBezTo>
                    <a:pt x="7027" y="9515"/>
                    <a:pt x="7027" y="9578"/>
                    <a:pt x="7184" y="9641"/>
                  </a:cubicBezTo>
                  <a:cubicBezTo>
                    <a:pt x="7562" y="9893"/>
                    <a:pt x="8003" y="9987"/>
                    <a:pt x="8476" y="9987"/>
                  </a:cubicBezTo>
                  <a:cubicBezTo>
                    <a:pt x="9704" y="9987"/>
                    <a:pt x="10839" y="9105"/>
                    <a:pt x="11500" y="8034"/>
                  </a:cubicBezTo>
                  <a:close/>
                  <a:moveTo>
                    <a:pt x="3624" y="0"/>
                  </a:moveTo>
                  <a:cubicBezTo>
                    <a:pt x="3088" y="0"/>
                    <a:pt x="2584" y="315"/>
                    <a:pt x="2332" y="820"/>
                  </a:cubicBezTo>
                  <a:cubicBezTo>
                    <a:pt x="1828" y="1040"/>
                    <a:pt x="1513" y="1544"/>
                    <a:pt x="1513" y="2111"/>
                  </a:cubicBezTo>
                  <a:cubicBezTo>
                    <a:pt x="1513" y="2678"/>
                    <a:pt x="1828" y="3182"/>
                    <a:pt x="2332" y="3434"/>
                  </a:cubicBezTo>
                  <a:cubicBezTo>
                    <a:pt x="2584" y="3939"/>
                    <a:pt x="3057" y="4254"/>
                    <a:pt x="3624" y="4254"/>
                  </a:cubicBezTo>
                  <a:cubicBezTo>
                    <a:pt x="3876" y="4254"/>
                    <a:pt x="4160" y="4159"/>
                    <a:pt x="4349" y="4065"/>
                  </a:cubicBezTo>
                  <a:cubicBezTo>
                    <a:pt x="4380" y="4128"/>
                    <a:pt x="5042" y="4632"/>
                    <a:pt x="5042" y="5671"/>
                  </a:cubicBezTo>
                  <a:cubicBezTo>
                    <a:pt x="5042" y="6522"/>
                    <a:pt x="4538" y="7278"/>
                    <a:pt x="3750" y="7625"/>
                  </a:cubicBezTo>
                  <a:cubicBezTo>
                    <a:pt x="3164" y="7245"/>
                    <a:pt x="2502" y="7045"/>
                    <a:pt x="1837" y="7045"/>
                  </a:cubicBezTo>
                  <a:cubicBezTo>
                    <a:pt x="1287" y="7045"/>
                    <a:pt x="735" y="7182"/>
                    <a:pt x="221" y="7467"/>
                  </a:cubicBezTo>
                  <a:cubicBezTo>
                    <a:pt x="95" y="7562"/>
                    <a:pt x="1" y="7688"/>
                    <a:pt x="1" y="7782"/>
                  </a:cubicBezTo>
                  <a:lnTo>
                    <a:pt x="1" y="11815"/>
                  </a:lnTo>
                  <a:cubicBezTo>
                    <a:pt x="1" y="12004"/>
                    <a:pt x="158" y="12161"/>
                    <a:pt x="379" y="12161"/>
                  </a:cubicBezTo>
                  <a:lnTo>
                    <a:pt x="11815" y="12161"/>
                  </a:lnTo>
                  <a:cubicBezTo>
                    <a:pt x="12036" y="12161"/>
                    <a:pt x="12193" y="12004"/>
                    <a:pt x="12193" y="11815"/>
                  </a:cubicBezTo>
                  <a:lnTo>
                    <a:pt x="12193" y="5671"/>
                  </a:lnTo>
                  <a:cubicBezTo>
                    <a:pt x="12193" y="4128"/>
                    <a:pt x="11343" y="2710"/>
                    <a:pt x="10020" y="1954"/>
                  </a:cubicBezTo>
                  <a:cubicBezTo>
                    <a:pt x="9988" y="1450"/>
                    <a:pt x="9673" y="1009"/>
                    <a:pt x="9200" y="820"/>
                  </a:cubicBezTo>
                  <a:cubicBezTo>
                    <a:pt x="8948" y="315"/>
                    <a:pt x="8476" y="0"/>
                    <a:pt x="7909" y="0"/>
                  </a:cubicBezTo>
                  <a:cubicBezTo>
                    <a:pt x="7468" y="0"/>
                    <a:pt x="7121" y="189"/>
                    <a:pt x="6838" y="473"/>
                  </a:cubicBezTo>
                  <a:cubicBezTo>
                    <a:pt x="6554" y="158"/>
                    <a:pt x="6144" y="0"/>
                    <a:pt x="5766" y="0"/>
                  </a:cubicBezTo>
                  <a:cubicBezTo>
                    <a:pt x="5357" y="0"/>
                    <a:pt x="4979" y="189"/>
                    <a:pt x="4695" y="473"/>
                  </a:cubicBezTo>
                  <a:cubicBezTo>
                    <a:pt x="4412" y="158"/>
                    <a:pt x="4034" y="0"/>
                    <a:pt x="362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6" name="Google Shape;3566;p48"/>
            <p:cNvSpPr/>
            <p:nvPr/>
          </p:nvSpPr>
          <p:spPr>
            <a:xfrm>
              <a:off x="-16423275" y="2907500"/>
              <a:ext cx="35450" cy="35475"/>
            </a:xfrm>
            <a:custGeom>
              <a:rect b="b" l="l" r="r" t="t"/>
              <a:pathLst>
                <a:path extrusionOk="0" h="1419" w="1418">
                  <a:moveTo>
                    <a:pt x="725" y="1"/>
                  </a:moveTo>
                  <a:cubicBezTo>
                    <a:pt x="315" y="1"/>
                    <a:pt x="0" y="316"/>
                    <a:pt x="0" y="694"/>
                  </a:cubicBezTo>
                  <a:cubicBezTo>
                    <a:pt x="0" y="1103"/>
                    <a:pt x="315" y="1418"/>
                    <a:pt x="725" y="1418"/>
                  </a:cubicBezTo>
                  <a:cubicBezTo>
                    <a:pt x="1103" y="1418"/>
                    <a:pt x="1418" y="1103"/>
                    <a:pt x="1418" y="694"/>
                  </a:cubicBezTo>
                  <a:cubicBezTo>
                    <a:pt x="1418" y="316"/>
                    <a:pt x="1103" y="1"/>
                    <a:pt x="72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67" name="Google Shape;3567;p48"/>
          <p:cNvSpPr/>
          <p:nvPr/>
        </p:nvSpPr>
        <p:spPr>
          <a:xfrm>
            <a:off x="722853" y="1995120"/>
            <a:ext cx="290786" cy="290074"/>
          </a:xfrm>
          <a:custGeom>
            <a:rect b="b" l="l" r="r" t="t"/>
            <a:pathLst>
              <a:path extrusionOk="0" h="12099" w="12130">
                <a:moveTo>
                  <a:pt x="6018" y="1072"/>
                </a:moveTo>
                <a:cubicBezTo>
                  <a:pt x="6396" y="1923"/>
                  <a:pt x="7089" y="3624"/>
                  <a:pt x="7089" y="5577"/>
                </a:cubicBezTo>
                <a:cubicBezTo>
                  <a:pt x="6869" y="6018"/>
                  <a:pt x="6680" y="6459"/>
                  <a:pt x="6522" y="6932"/>
                </a:cubicBezTo>
                <a:cubicBezTo>
                  <a:pt x="6333" y="7467"/>
                  <a:pt x="6176" y="8035"/>
                  <a:pt x="6018" y="8633"/>
                </a:cubicBezTo>
                <a:cubicBezTo>
                  <a:pt x="5892" y="8035"/>
                  <a:pt x="5703" y="7467"/>
                  <a:pt x="5514" y="6932"/>
                </a:cubicBezTo>
                <a:cubicBezTo>
                  <a:pt x="5356" y="6459"/>
                  <a:pt x="5136" y="6018"/>
                  <a:pt x="4947" y="5577"/>
                </a:cubicBezTo>
                <a:cubicBezTo>
                  <a:pt x="4978" y="3655"/>
                  <a:pt x="5608" y="1923"/>
                  <a:pt x="6018" y="1072"/>
                </a:cubicBezTo>
                <a:close/>
                <a:moveTo>
                  <a:pt x="2552" y="3183"/>
                </a:moveTo>
                <a:cubicBezTo>
                  <a:pt x="4285" y="5199"/>
                  <a:pt x="5356" y="7720"/>
                  <a:pt x="5608" y="10366"/>
                </a:cubicBezTo>
                <a:cubicBezTo>
                  <a:pt x="4947" y="9452"/>
                  <a:pt x="4411" y="9043"/>
                  <a:pt x="3529" y="8381"/>
                </a:cubicBezTo>
                <a:cubicBezTo>
                  <a:pt x="3529" y="7152"/>
                  <a:pt x="3340" y="5955"/>
                  <a:pt x="3025" y="4790"/>
                </a:cubicBezTo>
                <a:lnTo>
                  <a:pt x="2552" y="3183"/>
                </a:lnTo>
                <a:close/>
                <a:moveTo>
                  <a:pt x="9515" y="3183"/>
                </a:moveTo>
                <a:lnTo>
                  <a:pt x="9043" y="4790"/>
                </a:lnTo>
                <a:cubicBezTo>
                  <a:pt x="8727" y="5987"/>
                  <a:pt x="8538" y="7152"/>
                  <a:pt x="8538" y="8381"/>
                </a:cubicBezTo>
                <a:cubicBezTo>
                  <a:pt x="7719" y="9043"/>
                  <a:pt x="7152" y="9452"/>
                  <a:pt x="6459" y="10366"/>
                </a:cubicBezTo>
                <a:cubicBezTo>
                  <a:pt x="6711" y="7720"/>
                  <a:pt x="7782" y="5199"/>
                  <a:pt x="9515" y="3183"/>
                </a:cubicBezTo>
                <a:close/>
                <a:moveTo>
                  <a:pt x="662" y="5703"/>
                </a:moveTo>
                <a:cubicBezTo>
                  <a:pt x="1166" y="6995"/>
                  <a:pt x="2017" y="8066"/>
                  <a:pt x="3025" y="8885"/>
                </a:cubicBezTo>
                <a:cubicBezTo>
                  <a:pt x="3970" y="9641"/>
                  <a:pt x="4663" y="10145"/>
                  <a:pt x="5419" y="11374"/>
                </a:cubicBezTo>
                <a:cubicBezTo>
                  <a:pt x="2584" y="11374"/>
                  <a:pt x="662" y="9169"/>
                  <a:pt x="662" y="6680"/>
                </a:cubicBezTo>
                <a:lnTo>
                  <a:pt x="662" y="5703"/>
                </a:lnTo>
                <a:close/>
                <a:moveTo>
                  <a:pt x="11405" y="5703"/>
                </a:moveTo>
                <a:lnTo>
                  <a:pt x="11405" y="6680"/>
                </a:lnTo>
                <a:cubicBezTo>
                  <a:pt x="11405" y="9169"/>
                  <a:pt x="9484" y="11374"/>
                  <a:pt x="6648" y="11374"/>
                </a:cubicBezTo>
                <a:cubicBezTo>
                  <a:pt x="7436" y="10051"/>
                  <a:pt x="8192" y="9578"/>
                  <a:pt x="9137" y="8822"/>
                </a:cubicBezTo>
                <a:cubicBezTo>
                  <a:pt x="10145" y="8003"/>
                  <a:pt x="10901" y="6963"/>
                  <a:pt x="11405" y="5703"/>
                </a:cubicBezTo>
                <a:close/>
                <a:moveTo>
                  <a:pt x="6050" y="1"/>
                </a:moveTo>
                <a:cubicBezTo>
                  <a:pt x="5924" y="1"/>
                  <a:pt x="5829" y="64"/>
                  <a:pt x="5734" y="158"/>
                </a:cubicBezTo>
                <a:cubicBezTo>
                  <a:pt x="5734" y="190"/>
                  <a:pt x="5356" y="788"/>
                  <a:pt x="4978" y="1765"/>
                </a:cubicBezTo>
                <a:cubicBezTo>
                  <a:pt x="4758" y="2427"/>
                  <a:pt x="4474" y="3372"/>
                  <a:pt x="4317" y="4443"/>
                </a:cubicBezTo>
                <a:cubicBezTo>
                  <a:pt x="3939" y="3813"/>
                  <a:pt x="3529" y="3277"/>
                  <a:pt x="3057" y="2710"/>
                </a:cubicBezTo>
                <a:lnTo>
                  <a:pt x="2048" y="1482"/>
                </a:lnTo>
                <a:cubicBezTo>
                  <a:pt x="1966" y="1420"/>
                  <a:pt x="1871" y="1372"/>
                  <a:pt x="1771" y="1372"/>
                </a:cubicBezTo>
                <a:cubicBezTo>
                  <a:pt x="1717" y="1372"/>
                  <a:pt x="1662" y="1386"/>
                  <a:pt x="1607" y="1419"/>
                </a:cubicBezTo>
                <a:cubicBezTo>
                  <a:pt x="1450" y="1482"/>
                  <a:pt x="1355" y="1639"/>
                  <a:pt x="1450" y="1797"/>
                </a:cubicBezTo>
                <a:lnTo>
                  <a:pt x="2363" y="5010"/>
                </a:lnTo>
                <a:cubicBezTo>
                  <a:pt x="2584" y="5892"/>
                  <a:pt x="2773" y="6806"/>
                  <a:pt x="2836" y="7720"/>
                </a:cubicBezTo>
                <a:cubicBezTo>
                  <a:pt x="2206" y="7089"/>
                  <a:pt x="1733" y="6302"/>
                  <a:pt x="1355" y="5514"/>
                </a:cubicBezTo>
                <a:lnTo>
                  <a:pt x="662" y="3750"/>
                </a:lnTo>
                <a:cubicBezTo>
                  <a:pt x="568" y="3592"/>
                  <a:pt x="410" y="3498"/>
                  <a:pt x="253" y="3498"/>
                </a:cubicBezTo>
                <a:cubicBezTo>
                  <a:pt x="95" y="3529"/>
                  <a:pt x="1" y="3687"/>
                  <a:pt x="1" y="3844"/>
                </a:cubicBezTo>
                <a:lnTo>
                  <a:pt x="1" y="6680"/>
                </a:lnTo>
                <a:cubicBezTo>
                  <a:pt x="1" y="8098"/>
                  <a:pt x="536" y="9484"/>
                  <a:pt x="1576" y="10523"/>
                </a:cubicBezTo>
                <a:cubicBezTo>
                  <a:pt x="2584" y="11532"/>
                  <a:pt x="3939" y="12099"/>
                  <a:pt x="5356" y="12099"/>
                </a:cubicBezTo>
                <a:lnTo>
                  <a:pt x="6774" y="12099"/>
                </a:lnTo>
                <a:cubicBezTo>
                  <a:pt x="8192" y="12099"/>
                  <a:pt x="9547" y="11532"/>
                  <a:pt x="10555" y="10523"/>
                </a:cubicBezTo>
                <a:cubicBezTo>
                  <a:pt x="11563" y="9484"/>
                  <a:pt x="12130" y="8161"/>
                  <a:pt x="12130" y="6680"/>
                </a:cubicBezTo>
                <a:lnTo>
                  <a:pt x="12130" y="3844"/>
                </a:lnTo>
                <a:cubicBezTo>
                  <a:pt x="12130" y="3687"/>
                  <a:pt x="12004" y="3529"/>
                  <a:pt x="11846" y="3498"/>
                </a:cubicBezTo>
                <a:cubicBezTo>
                  <a:pt x="11821" y="3493"/>
                  <a:pt x="11794" y="3490"/>
                  <a:pt x="11768" y="3490"/>
                </a:cubicBezTo>
                <a:cubicBezTo>
                  <a:pt x="11631" y="3490"/>
                  <a:pt x="11490" y="3560"/>
                  <a:pt x="11437" y="3718"/>
                </a:cubicBezTo>
                <a:lnTo>
                  <a:pt x="10744" y="5514"/>
                </a:lnTo>
                <a:cubicBezTo>
                  <a:pt x="10429" y="6333"/>
                  <a:pt x="9925" y="7089"/>
                  <a:pt x="9295" y="7720"/>
                </a:cubicBezTo>
                <a:cubicBezTo>
                  <a:pt x="9358" y="6806"/>
                  <a:pt x="9515" y="5861"/>
                  <a:pt x="9767" y="4979"/>
                </a:cubicBezTo>
                <a:lnTo>
                  <a:pt x="10649" y="1797"/>
                </a:lnTo>
                <a:cubicBezTo>
                  <a:pt x="10712" y="1639"/>
                  <a:pt x="10618" y="1482"/>
                  <a:pt x="10492" y="1419"/>
                </a:cubicBezTo>
                <a:cubicBezTo>
                  <a:pt x="10454" y="1381"/>
                  <a:pt x="10398" y="1364"/>
                  <a:pt x="10337" y="1364"/>
                </a:cubicBezTo>
                <a:cubicBezTo>
                  <a:pt x="10243" y="1364"/>
                  <a:pt x="10139" y="1405"/>
                  <a:pt x="10082" y="1482"/>
                </a:cubicBezTo>
                <a:lnTo>
                  <a:pt x="9043" y="2710"/>
                </a:lnTo>
                <a:cubicBezTo>
                  <a:pt x="8570" y="3277"/>
                  <a:pt x="8129" y="3844"/>
                  <a:pt x="7782" y="4443"/>
                </a:cubicBezTo>
                <a:cubicBezTo>
                  <a:pt x="7656" y="3372"/>
                  <a:pt x="7404" y="2427"/>
                  <a:pt x="7121" y="1765"/>
                </a:cubicBezTo>
                <a:cubicBezTo>
                  <a:pt x="6774" y="788"/>
                  <a:pt x="6396" y="158"/>
                  <a:pt x="6365" y="158"/>
                </a:cubicBezTo>
                <a:cubicBezTo>
                  <a:pt x="6302" y="32"/>
                  <a:pt x="6176" y="1"/>
                  <a:pt x="605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8" name="Google Shape;3568;p48"/>
          <p:cNvSpPr/>
          <p:nvPr/>
        </p:nvSpPr>
        <p:spPr>
          <a:xfrm>
            <a:off x="3337188" y="2005034"/>
            <a:ext cx="293064" cy="270246"/>
          </a:xfrm>
          <a:custGeom>
            <a:rect b="b" l="l" r="r" t="t"/>
            <a:pathLst>
              <a:path extrusionOk="0" h="11272" w="12225">
                <a:moveTo>
                  <a:pt x="2490" y="1190"/>
                </a:moveTo>
                <a:lnTo>
                  <a:pt x="4065" y="4372"/>
                </a:lnTo>
                <a:lnTo>
                  <a:pt x="4159" y="4624"/>
                </a:lnTo>
                <a:lnTo>
                  <a:pt x="3183" y="6577"/>
                </a:lnTo>
                <a:cubicBezTo>
                  <a:pt x="3151" y="6671"/>
                  <a:pt x="3120" y="6766"/>
                  <a:pt x="3057" y="6892"/>
                </a:cubicBezTo>
                <a:cubicBezTo>
                  <a:pt x="2868" y="6923"/>
                  <a:pt x="2679" y="6986"/>
                  <a:pt x="2490" y="6986"/>
                </a:cubicBezTo>
                <a:cubicBezTo>
                  <a:pt x="1482" y="6986"/>
                  <a:pt x="662" y="6199"/>
                  <a:pt x="662" y="5191"/>
                </a:cubicBezTo>
                <a:cubicBezTo>
                  <a:pt x="662" y="4939"/>
                  <a:pt x="757" y="4655"/>
                  <a:pt x="851" y="4372"/>
                </a:cubicBezTo>
                <a:cubicBezTo>
                  <a:pt x="851" y="4372"/>
                  <a:pt x="2269" y="1568"/>
                  <a:pt x="2490" y="1190"/>
                </a:cubicBezTo>
                <a:close/>
                <a:moveTo>
                  <a:pt x="9610" y="1190"/>
                </a:moveTo>
                <a:lnTo>
                  <a:pt x="11217" y="4372"/>
                </a:lnTo>
                <a:cubicBezTo>
                  <a:pt x="11343" y="4655"/>
                  <a:pt x="11406" y="4876"/>
                  <a:pt x="11406" y="5191"/>
                </a:cubicBezTo>
                <a:cubicBezTo>
                  <a:pt x="11406" y="6136"/>
                  <a:pt x="10618" y="6986"/>
                  <a:pt x="9610" y="6986"/>
                </a:cubicBezTo>
                <a:cubicBezTo>
                  <a:pt x="9421" y="6986"/>
                  <a:pt x="9200" y="6923"/>
                  <a:pt x="9011" y="6892"/>
                </a:cubicBezTo>
                <a:cubicBezTo>
                  <a:pt x="8980" y="6766"/>
                  <a:pt x="8948" y="6703"/>
                  <a:pt x="8885" y="6577"/>
                </a:cubicBezTo>
                <a:lnTo>
                  <a:pt x="7909" y="4624"/>
                </a:lnTo>
                <a:lnTo>
                  <a:pt x="8035" y="4372"/>
                </a:lnTo>
                <a:cubicBezTo>
                  <a:pt x="8035" y="4372"/>
                  <a:pt x="9452" y="1536"/>
                  <a:pt x="9610" y="1190"/>
                </a:cubicBezTo>
                <a:close/>
                <a:moveTo>
                  <a:pt x="6050" y="2387"/>
                </a:moveTo>
                <a:lnTo>
                  <a:pt x="8255" y="6892"/>
                </a:lnTo>
                <a:cubicBezTo>
                  <a:pt x="8476" y="7238"/>
                  <a:pt x="8539" y="7648"/>
                  <a:pt x="8539" y="8026"/>
                </a:cubicBezTo>
                <a:cubicBezTo>
                  <a:pt x="8539" y="9412"/>
                  <a:pt x="7436" y="10515"/>
                  <a:pt x="6050" y="10515"/>
                </a:cubicBezTo>
                <a:cubicBezTo>
                  <a:pt x="4695" y="10515"/>
                  <a:pt x="3592" y="9412"/>
                  <a:pt x="3592" y="8026"/>
                </a:cubicBezTo>
                <a:cubicBezTo>
                  <a:pt x="3592" y="7648"/>
                  <a:pt x="3655" y="7238"/>
                  <a:pt x="3844" y="6892"/>
                </a:cubicBezTo>
                <a:lnTo>
                  <a:pt x="6050" y="2387"/>
                </a:lnTo>
                <a:close/>
                <a:moveTo>
                  <a:pt x="2521" y="0"/>
                </a:moveTo>
                <a:cubicBezTo>
                  <a:pt x="2395" y="0"/>
                  <a:pt x="2269" y="71"/>
                  <a:pt x="2206" y="213"/>
                </a:cubicBezTo>
                <a:cubicBezTo>
                  <a:pt x="2112" y="307"/>
                  <a:pt x="284" y="4025"/>
                  <a:pt x="284" y="4025"/>
                </a:cubicBezTo>
                <a:cubicBezTo>
                  <a:pt x="64" y="4372"/>
                  <a:pt x="1" y="4781"/>
                  <a:pt x="1" y="5159"/>
                </a:cubicBezTo>
                <a:cubicBezTo>
                  <a:pt x="1" y="5821"/>
                  <a:pt x="284" y="6451"/>
                  <a:pt x="757" y="6923"/>
                </a:cubicBezTo>
                <a:cubicBezTo>
                  <a:pt x="1230" y="7396"/>
                  <a:pt x="1860" y="7680"/>
                  <a:pt x="2521" y="7680"/>
                </a:cubicBezTo>
                <a:cubicBezTo>
                  <a:pt x="2647" y="7680"/>
                  <a:pt x="2742" y="7680"/>
                  <a:pt x="2899" y="7648"/>
                </a:cubicBezTo>
                <a:lnTo>
                  <a:pt x="2899" y="7648"/>
                </a:lnTo>
                <a:cubicBezTo>
                  <a:pt x="2899" y="7774"/>
                  <a:pt x="2868" y="7932"/>
                  <a:pt x="2868" y="8026"/>
                </a:cubicBezTo>
                <a:cubicBezTo>
                  <a:pt x="2868" y="9822"/>
                  <a:pt x="4348" y="11271"/>
                  <a:pt x="6113" y="11271"/>
                </a:cubicBezTo>
                <a:cubicBezTo>
                  <a:pt x="7877" y="11271"/>
                  <a:pt x="9326" y="9822"/>
                  <a:pt x="9326" y="8026"/>
                </a:cubicBezTo>
                <a:cubicBezTo>
                  <a:pt x="9326" y="7932"/>
                  <a:pt x="9326" y="7774"/>
                  <a:pt x="9295" y="7648"/>
                </a:cubicBezTo>
                <a:cubicBezTo>
                  <a:pt x="9421" y="7648"/>
                  <a:pt x="9547" y="7680"/>
                  <a:pt x="9704" y="7680"/>
                </a:cubicBezTo>
                <a:cubicBezTo>
                  <a:pt x="11059" y="7680"/>
                  <a:pt x="12225" y="6577"/>
                  <a:pt x="12225" y="5191"/>
                </a:cubicBezTo>
                <a:cubicBezTo>
                  <a:pt x="12130" y="4750"/>
                  <a:pt x="12036" y="4372"/>
                  <a:pt x="11847" y="4025"/>
                </a:cubicBezTo>
                <a:lnTo>
                  <a:pt x="9925" y="213"/>
                </a:lnTo>
                <a:cubicBezTo>
                  <a:pt x="9862" y="71"/>
                  <a:pt x="9736" y="0"/>
                  <a:pt x="9610" y="0"/>
                </a:cubicBezTo>
                <a:cubicBezTo>
                  <a:pt x="9484" y="0"/>
                  <a:pt x="9358" y="71"/>
                  <a:pt x="9295" y="213"/>
                </a:cubicBezTo>
                <a:cubicBezTo>
                  <a:pt x="8948" y="906"/>
                  <a:pt x="7530" y="3773"/>
                  <a:pt x="7530" y="3773"/>
                </a:cubicBezTo>
                <a:lnTo>
                  <a:pt x="6365" y="1473"/>
                </a:lnTo>
                <a:cubicBezTo>
                  <a:pt x="6318" y="1331"/>
                  <a:pt x="6192" y="1260"/>
                  <a:pt x="6062" y="1260"/>
                </a:cubicBezTo>
                <a:cubicBezTo>
                  <a:pt x="5932" y="1260"/>
                  <a:pt x="5798" y="1331"/>
                  <a:pt x="5735" y="1473"/>
                </a:cubicBezTo>
                <a:lnTo>
                  <a:pt x="4601" y="3773"/>
                </a:lnTo>
                <a:lnTo>
                  <a:pt x="2836" y="213"/>
                </a:lnTo>
                <a:cubicBezTo>
                  <a:pt x="2773" y="71"/>
                  <a:pt x="2647" y="0"/>
                  <a:pt x="252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69" name="Google Shape;3569;p48"/>
          <p:cNvGrpSpPr/>
          <p:nvPr/>
        </p:nvGrpSpPr>
        <p:grpSpPr>
          <a:xfrm>
            <a:off x="3335294" y="2418301"/>
            <a:ext cx="296851" cy="289882"/>
            <a:chOff x="-19802200" y="2416025"/>
            <a:chExt cx="309575" cy="302275"/>
          </a:xfrm>
        </p:grpSpPr>
        <p:sp>
          <p:nvSpPr>
            <p:cNvPr id="3570" name="Google Shape;3570;p48"/>
            <p:cNvSpPr/>
            <p:nvPr/>
          </p:nvSpPr>
          <p:spPr>
            <a:xfrm>
              <a:off x="-19602925" y="2575125"/>
              <a:ext cx="17350" cy="18150"/>
            </a:xfrm>
            <a:custGeom>
              <a:rect b="b" l="l" r="r" t="t"/>
              <a:pathLst>
                <a:path extrusionOk="0" h="726" w="694">
                  <a:moveTo>
                    <a:pt x="347" y="1"/>
                  </a:moveTo>
                  <a:cubicBezTo>
                    <a:pt x="158" y="1"/>
                    <a:pt x="1" y="190"/>
                    <a:pt x="1" y="379"/>
                  </a:cubicBezTo>
                  <a:cubicBezTo>
                    <a:pt x="1" y="568"/>
                    <a:pt x="158" y="725"/>
                    <a:pt x="347" y="725"/>
                  </a:cubicBezTo>
                  <a:cubicBezTo>
                    <a:pt x="536" y="725"/>
                    <a:pt x="694" y="568"/>
                    <a:pt x="694" y="379"/>
                  </a:cubicBezTo>
                  <a:cubicBezTo>
                    <a:pt x="694" y="190"/>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1" name="Google Shape;3571;p48"/>
            <p:cNvSpPr/>
            <p:nvPr/>
          </p:nvSpPr>
          <p:spPr>
            <a:xfrm>
              <a:off x="-19710825" y="2575925"/>
              <a:ext cx="18925" cy="17350"/>
            </a:xfrm>
            <a:custGeom>
              <a:rect b="b" l="l" r="r" t="t"/>
              <a:pathLst>
                <a:path extrusionOk="0" h="694" w="757">
                  <a:moveTo>
                    <a:pt x="378" y="0"/>
                  </a:moveTo>
                  <a:cubicBezTo>
                    <a:pt x="158" y="0"/>
                    <a:pt x="0" y="158"/>
                    <a:pt x="0" y="347"/>
                  </a:cubicBezTo>
                  <a:cubicBezTo>
                    <a:pt x="0" y="536"/>
                    <a:pt x="158" y="693"/>
                    <a:pt x="378" y="693"/>
                  </a:cubicBezTo>
                  <a:cubicBezTo>
                    <a:pt x="567" y="693"/>
                    <a:pt x="725" y="536"/>
                    <a:pt x="725" y="347"/>
                  </a:cubicBezTo>
                  <a:cubicBezTo>
                    <a:pt x="756" y="158"/>
                    <a:pt x="567" y="0"/>
                    <a:pt x="3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2" name="Google Shape;3572;p48"/>
            <p:cNvSpPr/>
            <p:nvPr/>
          </p:nvSpPr>
          <p:spPr>
            <a:xfrm>
              <a:off x="-19602925" y="2611350"/>
              <a:ext cx="35475" cy="35475"/>
            </a:xfrm>
            <a:custGeom>
              <a:rect b="b" l="l" r="r" t="t"/>
              <a:pathLst>
                <a:path extrusionOk="0" h="1419" w="1419">
                  <a:moveTo>
                    <a:pt x="694" y="1"/>
                  </a:moveTo>
                  <a:cubicBezTo>
                    <a:pt x="316" y="1"/>
                    <a:pt x="1" y="316"/>
                    <a:pt x="1" y="694"/>
                  </a:cubicBezTo>
                  <a:cubicBezTo>
                    <a:pt x="1" y="1103"/>
                    <a:pt x="316" y="1418"/>
                    <a:pt x="694" y="1418"/>
                  </a:cubicBezTo>
                  <a:cubicBezTo>
                    <a:pt x="1103" y="1418"/>
                    <a:pt x="1418" y="1103"/>
                    <a:pt x="1418" y="694"/>
                  </a:cubicBezTo>
                  <a:cubicBezTo>
                    <a:pt x="1418" y="316"/>
                    <a:pt x="1103" y="1"/>
                    <a:pt x="69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3" name="Google Shape;3573;p48"/>
            <p:cNvSpPr/>
            <p:nvPr/>
          </p:nvSpPr>
          <p:spPr>
            <a:xfrm>
              <a:off x="-19728150" y="2611350"/>
              <a:ext cx="35450" cy="35475"/>
            </a:xfrm>
            <a:custGeom>
              <a:rect b="b" l="l" r="r" t="t"/>
              <a:pathLst>
                <a:path extrusionOk="0" h="1419" w="1418">
                  <a:moveTo>
                    <a:pt x="725" y="1"/>
                  </a:moveTo>
                  <a:cubicBezTo>
                    <a:pt x="315" y="1"/>
                    <a:pt x="0" y="316"/>
                    <a:pt x="0" y="694"/>
                  </a:cubicBezTo>
                  <a:cubicBezTo>
                    <a:pt x="0" y="1072"/>
                    <a:pt x="315" y="1418"/>
                    <a:pt x="725" y="1418"/>
                  </a:cubicBezTo>
                  <a:cubicBezTo>
                    <a:pt x="1103" y="1418"/>
                    <a:pt x="1418" y="1072"/>
                    <a:pt x="1418" y="694"/>
                  </a:cubicBezTo>
                  <a:cubicBezTo>
                    <a:pt x="1418" y="316"/>
                    <a:pt x="1103" y="1"/>
                    <a:pt x="72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4" name="Google Shape;3574;p48"/>
            <p:cNvSpPr/>
            <p:nvPr/>
          </p:nvSpPr>
          <p:spPr>
            <a:xfrm>
              <a:off x="-19802200" y="2416025"/>
              <a:ext cx="309575" cy="302275"/>
            </a:xfrm>
            <a:custGeom>
              <a:rect b="b" l="l" r="r" t="t"/>
              <a:pathLst>
                <a:path extrusionOk="0" h="12091" w="12383">
                  <a:moveTo>
                    <a:pt x="6176" y="2080"/>
                  </a:moveTo>
                  <a:cubicBezTo>
                    <a:pt x="6711" y="2080"/>
                    <a:pt x="7121" y="2458"/>
                    <a:pt x="7215" y="2931"/>
                  </a:cubicBezTo>
                  <a:cubicBezTo>
                    <a:pt x="6869" y="2836"/>
                    <a:pt x="6554" y="2804"/>
                    <a:pt x="6176" y="2804"/>
                  </a:cubicBezTo>
                  <a:cubicBezTo>
                    <a:pt x="5829" y="2804"/>
                    <a:pt x="5483" y="2836"/>
                    <a:pt x="5168" y="2931"/>
                  </a:cubicBezTo>
                  <a:cubicBezTo>
                    <a:pt x="5231" y="2458"/>
                    <a:pt x="5672" y="2080"/>
                    <a:pt x="6176" y="2080"/>
                  </a:cubicBezTo>
                  <a:close/>
                  <a:moveTo>
                    <a:pt x="6176" y="3561"/>
                  </a:moveTo>
                  <a:cubicBezTo>
                    <a:pt x="6900" y="3561"/>
                    <a:pt x="7562" y="3750"/>
                    <a:pt x="8129" y="4065"/>
                  </a:cubicBezTo>
                  <a:cubicBezTo>
                    <a:pt x="7656" y="4600"/>
                    <a:pt x="6932" y="4978"/>
                    <a:pt x="6176" y="4978"/>
                  </a:cubicBezTo>
                  <a:cubicBezTo>
                    <a:pt x="5451" y="4978"/>
                    <a:pt x="4727" y="4600"/>
                    <a:pt x="4254" y="4065"/>
                  </a:cubicBezTo>
                  <a:cubicBezTo>
                    <a:pt x="4853" y="3750"/>
                    <a:pt x="5483" y="3561"/>
                    <a:pt x="6176" y="3561"/>
                  </a:cubicBezTo>
                  <a:close/>
                  <a:moveTo>
                    <a:pt x="6176" y="6932"/>
                  </a:moveTo>
                  <a:lnTo>
                    <a:pt x="7026" y="10555"/>
                  </a:lnTo>
                  <a:cubicBezTo>
                    <a:pt x="6743" y="10649"/>
                    <a:pt x="6459" y="10681"/>
                    <a:pt x="6176" y="10681"/>
                  </a:cubicBezTo>
                  <a:cubicBezTo>
                    <a:pt x="5924" y="10681"/>
                    <a:pt x="5640" y="10649"/>
                    <a:pt x="5357" y="10555"/>
                  </a:cubicBezTo>
                  <a:lnTo>
                    <a:pt x="6176" y="6932"/>
                  </a:lnTo>
                  <a:close/>
                  <a:moveTo>
                    <a:pt x="3655" y="4443"/>
                  </a:moveTo>
                  <a:cubicBezTo>
                    <a:pt x="4191" y="5073"/>
                    <a:pt x="4884" y="5514"/>
                    <a:pt x="5766" y="5640"/>
                  </a:cubicBezTo>
                  <a:lnTo>
                    <a:pt x="4538" y="11027"/>
                  </a:lnTo>
                  <a:cubicBezTo>
                    <a:pt x="3151" y="10366"/>
                    <a:pt x="2238" y="8979"/>
                    <a:pt x="2238" y="7436"/>
                  </a:cubicBezTo>
                  <a:cubicBezTo>
                    <a:pt x="2238" y="6239"/>
                    <a:pt x="2805" y="5167"/>
                    <a:pt x="3655" y="4443"/>
                  </a:cubicBezTo>
                  <a:close/>
                  <a:moveTo>
                    <a:pt x="8696" y="4443"/>
                  </a:moveTo>
                  <a:cubicBezTo>
                    <a:pt x="9578" y="5167"/>
                    <a:pt x="10114" y="6270"/>
                    <a:pt x="10114" y="7436"/>
                  </a:cubicBezTo>
                  <a:cubicBezTo>
                    <a:pt x="10082" y="8979"/>
                    <a:pt x="9232" y="10366"/>
                    <a:pt x="7846" y="11027"/>
                  </a:cubicBezTo>
                  <a:lnTo>
                    <a:pt x="6617" y="5640"/>
                  </a:lnTo>
                  <a:cubicBezTo>
                    <a:pt x="7499" y="5514"/>
                    <a:pt x="8192" y="5073"/>
                    <a:pt x="8696" y="4443"/>
                  </a:cubicBezTo>
                  <a:close/>
                  <a:moveTo>
                    <a:pt x="4727" y="1"/>
                  </a:moveTo>
                  <a:cubicBezTo>
                    <a:pt x="4538" y="1"/>
                    <a:pt x="4380" y="158"/>
                    <a:pt x="4380" y="347"/>
                  </a:cubicBezTo>
                  <a:cubicBezTo>
                    <a:pt x="4380" y="946"/>
                    <a:pt x="4664" y="1513"/>
                    <a:pt x="5073" y="1828"/>
                  </a:cubicBezTo>
                  <a:cubicBezTo>
                    <a:pt x="4664" y="2143"/>
                    <a:pt x="4380" y="2678"/>
                    <a:pt x="4380" y="3246"/>
                  </a:cubicBezTo>
                  <a:cubicBezTo>
                    <a:pt x="3592" y="3561"/>
                    <a:pt x="2931" y="4096"/>
                    <a:pt x="2395" y="4758"/>
                  </a:cubicBezTo>
                  <a:lnTo>
                    <a:pt x="1387" y="4380"/>
                  </a:lnTo>
                  <a:lnTo>
                    <a:pt x="725" y="3088"/>
                  </a:lnTo>
                  <a:cubicBezTo>
                    <a:pt x="657" y="2974"/>
                    <a:pt x="522" y="2893"/>
                    <a:pt x="393" y="2893"/>
                  </a:cubicBezTo>
                  <a:cubicBezTo>
                    <a:pt x="344" y="2893"/>
                    <a:pt x="296" y="2904"/>
                    <a:pt x="253" y="2931"/>
                  </a:cubicBezTo>
                  <a:cubicBezTo>
                    <a:pt x="95" y="2994"/>
                    <a:pt x="1" y="3246"/>
                    <a:pt x="95" y="3403"/>
                  </a:cubicBezTo>
                  <a:lnTo>
                    <a:pt x="788" y="4789"/>
                  </a:lnTo>
                  <a:cubicBezTo>
                    <a:pt x="820" y="4884"/>
                    <a:pt x="914" y="4978"/>
                    <a:pt x="977" y="4978"/>
                  </a:cubicBezTo>
                  <a:lnTo>
                    <a:pt x="2017" y="5356"/>
                  </a:lnTo>
                  <a:cubicBezTo>
                    <a:pt x="1734" y="5923"/>
                    <a:pt x="1545" y="6491"/>
                    <a:pt x="1513" y="7121"/>
                  </a:cubicBezTo>
                  <a:lnTo>
                    <a:pt x="410" y="7121"/>
                  </a:lnTo>
                  <a:cubicBezTo>
                    <a:pt x="190" y="7121"/>
                    <a:pt x="32" y="7278"/>
                    <a:pt x="32" y="7499"/>
                  </a:cubicBezTo>
                  <a:cubicBezTo>
                    <a:pt x="32" y="7688"/>
                    <a:pt x="190" y="7845"/>
                    <a:pt x="410" y="7845"/>
                  </a:cubicBezTo>
                  <a:lnTo>
                    <a:pt x="1513" y="7845"/>
                  </a:lnTo>
                  <a:cubicBezTo>
                    <a:pt x="1545" y="8475"/>
                    <a:pt x="1734" y="9074"/>
                    <a:pt x="2017" y="9610"/>
                  </a:cubicBezTo>
                  <a:lnTo>
                    <a:pt x="977" y="10019"/>
                  </a:lnTo>
                  <a:cubicBezTo>
                    <a:pt x="914" y="10051"/>
                    <a:pt x="820" y="10082"/>
                    <a:pt x="788" y="10177"/>
                  </a:cubicBezTo>
                  <a:lnTo>
                    <a:pt x="95" y="11594"/>
                  </a:lnTo>
                  <a:cubicBezTo>
                    <a:pt x="1" y="11752"/>
                    <a:pt x="95" y="11972"/>
                    <a:pt x="253" y="12067"/>
                  </a:cubicBezTo>
                  <a:cubicBezTo>
                    <a:pt x="292" y="12083"/>
                    <a:pt x="336" y="12091"/>
                    <a:pt x="380" y="12091"/>
                  </a:cubicBezTo>
                  <a:cubicBezTo>
                    <a:pt x="513" y="12091"/>
                    <a:pt x="655" y="12020"/>
                    <a:pt x="725" y="11878"/>
                  </a:cubicBezTo>
                  <a:lnTo>
                    <a:pt x="1387" y="10586"/>
                  </a:lnTo>
                  <a:lnTo>
                    <a:pt x="2395" y="10208"/>
                  </a:lnTo>
                  <a:cubicBezTo>
                    <a:pt x="2962" y="10933"/>
                    <a:pt x="3718" y="11531"/>
                    <a:pt x="4664" y="11846"/>
                  </a:cubicBezTo>
                  <a:cubicBezTo>
                    <a:pt x="4706" y="11868"/>
                    <a:pt x="4750" y="11878"/>
                    <a:pt x="4794" y="11878"/>
                  </a:cubicBezTo>
                  <a:cubicBezTo>
                    <a:pt x="4944" y="11878"/>
                    <a:pt x="5087" y="11758"/>
                    <a:pt x="5136" y="11563"/>
                  </a:cubicBezTo>
                  <a:lnTo>
                    <a:pt x="5199" y="11248"/>
                  </a:lnTo>
                  <a:cubicBezTo>
                    <a:pt x="5514" y="11342"/>
                    <a:pt x="5829" y="11374"/>
                    <a:pt x="6176" y="11374"/>
                  </a:cubicBezTo>
                  <a:cubicBezTo>
                    <a:pt x="6491" y="11374"/>
                    <a:pt x="6869" y="11342"/>
                    <a:pt x="7184" y="11248"/>
                  </a:cubicBezTo>
                  <a:lnTo>
                    <a:pt x="7247" y="11563"/>
                  </a:lnTo>
                  <a:cubicBezTo>
                    <a:pt x="7275" y="11756"/>
                    <a:pt x="7471" y="11852"/>
                    <a:pt x="7646" y="11852"/>
                  </a:cubicBezTo>
                  <a:cubicBezTo>
                    <a:pt x="7671" y="11852"/>
                    <a:pt x="7696" y="11850"/>
                    <a:pt x="7720" y="11846"/>
                  </a:cubicBezTo>
                  <a:cubicBezTo>
                    <a:pt x="8633" y="11531"/>
                    <a:pt x="9421" y="10933"/>
                    <a:pt x="9956" y="10208"/>
                  </a:cubicBezTo>
                  <a:lnTo>
                    <a:pt x="10996" y="10586"/>
                  </a:lnTo>
                  <a:lnTo>
                    <a:pt x="11658" y="11878"/>
                  </a:lnTo>
                  <a:cubicBezTo>
                    <a:pt x="11729" y="12020"/>
                    <a:pt x="11870" y="12091"/>
                    <a:pt x="12003" y="12091"/>
                  </a:cubicBezTo>
                  <a:cubicBezTo>
                    <a:pt x="12048" y="12091"/>
                    <a:pt x="12091" y="12083"/>
                    <a:pt x="12130" y="12067"/>
                  </a:cubicBezTo>
                  <a:cubicBezTo>
                    <a:pt x="12288" y="11972"/>
                    <a:pt x="12382" y="11720"/>
                    <a:pt x="12288" y="11594"/>
                  </a:cubicBezTo>
                  <a:lnTo>
                    <a:pt x="11500" y="10177"/>
                  </a:lnTo>
                  <a:cubicBezTo>
                    <a:pt x="11469" y="10082"/>
                    <a:pt x="11374" y="10019"/>
                    <a:pt x="11311" y="10019"/>
                  </a:cubicBezTo>
                  <a:lnTo>
                    <a:pt x="10271" y="9610"/>
                  </a:lnTo>
                  <a:cubicBezTo>
                    <a:pt x="10555" y="9074"/>
                    <a:pt x="10712" y="8475"/>
                    <a:pt x="10807" y="7845"/>
                  </a:cubicBezTo>
                  <a:lnTo>
                    <a:pt x="11910" y="7845"/>
                  </a:lnTo>
                  <a:cubicBezTo>
                    <a:pt x="12099" y="7845"/>
                    <a:pt x="12256" y="7688"/>
                    <a:pt x="12256" y="7499"/>
                  </a:cubicBezTo>
                  <a:cubicBezTo>
                    <a:pt x="12256" y="7278"/>
                    <a:pt x="12099" y="7121"/>
                    <a:pt x="11910" y="7121"/>
                  </a:cubicBezTo>
                  <a:lnTo>
                    <a:pt x="10807" y="7121"/>
                  </a:lnTo>
                  <a:cubicBezTo>
                    <a:pt x="10775" y="6491"/>
                    <a:pt x="10555" y="5923"/>
                    <a:pt x="10271" y="5356"/>
                  </a:cubicBezTo>
                  <a:lnTo>
                    <a:pt x="11311" y="4978"/>
                  </a:lnTo>
                  <a:cubicBezTo>
                    <a:pt x="11374" y="4915"/>
                    <a:pt x="11469" y="4884"/>
                    <a:pt x="11500" y="4789"/>
                  </a:cubicBezTo>
                  <a:lnTo>
                    <a:pt x="12225" y="3403"/>
                  </a:lnTo>
                  <a:cubicBezTo>
                    <a:pt x="12288" y="3214"/>
                    <a:pt x="12225" y="2994"/>
                    <a:pt x="12067" y="2931"/>
                  </a:cubicBezTo>
                  <a:cubicBezTo>
                    <a:pt x="12024" y="2904"/>
                    <a:pt x="11973" y="2893"/>
                    <a:pt x="11922" y="2893"/>
                  </a:cubicBezTo>
                  <a:cubicBezTo>
                    <a:pt x="11785" y="2893"/>
                    <a:pt x="11640" y="2974"/>
                    <a:pt x="11595" y="3088"/>
                  </a:cubicBezTo>
                  <a:lnTo>
                    <a:pt x="10902" y="4380"/>
                  </a:lnTo>
                  <a:lnTo>
                    <a:pt x="9893" y="4758"/>
                  </a:lnTo>
                  <a:cubicBezTo>
                    <a:pt x="9389" y="4096"/>
                    <a:pt x="8696" y="3561"/>
                    <a:pt x="7909" y="3246"/>
                  </a:cubicBezTo>
                  <a:cubicBezTo>
                    <a:pt x="7909" y="2647"/>
                    <a:pt x="7656" y="2143"/>
                    <a:pt x="7215" y="1828"/>
                  </a:cubicBezTo>
                  <a:cubicBezTo>
                    <a:pt x="7656" y="1450"/>
                    <a:pt x="7909" y="946"/>
                    <a:pt x="7909" y="347"/>
                  </a:cubicBezTo>
                  <a:cubicBezTo>
                    <a:pt x="7909" y="158"/>
                    <a:pt x="7751" y="1"/>
                    <a:pt x="7562" y="1"/>
                  </a:cubicBezTo>
                  <a:cubicBezTo>
                    <a:pt x="7373" y="1"/>
                    <a:pt x="7215" y="158"/>
                    <a:pt x="7215" y="347"/>
                  </a:cubicBezTo>
                  <a:cubicBezTo>
                    <a:pt x="7215" y="946"/>
                    <a:pt x="6743" y="1450"/>
                    <a:pt x="6144" y="1450"/>
                  </a:cubicBezTo>
                  <a:cubicBezTo>
                    <a:pt x="5546" y="1450"/>
                    <a:pt x="5073" y="946"/>
                    <a:pt x="5073" y="347"/>
                  </a:cubicBezTo>
                  <a:cubicBezTo>
                    <a:pt x="5073" y="158"/>
                    <a:pt x="4916" y="1"/>
                    <a:pt x="472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75" name="Google Shape;3575;p48"/>
          <p:cNvGrpSpPr/>
          <p:nvPr/>
        </p:nvGrpSpPr>
        <p:grpSpPr>
          <a:xfrm>
            <a:off x="3337188" y="2872988"/>
            <a:ext cx="293064" cy="291584"/>
            <a:chOff x="-19801400" y="2788575"/>
            <a:chExt cx="305625" cy="304050"/>
          </a:xfrm>
        </p:grpSpPr>
        <p:sp>
          <p:nvSpPr>
            <p:cNvPr id="3576" name="Google Shape;3576;p48"/>
            <p:cNvSpPr/>
            <p:nvPr/>
          </p:nvSpPr>
          <p:spPr>
            <a:xfrm>
              <a:off x="-19744700" y="2931925"/>
              <a:ext cx="52800" cy="18125"/>
            </a:xfrm>
            <a:custGeom>
              <a:rect b="b" l="l" r="r" t="t"/>
              <a:pathLst>
                <a:path extrusionOk="0" h="725" w="2112">
                  <a:moveTo>
                    <a:pt x="347" y="0"/>
                  </a:moveTo>
                  <a:cubicBezTo>
                    <a:pt x="158" y="0"/>
                    <a:pt x="1" y="158"/>
                    <a:pt x="1" y="347"/>
                  </a:cubicBezTo>
                  <a:cubicBezTo>
                    <a:pt x="1" y="567"/>
                    <a:pt x="158" y="725"/>
                    <a:pt x="347" y="725"/>
                  </a:cubicBezTo>
                  <a:lnTo>
                    <a:pt x="1765" y="725"/>
                  </a:lnTo>
                  <a:cubicBezTo>
                    <a:pt x="1922" y="725"/>
                    <a:pt x="2111" y="567"/>
                    <a:pt x="2111" y="347"/>
                  </a:cubicBezTo>
                  <a:cubicBezTo>
                    <a:pt x="2111" y="158"/>
                    <a:pt x="1954" y="0"/>
                    <a:pt x="176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7" name="Google Shape;3577;p48"/>
            <p:cNvSpPr/>
            <p:nvPr/>
          </p:nvSpPr>
          <p:spPr>
            <a:xfrm>
              <a:off x="-19709250" y="2967350"/>
              <a:ext cx="52800" cy="18150"/>
            </a:xfrm>
            <a:custGeom>
              <a:rect b="b" l="l" r="r" t="t"/>
              <a:pathLst>
                <a:path extrusionOk="0" h="726" w="2112">
                  <a:moveTo>
                    <a:pt x="347" y="1"/>
                  </a:moveTo>
                  <a:cubicBezTo>
                    <a:pt x="158" y="1"/>
                    <a:pt x="0" y="158"/>
                    <a:pt x="0" y="347"/>
                  </a:cubicBezTo>
                  <a:cubicBezTo>
                    <a:pt x="0" y="568"/>
                    <a:pt x="158" y="726"/>
                    <a:pt x="347" y="726"/>
                  </a:cubicBezTo>
                  <a:lnTo>
                    <a:pt x="1765" y="726"/>
                  </a:lnTo>
                  <a:cubicBezTo>
                    <a:pt x="1954" y="726"/>
                    <a:pt x="2111" y="568"/>
                    <a:pt x="2111" y="347"/>
                  </a:cubicBezTo>
                  <a:cubicBezTo>
                    <a:pt x="2111" y="190"/>
                    <a:pt x="1954" y="1"/>
                    <a:pt x="176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8" name="Google Shape;3578;p48"/>
            <p:cNvSpPr/>
            <p:nvPr/>
          </p:nvSpPr>
          <p:spPr>
            <a:xfrm>
              <a:off x="-19638375" y="2968150"/>
              <a:ext cx="52800" cy="18150"/>
            </a:xfrm>
            <a:custGeom>
              <a:rect b="b" l="l" r="r" t="t"/>
              <a:pathLst>
                <a:path extrusionOk="0" h="726" w="2112">
                  <a:moveTo>
                    <a:pt x="347" y="0"/>
                  </a:moveTo>
                  <a:cubicBezTo>
                    <a:pt x="158" y="0"/>
                    <a:pt x="1" y="158"/>
                    <a:pt x="1" y="378"/>
                  </a:cubicBezTo>
                  <a:cubicBezTo>
                    <a:pt x="1" y="568"/>
                    <a:pt x="158" y="725"/>
                    <a:pt x="347" y="725"/>
                  </a:cubicBezTo>
                  <a:lnTo>
                    <a:pt x="1765" y="725"/>
                  </a:lnTo>
                  <a:cubicBezTo>
                    <a:pt x="1954" y="725"/>
                    <a:pt x="2112" y="568"/>
                    <a:pt x="2112" y="378"/>
                  </a:cubicBezTo>
                  <a:cubicBezTo>
                    <a:pt x="2112" y="158"/>
                    <a:pt x="1954" y="0"/>
                    <a:pt x="176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9" name="Google Shape;3579;p48"/>
            <p:cNvSpPr/>
            <p:nvPr/>
          </p:nvSpPr>
          <p:spPr>
            <a:xfrm>
              <a:off x="-19673800" y="2931925"/>
              <a:ext cx="52775" cy="18125"/>
            </a:xfrm>
            <a:custGeom>
              <a:rect b="b" l="l" r="r" t="t"/>
              <a:pathLst>
                <a:path extrusionOk="0" h="725" w="2111">
                  <a:moveTo>
                    <a:pt x="347" y="0"/>
                  </a:moveTo>
                  <a:cubicBezTo>
                    <a:pt x="158" y="0"/>
                    <a:pt x="0" y="158"/>
                    <a:pt x="0" y="347"/>
                  </a:cubicBezTo>
                  <a:cubicBezTo>
                    <a:pt x="0" y="567"/>
                    <a:pt x="158" y="725"/>
                    <a:pt x="347" y="725"/>
                  </a:cubicBezTo>
                  <a:lnTo>
                    <a:pt x="1764" y="725"/>
                  </a:lnTo>
                  <a:cubicBezTo>
                    <a:pt x="1953" y="725"/>
                    <a:pt x="2111" y="567"/>
                    <a:pt x="2111" y="347"/>
                  </a:cubicBezTo>
                  <a:cubicBezTo>
                    <a:pt x="2111" y="158"/>
                    <a:pt x="1953" y="0"/>
                    <a:pt x="176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0" name="Google Shape;3580;p48"/>
            <p:cNvSpPr/>
            <p:nvPr/>
          </p:nvSpPr>
          <p:spPr>
            <a:xfrm>
              <a:off x="-19602925" y="2931925"/>
              <a:ext cx="52800" cy="18125"/>
            </a:xfrm>
            <a:custGeom>
              <a:rect b="b" l="l" r="r" t="t"/>
              <a:pathLst>
                <a:path extrusionOk="0" h="725" w="2112">
                  <a:moveTo>
                    <a:pt x="347" y="0"/>
                  </a:moveTo>
                  <a:cubicBezTo>
                    <a:pt x="158" y="0"/>
                    <a:pt x="1" y="158"/>
                    <a:pt x="1" y="347"/>
                  </a:cubicBezTo>
                  <a:cubicBezTo>
                    <a:pt x="1" y="567"/>
                    <a:pt x="158" y="725"/>
                    <a:pt x="347" y="725"/>
                  </a:cubicBezTo>
                  <a:lnTo>
                    <a:pt x="1765" y="725"/>
                  </a:lnTo>
                  <a:cubicBezTo>
                    <a:pt x="1954" y="725"/>
                    <a:pt x="2111" y="567"/>
                    <a:pt x="2111" y="347"/>
                  </a:cubicBezTo>
                  <a:cubicBezTo>
                    <a:pt x="2111" y="158"/>
                    <a:pt x="1954" y="0"/>
                    <a:pt x="176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1" name="Google Shape;3581;p48"/>
            <p:cNvSpPr/>
            <p:nvPr/>
          </p:nvSpPr>
          <p:spPr>
            <a:xfrm>
              <a:off x="-19801400" y="2788575"/>
              <a:ext cx="305625" cy="304050"/>
            </a:xfrm>
            <a:custGeom>
              <a:rect b="b" l="l" r="r" t="t"/>
              <a:pathLst>
                <a:path extrusionOk="0" h="12162" w="12225">
                  <a:moveTo>
                    <a:pt x="6144" y="693"/>
                  </a:moveTo>
                  <a:cubicBezTo>
                    <a:pt x="7026" y="693"/>
                    <a:pt x="7940" y="2584"/>
                    <a:pt x="7940" y="4316"/>
                  </a:cubicBezTo>
                  <a:lnTo>
                    <a:pt x="4348" y="4316"/>
                  </a:lnTo>
                  <a:cubicBezTo>
                    <a:pt x="4348" y="2584"/>
                    <a:pt x="5293" y="693"/>
                    <a:pt x="6144" y="693"/>
                  </a:cubicBezTo>
                  <a:close/>
                  <a:moveTo>
                    <a:pt x="9677" y="1496"/>
                  </a:moveTo>
                  <a:cubicBezTo>
                    <a:pt x="9731" y="1496"/>
                    <a:pt x="9781" y="1501"/>
                    <a:pt x="9830" y="1513"/>
                  </a:cubicBezTo>
                  <a:cubicBezTo>
                    <a:pt x="10145" y="1607"/>
                    <a:pt x="10397" y="1985"/>
                    <a:pt x="10617" y="2552"/>
                  </a:cubicBezTo>
                  <a:cubicBezTo>
                    <a:pt x="10775" y="3056"/>
                    <a:pt x="10838" y="3686"/>
                    <a:pt x="10806" y="4316"/>
                  </a:cubicBezTo>
                  <a:lnTo>
                    <a:pt x="8633" y="4316"/>
                  </a:lnTo>
                  <a:cubicBezTo>
                    <a:pt x="8633" y="3686"/>
                    <a:pt x="8507" y="2993"/>
                    <a:pt x="8318" y="2300"/>
                  </a:cubicBezTo>
                  <a:cubicBezTo>
                    <a:pt x="8762" y="1800"/>
                    <a:pt x="9280" y="1496"/>
                    <a:pt x="9677" y="1496"/>
                  </a:cubicBezTo>
                  <a:close/>
                  <a:moveTo>
                    <a:pt x="2638" y="1496"/>
                  </a:moveTo>
                  <a:cubicBezTo>
                    <a:pt x="3024" y="1496"/>
                    <a:pt x="3501" y="1807"/>
                    <a:pt x="4001" y="2363"/>
                  </a:cubicBezTo>
                  <a:cubicBezTo>
                    <a:pt x="3781" y="2993"/>
                    <a:pt x="3686" y="3686"/>
                    <a:pt x="3686" y="4348"/>
                  </a:cubicBezTo>
                  <a:lnTo>
                    <a:pt x="1513" y="4348"/>
                  </a:lnTo>
                  <a:cubicBezTo>
                    <a:pt x="1481" y="3686"/>
                    <a:pt x="1544" y="3056"/>
                    <a:pt x="1702" y="2552"/>
                  </a:cubicBezTo>
                  <a:cubicBezTo>
                    <a:pt x="1891" y="1954"/>
                    <a:pt x="2174" y="1607"/>
                    <a:pt x="2489" y="1513"/>
                  </a:cubicBezTo>
                  <a:cubicBezTo>
                    <a:pt x="2537" y="1502"/>
                    <a:pt x="2587" y="1496"/>
                    <a:pt x="2638" y="1496"/>
                  </a:cubicBezTo>
                  <a:close/>
                  <a:moveTo>
                    <a:pt x="11153" y="5041"/>
                  </a:moveTo>
                  <a:cubicBezTo>
                    <a:pt x="11342" y="5041"/>
                    <a:pt x="11500" y="5199"/>
                    <a:pt x="11500" y="5388"/>
                  </a:cubicBezTo>
                  <a:cubicBezTo>
                    <a:pt x="11500" y="7152"/>
                    <a:pt x="10050" y="8601"/>
                    <a:pt x="8286" y="8601"/>
                  </a:cubicBezTo>
                  <a:lnTo>
                    <a:pt x="4001" y="8601"/>
                  </a:lnTo>
                  <a:cubicBezTo>
                    <a:pt x="2206" y="8601"/>
                    <a:pt x="756" y="7152"/>
                    <a:pt x="756" y="5388"/>
                  </a:cubicBezTo>
                  <a:cubicBezTo>
                    <a:pt x="756" y="5199"/>
                    <a:pt x="914" y="5041"/>
                    <a:pt x="1103" y="5041"/>
                  </a:cubicBezTo>
                  <a:close/>
                  <a:moveTo>
                    <a:pt x="9357" y="9326"/>
                  </a:moveTo>
                  <a:lnTo>
                    <a:pt x="9357" y="9672"/>
                  </a:lnTo>
                  <a:cubicBezTo>
                    <a:pt x="9357" y="10271"/>
                    <a:pt x="8885" y="10743"/>
                    <a:pt x="8286" y="10743"/>
                  </a:cubicBezTo>
                  <a:lnTo>
                    <a:pt x="7940" y="10743"/>
                  </a:lnTo>
                  <a:lnTo>
                    <a:pt x="7940" y="10397"/>
                  </a:lnTo>
                  <a:cubicBezTo>
                    <a:pt x="7940" y="9798"/>
                    <a:pt x="8412" y="9326"/>
                    <a:pt x="8979" y="9326"/>
                  </a:cubicBezTo>
                  <a:close/>
                  <a:moveTo>
                    <a:pt x="10050" y="9357"/>
                  </a:moveTo>
                  <a:cubicBezTo>
                    <a:pt x="10870" y="9515"/>
                    <a:pt x="11500" y="10208"/>
                    <a:pt x="11500" y="11090"/>
                  </a:cubicBezTo>
                  <a:lnTo>
                    <a:pt x="11500" y="11437"/>
                  </a:lnTo>
                  <a:lnTo>
                    <a:pt x="11153" y="11437"/>
                  </a:lnTo>
                  <a:cubicBezTo>
                    <a:pt x="10617" y="11437"/>
                    <a:pt x="10050" y="11185"/>
                    <a:pt x="9704" y="10743"/>
                  </a:cubicBezTo>
                  <a:cubicBezTo>
                    <a:pt x="9924" y="10428"/>
                    <a:pt x="10050" y="10082"/>
                    <a:pt x="10050" y="9672"/>
                  </a:cubicBezTo>
                  <a:lnTo>
                    <a:pt x="10050" y="9357"/>
                  </a:lnTo>
                  <a:close/>
                  <a:moveTo>
                    <a:pt x="6112" y="0"/>
                  </a:moveTo>
                  <a:cubicBezTo>
                    <a:pt x="5419" y="0"/>
                    <a:pt x="4789" y="536"/>
                    <a:pt x="4253" y="1513"/>
                  </a:cubicBezTo>
                  <a:cubicBezTo>
                    <a:pt x="4253" y="1576"/>
                    <a:pt x="4222" y="1576"/>
                    <a:pt x="4222" y="1607"/>
                  </a:cubicBezTo>
                  <a:cubicBezTo>
                    <a:pt x="3680" y="1065"/>
                    <a:pt x="3096" y="777"/>
                    <a:pt x="2591" y="777"/>
                  </a:cubicBezTo>
                  <a:cubicBezTo>
                    <a:pt x="2479" y="777"/>
                    <a:pt x="2371" y="791"/>
                    <a:pt x="2269" y="819"/>
                  </a:cubicBezTo>
                  <a:cubicBezTo>
                    <a:pt x="1166" y="1135"/>
                    <a:pt x="630" y="2836"/>
                    <a:pt x="725" y="4348"/>
                  </a:cubicBezTo>
                  <a:cubicBezTo>
                    <a:pt x="284" y="4506"/>
                    <a:pt x="0" y="4915"/>
                    <a:pt x="0" y="5388"/>
                  </a:cubicBezTo>
                  <a:cubicBezTo>
                    <a:pt x="0" y="7561"/>
                    <a:pt x="1796" y="9326"/>
                    <a:pt x="3938" y="9326"/>
                  </a:cubicBezTo>
                  <a:lnTo>
                    <a:pt x="7530" y="9326"/>
                  </a:lnTo>
                  <a:cubicBezTo>
                    <a:pt x="7309" y="9641"/>
                    <a:pt x="7183" y="9987"/>
                    <a:pt x="7183" y="10365"/>
                  </a:cubicBezTo>
                  <a:lnTo>
                    <a:pt x="7183" y="11090"/>
                  </a:lnTo>
                  <a:cubicBezTo>
                    <a:pt x="7183" y="11279"/>
                    <a:pt x="7341" y="11437"/>
                    <a:pt x="7530" y="11437"/>
                  </a:cubicBezTo>
                  <a:lnTo>
                    <a:pt x="8255" y="11437"/>
                  </a:lnTo>
                  <a:cubicBezTo>
                    <a:pt x="8570" y="11437"/>
                    <a:pt x="8885" y="11374"/>
                    <a:pt x="9137" y="11216"/>
                  </a:cubicBezTo>
                  <a:cubicBezTo>
                    <a:pt x="9609" y="11815"/>
                    <a:pt x="10365" y="12161"/>
                    <a:pt x="11122" y="12161"/>
                  </a:cubicBezTo>
                  <a:lnTo>
                    <a:pt x="11815" y="12161"/>
                  </a:lnTo>
                  <a:cubicBezTo>
                    <a:pt x="12035" y="12161"/>
                    <a:pt x="12193" y="12004"/>
                    <a:pt x="12193" y="11815"/>
                  </a:cubicBezTo>
                  <a:lnTo>
                    <a:pt x="12193" y="11090"/>
                  </a:lnTo>
                  <a:cubicBezTo>
                    <a:pt x="12224" y="9956"/>
                    <a:pt x="11468" y="9011"/>
                    <a:pt x="10397" y="8696"/>
                  </a:cubicBezTo>
                  <a:cubicBezTo>
                    <a:pt x="11500" y="7971"/>
                    <a:pt x="12224" y="6774"/>
                    <a:pt x="12224" y="5388"/>
                  </a:cubicBezTo>
                  <a:cubicBezTo>
                    <a:pt x="12224" y="4915"/>
                    <a:pt x="11909" y="4506"/>
                    <a:pt x="11500" y="4348"/>
                  </a:cubicBezTo>
                  <a:cubicBezTo>
                    <a:pt x="11594" y="2773"/>
                    <a:pt x="11122" y="1103"/>
                    <a:pt x="9987" y="819"/>
                  </a:cubicBezTo>
                  <a:cubicBezTo>
                    <a:pt x="9879" y="791"/>
                    <a:pt x="9767" y="777"/>
                    <a:pt x="9651" y="777"/>
                  </a:cubicBezTo>
                  <a:cubicBezTo>
                    <a:pt x="9129" y="777"/>
                    <a:pt x="8544" y="1065"/>
                    <a:pt x="8003" y="1607"/>
                  </a:cubicBezTo>
                  <a:cubicBezTo>
                    <a:pt x="8003" y="1576"/>
                    <a:pt x="7971" y="1576"/>
                    <a:pt x="7971" y="1513"/>
                  </a:cubicBezTo>
                  <a:cubicBezTo>
                    <a:pt x="7498" y="536"/>
                    <a:pt x="6837" y="0"/>
                    <a:pt x="611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82" name="Google Shape;3582;p48"/>
          <p:cNvGrpSpPr/>
          <p:nvPr/>
        </p:nvGrpSpPr>
        <p:grpSpPr>
          <a:xfrm>
            <a:off x="5534144" y="1994365"/>
            <a:ext cx="260581" cy="291584"/>
            <a:chOff x="-17903225" y="2060800"/>
            <a:chExt cx="271750" cy="304050"/>
          </a:xfrm>
        </p:grpSpPr>
        <p:sp>
          <p:nvSpPr>
            <p:cNvPr id="3583" name="Google Shape;3583;p48"/>
            <p:cNvSpPr/>
            <p:nvPr/>
          </p:nvSpPr>
          <p:spPr>
            <a:xfrm>
              <a:off x="-17722875" y="2204150"/>
              <a:ext cx="18150" cy="18150"/>
            </a:xfrm>
            <a:custGeom>
              <a:rect b="b" l="l" r="r" t="t"/>
              <a:pathLst>
                <a:path extrusionOk="0" h="726" w="726">
                  <a:moveTo>
                    <a:pt x="347" y="1"/>
                  </a:moveTo>
                  <a:cubicBezTo>
                    <a:pt x="158" y="1"/>
                    <a:pt x="1" y="158"/>
                    <a:pt x="1" y="379"/>
                  </a:cubicBezTo>
                  <a:cubicBezTo>
                    <a:pt x="1" y="568"/>
                    <a:pt x="158" y="725"/>
                    <a:pt x="347" y="725"/>
                  </a:cubicBezTo>
                  <a:cubicBezTo>
                    <a:pt x="568" y="725"/>
                    <a:pt x="726" y="568"/>
                    <a:pt x="726" y="379"/>
                  </a:cubicBezTo>
                  <a:cubicBezTo>
                    <a:pt x="726" y="158"/>
                    <a:pt x="568"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4" name="Google Shape;3584;p48"/>
            <p:cNvSpPr/>
            <p:nvPr/>
          </p:nvSpPr>
          <p:spPr>
            <a:xfrm>
              <a:off x="-17829200" y="2204150"/>
              <a:ext cx="18150" cy="18150"/>
            </a:xfrm>
            <a:custGeom>
              <a:rect b="b" l="l" r="r" t="t"/>
              <a:pathLst>
                <a:path extrusionOk="0" h="726" w="726">
                  <a:moveTo>
                    <a:pt x="347" y="1"/>
                  </a:moveTo>
                  <a:cubicBezTo>
                    <a:pt x="158" y="1"/>
                    <a:pt x="1" y="158"/>
                    <a:pt x="1" y="379"/>
                  </a:cubicBezTo>
                  <a:cubicBezTo>
                    <a:pt x="1" y="568"/>
                    <a:pt x="158" y="725"/>
                    <a:pt x="347" y="725"/>
                  </a:cubicBezTo>
                  <a:cubicBezTo>
                    <a:pt x="568" y="725"/>
                    <a:pt x="725" y="568"/>
                    <a:pt x="725" y="379"/>
                  </a:cubicBezTo>
                  <a:cubicBezTo>
                    <a:pt x="725" y="158"/>
                    <a:pt x="568"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5" name="Google Shape;3585;p48"/>
            <p:cNvSpPr/>
            <p:nvPr/>
          </p:nvSpPr>
          <p:spPr>
            <a:xfrm>
              <a:off x="-17903225" y="2060800"/>
              <a:ext cx="271750" cy="304050"/>
            </a:xfrm>
            <a:custGeom>
              <a:rect b="b" l="l" r="r" t="t"/>
              <a:pathLst>
                <a:path extrusionOk="0" h="12162" w="10870">
                  <a:moveTo>
                    <a:pt x="1040" y="694"/>
                  </a:moveTo>
                  <a:cubicBezTo>
                    <a:pt x="1891" y="694"/>
                    <a:pt x="2615" y="1293"/>
                    <a:pt x="2773" y="2112"/>
                  </a:cubicBezTo>
                  <a:cubicBezTo>
                    <a:pt x="2552" y="2364"/>
                    <a:pt x="2332" y="2679"/>
                    <a:pt x="2143" y="2994"/>
                  </a:cubicBezTo>
                  <a:lnTo>
                    <a:pt x="1040" y="694"/>
                  </a:lnTo>
                  <a:close/>
                  <a:moveTo>
                    <a:pt x="9861" y="694"/>
                  </a:moveTo>
                  <a:lnTo>
                    <a:pt x="8727" y="2994"/>
                  </a:lnTo>
                  <a:cubicBezTo>
                    <a:pt x="8507" y="2679"/>
                    <a:pt x="8318" y="2395"/>
                    <a:pt x="8097" y="2112"/>
                  </a:cubicBezTo>
                  <a:cubicBezTo>
                    <a:pt x="8255" y="1293"/>
                    <a:pt x="8979" y="694"/>
                    <a:pt x="9830" y="694"/>
                  </a:cubicBezTo>
                  <a:close/>
                  <a:moveTo>
                    <a:pt x="5451" y="1419"/>
                  </a:moveTo>
                  <a:cubicBezTo>
                    <a:pt x="6144" y="1419"/>
                    <a:pt x="6900" y="1860"/>
                    <a:pt x="7561" y="2584"/>
                  </a:cubicBezTo>
                  <a:lnTo>
                    <a:pt x="6994" y="2994"/>
                  </a:lnTo>
                  <a:cubicBezTo>
                    <a:pt x="6270" y="3466"/>
                    <a:pt x="5829" y="4254"/>
                    <a:pt x="5829" y="5136"/>
                  </a:cubicBezTo>
                  <a:lnTo>
                    <a:pt x="5829" y="6522"/>
                  </a:lnTo>
                  <a:cubicBezTo>
                    <a:pt x="5734" y="6491"/>
                    <a:pt x="5608" y="6491"/>
                    <a:pt x="5482" y="6491"/>
                  </a:cubicBezTo>
                  <a:cubicBezTo>
                    <a:pt x="5356" y="6491"/>
                    <a:pt x="5199" y="6522"/>
                    <a:pt x="5104" y="6554"/>
                  </a:cubicBezTo>
                  <a:lnTo>
                    <a:pt x="5104" y="5199"/>
                  </a:lnTo>
                  <a:cubicBezTo>
                    <a:pt x="5104" y="4317"/>
                    <a:pt x="4663" y="3498"/>
                    <a:pt x="3938" y="3025"/>
                  </a:cubicBezTo>
                  <a:lnTo>
                    <a:pt x="3371" y="2616"/>
                  </a:lnTo>
                  <a:cubicBezTo>
                    <a:pt x="4001" y="1797"/>
                    <a:pt x="4726" y="1419"/>
                    <a:pt x="5451" y="1419"/>
                  </a:cubicBezTo>
                  <a:close/>
                  <a:moveTo>
                    <a:pt x="5451" y="7152"/>
                  </a:moveTo>
                  <a:cubicBezTo>
                    <a:pt x="5608" y="7152"/>
                    <a:pt x="5734" y="7279"/>
                    <a:pt x="5797" y="7405"/>
                  </a:cubicBezTo>
                  <a:lnTo>
                    <a:pt x="5797" y="7562"/>
                  </a:lnTo>
                  <a:cubicBezTo>
                    <a:pt x="5766" y="7625"/>
                    <a:pt x="5608" y="7751"/>
                    <a:pt x="5451" y="7846"/>
                  </a:cubicBezTo>
                  <a:cubicBezTo>
                    <a:pt x="5262" y="7720"/>
                    <a:pt x="5104" y="7594"/>
                    <a:pt x="5104" y="7499"/>
                  </a:cubicBezTo>
                  <a:cubicBezTo>
                    <a:pt x="5104" y="7310"/>
                    <a:pt x="5262" y="7152"/>
                    <a:pt x="5451" y="7152"/>
                  </a:cubicBezTo>
                  <a:close/>
                  <a:moveTo>
                    <a:pt x="2899" y="3151"/>
                  </a:moveTo>
                  <a:lnTo>
                    <a:pt x="3560" y="3561"/>
                  </a:lnTo>
                  <a:cubicBezTo>
                    <a:pt x="4064" y="3907"/>
                    <a:pt x="4379" y="4538"/>
                    <a:pt x="4379" y="5105"/>
                  </a:cubicBezTo>
                  <a:lnTo>
                    <a:pt x="4379" y="7499"/>
                  </a:lnTo>
                  <a:cubicBezTo>
                    <a:pt x="4379" y="7562"/>
                    <a:pt x="4379" y="7625"/>
                    <a:pt x="4411" y="7688"/>
                  </a:cubicBezTo>
                  <a:cubicBezTo>
                    <a:pt x="4505" y="8035"/>
                    <a:pt x="4852" y="8287"/>
                    <a:pt x="5104" y="8413"/>
                  </a:cubicBezTo>
                  <a:lnTo>
                    <a:pt x="5104" y="8948"/>
                  </a:lnTo>
                  <a:lnTo>
                    <a:pt x="5104" y="8980"/>
                  </a:lnTo>
                  <a:cubicBezTo>
                    <a:pt x="5059" y="9813"/>
                    <a:pt x="4353" y="10357"/>
                    <a:pt x="3575" y="10357"/>
                  </a:cubicBezTo>
                  <a:cubicBezTo>
                    <a:pt x="3264" y="10357"/>
                    <a:pt x="2943" y="10271"/>
                    <a:pt x="2647" y="10082"/>
                  </a:cubicBezTo>
                  <a:cubicBezTo>
                    <a:pt x="1859" y="9547"/>
                    <a:pt x="1512" y="8728"/>
                    <a:pt x="1512" y="7499"/>
                  </a:cubicBezTo>
                  <a:cubicBezTo>
                    <a:pt x="1512" y="6144"/>
                    <a:pt x="2017" y="4443"/>
                    <a:pt x="2899" y="3151"/>
                  </a:cubicBezTo>
                  <a:close/>
                  <a:moveTo>
                    <a:pt x="8066" y="3151"/>
                  </a:moveTo>
                  <a:cubicBezTo>
                    <a:pt x="8916" y="4412"/>
                    <a:pt x="9420" y="6144"/>
                    <a:pt x="9420" y="7499"/>
                  </a:cubicBezTo>
                  <a:cubicBezTo>
                    <a:pt x="9389" y="8696"/>
                    <a:pt x="8979" y="9578"/>
                    <a:pt x="8192" y="10082"/>
                  </a:cubicBezTo>
                  <a:cubicBezTo>
                    <a:pt x="7913" y="10271"/>
                    <a:pt x="7599" y="10357"/>
                    <a:pt x="7293" y="10357"/>
                  </a:cubicBezTo>
                  <a:cubicBezTo>
                    <a:pt x="6522" y="10357"/>
                    <a:pt x="5797" y="9813"/>
                    <a:pt x="5797" y="8980"/>
                  </a:cubicBezTo>
                  <a:lnTo>
                    <a:pt x="5797" y="8917"/>
                  </a:lnTo>
                  <a:lnTo>
                    <a:pt x="5797" y="8476"/>
                  </a:lnTo>
                  <a:cubicBezTo>
                    <a:pt x="6175" y="8255"/>
                    <a:pt x="6553" y="7940"/>
                    <a:pt x="6553" y="7499"/>
                  </a:cubicBezTo>
                  <a:lnTo>
                    <a:pt x="6553" y="7310"/>
                  </a:lnTo>
                  <a:lnTo>
                    <a:pt x="6553" y="5105"/>
                  </a:lnTo>
                  <a:cubicBezTo>
                    <a:pt x="6553" y="4475"/>
                    <a:pt x="6868" y="3907"/>
                    <a:pt x="7372" y="3561"/>
                  </a:cubicBezTo>
                  <a:lnTo>
                    <a:pt x="8066" y="3151"/>
                  </a:lnTo>
                  <a:close/>
                  <a:moveTo>
                    <a:pt x="5451" y="10145"/>
                  </a:moveTo>
                  <a:cubicBezTo>
                    <a:pt x="5577" y="10303"/>
                    <a:pt x="5671" y="10429"/>
                    <a:pt x="5797" y="10555"/>
                  </a:cubicBezTo>
                  <a:lnTo>
                    <a:pt x="5797" y="11437"/>
                  </a:lnTo>
                  <a:lnTo>
                    <a:pt x="5104" y="11437"/>
                  </a:lnTo>
                  <a:lnTo>
                    <a:pt x="5104" y="10555"/>
                  </a:lnTo>
                  <a:cubicBezTo>
                    <a:pt x="5199" y="10429"/>
                    <a:pt x="5356" y="10303"/>
                    <a:pt x="5451" y="10145"/>
                  </a:cubicBezTo>
                  <a:close/>
                  <a:moveTo>
                    <a:pt x="441" y="1"/>
                  </a:moveTo>
                  <a:cubicBezTo>
                    <a:pt x="158" y="1"/>
                    <a:pt x="0" y="284"/>
                    <a:pt x="126" y="505"/>
                  </a:cubicBezTo>
                  <a:lnTo>
                    <a:pt x="1733" y="3750"/>
                  </a:lnTo>
                  <a:cubicBezTo>
                    <a:pt x="1166" y="4947"/>
                    <a:pt x="788" y="6302"/>
                    <a:pt x="788" y="7499"/>
                  </a:cubicBezTo>
                  <a:cubicBezTo>
                    <a:pt x="788" y="8917"/>
                    <a:pt x="1260" y="9988"/>
                    <a:pt x="2269" y="10650"/>
                  </a:cubicBezTo>
                  <a:cubicBezTo>
                    <a:pt x="2670" y="10930"/>
                    <a:pt x="3134" y="11071"/>
                    <a:pt x="3598" y="11071"/>
                  </a:cubicBezTo>
                  <a:cubicBezTo>
                    <a:pt x="3863" y="11071"/>
                    <a:pt x="4127" y="11025"/>
                    <a:pt x="4379" y="10933"/>
                  </a:cubicBezTo>
                  <a:lnTo>
                    <a:pt x="4379" y="11815"/>
                  </a:lnTo>
                  <a:cubicBezTo>
                    <a:pt x="4379" y="12004"/>
                    <a:pt x="4537" y="12162"/>
                    <a:pt x="4726" y="12162"/>
                  </a:cubicBezTo>
                  <a:lnTo>
                    <a:pt x="6144" y="12162"/>
                  </a:lnTo>
                  <a:cubicBezTo>
                    <a:pt x="6364" y="12162"/>
                    <a:pt x="6522" y="12004"/>
                    <a:pt x="6522" y="11815"/>
                  </a:cubicBezTo>
                  <a:lnTo>
                    <a:pt x="6522" y="10933"/>
                  </a:lnTo>
                  <a:cubicBezTo>
                    <a:pt x="6774" y="11025"/>
                    <a:pt x="7038" y="11071"/>
                    <a:pt x="7303" y="11071"/>
                  </a:cubicBezTo>
                  <a:cubicBezTo>
                    <a:pt x="7767" y="11071"/>
                    <a:pt x="8232" y="10930"/>
                    <a:pt x="8633" y="10650"/>
                  </a:cubicBezTo>
                  <a:cubicBezTo>
                    <a:pt x="9641" y="9988"/>
                    <a:pt x="10113" y="8917"/>
                    <a:pt x="10113" y="7499"/>
                  </a:cubicBezTo>
                  <a:cubicBezTo>
                    <a:pt x="10113" y="6302"/>
                    <a:pt x="9735" y="4916"/>
                    <a:pt x="9137" y="3750"/>
                  </a:cubicBezTo>
                  <a:lnTo>
                    <a:pt x="10775" y="505"/>
                  </a:lnTo>
                  <a:cubicBezTo>
                    <a:pt x="10869" y="284"/>
                    <a:pt x="10680" y="1"/>
                    <a:pt x="10460" y="1"/>
                  </a:cubicBezTo>
                  <a:lnTo>
                    <a:pt x="9861" y="1"/>
                  </a:lnTo>
                  <a:cubicBezTo>
                    <a:pt x="8853" y="1"/>
                    <a:pt x="7940" y="631"/>
                    <a:pt x="7530" y="1576"/>
                  </a:cubicBezTo>
                  <a:cubicBezTo>
                    <a:pt x="7467" y="1545"/>
                    <a:pt x="7404" y="1450"/>
                    <a:pt x="7341" y="1419"/>
                  </a:cubicBezTo>
                  <a:cubicBezTo>
                    <a:pt x="6742" y="946"/>
                    <a:pt x="6112" y="694"/>
                    <a:pt x="5451" y="694"/>
                  </a:cubicBezTo>
                  <a:cubicBezTo>
                    <a:pt x="4663" y="694"/>
                    <a:pt x="3938" y="1072"/>
                    <a:pt x="3371" y="1576"/>
                  </a:cubicBezTo>
                  <a:cubicBezTo>
                    <a:pt x="2993" y="631"/>
                    <a:pt x="2111" y="1"/>
                    <a:pt x="10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86" name="Google Shape;3586;p48"/>
          <p:cNvGrpSpPr/>
          <p:nvPr/>
        </p:nvGrpSpPr>
        <p:grpSpPr>
          <a:xfrm>
            <a:off x="5518286" y="2417450"/>
            <a:ext cx="292297" cy="291584"/>
            <a:chOff x="-17918975" y="2435725"/>
            <a:chExt cx="304825" cy="304050"/>
          </a:xfrm>
        </p:grpSpPr>
        <p:sp>
          <p:nvSpPr>
            <p:cNvPr id="3587" name="Google Shape;3587;p48"/>
            <p:cNvSpPr/>
            <p:nvPr/>
          </p:nvSpPr>
          <p:spPr>
            <a:xfrm>
              <a:off x="-17918975" y="2435725"/>
              <a:ext cx="304825" cy="304050"/>
            </a:xfrm>
            <a:custGeom>
              <a:rect b="b" l="l" r="r" t="t"/>
              <a:pathLst>
                <a:path extrusionOk="0" h="12162" w="12193">
                  <a:moveTo>
                    <a:pt x="1040" y="662"/>
                  </a:moveTo>
                  <a:cubicBezTo>
                    <a:pt x="1229" y="662"/>
                    <a:pt x="1386" y="819"/>
                    <a:pt x="1386" y="1040"/>
                  </a:cubicBezTo>
                  <a:cubicBezTo>
                    <a:pt x="1386" y="1229"/>
                    <a:pt x="1229" y="1386"/>
                    <a:pt x="1040" y="1386"/>
                  </a:cubicBezTo>
                  <a:cubicBezTo>
                    <a:pt x="851" y="1386"/>
                    <a:pt x="693" y="1229"/>
                    <a:pt x="693" y="1040"/>
                  </a:cubicBezTo>
                  <a:cubicBezTo>
                    <a:pt x="693" y="819"/>
                    <a:pt x="851" y="662"/>
                    <a:pt x="1040" y="662"/>
                  </a:cubicBezTo>
                  <a:close/>
                  <a:moveTo>
                    <a:pt x="3907" y="662"/>
                  </a:moveTo>
                  <a:cubicBezTo>
                    <a:pt x="4096" y="662"/>
                    <a:pt x="4253" y="819"/>
                    <a:pt x="4253" y="1040"/>
                  </a:cubicBezTo>
                  <a:cubicBezTo>
                    <a:pt x="4253" y="1229"/>
                    <a:pt x="4096" y="1386"/>
                    <a:pt x="3907" y="1386"/>
                  </a:cubicBezTo>
                  <a:cubicBezTo>
                    <a:pt x="3718" y="1386"/>
                    <a:pt x="3560" y="1229"/>
                    <a:pt x="3560" y="1040"/>
                  </a:cubicBezTo>
                  <a:cubicBezTo>
                    <a:pt x="3560" y="819"/>
                    <a:pt x="3718" y="662"/>
                    <a:pt x="3907" y="662"/>
                  </a:cubicBezTo>
                  <a:close/>
                  <a:moveTo>
                    <a:pt x="7828" y="2853"/>
                  </a:moveTo>
                  <a:cubicBezTo>
                    <a:pt x="9848" y="2853"/>
                    <a:pt x="11436" y="4484"/>
                    <a:pt x="11436" y="6427"/>
                  </a:cubicBezTo>
                  <a:lnTo>
                    <a:pt x="11436" y="6774"/>
                  </a:lnTo>
                  <a:cubicBezTo>
                    <a:pt x="11436" y="8538"/>
                    <a:pt x="9987" y="10019"/>
                    <a:pt x="8191" y="10019"/>
                  </a:cubicBezTo>
                  <a:cubicBezTo>
                    <a:pt x="6837" y="10019"/>
                    <a:pt x="5671" y="8916"/>
                    <a:pt x="5671" y="7530"/>
                  </a:cubicBezTo>
                  <a:lnTo>
                    <a:pt x="5671" y="6931"/>
                  </a:lnTo>
                  <a:cubicBezTo>
                    <a:pt x="5671" y="5955"/>
                    <a:pt x="6427" y="5072"/>
                    <a:pt x="7372" y="5041"/>
                  </a:cubicBezTo>
                  <a:cubicBezTo>
                    <a:pt x="7392" y="5040"/>
                    <a:pt x="7413" y="5040"/>
                    <a:pt x="7433" y="5040"/>
                  </a:cubicBezTo>
                  <a:cubicBezTo>
                    <a:pt x="8445" y="5040"/>
                    <a:pt x="9263" y="5817"/>
                    <a:pt x="9263" y="6805"/>
                  </a:cubicBezTo>
                  <a:lnTo>
                    <a:pt x="9263" y="7152"/>
                  </a:lnTo>
                  <a:cubicBezTo>
                    <a:pt x="9263" y="7561"/>
                    <a:pt x="8948" y="7876"/>
                    <a:pt x="8570" y="7876"/>
                  </a:cubicBezTo>
                  <a:cubicBezTo>
                    <a:pt x="8160" y="7876"/>
                    <a:pt x="7845" y="7561"/>
                    <a:pt x="7845" y="7152"/>
                  </a:cubicBezTo>
                  <a:lnTo>
                    <a:pt x="7845" y="6805"/>
                  </a:lnTo>
                  <a:cubicBezTo>
                    <a:pt x="7845" y="6616"/>
                    <a:pt x="7687" y="6459"/>
                    <a:pt x="7498" y="6459"/>
                  </a:cubicBezTo>
                  <a:cubicBezTo>
                    <a:pt x="7309" y="6459"/>
                    <a:pt x="7152" y="6616"/>
                    <a:pt x="7152" y="6805"/>
                  </a:cubicBezTo>
                  <a:lnTo>
                    <a:pt x="7152" y="7152"/>
                  </a:lnTo>
                  <a:cubicBezTo>
                    <a:pt x="7152" y="7939"/>
                    <a:pt x="7782" y="8569"/>
                    <a:pt x="8570" y="8569"/>
                  </a:cubicBezTo>
                  <a:cubicBezTo>
                    <a:pt x="9357" y="8569"/>
                    <a:pt x="9987" y="7939"/>
                    <a:pt x="9987" y="7152"/>
                  </a:cubicBezTo>
                  <a:lnTo>
                    <a:pt x="9987" y="6805"/>
                  </a:lnTo>
                  <a:cubicBezTo>
                    <a:pt x="9987" y="5425"/>
                    <a:pt x="8853" y="4314"/>
                    <a:pt x="7456" y="4314"/>
                  </a:cubicBezTo>
                  <a:cubicBezTo>
                    <a:pt x="7418" y="4314"/>
                    <a:pt x="7379" y="4315"/>
                    <a:pt x="7341" y="4316"/>
                  </a:cubicBezTo>
                  <a:cubicBezTo>
                    <a:pt x="5986" y="4411"/>
                    <a:pt x="4946" y="5577"/>
                    <a:pt x="4946" y="6931"/>
                  </a:cubicBezTo>
                  <a:lnTo>
                    <a:pt x="4946" y="7530"/>
                  </a:lnTo>
                  <a:cubicBezTo>
                    <a:pt x="4946" y="8191"/>
                    <a:pt x="5135" y="8790"/>
                    <a:pt x="5482" y="9294"/>
                  </a:cubicBezTo>
                  <a:lnTo>
                    <a:pt x="5293" y="9294"/>
                  </a:lnTo>
                  <a:cubicBezTo>
                    <a:pt x="4694" y="9294"/>
                    <a:pt x="4222" y="8822"/>
                    <a:pt x="4222" y="8223"/>
                  </a:cubicBezTo>
                  <a:lnTo>
                    <a:pt x="4222" y="6616"/>
                  </a:lnTo>
                  <a:cubicBezTo>
                    <a:pt x="4253" y="4663"/>
                    <a:pt x="5671" y="3025"/>
                    <a:pt x="7498" y="2867"/>
                  </a:cubicBezTo>
                  <a:cubicBezTo>
                    <a:pt x="7609" y="2857"/>
                    <a:pt x="7719" y="2853"/>
                    <a:pt x="7828" y="2853"/>
                  </a:cubicBezTo>
                  <a:close/>
                  <a:moveTo>
                    <a:pt x="2518" y="4236"/>
                  </a:moveTo>
                  <a:cubicBezTo>
                    <a:pt x="3101" y="4236"/>
                    <a:pt x="3592" y="4754"/>
                    <a:pt x="3592" y="5324"/>
                  </a:cubicBezTo>
                  <a:lnTo>
                    <a:pt x="3592" y="8160"/>
                  </a:lnTo>
                  <a:cubicBezTo>
                    <a:pt x="3592" y="9137"/>
                    <a:pt x="4379" y="9924"/>
                    <a:pt x="5356" y="9924"/>
                  </a:cubicBezTo>
                  <a:lnTo>
                    <a:pt x="6207" y="9924"/>
                  </a:lnTo>
                  <a:cubicBezTo>
                    <a:pt x="6742" y="10365"/>
                    <a:pt x="7467" y="10617"/>
                    <a:pt x="8254" y="10617"/>
                  </a:cubicBezTo>
                  <a:cubicBezTo>
                    <a:pt x="9011" y="10617"/>
                    <a:pt x="9704" y="10428"/>
                    <a:pt x="10334" y="10050"/>
                  </a:cubicBezTo>
                  <a:cubicBezTo>
                    <a:pt x="10838" y="10334"/>
                    <a:pt x="11279" y="10838"/>
                    <a:pt x="11405" y="11436"/>
                  </a:cubicBezTo>
                  <a:lnTo>
                    <a:pt x="3907" y="11436"/>
                  </a:lnTo>
                  <a:cubicBezTo>
                    <a:pt x="2521" y="11436"/>
                    <a:pt x="1418" y="10271"/>
                    <a:pt x="1418" y="8916"/>
                  </a:cubicBezTo>
                  <a:lnTo>
                    <a:pt x="1418" y="5388"/>
                  </a:lnTo>
                  <a:cubicBezTo>
                    <a:pt x="1418" y="4852"/>
                    <a:pt x="1827" y="4348"/>
                    <a:pt x="2332" y="4253"/>
                  </a:cubicBezTo>
                  <a:cubicBezTo>
                    <a:pt x="2394" y="4241"/>
                    <a:pt x="2457" y="4236"/>
                    <a:pt x="2518" y="4236"/>
                  </a:cubicBezTo>
                  <a:close/>
                  <a:moveTo>
                    <a:pt x="1071" y="0"/>
                  </a:moveTo>
                  <a:cubicBezTo>
                    <a:pt x="473" y="0"/>
                    <a:pt x="0" y="473"/>
                    <a:pt x="0" y="1071"/>
                  </a:cubicBezTo>
                  <a:cubicBezTo>
                    <a:pt x="0" y="1652"/>
                    <a:pt x="504" y="2144"/>
                    <a:pt x="1052" y="2144"/>
                  </a:cubicBezTo>
                  <a:cubicBezTo>
                    <a:pt x="1069" y="2144"/>
                    <a:pt x="1086" y="2143"/>
                    <a:pt x="1103" y="2143"/>
                  </a:cubicBezTo>
                  <a:lnTo>
                    <a:pt x="1733" y="3749"/>
                  </a:lnTo>
                  <a:cubicBezTo>
                    <a:pt x="1103" y="4001"/>
                    <a:pt x="725" y="4694"/>
                    <a:pt x="725" y="5451"/>
                  </a:cubicBezTo>
                  <a:lnTo>
                    <a:pt x="725" y="8948"/>
                  </a:lnTo>
                  <a:cubicBezTo>
                    <a:pt x="725" y="10712"/>
                    <a:pt x="2174" y="12161"/>
                    <a:pt x="3938" y="12161"/>
                  </a:cubicBezTo>
                  <a:lnTo>
                    <a:pt x="11815" y="12161"/>
                  </a:lnTo>
                  <a:cubicBezTo>
                    <a:pt x="12035" y="12161"/>
                    <a:pt x="12193" y="12004"/>
                    <a:pt x="12193" y="11814"/>
                  </a:cubicBezTo>
                  <a:cubicBezTo>
                    <a:pt x="12193" y="11279"/>
                    <a:pt x="11972" y="10712"/>
                    <a:pt x="11657" y="10271"/>
                  </a:cubicBezTo>
                  <a:cubicBezTo>
                    <a:pt x="11468" y="10019"/>
                    <a:pt x="11247" y="9798"/>
                    <a:pt x="10964" y="9641"/>
                  </a:cubicBezTo>
                  <a:cubicBezTo>
                    <a:pt x="11657" y="8916"/>
                    <a:pt x="12193" y="7876"/>
                    <a:pt x="12193" y="6774"/>
                  </a:cubicBezTo>
                  <a:lnTo>
                    <a:pt x="12193" y="6427"/>
                  </a:lnTo>
                  <a:cubicBezTo>
                    <a:pt x="12193" y="4080"/>
                    <a:pt x="10259" y="2153"/>
                    <a:pt x="7898" y="2153"/>
                  </a:cubicBezTo>
                  <a:cubicBezTo>
                    <a:pt x="7756" y="2153"/>
                    <a:pt x="7612" y="2160"/>
                    <a:pt x="7467" y="2174"/>
                  </a:cubicBezTo>
                  <a:cubicBezTo>
                    <a:pt x="5986" y="2332"/>
                    <a:pt x="4726" y="3214"/>
                    <a:pt x="4064" y="4537"/>
                  </a:cubicBezTo>
                  <a:cubicBezTo>
                    <a:pt x="3875" y="4190"/>
                    <a:pt x="3592" y="3907"/>
                    <a:pt x="3245" y="3749"/>
                  </a:cubicBezTo>
                  <a:lnTo>
                    <a:pt x="3875" y="2143"/>
                  </a:lnTo>
                  <a:lnTo>
                    <a:pt x="3907" y="2143"/>
                  </a:lnTo>
                  <a:cubicBezTo>
                    <a:pt x="4505" y="2143"/>
                    <a:pt x="4978" y="1670"/>
                    <a:pt x="4978" y="1071"/>
                  </a:cubicBezTo>
                  <a:cubicBezTo>
                    <a:pt x="4978" y="473"/>
                    <a:pt x="4505" y="0"/>
                    <a:pt x="3907" y="0"/>
                  </a:cubicBezTo>
                  <a:cubicBezTo>
                    <a:pt x="3308" y="0"/>
                    <a:pt x="2836" y="473"/>
                    <a:pt x="2836" y="1071"/>
                  </a:cubicBezTo>
                  <a:cubicBezTo>
                    <a:pt x="2836" y="1386"/>
                    <a:pt x="2993" y="1670"/>
                    <a:pt x="3214" y="1859"/>
                  </a:cubicBezTo>
                  <a:lnTo>
                    <a:pt x="2521" y="3592"/>
                  </a:lnTo>
                  <a:lnTo>
                    <a:pt x="2458" y="3592"/>
                  </a:lnTo>
                  <a:lnTo>
                    <a:pt x="1796" y="1859"/>
                  </a:lnTo>
                  <a:cubicBezTo>
                    <a:pt x="2016" y="1670"/>
                    <a:pt x="2142" y="1386"/>
                    <a:pt x="2142" y="1071"/>
                  </a:cubicBezTo>
                  <a:cubicBezTo>
                    <a:pt x="2142" y="473"/>
                    <a:pt x="1670" y="0"/>
                    <a:pt x="107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8" name="Google Shape;3588;p48"/>
            <p:cNvSpPr/>
            <p:nvPr/>
          </p:nvSpPr>
          <p:spPr>
            <a:xfrm>
              <a:off x="-17865425" y="2560150"/>
              <a:ext cx="17350" cy="17375"/>
            </a:xfrm>
            <a:custGeom>
              <a:rect b="b" l="l" r="r" t="t"/>
              <a:pathLst>
                <a:path extrusionOk="0" h="695" w="694">
                  <a:moveTo>
                    <a:pt x="347" y="1"/>
                  </a:moveTo>
                  <a:cubicBezTo>
                    <a:pt x="158" y="1"/>
                    <a:pt x="0" y="158"/>
                    <a:pt x="0" y="347"/>
                  </a:cubicBezTo>
                  <a:cubicBezTo>
                    <a:pt x="0" y="537"/>
                    <a:pt x="158" y="694"/>
                    <a:pt x="347" y="694"/>
                  </a:cubicBezTo>
                  <a:cubicBezTo>
                    <a:pt x="536" y="694"/>
                    <a:pt x="694" y="537"/>
                    <a:pt x="694" y="347"/>
                  </a:cubicBezTo>
                  <a:cubicBezTo>
                    <a:pt x="694"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89" name="Google Shape;3589;p48"/>
          <p:cNvGrpSpPr/>
          <p:nvPr/>
        </p:nvGrpSpPr>
        <p:grpSpPr>
          <a:xfrm>
            <a:off x="5536026" y="2873743"/>
            <a:ext cx="256817" cy="290074"/>
            <a:chOff x="-17899300" y="2810625"/>
            <a:chExt cx="267825" cy="302475"/>
          </a:xfrm>
        </p:grpSpPr>
        <p:sp>
          <p:nvSpPr>
            <p:cNvPr id="3590" name="Google Shape;3590;p48"/>
            <p:cNvSpPr/>
            <p:nvPr/>
          </p:nvSpPr>
          <p:spPr>
            <a:xfrm>
              <a:off x="-17899300" y="2810625"/>
              <a:ext cx="267825" cy="302475"/>
            </a:xfrm>
            <a:custGeom>
              <a:rect b="b" l="l" r="r" t="t"/>
              <a:pathLst>
                <a:path extrusionOk="0" h="12099" w="10713">
                  <a:moveTo>
                    <a:pt x="1009" y="4978"/>
                  </a:moveTo>
                  <a:cubicBezTo>
                    <a:pt x="1482" y="4978"/>
                    <a:pt x="1860" y="5293"/>
                    <a:pt x="2017" y="5671"/>
                  </a:cubicBezTo>
                  <a:lnTo>
                    <a:pt x="1702" y="5671"/>
                  </a:lnTo>
                  <a:cubicBezTo>
                    <a:pt x="1229" y="5671"/>
                    <a:pt x="851" y="5356"/>
                    <a:pt x="694" y="4978"/>
                  </a:cubicBezTo>
                  <a:close/>
                  <a:moveTo>
                    <a:pt x="9862" y="4978"/>
                  </a:moveTo>
                  <a:cubicBezTo>
                    <a:pt x="9704" y="5356"/>
                    <a:pt x="9295" y="5671"/>
                    <a:pt x="8822" y="5671"/>
                  </a:cubicBezTo>
                  <a:lnTo>
                    <a:pt x="8507" y="5671"/>
                  </a:lnTo>
                  <a:cubicBezTo>
                    <a:pt x="8696" y="5262"/>
                    <a:pt x="9074" y="4978"/>
                    <a:pt x="9547" y="4978"/>
                  </a:cubicBezTo>
                  <a:close/>
                  <a:moveTo>
                    <a:pt x="5294" y="7845"/>
                  </a:moveTo>
                  <a:cubicBezTo>
                    <a:pt x="5451" y="7845"/>
                    <a:pt x="5609" y="7971"/>
                    <a:pt x="5640" y="8097"/>
                  </a:cubicBezTo>
                  <a:lnTo>
                    <a:pt x="5294" y="8507"/>
                  </a:lnTo>
                  <a:lnTo>
                    <a:pt x="4947" y="8097"/>
                  </a:lnTo>
                  <a:cubicBezTo>
                    <a:pt x="4979" y="7971"/>
                    <a:pt x="5136" y="7845"/>
                    <a:pt x="5294" y="7845"/>
                  </a:cubicBezTo>
                  <a:close/>
                  <a:moveTo>
                    <a:pt x="5294" y="4254"/>
                  </a:moveTo>
                  <a:cubicBezTo>
                    <a:pt x="6774" y="4254"/>
                    <a:pt x="7783" y="5104"/>
                    <a:pt x="7783" y="6742"/>
                  </a:cubicBezTo>
                  <a:cubicBezTo>
                    <a:pt x="7783" y="7467"/>
                    <a:pt x="7625" y="8192"/>
                    <a:pt x="7310" y="8885"/>
                  </a:cubicBezTo>
                  <a:lnTo>
                    <a:pt x="7310" y="8822"/>
                  </a:lnTo>
                  <a:cubicBezTo>
                    <a:pt x="7152" y="7845"/>
                    <a:pt x="6270" y="7152"/>
                    <a:pt x="5294" y="7152"/>
                  </a:cubicBezTo>
                  <a:cubicBezTo>
                    <a:pt x="4317" y="7152"/>
                    <a:pt x="3435" y="7845"/>
                    <a:pt x="3277" y="8822"/>
                  </a:cubicBezTo>
                  <a:lnTo>
                    <a:pt x="3277" y="8885"/>
                  </a:lnTo>
                  <a:cubicBezTo>
                    <a:pt x="2962" y="8192"/>
                    <a:pt x="2805" y="7467"/>
                    <a:pt x="2805" y="6742"/>
                  </a:cubicBezTo>
                  <a:cubicBezTo>
                    <a:pt x="2805" y="5104"/>
                    <a:pt x="3844" y="4254"/>
                    <a:pt x="5294" y="4254"/>
                  </a:cubicBezTo>
                  <a:close/>
                  <a:moveTo>
                    <a:pt x="4254" y="8412"/>
                  </a:moveTo>
                  <a:cubicBezTo>
                    <a:pt x="4317" y="8444"/>
                    <a:pt x="4254" y="8412"/>
                    <a:pt x="4947" y="9263"/>
                  </a:cubicBezTo>
                  <a:lnTo>
                    <a:pt x="4947" y="9546"/>
                  </a:lnTo>
                  <a:lnTo>
                    <a:pt x="4348" y="10114"/>
                  </a:lnTo>
                  <a:cubicBezTo>
                    <a:pt x="4191" y="10271"/>
                    <a:pt x="4191" y="10492"/>
                    <a:pt x="4348" y="10649"/>
                  </a:cubicBezTo>
                  <a:cubicBezTo>
                    <a:pt x="4427" y="10728"/>
                    <a:pt x="4514" y="10767"/>
                    <a:pt x="4601" y="10767"/>
                  </a:cubicBezTo>
                  <a:cubicBezTo>
                    <a:pt x="4687" y="10767"/>
                    <a:pt x="4774" y="10728"/>
                    <a:pt x="4853" y="10649"/>
                  </a:cubicBezTo>
                  <a:lnTo>
                    <a:pt x="5325" y="10177"/>
                  </a:lnTo>
                  <a:lnTo>
                    <a:pt x="5798" y="10649"/>
                  </a:lnTo>
                  <a:cubicBezTo>
                    <a:pt x="5876" y="10728"/>
                    <a:pt x="5971" y="10767"/>
                    <a:pt x="6065" y="10767"/>
                  </a:cubicBezTo>
                  <a:cubicBezTo>
                    <a:pt x="6160" y="10767"/>
                    <a:pt x="6255" y="10728"/>
                    <a:pt x="6333" y="10649"/>
                  </a:cubicBezTo>
                  <a:cubicBezTo>
                    <a:pt x="6491" y="10492"/>
                    <a:pt x="6491" y="10271"/>
                    <a:pt x="6333" y="10114"/>
                  </a:cubicBezTo>
                  <a:lnTo>
                    <a:pt x="5735" y="9546"/>
                  </a:lnTo>
                  <a:lnTo>
                    <a:pt x="5735" y="9263"/>
                  </a:lnTo>
                  <a:cubicBezTo>
                    <a:pt x="6428" y="8412"/>
                    <a:pt x="6396" y="8444"/>
                    <a:pt x="6396" y="8412"/>
                  </a:cubicBezTo>
                  <a:lnTo>
                    <a:pt x="6396" y="8412"/>
                  </a:lnTo>
                  <a:cubicBezTo>
                    <a:pt x="6522" y="8570"/>
                    <a:pt x="6617" y="8790"/>
                    <a:pt x="6680" y="8979"/>
                  </a:cubicBezTo>
                  <a:lnTo>
                    <a:pt x="6837" y="9893"/>
                  </a:lnTo>
                  <a:cubicBezTo>
                    <a:pt x="6869" y="10681"/>
                    <a:pt x="6270" y="11437"/>
                    <a:pt x="5451" y="11437"/>
                  </a:cubicBezTo>
                  <a:lnTo>
                    <a:pt x="5136" y="11437"/>
                  </a:lnTo>
                  <a:cubicBezTo>
                    <a:pt x="4317" y="11437"/>
                    <a:pt x="3687" y="10681"/>
                    <a:pt x="3844" y="9893"/>
                  </a:cubicBezTo>
                  <a:lnTo>
                    <a:pt x="4002" y="8979"/>
                  </a:lnTo>
                  <a:cubicBezTo>
                    <a:pt x="4033" y="8759"/>
                    <a:pt x="4096" y="8570"/>
                    <a:pt x="4254" y="8412"/>
                  </a:cubicBezTo>
                  <a:close/>
                  <a:moveTo>
                    <a:pt x="1040" y="0"/>
                  </a:moveTo>
                  <a:cubicBezTo>
                    <a:pt x="851" y="0"/>
                    <a:pt x="694" y="158"/>
                    <a:pt x="694" y="379"/>
                  </a:cubicBezTo>
                  <a:lnTo>
                    <a:pt x="694" y="1072"/>
                  </a:lnTo>
                  <a:cubicBezTo>
                    <a:pt x="694" y="1670"/>
                    <a:pt x="1166" y="2143"/>
                    <a:pt x="1734" y="2143"/>
                  </a:cubicBezTo>
                  <a:lnTo>
                    <a:pt x="2112" y="2143"/>
                  </a:lnTo>
                  <a:lnTo>
                    <a:pt x="2112" y="3529"/>
                  </a:lnTo>
                  <a:cubicBezTo>
                    <a:pt x="2112" y="3907"/>
                    <a:pt x="2332" y="4317"/>
                    <a:pt x="2679" y="4474"/>
                  </a:cubicBezTo>
                  <a:lnTo>
                    <a:pt x="2899" y="4537"/>
                  </a:lnTo>
                  <a:cubicBezTo>
                    <a:pt x="2742" y="4695"/>
                    <a:pt x="2616" y="4852"/>
                    <a:pt x="2521" y="5041"/>
                  </a:cubicBezTo>
                  <a:cubicBezTo>
                    <a:pt x="2206" y="4569"/>
                    <a:pt x="1671" y="4254"/>
                    <a:pt x="1072" y="4254"/>
                  </a:cubicBezTo>
                  <a:lnTo>
                    <a:pt x="379" y="4254"/>
                  </a:lnTo>
                  <a:cubicBezTo>
                    <a:pt x="158" y="4254"/>
                    <a:pt x="1" y="4411"/>
                    <a:pt x="1" y="4632"/>
                  </a:cubicBezTo>
                  <a:cubicBezTo>
                    <a:pt x="1" y="5608"/>
                    <a:pt x="788" y="6396"/>
                    <a:pt x="1797" y="6396"/>
                  </a:cubicBezTo>
                  <a:lnTo>
                    <a:pt x="2143" y="6396"/>
                  </a:lnTo>
                  <a:lnTo>
                    <a:pt x="2143" y="6742"/>
                  </a:lnTo>
                  <a:cubicBezTo>
                    <a:pt x="2143" y="7877"/>
                    <a:pt x="2521" y="9105"/>
                    <a:pt x="3151" y="10019"/>
                  </a:cubicBezTo>
                  <a:cubicBezTo>
                    <a:pt x="3120" y="11153"/>
                    <a:pt x="4065" y="12098"/>
                    <a:pt x="5199" y="12098"/>
                  </a:cubicBezTo>
                  <a:lnTo>
                    <a:pt x="5514" y="12098"/>
                  </a:lnTo>
                  <a:cubicBezTo>
                    <a:pt x="6680" y="12098"/>
                    <a:pt x="7625" y="11153"/>
                    <a:pt x="7562" y="10019"/>
                  </a:cubicBezTo>
                  <a:cubicBezTo>
                    <a:pt x="8192" y="9105"/>
                    <a:pt x="8602" y="7845"/>
                    <a:pt x="8602" y="6742"/>
                  </a:cubicBezTo>
                  <a:lnTo>
                    <a:pt x="8602" y="6396"/>
                  </a:lnTo>
                  <a:lnTo>
                    <a:pt x="8948" y="6396"/>
                  </a:lnTo>
                  <a:cubicBezTo>
                    <a:pt x="9925" y="6396"/>
                    <a:pt x="10712" y="5608"/>
                    <a:pt x="10712" y="4632"/>
                  </a:cubicBezTo>
                  <a:cubicBezTo>
                    <a:pt x="10649" y="4411"/>
                    <a:pt x="10492" y="4254"/>
                    <a:pt x="10303" y="4254"/>
                  </a:cubicBezTo>
                  <a:lnTo>
                    <a:pt x="9578" y="4254"/>
                  </a:lnTo>
                  <a:cubicBezTo>
                    <a:pt x="8980" y="4254"/>
                    <a:pt x="8444" y="4569"/>
                    <a:pt x="8129" y="5041"/>
                  </a:cubicBezTo>
                  <a:cubicBezTo>
                    <a:pt x="8003" y="4852"/>
                    <a:pt x="7909" y="4695"/>
                    <a:pt x="7783" y="4537"/>
                  </a:cubicBezTo>
                  <a:lnTo>
                    <a:pt x="7972" y="4474"/>
                  </a:lnTo>
                  <a:cubicBezTo>
                    <a:pt x="8318" y="4254"/>
                    <a:pt x="8570" y="3907"/>
                    <a:pt x="8570" y="3529"/>
                  </a:cubicBezTo>
                  <a:lnTo>
                    <a:pt x="8570" y="2143"/>
                  </a:lnTo>
                  <a:lnTo>
                    <a:pt x="8917" y="2143"/>
                  </a:lnTo>
                  <a:cubicBezTo>
                    <a:pt x="9515" y="2143"/>
                    <a:pt x="9988" y="1670"/>
                    <a:pt x="9988" y="1072"/>
                  </a:cubicBezTo>
                  <a:lnTo>
                    <a:pt x="9988" y="379"/>
                  </a:lnTo>
                  <a:cubicBezTo>
                    <a:pt x="9988" y="158"/>
                    <a:pt x="9830" y="0"/>
                    <a:pt x="9610" y="0"/>
                  </a:cubicBezTo>
                  <a:cubicBezTo>
                    <a:pt x="9421" y="0"/>
                    <a:pt x="9263" y="158"/>
                    <a:pt x="9263" y="379"/>
                  </a:cubicBezTo>
                  <a:lnTo>
                    <a:pt x="9263" y="1072"/>
                  </a:lnTo>
                  <a:cubicBezTo>
                    <a:pt x="9263" y="1261"/>
                    <a:pt x="9106" y="1418"/>
                    <a:pt x="8917" y="1418"/>
                  </a:cubicBezTo>
                  <a:lnTo>
                    <a:pt x="8570" y="1418"/>
                  </a:lnTo>
                  <a:lnTo>
                    <a:pt x="8570" y="1072"/>
                  </a:lnTo>
                  <a:cubicBezTo>
                    <a:pt x="8570" y="883"/>
                    <a:pt x="8413" y="725"/>
                    <a:pt x="8192" y="725"/>
                  </a:cubicBezTo>
                  <a:cubicBezTo>
                    <a:pt x="8003" y="725"/>
                    <a:pt x="7846" y="883"/>
                    <a:pt x="7846" y="1072"/>
                  </a:cubicBezTo>
                  <a:lnTo>
                    <a:pt x="7846" y="2143"/>
                  </a:lnTo>
                  <a:lnTo>
                    <a:pt x="7499" y="2143"/>
                  </a:lnTo>
                  <a:cubicBezTo>
                    <a:pt x="7310" y="2143"/>
                    <a:pt x="7152" y="1985"/>
                    <a:pt x="7152" y="1796"/>
                  </a:cubicBezTo>
                  <a:lnTo>
                    <a:pt x="7152" y="1072"/>
                  </a:lnTo>
                  <a:cubicBezTo>
                    <a:pt x="7152" y="883"/>
                    <a:pt x="6995" y="725"/>
                    <a:pt x="6774" y="725"/>
                  </a:cubicBezTo>
                  <a:cubicBezTo>
                    <a:pt x="6585" y="725"/>
                    <a:pt x="6428" y="883"/>
                    <a:pt x="6428" y="1072"/>
                  </a:cubicBezTo>
                  <a:lnTo>
                    <a:pt x="6428" y="1796"/>
                  </a:lnTo>
                  <a:cubicBezTo>
                    <a:pt x="6428" y="2363"/>
                    <a:pt x="6900" y="2836"/>
                    <a:pt x="7499" y="2836"/>
                  </a:cubicBezTo>
                  <a:lnTo>
                    <a:pt x="7846" y="2836"/>
                  </a:lnTo>
                  <a:lnTo>
                    <a:pt x="7846" y="3498"/>
                  </a:lnTo>
                  <a:cubicBezTo>
                    <a:pt x="7846" y="3624"/>
                    <a:pt x="7783" y="3781"/>
                    <a:pt x="7656" y="3813"/>
                  </a:cubicBezTo>
                  <a:lnTo>
                    <a:pt x="7184" y="4065"/>
                  </a:lnTo>
                  <a:cubicBezTo>
                    <a:pt x="6680" y="3750"/>
                    <a:pt x="6050" y="3592"/>
                    <a:pt x="5325" y="3592"/>
                  </a:cubicBezTo>
                  <a:cubicBezTo>
                    <a:pt x="4632" y="3592"/>
                    <a:pt x="4002" y="3750"/>
                    <a:pt x="3466" y="4065"/>
                  </a:cubicBezTo>
                  <a:lnTo>
                    <a:pt x="2994" y="3813"/>
                  </a:lnTo>
                  <a:cubicBezTo>
                    <a:pt x="2899" y="3750"/>
                    <a:pt x="2805" y="3624"/>
                    <a:pt x="2805" y="3498"/>
                  </a:cubicBezTo>
                  <a:lnTo>
                    <a:pt x="2805" y="2836"/>
                  </a:lnTo>
                  <a:lnTo>
                    <a:pt x="3151" y="2836"/>
                  </a:lnTo>
                  <a:cubicBezTo>
                    <a:pt x="3750" y="2836"/>
                    <a:pt x="4222" y="2363"/>
                    <a:pt x="4222" y="1796"/>
                  </a:cubicBezTo>
                  <a:lnTo>
                    <a:pt x="4222" y="1072"/>
                  </a:lnTo>
                  <a:cubicBezTo>
                    <a:pt x="4222" y="883"/>
                    <a:pt x="4065" y="725"/>
                    <a:pt x="3876" y="725"/>
                  </a:cubicBezTo>
                  <a:cubicBezTo>
                    <a:pt x="3687" y="725"/>
                    <a:pt x="3529" y="883"/>
                    <a:pt x="3529" y="1072"/>
                  </a:cubicBezTo>
                  <a:lnTo>
                    <a:pt x="3529" y="1796"/>
                  </a:lnTo>
                  <a:cubicBezTo>
                    <a:pt x="3529" y="1985"/>
                    <a:pt x="3372" y="2143"/>
                    <a:pt x="3151" y="2143"/>
                  </a:cubicBezTo>
                  <a:lnTo>
                    <a:pt x="2805" y="2143"/>
                  </a:lnTo>
                  <a:lnTo>
                    <a:pt x="2805" y="1072"/>
                  </a:lnTo>
                  <a:cubicBezTo>
                    <a:pt x="2805" y="883"/>
                    <a:pt x="2647" y="725"/>
                    <a:pt x="2458" y="725"/>
                  </a:cubicBezTo>
                  <a:cubicBezTo>
                    <a:pt x="2269" y="725"/>
                    <a:pt x="2112" y="883"/>
                    <a:pt x="2112" y="1072"/>
                  </a:cubicBezTo>
                  <a:lnTo>
                    <a:pt x="2112" y="1418"/>
                  </a:lnTo>
                  <a:lnTo>
                    <a:pt x="1734" y="1418"/>
                  </a:lnTo>
                  <a:cubicBezTo>
                    <a:pt x="1545" y="1418"/>
                    <a:pt x="1387" y="1261"/>
                    <a:pt x="1387" y="1072"/>
                  </a:cubicBezTo>
                  <a:lnTo>
                    <a:pt x="1387" y="379"/>
                  </a:lnTo>
                  <a:cubicBezTo>
                    <a:pt x="1387" y="158"/>
                    <a:pt x="1229" y="0"/>
                    <a:pt x="10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1" name="Google Shape;3591;p48"/>
            <p:cNvSpPr/>
            <p:nvPr/>
          </p:nvSpPr>
          <p:spPr>
            <a:xfrm>
              <a:off x="-17740200" y="2952400"/>
              <a:ext cx="17350" cy="18125"/>
            </a:xfrm>
            <a:custGeom>
              <a:rect b="b" l="l" r="r" t="t"/>
              <a:pathLst>
                <a:path extrusionOk="0" h="725" w="694">
                  <a:moveTo>
                    <a:pt x="347" y="0"/>
                  </a:moveTo>
                  <a:cubicBezTo>
                    <a:pt x="158" y="0"/>
                    <a:pt x="1" y="158"/>
                    <a:pt x="1" y="378"/>
                  </a:cubicBezTo>
                  <a:cubicBezTo>
                    <a:pt x="1" y="567"/>
                    <a:pt x="158" y="725"/>
                    <a:pt x="347" y="725"/>
                  </a:cubicBezTo>
                  <a:cubicBezTo>
                    <a:pt x="536" y="725"/>
                    <a:pt x="694" y="567"/>
                    <a:pt x="694" y="378"/>
                  </a:cubicBezTo>
                  <a:cubicBezTo>
                    <a:pt x="694" y="158"/>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2" name="Google Shape;3592;p48"/>
            <p:cNvSpPr/>
            <p:nvPr/>
          </p:nvSpPr>
          <p:spPr>
            <a:xfrm>
              <a:off x="-17811075" y="2952400"/>
              <a:ext cx="17350" cy="18125"/>
            </a:xfrm>
            <a:custGeom>
              <a:rect b="b" l="l" r="r" t="t"/>
              <a:pathLst>
                <a:path extrusionOk="0" h="725" w="694">
                  <a:moveTo>
                    <a:pt x="347" y="0"/>
                  </a:moveTo>
                  <a:cubicBezTo>
                    <a:pt x="158" y="0"/>
                    <a:pt x="0" y="158"/>
                    <a:pt x="0" y="378"/>
                  </a:cubicBezTo>
                  <a:cubicBezTo>
                    <a:pt x="0" y="567"/>
                    <a:pt x="158" y="725"/>
                    <a:pt x="347" y="725"/>
                  </a:cubicBezTo>
                  <a:cubicBezTo>
                    <a:pt x="536" y="725"/>
                    <a:pt x="693" y="567"/>
                    <a:pt x="693" y="378"/>
                  </a:cubicBezTo>
                  <a:cubicBezTo>
                    <a:pt x="693" y="158"/>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93" name="Google Shape;3593;p48"/>
          <p:cNvGrpSpPr/>
          <p:nvPr/>
        </p:nvGrpSpPr>
        <p:grpSpPr>
          <a:xfrm>
            <a:off x="1150946" y="2426884"/>
            <a:ext cx="291554" cy="272716"/>
            <a:chOff x="-16066500" y="2060800"/>
            <a:chExt cx="304050" cy="284375"/>
          </a:xfrm>
        </p:grpSpPr>
        <p:sp>
          <p:nvSpPr>
            <p:cNvPr id="3594" name="Google Shape;3594;p48"/>
            <p:cNvSpPr/>
            <p:nvPr/>
          </p:nvSpPr>
          <p:spPr>
            <a:xfrm>
              <a:off x="-15978275" y="2203375"/>
              <a:ext cx="18125" cy="18125"/>
            </a:xfrm>
            <a:custGeom>
              <a:rect b="b" l="l" r="r" t="t"/>
              <a:pathLst>
                <a:path extrusionOk="0" h="725" w="725">
                  <a:moveTo>
                    <a:pt x="347" y="0"/>
                  </a:moveTo>
                  <a:cubicBezTo>
                    <a:pt x="158" y="0"/>
                    <a:pt x="0" y="158"/>
                    <a:pt x="0" y="347"/>
                  </a:cubicBezTo>
                  <a:cubicBezTo>
                    <a:pt x="0" y="567"/>
                    <a:pt x="158" y="725"/>
                    <a:pt x="347" y="725"/>
                  </a:cubicBezTo>
                  <a:cubicBezTo>
                    <a:pt x="567" y="725"/>
                    <a:pt x="725" y="567"/>
                    <a:pt x="725" y="347"/>
                  </a:cubicBezTo>
                  <a:cubicBezTo>
                    <a:pt x="725" y="158"/>
                    <a:pt x="567"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5" name="Google Shape;3595;p48"/>
            <p:cNvSpPr/>
            <p:nvPr/>
          </p:nvSpPr>
          <p:spPr>
            <a:xfrm>
              <a:off x="-15869575" y="2203375"/>
              <a:ext cx="17350" cy="18125"/>
            </a:xfrm>
            <a:custGeom>
              <a:rect b="b" l="l" r="r" t="t"/>
              <a:pathLst>
                <a:path extrusionOk="0" h="725" w="694">
                  <a:moveTo>
                    <a:pt x="347" y="0"/>
                  </a:moveTo>
                  <a:cubicBezTo>
                    <a:pt x="158" y="0"/>
                    <a:pt x="0" y="158"/>
                    <a:pt x="0" y="347"/>
                  </a:cubicBezTo>
                  <a:cubicBezTo>
                    <a:pt x="0" y="567"/>
                    <a:pt x="158" y="725"/>
                    <a:pt x="347" y="725"/>
                  </a:cubicBezTo>
                  <a:cubicBezTo>
                    <a:pt x="536" y="725"/>
                    <a:pt x="693" y="567"/>
                    <a:pt x="693" y="347"/>
                  </a:cubicBezTo>
                  <a:cubicBezTo>
                    <a:pt x="693" y="158"/>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6" name="Google Shape;3596;p48"/>
            <p:cNvSpPr/>
            <p:nvPr/>
          </p:nvSpPr>
          <p:spPr>
            <a:xfrm>
              <a:off x="-15954650" y="2186825"/>
              <a:ext cx="78775" cy="88250"/>
            </a:xfrm>
            <a:custGeom>
              <a:rect b="b" l="l" r="r" t="t"/>
              <a:pathLst>
                <a:path extrusionOk="0" h="3530" w="3151">
                  <a:moveTo>
                    <a:pt x="1607" y="662"/>
                  </a:moveTo>
                  <a:cubicBezTo>
                    <a:pt x="1891" y="662"/>
                    <a:pt x="2080" y="820"/>
                    <a:pt x="2174" y="1103"/>
                  </a:cubicBezTo>
                  <a:lnTo>
                    <a:pt x="2458" y="2111"/>
                  </a:lnTo>
                  <a:cubicBezTo>
                    <a:pt x="2489" y="2269"/>
                    <a:pt x="2458" y="2490"/>
                    <a:pt x="2332" y="2584"/>
                  </a:cubicBezTo>
                  <a:cubicBezTo>
                    <a:pt x="2206" y="2710"/>
                    <a:pt x="2048" y="2805"/>
                    <a:pt x="1891" y="2805"/>
                  </a:cubicBezTo>
                  <a:lnTo>
                    <a:pt x="1387" y="2805"/>
                  </a:lnTo>
                  <a:cubicBezTo>
                    <a:pt x="1229" y="2805"/>
                    <a:pt x="1072" y="2710"/>
                    <a:pt x="946" y="2584"/>
                  </a:cubicBezTo>
                  <a:cubicBezTo>
                    <a:pt x="788" y="2458"/>
                    <a:pt x="757" y="2269"/>
                    <a:pt x="788" y="2111"/>
                  </a:cubicBezTo>
                  <a:lnTo>
                    <a:pt x="1072" y="1103"/>
                  </a:lnTo>
                  <a:cubicBezTo>
                    <a:pt x="1135" y="851"/>
                    <a:pt x="1355" y="662"/>
                    <a:pt x="1607" y="662"/>
                  </a:cubicBezTo>
                  <a:close/>
                  <a:moveTo>
                    <a:pt x="1576" y="1"/>
                  </a:moveTo>
                  <a:cubicBezTo>
                    <a:pt x="977" y="1"/>
                    <a:pt x="473" y="379"/>
                    <a:pt x="347" y="946"/>
                  </a:cubicBezTo>
                  <a:lnTo>
                    <a:pt x="95" y="1954"/>
                  </a:lnTo>
                  <a:cubicBezTo>
                    <a:pt x="1" y="2364"/>
                    <a:pt x="95" y="2742"/>
                    <a:pt x="316" y="3057"/>
                  </a:cubicBezTo>
                  <a:cubicBezTo>
                    <a:pt x="599" y="3340"/>
                    <a:pt x="946" y="3529"/>
                    <a:pt x="1355" y="3529"/>
                  </a:cubicBezTo>
                  <a:lnTo>
                    <a:pt x="1859" y="3529"/>
                  </a:lnTo>
                  <a:cubicBezTo>
                    <a:pt x="2237" y="3529"/>
                    <a:pt x="2615" y="3340"/>
                    <a:pt x="2836" y="3057"/>
                  </a:cubicBezTo>
                  <a:cubicBezTo>
                    <a:pt x="3088" y="2742"/>
                    <a:pt x="3151" y="2364"/>
                    <a:pt x="3088" y="1954"/>
                  </a:cubicBezTo>
                  <a:lnTo>
                    <a:pt x="2804" y="946"/>
                  </a:lnTo>
                  <a:cubicBezTo>
                    <a:pt x="2647" y="379"/>
                    <a:pt x="2174" y="1"/>
                    <a:pt x="157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7" name="Google Shape;3597;p48"/>
            <p:cNvSpPr/>
            <p:nvPr/>
          </p:nvSpPr>
          <p:spPr>
            <a:xfrm>
              <a:off x="-16066500" y="2060800"/>
              <a:ext cx="304050" cy="284375"/>
            </a:xfrm>
            <a:custGeom>
              <a:rect b="b" l="l" r="r" t="t"/>
              <a:pathLst>
                <a:path extrusionOk="0" h="11375" w="12162">
                  <a:moveTo>
                    <a:pt x="9326" y="694"/>
                  </a:moveTo>
                  <a:cubicBezTo>
                    <a:pt x="10492" y="694"/>
                    <a:pt x="11437" y="1639"/>
                    <a:pt x="11437" y="2836"/>
                  </a:cubicBezTo>
                  <a:cubicBezTo>
                    <a:pt x="11437" y="2962"/>
                    <a:pt x="11437" y="3025"/>
                    <a:pt x="11406" y="3120"/>
                  </a:cubicBezTo>
                  <a:cubicBezTo>
                    <a:pt x="10996" y="2584"/>
                    <a:pt x="10334" y="2269"/>
                    <a:pt x="9673" y="2175"/>
                  </a:cubicBezTo>
                  <a:cubicBezTo>
                    <a:pt x="9649" y="2170"/>
                    <a:pt x="9625" y="2168"/>
                    <a:pt x="9602" y="2168"/>
                  </a:cubicBezTo>
                  <a:cubicBezTo>
                    <a:pt x="9302" y="2168"/>
                    <a:pt x="9153" y="2537"/>
                    <a:pt x="9358" y="2742"/>
                  </a:cubicBezTo>
                  <a:cubicBezTo>
                    <a:pt x="9767" y="3151"/>
                    <a:pt x="9988" y="3687"/>
                    <a:pt x="9988" y="4254"/>
                  </a:cubicBezTo>
                  <a:cubicBezTo>
                    <a:pt x="9988" y="4412"/>
                    <a:pt x="9988" y="4569"/>
                    <a:pt x="9956" y="4727"/>
                  </a:cubicBezTo>
                  <a:cubicBezTo>
                    <a:pt x="9484" y="3844"/>
                    <a:pt x="8759" y="3120"/>
                    <a:pt x="7909" y="2616"/>
                  </a:cubicBezTo>
                  <a:cubicBezTo>
                    <a:pt x="7657" y="2521"/>
                    <a:pt x="7468" y="2395"/>
                    <a:pt x="7247" y="2301"/>
                  </a:cubicBezTo>
                  <a:cubicBezTo>
                    <a:pt x="7468" y="1356"/>
                    <a:pt x="8287" y="694"/>
                    <a:pt x="9326" y="694"/>
                  </a:cubicBezTo>
                  <a:close/>
                  <a:moveTo>
                    <a:pt x="2836" y="757"/>
                  </a:moveTo>
                  <a:cubicBezTo>
                    <a:pt x="3813" y="757"/>
                    <a:pt x="4664" y="1419"/>
                    <a:pt x="4916" y="2364"/>
                  </a:cubicBezTo>
                  <a:cubicBezTo>
                    <a:pt x="3718" y="2742"/>
                    <a:pt x="2773" y="3687"/>
                    <a:pt x="2206" y="4758"/>
                  </a:cubicBezTo>
                  <a:cubicBezTo>
                    <a:pt x="2143" y="4601"/>
                    <a:pt x="2112" y="4443"/>
                    <a:pt x="2112" y="4286"/>
                  </a:cubicBezTo>
                  <a:cubicBezTo>
                    <a:pt x="2112" y="3750"/>
                    <a:pt x="2364" y="3183"/>
                    <a:pt x="2742" y="2773"/>
                  </a:cubicBezTo>
                  <a:cubicBezTo>
                    <a:pt x="2970" y="2574"/>
                    <a:pt x="2811" y="2193"/>
                    <a:pt x="2521" y="2193"/>
                  </a:cubicBezTo>
                  <a:cubicBezTo>
                    <a:pt x="2491" y="2193"/>
                    <a:pt x="2459" y="2197"/>
                    <a:pt x="2427" y="2206"/>
                  </a:cubicBezTo>
                  <a:cubicBezTo>
                    <a:pt x="1765" y="2269"/>
                    <a:pt x="1135" y="2616"/>
                    <a:pt x="694" y="3151"/>
                  </a:cubicBezTo>
                  <a:cubicBezTo>
                    <a:pt x="536" y="1891"/>
                    <a:pt x="1513" y="757"/>
                    <a:pt x="2836" y="757"/>
                  </a:cubicBezTo>
                  <a:close/>
                  <a:moveTo>
                    <a:pt x="6050" y="2836"/>
                  </a:moveTo>
                  <a:cubicBezTo>
                    <a:pt x="8224" y="2836"/>
                    <a:pt x="9988" y="5325"/>
                    <a:pt x="9988" y="7468"/>
                  </a:cubicBezTo>
                  <a:cubicBezTo>
                    <a:pt x="10019" y="9862"/>
                    <a:pt x="7909" y="10713"/>
                    <a:pt x="6050" y="10713"/>
                  </a:cubicBezTo>
                  <a:cubicBezTo>
                    <a:pt x="4254" y="10713"/>
                    <a:pt x="2112" y="9893"/>
                    <a:pt x="2112" y="7468"/>
                  </a:cubicBezTo>
                  <a:cubicBezTo>
                    <a:pt x="2112" y="5325"/>
                    <a:pt x="3876" y="2836"/>
                    <a:pt x="6050" y="2836"/>
                  </a:cubicBezTo>
                  <a:close/>
                  <a:moveTo>
                    <a:pt x="2836" y="1"/>
                  </a:moveTo>
                  <a:cubicBezTo>
                    <a:pt x="1261" y="1"/>
                    <a:pt x="1" y="1293"/>
                    <a:pt x="1" y="2836"/>
                  </a:cubicBezTo>
                  <a:cubicBezTo>
                    <a:pt x="1" y="3246"/>
                    <a:pt x="64" y="3655"/>
                    <a:pt x="253" y="4034"/>
                  </a:cubicBezTo>
                  <a:cubicBezTo>
                    <a:pt x="316" y="4175"/>
                    <a:pt x="450" y="4246"/>
                    <a:pt x="580" y="4246"/>
                  </a:cubicBezTo>
                  <a:cubicBezTo>
                    <a:pt x="710" y="4246"/>
                    <a:pt x="836" y="4175"/>
                    <a:pt x="883" y="4034"/>
                  </a:cubicBezTo>
                  <a:cubicBezTo>
                    <a:pt x="1040" y="3687"/>
                    <a:pt x="1293" y="3403"/>
                    <a:pt x="1608" y="3214"/>
                  </a:cubicBezTo>
                  <a:lnTo>
                    <a:pt x="1608" y="3214"/>
                  </a:lnTo>
                  <a:cubicBezTo>
                    <a:pt x="1482" y="3529"/>
                    <a:pt x="1419" y="3876"/>
                    <a:pt x="1419" y="4254"/>
                  </a:cubicBezTo>
                  <a:cubicBezTo>
                    <a:pt x="1419" y="4727"/>
                    <a:pt x="1513" y="5199"/>
                    <a:pt x="1765" y="5577"/>
                  </a:cubicBezTo>
                  <a:cubicBezTo>
                    <a:pt x="1513" y="6176"/>
                    <a:pt x="1419" y="6806"/>
                    <a:pt x="1419" y="7436"/>
                  </a:cubicBezTo>
                  <a:cubicBezTo>
                    <a:pt x="1419" y="9988"/>
                    <a:pt x="3498" y="11374"/>
                    <a:pt x="6050" y="11374"/>
                  </a:cubicBezTo>
                  <a:cubicBezTo>
                    <a:pt x="8665" y="11374"/>
                    <a:pt x="10713" y="9988"/>
                    <a:pt x="10713" y="7436"/>
                  </a:cubicBezTo>
                  <a:cubicBezTo>
                    <a:pt x="10713" y="6806"/>
                    <a:pt x="10586" y="6176"/>
                    <a:pt x="10334" y="5577"/>
                  </a:cubicBezTo>
                  <a:cubicBezTo>
                    <a:pt x="10586" y="5136"/>
                    <a:pt x="10713" y="4727"/>
                    <a:pt x="10713" y="4254"/>
                  </a:cubicBezTo>
                  <a:cubicBezTo>
                    <a:pt x="10713" y="3876"/>
                    <a:pt x="10618" y="3529"/>
                    <a:pt x="10492" y="3214"/>
                  </a:cubicBezTo>
                  <a:lnTo>
                    <a:pt x="10492" y="3214"/>
                  </a:lnTo>
                  <a:cubicBezTo>
                    <a:pt x="10776" y="3403"/>
                    <a:pt x="11028" y="3687"/>
                    <a:pt x="11217" y="4034"/>
                  </a:cubicBezTo>
                  <a:cubicBezTo>
                    <a:pt x="11280" y="4175"/>
                    <a:pt x="11406" y="4246"/>
                    <a:pt x="11532" y="4246"/>
                  </a:cubicBezTo>
                  <a:cubicBezTo>
                    <a:pt x="11658" y="4246"/>
                    <a:pt x="11784" y="4175"/>
                    <a:pt x="11847" y="4034"/>
                  </a:cubicBezTo>
                  <a:cubicBezTo>
                    <a:pt x="12036" y="3655"/>
                    <a:pt x="12130" y="3246"/>
                    <a:pt x="12130" y="2836"/>
                  </a:cubicBezTo>
                  <a:cubicBezTo>
                    <a:pt x="12162" y="1293"/>
                    <a:pt x="10870" y="1"/>
                    <a:pt x="9295" y="1"/>
                  </a:cubicBezTo>
                  <a:cubicBezTo>
                    <a:pt x="7940" y="1"/>
                    <a:pt x="6837" y="915"/>
                    <a:pt x="6522" y="2175"/>
                  </a:cubicBezTo>
                  <a:cubicBezTo>
                    <a:pt x="6365" y="2112"/>
                    <a:pt x="6207" y="2112"/>
                    <a:pt x="6050" y="2112"/>
                  </a:cubicBezTo>
                  <a:cubicBezTo>
                    <a:pt x="5892" y="2112"/>
                    <a:pt x="5735" y="2112"/>
                    <a:pt x="5577" y="2175"/>
                  </a:cubicBezTo>
                  <a:cubicBezTo>
                    <a:pt x="5262" y="915"/>
                    <a:pt x="4128" y="1"/>
                    <a:pt x="283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8" name="Google Shape;3598;p48"/>
            <p:cNvSpPr/>
            <p:nvPr/>
          </p:nvSpPr>
          <p:spPr>
            <a:xfrm>
              <a:off x="-15960175" y="2287225"/>
              <a:ext cx="91400" cy="24075"/>
            </a:xfrm>
            <a:custGeom>
              <a:rect b="b" l="l" r="r" t="t"/>
              <a:pathLst>
                <a:path extrusionOk="0" h="963" w="3656">
                  <a:moveTo>
                    <a:pt x="437" y="1"/>
                  </a:moveTo>
                  <a:cubicBezTo>
                    <a:pt x="284" y="1"/>
                    <a:pt x="142" y="114"/>
                    <a:pt x="64" y="269"/>
                  </a:cubicBezTo>
                  <a:cubicBezTo>
                    <a:pt x="1" y="458"/>
                    <a:pt x="96" y="647"/>
                    <a:pt x="316" y="742"/>
                  </a:cubicBezTo>
                  <a:cubicBezTo>
                    <a:pt x="852" y="931"/>
                    <a:pt x="1450" y="962"/>
                    <a:pt x="1828" y="962"/>
                  </a:cubicBezTo>
                  <a:cubicBezTo>
                    <a:pt x="2238" y="962"/>
                    <a:pt x="2836" y="931"/>
                    <a:pt x="3372" y="742"/>
                  </a:cubicBezTo>
                  <a:cubicBezTo>
                    <a:pt x="3593" y="647"/>
                    <a:pt x="3656" y="458"/>
                    <a:pt x="3624" y="269"/>
                  </a:cubicBezTo>
                  <a:cubicBezTo>
                    <a:pt x="3546" y="114"/>
                    <a:pt x="3383" y="1"/>
                    <a:pt x="3240" y="1"/>
                  </a:cubicBezTo>
                  <a:cubicBezTo>
                    <a:pt x="3209" y="1"/>
                    <a:pt x="3179" y="6"/>
                    <a:pt x="3151" y="17"/>
                  </a:cubicBezTo>
                  <a:cubicBezTo>
                    <a:pt x="2679" y="206"/>
                    <a:pt x="2143" y="238"/>
                    <a:pt x="1828" y="238"/>
                  </a:cubicBezTo>
                  <a:cubicBezTo>
                    <a:pt x="1482" y="238"/>
                    <a:pt x="1009" y="206"/>
                    <a:pt x="537" y="17"/>
                  </a:cubicBezTo>
                  <a:cubicBezTo>
                    <a:pt x="503" y="6"/>
                    <a:pt x="470" y="1"/>
                    <a:pt x="43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99" name="Google Shape;3599;p48"/>
          <p:cNvSpPr/>
          <p:nvPr/>
        </p:nvSpPr>
        <p:spPr>
          <a:xfrm>
            <a:off x="706474" y="2872245"/>
            <a:ext cx="293064" cy="293070"/>
          </a:xfrm>
          <a:custGeom>
            <a:rect b="b" l="l" r="r" t="t"/>
            <a:pathLst>
              <a:path extrusionOk="0" h="12224" w="12225">
                <a:moveTo>
                  <a:pt x="6522" y="1638"/>
                </a:moveTo>
                <a:lnTo>
                  <a:pt x="9074" y="2678"/>
                </a:lnTo>
                <a:lnTo>
                  <a:pt x="8507" y="3245"/>
                </a:lnTo>
                <a:lnTo>
                  <a:pt x="6522" y="2426"/>
                </a:lnTo>
                <a:lnTo>
                  <a:pt x="6522" y="1638"/>
                </a:lnTo>
                <a:close/>
                <a:moveTo>
                  <a:pt x="5766" y="1670"/>
                </a:moveTo>
                <a:lnTo>
                  <a:pt x="5766" y="2457"/>
                </a:lnTo>
                <a:lnTo>
                  <a:pt x="3750" y="3277"/>
                </a:lnTo>
                <a:lnTo>
                  <a:pt x="3214" y="2741"/>
                </a:lnTo>
                <a:lnTo>
                  <a:pt x="5766" y="1670"/>
                </a:lnTo>
                <a:close/>
                <a:moveTo>
                  <a:pt x="5766" y="3214"/>
                </a:moveTo>
                <a:lnTo>
                  <a:pt x="5766" y="4001"/>
                </a:lnTo>
                <a:lnTo>
                  <a:pt x="4821" y="4348"/>
                </a:lnTo>
                <a:lnTo>
                  <a:pt x="4254" y="3781"/>
                </a:lnTo>
                <a:lnTo>
                  <a:pt x="5766" y="3214"/>
                </a:lnTo>
                <a:close/>
                <a:moveTo>
                  <a:pt x="6459" y="3214"/>
                </a:moveTo>
                <a:lnTo>
                  <a:pt x="7972" y="3781"/>
                </a:lnTo>
                <a:lnTo>
                  <a:pt x="7404" y="4348"/>
                </a:lnTo>
                <a:lnTo>
                  <a:pt x="6459" y="4001"/>
                </a:lnTo>
                <a:lnTo>
                  <a:pt x="6459" y="3214"/>
                </a:lnTo>
                <a:close/>
                <a:moveTo>
                  <a:pt x="5766" y="4726"/>
                </a:moveTo>
                <a:lnTo>
                  <a:pt x="5766" y="5293"/>
                </a:lnTo>
                <a:lnTo>
                  <a:pt x="5357" y="4883"/>
                </a:lnTo>
                <a:lnTo>
                  <a:pt x="5766" y="4726"/>
                </a:lnTo>
                <a:close/>
                <a:moveTo>
                  <a:pt x="6459" y="4726"/>
                </a:moveTo>
                <a:lnTo>
                  <a:pt x="6869" y="4883"/>
                </a:lnTo>
                <a:lnTo>
                  <a:pt x="6459" y="5293"/>
                </a:lnTo>
                <a:lnTo>
                  <a:pt x="6459" y="4726"/>
                </a:lnTo>
                <a:close/>
                <a:moveTo>
                  <a:pt x="2679" y="3214"/>
                </a:moveTo>
                <a:lnTo>
                  <a:pt x="3246" y="3749"/>
                </a:lnTo>
                <a:lnTo>
                  <a:pt x="2427" y="5765"/>
                </a:lnTo>
                <a:lnTo>
                  <a:pt x="1639" y="5765"/>
                </a:lnTo>
                <a:lnTo>
                  <a:pt x="2679" y="3214"/>
                </a:lnTo>
                <a:close/>
                <a:moveTo>
                  <a:pt x="4853" y="5356"/>
                </a:moveTo>
                <a:lnTo>
                  <a:pt x="5262" y="5765"/>
                </a:lnTo>
                <a:lnTo>
                  <a:pt x="4695" y="5765"/>
                </a:lnTo>
                <a:lnTo>
                  <a:pt x="4853" y="5356"/>
                </a:lnTo>
                <a:close/>
                <a:moveTo>
                  <a:pt x="7373" y="5356"/>
                </a:moveTo>
                <a:lnTo>
                  <a:pt x="7531" y="5765"/>
                </a:lnTo>
                <a:lnTo>
                  <a:pt x="6995" y="5765"/>
                </a:lnTo>
                <a:lnTo>
                  <a:pt x="7373" y="5356"/>
                </a:lnTo>
                <a:close/>
                <a:moveTo>
                  <a:pt x="8476" y="4253"/>
                </a:moveTo>
                <a:lnTo>
                  <a:pt x="9074" y="5765"/>
                </a:lnTo>
                <a:lnTo>
                  <a:pt x="8287" y="5765"/>
                </a:lnTo>
                <a:lnTo>
                  <a:pt x="7940" y="4820"/>
                </a:lnTo>
                <a:lnTo>
                  <a:pt x="8476" y="4253"/>
                </a:lnTo>
                <a:close/>
                <a:moveTo>
                  <a:pt x="9547" y="3214"/>
                </a:moveTo>
                <a:lnTo>
                  <a:pt x="10618" y="5765"/>
                </a:lnTo>
                <a:lnTo>
                  <a:pt x="9830" y="5765"/>
                </a:lnTo>
                <a:lnTo>
                  <a:pt x="8980" y="3749"/>
                </a:lnTo>
                <a:lnTo>
                  <a:pt x="9547" y="3214"/>
                </a:lnTo>
                <a:close/>
                <a:moveTo>
                  <a:pt x="3781" y="4316"/>
                </a:moveTo>
                <a:lnTo>
                  <a:pt x="4348" y="4852"/>
                </a:lnTo>
                <a:lnTo>
                  <a:pt x="4002" y="5797"/>
                </a:lnTo>
                <a:lnTo>
                  <a:pt x="3214" y="5797"/>
                </a:lnTo>
                <a:lnTo>
                  <a:pt x="3781" y="4316"/>
                </a:lnTo>
                <a:close/>
                <a:moveTo>
                  <a:pt x="5262" y="6522"/>
                </a:moveTo>
                <a:lnTo>
                  <a:pt x="4853" y="6900"/>
                </a:lnTo>
                <a:lnTo>
                  <a:pt x="4695" y="6522"/>
                </a:lnTo>
                <a:close/>
                <a:moveTo>
                  <a:pt x="7531" y="6522"/>
                </a:moveTo>
                <a:lnTo>
                  <a:pt x="7373" y="6900"/>
                </a:lnTo>
                <a:lnTo>
                  <a:pt x="6995" y="6522"/>
                </a:lnTo>
                <a:close/>
                <a:moveTo>
                  <a:pt x="5766" y="6994"/>
                </a:moveTo>
                <a:lnTo>
                  <a:pt x="5766" y="7530"/>
                </a:lnTo>
                <a:lnTo>
                  <a:pt x="5357" y="7372"/>
                </a:lnTo>
                <a:lnTo>
                  <a:pt x="5766" y="6994"/>
                </a:lnTo>
                <a:close/>
                <a:moveTo>
                  <a:pt x="6459" y="6994"/>
                </a:moveTo>
                <a:lnTo>
                  <a:pt x="6869" y="7372"/>
                </a:lnTo>
                <a:lnTo>
                  <a:pt x="6459" y="7530"/>
                </a:lnTo>
                <a:lnTo>
                  <a:pt x="6459" y="6994"/>
                </a:lnTo>
                <a:close/>
                <a:moveTo>
                  <a:pt x="9074" y="6459"/>
                </a:moveTo>
                <a:lnTo>
                  <a:pt x="8476" y="7971"/>
                </a:lnTo>
                <a:lnTo>
                  <a:pt x="7940" y="7404"/>
                </a:lnTo>
                <a:lnTo>
                  <a:pt x="8287" y="6459"/>
                </a:lnTo>
                <a:close/>
                <a:moveTo>
                  <a:pt x="3939" y="6522"/>
                </a:moveTo>
                <a:lnTo>
                  <a:pt x="4317" y="7467"/>
                </a:lnTo>
                <a:lnTo>
                  <a:pt x="3750" y="8002"/>
                </a:lnTo>
                <a:lnTo>
                  <a:pt x="3151" y="6522"/>
                </a:lnTo>
                <a:close/>
                <a:moveTo>
                  <a:pt x="2458" y="6522"/>
                </a:moveTo>
                <a:lnTo>
                  <a:pt x="3277" y="8506"/>
                </a:lnTo>
                <a:lnTo>
                  <a:pt x="2742" y="9073"/>
                </a:lnTo>
                <a:lnTo>
                  <a:pt x="1671" y="6522"/>
                </a:lnTo>
                <a:close/>
                <a:moveTo>
                  <a:pt x="4853" y="7939"/>
                </a:moveTo>
                <a:lnTo>
                  <a:pt x="5798" y="8286"/>
                </a:lnTo>
                <a:lnTo>
                  <a:pt x="5798" y="9073"/>
                </a:lnTo>
                <a:lnTo>
                  <a:pt x="4317" y="8475"/>
                </a:lnTo>
                <a:lnTo>
                  <a:pt x="4853" y="7939"/>
                </a:lnTo>
                <a:close/>
                <a:moveTo>
                  <a:pt x="7404" y="7939"/>
                </a:moveTo>
                <a:lnTo>
                  <a:pt x="7972" y="8475"/>
                </a:lnTo>
                <a:lnTo>
                  <a:pt x="6491" y="9073"/>
                </a:lnTo>
                <a:lnTo>
                  <a:pt x="6491" y="8286"/>
                </a:lnTo>
                <a:lnTo>
                  <a:pt x="6459" y="8286"/>
                </a:lnTo>
                <a:lnTo>
                  <a:pt x="7404" y="7939"/>
                </a:lnTo>
                <a:close/>
                <a:moveTo>
                  <a:pt x="10649" y="6522"/>
                </a:moveTo>
                <a:lnTo>
                  <a:pt x="9578" y="9073"/>
                </a:lnTo>
                <a:lnTo>
                  <a:pt x="9043" y="8506"/>
                </a:lnTo>
                <a:lnTo>
                  <a:pt x="9862" y="6522"/>
                </a:lnTo>
                <a:close/>
                <a:moveTo>
                  <a:pt x="8476" y="8979"/>
                </a:moveTo>
                <a:lnTo>
                  <a:pt x="9043" y="9546"/>
                </a:lnTo>
                <a:lnTo>
                  <a:pt x="6459" y="10617"/>
                </a:lnTo>
                <a:lnTo>
                  <a:pt x="6459" y="9830"/>
                </a:lnTo>
                <a:lnTo>
                  <a:pt x="8476" y="8979"/>
                </a:lnTo>
                <a:close/>
                <a:moveTo>
                  <a:pt x="3750" y="9042"/>
                </a:moveTo>
                <a:lnTo>
                  <a:pt x="5766" y="9861"/>
                </a:lnTo>
                <a:lnTo>
                  <a:pt x="5766" y="10649"/>
                </a:lnTo>
                <a:lnTo>
                  <a:pt x="3214" y="9578"/>
                </a:lnTo>
                <a:lnTo>
                  <a:pt x="3750" y="9042"/>
                </a:lnTo>
                <a:close/>
                <a:moveTo>
                  <a:pt x="6113" y="0"/>
                </a:moveTo>
                <a:cubicBezTo>
                  <a:pt x="5924" y="0"/>
                  <a:pt x="5766" y="158"/>
                  <a:pt x="5766" y="347"/>
                </a:cubicBezTo>
                <a:lnTo>
                  <a:pt x="5766" y="882"/>
                </a:lnTo>
                <a:lnTo>
                  <a:pt x="2647" y="2142"/>
                </a:lnTo>
                <a:lnTo>
                  <a:pt x="2332" y="1827"/>
                </a:lnTo>
                <a:cubicBezTo>
                  <a:pt x="2253" y="1749"/>
                  <a:pt x="2167" y="1709"/>
                  <a:pt x="2080" y="1709"/>
                </a:cubicBezTo>
                <a:cubicBezTo>
                  <a:pt x="1994" y="1709"/>
                  <a:pt x="1907" y="1749"/>
                  <a:pt x="1828" y="1827"/>
                </a:cubicBezTo>
                <a:cubicBezTo>
                  <a:pt x="1671" y="1985"/>
                  <a:pt x="1671" y="2174"/>
                  <a:pt x="1828" y="2331"/>
                </a:cubicBezTo>
                <a:lnTo>
                  <a:pt x="2143" y="2647"/>
                </a:lnTo>
                <a:lnTo>
                  <a:pt x="883" y="5765"/>
                </a:lnTo>
                <a:lnTo>
                  <a:pt x="379" y="5765"/>
                </a:lnTo>
                <a:cubicBezTo>
                  <a:pt x="158" y="5765"/>
                  <a:pt x="1" y="5923"/>
                  <a:pt x="1" y="6112"/>
                </a:cubicBezTo>
                <a:cubicBezTo>
                  <a:pt x="1" y="6301"/>
                  <a:pt x="158" y="6459"/>
                  <a:pt x="379" y="6459"/>
                </a:cubicBezTo>
                <a:lnTo>
                  <a:pt x="883" y="6459"/>
                </a:lnTo>
                <a:lnTo>
                  <a:pt x="2143" y="9578"/>
                </a:lnTo>
                <a:lnTo>
                  <a:pt x="1828" y="9893"/>
                </a:lnTo>
                <a:cubicBezTo>
                  <a:pt x="1671" y="10050"/>
                  <a:pt x="1671" y="10239"/>
                  <a:pt x="1828" y="10397"/>
                </a:cubicBezTo>
                <a:cubicBezTo>
                  <a:pt x="1907" y="10475"/>
                  <a:pt x="1994" y="10515"/>
                  <a:pt x="2080" y="10515"/>
                </a:cubicBezTo>
                <a:cubicBezTo>
                  <a:pt x="2167" y="10515"/>
                  <a:pt x="2253" y="10475"/>
                  <a:pt x="2332" y="10397"/>
                </a:cubicBezTo>
                <a:lnTo>
                  <a:pt x="2647" y="10082"/>
                </a:lnTo>
                <a:lnTo>
                  <a:pt x="5766" y="11342"/>
                </a:lnTo>
                <a:lnTo>
                  <a:pt x="5766" y="11877"/>
                </a:lnTo>
                <a:cubicBezTo>
                  <a:pt x="5766" y="12066"/>
                  <a:pt x="5924" y="12224"/>
                  <a:pt x="6113" y="12224"/>
                </a:cubicBezTo>
                <a:cubicBezTo>
                  <a:pt x="6302" y="12224"/>
                  <a:pt x="6459" y="12066"/>
                  <a:pt x="6459" y="11877"/>
                </a:cubicBezTo>
                <a:lnTo>
                  <a:pt x="6459" y="11405"/>
                </a:lnTo>
                <a:lnTo>
                  <a:pt x="9578" y="10145"/>
                </a:lnTo>
                <a:lnTo>
                  <a:pt x="9893" y="10460"/>
                </a:lnTo>
                <a:cubicBezTo>
                  <a:pt x="9972" y="10538"/>
                  <a:pt x="10067" y="10578"/>
                  <a:pt x="10157" y="10578"/>
                </a:cubicBezTo>
                <a:cubicBezTo>
                  <a:pt x="10248" y="10578"/>
                  <a:pt x="10334" y="10538"/>
                  <a:pt x="10397" y="10460"/>
                </a:cubicBezTo>
                <a:cubicBezTo>
                  <a:pt x="10555" y="10302"/>
                  <a:pt x="10555" y="10082"/>
                  <a:pt x="10397" y="9924"/>
                </a:cubicBezTo>
                <a:lnTo>
                  <a:pt x="10082" y="9609"/>
                </a:lnTo>
                <a:lnTo>
                  <a:pt x="11343" y="6522"/>
                </a:lnTo>
                <a:lnTo>
                  <a:pt x="11878" y="6522"/>
                </a:lnTo>
                <a:cubicBezTo>
                  <a:pt x="12067" y="6522"/>
                  <a:pt x="12225" y="6364"/>
                  <a:pt x="12225" y="6144"/>
                </a:cubicBezTo>
                <a:cubicBezTo>
                  <a:pt x="12225" y="5955"/>
                  <a:pt x="12067" y="5765"/>
                  <a:pt x="11878" y="5765"/>
                </a:cubicBezTo>
                <a:lnTo>
                  <a:pt x="11343" y="5765"/>
                </a:lnTo>
                <a:lnTo>
                  <a:pt x="10082" y="2647"/>
                </a:lnTo>
                <a:lnTo>
                  <a:pt x="10397" y="2331"/>
                </a:lnTo>
                <a:cubicBezTo>
                  <a:pt x="10555" y="2174"/>
                  <a:pt x="10555" y="1985"/>
                  <a:pt x="10397" y="1827"/>
                </a:cubicBezTo>
                <a:cubicBezTo>
                  <a:pt x="10319" y="1749"/>
                  <a:pt x="10232" y="1709"/>
                  <a:pt x="10145" y="1709"/>
                </a:cubicBezTo>
                <a:cubicBezTo>
                  <a:pt x="10059" y="1709"/>
                  <a:pt x="9972" y="1749"/>
                  <a:pt x="9893" y="1827"/>
                </a:cubicBezTo>
                <a:lnTo>
                  <a:pt x="9578" y="2142"/>
                </a:lnTo>
                <a:lnTo>
                  <a:pt x="6459" y="882"/>
                </a:lnTo>
                <a:lnTo>
                  <a:pt x="6459" y="347"/>
                </a:lnTo>
                <a:cubicBezTo>
                  <a:pt x="6459" y="158"/>
                  <a:pt x="6302" y="0"/>
                  <a:pt x="611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0" name="Google Shape;3600;p48"/>
          <p:cNvSpPr/>
          <p:nvPr/>
        </p:nvSpPr>
        <p:spPr>
          <a:xfrm>
            <a:off x="7293002" y="2416791"/>
            <a:ext cx="241715" cy="292903"/>
          </a:xfrm>
          <a:custGeom>
            <a:rect b="b" l="l" r="r" t="t"/>
            <a:pathLst>
              <a:path extrusionOk="0" h="12217" w="10083">
                <a:moveTo>
                  <a:pt x="5356" y="1001"/>
                </a:moveTo>
                <a:cubicBezTo>
                  <a:pt x="5577" y="1316"/>
                  <a:pt x="5734" y="1694"/>
                  <a:pt x="5734" y="2104"/>
                </a:cubicBezTo>
                <a:cubicBezTo>
                  <a:pt x="5734" y="2135"/>
                  <a:pt x="5734" y="2198"/>
                  <a:pt x="5766" y="2261"/>
                </a:cubicBezTo>
                <a:cubicBezTo>
                  <a:pt x="5624" y="2230"/>
                  <a:pt x="5498" y="2214"/>
                  <a:pt x="5372" y="2214"/>
                </a:cubicBezTo>
                <a:cubicBezTo>
                  <a:pt x="5246" y="2214"/>
                  <a:pt x="5120" y="2230"/>
                  <a:pt x="4978" y="2261"/>
                </a:cubicBezTo>
                <a:cubicBezTo>
                  <a:pt x="5010" y="2198"/>
                  <a:pt x="5010" y="2135"/>
                  <a:pt x="5010" y="2104"/>
                </a:cubicBezTo>
                <a:cubicBezTo>
                  <a:pt x="5041" y="1663"/>
                  <a:pt x="5167" y="1316"/>
                  <a:pt x="5356" y="1001"/>
                </a:cubicBezTo>
                <a:close/>
                <a:moveTo>
                  <a:pt x="3529" y="1474"/>
                </a:moveTo>
                <a:cubicBezTo>
                  <a:pt x="3876" y="1631"/>
                  <a:pt x="4159" y="1883"/>
                  <a:pt x="4380" y="2261"/>
                </a:cubicBezTo>
                <a:lnTo>
                  <a:pt x="4506" y="2356"/>
                </a:lnTo>
                <a:cubicBezTo>
                  <a:pt x="4254" y="2450"/>
                  <a:pt x="4033" y="2608"/>
                  <a:pt x="3844" y="2765"/>
                </a:cubicBezTo>
                <a:cubicBezTo>
                  <a:pt x="3844" y="2734"/>
                  <a:pt x="3844" y="2639"/>
                  <a:pt x="3781" y="2608"/>
                </a:cubicBezTo>
                <a:cubicBezTo>
                  <a:pt x="3592" y="2261"/>
                  <a:pt x="3529" y="1852"/>
                  <a:pt x="3529" y="1474"/>
                </a:cubicBezTo>
                <a:close/>
                <a:moveTo>
                  <a:pt x="7247" y="1474"/>
                </a:moveTo>
                <a:lnTo>
                  <a:pt x="7247" y="1474"/>
                </a:lnTo>
                <a:cubicBezTo>
                  <a:pt x="7310" y="1852"/>
                  <a:pt x="7215" y="2261"/>
                  <a:pt x="7026" y="2608"/>
                </a:cubicBezTo>
                <a:cubicBezTo>
                  <a:pt x="6995" y="2639"/>
                  <a:pt x="6995" y="2734"/>
                  <a:pt x="6995" y="2765"/>
                </a:cubicBezTo>
                <a:cubicBezTo>
                  <a:pt x="6806" y="2608"/>
                  <a:pt x="6554" y="2450"/>
                  <a:pt x="6301" y="2356"/>
                </a:cubicBezTo>
                <a:cubicBezTo>
                  <a:pt x="6301" y="2324"/>
                  <a:pt x="6364" y="2293"/>
                  <a:pt x="6396" y="2261"/>
                </a:cubicBezTo>
                <a:cubicBezTo>
                  <a:pt x="6585" y="1883"/>
                  <a:pt x="6900" y="1663"/>
                  <a:pt x="7247" y="1474"/>
                </a:cubicBezTo>
                <a:close/>
                <a:moveTo>
                  <a:pt x="2143" y="2797"/>
                </a:moveTo>
                <a:cubicBezTo>
                  <a:pt x="2521" y="2797"/>
                  <a:pt x="2930" y="2891"/>
                  <a:pt x="3277" y="3080"/>
                </a:cubicBezTo>
                <a:cubicBezTo>
                  <a:pt x="3309" y="3112"/>
                  <a:pt x="3403" y="3112"/>
                  <a:pt x="3435" y="3112"/>
                </a:cubicBezTo>
                <a:cubicBezTo>
                  <a:pt x="3277" y="3301"/>
                  <a:pt x="3119" y="3553"/>
                  <a:pt x="3056" y="3773"/>
                </a:cubicBezTo>
                <a:lnTo>
                  <a:pt x="2930" y="3647"/>
                </a:lnTo>
                <a:cubicBezTo>
                  <a:pt x="2584" y="3458"/>
                  <a:pt x="2332" y="3143"/>
                  <a:pt x="2143" y="2797"/>
                </a:cubicBezTo>
                <a:close/>
                <a:moveTo>
                  <a:pt x="8487" y="2822"/>
                </a:moveTo>
                <a:cubicBezTo>
                  <a:pt x="8536" y="2822"/>
                  <a:pt x="8585" y="2824"/>
                  <a:pt x="8633" y="2828"/>
                </a:cubicBezTo>
                <a:cubicBezTo>
                  <a:pt x="8475" y="3206"/>
                  <a:pt x="8192" y="3458"/>
                  <a:pt x="7845" y="3710"/>
                </a:cubicBezTo>
                <a:lnTo>
                  <a:pt x="7719" y="3836"/>
                </a:lnTo>
                <a:cubicBezTo>
                  <a:pt x="7656" y="3584"/>
                  <a:pt x="7499" y="3364"/>
                  <a:pt x="7341" y="3143"/>
                </a:cubicBezTo>
                <a:cubicBezTo>
                  <a:pt x="7373" y="3112"/>
                  <a:pt x="7404" y="3112"/>
                  <a:pt x="7499" y="3080"/>
                </a:cubicBezTo>
                <a:cubicBezTo>
                  <a:pt x="7801" y="2915"/>
                  <a:pt x="8152" y="2822"/>
                  <a:pt x="8487" y="2822"/>
                </a:cubicBezTo>
                <a:close/>
                <a:moveTo>
                  <a:pt x="2930" y="4309"/>
                </a:moveTo>
                <a:lnTo>
                  <a:pt x="2930" y="4309"/>
                </a:lnTo>
                <a:cubicBezTo>
                  <a:pt x="2899" y="4561"/>
                  <a:pt x="2899" y="4813"/>
                  <a:pt x="2930" y="5097"/>
                </a:cubicBezTo>
                <a:cubicBezTo>
                  <a:pt x="2899" y="5034"/>
                  <a:pt x="2804" y="5034"/>
                  <a:pt x="2773" y="5034"/>
                </a:cubicBezTo>
                <a:cubicBezTo>
                  <a:pt x="2363" y="5034"/>
                  <a:pt x="1985" y="4939"/>
                  <a:pt x="1670" y="4687"/>
                </a:cubicBezTo>
                <a:cubicBezTo>
                  <a:pt x="1985" y="4498"/>
                  <a:pt x="2363" y="4341"/>
                  <a:pt x="2773" y="4341"/>
                </a:cubicBezTo>
                <a:cubicBezTo>
                  <a:pt x="2804" y="4341"/>
                  <a:pt x="2899" y="4341"/>
                  <a:pt x="2930" y="4309"/>
                </a:cubicBezTo>
                <a:close/>
                <a:moveTo>
                  <a:pt x="7845" y="4309"/>
                </a:moveTo>
                <a:cubicBezTo>
                  <a:pt x="7877" y="4341"/>
                  <a:pt x="7971" y="4341"/>
                  <a:pt x="8003" y="4341"/>
                </a:cubicBezTo>
                <a:cubicBezTo>
                  <a:pt x="8412" y="4372"/>
                  <a:pt x="8790" y="4498"/>
                  <a:pt x="9105" y="4687"/>
                </a:cubicBezTo>
                <a:cubicBezTo>
                  <a:pt x="8790" y="4876"/>
                  <a:pt x="8412" y="5034"/>
                  <a:pt x="8003" y="5034"/>
                </a:cubicBezTo>
                <a:cubicBezTo>
                  <a:pt x="7971" y="5034"/>
                  <a:pt x="7877" y="5034"/>
                  <a:pt x="7845" y="5097"/>
                </a:cubicBezTo>
                <a:cubicBezTo>
                  <a:pt x="7877" y="4813"/>
                  <a:pt x="7877" y="4561"/>
                  <a:pt x="7845" y="4309"/>
                </a:cubicBezTo>
                <a:close/>
                <a:moveTo>
                  <a:pt x="5356" y="2923"/>
                </a:moveTo>
                <a:cubicBezTo>
                  <a:pt x="6364" y="2923"/>
                  <a:pt x="7152" y="3710"/>
                  <a:pt x="7152" y="4687"/>
                </a:cubicBezTo>
                <a:cubicBezTo>
                  <a:pt x="7152" y="5664"/>
                  <a:pt x="6364" y="6451"/>
                  <a:pt x="5356" y="6451"/>
                </a:cubicBezTo>
                <a:cubicBezTo>
                  <a:pt x="4380" y="6451"/>
                  <a:pt x="3592" y="5664"/>
                  <a:pt x="3592" y="4687"/>
                </a:cubicBezTo>
                <a:cubicBezTo>
                  <a:pt x="3592" y="3710"/>
                  <a:pt x="4380" y="2923"/>
                  <a:pt x="5356" y="2923"/>
                </a:cubicBezTo>
                <a:close/>
                <a:moveTo>
                  <a:pt x="3056" y="5601"/>
                </a:moveTo>
                <a:cubicBezTo>
                  <a:pt x="3119" y="5821"/>
                  <a:pt x="3277" y="6073"/>
                  <a:pt x="3435" y="6262"/>
                </a:cubicBezTo>
                <a:cubicBezTo>
                  <a:pt x="3403" y="6262"/>
                  <a:pt x="3309" y="6262"/>
                  <a:pt x="3277" y="6294"/>
                </a:cubicBezTo>
                <a:cubicBezTo>
                  <a:pt x="2985" y="6479"/>
                  <a:pt x="2649" y="6554"/>
                  <a:pt x="2324" y="6554"/>
                </a:cubicBezTo>
                <a:cubicBezTo>
                  <a:pt x="2263" y="6554"/>
                  <a:pt x="2203" y="6551"/>
                  <a:pt x="2143" y="6546"/>
                </a:cubicBezTo>
                <a:cubicBezTo>
                  <a:pt x="2300" y="6199"/>
                  <a:pt x="2584" y="5916"/>
                  <a:pt x="2930" y="5664"/>
                </a:cubicBezTo>
                <a:cubicBezTo>
                  <a:pt x="2962" y="5664"/>
                  <a:pt x="2993" y="5632"/>
                  <a:pt x="3056" y="5601"/>
                </a:cubicBezTo>
                <a:close/>
                <a:moveTo>
                  <a:pt x="7719" y="5601"/>
                </a:moveTo>
                <a:lnTo>
                  <a:pt x="7845" y="5727"/>
                </a:lnTo>
                <a:cubicBezTo>
                  <a:pt x="8192" y="5916"/>
                  <a:pt x="8444" y="6231"/>
                  <a:pt x="8633" y="6577"/>
                </a:cubicBezTo>
                <a:cubicBezTo>
                  <a:pt x="8571" y="6583"/>
                  <a:pt x="8509" y="6585"/>
                  <a:pt x="8447" y="6585"/>
                </a:cubicBezTo>
                <a:cubicBezTo>
                  <a:pt x="8124" y="6585"/>
                  <a:pt x="7789" y="6515"/>
                  <a:pt x="7499" y="6357"/>
                </a:cubicBezTo>
                <a:cubicBezTo>
                  <a:pt x="7467" y="6294"/>
                  <a:pt x="7373" y="6294"/>
                  <a:pt x="7341" y="6294"/>
                </a:cubicBezTo>
                <a:cubicBezTo>
                  <a:pt x="7499" y="6073"/>
                  <a:pt x="7625" y="5821"/>
                  <a:pt x="7719" y="5601"/>
                </a:cubicBezTo>
                <a:close/>
                <a:moveTo>
                  <a:pt x="3781" y="6609"/>
                </a:moveTo>
                <a:cubicBezTo>
                  <a:pt x="4002" y="6766"/>
                  <a:pt x="4222" y="6924"/>
                  <a:pt x="4474" y="7018"/>
                </a:cubicBezTo>
                <a:lnTo>
                  <a:pt x="4348" y="7144"/>
                </a:lnTo>
                <a:cubicBezTo>
                  <a:pt x="4159" y="7491"/>
                  <a:pt x="3844" y="7712"/>
                  <a:pt x="3466" y="7932"/>
                </a:cubicBezTo>
                <a:cubicBezTo>
                  <a:pt x="3529" y="7523"/>
                  <a:pt x="3592" y="7144"/>
                  <a:pt x="3750" y="6766"/>
                </a:cubicBezTo>
                <a:cubicBezTo>
                  <a:pt x="3781" y="6735"/>
                  <a:pt x="3781" y="6672"/>
                  <a:pt x="3781" y="6609"/>
                </a:cubicBezTo>
                <a:close/>
                <a:moveTo>
                  <a:pt x="6932" y="6609"/>
                </a:moveTo>
                <a:cubicBezTo>
                  <a:pt x="6932" y="6672"/>
                  <a:pt x="6932" y="6735"/>
                  <a:pt x="6995" y="6766"/>
                </a:cubicBezTo>
                <a:cubicBezTo>
                  <a:pt x="7184" y="7144"/>
                  <a:pt x="7247" y="7523"/>
                  <a:pt x="7215" y="7932"/>
                </a:cubicBezTo>
                <a:cubicBezTo>
                  <a:pt x="6869" y="7775"/>
                  <a:pt x="6585" y="7491"/>
                  <a:pt x="6364" y="7144"/>
                </a:cubicBezTo>
                <a:lnTo>
                  <a:pt x="6238" y="7018"/>
                </a:lnTo>
                <a:cubicBezTo>
                  <a:pt x="6522" y="6924"/>
                  <a:pt x="6743" y="6829"/>
                  <a:pt x="6932" y="6609"/>
                </a:cubicBezTo>
                <a:close/>
                <a:moveTo>
                  <a:pt x="5766" y="7176"/>
                </a:moveTo>
                <a:cubicBezTo>
                  <a:pt x="5766" y="7207"/>
                  <a:pt x="5734" y="7239"/>
                  <a:pt x="5734" y="7334"/>
                </a:cubicBezTo>
                <a:cubicBezTo>
                  <a:pt x="5734" y="7712"/>
                  <a:pt x="5608" y="8121"/>
                  <a:pt x="5356" y="8436"/>
                </a:cubicBezTo>
                <a:cubicBezTo>
                  <a:pt x="5167" y="8121"/>
                  <a:pt x="5010" y="7712"/>
                  <a:pt x="5010" y="7334"/>
                </a:cubicBezTo>
                <a:cubicBezTo>
                  <a:pt x="5010" y="7302"/>
                  <a:pt x="5010" y="7207"/>
                  <a:pt x="4978" y="7176"/>
                </a:cubicBezTo>
                <a:lnTo>
                  <a:pt x="4978" y="7176"/>
                </a:lnTo>
                <a:cubicBezTo>
                  <a:pt x="5120" y="7192"/>
                  <a:pt x="5246" y="7200"/>
                  <a:pt x="5372" y="7200"/>
                </a:cubicBezTo>
                <a:cubicBezTo>
                  <a:pt x="5498" y="7200"/>
                  <a:pt x="5624" y="7192"/>
                  <a:pt x="5766" y="7176"/>
                </a:cubicBezTo>
                <a:close/>
                <a:moveTo>
                  <a:pt x="7971" y="7460"/>
                </a:moveTo>
                <a:cubicBezTo>
                  <a:pt x="8790" y="7869"/>
                  <a:pt x="9357" y="8751"/>
                  <a:pt x="9357" y="9728"/>
                </a:cubicBezTo>
                <a:lnTo>
                  <a:pt x="9357" y="10295"/>
                </a:lnTo>
                <a:lnTo>
                  <a:pt x="8538" y="9444"/>
                </a:lnTo>
                <a:cubicBezTo>
                  <a:pt x="8460" y="9366"/>
                  <a:pt x="8365" y="9326"/>
                  <a:pt x="8271" y="9326"/>
                </a:cubicBezTo>
                <a:cubicBezTo>
                  <a:pt x="8176" y="9326"/>
                  <a:pt x="8082" y="9366"/>
                  <a:pt x="8003" y="9444"/>
                </a:cubicBezTo>
                <a:cubicBezTo>
                  <a:pt x="7845" y="9602"/>
                  <a:pt x="7845" y="9822"/>
                  <a:pt x="8003" y="9980"/>
                </a:cubicBezTo>
                <a:lnTo>
                  <a:pt x="8853" y="10799"/>
                </a:lnTo>
                <a:lnTo>
                  <a:pt x="8286" y="10799"/>
                </a:lnTo>
                <a:cubicBezTo>
                  <a:pt x="7152" y="10799"/>
                  <a:pt x="6144" y="10043"/>
                  <a:pt x="5829" y="8972"/>
                </a:cubicBezTo>
                <a:cubicBezTo>
                  <a:pt x="6049" y="8751"/>
                  <a:pt x="6207" y="8436"/>
                  <a:pt x="6301" y="8121"/>
                </a:cubicBezTo>
                <a:cubicBezTo>
                  <a:pt x="6617" y="8405"/>
                  <a:pt x="7026" y="8625"/>
                  <a:pt x="7467" y="8720"/>
                </a:cubicBezTo>
                <a:cubicBezTo>
                  <a:pt x="7487" y="8723"/>
                  <a:pt x="7507" y="8725"/>
                  <a:pt x="7526" y="8725"/>
                </a:cubicBezTo>
                <a:cubicBezTo>
                  <a:pt x="7694" y="8725"/>
                  <a:pt x="7849" y="8609"/>
                  <a:pt x="7877" y="8468"/>
                </a:cubicBezTo>
                <a:cubicBezTo>
                  <a:pt x="7971" y="8121"/>
                  <a:pt x="8003" y="7806"/>
                  <a:pt x="7971" y="7460"/>
                </a:cubicBezTo>
                <a:close/>
                <a:moveTo>
                  <a:pt x="2836" y="7365"/>
                </a:moveTo>
                <a:cubicBezTo>
                  <a:pt x="2804" y="7712"/>
                  <a:pt x="2804" y="8121"/>
                  <a:pt x="2930" y="8468"/>
                </a:cubicBezTo>
                <a:cubicBezTo>
                  <a:pt x="2956" y="8623"/>
                  <a:pt x="3089" y="8736"/>
                  <a:pt x="3258" y="8736"/>
                </a:cubicBezTo>
                <a:cubicBezTo>
                  <a:pt x="3294" y="8736"/>
                  <a:pt x="3332" y="8731"/>
                  <a:pt x="3372" y="8720"/>
                </a:cubicBezTo>
                <a:cubicBezTo>
                  <a:pt x="3781" y="8594"/>
                  <a:pt x="4159" y="8373"/>
                  <a:pt x="4506" y="8121"/>
                </a:cubicBezTo>
                <a:cubicBezTo>
                  <a:pt x="4632" y="8436"/>
                  <a:pt x="4789" y="8751"/>
                  <a:pt x="4978" y="8972"/>
                </a:cubicBezTo>
                <a:cubicBezTo>
                  <a:pt x="4569" y="10452"/>
                  <a:pt x="3277" y="11492"/>
                  <a:pt x="1828" y="11492"/>
                </a:cubicBezTo>
                <a:lnTo>
                  <a:pt x="1261" y="11492"/>
                </a:lnTo>
                <a:lnTo>
                  <a:pt x="2804" y="9980"/>
                </a:lnTo>
                <a:cubicBezTo>
                  <a:pt x="2962" y="9822"/>
                  <a:pt x="2962" y="9602"/>
                  <a:pt x="2804" y="9444"/>
                </a:cubicBezTo>
                <a:cubicBezTo>
                  <a:pt x="2726" y="9366"/>
                  <a:pt x="2639" y="9326"/>
                  <a:pt x="2552" y="9326"/>
                </a:cubicBezTo>
                <a:cubicBezTo>
                  <a:pt x="2466" y="9326"/>
                  <a:pt x="2379" y="9366"/>
                  <a:pt x="2300" y="9444"/>
                </a:cubicBezTo>
                <a:lnTo>
                  <a:pt x="757" y="10988"/>
                </a:lnTo>
                <a:lnTo>
                  <a:pt x="757" y="10452"/>
                </a:lnTo>
                <a:cubicBezTo>
                  <a:pt x="757" y="9066"/>
                  <a:pt x="1639" y="7838"/>
                  <a:pt x="2836" y="7365"/>
                </a:cubicBezTo>
                <a:close/>
                <a:moveTo>
                  <a:pt x="5388" y="1"/>
                </a:moveTo>
                <a:cubicBezTo>
                  <a:pt x="5301" y="1"/>
                  <a:pt x="5215" y="40"/>
                  <a:pt x="5136" y="119"/>
                </a:cubicBezTo>
                <a:cubicBezTo>
                  <a:pt x="4821" y="434"/>
                  <a:pt x="4569" y="781"/>
                  <a:pt x="4474" y="1222"/>
                </a:cubicBezTo>
                <a:cubicBezTo>
                  <a:pt x="4159" y="938"/>
                  <a:pt x="3750" y="718"/>
                  <a:pt x="3309" y="623"/>
                </a:cubicBezTo>
                <a:cubicBezTo>
                  <a:pt x="3289" y="620"/>
                  <a:pt x="3269" y="618"/>
                  <a:pt x="3250" y="618"/>
                </a:cubicBezTo>
                <a:cubicBezTo>
                  <a:pt x="3082" y="618"/>
                  <a:pt x="2927" y="734"/>
                  <a:pt x="2899" y="875"/>
                </a:cubicBezTo>
                <a:cubicBezTo>
                  <a:pt x="2773" y="1316"/>
                  <a:pt x="2773" y="1726"/>
                  <a:pt x="2836" y="2135"/>
                </a:cubicBezTo>
                <a:cubicBezTo>
                  <a:pt x="2646" y="2091"/>
                  <a:pt x="2449" y="2068"/>
                  <a:pt x="2252" y="2068"/>
                </a:cubicBezTo>
                <a:cubicBezTo>
                  <a:pt x="2024" y="2068"/>
                  <a:pt x="1795" y="2099"/>
                  <a:pt x="1576" y="2167"/>
                </a:cubicBezTo>
                <a:cubicBezTo>
                  <a:pt x="1513" y="2198"/>
                  <a:pt x="1418" y="2261"/>
                  <a:pt x="1387" y="2324"/>
                </a:cubicBezTo>
                <a:cubicBezTo>
                  <a:pt x="1355" y="2419"/>
                  <a:pt x="1324" y="2513"/>
                  <a:pt x="1355" y="2608"/>
                </a:cubicBezTo>
                <a:cubicBezTo>
                  <a:pt x="1481" y="3049"/>
                  <a:pt x="1670" y="3395"/>
                  <a:pt x="1954" y="3742"/>
                </a:cubicBezTo>
                <a:cubicBezTo>
                  <a:pt x="1544" y="3868"/>
                  <a:pt x="1166" y="4089"/>
                  <a:pt x="851" y="4404"/>
                </a:cubicBezTo>
                <a:cubicBezTo>
                  <a:pt x="694" y="4561"/>
                  <a:pt x="694" y="4782"/>
                  <a:pt x="851" y="4939"/>
                </a:cubicBezTo>
                <a:cubicBezTo>
                  <a:pt x="1166" y="5254"/>
                  <a:pt x="1513" y="5475"/>
                  <a:pt x="1954" y="5601"/>
                </a:cubicBezTo>
                <a:cubicBezTo>
                  <a:pt x="1670" y="5916"/>
                  <a:pt x="1418" y="6294"/>
                  <a:pt x="1355" y="6735"/>
                </a:cubicBezTo>
                <a:cubicBezTo>
                  <a:pt x="1324" y="6924"/>
                  <a:pt x="1418" y="7144"/>
                  <a:pt x="1576" y="7176"/>
                </a:cubicBezTo>
                <a:cubicBezTo>
                  <a:pt x="1639" y="7176"/>
                  <a:pt x="1670" y="7176"/>
                  <a:pt x="1702" y="7207"/>
                </a:cubicBezTo>
                <a:cubicBezTo>
                  <a:pt x="1418" y="7397"/>
                  <a:pt x="1198" y="7649"/>
                  <a:pt x="946" y="7869"/>
                </a:cubicBezTo>
                <a:cubicBezTo>
                  <a:pt x="379" y="8594"/>
                  <a:pt x="0" y="9507"/>
                  <a:pt x="0" y="10452"/>
                </a:cubicBezTo>
                <a:lnTo>
                  <a:pt x="0" y="11870"/>
                </a:lnTo>
                <a:cubicBezTo>
                  <a:pt x="0" y="12028"/>
                  <a:pt x="127" y="12185"/>
                  <a:pt x="284" y="12217"/>
                </a:cubicBezTo>
                <a:lnTo>
                  <a:pt x="1733" y="12217"/>
                </a:lnTo>
                <a:cubicBezTo>
                  <a:pt x="2647" y="12217"/>
                  <a:pt x="3561" y="11870"/>
                  <a:pt x="4254" y="11272"/>
                </a:cubicBezTo>
                <a:cubicBezTo>
                  <a:pt x="4726" y="10862"/>
                  <a:pt x="5104" y="10358"/>
                  <a:pt x="5325" y="9822"/>
                </a:cubicBezTo>
                <a:cubicBezTo>
                  <a:pt x="5892" y="10831"/>
                  <a:pt x="6995" y="11492"/>
                  <a:pt x="8129" y="11492"/>
                </a:cubicBezTo>
                <a:lnTo>
                  <a:pt x="9546" y="11492"/>
                </a:lnTo>
                <a:cubicBezTo>
                  <a:pt x="9862" y="11492"/>
                  <a:pt x="10019" y="11335"/>
                  <a:pt x="10019" y="11146"/>
                </a:cubicBezTo>
                <a:lnTo>
                  <a:pt x="10019" y="9728"/>
                </a:lnTo>
                <a:cubicBezTo>
                  <a:pt x="10019" y="8751"/>
                  <a:pt x="9578" y="7838"/>
                  <a:pt x="8885" y="7239"/>
                </a:cubicBezTo>
                <a:cubicBezTo>
                  <a:pt x="8979" y="7239"/>
                  <a:pt x="9074" y="7207"/>
                  <a:pt x="9200" y="7176"/>
                </a:cubicBezTo>
                <a:cubicBezTo>
                  <a:pt x="9389" y="7144"/>
                  <a:pt x="9515" y="6924"/>
                  <a:pt x="9420" y="6735"/>
                </a:cubicBezTo>
                <a:cubicBezTo>
                  <a:pt x="9294" y="6294"/>
                  <a:pt x="9105" y="5947"/>
                  <a:pt x="8822" y="5601"/>
                </a:cubicBezTo>
                <a:cubicBezTo>
                  <a:pt x="9231" y="5475"/>
                  <a:pt x="9610" y="5254"/>
                  <a:pt x="9925" y="4939"/>
                </a:cubicBezTo>
                <a:cubicBezTo>
                  <a:pt x="10082" y="4782"/>
                  <a:pt x="10082" y="4561"/>
                  <a:pt x="9925" y="4404"/>
                </a:cubicBezTo>
                <a:cubicBezTo>
                  <a:pt x="9610" y="4089"/>
                  <a:pt x="9263" y="3868"/>
                  <a:pt x="8822" y="3742"/>
                </a:cubicBezTo>
                <a:cubicBezTo>
                  <a:pt x="9105" y="3427"/>
                  <a:pt x="9357" y="3049"/>
                  <a:pt x="9420" y="2608"/>
                </a:cubicBezTo>
                <a:cubicBezTo>
                  <a:pt x="9452" y="2419"/>
                  <a:pt x="9357" y="2198"/>
                  <a:pt x="9200" y="2167"/>
                </a:cubicBezTo>
                <a:cubicBezTo>
                  <a:pt x="8964" y="2099"/>
                  <a:pt x="8727" y="2068"/>
                  <a:pt x="8501" y="2068"/>
                </a:cubicBezTo>
                <a:cubicBezTo>
                  <a:pt x="8304" y="2068"/>
                  <a:pt x="8115" y="2091"/>
                  <a:pt x="7940" y="2135"/>
                </a:cubicBezTo>
                <a:cubicBezTo>
                  <a:pt x="8003" y="1694"/>
                  <a:pt x="8003" y="1253"/>
                  <a:pt x="7877" y="875"/>
                </a:cubicBezTo>
                <a:cubicBezTo>
                  <a:pt x="7851" y="719"/>
                  <a:pt x="7718" y="607"/>
                  <a:pt x="7567" y="607"/>
                </a:cubicBezTo>
                <a:cubicBezTo>
                  <a:pt x="7534" y="607"/>
                  <a:pt x="7501" y="612"/>
                  <a:pt x="7467" y="623"/>
                </a:cubicBezTo>
                <a:cubicBezTo>
                  <a:pt x="7026" y="749"/>
                  <a:pt x="6680" y="938"/>
                  <a:pt x="6301" y="1222"/>
                </a:cubicBezTo>
                <a:cubicBezTo>
                  <a:pt x="6207" y="844"/>
                  <a:pt x="5955" y="434"/>
                  <a:pt x="5640" y="119"/>
                </a:cubicBezTo>
                <a:cubicBezTo>
                  <a:pt x="5561" y="40"/>
                  <a:pt x="5474" y="1"/>
                  <a:pt x="538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1" name="Google Shape;3601;p48"/>
          <p:cNvSpPr/>
          <p:nvPr/>
        </p:nvSpPr>
        <p:spPr>
          <a:xfrm>
            <a:off x="8140889" y="1994928"/>
            <a:ext cx="293040" cy="290457"/>
          </a:xfrm>
          <a:custGeom>
            <a:rect b="b" l="l" r="r" t="t"/>
            <a:pathLst>
              <a:path extrusionOk="0" h="12115" w="12224">
                <a:moveTo>
                  <a:pt x="3245" y="741"/>
                </a:moveTo>
                <a:cubicBezTo>
                  <a:pt x="3497" y="993"/>
                  <a:pt x="3938" y="1465"/>
                  <a:pt x="3938" y="2033"/>
                </a:cubicBezTo>
                <a:cubicBezTo>
                  <a:pt x="3938" y="2568"/>
                  <a:pt x="3497" y="3104"/>
                  <a:pt x="3245" y="3324"/>
                </a:cubicBezTo>
                <a:cubicBezTo>
                  <a:pt x="2962" y="3041"/>
                  <a:pt x="2520" y="2568"/>
                  <a:pt x="2520" y="2033"/>
                </a:cubicBezTo>
                <a:cubicBezTo>
                  <a:pt x="2520" y="1528"/>
                  <a:pt x="2962" y="993"/>
                  <a:pt x="3245" y="741"/>
                </a:cubicBezTo>
                <a:close/>
                <a:moveTo>
                  <a:pt x="8979" y="741"/>
                </a:moveTo>
                <a:cubicBezTo>
                  <a:pt x="9263" y="993"/>
                  <a:pt x="9704" y="1465"/>
                  <a:pt x="9704" y="2033"/>
                </a:cubicBezTo>
                <a:cubicBezTo>
                  <a:pt x="9704" y="2568"/>
                  <a:pt x="9263" y="3104"/>
                  <a:pt x="8979" y="3324"/>
                </a:cubicBezTo>
                <a:cubicBezTo>
                  <a:pt x="8695" y="3041"/>
                  <a:pt x="8286" y="2568"/>
                  <a:pt x="8286" y="2033"/>
                </a:cubicBezTo>
                <a:cubicBezTo>
                  <a:pt x="8286" y="1528"/>
                  <a:pt x="8758" y="993"/>
                  <a:pt x="8979" y="741"/>
                </a:cubicBezTo>
                <a:close/>
                <a:moveTo>
                  <a:pt x="1827" y="3482"/>
                </a:moveTo>
                <a:cubicBezTo>
                  <a:pt x="2394" y="3482"/>
                  <a:pt x="2899" y="3954"/>
                  <a:pt x="2899" y="4553"/>
                </a:cubicBezTo>
                <a:lnTo>
                  <a:pt x="2899" y="4899"/>
                </a:lnTo>
                <a:lnTo>
                  <a:pt x="2520" y="4899"/>
                </a:lnTo>
                <a:cubicBezTo>
                  <a:pt x="1922" y="4899"/>
                  <a:pt x="1449" y="4427"/>
                  <a:pt x="1449" y="3828"/>
                </a:cubicBezTo>
                <a:lnTo>
                  <a:pt x="1449" y="3482"/>
                </a:lnTo>
                <a:close/>
                <a:moveTo>
                  <a:pt x="5041" y="3482"/>
                </a:moveTo>
                <a:lnTo>
                  <a:pt x="5041" y="3828"/>
                </a:lnTo>
                <a:cubicBezTo>
                  <a:pt x="5041" y="4427"/>
                  <a:pt x="4568" y="4899"/>
                  <a:pt x="3970" y="4899"/>
                </a:cubicBezTo>
                <a:lnTo>
                  <a:pt x="3623" y="4899"/>
                </a:lnTo>
                <a:lnTo>
                  <a:pt x="3623" y="4553"/>
                </a:lnTo>
                <a:cubicBezTo>
                  <a:pt x="3623" y="3954"/>
                  <a:pt x="4096" y="3482"/>
                  <a:pt x="4694" y="3482"/>
                </a:cubicBezTo>
                <a:close/>
                <a:moveTo>
                  <a:pt x="7561" y="3482"/>
                </a:moveTo>
                <a:cubicBezTo>
                  <a:pt x="8160" y="3482"/>
                  <a:pt x="8632" y="3954"/>
                  <a:pt x="8632" y="4553"/>
                </a:cubicBezTo>
                <a:lnTo>
                  <a:pt x="8632" y="4899"/>
                </a:lnTo>
                <a:lnTo>
                  <a:pt x="8286" y="4899"/>
                </a:lnTo>
                <a:cubicBezTo>
                  <a:pt x="7687" y="4899"/>
                  <a:pt x="7215" y="4427"/>
                  <a:pt x="7215" y="3828"/>
                </a:cubicBezTo>
                <a:lnTo>
                  <a:pt x="7215" y="3482"/>
                </a:lnTo>
                <a:close/>
                <a:moveTo>
                  <a:pt x="10806" y="3482"/>
                </a:moveTo>
                <a:lnTo>
                  <a:pt x="10806" y="3828"/>
                </a:lnTo>
                <a:cubicBezTo>
                  <a:pt x="10806" y="4427"/>
                  <a:pt x="10334" y="4899"/>
                  <a:pt x="9735" y="4899"/>
                </a:cubicBezTo>
                <a:lnTo>
                  <a:pt x="9389" y="4899"/>
                </a:lnTo>
                <a:lnTo>
                  <a:pt x="9389" y="4553"/>
                </a:lnTo>
                <a:cubicBezTo>
                  <a:pt x="9389" y="3954"/>
                  <a:pt x="9861" y="3482"/>
                  <a:pt x="10428" y="3482"/>
                </a:cubicBezTo>
                <a:close/>
                <a:moveTo>
                  <a:pt x="1827" y="5624"/>
                </a:moveTo>
                <a:cubicBezTo>
                  <a:pt x="2394" y="5624"/>
                  <a:pt x="2899" y="6065"/>
                  <a:pt x="2899" y="6664"/>
                </a:cubicBezTo>
                <a:lnTo>
                  <a:pt x="2899" y="7042"/>
                </a:lnTo>
                <a:lnTo>
                  <a:pt x="2520" y="7042"/>
                </a:lnTo>
                <a:cubicBezTo>
                  <a:pt x="1922" y="7042"/>
                  <a:pt x="1449" y="6569"/>
                  <a:pt x="1449" y="5971"/>
                </a:cubicBezTo>
                <a:lnTo>
                  <a:pt x="1449" y="5624"/>
                </a:lnTo>
                <a:close/>
                <a:moveTo>
                  <a:pt x="7561" y="5624"/>
                </a:moveTo>
                <a:cubicBezTo>
                  <a:pt x="8160" y="5624"/>
                  <a:pt x="8632" y="6065"/>
                  <a:pt x="8632" y="6664"/>
                </a:cubicBezTo>
                <a:lnTo>
                  <a:pt x="8632" y="7042"/>
                </a:lnTo>
                <a:lnTo>
                  <a:pt x="8286" y="7042"/>
                </a:lnTo>
                <a:cubicBezTo>
                  <a:pt x="7687" y="7042"/>
                  <a:pt x="7215" y="6569"/>
                  <a:pt x="7215" y="5971"/>
                </a:cubicBezTo>
                <a:lnTo>
                  <a:pt x="7215" y="5624"/>
                </a:lnTo>
                <a:close/>
                <a:moveTo>
                  <a:pt x="5009" y="5656"/>
                </a:moveTo>
                <a:lnTo>
                  <a:pt x="5009" y="6002"/>
                </a:lnTo>
                <a:cubicBezTo>
                  <a:pt x="5009" y="6601"/>
                  <a:pt x="4537" y="7073"/>
                  <a:pt x="3938" y="7073"/>
                </a:cubicBezTo>
                <a:lnTo>
                  <a:pt x="3592" y="7073"/>
                </a:lnTo>
                <a:lnTo>
                  <a:pt x="3592" y="6727"/>
                </a:lnTo>
                <a:cubicBezTo>
                  <a:pt x="3592" y="6128"/>
                  <a:pt x="4064" y="5656"/>
                  <a:pt x="4663" y="5656"/>
                </a:cubicBezTo>
                <a:close/>
                <a:moveTo>
                  <a:pt x="10806" y="5656"/>
                </a:moveTo>
                <a:lnTo>
                  <a:pt x="10806" y="6002"/>
                </a:lnTo>
                <a:cubicBezTo>
                  <a:pt x="10806" y="6601"/>
                  <a:pt x="10334" y="7073"/>
                  <a:pt x="9735" y="7073"/>
                </a:cubicBezTo>
                <a:lnTo>
                  <a:pt x="9389" y="7073"/>
                </a:lnTo>
                <a:lnTo>
                  <a:pt x="9389" y="6727"/>
                </a:lnTo>
                <a:cubicBezTo>
                  <a:pt x="9389" y="6128"/>
                  <a:pt x="9861" y="5656"/>
                  <a:pt x="10428" y="5656"/>
                </a:cubicBezTo>
                <a:close/>
                <a:moveTo>
                  <a:pt x="1827" y="7766"/>
                </a:moveTo>
                <a:cubicBezTo>
                  <a:pt x="2394" y="7766"/>
                  <a:pt x="2899" y="8239"/>
                  <a:pt x="2899" y="8838"/>
                </a:cubicBezTo>
                <a:lnTo>
                  <a:pt x="2899" y="9184"/>
                </a:lnTo>
                <a:lnTo>
                  <a:pt x="2520" y="9184"/>
                </a:lnTo>
                <a:cubicBezTo>
                  <a:pt x="1922" y="9184"/>
                  <a:pt x="1449" y="8712"/>
                  <a:pt x="1449" y="8144"/>
                </a:cubicBezTo>
                <a:lnTo>
                  <a:pt x="1449" y="7766"/>
                </a:lnTo>
                <a:close/>
                <a:moveTo>
                  <a:pt x="5041" y="7766"/>
                </a:moveTo>
                <a:lnTo>
                  <a:pt x="5041" y="8144"/>
                </a:lnTo>
                <a:cubicBezTo>
                  <a:pt x="5041" y="8712"/>
                  <a:pt x="4568" y="9184"/>
                  <a:pt x="3970" y="9184"/>
                </a:cubicBezTo>
                <a:lnTo>
                  <a:pt x="3623" y="9184"/>
                </a:lnTo>
                <a:lnTo>
                  <a:pt x="3623" y="8838"/>
                </a:lnTo>
                <a:cubicBezTo>
                  <a:pt x="3623" y="8239"/>
                  <a:pt x="4096" y="7766"/>
                  <a:pt x="4694" y="7766"/>
                </a:cubicBezTo>
                <a:close/>
                <a:moveTo>
                  <a:pt x="7561" y="7766"/>
                </a:moveTo>
                <a:cubicBezTo>
                  <a:pt x="8160" y="7766"/>
                  <a:pt x="8632" y="8239"/>
                  <a:pt x="8632" y="8838"/>
                </a:cubicBezTo>
                <a:lnTo>
                  <a:pt x="8632" y="9184"/>
                </a:lnTo>
                <a:lnTo>
                  <a:pt x="8286" y="9184"/>
                </a:lnTo>
                <a:cubicBezTo>
                  <a:pt x="7687" y="9184"/>
                  <a:pt x="7215" y="8712"/>
                  <a:pt x="7215" y="8144"/>
                </a:cubicBezTo>
                <a:lnTo>
                  <a:pt x="7215" y="7766"/>
                </a:lnTo>
                <a:close/>
                <a:moveTo>
                  <a:pt x="10806" y="7766"/>
                </a:moveTo>
                <a:lnTo>
                  <a:pt x="10806" y="8144"/>
                </a:lnTo>
                <a:cubicBezTo>
                  <a:pt x="10806" y="8712"/>
                  <a:pt x="10334" y="9184"/>
                  <a:pt x="9735" y="9184"/>
                </a:cubicBezTo>
                <a:lnTo>
                  <a:pt x="9389" y="9184"/>
                </a:lnTo>
                <a:lnTo>
                  <a:pt x="9389" y="8838"/>
                </a:lnTo>
                <a:cubicBezTo>
                  <a:pt x="9389" y="8239"/>
                  <a:pt x="9861" y="7766"/>
                  <a:pt x="10428" y="7766"/>
                </a:cubicBezTo>
                <a:close/>
                <a:moveTo>
                  <a:pt x="3214" y="0"/>
                </a:moveTo>
                <a:cubicBezTo>
                  <a:pt x="3135" y="0"/>
                  <a:pt x="3056" y="16"/>
                  <a:pt x="2993" y="48"/>
                </a:cubicBezTo>
                <a:cubicBezTo>
                  <a:pt x="2962" y="79"/>
                  <a:pt x="1796" y="961"/>
                  <a:pt x="1796" y="2127"/>
                </a:cubicBezTo>
                <a:cubicBezTo>
                  <a:pt x="1796" y="2379"/>
                  <a:pt x="1827" y="2663"/>
                  <a:pt x="1953" y="2852"/>
                </a:cubicBezTo>
                <a:lnTo>
                  <a:pt x="1071" y="2852"/>
                </a:lnTo>
                <a:cubicBezTo>
                  <a:pt x="882" y="2852"/>
                  <a:pt x="725" y="3009"/>
                  <a:pt x="725" y="3198"/>
                </a:cubicBezTo>
                <a:lnTo>
                  <a:pt x="725" y="3923"/>
                </a:lnTo>
                <a:cubicBezTo>
                  <a:pt x="725" y="4301"/>
                  <a:pt x="851" y="4710"/>
                  <a:pt x="1071" y="4994"/>
                </a:cubicBezTo>
                <a:cubicBezTo>
                  <a:pt x="882" y="4994"/>
                  <a:pt x="725" y="5152"/>
                  <a:pt x="725" y="5341"/>
                </a:cubicBezTo>
                <a:lnTo>
                  <a:pt x="725" y="6034"/>
                </a:lnTo>
                <a:cubicBezTo>
                  <a:pt x="725" y="6443"/>
                  <a:pt x="851" y="6821"/>
                  <a:pt x="1071" y="7105"/>
                </a:cubicBezTo>
                <a:cubicBezTo>
                  <a:pt x="882" y="7105"/>
                  <a:pt x="725" y="7262"/>
                  <a:pt x="725" y="7451"/>
                </a:cubicBezTo>
                <a:lnTo>
                  <a:pt x="725" y="8176"/>
                </a:lnTo>
                <a:cubicBezTo>
                  <a:pt x="725" y="9153"/>
                  <a:pt x="1512" y="9940"/>
                  <a:pt x="2489" y="9940"/>
                </a:cubicBezTo>
                <a:lnTo>
                  <a:pt x="2836" y="9940"/>
                </a:lnTo>
                <a:lnTo>
                  <a:pt x="2836" y="11389"/>
                </a:lnTo>
                <a:lnTo>
                  <a:pt x="378" y="11389"/>
                </a:lnTo>
                <a:cubicBezTo>
                  <a:pt x="158" y="11389"/>
                  <a:pt x="0" y="11547"/>
                  <a:pt x="0" y="11768"/>
                </a:cubicBezTo>
                <a:cubicBezTo>
                  <a:pt x="0" y="11957"/>
                  <a:pt x="158" y="12114"/>
                  <a:pt x="378" y="12114"/>
                </a:cubicBezTo>
                <a:lnTo>
                  <a:pt x="11814" y="12114"/>
                </a:lnTo>
                <a:cubicBezTo>
                  <a:pt x="12035" y="12114"/>
                  <a:pt x="12192" y="11957"/>
                  <a:pt x="12192" y="11768"/>
                </a:cubicBezTo>
                <a:cubicBezTo>
                  <a:pt x="12224" y="11547"/>
                  <a:pt x="12066" y="11389"/>
                  <a:pt x="11846" y="11389"/>
                </a:cubicBezTo>
                <a:lnTo>
                  <a:pt x="9389" y="11389"/>
                </a:lnTo>
                <a:lnTo>
                  <a:pt x="9389" y="9940"/>
                </a:lnTo>
                <a:lnTo>
                  <a:pt x="9735" y="9940"/>
                </a:lnTo>
                <a:cubicBezTo>
                  <a:pt x="10712" y="9940"/>
                  <a:pt x="11499" y="9153"/>
                  <a:pt x="11499" y="8176"/>
                </a:cubicBezTo>
                <a:lnTo>
                  <a:pt x="11499" y="7451"/>
                </a:lnTo>
                <a:cubicBezTo>
                  <a:pt x="11499" y="7262"/>
                  <a:pt x="11342" y="7105"/>
                  <a:pt x="11153" y="7105"/>
                </a:cubicBezTo>
                <a:cubicBezTo>
                  <a:pt x="11373" y="6790"/>
                  <a:pt x="11499" y="6443"/>
                  <a:pt x="11499" y="6034"/>
                </a:cubicBezTo>
                <a:lnTo>
                  <a:pt x="11499" y="5341"/>
                </a:lnTo>
                <a:cubicBezTo>
                  <a:pt x="11499" y="5152"/>
                  <a:pt x="11342" y="4994"/>
                  <a:pt x="11153" y="4994"/>
                </a:cubicBezTo>
                <a:cubicBezTo>
                  <a:pt x="11373" y="4679"/>
                  <a:pt x="11499" y="4301"/>
                  <a:pt x="11499" y="3923"/>
                </a:cubicBezTo>
                <a:lnTo>
                  <a:pt x="11499" y="3198"/>
                </a:lnTo>
                <a:cubicBezTo>
                  <a:pt x="11499" y="3009"/>
                  <a:pt x="11342" y="2852"/>
                  <a:pt x="11153" y="2852"/>
                </a:cubicBezTo>
                <a:lnTo>
                  <a:pt x="10271" y="2852"/>
                </a:lnTo>
                <a:cubicBezTo>
                  <a:pt x="10365" y="2631"/>
                  <a:pt x="10428" y="2379"/>
                  <a:pt x="10428" y="2127"/>
                </a:cubicBezTo>
                <a:cubicBezTo>
                  <a:pt x="10428" y="993"/>
                  <a:pt x="9263" y="79"/>
                  <a:pt x="9231" y="48"/>
                </a:cubicBezTo>
                <a:cubicBezTo>
                  <a:pt x="9168" y="16"/>
                  <a:pt x="9089" y="0"/>
                  <a:pt x="9010" y="0"/>
                </a:cubicBezTo>
                <a:cubicBezTo>
                  <a:pt x="8932" y="0"/>
                  <a:pt x="8853" y="16"/>
                  <a:pt x="8790" y="48"/>
                </a:cubicBezTo>
                <a:cubicBezTo>
                  <a:pt x="8758" y="79"/>
                  <a:pt x="7561" y="961"/>
                  <a:pt x="7561" y="2127"/>
                </a:cubicBezTo>
                <a:cubicBezTo>
                  <a:pt x="7561" y="2379"/>
                  <a:pt x="7624" y="2663"/>
                  <a:pt x="7719" y="2852"/>
                </a:cubicBezTo>
                <a:lnTo>
                  <a:pt x="6868" y="2852"/>
                </a:lnTo>
                <a:cubicBezTo>
                  <a:pt x="6679" y="2852"/>
                  <a:pt x="6522" y="3009"/>
                  <a:pt x="6522" y="3198"/>
                </a:cubicBezTo>
                <a:lnTo>
                  <a:pt x="6522" y="3923"/>
                </a:lnTo>
                <a:cubicBezTo>
                  <a:pt x="6522" y="4301"/>
                  <a:pt x="6616" y="4710"/>
                  <a:pt x="6868" y="4994"/>
                </a:cubicBezTo>
                <a:cubicBezTo>
                  <a:pt x="6679" y="4994"/>
                  <a:pt x="6522" y="5152"/>
                  <a:pt x="6522" y="5341"/>
                </a:cubicBezTo>
                <a:lnTo>
                  <a:pt x="6522" y="6034"/>
                </a:lnTo>
                <a:cubicBezTo>
                  <a:pt x="6522" y="6443"/>
                  <a:pt x="6616" y="6821"/>
                  <a:pt x="6868" y="7105"/>
                </a:cubicBezTo>
                <a:cubicBezTo>
                  <a:pt x="6679" y="7105"/>
                  <a:pt x="6522" y="7262"/>
                  <a:pt x="6522" y="7451"/>
                </a:cubicBezTo>
                <a:lnTo>
                  <a:pt x="6522" y="8176"/>
                </a:lnTo>
                <a:cubicBezTo>
                  <a:pt x="6522" y="9153"/>
                  <a:pt x="7309" y="9940"/>
                  <a:pt x="8286" y="9940"/>
                </a:cubicBezTo>
                <a:lnTo>
                  <a:pt x="8632" y="9940"/>
                </a:lnTo>
                <a:lnTo>
                  <a:pt x="8632" y="11389"/>
                </a:lnTo>
                <a:lnTo>
                  <a:pt x="3592" y="11389"/>
                </a:lnTo>
                <a:lnTo>
                  <a:pt x="3592" y="9940"/>
                </a:lnTo>
                <a:lnTo>
                  <a:pt x="3938" y="9940"/>
                </a:lnTo>
                <a:cubicBezTo>
                  <a:pt x="4946" y="9940"/>
                  <a:pt x="5734" y="9153"/>
                  <a:pt x="5734" y="8176"/>
                </a:cubicBezTo>
                <a:lnTo>
                  <a:pt x="5734" y="7451"/>
                </a:lnTo>
                <a:cubicBezTo>
                  <a:pt x="5734" y="7262"/>
                  <a:pt x="5576" y="7105"/>
                  <a:pt x="5356" y="7105"/>
                </a:cubicBezTo>
                <a:cubicBezTo>
                  <a:pt x="5608" y="6790"/>
                  <a:pt x="5734" y="6443"/>
                  <a:pt x="5734" y="6034"/>
                </a:cubicBezTo>
                <a:lnTo>
                  <a:pt x="5734" y="5341"/>
                </a:lnTo>
                <a:cubicBezTo>
                  <a:pt x="5734" y="5152"/>
                  <a:pt x="5576" y="4994"/>
                  <a:pt x="5356" y="4994"/>
                </a:cubicBezTo>
                <a:cubicBezTo>
                  <a:pt x="5608" y="4679"/>
                  <a:pt x="5734" y="4301"/>
                  <a:pt x="5734" y="3923"/>
                </a:cubicBezTo>
                <a:lnTo>
                  <a:pt x="5734" y="3198"/>
                </a:lnTo>
                <a:cubicBezTo>
                  <a:pt x="5734" y="3009"/>
                  <a:pt x="5576" y="2852"/>
                  <a:pt x="5356" y="2852"/>
                </a:cubicBezTo>
                <a:lnTo>
                  <a:pt x="4505" y="2852"/>
                </a:lnTo>
                <a:cubicBezTo>
                  <a:pt x="4568" y="2631"/>
                  <a:pt x="4663" y="2379"/>
                  <a:pt x="4663" y="2127"/>
                </a:cubicBezTo>
                <a:cubicBezTo>
                  <a:pt x="4663" y="993"/>
                  <a:pt x="3466" y="79"/>
                  <a:pt x="3434" y="48"/>
                </a:cubicBezTo>
                <a:cubicBezTo>
                  <a:pt x="3371" y="16"/>
                  <a:pt x="3292" y="0"/>
                  <a:pt x="321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02" name="Google Shape;3602;p48"/>
          <p:cNvGrpSpPr/>
          <p:nvPr/>
        </p:nvGrpSpPr>
        <p:grpSpPr>
          <a:xfrm>
            <a:off x="6864115" y="2433909"/>
            <a:ext cx="227211" cy="258666"/>
            <a:chOff x="4995050" y="3245650"/>
            <a:chExt cx="236950" cy="269725"/>
          </a:xfrm>
        </p:grpSpPr>
        <p:sp>
          <p:nvSpPr>
            <p:cNvPr id="3603" name="Google Shape;3603;p48"/>
            <p:cNvSpPr/>
            <p:nvPr/>
          </p:nvSpPr>
          <p:spPr>
            <a:xfrm>
              <a:off x="5074475" y="3356450"/>
              <a:ext cx="16050" cy="16050"/>
            </a:xfrm>
            <a:custGeom>
              <a:rect b="b" l="l" r="r" t="t"/>
              <a:pathLst>
                <a:path extrusionOk="0" h="642" w="642">
                  <a:moveTo>
                    <a:pt x="307" y="1"/>
                  </a:moveTo>
                  <a:cubicBezTo>
                    <a:pt x="140" y="1"/>
                    <a:pt x="1" y="140"/>
                    <a:pt x="1" y="307"/>
                  </a:cubicBezTo>
                  <a:cubicBezTo>
                    <a:pt x="1" y="502"/>
                    <a:pt x="140" y="642"/>
                    <a:pt x="307" y="642"/>
                  </a:cubicBezTo>
                  <a:cubicBezTo>
                    <a:pt x="503" y="642"/>
                    <a:pt x="642" y="502"/>
                    <a:pt x="642" y="307"/>
                  </a:cubicBezTo>
                  <a:cubicBezTo>
                    <a:pt x="642" y="140"/>
                    <a:pt x="503" y="1"/>
                    <a:pt x="30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4" name="Google Shape;3604;p48"/>
            <p:cNvSpPr/>
            <p:nvPr/>
          </p:nvSpPr>
          <p:spPr>
            <a:xfrm>
              <a:off x="5137200" y="3356450"/>
              <a:ext cx="16050" cy="16050"/>
            </a:xfrm>
            <a:custGeom>
              <a:rect b="b" l="l" r="r" t="t"/>
              <a:pathLst>
                <a:path extrusionOk="0" h="642" w="642">
                  <a:moveTo>
                    <a:pt x="307" y="1"/>
                  </a:moveTo>
                  <a:cubicBezTo>
                    <a:pt x="140" y="1"/>
                    <a:pt x="1" y="140"/>
                    <a:pt x="1" y="307"/>
                  </a:cubicBezTo>
                  <a:cubicBezTo>
                    <a:pt x="1" y="502"/>
                    <a:pt x="140" y="642"/>
                    <a:pt x="307" y="642"/>
                  </a:cubicBezTo>
                  <a:cubicBezTo>
                    <a:pt x="474" y="642"/>
                    <a:pt x="614" y="502"/>
                    <a:pt x="614" y="307"/>
                  </a:cubicBezTo>
                  <a:cubicBezTo>
                    <a:pt x="642" y="140"/>
                    <a:pt x="474" y="1"/>
                    <a:pt x="30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5" name="Google Shape;3605;p48"/>
            <p:cNvSpPr/>
            <p:nvPr/>
          </p:nvSpPr>
          <p:spPr>
            <a:xfrm>
              <a:off x="5089125" y="3371950"/>
              <a:ext cx="48100" cy="63100"/>
            </a:xfrm>
            <a:custGeom>
              <a:rect b="b" l="l" r="r" t="t"/>
              <a:pathLst>
                <a:path extrusionOk="0" h="2524" w="1924">
                  <a:moveTo>
                    <a:pt x="976" y="774"/>
                  </a:moveTo>
                  <a:lnTo>
                    <a:pt x="1227" y="1025"/>
                  </a:lnTo>
                  <a:lnTo>
                    <a:pt x="976" y="1499"/>
                  </a:lnTo>
                  <a:lnTo>
                    <a:pt x="753" y="1025"/>
                  </a:lnTo>
                  <a:lnTo>
                    <a:pt x="976" y="774"/>
                  </a:lnTo>
                  <a:close/>
                  <a:moveTo>
                    <a:pt x="976" y="1"/>
                  </a:moveTo>
                  <a:cubicBezTo>
                    <a:pt x="899" y="1"/>
                    <a:pt x="822" y="36"/>
                    <a:pt x="753" y="105"/>
                  </a:cubicBezTo>
                  <a:lnTo>
                    <a:pt x="112" y="747"/>
                  </a:lnTo>
                  <a:cubicBezTo>
                    <a:pt x="0" y="858"/>
                    <a:pt x="0" y="997"/>
                    <a:pt x="56" y="1081"/>
                  </a:cubicBezTo>
                  <a:lnTo>
                    <a:pt x="669" y="2335"/>
                  </a:lnTo>
                  <a:cubicBezTo>
                    <a:pt x="725" y="2461"/>
                    <a:pt x="836" y="2524"/>
                    <a:pt x="948" y="2524"/>
                  </a:cubicBezTo>
                  <a:cubicBezTo>
                    <a:pt x="1059" y="2524"/>
                    <a:pt x="1171" y="2461"/>
                    <a:pt x="1227" y="2335"/>
                  </a:cubicBezTo>
                  <a:lnTo>
                    <a:pt x="1840" y="1081"/>
                  </a:lnTo>
                  <a:cubicBezTo>
                    <a:pt x="1924" y="997"/>
                    <a:pt x="1896" y="802"/>
                    <a:pt x="1784" y="747"/>
                  </a:cubicBezTo>
                  <a:lnTo>
                    <a:pt x="1199" y="105"/>
                  </a:lnTo>
                  <a:cubicBezTo>
                    <a:pt x="1129" y="36"/>
                    <a:pt x="1052" y="1"/>
                    <a:pt x="97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06" name="Google Shape;3606;p48"/>
            <p:cNvGrpSpPr/>
            <p:nvPr/>
          </p:nvGrpSpPr>
          <p:grpSpPr>
            <a:xfrm>
              <a:off x="4995050" y="3245650"/>
              <a:ext cx="236950" cy="269725"/>
              <a:chOff x="4995050" y="3245650"/>
              <a:chExt cx="236950" cy="269725"/>
            </a:xfrm>
          </p:grpSpPr>
          <p:sp>
            <p:nvSpPr>
              <p:cNvPr id="3607" name="Google Shape;3607;p48"/>
              <p:cNvSpPr/>
              <p:nvPr/>
            </p:nvSpPr>
            <p:spPr>
              <a:xfrm>
                <a:off x="4995050" y="3245650"/>
                <a:ext cx="236950" cy="269725"/>
              </a:xfrm>
              <a:custGeom>
                <a:rect b="b" l="l" r="r" t="t"/>
                <a:pathLst>
                  <a:path extrusionOk="0" h="10789" w="9478">
                    <a:moveTo>
                      <a:pt x="4822" y="614"/>
                    </a:moveTo>
                    <a:cubicBezTo>
                      <a:pt x="7080" y="614"/>
                      <a:pt x="8920" y="2454"/>
                      <a:pt x="8920" y="4711"/>
                    </a:cubicBezTo>
                    <a:lnTo>
                      <a:pt x="8920" y="10147"/>
                    </a:lnTo>
                    <a:lnTo>
                      <a:pt x="8223" y="10147"/>
                    </a:lnTo>
                    <a:cubicBezTo>
                      <a:pt x="8223" y="8976"/>
                      <a:pt x="7805" y="8001"/>
                      <a:pt x="7108" y="7304"/>
                    </a:cubicBezTo>
                    <a:cubicBezTo>
                      <a:pt x="7471" y="6941"/>
                      <a:pt x="7749" y="6495"/>
                      <a:pt x="7944" y="6049"/>
                    </a:cubicBezTo>
                    <a:cubicBezTo>
                      <a:pt x="8167" y="5548"/>
                      <a:pt x="8251" y="5074"/>
                      <a:pt x="8251" y="4544"/>
                    </a:cubicBezTo>
                    <a:cubicBezTo>
                      <a:pt x="8251" y="3569"/>
                      <a:pt x="7526" y="2649"/>
                      <a:pt x="6551" y="2565"/>
                    </a:cubicBezTo>
                    <a:cubicBezTo>
                      <a:pt x="6475" y="2556"/>
                      <a:pt x="6400" y="2552"/>
                      <a:pt x="6324" y="2552"/>
                    </a:cubicBezTo>
                    <a:cubicBezTo>
                      <a:pt x="5706" y="2552"/>
                      <a:pt x="5115" y="2855"/>
                      <a:pt x="4767" y="3401"/>
                    </a:cubicBezTo>
                    <a:cubicBezTo>
                      <a:pt x="4424" y="2853"/>
                      <a:pt x="3838" y="2548"/>
                      <a:pt x="3192" y="2548"/>
                    </a:cubicBezTo>
                    <a:cubicBezTo>
                      <a:pt x="3050" y="2548"/>
                      <a:pt x="2905" y="2563"/>
                      <a:pt x="2760" y="2593"/>
                    </a:cubicBezTo>
                    <a:cubicBezTo>
                      <a:pt x="1923" y="2788"/>
                      <a:pt x="1338" y="3596"/>
                      <a:pt x="1338" y="4516"/>
                    </a:cubicBezTo>
                    <a:cubicBezTo>
                      <a:pt x="1338" y="5130"/>
                      <a:pt x="1505" y="5715"/>
                      <a:pt x="1868" y="6245"/>
                    </a:cubicBezTo>
                    <a:lnTo>
                      <a:pt x="2509" y="7220"/>
                    </a:lnTo>
                    <a:lnTo>
                      <a:pt x="2035" y="7861"/>
                    </a:lnTo>
                    <a:cubicBezTo>
                      <a:pt x="1589" y="8419"/>
                      <a:pt x="1338" y="9116"/>
                      <a:pt x="1338" y="9841"/>
                    </a:cubicBezTo>
                    <a:lnTo>
                      <a:pt x="1338" y="10119"/>
                    </a:lnTo>
                    <a:lnTo>
                      <a:pt x="697" y="10119"/>
                    </a:lnTo>
                    <a:lnTo>
                      <a:pt x="697" y="4711"/>
                    </a:lnTo>
                    <a:cubicBezTo>
                      <a:pt x="697" y="2454"/>
                      <a:pt x="2565" y="614"/>
                      <a:pt x="4822" y="614"/>
                    </a:cubicBezTo>
                    <a:close/>
                    <a:moveTo>
                      <a:pt x="6241" y="3171"/>
                    </a:moveTo>
                    <a:cubicBezTo>
                      <a:pt x="6288" y="3171"/>
                      <a:pt x="6335" y="3173"/>
                      <a:pt x="6383" y="3178"/>
                    </a:cubicBezTo>
                    <a:cubicBezTo>
                      <a:pt x="6997" y="3234"/>
                      <a:pt x="7498" y="3847"/>
                      <a:pt x="7498" y="4544"/>
                    </a:cubicBezTo>
                    <a:cubicBezTo>
                      <a:pt x="7498" y="5408"/>
                      <a:pt x="7164" y="6245"/>
                      <a:pt x="6523" y="6858"/>
                    </a:cubicBezTo>
                    <a:lnTo>
                      <a:pt x="6328" y="7081"/>
                    </a:lnTo>
                    <a:cubicBezTo>
                      <a:pt x="6188" y="7220"/>
                      <a:pt x="6188" y="7387"/>
                      <a:pt x="6328" y="7527"/>
                    </a:cubicBezTo>
                    <a:cubicBezTo>
                      <a:pt x="6634" y="7834"/>
                      <a:pt x="7498" y="8614"/>
                      <a:pt x="7498" y="10175"/>
                    </a:cubicBezTo>
                    <a:lnTo>
                      <a:pt x="1896" y="10175"/>
                    </a:lnTo>
                    <a:lnTo>
                      <a:pt x="1896" y="10147"/>
                    </a:lnTo>
                    <a:cubicBezTo>
                      <a:pt x="1896" y="9813"/>
                      <a:pt x="1868" y="9032"/>
                      <a:pt x="2453" y="8307"/>
                    </a:cubicBezTo>
                    <a:lnTo>
                      <a:pt x="3066" y="7499"/>
                    </a:lnTo>
                    <a:cubicBezTo>
                      <a:pt x="3150" y="7387"/>
                      <a:pt x="3178" y="7248"/>
                      <a:pt x="3066" y="7109"/>
                    </a:cubicBezTo>
                    <a:lnTo>
                      <a:pt x="2286" y="5938"/>
                    </a:lnTo>
                    <a:cubicBezTo>
                      <a:pt x="2007" y="5520"/>
                      <a:pt x="1868" y="5018"/>
                      <a:pt x="1868" y="4544"/>
                    </a:cubicBezTo>
                    <a:cubicBezTo>
                      <a:pt x="1868" y="3903"/>
                      <a:pt x="2286" y="3346"/>
                      <a:pt x="2788" y="3206"/>
                    </a:cubicBezTo>
                    <a:cubicBezTo>
                      <a:pt x="2884" y="3187"/>
                      <a:pt x="2980" y="3178"/>
                      <a:pt x="3074" y="3178"/>
                    </a:cubicBezTo>
                    <a:cubicBezTo>
                      <a:pt x="3788" y="3178"/>
                      <a:pt x="4376" y="3718"/>
                      <a:pt x="4376" y="4433"/>
                    </a:cubicBezTo>
                    <a:cubicBezTo>
                      <a:pt x="4376" y="4600"/>
                      <a:pt x="4516" y="4739"/>
                      <a:pt x="4683" y="4739"/>
                    </a:cubicBezTo>
                    <a:cubicBezTo>
                      <a:pt x="4850" y="4739"/>
                      <a:pt x="4990" y="4600"/>
                      <a:pt x="4990" y="4433"/>
                    </a:cubicBezTo>
                    <a:cubicBezTo>
                      <a:pt x="4990" y="3753"/>
                      <a:pt x="5530" y="3171"/>
                      <a:pt x="6241" y="3171"/>
                    </a:cubicBezTo>
                    <a:close/>
                    <a:moveTo>
                      <a:pt x="4739" y="1"/>
                    </a:moveTo>
                    <a:cubicBezTo>
                      <a:pt x="2146" y="1"/>
                      <a:pt x="0" y="2147"/>
                      <a:pt x="0" y="4739"/>
                    </a:cubicBezTo>
                    <a:lnTo>
                      <a:pt x="0" y="10454"/>
                    </a:lnTo>
                    <a:cubicBezTo>
                      <a:pt x="0" y="10649"/>
                      <a:pt x="139" y="10788"/>
                      <a:pt x="335" y="10788"/>
                    </a:cubicBezTo>
                    <a:lnTo>
                      <a:pt x="9171" y="10788"/>
                    </a:lnTo>
                    <a:cubicBezTo>
                      <a:pt x="9338" y="10788"/>
                      <a:pt x="9478" y="10649"/>
                      <a:pt x="9478" y="10454"/>
                    </a:cubicBezTo>
                    <a:lnTo>
                      <a:pt x="9478" y="4739"/>
                    </a:lnTo>
                    <a:cubicBezTo>
                      <a:pt x="9478" y="2147"/>
                      <a:pt x="7359" y="1"/>
                      <a:pt x="473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8" name="Google Shape;3608;p48"/>
              <p:cNvSpPr/>
              <p:nvPr/>
            </p:nvSpPr>
            <p:spPr>
              <a:xfrm flipH="1">
                <a:off x="4995050" y="3245650"/>
                <a:ext cx="236950" cy="269725"/>
              </a:xfrm>
              <a:custGeom>
                <a:rect b="b" l="l" r="r" t="t"/>
                <a:pathLst>
                  <a:path extrusionOk="0" h="10789" w="9478">
                    <a:moveTo>
                      <a:pt x="4822" y="614"/>
                    </a:moveTo>
                    <a:cubicBezTo>
                      <a:pt x="7080" y="614"/>
                      <a:pt x="8920" y="2454"/>
                      <a:pt x="8920" y="4711"/>
                    </a:cubicBezTo>
                    <a:lnTo>
                      <a:pt x="8920" y="10147"/>
                    </a:lnTo>
                    <a:lnTo>
                      <a:pt x="8223" y="10147"/>
                    </a:lnTo>
                    <a:cubicBezTo>
                      <a:pt x="8223" y="8976"/>
                      <a:pt x="7805" y="8001"/>
                      <a:pt x="7108" y="7304"/>
                    </a:cubicBezTo>
                    <a:cubicBezTo>
                      <a:pt x="7471" y="6941"/>
                      <a:pt x="7749" y="6495"/>
                      <a:pt x="7944" y="6049"/>
                    </a:cubicBezTo>
                    <a:cubicBezTo>
                      <a:pt x="8167" y="5548"/>
                      <a:pt x="8251" y="5074"/>
                      <a:pt x="8251" y="4544"/>
                    </a:cubicBezTo>
                    <a:cubicBezTo>
                      <a:pt x="8251" y="3569"/>
                      <a:pt x="7526" y="2649"/>
                      <a:pt x="6551" y="2565"/>
                    </a:cubicBezTo>
                    <a:cubicBezTo>
                      <a:pt x="6475" y="2556"/>
                      <a:pt x="6400" y="2552"/>
                      <a:pt x="6324" y="2552"/>
                    </a:cubicBezTo>
                    <a:cubicBezTo>
                      <a:pt x="5706" y="2552"/>
                      <a:pt x="5115" y="2855"/>
                      <a:pt x="4767" y="3401"/>
                    </a:cubicBezTo>
                    <a:cubicBezTo>
                      <a:pt x="4424" y="2853"/>
                      <a:pt x="3838" y="2548"/>
                      <a:pt x="3192" y="2548"/>
                    </a:cubicBezTo>
                    <a:cubicBezTo>
                      <a:pt x="3050" y="2548"/>
                      <a:pt x="2905" y="2563"/>
                      <a:pt x="2760" y="2593"/>
                    </a:cubicBezTo>
                    <a:cubicBezTo>
                      <a:pt x="1923" y="2788"/>
                      <a:pt x="1338" y="3596"/>
                      <a:pt x="1338" y="4516"/>
                    </a:cubicBezTo>
                    <a:cubicBezTo>
                      <a:pt x="1338" y="5130"/>
                      <a:pt x="1505" y="5715"/>
                      <a:pt x="1868" y="6245"/>
                    </a:cubicBezTo>
                    <a:lnTo>
                      <a:pt x="2509" y="7220"/>
                    </a:lnTo>
                    <a:lnTo>
                      <a:pt x="2035" y="7861"/>
                    </a:lnTo>
                    <a:cubicBezTo>
                      <a:pt x="1589" y="8419"/>
                      <a:pt x="1338" y="9116"/>
                      <a:pt x="1338" y="9841"/>
                    </a:cubicBezTo>
                    <a:lnTo>
                      <a:pt x="1338" y="10119"/>
                    </a:lnTo>
                    <a:lnTo>
                      <a:pt x="697" y="10119"/>
                    </a:lnTo>
                    <a:lnTo>
                      <a:pt x="697" y="4711"/>
                    </a:lnTo>
                    <a:cubicBezTo>
                      <a:pt x="697" y="2454"/>
                      <a:pt x="2565" y="614"/>
                      <a:pt x="4822" y="614"/>
                    </a:cubicBezTo>
                    <a:close/>
                    <a:moveTo>
                      <a:pt x="6241" y="3171"/>
                    </a:moveTo>
                    <a:cubicBezTo>
                      <a:pt x="6288" y="3171"/>
                      <a:pt x="6335" y="3173"/>
                      <a:pt x="6383" y="3178"/>
                    </a:cubicBezTo>
                    <a:cubicBezTo>
                      <a:pt x="6997" y="3234"/>
                      <a:pt x="7498" y="3847"/>
                      <a:pt x="7498" y="4544"/>
                    </a:cubicBezTo>
                    <a:cubicBezTo>
                      <a:pt x="7498" y="5408"/>
                      <a:pt x="7164" y="6245"/>
                      <a:pt x="6523" y="6858"/>
                    </a:cubicBezTo>
                    <a:lnTo>
                      <a:pt x="6328" y="7081"/>
                    </a:lnTo>
                    <a:cubicBezTo>
                      <a:pt x="6188" y="7220"/>
                      <a:pt x="6188" y="7387"/>
                      <a:pt x="6328" y="7527"/>
                    </a:cubicBezTo>
                    <a:cubicBezTo>
                      <a:pt x="6634" y="7834"/>
                      <a:pt x="7498" y="8614"/>
                      <a:pt x="7498" y="10175"/>
                    </a:cubicBezTo>
                    <a:lnTo>
                      <a:pt x="1896" y="10175"/>
                    </a:lnTo>
                    <a:lnTo>
                      <a:pt x="1896" y="10147"/>
                    </a:lnTo>
                    <a:cubicBezTo>
                      <a:pt x="1896" y="9813"/>
                      <a:pt x="1868" y="9032"/>
                      <a:pt x="2453" y="8307"/>
                    </a:cubicBezTo>
                    <a:lnTo>
                      <a:pt x="3066" y="7499"/>
                    </a:lnTo>
                    <a:cubicBezTo>
                      <a:pt x="3150" y="7387"/>
                      <a:pt x="3178" y="7248"/>
                      <a:pt x="3066" y="7109"/>
                    </a:cubicBezTo>
                    <a:lnTo>
                      <a:pt x="2286" y="5938"/>
                    </a:lnTo>
                    <a:cubicBezTo>
                      <a:pt x="2007" y="5520"/>
                      <a:pt x="1868" y="5018"/>
                      <a:pt x="1868" y="4544"/>
                    </a:cubicBezTo>
                    <a:cubicBezTo>
                      <a:pt x="1868" y="3903"/>
                      <a:pt x="2286" y="3346"/>
                      <a:pt x="2788" y="3206"/>
                    </a:cubicBezTo>
                    <a:cubicBezTo>
                      <a:pt x="2884" y="3187"/>
                      <a:pt x="2980" y="3178"/>
                      <a:pt x="3074" y="3178"/>
                    </a:cubicBezTo>
                    <a:cubicBezTo>
                      <a:pt x="3788" y="3178"/>
                      <a:pt x="4376" y="3718"/>
                      <a:pt x="4376" y="4433"/>
                    </a:cubicBezTo>
                    <a:cubicBezTo>
                      <a:pt x="4376" y="4600"/>
                      <a:pt x="4516" y="4739"/>
                      <a:pt x="4683" y="4739"/>
                    </a:cubicBezTo>
                    <a:cubicBezTo>
                      <a:pt x="4850" y="4739"/>
                      <a:pt x="4990" y="4600"/>
                      <a:pt x="4990" y="4433"/>
                    </a:cubicBezTo>
                    <a:cubicBezTo>
                      <a:pt x="4990" y="3753"/>
                      <a:pt x="5530" y="3171"/>
                      <a:pt x="6241" y="3171"/>
                    </a:cubicBezTo>
                    <a:close/>
                    <a:moveTo>
                      <a:pt x="4739" y="1"/>
                    </a:moveTo>
                    <a:cubicBezTo>
                      <a:pt x="2146" y="1"/>
                      <a:pt x="0" y="2147"/>
                      <a:pt x="0" y="4739"/>
                    </a:cubicBezTo>
                    <a:lnTo>
                      <a:pt x="0" y="10454"/>
                    </a:lnTo>
                    <a:cubicBezTo>
                      <a:pt x="0" y="10649"/>
                      <a:pt x="139" y="10788"/>
                      <a:pt x="335" y="10788"/>
                    </a:cubicBezTo>
                    <a:lnTo>
                      <a:pt x="9171" y="10788"/>
                    </a:lnTo>
                    <a:cubicBezTo>
                      <a:pt x="9338" y="10788"/>
                      <a:pt x="9478" y="10649"/>
                      <a:pt x="9478" y="10454"/>
                    </a:cubicBezTo>
                    <a:lnTo>
                      <a:pt x="9478" y="4739"/>
                    </a:lnTo>
                    <a:cubicBezTo>
                      <a:pt x="9478" y="2147"/>
                      <a:pt x="7359" y="1"/>
                      <a:pt x="473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609" name="Google Shape;3609;p48"/>
          <p:cNvGrpSpPr/>
          <p:nvPr/>
        </p:nvGrpSpPr>
        <p:grpSpPr>
          <a:xfrm>
            <a:off x="5082153" y="1993603"/>
            <a:ext cx="294576" cy="293107"/>
            <a:chOff x="4724650" y="2885700"/>
            <a:chExt cx="270750" cy="269375"/>
          </a:xfrm>
        </p:grpSpPr>
        <p:sp>
          <p:nvSpPr>
            <p:cNvPr id="3610" name="Google Shape;3610;p48"/>
            <p:cNvSpPr/>
            <p:nvPr/>
          </p:nvSpPr>
          <p:spPr>
            <a:xfrm flipH="1">
              <a:off x="4725000" y="2885700"/>
              <a:ext cx="270400" cy="269375"/>
            </a:xfrm>
            <a:custGeom>
              <a:rect b="b" l="l" r="r" t="t"/>
              <a:pathLst>
                <a:path extrusionOk="0" h="10775" w="10816">
                  <a:moveTo>
                    <a:pt x="1655" y="3145"/>
                  </a:moveTo>
                  <a:cubicBezTo>
                    <a:pt x="1870" y="3145"/>
                    <a:pt x="2092" y="3219"/>
                    <a:pt x="2286" y="3388"/>
                  </a:cubicBezTo>
                  <a:cubicBezTo>
                    <a:pt x="1840" y="3722"/>
                    <a:pt x="1450" y="4308"/>
                    <a:pt x="1338" y="5005"/>
                  </a:cubicBezTo>
                  <a:cubicBezTo>
                    <a:pt x="948" y="4865"/>
                    <a:pt x="697" y="4503"/>
                    <a:pt x="697" y="4085"/>
                  </a:cubicBezTo>
                  <a:cubicBezTo>
                    <a:pt x="697" y="3540"/>
                    <a:pt x="1158" y="3145"/>
                    <a:pt x="1655" y="3145"/>
                  </a:cubicBezTo>
                  <a:close/>
                  <a:moveTo>
                    <a:pt x="9227" y="3165"/>
                  </a:moveTo>
                  <a:cubicBezTo>
                    <a:pt x="9757" y="3165"/>
                    <a:pt x="10203" y="3555"/>
                    <a:pt x="10203" y="4085"/>
                  </a:cubicBezTo>
                  <a:cubicBezTo>
                    <a:pt x="10203" y="4503"/>
                    <a:pt x="9924" y="4865"/>
                    <a:pt x="9534" y="5005"/>
                  </a:cubicBezTo>
                  <a:cubicBezTo>
                    <a:pt x="9450" y="4419"/>
                    <a:pt x="9199" y="3917"/>
                    <a:pt x="8725" y="3499"/>
                  </a:cubicBezTo>
                  <a:cubicBezTo>
                    <a:pt x="8697" y="3471"/>
                    <a:pt x="8642" y="3444"/>
                    <a:pt x="8586" y="3388"/>
                  </a:cubicBezTo>
                  <a:cubicBezTo>
                    <a:pt x="8781" y="3248"/>
                    <a:pt x="8976" y="3165"/>
                    <a:pt x="9227" y="3165"/>
                  </a:cubicBezTo>
                  <a:close/>
                  <a:moveTo>
                    <a:pt x="5436" y="712"/>
                  </a:moveTo>
                  <a:lnTo>
                    <a:pt x="5882" y="991"/>
                  </a:lnTo>
                  <a:cubicBezTo>
                    <a:pt x="5921" y="1010"/>
                    <a:pt x="5972" y="1042"/>
                    <a:pt x="6037" y="1042"/>
                  </a:cubicBezTo>
                  <a:cubicBezTo>
                    <a:pt x="6066" y="1042"/>
                    <a:pt x="6098" y="1036"/>
                    <a:pt x="6133" y="1018"/>
                  </a:cubicBezTo>
                  <a:lnTo>
                    <a:pt x="6635" y="879"/>
                  </a:lnTo>
                  <a:lnTo>
                    <a:pt x="7025" y="1269"/>
                  </a:lnTo>
                  <a:cubicBezTo>
                    <a:pt x="7109" y="1325"/>
                    <a:pt x="7164" y="1381"/>
                    <a:pt x="7248" y="1381"/>
                  </a:cubicBezTo>
                  <a:lnTo>
                    <a:pt x="7805" y="1409"/>
                  </a:lnTo>
                  <a:lnTo>
                    <a:pt x="8028" y="1910"/>
                  </a:lnTo>
                  <a:cubicBezTo>
                    <a:pt x="8084" y="1966"/>
                    <a:pt x="8140" y="2050"/>
                    <a:pt x="8224" y="2050"/>
                  </a:cubicBezTo>
                  <a:lnTo>
                    <a:pt x="8725" y="2217"/>
                  </a:lnTo>
                  <a:lnTo>
                    <a:pt x="8809" y="2552"/>
                  </a:lnTo>
                  <a:cubicBezTo>
                    <a:pt x="8502" y="2663"/>
                    <a:pt x="8168" y="2830"/>
                    <a:pt x="7973" y="3109"/>
                  </a:cubicBezTo>
                  <a:cubicBezTo>
                    <a:pt x="7879" y="3091"/>
                    <a:pt x="7785" y="3082"/>
                    <a:pt x="7692" y="3082"/>
                  </a:cubicBezTo>
                  <a:cubicBezTo>
                    <a:pt x="7061" y="3082"/>
                    <a:pt x="6459" y="3478"/>
                    <a:pt x="6217" y="4085"/>
                  </a:cubicBezTo>
                  <a:lnTo>
                    <a:pt x="6021" y="4642"/>
                  </a:lnTo>
                  <a:cubicBezTo>
                    <a:pt x="5910" y="4893"/>
                    <a:pt x="5715" y="5032"/>
                    <a:pt x="5464" y="5032"/>
                  </a:cubicBezTo>
                  <a:cubicBezTo>
                    <a:pt x="5213" y="5032"/>
                    <a:pt x="4962" y="4893"/>
                    <a:pt x="4906" y="4642"/>
                  </a:cubicBezTo>
                  <a:lnTo>
                    <a:pt x="4683" y="4085"/>
                  </a:lnTo>
                  <a:cubicBezTo>
                    <a:pt x="4441" y="3478"/>
                    <a:pt x="3839" y="3082"/>
                    <a:pt x="3227" y="3082"/>
                  </a:cubicBezTo>
                  <a:cubicBezTo>
                    <a:pt x="3136" y="3082"/>
                    <a:pt x="3045" y="3091"/>
                    <a:pt x="2955" y="3109"/>
                  </a:cubicBezTo>
                  <a:cubicBezTo>
                    <a:pt x="2732" y="2830"/>
                    <a:pt x="2453" y="2635"/>
                    <a:pt x="2119" y="2552"/>
                  </a:cubicBezTo>
                  <a:lnTo>
                    <a:pt x="2175" y="2217"/>
                  </a:lnTo>
                  <a:lnTo>
                    <a:pt x="2649" y="2050"/>
                  </a:lnTo>
                  <a:cubicBezTo>
                    <a:pt x="2704" y="1994"/>
                    <a:pt x="2788" y="1966"/>
                    <a:pt x="2816" y="1910"/>
                  </a:cubicBezTo>
                  <a:lnTo>
                    <a:pt x="3067" y="1409"/>
                  </a:lnTo>
                  <a:lnTo>
                    <a:pt x="3624" y="1381"/>
                  </a:lnTo>
                  <a:cubicBezTo>
                    <a:pt x="3680" y="1381"/>
                    <a:pt x="3764" y="1353"/>
                    <a:pt x="3819" y="1269"/>
                  </a:cubicBezTo>
                  <a:lnTo>
                    <a:pt x="4210" y="879"/>
                  </a:lnTo>
                  <a:lnTo>
                    <a:pt x="4739" y="1018"/>
                  </a:lnTo>
                  <a:cubicBezTo>
                    <a:pt x="4756" y="1036"/>
                    <a:pt x="4779" y="1042"/>
                    <a:pt x="4804" y="1042"/>
                  </a:cubicBezTo>
                  <a:cubicBezTo>
                    <a:pt x="4859" y="1042"/>
                    <a:pt x="4924" y="1010"/>
                    <a:pt x="4962" y="991"/>
                  </a:cubicBezTo>
                  <a:lnTo>
                    <a:pt x="5436" y="712"/>
                  </a:lnTo>
                  <a:close/>
                  <a:moveTo>
                    <a:pt x="5436" y="7625"/>
                  </a:moveTo>
                  <a:cubicBezTo>
                    <a:pt x="5603" y="7625"/>
                    <a:pt x="5743" y="7681"/>
                    <a:pt x="5882" y="7792"/>
                  </a:cubicBezTo>
                  <a:cubicBezTo>
                    <a:pt x="5966" y="7904"/>
                    <a:pt x="6021" y="7987"/>
                    <a:pt x="6049" y="8099"/>
                  </a:cubicBezTo>
                  <a:cubicBezTo>
                    <a:pt x="5826" y="8350"/>
                    <a:pt x="5603" y="8600"/>
                    <a:pt x="5436" y="8768"/>
                  </a:cubicBezTo>
                  <a:lnTo>
                    <a:pt x="4795" y="8127"/>
                  </a:lnTo>
                  <a:cubicBezTo>
                    <a:pt x="4879" y="7848"/>
                    <a:pt x="5102" y="7625"/>
                    <a:pt x="5436" y="7625"/>
                  </a:cubicBezTo>
                  <a:close/>
                  <a:moveTo>
                    <a:pt x="3226" y="3711"/>
                  </a:moveTo>
                  <a:cubicBezTo>
                    <a:pt x="3600" y="3711"/>
                    <a:pt x="3965" y="3943"/>
                    <a:pt x="4126" y="4336"/>
                  </a:cubicBezTo>
                  <a:lnTo>
                    <a:pt x="4349" y="4893"/>
                  </a:lnTo>
                  <a:cubicBezTo>
                    <a:pt x="4516" y="5395"/>
                    <a:pt x="4990" y="5701"/>
                    <a:pt x="5492" y="5701"/>
                  </a:cubicBezTo>
                  <a:cubicBezTo>
                    <a:pt x="6021" y="5701"/>
                    <a:pt x="6467" y="5395"/>
                    <a:pt x="6635" y="4893"/>
                  </a:cubicBezTo>
                  <a:lnTo>
                    <a:pt x="6858" y="4336"/>
                  </a:lnTo>
                  <a:cubicBezTo>
                    <a:pt x="7002" y="3957"/>
                    <a:pt x="7379" y="3730"/>
                    <a:pt x="7756" y="3730"/>
                  </a:cubicBezTo>
                  <a:cubicBezTo>
                    <a:pt x="7962" y="3730"/>
                    <a:pt x="8168" y="3798"/>
                    <a:pt x="8335" y="3945"/>
                  </a:cubicBezTo>
                  <a:cubicBezTo>
                    <a:pt x="8725" y="4308"/>
                    <a:pt x="8948" y="4782"/>
                    <a:pt x="8948" y="5339"/>
                  </a:cubicBezTo>
                  <a:cubicBezTo>
                    <a:pt x="8920" y="6175"/>
                    <a:pt x="8502" y="7430"/>
                    <a:pt x="7861" y="8405"/>
                  </a:cubicBezTo>
                  <a:cubicBezTo>
                    <a:pt x="7248" y="9381"/>
                    <a:pt x="6467" y="10022"/>
                    <a:pt x="5771" y="10161"/>
                  </a:cubicBezTo>
                  <a:lnTo>
                    <a:pt x="5771" y="9353"/>
                  </a:lnTo>
                  <a:cubicBezTo>
                    <a:pt x="5938" y="9186"/>
                    <a:pt x="6328" y="8796"/>
                    <a:pt x="6635" y="8517"/>
                  </a:cubicBezTo>
                  <a:cubicBezTo>
                    <a:pt x="6718" y="8461"/>
                    <a:pt x="6746" y="8377"/>
                    <a:pt x="6746" y="8322"/>
                  </a:cubicBezTo>
                  <a:cubicBezTo>
                    <a:pt x="6746" y="7959"/>
                    <a:pt x="6607" y="7653"/>
                    <a:pt x="6356" y="7402"/>
                  </a:cubicBezTo>
                  <a:cubicBezTo>
                    <a:pt x="6105" y="7151"/>
                    <a:pt x="5798" y="7012"/>
                    <a:pt x="5464" y="7012"/>
                  </a:cubicBezTo>
                  <a:cubicBezTo>
                    <a:pt x="4767" y="7012"/>
                    <a:pt x="4210" y="7569"/>
                    <a:pt x="4210" y="8266"/>
                  </a:cubicBezTo>
                  <a:cubicBezTo>
                    <a:pt x="4210" y="8350"/>
                    <a:pt x="4237" y="8461"/>
                    <a:pt x="4293" y="8489"/>
                  </a:cubicBezTo>
                  <a:lnTo>
                    <a:pt x="5185" y="9353"/>
                  </a:lnTo>
                  <a:lnTo>
                    <a:pt x="5185" y="10161"/>
                  </a:lnTo>
                  <a:cubicBezTo>
                    <a:pt x="4433" y="10022"/>
                    <a:pt x="3708" y="9381"/>
                    <a:pt x="3095" y="8405"/>
                  </a:cubicBezTo>
                  <a:cubicBezTo>
                    <a:pt x="2453" y="7430"/>
                    <a:pt x="2035" y="6231"/>
                    <a:pt x="2035" y="5339"/>
                  </a:cubicBezTo>
                  <a:cubicBezTo>
                    <a:pt x="2035" y="4782"/>
                    <a:pt x="2258" y="4336"/>
                    <a:pt x="2621" y="3945"/>
                  </a:cubicBezTo>
                  <a:cubicBezTo>
                    <a:pt x="2801" y="3785"/>
                    <a:pt x="3015" y="3711"/>
                    <a:pt x="3226" y="3711"/>
                  </a:cubicBezTo>
                  <a:close/>
                  <a:moveTo>
                    <a:pt x="5408" y="1"/>
                  </a:moveTo>
                  <a:cubicBezTo>
                    <a:pt x="5352" y="1"/>
                    <a:pt x="5297" y="15"/>
                    <a:pt x="5241" y="43"/>
                  </a:cubicBezTo>
                  <a:lnTo>
                    <a:pt x="4739" y="377"/>
                  </a:lnTo>
                  <a:lnTo>
                    <a:pt x="4126" y="238"/>
                  </a:lnTo>
                  <a:cubicBezTo>
                    <a:pt x="4103" y="222"/>
                    <a:pt x="4077" y="215"/>
                    <a:pt x="4050" y="215"/>
                  </a:cubicBezTo>
                  <a:cubicBezTo>
                    <a:pt x="3980" y="215"/>
                    <a:pt x="3900" y="261"/>
                    <a:pt x="3819" y="322"/>
                  </a:cubicBezTo>
                  <a:lnTo>
                    <a:pt x="3401" y="740"/>
                  </a:lnTo>
                  <a:lnTo>
                    <a:pt x="2816" y="795"/>
                  </a:lnTo>
                  <a:cubicBezTo>
                    <a:pt x="2704" y="795"/>
                    <a:pt x="2593" y="851"/>
                    <a:pt x="2537" y="963"/>
                  </a:cubicBezTo>
                  <a:lnTo>
                    <a:pt x="2258" y="1492"/>
                  </a:lnTo>
                  <a:lnTo>
                    <a:pt x="1701" y="1687"/>
                  </a:lnTo>
                  <a:cubicBezTo>
                    <a:pt x="1589" y="1715"/>
                    <a:pt x="1534" y="1827"/>
                    <a:pt x="1478" y="1938"/>
                  </a:cubicBezTo>
                  <a:lnTo>
                    <a:pt x="1394" y="2524"/>
                  </a:lnTo>
                  <a:cubicBezTo>
                    <a:pt x="1032" y="2552"/>
                    <a:pt x="725" y="2747"/>
                    <a:pt x="474" y="2970"/>
                  </a:cubicBezTo>
                  <a:cubicBezTo>
                    <a:pt x="168" y="3304"/>
                    <a:pt x="0" y="3667"/>
                    <a:pt x="0" y="4085"/>
                  </a:cubicBezTo>
                  <a:cubicBezTo>
                    <a:pt x="0" y="4865"/>
                    <a:pt x="586" y="5534"/>
                    <a:pt x="1283" y="5618"/>
                  </a:cubicBezTo>
                  <a:cubicBezTo>
                    <a:pt x="1338" y="6566"/>
                    <a:pt x="1812" y="7764"/>
                    <a:pt x="2426" y="8740"/>
                  </a:cubicBezTo>
                  <a:cubicBezTo>
                    <a:pt x="3290" y="10050"/>
                    <a:pt x="4349" y="10775"/>
                    <a:pt x="5352" y="10775"/>
                  </a:cubicBezTo>
                  <a:cubicBezTo>
                    <a:pt x="6412" y="10775"/>
                    <a:pt x="7443" y="10050"/>
                    <a:pt x="8279" y="8740"/>
                  </a:cubicBezTo>
                  <a:cubicBezTo>
                    <a:pt x="8893" y="7764"/>
                    <a:pt x="9366" y="6566"/>
                    <a:pt x="9422" y="5618"/>
                  </a:cubicBezTo>
                  <a:cubicBezTo>
                    <a:pt x="9729" y="5562"/>
                    <a:pt x="10008" y="5423"/>
                    <a:pt x="10258" y="5200"/>
                  </a:cubicBezTo>
                  <a:cubicBezTo>
                    <a:pt x="10649" y="4921"/>
                    <a:pt x="10816" y="4503"/>
                    <a:pt x="10816" y="4085"/>
                  </a:cubicBezTo>
                  <a:cubicBezTo>
                    <a:pt x="10816" y="3667"/>
                    <a:pt x="10649" y="3248"/>
                    <a:pt x="10342" y="2970"/>
                  </a:cubicBezTo>
                  <a:cubicBezTo>
                    <a:pt x="10091" y="2747"/>
                    <a:pt x="9785" y="2607"/>
                    <a:pt x="9422" y="2524"/>
                  </a:cubicBezTo>
                  <a:lnTo>
                    <a:pt x="9339" y="1938"/>
                  </a:lnTo>
                  <a:cubicBezTo>
                    <a:pt x="9283" y="1827"/>
                    <a:pt x="9227" y="1715"/>
                    <a:pt x="9116" y="1687"/>
                  </a:cubicBezTo>
                  <a:lnTo>
                    <a:pt x="8558" y="1492"/>
                  </a:lnTo>
                  <a:lnTo>
                    <a:pt x="8279" y="963"/>
                  </a:lnTo>
                  <a:cubicBezTo>
                    <a:pt x="8251" y="851"/>
                    <a:pt x="8140" y="795"/>
                    <a:pt x="8001" y="795"/>
                  </a:cubicBezTo>
                  <a:lnTo>
                    <a:pt x="7415" y="740"/>
                  </a:lnTo>
                  <a:lnTo>
                    <a:pt x="6997" y="322"/>
                  </a:lnTo>
                  <a:cubicBezTo>
                    <a:pt x="6913" y="266"/>
                    <a:pt x="6774" y="238"/>
                    <a:pt x="6690" y="238"/>
                  </a:cubicBezTo>
                  <a:lnTo>
                    <a:pt x="6077" y="377"/>
                  </a:lnTo>
                  <a:lnTo>
                    <a:pt x="5575" y="43"/>
                  </a:lnTo>
                  <a:cubicBezTo>
                    <a:pt x="5520" y="15"/>
                    <a:pt x="5464" y="1"/>
                    <a:pt x="540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1" name="Google Shape;3611;p48"/>
            <p:cNvSpPr/>
            <p:nvPr/>
          </p:nvSpPr>
          <p:spPr>
            <a:xfrm>
              <a:off x="4724650" y="2885700"/>
              <a:ext cx="270400" cy="269375"/>
            </a:xfrm>
            <a:custGeom>
              <a:rect b="b" l="l" r="r" t="t"/>
              <a:pathLst>
                <a:path extrusionOk="0" h="10775" w="10816">
                  <a:moveTo>
                    <a:pt x="1655" y="3145"/>
                  </a:moveTo>
                  <a:cubicBezTo>
                    <a:pt x="1870" y="3145"/>
                    <a:pt x="2092" y="3219"/>
                    <a:pt x="2286" y="3388"/>
                  </a:cubicBezTo>
                  <a:cubicBezTo>
                    <a:pt x="1840" y="3722"/>
                    <a:pt x="1450" y="4308"/>
                    <a:pt x="1338" y="5005"/>
                  </a:cubicBezTo>
                  <a:cubicBezTo>
                    <a:pt x="948" y="4865"/>
                    <a:pt x="697" y="4503"/>
                    <a:pt x="697" y="4085"/>
                  </a:cubicBezTo>
                  <a:cubicBezTo>
                    <a:pt x="697" y="3540"/>
                    <a:pt x="1158" y="3145"/>
                    <a:pt x="1655" y="3145"/>
                  </a:cubicBezTo>
                  <a:close/>
                  <a:moveTo>
                    <a:pt x="9227" y="3165"/>
                  </a:moveTo>
                  <a:cubicBezTo>
                    <a:pt x="9757" y="3165"/>
                    <a:pt x="10203" y="3555"/>
                    <a:pt x="10203" y="4085"/>
                  </a:cubicBezTo>
                  <a:cubicBezTo>
                    <a:pt x="10203" y="4503"/>
                    <a:pt x="9924" y="4865"/>
                    <a:pt x="9534" y="5005"/>
                  </a:cubicBezTo>
                  <a:cubicBezTo>
                    <a:pt x="9450" y="4419"/>
                    <a:pt x="9199" y="3917"/>
                    <a:pt x="8725" y="3499"/>
                  </a:cubicBezTo>
                  <a:cubicBezTo>
                    <a:pt x="8697" y="3471"/>
                    <a:pt x="8642" y="3444"/>
                    <a:pt x="8586" y="3388"/>
                  </a:cubicBezTo>
                  <a:cubicBezTo>
                    <a:pt x="8781" y="3248"/>
                    <a:pt x="8976" y="3165"/>
                    <a:pt x="9227" y="3165"/>
                  </a:cubicBezTo>
                  <a:close/>
                  <a:moveTo>
                    <a:pt x="5436" y="712"/>
                  </a:moveTo>
                  <a:lnTo>
                    <a:pt x="5882" y="991"/>
                  </a:lnTo>
                  <a:cubicBezTo>
                    <a:pt x="5921" y="1010"/>
                    <a:pt x="5972" y="1042"/>
                    <a:pt x="6037" y="1042"/>
                  </a:cubicBezTo>
                  <a:cubicBezTo>
                    <a:pt x="6066" y="1042"/>
                    <a:pt x="6098" y="1036"/>
                    <a:pt x="6133" y="1018"/>
                  </a:cubicBezTo>
                  <a:lnTo>
                    <a:pt x="6635" y="879"/>
                  </a:lnTo>
                  <a:lnTo>
                    <a:pt x="7025" y="1269"/>
                  </a:lnTo>
                  <a:cubicBezTo>
                    <a:pt x="7109" y="1325"/>
                    <a:pt x="7164" y="1381"/>
                    <a:pt x="7248" y="1381"/>
                  </a:cubicBezTo>
                  <a:lnTo>
                    <a:pt x="7805" y="1409"/>
                  </a:lnTo>
                  <a:lnTo>
                    <a:pt x="8028" y="1910"/>
                  </a:lnTo>
                  <a:cubicBezTo>
                    <a:pt x="8084" y="1966"/>
                    <a:pt x="8140" y="2050"/>
                    <a:pt x="8224" y="2050"/>
                  </a:cubicBezTo>
                  <a:lnTo>
                    <a:pt x="8725" y="2217"/>
                  </a:lnTo>
                  <a:lnTo>
                    <a:pt x="8809" y="2552"/>
                  </a:lnTo>
                  <a:cubicBezTo>
                    <a:pt x="8502" y="2663"/>
                    <a:pt x="8168" y="2830"/>
                    <a:pt x="7973" y="3109"/>
                  </a:cubicBezTo>
                  <a:cubicBezTo>
                    <a:pt x="7879" y="3091"/>
                    <a:pt x="7785" y="3082"/>
                    <a:pt x="7692" y="3082"/>
                  </a:cubicBezTo>
                  <a:cubicBezTo>
                    <a:pt x="7061" y="3082"/>
                    <a:pt x="6459" y="3478"/>
                    <a:pt x="6217" y="4085"/>
                  </a:cubicBezTo>
                  <a:lnTo>
                    <a:pt x="6021" y="4642"/>
                  </a:lnTo>
                  <a:cubicBezTo>
                    <a:pt x="5910" y="4893"/>
                    <a:pt x="5715" y="5032"/>
                    <a:pt x="5464" y="5032"/>
                  </a:cubicBezTo>
                  <a:cubicBezTo>
                    <a:pt x="5213" y="5032"/>
                    <a:pt x="4962" y="4893"/>
                    <a:pt x="4906" y="4642"/>
                  </a:cubicBezTo>
                  <a:lnTo>
                    <a:pt x="4683" y="4085"/>
                  </a:lnTo>
                  <a:cubicBezTo>
                    <a:pt x="4441" y="3478"/>
                    <a:pt x="3839" y="3082"/>
                    <a:pt x="3227" y="3082"/>
                  </a:cubicBezTo>
                  <a:cubicBezTo>
                    <a:pt x="3136" y="3082"/>
                    <a:pt x="3045" y="3091"/>
                    <a:pt x="2955" y="3109"/>
                  </a:cubicBezTo>
                  <a:cubicBezTo>
                    <a:pt x="2732" y="2830"/>
                    <a:pt x="2453" y="2635"/>
                    <a:pt x="2119" y="2552"/>
                  </a:cubicBezTo>
                  <a:lnTo>
                    <a:pt x="2175" y="2217"/>
                  </a:lnTo>
                  <a:lnTo>
                    <a:pt x="2649" y="2050"/>
                  </a:lnTo>
                  <a:cubicBezTo>
                    <a:pt x="2704" y="1994"/>
                    <a:pt x="2788" y="1966"/>
                    <a:pt x="2816" y="1910"/>
                  </a:cubicBezTo>
                  <a:lnTo>
                    <a:pt x="3067" y="1409"/>
                  </a:lnTo>
                  <a:lnTo>
                    <a:pt x="3624" y="1381"/>
                  </a:lnTo>
                  <a:cubicBezTo>
                    <a:pt x="3680" y="1381"/>
                    <a:pt x="3764" y="1353"/>
                    <a:pt x="3819" y="1269"/>
                  </a:cubicBezTo>
                  <a:lnTo>
                    <a:pt x="4210" y="879"/>
                  </a:lnTo>
                  <a:lnTo>
                    <a:pt x="4739" y="1018"/>
                  </a:lnTo>
                  <a:cubicBezTo>
                    <a:pt x="4756" y="1036"/>
                    <a:pt x="4779" y="1042"/>
                    <a:pt x="4804" y="1042"/>
                  </a:cubicBezTo>
                  <a:cubicBezTo>
                    <a:pt x="4859" y="1042"/>
                    <a:pt x="4924" y="1010"/>
                    <a:pt x="4962" y="991"/>
                  </a:cubicBezTo>
                  <a:lnTo>
                    <a:pt x="5436" y="712"/>
                  </a:lnTo>
                  <a:close/>
                  <a:moveTo>
                    <a:pt x="5436" y="7625"/>
                  </a:moveTo>
                  <a:cubicBezTo>
                    <a:pt x="5603" y="7625"/>
                    <a:pt x="5743" y="7681"/>
                    <a:pt x="5882" y="7792"/>
                  </a:cubicBezTo>
                  <a:cubicBezTo>
                    <a:pt x="5966" y="7904"/>
                    <a:pt x="6021" y="7987"/>
                    <a:pt x="6049" y="8099"/>
                  </a:cubicBezTo>
                  <a:cubicBezTo>
                    <a:pt x="5826" y="8350"/>
                    <a:pt x="5603" y="8600"/>
                    <a:pt x="5436" y="8768"/>
                  </a:cubicBezTo>
                  <a:lnTo>
                    <a:pt x="4795" y="8127"/>
                  </a:lnTo>
                  <a:cubicBezTo>
                    <a:pt x="4879" y="7848"/>
                    <a:pt x="5102" y="7625"/>
                    <a:pt x="5436" y="7625"/>
                  </a:cubicBezTo>
                  <a:close/>
                  <a:moveTo>
                    <a:pt x="3226" y="3711"/>
                  </a:moveTo>
                  <a:cubicBezTo>
                    <a:pt x="3600" y="3711"/>
                    <a:pt x="3965" y="3943"/>
                    <a:pt x="4126" y="4336"/>
                  </a:cubicBezTo>
                  <a:lnTo>
                    <a:pt x="4349" y="4893"/>
                  </a:lnTo>
                  <a:cubicBezTo>
                    <a:pt x="4516" y="5395"/>
                    <a:pt x="4990" y="5701"/>
                    <a:pt x="5492" y="5701"/>
                  </a:cubicBezTo>
                  <a:cubicBezTo>
                    <a:pt x="6021" y="5701"/>
                    <a:pt x="6467" y="5395"/>
                    <a:pt x="6635" y="4893"/>
                  </a:cubicBezTo>
                  <a:lnTo>
                    <a:pt x="6858" y="4336"/>
                  </a:lnTo>
                  <a:cubicBezTo>
                    <a:pt x="7002" y="3957"/>
                    <a:pt x="7379" y="3730"/>
                    <a:pt x="7756" y="3730"/>
                  </a:cubicBezTo>
                  <a:cubicBezTo>
                    <a:pt x="7962" y="3730"/>
                    <a:pt x="8168" y="3798"/>
                    <a:pt x="8335" y="3945"/>
                  </a:cubicBezTo>
                  <a:cubicBezTo>
                    <a:pt x="8725" y="4308"/>
                    <a:pt x="8948" y="4782"/>
                    <a:pt x="8948" y="5339"/>
                  </a:cubicBezTo>
                  <a:cubicBezTo>
                    <a:pt x="8920" y="6175"/>
                    <a:pt x="8502" y="7430"/>
                    <a:pt x="7861" y="8405"/>
                  </a:cubicBezTo>
                  <a:cubicBezTo>
                    <a:pt x="7248" y="9381"/>
                    <a:pt x="6467" y="10022"/>
                    <a:pt x="5771" y="10161"/>
                  </a:cubicBezTo>
                  <a:lnTo>
                    <a:pt x="5771" y="9353"/>
                  </a:lnTo>
                  <a:cubicBezTo>
                    <a:pt x="5938" y="9186"/>
                    <a:pt x="6328" y="8796"/>
                    <a:pt x="6635" y="8517"/>
                  </a:cubicBezTo>
                  <a:cubicBezTo>
                    <a:pt x="6718" y="8461"/>
                    <a:pt x="6746" y="8377"/>
                    <a:pt x="6746" y="8322"/>
                  </a:cubicBezTo>
                  <a:cubicBezTo>
                    <a:pt x="6746" y="7959"/>
                    <a:pt x="6607" y="7653"/>
                    <a:pt x="6356" y="7402"/>
                  </a:cubicBezTo>
                  <a:cubicBezTo>
                    <a:pt x="6105" y="7151"/>
                    <a:pt x="5798" y="7012"/>
                    <a:pt x="5464" y="7012"/>
                  </a:cubicBezTo>
                  <a:cubicBezTo>
                    <a:pt x="4767" y="7012"/>
                    <a:pt x="4210" y="7569"/>
                    <a:pt x="4210" y="8266"/>
                  </a:cubicBezTo>
                  <a:cubicBezTo>
                    <a:pt x="4210" y="8350"/>
                    <a:pt x="4237" y="8461"/>
                    <a:pt x="4293" y="8489"/>
                  </a:cubicBezTo>
                  <a:lnTo>
                    <a:pt x="5185" y="9353"/>
                  </a:lnTo>
                  <a:lnTo>
                    <a:pt x="5185" y="10161"/>
                  </a:lnTo>
                  <a:cubicBezTo>
                    <a:pt x="4433" y="10022"/>
                    <a:pt x="3708" y="9381"/>
                    <a:pt x="3095" y="8405"/>
                  </a:cubicBezTo>
                  <a:cubicBezTo>
                    <a:pt x="2453" y="7430"/>
                    <a:pt x="2035" y="6231"/>
                    <a:pt x="2035" y="5339"/>
                  </a:cubicBezTo>
                  <a:cubicBezTo>
                    <a:pt x="2035" y="4782"/>
                    <a:pt x="2258" y="4336"/>
                    <a:pt x="2621" y="3945"/>
                  </a:cubicBezTo>
                  <a:cubicBezTo>
                    <a:pt x="2801" y="3785"/>
                    <a:pt x="3015" y="3711"/>
                    <a:pt x="3226" y="3711"/>
                  </a:cubicBezTo>
                  <a:close/>
                  <a:moveTo>
                    <a:pt x="5408" y="1"/>
                  </a:moveTo>
                  <a:cubicBezTo>
                    <a:pt x="5352" y="1"/>
                    <a:pt x="5297" y="15"/>
                    <a:pt x="5241" y="43"/>
                  </a:cubicBezTo>
                  <a:lnTo>
                    <a:pt x="4739" y="377"/>
                  </a:lnTo>
                  <a:lnTo>
                    <a:pt x="4126" y="238"/>
                  </a:lnTo>
                  <a:cubicBezTo>
                    <a:pt x="4103" y="222"/>
                    <a:pt x="4077" y="215"/>
                    <a:pt x="4050" y="215"/>
                  </a:cubicBezTo>
                  <a:cubicBezTo>
                    <a:pt x="3980" y="215"/>
                    <a:pt x="3900" y="261"/>
                    <a:pt x="3819" y="322"/>
                  </a:cubicBezTo>
                  <a:lnTo>
                    <a:pt x="3401" y="740"/>
                  </a:lnTo>
                  <a:lnTo>
                    <a:pt x="2816" y="795"/>
                  </a:lnTo>
                  <a:cubicBezTo>
                    <a:pt x="2704" y="795"/>
                    <a:pt x="2593" y="851"/>
                    <a:pt x="2537" y="963"/>
                  </a:cubicBezTo>
                  <a:lnTo>
                    <a:pt x="2258" y="1492"/>
                  </a:lnTo>
                  <a:lnTo>
                    <a:pt x="1701" y="1687"/>
                  </a:lnTo>
                  <a:cubicBezTo>
                    <a:pt x="1589" y="1715"/>
                    <a:pt x="1534" y="1827"/>
                    <a:pt x="1478" y="1938"/>
                  </a:cubicBezTo>
                  <a:lnTo>
                    <a:pt x="1394" y="2524"/>
                  </a:lnTo>
                  <a:cubicBezTo>
                    <a:pt x="1032" y="2552"/>
                    <a:pt x="725" y="2747"/>
                    <a:pt x="474" y="2970"/>
                  </a:cubicBezTo>
                  <a:cubicBezTo>
                    <a:pt x="168" y="3304"/>
                    <a:pt x="0" y="3667"/>
                    <a:pt x="0" y="4085"/>
                  </a:cubicBezTo>
                  <a:cubicBezTo>
                    <a:pt x="0" y="4865"/>
                    <a:pt x="586" y="5534"/>
                    <a:pt x="1283" y="5618"/>
                  </a:cubicBezTo>
                  <a:cubicBezTo>
                    <a:pt x="1338" y="6566"/>
                    <a:pt x="1812" y="7764"/>
                    <a:pt x="2426" y="8740"/>
                  </a:cubicBezTo>
                  <a:cubicBezTo>
                    <a:pt x="3290" y="10050"/>
                    <a:pt x="4349" y="10775"/>
                    <a:pt x="5352" y="10775"/>
                  </a:cubicBezTo>
                  <a:cubicBezTo>
                    <a:pt x="6412" y="10775"/>
                    <a:pt x="7443" y="10050"/>
                    <a:pt x="8279" y="8740"/>
                  </a:cubicBezTo>
                  <a:cubicBezTo>
                    <a:pt x="8893" y="7764"/>
                    <a:pt x="9366" y="6566"/>
                    <a:pt x="9422" y="5618"/>
                  </a:cubicBezTo>
                  <a:cubicBezTo>
                    <a:pt x="9729" y="5562"/>
                    <a:pt x="10008" y="5423"/>
                    <a:pt x="10258" y="5200"/>
                  </a:cubicBezTo>
                  <a:cubicBezTo>
                    <a:pt x="10649" y="4921"/>
                    <a:pt x="10816" y="4503"/>
                    <a:pt x="10816" y="4085"/>
                  </a:cubicBezTo>
                  <a:cubicBezTo>
                    <a:pt x="10816" y="3667"/>
                    <a:pt x="10649" y="3248"/>
                    <a:pt x="10342" y="2970"/>
                  </a:cubicBezTo>
                  <a:cubicBezTo>
                    <a:pt x="10091" y="2747"/>
                    <a:pt x="9785" y="2607"/>
                    <a:pt x="9422" y="2524"/>
                  </a:cubicBezTo>
                  <a:lnTo>
                    <a:pt x="9339" y="1938"/>
                  </a:lnTo>
                  <a:cubicBezTo>
                    <a:pt x="9283" y="1827"/>
                    <a:pt x="9227" y="1715"/>
                    <a:pt x="9116" y="1687"/>
                  </a:cubicBezTo>
                  <a:lnTo>
                    <a:pt x="8558" y="1492"/>
                  </a:lnTo>
                  <a:lnTo>
                    <a:pt x="8279" y="963"/>
                  </a:lnTo>
                  <a:cubicBezTo>
                    <a:pt x="8251" y="851"/>
                    <a:pt x="8140" y="795"/>
                    <a:pt x="8001" y="795"/>
                  </a:cubicBezTo>
                  <a:lnTo>
                    <a:pt x="7415" y="740"/>
                  </a:lnTo>
                  <a:lnTo>
                    <a:pt x="6997" y="322"/>
                  </a:lnTo>
                  <a:cubicBezTo>
                    <a:pt x="6913" y="266"/>
                    <a:pt x="6774" y="238"/>
                    <a:pt x="6690" y="238"/>
                  </a:cubicBezTo>
                  <a:lnTo>
                    <a:pt x="6077" y="377"/>
                  </a:lnTo>
                  <a:lnTo>
                    <a:pt x="5575" y="43"/>
                  </a:lnTo>
                  <a:cubicBezTo>
                    <a:pt x="5520" y="15"/>
                    <a:pt x="5464" y="1"/>
                    <a:pt x="540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2" name="Google Shape;3612;p48"/>
            <p:cNvSpPr/>
            <p:nvPr/>
          </p:nvSpPr>
          <p:spPr>
            <a:xfrm>
              <a:off x="4900250" y="3027525"/>
              <a:ext cx="16075" cy="15350"/>
            </a:xfrm>
            <a:custGeom>
              <a:rect b="b" l="l" r="r" t="t"/>
              <a:pathLst>
                <a:path extrusionOk="0" h="614" w="643">
                  <a:moveTo>
                    <a:pt x="308" y="1"/>
                  </a:moveTo>
                  <a:cubicBezTo>
                    <a:pt x="140" y="1"/>
                    <a:pt x="1" y="140"/>
                    <a:pt x="1" y="307"/>
                  </a:cubicBezTo>
                  <a:cubicBezTo>
                    <a:pt x="1" y="474"/>
                    <a:pt x="140" y="614"/>
                    <a:pt x="308" y="614"/>
                  </a:cubicBezTo>
                  <a:cubicBezTo>
                    <a:pt x="503" y="614"/>
                    <a:pt x="642" y="474"/>
                    <a:pt x="642" y="307"/>
                  </a:cubicBezTo>
                  <a:cubicBezTo>
                    <a:pt x="642" y="140"/>
                    <a:pt x="503" y="1"/>
                    <a:pt x="30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3" name="Google Shape;3613;p48"/>
            <p:cNvSpPr/>
            <p:nvPr/>
          </p:nvSpPr>
          <p:spPr>
            <a:xfrm>
              <a:off x="4805475" y="3027525"/>
              <a:ext cx="15375" cy="15350"/>
            </a:xfrm>
            <a:custGeom>
              <a:rect b="b" l="l" r="r" t="t"/>
              <a:pathLst>
                <a:path extrusionOk="0" h="614" w="615">
                  <a:moveTo>
                    <a:pt x="308" y="1"/>
                  </a:moveTo>
                  <a:cubicBezTo>
                    <a:pt x="140" y="1"/>
                    <a:pt x="1" y="140"/>
                    <a:pt x="1" y="307"/>
                  </a:cubicBezTo>
                  <a:cubicBezTo>
                    <a:pt x="1" y="474"/>
                    <a:pt x="140" y="614"/>
                    <a:pt x="308" y="614"/>
                  </a:cubicBezTo>
                  <a:cubicBezTo>
                    <a:pt x="475" y="614"/>
                    <a:pt x="614" y="474"/>
                    <a:pt x="614" y="307"/>
                  </a:cubicBezTo>
                  <a:cubicBezTo>
                    <a:pt x="614" y="140"/>
                    <a:pt x="475" y="1"/>
                    <a:pt x="30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4" name="Google Shape;3614;p48"/>
            <p:cNvSpPr/>
            <p:nvPr/>
          </p:nvSpPr>
          <p:spPr>
            <a:xfrm>
              <a:off x="4820825" y="2932750"/>
              <a:ext cx="16050" cy="32075"/>
            </a:xfrm>
            <a:custGeom>
              <a:rect b="b" l="l" r="r" t="t"/>
              <a:pathLst>
                <a:path extrusionOk="0" h="1283" w="642">
                  <a:moveTo>
                    <a:pt x="335" y="1"/>
                  </a:moveTo>
                  <a:cubicBezTo>
                    <a:pt x="140" y="1"/>
                    <a:pt x="0" y="140"/>
                    <a:pt x="0" y="335"/>
                  </a:cubicBezTo>
                  <a:lnTo>
                    <a:pt x="0" y="948"/>
                  </a:lnTo>
                  <a:cubicBezTo>
                    <a:pt x="0" y="1143"/>
                    <a:pt x="140" y="1283"/>
                    <a:pt x="335" y="1283"/>
                  </a:cubicBezTo>
                  <a:cubicBezTo>
                    <a:pt x="502" y="1283"/>
                    <a:pt x="641" y="1143"/>
                    <a:pt x="641" y="948"/>
                  </a:cubicBezTo>
                  <a:lnTo>
                    <a:pt x="641" y="335"/>
                  </a:lnTo>
                  <a:cubicBezTo>
                    <a:pt x="641" y="140"/>
                    <a:pt x="502" y="1"/>
                    <a:pt x="33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5" name="Google Shape;3615;p48"/>
            <p:cNvSpPr/>
            <p:nvPr/>
          </p:nvSpPr>
          <p:spPr>
            <a:xfrm>
              <a:off x="4884925" y="2932750"/>
              <a:ext cx="15350" cy="32075"/>
            </a:xfrm>
            <a:custGeom>
              <a:rect b="b" l="l" r="r" t="t"/>
              <a:pathLst>
                <a:path extrusionOk="0" h="1283" w="614">
                  <a:moveTo>
                    <a:pt x="307" y="1"/>
                  </a:moveTo>
                  <a:cubicBezTo>
                    <a:pt x="112" y="1"/>
                    <a:pt x="1" y="140"/>
                    <a:pt x="1" y="335"/>
                  </a:cubicBezTo>
                  <a:lnTo>
                    <a:pt x="1" y="948"/>
                  </a:lnTo>
                  <a:cubicBezTo>
                    <a:pt x="1" y="1143"/>
                    <a:pt x="112" y="1283"/>
                    <a:pt x="307" y="1283"/>
                  </a:cubicBezTo>
                  <a:cubicBezTo>
                    <a:pt x="475" y="1283"/>
                    <a:pt x="614" y="1143"/>
                    <a:pt x="614" y="948"/>
                  </a:cubicBezTo>
                  <a:lnTo>
                    <a:pt x="614" y="335"/>
                  </a:lnTo>
                  <a:cubicBezTo>
                    <a:pt x="614" y="140"/>
                    <a:pt x="475" y="1"/>
                    <a:pt x="30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6" name="Google Shape;3616;p48"/>
            <p:cNvSpPr/>
            <p:nvPr/>
          </p:nvSpPr>
          <p:spPr>
            <a:xfrm>
              <a:off x="4852175" y="2948775"/>
              <a:ext cx="16050" cy="31400"/>
            </a:xfrm>
            <a:custGeom>
              <a:rect b="b" l="l" r="r" t="t"/>
              <a:pathLst>
                <a:path extrusionOk="0" h="1256" w="642">
                  <a:moveTo>
                    <a:pt x="335" y="1"/>
                  </a:moveTo>
                  <a:cubicBezTo>
                    <a:pt x="140" y="1"/>
                    <a:pt x="1" y="140"/>
                    <a:pt x="1" y="307"/>
                  </a:cubicBezTo>
                  <a:lnTo>
                    <a:pt x="1" y="948"/>
                  </a:lnTo>
                  <a:cubicBezTo>
                    <a:pt x="1" y="1116"/>
                    <a:pt x="140" y="1255"/>
                    <a:pt x="335" y="1255"/>
                  </a:cubicBezTo>
                  <a:cubicBezTo>
                    <a:pt x="502" y="1255"/>
                    <a:pt x="642" y="1116"/>
                    <a:pt x="642" y="948"/>
                  </a:cubicBezTo>
                  <a:lnTo>
                    <a:pt x="642" y="307"/>
                  </a:lnTo>
                  <a:cubicBezTo>
                    <a:pt x="642" y="140"/>
                    <a:pt x="502" y="1"/>
                    <a:pt x="33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17" name="Google Shape;3617;p48"/>
          <p:cNvGrpSpPr/>
          <p:nvPr/>
        </p:nvGrpSpPr>
        <p:grpSpPr>
          <a:xfrm>
            <a:off x="4234218" y="1995863"/>
            <a:ext cx="240251" cy="288589"/>
            <a:chOff x="4459350" y="2882125"/>
            <a:chExt cx="228375" cy="274350"/>
          </a:xfrm>
        </p:grpSpPr>
        <p:sp>
          <p:nvSpPr>
            <p:cNvPr id="3618" name="Google Shape;3618;p48"/>
            <p:cNvSpPr/>
            <p:nvPr/>
          </p:nvSpPr>
          <p:spPr>
            <a:xfrm>
              <a:off x="4537175" y="3045650"/>
              <a:ext cx="15375" cy="15350"/>
            </a:xfrm>
            <a:custGeom>
              <a:rect b="b" l="l" r="r" t="t"/>
              <a:pathLst>
                <a:path extrusionOk="0" h="614" w="615">
                  <a:moveTo>
                    <a:pt x="308" y="0"/>
                  </a:moveTo>
                  <a:cubicBezTo>
                    <a:pt x="140" y="0"/>
                    <a:pt x="1" y="140"/>
                    <a:pt x="1" y="307"/>
                  </a:cubicBezTo>
                  <a:cubicBezTo>
                    <a:pt x="1" y="474"/>
                    <a:pt x="140" y="614"/>
                    <a:pt x="308" y="614"/>
                  </a:cubicBezTo>
                  <a:cubicBezTo>
                    <a:pt x="475" y="614"/>
                    <a:pt x="614" y="474"/>
                    <a:pt x="614" y="307"/>
                  </a:cubicBezTo>
                  <a:cubicBezTo>
                    <a:pt x="614" y="140"/>
                    <a:pt x="475" y="0"/>
                    <a:pt x="30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9" name="Google Shape;3619;p48"/>
            <p:cNvSpPr/>
            <p:nvPr/>
          </p:nvSpPr>
          <p:spPr>
            <a:xfrm>
              <a:off x="4599900" y="3045650"/>
              <a:ext cx="15350" cy="15350"/>
            </a:xfrm>
            <a:custGeom>
              <a:rect b="b" l="l" r="r" t="t"/>
              <a:pathLst>
                <a:path extrusionOk="0" h="614" w="614">
                  <a:moveTo>
                    <a:pt x="307" y="0"/>
                  </a:moveTo>
                  <a:cubicBezTo>
                    <a:pt x="140" y="0"/>
                    <a:pt x="1" y="140"/>
                    <a:pt x="1" y="307"/>
                  </a:cubicBezTo>
                  <a:cubicBezTo>
                    <a:pt x="1" y="474"/>
                    <a:pt x="140" y="614"/>
                    <a:pt x="307" y="614"/>
                  </a:cubicBezTo>
                  <a:cubicBezTo>
                    <a:pt x="475" y="614"/>
                    <a:pt x="614" y="474"/>
                    <a:pt x="614" y="307"/>
                  </a:cubicBezTo>
                  <a:cubicBezTo>
                    <a:pt x="614" y="140"/>
                    <a:pt x="475" y="0"/>
                    <a:pt x="30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0" name="Google Shape;3620;p48"/>
            <p:cNvSpPr/>
            <p:nvPr/>
          </p:nvSpPr>
          <p:spPr>
            <a:xfrm>
              <a:off x="4464700" y="2886250"/>
              <a:ext cx="223025" cy="270225"/>
            </a:xfrm>
            <a:custGeom>
              <a:rect b="b" l="l" r="r" t="t"/>
              <a:pathLst>
                <a:path extrusionOk="0" h="10809" w="8921">
                  <a:moveTo>
                    <a:pt x="921" y="773"/>
                  </a:moveTo>
                  <a:cubicBezTo>
                    <a:pt x="1757" y="1219"/>
                    <a:pt x="2398" y="1916"/>
                    <a:pt x="2788" y="2808"/>
                  </a:cubicBezTo>
                  <a:cubicBezTo>
                    <a:pt x="2900" y="3059"/>
                    <a:pt x="2956" y="3310"/>
                    <a:pt x="3039" y="3589"/>
                  </a:cubicBezTo>
                  <a:cubicBezTo>
                    <a:pt x="2538" y="3868"/>
                    <a:pt x="2175" y="4314"/>
                    <a:pt x="1924" y="4843"/>
                  </a:cubicBezTo>
                  <a:cubicBezTo>
                    <a:pt x="1534" y="4481"/>
                    <a:pt x="1255" y="4035"/>
                    <a:pt x="1060" y="3561"/>
                  </a:cubicBezTo>
                  <a:cubicBezTo>
                    <a:pt x="670" y="2641"/>
                    <a:pt x="642" y="1665"/>
                    <a:pt x="921" y="773"/>
                  </a:cubicBezTo>
                  <a:close/>
                  <a:moveTo>
                    <a:pt x="8029" y="773"/>
                  </a:moveTo>
                  <a:lnTo>
                    <a:pt x="8029" y="773"/>
                  </a:lnTo>
                  <a:cubicBezTo>
                    <a:pt x="8308" y="1665"/>
                    <a:pt x="8252" y="2641"/>
                    <a:pt x="7890" y="3561"/>
                  </a:cubicBezTo>
                  <a:cubicBezTo>
                    <a:pt x="7667" y="4035"/>
                    <a:pt x="7388" y="4481"/>
                    <a:pt x="6998" y="4843"/>
                  </a:cubicBezTo>
                  <a:cubicBezTo>
                    <a:pt x="6775" y="4314"/>
                    <a:pt x="6356" y="3868"/>
                    <a:pt x="5883" y="3589"/>
                  </a:cubicBezTo>
                  <a:cubicBezTo>
                    <a:pt x="5966" y="3310"/>
                    <a:pt x="6022" y="3031"/>
                    <a:pt x="6133" y="2808"/>
                  </a:cubicBezTo>
                  <a:cubicBezTo>
                    <a:pt x="6496" y="1944"/>
                    <a:pt x="7137" y="1219"/>
                    <a:pt x="8029" y="773"/>
                  </a:cubicBezTo>
                  <a:close/>
                  <a:moveTo>
                    <a:pt x="4545" y="3840"/>
                  </a:moveTo>
                  <a:cubicBezTo>
                    <a:pt x="5660" y="3923"/>
                    <a:pt x="6524" y="4983"/>
                    <a:pt x="6524" y="6153"/>
                  </a:cubicBezTo>
                  <a:lnTo>
                    <a:pt x="6524" y="6265"/>
                  </a:lnTo>
                  <a:cubicBezTo>
                    <a:pt x="6524" y="6655"/>
                    <a:pt x="6663" y="6990"/>
                    <a:pt x="6942" y="7352"/>
                  </a:cubicBezTo>
                  <a:cubicBezTo>
                    <a:pt x="7081" y="7547"/>
                    <a:pt x="7165" y="7742"/>
                    <a:pt x="7165" y="7937"/>
                  </a:cubicBezTo>
                  <a:cubicBezTo>
                    <a:pt x="7276" y="8300"/>
                    <a:pt x="7053" y="8662"/>
                    <a:pt x="6635" y="8941"/>
                  </a:cubicBezTo>
                  <a:cubicBezTo>
                    <a:pt x="6579" y="8774"/>
                    <a:pt x="6496" y="8578"/>
                    <a:pt x="6356" y="8383"/>
                  </a:cubicBezTo>
                  <a:cubicBezTo>
                    <a:pt x="6291" y="8302"/>
                    <a:pt x="6189" y="8259"/>
                    <a:pt x="6087" y="8259"/>
                  </a:cubicBezTo>
                  <a:cubicBezTo>
                    <a:pt x="6014" y="8259"/>
                    <a:pt x="5941" y="8281"/>
                    <a:pt x="5883" y="8328"/>
                  </a:cubicBezTo>
                  <a:cubicBezTo>
                    <a:pt x="5743" y="8439"/>
                    <a:pt x="5715" y="8634"/>
                    <a:pt x="5827" y="8774"/>
                  </a:cubicBezTo>
                  <a:cubicBezTo>
                    <a:pt x="5994" y="9024"/>
                    <a:pt x="6022" y="9275"/>
                    <a:pt x="5938" y="9470"/>
                  </a:cubicBezTo>
                  <a:cubicBezTo>
                    <a:pt x="5827" y="9693"/>
                    <a:pt x="5604" y="9861"/>
                    <a:pt x="5297" y="10000"/>
                  </a:cubicBezTo>
                  <a:lnTo>
                    <a:pt x="4712" y="9136"/>
                  </a:lnTo>
                  <a:lnTo>
                    <a:pt x="4712" y="8718"/>
                  </a:lnTo>
                  <a:lnTo>
                    <a:pt x="5241" y="8188"/>
                  </a:lnTo>
                  <a:cubicBezTo>
                    <a:pt x="5381" y="8049"/>
                    <a:pt x="5381" y="7882"/>
                    <a:pt x="5241" y="7742"/>
                  </a:cubicBezTo>
                  <a:cubicBezTo>
                    <a:pt x="5172" y="7673"/>
                    <a:pt x="5088" y="7638"/>
                    <a:pt x="5005" y="7638"/>
                  </a:cubicBezTo>
                  <a:cubicBezTo>
                    <a:pt x="4921" y="7638"/>
                    <a:pt x="4837" y="7673"/>
                    <a:pt x="4768" y="7742"/>
                  </a:cubicBezTo>
                  <a:lnTo>
                    <a:pt x="4349" y="8160"/>
                  </a:lnTo>
                  <a:lnTo>
                    <a:pt x="3931" y="7742"/>
                  </a:lnTo>
                  <a:cubicBezTo>
                    <a:pt x="3862" y="7673"/>
                    <a:pt x="3785" y="7638"/>
                    <a:pt x="3708" y="7638"/>
                  </a:cubicBezTo>
                  <a:cubicBezTo>
                    <a:pt x="3632" y="7638"/>
                    <a:pt x="3555" y="7673"/>
                    <a:pt x="3485" y="7742"/>
                  </a:cubicBezTo>
                  <a:cubicBezTo>
                    <a:pt x="3346" y="7882"/>
                    <a:pt x="3346" y="8049"/>
                    <a:pt x="3485" y="8188"/>
                  </a:cubicBezTo>
                  <a:lnTo>
                    <a:pt x="4015" y="8718"/>
                  </a:lnTo>
                  <a:lnTo>
                    <a:pt x="4015" y="9136"/>
                  </a:lnTo>
                  <a:lnTo>
                    <a:pt x="3430" y="10000"/>
                  </a:lnTo>
                  <a:cubicBezTo>
                    <a:pt x="3151" y="9889"/>
                    <a:pt x="2900" y="9693"/>
                    <a:pt x="2788" y="9470"/>
                  </a:cubicBezTo>
                  <a:cubicBezTo>
                    <a:pt x="2677" y="9275"/>
                    <a:pt x="2733" y="9024"/>
                    <a:pt x="2900" y="8774"/>
                  </a:cubicBezTo>
                  <a:cubicBezTo>
                    <a:pt x="3011" y="8634"/>
                    <a:pt x="2956" y="8439"/>
                    <a:pt x="2816" y="8328"/>
                  </a:cubicBezTo>
                  <a:cubicBezTo>
                    <a:pt x="2758" y="8281"/>
                    <a:pt x="2690" y="8259"/>
                    <a:pt x="2623" y="8259"/>
                  </a:cubicBezTo>
                  <a:cubicBezTo>
                    <a:pt x="2529" y="8259"/>
                    <a:pt x="2435" y="8302"/>
                    <a:pt x="2370" y="8383"/>
                  </a:cubicBezTo>
                  <a:cubicBezTo>
                    <a:pt x="2231" y="8578"/>
                    <a:pt x="2175" y="8774"/>
                    <a:pt x="2092" y="8941"/>
                  </a:cubicBezTo>
                  <a:cubicBezTo>
                    <a:pt x="1673" y="8662"/>
                    <a:pt x="1423" y="8328"/>
                    <a:pt x="1423" y="7937"/>
                  </a:cubicBezTo>
                  <a:cubicBezTo>
                    <a:pt x="1423" y="7742"/>
                    <a:pt x="1506" y="7519"/>
                    <a:pt x="1673" y="7352"/>
                  </a:cubicBezTo>
                  <a:cubicBezTo>
                    <a:pt x="1952" y="6990"/>
                    <a:pt x="2092" y="6655"/>
                    <a:pt x="2092" y="6265"/>
                  </a:cubicBezTo>
                  <a:lnTo>
                    <a:pt x="2092" y="6153"/>
                  </a:lnTo>
                  <a:cubicBezTo>
                    <a:pt x="2092" y="4983"/>
                    <a:pt x="2956" y="3923"/>
                    <a:pt x="4071" y="3840"/>
                  </a:cubicBezTo>
                  <a:close/>
                  <a:moveTo>
                    <a:pt x="4461" y="9749"/>
                  </a:moveTo>
                  <a:lnTo>
                    <a:pt x="4712" y="10139"/>
                  </a:lnTo>
                  <a:lnTo>
                    <a:pt x="4461" y="10139"/>
                  </a:lnTo>
                  <a:cubicBezTo>
                    <a:pt x="4405" y="10153"/>
                    <a:pt x="4363" y="10160"/>
                    <a:pt x="4325" y="10160"/>
                  </a:cubicBezTo>
                  <a:cubicBezTo>
                    <a:pt x="4287" y="10160"/>
                    <a:pt x="4252" y="10153"/>
                    <a:pt x="4210" y="10139"/>
                  </a:cubicBezTo>
                  <a:lnTo>
                    <a:pt x="4461" y="9749"/>
                  </a:lnTo>
                  <a:close/>
                  <a:moveTo>
                    <a:pt x="744" y="0"/>
                  </a:moveTo>
                  <a:cubicBezTo>
                    <a:pt x="622" y="0"/>
                    <a:pt x="510" y="68"/>
                    <a:pt x="447" y="216"/>
                  </a:cubicBezTo>
                  <a:cubicBezTo>
                    <a:pt x="1" y="1359"/>
                    <a:pt x="1" y="2641"/>
                    <a:pt x="503" y="3784"/>
                  </a:cubicBezTo>
                  <a:cubicBezTo>
                    <a:pt x="781" y="4453"/>
                    <a:pt x="1200" y="5038"/>
                    <a:pt x="1701" y="5512"/>
                  </a:cubicBezTo>
                  <a:cubicBezTo>
                    <a:pt x="1646" y="5847"/>
                    <a:pt x="1646" y="6098"/>
                    <a:pt x="1646" y="6265"/>
                  </a:cubicBezTo>
                  <a:cubicBezTo>
                    <a:pt x="1646" y="6516"/>
                    <a:pt x="1534" y="6711"/>
                    <a:pt x="1367" y="6962"/>
                  </a:cubicBezTo>
                  <a:cubicBezTo>
                    <a:pt x="1116" y="7268"/>
                    <a:pt x="1004" y="7603"/>
                    <a:pt x="1004" y="7937"/>
                  </a:cubicBezTo>
                  <a:cubicBezTo>
                    <a:pt x="1004" y="8746"/>
                    <a:pt x="1646" y="9359"/>
                    <a:pt x="2370" y="9721"/>
                  </a:cubicBezTo>
                  <a:cubicBezTo>
                    <a:pt x="2677" y="10390"/>
                    <a:pt x="3569" y="10809"/>
                    <a:pt x="4461" y="10809"/>
                  </a:cubicBezTo>
                  <a:cubicBezTo>
                    <a:pt x="5381" y="10809"/>
                    <a:pt x="6217" y="10418"/>
                    <a:pt x="6552" y="9749"/>
                  </a:cubicBezTo>
                  <a:cubicBezTo>
                    <a:pt x="6552" y="9749"/>
                    <a:pt x="6552" y="9721"/>
                    <a:pt x="6579" y="9721"/>
                  </a:cubicBezTo>
                  <a:cubicBezTo>
                    <a:pt x="7332" y="9359"/>
                    <a:pt x="7945" y="8746"/>
                    <a:pt x="7945" y="7937"/>
                  </a:cubicBezTo>
                  <a:cubicBezTo>
                    <a:pt x="7945" y="7603"/>
                    <a:pt x="7834" y="7268"/>
                    <a:pt x="7611" y="6962"/>
                  </a:cubicBezTo>
                  <a:cubicBezTo>
                    <a:pt x="7416" y="6711"/>
                    <a:pt x="7332" y="6516"/>
                    <a:pt x="7332" y="6265"/>
                  </a:cubicBezTo>
                  <a:cubicBezTo>
                    <a:pt x="7332" y="6125"/>
                    <a:pt x="7332" y="5847"/>
                    <a:pt x="7248" y="5512"/>
                  </a:cubicBezTo>
                  <a:cubicBezTo>
                    <a:pt x="7750" y="5038"/>
                    <a:pt x="8168" y="4453"/>
                    <a:pt x="8447" y="3784"/>
                  </a:cubicBezTo>
                  <a:cubicBezTo>
                    <a:pt x="8921" y="2641"/>
                    <a:pt x="8921" y="1359"/>
                    <a:pt x="8475" y="216"/>
                  </a:cubicBezTo>
                  <a:cubicBezTo>
                    <a:pt x="8412" y="68"/>
                    <a:pt x="8300" y="0"/>
                    <a:pt x="8177" y="0"/>
                  </a:cubicBezTo>
                  <a:cubicBezTo>
                    <a:pt x="8138" y="0"/>
                    <a:pt x="8097" y="7"/>
                    <a:pt x="8057" y="21"/>
                  </a:cubicBezTo>
                  <a:cubicBezTo>
                    <a:pt x="6914" y="523"/>
                    <a:pt x="5994" y="1415"/>
                    <a:pt x="5548" y="2530"/>
                  </a:cubicBezTo>
                  <a:cubicBezTo>
                    <a:pt x="5437" y="2780"/>
                    <a:pt x="5381" y="3031"/>
                    <a:pt x="5297" y="3310"/>
                  </a:cubicBezTo>
                  <a:cubicBezTo>
                    <a:pt x="5130" y="3226"/>
                    <a:pt x="4963" y="3199"/>
                    <a:pt x="4740" y="3199"/>
                  </a:cubicBezTo>
                  <a:cubicBezTo>
                    <a:pt x="4656" y="3185"/>
                    <a:pt x="4558" y="3178"/>
                    <a:pt x="4461" y="3178"/>
                  </a:cubicBezTo>
                  <a:cubicBezTo>
                    <a:pt x="4363" y="3178"/>
                    <a:pt x="4266" y="3185"/>
                    <a:pt x="4182" y="3199"/>
                  </a:cubicBezTo>
                  <a:cubicBezTo>
                    <a:pt x="4015" y="3226"/>
                    <a:pt x="3792" y="3254"/>
                    <a:pt x="3625" y="3310"/>
                  </a:cubicBezTo>
                  <a:cubicBezTo>
                    <a:pt x="3569" y="3031"/>
                    <a:pt x="3485" y="2780"/>
                    <a:pt x="3374" y="2530"/>
                  </a:cubicBezTo>
                  <a:cubicBezTo>
                    <a:pt x="2928" y="1387"/>
                    <a:pt x="2036" y="523"/>
                    <a:pt x="865" y="21"/>
                  </a:cubicBezTo>
                  <a:cubicBezTo>
                    <a:pt x="824" y="7"/>
                    <a:pt x="784" y="0"/>
                    <a:pt x="74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1" name="Google Shape;3621;p48"/>
            <p:cNvSpPr/>
            <p:nvPr/>
          </p:nvSpPr>
          <p:spPr>
            <a:xfrm flipH="1">
              <a:off x="4459350" y="2886250"/>
              <a:ext cx="223025" cy="270225"/>
            </a:xfrm>
            <a:custGeom>
              <a:rect b="b" l="l" r="r" t="t"/>
              <a:pathLst>
                <a:path extrusionOk="0" h="10809" w="8921">
                  <a:moveTo>
                    <a:pt x="921" y="773"/>
                  </a:moveTo>
                  <a:cubicBezTo>
                    <a:pt x="1757" y="1219"/>
                    <a:pt x="2398" y="1916"/>
                    <a:pt x="2788" y="2808"/>
                  </a:cubicBezTo>
                  <a:cubicBezTo>
                    <a:pt x="2900" y="3059"/>
                    <a:pt x="2956" y="3310"/>
                    <a:pt x="3039" y="3589"/>
                  </a:cubicBezTo>
                  <a:cubicBezTo>
                    <a:pt x="2538" y="3868"/>
                    <a:pt x="2175" y="4314"/>
                    <a:pt x="1924" y="4843"/>
                  </a:cubicBezTo>
                  <a:cubicBezTo>
                    <a:pt x="1534" y="4481"/>
                    <a:pt x="1255" y="4035"/>
                    <a:pt x="1060" y="3561"/>
                  </a:cubicBezTo>
                  <a:cubicBezTo>
                    <a:pt x="670" y="2641"/>
                    <a:pt x="642" y="1665"/>
                    <a:pt x="921" y="773"/>
                  </a:cubicBezTo>
                  <a:close/>
                  <a:moveTo>
                    <a:pt x="8029" y="773"/>
                  </a:moveTo>
                  <a:lnTo>
                    <a:pt x="8029" y="773"/>
                  </a:lnTo>
                  <a:cubicBezTo>
                    <a:pt x="8308" y="1665"/>
                    <a:pt x="8252" y="2641"/>
                    <a:pt x="7890" y="3561"/>
                  </a:cubicBezTo>
                  <a:cubicBezTo>
                    <a:pt x="7667" y="4035"/>
                    <a:pt x="7388" y="4481"/>
                    <a:pt x="6998" y="4843"/>
                  </a:cubicBezTo>
                  <a:cubicBezTo>
                    <a:pt x="6775" y="4314"/>
                    <a:pt x="6356" y="3868"/>
                    <a:pt x="5883" y="3589"/>
                  </a:cubicBezTo>
                  <a:cubicBezTo>
                    <a:pt x="5966" y="3310"/>
                    <a:pt x="6022" y="3031"/>
                    <a:pt x="6133" y="2808"/>
                  </a:cubicBezTo>
                  <a:cubicBezTo>
                    <a:pt x="6496" y="1944"/>
                    <a:pt x="7137" y="1219"/>
                    <a:pt x="8029" y="773"/>
                  </a:cubicBezTo>
                  <a:close/>
                  <a:moveTo>
                    <a:pt x="4545" y="3840"/>
                  </a:moveTo>
                  <a:cubicBezTo>
                    <a:pt x="5660" y="3923"/>
                    <a:pt x="6524" y="4983"/>
                    <a:pt x="6524" y="6153"/>
                  </a:cubicBezTo>
                  <a:lnTo>
                    <a:pt x="6524" y="6265"/>
                  </a:lnTo>
                  <a:cubicBezTo>
                    <a:pt x="6524" y="6655"/>
                    <a:pt x="6663" y="6990"/>
                    <a:pt x="6942" y="7352"/>
                  </a:cubicBezTo>
                  <a:cubicBezTo>
                    <a:pt x="7081" y="7547"/>
                    <a:pt x="7165" y="7742"/>
                    <a:pt x="7165" y="7937"/>
                  </a:cubicBezTo>
                  <a:cubicBezTo>
                    <a:pt x="7276" y="8300"/>
                    <a:pt x="7053" y="8662"/>
                    <a:pt x="6635" y="8941"/>
                  </a:cubicBezTo>
                  <a:cubicBezTo>
                    <a:pt x="6579" y="8774"/>
                    <a:pt x="6496" y="8578"/>
                    <a:pt x="6356" y="8383"/>
                  </a:cubicBezTo>
                  <a:cubicBezTo>
                    <a:pt x="6291" y="8302"/>
                    <a:pt x="6189" y="8259"/>
                    <a:pt x="6087" y="8259"/>
                  </a:cubicBezTo>
                  <a:cubicBezTo>
                    <a:pt x="6014" y="8259"/>
                    <a:pt x="5941" y="8281"/>
                    <a:pt x="5883" y="8328"/>
                  </a:cubicBezTo>
                  <a:cubicBezTo>
                    <a:pt x="5743" y="8439"/>
                    <a:pt x="5715" y="8634"/>
                    <a:pt x="5827" y="8774"/>
                  </a:cubicBezTo>
                  <a:cubicBezTo>
                    <a:pt x="5994" y="9024"/>
                    <a:pt x="6022" y="9275"/>
                    <a:pt x="5938" y="9470"/>
                  </a:cubicBezTo>
                  <a:cubicBezTo>
                    <a:pt x="5827" y="9693"/>
                    <a:pt x="5604" y="9861"/>
                    <a:pt x="5297" y="10000"/>
                  </a:cubicBezTo>
                  <a:lnTo>
                    <a:pt x="4712" y="9136"/>
                  </a:lnTo>
                  <a:lnTo>
                    <a:pt x="4712" y="8718"/>
                  </a:lnTo>
                  <a:lnTo>
                    <a:pt x="5241" y="8188"/>
                  </a:lnTo>
                  <a:cubicBezTo>
                    <a:pt x="5381" y="8049"/>
                    <a:pt x="5381" y="7882"/>
                    <a:pt x="5241" y="7742"/>
                  </a:cubicBezTo>
                  <a:cubicBezTo>
                    <a:pt x="5172" y="7673"/>
                    <a:pt x="5088" y="7638"/>
                    <a:pt x="5005" y="7638"/>
                  </a:cubicBezTo>
                  <a:cubicBezTo>
                    <a:pt x="4921" y="7638"/>
                    <a:pt x="4837" y="7673"/>
                    <a:pt x="4768" y="7742"/>
                  </a:cubicBezTo>
                  <a:lnTo>
                    <a:pt x="4349" y="8160"/>
                  </a:lnTo>
                  <a:lnTo>
                    <a:pt x="3931" y="7742"/>
                  </a:lnTo>
                  <a:cubicBezTo>
                    <a:pt x="3862" y="7673"/>
                    <a:pt x="3785" y="7638"/>
                    <a:pt x="3708" y="7638"/>
                  </a:cubicBezTo>
                  <a:cubicBezTo>
                    <a:pt x="3632" y="7638"/>
                    <a:pt x="3555" y="7673"/>
                    <a:pt x="3485" y="7742"/>
                  </a:cubicBezTo>
                  <a:cubicBezTo>
                    <a:pt x="3346" y="7882"/>
                    <a:pt x="3346" y="8049"/>
                    <a:pt x="3485" y="8188"/>
                  </a:cubicBezTo>
                  <a:lnTo>
                    <a:pt x="4015" y="8718"/>
                  </a:lnTo>
                  <a:lnTo>
                    <a:pt x="4015" y="9136"/>
                  </a:lnTo>
                  <a:lnTo>
                    <a:pt x="3430" y="10000"/>
                  </a:lnTo>
                  <a:cubicBezTo>
                    <a:pt x="3151" y="9889"/>
                    <a:pt x="2900" y="9693"/>
                    <a:pt x="2788" y="9470"/>
                  </a:cubicBezTo>
                  <a:cubicBezTo>
                    <a:pt x="2677" y="9275"/>
                    <a:pt x="2733" y="9024"/>
                    <a:pt x="2900" y="8774"/>
                  </a:cubicBezTo>
                  <a:cubicBezTo>
                    <a:pt x="3011" y="8634"/>
                    <a:pt x="2956" y="8439"/>
                    <a:pt x="2816" y="8328"/>
                  </a:cubicBezTo>
                  <a:cubicBezTo>
                    <a:pt x="2758" y="8281"/>
                    <a:pt x="2690" y="8259"/>
                    <a:pt x="2623" y="8259"/>
                  </a:cubicBezTo>
                  <a:cubicBezTo>
                    <a:pt x="2529" y="8259"/>
                    <a:pt x="2435" y="8302"/>
                    <a:pt x="2370" y="8383"/>
                  </a:cubicBezTo>
                  <a:cubicBezTo>
                    <a:pt x="2231" y="8578"/>
                    <a:pt x="2175" y="8774"/>
                    <a:pt x="2092" y="8941"/>
                  </a:cubicBezTo>
                  <a:cubicBezTo>
                    <a:pt x="1673" y="8662"/>
                    <a:pt x="1423" y="8328"/>
                    <a:pt x="1423" y="7937"/>
                  </a:cubicBezTo>
                  <a:cubicBezTo>
                    <a:pt x="1423" y="7742"/>
                    <a:pt x="1506" y="7519"/>
                    <a:pt x="1673" y="7352"/>
                  </a:cubicBezTo>
                  <a:cubicBezTo>
                    <a:pt x="1952" y="6990"/>
                    <a:pt x="2092" y="6655"/>
                    <a:pt x="2092" y="6265"/>
                  </a:cubicBezTo>
                  <a:lnTo>
                    <a:pt x="2092" y="6153"/>
                  </a:lnTo>
                  <a:cubicBezTo>
                    <a:pt x="2092" y="4983"/>
                    <a:pt x="2956" y="3923"/>
                    <a:pt x="4071" y="3840"/>
                  </a:cubicBezTo>
                  <a:close/>
                  <a:moveTo>
                    <a:pt x="4461" y="9749"/>
                  </a:moveTo>
                  <a:lnTo>
                    <a:pt x="4712" y="10139"/>
                  </a:lnTo>
                  <a:lnTo>
                    <a:pt x="4461" y="10139"/>
                  </a:lnTo>
                  <a:cubicBezTo>
                    <a:pt x="4405" y="10153"/>
                    <a:pt x="4363" y="10160"/>
                    <a:pt x="4325" y="10160"/>
                  </a:cubicBezTo>
                  <a:cubicBezTo>
                    <a:pt x="4287" y="10160"/>
                    <a:pt x="4252" y="10153"/>
                    <a:pt x="4210" y="10139"/>
                  </a:cubicBezTo>
                  <a:lnTo>
                    <a:pt x="4461" y="9749"/>
                  </a:lnTo>
                  <a:close/>
                  <a:moveTo>
                    <a:pt x="744" y="0"/>
                  </a:moveTo>
                  <a:cubicBezTo>
                    <a:pt x="622" y="0"/>
                    <a:pt x="510" y="68"/>
                    <a:pt x="447" y="216"/>
                  </a:cubicBezTo>
                  <a:cubicBezTo>
                    <a:pt x="1" y="1359"/>
                    <a:pt x="1" y="2641"/>
                    <a:pt x="503" y="3784"/>
                  </a:cubicBezTo>
                  <a:cubicBezTo>
                    <a:pt x="781" y="4453"/>
                    <a:pt x="1200" y="5038"/>
                    <a:pt x="1701" y="5512"/>
                  </a:cubicBezTo>
                  <a:cubicBezTo>
                    <a:pt x="1646" y="5847"/>
                    <a:pt x="1646" y="6098"/>
                    <a:pt x="1646" y="6265"/>
                  </a:cubicBezTo>
                  <a:cubicBezTo>
                    <a:pt x="1646" y="6516"/>
                    <a:pt x="1534" y="6711"/>
                    <a:pt x="1367" y="6962"/>
                  </a:cubicBezTo>
                  <a:cubicBezTo>
                    <a:pt x="1116" y="7268"/>
                    <a:pt x="1004" y="7603"/>
                    <a:pt x="1004" y="7937"/>
                  </a:cubicBezTo>
                  <a:cubicBezTo>
                    <a:pt x="1004" y="8746"/>
                    <a:pt x="1646" y="9359"/>
                    <a:pt x="2370" y="9721"/>
                  </a:cubicBezTo>
                  <a:cubicBezTo>
                    <a:pt x="2677" y="10390"/>
                    <a:pt x="3569" y="10809"/>
                    <a:pt x="4461" y="10809"/>
                  </a:cubicBezTo>
                  <a:cubicBezTo>
                    <a:pt x="5381" y="10809"/>
                    <a:pt x="6217" y="10418"/>
                    <a:pt x="6552" y="9749"/>
                  </a:cubicBezTo>
                  <a:cubicBezTo>
                    <a:pt x="6552" y="9749"/>
                    <a:pt x="6552" y="9721"/>
                    <a:pt x="6579" y="9721"/>
                  </a:cubicBezTo>
                  <a:cubicBezTo>
                    <a:pt x="7332" y="9359"/>
                    <a:pt x="7945" y="8746"/>
                    <a:pt x="7945" y="7937"/>
                  </a:cubicBezTo>
                  <a:cubicBezTo>
                    <a:pt x="7945" y="7603"/>
                    <a:pt x="7834" y="7268"/>
                    <a:pt x="7611" y="6962"/>
                  </a:cubicBezTo>
                  <a:cubicBezTo>
                    <a:pt x="7416" y="6711"/>
                    <a:pt x="7332" y="6516"/>
                    <a:pt x="7332" y="6265"/>
                  </a:cubicBezTo>
                  <a:cubicBezTo>
                    <a:pt x="7332" y="6125"/>
                    <a:pt x="7332" y="5847"/>
                    <a:pt x="7248" y="5512"/>
                  </a:cubicBezTo>
                  <a:cubicBezTo>
                    <a:pt x="7750" y="5038"/>
                    <a:pt x="8168" y="4453"/>
                    <a:pt x="8447" y="3784"/>
                  </a:cubicBezTo>
                  <a:cubicBezTo>
                    <a:pt x="8921" y="2641"/>
                    <a:pt x="8921" y="1359"/>
                    <a:pt x="8475" y="216"/>
                  </a:cubicBezTo>
                  <a:cubicBezTo>
                    <a:pt x="8412" y="68"/>
                    <a:pt x="8300" y="0"/>
                    <a:pt x="8177" y="0"/>
                  </a:cubicBezTo>
                  <a:cubicBezTo>
                    <a:pt x="8138" y="0"/>
                    <a:pt x="8097" y="7"/>
                    <a:pt x="8057" y="21"/>
                  </a:cubicBezTo>
                  <a:cubicBezTo>
                    <a:pt x="6914" y="523"/>
                    <a:pt x="5994" y="1415"/>
                    <a:pt x="5548" y="2530"/>
                  </a:cubicBezTo>
                  <a:cubicBezTo>
                    <a:pt x="5437" y="2780"/>
                    <a:pt x="5381" y="3031"/>
                    <a:pt x="5297" y="3310"/>
                  </a:cubicBezTo>
                  <a:cubicBezTo>
                    <a:pt x="5130" y="3226"/>
                    <a:pt x="4963" y="3199"/>
                    <a:pt x="4740" y="3199"/>
                  </a:cubicBezTo>
                  <a:cubicBezTo>
                    <a:pt x="4656" y="3185"/>
                    <a:pt x="4558" y="3178"/>
                    <a:pt x="4461" y="3178"/>
                  </a:cubicBezTo>
                  <a:cubicBezTo>
                    <a:pt x="4363" y="3178"/>
                    <a:pt x="4266" y="3185"/>
                    <a:pt x="4182" y="3199"/>
                  </a:cubicBezTo>
                  <a:cubicBezTo>
                    <a:pt x="4015" y="3226"/>
                    <a:pt x="3792" y="3254"/>
                    <a:pt x="3625" y="3310"/>
                  </a:cubicBezTo>
                  <a:cubicBezTo>
                    <a:pt x="3569" y="3031"/>
                    <a:pt x="3485" y="2780"/>
                    <a:pt x="3374" y="2530"/>
                  </a:cubicBezTo>
                  <a:cubicBezTo>
                    <a:pt x="2928" y="1387"/>
                    <a:pt x="2036" y="523"/>
                    <a:pt x="865" y="21"/>
                  </a:cubicBezTo>
                  <a:cubicBezTo>
                    <a:pt x="824" y="7"/>
                    <a:pt x="784" y="0"/>
                    <a:pt x="74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2" name="Google Shape;3622;p48"/>
            <p:cNvSpPr/>
            <p:nvPr/>
          </p:nvSpPr>
          <p:spPr>
            <a:xfrm rot="-537108">
              <a:off x="4468759" y="2883937"/>
              <a:ext cx="24732" cy="18476"/>
            </a:xfrm>
            <a:custGeom>
              <a:rect b="b" l="l" r="r" t="t"/>
              <a:pathLst>
                <a:path extrusionOk="0" h="721" w="1081">
                  <a:moveTo>
                    <a:pt x="17" y="657"/>
                  </a:moveTo>
                  <a:cubicBezTo>
                    <a:pt x="-46" y="550"/>
                    <a:pt x="128" y="70"/>
                    <a:pt x="303" y="14"/>
                  </a:cubicBezTo>
                  <a:cubicBezTo>
                    <a:pt x="478" y="-41"/>
                    <a:pt x="1002" y="217"/>
                    <a:pt x="1065" y="324"/>
                  </a:cubicBezTo>
                  <a:cubicBezTo>
                    <a:pt x="1129" y="431"/>
                    <a:pt x="859" y="602"/>
                    <a:pt x="684" y="657"/>
                  </a:cubicBezTo>
                  <a:cubicBezTo>
                    <a:pt x="509" y="713"/>
                    <a:pt x="81" y="764"/>
                    <a:pt x="17" y="657"/>
                  </a:cubicBezTo>
                  <a:close/>
                </a:path>
              </a:pathLst>
            </a:custGeom>
            <a:solidFill>
              <a:schemeClr val="lt2"/>
            </a:solidFill>
            <a:ln>
              <a:noFill/>
            </a:ln>
          </p:spPr>
        </p:sp>
        <p:sp>
          <p:nvSpPr>
            <p:cNvPr id="3623" name="Google Shape;3623;p48"/>
            <p:cNvSpPr/>
            <p:nvPr/>
          </p:nvSpPr>
          <p:spPr>
            <a:xfrm flipH="1" rot="537108">
              <a:off x="4653897" y="2883937"/>
              <a:ext cx="24732" cy="18476"/>
            </a:xfrm>
            <a:custGeom>
              <a:rect b="b" l="l" r="r" t="t"/>
              <a:pathLst>
                <a:path extrusionOk="0" h="721" w="1081">
                  <a:moveTo>
                    <a:pt x="17" y="657"/>
                  </a:moveTo>
                  <a:cubicBezTo>
                    <a:pt x="-46" y="550"/>
                    <a:pt x="128" y="70"/>
                    <a:pt x="303" y="14"/>
                  </a:cubicBezTo>
                  <a:cubicBezTo>
                    <a:pt x="478" y="-41"/>
                    <a:pt x="1002" y="217"/>
                    <a:pt x="1065" y="324"/>
                  </a:cubicBezTo>
                  <a:cubicBezTo>
                    <a:pt x="1129" y="431"/>
                    <a:pt x="859" y="602"/>
                    <a:pt x="684" y="657"/>
                  </a:cubicBezTo>
                  <a:cubicBezTo>
                    <a:pt x="509" y="713"/>
                    <a:pt x="81" y="764"/>
                    <a:pt x="17" y="657"/>
                  </a:cubicBezTo>
                  <a:close/>
                </a:path>
              </a:pathLst>
            </a:custGeom>
            <a:solidFill>
              <a:schemeClr val="lt2"/>
            </a:solidFill>
            <a:ln>
              <a:noFill/>
            </a:ln>
          </p:spPr>
        </p:sp>
      </p:gr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7" name="Shape 3627"/>
        <p:cNvGrpSpPr/>
        <p:nvPr/>
      </p:nvGrpSpPr>
      <p:grpSpPr>
        <a:xfrm>
          <a:off x="0" y="0"/>
          <a:ext cx="0" cy="0"/>
          <a:chOff x="0" y="0"/>
          <a:chExt cx="0" cy="0"/>
        </a:xfrm>
      </p:grpSpPr>
      <p:sp>
        <p:nvSpPr>
          <p:cNvPr id="3628" name="Google Shape;3628;p49"/>
          <p:cNvSpPr txBox="1"/>
          <p:nvPr>
            <p:ph type="title"/>
          </p:nvPr>
        </p:nvSpPr>
        <p:spPr>
          <a:xfrm>
            <a:off x="713225" y="539500"/>
            <a:ext cx="7717500" cy="48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rPr>
              <a:t>SEO </a:t>
            </a:r>
            <a:r>
              <a:rPr lang="en"/>
              <a:t>&amp; marketing ico</a:t>
            </a:r>
            <a:r>
              <a:rPr lang="en">
                <a:solidFill>
                  <a:schemeClr val="lt1"/>
                </a:solidFill>
              </a:rPr>
              <a:t>ns</a:t>
            </a:r>
            <a:endParaRPr>
              <a:solidFill>
                <a:schemeClr val="lt1"/>
              </a:solidFill>
            </a:endParaRPr>
          </a:p>
        </p:txBody>
      </p:sp>
      <p:sp>
        <p:nvSpPr>
          <p:cNvPr id="3629" name="Google Shape;3629;p49"/>
          <p:cNvSpPr/>
          <p:nvPr/>
        </p:nvSpPr>
        <p:spPr>
          <a:xfrm>
            <a:off x="713230" y="1995823"/>
            <a:ext cx="283715" cy="276837"/>
          </a:xfrm>
          <a:custGeom>
            <a:rect b="b" l="l" r="r" t="t"/>
            <a:pathLst>
              <a:path extrusionOk="0" h="11713" w="12004">
                <a:moveTo>
                  <a:pt x="8633" y="2088"/>
                </a:moveTo>
                <a:cubicBezTo>
                  <a:pt x="8900" y="2088"/>
                  <a:pt x="9168" y="2182"/>
                  <a:pt x="9357" y="2371"/>
                </a:cubicBezTo>
                <a:cubicBezTo>
                  <a:pt x="9767" y="2781"/>
                  <a:pt x="9767" y="3442"/>
                  <a:pt x="9357" y="3820"/>
                </a:cubicBezTo>
                <a:lnTo>
                  <a:pt x="8128" y="5018"/>
                </a:lnTo>
                <a:cubicBezTo>
                  <a:pt x="7939" y="4702"/>
                  <a:pt x="7750" y="4419"/>
                  <a:pt x="7498" y="4135"/>
                </a:cubicBezTo>
                <a:cubicBezTo>
                  <a:pt x="7278" y="3915"/>
                  <a:pt x="6994" y="3726"/>
                  <a:pt x="6679" y="3568"/>
                </a:cubicBezTo>
                <a:lnTo>
                  <a:pt x="7908" y="2371"/>
                </a:lnTo>
                <a:cubicBezTo>
                  <a:pt x="8097" y="2182"/>
                  <a:pt x="8365" y="2088"/>
                  <a:pt x="8633" y="2088"/>
                </a:cubicBezTo>
                <a:close/>
                <a:moveTo>
                  <a:pt x="5230" y="5333"/>
                </a:moveTo>
                <a:cubicBezTo>
                  <a:pt x="5514" y="5333"/>
                  <a:pt x="5829" y="5396"/>
                  <a:pt x="6018" y="5648"/>
                </a:cubicBezTo>
                <a:cubicBezTo>
                  <a:pt x="6207" y="5837"/>
                  <a:pt x="6333" y="6120"/>
                  <a:pt x="6333" y="6435"/>
                </a:cubicBezTo>
                <a:cubicBezTo>
                  <a:pt x="6049" y="6435"/>
                  <a:pt x="5766" y="6309"/>
                  <a:pt x="5545" y="6120"/>
                </a:cubicBezTo>
                <a:cubicBezTo>
                  <a:pt x="5356" y="5931"/>
                  <a:pt x="5230" y="5648"/>
                  <a:pt x="5230" y="5333"/>
                </a:cubicBezTo>
                <a:close/>
                <a:moveTo>
                  <a:pt x="8617" y="717"/>
                </a:moveTo>
                <a:cubicBezTo>
                  <a:pt x="9223" y="717"/>
                  <a:pt x="9830" y="953"/>
                  <a:pt x="10302" y="1426"/>
                </a:cubicBezTo>
                <a:cubicBezTo>
                  <a:pt x="11247" y="2340"/>
                  <a:pt x="11247" y="3883"/>
                  <a:pt x="10302" y="4828"/>
                </a:cubicBezTo>
                <a:lnTo>
                  <a:pt x="8381" y="6719"/>
                </a:lnTo>
                <a:cubicBezTo>
                  <a:pt x="8412" y="6404"/>
                  <a:pt x="8412" y="6089"/>
                  <a:pt x="8349" y="5774"/>
                </a:cubicBezTo>
                <a:lnTo>
                  <a:pt x="9798" y="4356"/>
                </a:lnTo>
                <a:cubicBezTo>
                  <a:pt x="10460" y="3663"/>
                  <a:pt x="10460" y="2560"/>
                  <a:pt x="9798" y="1930"/>
                </a:cubicBezTo>
                <a:cubicBezTo>
                  <a:pt x="9467" y="1599"/>
                  <a:pt x="9034" y="1434"/>
                  <a:pt x="8601" y="1434"/>
                </a:cubicBezTo>
                <a:cubicBezTo>
                  <a:pt x="8168" y="1434"/>
                  <a:pt x="7735" y="1599"/>
                  <a:pt x="7404" y="1930"/>
                </a:cubicBezTo>
                <a:cubicBezTo>
                  <a:pt x="7309" y="2025"/>
                  <a:pt x="5356" y="3946"/>
                  <a:pt x="5073" y="4230"/>
                </a:cubicBezTo>
                <a:cubicBezTo>
                  <a:pt x="4411" y="4892"/>
                  <a:pt x="4411" y="5963"/>
                  <a:pt x="5073" y="6624"/>
                </a:cubicBezTo>
                <a:cubicBezTo>
                  <a:pt x="5356" y="6908"/>
                  <a:pt x="5671" y="7065"/>
                  <a:pt x="6049" y="7097"/>
                </a:cubicBezTo>
                <a:lnTo>
                  <a:pt x="5514" y="7664"/>
                </a:lnTo>
                <a:cubicBezTo>
                  <a:pt x="5167" y="7538"/>
                  <a:pt x="4883" y="7349"/>
                  <a:pt x="4600" y="7097"/>
                </a:cubicBezTo>
                <a:cubicBezTo>
                  <a:pt x="3655" y="6152"/>
                  <a:pt x="3655" y="4671"/>
                  <a:pt x="4600" y="3726"/>
                </a:cubicBezTo>
                <a:lnTo>
                  <a:pt x="6931" y="1426"/>
                </a:lnTo>
                <a:cubicBezTo>
                  <a:pt x="7404" y="953"/>
                  <a:pt x="8010" y="717"/>
                  <a:pt x="8617" y="717"/>
                </a:cubicBezTo>
                <a:close/>
                <a:moveTo>
                  <a:pt x="3497" y="6719"/>
                </a:moveTo>
                <a:cubicBezTo>
                  <a:pt x="3655" y="7034"/>
                  <a:pt x="3844" y="7286"/>
                  <a:pt x="4127" y="7569"/>
                </a:cubicBezTo>
                <a:cubicBezTo>
                  <a:pt x="4348" y="7821"/>
                  <a:pt x="4663" y="8042"/>
                  <a:pt x="4978" y="8168"/>
                </a:cubicBezTo>
                <a:lnTo>
                  <a:pt x="3812" y="9334"/>
                </a:lnTo>
                <a:cubicBezTo>
                  <a:pt x="3608" y="9538"/>
                  <a:pt x="3340" y="9641"/>
                  <a:pt x="3076" y="9641"/>
                </a:cubicBezTo>
                <a:cubicBezTo>
                  <a:pt x="2812" y="9641"/>
                  <a:pt x="2552" y="9538"/>
                  <a:pt x="2363" y="9334"/>
                </a:cubicBezTo>
                <a:cubicBezTo>
                  <a:pt x="1954" y="8956"/>
                  <a:pt x="1954" y="8294"/>
                  <a:pt x="2363" y="7884"/>
                </a:cubicBezTo>
                <a:lnTo>
                  <a:pt x="3497" y="6719"/>
                </a:lnTo>
                <a:close/>
                <a:moveTo>
                  <a:pt x="6112" y="4135"/>
                </a:moveTo>
                <a:cubicBezTo>
                  <a:pt x="6396" y="4261"/>
                  <a:pt x="6742" y="4450"/>
                  <a:pt x="6963" y="4702"/>
                </a:cubicBezTo>
                <a:cubicBezTo>
                  <a:pt x="7908" y="5648"/>
                  <a:pt x="7908" y="7128"/>
                  <a:pt x="6963" y="8073"/>
                </a:cubicBezTo>
                <a:lnTo>
                  <a:pt x="4757" y="10342"/>
                </a:lnTo>
                <a:cubicBezTo>
                  <a:pt x="4285" y="10814"/>
                  <a:pt x="3671" y="11051"/>
                  <a:pt x="3056" y="11051"/>
                </a:cubicBezTo>
                <a:cubicBezTo>
                  <a:pt x="2442" y="11051"/>
                  <a:pt x="1828" y="10814"/>
                  <a:pt x="1355" y="10342"/>
                </a:cubicBezTo>
                <a:cubicBezTo>
                  <a:pt x="945" y="9901"/>
                  <a:pt x="662" y="9271"/>
                  <a:pt x="662" y="8641"/>
                </a:cubicBezTo>
                <a:cubicBezTo>
                  <a:pt x="662" y="8010"/>
                  <a:pt x="882" y="7380"/>
                  <a:pt x="1355" y="6939"/>
                </a:cubicBezTo>
                <a:lnTo>
                  <a:pt x="3214" y="5081"/>
                </a:lnTo>
                <a:lnTo>
                  <a:pt x="3214" y="5081"/>
                </a:lnTo>
                <a:cubicBezTo>
                  <a:pt x="3182" y="5396"/>
                  <a:pt x="3214" y="5679"/>
                  <a:pt x="3245" y="5994"/>
                </a:cubicBezTo>
                <a:lnTo>
                  <a:pt x="1828" y="7443"/>
                </a:lnTo>
                <a:cubicBezTo>
                  <a:pt x="1166" y="8105"/>
                  <a:pt x="1166" y="9176"/>
                  <a:pt x="1828" y="9838"/>
                </a:cubicBezTo>
                <a:cubicBezTo>
                  <a:pt x="2174" y="10184"/>
                  <a:pt x="2623" y="10358"/>
                  <a:pt x="3064" y="10358"/>
                </a:cubicBezTo>
                <a:cubicBezTo>
                  <a:pt x="3505" y="10358"/>
                  <a:pt x="3938" y="10184"/>
                  <a:pt x="4253" y="9838"/>
                </a:cubicBezTo>
                <a:lnTo>
                  <a:pt x="6490" y="7569"/>
                </a:lnTo>
                <a:cubicBezTo>
                  <a:pt x="7152" y="6908"/>
                  <a:pt x="7152" y="5837"/>
                  <a:pt x="6490" y="5175"/>
                </a:cubicBezTo>
                <a:cubicBezTo>
                  <a:pt x="6207" y="4892"/>
                  <a:pt x="5892" y="4734"/>
                  <a:pt x="5514" y="4702"/>
                </a:cubicBezTo>
                <a:lnTo>
                  <a:pt x="6112" y="4135"/>
                </a:lnTo>
                <a:close/>
                <a:moveTo>
                  <a:pt x="8585" y="0"/>
                </a:moveTo>
                <a:cubicBezTo>
                  <a:pt x="7798" y="0"/>
                  <a:pt x="7010" y="308"/>
                  <a:pt x="6396" y="922"/>
                </a:cubicBezTo>
                <a:lnTo>
                  <a:pt x="4096" y="3190"/>
                </a:lnTo>
                <a:lnTo>
                  <a:pt x="882" y="6467"/>
                </a:lnTo>
                <a:cubicBezTo>
                  <a:pt x="315" y="7065"/>
                  <a:pt x="0" y="7821"/>
                  <a:pt x="0" y="8641"/>
                </a:cubicBezTo>
                <a:cubicBezTo>
                  <a:pt x="0" y="9460"/>
                  <a:pt x="315" y="10247"/>
                  <a:pt x="882" y="10814"/>
                </a:cubicBezTo>
                <a:cubicBezTo>
                  <a:pt x="1497" y="11413"/>
                  <a:pt x="2284" y="11712"/>
                  <a:pt x="3072" y="11712"/>
                </a:cubicBezTo>
                <a:cubicBezTo>
                  <a:pt x="3860" y="11712"/>
                  <a:pt x="4647" y="11413"/>
                  <a:pt x="5262" y="10814"/>
                </a:cubicBezTo>
                <a:cubicBezTo>
                  <a:pt x="8034" y="8010"/>
                  <a:pt x="6837" y="9145"/>
                  <a:pt x="10775" y="5301"/>
                </a:cubicBezTo>
                <a:cubicBezTo>
                  <a:pt x="12004" y="4072"/>
                  <a:pt x="12004" y="2151"/>
                  <a:pt x="10775" y="922"/>
                </a:cubicBezTo>
                <a:cubicBezTo>
                  <a:pt x="10161" y="308"/>
                  <a:pt x="9373" y="0"/>
                  <a:pt x="858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30" name="Google Shape;3630;p49"/>
          <p:cNvGrpSpPr/>
          <p:nvPr/>
        </p:nvGrpSpPr>
        <p:grpSpPr>
          <a:xfrm>
            <a:off x="5532267" y="1996473"/>
            <a:ext cx="279248" cy="275537"/>
            <a:chOff x="-6713450" y="2397900"/>
            <a:chExt cx="295375" cy="291450"/>
          </a:xfrm>
        </p:grpSpPr>
        <p:sp>
          <p:nvSpPr>
            <p:cNvPr id="3631" name="Google Shape;3631;p49"/>
            <p:cNvSpPr/>
            <p:nvPr/>
          </p:nvSpPr>
          <p:spPr>
            <a:xfrm>
              <a:off x="-6628400" y="2465650"/>
              <a:ext cx="69350" cy="17350"/>
            </a:xfrm>
            <a:custGeom>
              <a:rect b="b" l="l" r="r" t="t"/>
              <a:pathLst>
                <a:path extrusionOk="0" h="694" w="2774">
                  <a:moveTo>
                    <a:pt x="379" y="0"/>
                  </a:moveTo>
                  <a:cubicBezTo>
                    <a:pt x="158" y="0"/>
                    <a:pt x="1" y="158"/>
                    <a:pt x="1" y="347"/>
                  </a:cubicBezTo>
                  <a:cubicBezTo>
                    <a:pt x="1" y="536"/>
                    <a:pt x="158" y="693"/>
                    <a:pt x="379" y="693"/>
                  </a:cubicBezTo>
                  <a:lnTo>
                    <a:pt x="2427" y="693"/>
                  </a:lnTo>
                  <a:cubicBezTo>
                    <a:pt x="2616" y="693"/>
                    <a:pt x="2773" y="536"/>
                    <a:pt x="2773" y="347"/>
                  </a:cubicBezTo>
                  <a:cubicBezTo>
                    <a:pt x="2773" y="158"/>
                    <a:pt x="2616" y="0"/>
                    <a:pt x="242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2" name="Google Shape;3632;p49"/>
            <p:cNvSpPr/>
            <p:nvPr/>
          </p:nvSpPr>
          <p:spPr>
            <a:xfrm>
              <a:off x="-6713450" y="2397900"/>
              <a:ext cx="295375" cy="291450"/>
            </a:xfrm>
            <a:custGeom>
              <a:rect b="b" l="l" r="r" t="t"/>
              <a:pathLst>
                <a:path extrusionOk="0" h="11658" w="11815">
                  <a:moveTo>
                    <a:pt x="2048" y="1167"/>
                  </a:moveTo>
                  <a:lnTo>
                    <a:pt x="2048" y="2017"/>
                  </a:lnTo>
                  <a:lnTo>
                    <a:pt x="1166" y="2017"/>
                  </a:lnTo>
                  <a:lnTo>
                    <a:pt x="2048" y="1167"/>
                  </a:lnTo>
                  <a:close/>
                  <a:moveTo>
                    <a:pt x="10330" y="2773"/>
                  </a:moveTo>
                  <a:cubicBezTo>
                    <a:pt x="10507" y="2773"/>
                    <a:pt x="10680" y="2836"/>
                    <a:pt x="10806" y="2962"/>
                  </a:cubicBezTo>
                  <a:cubicBezTo>
                    <a:pt x="11058" y="3246"/>
                    <a:pt x="11058" y="3687"/>
                    <a:pt x="10775" y="3908"/>
                  </a:cubicBezTo>
                  <a:lnTo>
                    <a:pt x="10176" y="4506"/>
                  </a:lnTo>
                  <a:lnTo>
                    <a:pt x="9231" y="3561"/>
                  </a:lnTo>
                  <a:lnTo>
                    <a:pt x="9830" y="2962"/>
                  </a:lnTo>
                  <a:cubicBezTo>
                    <a:pt x="9972" y="2836"/>
                    <a:pt x="10153" y="2773"/>
                    <a:pt x="10330" y="2773"/>
                  </a:cubicBezTo>
                  <a:close/>
                  <a:moveTo>
                    <a:pt x="8727" y="4034"/>
                  </a:moveTo>
                  <a:lnTo>
                    <a:pt x="9672" y="4979"/>
                  </a:lnTo>
                  <a:cubicBezTo>
                    <a:pt x="8538" y="6207"/>
                    <a:pt x="7026" y="7688"/>
                    <a:pt x="5892" y="8854"/>
                  </a:cubicBezTo>
                  <a:lnTo>
                    <a:pt x="4915" y="7846"/>
                  </a:lnTo>
                  <a:lnTo>
                    <a:pt x="8727" y="4034"/>
                  </a:lnTo>
                  <a:close/>
                  <a:moveTo>
                    <a:pt x="4600" y="8539"/>
                  </a:moveTo>
                  <a:lnTo>
                    <a:pt x="5230" y="9169"/>
                  </a:lnTo>
                  <a:lnTo>
                    <a:pt x="4285" y="9421"/>
                  </a:lnTo>
                  <a:cubicBezTo>
                    <a:pt x="4348" y="9232"/>
                    <a:pt x="4505" y="8728"/>
                    <a:pt x="4600" y="8539"/>
                  </a:cubicBezTo>
                  <a:close/>
                  <a:moveTo>
                    <a:pt x="7908" y="694"/>
                  </a:moveTo>
                  <a:cubicBezTo>
                    <a:pt x="8097" y="694"/>
                    <a:pt x="8255" y="852"/>
                    <a:pt x="8255" y="1041"/>
                  </a:cubicBezTo>
                  <a:lnTo>
                    <a:pt x="8255" y="3592"/>
                  </a:lnTo>
                  <a:lnTo>
                    <a:pt x="7467" y="4380"/>
                  </a:lnTo>
                  <a:cubicBezTo>
                    <a:pt x="7435" y="4286"/>
                    <a:pt x="7309" y="4160"/>
                    <a:pt x="7152" y="4160"/>
                  </a:cubicBezTo>
                  <a:lnTo>
                    <a:pt x="1733" y="4160"/>
                  </a:lnTo>
                  <a:cubicBezTo>
                    <a:pt x="1512" y="4160"/>
                    <a:pt x="1386" y="4317"/>
                    <a:pt x="1386" y="4506"/>
                  </a:cubicBezTo>
                  <a:cubicBezTo>
                    <a:pt x="1386" y="4695"/>
                    <a:pt x="1512" y="4853"/>
                    <a:pt x="1733" y="4853"/>
                  </a:cubicBezTo>
                  <a:lnTo>
                    <a:pt x="6994" y="4853"/>
                  </a:lnTo>
                  <a:lnTo>
                    <a:pt x="6333" y="5546"/>
                  </a:lnTo>
                  <a:lnTo>
                    <a:pt x="1733" y="5546"/>
                  </a:lnTo>
                  <a:cubicBezTo>
                    <a:pt x="1512" y="5546"/>
                    <a:pt x="1355" y="5703"/>
                    <a:pt x="1355" y="5892"/>
                  </a:cubicBezTo>
                  <a:cubicBezTo>
                    <a:pt x="1355" y="6081"/>
                    <a:pt x="1512" y="6239"/>
                    <a:pt x="1733" y="6239"/>
                  </a:cubicBezTo>
                  <a:lnTo>
                    <a:pt x="5608" y="6239"/>
                  </a:lnTo>
                  <a:lnTo>
                    <a:pt x="4947" y="6901"/>
                  </a:lnTo>
                  <a:lnTo>
                    <a:pt x="1733" y="6901"/>
                  </a:lnTo>
                  <a:cubicBezTo>
                    <a:pt x="1512" y="6901"/>
                    <a:pt x="1355" y="7058"/>
                    <a:pt x="1355" y="7279"/>
                  </a:cubicBezTo>
                  <a:cubicBezTo>
                    <a:pt x="1355" y="7468"/>
                    <a:pt x="1512" y="7625"/>
                    <a:pt x="1733" y="7625"/>
                  </a:cubicBezTo>
                  <a:lnTo>
                    <a:pt x="4285" y="7625"/>
                  </a:lnTo>
                  <a:cubicBezTo>
                    <a:pt x="4190" y="7688"/>
                    <a:pt x="4159" y="7751"/>
                    <a:pt x="4127" y="7814"/>
                  </a:cubicBezTo>
                  <a:lnTo>
                    <a:pt x="3970" y="8287"/>
                  </a:lnTo>
                  <a:lnTo>
                    <a:pt x="1733" y="8287"/>
                  </a:lnTo>
                  <a:cubicBezTo>
                    <a:pt x="1512" y="8287"/>
                    <a:pt x="1355" y="8444"/>
                    <a:pt x="1355" y="8633"/>
                  </a:cubicBezTo>
                  <a:cubicBezTo>
                    <a:pt x="1355" y="8854"/>
                    <a:pt x="1512" y="9011"/>
                    <a:pt x="1733" y="9011"/>
                  </a:cubicBezTo>
                  <a:lnTo>
                    <a:pt x="3718" y="9011"/>
                  </a:lnTo>
                  <a:lnTo>
                    <a:pt x="3466" y="9893"/>
                  </a:lnTo>
                  <a:cubicBezTo>
                    <a:pt x="3385" y="10136"/>
                    <a:pt x="3557" y="10355"/>
                    <a:pt x="3766" y="10355"/>
                  </a:cubicBezTo>
                  <a:cubicBezTo>
                    <a:pt x="3802" y="10355"/>
                    <a:pt x="3839" y="10348"/>
                    <a:pt x="3875" y="10335"/>
                  </a:cubicBezTo>
                  <a:lnTo>
                    <a:pt x="6018" y="9704"/>
                  </a:lnTo>
                  <a:cubicBezTo>
                    <a:pt x="6049" y="9704"/>
                    <a:pt x="6144" y="9673"/>
                    <a:pt x="6175" y="9641"/>
                  </a:cubicBezTo>
                  <a:lnTo>
                    <a:pt x="8286" y="7499"/>
                  </a:lnTo>
                  <a:lnTo>
                    <a:pt x="8286" y="10681"/>
                  </a:lnTo>
                  <a:cubicBezTo>
                    <a:pt x="8255" y="10839"/>
                    <a:pt x="8097" y="10996"/>
                    <a:pt x="7908" y="10996"/>
                  </a:cubicBezTo>
                  <a:lnTo>
                    <a:pt x="1040" y="10996"/>
                  </a:lnTo>
                  <a:cubicBezTo>
                    <a:pt x="851" y="10996"/>
                    <a:pt x="693" y="10839"/>
                    <a:pt x="693" y="10650"/>
                  </a:cubicBezTo>
                  <a:lnTo>
                    <a:pt x="693" y="2742"/>
                  </a:lnTo>
                  <a:lnTo>
                    <a:pt x="2395" y="2742"/>
                  </a:lnTo>
                  <a:cubicBezTo>
                    <a:pt x="2584" y="2742"/>
                    <a:pt x="2741" y="2584"/>
                    <a:pt x="2741" y="2395"/>
                  </a:cubicBezTo>
                  <a:lnTo>
                    <a:pt x="2741" y="694"/>
                  </a:lnTo>
                  <a:close/>
                  <a:moveTo>
                    <a:pt x="2363" y="1"/>
                  </a:moveTo>
                  <a:cubicBezTo>
                    <a:pt x="2237" y="1"/>
                    <a:pt x="2143" y="64"/>
                    <a:pt x="2111" y="127"/>
                  </a:cubicBezTo>
                  <a:lnTo>
                    <a:pt x="158" y="2112"/>
                  </a:lnTo>
                  <a:cubicBezTo>
                    <a:pt x="63" y="2175"/>
                    <a:pt x="0" y="2269"/>
                    <a:pt x="0" y="2364"/>
                  </a:cubicBezTo>
                  <a:lnTo>
                    <a:pt x="0" y="10650"/>
                  </a:lnTo>
                  <a:cubicBezTo>
                    <a:pt x="0" y="11217"/>
                    <a:pt x="473" y="11658"/>
                    <a:pt x="1008" y="11658"/>
                  </a:cubicBezTo>
                  <a:lnTo>
                    <a:pt x="7908" y="11658"/>
                  </a:lnTo>
                  <a:cubicBezTo>
                    <a:pt x="8444" y="11658"/>
                    <a:pt x="8916" y="11217"/>
                    <a:pt x="8916" y="10650"/>
                  </a:cubicBezTo>
                  <a:lnTo>
                    <a:pt x="8916" y="6774"/>
                  </a:lnTo>
                  <a:lnTo>
                    <a:pt x="11279" y="4412"/>
                  </a:lnTo>
                  <a:cubicBezTo>
                    <a:pt x="11815" y="3876"/>
                    <a:pt x="11815" y="3025"/>
                    <a:pt x="11279" y="2490"/>
                  </a:cubicBezTo>
                  <a:cubicBezTo>
                    <a:pt x="11011" y="2222"/>
                    <a:pt x="10657" y="2088"/>
                    <a:pt x="10306" y="2088"/>
                  </a:cubicBezTo>
                  <a:cubicBezTo>
                    <a:pt x="9956" y="2088"/>
                    <a:pt x="9609" y="2222"/>
                    <a:pt x="9357" y="2490"/>
                  </a:cubicBezTo>
                  <a:lnTo>
                    <a:pt x="8916" y="2931"/>
                  </a:lnTo>
                  <a:lnTo>
                    <a:pt x="8916" y="1041"/>
                  </a:lnTo>
                  <a:cubicBezTo>
                    <a:pt x="8916" y="474"/>
                    <a:pt x="8444" y="1"/>
                    <a:pt x="790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33" name="Google Shape;3633;p49"/>
          <p:cNvSpPr/>
          <p:nvPr/>
        </p:nvSpPr>
        <p:spPr>
          <a:xfrm>
            <a:off x="2904442" y="2432578"/>
            <a:ext cx="279271" cy="276270"/>
          </a:xfrm>
          <a:custGeom>
            <a:rect b="b" l="l" r="r" t="t"/>
            <a:pathLst>
              <a:path extrusionOk="0" h="11689" w="11816">
                <a:moveTo>
                  <a:pt x="7026" y="757"/>
                </a:moveTo>
                <a:lnTo>
                  <a:pt x="7026" y="2710"/>
                </a:lnTo>
                <a:lnTo>
                  <a:pt x="5829" y="2710"/>
                </a:lnTo>
                <a:cubicBezTo>
                  <a:pt x="5924" y="2332"/>
                  <a:pt x="6081" y="1954"/>
                  <a:pt x="6176" y="1702"/>
                </a:cubicBezTo>
                <a:cubicBezTo>
                  <a:pt x="6428" y="1229"/>
                  <a:pt x="6711" y="914"/>
                  <a:pt x="7026" y="757"/>
                </a:cubicBezTo>
                <a:close/>
                <a:moveTo>
                  <a:pt x="7688" y="757"/>
                </a:moveTo>
                <a:cubicBezTo>
                  <a:pt x="8003" y="914"/>
                  <a:pt x="8287" y="1229"/>
                  <a:pt x="8507" y="1702"/>
                </a:cubicBezTo>
                <a:cubicBezTo>
                  <a:pt x="8665" y="2017"/>
                  <a:pt x="8791" y="2364"/>
                  <a:pt x="8854" y="2710"/>
                </a:cubicBezTo>
                <a:lnTo>
                  <a:pt x="7688" y="2710"/>
                </a:lnTo>
                <a:lnTo>
                  <a:pt x="7688" y="757"/>
                </a:lnTo>
                <a:close/>
                <a:moveTo>
                  <a:pt x="8917" y="977"/>
                </a:moveTo>
                <a:cubicBezTo>
                  <a:pt x="9704" y="1387"/>
                  <a:pt x="10334" y="1954"/>
                  <a:pt x="10712" y="2710"/>
                </a:cubicBezTo>
                <a:lnTo>
                  <a:pt x="9578" y="2710"/>
                </a:lnTo>
                <a:cubicBezTo>
                  <a:pt x="9452" y="2206"/>
                  <a:pt x="9295" y="1765"/>
                  <a:pt x="9106" y="1387"/>
                </a:cubicBezTo>
                <a:cubicBezTo>
                  <a:pt x="9011" y="1261"/>
                  <a:pt x="8948" y="1103"/>
                  <a:pt x="8917" y="977"/>
                </a:cubicBezTo>
                <a:close/>
                <a:moveTo>
                  <a:pt x="5798" y="1009"/>
                </a:moveTo>
                <a:lnTo>
                  <a:pt x="5798" y="1009"/>
                </a:lnTo>
                <a:cubicBezTo>
                  <a:pt x="5703" y="1135"/>
                  <a:pt x="5640" y="1261"/>
                  <a:pt x="5609" y="1418"/>
                </a:cubicBezTo>
                <a:cubicBezTo>
                  <a:pt x="5388" y="1796"/>
                  <a:pt x="5231" y="2269"/>
                  <a:pt x="5136" y="2742"/>
                </a:cubicBezTo>
                <a:lnTo>
                  <a:pt x="3970" y="2742"/>
                </a:lnTo>
                <a:cubicBezTo>
                  <a:pt x="4380" y="1954"/>
                  <a:pt x="5042" y="1387"/>
                  <a:pt x="5798" y="1009"/>
                </a:cubicBezTo>
                <a:close/>
                <a:moveTo>
                  <a:pt x="5010" y="3435"/>
                </a:moveTo>
                <a:cubicBezTo>
                  <a:pt x="4978" y="3750"/>
                  <a:pt x="4915" y="4096"/>
                  <a:pt x="4915" y="4443"/>
                </a:cubicBezTo>
                <a:cubicBezTo>
                  <a:pt x="4978" y="4789"/>
                  <a:pt x="4978" y="5167"/>
                  <a:pt x="5010" y="5482"/>
                </a:cubicBezTo>
                <a:lnTo>
                  <a:pt x="3718" y="5482"/>
                </a:lnTo>
                <a:cubicBezTo>
                  <a:pt x="3624" y="5167"/>
                  <a:pt x="3561" y="4789"/>
                  <a:pt x="3561" y="4443"/>
                </a:cubicBezTo>
                <a:cubicBezTo>
                  <a:pt x="3561" y="4096"/>
                  <a:pt x="3592" y="3750"/>
                  <a:pt x="3718" y="3435"/>
                </a:cubicBezTo>
                <a:close/>
                <a:moveTo>
                  <a:pt x="7026" y="3435"/>
                </a:moveTo>
                <a:lnTo>
                  <a:pt x="7026" y="5482"/>
                </a:lnTo>
                <a:lnTo>
                  <a:pt x="5703" y="5482"/>
                </a:lnTo>
                <a:cubicBezTo>
                  <a:pt x="5672" y="5136"/>
                  <a:pt x="5640" y="4789"/>
                  <a:pt x="5640" y="4443"/>
                </a:cubicBezTo>
                <a:cubicBezTo>
                  <a:pt x="5640" y="4096"/>
                  <a:pt x="5672" y="3718"/>
                  <a:pt x="5703" y="3435"/>
                </a:cubicBezTo>
                <a:close/>
                <a:moveTo>
                  <a:pt x="8980" y="3435"/>
                </a:moveTo>
                <a:cubicBezTo>
                  <a:pt x="9011" y="3750"/>
                  <a:pt x="9074" y="4096"/>
                  <a:pt x="9074" y="4443"/>
                </a:cubicBezTo>
                <a:cubicBezTo>
                  <a:pt x="9074" y="4789"/>
                  <a:pt x="9011" y="5167"/>
                  <a:pt x="8980" y="5482"/>
                </a:cubicBezTo>
                <a:lnTo>
                  <a:pt x="7688" y="5482"/>
                </a:lnTo>
                <a:lnTo>
                  <a:pt x="7688" y="3435"/>
                </a:lnTo>
                <a:close/>
                <a:moveTo>
                  <a:pt x="10996" y="3435"/>
                </a:moveTo>
                <a:cubicBezTo>
                  <a:pt x="11059" y="3750"/>
                  <a:pt x="11153" y="4096"/>
                  <a:pt x="11153" y="4443"/>
                </a:cubicBezTo>
                <a:cubicBezTo>
                  <a:pt x="11153" y="4789"/>
                  <a:pt x="11122" y="5167"/>
                  <a:pt x="10996" y="5482"/>
                </a:cubicBezTo>
                <a:lnTo>
                  <a:pt x="9704" y="5482"/>
                </a:lnTo>
                <a:cubicBezTo>
                  <a:pt x="9736" y="5136"/>
                  <a:pt x="9767" y="4789"/>
                  <a:pt x="9767" y="4443"/>
                </a:cubicBezTo>
                <a:cubicBezTo>
                  <a:pt x="9736" y="4096"/>
                  <a:pt x="9736" y="3750"/>
                  <a:pt x="9704" y="3435"/>
                </a:cubicBezTo>
                <a:close/>
                <a:moveTo>
                  <a:pt x="5136" y="6144"/>
                </a:moveTo>
                <a:cubicBezTo>
                  <a:pt x="5231" y="6648"/>
                  <a:pt x="5388" y="7089"/>
                  <a:pt x="5609" y="7467"/>
                </a:cubicBezTo>
                <a:cubicBezTo>
                  <a:pt x="5672" y="7593"/>
                  <a:pt x="5766" y="7751"/>
                  <a:pt x="5798" y="7877"/>
                </a:cubicBezTo>
                <a:cubicBezTo>
                  <a:pt x="5042" y="7530"/>
                  <a:pt x="4380" y="6932"/>
                  <a:pt x="3970" y="6144"/>
                </a:cubicBezTo>
                <a:close/>
                <a:moveTo>
                  <a:pt x="10712" y="6144"/>
                </a:moveTo>
                <a:cubicBezTo>
                  <a:pt x="10334" y="6932"/>
                  <a:pt x="9704" y="7530"/>
                  <a:pt x="8917" y="7877"/>
                </a:cubicBezTo>
                <a:cubicBezTo>
                  <a:pt x="8980" y="7751"/>
                  <a:pt x="9074" y="7625"/>
                  <a:pt x="9106" y="7467"/>
                </a:cubicBezTo>
                <a:cubicBezTo>
                  <a:pt x="9295" y="7089"/>
                  <a:pt x="9452" y="6617"/>
                  <a:pt x="9578" y="6144"/>
                </a:cubicBezTo>
                <a:close/>
                <a:moveTo>
                  <a:pt x="7026" y="6144"/>
                </a:moveTo>
                <a:lnTo>
                  <a:pt x="7026" y="8097"/>
                </a:lnTo>
                <a:cubicBezTo>
                  <a:pt x="6743" y="7940"/>
                  <a:pt x="6428" y="7625"/>
                  <a:pt x="6239" y="7152"/>
                </a:cubicBezTo>
                <a:cubicBezTo>
                  <a:pt x="6081" y="6837"/>
                  <a:pt x="5955" y="6491"/>
                  <a:pt x="5861" y="6144"/>
                </a:cubicBezTo>
                <a:close/>
                <a:moveTo>
                  <a:pt x="8854" y="6144"/>
                </a:moveTo>
                <a:cubicBezTo>
                  <a:pt x="8791" y="6522"/>
                  <a:pt x="8633" y="6900"/>
                  <a:pt x="8507" y="7152"/>
                </a:cubicBezTo>
                <a:cubicBezTo>
                  <a:pt x="8287" y="7688"/>
                  <a:pt x="8003" y="8003"/>
                  <a:pt x="7688" y="8097"/>
                </a:cubicBezTo>
                <a:lnTo>
                  <a:pt x="7688" y="6144"/>
                </a:lnTo>
                <a:close/>
                <a:moveTo>
                  <a:pt x="2726" y="8759"/>
                </a:moveTo>
                <a:cubicBezTo>
                  <a:pt x="2813" y="8759"/>
                  <a:pt x="2899" y="8790"/>
                  <a:pt x="2962" y="8853"/>
                </a:cubicBezTo>
                <a:cubicBezTo>
                  <a:pt x="3088" y="8980"/>
                  <a:pt x="3088" y="9169"/>
                  <a:pt x="2962" y="9326"/>
                </a:cubicBezTo>
                <a:lnTo>
                  <a:pt x="1387" y="10901"/>
                </a:lnTo>
                <a:cubicBezTo>
                  <a:pt x="1324" y="10964"/>
                  <a:pt x="1237" y="10996"/>
                  <a:pt x="1151" y="10996"/>
                </a:cubicBezTo>
                <a:cubicBezTo>
                  <a:pt x="1064" y="10996"/>
                  <a:pt x="977" y="10964"/>
                  <a:pt x="914" y="10901"/>
                </a:cubicBezTo>
                <a:cubicBezTo>
                  <a:pt x="788" y="10775"/>
                  <a:pt x="788" y="10555"/>
                  <a:pt x="914" y="10429"/>
                </a:cubicBezTo>
                <a:lnTo>
                  <a:pt x="2490" y="8853"/>
                </a:lnTo>
                <a:cubicBezTo>
                  <a:pt x="2553" y="8790"/>
                  <a:pt x="2639" y="8759"/>
                  <a:pt x="2726" y="8759"/>
                </a:cubicBezTo>
                <a:close/>
                <a:moveTo>
                  <a:pt x="7373" y="1"/>
                </a:moveTo>
                <a:cubicBezTo>
                  <a:pt x="4915" y="1"/>
                  <a:pt x="2931" y="1985"/>
                  <a:pt x="2931" y="4443"/>
                </a:cubicBezTo>
                <a:cubicBezTo>
                  <a:pt x="2931" y="5514"/>
                  <a:pt x="3309" y="6522"/>
                  <a:pt x="4002" y="7310"/>
                </a:cubicBezTo>
                <a:lnTo>
                  <a:pt x="3151" y="8160"/>
                </a:lnTo>
                <a:cubicBezTo>
                  <a:pt x="3011" y="8079"/>
                  <a:pt x="2858" y="8040"/>
                  <a:pt x="2705" y="8040"/>
                </a:cubicBezTo>
                <a:cubicBezTo>
                  <a:pt x="2445" y="8040"/>
                  <a:pt x="2184" y="8151"/>
                  <a:pt x="1986" y="8349"/>
                </a:cubicBezTo>
                <a:lnTo>
                  <a:pt x="410" y="9925"/>
                </a:lnTo>
                <a:cubicBezTo>
                  <a:pt x="1" y="10303"/>
                  <a:pt x="1" y="10996"/>
                  <a:pt x="410" y="11374"/>
                </a:cubicBezTo>
                <a:cubicBezTo>
                  <a:pt x="599" y="11563"/>
                  <a:pt x="883" y="11689"/>
                  <a:pt x="1103" y="11689"/>
                </a:cubicBezTo>
                <a:cubicBezTo>
                  <a:pt x="1387" y="11689"/>
                  <a:pt x="1607" y="11563"/>
                  <a:pt x="1828" y="11374"/>
                </a:cubicBezTo>
                <a:lnTo>
                  <a:pt x="3403" y="9799"/>
                </a:lnTo>
                <a:cubicBezTo>
                  <a:pt x="3718" y="9484"/>
                  <a:pt x="3781" y="9011"/>
                  <a:pt x="3592" y="8633"/>
                </a:cubicBezTo>
                <a:lnTo>
                  <a:pt x="4411" y="7782"/>
                </a:lnTo>
                <a:cubicBezTo>
                  <a:pt x="5199" y="8444"/>
                  <a:pt x="6207" y="8853"/>
                  <a:pt x="7278" y="8853"/>
                </a:cubicBezTo>
                <a:cubicBezTo>
                  <a:pt x="7298" y="8854"/>
                  <a:pt x="7318" y="8854"/>
                  <a:pt x="7338" y="8854"/>
                </a:cubicBezTo>
                <a:cubicBezTo>
                  <a:pt x="9830" y="8854"/>
                  <a:pt x="11815" y="6881"/>
                  <a:pt x="11815" y="4443"/>
                </a:cubicBezTo>
                <a:cubicBezTo>
                  <a:pt x="11815" y="2017"/>
                  <a:pt x="9799" y="1"/>
                  <a:pt x="737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34" name="Google Shape;3634;p49"/>
          <p:cNvGrpSpPr/>
          <p:nvPr/>
        </p:nvGrpSpPr>
        <p:grpSpPr>
          <a:xfrm>
            <a:off x="2461182" y="1996568"/>
            <a:ext cx="277026" cy="275348"/>
            <a:chOff x="-4932650" y="2046625"/>
            <a:chExt cx="293025" cy="291250"/>
          </a:xfrm>
        </p:grpSpPr>
        <p:sp>
          <p:nvSpPr>
            <p:cNvPr id="3635" name="Google Shape;3635;p49"/>
            <p:cNvSpPr/>
            <p:nvPr/>
          </p:nvSpPr>
          <p:spPr>
            <a:xfrm>
              <a:off x="-4932650" y="2046625"/>
              <a:ext cx="293025" cy="291250"/>
            </a:xfrm>
            <a:custGeom>
              <a:rect b="b" l="l" r="r" t="t"/>
              <a:pathLst>
                <a:path extrusionOk="0" h="11650" w="11721">
                  <a:moveTo>
                    <a:pt x="7625" y="694"/>
                  </a:moveTo>
                  <a:cubicBezTo>
                    <a:pt x="9515" y="694"/>
                    <a:pt x="11059" y="2206"/>
                    <a:pt x="11059" y="4096"/>
                  </a:cubicBezTo>
                  <a:cubicBezTo>
                    <a:pt x="11059" y="5987"/>
                    <a:pt x="9515" y="7530"/>
                    <a:pt x="7625" y="7530"/>
                  </a:cubicBezTo>
                  <a:cubicBezTo>
                    <a:pt x="5735" y="7530"/>
                    <a:pt x="4223" y="5987"/>
                    <a:pt x="4223" y="4096"/>
                  </a:cubicBezTo>
                  <a:cubicBezTo>
                    <a:pt x="4223" y="2206"/>
                    <a:pt x="5735" y="694"/>
                    <a:pt x="7625" y="694"/>
                  </a:cubicBezTo>
                  <a:close/>
                  <a:moveTo>
                    <a:pt x="3344" y="8066"/>
                  </a:moveTo>
                  <a:cubicBezTo>
                    <a:pt x="3435" y="8066"/>
                    <a:pt x="3529" y="8098"/>
                    <a:pt x="3593" y="8161"/>
                  </a:cubicBezTo>
                  <a:cubicBezTo>
                    <a:pt x="3719" y="8287"/>
                    <a:pt x="3719" y="8507"/>
                    <a:pt x="3593" y="8633"/>
                  </a:cubicBezTo>
                  <a:lnTo>
                    <a:pt x="1324" y="10870"/>
                  </a:lnTo>
                  <a:cubicBezTo>
                    <a:pt x="1277" y="10933"/>
                    <a:pt x="1190" y="10964"/>
                    <a:pt x="1100" y="10964"/>
                  </a:cubicBezTo>
                  <a:cubicBezTo>
                    <a:pt x="1009" y="10964"/>
                    <a:pt x="915" y="10933"/>
                    <a:pt x="852" y="10870"/>
                  </a:cubicBezTo>
                  <a:cubicBezTo>
                    <a:pt x="757" y="10744"/>
                    <a:pt x="757" y="10523"/>
                    <a:pt x="852" y="10397"/>
                  </a:cubicBezTo>
                  <a:lnTo>
                    <a:pt x="3120" y="8161"/>
                  </a:lnTo>
                  <a:cubicBezTo>
                    <a:pt x="3167" y="8098"/>
                    <a:pt x="3254" y="8066"/>
                    <a:pt x="3344" y="8066"/>
                  </a:cubicBezTo>
                  <a:close/>
                  <a:moveTo>
                    <a:pt x="7625" y="1"/>
                  </a:moveTo>
                  <a:cubicBezTo>
                    <a:pt x="5357" y="1"/>
                    <a:pt x="3529" y="1860"/>
                    <a:pt x="3529" y="4096"/>
                  </a:cubicBezTo>
                  <a:cubicBezTo>
                    <a:pt x="3529" y="5136"/>
                    <a:pt x="3908" y="6050"/>
                    <a:pt x="4538" y="6743"/>
                  </a:cubicBezTo>
                  <a:lnTo>
                    <a:pt x="3813" y="7467"/>
                  </a:lnTo>
                  <a:cubicBezTo>
                    <a:pt x="3673" y="7386"/>
                    <a:pt x="3520" y="7347"/>
                    <a:pt x="3367" y="7347"/>
                  </a:cubicBezTo>
                  <a:cubicBezTo>
                    <a:pt x="3106" y="7347"/>
                    <a:pt x="2846" y="7458"/>
                    <a:pt x="2647" y="7656"/>
                  </a:cubicBezTo>
                  <a:lnTo>
                    <a:pt x="379" y="9893"/>
                  </a:lnTo>
                  <a:cubicBezTo>
                    <a:pt x="1" y="10271"/>
                    <a:pt x="1" y="10964"/>
                    <a:pt x="379" y="11343"/>
                  </a:cubicBezTo>
                  <a:cubicBezTo>
                    <a:pt x="584" y="11547"/>
                    <a:pt x="852" y="11650"/>
                    <a:pt x="1119" y="11650"/>
                  </a:cubicBezTo>
                  <a:cubicBezTo>
                    <a:pt x="1387" y="11650"/>
                    <a:pt x="1655" y="11547"/>
                    <a:pt x="1860" y="11343"/>
                  </a:cubicBezTo>
                  <a:lnTo>
                    <a:pt x="4097" y="9106"/>
                  </a:lnTo>
                  <a:cubicBezTo>
                    <a:pt x="4412" y="8791"/>
                    <a:pt x="4506" y="8318"/>
                    <a:pt x="4286" y="7909"/>
                  </a:cubicBezTo>
                  <a:lnTo>
                    <a:pt x="5010" y="7215"/>
                  </a:lnTo>
                  <a:cubicBezTo>
                    <a:pt x="5703" y="7814"/>
                    <a:pt x="6648" y="8192"/>
                    <a:pt x="7625" y="8192"/>
                  </a:cubicBezTo>
                  <a:cubicBezTo>
                    <a:pt x="9925" y="8192"/>
                    <a:pt x="11721" y="6333"/>
                    <a:pt x="11721" y="4096"/>
                  </a:cubicBezTo>
                  <a:cubicBezTo>
                    <a:pt x="11721" y="1828"/>
                    <a:pt x="9893" y="1"/>
                    <a:pt x="762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6" name="Google Shape;3636;p49"/>
            <p:cNvSpPr/>
            <p:nvPr/>
          </p:nvSpPr>
          <p:spPr>
            <a:xfrm>
              <a:off x="-4802675" y="2115050"/>
              <a:ext cx="122100" cy="86075"/>
            </a:xfrm>
            <a:custGeom>
              <a:rect b="b" l="l" r="r" t="t"/>
              <a:pathLst>
                <a:path extrusionOk="0" h="3443" w="4884">
                  <a:moveTo>
                    <a:pt x="2428" y="1"/>
                  </a:moveTo>
                  <a:cubicBezTo>
                    <a:pt x="2301" y="1"/>
                    <a:pt x="2172" y="72"/>
                    <a:pt x="2111" y="225"/>
                  </a:cubicBezTo>
                  <a:lnTo>
                    <a:pt x="1418" y="2116"/>
                  </a:lnTo>
                  <a:lnTo>
                    <a:pt x="693" y="225"/>
                  </a:lnTo>
                  <a:cubicBezTo>
                    <a:pt x="645" y="105"/>
                    <a:pt x="524" y="4"/>
                    <a:pt x="400" y="4"/>
                  </a:cubicBezTo>
                  <a:cubicBezTo>
                    <a:pt x="361" y="4"/>
                    <a:pt x="321" y="14"/>
                    <a:pt x="284" y="36"/>
                  </a:cubicBezTo>
                  <a:cubicBezTo>
                    <a:pt x="126" y="99"/>
                    <a:pt x="0" y="288"/>
                    <a:pt x="63" y="446"/>
                  </a:cubicBezTo>
                  <a:lnTo>
                    <a:pt x="1103" y="3218"/>
                  </a:lnTo>
                  <a:cubicBezTo>
                    <a:pt x="1168" y="3364"/>
                    <a:pt x="1299" y="3443"/>
                    <a:pt x="1428" y="3443"/>
                  </a:cubicBezTo>
                  <a:cubicBezTo>
                    <a:pt x="1551" y="3443"/>
                    <a:pt x="1672" y="3372"/>
                    <a:pt x="1733" y="3218"/>
                  </a:cubicBezTo>
                  <a:lnTo>
                    <a:pt x="2426" y="1328"/>
                  </a:lnTo>
                  <a:lnTo>
                    <a:pt x="3151" y="3218"/>
                  </a:lnTo>
                  <a:cubicBezTo>
                    <a:pt x="3215" y="3364"/>
                    <a:pt x="3346" y="3443"/>
                    <a:pt x="3476" y="3443"/>
                  </a:cubicBezTo>
                  <a:cubicBezTo>
                    <a:pt x="3598" y="3443"/>
                    <a:pt x="3719" y="3372"/>
                    <a:pt x="3781" y="3218"/>
                  </a:cubicBezTo>
                  <a:lnTo>
                    <a:pt x="4789" y="446"/>
                  </a:lnTo>
                  <a:cubicBezTo>
                    <a:pt x="4884" y="257"/>
                    <a:pt x="4789" y="68"/>
                    <a:pt x="4600" y="36"/>
                  </a:cubicBezTo>
                  <a:cubicBezTo>
                    <a:pt x="4562" y="14"/>
                    <a:pt x="4521" y="4"/>
                    <a:pt x="4479" y="4"/>
                  </a:cubicBezTo>
                  <a:cubicBezTo>
                    <a:pt x="4346" y="4"/>
                    <a:pt x="4207" y="105"/>
                    <a:pt x="4159" y="225"/>
                  </a:cubicBezTo>
                  <a:lnTo>
                    <a:pt x="3466" y="2116"/>
                  </a:lnTo>
                  <a:lnTo>
                    <a:pt x="2741" y="225"/>
                  </a:lnTo>
                  <a:cubicBezTo>
                    <a:pt x="2693" y="80"/>
                    <a:pt x="2561" y="1"/>
                    <a:pt x="242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37" name="Google Shape;3637;p49"/>
          <p:cNvSpPr/>
          <p:nvPr/>
        </p:nvSpPr>
        <p:spPr>
          <a:xfrm>
            <a:off x="7714817" y="1996839"/>
            <a:ext cx="275537" cy="274804"/>
          </a:xfrm>
          <a:custGeom>
            <a:rect b="b" l="l" r="r" t="t"/>
            <a:pathLst>
              <a:path extrusionOk="0" h="11627" w="11658">
                <a:moveTo>
                  <a:pt x="6806" y="2017"/>
                </a:moveTo>
                <a:lnTo>
                  <a:pt x="6806" y="2773"/>
                </a:lnTo>
                <a:lnTo>
                  <a:pt x="4758" y="2773"/>
                </a:lnTo>
                <a:lnTo>
                  <a:pt x="4758" y="2017"/>
                </a:lnTo>
                <a:close/>
                <a:moveTo>
                  <a:pt x="7152" y="694"/>
                </a:moveTo>
                <a:cubicBezTo>
                  <a:pt x="7688" y="694"/>
                  <a:pt x="8192" y="1167"/>
                  <a:pt x="8192" y="1702"/>
                </a:cubicBezTo>
                <a:lnTo>
                  <a:pt x="8192" y="2773"/>
                </a:lnTo>
                <a:lnTo>
                  <a:pt x="7499" y="2773"/>
                </a:lnTo>
                <a:lnTo>
                  <a:pt x="7499" y="1702"/>
                </a:lnTo>
                <a:cubicBezTo>
                  <a:pt x="7499" y="1513"/>
                  <a:pt x="7341" y="1356"/>
                  <a:pt x="7152" y="1356"/>
                </a:cubicBezTo>
                <a:lnTo>
                  <a:pt x="4411" y="1356"/>
                </a:lnTo>
                <a:cubicBezTo>
                  <a:pt x="4191" y="1356"/>
                  <a:pt x="4033" y="1513"/>
                  <a:pt x="4033" y="1702"/>
                </a:cubicBezTo>
                <a:lnTo>
                  <a:pt x="4033" y="2773"/>
                </a:lnTo>
                <a:lnTo>
                  <a:pt x="3371" y="2773"/>
                </a:lnTo>
                <a:lnTo>
                  <a:pt x="3371" y="1702"/>
                </a:lnTo>
                <a:cubicBezTo>
                  <a:pt x="3371" y="1167"/>
                  <a:pt x="3844" y="694"/>
                  <a:pt x="4411" y="694"/>
                </a:cubicBezTo>
                <a:close/>
                <a:moveTo>
                  <a:pt x="10618" y="3498"/>
                </a:moveTo>
                <a:cubicBezTo>
                  <a:pt x="10807" y="3498"/>
                  <a:pt x="10964" y="3656"/>
                  <a:pt x="10964" y="3845"/>
                </a:cubicBezTo>
                <a:lnTo>
                  <a:pt x="10964" y="5010"/>
                </a:lnTo>
                <a:cubicBezTo>
                  <a:pt x="9546" y="6239"/>
                  <a:pt x="7688" y="6901"/>
                  <a:pt x="5766" y="6901"/>
                </a:cubicBezTo>
                <a:cubicBezTo>
                  <a:pt x="3876" y="6901"/>
                  <a:pt x="2080" y="6239"/>
                  <a:pt x="662" y="5010"/>
                </a:cubicBezTo>
                <a:lnTo>
                  <a:pt x="662" y="3971"/>
                </a:lnTo>
                <a:cubicBezTo>
                  <a:pt x="662" y="3687"/>
                  <a:pt x="851" y="3498"/>
                  <a:pt x="1135" y="3498"/>
                </a:cubicBezTo>
                <a:close/>
                <a:moveTo>
                  <a:pt x="6806" y="7531"/>
                </a:moveTo>
                <a:lnTo>
                  <a:pt x="6806" y="7940"/>
                </a:lnTo>
                <a:cubicBezTo>
                  <a:pt x="6806" y="8129"/>
                  <a:pt x="6648" y="8287"/>
                  <a:pt x="6459" y="8287"/>
                </a:cubicBezTo>
                <a:lnTo>
                  <a:pt x="5073" y="8287"/>
                </a:lnTo>
                <a:cubicBezTo>
                  <a:pt x="4884" y="8287"/>
                  <a:pt x="4726" y="8129"/>
                  <a:pt x="4726" y="7940"/>
                </a:cubicBezTo>
                <a:lnTo>
                  <a:pt x="4726" y="7531"/>
                </a:lnTo>
                <a:lnTo>
                  <a:pt x="4758" y="7531"/>
                </a:lnTo>
                <a:cubicBezTo>
                  <a:pt x="5104" y="7594"/>
                  <a:pt x="5419" y="7625"/>
                  <a:pt x="5766" y="7625"/>
                </a:cubicBezTo>
                <a:cubicBezTo>
                  <a:pt x="6112" y="7625"/>
                  <a:pt x="6427" y="7594"/>
                  <a:pt x="6806" y="7531"/>
                </a:cubicBezTo>
                <a:close/>
                <a:moveTo>
                  <a:pt x="10964" y="5892"/>
                </a:moveTo>
                <a:lnTo>
                  <a:pt x="10964" y="9988"/>
                </a:lnTo>
                <a:cubicBezTo>
                  <a:pt x="10964" y="10524"/>
                  <a:pt x="10492" y="10996"/>
                  <a:pt x="9956" y="10996"/>
                </a:cubicBezTo>
                <a:lnTo>
                  <a:pt x="1670" y="10996"/>
                </a:lnTo>
                <a:cubicBezTo>
                  <a:pt x="1135" y="10996"/>
                  <a:pt x="662" y="10524"/>
                  <a:pt x="662" y="9988"/>
                </a:cubicBezTo>
                <a:lnTo>
                  <a:pt x="662" y="5892"/>
                </a:lnTo>
                <a:cubicBezTo>
                  <a:pt x="1670" y="6649"/>
                  <a:pt x="2804" y="7184"/>
                  <a:pt x="4065" y="7436"/>
                </a:cubicBezTo>
                <a:lnTo>
                  <a:pt x="4065" y="7940"/>
                </a:lnTo>
                <a:cubicBezTo>
                  <a:pt x="4065" y="8476"/>
                  <a:pt x="4537" y="8948"/>
                  <a:pt x="5104" y="8948"/>
                </a:cubicBezTo>
                <a:lnTo>
                  <a:pt x="6490" y="8948"/>
                </a:lnTo>
                <a:cubicBezTo>
                  <a:pt x="7026" y="8948"/>
                  <a:pt x="7499" y="8476"/>
                  <a:pt x="7499" y="7940"/>
                </a:cubicBezTo>
                <a:lnTo>
                  <a:pt x="7499" y="7436"/>
                </a:lnTo>
                <a:cubicBezTo>
                  <a:pt x="7971" y="7342"/>
                  <a:pt x="8444" y="7184"/>
                  <a:pt x="8916" y="7027"/>
                </a:cubicBezTo>
                <a:cubicBezTo>
                  <a:pt x="9672" y="6743"/>
                  <a:pt x="10334" y="6365"/>
                  <a:pt x="10964" y="5892"/>
                </a:cubicBezTo>
                <a:close/>
                <a:moveTo>
                  <a:pt x="4411" y="1"/>
                </a:moveTo>
                <a:cubicBezTo>
                  <a:pt x="3466" y="1"/>
                  <a:pt x="2710" y="757"/>
                  <a:pt x="2710" y="1702"/>
                </a:cubicBezTo>
                <a:lnTo>
                  <a:pt x="2710" y="2773"/>
                </a:lnTo>
                <a:lnTo>
                  <a:pt x="1135" y="2773"/>
                </a:lnTo>
                <a:cubicBezTo>
                  <a:pt x="505" y="2773"/>
                  <a:pt x="0" y="3277"/>
                  <a:pt x="0" y="3908"/>
                </a:cubicBezTo>
                <a:lnTo>
                  <a:pt x="0" y="9957"/>
                </a:lnTo>
                <a:cubicBezTo>
                  <a:pt x="0" y="10902"/>
                  <a:pt x="725" y="11626"/>
                  <a:pt x="1670" y="11626"/>
                </a:cubicBezTo>
                <a:lnTo>
                  <a:pt x="9956" y="11626"/>
                </a:lnTo>
                <a:cubicBezTo>
                  <a:pt x="10901" y="11626"/>
                  <a:pt x="11657" y="10902"/>
                  <a:pt x="11657" y="9957"/>
                </a:cubicBezTo>
                <a:lnTo>
                  <a:pt x="11657" y="3813"/>
                </a:lnTo>
                <a:cubicBezTo>
                  <a:pt x="11626" y="3246"/>
                  <a:pt x="11153" y="2773"/>
                  <a:pt x="10618" y="2773"/>
                </a:cubicBezTo>
                <a:lnTo>
                  <a:pt x="8853" y="2773"/>
                </a:lnTo>
                <a:lnTo>
                  <a:pt x="8853" y="1702"/>
                </a:lnTo>
                <a:cubicBezTo>
                  <a:pt x="8853" y="757"/>
                  <a:pt x="8097" y="1"/>
                  <a:pt x="71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38" name="Google Shape;3638;p49"/>
          <p:cNvGrpSpPr/>
          <p:nvPr/>
        </p:nvGrpSpPr>
        <p:grpSpPr>
          <a:xfrm>
            <a:off x="4216878" y="2876492"/>
            <a:ext cx="277026" cy="275537"/>
            <a:chOff x="-4931075" y="2765725"/>
            <a:chExt cx="293025" cy="291450"/>
          </a:xfrm>
        </p:grpSpPr>
        <p:sp>
          <p:nvSpPr>
            <p:cNvPr id="3639" name="Google Shape;3639;p49"/>
            <p:cNvSpPr/>
            <p:nvPr/>
          </p:nvSpPr>
          <p:spPr>
            <a:xfrm>
              <a:off x="-4810550" y="2884650"/>
              <a:ext cx="51225" cy="51225"/>
            </a:xfrm>
            <a:custGeom>
              <a:rect b="b" l="l" r="r" t="t"/>
              <a:pathLst>
                <a:path extrusionOk="0" h="2049" w="2049">
                  <a:moveTo>
                    <a:pt x="1008" y="663"/>
                  </a:moveTo>
                  <a:cubicBezTo>
                    <a:pt x="1229" y="663"/>
                    <a:pt x="1386" y="820"/>
                    <a:pt x="1386" y="1041"/>
                  </a:cubicBezTo>
                  <a:cubicBezTo>
                    <a:pt x="1386" y="1230"/>
                    <a:pt x="1229" y="1387"/>
                    <a:pt x="1008" y="1387"/>
                  </a:cubicBezTo>
                  <a:cubicBezTo>
                    <a:pt x="819" y="1387"/>
                    <a:pt x="662" y="1230"/>
                    <a:pt x="662" y="1041"/>
                  </a:cubicBezTo>
                  <a:cubicBezTo>
                    <a:pt x="662" y="820"/>
                    <a:pt x="819" y="663"/>
                    <a:pt x="1008" y="663"/>
                  </a:cubicBezTo>
                  <a:close/>
                  <a:moveTo>
                    <a:pt x="1008" y="1"/>
                  </a:moveTo>
                  <a:cubicBezTo>
                    <a:pt x="473" y="1"/>
                    <a:pt x="0" y="473"/>
                    <a:pt x="0" y="1041"/>
                  </a:cubicBezTo>
                  <a:cubicBezTo>
                    <a:pt x="0" y="1576"/>
                    <a:pt x="473" y="2049"/>
                    <a:pt x="1040" y="2049"/>
                  </a:cubicBezTo>
                  <a:cubicBezTo>
                    <a:pt x="1575" y="2049"/>
                    <a:pt x="2048" y="1576"/>
                    <a:pt x="2048" y="1041"/>
                  </a:cubicBezTo>
                  <a:cubicBezTo>
                    <a:pt x="2048" y="473"/>
                    <a:pt x="1607" y="1"/>
                    <a:pt x="100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0" name="Google Shape;3640;p49"/>
            <p:cNvSpPr/>
            <p:nvPr/>
          </p:nvSpPr>
          <p:spPr>
            <a:xfrm>
              <a:off x="-4931075" y="2765725"/>
              <a:ext cx="293025" cy="291450"/>
            </a:xfrm>
            <a:custGeom>
              <a:rect b="b" l="l" r="r" t="t"/>
              <a:pathLst>
                <a:path extrusionOk="0" h="11658" w="11721">
                  <a:moveTo>
                    <a:pt x="3214" y="1387"/>
                  </a:moveTo>
                  <a:lnTo>
                    <a:pt x="4475" y="3844"/>
                  </a:lnTo>
                  <a:cubicBezTo>
                    <a:pt x="4223" y="4002"/>
                    <a:pt x="4034" y="4222"/>
                    <a:pt x="3876" y="4443"/>
                  </a:cubicBezTo>
                  <a:lnTo>
                    <a:pt x="1356" y="3214"/>
                  </a:lnTo>
                  <a:cubicBezTo>
                    <a:pt x="1828" y="2427"/>
                    <a:pt x="2458" y="1796"/>
                    <a:pt x="3214" y="1387"/>
                  </a:cubicBezTo>
                  <a:close/>
                  <a:moveTo>
                    <a:pt x="5829" y="4128"/>
                  </a:moveTo>
                  <a:cubicBezTo>
                    <a:pt x="6775" y="4128"/>
                    <a:pt x="7531" y="4884"/>
                    <a:pt x="7531" y="5829"/>
                  </a:cubicBezTo>
                  <a:cubicBezTo>
                    <a:pt x="7562" y="6743"/>
                    <a:pt x="6775" y="7530"/>
                    <a:pt x="5829" y="7530"/>
                  </a:cubicBezTo>
                  <a:cubicBezTo>
                    <a:pt x="4884" y="7530"/>
                    <a:pt x="4160" y="6774"/>
                    <a:pt x="4160" y="5829"/>
                  </a:cubicBezTo>
                  <a:cubicBezTo>
                    <a:pt x="4160" y="4884"/>
                    <a:pt x="4884" y="4128"/>
                    <a:pt x="5829" y="4128"/>
                  </a:cubicBezTo>
                  <a:close/>
                  <a:moveTo>
                    <a:pt x="5798" y="662"/>
                  </a:moveTo>
                  <a:cubicBezTo>
                    <a:pt x="8665" y="662"/>
                    <a:pt x="10996" y="2994"/>
                    <a:pt x="10996" y="5861"/>
                  </a:cubicBezTo>
                  <a:cubicBezTo>
                    <a:pt x="10996" y="6585"/>
                    <a:pt x="10839" y="7247"/>
                    <a:pt x="10618" y="7845"/>
                  </a:cubicBezTo>
                  <a:lnTo>
                    <a:pt x="8129" y="6585"/>
                  </a:lnTo>
                  <a:cubicBezTo>
                    <a:pt x="8192" y="6333"/>
                    <a:pt x="8255" y="6050"/>
                    <a:pt x="8255" y="5829"/>
                  </a:cubicBezTo>
                  <a:cubicBezTo>
                    <a:pt x="8255" y="4474"/>
                    <a:pt x="7184" y="3435"/>
                    <a:pt x="5829" y="3435"/>
                  </a:cubicBezTo>
                  <a:cubicBezTo>
                    <a:pt x="5577" y="3435"/>
                    <a:pt x="5325" y="3466"/>
                    <a:pt x="5105" y="3529"/>
                  </a:cubicBezTo>
                  <a:lnTo>
                    <a:pt x="3845" y="1072"/>
                  </a:lnTo>
                  <a:cubicBezTo>
                    <a:pt x="4412" y="820"/>
                    <a:pt x="5105" y="662"/>
                    <a:pt x="5798" y="662"/>
                  </a:cubicBezTo>
                  <a:close/>
                  <a:moveTo>
                    <a:pt x="7814" y="7152"/>
                  </a:moveTo>
                  <a:lnTo>
                    <a:pt x="10303" y="8412"/>
                  </a:lnTo>
                  <a:cubicBezTo>
                    <a:pt x="9862" y="9200"/>
                    <a:pt x="9232" y="9830"/>
                    <a:pt x="8444" y="10271"/>
                  </a:cubicBezTo>
                  <a:lnTo>
                    <a:pt x="7216" y="7751"/>
                  </a:lnTo>
                  <a:cubicBezTo>
                    <a:pt x="7468" y="7593"/>
                    <a:pt x="7657" y="7404"/>
                    <a:pt x="7814" y="7152"/>
                  </a:cubicBezTo>
                  <a:close/>
                  <a:moveTo>
                    <a:pt x="1072" y="3844"/>
                  </a:moveTo>
                  <a:lnTo>
                    <a:pt x="3593" y="5073"/>
                  </a:lnTo>
                  <a:cubicBezTo>
                    <a:pt x="3530" y="5325"/>
                    <a:pt x="3498" y="5546"/>
                    <a:pt x="3498" y="5829"/>
                  </a:cubicBezTo>
                  <a:cubicBezTo>
                    <a:pt x="3498" y="7152"/>
                    <a:pt x="4538" y="8223"/>
                    <a:pt x="5892" y="8223"/>
                  </a:cubicBezTo>
                  <a:cubicBezTo>
                    <a:pt x="6176" y="8223"/>
                    <a:pt x="6396" y="8192"/>
                    <a:pt x="6648" y="8097"/>
                  </a:cubicBezTo>
                  <a:lnTo>
                    <a:pt x="7846" y="10618"/>
                  </a:lnTo>
                  <a:cubicBezTo>
                    <a:pt x="7216" y="10901"/>
                    <a:pt x="6554" y="11027"/>
                    <a:pt x="5892" y="11027"/>
                  </a:cubicBezTo>
                  <a:cubicBezTo>
                    <a:pt x="2994" y="10996"/>
                    <a:pt x="694" y="8665"/>
                    <a:pt x="694" y="5829"/>
                  </a:cubicBezTo>
                  <a:cubicBezTo>
                    <a:pt x="694" y="5104"/>
                    <a:pt x="852" y="4443"/>
                    <a:pt x="1072" y="3844"/>
                  </a:cubicBezTo>
                  <a:close/>
                  <a:moveTo>
                    <a:pt x="5798" y="1"/>
                  </a:moveTo>
                  <a:cubicBezTo>
                    <a:pt x="4254" y="1"/>
                    <a:pt x="2773" y="599"/>
                    <a:pt x="1702" y="1702"/>
                  </a:cubicBezTo>
                  <a:cubicBezTo>
                    <a:pt x="600" y="2805"/>
                    <a:pt x="1" y="4254"/>
                    <a:pt x="1" y="5798"/>
                  </a:cubicBezTo>
                  <a:cubicBezTo>
                    <a:pt x="1" y="8980"/>
                    <a:pt x="2647" y="11657"/>
                    <a:pt x="5892" y="11657"/>
                  </a:cubicBezTo>
                  <a:cubicBezTo>
                    <a:pt x="9106" y="11657"/>
                    <a:pt x="11721" y="9043"/>
                    <a:pt x="11721" y="5829"/>
                  </a:cubicBezTo>
                  <a:cubicBezTo>
                    <a:pt x="11658" y="2647"/>
                    <a:pt x="9043" y="1"/>
                    <a:pt x="57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41" name="Google Shape;3641;p49"/>
          <p:cNvGrpSpPr/>
          <p:nvPr/>
        </p:nvGrpSpPr>
        <p:grpSpPr>
          <a:xfrm>
            <a:off x="4217623" y="2012864"/>
            <a:ext cx="275537" cy="242755"/>
            <a:chOff x="-3137650" y="2067900"/>
            <a:chExt cx="291450" cy="256775"/>
          </a:xfrm>
        </p:grpSpPr>
        <p:sp>
          <p:nvSpPr>
            <p:cNvPr id="3642" name="Google Shape;3642;p49"/>
            <p:cNvSpPr/>
            <p:nvPr/>
          </p:nvSpPr>
          <p:spPr>
            <a:xfrm>
              <a:off x="-3137650" y="2067900"/>
              <a:ext cx="291450" cy="187475"/>
            </a:xfrm>
            <a:custGeom>
              <a:rect b="b" l="l" r="r" t="t"/>
              <a:pathLst>
                <a:path extrusionOk="0" h="7499" w="11658">
                  <a:moveTo>
                    <a:pt x="10618" y="694"/>
                  </a:moveTo>
                  <a:cubicBezTo>
                    <a:pt x="10838" y="694"/>
                    <a:pt x="10964" y="851"/>
                    <a:pt x="10964" y="1040"/>
                  </a:cubicBezTo>
                  <a:lnTo>
                    <a:pt x="10964" y="6522"/>
                  </a:lnTo>
                  <a:cubicBezTo>
                    <a:pt x="10964" y="6711"/>
                    <a:pt x="10838" y="6868"/>
                    <a:pt x="10618" y="6868"/>
                  </a:cubicBezTo>
                  <a:lnTo>
                    <a:pt x="1009" y="6868"/>
                  </a:lnTo>
                  <a:cubicBezTo>
                    <a:pt x="820" y="6868"/>
                    <a:pt x="662" y="6711"/>
                    <a:pt x="662" y="6522"/>
                  </a:cubicBezTo>
                  <a:lnTo>
                    <a:pt x="662" y="1040"/>
                  </a:lnTo>
                  <a:cubicBezTo>
                    <a:pt x="662" y="851"/>
                    <a:pt x="820" y="694"/>
                    <a:pt x="1009" y="694"/>
                  </a:cubicBezTo>
                  <a:close/>
                  <a:moveTo>
                    <a:pt x="1009" y="0"/>
                  </a:moveTo>
                  <a:cubicBezTo>
                    <a:pt x="473" y="0"/>
                    <a:pt x="1" y="473"/>
                    <a:pt x="1" y="1009"/>
                  </a:cubicBezTo>
                  <a:lnTo>
                    <a:pt x="1" y="6490"/>
                  </a:lnTo>
                  <a:cubicBezTo>
                    <a:pt x="1" y="7026"/>
                    <a:pt x="473" y="7499"/>
                    <a:pt x="1009" y="7499"/>
                  </a:cubicBezTo>
                  <a:lnTo>
                    <a:pt x="10618" y="7499"/>
                  </a:lnTo>
                  <a:cubicBezTo>
                    <a:pt x="11185" y="7499"/>
                    <a:pt x="11658" y="7026"/>
                    <a:pt x="11658" y="6490"/>
                  </a:cubicBezTo>
                  <a:lnTo>
                    <a:pt x="11658" y="1009"/>
                  </a:lnTo>
                  <a:cubicBezTo>
                    <a:pt x="11658" y="473"/>
                    <a:pt x="11217" y="0"/>
                    <a:pt x="1061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3" name="Google Shape;3643;p49"/>
            <p:cNvSpPr/>
            <p:nvPr/>
          </p:nvSpPr>
          <p:spPr>
            <a:xfrm>
              <a:off x="-3137650" y="2273475"/>
              <a:ext cx="291450" cy="51200"/>
            </a:xfrm>
            <a:custGeom>
              <a:rect b="b" l="l" r="r" t="t"/>
              <a:pathLst>
                <a:path extrusionOk="0" h="2048" w="11658">
                  <a:moveTo>
                    <a:pt x="10618" y="662"/>
                  </a:moveTo>
                  <a:cubicBezTo>
                    <a:pt x="10838" y="662"/>
                    <a:pt x="10964" y="819"/>
                    <a:pt x="10964" y="1008"/>
                  </a:cubicBezTo>
                  <a:cubicBezTo>
                    <a:pt x="10964" y="1197"/>
                    <a:pt x="10838" y="1355"/>
                    <a:pt x="10618" y="1355"/>
                  </a:cubicBezTo>
                  <a:lnTo>
                    <a:pt x="6050" y="1355"/>
                  </a:lnTo>
                  <a:cubicBezTo>
                    <a:pt x="6113" y="1260"/>
                    <a:pt x="6113" y="1134"/>
                    <a:pt x="6113" y="1008"/>
                  </a:cubicBezTo>
                  <a:cubicBezTo>
                    <a:pt x="6113" y="882"/>
                    <a:pt x="6050" y="788"/>
                    <a:pt x="6050" y="662"/>
                  </a:cubicBezTo>
                  <a:close/>
                  <a:moveTo>
                    <a:pt x="5105" y="662"/>
                  </a:moveTo>
                  <a:cubicBezTo>
                    <a:pt x="5294" y="662"/>
                    <a:pt x="5451" y="819"/>
                    <a:pt x="5451" y="1008"/>
                  </a:cubicBezTo>
                  <a:cubicBezTo>
                    <a:pt x="5451" y="1229"/>
                    <a:pt x="5294" y="1386"/>
                    <a:pt x="5105" y="1386"/>
                  </a:cubicBezTo>
                  <a:lnTo>
                    <a:pt x="1009" y="1386"/>
                  </a:lnTo>
                  <a:cubicBezTo>
                    <a:pt x="820" y="1355"/>
                    <a:pt x="662" y="1229"/>
                    <a:pt x="662" y="1008"/>
                  </a:cubicBezTo>
                  <a:cubicBezTo>
                    <a:pt x="662" y="819"/>
                    <a:pt x="820" y="662"/>
                    <a:pt x="1009" y="662"/>
                  </a:cubicBezTo>
                  <a:close/>
                  <a:moveTo>
                    <a:pt x="1009" y="0"/>
                  </a:moveTo>
                  <a:cubicBezTo>
                    <a:pt x="473" y="0"/>
                    <a:pt x="1" y="473"/>
                    <a:pt x="1" y="1008"/>
                  </a:cubicBezTo>
                  <a:cubicBezTo>
                    <a:pt x="1" y="1575"/>
                    <a:pt x="473" y="2048"/>
                    <a:pt x="1009" y="2048"/>
                  </a:cubicBezTo>
                  <a:lnTo>
                    <a:pt x="10618" y="2048"/>
                  </a:lnTo>
                  <a:cubicBezTo>
                    <a:pt x="11185" y="2048"/>
                    <a:pt x="11658" y="1575"/>
                    <a:pt x="11658" y="1008"/>
                  </a:cubicBezTo>
                  <a:cubicBezTo>
                    <a:pt x="11658" y="473"/>
                    <a:pt x="11217" y="0"/>
                    <a:pt x="1061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4" name="Google Shape;3644;p49"/>
            <p:cNvSpPr/>
            <p:nvPr/>
          </p:nvSpPr>
          <p:spPr>
            <a:xfrm>
              <a:off x="-3035250" y="2103000"/>
              <a:ext cx="104000" cy="118500"/>
            </a:xfrm>
            <a:custGeom>
              <a:rect b="b" l="l" r="r" t="t"/>
              <a:pathLst>
                <a:path extrusionOk="0" h="4740" w="4160">
                  <a:moveTo>
                    <a:pt x="662" y="896"/>
                  </a:moveTo>
                  <a:lnTo>
                    <a:pt x="3056" y="2346"/>
                  </a:lnTo>
                  <a:lnTo>
                    <a:pt x="662" y="3826"/>
                  </a:lnTo>
                  <a:lnTo>
                    <a:pt x="662" y="896"/>
                  </a:lnTo>
                  <a:close/>
                  <a:moveTo>
                    <a:pt x="322" y="1"/>
                  </a:moveTo>
                  <a:cubicBezTo>
                    <a:pt x="144" y="1"/>
                    <a:pt x="0" y="131"/>
                    <a:pt x="0" y="298"/>
                  </a:cubicBezTo>
                  <a:lnTo>
                    <a:pt x="0" y="4425"/>
                  </a:lnTo>
                  <a:cubicBezTo>
                    <a:pt x="0" y="4607"/>
                    <a:pt x="132" y="4740"/>
                    <a:pt x="301" y="4740"/>
                  </a:cubicBezTo>
                  <a:cubicBezTo>
                    <a:pt x="365" y="4740"/>
                    <a:pt x="435" y="4720"/>
                    <a:pt x="504" y="4677"/>
                  </a:cubicBezTo>
                  <a:lnTo>
                    <a:pt x="3939" y="2629"/>
                  </a:lnTo>
                  <a:cubicBezTo>
                    <a:pt x="4159" y="2535"/>
                    <a:pt x="4159" y="2219"/>
                    <a:pt x="3939" y="2093"/>
                  </a:cubicBezTo>
                  <a:lnTo>
                    <a:pt x="504" y="46"/>
                  </a:lnTo>
                  <a:cubicBezTo>
                    <a:pt x="443" y="15"/>
                    <a:pt x="381" y="1"/>
                    <a:pt x="3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45" name="Google Shape;3645;p49"/>
          <p:cNvGrpSpPr/>
          <p:nvPr/>
        </p:nvGrpSpPr>
        <p:grpSpPr>
          <a:xfrm>
            <a:off x="5086792" y="2876173"/>
            <a:ext cx="275537" cy="276175"/>
            <a:chOff x="-3137650" y="2408950"/>
            <a:chExt cx="291450" cy="292125"/>
          </a:xfrm>
        </p:grpSpPr>
        <p:sp>
          <p:nvSpPr>
            <p:cNvPr id="3646" name="Google Shape;3646;p49"/>
            <p:cNvSpPr/>
            <p:nvPr/>
          </p:nvSpPr>
          <p:spPr>
            <a:xfrm>
              <a:off x="-3137650" y="2408950"/>
              <a:ext cx="291450" cy="292125"/>
            </a:xfrm>
            <a:custGeom>
              <a:rect b="b" l="l" r="r" t="t"/>
              <a:pathLst>
                <a:path extrusionOk="0" h="11685" w="11658">
                  <a:moveTo>
                    <a:pt x="10618" y="662"/>
                  </a:moveTo>
                  <a:cubicBezTo>
                    <a:pt x="10807" y="662"/>
                    <a:pt x="10964" y="851"/>
                    <a:pt x="10964" y="1040"/>
                  </a:cubicBezTo>
                  <a:lnTo>
                    <a:pt x="10964" y="2741"/>
                  </a:lnTo>
                  <a:lnTo>
                    <a:pt x="662" y="2741"/>
                  </a:lnTo>
                  <a:lnTo>
                    <a:pt x="662" y="1040"/>
                  </a:lnTo>
                  <a:cubicBezTo>
                    <a:pt x="662" y="851"/>
                    <a:pt x="820" y="662"/>
                    <a:pt x="1009" y="662"/>
                  </a:cubicBezTo>
                  <a:close/>
                  <a:moveTo>
                    <a:pt x="10964" y="3403"/>
                  </a:moveTo>
                  <a:lnTo>
                    <a:pt x="10964" y="8601"/>
                  </a:lnTo>
                  <a:cubicBezTo>
                    <a:pt x="10964" y="8790"/>
                    <a:pt x="10838" y="8947"/>
                    <a:pt x="10618" y="8947"/>
                  </a:cubicBezTo>
                  <a:lnTo>
                    <a:pt x="10145" y="8947"/>
                  </a:lnTo>
                  <a:cubicBezTo>
                    <a:pt x="10208" y="8727"/>
                    <a:pt x="10240" y="8443"/>
                    <a:pt x="10240" y="8160"/>
                  </a:cubicBezTo>
                  <a:lnTo>
                    <a:pt x="10240" y="5860"/>
                  </a:lnTo>
                  <a:cubicBezTo>
                    <a:pt x="10240" y="5673"/>
                    <a:pt x="10058" y="5531"/>
                    <a:pt x="9868" y="5531"/>
                  </a:cubicBezTo>
                  <a:cubicBezTo>
                    <a:pt x="9835" y="5531"/>
                    <a:pt x="9801" y="5535"/>
                    <a:pt x="9767" y="5545"/>
                  </a:cubicBezTo>
                  <a:cubicBezTo>
                    <a:pt x="9545" y="5641"/>
                    <a:pt x="9341" y="5691"/>
                    <a:pt x="9142" y="5691"/>
                  </a:cubicBezTo>
                  <a:cubicBezTo>
                    <a:pt x="8693" y="5691"/>
                    <a:pt x="8275" y="5439"/>
                    <a:pt x="7751" y="4915"/>
                  </a:cubicBezTo>
                  <a:cubicBezTo>
                    <a:pt x="7688" y="4868"/>
                    <a:pt x="7601" y="4844"/>
                    <a:pt x="7515" y="4844"/>
                  </a:cubicBezTo>
                  <a:cubicBezTo>
                    <a:pt x="7428" y="4844"/>
                    <a:pt x="7341" y="4868"/>
                    <a:pt x="7278" y="4915"/>
                  </a:cubicBezTo>
                  <a:cubicBezTo>
                    <a:pt x="6753" y="5440"/>
                    <a:pt x="6334" y="5677"/>
                    <a:pt x="5884" y="5677"/>
                  </a:cubicBezTo>
                  <a:cubicBezTo>
                    <a:pt x="5686" y="5677"/>
                    <a:pt x="5483" y="5631"/>
                    <a:pt x="5262" y="5545"/>
                  </a:cubicBezTo>
                  <a:cubicBezTo>
                    <a:pt x="5229" y="5535"/>
                    <a:pt x="5195" y="5531"/>
                    <a:pt x="5161" y="5531"/>
                  </a:cubicBezTo>
                  <a:cubicBezTo>
                    <a:pt x="4971" y="5531"/>
                    <a:pt x="4789" y="5673"/>
                    <a:pt x="4789" y="5860"/>
                  </a:cubicBezTo>
                  <a:lnTo>
                    <a:pt x="4789" y="8160"/>
                  </a:lnTo>
                  <a:cubicBezTo>
                    <a:pt x="4789" y="8443"/>
                    <a:pt x="4821" y="8664"/>
                    <a:pt x="4884" y="8947"/>
                  </a:cubicBezTo>
                  <a:lnTo>
                    <a:pt x="1009" y="8947"/>
                  </a:lnTo>
                  <a:cubicBezTo>
                    <a:pt x="820" y="8947"/>
                    <a:pt x="662" y="8790"/>
                    <a:pt x="662" y="8601"/>
                  </a:cubicBezTo>
                  <a:lnTo>
                    <a:pt x="662" y="3403"/>
                  </a:lnTo>
                  <a:close/>
                  <a:moveTo>
                    <a:pt x="7152" y="5923"/>
                  </a:moveTo>
                  <a:lnTo>
                    <a:pt x="7152" y="10838"/>
                  </a:lnTo>
                  <a:cubicBezTo>
                    <a:pt x="6144" y="10365"/>
                    <a:pt x="5451" y="9357"/>
                    <a:pt x="5451" y="8160"/>
                  </a:cubicBezTo>
                  <a:lnTo>
                    <a:pt x="5451" y="6301"/>
                  </a:lnTo>
                  <a:cubicBezTo>
                    <a:pt x="5604" y="6330"/>
                    <a:pt x="5750" y="6344"/>
                    <a:pt x="5891" y="6344"/>
                  </a:cubicBezTo>
                  <a:cubicBezTo>
                    <a:pt x="6359" y="6344"/>
                    <a:pt x="6765" y="6189"/>
                    <a:pt x="7152" y="5923"/>
                  </a:cubicBezTo>
                  <a:close/>
                  <a:moveTo>
                    <a:pt x="7877" y="5923"/>
                  </a:moveTo>
                  <a:cubicBezTo>
                    <a:pt x="8242" y="6166"/>
                    <a:pt x="8644" y="6353"/>
                    <a:pt x="9128" y="6353"/>
                  </a:cubicBezTo>
                  <a:cubicBezTo>
                    <a:pt x="9271" y="6353"/>
                    <a:pt x="9420" y="6337"/>
                    <a:pt x="9578" y="6301"/>
                  </a:cubicBezTo>
                  <a:lnTo>
                    <a:pt x="9578" y="8160"/>
                  </a:lnTo>
                  <a:cubicBezTo>
                    <a:pt x="9547" y="9357"/>
                    <a:pt x="8885" y="10365"/>
                    <a:pt x="7877" y="10838"/>
                  </a:cubicBezTo>
                  <a:lnTo>
                    <a:pt x="7877" y="5923"/>
                  </a:lnTo>
                  <a:close/>
                  <a:moveTo>
                    <a:pt x="1009" y="0"/>
                  </a:moveTo>
                  <a:cubicBezTo>
                    <a:pt x="473" y="0"/>
                    <a:pt x="1" y="473"/>
                    <a:pt x="1" y="1040"/>
                  </a:cubicBezTo>
                  <a:lnTo>
                    <a:pt x="1" y="8601"/>
                  </a:lnTo>
                  <a:cubicBezTo>
                    <a:pt x="1" y="9136"/>
                    <a:pt x="473" y="9609"/>
                    <a:pt x="1009" y="9609"/>
                  </a:cubicBezTo>
                  <a:lnTo>
                    <a:pt x="5073" y="9609"/>
                  </a:lnTo>
                  <a:cubicBezTo>
                    <a:pt x="5199" y="9893"/>
                    <a:pt x="5357" y="10145"/>
                    <a:pt x="5514" y="10365"/>
                  </a:cubicBezTo>
                  <a:cubicBezTo>
                    <a:pt x="5987" y="10995"/>
                    <a:pt x="6617" y="11436"/>
                    <a:pt x="7404" y="11657"/>
                  </a:cubicBezTo>
                  <a:cubicBezTo>
                    <a:pt x="7446" y="11657"/>
                    <a:pt x="7488" y="11685"/>
                    <a:pt x="7530" y="11685"/>
                  </a:cubicBezTo>
                  <a:cubicBezTo>
                    <a:pt x="7551" y="11685"/>
                    <a:pt x="7572" y="11678"/>
                    <a:pt x="7593" y="11657"/>
                  </a:cubicBezTo>
                  <a:cubicBezTo>
                    <a:pt x="8350" y="11436"/>
                    <a:pt x="9011" y="10995"/>
                    <a:pt x="9484" y="10365"/>
                  </a:cubicBezTo>
                  <a:cubicBezTo>
                    <a:pt x="9641" y="10145"/>
                    <a:pt x="9799" y="9893"/>
                    <a:pt x="9925" y="9609"/>
                  </a:cubicBezTo>
                  <a:lnTo>
                    <a:pt x="10618" y="9609"/>
                  </a:lnTo>
                  <a:cubicBezTo>
                    <a:pt x="11185" y="9609"/>
                    <a:pt x="11658" y="9136"/>
                    <a:pt x="11658" y="8601"/>
                  </a:cubicBezTo>
                  <a:lnTo>
                    <a:pt x="11658" y="1040"/>
                  </a:lnTo>
                  <a:cubicBezTo>
                    <a:pt x="11658" y="473"/>
                    <a:pt x="11217" y="0"/>
                    <a:pt x="1061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7" name="Google Shape;3647;p49"/>
            <p:cNvSpPr/>
            <p:nvPr/>
          </p:nvSpPr>
          <p:spPr>
            <a:xfrm>
              <a:off x="-3104575" y="2442800"/>
              <a:ext cx="18150" cy="17350"/>
            </a:xfrm>
            <a:custGeom>
              <a:rect b="b" l="l" r="r" t="t"/>
              <a:pathLst>
                <a:path extrusionOk="0" h="694" w="726">
                  <a:moveTo>
                    <a:pt x="348" y="1"/>
                  </a:moveTo>
                  <a:cubicBezTo>
                    <a:pt x="158" y="1"/>
                    <a:pt x="1" y="158"/>
                    <a:pt x="1" y="347"/>
                  </a:cubicBezTo>
                  <a:cubicBezTo>
                    <a:pt x="1" y="536"/>
                    <a:pt x="158" y="694"/>
                    <a:pt x="348" y="694"/>
                  </a:cubicBezTo>
                  <a:cubicBezTo>
                    <a:pt x="568" y="694"/>
                    <a:pt x="726" y="536"/>
                    <a:pt x="726" y="347"/>
                  </a:cubicBezTo>
                  <a:cubicBezTo>
                    <a:pt x="726" y="158"/>
                    <a:pt x="568" y="1"/>
                    <a:pt x="3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8" name="Google Shape;3648;p49"/>
            <p:cNvSpPr/>
            <p:nvPr/>
          </p:nvSpPr>
          <p:spPr>
            <a:xfrm>
              <a:off x="-3069900" y="2442800"/>
              <a:ext cx="17350" cy="17350"/>
            </a:xfrm>
            <a:custGeom>
              <a:rect b="b" l="l" r="r" t="t"/>
              <a:pathLst>
                <a:path extrusionOk="0" h="694" w="694">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9" name="Google Shape;3649;p49"/>
            <p:cNvSpPr/>
            <p:nvPr/>
          </p:nvSpPr>
          <p:spPr>
            <a:xfrm>
              <a:off x="-3035250" y="2442800"/>
              <a:ext cx="17350" cy="17350"/>
            </a:xfrm>
            <a:custGeom>
              <a:rect b="b" l="l" r="r" t="t"/>
              <a:pathLst>
                <a:path extrusionOk="0" h="694" w="694">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0" name="Google Shape;3650;p49"/>
            <p:cNvSpPr/>
            <p:nvPr/>
          </p:nvSpPr>
          <p:spPr>
            <a:xfrm>
              <a:off x="-3002175" y="2442800"/>
              <a:ext cx="120525" cy="17350"/>
            </a:xfrm>
            <a:custGeom>
              <a:rect b="b" l="l" r="r" t="t"/>
              <a:pathLst>
                <a:path extrusionOk="0" h="694" w="4821">
                  <a:moveTo>
                    <a:pt x="347" y="1"/>
                  </a:moveTo>
                  <a:cubicBezTo>
                    <a:pt x="158" y="1"/>
                    <a:pt x="1" y="158"/>
                    <a:pt x="1" y="347"/>
                  </a:cubicBezTo>
                  <a:cubicBezTo>
                    <a:pt x="32" y="536"/>
                    <a:pt x="190" y="694"/>
                    <a:pt x="347" y="694"/>
                  </a:cubicBezTo>
                  <a:lnTo>
                    <a:pt x="4443" y="694"/>
                  </a:lnTo>
                  <a:cubicBezTo>
                    <a:pt x="4663" y="694"/>
                    <a:pt x="4821" y="536"/>
                    <a:pt x="4821" y="347"/>
                  </a:cubicBezTo>
                  <a:cubicBezTo>
                    <a:pt x="4821" y="158"/>
                    <a:pt x="4663" y="1"/>
                    <a:pt x="444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51" name="Google Shape;3651;p49"/>
          <p:cNvGrpSpPr/>
          <p:nvPr/>
        </p:nvGrpSpPr>
        <p:grpSpPr>
          <a:xfrm>
            <a:off x="6836308" y="2448957"/>
            <a:ext cx="275537" cy="243511"/>
            <a:chOff x="-3137650" y="2787000"/>
            <a:chExt cx="291450" cy="257575"/>
          </a:xfrm>
        </p:grpSpPr>
        <p:sp>
          <p:nvSpPr>
            <p:cNvPr id="3652" name="Google Shape;3652;p49"/>
            <p:cNvSpPr/>
            <p:nvPr/>
          </p:nvSpPr>
          <p:spPr>
            <a:xfrm>
              <a:off x="-3137650" y="2787000"/>
              <a:ext cx="291450" cy="257575"/>
            </a:xfrm>
            <a:custGeom>
              <a:rect b="b" l="l" r="r" t="t"/>
              <a:pathLst>
                <a:path extrusionOk="0" h="10303" w="11658">
                  <a:moveTo>
                    <a:pt x="10618" y="693"/>
                  </a:moveTo>
                  <a:cubicBezTo>
                    <a:pt x="10807" y="693"/>
                    <a:pt x="10964" y="851"/>
                    <a:pt x="10964" y="1040"/>
                  </a:cubicBezTo>
                  <a:lnTo>
                    <a:pt x="10964" y="2741"/>
                  </a:lnTo>
                  <a:lnTo>
                    <a:pt x="662" y="2741"/>
                  </a:lnTo>
                  <a:lnTo>
                    <a:pt x="662" y="1040"/>
                  </a:lnTo>
                  <a:cubicBezTo>
                    <a:pt x="662" y="851"/>
                    <a:pt x="820" y="693"/>
                    <a:pt x="1009" y="693"/>
                  </a:cubicBezTo>
                  <a:close/>
                  <a:moveTo>
                    <a:pt x="10996" y="3403"/>
                  </a:moveTo>
                  <a:lnTo>
                    <a:pt x="10996" y="9231"/>
                  </a:lnTo>
                  <a:cubicBezTo>
                    <a:pt x="10964" y="9420"/>
                    <a:pt x="10838" y="9578"/>
                    <a:pt x="10618" y="9578"/>
                  </a:cubicBezTo>
                  <a:lnTo>
                    <a:pt x="1009" y="9578"/>
                  </a:lnTo>
                  <a:cubicBezTo>
                    <a:pt x="820" y="9578"/>
                    <a:pt x="662" y="9420"/>
                    <a:pt x="662" y="9231"/>
                  </a:cubicBezTo>
                  <a:lnTo>
                    <a:pt x="662" y="3403"/>
                  </a:lnTo>
                  <a:close/>
                  <a:moveTo>
                    <a:pt x="1009" y="0"/>
                  </a:moveTo>
                  <a:cubicBezTo>
                    <a:pt x="473" y="0"/>
                    <a:pt x="1" y="473"/>
                    <a:pt x="1" y="1040"/>
                  </a:cubicBezTo>
                  <a:lnTo>
                    <a:pt x="1" y="9263"/>
                  </a:lnTo>
                  <a:cubicBezTo>
                    <a:pt x="1" y="9830"/>
                    <a:pt x="473" y="10302"/>
                    <a:pt x="1009" y="10302"/>
                  </a:cubicBezTo>
                  <a:lnTo>
                    <a:pt x="10618" y="10302"/>
                  </a:lnTo>
                  <a:cubicBezTo>
                    <a:pt x="11185" y="10302"/>
                    <a:pt x="11658" y="9830"/>
                    <a:pt x="11658" y="9263"/>
                  </a:cubicBezTo>
                  <a:lnTo>
                    <a:pt x="11658" y="1040"/>
                  </a:lnTo>
                  <a:cubicBezTo>
                    <a:pt x="11658" y="441"/>
                    <a:pt x="11217" y="0"/>
                    <a:pt x="1061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3" name="Google Shape;3653;p49"/>
            <p:cNvSpPr/>
            <p:nvPr/>
          </p:nvSpPr>
          <p:spPr>
            <a:xfrm>
              <a:off x="-3104575" y="2820875"/>
              <a:ext cx="18150" cy="17350"/>
            </a:xfrm>
            <a:custGeom>
              <a:rect b="b" l="l" r="r" t="t"/>
              <a:pathLst>
                <a:path extrusionOk="0" h="694" w="726">
                  <a:moveTo>
                    <a:pt x="348" y="0"/>
                  </a:moveTo>
                  <a:cubicBezTo>
                    <a:pt x="158" y="0"/>
                    <a:pt x="1" y="158"/>
                    <a:pt x="1" y="347"/>
                  </a:cubicBezTo>
                  <a:cubicBezTo>
                    <a:pt x="1" y="536"/>
                    <a:pt x="158" y="693"/>
                    <a:pt x="348" y="693"/>
                  </a:cubicBezTo>
                  <a:cubicBezTo>
                    <a:pt x="568" y="693"/>
                    <a:pt x="726" y="536"/>
                    <a:pt x="726" y="347"/>
                  </a:cubicBezTo>
                  <a:cubicBezTo>
                    <a:pt x="726" y="158"/>
                    <a:pt x="568" y="0"/>
                    <a:pt x="34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4" name="Google Shape;3654;p49"/>
            <p:cNvSpPr/>
            <p:nvPr/>
          </p:nvSpPr>
          <p:spPr>
            <a:xfrm>
              <a:off x="-3069900" y="2820875"/>
              <a:ext cx="17350" cy="17350"/>
            </a:xfrm>
            <a:custGeom>
              <a:rect b="b" l="l" r="r" t="t"/>
              <a:pathLst>
                <a:path extrusionOk="0" h="694" w="694">
                  <a:moveTo>
                    <a:pt x="347" y="0"/>
                  </a:moveTo>
                  <a:cubicBezTo>
                    <a:pt x="158" y="0"/>
                    <a:pt x="0" y="158"/>
                    <a:pt x="0" y="347"/>
                  </a:cubicBezTo>
                  <a:cubicBezTo>
                    <a:pt x="0" y="536"/>
                    <a:pt x="158" y="693"/>
                    <a:pt x="347" y="693"/>
                  </a:cubicBezTo>
                  <a:cubicBezTo>
                    <a:pt x="536" y="693"/>
                    <a:pt x="693" y="536"/>
                    <a:pt x="693" y="347"/>
                  </a:cubicBezTo>
                  <a:cubicBezTo>
                    <a:pt x="693" y="158"/>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5" name="Google Shape;3655;p49"/>
            <p:cNvSpPr/>
            <p:nvPr/>
          </p:nvSpPr>
          <p:spPr>
            <a:xfrm>
              <a:off x="-3035250" y="2820875"/>
              <a:ext cx="17350" cy="17350"/>
            </a:xfrm>
            <a:custGeom>
              <a:rect b="b" l="l" r="r" t="t"/>
              <a:pathLst>
                <a:path extrusionOk="0" h="694" w="694">
                  <a:moveTo>
                    <a:pt x="347" y="0"/>
                  </a:moveTo>
                  <a:cubicBezTo>
                    <a:pt x="158" y="0"/>
                    <a:pt x="0" y="158"/>
                    <a:pt x="0" y="347"/>
                  </a:cubicBezTo>
                  <a:cubicBezTo>
                    <a:pt x="0" y="536"/>
                    <a:pt x="158" y="693"/>
                    <a:pt x="347" y="693"/>
                  </a:cubicBezTo>
                  <a:cubicBezTo>
                    <a:pt x="536" y="693"/>
                    <a:pt x="693" y="536"/>
                    <a:pt x="693" y="347"/>
                  </a:cubicBezTo>
                  <a:cubicBezTo>
                    <a:pt x="693" y="158"/>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6" name="Google Shape;3656;p49"/>
            <p:cNvSpPr/>
            <p:nvPr/>
          </p:nvSpPr>
          <p:spPr>
            <a:xfrm>
              <a:off x="-3002175" y="2820875"/>
              <a:ext cx="121325" cy="17350"/>
            </a:xfrm>
            <a:custGeom>
              <a:rect b="b" l="l" r="r" t="t"/>
              <a:pathLst>
                <a:path extrusionOk="0" h="694" w="4853">
                  <a:moveTo>
                    <a:pt x="347" y="0"/>
                  </a:moveTo>
                  <a:cubicBezTo>
                    <a:pt x="158" y="0"/>
                    <a:pt x="1" y="158"/>
                    <a:pt x="1" y="347"/>
                  </a:cubicBezTo>
                  <a:cubicBezTo>
                    <a:pt x="32" y="536"/>
                    <a:pt x="190" y="693"/>
                    <a:pt x="347" y="693"/>
                  </a:cubicBezTo>
                  <a:lnTo>
                    <a:pt x="4506" y="693"/>
                  </a:lnTo>
                  <a:cubicBezTo>
                    <a:pt x="4695" y="693"/>
                    <a:pt x="4852" y="536"/>
                    <a:pt x="4852" y="347"/>
                  </a:cubicBezTo>
                  <a:cubicBezTo>
                    <a:pt x="4852" y="158"/>
                    <a:pt x="4695" y="0"/>
                    <a:pt x="45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7" name="Google Shape;3657;p49"/>
            <p:cNvSpPr/>
            <p:nvPr/>
          </p:nvSpPr>
          <p:spPr>
            <a:xfrm>
              <a:off x="-2948625" y="2907300"/>
              <a:ext cx="52025" cy="85300"/>
            </a:xfrm>
            <a:custGeom>
              <a:rect b="b" l="l" r="r" t="t"/>
              <a:pathLst>
                <a:path extrusionOk="0" h="3412" w="2081">
                  <a:moveTo>
                    <a:pt x="347" y="1"/>
                  </a:moveTo>
                  <a:cubicBezTo>
                    <a:pt x="261" y="1"/>
                    <a:pt x="174" y="24"/>
                    <a:pt x="127" y="72"/>
                  </a:cubicBezTo>
                  <a:cubicBezTo>
                    <a:pt x="1" y="198"/>
                    <a:pt x="1" y="450"/>
                    <a:pt x="127" y="544"/>
                  </a:cubicBezTo>
                  <a:lnTo>
                    <a:pt x="1261" y="1710"/>
                  </a:lnTo>
                  <a:lnTo>
                    <a:pt x="127" y="2844"/>
                  </a:lnTo>
                  <a:cubicBezTo>
                    <a:pt x="1" y="2970"/>
                    <a:pt x="1" y="3191"/>
                    <a:pt x="127" y="3317"/>
                  </a:cubicBezTo>
                  <a:cubicBezTo>
                    <a:pt x="174" y="3380"/>
                    <a:pt x="261" y="3411"/>
                    <a:pt x="347" y="3411"/>
                  </a:cubicBezTo>
                  <a:cubicBezTo>
                    <a:pt x="434" y="3411"/>
                    <a:pt x="521" y="3380"/>
                    <a:pt x="568" y="3317"/>
                  </a:cubicBezTo>
                  <a:lnTo>
                    <a:pt x="1954" y="1930"/>
                  </a:lnTo>
                  <a:cubicBezTo>
                    <a:pt x="2080" y="1804"/>
                    <a:pt x="2080" y="1584"/>
                    <a:pt x="1954" y="1458"/>
                  </a:cubicBezTo>
                  <a:lnTo>
                    <a:pt x="568" y="72"/>
                  </a:lnTo>
                  <a:cubicBezTo>
                    <a:pt x="521" y="24"/>
                    <a:pt x="434"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8" name="Google Shape;3658;p49"/>
            <p:cNvSpPr/>
            <p:nvPr/>
          </p:nvSpPr>
          <p:spPr>
            <a:xfrm>
              <a:off x="-3088025" y="2907300"/>
              <a:ext cx="53575" cy="85300"/>
            </a:xfrm>
            <a:custGeom>
              <a:rect b="b" l="l" r="r" t="t"/>
              <a:pathLst>
                <a:path extrusionOk="0" h="3412" w="2143">
                  <a:moveTo>
                    <a:pt x="1749" y="1"/>
                  </a:moveTo>
                  <a:cubicBezTo>
                    <a:pt x="1662" y="1"/>
                    <a:pt x="1576" y="24"/>
                    <a:pt x="1513" y="72"/>
                  </a:cubicBezTo>
                  <a:lnTo>
                    <a:pt x="127" y="1458"/>
                  </a:lnTo>
                  <a:cubicBezTo>
                    <a:pt x="1" y="1584"/>
                    <a:pt x="1" y="1804"/>
                    <a:pt x="127" y="1930"/>
                  </a:cubicBezTo>
                  <a:lnTo>
                    <a:pt x="1513" y="3317"/>
                  </a:lnTo>
                  <a:cubicBezTo>
                    <a:pt x="1576" y="3380"/>
                    <a:pt x="1662" y="3411"/>
                    <a:pt x="1749" y="3411"/>
                  </a:cubicBezTo>
                  <a:cubicBezTo>
                    <a:pt x="1836" y="3411"/>
                    <a:pt x="1922" y="3380"/>
                    <a:pt x="1985" y="3317"/>
                  </a:cubicBezTo>
                  <a:cubicBezTo>
                    <a:pt x="2111" y="3191"/>
                    <a:pt x="2111" y="2970"/>
                    <a:pt x="1985" y="2844"/>
                  </a:cubicBezTo>
                  <a:lnTo>
                    <a:pt x="851" y="1710"/>
                  </a:lnTo>
                  <a:lnTo>
                    <a:pt x="1985" y="544"/>
                  </a:lnTo>
                  <a:cubicBezTo>
                    <a:pt x="2143" y="450"/>
                    <a:pt x="2143" y="198"/>
                    <a:pt x="1985" y="72"/>
                  </a:cubicBezTo>
                  <a:cubicBezTo>
                    <a:pt x="1922" y="24"/>
                    <a:pt x="1836" y="1"/>
                    <a:pt x="17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9" name="Google Shape;3659;p49"/>
            <p:cNvSpPr/>
            <p:nvPr/>
          </p:nvSpPr>
          <p:spPr>
            <a:xfrm>
              <a:off x="-3019500" y="2888975"/>
              <a:ext cx="54375" cy="119400"/>
            </a:xfrm>
            <a:custGeom>
              <a:rect b="b" l="l" r="r" t="t"/>
              <a:pathLst>
                <a:path extrusionOk="0" h="4776" w="2175">
                  <a:moveTo>
                    <a:pt x="1778" y="0"/>
                  </a:moveTo>
                  <a:cubicBezTo>
                    <a:pt x="1617" y="0"/>
                    <a:pt x="1501" y="108"/>
                    <a:pt x="1450" y="237"/>
                  </a:cubicBezTo>
                  <a:lnTo>
                    <a:pt x="63" y="4333"/>
                  </a:lnTo>
                  <a:cubicBezTo>
                    <a:pt x="0" y="4522"/>
                    <a:pt x="95" y="4680"/>
                    <a:pt x="253" y="4743"/>
                  </a:cubicBezTo>
                  <a:cubicBezTo>
                    <a:pt x="305" y="4765"/>
                    <a:pt x="354" y="4775"/>
                    <a:pt x="399" y="4775"/>
                  </a:cubicBezTo>
                  <a:cubicBezTo>
                    <a:pt x="543" y="4775"/>
                    <a:pt x="646" y="4674"/>
                    <a:pt x="694" y="4554"/>
                  </a:cubicBezTo>
                  <a:lnTo>
                    <a:pt x="2080" y="458"/>
                  </a:lnTo>
                  <a:cubicBezTo>
                    <a:pt x="2174" y="300"/>
                    <a:pt x="2048" y="111"/>
                    <a:pt x="1891" y="17"/>
                  </a:cubicBezTo>
                  <a:cubicBezTo>
                    <a:pt x="1851" y="6"/>
                    <a:pt x="1813" y="0"/>
                    <a:pt x="17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60" name="Google Shape;3660;p49"/>
          <p:cNvSpPr/>
          <p:nvPr/>
        </p:nvSpPr>
        <p:spPr>
          <a:xfrm>
            <a:off x="1151442" y="2917452"/>
            <a:ext cx="275537" cy="193618"/>
          </a:xfrm>
          <a:custGeom>
            <a:rect b="b" l="l" r="r" t="t"/>
            <a:pathLst>
              <a:path extrusionOk="0" h="8192" w="11658">
                <a:moveTo>
                  <a:pt x="10429" y="662"/>
                </a:moveTo>
                <a:cubicBezTo>
                  <a:pt x="10114" y="1008"/>
                  <a:pt x="6207" y="4915"/>
                  <a:pt x="6081" y="5072"/>
                </a:cubicBezTo>
                <a:cubicBezTo>
                  <a:pt x="6018" y="5135"/>
                  <a:pt x="5916" y="5167"/>
                  <a:pt x="5813" y="5167"/>
                </a:cubicBezTo>
                <a:cubicBezTo>
                  <a:pt x="5711" y="5167"/>
                  <a:pt x="5608" y="5135"/>
                  <a:pt x="5545" y="5072"/>
                </a:cubicBezTo>
                <a:lnTo>
                  <a:pt x="1135" y="662"/>
                </a:lnTo>
                <a:close/>
                <a:moveTo>
                  <a:pt x="662" y="1134"/>
                </a:moveTo>
                <a:lnTo>
                  <a:pt x="3624" y="4096"/>
                </a:lnTo>
                <a:lnTo>
                  <a:pt x="662" y="7057"/>
                </a:lnTo>
                <a:lnTo>
                  <a:pt x="662" y="1134"/>
                </a:lnTo>
                <a:close/>
                <a:moveTo>
                  <a:pt x="10996" y="1134"/>
                </a:moveTo>
                <a:lnTo>
                  <a:pt x="10996" y="7057"/>
                </a:lnTo>
                <a:lnTo>
                  <a:pt x="8034" y="4096"/>
                </a:lnTo>
                <a:lnTo>
                  <a:pt x="10996" y="1134"/>
                </a:lnTo>
                <a:close/>
                <a:moveTo>
                  <a:pt x="7562" y="4568"/>
                </a:moveTo>
                <a:lnTo>
                  <a:pt x="10492" y="7530"/>
                </a:lnTo>
                <a:lnTo>
                  <a:pt x="1198" y="7530"/>
                </a:lnTo>
                <a:lnTo>
                  <a:pt x="4096" y="4568"/>
                </a:lnTo>
                <a:lnTo>
                  <a:pt x="5073" y="5545"/>
                </a:lnTo>
                <a:cubicBezTo>
                  <a:pt x="5278" y="5750"/>
                  <a:pt x="5553" y="5852"/>
                  <a:pt x="5829" y="5852"/>
                </a:cubicBezTo>
                <a:cubicBezTo>
                  <a:pt x="6105" y="5852"/>
                  <a:pt x="6380" y="5750"/>
                  <a:pt x="6585" y="5545"/>
                </a:cubicBezTo>
                <a:lnTo>
                  <a:pt x="7562" y="4568"/>
                </a:lnTo>
                <a:close/>
                <a:moveTo>
                  <a:pt x="1009" y="0"/>
                </a:moveTo>
                <a:cubicBezTo>
                  <a:pt x="473" y="0"/>
                  <a:pt x="1" y="473"/>
                  <a:pt x="1" y="1008"/>
                </a:cubicBezTo>
                <a:lnTo>
                  <a:pt x="1" y="7152"/>
                </a:lnTo>
                <a:cubicBezTo>
                  <a:pt x="1" y="7719"/>
                  <a:pt x="473" y="8191"/>
                  <a:pt x="1009" y="8191"/>
                </a:cubicBezTo>
                <a:lnTo>
                  <a:pt x="10618" y="8191"/>
                </a:lnTo>
                <a:cubicBezTo>
                  <a:pt x="11185" y="8191"/>
                  <a:pt x="11657" y="7719"/>
                  <a:pt x="11657" y="7152"/>
                </a:cubicBezTo>
                <a:lnTo>
                  <a:pt x="11657" y="1008"/>
                </a:lnTo>
                <a:cubicBezTo>
                  <a:pt x="11657" y="441"/>
                  <a:pt x="11185" y="0"/>
                  <a:pt x="1061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1" name="Google Shape;3661;p49"/>
          <p:cNvSpPr/>
          <p:nvPr/>
        </p:nvSpPr>
        <p:spPr>
          <a:xfrm>
            <a:off x="1151076" y="1996048"/>
            <a:ext cx="276270" cy="276388"/>
          </a:xfrm>
          <a:custGeom>
            <a:rect b="b" l="l" r="r" t="t"/>
            <a:pathLst>
              <a:path extrusionOk="0" h="11694" w="11689">
                <a:moveTo>
                  <a:pt x="5829" y="2048"/>
                </a:moveTo>
                <a:cubicBezTo>
                  <a:pt x="6018" y="2048"/>
                  <a:pt x="6175" y="2206"/>
                  <a:pt x="6175" y="2395"/>
                </a:cubicBezTo>
                <a:cubicBezTo>
                  <a:pt x="6175" y="2615"/>
                  <a:pt x="6018" y="2804"/>
                  <a:pt x="5829" y="2804"/>
                </a:cubicBezTo>
                <a:cubicBezTo>
                  <a:pt x="5640" y="2804"/>
                  <a:pt x="5482" y="2615"/>
                  <a:pt x="5482" y="2395"/>
                </a:cubicBezTo>
                <a:cubicBezTo>
                  <a:pt x="5482" y="2206"/>
                  <a:pt x="5640" y="2048"/>
                  <a:pt x="5829" y="2048"/>
                </a:cubicBezTo>
                <a:close/>
                <a:moveTo>
                  <a:pt x="5829" y="725"/>
                </a:moveTo>
                <a:cubicBezTo>
                  <a:pt x="6774" y="725"/>
                  <a:pt x="7530" y="1449"/>
                  <a:pt x="7530" y="2395"/>
                </a:cubicBezTo>
                <a:cubicBezTo>
                  <a:pt x="7530" y="2521"/>
                  <a:pt x="7530" y="2678"/>
                  <a:pt x="7467" y="2804"/>
                </a:cubicBezTo>
                <a:lnTo>
                  <a:pt x="6774" y="2804"/>
                </a:lnTo>
                <a:cubicBezTo>
                  <a:pt x="6806" y="2678"/>
                  <a:pt x="6837" y="2552"/>
                  <a:pt x="6837" y="2395"/>
                </a:cubicBezTo>
                <a:cubicBezTo>
                  <a:pt x="6837" y="1859"/>
                  <a:pt x="6364" y="1386"/>
                  <a:pt x="5829" y="1386"/>
                </a:cubicBezTo>
                <a:cubicBezTo>
                  <a:pt x="5262" y="1386"/>
                  <a:pt x="4789" y="1859"/>
                  <a:pt x="4789" y="2395"/>
                </a:cubicBezTo>
                <a:cubicBezTo>
                  <a:pt x="4789" y="2521"/>
                  <a:pt x="4852" y="2678"/>
                  <a:pt x="4884" y="2804"/>
                </a:cubicBezTo>
                <a:lnTo>
                  <a:pt x="4159" y="2804"/>
                </a:lnTo>
                <a:cubicBezTo>
                  <a:pt x="4128" y="2678"/>
                  <a:pt x="4128" y="2521"/>
                  <a:pt x="4128" y="2395"/>
                </a:cubicBezTo>
                <a:cubicBezTo>
                  <a:pt x="4128" y="1449"/>
                  <a:pt x="4884" y="725"/>
                  <a:pt x="5829" y="725"/>
                </a:cubicBezTo>
                <a:close/>
                <a:moveTo>
                  <a:pt x="10681" y="3466"/>
                </a:moveTo>
                <a:cubicBezTo>
                  <a:pt x="10870" y="3466"/>
                  <a:pt x="11027" y="3623"/>
                  <a:pt x="11027" y="3812"/>
                </a:cubicBezTo>
                <a:cubicBezTo>
                  <a:pt x="11027" y="4033"/>
                  <a:pt x="10870" y="4190"/>
                  <a:pt x="10681" y="4190"/>
                </a:cubicBezTo>
                <a:lnTo>
                  <a:pt x="1009" y="4190"/>
                </a:lnTo>
                <a:cubicBezTo>
                  <a:pt x="820" y="4190"/>
                  <a:pt x="662" y="4033"/>
                  <a:pt x="662" y="3812"/>
                </a:cubicBezTo>
                <a:cubicBezTo>
                  <a:pt x="662" y="3623"/>
                  <a:pt x="851" y="3466"/>
                  <a:pt x="1009" y="3466"/>
                </a:cubicBezTo>
                <a:close/>
                <a:moveTo>
                  <a:pt x="9799" y="4852"/>
                </a:moveTo>
                <a:lnTo>
                  <a:pt x="7058" y="7593"/>
                </a:lnTo>
                <a:lnTo>
                  <a:pt x="4600" y="7593"/>
                </a:lnTo>
                <a:lnTo>
                  <a:pt x="1859" y="4852"/>
                </a:lnTo>
                <a:close/>
                <a:moveTo>
                  <a:pt x="6869" y="8255"/>
                </a:moveTo>
                <a:lnTo>
                  <a:pt x="6869" y="9767"/>
                </a:lnTo>
                <a:lnTo>
                  <a:pt x="4789" y="10775"/>
                </a:lnTo>
                <a:lnTo>
                  <a:pt x="4789" y="8255"/>
                </a:lnTo>
                <a:close/>
                <a:moveTo>
                  <a:pt x="5829" y="0"/>
                </a:moveTo>
                <a:cubicBezTo>
                  <a:pt x="4474" y="0"/>
                  <a:pt x="3435" y="1071"/>
                  <a:pt x="3435" y="2395"/>
                </a:cubicBezTo>
                <a:cubicBezTo>
                  <a:pt x="3435" y="2521"/>
                  <a:pt x="3435" y="2678"/>
                  <a:pt x="3466" y="2804"/>
                </a:cubicBezTo>
                <a:lnTo>
                  <a:pt x="1009" y="2804"/>
                </a:lnTo>
                <a:cubicBezTo>
                  <a:pt x="473" y="2804"/>
                  <a:pt x="0" y="3277"/>
                  <a:pt x="0" y="3812"/>
                </a:cubicBezTo>
                <a:cubicBezTo>
                  <a:pt x="0" y="4348"/>
                  <a:pt x="379" y="4757"/>
                  <a:pt x="851" y="4852"/>
                </a:cubicBezTo>
                <a:lnTo>
                  <a:pt x="4096" y="8065"/>
                </a:lnTo>
                <a:lnTo>
                  <a:pt x="4096" y="11342"/>
                </a:lnTo>
                <a:cubicBezTo>
                  <a:pt x="4096" y="11518"/>
                  <a:pt x="4277" y="11694"/>
                  <a:pt x="4462" y="11694"/>
                </a:cubicBezTo>
                <a:cubicBezTo>
                  <a:pt x="4508" y="11694"/>
                  <a:pt x="4556" y="11683"/>
                  <a:pt x="4600" y="11657"/>
                </a:cubicBezTo>
                <a:lnTo>
                  <a:pt x="7373" y="10271"/>
                </a:lnTo>
                <a:cubicBezTo>
                  <a:pt x="7467" y="10239"/>
                  <a:pt x="7562" y="10113"/>
                  <a:pt x="7562" y="9956"/>
                </a:cubicBezTo>
                <a:lnTo>
                  <a:pt x="7562" y="8034"/>
                </a:lnTo>
                <a:lnTo>
                  <a:pt x="10838" y="4820"/>
                </a:lnTo>
                <a:cubicBezTo>
                  <a:pt x="11311" y="4757"/>
                  <a:pt x="11689" y="4348"/>
                  <a:pt x="11689" y="3812"/>
                </a:cubicBezTo>
                <a:cubicBezTo>
                  <a:pt x="11689" y="3277"/>
                  <a:pt x="11216" y="2804"/>
                  <a:pt x="10681" y="2804"/>
                </a:cubicBezTo>
                <a:lnTo>
                  <a:pt x="8192" y="2804"/>
                </a:lnTo>
                <a:cubicBezTo>
                  <a:pt x="8192" y="2678"/>
                  <a:pt x="8223" y="2521"/>
                  <a:pt x="8223" y="2395"/>
                </a:cubicBezTo>
                <a:cubicBezTo>
                  <a:pt x="8223" y="1071"/>
                  <a:pt x="7152" y="0"/>
                  <a:pt x="582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2" name="Google Shape;3662;p49"/>
          <p:cNvSpPr/>
          <p:nvPr/>
        </p:nvSpPr>
        <p:spPr>
          <a:xfrm>
            <a:off x="5962595" y="1995823"/>
            <a:ext cx="278515" cy="276837"/>
          </a:xfrm>
          <a:custGeom>
            <a:rect b="b" l="l" r="r" t="t"/>
            <a:pathLst>
              <a:path extrusionOk="0" h="11713" w="11784">
                <a:moveTo>
                  <a:pt x="5136" y="4128"/>
                </a:moveTo>
                <a:cubicBezTo>
                  <a:pt x="5671" y="4128"/>
                  <a:pt x="6112" y="4569"/>
                  <a:pt x="6144" y="5136"/>
                </a:cubicBezTo>
                <a:lnTo>
                  <a:pt x="5230" y="4853"/>
                </a:lnTo>
                <a:cubicBezTo>
                  <a:pt x="5198" y="4839"/>
                  <a:pt x="5165" y="4832"/>
                  <a:pt x="5131" y="4832"/>
                </a:cubicBezTo>
                <a:cubicBezTo>
                  <a:pt x="4934" y="4832"/>
                  <a:pt x="4735" y="5052"/>
                  <a:pt x="4789" y="5294"/>
                </a:cubicBezTo>
                <a:lnTo>
                  <a:pt x="5073" y="6239"/>
                </a:lnTo>
                <a:cubicBezTo>
                  <a:pt x="4537" y="6176"/>
                  <a:pt x="4096" y="5703"/>
                  <a:pt x="4096" y="5168"/>
                </a:cubicBezTo>
                <a:cubicBezTo>
                  <a:pt x="4096" y="4601"/>
                  <a:pt x="4569" y="4128"/>
                  <a:pt x="5136" y="4128"/>
                </a:cubicBezTo>
                <a:close/>
                <a:moveTo>
                  <a:pt x="5199" y="2364"/>
                </a:moveTo>
                <a:cubicBezTo>
                  <a:pt x="6680" y="2364"/>
                  <a:pt x="7940" y="3592"/>
                  <a:pt x="7940" y="5136"/>
                </a:cubicBezTo>
                <a:cubicBezTo>
                  <a:pt x="7940" y="5294"/>
                  <a:pt x="7940" y="5388"/>
                  <a:pt x="7908" y="5546"/>
                </a:cubicBezTo>
                <a:lnTo>
                  <a:pt x="6932" y="5294"/>
                </a:lnTo>
                <a:lnTo>
                  <a:pt x="6932" y="5136"/>
                </a:lnTo>
                <a:cubicBezTo>
                  <a:pt x="6806" y="4223"/>
                  <a:pt x="6049" y="3466"/>
                  <a:pt x="5104" y="3466"/>
                </a:cubicBezTo>
                <a:cubicBezTo>
                  <a:pt x="4159" y="3466"/>
                  <a:pt x="3435" y="4223"/>
                  <a:pt x="3435" y="5168"/>
                </a:cubicBezTo>
                <a:cubicBezTo>
                  <a:pt x="3435" y="5609"/>
                  <a:pt x="3624" y="6081"/>
                  <a:pt x="3939" y="6396"/>
                </a:cubicBezTo>
                <a:cubicBezTo>
                  <a:pt x="4254" y="6743"/>
                  <a:pt x="4695" y="6900"/>
                  <a:pt x="5167" y="6900"/>
                </a:cubicBezTo>
                <a:lnTo>
                  <a:pt x="5325" y="6900"/>
                </a:lnTo>
                <a:lnTo>
                  <a:pt x="5577" y="7877"/>
                </a:lnTo>
                <a:cubicBezTo>
                  <a:pt x="5482" y="7909"/>
                  <a:pt x="5325" y="7909"/>
                  <a:pt x="5199" y="7909"/>
                </a:cubicBezTo>
                <a:cubicBezTo>
                  <a:pt x="3687" y="7909"/>
                  <a:pt x="2426" y="6648"/>
                  <a:pt x="2426" y="5136"/>
                </a:cubicBezTo>
                <a:cubicBezTo>
                  <a:pt x="2426" y="3624"/>
                  <a:pt x="3655" y="2364"/>
                  <a:pt x="5199" y="2364"/>
                </a:cubicBezTo>
                <a:close/>
                <a:moveTo>
                  <a:pt x="5167" y="726"/>
                </a:moveTo>
                <a:cubicBezTo>
                  <a:pt x="7940" y="726"/>
                  <a:pt x="10051" y="3277"/>
                  <a:pt x="9515" y="6018"/>
                </a:cubicBezTo>
                <a:lnTo>
                  <a:pt x="8507" y="5766"/>
                </a:lnTo>
                <a:cubicBezTo>
                  <a:pt x="8538" y="5546"/>
                  <a:pt x="8538" y="5357"/>
                  <a:pt x="8538" y="5136"/>
                </a:cubicBezTo>
                <a:cubicBezTo>
                  <a:pt x="8538" y="3246"/>
                  <a:pt x="7026" y="1702"/>
                  <a:pt x="5104" y="1702"/>
                </a:cubicBezTo>
                <a:cubicBezTo>
                  <a:pt x="3214" y="1702"/>
                  <a:pt x="1702" y="3246"/>
                  <a:pt x="1702" y="5136"/>
                </a:cubicBezTo>
                <a:cubicBezTo>
                  <a:pt x="1702" y="7027"/>
                  <a:pt x="3214" y="8602"/>
                  <a:pt x="5104" y="8602"/>
                </a:cubicBezTo>
                <a:cubicBezTo>
                  <a:pt x="5325" y="8602"/>
                  <a:pt x="5514" y="8602"/>
                  <a:pt x="5703" y="8539"/>
                </a:cubicBezTo>
                <a:lnTo>
                  <a:pt x="5986" y="9578"/>
                </a:lnTo>
                <a:cubicBezTo>
                  <a:pt x="5695" y="9636"/>
                  <a:pt x="5405" y="9664"/>
                  <a:pt x="5119" y="9664"/>
                </a:cubicBezTo>
                <a:cubicBezTo>
                  <a:pt x="2751" y="9664"/>
                  <a:pt x="694" y="7758"/>
                  <a:pt x="694" y="5199"/>
                </a:cubicBezTo>
                <a:cubicBezTo>
                  <a:pt x="694" y="2679"/>
                  <a:pt x="2773" y="726"/>
                  <a:pt x="5167" y="726"/>
                </a:cubicBezTo>
                <a:close/>
                <a:moveTo>
                  <a:pt x="5671" y="5672"/>
                </a:moveTo>
                <a:lnTo>
                  <a:pt x="5671" y="5672"/>
                </a:lnTo>
                <a:cubicBezTo>
                  <a:pt x="10240" y="6964"/>
                  <a:pt x="9578" y="6774"/>
                  <a:pt x="9704" y="6806"/>
                </a:cubicBezTo>
                <a:lnTo>
                  <a:pt x="8853" y="7373"/>
                </a:lnTo>
                <a:cubicBezTo>
                  <a:pt x="8664" y="7499"/>
                  <a:pt x="8664" y="7751"/>
                  <a:pt x="8822" y="7877"/>
                </a:cubicBezTo>
                <a:lnTo>
                  <a:pt x="10964" y="9956"/>
                </a:lnTo>
                <a:cubicBezTo>
                  <a:pt x="11027" y="10114"/>
                  <a:pt x="11027" y="10335"/>
                  <a:pt x="10901" y="10492"/>
                </a:cubicBezTo>
                <a:lnTo>
                  <a:pt x="10429" y="10965"/>
                </a:lnTo>
                <a:cubicBezTo>
                  <a:pt x="10366" y="11012"/>
                  <a:pt x="10279" y="11035"/>
                  <a:pt x="10192" y="11035"/>
                </a:cubicBezTo>
                <a:cubicBezTo>
                  <a:pt x="10106" y="11035"/>
                  <a:pt x="10019" y="11012"/>
                  <a:pt x="9956" y="10965"/>
                </a:cubicBezTo>
                <a:lnTo>
                  <a:pt x="7845" y="8854"/>
                </a:lnTo>
                <a:cubicBezTo>
                  <a:pt x="7777" y="8786"/>
                  <a:pt x="7691" y="8753"/>
                  <a:pt x="7606" y="8753"/>
                </a:cubicBezTo>
                <a:cubicBezTo>
                  <a:pt x="7493" y="8753"/>
                  <a:pt x="7381" y="8809"/>
                  <a:pt x="7310" y="8917"/>
                </a:cubicBezTo>
                <a:cubicBezTo>
                  <a:pt x="7247" y="8980"/>
                  <a:pt x="6806" y="9641"/>
                  <a:pt x="6774" y="9736"/>
                </a:cubicBezTo>
                <a:cubicBezTo>
                  <a:pt x="6680" y="9484"/>
                  <a:pt x="5703" y="5861"/>
                  <a:pt x="5671" y="5672"/>
                </a:cubicBezTo>
                <a:close/>
                <a:moveTo>
                  <a:pt x="5104" y="1"/>
                </a:moveTo>
                <a:cubicBezTo>
                  <a:pt x="2363" y="1"/>
                  <a:pt x="0" y="2238"/>
                  <a:pt x="0" y="5168"/>
                </a:cubicBezTo>
                <a:cubicBezTo>
                  <a:pt x="0" y="8066"/>
                  <a:pt x="2332" y="10303"/>
                  <a:pt x="5104" y="10303"/>
                </a:cubicBezTo>
                <a:cubicBezTo>
                  <a:pt x="5482" y="10303"/>
                  <a:pt x="5797" y="10272"/>
                  <a:pt x="6144" y="10208"/>
                </a:cubicBezTo>
                <a:lnTo>
                  <a:pt x="6270" y="10587"/>
                </a:lnTo>
                <a:cubicBezTo>
                  <a:pt x="6307" y="10755"/>
                  <a:pt x="6444" y="10845"/>
                  <a:pt x="6596" y="10845"/>
                </a:cubicBezTo>
                <a:cubicBezTo>
                  <a:pt x="6700" y="10845"/>
                  <a:pt x="6810" y="10802"/>
                  <a:pt x="6900" y="10713"/>
                </a:cubicBezTo>
                <a:lnTo>
                  <a:pt x="7625" y="9610"/>
                </a:lnTo>
                <a:lnTo>
                  <a:pt x="9483" y="11406"/>
                </a:lnTo>
                <a:cubicBezTo>
                  <a:pt x="9688" y="11610"/>
                  <a:pt x="9956" y="11713"/>
                  <a:pt x="10220" y="11713"/>
                </a:cubicBezTo>
                <a:cubicBezTo>
                  <a:pt x="10484" y="11713"/>
                  <a:pt x="10744" y="11610"/>
                  <a:pt x="10933" y="11406"/>
                </a:cubicBezTo>
                <a:lnTo>
                  <a:pt x="11405" y="10933"/>
                </a:lnTo>
                <a:cubicBezTo>
                  <a:pt x="11783" y="10555"/>
                  <a:pt x="11783" y="9893"/>
                  <a:pt x="11374" y="9484"/>
                </a:cubicBezTo>
                <a:lnTo>
                  <a:pt x="9515" y="7720"/>
                </a:lnTo>
                <a:lnTo>
                  <a:pt x="10618" y="6964"/>
                </a:lnTo>
                <a:cubicBezTo>
                  <a:pt x="10870" y="6806"/>
                  <a:pt x="10838" y="6428"/>
                  <a:pt x="10555" y="6333"/>
                </a:cubicBezTo>
                <a:lnTo>
                  <a:pt x="10145" y="6239"/>
                </a:lnTo>
                <a:cubicBezTo>
                  <a:pt x="10303" y="5483"/>
                  <a:pt x="10271" y="4695"/>
                  <a:pt x="10082" y="3908"/>
                </a:cubicBezTo>
                <a:cubicBezTo>
                  <a:pt x="9483" y="1576"/>
                  <a:pt x="7436" y="1"/>
                  <a:pt x="510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63" name="Google Shape;3663;p49"/>
          <p:cNvGrpSpPr/>
          <p:nvPr/>
        </p:nvGrpSpPr>
        <p:grpSpPr>
          <a:xfrm>
            <a:off x="3339755" y="2432578"/>
            <a:ext cx="276270" cy="276270"/>
            <a:chOff x="-6354300" y="2757075"/>
            <a:chExt cx="292225" cy="292225"/>
          </a:xfrm>
        </p:grpSpPr>
        <p:sp>
          <p:nvSpPr>
            <p:cNvPr id="3664" name="Google Shape;3664;p49"/>
            <p:cNvSpPr/>
            <p:nvPr/>
          </p:nvSpPr>
          <p:spPr>
            <a:xfrm>
              <a:off x="-6354300" y="2757075"/>
              <a:ext cx="292225" cy="292225"/>
            </a:xfrm>
            <a:custGeom>
              <a:rect b="b" l="l" r="r" t="t"/>
              <a:pathLst>
                <a:path extrusionOk="0" h="11689" w="11689">
                  <a:moveTo>
                    <a:pt x="10681" y="4159"/>
                  </a:moveTo>
                  <a:cubicBezTo>
                    <a:pt x="10870" y="4159"/>
                    <a:pt x="11027" y="4316"/>
                    <a:pt x="11027" y="4505"/>
                  </a:cubicBezTo>
                  <a:lnTo>
                    <a:pt x="11027" y="4915"/>
                  </a:lnTo>
                  <a:cubicBezTo>
                    <a:pt x="10901" y="4883"/>
                    <a:pt x="10775" y="4883"/>
                    <a:pt x="10681" y="4883"/>
                  </a:cubicBezTo>
                  <a:lnTo>
                    <a:pt x="9609" y="4883"/>
                  </a:lnTo>
                  <a:lnTo>
                    <a:pt x="9609" y="4190"/>
                  </a:lnTo>
                  <a:lnTo>
                    <a:pt x="10681" y="4190"/>
                  </a:lnTo>
                  <a:lnTo>
                    <a:pt x="10681" y="4159"/>
                  </a:lnTo>
                  <a:close/>
                  <a:moveTo>
                    <a:pt x="2048" y="2773"/>
                  </a:moveTo>
                  <a:lnTo>
                    <a:pt x="2048" y="6207"/>
                  </a:lnTo>
                  <a:lnTo>
                    <a:pt x="662" y="6207"/>
                  </a:lnTo>
                  <a:lnTo>
                    <a:pt x="662" y="3151"/>
                  </a:lnTo>
                  <a:cubicBezTo>
                    <a:pt x="694" y="2930"/>
                    <a:pt x="851" y="2773"/>
                    <a:pt x="1009" y="2773"/>
                  </a:cubicBezTo>
                  <a:close/>
                  <a:moveTo>
                    <a:pt x="8885" y="693"/>
                  </a:moveTo>
                  <a:lnTo>
                    <a:pt x="8885" y="4883"/>
                  </a:lnTo>
                  <a:cubicBezTo>
                    <a:pt x="8538" y="4915"/>
                    <a:pt x="8223" y="5104"/>
                    <a:pt x="8066" y="5419"/>
                  </a:cubicBezTo>
                  <a:lnTo>
                    <a:pt x="7751" y="6049"/>
                  </a:lnTo>
                  <a:cubicBezTo>
                    <a:pt x="7719" y="6175"/>
                    <a:pt x="7593" y="6238"/>
                    <a:pt x="7436" y="6238"/>
                  </a:cubicBezTo>
                  <a:lnTo>
                    <a:pt x="2710" y="6238"/>
                  </a:lnTo>
                  <a:lnTo>
                    <a:pt x="2710" y="693"/>
                  </a:lnTo>
                  <a:close/>
                  <a:moveTo>
                    <a:pt x="10681" y="5513"/>
                  </a:moveTo>
                  <a:cubicBezTo>
                    <a:pt x="10870" y="5513"/>
                    <a:pt x="11027" y="5671"/>
                    <a:pt x="11027" y="5860"/>
                  </a:cubicBezTo>
                  <a:lnTo>
                    <a:pt x="11027" y="10649"/>
                  </a:lnTo>
                  <a:cubicBezTo>
                    <a:pt x="11027" y="10869"/>
                    <a:pt x="10870" y="11027"/>
                    <a:pt x="10681" y="11027"/>
                  </a:cubicBezTo>
                  <a:lnTo>
                    <a:pt x="1009" y="11027"/>
                  </a:lnTo>
                  <a:cubicBezTo>
                    <a:pt x="820" y="11027"/>
                    <a:pt x="662" y="10869"/>
                    <a:pt x="662" y="10649"/>
                  </a:cubicBezTo>
                  <a:lnTo>
                    <a:pt x="662" y="6868"/>
                  </a:lnTo>
                  <a:lnTo>
                    <a:pt x="7436" y="6868"/>
                  </a:lnTo>
                  <a:cubicBezTo>
                    <a:pt x="7845" y="6868"/>
                    <a:pt x="8192" y="6648"/>
                    <a:pt x="8349" y="6333"/>
                  </a:cubicBezTo>
                  <a:lnTo>
                    <a:pt x="8664" y="5703"/>
                  </a:lnTo>
                  <a:cubicBezTo>
                    <a:pt x="8696" y="5576"/>
                    <a:pt x="8822" y="5513"/>
                    <a:pt x="8979" y="5513"/>
                  </a:cubicBezTo>
                  <a:close/>
                  <a:moveTo>
                    <a:pt x="2395" y="0"/>
                  </a:moveTo>
                  <a:cubicBezTo>
                    <a:pt x="2206" y="0"/>
                    <a:pt x="2048" y="158"/>
                    <a:pt x="2048" y="347"/>
                  </a:cubicBezTo>
                  <a:lnTo>
                    <a:pt x="2048" y="2111"/>
                  </a:lnTo>
                  <a:lnTo>
                    <a:pt x="1009" y="2111"/>
                  </a:lnTo>
                  <a:cubicBezTo>
                    <a:pt x="473" y="2111"/>
                    <a:pt x="0" y="2584"/>
                    <a:pt x="0" y="3151"/>
                  </a:cubicBezTo>
                  <a:lnTo>
                    <a:pt x="0" y="10649"/>
                  </a:lnTo>
                  <a:cubicBezTo>
                    <a:pt x="0" y="11216"/>
                    <a:pt x="473" y="11688"/>
                    <a:pt x="1009" y="11688"/>
                  </a:cubicBezTo>
                  <a:lnTo>
                    <a:pt x="10618" y="11688"/>
                  </a:lnTo>
                  <a:cubicBezTo>
                    <a:pt x="11185" y="11688"/>
                    <a:pt x="11657" y="11216"/>
                    <a:pt x="11657" y="10649"/>
                  </a:cubicBezTo>
                  <a:lnTo>
                    <a:pt x="11657" y="4505"/>
                  </a:lnTo>
                  <a:cubicBezTo>
                    <a:pt x="11689" y="3938"/>
                    <a:pt x="11216" y="3466"/>
                    <a:pt x="10681" y="3466"/>
                  </a:cubicBezTo>
                  <a:lnTo>
                    <a:pt x="9609" y="3466"/>
                  </a:lnTo>
                  <a:lnTo>
                    <a:pt x="9609" y="347"/>
                  </a:lnTo>
                  <a:cubicBezTo>
                    <a:pt x="9609" y="158"/>
                    <a:pt x="9452" y="0"/>
                    <a:pt x="926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5" name="Google Shape;3665;p49"/>
            <p:cNvSpPr/>
            <p:nvPr/>
          </p:nvSpPr>
          <p:spPr>
            <a:xfrm>
              <a:off x="-6268450" y="2790150"/>
              <a:ext cx="119750" cy="18125"/>
            </a:xfrm>
            <a:custGeom>
              <a:rect b="b" l="l" r="r" t="t"/>
              <a:pathLst>
                <a:path extrusionOk="0" h="725" w="4790">
                  <a:moveTo>
                    <a:pt x="347" y="0"/>
                  </a:moveTo>
                  <a:cubicBezTo>
                    <a:pt x="158" y="0"/>
                    <a:pt x="1" y="158"/>
                    <a:pt x="1" y="347"/>
                  </a:cubicBezTo>
                  <a:cubicBezTo>
                    <a:pt x="1" y="599"/>
                    <a:pt x="158" y="725"/>
                    <a:pt x="347" y="725"/>
                  </a:cubicBezTo>
                  <a:lnTo>
                    <a:pt x="4443" y="725"/>
                  </a:lnTo>
                  <a:cubicBezTo>
                    <a:pt x="4632" y="725"/>
                    <a:pt x="4789" y="567"/>
                    <a:pt x="4789" y="347"/>
                  </a:cubicBezTo>
                  <a:cubicBezTo>
                    <a:pt x="4789" y="158"/>
                    <a:pt x="4632" y="0"/>
                    <a:pt x="444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6" name="Google Shape;3666;p49"/>
            <p:cNvSpPr/>
            <p:nvPr/>
          </p:nvSpPr>
          <p:spPr>
            <a:xfrm>
              <a:off x="-6268450" y="2825600"/>
              <a:ext cx="119750" cy="18125"/>
            </a:xfrm>
            <a:custGeom>
              <a:rect b="b" l="l" r="r" t="t"/>
              <a:pathLst>
                <a:path extrusionOk="0" h="725" w="4790">
                  <a:moveTo>
                    <a:pt x="347" y="0"/>
                  </a:moveTo>
                  <a:cubicBezTo>
                    <a:pt x="158" y="0"/>
                    <a:pt x="1" y="158"/>
                    <a:pt x="1" y="347"/>
                  </a:cubicBezTo>
                  <a:cubicBezTo>
                    <a:pt x="1" y="599"/>
                    <a:pt x="158" y="725"/>
                    <a:pt x="347" y="725"/>
                  </a:cubicBezTo>
                  <a:lnTo>
                    <a:pt x="4443" y="725"/>
                  </a:lnTo>
                  <a:cubicBezTo>
                    <a:pt x="4632" y="725"/>
                    <a:pt x="4789" y="567"/>
                    <a:pt x="4789" y="347"/>
                  </a:cubicBezTo>
                  <a:cubicBezTo>
                    <a:pt x="4789" y="158"/>
                    <a:pt x="4632" y="0"/>
                    <a:pt x="444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7" name="Google Shape;3667;p49"/>
            <p:cNvSpPr/>
            <p:nvPr/>
          </p:nvSpPr>
          <p:spPr>
            <a:xfrm>
              <a:off x="-6268450" y="2860250"/>
              <a:ext cx="119750" cy="17350"/>
            </a:xfrm>
            <a:custGeom>
              <a:rect b="b" l="l" r="r" t="t"/>
              <a:pathLst>
                <a:path extrusionOk="0" h="694" w="4790">
                  <a:moveTo>
                    <a:pt x="347" y="0"/>
                  </a:moveTo>
                  <a:cubicBezTo>
                    <a:pt x="158" y="0"/>
                    <a:pt x="1" y="158"/>
                    <a:pt x="1" y="347"/>
                  </a:cubicBezTo>
                  <a:cubicBezTo>
                    <a:pt x="1" y="536"/>
                    <a:pt x="158" y="693"/>
                    <a:pt x="347" y="693"/>
                  </a:cubicBezTo>
                  <a:lnTo>
                    <a:pt x="4443" y="693"/>
                  </a:lnTo>
                  <a:cubicBezTo>
                    <a:pt x="4632" y="693"/>
                    <a:pt x="4789" y="536"/>
                    <a:pt x="4789" y="347"/>
                  </a:cubicBezTo>
                  <a:cubicBezTo>
                    <a:pt x="4789" y="158"/>
                    <a:pt x="4632" y="0"/>
                    <a:pt x="444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68" name="Google Shape;3668;p49"/>
          <p:cNvGrpSpPr/>
          <p:nvPr/>
        </p:nvGrpSpPr>
        <p:grpSpPr>
          <a:xfrm>
            <a:off x="2905199" y="1995362"/>
            <a:ext cx="277759" cy="277759"/>
            <a:chOff x="-4573475" y="2045850"/>
            <a:chExt cx="293800" cy="293800"/>
          </a:xfrm>
        </p:grpSpPr>
        <p:sp>
          <p:nvSpPr>
            <p:cNvPr id="3669" name="Google Shape;3669;p49"/>
            <p:cNvSpPr/>
            <p:nvPr/>
          </p:nvSpPr>
          <p:spPr>
            <a:xfrm>
              <a:off x="-4573475" y="2045850"/>
              <a:ext cx="293800" cy="293800"/>
            </a:xfrm>
            <a:custGeom>
              <a:rect b="b" l="l" r="r" t="t"/>
              <a:pathLst>
                <a:path extrusionOk="0" h="11752" w="11752">
                  <a:moveTo>
                    <a:pt x="6333" y="756"/>
                  </a:moveTo>
                  <a:lnTo>
                    <a:pt x="6459" y="1292"/>
                  </a:lnTo>
                  <a:cubicBezTo>
                    <a:pt x="6490" y="1418"/>
                    <a:pt x="6585" y="1544"/>
                    <a:pt x="6742" y="1576"/>
                  </a:cubicBezTo>
                  <a:cubicBezTo>
                    <a:pt x="7372" y="1702"/>
                    <a:pt x="7908" y="1922"/>
                    <a:pt x="8444" y="2300"/>
                  </a:cubicBezTo>
                  <a:cubicBezTo>
                    <a:pt x="8491" y="2332"/>
                    <a:pt x="8546" y="2347"/>
                    <a:pt x="8605" y="2347"/>
                  </a:cubicBezTo>
                  <a:cubicBezTo>
                    <a:pt x="8664" y="2347"/>
                    <a:pt x="8727" y="2332"/>
                    <a:pt x="8790" y="2300"/>
                  </a:cubicBezTo>
                  <a:lnTo>
                    <a:pt x="9231" y="2017"/>
                  </a:lnTo>
                  <a:lnTo>
                    <a:pt x="9798" y="2584"/>
                  </a:lnTo>
                  <a:lnTo>
                    <a:pt x="9546" y="3025"/>
                  </a:lnTo>
                  <a:cubicBezTo>
                    <a:pt x="9452" y="3151"/>
                    <a:pt x="9452" y="3308"/>
                    <a:pt x="9546" y="3371"/>
                  </a:cubicBezTo>
                  <a:cubicBezTo>
                    <a:pt x="9893" y="3907"/>
                    <a:pt x="10113" y="4505"/>
                    <a:pt x="10239" y="5073"/>
                  </a:cubicBezTo>
                  <a:cubicBezTo>
                    <a:pt x="10271" y="5199"/>
                    <a:pt x="10365" y="5325"/>
                    <a:pt x="10523" y="5356"/>
                  </a:cubicBezTo>
                  <a:lnTo>
                    <a:pt x="11058" y="5482"/>
                  </a:lnTo>
                  <a:lnTo>
                    <a:pt x="11058" y="6301"/>
                  </a:lnTo>
                  <a:lnTo>
                    <a:pt x="10523" y="6427"/>
                  </a:lnTo>
                  <a:cubicBezTo>
                    <a:pt x="10397" y="6459"/>
                    <a:pt x="10271" y="6553"/>
                    <a:pt x="10239" y="6711"/>
                  </a:cubicBezTo>
                  <a:cubicBezTo>
                    <a:pt x="10113" y="7309"/>
                    <a:pt x="9893" y="7877"/>
                    <a:pt x="9546" y="8381"/>
                  </a:cubicBezTo>
                  <a:cubicBezTo>
                    <a:pt x="9452" y="8507"/>
                    <a:pt x="9452" y="8633"/>
                    <a:pt x="9546" y="8759"/>
                  </a:cubicBezTo>
                  <a:lnTo>
                    <a:pt x="9798" y="9168"/>
                  </a:lnTo>
                  <a:lnTo>
                    <a:pt x="9231" y="9767"/>
                  </a:lnTo>
                  <a:lnTo>
                    <a:pt x="8790" y="9483"/>
                  </a:lnTo>
                  <a:cubicBezTo>
                    <a:pt x="8727" y="9452"/>
                    <a:pt x="8656" y="9436"/>
                    <a:pt x="8593" y="9436"/>
                  </a:cubicBezTo>
                  <a:cubicBezTo>
                    <a:pt x="8530" y="9436"/>
                    <a:pt x="8475" y="9452"/>
                    <a:pt x="8444" y="9483"/>
                  </a:cubicBezTo>
                  <a:cubicBezTo>
                    <a:pt x="7908" y="9861"/>
                    <a:pt x="7341" y="10082"/>
                    <a:pt x="6742" y="10208"/>
                  </a:cubicBezTo>
                  <a:cubicBezTo>
                    <a:pt x="6616" y="10239"/>
                    <a:pt x="6490" y="10334"/>
                    <a:pt x="6459" y="10428"/>
                  </a:cubicBezTo>
                  <a:lnTo>
                    <a:pt x="6333" y="10964"/>
                  </a:lnTo>
                  <a:lnTo>
                    <a:pt x="5514" y="10964"/>
                  </a:lnTo>
                  <a:lnTo>
                    <a:pt x="5388" y="10428"/>
                  </a:lnTo>
                  <a:cubicBezTo>
                    <a:pt x="5356" y="10334"/>
                    <a:pt x="5230" y="10208"/>
                    <a:pt x="5136" y="10208"/>
                  </a:cubicBezTo>
                  <a:cubicBezTo>
                    <a:pt x="4505" y="10082"/>
                    <a:pt x="3938" y="9861"/>
                    <a:pt x="3434" y="9483"/>
                  </a:cubicBezTo>
                  <a:cubicBezTo>
                    <a:pt x="3371" y="9452"/>
                    <a:pt x="3308" y="9436"/>
                    <a:pt x="3249" y="9436"/>
                  </a:cubicBezTo>
                  <a:cubicBezTo>
                    <a:pt x="3190" y="9436"/>
                    <a:pt x="3135" y="9452"/>
                    <a:pt x="3088" y="9483"/>
                  </a:cubicBezTo>
                  <a:lnTo>
                    <a:pt x="2647" y="9767"/>
                  </a:lnTo>
                  <a:lnTo>
                    <a:pt x="2048" y="9168"/>
                  </a:lnTo>
                  <a:lnTo>
                    <a:pt x="2332" y="8759"/>
                  </a:lnTo>
                  <a:cubicBezTo>
                    <a:pt x="2395" y="8633"/>
                    <a:pt x="2395" y="8475"/>
                    <a:pt x="2332" y="8381"/>
                  </a:cubicBezTo>
                  <a:cubicBezTo>
                    <a:pt x="1985" y="7877"/>
                    <a:pt x="1733" y="7278"/>
                    <a:pt x="1607" y="6711"/>
                  </a:cubicBezTo>
                  <a:cubicBezTo>
                    <a:pt x="1575" y="6585"/>
                    <a:pt x="1512" y="6459"/>
                    <a:pt x="1386" y="6427"/>
                  </a:cubicBezTo>
                  <a:lnTo>
                    <a:pt x="882" y="6301"/>
                  </a:lnTo>
                  <a:lnTo>
                    <a:pt x="882" y="5482"/>
                  </a:lnTo>
                  <a:lnTo>
                    <a:pt x="1386" y="5356"/>
                  </a:lnTo>
                  <a:cubicBezTo>
                    <a:pt x="1512" y="5325"/>
                    <a:pt x="1607" y="5199"/>
                    <a:pt x="1607" y="5073"/>
                  </a:cubicBezTo>
                  <a:cubicBezTo>
                    <a:pt x="1733" y="4442"/>
                    <a:pt x="1985" y="3907"/>
                    <a:pt x="2332" y="3371"/>
                  </a:cubicBezTo>
                  <a:cubicBezTo>
                    <a:pt x="2395" y="3277"/>
                    <a:pt x="2395" y="3151"/>
                    <a:pt x="2332" y="3025"/>
                  </a:cubicBezTo>
                  <a:lnTo>
                    <a:pt x="2048" y="2584"/>
                  </a:lnTo>
                  <a:lnTo>
                    <a:pt x="2647" y="2017"/>
                  </a:lnTo>
                  <a:lnTo>
                    <a:pt x="3088" y="2300"/>
                  </a:lnTo>
                  <a:cubicBezTo>
                    <a:pt x="3135" y="2332"/>
                    <a:pt x="3198" y="2347"/>
                    <a:pt x="3261" y="2347"/>
                  </a:cubicBezTo>
                  <a:cubicBezTo>
                    <a:pt x="3324" y="2347"/>
                    <a:pt x="3387" y="2332"/>
                    <a:pt x="3434" y="2300"/>
                  </a:cubicBezTo>
                  <a:cubicBezTo>
                    <a:pt x="3938" y="1922"/>
                    <a:pt x="4537" y="1702"/>
                    <a:pt x="5136" y="1576"/>
                  </a:cubicBezTo>
                  <a:cubicBezTo>
                    <a:pt x="5230" y="1544"/>
                    <a:pt x="5356" y="1450"/>
                    <a:pt x="5388" y="1292"/>
                  </a:cubicBezTo>
                  <a:lnTo>
                    <a:pt x="5514" y="756"/>
                  </a:lnTo>
                  <a:close/>
                  <a:moveTo>
                    <a:pt x="5167" y="0"/>
                  </a:moveTo>
                  <a:cubicBezTo>
                    <a:pt x="5009" y="0"/>
                    <a:pt x="4852" y="126"/>
                    <a:pt x="4852" y="284"/>
                  </a:cubicBezTo>
                  <a:lnTo>
                    <a:pt x="4694" y="882"/>
                  </a:lnTo>
                  <a:cubicBezTo>
                    <a:pt x="4127" y="977"/>
                    <a:pt x="3623" y="1229"/>
                    <a:pt x="3119" y="1513"/>
                  </a:cubicBezTo>
                  <a:lnTo>
                    <a:pt x="2615" y="1197"/>
                  </a:lnTo>
                  <a:cubicBezTo>
                    <a:pt x="2557" y="1154"/>
                    <a:pt x="2485" y="1130"/>
                    <a:pt x="2412" y="1130"/>
                  </a:cubicBezTo>
                  <a:cubicBezTo>
                    <a:pt x="2327" y="1130"/>
                    <a:pt x="2242" y="1161"/>
                    <a:pt x="2174" y="1229"/>
                  </a:cubicBezTo>
                  <a:lnTo>
                    <a:pt x="1197" y="2206"/>
                  </a:lnTo>
                  <a:cubicBezTo>
                    <a:pt x="1071" y="2332"/>
                    <a:pt x="1071" y="2489"/>
                    <a:pt x="1134" y="2647"/>
                  </a:cubicBezTo>
                  <a:lnTo>
                    <a:pt x="1449" y="3151"/>
                  </a:lnTo>
                  <a:cubicBezTo>
                    <a:pt x="1134" y="3623"/>
                    <a:pt x="945" y="4159"/>
                    <a:pt x="819" y="4726"/>
                  </a:cubicBezTo>
                  <a:lnTo>
                    <a:pt x="284" y="4884"/>
                  </a:lnTo>
                  <a:cubicBezTo>
                    <a:pt x="126" y="4915"/>
                    <a:pt x="0" y="5041"/>
                    <a:pt x="0" y="5199"/>
                  </a:cubicBezTo>
                  <a:lnTo>
                    <a:pt x="0" y="6585"/>
                  </a:lnTo>
                  <a:cubicBezTo>
                    <a:pt x="0" y="6742"/>
                    <a:pt x="126" y="6868"/>
                    <a:pt x="284" y="6900"/>
                  </a:cubicBezTo>
                  <a:lnTo>
                    <a:pt x="819" y="7057"/>
                  </a:lnTo>
                  <a:cubicBezTo>
                    <a:pt x="945" y="7593"/>
                    <a:pt x="1197" y="8129"/>
                    <a:pt x="1449" y="8633"/>
                  </a:cubicBezTo>
                  <a:lnTo>
                    <a:pt x="1134" y="9137"/>
                  </a:lnTo>
                  <a:cubicBezTo>
                    <a:pt x="1071" y="9263"/>
                    <a:pt x="1071" y="9452"/>
                    <a:pt x="1197" y="9578"/>
                  </a:cubicBezTo>
                  <a:lnTo>
                    <a:pt x="2174" y="10554"/>
                  </a:lnTo>
                  <a:cubicBezTo>
                    <a:pt x="2242" y="10622"/>
                    <a:pt x="2318" y="10653"/>
                    <a:pt x="2399" y="10653"/>
                  </a:cubicBezTo>
                  <a:cubicBezTo>
                    <a:pt x="2469" y="10653"/>
                    <a:pt x="2542" y="10630"/>
                    <a:pt x="2615" y="10586"/>
                  </a:cubicBezTo>
                  <a:lnTo>
                    <a:pt x="3119" y="10271"/>
                  </a:lnTo>
                  <a:cubicBezTo>
                    <a:pt x="3592" y="10586"/>
                    <a:pt x="4127" y="10806"/>
                    <a:pt x="4694" y="10901"/>
                  </a:cubicBezTo>
                  <a:lnTo>
                    <a:pt x="4852" y="11468"/>
                  </a:lnTo>
                  <a:cubicBezTo>
                    <a:pt x="4883" y="11626"/>
                    <a:pt x="5009" y="11752"/>
                    <a:pt x="5167" y="11752"/>
                  </a:cubicBezTo>
                  <a:lnTo>
                    <a:pt x="6553" y="11752"/>
                  </a:lnTo>
                  <a:cubicBezTo>
                    <a:pt x="6711" y="11752"/>
                    <a:pt x="6805" y="11626"/>
                    <a:pt x="6868" y="11468"/>
                  </a:cubicBezTo>
                  <a:lnTo>
                    <a:pt x="7026" y="10901"/>
                  </a:lnTo>
                  <a:cubicBezTo>
                    <a:pt x="7561" y="10806"/>
                    <a:pt x="8065" y="10554"/>
                    <a:pt x="8601" y="10271"/>
                  </a:cubicBezTo>
                  <a:lnTo>
                    <a:pt x="9105" y="10586"/>
                  </a:lnTo>
                  <a:cubicBezTo>
                    <a:pt x="9164" y="10630"/>
                    <a:pt x="9236" y="10653"/>
                    <a:pt x="9309" y="10653"/>
                  </a:cubicBezTo>
                  <a:cubicBezTo>
                    <a:pt x="9393" y="10653"/>
                    <a:pt x="9479" y="10622"/>
                    <a:pt x="9546" y="10554"/>
                  </a:cubicBezTo>
                  <a:lnTo>
                    <a:pt x="10523" y="9578"/>
                  </a:lnTo>
                  <a:cubicBezTo>
                    <a:pt x="10649" y="9452"/>
                    <a:pt x="10649" y="9294"/>
                    <a:pt x="10554" y="9137"/>
                  </a:cubicBezTo>
                  <a:lnTo>
                    <a:pt x="10239" y="8633"/>
                  </a:lnTo>
                  <a:cubicBezTo>
                    <a:pt x="10554" y="8160"/>
                    <a:pt x="10743" y="7656"/>
                    <a:pt x="10869" y="7057"/>
                  </a:cubicBezTo>
                  <a:lnTo>
                    <a:pt x="11468" y="6900"/>
                  </a:lnTo>
                  <a:cubicBezTo>
                    <a:pt x="11626" y="6868"/>
                    <a:pt x="11752" y="6742"/>
                    <a:pt x="11752" y="6585"/>
                  </a:cubicBezTo>
                  <a:lnTo>
                    <a:pt x="11752" y="5199"/>
                  </a:lnTo>
                  <a:cubicBezTo>
                    <a:pt x="11752" y="5041"/>
                    <a:pt x="11626" y="4915"/>
                    <a:pt x="11468" y="4884"/>
                  </a:cubicBezTo>
                  <a:lnTo>
                    <a:pt x="10869" y="4726"/>
                  </a:lnTo>
                  <a:cubicBezTo>
                    <a:pt x="10743" y="4159"/>
                    <a:pt x="10523" y="3655"/>
                    <a:pt x="10239" y="3151"/>
                  </a:cubicBezTo>
                  <a:lnTo>
                    <a:pt x="10554" y="2647"/>
                  </a:lnTo>
                  <a:cubicBezTo>
                    <a:pt x="10649" y="2521"/>
                    <a:pt x="10649" y="2332"/>
                    <a:pt x="10523" y="2206"/>
                  </a:cubicBezTo>
                  <a:lnTo>
                    <a:pt x="9546" y="1229"/>
                  </a:lnTo>
                  <a:cubicBezTo>
                    <a:pt x="9479" y="1161"/>
                    <a:pt x="9402" y="1130"/>
                    <a:pt x="9321" y="1130"/>
                  </a:cubicBezTo>
                  <a:cubicBezTo>
                    <a:pt x="9251" y="1130"/>
                    <a:pt x="9178" y="1154"/>
                    <a:pt x="9105" y="1197"/>
                  </a:cubicBezTo>
                  <a:lnTo>
                    <a:pt x="8601" y="1513"/>
                  </a:lnTo>
                  <a:cubicBezTo>
                    <a:pt x="8128" y="1197"/>
                    <a:pt x="7593" y="977"/>
                    <a:pt x="7026" y="882"/>
                  </a:cubicBezTo>
                  <a:lnTo>
                    <a:pt x="6868" y="284"/>
                  </a:lnTo>
                  <a:cubicBezTo>
                    <a:pt x="6805" y="126"/>
                    <a:pt x="6711" y="0"/>
                    <a:pt x="655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0" name="Google Shape;3670;p49"/>
            <p:cNvSpPr/>
            <p:nvPr/>
          </p:nvSpPr>
          <p:spPr>
            <a:xfrm>
              <a:off x="-4521500" y="2099400"/>
              <a:ext cx="189050" cy="188275"/>
            </a:xfrm>
            <a:custGeom>
              <a:rect b="b" l="l" r="r" t="t"/>
              <a:pathLst>
                <a:path extrusionOk="0" h="7531" w="7562">
                  <a:moveTo>
                    <a:pt x="3750" y="662"/>
                  </a:moveTo>
                  <a:cubicBezTo>
                    <a:pt x="5451" y="662"/>
                    <a:pt x="6837" y="2017"/>
                    <a:pt x="6837" y="3718"/>
                  </a:cubicBezTo>
                  <a:cubicBezTo>
                    <a:pt x="6869" y="5104"/>
                    <a:pt x="6049" y="6239"/>
                    <a:pt x="4821" y="6648"/>
                  </a:cubicBezTo>
                  <a:lnTo>
                    <a:pt x="4821" y="5892"/>
                  </a:lnTo>
                  <a:cubicBezTo>
                    <a:pt x="5640" y="5514"/>
                    <a:pt x="6207" y="4663"/>
                    <a:pt x="6207" y="3718"/>
                  </a:cubicBezTo>
                  <a:cubicBezTo>
                    <a:pt x="6207" y="2710"/>
                    <a:pt x="5577" y="1796"/>
                    <a:pt x="4569" y="1481"/>
                  </a:cubicBezTo>
                  <a:cubicBezTo>
                    <a:pt x="4535" y="1472"/>
                    <a:pt x="4501" y="1467"/>
                    <a:pt x="4468" y="1467"/>
                  </a:cubicBezTo>
                  <a:cubicBezTo>
                    <a:pt x="4278" y="1467"/>
                    <a:pt x="4096" y="1609"/>
                    <a:pt x="4096" y="1796"/>
                  </a:cubicBezTo>
                  <a:lnTo>
                    <a:pt x="4096" y="3372"/>
                  </a:lnTo>
                  <a:lnTo>
                    <a:pt x="3435" y="3372"/>
                  </a:lnTo>
                  <a:lnTo>
                    <a:pt x="3435" y="1796"/>
                  </a:lnTo>
                  <a:cubicBezTo>
                    <a:pt x="3435" y="1609"/>
                    <a:pt x="3276" y="1467"/>
                    <a:pt x="3073" y="1467"/>
                  </a:cubicBezTo>
                  <a:cubicBezTo>
                    <a:pt x="3037" y="1467"/>
                    <a:pt x="3000" y="1472"/>
                    <a:pt x="2962" y="1481"/>
                  </a:cubicBezTo>
                  <a:cubicBezTo>
                    <a:pt x="2017" y="1828"/>
                    <a:pt x="1355" y="2742"/>
                    <a:pt x="1355" y="3718"/>
                  </a:cubicBezTo>
                  <a:cubicBezTo>
                    <a:pt x="1355" y="4663"/>
                    <a:pt x="1891" y="5514"/>
                    <a:pt x="2741" y="5892"/>
                  </a:cubicBezTo>
                  <a:lnTo>
                    <a:pt x="2741" y="6648"/>
                  </a:lnTo>
                  <a:cubicBezTo>
                    <a:pt x="1544" y="6207"/>
                    <a:pt x="694" y="5073"/>
                    <a:pt x="694" y="3718"/>
                  </a:cubicBezTo>
                  <a:cubicBezTo>
                    <a:pt x="694" y="2017"/>
                    <a:pt x="2048" y="662"/>
                    <a:pt x="3750" y="662"/>
                  </a:cubicBezTo>
                  <a:close/>
                  <a:moveTo>
                    <a:pt x="4852" y="2363"/>
                  </a:moveTo>
                  <a:cubicBezTo>
                    <a:pt x="5293" y="2679"/>
                    <a:pt x="5514" y="3183"/>
                    <a:pt x="5514" y="3718"/>
                  </a:cubicBezTo>
                  <a:cubicBezTo>
                    <a:pt x="5514" y="4443"/>
                    <a:pt x="5041" y="5104"/>
                    <a:pt x="4380" y="5356"/>
                  </a:cubicBezTo>
                  <a:cubicBezTo>
                    <a:pt x="4254" y="5388"/>
                    <a:pt x="4159" y="5545"/>
                    <a:pt x="4159" y="5671"/>
                  </a:cubicBezTo>
                  <a:lnTo>
                    <a:pt x="4159" y="6806"/>
                  </a:lnTo>
                  <a:lnTo>
                    <a:pt x="3781" y="6806"/>
                  </a:lnTo>
                  <a:cubicBezTo>
                    <a:pt x="3734" y="6821"/>
                    <a:pt x="3679" y="6829"/>
                    <a:pt x="3624" y="6829"/>
                  </a:cubicBezTo>
                  <a:cubicBezTo>
                    <a:pt x="3568" y="6829"/>
                    <a:pt x="3513" y="6821"/>
                    <a:pt x="3466" y="6806"/>
                  </a:cubicBezTo>
                  <a:lnTo>
                    <a:pt x="3466" y="5671"/>
                  </a:lnTo>
                  <a:cubicBezTo>
                    <a:pt x="3466" y="5514"/>
                    <a:pt x="3403" y="5388"/>
                    <a:pt x="3246" y="5356"/>
                  </a:cubicBezTo>
                  <a:cubicBezTo>
                    <a:pt x="2584" y="5104"/>
                    <a:pt x="2111" y="4443"/>
                    <a:pt x="2111" y="3718"/>
                  </a:cubicBezTo>
                  <a:cubicBezTo>
                    <a:pt x="2111" y="3183"/>
                    <a:pt x="2363" y="2679"/>
                    <a:pt x="2773" y="2363"/>
                  </a:cubicBezTo>
                  <a:lnTo>
                    <a:pt x="2773" y="3718"/>
                  </a:lnTo>
                  <a:cubicBezTo>
                    <a:pt x="2773" y="3939"/>
                    <a:pt x="2930" y="4096"/>
                    <a:pt x="3120" y="4096"/>
                  </a:cubicBezTo>
                  <a:lnTo>
                    <a:pt x="4506" y="4096"/>
                  </a:lnTo>
                  <a:cubicBezTo>
                    <a:pt x="4695" y="4096"/>
                    <a:pt x="4852" y="3939"/>
                    <a:pt x="4852" y="3718"/>
                  </a:cubicBezTo>
                  <a:lnTo>
                    <a:pt x="4852" y="2363"/>
                  </a:lnTo>
                  <a:close/>
                  <a:moveTo>
                    <a:pt x="3781" y="1"/>
                  </a:moveTo>
                  <a:cubicBezTo>
                    <a:pt x="1702" y="1"/>
                    <a:pt x="1" y="1670"/>
                    <a:pt x="1" y="3781"/>
                  </a:cubicBezTo>
                  <a:cubicBezTo>
                    <a:pt x="1" y="5861"/>
                    <a:pt x="1702" y="7530"/>
                    <a:pt x="3781" y="7530"/>
                  </a:cubicBezTo>
                  <a:cubicBezTo>
                    <a:pt x="5892" y="7530"/>
                    <a:pt x="7562" y="5861"/>
                    <a:pt x="7562" y="3781"/>
                  </a:cubicBezTo>
                  <a:cubicBezTo>
                    <a:pt x="7562" y="1670"/>
                    <a:pt x="5892" y="1"/>
                    <a:pt x="378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71" name="Google Shape;3671;p49"/>
          <p:cNvGrpSpPr/>
          <p:nvPr/>
        </p:nvGrpSpPr>
        <p:grpSpPr>
          <a:xfrm>
            <a:off x="8142222" y="1995350"/>
            <a:ext cx="278515" cy="277782"/>
            <a:chOff x="-4570325" y="2405775"/>
            <a:chExt cx="294600" cy="293825"/>
          </a:xfrm>
        </p:grpSpPr>
        <p:sp>
          <p:nvSpPr>
            <p:cNvPr id="3672" name="Google Shape;3672;p49"/>
            <p:cNvSpPr/>
            <p:nvPr/>
          </p:nvSpPr>
          <p:spPr>
            <a:xfrm>
              <a:off x="-4570325" y="2405775"/>
              <a:ext cx="294600" cy="293825"/>
            </a:xfrm>
            <a:custGeom>
              <a:rect b="b" l="l" r="r" t="t"/>
              <a:pathLst>
                <a:path extrusionOk="0" h="11753" w="11784">
                  <a:moveTo>
                    <a:pt x="5734" y="694"/>
                  </a:moveTo>
                  <a:cubicBezTo>
                    <a:pt x="7624" y="694"/>
                    <a:pt x="9168" y="2238"/>
                    <a:pt x="9168" y="4128"/>
                  </a:cubicBezTo>
                  <a:cubicBezTo>
                    <a:pt x="9168" y="6050"/>
                    <a:pt x="7624" y="7594"/>
                    <a:pt x="5734" y="7594"/>
                  </a:cubicBezTo>
                  <a:cubicBezTo>
                    <a:pt x="3844" y="7594"/>
                    <a:pt x="2332" y="6018"/>
                    <a:pt x="2332" y="4128"/>
                  </a:cubicBezTo>
                  <a:cubicBezTo>
                    <a:pt x="2332" y="2238"/>
                    <a:pt x="3844" y="694"/>
                    <a:pt x="5734" y="694"/>
                  </a:cubicBezTo>
                  <a:close/>
                  <a:moveTo>
                    <a:pt x="977" y="7531"/>
                  </a:moveTo>
                  <a:cubicBezTo>
                    <a:pt x="1166" y="7531"/>
                    <a:pt x="1323" y="7688"/>
                    <a:pt x="1323" y="7909"/>
                  </a:cubicBezTo>
                  <a:cubicBezTo>
                    <a:pt x="1292" y="8129"/>
                    <a:pt x="1134" y="8255"/>
                    <a:pt x="977" y="8255"/>
                  </a:cubicBezTo>
                  <a:cubicBezTo>
                    <a:pt x="788" y="8255"/>
                    <a:pt x="630" y="8098"/>
                    <a:pt x="630" y="7909"/>
                  </a:cubicBezTo>
                  <a:cubicBezTo>
                    <a:pt x="630" y="7688"/>
                    <a:pt x="788" y="7531"/>
                    <a:pt x="977" y="7531"/>
                  </a:cubicBezTo>
                  <a:close/>
                  <a:moveTo>
                    <a:pt x="10586" y="7531"/>
                  </a:moveTo>
                  <a:cubicBezTo>
                    <a:pt x="10775" y="7531"/>
                    <a:pt x="10932" y="7688"/>
                    <a:pt x="10932" y="7909"/>
                  </a:cubicBezTo>
                  <a:cubicBezTo>
                    <a:pt x="10932" y="8129"/>
                    <a:pt x="10775" y="8255"/>
                    <a:pt x="10586" y="8255"/>
                  </a:cubicBezTo>
                  <a:cubicBezTo>
                    <a:pt x="10397" y="8255"/>
                    <a:pt x="10239" y="8098"/>
                    <a:pt x="10239" y="7909"/>
                  </a:cubicBezTo>
                  <a:cubicBezTo>
                    <a:pt x="10239" y="7688"/>
                    <a:pt x="10397" y="7531"/>
                    <a:pt x="10586" y="7531"/>
                  </a:cubicBezTo>
                  <a:close/>
                  <a:moveTo>
                    <a:pt x="3025" y="9641"/>
                  </a:moveTo>
                  <a:cubicBezTo>
                    <a:pt x="3214" y="9641"/>
                    <a:pt x="3371" y="9799"/>
                    <a:pt x="3371" y="9988"/>
                  </a:cubicBezTo>
                  <a:cubicBezTo>
                    <a:pt x="3340" y="10177"/>
                    <a:pt x="3214" y="10335"/>
                    <a:pt x="3025" y="10335"/>
                  </a:cubicBezTo>
                  <a:cubicBezTo>
                    <a:pt x="2836" y="10335"/>
                    <a:pt x="2678" y="10177"/>
                    <a:pt x="2678" y="9988"/>
                  </a:cubicBezTo>
                  <a:cubicBezTo>
                    <a:pt x="2678" y="9799"/>
                    <a:pt x="2836" y="9641"/>
                    <a:pt x="3025" y="9641"/>
                  </a:cubicBezTo>
                  <a:close/>
                  <a:moveTo>
                    <a:pt x="8475" y="9641"/>
                  </a:moveTo>
                  <a:cubicBezTo>
                    <a:pt x="8696" y="9641"/>
                    <a:pt x="8822" y="9799"/>
                    <a:pt x="8822" y="9988"/>
                  </a:cubicBezTo>
                  <a:cubicBezTo>
                    <a:pt x="8822" y="10177"/>
                    <a:pt x="8664" y="10335"/>
                    <a:pt x="8475" y="10335"/>
                  </a:cubicBezTo>
                  <a:cubicBezTo>
                    <a:pt x="8255" y="10335"/>
                    <a:pt x="8128" y="10177"/>
                    <a:pt x="8128" y="9988"/>
                  </a:cubicBezTo>
                  <a:cubicBezTo>
                    <a:pt x="8128" y="9799"/>
                    <a:pt x="8255" y="9641"/>
                    <a:pt x="8475" y="9641"/>
                  </a:cubicBezTo>
                  <a:close/>
                  <a:moveTo>
                    <a:pt x="5734" y="10303"/>
                  </a:moveTo>
                  <a:cubicBezTo>
                    <a:pt x="5955" y="10303"/>
                    <a:pt x="6112" y="10461"/>
                    <a:pt x="6112" y="10650"/>
                  </a:cubicBezTo>
                  <a:cubicBezTo>
                    <a:pt x="6112" y="10839"/>
                    <a:pt x="5955" y="10996"/>
                    <a:pt x="5734" y="10996"/>
                  </a:cubicBezTo>
                  <a:cubicBezTo>
                    <a:pt x="5545" y="10996"/>
                    <a:pt x="5388" y="10839"/>
                    <a:pt x="5388" y="10650"/>
                  </a:cubicBezTo>
                  <a:cubicBezTo>
                    <a:pt x="5388" y="10461"/>
                    <a:pt x="5545" y="10303"/>
                    <a:pt x="5734" y="10303"/>
                  </a:cubicBezTo>
                  <a:close/>
                  <a:moveTo>
                    <a:pt x="5797" y="1"/>
                  </a:moveTo>
                  <a:cubicBezTo>
                    <a:pt x="3497" y="1"/>
                    <a:pt x="1701" y="1860"/>
                    <a:pt x="1701" y="4097"/>
                  </a:cubicBezTo>
                  <a:cubicBezTo>
                    <a:pt x="1701" y="5010"/>
                    <a:pt x="2017" y="5924"/>
                    <a:pt x="2552" y="6617"/>
                  </a:cubicBezTo>
                  <a:lnTo>
                    <a:pt x="1701" y="7153"/>
                  </a:lnTo>
                  <a:cubicBezTo>
                    <a:pt x="1481" y="6995"/>
                    <a:pt x="1260" y="6901"/>
                    <a:pt x="1040" y="6901"/>
                  </a:cubicBezTo>
                  <a:cubicBezTo>
                    <a:pt x="473" y="6901"/>
                    <a:pt x="0" y="7373"/>
                    <a:pt x="0" y="7940"/>
                  </a:cubicBezTo>
                  <a:cubicBezTo>
                    <a:pt x="0" y="8476"/>
                    <a:pt x="473" y="8948"/>
                    <a:pt x="1040" y="8948"/>
                  </a:cubicBezTo>
                  <a:cubicBezTo>
                    <a:pt x="1575" y="8948"/>
                    <a:pt x="2048" y="8476"/>
                    <a:pt x="2048" y="7940"/>
                  </a:cubicBezTo>
                  <a:lnTo>
                    <a:pt x="2048" y="7751"/>
                  </a:lnTo>
                  <a:lnTo>
                    <a:pt x="3088" y="7153"/>
                  </a:lnTo>
                  <a:cubicBezTo>
                    <a:pt x="3340" y="7373"/>
                    <a:pt x="3623" y="7625"/>
                    <a:pt x="3970" y="7783"/>
                  </a:cubicBezTo>
                  <a:lnTo>
                    <a:pt x="3308" y="8948"/>
                  </a:lnTo>
                  <a:lnTo>
                    <a:pt x="3119" y="8948"/>
                  </a:lnTo>
                  <a:cubicBezTo>
                    <a:pt x="2552" y="8948"/>
                    <a:pt x="2080" y="9421"/>
                    <a:pt x="2080" y="9988"/>
                  </a:cubicBezTo>
                  <a:cubicBezTo>
                    <a:pt x="2080" y="10524"/>
                    <a:pt x="2552" y="10996"/>
                    <a:pt x="3119" y="10996"/>
                  </a:cubicBezTo>
                  <a:cubicBezTo>
                    <a:pt x="3655" y="10996"/>
                    <a:pt x="4127" y="10524"/>
                    <a:pt x="4127" y="9988"/>
                  </a:cubicBezTo>
                  <a:cubicBezTo>
                    <a:pt x="4127" y="9736"/>
                    <a:pt x="4064" y="9515"/>
                    <a:pt x="3907" y="9326"/>
                  </a:cubicBezTo>
                  <a:lnTo>
                    <a:pt x="4600" y="8098"/>
                  </a:lnTo>
                  <a:cubicBezTo>
                    <a:pt x="4883" y="8161"/>
                    <a:pt x="5199" y="8255"/>
                    <a:pt x="5514" y="8287"/>
                  </a:cubicBezTo>
                  <a:lnTo>
                    <a:pt x="5514" y="9736"/>
                  </a:lnTo>
                  <a:cubicBezTo>
                    <a:pt x="5136" y="9894"/>
                    <a:pt x="4852" y="10272"/>
                    <a:pt x="4852" y="10713"/>
                  </a:cubicBezTo>
                  <a:cubicBezTo>
                    <a:pt x="4852" y="11280"/>
                    <a:pt x="5325" y="11752"/>
                    <a:pt x="5860" y="11752"/>
                  </a:cubicBezTo>
                  <a:cubicBezTo>
                    <a:pt x="6427" y="11752"/>
                    <a:pt x="6900" y="11280"/>
                    <a:pt x="6900" y="10713"/>
                  </a:cubicBezTo>
                  <a:cubicBezTo>
                    <a:pt x="6900" y="10303"/>
                    <a:pt x="6616" y="9894"/>
                    <a:pt x="6238" y="9736"/>
                  </a:cubicBezTo>
                  <a:lnTo>
                    <a:pt x="6238" y="8287"/>
                  </a:lnTo>
                  <a:cubicBezTo>
                    <a:pt x="6553" y="8255"/>
                    <a:pt x="6868" y="8224"/>
                    <a:pt x="7120" y="8098"/>
                  </a:cubicBezTo>
                  <a:lnTo>
                    <a:pt x="7845" y="9326"/>
                  </a:lnTo>
                  <a:cubicBezTo>
                    <a:pt x="7687" y="9515"/>
                    <a:pt x="7593" y="9736"/>
                    <a:pt x="7593" y="9988"/>
                  </a:cubicBezTo>
                  <a:cubicBezTo>
                    <a:pt x="7593" y="10524"/>
                    <a:pt x="8065" y="10996"/>
                    <a:pt x="8633" y="10996"/>
                  </a:cubicBezTo>
                  <a:cubicBezTo>
                    <a:pt x="9168" y="10996"/>
                    <a:pt x="9641" y="10524"/>
                    <a:pt x="9641" y="9988"/>
                  </a:cubicBezTo>
                  <a:cubicBezTo>
                    <a:pt x="9641" y="9421"/>
                    <a:pt x="9168" y="8948"/>
                    <a:pt x="8633" y="8948"/>
                  </a:cubicBezTo>
                  <a:lnTo>
                    <a:pt x="8444" y="8948"/>
                  </a:lnTo>
                  <a:lnTo>
                    <a:pt x="7750" y="7783"/>
                  </a:lnTo>
                  <a:cubicBezTo>
                    <a:pt x="8065" y="7625"/>
                    <a:pt x="8381" y="7373"/>
                    <a:pt x="8664" y="7153"/>
                  </a:cubicBezTo>
                  <a:lnTo>
                    <a:pt x="9735" y="7751"/>
                  </a:lnTo>
                  <a:lnTo>
                    <a:pt x="9735" y="7940"/>
                  </a:lnTo>
                  <a:cubicBezTo>
                    <a:pt x="9735" y="8476"/>
                    <a:pt x="10208" y="8948"/>
                    <a:pt x="10743" y="8948"/>
                  </a:cubicBezTo>
                  <a:cubicBezTo>
                    <a:pt x="11310" y="8948"/>
                    <a:pt x="11783" y="8476"/>
                    <a:pt x="11783" y="7940"/>
                  </a:cubicBezTo>
                  <a:cubicBezTo>
                    <a:pt x="11626" y="7342"/>
                    <a:pt x="11153" y="6901"/>
                    <a:pt x="10586" y="6901"/>
                  </a:cubicBezTo>
                  <a:cubicBezTo>
                    <a:pt x="10302" y="6901"/>
                    <a:pt x="10082" y="6995"/>
                    <a:pt x="9924" y="7153"/>
                  </a:cubicBezTo>
                  <a:lnTo>
                    <a:pt x="9011" y="6617"/>
                  </a:lnTo>
                  <a:cubicBezTo>
                    <a:pt x="9578" y="5924"/>
                    <a:pt x="9893" y="5010"/>
                    <a:pt x="9893" y="4097"/>
                  </a:cubicBezTo>
                  <a:cubicBezTo>
                    <a:pt x="9893" y="1828"/>
                    <a:pt x="8034" y="1"/>
                    <a:pt x="579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3" name="Google Shape;3673;p49"/>
            <p:cNvSpPr/>
            <p:nvPr/>
          </p:nvSpPr>
          <p:spPr>
            <a:xfrm>
              <a:off x="-4478175" y="2439650"/>
              <a:ext cx="103975" cy="120525"/>
            </a:xfrm>
            <a:custGeom>
              <a:rect b="b" l="l" r="r" t="t"/>
              <a:pathLst>
                <a:path extrusionOk="0" h="4821" w="4159">
                  <a:moveTo>
                    <a:pt x="2048" y="725"/>
                  </a:moveTo>
                  <a:cubicBezTo>
                    <a:pt x="2458" y="725"/>
                    <a:pt x="2741" y="1040"/>
                    <a:pt x="2741" y="1387"/>
                  </a:cubicBezTo>
                  <a:cubicBezTo>
                    <a:pt x="2741" y="1765"/>
                    <a:pt x="2426" y="2049"/>
                    <a:pt x="2048" y="2049"/>
                  </a:cubicBezTo>
                  <a:cubicBezTo>
                    <a:pt x="1702" y="2049"/>
                    <a:pt x="1387" y="1733"/>
                    <a:pt x="1387" y="1387"/>
                  </a:cubicBezTo>
                  <a:cubicBezTo>
                    <a:pt x="1387" y="1040"/>
                    <a:pt x="1702" y="725"/>
                    <a:pt x="2048" y="725"/>
                  </a:cubicBezTo>
                  <a:close/>
                  <a:moveTo>
                    <a:pt x="2363" y="2773"/>
                  </a:moveTo>
                  <a:cubicBezTo>
                    <a:pt x="2930" y="2773"/>
                    <a:pt x="3403" y="3246"/>
                    <a:pt x="3403" y="3781"/>
                  </a:cubicBezTo>
                  <a:lnTo>
                    <a:pt x="3403" y="4128"/>
                  </a:lnTo>
                  <a:lnTo>
                    <a:pt x="630" y="4128"/>
                  </a:lnTo>
                  <a:lnTo>
                    <a:pt x="630" y="3781"/>
                  </a:lnTo>
                  <a:lnTo>
                    <a:pt x="693" y="3781"/>
                  </a:lnTo>
                  <a:cubicBezTo>
                    <a:pt x="693" y="3246"/>
                    <a:pt x="1166" y="2773"/>
                    <a:pt x="1702" y="2773"/>
                  </a:cubicBezTo>
                  <a:close/>
                  <a:moveTo>
                    <a:pt x="2111" y="1"/>
                  </a:moveTo>
                  <a:cubicBezTo>
                    <a:pt x="1355" y="1"/>
                    <a:pt x="725" y="631"/>
                    <a:pt x="725" y="1387"/>
                  </a:cubicBezTo>
                  <a:cubicBezTo>
                    <a:pt x="725" y="1702"/>
                    <a:pt x="851" y="2017"/>
                    <a:pt x="1040" y="2238"/>
                  </a:cubicBezTo>
                  <a:cubicBezTo>
                    <a:pt x="441" y="2521"/>
                    <a:pt x="63" y="3120"/>
                    <a:pt x="63" y="3781"/>
                  </a:cubicBezTo>
                  <a:lnTo>
                    <a:pt x="63" y="4443"/>
                  </a:lnTo>
                  <a:cubicBezTo>
                    <a:pt x="0" y="4663"/>
                    <a:pt x="158" y="4821"/>
                    <a:pt x="378" y="4821"/>
                  </a:cubicBezTo>
                  <a:lnTo>
                    <a:pt x="3781" y="4821"/>
                  </a:lnTo>
                  <a:cubicBezTo>
                    <a:pt x="4001" y="4821"/>
                    <a:pt x="4159" y="4663"/>
                    <a:pt x="4159" y="4443"/>
                  </a:cubicBezTo>
                  <a:lnTo>
                    <a:pt x="4159" y="3781"/>
                  </a:lnTo>
                  <a:cubicBezTo>
                    <a:pt x="4159" y="3120"/>
                    <a:pt x="3749" y="2521"/>
                    <a:pt x="3151" y="2238"/>
                  </a:cubicBezTo>
                  <a:cubicBezTo>
                    <a:pt x="3371" y="2017"/>
                    <a:pt x="3466" y="1733"/>
                    <a:pt x="3466" y="1387"/>
                  </a:cubicBezTo>
                  <a:cubicBezTo>
                    <a:pt x="3466" y="631"/>
                    <a:pt x="2836" y="1"/>
                    <a:pt x="211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74" name="Google Shape;3674;p49"/>
          <p:cNvGrpSpPr/>
          <p:nvPr/>
        </p:nvGrpSpPr>
        <p:grpSpPr>
          <a:xfrm>
            <a:off x="5086048" y="2432212"/>
            <a:ext cx="277026" cy="277002"/>
            <a:chOff x="-4572700" y="2764950"/>
            <a:chExt cx="293025" cy="293000"/>
          </a:xfrm>
        </p:grpSpPr>
        <p:sp>
          <p:nvSpPr>
            <p:cNvPr id="3675" name="Google Shape;3675;p49"/>
            <p:cNvSpPr/>
            <p:nvPr/>
          </p:nvSpPr>
          <p:spPr>
            <a:xfrm>
              <a:off x="-4572700" y="2764950"/>
              <a:ext cx="293025" cy="293000"/>
            </a:xfrm>
            <a:custGeom>
              <a:rect b="b" l="l" r="r" t="t"/>
              <a:pathLst>
                <a:path extrusionOk="0" h="11720" w="11721">
                  <a:moveTo>
                    <a:pt x="10681" y="2048"/>
                  </a:moveTo>
                  <a:cubicBezTo>
                    <a:pt x="10870" y="2048"/>
                    <a:pt x="11027" y="2206"/>
                    <a:pt x="11027" y="2395"/>
                  </a:cubicBezTo>
                  <a:lnTo>
                    <a:pt x="11027" y="7246"/>
                  </a:lnTo>
                  <a:cubicBezTo>
                    <a:pt x="11027" y="7435"/>
                    <a:pt x="10870" y="7593"/>
                    <a:pt x="10681" y="7593"/>
                  </a:cubicBezTo>
                  <a:lnTo>
                    <a:pt x="1072" y="7593"/>
                  </a:lnTo>
                  <a:cubicBezTo>
                    <a:pt x="883" y="7593"/>
                    <a:pt x="725" y="7435"/>
                    <a:pt x="725" y="7246"/>
                  </a:cubicBezTo>
                  <a:lnTo>
                    <a:pt x="725" y="2395"/>
                  </a:lnTo>
                  <a:cubicBezTo>
                    <a:pt x="725" y="2206"/>
                    <a:pt x="883" y="2048"/>
                    <a:pt x="1072" y="2048"/>
                  </a:cubicBezTo>
                  <a:close/>
                  <a:moveTo>
                    <a:pt x="4821" y="8286"/>
                  </a:moveTo>
                  <a:lnTo>
                    <a:pt x="4821" y="8979"/>
                  </a:lnTo>
                  <a:lnTo>
                    <a:pt x="3435" y="8979"/>
                  </a:lnTo>
                  <a:lnTo>
                    <a:pt x="3435" y="8286"/>
                  </a:lnTo>
                  <a:close/>
                  <a:moveTo>
                    <a:pt x="8287" y="8286"/>
                  </a:moveTo>
                  <a:lnTo>
                    <a:pt x="8287" y="8979"/>
                  </a:lnTo>
                  <a:lnTo>
                    <a:pt x="6869" y="8979"/>
                  </a:lnTo>
                  <a:lnTo>
                    <a:pt x="6869" y="8286"/>
                  </a:lnTo>
                  <a:close/>
                  <a:moveTo>
                    <a:pt x="6207" y="8254"/>
                  </a:moveTo>
                  <a:lnTo>
                    <a:pt x="6207" y="11027"/>
                  </a:lnTo>
                  <a:lnTo>
                    <a:pt x="5514" y="11027"/>
                  </a:lnTo>
                  <a:lnTo>
                    <a:pt x="5514" y="8254"/>
                  </a:lnTo>
                  <a:close/>
                  <a:moveTo>
                    <a:pt x="1733" y="0"/>
                  </a:moveTo>
                  <a:cubicBezTo>
                    <a:pt x="1544" y="0"/>
                    <a:pt x="1387" y="158"/>
                    <a:pt x="1387" y="347"/>
                  </a:cubicBezTo>
                  <a:cubicBezTo>
                    <a:pt x="1387" y="536"/>
                    <a:pt x="1544" y="693"/>
                    <a:pt x="1733" y="693"/>
                  </a:cubicBezTo>
                  <a:lnTo>
                    <a:pt x="2112" y="693"/>
                  </a:lnTo>
                  <a:lnTo>
                    <a:pt x="2112" y="1355"/>
                  </a:lnTo>
                  <a:lnTo>
                    <a:pt x="1072" y="1355"/>
                  </a:lnTo>
                  <a:cubicBezTo>
                    <a:pt x="536" y="1355"/>
                    <a:pt x="64" y="1827"/>
                    <a:pt x="64" y="2395"/>
                  </a:cubicBezTo>
                  <a:lnTo>
                    <a:pt x="64" y="7246"/>
                  </a:lnTo>
                  <a:cubicBezTo>
                    <a:pt x="64" y="7782"/>
                    <a:pt x="536" y="8254"/>
                    <a:pt x="1072" y="8254"/>
                  </a:cubicBezTo>
                  <a:lnTo>
                    <a:pt x="2773" y="8254"/>
                  </a:lnTo>
                  <a:lnTo>
                    <a:pt x="2773" y="8916"/>
                  </a:lnTo>
                  <a:lnTo>
                    <a:pt x="1733" y="8916"/>
                  </a:lnTo>
                  <a:cubicBezTo>
                    <a:pt x="1544" y="8916"/>
                    <a:pt x="1387" y="9074"/>
                    <a:pt x="1387" y="9294"/>
                  </a:cubicBezTo>
                  <a:cubicBezTo>
                    <a:pt x="1387" y="9483"/>
                    <a:pt x="1544" y="9641"/>
                    <a:pt x="1733" y="9641"/>
                  </a:cubicBezTo>
                  <a:lnTo>
                    <a:pt x="4821" y="9641"/>
                  </a:lnTo>
                  <a:lnTo>
                    <a:pt x="4821" y="11027"/>
                  </a:lnTo>
                  <a:lnTo>
                    <a:pt x="379" y="11027"/>
                  </a:lnTo>
                  <a:cubicBezTo>
                    <a:pt x="158" y="11027"/>
                    <a:pt x="1" y="11184"/>
                    <a:pt x="1" y="11373"/>
                  </a:cubicBezTo>
                  <a:cubicBezTo>
                    <a:pt x="1" y="11562"/>
                    <a:pt x="158" y="11720"/>
                    <a:pt x="379" y="11720"/>
                  </a:cubicBezTo>
                  <a:lnTo>
                    <a:pt x="11342" y="11720"/>
                  </a:lnTo>
                  <a:cubicBezTo>
                    <a:pt x="11563" y="11720"/>
                    <a:pt x="11721" y="11562"/>
                    <a:pt x="11721" y="11373"/>
                  </a:cubicBezTo>
                  <a:cubicBezTo>
                    <a:pt x="11721" y="11184"/>
                    <a:pt x="11563" y="11027"/>
                    <a:pt x="11342" y="11027"/>
                  </a:cubicBezTo>
                  <a:lnTo>
                    <a:pt x="6869" y="11027"/>
                  </a:lnTo>
                  <a:lnTo>
                    <a:pt x="6869" y="9641"/>
                  </a:lnTo>
                  <a:lnTo>
                    <a:pt x="9988" y="9641"/>
                  </a:lnTo>
                  <a:cubicBezTo>
                    <a:pt x="10177" y="9641"/>
                    <a:pt x="10334" y="9483"/>
                    <a:pt x="10334" y="9294"/>
                  </a:cubicBezTo>
                  <a:cubicBezTo>
                    <a:pt x="10334" y="9074"/>
                    <a:pt x="10177" y="8916"/>
                    <a:pt x="9988" y="8916"/>
                  </a:cubicBezTo>
                  <a:lnTo>
                    <a:pt x="8948" y="8916"/>
                  </a:lnTo>
                  <a:lnTo>
                    <a:pt x="8948" y="8254"/>
                  </a:lnTo>
                  <a:lnTo>
                    <a:pt x="10681" y="8254"/>
                  </a:lnTo>
                  <a:cubicBezTo>
                    <a:pt x="11248" y="8254"/>
                    <a:pt x="11721" y="7782"/>
                    <a:pt x="11721" y="7246"/>
                  </a:cubicBezTo>
                  <a:lnTo>
                    <a:pt x="11721" y="2395"/>
                  </a:lnTo>
                  <a:cubicBezTo>
                    <a:pt x="11721" y="1827"/>
                    <a:pt x="11248" y="1355"/>
                    <a:pt x="10681" y="1355"/>
                  </a:cubicBezTo>
                  <a:lnTo>
                    <a:pt x="9673" y="1355"/>
                  </a:lnTo>
                  <a:lnTo>
                    <a:pt x="9673" y="693"/>
                  </a:lnTo>
                  <a:lnTo>
                    <a:pt x="10019" y="693"/>
                  </a:lnTo>
                  <a:cubicBezTo>
                    <a:pt x="10208" y="693"/>
                    <a:pt x="10366" y="536"/>
                    <a:pt x="10366" y="347"/>
                  </a:cubicBezTo>
                  <a:cubicBezTo>
                    <a:pt x="10366" y="158"/>
                    <a:pt x="10208" y="0"/>
                    <a:pt x="10019" y="0"/>
                  </a:cubicBezTo>
                  <a:lnTo>
                    <a:pt x="8633" y="0"/>
                  </a:lnTo>
                  <a:cubicBezTo>
                    <a:pt x="8444" y="0"/>
                    <a:pt x="8287" y="158"/>
                    <a:pt x="8287" y="347"/>
                  </a:cubicBezTo>
                  <a:cubicBezTo>
                    <a:pt x="8287" y="536"/>
                    <a:pt x="8444" y="693"/>
                    <a:pt x="8633" y="693"/>
                  </a:cubicBezTo>
                  <a:lnTo>
                    <a:pt x="8980" y="693"/>
                  </a:lnTo>
                  <a:lnTo>
                    <a:pt x="8980" y="1355"/>
                  </a:lnTo>
                  <a:lnTo>
                    <a:pt x="6207" y="1355"/>
                  </a:lnTo>
                  <a:lnTo>
                    <a:pt x="6207" y="693"/>
                  </a:lnTo>
                  <a:lnTo>
                    <a:pt x="6554" y="693"/>
                  </a:lnTo>
                  <a:cubicBezTo>
                    <a:pt x="6743" y="693"/>
                    <a:pt x="6900" y="536"/>
                    <a:pt x="6900" y="347"/>
                  </a:cubicBezTo>
                  <a:cubicBezTo>
                    <a:pt x="6900" y="158"/>
                    <a:pt x="6743" y="0"/>
                    <a:pt x="6554" y="0"/>
                  </a:cubicBezTo>
                  <a:lnTo>
                    <a:pt x="5168" y="0"/>
                  </a:lnTo>
                  <a:cubicBezTo>
                    <a:pt x="4978" y="0"/>
                    <a:pt x="4821" y="158"/>
                    <a:pt x="4821" y="347"/>
                  </a:cubicBezTo>
                  <a:cubicBezTo>
                    <a:pt x="4821" y="536"/>
                    <a:pt x="4978" y="693"/>
                    <a:pt x="5168" y="693"/>
                  </a:cubicBezTo>
                  <a:lnTo>
                    <a:pt x="5514" y="693"/>
                  </a:lnTo>
                  <a:lnTo>
                    <a:pt x="5514" y="1355"/>
                  </a:lnTo>
                  <a:lnTo>
                    <a:pt x="2773" y="1355"/>
                  </a:lnTo>
                  <a:lnTo>
                    <a:pt x="2773" y="693"/>
                  </a:lnTo>
                  <a:lnTo>
                    <a:pt x="3120" y="693"/>
                  </a:lnTo>
                  <a:cubicBezTo>
                    <a:pt x="3309" y="693"/>
                    <a:pt x="3466" y="536"/>
                    <a:pt x="3466" y="347"/>
                  </a:cubicBezTo>
                  <a:cubicBezTo>
                    <a:pt x="3466" y="158"/>
                    <a:pt x="3309" y="0"/>
                    <a:pt x="312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6" name="Google Shape;3676;p49"/>
            <p:cNvSpPr/>
            <p:nvPr/>
          </p:nvSpPr>
          <p:spPr>
            <a:xfrm>
              <a:off x="-4538825" y="2833475"/>
              <a:ext cx="86650" cy="104775"/>
            </a:xfrm>
            <a:custGeom>
              <a:rect b="b" l="l" r="r" t="t"/>
              <a:pathLst>
                <a:path extrusionOk="0" h="4191" w="3466">
                  <a:moveTo>
                    <a:pt x="2804" y="662"/>
                  </a:moveTo>
                  <a:lnTo>
                    <a:pt x="2804" y="3466"/>
                  </a:lnTo>
                  <a:lnTo>
                    <a:pt x="757" y="3466"/>
                  </a:lnTo>
                  <a:lnTo>
                    <a:pt x="757" y="662"/>
                  </a:lnTo>
                  <a:close/>
                  <a:moveTo>
                    <a:pt x="347" y="0"/>
                  </a:moveTo>
                  <a:cubicBezTo>
                    <a:pt x="158" y="0"/>
                    <a:pt x="0" y="158"/>
                    <a:pt x="0" y="347"/>
                  </a:cubicBezTo>
                  <a:lnTo>
                    <a:pt x="0" y="3812"/>
                  </a:lnTo>
                  <a:cubicBezTo>
                    <a:pt x="0" y="4033"/>
                    <a:pt x="158" y="4190"/>
                    <a:pt x="347" y="4190"/>
                  </a:cubicBezTo>
                  <a:lnTo>
                    <a:pt x="3119" y="4190"/>
                  </a:lnTo>
                  <a:cubicBezTo>
                    <a:pt x="3308" y="4190"/>
                    <a:pt x="3466" y="4033"/>
                    <a:pt x="3466" y="3812"/>
                  </a:cubicBezTo>
                  <a:lnTo>
                    <a:pt x="3466" y="347"/>
                  </a:lnTo>
                  <a:cubicBezTo>
                    <a:pt x="3466" y="158"/>
                    <a:pt x="3308" y="0"/>
                    <a:pt x="311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7" name="Google Shape;3677;p49"/>
            <p:cNvSpPr/>
            <p:nvPr/>
          </p:nvSpPr>
          <p:spPr>
            <a:xfrm>
              <a:off x="-4435650" y="2902775"/>
              <a:ext cx="121325" cy="17350"/>
            </a:xfrm>
            <a:custGeom>
              <a:rect b="b" l="l" r="r" t="t"/>
              <a:pathLst>
                <a:path extrusionOk="0" h="694" w="4853">
                  <a:moveTo>
                    <a:pt x="347" y="1"/>
                  </a:moveTo>
                  <a:cubicBezTo>
                    <a:pt x="158" y="1"/>
                    <a:pt x="1" y="158"/>
                    <a:pt x="1" y="347"/>
                  </a:cubicBezTo>
                  <a:cubicBezTo>
                    <a:pt x="32" y="536"/>
                    <a:pt x="158" y="694"/>
                    <a:pt x="347" y="694"/>
                  </a:cubicBezTo>
                  <a:lnTo>
                    <a:pt x="4506" y="694"/>
                  </a:lnTo>
                  <a:cubicBezTo>
                    <a:pt x="4695" y="694"/>
                    <a:pt x="4852" y="536"/>
                    <a:pt x="4852" y="347"/>
                  </a:cubicBezTo>
                  <a:cubicBezTo>
                    <a:pt x="4852" y="158"/>
                    <a:pt x="4695" y="1"/>
                    <a:pt x="45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8" name="Google Shape;3678;p49"/>
            <p:cNvSpPr/>
            <p:nvPr/>
          </p:nvSpPr>
          <p:spPr>
            <a:xfrm>
              <a:off x="-4435650" y="2867325"/>
              <a:ext cx="121325" cy="17350"/>
            </a:xfrm>
            <a:custGeom>
              <a:rect b="b" l="l" r="r" t="t"/>
              <a:pathLst>
                <a:path extrusionOk="0" h="694" w="4853">
                  <a:moveTo>
                    <a:pt x="347" y="1"/>
                  </a:moveTo>
                  <a:cubicBezTo>
                    <a:pt x="158" y="1"/>
                    <a:pt x="1" y="158"/>
                    <a:pt x="1" y="347"/>
                  </a:cubicBezTo>
                  <a:cubicBezTo>
                    <a:pt x="32" y="568"/>
                    <a:pt x="158" y="694"/>
                    <a:pt x="347" y="694"/>
                  </a:cubicBezTo>
                  <a:lnTo>
                    <a:pt x="4506" y="694"/>
                  </a:lnTo>
                  <a:cubicBezTo>
                    <a:pt x="4695" y="694"/>
                    <a:pt x="4852" y="536"/>
                    <a:pt x="4852" y="347"/>
                  </a:cubicBezTo>
                  <a:cubicBezTo>
                    <a:pt x="4852" y="158"/>
                    <a:pt x="4695" y="1"/>
                    <a:pt x="45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9" name="Google Shape;3679;p49"/>
            <p:cNvSpPr/>
            <p:nvPr/>
          </p:nvSpPr>
          <p:spPr>
            <a:xfrm>
              <a:off x="-4435650" y="2833475"/>
              <a:ext cx="121325" cy="18125"/>
            </a:xfrm>
            <a:custGeom>
              <a:rect b="b" l="l" r="r" t="t"/>
              <a:pathLst>
                <a:path extrusionOk="0" h="725" w="4853">
                  <a:moveTo>
                    <a:pt x="347" y="0"/>
                  </a:moveTo>
                  <a:cubicBezTo>
                    <a:pt x="158" y="0"/>
                    <a:pt x="1" y="158"/>
                    <a:pt x="1" y="347"/>
                  </a:cubicBezTo>
                  <a:cubicBezTo>
                    <a:pt x="32" y="567"/>
                    <a:pt x="158" y="725"/>
                    <a:pt x="347" y="725"/>
                  </a:cubicBezTo>
                  <a:lnTo>
                    <a:pt x="4506" y="725"/>
                  </a:lnTo>
                  <a:cubicBezTo>
                    <a:pt x="4695" y="725"/>
                    <a:pt x="4852" y="567"/>
                    <a:pt x="4852" y="347"/>
                  </a:cubicBezTo>
                  <a:cubicBezTo>
                    <a:pt x="4852" y="158"/>
                    <a:pt x="4695" y="0"/>
                    <a:pt x="45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80" name="Google Shape;3680;p49"/>
          <p:cNvGrpSpPr/>
          <p:nvPr/>
        </p:nvGrpSpPr>
        <p:grpSpPr>
          <a:xfrm>
            <a:off x="6412489" y="2876481"/>
            <a:ext cx="271637" cy="275560"/>
            <a:chOff x="-2777700" y="2049775"/>
            <a:chExt cx="287325" cy="291475"/>
          </a:xfrm>
        </p:grpSpPr>
        <p:sp>
          <p:nvSpPr>
            <p:cNvPr id="3681" name="Google Shape;3681;p49"/>
            <p:cNvSpPr/>
            <p:nvPr/>
          </p:nvSpPr>
          <p:spPr>
            <a:xfrm>
              <a:off x="-2777700" y="2049775"/>
              <a:ext cx="287325" cy="291475"/>
            </a:xfrm>
            <a:custGeom>
              <a:rect b="b" l="l" r="r" t="t"/>
              <a:pathLst>
                <a:path extrusionOk="0" h="11659" w="11493">
                  <a:moveTo>
                    <a:pt x="7121" y="662"/>
                  </a:moveTo>
                  <a:cubicBezTo>
                    <a:pt x="7341" y="662"/>
                    <a:pt x="7499" y="820"/>
                    <a:pt x="7499" y="1040"/>
                  </a:cubicBezTo>
                  <a:cubicBezTo>
                    <a:pt x="7499" y="1230"/>
                    <a:pt x="7341" y="1387"/>
                    <a:pt x="7121" y="1387"/>
                  </a:cubicBezTo>
                  <a:lnTo>
                    <a:pt x="4380" y="1387"/>
                  </a:lnTo>
                  <a:cubicBezTo>
                    <a:pt x="4191" y="1387"/>
                    <a:pt x="4033" y="1230"/>
                    <a:pt x="4033" y="1040"/>
                  </a:cubicBezTo>
                  <a:cubicBezTo>
                    <a:pt x="4033" y="820"/>
                    <a:pt x="4191" y="662"/>
                    <a:pt x="4380" y="662"/>
                  </a:cubicBezTo>
                  <a:close/>
                  <a:moveTo>
                    <a:pt x="6774" y="2049"/>
                  </a:moveTo>
                  <a:lnTo>
                    <a:pt x="6774" y="4285"/>
                  </a:lnTo>
                  <a:cubicBezTo>
                    <a:pt x="6774" y="4412"/>
                    <a:pt x="6774" y="4443"/>
                    <a:pt x="7499" y="5514"/>
                  </a:cubicBezTo>
                  <a:lnTo>
                    <a:pt x="3970" y="5514"/>
                  </a:lnTo>
                  <a:cubicBezTo>
                    <a:pt x="4758" y="4412"/>
                    <a:pt x="4726" y="4443"/>
                    <a:pt x="4726" y="4348"/>
                  </a:cubicBezTo>
                  <a:lnTo>
                    <a:pt x="4726" y="2049"/>
                  </a:lnTo>
                  <a:close/>
                  <a:moveTo>
                    <a:pt x="8003" y="6176"/>
                  </a:moveTo>
                  <a:cubicBezTo>
                    <a:pt x="8696" y="7215"/>
                    <a:pt x="9578" y="8507"/>
                    <a:pt x="10177" y="9389"/>
                  </a:cubicBezTo>
                  <a:cubicBezTo>
                    <a:pt x="10649" y="10082"/>
                    <a:pt x="10177" y="10996"/>
                    <a:pt x="9294" y="10996"/>
                  </a:cubicBezTo>
                  <a:lnTo>
                    <a:pt x="2206" y="10996"/>
                  </a:lnTo>
                  <a:cubicBezTo>
                    <a:pt x="1387" y="10996"/>
                    <a:pt x="914" y="10051"/>
                    <a:pt x="1387" y="9389"/>
                  </a:cubicBezTo>
                  <a:cubicBezTo>
                    <a:pt x="1859" y="8665"/>
                    <a:pt x="2804" y="7341"/>
                    <a:pt x="3561" y="6176"/>
                  </a:cubicBezTo>
                  <a:close/>
                  <a:moveTo>
                    <a:pt x="4380" y="1"/>
                  </a:moveTo>
                  <a:cubicBezTo>
                    <a:pt x="3813" y="1"/>
                    <a:pt x="3340" y="473"/>
                    <a:pt x="3340" y="1040"/>
                  </a:cubicBezTo>
                  <a:cubicBezTo>
                    <a:pt x="3340" y="1513"/>
                    <a:pt x="3655" y="1860"/>
                    <a:pt x="4065" y="2017"/>
                  </a:cubicBezTo>
                  <a:lnTo>
                    <a:pt x="4065" y="4222"/>
                  </a:lnTo>
                  <a:cubicBezTo>
                    <a:pt x="3718" y="4790"/>
                    <a:pt x="1198" y="8413"/>
                    <a:pt x="788" y="8980"/>
                  </a:cubicBezTo>
                  <a:cubicBezTo>
                    <a:pt x="1" y="10114"/>
                    <a:pt x="820" y="11658"/>
                    <a:pt x="2206" y="11658"/>
                  </a:cubicBezTo>
                  <a:lnTo>
                    <a:pt x="9294" y="11658"/>
                  </a:lnTo>
                  <a:cubicBezTo>
                    <a:pt x="9308" y="11658"/>
                    <a:pt x="9322" y="11658"/>
                    <a:pt x="9335" y="11658"/>
                  </a:cubicBezTo>
                  <a:cubicBezTo>
                    <a:pt x="10697" y="11658"/>
                    <a:pt x="11492" y="10103"/>
                    <a:pt x="10712" y="9011"/>
                  </a:cubicBezTo>
                  <a:cubicBezTo>
                    <a:pt x="10271" y="8444"/>
                    <a:pt x="7845" y="4853"/>
                    <a:pt x="7499" y="4254"/>
                  </a:cubicBezTo>
                  <a:lnTo>
                    <a:pt x="7499" y="1986"/>
                  </a:lnTo>
                  <a:cubicBezTo>
                    <a:pt x="7877" y="1828"/>
                    <a:pt x="8160" y="1450"/>
                    <a:pt x="8160" y="1040"/>
                  </a:cubicBezTo>
                  <a:cubicBezTo>
                    <a:pt x="8160" y="473"/>
                    <a:pt x="7688" y="1"/>
                    <a:pt x="712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2" name="Google Shape;3682;p49"/>
            <p:cNvSpPr/>
            <p:nvPr/>
          </p:nvSpPr>
          <p:spPr>
            <a:xfrm>
              <a:off x="-2694200" y="2221475"/>
              <a:ext cx="69325" cy="68550"/>
            </a:xfrm>
            <a:custGeom>
              <a:rect b="b" l="l" r="r" t="t"/>
              <a:pathLst>
                <a:path extrusionOk="0" h="2742" w="2773">
                  <a:moveTo>
                    <a:pt x="1386" y="694"/>
                  </a:moveTo>
                  <a:cubicBezTo>
                    <a:pt x="1733" y="694"/>
                    <a:pt x="2048" y="1009"/>
                    <a:pt x="2048" y="1356"/>
                  </a:cubicBezTo>
                  <a:cubicBezTo>
                    <a:pt x="2048" y="1765"/>
                    <a:pt x="1764" y="2049"/>
                    <a:pt x="1386" y="2049"/>
                  </a:cubicBezTo>
                  <a:cubicBezTo>
                    <a:pt x="1008" y="2049"/>
                    <a:pt x="725" y="1702"/>
                    <a:pt x="725" y="1356"/>
                  </a:cubicBezTo>
                  <a:cubicBezTo>
                    <a:pt x="725" y="978"/>
                    <a:pt x="1040" y="694"/>
                    <a:pt x="1386" y="694"/>
                  </a:cubicBezTo>
                  <a:close/>
                  <a:moveTo>
                    <a:pt x="1386" y="1"/>
                  </a:moveTo>
                  <a:cubicBezTo>
                    <a:pt x="630" y="1"/>
                    <a:pt x="0" y="631"/>
                    <a:pt x="0" y="1356"/>
                  </a:cubicBezTo>
                  <a:cubicBezTo>
                    <a:pt x="0" y="2112"/>
                    <a:pt x="630" y="2742"/>
                    <a:pt x="1386" y="2742"/>
                  </a:cubicBezTo>
                  <a:cubicBezTo>
                    <a:pt x="2142" y="2742"/>
                    <a:pt x="2772" y="2112"/>
                    <a:pt x="2772" y="1356"/>
                  </a:cubicBezTo>
                  <a:cubicBezTo>
                    <a:pt x="2772" y="631"/>
                    <a:pt x="2142" y="1"/>
                    <a:pt x="138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3" name="Google Shape;3683;p49"/>
            <p:cNvSpPr/>
            <p:nvPr/>
          </p:nvSpPr>
          <p:spPr>
            <a:xfrm>
              <a:off x="-2608350" y="2255350"/>
              <a:ext cx="51200" cy="51225"/>
            </a:xfrm>
            <a:custGeom>
              <a:rect b="b" l="l" r="r" t="t"/>
              <a:pathLst>
                <a:path extrusionOk="0" h="2049" w="2048">
                  <a:moveTo>
                    <a:pt x="1040" y="694"/>
                  </a:moveTo>
                  <a:cubicBezTo>
                    <a:pt x="1229" y="694"/>
                    <a:pt x="1386" y="851"/>
                    <a:pt x="1386" y="1040"/>
                  </a:cubicBezTo>
                  <a:cubicBezTo>
                    <a:pt x="1386" y="1229"/>
                    <a:pt x="1229" y="1387"/>
                    <a:pt x="1040" y="1387"/>
                  </a:cubicBezTo>
                  <a:cubicBezTo>
                    <a:pt x="819" y="1387"/>
                    <a:pt x="693" y="1229"/>
                    <a:pt x="693" y="1040"/>
                  </a:cubicBezTo>
                  <a:cubicBezTo>
                    <a:pt x="693" y="851"/>
                    <a:pt x="819" y="694"/>
                    <a:pt x="1040" y="694"/>
                  </a:cubicBezTo>
                  <a:close/>
                  <a:moveTo>
                    <a:pt x="1040" y="1"/>
                  </a:moveTo>
                  <a:cubicBezTo>
                    <a:pt x="473" y="1"/>
                    <a:pt x="0" y="473"/>
                    <a:pt x="0" y="1040"/>
                  </a:cubicBezTo>
                  <a:cubicBezTo>
                    <a:pt x="0" y="1576"/>
                    <a:pt x="473" y="2048"/>
                    <a:pt x="1040" y="2048"/>
                  </a:cubicBezTo>
                  <a:cubicBezTo>
                    <a:pt x="1575" y="2048"/>
                    <a:pt x="2048" y="1576"/>
                    <a:pt x="2048" y="1040"/>
                  </a:cubicBezTo>
                  <a:cubicBezTo>
                    <a:pt x="2048" y="473"/>
                    <a:pt x="1575" y="1"/>
                    <a:pt x="10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84" name="Google Shape;3684;p49"/>
          <p:cNvGrpSpPr/>
          <p:nvPr/>
        </p:nvGrpSpPr>
        <p:grpSpPr>
          <a:xfrm>
            <a:off x="2035074" y="2432956"/>
            <a:ext cx="276270" cy="275513"/>
            <a:chOff x="-2571737" y="2403625"/>
            <a:chExt cx="292225" cy="291425"/>
          </a:xfrm>
        </p:grpSpPr>
        <p:sp>
          <p:nvSpPr>
            <p:cNvPr id="3685" name="Google Shape;3685;p49"/>
            <p:cNvSpPr/>
            <p:nvPr/>
          </p:nvSpPr>
          <p:spPr>
            <a:xfrm>
              <a:off x="-2571737" y="2403625"/>
              <a:ext cx="292225" cy="291425"/>
            </a:xfrm>
            <a:custGeom>
              <a:rect b="b" l="l" r="r" t="t"/>
              <a:pathLst>
                <a:path extrusionOk="0" h="11657" w="11689">
                  <a:moveTo>
                    <a:pt x="9547" y="725"/>
                  </a:moveTo>
                  <a:cubicBezTo>
                    <a:pt x="9704" y="725"/>
                    <a:pt x="9830" y="788"/>
                    <a:pt x="9893" y="914"/>
                  </a:cubicBezTo>
                  <a:lnTo>
                    <a:pt x="10681" y="2772"/>
                  </a:lnTo>
                  <a:lnTo>
                    <a:pt x="1135" y="2772"/>
                  </a:lnTo>
                  <a:lnTo>
                    <a:pt x="1891" y="914"/>
                  </a:lnTo>
                  <a:cubicBezTo>
                    <a:pt x="1922" y="788"/>
                    <a:pt x="2080" y="725"/>
                    <a:pt x="2206" y="725"/>
                  </a:cubicBezTo>
                  <a:close/>
                  <a:moveTo>
                    <a:pt x="10649" y="3403"/>
                  </a:moveTo>
                  <a:cubicBezTo>
                    <a:pt x="10870" y="3403"/>
                    <a:pt x="11027" y="3560"/>
                    <a:pt x="11027" y="3749"/>
                  </a:cubicBezTo>
                  <a:lnTo>
                    <a:pt x="11027" y="5167"/>
                  </a:lnTo>
                  <a:cubicBezTo>
                    <a:pt x="11027" y="5356"/>
                    <a:pt x="10870" y="5513"/>
                    <a:pt x="10649" y="5513"/>
                  </a:cubicBezTo>
                  <a:lnTo>
                    <a:pt x="1040" y="5513"/>
                  </a:lnTo>
                  <a:cubicBezTo>
                    <a:pt x="851" y="5513"/>
                    <a:pt x="694" y="5356"/>
                    <a:pt x="694" y="5167"/>
                  </a:cubicBezTo>
                  <a:lnTo>
                    <a:pt x="694" y="3749"/>
                  </a:lnTo>
                  <a:cubicBezTo>
                    <a:pt x="694" y="3560"/>
                    <a:pt x="851" y="3403"/>
                    <a:pt x="1040" y="3403"/>
                  </a:cubicBezTo>
                  <a:close/>
                  <a:moveTo>
                    <a:pt x="10681" y="6206"/>
                  </a:moveTo>
                  <a:cubicBezTo>
                    <a:pt x="10870" y="6238"/>
                    <a:pt x="11027" y="6364"/>
                    <a:pt x="11027" y="6553"/>
                  </a:cubicBezTo>
                  <a:lnTo>
                    <a:pt x="11027" y="7939"/>
                  </a:lnTo>
                  <a:cubicBezTo>
                    <a:pt x="11027" y="8128"/>
                    <a:pt x="10870" y="8286"/>
                    <a:pt x="10681" y="8286"/>
                  </a:cubicBezTo>
                  <a:lnTo>
                    <a:pt x="1072" y="8286"/>
                  </a:lnTo>
                  <a:cubicBezTo>
                    <a:pt x="851" y="8286"/>
                    <a:pt x="694" y="8128"/>
                    <a:pt x="694" y="7939"/>
                  </a:cubicBezTo>
                  <a:lnTo>
                    <a:pt x="694" y="6553"/>
                  </a:lnTo>
                  <a:cubicBezTo>
                    <a:pt x="694" y="6364"/>
                    <a:pt x="851" y="6206"/>
                    <a:pt x="1072" y="6206"/>
                  </a:cubicBezTo>
                  <a:close/>
                  <a:moveTo>
                    <a:pt x="10681" y="8947"/>
                  </a:moveTo>
                  <a:cubicBezTo>
                    <a:pt x="10870" y="8947"/>
                    <a:pt x="11027" y="9105"/>
                    <a:pt x="11027" y="9294"/>
                  </a:cubicBezTo>
                  <a:lnTo>
                    <a:pt x="11027" y="10680"/>
                  </a:lnTo>
                  <a:cubicBezTo>
                    <a:pt x="11027" y="10869"/>
                    <a:pt x="10870" y="11027"/>
                    <a:pt x="10681" y="11027"/>
                  </a:cubicBezTo>
                  <a:lnTo>
                    <a:pt x="1072" y="11027"/>
                  </a:lnTo>
                  <a:cubicBezTo>
                    <a:pt x="851" y="11027"/>
                    <a:pt x="694" y="10869"/>
                    <a:pt x="694" y="10680"/>
                  </a:cubicBezTo>
                  <a:lnTo>
                    <a:pt x="694" y="9294"/>
                  </a:lnTo>
                  <a:cubicBezTo>
                    <a:pt x="694" y="9105"/>
                    <a:pt x="851" y="8947"/>
                    <a:pt x="1072" y="8947"/>
                  </a:cubicBezTo>
                  <a:close/>
                  <a:moveTo>
                    <a:pt x="2174" y="0"/>
                  </a:moveTo>
                  <a:cubicBezTo>
                    <a:pt x="1733" y="0"/>
                    <a:pt x="1387" y="252"/>
                    <a:pt x="1229" y="630"/>
                  </a:cubicBezTo>
                  <a:lnTo>
                    <a:pt x="64" y="3403"/>
                  </a:lnTo>
                  <a:cubicBezTo>
                    <a:pt x="32" y="3529"/>
                    <a:pt x="0" y="3686"/>
                    <a:pt x="0" y="3781"/>
                  </a:cubicBezTo>
                  <a:lnTo>
                    <a:pt x="0" y="5198"/>
                  </a:lnTo>
                  <a:cubicBezTo>
                    <a:pt x="0" y="5482"/>
                    <a:pt x="127" y="5734"/>
                    <a:pt x="284" y="5860"/>
                  </a:cubicBezTo>
                  <a:cubicBezTo>
                    <a:pt x="127" y="6080"/>
                    <a:pt x="0" y="6301"/>
                    <a:pt x="0" y="6553"/>
                  </a:cubicBezTo>
                  <a:lnTo>
                    <a:pt x="0" y="7908"/>
                  </a:lnTo>
                  <a:cubicBezTo>
                    <a:pt x="0" y="8191"/>
                    <a:pt x="127" y="8443"/>
                    <a:pt x="284" y="8601"/>
                  </a:cubicBezTo>
                  <a:cubicBezTo>
                    <a:pt x="127" y="8790"/>
                    <a:pt x="0" y="9010"/>
                    <a:pt x="0" y="9262"/>
                  </a:cubicBezTo>
                  <a:lnTo>
                    <a:pt x="0" y="10649"/>
                  </a:lnTo>
                  <a:cubicBezTo>
                    <a:pt x="0" y="11184"/>
                    <a:pt x="473" y="11657"/>
                    <a:pt x="1009" y="11657"/>
                  </a:cubicBezTo>
                  <a:lnTo>
                    <a:pt x="10618" y="11657"/>
                  </a:lnTo>
                  <a:cubicBezTo>
                    <a:pt x="11185" y="11657"/>
                    <a:pt x="11657" y="11184"/>
                    <a:pt x="11657" y="10649"/>
                  </a:cubicBezTo>
                  <a:lnTo>
                    <a:pt x="11657" y="9262"/>
                  </a:lnTo>
                  <a:cubicBezTo>
                    <a:pt x="11657" y="8979"/>
                    <a:pt x="11531" y="8758"/>
                    <a:pt x="11374" y="8601"/>
                  </a:cubicBezTo>
                  <a:cubicBezTo>
                    <a:pt x="11531" y="8380"/>
                    <a:pt x="11657" y="8160"/>
                    <a:pt x="11657" y="7908"/>
                  </a:cubicBezTo>
                  <a:lnTo>
                    <a:pt x="11657" y="6553"/>
                  </a:lnTo>
                  <a:cubicBezTo>
                    <a:pt x="11657" y="6269"/>
                    <a:pt x="11531" y="6017"/>
                    <a:pt x="11374" y="5860"/>
                  </a:cubicBezTo>
                  <a:cubicBezTo>
                    <a:pt x="11531" y="5671"/>
                    <a:pt x="11657" y="5450"/>
                    <a:pt x="11657" y="5198"/>
                  </a:cubicBezTo>
                  <a:lnTo>
                    <a:pt x="11657" y="3781"/>
                  </a:lnTo>
                  <a:lnTo>
                    <a:pt x="11689" y="3781"/>
                  </a:lnTo>
                  <a:cubicBezTo>
                    <a:pt x="11689" y="3686"/>
                    <a:pt x="11657" y="3529"/>
                    <a:pt x="11594" y="3403"/>
                  </a:cubicBezTo>
                  <a:lnTo>
                    <a:pt x="10460" y="630"/>
                  </a:lnTo>
                  <a:cubicBezTo>
                    <a:pt x="10303" y="252"/>
                    <a:pt x="9925" y="0"/>
                    <a:pt x="951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6" name="Google Shape;3686;p49"/>
            <p:cNvSpPr/>
            <p:nvPr/>
          </p:nvSpPr>
          <p:spPr>
            <a:xfrm>
              <a:off x="-2485967" y="2649150"/>
              <a:ext cx="173300" cy="18150"/>
            </a:xfrm>
            <a:custGeom>
              <a:rect b="b" l="l" r="r" t="t"/>
              <a:pathLst>
                <a:path extrusionOk="0" h="726" w="6932">
                  <a:moveTo>
                    <a:pt x="378" y="1"/>
                  </a:moveTo>
                  <a:cubicBezTo>
                    <a:pt x="158" y="1"/>
                    <a:pt x="0" y="159"/>
                    <a:pt x="0" y="379"/>
                  </a:cubicBezTo>
                  <a:cubicBezTo>
                    <a:pt x="0" y="568"/>
                    <a:pt x="158" y="726"/>
                    <a:pt x="378" y="726"/>
                  </a:cubicBezTo>
                  <a:lnTo>
                    <a:pt x="6585" y="726"/>
                  </a:lnTo>
                  <a:cubicBezTo>
                    <a:pt x="6774" y="726"/>
                    <a:pt x="6931" y="568"/>
                    <a:pt x="6931" y="379"/>
                  </a:cubicBezTo>
                  <a:cubicBezTo>
                    <a:pt x="6931" y="159"/>
                    <a:pt x="6774" y="1"/>
                    <a:pt x="658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7" name="Google Shape;3687;p49"/>
            <p:cNvSpPr/>
            <p:nvPr/>
          </p:nvSpPr>
          <p:spPr>
            <a:xfrm>
              <a:off x="-2485967" y="2511325"/>
              <a:ext cx="173300" cy="18150"/>
            </a:xfrm>
            <a:custGeom>
              <a:rect b="b" l="l" r="r" t="t"/>
              <a:pathLst>
                <a:path extrusionOk="0" h="726" w="6932">
                  <a:moveTo>
                    <a:pt x="378" y="1"/>
                  </a:moveTo>
                  <a:cubicBezTo>
                    <a:pt x="158" y="1"/>
                    <a:pt x="0" y="158"/>
                    <a:pt x="0" y="379"/>
                  </a:cubicBezTo>
                  <a:cubicBezTo>
                    <a:pt x="0" y="568"/>
                    <a:pt x="158" y="725"/>
                    <a:pt x="378" y="725"/>
                  </a:cubicBezTo>
                  <a:lnTo>
                    <a:pt x="6585" y="725"/>
                  </a:lnTo>
                  <a:cubicBezTo>
                    <a:pt x="6774" y="725"/>
                    <a:pt x="6931" y="568"/>
                    <a:pt x="6931" y="379"/>
                  </a:cubicBezTo>
                  <a:cubicBezTo>
                    <a:pt x="6931" y="158"/>
                    <a:pt x="6774" y="1"/>
                    <a:pt x="658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8" name="Google Shape;3688;p49"/>
            <p:cNvSpPr/>
            <p:nvPr/>
          </p:nvSpPr>
          <p:spPr>
            <a:xfrm>
              <a:off x="-2540185" y="2511325"/>
              <a:ext cx="18125" cy="18925"/>
            </a:xfrm>
            <a:custGeom>
              <a:rect b="b" l="l" r="r" t="t"/>
              <a:pathLst>
                <a:path extrusionOk="0" h="757" w="725">
                  <a:moveTo>
                    <a:pt x="378" y="1"/>
                  </a:moveTo>
                  <a:cubicBezTo>
                    <a:pt x="158" y="1"/>
                    <a:pt x="0" y="158"/>
                    <a:pt x="0" y="379"/>
                  </a:cubicBezTo>
                  <a:cubicBezTo>
                    <a:pt x="0" y="568"/>
                    <a:pt x="158" y="757"/>
                    <a:pt x="378" y="757"/>
                  </a:cubicBezTo>
                  <a:cubicBezTo>
                    <a:pt x="567" y="757"/>
                    <a:pt x="725" y="568"/>
                    <a:pt x="725" y="379"/>
                  </a:cubicBezTo>
                  <a:cubicBezTo>
                    <a:pt x="725" y="158"/>
                    <a:pt x="567" y="1"/>
                    <a:pt x="37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9" name="Google Shape;3689;p49"/>
            <p:cNvSpPr/>
            <p:nvPr/>
          </p:nvSpPr>
          <p:spPr>
            <a:xfrm>
              <a:off x="-2485579" y="2580625"/>
              <a:ext cx="172525" cy="17350"/>
            </a:xfrm>
            <a:custGeom>
              <a:rect b="b" l="l" r="r" t="t"/>
              <a:pathLst>
                <a:path extrusionOk="0" h="694" w="6901">
                  <a:moveTo>
                    <a:pt x="347" y="0"/>
                  </a:moveTo>
                  <a:cubicBezTo>
                    <a:pt x="158" y="0"/>
                    <a:pt x="1" y="158"/>
                    <a:pt x="1" y="347"/>
                  </a:cubicBezTo>
                  <a:cubicBezTo>
                    <a:pt x="32" y="536"/>
                    <a:pt x="158" y="693"/>
                    <a:pt x="347" y="693"/>
                  </a:cubicBezTo>
                  <a:lnTo>
                    <a:pt x="6554" y="693"/>
                  </a:lnTo>
                  <a:cubicBezTo>
                    <a:pt x="6774" y="693"/>
                    <a:pt x="6900" y="536"/>
                    <a:pt x="6900" y="347"/>
                  </a:cubicBezTo>
                  <a:cubicBezTo>
                    <a:pt x="6900" y="158"/>
                    <a:pt x="6774" y="0"/>
                    <a:pt x="655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0" name="Google Shape;3690;p49"/>
            <p:cNvSpPr/>
            <p:nvPr/>
          </p:nvSpPr>
          <p:spPr>
            <a:xfrm>
              <a:off x="-2540185" y="2580625"/>
              <a:ext cx="18125" cy="17350"/>
            </a:xfrm>
            <a:custGeom>
              <a:rect b="b" l="l" r="r" t="t"/>
              <a:pathLst>
                <a:path extrusionOk="0" h="694" w="725">
                  <a:moveTo>
                    <a:pt x="378" y="0"/>
                  </a:moveTo>
                  <a:cubicBezTo>
                    <a:pt x="158" y="0"/>
                    <a:pt x="0" y="158"/>
                    <a:pt x="0" y="347"/>
                  </a:cubicBezTo>
                  <a:cubicBezTo>
                    <a:pt x="0" y="536"/>
                    <a:pt x="158" y="693"/>
                    <a:pt x="378" y="693"/>
                  </a:cubicBezTo>
                  <a:cubicBezTo>
                    <a:pt x="567" y="693"/>
                    <a:pt x="725" y="536"/>
                    <a:pt x="725" y="347"/>
                  </a:cubicBezTo>
                  <a:cubicBezTo>
                    <a:pt x="725" y="158"/>
                    <a:pt x="567" y="0"/>
                    <a:pt x="3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1" name="Google Shape;3691;p49"/>
            <p:cNvSpPr/>
            <p:nvPr/>
          </p:nvSpPr>
          <p:spPr>
            <a:xfrm>
              <a:off x="-2540185" y="2649150"/>
              <a:ext cx="18125" cy="18150"/>
            </a:xfrm>
            <a:custGeom>
              <a:rect b="b" l="l" r="r" t="t"/>
              <a:pathLst>
                <a:path extrusionOk="0" h="726" w="725">
                  <a:moveTo>
                    <a:pt x="378" y="1"/>
                  </a:moveTo>
                  <a:cubicBezTo>
                    <a:pt x="158" y="1"/>
                    <a:pt x="0" y="159"/>
                    <a:pt x="0" y="379"/>
                  </a:cubicBezTo>
                  <a:cubicBezTo>
                    <a:pt x="0" y="568"/>
                    <a:pt x="158" y="726"/>
                    <a:pt x="378" y="726"/>
                  </a:cubicBezTo>
                  <a:cubicBezTo>
                    <a:pt x="567" y="726"/>
                    <a:pt x="725" y="568"/>
                    <a:pt x="725" y="379"/>
                  </a:cubicBezTo>
                  <a:cubicBezTo>
                    <a:pt x="725" y="159"/>
                    <a:pt x="567" y="1"/>
                    <a:pt x="37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92" name="Google Shape;3692;p49"/>
          <p:cNvGrpSpPr/>
          <p:nvPr/>
        </p:nvGrpSpPr>
        <p:grpSpPr>
          <a:xfrm>
            <a:off x="7274361" y="2433322"/>
            <a:ext cx="276270" cy="274781"/>
            <a:chOff x="-2571737" y="2764550"/>
            <a:chExt cx="292225" cy="290650"/>
          </a:xfrm>
        </p:grpSpPr>
        <p:sp>
          <p:nvSpPr>
            <p:cNvPr id="3693" name="Google Shape;3693;p49"/>
            <p:cNvSpPr/>
            <p:nvPr/>
          </p:nvSpPr>
          <p:spPr>
            <a:xfrm>
              <a:off x="-2496085" y="3009100"/>
              <a:ext cx="17350" cy="17350"/>
            </a:xfrm>
            <a:custGeom>
              <a:rect b="b" l="l" r="r" t="t"/>
              <a:pathLst>
                <a:path extrusionOk="0" h="694" w="694">
                  <a:moveTo>
                    <a:pt x="347" y="1"/>
                  </a:moveTo>
                  <a:cubicBezTo>
                    <a:pt x="127" y="1"/>
                    <a:pt x="0" y="158"/>
                    <a:pt x="0" y="347"/>
                  </a:cubicBezTo>
                  <a:cubicBezTo>
                    <a:pt x="0" y="536"/>
                    <a:pt x="127" y="694"/>
                    <a:pt x="347" y="694"/>
                  </a:cubicBezTo>
                  <a:cubicBezTo>
                    <a:pt x="536" y="694"/>
                    <a:pt x="694" y="536"/>
                    <a:pt x="694" y="347"/>
                  </a:cubicBezTo>
                  <a:cubicBezTo>
                    <a:pt x="662" y="158"/>
                    <a:pt x="505"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4" name="Google Shape;3694;p49"/>
            <p:cNvSpPr/>
            <p:nvPr/>
          </p:nvSpPr>
          <p:spPr>
            <a:xfrm>
              <a:off x="-2398548" y="2800375"/>
              <a:ext cx="52000" cy="120525"/>
            </a:xfrm>
            <a:custGeom>
              <a:rect b="b" l="l" r="r" t="t"/>
              <a:pathLst>
                <a:path extrusionOk="0" h="4821" w="2080">
                  <a:moveTo>
                    <a:pt x="1008" y="0"/>
                  </a:moveTo>
                  <a:cubicBezTo>
                    <a:pt x="819" y="0"/>
                    <a:pt x="662" y="158"/>
                    <a:pt x="662" y="378"/>
                  </a:cubicBezTo>
                  <a:lnTo>
                    <a:pt x="662" y="757"/>
                  </a:lnTo>
                  <a:cubicBezTo>
                    <a:pt x="252" y="914"/>
                    <a:pt x="0" y="1261"/>
                    <a:pt x="0" y="1733"/>
                  </a:cubicBezTo>
                  <a:cubicBezTo>
                    <a:pt x="0" y="2300"/>
                    <a:pt x="473" y="2773"/>
                    <a:pt x="1008" y="2773"/>
                  </a:cubicBezTo>
                  <a:cubicBezTo>
                    <a:pt x="1323" y="2773"/>
                    <a:pt x="1481" y="3119"/>
                    <a:pt x="1260" y="3371"/>
                  </a:cubicBezTo>
                  <a:cubicBezTo>
                    <a:pt x="1197" y="3419"/>
                    <a:pt x="1103" y="3442"/>
                    <a:pt x="1012" y="3442"/>
                  </a:cubicBezTo>
                  <a:cubicBezTo>
                    <a:pt x="922" y="3442"/>
                    <a:pt x="835" y="3419"/>
                    <a:pt x="788" y="3371"/>
                  </a:cubicBezTo>
                  <a:cubicBezTo>
                    <a:pt x="725" y="3308"/>
                    <a:pt x="630" y="3277"/>
                    <a:pt x="540" y="3277"/>
                  </a:cubicBezTo>
                  <a:cubicBezTo>
                    <a:pt x="449" y="3277"/>
                    <a:pt x="362" y="3308"/>
                    <a:pt x="315" y="3371"/>
                  </a:cubicBezTo>
                  <a:cubicBezTo>
                    <a:pt x="189" y="3466"/>
                    <a:pt x="189" y="3718"/>
                    <a:pt x="315" y="3844"/>
                  </a:cubicBezTo>
                  <a:cubicBezTo>
                    <a:pt x="410" y="3939"/>
                    <a:pt x="536" y="4033"/>
                    <a:pt x="693" y="4065"/>
                  </a:cubicBezTo>
                  <a:lnTo>
                    <a:pt x="693" y="4474"/>
                  </a:lnTo>
                  <a:cubicBezTo>
                    <a:pt x="693" y="4663"/>
                    <a:pt x="851" y="4821"/>
                    <a:pt x="1040" y="4821"/>
                  </a:cubicBezTo>
                  <a:cubicBezTo>
                    <a:pt x="1260" y="4821"/>
                    <a:pt x="1418" y="4663"/>
                    <a:pt x="1418" y="4474"/>
                  </a:cubicBezTo>
                  <a:lnTo>
                    <a:pt x="1418" y="4065"/>
                  </a:lnTo>
                  <a:cubicBezTo>
                    <a:pt x="1796" y="3907"/>
                    <a:pt x="2079" y="3560"/>
                    <a:pt x="2079" y="3088"/>
                  </a:cubicBezTo>
                  <a:cubicBezTo>
                    <a:pt x="2079" y="2521"/>
                    <a:pt x="1607" y="2048"/>
                    <a:pt x="1040" y="2048"/>
                  </a:cubicBezTo>
                  <a:cubicBezTo>
                    <a:pt x="851" y="2048"/>
                    <a:pt x="693" y="1891"/>
                    <a:pt x="693" y="1702"/>
                  </a:cubicBezTo>
                  <a:cubicBezTo>
                    <a:pt x="693" y="1495"/>
                    <a:pt x="842" y="1356"/>
                    <a:pt x="1016" y="1356"/>
                  </a:cubicBezTo>
                  <a:cubicBezTo>
                    <a:pt x="1107" y="1356"/>
                    <a:pt x="1205" y="1394"/>
                    <a:pt x="1292" y="1481"/>
                  </a:cubicBezTo>
                  <a:cubicBezTo>
                    <a:pt x="1355" y="1528"/>
                    <a:pt x="1441" y="1552"/>
                    <a:pt x="1528" y="1552"/>
                  </a:cubicBezTo>
                  <a:cubicBezTo>
                    <a:pt x="1615" y="1552"/>
                    <a:pt x="1701" y="1528"/>
                    <a:pt x="1764" y="1481"/>
                  </a:cubicBezTo>
                  <a:cubicBezTo>
                    <a:pt x="1859" y="1355"/>
                    <a:pt x="1859" y="1103"/>
                    <a:pt x="1764" y="1009"/>
                  </a:cubicBezTo>
                  <a:cubicBezTo>
                    <a:pt x="1638" y="883"/>
                    <a:pt x="1512" y="788"/>
                    <a:pt x="1355" y="757"/>
                  </a:cubicBezTo>
                  <a:lnTo>
                    <a:pt x="1355" y="378"/>
                  </a:lnTo>
                  <a:cubicBezTo>
                    <a:pt x="1355" y="158"/>
                    <a:pt x="1197" y="0"/>
                    <a:pt x="100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5" name="Google Shape;3695;p49"/>
            <p:cNvSpPr/>
            <p:nvPr/>
          </p:nvSpPr>
          <p:spPr>
            <a:xfrm>
              <a:off x="-2571737" y="2764550"/>
              <a:ext cx="292225" cy="290650"/>
            </a:xfrm>
            <a:custGeom>
              <a:rect b="b" l="l" r="r" t="t"/>
              <a:pathLst>
                <a:path extrusionOk="0" h="11626" w="11689">
                  <a:moveTo>
                    <a:pt x="5009" y="1355"/>
                  </a:moveTo>
                  <a:cubicBezTo>
                    <a:pt x="4789" y="1576"/>
                    <a:pt x="4694" y="1796"/>
                    <a:pt x="4537" y="2049"/>
                  </a:cubicBezTo>
                  <a:lnTo>
                    <a:pt x="662" y="2049"/>
                  </a:lnTo>
                  <a:lnTo>
                    <a:pt x="662" y="1670"/>
                  </a:lnTo>
                  <a:cubicBezTo>
                    <a:pt x="662" y="1513"/>
                    <a:pt x="819" y="1355"/>
                    <a:pt x="1008" y="1355"/>
                  </a:cubicBezTo>
                  <a:close/>
                  <a:moveTo>
                    <a:pt x="7908" y="694"/>
                  </a:moveTo>
                  <a:cubicBezTo>
                    <a:pt x="9609" y="694"/>
                    <a:pt x="10995" y="2080"/>
                    <a:pt x="10995" y="3781"/>
                  </a:cubicBezTo>
                  <a:cubicBezTo>
                    <a:pt x="10995" y="5451"/>
                    <a:pt x="9609" y="6837"/>
                    <a:pt x="7908" y="6837"/>
                  </a:cubicBezTo>
                  <a:cubicBezTo>
                    <a:pt x="7309" y="6837"/>
                    <a:pt x="6679" y="6680"/>
                    <a:pt x="6206" y="6365"/>
                  </a:cubicBezTo>
                  <a:cubicBezTo>
                    <a:pt x="6162" y="6342"/>
                    <a:pt x="6086" y="6320"/>
                    <a:pt x="6023" y="6320"/>
                  </a:cubicBezTo>
                  <a:cubicBezTo>
                    <a:pt x="5997" y="6320"/>
                    <a:pt x="5973" y="6324"/>
                    <a:pt x="5954" y="6333"/>
                  </a:cubicBezTo>
                  <a:cubicBezTo>
                    <a:pt x="5671" y="6396"/>
                    <a:pt x="5324" y="6522"/>
                    <a:pt x="5009" y="6648"/>
                  </a:cubicBezTo>
                  <a:lnTo>
                    <a:pt x="5324" y="5703"/>
                  </a:lnTo>
                  <a:cubicBezTo>
                    <a:pt x="5356" y="5609"/>
                    <a:pt x="5324" y="5514"/>
                    <a:pt x="5261" y="5420"/>
                  </a:cubicBezTo>
                  <a:cubicBezTo>
                    <a:pt x="4946" y="4947"/>
                    <a:pt x="4789" y="4348"/>
                    <a:pt x="4789" y="3781"/>
                  </a:cubicBezTo>
                  <a:cubicBezTo>
                    <a:pt x="4789" y="2080"/>
                    <a:pt x="6238" y="694"/>
                    <a:pt x="7908" y="694"/>
                  </a:cubicBezTo>
                  <a:close/>
                  <a:moveTo>
                    <a:pt x="4253" y="2710"/>
                  </a:moveTo>
                  <a:cubicBezTo>
                    <a:pt x="4190" y="3025"/>
                    <a:pt x="4096" y="3372"/>
                    <a:pt x="4096" y="3718"/>
                  </a:cubicBezTo>
                  <a:cubicBezTo>
                    <a:pt x="4096" y="4411"/>
                    <a:pt x="4253" y="5041"/>
                    <a:pt x="4600" y="5609"/>
                  </a:cubicBezTo>
                  <a:lnTo>
                    <a:pt x="4127" y="7089"/>
                  </a:lnTo>
                  <a:cubicBezTo>
                    <a:pt x="4096" y="7184"/>
                    <a:pt x="4127" y="7341"/>
                    <a:pt x="4222" y="7436"/>
                  </a:cubicBezTo>
                  <a:cubicBezTo>
                    <a:pt x="4266" y="7480"/>
                    <a:pt x="4358" y="7525"/>
                    <a:pt x="4453" y="7525"/>
                  </a:cubicBezTo>
                  <a:cubicBezTo>
                    <a:pt x="4492" y="7525"/>
                    <a:pt x="4531" y="7517"/>
                    <a:pt x="4568" y="7499"/>
                  </a:cubicBezTo>
                  <a:cubicBezTo>
                    <a:pt x="4568" y="7499"/>
                    <a:pt x="5387" y="7247"/>
                    <a:pt x="6017" y="7026"/>
                  </a:cubicBezTo>
                  <a:cubicBezTo>
                    <a:pt x="6080" y="7089"/>
                    <a:pt x="6143" y="7089"/>
                    <a:pt x="6175" y="7121"/>
                  </a:cubicBezTo>
                  <a:lnTo>
                    <a:pt x="6175" y="8223"/>
                  </a:lnTo>
                  <a:lnTo>
                    <a:pt x="662" y="8223"/>
                  </a:lnTo>
                  <a:lnTo>
                    <a:pt x="662" y="2710"/>
                  </a:lnTo>
                  <a:close/>
                  <a:moveTo>
                    <a:pt x="6112" y="8885"/>
                  </a:moveTo>
                  <a:lnTo>
                    <a:pt x="6112" y="10618"/>
                  </a:lnTo>
                  <a:cubicBezTo>
                    <a:pt x="6143" y="10807"/>
                    <a:pt x="5986" y="10964"/>
                    <a:pt x="5797" y="10964"/>
                  </a:cubicBezTo>
                  <a:lnTo>
                    <a:pt x="977" y="10964"/>
                  </a:lnTo>
                  <a:cubicBezTo>
                    <a:pt x="788" y="10964"/>
                    <a:pt x="630" y="10807"/>
                    <a:pt x="630" y="10618"/>
                  </a:cubicBezTo>
                  <a:lnTo>
                    <a:pt x="630" y="8885"/>
                  </a:lnTo>
                  <a:close/>
                  <a:moveTo>
                    <a:pt x="7908" y="1"/>
                  </a:moveTo>
                  <a:cubicBezTo>
                    <a:pt x="7120" y="1"/>
                    <a:pt x="6364" y="221"/>
                    <a:pt x="5734" y="662"/>
                  </a:cubicBezTo>
                  <a:lnTo>
                    <a:pt x="1008" y="662"/>
                  </a:lnTo>
                  <a:cubicBezTo>
                    <a:pt x="473" y="662"/>
                    <a:pt x="0" y="1135"/>
                    <a:pt x="0" y="1670"/>
                  </a:cubicBezTo>
                  <a:lnTo>
                    <a:pt x="0" y="10618"/>
                  </a:lnTo>
                  <a:cubicBezTo>
                    <a:pt x="0" y="11153"/>
                    <a:pt x="473" y="11626"/>
                    <a:pt x="1008" y="11626"/>
                  </a:cubicBezTo>
                  <a:lnTo>
                    <a:pt x="5828" y="11626"/>
                  </a:lnTo>
                  <a:cubicBezTo>
                    <a:pt x="6364" y="11626"/>
                    <a:pt x="6837" y="11153"/>
                    <a:pt x="6837" y="10618"/>
                  </a:cubicBezTo>
                  <a:lnTo>
                    <a:pt x="6837" y="7341"/>
                  </a:lnTo>
                  <a:cubicBezTo>
                    <a:pt x="7215" y="7436"/>
                    <a:pt x="7561" y="7499"/>
                    <a:pt x="7908" y="7499"/>
                  </a:cubicBezTo>
                  <a:cubicBezTo>
                    <a:pt x="9987" y="7499"/>
                    <a:pt x="11688" y="5798"/>
                    <a:pt x="11688" y="3718"/>
                  </a:cubicBezTo>
                  <a:cubicBezTo>
                    <a:pt x="11657" y="1670"/>
                    <a:pt x="9956" y="1"/>
                    <a:pt x="790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96" name="Google Shape;3696;p49"/>
          <p:cNvGrpSpPr/>
          <p:nvPr/>
        </p:nvGrpSpPr>
        <p:grpSpPr>
          <a:xfrm>
            <a:off x="3774915" y="2875488"/>
            <a:ext cx="276270" cy="277546"/>
            <a:chOff x="-1333975" y="2365850"/>
            <a:chExt cx="292225" cy="293575"/>
          </a:xfrm>
        </p:grpSpPr>
        <p:sp>
          <p:nvSpPr>
            <p:cNvPr id="3697" name="Google Shape;3697;p49"/>
            <p:cNvSpPr/>
            <p:nvPr/>
          </p:nvSpPr>
          <p:spPr>
            <a:xfrm>
              <a:off x="-1285150" y="2365850"/>
              <a:ext cx="191225" cy="293575"/>
            </a:xfrm>
            <a:custGeom>
              <a:rect b="b" l="l" r="r" t="t"/>
              <a:pathLst>
                <a:path extrusionOk="0" h="11743" w="7649">
                  <a:moveTo>
                    <a:pt x="3813" y="684"/>
                  </a:moveTo>
                  <a:cubicBezTo>
                    <a:pt x="5545" y="684"/>
                    <a:pt x="6900" y="2039"/>
                    <a:pt x="6900" y="3740"/>
                  </a:cubicBezTo>
                  <a:cubicBezTo>
                    <a:pt x="6931" y="4780"/>
                    <a:pt x="6553" y="5347"/>
                    <a:pt x="6270" y="5788"/>
                  </a:cubicBezTo>
                  <a:cubicBezTo>
                    <a:pt x="5797" y="6544"/>
                    <a:pt x="5608" y="6922"/>
                    <a:pt x="5608" y="7930"/>
                  </a:cubicBezTo>
                  <a:cubicBezTo>
                    <a:pt x="5608" y="8119"/>
                    <a:pt x="5451" y="8277"/>
                    <a:pt x="5230" y="8277"/>
                  </a:cubicBezTo>
                  <a:lnTo>
                    <a:pt x="2489" y="8277"/>
                  </a:lnTo>
                  <a:cubicBezTo>
                    <a:pt x="2300" y="8277"/>
                    <a:pt x="2143" y="8119"/>
                    <a:pt x="2143" y="7930"/>
                  </a:cubicBezTo>
                  <a:cubicBezTo>
                    <a:pt x="2143" y="6922"/>
                    <a:pt x="1922" y="6576"/>
                    <a:pt x="1450" y="5820"/>
                  </a:cubicBezTo>
                  <a:cubicBezTo>
                    <a:pt x="1198" y="5347"/>
                    <a:pt x="567" y="4528"/>
                    <a:pt x="788" y="3205"/>
                  </a:cubicBezTo>
                  <a:cubicBezTo>
                    <a:pt x="1040" y="1819"/>
                    <a:pt x="2237" y="684"/>
                    <a:pt x="3813" y="684"/>
                  </a:cubicBezTo>
                  <a:close/>
                  <a:moveTo>
                    <a:pt x="4852" y="8907"/>
                  </a:moveTo>
                  <a:lnTo>
                    <a:pt x="4852" y="9569"/>
                  </a:lnTo>
                  <a:lnTo>
                    <a:pt x="4506" y="9569"/>
                  </a:lnTo>
                  <a:cubicBezTo>
                    <a:pt x="4285" y="9569"/>
                    <a:pt x="4128" y="9726"/>
                    <a:pt x="4128" y="9915"/>
                  </a:cubicBezTo>
                  <a:cubicBezTo>
                    <a:pt x="4128" y="10136"/>
                    <a:pt x="4285" y="10293"/>
                    <a:pt x="4506" y="10293"/>
                  </a:cubicBezTo>
                  <a:lnTo>
                    <a:pt x="4852" y="10293"/>
                  </a:lnTo>
                  <a:lnTo>
                    <a:pt x="4852" y="10640"/>
                  </a:lnTo>
                  <a:cubicBezTo>
                    <a:pt x="4884" y="10829"/>
                    <a:pt x="4726" y="10986"/>
                    <a:pt x="4537" y="10986"/>
                  </a:cubicBezTo>
                  <a:lnTo>
                    <a:pt x="3151" y="10986"/>
                  </a:lnTo>
                  <a:cubicBezTo>
                    <a:pt x="2962" y="10986"/>
                    <a:pt x="2804" y="10829"/>
                    <a:pt x="2804" y="10640"/>
                  </a:cubicBezTo>
                  <a:lnTo>
                    <a:pt x="2804" y="10293"/>
                  </a:lnTo>
                  <a:lnTo>
                    <a:pt x="3151" y="10293"/>
                  </a:lnTo>
                  <a:cubicBezTo>
                    <a:pt x="3371" y="10293"/>
                    <a:pt x="3529" y="10136"/>
                    <a:pt x="3529" y="9915"/>
                  </a:cubicBezTo>
                  <a:cubicBezTo>
                    <a:pt x="3529" y="9726"/>
                    <a:pt x="3371" y="9569"/>
                    <a:pt x="3151" y="9569"/>
                  </a:cubicBezTo>
                  <a:lnTo>
                    <a:pt x="2804" y="9569"/>
                  </a:lnTo>
                  <a:lnTo>
                    <a:pt x="2804" y="8907"/>
                  </a:lnTo>
                  <a:close/>
                  <a:moveTo>
                    <a:pt x="3897" y="1"/>
                  </a:moveTo>
                  <a:cubicBezTo>
                    <a:pt x="3632" y="1"/>
                    <a:pt x="3361" y="28"/>
                    <a:pt x="3088" y="86"/>
                  </a:cubicBezTo>
                  <a:cubicBezTo>
                    <a:pt x="1607" y="401"/>
                    <a:pt x="441" y="1566"/>
                    <a:pt x="158" y="3079"/>
                  </a:cubicBezTo>
                  <a:cubicBezTo>
                    <a:pt x="0" y="3992"/>
                    <a:pt x="158" y="4969"/>
                    <a:pt x="631" y="5757"/>
                  </a:cubicBezTo>
                  <a:cubicBezTo>
                    <a:pt x="757" y="5914"/>
                    <a:pt x="820" y="6072"/>
                    <a:pt x="914" y="6229"/>
                  </a:cubicBezTo>
                  <a:cubicBezTo>
                    <a:pt x="1355" y="6891"/>
                    <a:pt x="1450" y="7143"/>
                    <a:pt x="1450" y="7962"/>
                  </a:cubicBezTo>
                  <a:cubicBezTo>
                    <a:pt x="1450" y="8403"/>
                    <a:pt x="1733" y="8781"/>
                    <a:pt x="2143" y="8939"/>
                  </a:cubicBezTo>
                  <a:lnTo>
                    <a:pt x="2143" y="10703"/>
                  </a:lnTo>
                  <a:cubicBezTo>
                    <a:pt x="2143" y="11270"/>
                    <a:pt x="2615" y="11743"/>
                    <a:pt x="3151" y="11743"/>
                  </a:cubicBezTo>
                  <a:lnTo>
                    <a:pt x="4537" y="11743"/>
                  </a:lnTo>
                  <a:cubicBezTo>
                    <a:pt x="5073" y="11743"/>
                    <a:pt x="5545" y="11270"/>
                    <a:pt x="5545" y="10703"/>
                  </a:cubicBezTo>
                  <a:lnTo>
                    <a:pt x="5545" y="8939"/>
                  </a:lnTo>
                  <a:cubicBezTo>
                    <a:pt x="5955" y="8781"/>
                    <a:pt x="6238" y="8435"/>
                    <a:pt x="6238" y="7962"/>
                  </a:cubicBezTo>
                  <a:lnTo>
                    <a:pt x="6238" y="7930"/>
                  </a:lnTo>
                  <a:cubicBezTo>
                    <a:pt x="6238" y="7143"/>
                    <a:pt x="6427" y="6828"/>
                    <a:pt x="6805" y="6229"/>
                  </a:cubicBezTo>
                  <a:cubicBezTo>
                    <a:pt x="7089" y="5788"/>
                    <a:pt x="7593" y="5032"/>
                    <a:pt x="7593" y="3835"/>
                  </a:cubicBezTo>
                  <a:cubicBezTo>
                    <a:pt x="7649" y="1658"/>
                    <a:pt x="5950" y="1"/>
                    <a:pt x="389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8" name="Google Shape;3698;p49"/>
            <p:cNvSpPr/>
            <p:nvPr/>
          </p:nvSpPr>
          <p:spPr>
            <a:xfrm>
              <a:off x="-1076425" y="2452250"/>
              <a:ext cx="34675" cy="18150"/>
            </a:xfrm>
            <a:custGeom>
              <a:rect b="b" l="l" r="r" t="t"/>
              <a:pathLst>
                <a:path extrusionOk="0" h="726" w="1387">
                  <a:moveTo>
                    <a:pt x="347" y="1"/>
                  </a:moveTo>
                  <a:cubicBezTo>
                    <a:pt x="158" y="1"/>
                    <a:pt x="0" y="158"/>
                    <a:pt x="0" y="379"/>
                  </a:cubicBezTo>
                  <a:cubicBezTo>
                    <a:pt x="0" y="568"/>
                    <a:pt x="158" y="725"/>
                    <a:pt x="347" y="725"/>
                  </a:cubicBezTo>
                  <a:lnTo>
                    <a:pt x="1040" y="725"/>
                  </a:lnTo>
                  <a:cubicBezTo>
                    <a:pt x="1229" y="725"/>
                    <a:pt x="1386" y="568"/>
                    <a:pt x="1386" y="379"/>
                  </a:cubicBezTo>
                  <a:cubicBezTo>
                    <a:pt x="1386" y="158"/>
                    <a:pt x="1229" y="1"/>
                    <a:pt x="10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9" name="Google Shape;3699;p49"/>
            <p:cNvSpPr/>
            <p:nvPr/>
          </p:nvSpPr>
          <p:spPr>
            <a:xfrm>
              <a:off x="-1333975" y="2452250"/>
              <a:ext cx="34675" cy="18150"/>
            </a:xfrm>
            <a:custGeom>
              <a:rect b="b" l="l" r="r" t="t"/>
              <a:pathLst>
                <a:path extrusionOk="0" h="726" w="1387">
                  <a:moveTo>
                    <a:pt x="347" y="1"/>
                  </a:moveTo>
                  <a:cubicBezTo>
                    <a:pt x="158" y="1"/>
                    <a:pt x="0" y="158"/>
                    <a:pt x="0" y="379"/>
                  </a:cubicBezTo>
                  <a:cubicBezTo>
                    <a:pt x="0" y="568"/>
                    <a:pt x="158" y="725"/>
                    <a:pt x="347" y="725"/>
                  </a:cubicBezTo>
                  <a:lnTo>
                    <a:pt x="1008" y="725"/>
                  </a:lnTo>
                  <a:cubicBezTo>
                    <a:pt x="1197" y="694"/>
                    <a:pt x="1386" y="536"/>
                    <a:pt x="1386" y="379"/>
                  </a:cubicBezTo>
                  <a:cubicBezTo>
                    <a:pt x="1386" y="158"/>
                    <a:pt x="1197" y="1"/>
                    <a:pt x="100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0" name="Google Shape;3700;p49"/>
            <p:cNvSpPr/>
            <p:nvPr/>
          </p:nvSpPr>
          <p:spPr>
            <a:xfrm>
              <a:off x="-1093750" y="2383050"/>
              <a:ext cx="35450" cy="26575"/>
            </a:xfrm>
            <a:custGeom>
              <a:rect b="b" l="l" r="r" t="t"/>
              <a:pathLst>
                <a:path extrusionOk="0" h="1063" w="1418">
                  <a:moveTo>
                    <a:pt x="992" y="1"/>
                  </a:moveTo>
                  <a:cubicBezTo>
                    <a:pt x="931" y="1"/>
                    <a:pt x="870" y="19"/>
                    <a:pt x="819" y="59"/>
                  </a:cubicBezTo>
                  <a:lnTo>
                    <a:pt x="221" y="406"/>
                  </a:lnTo>
                  <a:cubicBezTo>
                    <a:pt x="63" y="500"/>
                    <a:pt x="0" y="721"/>
                    <a:pt x="95" y="878"/>
                  </a:cubicBezTo>
                  <a:cubicBezTo>
                    <a:pt x="159" y="985"/>
                    <a:pt x="295" y="1063"/>
                    <a:pt x="415" y="1063"/>
                  </a:cubicBezTo>
                  <a:cubicBezTo>
                    <a:pt x="473" y="1063"/>
                    <a:pt x="527" y="1045"/>
                    <a:pt x="567" y="1005"/>
                  </a:cubicBezTo>
                  <a:lnTo>
                    <a:pt x="1166" y="658"/>
                  </a:lnTo>
                  <a:cubicBezTo>
                    <a:pt x="1323" y="563"/>
                    <a:pt x="1418" y="343"/>
                    <a:pt x="1292" y="185"/>
                  </a:cubicBezTo>
                  <a:cubicBezTo>
                    <a:pt x="1249" y="79"/>
                    <a:pt x="1120" y="1"/>
                    <a:pt x="99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1" name="Google Shape;3701;p49"/>
            <p:cNvSpPr/>
            <p:nvPr/>
          </p:nvSpPr>
          <p:spPr>
            <a:xfrm>
              <a:off x="-1317450" y="2512575"/>
              <a:ext cx="35475" cy="26225"/>
            </a:xfrm>
            <a:custGeom>
              <a:rect b="b" l="l" r="r" t="t"/>
              <a:pathLst>
                <a:path extrusionOk="0" h="1049" w="1419">
                  <a:moveTo>
                    <a:pt x="1005" y="1"/>
                  </a:moveTo>
                  <a:cubicBezTo>
                    <a:pt x="944" y="1"/>
                    <a:pt x="880" y="15"/>
                    <a:pt x="820" y="45"/>
                  </a:cubicBezTo>
                  <a:lnTo>
                    <a:pt x="221" y="392"/>
                  </a:lnTo>
                  <a:cubicBezTo>
                    <a:pt x="64" y="486"/>
                    <a:pt x="1" y="707"/>
                    <a:pt x="127" y="864"/>
                  </a:cubicBezTo>
                  <a:cubicBezTo>
                    <a:pt x="169" y="971"/>
                    <a:pt x="299" y="1049"/>
                    <a:pt x="427" y="1049"/>
                  </a:cubicBezTo>
                  <a:cubicBezTo>
                    <a:pt x="488" y="1049"/>
                    <a:pt x="548" y="1031"/>
                    <a:pt x="599" y="990"/>
                  </a:cubicBezTo>
                  <a:lnTo>
                    <a:pt x="1166" y="644"/>
                  </a:lnTo>
                  <a:cubicBezTo>
                    <a:pt x="1324" y="549"/>
                    <a:pt x="1418" y="329"/>
                    <a:pt x="1292" y="171"/>
                  </a:cubicBezTo>
                  <a:cubicBezTo>
                    <a:pt x="1250" y="64"/>
                    <a:pt x="1134" y="1"/>
                    <a:pt x="100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2" name="Google Shape;3702;p49"/>
            <p:cNvSpPr/>
            <p:nvPr/>
          </p:nvSpPr>
          <p:spPr>
            <a:xfrm>
              <a:off x="-1092975" y="2512575"/>
              <a:ext cx="34675" cy="25525"/>
            </a:xfrm>
            <a:custGeom>
              <a:rect b="b" l="l" r="r" t="t"/>
              <a:pathLst>
                <a:path extrusionOk="0" h="1021" w="1387">
                  <a:moveTo>
                    <a:pt x="378" y="1"/>
                  </a:moveTo>
                  <a:cubicBezTo>
                    <a:pt x="264" y="1"/>
                    <a:pt x="149" y="64"/>
                    <a:pt x="64" y="171"/>
                  </a:cubicBezTo>
                  <a:cubicBezTo>
                    <a:pt x="1" y="329"/>
                    <a:pt x="32" y="518"/>
                    <a:pt x="190" y="644"/>
                  </a:cubicBezTo>
                  <a:lnTo>
                    <a:pt x="788" y="990"/>
                  </a:lnTo>
                  <a:cubicBezTo>
                    <a:pt x="838" y="1010"/>
                    <a:pt x="891" y="1021"/>
                    <a:pt x="944" y="1021"/>
                  </a:cubicBezTo>
                  <a:cubicBezTo>
                    <a:pt x="1059" y="1021"/>
                    <a:pt x="1175" y="972"/>
                    <a:pt x="1261" y="864"/>
                  </a:cubicBezTo>
                  <a:cubicBezTo>
                    <a:pt x="1387" y="675"/>
                    <a:pt x="1292" y="486"/>
                    <a:pt x="1135" y="392"/>
                  </a:cubicBezTo>
                  <a:lnTo>
                    <a:pt x="536" y="45"/>
                  </a:lnTo>
                  <a:cubicBezTo>
                    <a:pt x="486" y="15"/>
                    <a:pt x="432" y="1"/>
                    <a:pt x="37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3" name="Google Shape;3703;p49"/>
            <p:cNvSpPr/>
            <p:nvPr/>
          </p:nvSpPr>
          <p:spPr>
            <a:xfrm>
              <a:off x="-1316650" y="2383750"/>
              <a:ext cx="34675" cy="25525"/>
            </a:xfrm>
            <a:custGeom>
              <a:rect b="b" l="l" r="r" t="t"/>
              <a:pathLst>
                <a:path extrusionOk="0" h="1021" w="1387">
                  <a:moveTo>
                    <a:pt x="405" y="1"/>
                  </a:moveTo>
                  <a:cubicBezTo>
                    <a:pt x="283" y="1"/>
                    <a:pt x="159" y="50"/>
                    <a:pt x="95" y="157"/>
                  </a:cubicBezTo>
                  <a:cubicBezTo>
                    <a:pt x="0" y="315"/>
                    <a:pt x="63" y="504"/>
                    <a:pt x="221" y="630"/>
                  </a:cubicBezTo>
                  <a:lnTo>
                    <a:pt x="788" y="977"/>
                  </a:lnTo>
                  <a:cubicBezTo>
                    <a:pt x="838" y="1007"/>
                    <a:pt x="895" y="1021"/>
                    <a:pt x="953" y="1021"/>
                  </a:cubicBezTo>
                  <a:cubicBezTo>
                    <a:pt x="1074" y="1021"/>
                    <a:pt x="1196" y="958"/>
                    <a:pt x="1260" y="850"/>
                  </a:cubicBezTo>
                  <a:cubicBezTo>
                    <a:pt x="1386" y="693"/>
                    <a:pt x="1292" y="504"/>
                    <a:pt x="1134" y="378"/>
                  </a:cubicBezTo>
                  <a:lnTo>
                    <a:pt x="567" y="31"/>
                  </a:lnTo>
                  <a:cubicBezTo>
                    <a:pt x="517" y="11"/>
                    <a:pt x="461" y="1"/>
                    <a:pt x="40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4" name="Google Shape;3704;p49"/>
            <p:cNvSpPr/>
            <p:nvPr/>
          </p:nvSpPr>
          <p:spPr>
            <a:xfrm>
              <a:off x="-1239475" y="2401575"/>
              <a:ext cx="102425" cy="153100"/>
            </a:xfrm>
            <a:custGeom>
              <a:rect b="b" l="l" r="r" t="t"/>
              <a:pathLst>
                <a:path extrusionOk="0" h="6124" w="4097">
                  <a:moveTo>
                    <a:pt x="1733" y="1492"/>
                  </a:moveTo>
                  <a:lnTo>
                    <a:pt x="1733" y="2343"/>
                  </a:lnTo>
                  <a:cubicBezTo>
                    <a:pt x="1733" y="2500"/>
                    <a:pt x="1796" y="2626"/>
                    <a:pt x="1922" y="2658"/>
                  </a:cubicBezTo>
                  <a:lnTo>
                    <a:pt x="3246" y="3225"/>
                  </a:lnTo>
                  <a:lnTo>
                    <a:pt x="2395" y="4611"/>
                  </a:lnTo>
                  <a:lnTo>
                    <a:pt x="2395" y="3729"/>
                  </a:lnTo>
                  <a:cubicBezTo>
                    <a:pt x="2395" y="3572"/>
                    <a:pt x="2332" y="3445"/>
                    <a:pt x="2206" y="3414"/>
                  </a:cubicBezTo>
                  <a:lnTo>
                    <a:pt x="851" y="2878"/>
                  </a:lnTo>
                  <a:lnTo>
                    <a:pt x="1733" y="1492"/>
                  </a:lnTo>
                  <a:close/>
                  <a:moveTo>
                    <a:pt x="2038" y="0"/>
                  </a:moveTo>
                  <a:cubicBezTo>
                    <a:pt x="1919" y="0"/>
                    <a:pt x="1814" y="47"/>
                    <a:pt x="1765" y="169"/>
                  </a:cubicBezTo>
                  <a:lnTo>
                    <a:pt x="64" y="2941"/>
                  </a:lnTo>
                  <a:cubicBezTo>
                    <a:pt x="32" y="3004"/>
                    <a:pt x="1" y="3130"/>
                    <a:pt x="32" y="3225"/>
                  </a:cubicBezTo>
                  <a:cubicBezTo>
                    <a:pt x="64" y="3288"/>
                    <a:pt x="158" y="3382"/>
                    <a:pt x="221" y="3414"/>
                  </a:cubicBezTo>
                  <a:lnTo>
                    <a:pt x="1733" y="4013"/>
                  </a:lnTo>
                  <a:lnTo>
                    <a:pt x="1733" y="5808"/>
                  </a:lnTo>
                  <a:cubicBezTo>
                    <a:pt x="1733" y="5966"/>
                    <a:pt x="1859" y="6092"/>
                    <a:pt x="1954" y="6123"/>
                  </a:cubicBezTo>
                  <a:lnTo>
                    <a:pt x="2049" y="6123"/>
                  </a:lnTo>
                  <a:cubicBezTo>
                    <a:pt x="2143" y="6123"/>
                    <a:pt x="2269" y="6092"/>
                    <a:pt x="2301" y="5966"/>
                  </a:cubicBezTo>
                  <a:lnTo>
                    <a:pt x="4002" y="3225"/>
                  </a:lnTo>
                  <a:cubicBezTo>
                    <a:pt x="4033" y="3130"/>
                    <a:pt x="4096" y="3004"/>
                    <a:pt x="4033" y="2941"/>
                  </a:cubicBezTo>
                  <a:cubicBezTo>
                    <a:pt x="4033" y="2878"/>
                    <a:pt x="3970" y="2784"/>
                    <a:pt x="3907" y="2752"/>
                  </a:cubicBezTo>
                  <a:lnTo>
                    <a:pt x="2395" y="2154"/>
                  </a:lnTo>
                  <a:lnTo>
                    <a:pt x="2395" y="358"/>
                  </a:lnTo>
                  <a:cubicBezTo>
                    <a:pt x="2395" y="169"/>
                    <a:pt x="2269" y="74"/>
                    <a:pt x="2143" y="11"/>
                  </a:cubicBezTo>
                  <a:cubicBezTo>
                    <a:pt x="2108" y="4"/>
                    <a:pt x="2072" y="0"/>
                    <a:pt x="203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05" name="Google Shape;3705;p49"/>
          <p:cNvGrpSpPr/>
          <p:nvPr/>
        </p:nvGrpSpPr>
        <p:grpSpPr>
          <a:xfrm>
            <a:off x="3782739" y="2432578"/>
            <a:ext cx="260623" cy="276270"/>
            <a:chOff x="-5995925" y="2757850"/>
            <a:chExt cx="275675" cy="292225"/>
          </a:xfrm>
        </p:grpSpPr>
        <p:sp>
          <p:nvSpPr>
            <p:cNvPr id="3706" name="Google Shape;3706;p49"/>
            <p:cNvSpPr/>
            <p:nvPr/>
          </p:nvSpPr>
          <p:spPr>
            <a:xfrm>
              <a:off x="-5995925" y="2757850"/>
              <a:ext cx="275675" cy="292225"/>
            </a:xfrm>
            <a:custGeom>
              <a:rect b="b" l="l" r="r" t="t"/>
              <a:pathLst>
                <a:path extrusionOk="0" h="11689" w="11027">
                  <a:moveTo>
                    <a:pt x="9924" y="1324"/>
                  </a:moveTo>
                  <a:cubicBezTo>
                    <a:pt x="10113" y="1324"/>
                    <a:pt x="10271" y="1481"/>
                    <a:pt x="10271" y="1702"/>
                  </a:cubicBezTo>
                  <a:lnTo>
                    <a:pt x="10271" y="9263"/>
                  </a:lnTo>
                  <a:lnTo>
                    <a:pt x="10302" y="9263"/>
                  </a:lnTo>
                  <a:cubicBezTo>
                    <a:pt x="10302" y="9452"/>
                    <a:pt x="10145" y="9610"/>
                    <a:pt x="9956" y="9610"/>
                  </a:cubicBezTo>
                  <a:lnTo>
                    <a:pt x="9609" y="9610"/>
                  </a:lnTo>
                  <a:lnTo>
                    <a:pt x="9609" y="8570"/>
                  </a:lnTo>
                  <a:cubicBezTo>
                    <a:pt x="9609" y="8381"/>
                    <a:pt x="9452" y="8223"/>
                    <a:pt x="9263" y="8223"/>
                  </a:cubicBezTo>
                  <a:lnTo>
                    <a:pt x="4442" y="8223"/>
                  </a:lnTo>
                  <a:cubicBezTo>
                    <a:pt x="4253" y="8223"/>
                    <a:pt x="4096" y="8381"/>
                    <a:pt x="4096" y="8570"/>
                  </a:cubicBezTo>
                  <a:lnTo>
                    <a:pt x="4096" y="9610"/>
                  </a:lnTo>
                  <a:lnTo>
                    <a:pt x="3434" y="9610"/>
                  </a:lnTo>
                  <a:lnTo>
                    <a:pt x="3434" y="1324"/>
                  </a:lnTo>
                  <a:close/>
                  <a:moveTo>
                    <a:pt x="2426" y="631"/>
                  </a:moveTo>
                  <a:cubicBezTo>
                    <a:pt x="2647" y="631"/>
                    <a:pt x="2804" y="788"/>
                    <a:pt x="2804" y="977"/>
                  </a:cubicBezTo>
                  <a:lnTo>
                    <a:pt x="2804" y="9925"/>
                  </a:lnTo>
                  <a:cubicBezTo>
                    <a:pt x="2804" y="10114"/>
                    <a:pt x="2647" y="10271"/>
                    <a:pt x="2426" y="10271"/>
                  </a:cubicBezTo>
                  <a:lnTo>
                    <a:pt x="1071" y="10271"/>
                  </a:lnTo>
                  <a:cubicBezTo>
                    <a:pt x="851" y="10271"/>
                    <a:pt x="693" y="10114"/>
                    <a:pt x="693" y="9925"/>
                  </a:cubicBezTo>
                  <a:lnTo>
                    <a:pt x="693" y="977"/>
                  </a:lnTo>
                  <a:cubicBezTo>
                    <a:pt x="693" y="788"/>
                    <a:pt x="851" y="631"/>
                    <a:pt x="1071" y="631"/>
                  </a:cubicBezTo>
                  <a:close/>
                  <a:moveTo>
                    <a:pt x="8948" y="8948"/>
                  </a:moveTo>
                  <a:lnTo>
                    <a:pt x="8948" y="10996"/>
                  </a:lnTo>
                  <a:lnTo>
                    <a:pt x="4852" y="10996"/>
                  </a:lnTo>
                  <a:lnTo>
                    <a:pt x="4852" y="8948"/>
                  </a:lnTo>
                  <a:close/>
                  <a:moveTo>
                    <a:pt x="1008" y="1"/>
                  </a:moveTo>
                  <a:cubicBezTo>
                    <a:pt x="473" y="1"/>
                    <a:pt x="0" y="473"/>
                    <a:pt x="0" y="1009"/>
                  </a:cubicBezTo>
                  <a:lnTo>
                    <a:pt x="0" y="9956"/>
                  </a:lnTo>
                  <a:cubicBezTo>
                    <a:pt x="0" y="10523"/>
                    <a:pt x="473" y="10996"/>
                    <a:pt x="1008" y="10996"/>
                  </a:cubicBezTo>
                  <a:lnTo>
                    <a:pt x="2395" y="10996"/>
                  </a:lnTo>
                  <a:cubicBezTo>
                    <a:pt x="2836" y="10996"/>
                    <a:pt x="3214" y="10712"/>
                    <a:pt x="3371" y="10303"/>
                  </a:cubicBezTo>
                  <a:lnTo>
                    <a:pt x="4127" y="10303"/>
                  </a:lnTo>
                  <a:lnTo>
                    <a:pt x="4127" y="11342"/>
                  </a:lnTo>
                  <a:cubicBezTo>
                    <a:pt x="4127" y="11531"/>
                    <a:pt x="4285" y="11689"/>
                    <a:pt x="4474" y="11689"/>
                  </a:cubicBezTo>
                  <a:lnTo>
                    <a:pt x="9294" y="11689"/>
                  </a:lnTo>
                  <a:cubicBezTo>
                    <a:pt x="9483" y="11689"/>
                    <a:pt x="9641" y="11531"/>
                    <a:pt x="9641" y="11342"/>
                  </a:cubicBezTo>
                  <a:lnTo>
                    <a:pt x="9641" y="10271"/>
                  </a:lnTo>
                  <a:lnTo>
                    <a:pt x="9987" y="10271"/>
                  </a:lnTo>
                  <a:cubicBezTo>
                    <a:pt x="10554" y="10271"/>
                    <a:pt x="11027" y="9799"/>
                    <a:pt x="11027" y="9263"/>
                  </a:cubicBezTo>
                  <a:lnTo>
                    <a:pt x="11027" y="1702"/>
                  </a:lnTo>
                  <a:cubicBezTo>
                    <a:pt x="10995" y="1103"/>
                    <a:pt x="10554" y="662"/>
                    <a:pt x="9956" y="662"/>
                  </a:cubicBezTo>
                  <a:lnTo>
                    <a:pt x="3371" y="662"/>
                  </a:lnTo>
                  <a:cubicBezTo>
                    <a:pt x="3214" y="284"/>
                    <a:pt x="2867" y="1"/>
                    <a:pt x="239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7" name="Google Shape;3707;p49"/>
            <p:cNvSpPr/>
            <p:nvPr/>
          </p:nvSpPr>
          <p:spPr>
            <a:xfrm>
              <a:off x="-5892750" y="2808250"/>
              <a:ext cx="137850" cy="69350"/>
            </a:xfrm>
            <a:custGeom>
              <a:rect b="b" l="l" r="r" t="t"/>
              <a:pathLst>
                <a:path extrusionOk="0" h="2774" w="5514">
                  <a:moveTo>
                    <a:pt x="4821" y="694"/>
                  </a:moveTo>
                  <a:lnTo>
                    <a:pt x="4821" y="2112"/>
                  </a:lnTo>
                  <a:lnTo>
                    <a:pt x="725" y="2112"/>
                  </a:lnTo>
                  <a:lnTo>
                    <a:pt x="725" y="694"/>
                  </a:lnTo>
                  <a:close/>
                  <a:moveTo>
                    <a:pt x="347" y="1"/>
                  </a:moveTo>
                  <a:cubicBezTo>
                    <a:pt x="158" y="1"/>
                    <a:pt x="0" y="158"/>
                    <a:pt x="0" y="348"/>
                  </a:cubicBezTo>
                  <a:lnTo>
                    <a:pt x="0" y="2427"/>
                  </a:lnTo>
                  <a:cubicBezTo>
                    <a:pt x="0" y="2616"/>
                    <a:pt x="158" y="2773"/>
                    <a:pt x="347" y="2773"/>
                  </a:cubicBezTo>
                  <a:lnTo>
                    <a:pt x="5167" y="2773"/>
                  </a:lnTo>
                  <a:cubicBezTo>
                    <a:pt x="5356" y="2773"/>
                    <a:pt x="5514" y="2616"/>
                    <a:pt x="5514" y="2427"/>
                  </a:cubicBezTo>
                  <a:lnTo>
                    <a:pt x="5514" y="348"/>
                  </a:lnTo>
                  <a:cubicBezTo>
                    <a:pt x="5514" y="158"/>
                    <a:pt x="5356" y="1"/>
                    <a:pt x="516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8" name="Google Shape;3708;p49"/>
            <p:cNvSpPr/>
            <p:nvPr/>
          </p:nvSpPr>
          <p:spPr>
            <a:xfrm>
              <a:off x="-5891975" y="2895675"/>
              <a:ext cx="34700" cy="17375"/>
            </a:xfrm>
            <a:custGeom>
              <a:rect b="b" l="l" r="r" t="t"/>
              <a:pathLst>
                <a:path extrusionOk="0" h="695" w="1388">
                  <a:moveTo>
                    <a:pt x="379" y="1"/>
                  </a:moveTo>
                  <a:cubicBezTo>
                    <a:pt x="158" y="1"/>
                    <a:pt x="1" y="159"/>
                    <a:pt x="1" y="348"/>
                  </a:cubicBezTo>
                  <a:cubicBezTo>
                    <a:pt x="1" y="537"/>
                    <a:pt x="158" y="694"/>
                    <a:pt x="379" y="694"/>
                  </a:cubicBezTo>
                  <a:lnTo>
                    <a:pt x="1041" y="694"/>
                  </a:lnTo>
                  <a:cubicBezTo>
                    <a:pt x="1230" y="694"/>
                    <a:pt x="1387" y="537"/>
                    <a:pt x="1387" y="348"/>
                  </a:cubicBezTo>
                  <a:cubicBezTo>
                    <a:pt x="1356" y="127"/>
                    <a:pt x="1198" y="1"/>
                    <a:pt x="104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9" name="Google Shape;3709;p49"/>
            <p:cNvSpPr/>
            <p:nvPr/>
          </p:nvSpPr>
          <p:spPr>
            <a:xfrm>
              <a:off x="-5891975" y="2928775"/>
              <a:ext cx="34700" cy="18125"/>
            </a:xfrm>
            <a:custGeom>
              <a:rect b="b" l="l" r="r" t="t"/>
              <a:pathLst>
                <a:path extrusionOk="0" h="725" w="1388">
                  <a:moveTo>
                    <a:pt x="379" y="0"/>
                  </a:moveTo>
                  <a:cubicBezTo>
                    <a:pt x="158" y="0"/>
                    <a:pt x="1" y="158"/>
                    <a:pt x="1" y="378"/>
                  </a:cubicBezTo>
                  <a:cubicBezTo>
                    <a:pt x="1" y="567"/>
                    <a:pt x="158" y="725"/>
                    <a:pt x="379" y="725"/>
                  </a:cubicBezTo>
                  <a:lnTo>
                    <a:pt x="1041" y="725"/>
                  </a:lnTo>
                  <a:cubicBezTo>
                    <a:pt x="1230" y="725"/>
                    <a:pt x="1387" y="567"/>
                    <a:pt x="1387" y="378"/>
                  </a:cubicBezTo>
                  <a:cubicBezTo>
                    <a:pt x="1356" y="158"/>
                    <a:pt x="1198" y="0"/>
                    <a:pt x="104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0" name="Google Shape;3710;p49"/>
            <p:cNvSpPr/>
            <p:nvPr/>
          </p:nvSpPr>
          <p:spPr>
            <a:xfrm>
              <a:off x="-5840775" y="2928775"/>
              <a:ext cx="34675" cy="18125"/>
            </a:xfrm>
            <a:custGeom>
              <a:rect b="b" l="l" r="r" t="t"/>
              <a:pathLst>
                <a:path extrusionOk="0" h="725" w="1387">
                  <a:moveTo>
                    <a:pt x="379" y="0"/>
                  </a:moveTo>
                  <a:cubicBezTo>
                    <a:pt x="158" y="0"/>
                    <a:pt x="1" y="158"/>
                    <a:pt x="1" y="378"/>
                  </a:cubicBezTo>
                  <a:cubicBezTo>
                    <a:pt x="1" y="567"/>
                    <a:pt x="158" y="725"/>
                    <a:pt x="379" y="725"/>
                  </a:cubicBezTo>
                  <a:lnTo>
                    <a:pt x="1040" y="725"/>
                  </a:lnTo>
                  <a:cubicBezTo>
                    <a:pt x="1229" y="725"/>
                    <a:pt x="1387" y="567"/>
                    <a:pt x="1387" y="378"/>
                  </a:cubicBezTo>
                  <a:cubicBezTo>
                    <a:pt x="1387" y="158"/>
                    <a:pt x="1229" y="0"/>
                    <a:pt x="10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1" name="Google Shape;3711;p49"/>
            <p:cNvSpPr/>
            <p:nvPr/>
          </p:nvSpPr>
          <p:spPr>
            <a:xfrm>
              <a:off x="-5840775" y="2895675"/>
              <a:ext cx="34675" cy="17375"/>
            </a:xfrm>
            <a:custGeom>
              <a:rect b="b" l="l" r="r" t="t"/>
              <a:pathLst>
                <a:path extrusionOk="0" h="695" w="1387">
                  <a:moveTo>
                    <a:pt x="379" y="1"/>
                  </a:moveTo>
                  <a:cubicBezTo>
                    <a:pt x="158" y="1"/>
                    <a:pt x="1" y="159"/>
                    <a:pt x="1" y="348"/>
                  </a:cubicBezTo>
                  <a:cubicBezTo>
                    <a:pt x="1" y="537"/>
                    <a:pt x="158" y="694"/>
                    <a:pt x="379" y="694"/>
                  </a:cubicBezTo>
                  <a:lnTo>
                    <a:pt x="1040" y="694"/>
                  </a:lnTo>
                  <a:cubicBezTo>
                    <a:pt x="1229" y="694"/>
                    <a:pt x="1387" y="537"/>
                    <a:pt x="1387" y="348"/>
                  </a:cubicBezTo>
                  <a:cubicBezTo>
                    <a:pt x="1387" y="127"/>
                    <a:pt x="1229" y="1"/>
                    <a:pt x="10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2" name="Google Shape;3712;p49"/>
            <p:cNvSpPr/>
            <p:nvPr/>
          </p:nvSpPr>
          <p:spPr>
            <a:xfrm>
              <a:off x="-5789575" y="2895675"/>
              <a:ext cx="34675" cy="17375"/>
            </a:xfrm>
            <a:custGeom>
              <a:rect b="b" l="l" r="r" t="t"/>
              <a:pathLst>
                <a:path extrusionOk="0" h="695" w="1387">
                  <a:moveTo>
                    <a:pt x="379" y="1"/>
                  </a:moveTo>
                  <a:cubicBezTo>
                    <a:pt x="158" y="1"/>
                    <a:pt x="1" y="159"/>
                    <a:pt x="1" y="348"/>
                  </a:cubicBezTo>
                  <a:cubicBezTo>
                    <a:pt x="1" y="537"/>
                    <a:pt x="158" y="694"/>
                    <a:pt x="379" y="694"/>
                  </a:cubicBezTo>
                  <a:lnTo>
                    <a:pt x="1040" y="694"/>
                  </a:lnTo>
                  <a:cubicBezTo>
                    <a:pt x="1229" y="694"/>
                    <a:pt x="1387" y="537"/>
                    <a:pt x="1387" y="348"/>
                  </a:cubicBezTo>
                  <a:cubicBezTo>
                    <a:pt x="1387" y="127"/>
                    <a:pt x="1229" y="1"/>
                    <a:pt x="10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3" name="Google Shape;3713;p49"/>
            <p:cNvSpPr/>
            <p:nvPr/>
          </p:nvSpPr>
          <p:spPr>
            <a:xfrm>
              <a:off x="-5789575" y="2928775"/>
              <a:ext cx="34675" cy="18125"/>
            </a:xfrm>
            <a:custGeom>
              <a:rect b="b" l="l" r="r" t="t"/>
              <a:pathLst>
                <a:path extrusionOk="0" h="725" w="1387">
                  <a:moveTo>
                    <a:pt x="379" y="0"/>
                  </a:moveTo>
                  <a:cubicBezTo>
                    <a:pt x="158" y="0"/>
                    <a:pt x="1" y="158"/>
                    <a:pt x="1" y="378"/>
                  </a:cubicBezTo>
                  <a:cubicBezTo>
                    <a:pt x="1" y="567"/>
                    <a:pt x="158" y="725"/>
                    <a:pt x="379" y="725"/>
                  </a:cubicBezTo>
                  <a:lnTo>
                    <a:pt x="1040" y="725"/>
                  </a:lnTo>
                  <a:cubicBezTo>
                    <a:pt x="1229" y="725"/>
                    <a:pt x="1387" y="567"/>
                    <a:pt x="1387" y="378"/>
                  </a:cubicBezTo>
                  <a:cubicBezTo>
                    <a:pt x="1387" y="158"/>
                    <a:pt x="1229" y="0"/>
                    <a:pt x="10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4" name="Google Shape;3714;p49"/>
            <p:cNvSpPr/>
            <p:nvPr/>
          </p:nvSpPr>
          <p:spPr>
            <a:xfrm>
              <a:off x="-5858100" y="2998075"/>
              <a:ext cx="68550" cy="17350"/>
            </a:xfrm>
            <a:custGeom>
              <a:rect b="b" l="l" r="r" t="t"/>
              <a:pathLst>
                <a:path extrusionOk="0" h="694" w="2742">
                  <a:moveTo>
                    <a:pt x="347" y="1"/>
                  </a:moveTo>
                  <a:cubicBezTo>
                    <a:pt x="158" y="1"/>
                    <a:pt x="1" y="158"/>
                    <a:pt x="1" y="347"/>
                  </a:cubicBezTo>
                  <a:cubicBezTo>
                    <a:pt x="1" y="536"/>
                    <a:pt x="158" y="694"/>
                    <a:pt x="347" y="694"/>
                  </a:cubicBezTo>
                  <a:lnTo>
                    <a:pt x="2395" y="694"/>
                  </a:lnTo>
                  <a:cubicBezTo>
                    <a:pt x="2584" y="694"/>
                    <a:pt x="2742" y="536"/>
                    <a:pt x="2742" y="347"/>
                  </a:cubicBezTo>
                  <a:cubicBezTo>
                    <a:pt x="2742" y="158"/>
                    <a:pt x="2584" y="1"/>
                    <a:pt x="239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15" name="Google Shape;3715;p49"/>
          <p:cNvGrpSpPr/>
          <p:nvPr/>
        </p:nvGrpSpPr>
        <p:grpSpPr>
          <a:xfrm>
            <a:off x="3339743" y="1996839"/>
            <a:ext cx="276293" cy="274804"/>
            <a:chOff x="-4211975" y="2046625"/>
            <a:chExt cx="292250" cy="290675"/>
          </a:xfrm>
        </p:grpSpPr>
        <p:sp>
          <p:nvSpPr>
            <p:cNvPr id="3716" name="Google Shape;3716;p49"/>
            <p:cNvSpPr/>
            <p:nvPr/>
          </p:nvSpPr>
          <p:spPr>
            <a:xfrm>
              <a:off x="-4211975" y="2081300"/>
              <a:ext cx="256025" cy="256000"/>
            </a:xfrm>
            <a:custGeom>
              <a:rect b="b" l="l" r="r" t="t"/>
              <a:pathLst>
                <a:path extrusionOk="0" h="10240" w="10241">
                  <a:moveTo>
                    <a:pt x="4758" y="693"/>
                  </a:moveTo>
                  <a:lnTo>
                    <a:pt x="4758" y="5167"/>
                  </a:lnTo>
                  <a:cubicBezTo>
                    <a:pt x="4758" y="5356"/>
                    <a:pt x="4916" y="5513"/>
                    <a:pt x="5105" y="5513"/>
                  </a:cubicBezTo>
                  <a:lnTo>
                    <a:pt x="9578" y="5513"/>
                  </a:lnTo>
                  <a:cubicBezTo>
                    <a:pt x="9358" y="7813"/>
                    <a:pt x="7436" y="9609"/>
                    <a:pt x="5105" y="9609"/>
                  </a:cubicBezTo>
                  <a:cubicBezTo>
                    <a:pt x="2679" y="9609"/>
                    <a:pt x="663" y="7593"/>
                    <a:pt x="663" y="5167"/>
                  </a:cubicBezTo>
                  <a:cubicBezTo>
                    <a:pt x="663" y="2835"/>
                    <a:pt x="2490" y="914"/>
                    <a:pt x="4758" y="693"/>
                  </a:cubicBezTo>
                  <a:close/>
                  <a:moveTo>
                    <a:pt x="5105" y="0"/>
                  </a:moveTo>
                  <a:cubicBezTo>
                    <a:pt x="2269" y="0"/>
                    <a:pt x="1" y="2300"/>
                    <a:pt x="1" y="5104"/>
                  </a:cubicBezTo>
                  <a:cubicBezTo>
                    <a:pt x="1" y="7939"/>
                    <a:pt x="2269" y="10239"/>
                    <a:pt x="5105" y="10239"/>
                  </a:cubicBezTo>
                  <a:cubicBezTo>
                    <a:pt x="7940" y="10239"/>
                    <a:pt x="10240" y="7939"/>
                    <a:pt x="10240" y="5104"/>
                  </a:cubicBezTo>
                  <a:cubicBezTo>
                    <a:pt x="10240" y="4978"/>
                    <a:pt x="10083" y="4820"/>
                    <a:pt x="9925" y="4820"/>
                  </a:cubicBezTo>
                  <a:lnTo>
                    <a:pt x="5483" y="4820"/>
                  </a:lnTo>
                  <a:lnTo>
                    <a:pt x="5483" y="347"/>
                  </a:lnTo>
                  <a:cubicBezTo>
                    <a:pt x="5483" y="158"/>
                    <a:pt x="5325" y="0"/>
                    <a:pt x="510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7" name="Google Shape;3717;p49"/>
            <p:cNvSpPr/>
            <p:nvPr/>
          </p:nvSpPr>
          <p:spPr>
            <a:xfrm>
              <a:off x="-4057600" y="2046625"/>
              <a:ext cx="137875" cy="137875"/>
            </a:xfrm>
            <a:custGeom>
              <a:rect b="b" l="l" r="r" t="t"/>
              <a:pathLst>
                <a:path extrusionOk="0" h="5515" w="5515">
                  <a:moveTo>
                    <a:pt x="663" y="694"/>
                  </a:moveTo>
                  <a:cubicBezTo>
                    <a:pt x="2836" y="851"/>
                    <a:pt x="4601" y="2616"/>
                    <a:pt x="4758" y="4790"/>
                  </a:cubicBezTo>
                  <a:lnTo>
                    <a:pt x="663" y="4790"/>
                  </a:lnTo>
                  <a:lnTo>
                    <a:pt x="663" y="694"/>
                  </a:lnTo>
                  <a:close/>
                  <a:moveTo>
                    <a:pt x="348" y="1"/>
                  </a:moveTo>
                  <a:cubicBezTo>
                    <a:pt x="158" y="1"/>
                    <a:pt x="1" y="158"/>
                    <a:pt x="1" y="379"/>
                  </a:cubicBezTo>
                  <a:lnTo>
                    <a:pt x="1" y="5168"/>
                  </a:lnTo>
                  <a:cubicBezTo>
                    <a:pt x="1" y="5357"/>
                    <a:pt x="158" y="5514"/>
                    <a:pt x="348" y="5514"/>
                  </a:cubicBezTo>
                  <a:lnTo>
                    <a:pt x="5168" y="5514"/>
                  </a:lnTo>
                  <a:cubicBezTo>
                    <a:pt x="5357" y="5514"/>
                    <a:pt x="5514" y="5357"/>
                    <a:pt x="5514" y="5168"/>
                  </a:cubicBezTo>
                  <a:cubicBezTo>
                    <a:pt x="5483" y="3750"/>
                    <a:pt x="4979" y="2490"/>
                    <a:pt x="3971" y="1513"/>
                  </a:cubicBezTo>
                  <a:cubicBezTo>
                    <a:pt x="2994" y="536"/>
                    <a:pt x="1734" y="1"/>
                    <a:pt x="3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18" name="Google Shape;3718;p49"/>
          <p:cNvGrpSpPr/>
          <p:nvPr/>
        </p:nvGrpSpPr>
        <p:grpSpPr>
          <a:xfrm>
            <a:off x="749711" y="2431822"/>
            <a:ext cx="210753" cy="277782"/>
            <a:chOff x="-4178875" y="2405775"/>
            <a:chExt cx="222925" cy="293825"/>
          </a:xfrm>
        </p:grpSpPr>
        <p:sp>
          <p:nvSpPr>
            <p:cNvPr id="3719" name="Google Shape;3719;p49"/>
            <p:cNvSpPr/>
            <p:nvPr/>
          </p:nvSpPr>
          <p:spPr>
            <a:xfrm>
              <a:off x="-4178875" y="2405775"/>
              <a:ext cx="222925" cy="293825"/>
            </a:xfrm>
            <a:custGeom>
              <a:rect b="b" l="l" r="r" t="t"/>
              <a:pathLst>
                <a:path extrusionOk="0" h="11753" w="8917">
                  <a:moveTo>
                    <a:pt x="4474" y="694"/>
                  </a:moveTo>
                  <a:cubicBezTo>
                    <a:pt x="6553" y="694"/>
                    <a:pt x="8254" y="2395"/>
                    <a:pt x="8254" y="4475"/>
                  </a:cubicBezTo>
                  <a:cubicBezTo>
                    <a:pt x="8191" y="5262"/>
                    <a:pt x="7971" y="6018"/>
                    <a:pt x="7530" y="6649"/>
                  </a:cubicBezTo>
                  <a:lnTo>
                    <a:pt x="4474" y="10776"/>
                  </a:lnTo>
                  <a:lnTo>
                    <a:pt x="1418" y="6712"/>
                  </a:lnTo>
                  <a:cubicBezTo>
                    <a:pt x="945" y="6050"/>
                    <a:pt x="693" y="5294"/>
                    <a:pt x="693" y="4475"/>
                  </a:cubicBezTo>
                  <a:cubicBezTo>
                    <a:pt x="693" y="2395"/>
                    <a:pt x="2363" y="694"/>
                    <a:pt x="4474" y="694"/>
                  </a:cubicBezTo>
                  <a:close/>
                  <a:moveTo>
                    <a:pt x="4474" y="1"/>
                  </a:moveTo>
                  <a:cubicBezTo>
                    <a:pt x="2017" y="1"/>
                    <a:pt x="0" y="2017"/>
                    <a:pt x="0" y="4475"/>
                  </a:cubicBezTo>
                  <a:cubicBezTo>
                    <a:pt x="0" y="5451"/>
                    <a:pt x="315" y="6365"/>
                    <a:pt x="882" y="7153"/>
                  </a:cubicBezTo>
                  <a:lnTo>
                    <a:pt x="4190" y="11595"/>
                  </a:lnTo>
                  <a:cubicBezTo>
                    <a:pt x="4253" y="11689"/>
                    <a:pt x="4348" y="11752"/>
                    <a:pt x="4474" y="11752"/>
                  </a:cubicBezTo>
                  <a:cubicBezTo>
                    <a:pt x="4568" y="11752"/>
                    <a:pt x="4663" y="11721"/>
                    <a:pt x="4726" y="11595"/>
                  </a:cubicBezTo>
                  <a:lnTo>
                    <a:pt x="8097" y="7058"/>
                  </a:lnTo>
                  <a:cubicBezTo>
                    <a:pt x="8633" y="6333"/>
                    <a:pt x="8916" y="5420"/>
                    <a:pt x="8916" y="4506"/>
                  </a:cubicBezTo>
                  <a:cubicBezTo>
                    <a:pt x="8916" y="1986"/>
                    <a:pt x="6900" y="1"/>
                    <a:pt x="447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0" name="Google Shape;3720;p49"/>
            <p:cNvSpPr/>
            <p:nvPr/>
          </p:nvSpPr>
          <p:spPr>
            <a:xfrm>
              <a:off x="-4093025" y="2491650"/>
              <a:ext cx="51225" cy="51200"/>
            </a:xfrm>
            <a:custGeom>
              <a:rect b="b" l="l" r="r" t="t"/>
              <a:pathLst>
                <a:path extrusionOk="0" h="2048" w="2049">
                  <a:moveTo>
                    <a:pt x="1040" y="630"/>
                  </a:moveTo>
                  <a:cubicBezTo>
                    <a:pt x="1229" y="630"/>
                    <a:pt x="1386" y="788"/>
                    <a:pt x="1386" y="1008"/>
                  </a:cubicBezTo>
                  <a:cubicBezTo>
                    <a:pt x="1386" y="1197"/>
                    <a:pt x="1197" y="1355"/>
                    <a:pt x="1040" y="1355"/>
                  </a:cubicBezTo>
                  <a:cubicBezTo>
                    <a:pt x="819" y="1355"/>
                    <a:pt x="662" y="1197"/>
                    <a:pt x="662" y="1008"/>
                  </a:cubicBezTo>
                  <a:cubicBezTo>
                    <a:pt x="662" y="788"/>
                    <a:pt x="819" y="630"/>
                    <a:pt x="1040" y="630"/>
                  </a:cubicBezTo>
                  <a:close/>
                  <a:moveTo>
                    <a:pt x="1040" y="0"/>
                  </a:moveTo>
                  <a:cubicBezTo>
                    <a:pt x="473" y="0"/>
                    <a:pt x="0" y="473"/>
                    <a:pt x="0" y="1040"/>
                  </a:cubicBezTo>
                  <a:cubicBezTo>
                    <a:pt x="0" y="1575"/>
                    <a:pt x="473" y="2048"/>
                    <a:pt x="1040" y="2048"/>
                  </a:cubicBezTo>
                  <a:cubicBezTo>
                    <a:pt x="1575" y="2048"/>
                    <a:pt x="2048" y="1575"/>
                    <a:pt x="2048" y="1040"/>
                  </a:cubicBezTo>
                  <a:cubicBezTo>
                    <a:pt x="2048" y="441"/>
                    <a:pt x="1575" y="0"/>
                    <a:pt x="10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1" name="Google Shape;3721;p49"/>
            <p:cNvSpPr/>
            <p:nvPr/>
          </p:nvSpPr>
          <p:spPr>
            <a:xfrm>
              <a:off x="-4145800" y="2439650"/>
              <a:ext cx="155975" cy="155200"/>
            </a:xfrm>
            <a:custGeom>
              <a:rect b="b" l="l" r="r" t="t"/>
              <a:pathLst>
                <a:path extrusionOk="0" h="6208" w="6239">
                  <a:moveTo>
                    <a:pt x="3403" y="694"/>
                  </a:moveTo>
                  <a:lnTo>
                    <a:pt x="3403" y="1166"/>
                  </a:lnTo>
                  <a:cubicBezTo>
                    <a:pt x="3403" y="1324"/>
                    <a:pt x="3497" y="1450"/>
                    <a:pt x="3655" y="1481"/>
                  </a:cubicBezTo>
                  <a:cubicBezTo>
                    <a:pt x="3844" y="1576"/>
                    <a:pt x="4033" y="1670"/>
                    <a:pt x="4191" y="1828"/>
                  </a:cubicBezTo>
                  <a:cubicBezTo>
                    <a:pt x="4268" y="1867"/>
                    <a:pt x="4358" y="1894"/>
                    <a:pt x="4445" y="1894"/>
                  </a:cubicBezTo>
                  <a:cubicBezTo>
                    <a:pt x="4499" y="1894"/>
                    <a:pt x="4552" y="1884"/>
                    <a:pt x="4600" y="1859"/>
                  </a:cubicBezTo>
                  <a:lnTo>
                    <a:pt x="4978" y="1607"/>
                  </a:lnTo>
                  <a:lnTo>
                    <a:pt x="5356" y="2206"/>
                  </a:lnTo>
                  <a:lnTo>
                    <a:pt x="4947" y="2458"/>
                  </a:lnTo>
                  <a:cubicBezTo>
                    <a:pt x="4821" y="2521"/>
                    <a:pt x="4789" y="2647"/>
                    <a:pt x="4789" y="2805"/>
                  </a:cubicBezTo>
                  <a:cubicBezTo>
                    <a:pt x="4821" y="3025"/>
                    <a:pt x="4821" y="3183"/>
                    <a:pt x="4789" y="3435"/>
                  </a:cubicBezTo>
                  <a:cubicBezTo>
                    <a:pt x="4758" y="3592"/>
                    <a:pt x="4821" y="3687"/>
                    <a:pt x="4947" y="3781"/>
                  </a:cubicBezTo>
                  <a:lnTo>
                    <a:pt x="5356" y="4033"/>
                  </a:lnTo>
                  <a:lnTo>
                    <a:pt x="4978" y="4600"/>
                  </a:lnTo>
                  <a:lnTo>
                    <a:pt x="4600" y="4380"/>
                  </a:lnTo>
                  <a:cubicBezTo>
                    <a:pt x="4554" y="4345"/>
                    <a:pt x="4503" y="4332"/>
                    <a:pt x="4452" y="4332"/>
                  </a:cubicBezTo>
                  <a:cubicBezTo>
                    <a:pt x="4363" y="4332"/>
                    <a:pt x="4270" y="4372"/>
                    <a:pt x="4191" y="4411"/>
                  </a:cubicBezTo>
                  <a:cubicBezTo>
                    <a:pt x="4033" y="4537"/>
                    <a:pt x="3844" y="4632"/>
                    <a:pt x="3655" y="4726"/>
                  </a:cubicBezTo>
                  <a:cubicBezTo>
                    <a:pt x="3529" y="4758"/>
                    <a:pt x="3403" y="4915"/>
                    <a:pt x="3403" y="5041"/>
                  </a:cubicBezTo>
                  <a:lnTo>
                    <a:pt x="3403" y="5514"/>
                  </a:lnTo>
                  <a:lnTo>
                    <a:pt x="2741" y="5514"/>
                  </a:lnTo>
                  <a:lnTo>
                    <a:pt x="2741" y="5041"/>
                  </a:lnTo>
                  <a:cubicBezTo>
                    <a:pt x="2741" y="4884"/>
                    <a:pt x="2678" y="4758"/>
                    <a:pt x="2521" y="4726"/>
                  </a:cubicBezTo>
                  <a:cubicBezTo>
                    <a:pt x="2300" y="4663"/>
                    <a:pt x="2111" y="4569"/>
                    <a:pt x="1954" y="4411"/>
                  </a:cubicBezTo>
                  <a:cubicBezTo>
                    <a:pt x="1874" y="4372"/>
                    <a:pt x="1782" y="4332"/>
                    <a:pt x="1701" y="4332"/>
                  </a:cubicBezTo>
                  <a:cubicBezTo>
                    <a:pt x="1654" y="4332"/>
                    <a:pt x="1610" y="4345"/>
                    <a:pt x="1576" y="4380"/>
                  </a:cubicBezTo>
                  <a:lnTo>
                    <a:pt x="1166" y="4600"/>
                  </a:lnTo>
                  <a:lnTo>
                    <a:pt x="820" y="4033"/>
                  </a:lnTo>
                  <a:lnTo>
                    <a:pt x="1198" y="3781"/>
                  </a:lnTo>
                  <a:cubicBezTo>
                    <a:pt x="1324" y="3718"/>
                    <a:pt x="1418" y="3592"/>
                    <a:pt x="1355" y="3435"/>
                  </a:cubicBezTo>
                  <a:cubicBezTo>
                    <a:pt x="1324" y="3183"/>
                    <a:pt x="1324" y="3025"/>
                    <a:pt x="1355" y="2805"/>
                  </a:cubicBezTo>
                  <a:cubicBezTo>
                    <a:pt x="1418" y="2647"/>
                    <a:pt x="1324" y="2521"/>
                    <a:pt x="1198" y="2458"/>
                  </a:cubicBezTo>
                  <a:lnTo>
                    <a:pt x="820" y="2206"/>
                  </a:lnTo>
                  <a:lnTo>
                    <a:pt x="1166" y="1607"/>
                  </a:lnTo>
                  <a:lnTo>
                    <a:pt x="1576" y="1859"/>
                  </a:lnTo>
                  <a:cubicBezTo>
                    <a:pt x="1612" y="1884"/>
                    <a:pt x="1657" y="1894"/>
                    <a:pt x="1706" y="1894"/>
                  </a:cubicBezTo>
                  <a:cubicBezTo>
                    <a:pt x="1786" y="1894"/>
                    <a:pt x="1876" y="1867"/>
                    <a:pt x="1954" y="1828"/>
                  </a:cubicBezTo>
                  <a:cubicBezTo>
                    <a:pt x="2111" y="1702"/>
                    <a:pt x="2300" y="1576"/>
                    <a:pt x="2521" y="1481"/>
                  </a:cubicBezTo>
                  <a:cubicBezTo>
                    <a:pt x="2615" y="1450"/>
                    <a:pt x="2741" y="1292"/>
                    <a:pt x="2741" y="1166"/>
                  </a:cubicBezTo>
                  <a:lnTo>
                    <a:pt x="2741" y="694"/>
                  </a:lnTo>
                  <a:close/>
                  <a:moveTo>
                    <a:pt x="2426" y="1"/>
                  </a:moveTo>
                  <a:cubicBezTo>
                    <a:pt x="2237" y="1"/>
                    <a:pt x="2080" y="158"/>
                    <a:pt x="2080" y="347"/>
                  </a:cubicBezTo>
                  <a:lnTo>
                    <a:pt x="2080" y="946"/>
                  </a:lnTo>
                  <a:cubicBezTo>
                    <a:pt x="1954" y="977"/>
                    <a:pt x="1828" y="1072"/>
                    <a:pt x="1765" y="1135"/>
                  </a:cubicBezTo>
                  <a:lnTo>
                    <a:pt x="1261" y="851"/>
                  </a:lnTo>
                  <a:cubicBezTo>
                    <a:pt x="1211" y="831"/>
                    <a:pt x="1158" y="821"/>
                    <a:pt x="1104" y="821"/>
                  </a:cubicBezTo>
                  <a:cubicBezTo>
                    <a:pt x="990" y="821"/>
                    <a:pt x="874" y="870"/>
                    <a:pt x="788" y="977"/>
                  </a:cubicBezTo>
                  <a:lnTo>
                    <a:pt x="126" y="2175"/>
                  </a:lnTo>
                  <a:cubicBezTo>
                    <a:pt x="32" y="2332"/>
                    <a:pt x="63" y="2521"/>
                    <a:pt x="221" y="2647"/>
                  </a:cubicBezTo>
                  <a:lnTo>
                    <a:pt x="757" y="2899"/>
                  </a:lnTo>
                  <a:lnTo>
                    <a:pt x="757" y="3120"/>
                  </a:lnTo>
                  <a:lnTo>
                    <a:pt x="757" y="3309"/>
                  </a:lnTo>
                  <a:lnTo>
                    <a:pt x="221" y="3592"/>
                  </a:lnTo>
                  <a:cubicBezTo>
                    <a:pt x="63" y="3655"/>
                    <a:pt x="0" y="3907"/>
                    <a:pt x="126" y="4065"/>
                  </a:cubicBezTo>
                  <a:lnTo>
                    <a:pt x="788" y="5231"/>
                  </a:lnTo>
                  <a:cubicBezTo>
                    <a:pt x="831" y="5337"/>
                    <a:pt x="960" y="5415"/>
                    <a:pt x="1088" y="5415"/>
                  </a:cubicBezTo>
                  <a:cubicBezTo>
                    <a:pt x="1149" y="5415"/>
                    <a:pt x="1210" y="5397"/>
                    <a:pt x="1261" y="5357"/>
                  </a:cubicBezTo>
                  <a:lnTo>
                    <a:pt x="1765" y="5073"/>
                  </a:lnTo>
                  <a:cubicBezTo>
                    <a:pt x="1891" y="5167"/>
                    <a:pt x="1954" y="5199"/>
                    <a:pt x="2080" y="5262"/>
                  </a:cubicBezTo>
                  <a:lnTo>
                    <a:pt x="2080" y="5861"/>
                  </a:lnTo>
                  <a:cubicBezTo>
                    <a:pt x="2080" y="6050"/>
                    <a:pt x="2237" y="6207"/>
                    <a:pt x="2426" y="6207"/>
                  </a:cubicBezTo>
                  <a:lnTo>
                    <a:pt x="3812" y="6207"/>
                  </a:lnTo>
                  <a:cubicBezTo>
                    <a:pt x="4002" y="6207"/>
                    <a:pt x="4159" y="6050"/>
                    <a:pt x="4159" y="5861"/>
                  </a:cubicBezTo>
                  <a:lnTo>
                    <a:pt x="4159" y="5262"/>
                  </a:lnTo>
                  <a:cubicBezTo>
                    <a:pt x="4285" y="5231"/>
                    <a:pt x="4411" y="5167"/>
                    <a:pt x="4474" y="5073"/>
                  </a:cubicBezTo>
                  <a:lnTo>
                    <a:pt x="4978" y="5357"/>
                  </a:lnTo>
                  <a:cubicBezTo>
                    <a:pt x="5028" y="5376"/>
                    <a:pt x="5084" y="5387"/>
                    <a:pt x="5141" y="5387"/>
                  </a:cubicBezTo>
                  <a:cubicBezTo>
                    <a:pt x="5263" y="5387"/>
                    <a:pt x="5386" y="5338"/>
                    <a:pt x="5451" y="5231"/>
                  </a:cubicBezTo>
                  <a:lnTo>
                    <a:pt x="6144" y="4065"/>
                  </a:lnTo>
                  <a:cubicBezTo>
                    <a:pt x="6207" y="3907"/>
                    <a:pt x="6175" y="3687"/>
                    <a:pt x="6018" y="3592"/>
                  </a:cubicBezTo>
                  <a:lnTo>
                    <a:pt x="5514" y="3309"/>
                  </a:lnTo>
                  <a:lnTo>
                    <a:pt x="5514" y="3120"/>
                  </a:lnTo>
                  <a:lnTo>
                    <a:pt x="5514" y="2899"/>
                  </a:lnTo>
                  <a:lnTo>
                    <a:pt x="6018" y="2647"/>
                  </a:lnTo>
                  <a:cubicBezTo>
                    <a:pt x="6175" y="2521"/>
                    <a:pt x="6238" y="2332"/>
                    <a:pt x="6144" y="2175"/>
                  </a:cubicBezTo>
                  <a:lnTo>
                    <a:pt x="5451" y="977"/>
                  </a:lnTo>
                  <a:cubicBezTo>
                    <a:pt x="5408" y="870"/>
                    <a:pt x="5278" y="807"/>
                    <a:pt x="5149" y="807"/>
                  </a:cubicBezTo>
                  <a:cubicBezTo>
                    <a:pt x="5089" y="807"/>
                    <a:pt x="5029" y="821"/>
                    <a:pt x="4978" y="851"/>
                  </a:cubicBezTo>
                  <a:lnTo>
                    <a:pt x="4474" y="1135"/>
                  </a:lnTo>
                  <a:cubicBezTo>
                    <a:pt x="4348" y="1072"/>
                    <a:pt x="4285" y="1009"/>
                    <a:pt x="4159" y="946"/>
                  </a:cubicBezTo>
                  <a:lnTo>
                    <a:pt x="4159" y="347"/>
                  </a:lnTo>
                  <a:cubicBezTo>
                    <a:pt x="4159" y="158"/>
                    <a:pt x="4002" y="1"/>
                    <a:pt x="381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22" name="Google Shape;3722;p49"/>
          <p:cNvGrpSpPr/>
          <p:nvPr/>
        </p:nvGrpSpPr>
        <p:grpSpPr>
          <a:xfrm>
            <a:off x="5534122" y="2441146"/>
            <a:ext cx="275537" cy="259134"/>
            <a:chOff x="-4211975" y="2783850"/>
            <a:chExt cx="291450" cy="274100"/>
          </a:xfrm>
        </p:grpSpPr>
        <p:sp>
          <p:nvSpPr>
            <p:cNvPr id="3723" name="Google Shape;3723;p49"/>
            <p:cNvSpPr/>
            <p:nvPr/>
          </p:nvSpPr>
          <p:spPr>
            <a:xfrm>
              <a:off x="-4211975" y="2937125"/>
              <a:ext cx="291450" cy="120825"/>
            </a:xfrm>
            <a:custGeom>
              <a:rect b="b" l="l" r="r" t="t"/>
              <a:pathLst>
                <a:path extrusionOk="0" h="4833" w="11658">
                  <a:moveTo>
                    <a:pt x="978" y="706"/>
                  </a:moveTo>
                  <a:cubicBezTo>
                    <a:pt x="1167" y="706"/>
                    <a:pt x="1324" y="863"/>
                    <a:pt x="1324" y="1052"/>
                  </a:cubicBezTo>
                  <a:lnTo>
                    <a:pt x="1324" y="3762"/>
                  </a:lnTo>
                  <a:cubicBezTo>
                    <a:pt x="1324" y="3982"/>
                    <a:pt x="1167" y="4140"/>
                    <a:pt x="978" y="4140"/>
                  </a:cubicBezTo>
                  <a:lnTo>
                    <a:pt x="631" y="4140"/>
                  </a:lnTo>
                  <a:lnTo>
                    <a:pt x="631" y="706"/>
                  </a:lnTo>
                  <a:close/>
                  <a:moveTo>
                    <a:pt x="3866" y="717"/>
                  </a:moveTo>
                  <a:cubicBezTo>
                    <a:pt x="4374" y="717"/>
                    <a:pt x="4886" y="859"/>
                    <a:pt x="5325" y="1147"/>
                  </a:cubicBezTo>
                  <a:cubicBezTo>
                    <a:pt x="5672" y="1367"/>
                    <a:pt x="5703" y="1399"/>
                    <a:pt x="5829" y="1399"/>
                  </a:cubicBezTo>
                  <a:lnTo>
                    <a:pt x="7247" y="1399"/>
                  </a:lnTo>
                  <a:cubicBezTo>
                    <a:pt x="7436" y="1399"/>
                    <a:pt x="7594" y="1556"/>
                    <a:pt x="7594" y="1777"/>
                  </a:cubicBezTo>
                  <a:cubicBezTo>
                    <a:pt x="7594" y="1966"/>
                    <a:pt x="7436" y="2124"/>
                    <a:pt x="7247" y="2124"/>
                  </a:cubicBezTo>
                  <a:lnTo>
                    <a:pt x="4758" y="2124"/>
                  </a:lnTo>
                  <a:cubicBezTo>
                    <a:pt x="4380" y="2124"/>
                    <a:pt x="4034" y="2344"/>
                    <a:pt x="3845" y="2659"/>
                  </a:cubicBezTo>
                  <a:cubicBezTo>
                    <a:pt x="3782" y="2817"/>
                    <a:pt x="3845" y="3069"/>
                    <a:pt x="4002" y="3132"/>
                  </a:cubicBezTo>
                  <a:cubicBezTo>
                    <a:pt x="4045" y="3158"/>
                    <a:pt x="4096" y="3169"/>
                    <a:pt x="4148" y="3169"/>
                  </a:cubicBezTo>
                  <a:cubicBezTo>
                    <a:pt x="4284" y="3169"/>
                    <a:pt x="4429" y="3088"/>
                    <a:pt x="4475" y="2974"/>
                  </a:cubicBezTo>
                  <a:cubicBezTo>
                    <a:pt x="4538" y="2848"/>
                    <a:pt x="4632" y="2785"/>
                    <a:pt x="4790" y="2785"/>
                  </a:cubicBezTo>
                  <a:lnTo>
                    <a:pt x="7562" y="2785"/>
                  </a:lnTo>
                  <a:cubicBezTo>
                    <a:pt x="7783" y="2785"/>
                    <a:pt x="8003" y="2722"/>
                    <a:pt x="8192" y="2596"/>
                  </a:cubicBezTo>
                  <a:lnTo>
                    <a:pt x="10555" y="769"/>
                  </a:lnTo>
                  <a:cubicBezTo>
                    <a:pt x="10603" y="747"/>
                    <a:pt x="10649" y="737"/>
                    <a:pt x="10693" y="737"/>
                  </a:cubicBezTo>
                  <a:cubicBezTo>
                    <a:pt x="10969" y="737"/>
                    <a:pt x="11146" y="1123"/>
                    <a:pt x="10902" y="1367"/>
                  </a:cubicBezTo>
                  <a:cubicBezTo>
                    <a:pt x="10844" y="1406"/>
                    <a:pt x="10817" y="1419"/>
                    <a:pt x="10805" y="1419"/>
                  </a:cubicBezTo>
                  <a:cubicBezTo>
                    <a:pt x="10780" y="1419"/>
                    <a:pt x="10836" y="1354"/>
                    <a:pt x="10826" y="1354"/>
                  </a:cubicBezTo>
                  <a:cubicBezTo>
                    <a:pt x="10804" y="1354"/>
                    <a:pt x="10447" y="1686"/>
                    <a:pt x="8066" y="3856"/>
                  </a:cubicBezTo>
                  <a:cubicBezTo>
                    <a:pt x="7877" y="4014"/>
                    <a:pt x="7625" y="4140"/>
                    <a:pt x="7373" y="4140"/>
                  </a:cubicBezTo>
                  <a:lnTo>
                    <a:pt x="3435" y="4140"/>
                  </a:lnTo>
                  <a:cubicBezTo>
                    <a:pt x="2962" y="4140"/>
                    <a:pt x="2490" y="4014"/>
                    <a:pt x="2049" y="3825"/>
                  </a:cubicBezTo>
                  <a:lnTo>
                    <a:pt x="2049" y="1399"/>
                  </a:lnTo>
                  <a:lnTo>
                    <a:pt x="2332" y="1210"/>
                  </a:lnTo>
                  <a:cubicBezTo>
                    <a:pt x="2774" y="883"/>
                    <a:pt x="3318" y="717"/>
                    <a:pt x="3866" y="717"/>
                  </a:cubicBezTo>
                  <a:close/>
                  <a:moveTo>
                    <a:pt x="3817" y="0"/>
                  </a:moveTo>
                  <a:cubicBezTo>
                    <a:pt x="3151" y="0"/>
                    <a:pt x="2491" y="205"/>
                    <a:pt x="1923" y="611"/>
                  </a:cubicBezTo>
                  <a:cubicBezTo>
                    <a:pt x="1765" y="265"/>
                    <a:pt x="1419" y="13"/>
                    <a:pt x="1009" y="13"/>
                  </a:cubicBezTo>
                  <a:lnTo>
                    <a:pt x="348" y="13"/>
                  </a:lnTo>
                  <a:cubicBezTo>
                    <a:pt x="159" y="13"/>
                    <a:pt x="1" y="170"/>
                    <a:pt x="1" y="391"/>
                  </a:cubicBezTo>
                  <a:lnTo>
                    <a:pt x="1" y="4486"/>
                  </a:lnTo>
                  <a:cubicBezTo>
                    <a:pt x="1" y="4675"/>
                    <a:pt x="159" y="4833"/>
                    <a:pt x="348" y="4833"/>
                  </a:cubicBezTo>
                  <a:lnTo>
                    <a:pt x="1009" y="4833"/>
                  </a:lnTo>
                  <a:cubicBezTo>
                    <a:pt x="1324" y="4833"/>
                    <a:pt x="1608" y="4675"/>
                    <a:pt x="1797" y="4486"/>
                  </a:cubicBezTo>
                  <a:cubicBezTo>
                    <a:pt x="2332" y="4707"/>
                    <a:pt x="2868" y="4833"/>
                    <a:pt x="3435" y="4833"/>
                  </a:cubicBezTo>
                  <a:lnTo>
                    <a:pt x="7373" y="4833"/>
                  </a:lnTo>
                  <a:cubicBezTo>
                    <a:pt x="7783" y="4833"/>
                    <a:pt x="8192" y="4675"/>
                    <a:pt x="8507" y="4392"/>
                  </a:cubicBezTo>
                  <a:cubicBezTo>
                    <a:pt x="8539" y="4392"/>
                    <a:pt x="11217" y="1903"/>
                    <a:pt x="11248" y="1872"/>
                  </a:cubicBezTo>
                  <a:cubicBezTo>
                    <a:pt x="11406" y="1809"/>
                    <a:pt x="11658" y="1493"/>
                    <a:pt x="11658" y="1084"/>
                  </a:cubicBezTo>
                  <a:cubicBezTo>
                    <a:pt x="11658" y="454"/>
                    <a:pt x="11185" y="44"/>
                    <a:pt x="10618" y="44"/>
                  </a:cubicBezTo>
                  <a:cubicBezTo>
                    <a:pt x="10303" y="44"/>
                    <a:pt x="10051" y="202"/>
                    <a:pt x="9925" y="296"/>
                  </a:cubicBezTo>
                  <a:lnTo>
                    <a:pt x="8192" y="1619"/>
                  </a:lnTo>
                  <a:cubicBezTo>
                    <a:pt x="8098" y="1084"/>
                    <a:pt x="7688" y="706"/>
                    <a:pt x="7153" y="706"/>
                  </a:cubicBezTo>
                  <a:lnTo>
                    <a:pt x="5861" y="706"/>
                  </a:lnTo>
                  <a:lnTo>
                    <a:pt x="5640" y="548"/>
                  </a:lnTo>
                  <a:cubicBezTo>
                    <a:pt x="5075" y="182"/>
                    <a:pt x="4444" y="0"/>
                    <a:pt x="381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4" name="Google Shape;3724;p49"/>
            <p:cNvSpPr/>
            <p:nvPr/>
          </p:nvSpPr>
          <p:spPr>
            <a:xfrm>
              <a:off x="-4109575" y="2783850"/>
              <a:ext cx="153625" cy="154400"/>
            </a:xfrm>
            <a:custGeom>
              <a:rect b="b" l="l" r="r" t="t"/>
              <a:pathLst>
                <a:path extrusionOk="0" h="6176" w="6145">
                  <a:moveTo>
                    <a:pt x="3057" y="693"/>
                  </a:moveTo>
                  <a:cubicBezTo>
                    <a:pt x="4411" y="693"/>
                    <a:pt x="5482" y="1765"/>
                    <a:pt x="5482" y="3088"/>
                  </a:cubicBezTo>
                  <a:cubicBezTo>
                    <a:pt x="5482" y="4442"/>
                    <a:pt x="4411" y="5482"/>
                    <a:pt x="3057" y="5482"/>
                  </a:cubicBezTo>
                  <a:cubicBezTo>
                    <a:pt x="1733" y="5482"/>
                    <a:pt x="662" y="4442"/>
                    <a:pt x="662" y="3088"/>
                  </a:cubicBezTo>
                  <a:cubicBezTo>
                    <a:pt x="662" y="1765"/>
                    <a:pt x="1733" y="693"/>
                    <a:pt x="3057" y="693"/>
                  </a:cubicBezTo>
                  <a:close/>
                  <a:moveTo>
                    <a:pt x="3057" y="0"/>
                  </a:moveTo>
                  <a:cubicBezTo>
                    <a:pt x="1387" y="0"/>
                    <a:pt x="1" y="1387"/>
                    <a:pt x="1" y="3088"/>
                  </a:cubicBezTo>
                  <a:cubicBezTo>
                    <a:pt x="1" y="4789"/>
                    <a:pt x="1387" y="6175"/>
                    <a:pt x="3057" y="6175"/>
                  </a:cubicBezTo>
                  <a:cubicBezTo>
                    <a:pt x="4758" y="6175"/>
                    <a:pt x="6144" y="4789"/>
                    <a:pt x="6144" y="3088"/>
                  </a:cubicBezTo>
                  <a:cubicBezTo>
                    <a:pt x="6144" y="1387"/>
                    <a:pt x="4758" y="0"/>
                    <a:pt x="305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5" name="Google Shape;3725;p49"/>
            <p:cNvSpPr/>
            <p:nvPr/>
          </p:nvSpPr>
          <p:spPr>
            <a:xfrm>
              <a:off x="-4074925" y="2818500"/>
              <a:ext cx="84300" cy="85100"/>
            </a:xfrm>
            <a:custGeom>
              <a:rect b="b" l="l" r="r" t="t"/>
              <a:pathLst>
                <a:path extrusionOk="0" h="3404" w="3372">
                  <a:moveTo>
                    <a:pt x="1671" y="631"/>
                  </a:moveTo>
                  <a:cubicBezTo>
                    <a:pt x="2238" y="631"/>
                    <a:pt x="2710" y="1103"/>
                    <a:pt x="2710" y="1670"/>
                  </a:cubicBezTo>
                  <a:cubicBezTo>
                    <a:pt x="2710" y="2206"/>
                    <a:pt x="2238" y="2678"/>
                    <a:pt x="1671" y="2678"/>
                  </a:cubicBezTo>
                  <a:cubicBezTo>
                    <a:pt x="1135" y="2678"/>
                    <a:pt x="662" y="2206"/>
                    <a:pt x="662" y="1670"/>
                  </a:cubicBezTo>
                  <a:cubicBezTo>
                    <a:pt x="662" y="1103"/>
                    <a:pt x="1135" y="631"/>
                    <a:pt x="1671" y="631"/>
                  </a:cubicBezTo>
                  <a:close/>
                  <a:moveTo>
                    <a:pt x="1671" y="1"/>
                  </a:moveTo>
                  <a:cubicBezTo>
                    <a:pt x="725" y="1"/>
                    <a:pt x="1" y="757"/>
                    <a:pt x="1" y="1702"/>
                  </a:cubicBezTo>
                  <a:cubicBezTo>
                    <a:pt x="1" y="2647"/>
                    <a:pt x="725" y="3403"/>
                    <a:pt x="1671" y="3403"/>
                  </a:cubicBezTo>
                  <a:cubicBezTo>
                    <a:pt x="2616" y="3403"/>
                    <a:pt x="3372" y="2647"/>
                    <a:pt x="3372" y="1702"/>
                  </a:cubicBezTo>
                  <a:cubicBezTo>
                    <a:pt x="3372" y="757"/>
                    <a:pt x="2616" y="1"/>
                    <a:pt x="167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26" name="Google Shape;3726;p49"/>
          <p:cNvSpPr/>
          <p:nvPr/>
        </p:nvSpPr>
        <p:spPr>
          <a:xfrm>
            <a:off x="4665724" y="1995729"/>
            <a:ext cx="261379" cy="277026"/>
          </a:xfrm>
          <a:custGeom>
            <a:rect b="b" l="l" r="r" t="t"/>
            <a:pathLst>
              <a:path extrusionOk="0" h="11721" w="11059">
                <a:moveTo>
                  <a:pt x="1418" y="693"/>
                </a:moveTo>
                <a:lnTo>
                  <a:pt x="1418" y="1387"/>
                </a:lnTo>
                <a:lnTo>
                  <a:pt x="725" y="1387"/>
                </a:lnTo>
                <a:lnTo>
                  <a:pt x="725" y="693"/>
                </a:lnTo>
                <a:close/>
                <a:moveTo>
                  <a:pt x="9011" y="693"/>
                </a:moveTo>
                <a:lnTo>
                  <a:pt x="9011" y="1387"/>
                </a:lnTo>
                <a:lnTo>
                  <a:pt x="8349" y="1387"/>
                </a:lnTo>
                <a:lnTo>
                  <a:pt x="8349" y="693"/>
                </a:lnTo>
                <a:close/>
                <a:moveTo>
                  <a:pt x="7656" y="1324"/>
                </a:moveTo>
                <a:lnTo>
                  <a:pt x="7656" y="1670"/>
                </a:lnTo>
                <a:cubicBezTo>
                  <a:pt x="7656" y="1891"/>
                  <a:pt x="7813" y="2048"/>
                  <a:pt x="8034" y="2048"/>
                </a:cubicBezTo>
                <a:lnTo>
                  <a:pt x="8381" y="2048"/>
                </a:lnTo>
                <a:lnTo>
                  <a:pt x="8381" y="4222"/>
                </a:lnTo>
                <a:cubicBezTo>
                  <a:pt x="8255" y="4253"/>
                  <a:pt x="8160" y="4316"/>
                  <a:pt x="8034" y="4411"/>
                </a:cubicBezTo>
                <a:cubicBezTo>
                  <a:pt x="7845" y="4243"/>
                  <a:pt x="7614" y="4159"/>
                  <a:pt x="7369" y="4159"/>
                </a:cubicBezTo>
                <a:cubicBezTo>
                  <a:pt x="7246" y="4159"/>
                  <a:pt x="7120" y="4180"/>
                  <a:pt x="6994" y="4222"/>
                </a:cubicBezTo>
                <a:lnTo>
                  <a:pt x="6994" y="3088"/>
                </a:lnTo>
                <a:cubicBezTo>
                  <a:pt x="6994" y="2552"/>
                  <a:pt x="6522" y="2080"/>
                  <a:pt x="5986" y="2080"/>
                </a:cubicBezTo>
                <a:cubicBezTo>
                  <a:pt x="5419" y="2080"/>
                  <a:pt x="4947" y="2552"/>
                  <a:pt x="4947" y="3088"/>
                </a:cubicBezTo>
                <a:lnTo>
                  <a:pt x="4947" y="6459"/>
                </a:lnTo>
                <a:lnTo>
                  <a:pt x="4789" y="6301"/>
                </a:lnTo>
                <a:cubicBezTo>
                  <a:pt x="4600" y="6097"/>
                  <a:pt x="4340" y="5994"/>
                  <a:pt x="4076" y="5994"/>
                </a:cubicBezTo>
                <a:cubicBezTo>
                  <a:pt x="3812" y="5994"/>
                  <a:pt x="3545" y="6097"/>
                  <a:pt x="3340" y="6301"/>
                </a:cubicBezTo>
                <a:cubicBezTo>
                  <a:pt x="2962" y="6679"/>
                  <a:pt x="2962" y="7341"/>
                  <a:pt x="3340" y="7751"/>
                </a:cubicBezTo>
                <a:lnTo>
                  <a:pt x="3812" y="8223"/>
                </a:lnTo>
                <a:lnTo>
                  <a:pt x="2111" y="8223"/>
                </a:lnTo>
                <a:lnTo>
                  <a:pt x="2111" y="7908"/>
                </a:lnTo>
                <a:cubicBezTo>
                  <a:pt x="2111" y="7719"/>
                  <a:pt x="1954" y="7561"/>
                  <a:pt x="1765" y="7561"/>
                </a:cubicBezTo>
                <a:lnTo>
                  <a:pt x="1418" y="7561"/>
                </a:lnTo>
                <a:lnTo>
                  <a:pt x="1418" y="2048"/>
                </a:lnTo>
                <a:lnTo>
                  <a:pt x="1765" y="2048"/>
                </a:lnTo>
                <a:cubicBezTo>
                  <a:pt x="1954" y="2048"/>
                  <a:pt x="2111" y="1891"/>
                  <a:pt x="2111" y="1670"/>
                </a:cubicBezTo>
                <a:lnTo>
                  <a:pt x="2111" y="1324"/>
                </a:lnTo>
                <a:close/>
                <a:moveTo>
                  <a:pt x="1418" y="8255"/>
                </a:moveTo>
                <a:lnTo>
                  <a:pt x="1418" y="8948"/>
                </a:lnTo>
                <a:lnTo>
                  <a:pt x="725" y="8948"/>
                </a:lnTo>
                <a:lnTo>
                  <a:pt x="725" y="8255"/>
                </a:lnTo>
                <a:close/>
                <a:moveTo>
                  <a:pt x="5955" y="2836"/>
                </a:moveTo>
                <a:cubicBezTo>
                  <a:pt x="6144" y="2836"/>
                  <a:pt x="6301" y="2993"/>
                  <a:pt x="6301" y="3182"/>
                </a:cubicBezTo>
                <a:lnTo>
                  <a:pt x="6301" y="6616"/>
                </a:lnTo>
                <a:cubicBezTo>
                  <a:pt x="6301" y="6805"/>
                  <a:pt x="6459" y="6963"/>
                  <a:pt x="6648" y="6963"/>
                </a:cubicBezTo>
                <a:cubicBezTo>
                  <a:pt x="6837" y="6963"/>
                  <a:pt x="6994" y="6805"/>
                  <a:pt x="6994" y="6616"/>
                </a:cubicBezTo>
                <a:lnTo>
                  <a:pt x="6994" y="5230"/>
                </a:lnTo>
                <a:cubicBezTo>
                  <a:pt x="6994" y="5041"/>
                  <a:pt x="7152" y="4884"/>
                  <a:pt x="7372" y="4884"/>
                </a:cubicBezTo>
                <a:cubicBezTo>
                  <a:pt x="7561" y="4884"/>
                  <a:pt x="7719" y="5041"/>
                  <a:pt x="7719" y="5230"/>
                </a:cubicBezTo>
                <a:lnTo>
                  <a:pt x="7719" y="6616"/>
                </a:lnTo>
                <a:cubicBezTo>
                  <a:pt x="7719" y="6805"/>
                  <a:pt x="7876" y="6963"/>
                  <a:pt x="8066" y="6963"/>
                </a:cubicBezTo>
                <a:cubicBezTo>
                  <a:pt x="8255" y="6963"/>
                  <a:pt x="8412" y="6805"/>
                  <a:pt x="8412" y="6616"/>
                </a:cubicBezTo>
                <a:lnTo>
                  <a:pt x="8412" y="5230"/>
                </a:lnTo>
                <a:cubicBezTo>
                  <a:pt x="8412" y="5041"/>
                  <a:pt x="8570" y="4884"/>
                  <a:pt x="8790" y="4884"/>
                </a:cubicBezTo>
                <a:cubicBezTo>
                  <a:pt x="8979" y="4884"/>
                  <a:pt x="9137" y="5041"/>
                  <a:pt x="9137" y="5230"/>
                </a:cubicBezTo>
                <a:lnTo>
                  <a:pt x="9137" y="6616"/>
                </a:lnTo>
                <a:cubicBezTo>
                  <a:pt x="9137" y="6805"/>
                  <a:pt x="9294" y="6963"/>
                  <a:pt x="9483" y="6963"/>
                </a:cubicBezTo>
                <a:cubicBezTo>
                  <a:pt x="9672" y="6963"/>
                  <a:pt x="9830" y="6805"/>
                  <a:pt x="9830" y="6616"/>
                </a:cubicBezTo>
                <a:lnTo>
                  <a:pt x="9830" y="5955"/>
                </a:lnTo>
                <a:cubicBezTo>
                  <a:pt x="9704" y="5703"/>
                  <a:pt x="9861" y="5545"/>
                  <a:pt x="10019" y="5545"/>
                </a:cubicBezTo>
                <a:cubicBezTo>
                  <a:pt x="10239" y="5545"/>
                  <a:pt x="10397" y="5703"/>
                  <a:pt x="10397" y="5892"/>
                </a:cubicBezTo>
                <a:lnTo>
                  <a:pt x="10397" y="7057"/>
                </a:lnTo>
                <a:cubicBezTo>
                  <a:pt x="10397" y="8003"/>
                  <a:pt x="10176" y="8885"/>
                  <a:pt x="9830" y="9672"/>
                </a:cubicBezTo>
                <a:lnTo>
                  <a:pt x="6144" y="9672"/>
                </a:lnTo>
                <a:lnTo>
                  <a:pt x="3812" y="7372"/>
                </a:lnTo>
                <a:cubicBezTo>
                  <a:pt x="3686" y="7246"/>
                  <a:pt x="3686" y="6994"/>
                  <a:pt x="3812" y="6900"/>
                </a:cubicBezTo>
                <a:cubicBezTo>
                  <a:pt x="3875" y="6837"/>
                  <a:pt x="3962" y="6805"/>
                  <a:pt x="4049" y="6805"/>
                </a:cubicBezTo>
                <a:cubicBezTo>
                  <a:pt x="4135" y="6805"/>
                  <a:pt x="4222" y="6837"/>
                  <a:pt x="4285" y="6900"/>
                </a:cubicBezTo>
                <a:lnTo>
                  <a:pt x="5010" y="7593"/>
                </a:lnTo>
                <a:cubicBezTo>
                  <a:pt x="5075" y="7659"/>
                  <a:pt x="5163" y="7690"/>
                  <a:pt x="5251" y="7690"/>
                </a:cubicBezTo>
                <a:cubicBezTo>
                  <a:pt x="5415" y="7690"/>
                  <a:pt x="5577" y="7578"/>
                  <a:pt x="5577" y="7372"/>
                </a:cubicBezTo>
                <a:lnTo>
                  <a:pt x="5577" y="3182"/>
                </a:lnTo>
                <a:cubicBezTo>
                  <a:pt x="5577" y="2993"/>
                  <a:pt x="5734" y="2836"/>
                  <a:pt x="5955" y="2836"/>
                </a:cubicBezTo>
                <a:close/>
                <a:moveTo>
                  <a:pt x="9672" y="10302"/>
                </a:moveTo>
                <a:lnTo>
                  <a:pt x="9672" y="10680"/>
                </a:lnTo>
                <a:cubicBezTo>
                  <a:pt x="9704" y="10869"/>
                  <a:pt x="9546" y="11027"/>
                  <a:pt x="9357" y="11027"/>
                </a:cubicBezTo>
                <a:lnTo>
                  <a:pt x="6616" y="11027"/>
                </a:lnTo>
                <a:cubicBezTo>
                  <a:pt x="6396" y="11027"/>
                  <a:pt x="6238" y="10869"/>
                  <a:pt x="6238" y="10680"/>
                </a:cubicBezTo>
                <a:lnTo>
                  <a:pt x="6238" y="10302"/>
                </a:lnTo>
                <a:close/>
                <a:moveTo>
                  <a:pt x="347" y="0"/>
                </a:moveTo>
                <a:cubicBezTo>
                  <a:pt x="158" y="0"/>
                  <a:pt x="0" y="158"/>
                  <a:pt x="0" y="347"/>
                </a:cubicBezTo>
                <a:lnTo>
                  <a:pt x="0" y="1733"/>
                </a:lnTo>
                <a:cubicBezTo>
                  <a:pt x="0" y="1922"/>
                  <a:pt x="158" y="2080"/>
                  <a:pt x="347" y="2080"/>
                </a:cubicBezTo>
                <a:lnTo>
                  <a:pt x="693" y="2080"/>
                </a:lnTo>
                <a:lnTo>
                  <a:pt x="693" y="7593"/>
                </a:lnTo>
                <a:lnTo>
                  <a:pt x="347" y="7593"/>
                </a:lnTo>
                <a:cubicBezTo>
                  <a:pt x="158" y="7593"/>
                  <a:pt x="0" y="7751"/>
                  <a:pt x="0" y="7940"/>
                </a:cubicBezTo>
                <a:lnTo>
                  <a:pt x="0" y="9326"/>
                </a:lnTo>
                <a:cubicBezTo>
                  <a:pt x="0" y="9515"/>
                  <a:pt x="158" y="9672"/>
                  <a:pt x="347" y="9672"/>
                </a:cubicBezTo>
                <a:lnTo>
                  <a:pt x="1733" y="9672"/>
                </a:lnTo>
                <a:cubicBezTo>
                  <a:pt x="1922" y="9672"/>
                  <a:pt x="2080" y="9515"/>
                  <a:pt x="2080" y="9326"/>
                </a:cubicBezTo>
                <a:lnTo>
                  <a:pt x="2080" y="8979"/>
                </a:lnTo>
                <a:lnTo>
                  <a:pt x="4442" y="8979"/>
                </a:lnTo>
                <a:lnTo>
                  <a:pt x="5577" y="10113"/>
                </a:lnTo>
                <a:lnTo>
                  <a:pt x="5577" y="10712"/>
                </a:lnTo>
                <a:cubicBezTo>
                  <a:pt x="5577" y="11248"/>
                  <a:pt x="6049" y="11720"/>
                  <a:pt x="6616" y="11720"/>
                </a:cubicBezTo>
                <a:lnTo>
                  <a:pt x="9357" y="11720"/>
                </a:lnTo>
                <a:cubicBezTo>
                  <a:pt x="9924" y="11720"/>
                  <a:pt x="10397" y="11248"/>
                  <a:pt x="10397" y="10712"/>
                </a:cubicBezTo>
                <a:lnTo>
                  <a:pt x="10397" y="10113"/>
                </a:lnTo>
                <a:cubicBezTo>
                  <a:pt x="10806" y="9200"/>
                  <a:pt x="11058" y="8160"/>
                  <a:pt x="11058" y="7026"/>
                </a:cubicBezTo>
                <a:lnTo>
                  <a:pt x="11058" y="5892"/>
                </a:lnTo>
                <a:cubicBezTo>
                  <a:pt x="11058" y="5325"/>
                  <a:pt x="10617" y="4884"/>
                  <a:pt x="10019" y="4884"/>
                </a:cubicBezTo>
                <a:cubicBezTo>
                  <a:pt x="9924" y="4884"/>
                  <a:pt x="9767" y="4915"/>
                  <a:pt x="9641" y="4947"/>
                </a:cubicBezTo>
                <a:cubicBezTo>
                  <a:pt x="9546" y="4632"/>
                  <a:pt x="9326" y="4379"/>
                  <a:pt x="9011" y="4253"/>
                </a:cubicBezTo>
                <a:lnTo>
                  <a:pt x="9011" y="2080"/>
                </a:lnTo>
                <a:lnTo>
                  <a:pt x="9357" y="2080"/>
                </a:lnTo>
                <a:cubicBezTo>
                  <a:pt x="9546" y="2080"/>
                  <a:pt x="9735" y="1922"/>
                  <a:pt x="9735" y="1733"/>
                </a:cubicBezTo>
                <a:lnTo>
                  <a:pt x="9735" y="347"/>
                </a:lnTo>
                <a:cubicBezTo>
                  <a:pt x="9735" y="158"/>
                  <a:pt x="9546" y="0"/>
                  <a:pt x="9357" y="0"/>
                </a:cubicBezTo>
                <a:lnTo>
                  <a:pt x="7971" y="0"/>
                </a:lnTo>
                <a:cubicBezTo>
                  <a:pt x="7782" y="0"/>
                  <a:pt x="7624" y="158"/>
                  <a:pt x="7624" y="347"/>
                </a:cubicBezTo>
                <a:lnTo>
                  <a:pt x="7624" y="693"/>
                </a:lnTo>
                <a:lnTo>
                  <a:pt x="2080" y="693"/>
                </a:lnTo>
                <a:lnTo>
                  <a:pt x="2080" y="347"/>
                </a:lnTo>
                <a:cubicBezTo>
                  <a:pt x="2080" y="158"/>
                  <a:pt x="1922" y="0"/>
                  <a:pt x="17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27" name="Google Shape;3727;p49"/>
          <p:cNvGrpSpPr/>
          <p:nvPr/>
        </p:nvGrpSpPr>
        <p:grpSpPr>
          <a:xfrm>
            <a:off x="2461926" y="2432944"/>
            <a:ext cx="275537" cy="275537"/>
            <a:chOff x="-2419325" y="2408150"/>
            <a:chExt cx="291450" cy="291450"/>
          </a:xfrm>
        </p:grpSpPr>
        <p:sp>
          <p:nvSpPr>
            <p:cNvPr id="3728" name="Google Shape;3728;p49"/>
            <p:cNvSpPr/>
            <p:nvPr/>
          </p:nvSpPr>
          <p:spPr>
            <a:xfrm>
              <a:off x="-2419325" y="2408150"/>
              <a:ext cx="291450" cy="291450"/>
            </a:xfrm>
            <a:custGeom>
              <a:rect b="b" l="l" r="r" t="t"/>
              <a:pathLst>
                <a:path extrusionOk="0" h="11658" w="11658">
                  <a:moveTo>
                    <a:pt x="8948" y="725"/>
                  </a:moveTo>
                  <a:lnTo>
                    <a:pt x="8948" y="2489"/>
                  </a:lnTo>
                  <a:lnTo>
                    <a:pt x="8948" y="10366"/>
                  </a:lnTo>
                  <a:cubicBezTo>
                    <a:pt x="8948" y="10586"/>
                    <a:pt x="9011" y="10838"/>
                    <a:pt x="9137" y="11027"/>
                  </a:cubicBezTo>
                  <a:lnTo>
                    <a:pt x="1733" y="11027"/>
                  </a:lnTo>
                  <a:cubicBezTo>
                    <a:pt x="1134" y="11027"/>
                    <a:pt x="662" y="10586"/>
                    <a:pt x="662" y="10019"/>
                  </a:cubicBezTo>
                  <a:lnTo>
                    <a:pt x="662" y="725"/>
                  </a:lnTo>
                  <a:close/>
                  <a:moveTo>
                    <a:pt x="11027" y="2836"/>
                  </a:moveTo>
                  <a:lnTo>
                    <a:pt x="11027" y="10366"/>
                  </a:lnTo>
                  <a:lnTo>
                    <a:pt x="10995" y="10366"/>
                  </a:lnTo>
                  <a:cubicBezTo>
                    <a:pt x="10995" y="10744"/>
                    <a:pt x="10680" y="11027"/>
                    <a:pt x="10334" y="11027"/>
                  </a:cubicBezTo>
                  <a:cubicBezTo>
                    <a:pt x="9987" y="11027"/>
                    <a:pt x="9672" y="10712"/>
                    <a:pt x="9672" y="10366"/>
                  </a:cubicBezTo>
                  <a:lnTo>
                    <a:pt x="9672" y="2836"/>
                  </a:lnTo>
                  <a:close/>
                  <a:moveTo>
                    <a:pt x="347" y="1"/>
                  </a:moveTo>
                  <a:cubicBezTo>
                    <a:pt x="158" y="1"/>
                    <a:pt x="0" y="158"/>
                    <a:pt x="0" y="347"/>
                  </a:cubicBezTo>
                  <a:lnTo>
                    <a:pt x="0" y="9956"/>
                  </a:lnTo>
                  <a:cubicBezTo>
                    <a:pt x="0" y="10901"/>
                    <a:pt x="756" y="11657"/>
                    <a:pt x="1702" y="11657"/>
                  </a:cubicBezTo>
                  <a:lnTo>
                    <a:pt x="10302" y="11657"/>
                  </a:lnTo>
                  <a:cubicBezTo>
                    <a:pt x="11027" y="11657"/>
                    <a:pt x="11657" y="11027"/>
                    <a:pt x="11657" y="10271"/>
                  </a:cubicBezTo>
                  <a:lnTo>
                    <a:pt x="11657" y="2395"/>
                  </a:lnTo>
                  <a:cubicBezTo>
                    <a:pt x="11657" y="2300"/>
                    <a:pt x="11500" y="2143"/>
                    <a:pt x="11342" y="2143"/>
                  </a:cubicBezTo>
                  <a:lnTo>
                    <a:pt x="9641" y="2143"/>
                  </a:lnTo>
                  <a:lnTo>
                    <a:pt x="9641" y="347"/>
                  </a:lnTo>
                  <a:cubicBezTo>
                    <a:pt x="9641" y="158"/>
                    <a:pt x="9483" y="1"/>
                    <a:pt x="929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9" name="Google Shape;3729;p49"/>
            <p:cNvSpPr/>
            <p:nvPr/>
          </p:nvSpPr>
          <p:spPr>
            <a:xfrm>
              <a:off x="-2385475" y="2444375"/>
              <a:ext cx="173325" cy="86675"/>
            </a:xfrm>
            <a:custGeom>
              <a:rect b="b" l="l" r="r" t="t"/>
              <a:pathLst>
                <a:path extrusionOk="0" h="3467" w="6933">
                  <a:moveTo>
                    <a:pt x="6207" y="694"/>
                  </a:moveTo>
                  <a:lnTo>
                    <a:pt x="6207" y="2742"/>
                  </a:lnTo>
                  <a:lnTo>
                    <a:pt x="694" y="2742"/>
                  </a:lnTo>
                  <a:lnTo>
                    <a:pt x="694" y="694"/>
                  </a:lnTo>
                  <a:close/>
                  <a:moveTo>
                    <a:pt x="348" y="1"/>
                  </a:moveTo>
                  <a:cubicBezTo>
                    <a:pt x="159" y="1"/>
                    <a:pt x="1" y="158"/>
                    <a:pt x="1" y="379"/>
                  </a:cubicBezTo>
                  <a:lnTo>
                    <a:pt x="1" y="3120"/>
                  </a:lnTo>
                  <a:cubicBezTo>
                    <a:pt x="1" y="3309"/>
                    <a:pt x="159" y="3466"/>
                    <a:pt x="348" y="3466"/>
                  </a:cubicBezTo>
                  <a:lnTo>
                    <a:pt x="6554" y="3466"/>
                  </a:lnTo>
                  <a:cubicBezTo>
                    <a:pt x="6775" y="3466"/>
                    <a:pt x="6932" y="3309"/>
                    <a:pt x="6932" y="3120"/>
                  </a:cubicBezTo>
                  <a:lnTo>
                    <a:pt x="6932" y="379"/>
                  </a:lnTo>
                  <a:cubicBezTo>
                    <a:pt x="6869" y="158"/>
                    <a:pt x="6712" y="1"/>
                    <a:pt x="655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0" name="Google Shape;3730;p49"/>
            <p:cNvSpPr/>
            <p:nvPr/>
          </p:nvSpPr>
          <p:spPr>
            <a:xfrm>
              <a:off x="-2385475" y="2545975"/>
              <a:ext cx="86675" cy="86675"/>
            </a:xfrm>
            <a:custGeom>
              <a:rect b="b" l="l" r="r" t="t"/>
              <a:pathLst>
                <a:path extrusionOk="0" h="3467" w="3467">
                  <a:moveTo>
                    <a:pt x="2742" y="757"/>
                  </a:moveTo>
                  <a:lnTo>
                    <a:pt x="2742" y="2805"/>
                  </a:lnTo>
                  <a:lnTo>
                    <a:pt x="694" y="2805"/>
                  </a:lnTo>
                  <a:lnTo>
                    <a:pt x="694" y="757"/>
                  </a:lnTo>
                  <a:close/>
                  <a:moveTo>
                    <a:pt x="348" y="1"/>
                  </a:moveTo>
                  <a:cubicBezTo>
                    <a:pt x="159" y="1"/>
                    <a:pt x="1" y="158"/>
                    <a:pt x="1" y="347"/>
                  </a:cubicBezTo>
                  <a:lnTo>
                    <a:pt x="1" y="3120"/>
                  </a:lnTo>
                  <a:cubicBezTo>
                    <a:pt x="1" y="3309"/>
                    <a:pt x="159" y="3466"/>
                    <a:pt x="348" y="3466"/>
                  </a:cubicBezTo>
                  <a:lnTo>
                    <a:pt x="3088" y="3466"/>
                  </a:lnTo>
                  <a:cubicBezTo>
                    <a:pt x="3309" y="3466"/>
                    <a:pt x="3467" y="3309"/>
                    <a:pt x="3467" y="3120"/>
                  </a:cubicBezTo>
                  <a:lnTo>
                    <a:pt x="3467" y="347"/>
                  </a:lnTo>
                  <a:cubicBezTo>
                    <a:pt x="3467" y="158"/>
                    <a:pt x="3309" y="1"/>
                    <a:pt x="308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1" name="Google Shape;3731;p49"/>
            <p:cNvSpPr/>
            <p:nvPr/>
          </p:nvSpPr>
          <p:spPr>
            <a:xfrm>
              <a:off x="-2281500" y="2546775"/>
              <a:ext cx="69350" cy="18125"/>
            </a:xfrm>
            <a:custGeom>
              <a:rect b="b" l="l" r="r" t="t"/>
              <a:pathLst>
                <a:path extrusionOk="0" h="725" w="2774">
                  <a:moveTo>
                    <a:pt x="347" y="0"/>
                  </a:moveTo>
                  <a:cubicBezTo>
                    <a:pt x="158" y="0"/>
                    <a:pt x="1" y="158"/>
                    <a:pt x="1" y="378"/>
                  </a:cubicBezTo>
                  <a:cubicBezTo>
                    <a:pt x="1" y="567"/>
                    <a:pt x="158" y="725"/>
                    <a:pt x="347" y="725"/>
                  </a:cubicBezTo>
                  <a:lnTo>
                    <a:pt x="2395" y="725"/>
                  </a:lnTo>
                  <a:cubicBezTo>
                    <a:pt x="2616" y="725"/>
                    <a:pt x="2773" y="567"/>
                    <a:pt x="2773" y="378"/>
                  </a:cubicBezTo>
                  <a:cubicBezTo>
                    <a:pt x="2710" y="158"/>
                    <a:pt x="2553" y="0"/>
                    <a:pt x="239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2" name="Google Shape;3732;p49"/>
            <p:cNvSpPr/>
            <p:nvPr/>
          </p:nvSpPr>
          <p:spPr>
            <a:xfrm>
              <a:off x="-2281500" y="2581425"/>
              <a:ext cx="69350" cy="18150"/>
            </a:xfrm>
            <a:custGeom>
              <a:rect b="b" l="l" r="r" t="t"/>
              <a:pathLst>
                <a:path extrusionOk="0" h="726" w="2774">
                  <a:moveTo>
                    <a:pt x="347" y="1"/>
                  </a:moveTo>
                  <a:cubicBezTo>
                    <a:pt x="158" y="1"/>
                    <a:pt x="1" y="158"/>
                    <a:pt x="1" y="347"/>
                  </a:cubicBezTo>
                  <a:cubicBezTo>
                    <a:pt x="1" y="568"/>
                    <a:pt x="158" y="725"/>
                    <a:pt x="347" y="725"/>
                  </a:cubicBezTo>
                  <a:lnTo>
                    <a:pt x="2395" y="725"/>
                  </a:lnTo>
                  <a:cubicBezTo>
                    <a:pt x="2616" y="725"/>
                    <a:pt x="2773" y="568"/>
                    <a:pt x="2773" y="347"/>
                  </a:cubicBezTo>
                  <a:cubicBezTo>
                    <a:pt x="2710" y="158"/>
                    <a:pt x="2553" y="1"/>
                    <a:pt x="239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3" name="Google Shape;3733;p49"/>
            <p:cNvSpPr/>
            <p:nvPr/>
          </p:nvSpPr>
          <p:spPr>
            <a:xfrm>
              <a:off x="-2281500" y="2616075"/>
              <a:ext cx="69350" cy="17350"/>
            </a:xfrm>
            <a:custGeom>
              <a:rect b="b" l="l" r="r" t="t"/>
              <a:pathLst>
                <a:path extrusionOk="0" h="694" w="2774">
                  <a:moveTo>
                    <a:pt x="347" y="1"/>
                  </a:moveTo>
                  <a:cubicBezTo>
                    <a:pt x="158" y="1"/>
                    <a:pt x="1" y="158"/>
                    <a:pt x="1" y="347"/>
                  </a:cubicBezTo>
                  <a:cubicBezTo>
                    <a:pt x="1" y="536"/>
                    <a:pt x="158" y="694"/>
                    <a:pt x="347" y="694"/>
                  </a:cubicBezTo>
                  <a:lnTo>
                    <a:pt x="2395" y="694"/>
                  </a:lnTo>
                  <a:cubicBezTo>
                    <a:pt x="2616" y="694"/>
                    <a:pt x="2773" y="536"/>
                    <a:pt x="2773" y="347"/>
                  </a:cubicBezTo>
                  <a:cubicBezTo>
                    <a:pt x="2710" y="158"/>
                    <a:pt x="2553" y="1"/>
                    <a:pt x="239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4" name="Google Shape;3734;p49"/>
            <p:cNvSpPr/>
            <p:nvPr/>
          </p:nvSpPr>
          <p:spPr>
            <a:xfrm>
              <a:off x="-2385475" y="2649150"/>
              <a:ext cx="173325" cy="18150"/>
            </a:xfrm>
            <a:custGeom>
              <a:rect b="b" l="l" r="r" t="t"/>
              <a:pathLst>
                <a:path extrusionOk="0" h="726" w="6933">
                  <a:moveTo>
                    <a:pt x="348" y="1"/>
                  </a:moveTo>
                  <a:cubicBezTo>
                    <a:pt x="159" y="1"/>
                    <a:pt x="1" y="159"/>
                    <a:pt x="1" y="379"/>
                  </a:cubicBezTo>
                  <a:cubicBezTo>
                    <a:pt x="1" y="568"/>
                    <a:pt x="159" y="726"/>
                    <a:pt x="348" y="726"/>
                  </a:cubicBezTo>
                  <a:lnTo>
                    <a:pt x="6554" y="726"/>
                  </a:lnTo>
                  <a:cubicBezTo>
                    <a:pt x="6775" y="726"/>
                    <a:pt x="6932" y="568"/>
                    <a:pt x="6932" y="379"/>
                  </a:cubicBezTo>
                  <a:cubicBezTo>
                    <a:pt x="6869" y="159"/>
                    <a:pt x="6712" y="1"/>
                    <a:pt x="655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35" name="Google Shape;3735;p49"/>
          <p:cNvSpPr/>
          <p:nvPr/>
        </p:nvSpPr>
        <p:spPr>
          <a:xfrm>
            <a:off x="7713707" y="2432200"/>
            <a:ext cx="277759" cy="277026"/>
          </a:xfrm>
          <a:custGeom>
            <a:rect b="b" l="l" r="r" t="t"/>
            <a:pathLst>
              <a:path extrusionOk="0" h="11721" w="11752">
                <a:moveTo>
                  <a:pt x="6490" y="662"/>
                </a:moveTo>
                <a:cubicBezTo>
                  <a:pt x="6711" y="662"/>
                  <a:pt x="6868" y="820"/>
                  <a:pt x="6868" y="1009"/>
                </a:cubicBezTo>
                <a:lnTo>
                  <a:pt x="6868" y="1355"/>
                </a:lnTo>
                <a:lnTo>
                  <a:pt x="5167" y="1355"/>
                </a:lnTo>
                <a:cubicBezTo>
                  <a:pt x="4600" y="1355"/>
                  <a:pt x="4127" y="1828"/>
                  <a:pt x="4127" y="2395"/>
                </a:cubicBezTo>
                <a:lnTo>
                  <a:pt x="4127" y="2773"/>
                </a:lnTo>
                <a:lnTo>
                  <a:pt x="3088" y="2773"/>
                </a:lnTo>
                <a:cubicBezTo>
                  <a:pt x="2993" y="2773"/>
                  <a:pt x="2867" y="2836"/>
                  <a:pt x="2836" y="2899"/>
                </a:cubicBezTo>
                <a:lnTo>
                  <a:pt x="2048" y="3687"/>
                </a:lnTo>
                <a:lnTo>
                  <a:pt x="2048" y="3151"/>
                </a:lnTo>
                <a:cubicBezTo>
                  <a:pt x="2048" y="2931"/>
                  <a:pt x="1891" y="2773"/>
                  <a:pt x="1702" y="2773"/>
                </a:cubicBezTo>
                <a:lnTo>
                  <a:pt x="1040" y="2773"/>
                </a:lnTo>
                <a:cubicBezTo>
                  <a:pt x="819" y="2773"/>
                  <a:pt x="662" y="2616"/>
                  <a:pt x="662" y="2427"/>
                </a:cubicBezTo>
                <a:lnTo>
                  <a:pt x="662" y="1009"/>
                </a:lnTo>
                <a:cubicBezTo>
                  <a:pt x="662" y="820"/>
                  <a:pt x="819" y="662"/>
                  <a:pt x="1040" y="662"/>
                </a:cubicBezTo>
                <a:close/>
                <a:moveTo>
                  <a:pt x="10649" y="1986"/>
                </a:moveTo>
                <a:cubicBezTo>
                  <a:pt x="10838" y="1986"/>
                  <a:pt x="10995" y="2143"/>
                  <a:pt x="10995" y="2364"/>
                </a:cubicBezTo>
                <a:lnTo>
                  <a:pt x="10995" y="3781"/>
                </a:lnTo>
                <a:cubicBezTo>
                  <a:pt x="10995" y="3970"/>
                  <a:pt x="10838" y="4128"/>
                  <a:pt x="10649" y="4128"/>
                </a:cubicBezTo>
                <a:lnTo>
                  <a:pt x="8601" y="4128"/>
                </a:lnTo>
                <a:cubicBezTo>
                  <a:pt x="8412" y="4128"/>
                  <a:pt x="8255" y="4285"/>
                  <a:pt x="8255" y="4474"/>
                </a:cubicBezTo>
                <a:lnTo>
                  <a:pt x="8255" y="5041"/>
                </a:lnTo>
                <a:lnTo>
                  <a:pt x="7404" y="4191"/>
                </a:lnTo>
                <a:cubicBezTo>
                  <a:pt x="7372" y="4159"/>
                  <a:pt x="7246" y="4128"/>
                  <a:pt x="7183" y="4128"/>
                </a:cubicBezTo>
                <a:lnTo>
                  <a:pt x="5136" y="4128"/>
                </a:lnTo>
                <a:cubicBezTo>
                  <a:pt x="4947" y="4128"/>
                  <a:pt x="4789" y="3970"/>
                  <a:pt x="4789" y="3781"/>
                </a:cubicBezTo>
                <a:lnTo>
                  <a:pt x="4789" y="2364"/>
                </a:lnTo>
                <a:cubicBezTo>
                  <a:pt x="4789" y="2143"/>
                  <a:pt x="4947" y="1986"/>
                  <a:pt x="5136" y="1986"/>
                </a:cubicBezTo>
                <a:close/>
                <a:moveTo>
                  <a:pt x="3088" y="6207"/>
                </a:moveTo>
                <a:cubicBezTo>
                  <a:pt x="3623" y="6207"/>
                  <a:pt x="4096" y="6680"/>
                  <a:pt x="4096" y="7247"/>
                </a:cubicBezTo>
                <a:cubicBezTo>
                  <a:pt x="4096" y="7782"/>
                  <a:pt x="3623" y="8255"/>
                  <a:pt x="3088" y="8255"/>
                </a:cubicBezTo>
                <a:cubicBezTo>
                  <a:pt x="2521" y="8255"/>
                  <a:pt x="2048" y="7782"/>
                  <a:pt x="2048" y="7247"/>
                </a:cubicBezTo>
                <a:cubicBezTo>
                  <a:pt x="2048" y="6648"/>
                  <a:pt x="2489" y="6207"/>
                  <a:pt x="3088" y="6207"/>
                </a:cubicBezTo>
                <a:close/>
                <a:moveTo>
                  <a:pt x="8601" y="6207"/>
                </a:moveTo>
                <a:cubicBezTo>
                  <a:pt x="9137" y="6207"/>
                  <a:pt x="9609" y="6648"/>
                  <a:pt x="9609" y="7247"/>
                </a:cubicBezTo>
                <a:cubicBezTo>
                  <a:pt x="9609" y="7782"/>
                  <a:pt x="9137" y="8255"/>
                  <a:pt x="8601" y="8255"/>
                </a:cubicBezTo>
                <a:cubicBezTo>
                  <a:pt x="8003" y="8255"/>
                  <a:pt x="7530" y="7782"/>
                  <a:pt x="7530" y="7247"/>
                </a:cubicBezTo>
                <a:cubicBezTo>
                  <a:pt x="7530" y="6680"/>
                  <a:pt x="8003" y="6207"/>
                  <a:pt x="8601" y="6207"/>
                </a:cubicBezTo>
                <a:close/>
                <a:moveTo>
                  <a:pt x="3749" y="8980"/>
                </a:moveTo>
                <a:cubicBezTo>
                  <a:pt x="4695" y="8980"/>
                  <a:pt x="5451" y="9704"/>
                  <a:pt x="5451" y="10649"/>
                </a:cubicBezTo>
                <a:lnTo>
                  <a:pt x="5451" y="11027"/>
                </a:lnTo>
                <a:lnTo>
                  <a:pt x="630" y="11027"/>
                </a:lnTo>
                <a:lnTo>
                  <a:pt x="630" y="10649"/>
                </a:lnTo>
                <a:lnTo>
                  <a:pt x="662" y="10649"/>
                </a:lnTo>
                <a:cubicBezTo>
                  <a:pt x="662" y="9704"/>
                  <a:pt x="1418" y="8980"/>
                  <a:pt x="2363" y="8980"/>
                </a:cubicBezTo>
                <a:close/>
                <a:moveTo>
                  <a:pt x="9369" y="8976"/>
                </a:moveTo>
                <a:cubicBezTo>
                  <a:pt x="10266" y="8976"/>
                  <a:pt x="10995" y="9740"/>
                  <a:pt x="10995" y="10649"/>
                </a:cubicBezTo>
                <a:lnTo>
                  <a:pt x="10995" y="11027"/>
                </a:lnTo>
                <a:lnTo>
                  <a:pt x="6144" y="11027"/>
                </a:lnTo>
                <a:lnTo>
                  <a:pt x="6144" y="10649"/>
                </a:lnTo>
                <a:cubicBezTo>
                  <a:pt x="6144" y="9704"/>
                  <a:pt x="6900" y="8980"/>
                  <a:pt x="7845" y="8980"/>
                </a:cubicBezTo>
                <a:lnTo>
                  <a:pt x="9263" y="8980"/>
                </a:lnTo>
                <a:cubicBezTo>
                  <a:pt x="9298" y="8977"/>
                  <a:pt x="9334" y="8976"/>
                  <a:pt x="9369" y="8976"/>
                </a:cubicBezTo>
                <a:close/>
                <a:moveTo>
                  <a:pt x="1040" y="1"/>
                </a:moveTo>
                <a:cubicBezTo>
                  <a:pt x="473" y="1"/>
                  <a:pt x="0" y="473"/>
                  <a:pt x="0" y="1009"/>
                </a:cubicBezTo>
                <a:lnTo>
                  <a:pt x="0" y="2427"/>
                </a:lnTo>
                <a:cubicBezTo>
                  <a:pt x="0" y="2994"/>
                  <a:pt x="473" y="3466"/>
                  <a:pt x="1040" y="3466"/>
                </a:cubicBezTo>
                <a:lnTo>
                  <a:pt x="1386" y="3466"/>
                </a:lnTo>
                <a:lnTo>
                  <a:pt x="1386" y="4474"/>
                </a:lnTo>
                <a:cubicBezTo>
                  <a:pt x="1386" y="4688"/>
                  <a:pt x="1546" y="4829"/>
                  <a:pt x="1727" y="4829"/>
                </a:cubicBezTo>
                <a:cubicBezTo>
                  <a:pt x="1813" y="4829"/>
                  <a:pt x="1904" y="4797"/>
                  <a:pt x="1985" y="4726"/>
                </a:cubicBezTo>
                <a:lnTo>
                  <a:pt x="3245" y="3466"/>
                </a:lnTo>
                <a:lnTo>
                  <a:pt x="4096" y="3466"/>
                </a:lnTo>
                <a:lnTo>
                  <a:pt x="4096" y="3813"/>
                </a:lnTo>
                <a:cubicBezTo>
                  <a:pt x="4096" y="4348"/>
                  <a:pt x="4568" y="4821"/>
                  <a:pt x="5136" y="4821"/>
                </a:cubicBezTo>
                <a:lnTo>
                  <a:pt x="7057" y="4821"/>
                </a:lnTo>
                <a:lnTo>
                  <a:pt x="7908" y="5672"/>
                </a:lnTo>
                <a:cubicBezTo>
                  <a:pt x="7341" y="5924"/>
                  <a:pt x="6868" y="6522"/>
                  <a:pt x="6868" y="7247"/>
                </a:cubicBezTo>
                <a:cubicBezTo>
                  <a:pt x="6868" y="7625"/>
                  <a:pt x="7026" y="8034"/>
                  <a:pt x="7278" y="8349"/>
                </a:cubicBezTo>
                <a:cubicBezTo>
                  <a:pt x="6648" y="8507"/>
                  <a:pt x="6144" y="8885"/>
                  <a:pt x="5829" y="9452"/>
                </a:cubicBezTo>
                <a:cubicBezTo>
                  <a:pt x="5514" y="8917"/>
                  <a:pt x="5010" y="8539"/>
                  <a:pt x="4411" y="8381"/>
                </a:cubicBezTo>
                <a:cubicBezTo>
                  <a:pt x="4663" y="8066"/>
                  <a:pt x="4821" y="7719"/>
                  <a:pt x="4821" y="7278"/>
                </a:cubicBezTo>
                <a:cubicBezTo>
                  <a:pt x="4821" y="6333"/>
                  <a:pt x="4064" y="5577"/>
                  <a:pt x="3119" y="5577"/>
                </a:cubicBezTo>
                <a:cubicBezTo>
                  <a:pt x="2174" y="5577"/>
                  <a:pt x="1418" y="6333"/>
                  <a:pt x="1418" y="7278"/>
                </a:cubicBezTo>
                <a:cubicBezTo>
                  <a:pt x="1418" y="7719"/>
                  <a:pt x="1576" y="8097"/>
                  <a:pt x="1828" y="8381"/>
                </a:cubicBezTo>
                <a:cubicBezTo>
                  <a:pt x="788" y="8665"/>
                  <a:pt x="32" y="9610"/>
                  <a:pt x="32" y="10712"/>
                </a:cubicBezTo>
                <a:lnTo>
                  <a:pt x="32" y="11374"/>
                </a:lnTo>
                <a:cubicBezTo>
                  <a:pt x="32" y="11563"/>
                  <a:pt x="189" y="11721"/>
                  <a:pt x="410" y="11721"/>
                </a:cubicBezTo>
                <a:lnTo>
                  <a:pt x="11374" y="11721"/>
                </a:lnTo>
                <a:cubicBezTo>
                  <a:pt x="11594" y="11721"/>
                  <a:pt x="11752" y="11563"/>
                  <a:pt x="11752" y="11374"/>
                </a:cubicBezTo>
                <a:lnTo>
                  <a:pt x="11752" y="10712"/>
                </a:lnTo>
                <a:cubicBezTo>
                  <a:pt x="11752" y="9610"/>
                  <a:pt x="10995" y="8665"/>
                  <a:pt x="9956" y="8381"/>
                </a:cubicBezTo>
                <a:cubicBezTo>
                  <a:pt x="10208" y="8066"/>
                  <a:pt x="10365" y="7719"/>
                  <a:pt x="10365" y="7278"/>
                </a:cubicBezTo>
                <a:cubicBezTo>
                  <a:pt x="10365" y="6459"/>
                  <a:pt x="9767" y="5735"/>
                  <a:pt x="8979" y="5577"/>
                </a:cubicBezTo>
                <a:lnTo>
                  <a:pt x="8979" y="4884"/>
                </a:lnTo>
                <a:lnTo>
                  <a:pt x="10649" y="4884"/>
                </a:lnTo>
                <a:lnTo>
                  <a:pt x="10649" y="4821"/>
                </a:lnTo>
                <a:cubicBezTo>
                  <a:pt x="11185" y="4821"/>
                  <a:pt x="11657" y="4348"/>
                  <a:pt x="11657" y="3813"/>
                </a:cubicBezTo>
                <a:lnTo>
                  <a:pt x="11657" y="2395"/>
                </a:lnTo>
                <a:cubicBezTo>
                  <a:pt x="11657" y="1828"/>
                  <a:pt x="11185" y="1355"/>
                  <a:pt x="10649" y="1355"/>
                </a:cubicBezTo>
                <a:lnTo>
                  <a:pt x="7530" y="1355"/>
                </a:lnTo>
                <a:lnTo>
                  <a:pt x="7530" y="1009"/>
                </a:lnTo>
                <a:cubicBezTo>
                  <a:pt x="7530" y="473"/>
                  <a:pt x="7057" y="1"/>
                  <a:pt x="649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36" name="Google Shape;3736;p49"/>
          <p:cNvGrpSpPr/>
          <p:nvPr/>
        </p:nvGrpSpPr>
        <p:grpSpPr>
          <a:xfrm>
            <a:off x="3340122" y="2876126"/>
            <a:ext cx="275537" cy="276270"/>
            <a:chOff x="-1333200" y="2770450"/>
            <a:chExt cx="291450" cy="292225"/>
          </a:xfrm>
        </p:grpSpPr>
        <p:sp>
          <p:nvSpPr>
            <p:cNvPr id="3737" name="Google Shape;3737;p49"/>
            <p:cNvSpPr/>
            <p:nvPr/>
          </p:nvSpPr>
          <p:spPr>
            <a:xfrm>
              <a:off x="-1299325" y="2808250"/>
              <a:ext cx="222925" cy="134725"/>
            </a:xfrm>
            <a:custGeom>
              <a:rect b="b" l="l" r="r" t="t"/>
              <a:pathLst>
                <a:path extrusionOk="0" h="5389" w="8917">
                  <a:moveTo>
                    <a:pt x="7877" y="631"/>
                  </a:moveTo>
                  <a:cubicBezTo>
                    <a:pt x="8066" y="631"/>
                    <a:pt x="8223" y="789"/>
                    <a:pt x="8223" y="978"/>
                  </a:cubicBezTo>
                  <a:cubicBezTo>
                    <a:pt x="8223" y="1167"/>
                    <a:pt x="8066" y="1324"/>
                    <a:pt x="7877" y="1324"/>
                  </a:cubicBezTo>
                  <a:cubicBezTo>
                    <a:pt x="7656" y="1324"/>
                    <a:pt x="7498" y="1167"/>
                    <a:pt x="7498" y="978"/>
                  </a:cubicBezTo>
                  <a:cubicBezTo>
                    <a:pt x="7498" y="789"/>
                    <a:pt x="7656" y="631"/>
                    <a:pt x="7877" y="631"/>
                  </a:cubicBezTo>
                  <a:close/>
                  <a:moveTo>
                    <a:pt x="3056" y="1293"/>
                  </a:moveTo>
                  <a:cubicBezTo>
                    <a:pt x="3245" y="1293"/>
                    <a:pt x="3403" y="1450"/>
                    <a:pt x="3403" y="1639"/>
                  </a:cubicBezTo>
                  <a:cubicBezTo>
                    <a:pt x="3403" y="1828"/>
                    <a:pt x="3245" y="1986"/>
                    <a:pt x="3056" y="1986"/>
                  </a:cubicBezTo>
                  <a:cubicBezTo>
                    <a:pt x="2867" y="1986"/>
                    <a:pt x="2710" y="1828"/>
                    <a:pt x="2710" y="1639"/>
                  </a:cubicBezTo>
                  <a:cubicBezTo>
                    <a:pt x="2741" y="1450"/>
                    <a:pt x="2899" y="1293"/>
                    <a:pt x="3056" y="1293"/>
                  </a:cubicBezTo>
                  <a:close/>
                  <a:moveTo>
                    <a:pt x="5797" y="3340"/>
                  </a:moveTo>
                  <a:cubicBezTo>
                    <a:pt x="6018" y="3340"/>
                    <a:pt x="6175" y="3498"/>
                    <a:pt x="6175" y="3687"/>
                  </a:cubicBezTo>
                  <a:cubicBezTo>
                    <a:pt x="6175" y="3876"/>
                    <a:pt x="6018" y="4034"/>
                    <a:pt x="5797" y="4034"/>
                  </a:cubicBezTo>
                  <a:cubicBezTo>
                    <a:pt x="5608" y="4034"/>
                    <a:pt x="5451" y="3876"/>
                    <a:pt x="5451" y="3687"/>
                  </a:cubicBezTo>
                  <a:cubicBezTo>
                    <a:pt x="5451" y="3498"/>
                    <a:pt x="5608" y="3340"/>
                    <a:pt x="5797" y="3340"/>
                  </a:cubicBezTo>
                  <a:close/>
                  <a:moveTo>
                    <a:pt x="1008" y="4034"/>
                  </a:moveTo>
                  <a:cubicBezTo>
                    <a:pt x="1198" y="4034"/>
                    <a:pt x="1355" y="4191"/>
                    <a:pt x="1355" y="4412"/>
                  </a:cubicBezTo>
                  <a:cubicBezTo>
                    <a:pt x="1355" y="4601"/>
                    <a:pt x="1198" y="4758"/>
                    <a:pt x="1008" y="4758"/>
                  </a:cubicBezTo>
                  <a:cubicBezTo>
                    <a:pt x="819" y="4758"/>
                    <a:pt x="662" y="4601"/>
                    <a:pt x="662" y="4412"/>
                  </a:cubicBezTo>
                  <a:cubicBezTo>
                    <a:pt x="662" y="4191"/>
                    <a:pt x="819" y="4034"/>
                    <a:pt x="1008" y="4034"/>
                  </a:cubicBezTo>
                  <a:close/>
                  <a:moveTo>
                    <a:pt x="7908" y="1"/>
                  </a:moveTo>
                  <a:cubicBezTo>
                    <a:pt x="7341" y="1"/>
                    <a:pt x="6868" y="474"/>
                    <a:pt x="6868" y="1009"/>
                  </a:cubicBezTo>
                  <a:cubicBezTo>
                    <a:pt x="6868" y="1198"/>
                    <a:pt x="6963" y="1419"/>
                    <a:pt x="7026" y="1576"/>
                  </a:cubicBezTo>
                  <a:lnTo>
                    <a:pt x="6112" y="2742"/>
                  </a:lnTo>
                  <a:cubicBezTo>
                    <a:pt x="6032" y="2722"/>
                    <a:pt x="5943" y="2711"/>
                    <a:pt x="5850" y="2711"/>
                  </a:cubicBezTo>
                  <a:cubicBezTo>
                    <a:pt x="5650" y="2711"/>
                    <a:pt x="5434" y="2760"/>
                    <a:pt x="5262" y="2868"/>
                  </a:cubicBezTo>
                  <a:lnTo>
                    <a:pt x="4096" y="1954"/>
                  </a:lnTo>
                  <a:cubicBezTo>
                    <a:pt x="4127" y="1891"/>
                    <a:pt x="4127" y="1765"/>
                    <a:pt x="4127" y="1639"/>
                  </a:cubicBezTo>
                  <a:cubicBezTo>
                    <a:pt x="4127" y="1104"/>
                    <a:pt x="3655" y="631"/>
                    <a:pt x="3088" y="631"/>
                  </a:cubicBezTo>
                  <a:cubicBezTo>
                    <a:pt x="2552" y="631"/>
                    <a:pt x="2080" y="1104"/>
                    <a:pt x="2080" y="1639"/>
                  </a:cubicBezTo>
                  <a:cubicBezTo>
                    <a:pt x="2080" y="1828"/>
                    <a:pt x="2143" y="2049"/>
                    <a:pt x="2237" y="2206"/>
                  </a:cubicBezTo>
                  <a:lnTo>
                    <a:pt x="1324" y="3372"/>
                  </a:lnTo>
                  <a:cubicBezTo>
                    <a:pt x="1261" y="3340"/>
                    <a:pt x="1134" y="3340"/>
                    <a:pt x="1008" y="3340"/>
                  </a:cubicBezTo>
                  <a:cubicBezTo>
                    <a:pt x="441" y="3340"/>
                    <a:pt x="0" y="3813"/>
                    <a:pt x="0" y="4349"/>
                  </a:cubicBezTo>
                  <a:cubicBezTo>
                    <a:pt x="0" y="4947"/>
                    <a:pt x="441" y="5388"/>
                    <a:pt x="1008" y="5388"/>
                  </a:cubicBezTo>
                  <a:cubicBezTo>
                    <a:pt x="1576" y="5388"/>
                    <a:pt x="2017" y="4916"/>
                    <a:pt x="2017" y="4349"/>
                  </a:cubicBezTo>
                  <a:cubicBezTo>
                    <a:pt x="2017" y="4160"/>
                    <a:pt x="1954" y="3971"/>
                    <a:pt x="1859" y="3813"/>
                  </a:cubicBezTo>
                  <a:lnTo>
                    <a:pt x="2773" y="2616"/>
                  </a:lnTo>
                  <a:cubicBezTo>
                    <a:pt x="2875" y="2650"/>
                    <a:pt x="2980" y="2667"/>
                    <a:pt x="3087" y="2667"/>
                  </a:cubicBezTo>
                  <a:cubicBezTo>
                    <a:pt x="3278" y="2667"/>
                    <a:pt x="3473" y="2611"/>
                    <a:pt x="3655" y="2490"/>
                  </a:cubicBezTo>
                  <a:lnTo>
                    <a:pt x="4821" y="3403"/>
                  </a:lnTo>
                  <a:cubicBezTo>
                    <a:pt x="4789" y="3498"/>
                    <a:pt x="4789" y="3624"/>
                    <a:pt x="4789" y="3719"/>
                  </a:cubicBezTo>
                  <a:cubicBezTo>
                    <a:pt x="4789" y="4286"/>
                    <a:pt x="5262" y="4758"/>
                    <a:pt x="5797" y="4758"/>
                  </a:cubicBezTo>
                  <a:cubicBezTo>
                    <a:pt x="6364" y="4758"/>
                    <a:pt x="6837" y="4286"/>
                    <a:pt x="6837" y="3719"/>
                  </a:cubicBezTo>
                  <a:cubicBezTo>
                    <a:pt x="6837" y="3529"/>
                    <a:pt x="6742" y="3340"/>
                    <a:pt x="6679" y="3183"/>
                  </a:cubicBezTo>
                  <a:lnTo>
                    <a:pt x="7593" y="1986"/>
                  </a:lnTo>
                  <a:cubicBezTo>
                    <a:pt x="7656" y="2049"/>
                    <a:pt x="7782" y="2049"/>
                    <a:pt x="7908" y="2049"/>
                  </a:cubicBezTo>
                  <a:cubicBezTo>
                    <a:pt x="8444" y="2049"/>
                    <a:pt x="8916" y="1576"/>
                    <a:pt x="8916" y="1009"/>
                  </a:cubicBezTo>
                  <a:cubicBezTo>
                    <a:pt x="8916" y="474"/>
                    <a:pt x="8444" y="1"/>
                    <a:pt x="790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8" name="Google Shape;3738;p49"/>
            <p:cNvSpPr/>
            <p:nvPr/>
          </p:nvSpPr>
          <p:spPr>
            <a:xfrm>
              <a:off x="-1333200" y="2770450"/>
              <a:ext cx="291450" cy="292225"/>
            </a:xfrm>
            <a:custGeom>
              <a:rect b="b" l="l" r="r" t="t"/>
              <a:pathLst>
                <a:path extrusionOk="0" h="11689" w="11658">
                  <a:moveTo>
                    <a:pt x="10586" y="725"/>
                  </a:moveTo>
                  <a:cubicBezTo>
                    <a:pt x="10807" y="725"/>
                    <a:pt x="10964" y="883"/>
                    <a:pt x="10964" y="1072"/>
                  </a:cubicBezTo>
                  <a:lnTo>
                    <a:pt x="10964" y="7593"/>
                  </a:lnTo>
                  <a:lnTo>
                    <a:pt x="631" y="7593"/>
                  </a:lnTo>
                  <a:lnTo>
                    <a:pt x="631" y="1072"/>
                  </a:lnTo>
                  <a:cubicBezTo>
                    <a:pt x="662" y="883"/>
                    <a:pt x="820" y="725"/>
                    <a:pt x="977" y="725"/>
                  </a:cubicBezTo>
                  <a:close/>
                  <a:moveTo>
                    <a:pt x="10996" y="8286"/>
                  </a:moveTo>
                  <a:lnTo>
                    <a:pt x="10996" y="8633"/>
                  </a:lnTo>
                  <a:cubicBezTo>
                    <a:pt x="10996" y="8822"/>
                    <a:pt x="10838" y="8980"/>
                    <a:pt x="10618" y="8980"/>
                  </a:cubicBezTo>
                  <a:lnTo>
                    <a:pt x="1009" y="8980"/>
                  </a:lnTo>
                  <a:cubicBezTo>
                    <a:pt x="820" y="8980"/>
                    <a:pt x="662" y="8822"/>
                    <a:pt x="662" y="8633"/>
                  </a:cubicBezTo>
                  <a:lnTo>
                    <a:pt x="662" y="8286"/>
                  </a:lnTo>
                  <a:close/>
                  <a:moveTo>
                    <a:pt x="6617" y="9641"/>
                  </a:moveTo>
                  <a:lnTo>
                    <a:pt x="6932" y="11027"/>
                  </a:lnTo>
                  <a:lnTo>
                    <a:pt x="4632" y="11027"/>
                  </a:lnTo>
                  <a:lnTo>
                    <a:pt x="4947" y="9641"/>
                  </a:lnTo>
                  <a:close/>
                  <a:moveTo>
                    <a:pt x="1009" y="1"/>
                  </a:moveTo>
                  <a:cubicBezTo>
                    <a:pt x="473" y="1"/>
                    <a:pt x="1" y="473"/>
                    <a:pt x="1" y="1040"/>
                  </a:cubicBezTo>
                  <a:lnTo>
                    <a:pt x="1" y="8570"/>
                  </a:lnTo>
                  <a:cubicBezTo>
                    <a:pt x="1" y="9137"/>
                    <a:pt x="473" y="9610"/>
                    <a:pt x="1009" y="9610"/>
                  </a:cubicBezTo>
                  <a:lnTo>
                    <a:pt x="4285" y="9610"/>
                  </a:lnTo>
                  <a:lnTo>
                    <a:pt x="3970" y="10996"/>
                  </a:lnTo>
                  <a:lnTo>
                    <a:pt x="3057" y="10996"/>
                  </a:lnTo>
                  <a:cubicBezTo>
                    <a:pt x="2868" y="10996"/>
                    <a:pt x="2710" y="11153"/>
                    <a:pt x="2710" y="11342"/>
                  </a:cubicBezTo>
                  <a:cubicBezTo>
                    <a:pt x="2710" y="11531"/>
                    <a:pt x="2868" y="11689"/>
                    <a:pt x="3057" y="11689"/>
                  </a:cubicBezTo>
                  <a:lnTo>
                    <a:pt x="8538" y="11689"/>
                  </a:lnTo>
                  <a:cubicBezTo>
                    <a:pt x="8727" y="11689"/>
                    <a:pt x="8885" y="11531"/>
                    <a:pt x="8885" y="11342"/>
                  </a:cubicBezTo>
                  <a:cubicBezTo>
                    <a:pt x="8885" y="11153"/>
                    <a:pt x="8727" y="10996"/>
                    <a:pt x="8538" y="10996"/>
                  </a:cubicBezTo>
                  <a:lnTo>
                    <a:pt x="7625" y="10996"/>
                  </a:lnTo>
                  <a:lnTo>
                    <a:pt x="7310" y="9610"/>
                  </a:lnTo>
                  <a:lnTo>
                    <a:pt x="10618" y="9610"/>
                  </a:lnTo>
                  <a:cubicBezTo>
                    <a:pt x="11185" y="9610"/>
                    <a:pt x="11657" y="9137"/>
                    <a:pt x="11657" y="8570"/>
                  </a:cubicBezTo>
                  <a:lnTo>
                    <a:pt x="11657" y="1040"/>
                  </a:lnTo>
                  <a:cubicBezTo>
                    <a:pt x="11657" y="473"/>
                    <a:pt x="11185" y="1"/>
                    <a:pt x="1061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39" name="Google Shape;3739;p49"/>
          <p:cNvGrpSpPr/>
          <p:nvPr/>
        </p:nvGrpSpPr>
        <p:grpSpPr>
          <a:xfrm>
            <a:off x="5533378" y="2876492"/>
            <a:ext cx="277026" cy="275537"/>
            <a:chOff x="-5635200" y="2037975"/>
            <a:chExt cx="293025" cy="291450"/>
          </a:xfrm>
        </p:grpSpPr>
        <p:sp>
          <p:nvSpPr>
            <p:cNvPr id="3740" name="Google Shape;3740;p49"/>
            <p:cNvSpPr/>
            <p:nvPr/>
          </p:nvSpPr>
          <p:spPr>
            <a:xfrm>
              <a:off x="-5635200" y="2037975"/>
              <a:ext cx="293025" cy="291450"/>
            </a:xfrm>
            <a:custGeom>
              <a:rect b="b" l="l" r="r" t="t"/>
              <a:pathLst>
                <a:path extrusionOk="0" h="11658" w="11721">
                  <a:moveTo>
                    <a:pt x="2395" y="725"/>
                  </a:moveTo>
                  <a:cubicBezTo>
                    <a:pt x="2930" y="725"/>
                    <a:pt x="3403" y="1197"/>
                    <a:pt x="3403" y="1733"/>
                  </a:cubicBezTo>
                  <a:cubicBezTo>
                    <a:pt x="3403" y="2300"/>
                    <a:pt x="2930" y="2773"/>
                    <a:pt x="2395" y="2773"/>
                  </a:cubicBezTo>
                  <a:cubicBezTo>
                    <a:pt x="1828" y="2773"/>
                    <a:pt x="1355" y="2300"/>
                    <a:pt x="1355" y="1733"/>
                  </a:cubicBezTo>
                  <a:cubicBezTo>
                    <a:pt x="1355" y="1197"/>
                    <a:pt x="1828" y="725"/>
                    <a:pt x="2395" y="725"/>
                  </a:cubicBezTo>
                  <a:close/>
                  <a:moveTo>
                    <a:pt x="10303" y="725"/>
                  </a:moveTo>
                  <a:lnTo>
                    <a:pt x="10303" y="6585"/>
                  </a:lnTo>
                  <a:lnTo>
                    <a:pt x="10334" y="6585"/>
                  </a:lnTo>
                  <a:cubicBezTo>
                    <a:pt x="10334" y="6774"/>
                    <a:pt x="10177" y="6931"/>
                    <a:pt x="9988" y="6931"/>
                  </a:cubicBezTo>
                  <a:lnTo>
                    <a:pt x="4789" y="6931"/>
                  </a:lnTo>
                  <a:lnTo>
                    <a:pt x="4789" y="5167"/>
                  </a:lnTo>
                  <a:cubicBezTo>
                    <a:pt x="4789" y="4253"/>
                    <a:pt x="4285" y="3434"/>
                    <a:pt x="3498" y="3025"/>
                  </a:cubicBezTo>
                  <a:cubicBezTo>
                    <a:pt x="3844" y="2710"/>
                    <a:pt x="4096" y="2237"/>
                    <a:pt x="4096" y="1733"/>
                  </a:cubicBezTo>
                  <a:cubicBezTo>
                    <a:pt x="4096" y="1355"/>
                    <a:pt x="3970" y="977"/>
                    <a:pt x="3718" y="725"/>
                  </a:cubicBezTo>
                  <a:close/>
                  <a:moveTo>
                    <a:pt x="2710" y="3466"/>
                  </a:moveTo>
                  <a:cubicBezTo>
                    <a:pt x="3498" y="3623"/>
                    <a:pt x="4096" y="4316"/>
                    <a:pt x="4096" y="5167"/>
                  </a:cubicBezTo>
                  <a:lnTo>
                    <a:pt x="4096" y="7246"/>
                  </a:lnTo>
                  <a:cubicBezTo>
                    <a:pt x="4128" y="7435"/>
                    <a:pt x="3970" y="7593"/>
                    <a:pt x="3750" y="7593"/>
                  </a:cubicBezTo>
                  <a:cubicBezTo>
                    <a:pt x="3561" y="7593"/>
                    <a:pt x="3403" y="7750"/>
                    <a:pt x="3403" y="7971"/>
                  </a:cubicBezTo>
                  <a:lnTo>
                    <a:pt x="3403" y="10712"/>
                  </a:lnTo>
                  <a:cubicBezTo>
                    <a:pt x="3403" y="10901"/>
                    <a:pt x="3246" y="11058"/>
                    <a:pt x="3056" y="11058"/>
                  </a:cubicBezTo>
                  <a:lnTo>
                    <a:pt x="1670" y="11058"/>
                  </a:lnTo>
                  <a:cubicBezTo>
                    <a:pt x="1481" y="11058"/>
                    <a:pt x="1324" y="10901"/>
                    <a:pt x="1324" y="10712"/>
                  </a:cubicBezTo>
                  <a:lnTo>
                    <a:pt x="1324" y="7971"/>
                  </a:lnTo>
                  <a:cubicBezTo>
                    <a:pt x="1324" y="7750"/>
                    <a:pt x="1166" y="7593"/>
                    <a:pt x="977" y="7593"/>
                  </a:cubicBezTo>
                  <a:cubicBezTo>
                    <a:pt x="788" y="7593"/>
                    <a:pt x="631" y="7435"/>
                    <a:pt x="631" y="7246"/>
                  </a:cubicBezTo>
                  <a:lnTo>
                    <a:pt x="631" y="5167"/>
                  </a:lnTo>
                  <a:cubicBezTo>
                    <a:pt x="631" y="4316"/>
                    <a:pt x="1198" y="3623"/>
                    <a:pt x="1985" y="3466"/>
                  </a:cubicBezTo>
                  <a:lnTo>
                    <a:pt x="1985" y="5829"/>
                  </a:lnTo>
                  <a:cubicBezTo>
                    <a:pt x="1985" y="6018"/>
                    <a:pt x="2143" y="6175"/>
                    <a:pt x="2363" y="6175"/>
                  </a:cubicBezTo>
                  <a:cubicBezTo>
                    <a:pt x="2552" y="6175"/>
                    <a:pt x="2710" y="6018"/>
                    <a:pt x="2710" y="5829"/>
                  </a:cubicBezTo>
                  <a:lnTo>
                    <a:pt x="2710" y="3466"/>
                  </a:lnTo>
                  <a:close/>
                  <a:moveTo>
                    <a:pt x="2395" y="0"/>
                  </a:moveTo>
                  <a:cubicBezTo>
                    <a:pt x="1450" y="0"/>
                    <a:pt x="694" y="756"/>
                    <a:pt x="694" y="1702"/>
                  </a:cubicBezTo>
                  <a:cubicBezTo>
                    <a:pt x="694" y="2206"/>
                    <a:pt x="946" y="2678"/>
                    <a:pt x="1292" y="2993"/>
                  </a:cubicBezTo>
                  <a:cubicBezTo>
                    <a:pt x="536" y="3403"/>
                    <a:pt x="1" y="4222"/>
                    <a:pt x="1" y="5136"/>
                  </a:cubicBezTo>
                  <a:lnTo>
                    <a:pt x="1" y="7215"/>
                  </a:lnTo>
                  <a:cubicBezTo>
                    <a:pt x="1" y="7656"/>
                    <a:pt x="253" y="8034"/>
                    <a:pt x="662" y="8192"/>
                  </a:cubicBezTo>
                  <a:lnTo>
                    <a:pt x="662" y="10649"/>
                  </a:lnTo>
                  <a:cubicBezTo>
                    <a:pt x="662" y="11184"/>
                    <a:pt x="1135" y="11657"/>
                    <a:pt x="1670" y="11657"/>
                  </a:cubicBezTo>
                  <a:lnTo>
                    <a:pt x="3056" y="11657"/>
                  </a:lnTo>
                  <a:cubicBezTo>
                    <a:pt x="3624" y="11657"/>
                    <a:pt x="4096" y="11184"/>
                    <a:pt x="4096" y="10649"/>
                  </a:cubicBezTo>
                  <a:lnTo>
                    <a:pt x="4096" y="8192"/>
                  </a:lnTo>
                  <a:cubicBezTo>
                    <a:pt x="4348" y="8065"/>
                    <a:pt x="4600" y="7876"/>
                    <a:pt x="4726" y="7561"/>
                  </a:cubicBezTo>
                  <a:lnTo>
                    <a:pt x="9988" y="7561"/>
                  </a:lnTo>
                  <a:cubicBezTo>
                    <a:pt x="10555" y="7561"/>
                    <a:pt x="11027" y="7089"/>
                    <a:pt x="11027" y="6553"/>
                  </a:cubicBezTo>
                  <a:lnTo>
                    <a:pt x="11027" y="662"/>
                  </a:lnTo>
                  <a:lnTo>
                    <a:pt x="11374" y="662"/>
                  </a:lnTo>
                  <a:cubicBezTo>
                    <a:pt x="11563" y="662"/>
                    <a:pt x="11720" y="504"/>
                    <a:pt x="11720" y="315"/>
                  </a:cubicBezTo>
                  <a:cubicBezTo>
                    <a:pt x="11720" y="158"/>
                    <a:pt x="11563" y="0"/>
                    <a:pt x="1137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1" name="Google Shape;3741;p49"/>
            <p:cNvSpPr/>
            <p:nvPr/>
          </p:nvSpPr>
          <p:spPr>
            <a:xfrm>
              <a:off x="-5496575" y="2072625"/>
              <a:ext cx="102425" cy="102425"/>
            </a:xfrm>
            <a:custGeom>
              <a:rect b="b" l="l" r="r" t="t"/>
              <a:pathLst>
                <a:path extrusionOk="0" h="4097" w="4097">
                  <a:moveTo>
                    <a:pt x="2395" y="725"/>
                  </a:moveTo>
                  <a:cubicBezTo>
                    <a:pt x="2867" y="851"/>
                    <a:pt x="3245" y="1229"/>
                    <a:pt x="3371" y="1733"/>
                  </a:cubicBezTo>
                  <a:lnTo>
                    <a:pt x="2395" y="1733"/>
                  </a:lnTo>
                  <a:lnTo>
                    <a:pt x="2395" y="725"/>
                  </a:lnTo>
                  <a:close/>
                  <a:moveTo>
                    <a:pt x="1733" y="757"/>
                  </a:moveTo>
                  <a:lnTo>
                    <a:pt x="1733" y="2080"/>
                  </a:lnTo>
                  <a:cubicBezTo>
                    <a:pt x="1733" y="2269"/>
                    <a:pt x="1891" y="2426"/>
                    <a:pt x="2080" y="2426"/>
                  </a:cubicBezTo>
                  <a:lnTo>
                    <a:pt x="3403" y="2426"/>
                  </a:lnTo>
                  <a:cubicBezTo>
                    <a:pt x="3245" y="3025"/>
                    <a:pt x="2741" y="3466"/>
                    <a:pt x="2080" y="3466"/>
                  </a:cubicBezTo>
                  <a:cubicBezTo>
                    <a:pt x="1324" y="3466"/>
                    <a:pt x="693" y="2836"/>
                    <a:pt x="693" y="2080"/>
                  </a:cubicBezTo>
                  <a:cubicBezTo>
                    <a:pt x="693" y="1418"/>
                    <a:pt x="1135" y="851"/>
                    <a:pt x="1733" y="757"/>
                  </a:cubicBezTo>
                  <a:close/>
                  <a:moveTo>
                    <a:pt x="2048" y="0"/>
                  </a:moveTo>
                  <a:cubicBezTo>
                    <a:pt x="883" y="0"/>
                    <a:pt x="0" y="914"/>
                    <a:pt x="0" y="2048"/>
                  </a:cubicBezTo>
                  <a:cubicBezTo>
                    <a:pt x="0" y="3182"/>
                    <a:pt x="946" y="4096"/>
                    <a:pt x="2048" y="4096"/>
                  </a:cubicBezTo>
                  <a:cubicBezTo>
                    <a:pt x="3182" y="4096"/>
                    <a:pt x="4096" y="3182"/>
                    <a:pt x="4096" y="2048"/>
                  </a:cubicBezTo>
                  <a:cubicBezTo>
                    <a:pt x="4096" y="914"/>
                    <a:pt x="3182" y="0"/>
                    <a:pt x="204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42" name="Google Shape;3742;p49"/>
          <p:cNvGrpSpPr/>
          <p:nvPr/>
        </p:nvGrpSpPr>
        <p:grpSpPr>
          <a:xfrm>
            <a:off x="6834441" y="1996473"/>
            <a:ext cx="279271" cy="275537"/>
            <a:chOff x="-5637575" y="2397900"/>
            <a:chExt cx="295400" cy="291450"/>
          </a:xfrm>
        </p:grpSpPr>
        <p:sp>
          <p:nvSpPr>
            <p:cNvPr id="3743" name="Google Shape;3743;p49"/>
            <p:cNvSpPr/>
            <p:nvPr/>
          </p:nvSpPr>
          <p:spPr>
            <a:xfrm>
              <a:off x="-5575350" y="2547550"/>
              <a:ext cx="79575" cy="88250"/>
            </a:xfrm>
            <a:custGeom>
              <a:rect b="b" l="l" r="r" t="t"/>
              <a:pathLst>
                <a:path extrusionOk="0" h="3530" w="3183">
                  <a:moveTo>
                    <a:pt x="1088" y="1"/>
                  </a:moveTo>
                  <a:cubicBezTo>
                    <a:pt x="1001" y="1"/>
                    <a:pt x="915" y="32"/>
                    <a:pt x="852" y="95"/>
                  </a:cubicBezTo>
                  <a:lnTo>
                    <a:pt x="379" y="568"/>
                  </a:lnTo>
                  <a:cubicBezTo>
                    <a:pt x="1" y="978"/>
                    <a:pt x="1" y="1639"/>
                    <a:pt x="379" y="2017"/>
                  </a:cubicBezTo>
                  <a:cubicBezTo>
                    <a:pt x="584" y="2222"/>
                    <a:pt x="852" y="2324"/>
                    <a:pt x="1115" y="2324"/>
                  </a:cubicBezTo>
                  <a:cubicBezTo>
                    <a:pt x="1379" y="2324"/>
                    <a:pt x="1639" y="2222"/>
                    <a:pt x="1828" y="2017"/>
                  </a:cubicBezTo>
                  <a:cubicBezTo>
                    <a:pt x="1891" y="1970"/>
                    <a:pt x="1986" y="1946"/>
                    <a:pt x="2076" y="1946"/>
                  </a:cubicBezTo>
                  <a:cubicBezTo>
                    <a:pt x="2167" y="1946"/>
                    <a:pt x="2253" y="1970"/>
                    <a:pt x="2301" y="2017"/>
                  </a:cubicBezTo>
                  <a:cubicBezTo>
                    <a:pt x="2427" y="2143"/>
                    <a:pt x="2427" y="2395"/>
                    <a:pt x="2301" y="2490"/>
                  </a:cubicBezTo>
                  <a:lnTo>
                    <a:pt x="1828" y="2962"/>
                  </a:lnTo>
                  <a:cubicBezTo>
                    <a:pt x="1734" y="3088"/>
                    <a:pt x="1734" y="3340"/>
                    <a:pt x="1828" y="3435"/>
                  </a:cubicBezTo>
                  <a:cubicBezTo>
                    <a:pt x="1891" y="3498"/>
                    <a:pt x="1986" y="3529"/>
                    <a:pt x="2076" y="3529"/>
                  </a:cubicBezTo>
                  <a:cubicBezTo>
                    <a:pt x="2167" y="3529"/>
                    <a:pt x="2253" y="3498"/>
                    <a:pt x="2301" y="3435"/>
                  </a:cubicBezTo>
                  <a:lnTo>
                    <a:pt x="2773" y="2962"/>
                  </a:lnTo>
                  <a:cubicBezTo>
                    <a:pt x="3183" y="2584"/>
                    <a:pt x="3183" y="1923"/>
                    <a:pt x="2773" y="1513"/>
                  </a:cubicBezTo>
                  <a:cubicBezTo>
                    <a:pt x="2569" y="1293"/>
                    <a:pt x="2309" y="1182"/>
                    <a:pt x="2049" y="1182"/>
                  </a:cubicBezTo>
                  <a:cubicBezTo>
                    <a:pt x="1789" y="1182"/>
                    <a:pt x="1529" y="1293"/>
                    <a:pt x="1324" y="1513"/>
                  </a:cubicBezTo>
                  <a:cubicBezTo>
                    <a:pt x="1261" y="1576"/>
                    <a:pt x="1174" y="1608"/>
                    <a:pt x="1088" y="1608"/>
                  </a:cubicBezTo>
                  <a:cubicBezTo>
                    <a:pt x="1001" y="1608"/>
                    <a:pt x="915" y="1576"/>
                    <a:pt x="852" y="1513"/>
                  </a:cubicBezTo>
                  <a:cubicBezTo>
                    <a:pt x="726" y="1387"/>
                    <a:pt x="726" y="1167"/>
                    <a:pt x="852" y="1041"/>
                  </a:cubicBezTo>
                  <a:lnTo>
                    <a:pt x="1324" y="568"/>
                  </a:lnTo>
                  <a:cubicBezTo>
                    <a:pt x="1450" y="442"/>
                    <a:pt x="1450" y="221"/>
                    <a:pt x="1324" y="95"/>
                  </a:cubicBezTo>
                  <a:cubicBezTo>
                    <a:pt x="1261" y="32"/>
                    <a:pt x="1174" y="1"/>
                    <a:pt x="108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4" name="Google Shape;3744;p49"/>
            <p:cNvSpPr/>
            <p:nvPr/>
          </p:nvSpPr>
          <p:spPr>
            <a:xfrm>
              <a:off x="-5526500" y="2499525"/>
              <a:ext cx="85075" cy="81725"/>
            </a:xfrm>
            <a:custGeom>
              <a:rect b="b" l="l" r="r" t="t"/>
              <a:pathLst>
                <a:path extrusionOk="0" h="3269" w="3403">
                  <a:moveTo>
                    <a:pt x="1107" y="0"/>
                  </a:moveTo>
                  <a:cubicBezTo>
                    <a:pt x="1016" y="0"/>
                    <a:pt x="930" y="32"/>
                    <a:pt x="882" y="95"/>
                  </a:cubicBezTo>
                  <a:lnTo>
                    <a:pt x="410" y="567"/>
                  </a:lnTo>
                  <a:cubicBezTo>
                    <a:pt x="0" y="945"/>
                    <a:pt x="0" y="1638"/>
                    <a:pt x="410" y="2016"/>
                  </a:cubicBezTo>
                  <a:lnTo>
                    <a:pt x="882" y="2489"/>
                  </a:lnTo>
                  <a:lnTo>
                    <a:pt x="1355" y="2962"/>
                  </a:lnTo>
                  <a:cubicBezTo>
                    <a:pt x="1544" y="3166"/>
                    <a:pt x="1804" y="3269"/>
                    <a:pt x="2068" y="3269"/>
                  </a:cubicBezTo>
                  <a:cubicBezTo>
                    <a:pt x="2332" y="3269"/>
                    <a:pt x="2599" y="3166"/>
                    <a:pt x="2804" y="2962"/>
                  </a:cubicBezTo>
                  <a:lnTo>
                    <a:pt x="3277" y="2489"/>
                  </a:lnTo>
                  <a:cubicBezTo>
                    <a:pt x="3403" y="2363"/>
                    <a:pt x="3403" y="2142"/>
                    <a:pt x="3277" y="2016"/>
                  </a:cubicBezTo>
                  <a:cubicBezTo>
                    <a:pt x="3178" y="1918"/>
                    <a:pt x="3070" y="1870"/>
                    <a:pt x="2977" y="1870"/>
                  </a:cubicBezTo>
                  <a:cubicBezTo>
                    <a:pt x="2892" y="1870"/>
                    <a:pt x="2818" y="1910"/>
                    <a:pt x="2773" y="1985"/>
                  </a:cubicBezTo>
                  <a:lnTo>
                    <a:pt x="2300" y="2457"/>
                  </a:lnTo>
                  <a:cubicBezTo>
                    <a:pt x="2237" y="2520"/>
                    <a:pt x="2143" y="2552"/>
                    <a:pt x="2052" y="2552"/>
                  </a:cubicBezTo>
                  <a:cubicBezTo>
                    <a:pt x="1961" y="2552"/>
                    <a:pt x="1875" y="2520"/>
                    <a:pt x="1827" y="2457"/>
                  </a:cubicBezTo>
                  <a:lnTo>
                    <a:pt x="1575" y="2205"/>
                  </a:lnTo>
                  <a:lnTo>
                    <a:pt x="2300" y="1512"/>
                  </a:lnTo>
                  <a:cubicBezTo>
                    <a:pt x="2395" y="1386"/>
                    <a:pt x="2395" y="1134"/>
                    <a:pt x="2300" y="1040"/>
                  </a:cubicBezTo>
                  <a:cubicBezTo>
                    <a:pt x="2237" y="977"/>
                    <a:pt x="2143" y="945"/>
                    <a:pt x="2052" y="945"/>
                  </a:cubicBezTo>
                  <a:cubicBezTo>
                    <a:pt x="1961" y="945"/>
                    <a:pt x="1875" y="977"/>
                    <a:pt x="1827" y="1040"/>
                  </a:cubicBezTo>
                  <a:lnTo>
                    <a:pt x="1103" y="1733"/>
                  </a:lnTo>
                  <a:lnTo>
                    <a:pt x="882" y="1512"/>
                  </a:lnTo>
                  <a:cubicBezTo>
                    <a:pt x="756" y="1386"/>
                    <a:pt x="756" y="1166"/>
                    <a:pt x="882" y="1040"/>
                  </a:cubicBezTo>
                  <a:lnTo>
                    <a:pt x="1355" y="567"/>
                  </a:lnTo>
                  <a:cubicBezTo>
                    <a:pt x="1449" y="441"/>
                    <a:pt x="1449" y="221"/>
                    <a:pt x="1355" y="95"/>
                  </a:cubicBezTo>
                  <a:cubicBezTo>
                    <a:pt x="1292" y="32"/>
                    <a:pt x="1197" y="0"/>
                    <a:pt x="110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5" name="Google Shape;3745;p49"/>
            <p:cNvSpPr/>
            <p:nvPr/>
          </p:nvSpPr>
          <p:spPr>
            <a:xfrm>
              <a:off x="-5480050" y="2456975"/>
              <a:ext cx="80375" cy="75650"/>
            </a:xfrm>
            <a:custGeom>
              <a:rect b="b" l="l" r="r" t="t"/>
              <a:pathLst>
                <a:path extrusionOk="0" h="3026" w="3215">
                  <a:moveTo>
                    <a:pt x="1100" y="686"/>
                  </a:moveTo>
                  <a:cubicBezTo>
                    <a:pt x="1190" y="686"/>
                    <a:pt x="1277" y="710"/>
                    <a:pt x="1324" y="757"/>
                  </a:cubicBezTo>
                  <a:lnTo>
                    <a:pt x="2332" y="1765"/>
                  </a:lnTo>
                  <a:cubicBezTo>
                    <a:pt x="2490" y="1860"/>
                    <a:pt x="2490" y="2112"/>
                    <a:pt x="2332" y="2238"/>
                  </a:cubicBezTo>
                  <a:cubicBezTo>
                    <a:pt x="2269" y="2285"/>
                    <a:pt x="2183" y="2309"/>
                    <a:pt x="2096" y="2309"/>
                  </a:cubicBezTo>
                  <a:cubicBezTo>
                    <a:pt x="2009" y="2309"/>
                    <a:pt x="1923" y="2285"/>
                    <a:pt x="1860" y="2238"/>
                  </a:cubicBezTo>
                  <a:lnTo>
                    <a:pt x="852" y="1229"/>
                  </a:lnTo>
                  <a:cubicBezTo>
                    <a:pt x="757" y="1135"/>
                    <a:pt x="757" y="883"/>
                    <a:pt x="852" y="757"/>
                  </a:cubicBezTo>
                  <a:cubicBezTo>
                    <a:pt x="915" y="710"/>
                    <a:pt x="1009" y="686"/>
                    <a:pt x="1100" y="686"/>
                  </a:cubicBezTo>
                  <a:close/>
                  <a:moveTo>
                    <a:pt x="1119" y="1"/>
                  </a:moveTo>
                  <a:cubicBezTo>
                    <a:pt x="852" y="1"/>
                    <a:pt x="584" y="95"/>
                    <a:pt x="379" y="284"/>
                  </a:cubicBezTo>
                  <a:cubicBezTo>
                    <a:pt x="1" y="694"/>
                    <a:pt x="1" y="1356"/>
                    <a:pt x="379" y="1765"/>
                  </a:cubicBezTo>
                  <a:lnTo>
                    <a:pt x="1387" y="2742"/>
                  </a:lnTo>
                  <a:cubicBezTo>
                    <a:pt x="1576" y="2931"/>
                    <a:pt x="1836" y="3025"/>
                    <a:pt x="2100" y="3025"/>
                  </a:cubicBezTo>
                  <a:cubicBezTo>
                    <a:pt x="2364" y="3025"/>
                    <a:pt x="2632" y="2931"/>
                    <a:pt x="2836" y="2742"/>
                  </a:cubicBezTo>
                  <a:cubicBezTo>
                    <a:pt x="3214" y="2332"/>
                    <a:pt x="3214" y="1671"/>
                    <a:pt x="2836" y="1293"/>
                  </a:cubicBezTo>
                  <a:lnTo>
                    <a:pt x="1860" y="284"/>
                  </a:lnTo>
                  <a:cubicBezTo>
                    <a:pt x="1655" y="95"/>
                    <a:pt x="1387" y="1"/>
                    <a:pt x="111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6" name="Google Shape;3746;p49"/>
            <p:cNvSpPr/>
            <p:nvPr/>
          </p:nvSpPr>
          <p:spPr>
            <a:xfrm>
              <a:off x="-5637575" y="2397900"/>
              <a:ext cx="295400" cy="291450"/>
            </a:xfrm>
            <a:custGeom>
              <a:rect b="b" l="l" r="r" t="t"/>
              <a:pathLst>
                <a:path extrusionOk="0" h="11658" w="11816">
                  <a:moveTo>
                    <a:pt x="9185" y="1479"/>
                  </a:moveTo>
                  <a:cubicBezTo>
                    <a:pt x="9245" y="1479"/>
                    <a:pt x="9245" y="1482"/>
                    <a:pt x="9263" y="1482"/>
                  </a:cubicBezTo>
                  <a:cubicBezTo>
                    <a:pt x="9421" y="1482"/>
                    <a:pt x="9579" y="1513"/>
                    <a:pt x="9673" y="1545"/>
                  </a:cubicBezTo>
                  <a:lnTo>
                    <a:pt x="9106" y="2143"/>
                  </a:lnTo>
                  <a:cubicBezTo>
                    <a:pt x="8980" y="2269"/>
                    <a:pt x="8980" y="2490"/>
                    <a:pt x="9106" y="2616"/>
                  </a:cubicBezTo>
                  <a:cubicBezTo>
                    <a:pt x="9153" y="2679"/>
                    <a:pt x="9240" y="2710"/>
                    <a:pt x="9330" y="2710"/>
                  </a:cubicBezTo>
                  <a:cubicBezTo>
                    <a:pt x="9421" y="2710"/>
                    <a:pt x="9515" y="2679"/>
                    <a:pt x="9579" y="2616"/>
                  </a:cubicBezTo>
                  <a:lnTo>
                    <a:pt x="10146" y="2017"/>
                  </a:lnTo>
                  <a:cubicBezTo>
                    <a:pt x="10272" y="2175"/>
                    <a:pt x="10303" y="2332"/>
                    <a:pt x="10303" y="2553"/>
                  </a:cubicBezTo>
                  <a:lnTo>
                    <a:pt x="10146" y="5325"/>
                  </a:lnTo>
                  <a:cubicBezTo>
                    <a:pt x="10114" y="5798"/>
                    <a:pt x="9925" y="6239"/>
                    <a:pt x="9515" y="6554"/>
                  </a:cubicBezTo>
                  <a:lnTo>
                    <a:pt x="9484" y="6585"/>
                  </a:lnTo>
                  <a:lnTo>
                    <a:pt x="8570" y="7499"/>
                  </a:lnTo>
                  <a:cubicBezTo>
                    <a:pt x="5231" y="10902"/>
                    <a:pt x="5829" y="10303"/>
                    <a:pt x="5199" y="10902"/>
                  </a:cubicBezTo>
                  <a:cubicBezTo>
                    <a:pt x="5136" y="10949"/>
                    <a:pt x="5050" y="10972"/>
                    <a:pt x="4963" y="10972"/>
                  </a:cubicBezTo>
                  <a:cubicBezTo>
                    <a:pt x="4876" y="10972"/>
                    <a:pt x="4790" y="10949"/>
                    <a:pt x="4727" y="10902"/>
                  </a:cubicBezTo>
                  <a:lnTo>
                    <a:pt x="820" y="6995"/>
                  </a:lnTo>
                  <a:cubicBezTo>
                    <a:pt x="694" y="6869"/>
                    <a:pt x="694" y="6648"/>
                    <a:pt x="820" y="6522"/>
                  </a:cubicBezTo>
                  <a:lnTo>
                    <a:pt x="5262" y="2112"/>
                  </a:lnTo>
                  <a:cubicBezTo>
                    <a:pt x="5577" y="1797"/>
                    <a:pt x="5987" y="1639"/>
                    <a:pt x="6365" y="1608"/>
                  </a:cubicBezTo>
                  <a:cubicBezTo>
                    <a:pt x="8503" y="1495"/>
                    <a:pt x="9033" y="1479"/>
                    <a:pt x="9185" y="1479"/>
                  </a:cubicBezTo>
                  <a:close/>
                  <a:moveTo>
                    <a:pt x="11422" y="1"/>
                  </a:moveTo>
                  <a:cubicBezTo>
                    <a:pt x="11335" y="1"/>
                    <a:pt x="11248" y="32"/>
                    <a:pt x="11185" y="95"/>
                  </a:cubicBezTo>
                  <a:lnTo>
                    <a:pt x="10240" y="1041"/>
                  </a:lnTo>
                  <a:cubicBezTo>
                    <a:pt x="9958" y="871"/>
                    <a:pt x="9650" y="752"/>
                    <a:pt x="9316" y="752"/>
                  </a:cubicBezTo>
                  <a:cubicBezTo>
                    <a:pt x="9278" y="752"/>
                    <a:pt x="9239" y="754"/>
                    <a:pt x="9200" y="757"/>
                  </a:cubicBezTo>
                  <a:lnTo>
                    <a:pt x="6428" y="883"/>
                  </a:lnTo>
                  <a:cubicBezTo>
                    <a:pt x="5829" y="915"/>
                    <a:pt x="5262" y="1167"/>
                    <a:pt x="4853" y="1608"/>
                  </a:cubicBezTo>
                  <a:lnTo>
                    <a:pt x="379" y="6018"/>
                  </a:lnTo>
                  <a:cubicBezTo>
                    <a:pt x="1" y="6396"/>
                    <a:pt x="1" y="7058"/>
                    <a:pt x="379" y="7468"/>
                  </a:cubicBezTo>
                  <a:lnTo>
                    <a:pt x="4286" y="11374"/>
                  </a:lnTo>
                  <a:cubicBezTo>
                    <a:pt x="4490" y="11563"/>
                    <a:pt x="4758" y="11658"/>
                    <a:pt x="5022" y="11658"/>
                  </a:cubicBezTo>
                  <a:cubicBezTo>
                    <a:pt x="5286" y="11658"/>
                    <a:pt x="5546" y="11563"/>
                    <a:pt x="5735" y="11374"/>
                  </a:cubicBezTo>
                  <a:lnTo>
                    <a:pt x="9137" y="7972"/>
                  </a:lnTo>
                  <a:lnTo>
                    <a:pt x="10051" y="7058"/>
                  </a:lnTo>
                  <a:cubicBezTo>
                    <a:pt x="10555" y="6648"/>
                    <a:pt x="10870" y="6018"/>
                    <a:pt x="10902" y="5388"/>
                  </a:cubicBezTo>
                  <a:lnTo>
                    <a:pt x="11059" y="2584"/>
                  </a:lnTo>
                  <a:cubicBezTo>
                    <a:pt x="11059" y="2238"/>
                    <a:pt x="10996" y="1828"/>
                    <a:pt x="10776" y="1545"/>
                  </a:cubicBezTo>
                  <a:lnTo>
                    <a:pt x="11721" y="600"/>
                  </a:lnTo>
                  <a:cubicBezTo>
                    <a:pt x="11815" y="442"/>
                    <a:pt x="11815" y="221"/>
                    <a:pt x="11658" y="95"/>
                  </a:cubicBezTo>
                  <a:cubicBezTo>
                    <a:pt x="11595" y="32"/>
                    <a:pt x="11508" y="1"/>
                    <a:pt x="114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47" name="Google Shape;3747;p49"/>
          <p:cNvGrpSpPr/>
          <p:nvPr/>
        </p:nvGrpSpPr>
        <p:grpSpPr>
          <a:xfrm>
            <a:off x="4216890" y="2432578"/>
            <a:ext cx="277002" cy="276270"/>
            <a:chOff x="-5635975" y="2757075"/>
            <a:chExt cx="293000" cy="292225"/>
          </a:xfrm>
        </p:grpSpPr>
        <p:sp>
          <p:nvSpPr>
            <p:cNvPr id="3748" name="Google Shape;3748;p49"/>
            <p:cNvSpPr/>
            <p:nvPr/>
          </p:nvSpPr>
          <p:spPr>
            <a:xfrm>
              <a:off x="-5635975" y="2757075"/>
              <a:ext cx="293000" cy="292225"/>
            </a:xfrm>
            <a:custGeom>
              <a:rect b="b" l="l" r="r" t="t"/>
              <a:pathLst>
                <a:path extrusionOk="0" h="11689" w="11720">
                  <a:moveTo>
                    <a:pt x="10649" y="693"/>
                  </a:moveTo>
                  <a:cubicBezTo>
                    <a:pt x="10838" y="693"/>
                    <a:pt x="10995" y="851"/>
                    <a:pt x="10995" y="1040"/>
                  </a:cubicBezTo>
                  <a:lnTo>
                    <a:pt x="10995" y="7593"/>
                  </a:lnTo>
                  <a:lnTo>
                    <a:pt x="693" y="7593"/>
                  </a:lnTo>
                  <a:lnTo>
                    <a:pt x="693" y="1040"/>
                  </a:lnTo>
                  <a:cubicBezTo>
                    <a:pt x="725" y="851"/>
                    <a:pt x="882" y="693"/>
                    <a:pt x="1040" y="693"/>
                  </a:cubicBezTo>
                  <a:close/>
                  <a:moveTo>
                    <a:pt x="10995" y="8223"/>
                  </a:moveTo>
                  <a:lnTo>
                    <a:pt x="10995" y="8569"/>
                  </a:lnTo>
                  <a:cubicBezTo>
                    <a:pt x="11027" y="8821"/>
                    <a:pt x="10869" y="8916"/>
                    <a:pt x="10680" y="8916"/>
                  </a:cubicBezTo>
                  <a:lnTo>
                    <a:pt x="1040" y="8916"/>
                  </a:lnTo>
                  <a:cubicBezTo>
                    <a:pt x="851" y="8916"/>
                    <a:pt x="693" y="8758"/>
                    <a:pt x="693" y="8569"/>
                  </a:cubicBezTo>
                  <a:lnTo>
                    <a:pt x="693" y="8223"/>
                  </a:lnTo>
                  <a:close/>
                  <a:moveTo>
                    <a:pt x="6679" y="9641"/>
                  </a:moveTo>
                  <a:lnTo>
                    <a:pt x="6994" y="11027"/>
                  </a:lnTo>
                  <a:lnTo>
                    <a:pt x="4694" y="11027"/>
                  </a:lnTo>
                  <a:lnTo>
                    <a:pt x="5009" y="9641"/>
                  </a:lnTo>
                  <a:close/>
                  <a:moveTo>
                    <a:pt x="1040" y="0"/>
                  </a:moveTo>
                  <a:cubicBezTo>
                    <a:pt x="473" y="0"/>
                    <a:pt x="0" y="473"/>
                    <a:pt x="0" y="1008"/>
                  </a:cubicBezTo>
                  <a:lnTo>
                    <a:pt x="0" y="8569"/>
                  </a:lnTo>
                  <a:cubicBezTo>
                    <a:pt x="0" y="9137"/>
                    <a:pt x="473" y="9609"/>
                    <a:pt x="1040" y="9609"/>
                  </a:cubicBezTo>
                  <a:lnTo>
                    <a:pt x="4316" y="9609"/>
                  </a:lnTo>
                  <a:lnTo>
                    <a:pt x="4001" y="10964"/>
                  </a:lnTo>
                  <a:lnTo>
                    <a:pt x="3087" y="10964"/>
                  </a:lnTo>
                  <a:cubicBezTo>
                    <a:pt x="2898" y="10964"/>
                    <a:pt x="2741" y="11121"/>
                    <a:pt x="2741" y="11342"/>
                  </a:cubicBezTo>
                  <a:cubicBezTo>
                    <a:pt x="2741" y="11531"/>
                    <a:pt x="2898" y="11688"/>
                    <a:pt x="3087" y="11688"/>
                  </a:cubicBezTo>
                  <a:lnTo>
                    <a:pt x="8569" y="11688"/>
                  </a:lnTo>
                  <a:cubicBezTo>
                    <a:pt x="8758" y="11688"/>
                    <a:pt x="8916" y="11531"/>
                    <a:pt x="8916" y="11342"/>
                  </a:cubicBezTo>
                  <a:cubicBezTo>
                    <a:pt x="8916" y="11121"/>
                    <a:pt x="8758" y="10964"/>
                    <a:pt x="8569" y="10964"/>
                  </a:cubicBezTo>
                  <a:lnTo>
                    <a:pt x="7656" y="10964"/>
                  </a:lnTo>
                  <a:lnTo>
                    <a:pt x="7341" y="9609"/>
                  </a:lnTo>
                  <a:lnTo>
                    <a:pt x="10649" y="9609"/>
                  </a:lnTo>
                  <a:cubicBezTo>
                    <a:pt x="11216" y="9609"/>
                    <a:pt x="11688" y="9137"/>
                    <a:pt x="11688" y="8569"/>
                  </a:cubicBezTo>
                  <a:lnTo>
                    <a:pt x="11688" y="1008"/>
                  </a:lnTo>
                  <a:cubicBezTo>
                    <a:pt x="11720" y="473"/>
                    <a:pt x="11247" y="0"/>
                    <a:pt x="1068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9" name="Google Shape;3749;p49"/>
            <p:cNvSpPr/>
            <p:nvPr/>
          </p:nvSpPr>
          <p:spPr>
            <a:xfrm>
              <a:off x="-5584800" y="2790150"/>
              <a:ext cx="189850" cy="138050"/>
            </a:xfrm>
            <a:custGeom>
              <a:rect b="b" l="l" r="r" t="t"/>
              <a:pathLst>
                <a:path extrusionOk="0" h="5522" w="7594">
                  <a:moveTo>
                    <a:pt x="2994" y="725"/>
                  </a:moveTo>
                  <a:lnTo>
                    <a:pt x="2332" y="1387"/>
                  </a:lnTo>
                  <a:lnTo>
                    <a:pt x="1230" y="1387"/>
                  </a:lnTo>
                  <a:lnTo>
                    <a:pt x="1891" y="725"/>
                  </a:lnTo>
                  <a:close/>
                  <a:moveTo>
                    <a:pt x="3781" y="882"/>
                  </a:moveTo>
                  <a:lnTo>
                    <a:pt x="4349" y="1418"/>
                  </a:lnTo>
                  <a:lnTo>
                    <a:pt x="3246" y="1418"/>
                  </a:lnTo>
                  <a:lnTo>
                    <a:pt x="3781" y="882"/>
                  </a:lnTo>
                  <a:close/>
                  <a:moveTo>
                    <a:pt x="5735" y="756"/>
                  </a:moveTo>
                  <a:lnTo>
                    <a:pt x="6396" y="1418"/>
                  </a:lnTo>
                  <a:lnTo>
                    <a:pt x="5294" y="1418"/>
                  </a:lnTo>
                  <a:lnTo>
                    <a:pt x="4632" y="756"/>
                  </a:lnTo>
                  <a:close/>
                  <a:moveTo>
                    <a:pt x="2175" y="2080"/>
                  </a:moveTo>
                  <a:lnTo>
                    <a:pt x="2868" y="3749"/>
                  </a:lnTo>
                  <a:lnTo>
                    <a:pt x="1198" y="2080"/>
                  </a:lnTo>
                  <a:close/>
                  <a:moveTo>
                    <a:pt x="6396" y="2080"/>
                  </a:moveTo>
                  <a:lnTo>
                    <a:pt x="4727" y="3749"/>
                  </a:lnTo>
                  <a:lnTo>
                    <a:pt x="5420" y="2080"/>
                  </a:lnTo>
                  <a:close/>
                  <a:moveTo>
                    <a:pt x="4664" y="2080"/>
                  </a:moveTo>
                  <a:lnTo>
                    <a:pt x="3781" y="4253"/>
                  </a:lnTo>
                  <a:lnTo>
                    <a:pt x="2931" y="2080"/>
                  </a:lnTo>
                  <a:close/>
                  <a:moveTo>
                    <a:pt x="1734" y="0"/>
                  </a:moveTo>
                  <a:cubicBezTo>
                    <a:pt x="1671" y="0"/>
                    <a:pt x="1545" y="32"/>
                    <a:pt x="1513" y="126"/>
                  </a:cubicBezTo>
                  <a:lnTo>
                    <a:pt x="127" y="1513"/>
                  </a:lnTo>
                  <a:cubicBezTo>
                    <a:pt x="1" y="1670"/>
                    <a:pt x="1" y="1859"/>
                    <a:pt x="127" y="2017"/>
                  </a:cubicBezTo>
                  <a:lnTo>
                    <a:pt x="3561" y="5451"/>
                  </a:lnTo>
                  <a:cubicBezTo>
                    <a:pt x="3624" y="5498"/>
                    <a:pt x="3711" y="5522"/>
                    <a:pt x="3797" y="5522"/>
                  </a:cubicBezTo>
                  <a:cubicBezTo>
                    <a:pt x="3884" y="5522"/>
                    <a:pt x="3970" y="5498"/>
                    <a:pt x="4033" y="5451"/>
                  </a:cubicBezTo>
                  <a:lnTo>
                    <a:pt x="7468" y="2017"/>
                  </a:lnTo>
                  <a:cubicBezTo>
                    <a:pt x="7594" y="1891"/>
                    <a:pt x="7594" y="1702"/>
                    <a:pt x="7499" y="1544"/>
                  </a:cubicBezTo>
                  <a:lnTo>
                    <a:pt x="7468" y="1513"/>
                  </a:lnTo>
                  <a:lnTo>
                    <a:pt x="6081" y="126"/>
                  </a:lnTo>
                  <a:cubicBezTo>
                    <a:pt x="6018" y="32"/>
                    <a:pt x="5924" y="0"/>
                    <a:pt x="586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50" name="Google Shape;3750;p49"/>
          <p:cNvGrpSpPr/>
          <p:nvPr/>
        </p:nvGrpSpPr>
        <p:grpSpPr>
          <a:xfrm>
            <a:off x="5963340" y="2876492"/>
            <a:ext cx="277026" cy="275537"/>
            <a:chOff x="-3854375" y="2046625"/>
            <a:chExt cx="293025" cy="291450"/>
          </a:xfrm>
        </p:grpSpPr>
        <p:sp>
          <p:nvSpPr>
            <p:cNvPr id="3751" name="Google Shape;3751;p49"/>
            <p:cNvSpPr/>
            <p:nvPr/>
          </p:nvSpPr>
          <p:spPr>
            <a:xfrm>
              <a:off x="-3854375" y="2046625"/>
              <a:ext cx="293025" cy="291450"/>
            </a:xfrm>
            <a:custGeom>
              <a:rect b="b" l="l" r="r" t="t"/>
              <a:pathLst>
                <a:path extrusionOk="0" h="11658" w="11721">
                  <a:moveTo>
                    <a:pt x="7624" y="694"/>
                  </a:moveTo>
                  <a:cubicBezTo>
                    <a:pt x="9515" y="694"/>
                    <a:pt x="11058" y="2206"/>
                    <a:pt x="11058" y="4096"/>
                  </a:cubicBezTo>
                  <a:cubicBezTo>
                    <a:pt x="11058" y="5987"/>
                    <a:pt x="9515" y="7530"/>
                    <a:pt x="7624" y="7530"/>
                  </a:cubicBezTo>
                  <a:cubicBezTo>
                    <a:pt x="5734" y="7530"/>
                    <a:pt x="4190" y="5987"/>
                    <a:pt x="4190" y="4096"/>
                  </a:cubicBezTo>
                  <a:cubicBezTo>
                    <a:pt x="4190" y="2206"/>
                    <a:pt x="5734" y="694"/>
                    <a:pt x="7624" y="694"/>
                  </a:cubicBezTo>
                  <a:close/>
                  <a:moveTo>
                    <a:pt x="3336" y="8066"/>
                  </a:moveTo>
                  <a:cubicBezTo>
                    <a:pt x="3426" y="8066"/>
                    <a:pt x="3513" y="8098"/>
                    <a:pt x="3560" y="8161"/>
                  </a:cubicBezTo>
                  <a:cubicBezTo>
                    <a:pt x="3686" y="8287"/>
                    <a:pt x="3686" y="8507"/>
                    <a:pt x="3560" y="8633"/>
                  </a:cubicBezTo>
                  <a:lnTo>
                    <a:pt x="1323" y="10870"/>
                  </a:lnTo>
                  <a:cubicBezTo>
                    <a:pt x="1260" y="10933"/>
                    <a:pt x="1174" y="10964"/>
                    <a:pt x="1087" y="10964"/>
                  </a:cubicBezTo>
                  <a:cubicBezTo>
                    <a:pt x="1001" y="10964"/>
                    <a:pt x="914" y="10933"/>
                    <a:pt x="851" y="10870"/>
                  </a:cubicBezTo>
                  <a:cubicBezTo>
                    <a:pt x="725" y="10744"/>
                    <a:pt x="725" y="10523"/>
                    <a:pt x="851" y="10397"/>
                  </a:cubicBezTo>
                  <a:lnTo>
                    <a:pt x="3088" y="8161"/>
                  </a:lnTo>
                  <a:cubicBezTo>
                    <a:pt x="3151" y="8098"/>
                    <a:pt x="3245" y="8066"/>
                    <a:pt x="3336" y="8066"/>
                  </a:cubicBezTo>
                  <a:close/>
                  <a:moveTo>
                    <a:pt x="7624" y="1"/>
                  </a:moveTo>
                  <a:cubicBezTo>
                    <a:pt x="5356" y="1"/>
                    <a:pt x="3529" y="1860"/>
                    <a:pt x="3529" y="4096"/>
                  </a:cubicBezTo>
                  <a:cubicBezTo>
                    <a:pt x="3529" y="5136"/>
                    <a:pt x="3875" y="6050"/>
                    <a:pt x="4505" y="6743"/>
                  </a:cubicBezTo>
                  <a:lnTo>
                    <a:pt x="3812" y="7467"/>
                  </a:lnTo>
                  <a:cubicBezTo>
                    <a:pt x="3661" y="7386"/>
                    <a:pt x="3500" y="7347"/>
                    <a:pt x="3342" y="7347"/>
                  </a:cubicBezTo>
                  <a:cubicBezTo>
                    <a:pt x="3074" y="7347"/>
                    <a:pt x="2813" y="7458"/>
                    <a:pt x="2615" y="7656"/>
                  </a:cubicBezTo>
                  <a:lnTo>
                    <a:pt x="378" y="9893"/>
                  </a:lnTo>
                  <a:cubicBezTo>
                    <a:pt x="0" y="10271"/>
                    <a:pt x="0" y="10964"/>
                    <a:pt x="378" y="11343"/>
                  </a:cubicBezTo>
                  <a:cubicBezTo>
                    <a:pt x="567" y="11532"/>
                    <a:pt x="851" y="11658"/>
                    <a:pt x="1103" y="11658"/>
                  </a:cubicBezTo>
                  <a:cubicBezTo>
                    <a:pt x="1355" y="11658"/>
                    <a:pt x="1607" y="11532"/>
                    <a:pt x="1796" y="11343"/>
                  </a:cubicBezTo>
                  <a:lnTo>
                    <a:pt x="4033" y="9106"/>
                  </a:lnTo>
                  <a:cubicBezTo>
                    <a:pt x="4348" y="8791"/>
                    <a:pt x="4442" y="8318"/>
                    <a:pt x="4253" y="7909"/>
                  </a:cubicBezTo>
                  <a:lnTo>
                    <a:pt x="4947" y="7215"/>
                  </a:lnTo>
                  <a:cubicBezTo>
                    <a:pt x="5671" y="7814"/>
                    <a:pt x="6616" y="8192"/>
                    <a:pt x="7593" y="8192"/>
                  </a:cubicBezTo>
                  <a:cubicBezTo>
                    <a:pt x="9861" y="8192"/>
                    <a:pt x="11689" y="6333"/>
                    <a:pt x="11689" y="4096"/>
                  </a:cubicBezTo>
                  <a:cubicBezTo>
                    <a:pt x="11720" y="1828"/>
                    <a:pt x="9861" y="1"/>
                    <a:pt x="762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2" name="Google Shape;3752;p49"/>
            <p:cNvSpPr/>
            <p:nvPr/>
          </p:nvSpPr>
          <p:spPr>
            <a:xfrm>
              <a:off x="-3714975" y="2080500"/>
              <a:ext cx="103200" cy="119750"/>
            </a:xfrm>
            <a:custGeom>
              <a:rect b="b" l="l" r="r" t="t"/>
              <a:pathLst>
                <a:path extrusionOk="0" h="4790" w="4128">
                  <a:moveTo>
                    <a:pt x="2048" y="694"/>
                  </a:moveTo>
                  <a:cubicBezTo>
                    <a:pt x="2458" y="694"/>
                    <a:pt x="2710" y="1009"/>
                    <a:pt x="2710" y="1387"/>
                  </a:cubicBezTo>
                  <a:cubicBezTo>
                    <a:pt x="2710" y="1765"/>
                    <a:pt x="2395" y="2048"/>
                    <a:pt x="2048" y="2048"/>
                  </a:cubicBezTo>
                  <a:cubicBezTo>
                    <a:pt x="1702" y="2048"/>
                    <a:pt x="1387" y="1733"/>
                    <a:pt x="1387" y="1387"/>
                  </a:cubicBezTo>
                  <a:cubicBezTo>
                    <a:pt x="1355" y="1009"/>
                    <a:pt x="1670" y="694"/>
                    <a:pt x="2048" y="694"/>
                  </a:cubicBezTo>
                  <a:close/>
                  <a:moveTo>
                    <a:pt x="2363" y="2741"/>
                  </a:moveTo>
                  <a:cubicBezTo>
                    <a:pt x="2931" y="2741"/>
                    <a:pt x="3403" y="3214"/>
                    <a:pt x="3403" y="3781"/>
                  </a:cubicBezTo>
                  <a:lnTo>
                    <a:pt x="3403" y="4128"/>
                  </a:lnTo>
                  <a:lnTo>
                    <a:pt x="662" y="4128"/>
                  </a:lnTo>
                  <a:lnTo>
                    <a:pt x="662" y="3781"/>
                  </a:lnTo>
                  <a:cubicBezTo>
                    <a:pt x="662" y="3214"/>
                    <a:pt x="1135" y="2741"/>
                    <a:pt x="1702" y="2741"/>
                  </a:cubicBezTo>
                  <a:close/>
                  <a:moveTo>
                    <a:pt x="2048" y="1"/>
                  </a:moveTo>
                  <a:cubicBezTo>
                    <a:pt x="1292" y="1"/>
                    <a:pt x="662" y="631"/>
                    <a:pt x="662" y="1387"/>
                  </a:cubicBezTo>
                  <a:cubicBezTo>
                    <a:pt x="662" y="1702"/>
                    <a:pt x="788" y="2017"/>
                    <a:pt x="977" y="2237"/>
                  </a:cubicBezTo>
                  <a:cubicBezTo>
                    <a:pt x="410" y="2521"/>
                    <a:pt x="1" y="3119"/>
                    <a:pt x="1" y="3781"/>
                  </a:cubicBezTo>
                  <a:lnTo>
                    <a:pt x="1" y="4443"/>
                  </a:lnTo>
                  <a:cubicBezTo>
                    <a:pt x="1" y="4632"/>
                    <a:pt x="158" y="4789"/>
                    <a:pt x="347" y="4789"/>
                  </a:cubicBezTo>
                  <a:lnTo>
                    <a:pt x="3781" y="4789"/>
                  </a:lnTo>
                  <a:cubicBezTo>
                    <a:pt x="3970" y="4789"/>
                    <a:pt x="4128" y="4632"/>
                    <a:pt x="4128" y="4443"/>
                  </a:cubicBezTo>
                  <a:lnTo>
                    <a:pt x="4128" y="3781"/>
                  </a:lnTo>
                  <a:cubicBezTo>
                    <a:pt x="4096" y="3119"/>
                    <a:pt x="3718" y="2521"/>
                    <a:pt x="3120" y="2237"/>
                  </a:cubicBezTo>
                  <a:cubicBezTo>
                    <a:pt x="3309" y="2017"/>
                    <a:pt x="3435" y="1733"/>
                    <a:pt x="3435" y="1387"/>
                  </a:cubicBezTo>
                  <a:cubicBezTo>
                    <a:pt x="3435" y="631"/>
                    <a:pt x="2805" y="1"/>
                    <a:pt x="20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53" name="Google Shape;3753;p49"/>
          <p:cNvGrpSpPr/>
          <p:nvPr/>
        </p:nvGrpSpPr>
        <p:grpSpPr>
          <a:xfrm>
            <a:off x="1149953" y="2431833"/>
            <a:ext cx="278515" cy="277759"/>
            <a:chOff x="-3854375" y="2405000"/>
            <a:chExt cx="294600" cy="293800"/>
          </a:xfrm>
        </p:grpSpPr>
        <p:sp>
          <p:nvSpPr>
            <p:cNvPr id="3754" name="Google Shape;3754;p49"/>
            <p:cNvSpPr/>
            <p:nvPr/>
          </p:nvSpPr>
          <p:spPr>
            <a:xfrm>
              <a:off x="-3854375" y="2405000"/>
              <a:ext cx="294600" cy="293800"/>
            </a:xfrm>
            <a:custGeom>
              <a:rect b="b" l="l" r="r" t="t"/>
              <a:pathLst>
                <a:path extrusionOk="0" h="11752" w="11784">
                  <a:moveTo>
                    <a:pt x="6994" y="694"/>
                  </a:moveTo>
                  <a:lnTo>
                    <a:pt x="6994" y="1103"/>
                  </a:lnTo>
                  <a:cubicBezTo>
                    <a:pt x="6994" y="1261"/>
                    <a:pt x="7120" y="1387"/>
                    <a:pt x="7278" y="1418"/>
                  </a:cubicBezTo>
                  <a:cubicBezTo>
                    <a:pt x="7467" y="1481"/>
                    <a:pt x="7719" y="1576"/>
                    <a:pt x="7908" y="1702"/>
                  </a:cubicBezTo>
                  <a:cubicBezTo>
                    <a:pt x="7954" y="1736"/>
                    <a:pt x="8009" y="1750"/>
                    <a:pt x="8066" y="1750"/>
                  </a:cubicBezTo>
                  <a:cubicBezTo>
                    <a:pt x="8164" y="1750"/>
                    <a:pt x="8269" y="1710"/>
                    <a:pt x="8349" y="1670"/>
                  </a:cubicBezTo>
                  <a:lnTo>
                    <a:pt x="8664" y="1355"/>
                  </a:lnTo>
                  <a:lnTo>
                    <a:pt x="9137" y="1828"/>
                  </a:lnTo>
                  <a:lnTo>
                    <a:pt x="8822" y="2143"/>
                  </a:lnTo>
                  <a:cubicBezTo>
                    <a:pt x="8696" y="2269"/>
                    <a:pt x="8696" y="2426"/>
                    <a:pt x="8759" y="2584"/>
                  </a:cubicBezTo>
                  <a:cubicBezTo>
                    <a:pt x="8885" y="2773"/>
                    <a:pt x="8979" y="2962"/>
                    <a:pt x="9042" y="3214"/>
                  </a:cubicBezTo>
                  <a:cubicBezTo>
                    <a:pt x="9074" y="3372"/>
                    <a:pt x="9200" y="3466"/>
                    <a:pt x="9357" y="3466"/>
                  </a:cubicBezTo>
                  <a:lnTo>
                    <a:pt x="9798" y="3466"/>
                  </a:lnTo>
                  <a:lnTo>
                    <a:pt x="9798" y="4159"/>
                  </a:lnTo>
                  <a:lnTo>
                    <a:pt x="9357" y="4159"/>
                  </a:lnTo>
                  <a:cubicBezTo>
                    <a:pt x="9200" y="4159"/>
                    <a:pt x="9074" y="4222"/>
                    <a:pt x="9042" y="4380"/>
                  </a:cubicBezTo>
                  <a:cubicBezTo>
                    <a:pt x="9011" y="4569"/>
                    <a:pt x="8885" y="4821"/>
                    <a:pt x="8759" y="5010"/>
                  </a:cubicBezTo>
                  <a:cubicBezTo>
                    <a:pt x="8696" y="5136"/>
                    <a:pt x="8727" y="5325"/>
                    <a:pt x="8822" y="5451"/>
                  </a:cubicBezTo>
                  <a:lnTo>
                    <a:pt x="9137" y="5766"/>
                  </a:lnTo>
                  <a:lnTo>
                    <a:pt x="8664" y="6238"/>
                  </a:lnTo>
                  <a:lnTo>
                    <a:pt x="8349" y="5923"/>
                  </a:lnTo>
                  <a:cubicBezTo>
                    <a:pt x="8275" y="5850"/>
                    <a:pt x="8191" y="5819"/>
                    <a:pt x="8101" y="5819"/>
                  </a:cubicBezTo>
                  <a:cubicBezTo>
                    <a:pt x="8038" y="5819"/>
                    <a:pt x="7973" y="5834"/>
                    <a:pt x="7908" y="5860"/>
                  </a:cubicBezTo>
                  <a:cubicBezTo>
                    <a:pt x="7719" y="5986"/>
                    <a:pt x="7498" y="6081"/>
                    <a:pt x="7278" y="6144"/>
                  </a:cubicBezTo>
                  <a:cubicBezTo>
                    <a:pt x="7120" y="6175"/>
                    <a:pt x="6994" y="6301"/>
                    <a:pt x="6994" y="6459"/>
                  </a:cubicBezTo>
                  <a:lnTo>
                    <a:pt x="6994" y="6900"/>
                  </a:lnTo>
                  <a:lnTo>
                    <a:pt x="6333" y="6900"/>
                  </a:lnTo>
                  <a:lnTo>
                    <a:pt x="6333" y="6459"/>
                  </a:lnTo>
                  <a:cubicBezTo>
                    <a:pt x="6333" y="6301"/>
                    <a:pt x="6207" y="6207"/>
                    <a:pt x="6049" y="6144"/>
                  </a:cubicBezTo>
                  <a:cubicBezTo>
                    <a:pt x="5860" y="6112"/>
                    <a:pt x="5608" y="5986"/>
                    <a:pt x="5419" y="5860"/>
                  </a:cubicBezTo>
                  <a:cubicBezTo>
                    <a:pt x="5374" y="5838"/>
                    <a:pt x="5322" y="5828"/>
                    <a:pt x="5267" y="5828"/>
                  </a:cubicBezTo>
                  <a:cubicBezTo>
                    <a:pt x="5167" y="5828"/>
                    <a:pt x="5059" y="5862"/>
                    <a:pt x="4978" y="5923"/>
                  </a:cubicBezTo>
                  <a:lnTo>
                    <a:pt x="4663" y="6238"/>
                  </a:lnTo>
                  <a:lnTo>
                    <a:pt x="4190" y="5766"/>
                  </a:lnTo>
                  <a:lnTo>
                    <a:pt x="4505" y="5451"/>
                  </a:lnTo>
                  <a:cubicBezTo>
                    <a:pt x="4631" y="5325"/>
                    <a:pt x="4631" y="5167"/>
                    <a:pt x="4568" y="5010"/>
                  </a:cubicBezTo>
                  <a:cubicBezTo>
                    <a:pt x="4442" y="4821"/>
                    <a:pt x="4348" y="4632"/>
                    <a:pt x="4285" y="4380"/>
                  </a:cubicBezTo>
                  <a:cubicBezTo>
                    <a:pt x="4253" y="4254"/>
                    <a:pt x="4127" y="4159"/>
                    <a:pt x="4001" y="4159"/>
                  </a:cubicBezTo>
                  <a:lnTo>
                    <a:pt x="3529" y="4159"/>
                  </a:lnTo>
                  <a:lnTo>
                    <a:pt x="3529" y="3466"/>
                  </a:lnTo>
                  <a:lnTo>
                    <a:pt x="3970" y="3466"/>
                  </a:lnTo>
                  <a:cubicBezTo>
                    <a:pt x="4127" y="3466"/>
                    <a:pt x="4253" y="3372"/>
                    <a:pt x="4285" y="3214"/>
                  </a:cubicBezTo>
                  <a:cubicBezTo>
                    <a:pt x="4316" y="2993"/>
                    <a:pt x="4442" y="2773"/>
                    <a:pt x="4568" y="2584"/>
                  </a:cubicBezTo>
                  <a:cubicBezTo>
                    <a:pt x="4631" y="2458"/>
                    <a:pt x="4600" y="2269"/>
                    <a:pt x="4505" y="2143"/>
                  </a:cubicBezTo>
                  <a:lnTo>
                    <a:pt x="4190" y="1828"/>
                  </a:lnTo>
                  <a:lnTo>
                    <a:pt x="4663" y="1355"/>
                  </a:lnTo>
                  <a:lnTo>
                    <a:pt x="4978" y="1670"/>
                  </a:lnTo>
                  <a:cubicBezTo>
                    <a:pt x="5046" y="1738"/>
                    <a:pt x="5122" y="1769"/>
                    <a:pt x="5203" y="1769"/>
                  </a:cubicBezTo>
                  <a:cubicBezTo>
                    <a:pt x="5273" y="1769"/>
                    <a:pt x="5346" y="1746"/>
                    <a:pt x="5419" y="1702"/>
                  </a:cubicBezTo>
                  <a:cubicBezTo>
                    <a:pt x="5608" y="1576"/>
                    <a:pt x="5829" y="1513"/>
                    <a:pt x="6049" y="1418"/>
                  </a:cubicBezTo>
                  <a:cubicBezTo>
                    <a:pt x="6207" y="1387"/>
                    <a:pt x="6333" y="1261"/>
                    <a:pt x="6333" y="1103"/>
                  </a:cubicBezTo>
                  <a:lnTo>
                    <a:pt x="6333" y="694"/>
                  </a:lnTo>
                  <a:close/>
                  <a:moveTo>
                    <a:pt x="10964" y="4821"/>
                  </a:moveTo>
                  <a:lnTo>
                    <a:pt x="9830" y="8255"/>
                  </a:lnTo>
                  <a:lnTo>
                    <a:pt x="2773" y="8255"/>
                  </a:lnTo>
                  <a:lnTo>
                    <a:pt x="2143" y="4821"/>
                  </a:lnTo>
                  <a:lnTo>
                    <a:pt x="3686" y="4821"/>
                  </a:lnTo>
                  <a:cubicBezTo>
                    <a:pt x="3718" y="4947"/>
                    <a:pt x="3781" y="5010"/>
                    <a:pt x="3812" y="5136"/>
                  </a:cubicBezTo>
                  <a:lnTo>
                    <a:pt x="3466" y="5482"/>
                  </a:lnTo>
                  <a:cubicBezTo>
                    <a:pt x="3340" y="5608"/>
                    <a:pt x="3340" y="5829"/>
                    <a:pt x="3466" y="5955"/>
                  </a:cubicBezTo>
                  <a:lnTo>
                    <a:pt x="4442" y="6932"/>
                  </a:lnTo>
                  <a:cubicBezTo>
                    <a:pt x="4505" y="6995"/>
                    <a:pt x="4592" y="7026"/>
                    <a:pt x="4679" y="7026"/>
                  </a:cubicBezTo>
                  <a:cubicBezTo>
                    <a:pt x="4765" y="7026"/>
                    <a:pt x="4852" y="6995"/>
                    <a:pt x="4915" y="6932"/>
                  </a:cubicBezTo>
                  <a:lnTo>
                    <a:pt x="5262" y="6585"/>
                  </a:lnTo>
                  <a:cubicBezTo>
                    <a:pt x="5356" y="6617"/>
                    <a:pt x="5451" y="6680"/>
                    <a:pt x="5577" y="6711"/>
                  </a:cubicBezTo>
                  <a:lnTo>
                    <a:pt x="5577" y="7215"/>
                  </a:lnTo>
                  <a:cubicBezTo>
                    <a:pt x="5577" y="7404"/>
                    <a:pt x="5734" y="7562"/>
                    <a:pt x="5923" y="7562"/>
                  </a:cubicBezTo>
                  <a:lnTo>
                    <a:pt x="7309" y="7562"/>
                  </a:lnTo>
                  <a:cubicBezTo>
                    <a:pt x="7498" y="7562"/>
                    <a:pt x="7656" y="7404"/>
                    <a:pt x="7656" y="7215"/>
                  </a:cubicBezTo>
                  <a:lnTo>
                    <a:pt x="7656" y="6711"/>
                  </a:lnTo>
                  <a:cubicBezTo>
                    <a:pt x="7782" y="6680"/>
                    <a:pt x="7876" y="6617"/>
                    <a:pt x="7971" y="6585"/>
                  </a:cubicBezTo>
                  <a:lnTo>
                    <a:pt x="8349" y="6932"/>
                  </a:lnTo>
                  <a:cubicBezTo>
                    <a:pt x="8396" y="6995"/>
                    <a:pt x="8483" y="7026"/>
                    <a:pt x="8574" y="7026"/>
                  </a:cubicBezTo>
                  <a:cubicBezTo>
                    <a:pt x="8664" y="7026"/>
                    <a:pt x="8759" y="6995"/>
                    <a:pt x="8822" y="6932"/>
                  </a:cubicBezTo>
                  <a:lnTo>
                    <a:pt x="9798" y="5955"/>
                  </a:lnTo>
                  <a:cubicBezTo>
                    <a:pt x="9924" y="5829"/>
                    <a:pt x="9924" y="5608"/>
                    <a:pt x="9798" y="5482"/>
                  </a:cubicBezTo>
                  <a:lnTo>
                    <a:pt x="9452" y="5136"/>
                  </a:lnTo>
                  <a:cubicBezTo>
                    <a:pt x="9483" y="5041"/>
                    <a:pt x="9515" y="4947"/>
                    <a:pt x="9546" y="4821"/>
                  </a:cubicBezTo>
                  <a:close/>
                  <a:moveTo>
                    <a:pt x="3907" y="10334"/>
                  </a:moveTo>
                  <a:cubicBezTo>
                    <a:pt x="4096" y="10366"/>
                    <a:pt x="4253" y="10523"/>
                    <a:pt x="4253" y="10681"/>
                  </a:cubicBezTo>
                  <a:cubicBezTo>
                    <a:pt x="4253" y="10870"/>
                    <a:pt x="4096" y="11027"/>
                    <a:pt x="3907" y="11027"/>
                  </a:cubicBezTo>
                  <a:cubicBezTo>
                    <a:pt x="3686" y="11027"/>
                    <a:pt x="3529" y="10870"/>
                    <a:pt x="3529" y="10681"/>
                  </a:cubicBezTo>
                  <a:cubicBezTo>
                    <a:pt x="3529" y="10492"/>
                    <a:pt x="3686" y="10334"/>
                    <a:pt x="3907" y="10334"/>
                  </a:cubicBezTo>
                  <a:close/>
                  <a:moveTo>
                    <a:pt x="8664" y="10334"/>
                  </a:moveTo>
                  <a:cubicBezTo>
                    <a:pt x="8853" y="10366"/>
                    <a:pt x="9011" y="10523"/>
                    <a:pt x="9011" y="10681"/>
                  </a:cubicBezTo>
                  <a:cubicBezTo>
                    <a:pt x="9011" y="10870"/>
                    <a:pt x="8853" y="11027"/>
                    <a:pt x="8664" y="11027"/>
                  </a:cubicBezTo>
                  <a:cubicBezTo>
                    <a:pt x="8444" y="11027"/>
                    <a:pt x="8286" y="10870"/>
                    <a:pt x="8286" y="10681"/>
                  </a:cubicBezTo>
                  <a:cubicBezTo>
                    <a:pt x="8286" y="10492"/>
                    <a:pt x="8444" y="10334"/>
                    <a:pt x="8664" y="10334"/>
                  </a:cubicBezTo>
                  <a:close/>
                  <a:moveTo>
                    <a:pt x="5892" y="0"/>
                  </a:moveTo>
                  <a:cubicBezTo>
                    <a:pt x="5703" y="0"/>
                    <a:pt x="5545" y="158"/>
                    <a:pt x="5545" y="379"/>
                  </a:cubicBezTo>
                  <a:lnTo>
                    <a:pt x="5545" y="883"/>
                  </a:lnTo>
                  <a:cubicBezTo>
                    <a:pt x="5419" y="914"/>
                    <a:pt x="5356" y="946"/>
                    <a:pt x="5230" y="1009"/>
                  </a:cubicBezTo>
                  <a:lnTo>
                    <a:pt x="4883" y="631"/>
                  </a:lnTo>
                  <a:cubicBezTo>
                    <a:pt x="4820" y="583"/>
                    <a:pt x="4734" y="560"/>
                    <a:pt x="4647" y="560"/>
                  </a:cubicBezTo>
                  <a:cubicBezTo>
                    <a:pt x="4561" y="560"/>
                    <a:pt x="4474" y="583"/>
                    <a:pt x="4411" y="631"/>
                  </a:cubicBezTo>
                  <a:lnTo>
                    <a:pt x="3434" y="1639"/>
                  </a:lnTo>
                  <a:cubicBezTo>
                    <a:pt x="3308" y="1733"/>
                    <a:pt x="3308" y="1985"/>
                    <a:pt x="3434" y="2111"/>
                  </a:cubicBezTo>
                  <a:lnTo>
                    <a:pt x="3781" y="2458"/>
                  </a:lnTo>
                  <a:cubicBezTo>
                    <a:pt x="3718" y="2521"/>
                    <a:pt x="3686" y="2647"/>
                    <a:pt x="3655" y="2773"/>
                  </a:cubicBezTo>
                  <a:lnTo>
                    <a:pt x="3151" y="2773"/>
                  </a:lnTo>
                  <a:cubicBezTo>
                    <a:pt x="2930" y="2773"/>
                    <a:pt x="2773" y="2930"/>
                    <a:pt x="2773" y="3119"/>
                  </a:cubicBezTo>
                  <a:lnTo>
                    <a:pt x="2773" y="4159"/>
                  </a:lnTo>
                  <a:lnTo>
                    <a:pt x="1985" y="4159"/>
                  </a:lnTo>
                  <a:lnTo>
                    <a:pt x="1765" y="2930"/>
                  </a:lnTo>
                  <a:cubicBezTo>
                    <a:pt x="1670" y="2458"/>
                    <a:pt x="1197" y="2111"/>
                    <a:pt x="693" y="2111"/>
                  </a:cubicBezTo>
                  <a:lnTo>
                    <a:pt x="347" y="2111"/>
                  </a:lnTo>
                  <a:cubicBezTo>
                    <a:pt x="158" y="2111"/>
                    <a:pt x="0" y="2269"/>
                    <a:pt x="0" y="2458"/>
                  </a:cubicBezTo>
                  <a:cubicBezTo>
                    <a:pt x="0" y="2647"/>
                    <a:pt x="158" y="2804"/>
                    <a:pt x="347" y="2804"/>
                  </a:cubicBezTo>
                  <a:lnTo>
                    <a:pt x="693" y="2804"/>
                  </a:lnTo>
                  <a:cubicBezTo>
                    <a:pt x="882" y="2804"/>
                    <a:pt x="1103" y="2930"/>
                    <a:pt x="1103" y="3088"/>
                  </a:cubicBezTo>
                  <a:lnTo>
                    <a:pt x="2080" y="8570"/>
                  </a:lnTo>
                  <a:cubicBezTo>
                    <a:pt x="1891" y="8759"/>
                    <a:pt x="1765" y="9042"/>
                    <a:pt x="1765" y="9357"/>
                  </a:cubicBezTo>
                  <a:cubicBezTo>
                    <a:pt x="1765" y="9861"/>
                    <a:pt x="2143" y="10366"/>
                    <a:pt x="2867" y="10366"/>
                  </a:cubicBezTo>
                  <a:cubicBezTo>
                    <a:pt x="2836" y="10492"/>
                    <a:pt x="2836" y="10618"/>
                    <a:pt x="2836" y="10712"/>
                  </a:cubicBezTo>
                  <a:cubicBezTo>
                    <a:pt x="2836" y="11279"/>
                    <a:pt x="3308" y="11752"/>
                    <a:pt x="3844" y="11752"/>
                  </a:cubicBezTo>
                  <a:cubicBezTo>
                    <a:pt x="4411" y="11752"/>
                    <a:pt x="4883" y="11279"/>
                    <a:pt x="4883" y="10712"/>
                  </a:cubicBezTo>
                  <a:cubicBezTo>
                    <a:pt x="4883" y="10618"/>
                    <a:pt x="4820" y="10492"/>
                    <a:pt x="4820" y="10366"/>
                  </a:cubicBezTo>
                  <a:lnTo>
                    <a:pt x="7719" y="10366"/>
                  </a:lnTo>
                  <a:cubicBezTo>
                    <a:pt x="7656" y="10492"/>
                    <a:pt x="7656" y="10618"/>
                    <a:pt x="7656" y="10712"/>
                  </a:cubicBezTo>
                  <a:cubicBezTo>
                    <a:pt x="7656" y="11279"/>
                    <a:pt x="8129" y="11752"/>
                    <a:pt x="8696" y="11752"/>
                  </a:cubicBezTo>
                  <a:cubicBezTo>
                    <a:pt x="9231" y="11752"/>
                    <a:pt x="9735" y="11279"/>
                    <a:pt x="9735" y="10712"/>
                  </a:cubicBezTo>
                  <a:cubicBezTo>
                    <a:pt x="9735" y="10618"/>
                    <a:pt x="9672" y="10492"/>
                    <a:pt x="9672" y="10366"/>
                  </a:cubicBezTo>
                  <a:lnTo>
                    <a:pt x="10082" y="10366"/>
                  </a:lnTo>
                  <a:cubicBezTo>
                    <a:pt x="10271" y="10366"/>
                    <a:pt x="10428" y="10208"/>
                    <a:pt x="10428" y="10019"/>
                  </a:cubicBezTo>
                  <a:cubicBezTo>
                    <a:pt x="10428" y="9830"/>
                    <a:pt x="10271" y="9672"/>
                    <a:pt x="10082" y="9672"/>
                  </a:cubicBezTo>
                  <a:lnTo>
                    <a:pt x="2867" y="9672"/>
                  </a:lnTo>
                  <a:cubicBezTo>
                    <a:pt x="2678" y="9672"/>
                    <a:pt x="2521" y="9515"/>
                    <a:pt x="2521" y="9294"/>
                  </a:cubicBezTo>
                  <a:cubicBezTo>
                    <a:pt x="2521" y="9137"/>
                    <a:pt x="2678" y="8948"/>
                    <a:pt x="2867" y="8948"/>
                  </a:cubicBezTo>
                  <a:lnTo>
                    <a:pt x="10082" y="8948"/>
                  </a:lnTo>
                  <a:cubicBezTo>
                    <a:pt x="10239" y="8948"/>
                    <a:pt x="10334" y="8885"/>
                    <a:pt x="10397" y="8727"/>
                  </a:cubicBezTo>
                  <a:lnTo>
                    <a:pt x="11720" y="4663"/>
                  </a:lnTo>
                  <a:cubicBezTo>
                    <a:pt x="11783" y="4537"/>
                    <a:pt x="11720" y="4411"/>
                    <a:pt x="11689" y="4348"/>
                  </a:cubicBezTo>
                  <a:cubicBezTo>
                    <a:pt x="11563" y="4191"/>
                    <a:pt x="11405" y="4191"/>
                    <a:pt x="11279" y="4191"/>
                  </a:cubicBezTo>
                  <a:lnTo>
                    <a:pt x="10397" y="4191"/>
                  </a:lnTo>
                  <a:lnTo>
                    <a:pt x="10397" y="3119"/>
                  </a:lnTo>
                  <a:cubicBezTo>
                    <a:pt x="10397" y="2930"/>
                    <a:pt x="10239" y="2773"/>
                    <a:pt x="10019" y="2773"/>
                  </a:cubicBezTo>
                  <a:lnTo>
                    <a:pt x="9515" y="2773"/>
                  </a:lnTo>
                  <a:cubicBezTo>
                    <a:pt x="9483" y="2647"/>
                    <a:pt x="9452" y="2584"/>
                    <a:pt x="9389" y="2458"/>
                  </a:cubicBezTo>
                  <a:lnTo>
                    <a:pt x="9767" y="2080"/>
                  </a:lnTo>
                  <a:cubicBezTo>
                    <a:pt x="9861" y="1985"/>
                    <a:pt x="9861" y="1733"/>
                    <a:pt x="9767" y="1607"/>
                  </a:cubicBezTo>
                  <a:lnTo>
                    <a:pt x="8759" y="631"/>
                  </a:lnTo>
                  <a:cubicBezTo>
                    <a:pt x="8711" y="568"/>
                    <a:pt x="8625" y="536"/>
                    <a:pt x="8534" y="536"/>
                  </a:cubicBezTo>
                  <a:cubicBezTo>
                    <a:pt x="8444" y="536"/>
                    <a:pt x="8349" y="568"/>
                    <a:pt x="8286" y="631"/>
                  </a:cubicBezTo>
                  <a:lnTo>
                    <a:pt x="7939" y="1009"/>
                  </a:lnTo>
                  <a:cubicBezTo>
                    <a:pt x="7876" y="946"/>
                    <a:pt x="7750" y="914"/>
                    <a:pt x="7624" y="883"/>
                  </a:cubicBezTo>
                  <a:lnTo>
                    <a:pt x="7624" y="379"/>
                  </a:lnTo>
                  <a:cubicBezTo>
                    <a:pt x="7624" y="158"/>
                    <a:pt x="7467" y="0"/>
                    <a:pt x="72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5" name="Google Shape;3755;p49"/>
            <p:cNvSpPr/>
            <p:nvPr/>
          </p:nvSpPr>
          <p:spPr>
            <a:xfrm>
              <a:off x="-3731500" y="2458550"/>
              <a:ext cx="84300" cy="84300"/>
            </a:xfrm>
            <a:custGeom>
              <a:rect b="b" l="l" r="r" t="t"/>
              <a:pathLst>
                <a:path extrusionOk="0" h="3372" w="3372">
                  <a:moveTo>
                    <a:pt x="1701" y="631"/>
                  </a:moveTo>
                  <a:cubicBezTo>
                    <a:pt x="2237" y="631"/>
                    <a:pt x="2709" y="1103"/>
                    <a:pt x="2709" y="1639"/>
                  </a:cubicBezTo>
                  <a:cubicBezTo>
                    <a:pt x="2709" y="2206"/>
                    <a:pt x="2237" y="2679"/>
                    <a:pt x="1701" y="2679"/>
                  </a:cubicBezTo>
                  <a:cubicBezTo>
                    <a:pt x="1134" y="2679"/>
                    <a:pt x="662" y="2206"/>
                    <a:pt x="662" y="1639"/>
                  </a:cubicBezTo>
                  <a:cubicBezTo>
                    <a:pt x="662" y="1103"/>
                    <a:pt x="1134" y="631"/>
                    <a:pt x="1701" y="631"/>
                  </a:cubicBezTo>
                  <a:close/>
                  <a:moveTo>
                    <a:pt x="1701" y="1"/>
                  </a:moveTo>
                  <a:cubicBezTo>
                    <a:pt x="756" y="1"/>
                    <a:pt x="0" y="725"/>
                    <a:pt x="0" y="1702"/>
                  </a:cubicBezTo>
                  <a:cubicBezTo>
                    <a:pt x="0" y="2647"/>
                    <a:pt x="756" y="3372"/>
                    <a:pt x="1701" y="3372"/>
                  </a:cubicBezTo>
                  <a:cubicBezTo>
                    <a:pt x="2646" y="3372"/>
                    <a:pt x="3371" y="2647"/>
                    <a:pt x="3371" y="1702"/>
                  </a:cubicBezTo>
                  <a:cubicBezTo>
                    <a:pt x="3371" y="725"/>
                    <a:pt x="2646" y="1"/>
                    <a:pt x="170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56" name="Google Shape;3756;p49"/>
          <p:cNvGrpSpPr/>
          <p:nvPr/>
        </p:nvGrpSpPr>
        <p:grpSpPr>
          <a:xfrm>
            <a:off x="5964084" y="2432212"/>
            <a:ext cx="275537" cy="277002"/>
            <a:chOff x="-3852025" y="2764950"/>
            <a:chExt cx="291450" cy="293000"/>
          </a:xfrm>
        </p:grpSpPr>
        <p:sp>
          <p:nvSpPr>
            <p:cNvPr id="3757" name="Google Shape;3757;p49"/>
            <p:cNvSpPr/>
            <p:nvPr/>
          </p:nvSpPr>
          <p:spPr>
            <a:xfrm>
              <a:off x="-3852025" y="2764950"/>
              <a:ext cx="291450" cy="293000"/>
            </a:xfrm>
            <a:custGeom>
              <a:rect b="b" l="l" r="r" t="t"/>
              <a:pathLst>
                <a:path extrusionOk="0" h="11720" w="11658">
                  <a:moveTo>
                    <a:pt x="4380" y="693"/>
                  </a:moveTo>
                  <a:cubicBezTo>
                    <a:pt x="6774" y="693"/>
                    <a:pt x="8161" y="1355"/>
                    <a:pt x="8161" y="1733"/>
                  </a:cubicBezTo>
                  <a:cubicBezTo>
                    <a:pt x="8161" y="2080"/>
                    <a:pt x="6774" y="2741"/>
                    <a:pt x="4380" y="2741"/>
                  </a:cubicBezTo>
                  <a:cubicBezTo>
                    <a:pt x="1986" y="2741"/>
                    <a:pt x="599" y="2080"/>
                    <a:pt x="599" y="1733"/>
                  </a:cubicBezTo>
                  <a:cubicBezTo>
                    <a:pt x="631" y="1355"/>
                    <a:pt x="2017" y="693"/>
                    <a:pt x="4380" y="693"/>
                  </a:cubicBezTo>
                  <a:close/>
                  <a:moveTo>
                    <a:pt x="8224" y="2710"/>
                  </a:moveTo>
                  <a:lnTo>
                    <a:pt x="8224" y="4190"/>
                  </a:lnTo>
                  <a:lnTo>
                    <a:pt x="7845" y="4190"/>
                  </a:lnTo>
                  <a:cubicBezTo>
                    <a:pt x="7815" y="4189"/>
                    <a:pt x="7784" y="4189"/>
                    <a:pt x="7753" y="4189"/>
                  </a:cubicBezTo>
                  <a:cubicBezTo>
                    <a:pt x="6625" y="4189"/>
                    <a:pt x="5622" y="4748"/>
                    <a:pt x="4947" y="5545"/>
                  </a:cubicBezTo>
                  <a:cubicBezTo>
                    <a:pt x="4743" y="5555"/>
                    <a:pt x="4544" y="5560"/>
                    <a:pt x="4352" y="5560"/>
                  </a:cubicBezTo>
                  <a:cubicBezTo>
                    <a:pt x="2081" y="5560"/>
                    <a:pt x="662" y="4912"/>
                    <a:pt x="662" y="4505"/>
                  </a:cubicBezTo>
                  <a:lnTo>
                    <a:pt x="662" y="2710"/>
                  </a:lnTo>
                  <a:cubicBezTo>
                    <a:pt x="1639" y="3308"/>
                    <a:pt x="3246" y="3466"/>
                    <a:pt x="4443" y="3466"/>
                  </a:cubicBezTo>
                  <a:cubicBezTo>
                    <a:pt x="5577" y="3466"/>
                    <a:pt x="7215" y="3308"/>
                    <a:pt x="8224" y="2710"/>
                  </a:cubicBezTo>
                  <a:close/>
                  <a:moveTo>
                    <a:pt x="631" y="5514"/>
                  </a:moveTo>
                  <a:cubicBezTo>
                    <a:pt x="1639" y="6081"/>
                    <a:pt x="3309" y="6238"/>
                    <a:pt x="4474" y="6238"/>
                  </a:cubicBezTo>
                  <a:cubicBezTo>
                    <a:pt x="4222" y="6711"/>
                    <a:pt x="4065" y="7309"/>
                    <a:pt x="4065" y="7939"/>
                  </a:cubicBezTo>
                  <a:lnTo>
                    <a:pt x="4065" y="8286"/>
                  </a:lnTo>
                  <a:cubicBezTo>
                    <a:pt x="1860" y="8223"/>
                    <a:pt x="631" y="7624"/>
                    <a:pt x="631" y="7278"/>
                  </a:cubicBezTo>
                  <a:lnTo>
                    <a:pt x="631" y="5514"/>
                  </a:lnTo>
                  <a:close/>
                  <a:moveTo>
                    <a:pt x="631" y="8223"/>
                  </a:moveTo>
                  <a:cubicBezTo>
                    <a:pt x="1576" y="8759"/>
                    <a:pt x="3120" y="8979"/>
                    <a:pt x="4222" y="8979"/>
                  </a:cubicBezTo>
                  <a:cubicBezTo>
                    <a:pt x="4474" y="9798"/>
                    <a:pt x="4947" y="10460"/>
                    <a:pt x="5609" y="10964"/>
                  </a:cubicBezTo>
                  <a:cubicBezTo>
                    <a:pt x="5199" y="11005"/>
                    <a:pt x="4802" y="11024"/>
                    <a:pt x="4424" y="11024"/>
                  </a:cubicBezTo>
                  <a:cubicBezTo>
                    <a:pt x="2216" y="11024"/>
                    <a:pt x="631" y="10391"/>
                    <a:pt x="631" y="9987"/>
                  </a:cubicBezTo>
                  <a:lnTo>
                    <a:pt x="631" y="8223"/>
                  </a:lnTo>
                  <a:close/>
                  <a:moveTo>
                    <a:pt x="7814" y="4852"/>
                  </a:moveTo>
                  <a:cubicBezTo>
                    <a:pt x="9515" y="4852"/>
                    <a:pt x="10933" y="6238"/>
                    <a:pt x="10933" y="7939"/>
                  </a:cubicBezTo>
                  <a:cubicBezTo>
                    <a:pt x="10964" y="9641"/>
                    <a:pt x="9547" y="11027"/>
                    <a:pt x="7814" y="11027"/>
                  </a:cubicBezTo>
                  <a:cubicBezTo>
                    <a:pt x="6113" y="11027"/>
                    <a:pt x="4726" y="9641"/>
                    <a:pt x="4726" y="7939"/>
                  </a:cubicBezTo>
                  <a:cubicBezTo>
                    <a:pt x="4726" y="6238"/>
                    <a:pt x="6113" y="4852"/>
                    <a:pt x="7814" y="4852"/>
                  </a:cubicBezTo>
                  <a:close/>
                  <a:moveTo>
                    <a:pt x="4411" y="0"/>
                  </a:moveTo>
                  <a:cubicBezTo>
                    <a:pt x="3277" y="0"/>
                    <a:pt x="2206" y="158"/>
                    <a:pt x="1418" y="410"/>
                  </a:cubicBezTo>
                  <a:cubicBezTo>
                    <a:pt x="253" y="819"/>
                    <a:pt x="1" y="1323"/>
                    <a:pt x="1" y="1733"/>
                  </a:cubicBezTo>
                  <a:lnTo>
                    <a:pt x="1" y="9987"/>
                  </a:lnTo>
                  <a:cubicBezTo>
                    <a:pt x="1" y="10334"/>
                    <a:pt x="253" y="10901"/>
                    <a:pt x="1418" y="11279"/>
                  </a:cubicBezTo>
                  <a:cubicBezTo>
                    <a:pt x="2269" y="11562"/>
                    <a:pt x="3309" y="11720"/>
                    <a:pt x="4411" y="11720"/>
                  </a:cubicBezTo>
                  <a:cubicBezTo>
                    <a:pt x="5199" y="11720"/>
                    <a:pt x="5955" y="11657"/>
                    <a:pt x="6617" y="11531"/>
                  </a:cubicBezTo>
                  <a:cubicBezTo>
                    <a:pt x="7026" y="11657"/>
                    <a:pt x="7404" y="11720"/>
                    <a:pt x="7845" y="11720"/>
                  </a:cubicBezTo>
                  <a:cubicBezTo>
                    <a:pt x="9925" y="11720"/>
                    <a:pt x="11658" y="10019"/>
                    <a:pt x="11658" y="7939"/>
                  </a:cubicBezTo>
                  <a:cubicBezTo>
                    <a:pt x="11626" y="6175"/>
                    <a:pt x="10397" y="4757"/>
                    <a:pt x="8822" y="4316"/>
                  </a:cubicBezTo>
                  <a:lnTo>
                    <a:pt x="8822" y="1733"/>
                  </a:lnTo>
                  <a:cubicBezTo>
                    <a:pt x="8822" y="1355"/>
                    <a:pt x="8602" y="819"/>
                    <a:pt x="7404" y="410"/>
                  </a:cubicBezTo>
                  <a:cubicBezTo>
                    <a:pt x="6585" y="158"/>
                    <a:pt x="5514" y="0"/>
                    <a:pt x="441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8" name="Google Shape;3758;p49"/>
            <p:cNvSpPr/>
            <p:nvPr/>
          </p:nvSpPr>
          <p:spPr>
            <a:xfrm>
              <a:off x="-3707100" y="2937425"/>
              <a:ext cx="103200" cy="67775"/>
            </a:xfrm>
            <a:custGeom>
              <a:rect b="b" l="l" r="r" t="t"/>
              <a:pathLst>
                <a:path extrusionOk="0" h="2711" w="4128">
                  <a:moveTo>
                    <a:pt x="3785" y="1"/>
                  </a:moveTo>
                  <a:cubicBezTo>
                    <a:pt x="3695" y="1"/>
                    <a:pt x="3608" y="32"/>
                    <a:pt x="3561" y="95"/>
                  </a:cubicBezTo>
                  <a:lnTo>
                    <a:pt x="1733" y="1923"/>
                  </a:lnTo>
                  <a:lnTo>
                    <a:pt x="599" y="757"/>
                  </a:lnTo>
                  <a:cubicBezTo>
                    <a:pt x="536" y="710"/>
                    <a:pt x="450" y="686"/>
                    <a:pt x="363" y="686"/>
                  </a:cubicBezTo>
                  <a:cubicBezTo>
                    <a:pt x="276" y="686"/>
                    <a:pt x="190" y="710"/>
                    <a:pt x="127" y="757"/>
                  </a:cubicBezTo>
                  <a:cubicBezTo>
                    <a:pt x="1" y="883"/>
                    <a:pt x="1" y="1135"/>
                    <a:pt x="127" y="1229"/>
                  </a:cubicBezTo>
                  <a:lnTo>
                    <a:pt x="1513" y="2616"/>
                  </a:lnTo>
                  <a:cubicBezTo>
                    <a:pt x="1560" y="2679"/>
                    <a:pt x="1647" y="2710"/>
                    <a:pt x="1737" y="2710"/>
                  </a:cubicBezTo>
                  <a:cubicBezTo>
                    <a:pt x="1828" y="2710"/>
                    <a:pt x="1922" y="2679"/>
                    <a:pt x="1985" y="2616"/>
                  </a:cubicBezTo>
                  <a:lnTo>
                    <a:pt x="4033" y="568"/>
                  </a:lnTo>
                  <a:cubicBezTo>
                    <a:pt x="4128" y="442"/>
                    <a:pt x="4128" y="221"/>
                    <a:pt x="4033" y="95"/>
                  </a:cubicBezTo>
                  <a:cubicBezTo>
                    <a:pt x="3970" y="32"/>
                    <a:pt x="3876" y="1"/>
                    <a:pt x="378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59" name="Google Shape;3759;p49"/>
          <p:cNvSpPr/>
          <p:nvPr/>
        </p:nvSpPr>
        <p:spPr>
          <a:xfrm>
            <a:off x="5086426" y="2029621"/>
            <a:ext cx="276270" cy="209241"/>
          </a:xfrm>
          <a:custGeom>
            <a:rect b="b" l="l" r="r" t="t"/>
            <a:pathLst>
              <a:path extrusionOk="0" h="8853" w="11689">
                <a:moveTo>
                  <a:pt x="1040" y="2709"/>
                </a:moveTo>
                <a:cubicBezTo>
                  <a:pt x="1229" y="2709"/>
                  <a:pt x="1386" y="2867"/>
                  <a:pt x="1386" y="3056"/>
                </a:cubicBezTo>
                <a:lnTo>
                  <a:pt x="1386" y="5828"/>
                </a:lnTo>
                <a:cubicBezTo>
                  <a:pt x="1386" y="6017"/>
                  <a:pt x="1229" y="6175"/>
                  <a:pt x="1040" y="6175"/>
                </a:cubicBezTo>
                <a:cubicBezTo>
                  <a:pt x="819" y="6175"/>
                  <a:pt x="662" y="6017"/>
                  <a:pt x="662" y="5828"/>
                </a:cubicBezTo>
                <a:lnTo>
                  <a:pt x="662" y="3056"/>
                </a:lnTo>
                <a:cubicBezTo>
                  <a:pt x="662" y="2867"/>
                  <a:pt x="819" y="2709"/>
                  <a:pt x="1040" y="2709"/>
                </a:cubicBezTo>
                <a:close/>
                <a:moveTo>
                  <a:pt x="9641" y="1449"/>
                </a:moveTo>
                <a:lnTo>
                  <a:pt x="9641" y="7435"/>
                </a:lnTo>
                <a:lnTo>
                  <a:pt x="2079" y="5545"/>
                </a:lnTo>
                <a:lnTo>
                  <a:pt x="2079" y="3340"/>
                </a:lnTo>
                <a:lnTo>
                  <a:pt x="9641" y="1449"/>
                </a:lnTo>
                <a:close/>
                <a:moveTo>
                  <a:pt x="3466" y="6616"/>
                </a:moveTo>
                <a:lnTo>
                  <a:pt x="6112" y="7278"/>
                </a:lnTo>
                <a:cubicBezTo>
                  <a:pt x="5954" y="7845"/>
                  <a:pt x="5450" y="8223"/>
                  <a:pt x="4820" y="8223"/>
                </a:cubicBezTo>
                <a:cubicBezTo>
                  <a:pt x="4064" y="8223"/>
                  <a:pt x="3434" y="7593"/>
                  <a:pt x="3434" y="6837"/>
                </a:cubicBezTo>
                <a:cubicBezTo>
                  <a:pt x="3434" y="6774"/>
                  <a:pt x="3434" y="6679"/>
                  <a:pt x="3466" y="6616"/>
                </a:cubicBezTo>
                <a:close/>
                <a:moveTo>
                  <a:pt x="10680" y="662"/>
                </a:moveTo>
                <a:cubicBezTo>
                  <a:pt x="10869" y="662"/>
                  <a:pt x="11027" y="819"/>
                  <a:pt x="11027" y="1008"/>
                </a:cubicBezTo>
                <a:lnTo>
                  <a:pt x="11027" y="7876"/>
                </a:lnTo>
                <a:cubicBezTo>
                  <a:pt x="11027" y="8065"/>
                  <a:pt x="10869" y="8223"/>
                  <a:pt x="10680" y="8223"/>
                </a:cubicBezTo>
                <a:cubicBezTo>
                  <a:pt x="10491" y="8223"/>
                  <a:pt x="10334" y="8065"/>
                  <a:pt x="10334" y="7876"/>
                </a:cubicBezTo>
                <a:lnTo>
                  <a:pt x="10334" y="1008"/>
                </a:lnTo>
                <a:cubicBezTo>
                  <a:pt x="10334" y="819"/>
                  <a:pt x="10491" y="662"/>
                  <a:pt x="10680" y="662"/>
                </a:cubicBezTo>
                <a:close/>
                <a:moveTo>
                  <a:pt x="10680" y="0"/>
                </a:moveTo>
                <a:cubicBezTo>
                  <a:pt x="10208" y="0"/>
                  <a:pt x="9798" y="315"/>
                  <a:pt x="9704" y="756"/>
                </a:cubicBezTo>
                <a:lnTo>
                  <a:pt x="1985" y="2678"/>
                </a:lnTo>
                <a:cubicBezTo>
                  <a:pt x="1827" y="2331"/>
                  <a:pt x="1449" y="2048"/>
                  <a:pt x="1040" y="2048"/>
                </a:cubicBezTo>
                <a:cubicBezTo>
                  <a:pt x="473" y="2048"/>
                  <a:pt x="0" y="2520"/>
                  <a:pt x="0" y="3056"/>
                </a:cubicBezTo>
                <a:lnTo>
                  <a:pt x="0" y="5828"/>
                </a:lnTo>
                <a:cubicBezTo>
                  <a:pt x="0" y="6364"/>
                  <a:pt x="473" y="6837"/>
                  <a:pt x="1040" y="6837"/>
                </a:cubicBezTo>
                <a:cubicBezTo>
                  <a:pt x="1449" y="6837"/>
                  <a:pt x="1827" y="6616"/>
                  <a:pt x="1985" y="6206"/>
                </a:cubicBezTo>
                <a:lnTo>
                  <a:pt x="2804" y="6427"/>
                </a:lnTo>
                <a:cubicBezTo>
                  <a:pt x="2772" y="6522"/>
                  <a:pt x="2772" y="6679"/>
                  <a:pt x="2772" y="6805"/>
                </a:cubicBezTo>
                <a:cubicBezTo>
                  <a:pt x="2772" y="7939"/>
                  <a:pt x="3655" y="8853"/>
                  <a:pt x="4820" y="8853"/>
                </a:cubicBezTo>
                <a:cubicBezTo>
                  <a:pt x="5324" y="8853"/>
                  <a:pt x="5828" y="8664"/>
                  <a:pt x="6175" y="8317"/>
                </a:cubicBezTo>
                <a:cubicBezTo>
                  <a:pt x="6459" y="8065"/>
                  <a:pt x="6648" y="7719"/>
                  <a:pt x="6774" y="7341"/>
                </a:cubicBezTo>
                <a:lnTo>
                  <a:pt x="9704" y="8065"/>
                </a:lnTo>
                <a:cubicBezTo>
                  <a:pt x="9798" y="8506"/>
                  <a:pt x="10208" y="8821"/>
                  <a:pt x="10680" y="8821"/>
                </a:cubicBezTo>
                <a:cubicBezTo>
                  <a:pt x="11216" y="8821"/>
                  <a:pt x="11688" y="8349"/>
                  <a:pt x="11688" y="7782"/>
                </a:cubicBezTo>
                <a:lnTo>
                  <a:pt x="11688" y="945"/>
                </a:lnTo>
                <a:cubicBezTo>
                  <a:pt x="11688" y="473"/>
                  <a:pt x="11279" y="0"/>
                  <a:pt x="1068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0" name="Google Shape;3760;p49"/>
          <p:cNvSpPr/>
          <p:nvPr/>
        </p:nvSpPr>
        <p:spPr>
          <a:xfrm>
            <a:off x="4658279" y="2876504"/>
            <a:ext cx="276270" cy="275513"/>
          </a:xfrm>
          <a:custGeom>
            <a:rect b="b" l="l" r="r" t="t"/>
            <a:pathLst>
              <a:path extrusionOk="0" h="11657" w="11689">
                <a:moveTo>
                  <a:pt x="5860" y="662"/>
                </a:moveTo>
                <a:cubicBezTo>
                  <a:pt x="6080" y="662"/>
                  <a:pt x="6238" y="851"/>
                  <a:pt x="6238" y="1040"/>
                </a:cubicBezTo>
                <a:lnTo>
                  <a:pt x="6238" y="1386"/>
                </a:lnTo>
                <a:lnTo>
                  <a:pt x="756" y="1386"/>
                </a:lnTo>
                <a:lnTo>
                  <a:pt x="756" y="1040"/>
                </a:lnTo>
                <a:cubicBezTo>
                  <a:pt x="725" y="851"/>
                  <a:pt x="882" y="662"/>
                  <a:pt x="1071" y="662"/>
                </a:cubicBezTo>
                <a:close/>
                <a:moveTo>
                  <a:pt x="6175" y="2048"/>
                </a:moveTo>
                <a:lnTo>
                  <a:pt x="6175" y="3686"/>
                </a:lnTo>
                <a:cubicBezTo>
                  <a:pt x="5639" y="3686"/>
                  <a:pt x="5198" y="4096"/>
                  <a:pt x="5198" y="4663"/>
                </a:cubicBezTo>
                <a:cubicBezTo>
                  <a:pt x="4820" y="4694"/>
                  <a:pt x="4505" y="4883"/>
                  <a:pt x="4348" y="5261"/>
                </a:cubicBezTo>
                <a:lnTo>
                  <a:pt x="3592" y="4505"/>
                </a:lnTo>
                <a:cubicBezTo>
                  <a:pt x="3403" y="4300"/>
                  <a:pt x="3135" y="4198"/>
                  <a:pt x="2867" y="4198"/>
                </a:cubicBezTo>
                <a:cubicBezTo>
                  <a:pt x="2599" y="4198"/>
                  <a:pt x="2331" y="4300"/>
                  <a:pt x="2142" y="4505"/>
                </a:cubicBezTo>
                <a:cubicBezTo>
                  <a:pt x="1733" y="4883"/>
                  <a:pt x="1733" y="5576"/>
                  <a:pt x="2142" y="5954"/>
                </a:cubicBezTo>
                <a:lnTo>
                  <a:pt x="4505" y="8317"/>
                </a:lnTo>
                <a:lnTo>
                  <a:pt x="4316" y="8317"/>
                </a:lnTo>
                <a:cubicBezTo>
                  <a:pt x="3875" y="8317"/>
                  <a:pt x="3466" y="8601"/>
                  <a:pt x="3308" y="9042"/>
                </a:cubicBezTo>
                <a:lnTo>
                  <a:pt x="725" y="9042"/>
                </a:lnTo>
                <a:lnTo>
                  <a:pt x="725" y="8979"/>
                </a:lnTo>
                <a:lnTo>
                  <a:pt x="725" y="2048"/>
                </a:lnTo>
                <a:close/>
                <a:moveTo>
                  <a:pt x="7640" y="3907"/>
                </a:moveTo>
                <a:cubicBezTo>
                  <a:pt x="7727" y="3907"/>
                  <a:pt x="7813" y="3938"/>
                  <a:pt x="7876" y="4001"/>
                </a:cubicBezTo>
                <a:lnTo>
                  <a:pt x="8664" y="4789"/>
                </a:lnTo>
                <a:cubicBezTo>
                  <a:pt x="9325" y="5450"/>
                  <a:pt x="9861" y="6238"/>
                  <a:pt x="10113" y="7026"/>
                </a:cubicBezTo>
                <a:lnTo>
                  <a:pt x="7530" y="9609"/>
                </a:lnTo>
                <a:lnTo>
                  <a:pt x="4222" y="9609"/>
                </a:lnTo>
                <a:cubicBezTo>
                  <a:pt x="4033" y="9609"/>
                  <a:pt x="3875" y="9451"/>
                  <a:pt x="3875" y="9262"/>
                </a:cubicBezTo>
                <a:cubicBezTo>
                  <a:pt x="3875" y="9073"/>
                  <a:pt x="4033" y="8916"/>
                  <a:pt x="4222" y="8916"/>
                </a:cubicBezTo>
                <a:lnTo>
                  <a:pt x="5230" y="8916"/>
                </a:lnTo>
                <a:cubicBezTo>
                  <a:pt x="5387" y="8916"/>
                  <a:pt x="5513" y="8821"/>
                  <a:pt x="5545" y="8695"/>
                </a:cubicBezTo>
                <a:cubicBezTo>
                  <a:pt x="5608" y="8601"/>
                  <a:pt x="5608" y="8443"/>
                  <a:pt x="5482" y="8349"/>
                </a:cubicBezTo>
                <a:lnTo>
                  <a:pt x="2520" y="5387"/>
                </a:lnTo>
                <a:cubicBezTo>
                  <a:pt x="2394" y="5293"/>
                  <a:pt x="2394" y="5041"/>
                  <a:pt x="2520" y="4915"/>
                </a:cubicBezTo>
                <a:cubicBezTo>
                  <a:pt x="2583" y="4868"/>
                  <a:pt x="2670" y="4844"/>
                  <a:pt x="2757" y="4844"/>
                </a:cubicBezTo>
                <a:cubicBezTo>
                  <a:pt x="2843" y="4844"/>
                  <a:pt x="2930" y="4868"/>
                  <a:pt x="2993" y="4915"/>
                </a:cubicBezTo>
                <a:lnTo>
                  <a:pt x="4442" y="6395"/>
                </a:lnTo>
                <a:lnTo>
                  <a:pt x="5450" y="7372"/>
                </a:lnTo>
                <a:cubicBezTo>
                  <a:pt x="5498" y="7435"/>
                  <a:pt x="5584" y="7467"/>
                  <a:pt x="5675" y="7467"/>
                </a:cubicBezTo>
                <a:cubicBezTo>
                  <a:pt x="5765" y="7467"/>
                  <a:pt x="5860" y="7435"/>
                  <a:pt x="5923" y="7372"/>
                </a:cubicBezTo>
                <a:cubicBezTo>
                  <a:pt x="6017" y="7246"/>
                  <a:pt x="6017" y="7026"/>
                  <a:pt x="5923" y="6900"/>
                </a:cubicBezTo>
                <a:lnTo>
                  <a:pt x="4915" y="5923"/>
                </a:lnTo>
                <a:cubicBezTo>
                  <a:pt x="4820" y="5797"/>
                  <a:pt x="4820" y="5545"/>
                  <a:pt x="4915" y="5450"/>
                </a:cubicBezTo>
                <a:cubicBezTo>
                  <a:pt x="4978" y="5387"/>
                  <a:pt x="5072" y="5356"/>
                  <a:pt x="5163" y="5356"/>
                </a:cubicBezTo>
                <a:cubicBezTo>
                  <a:pt x="5253" y="5356"/>
                  <a:pt x="5340" y="5387"/>
                  <a:pt x="5387" y="5450"/>
                </a:cubicBezTo>
                <a:lnTo>
                  <a:pt x="6396" y="6427"/>
                </a:lnTo>
                <a:cubicBezTo>
                  <a:pt x="6443" y="6490"/>
                  <a:pt x="6529" y="6522"/>
                  <a:pt x="6620" y="6522"/>
                </a:cubicBezTo>
                <a:cubicBezTo>
                  <a:pt x="6711" y="6522"/>
                  <a:pt x="6805" y="6490"/>
                  <a:pt x="6868" y="6427"/>
                </a:cubicBezTo>
                <a:cubicBezTo>
                  <a:pt x="6963" y="6301"/>
                  <a:pt x="6963" y="6080"/>
                  <a:pt x="6868" y="5954"/>
                </a:cubicBezTo>
                <a:lnTo>
                  <a:pt x="5860" y="4978"/>
                </a:lnTo>
                <a:cubicBezTo>
                  <a:pt x="5765" y="4852"/>
                  <a:pt x="5765" y="4631"/>
                  <a:pt x="5860" y="4505"/>
                </a:cubicBezTo>
                <a:cubicBezTo>
                  <a:pt x="5923" y="4442"/>
                  <a:pt x="6017" y="4411"/>
                  <a:pt x="6108" y="4411"/>
                </a:cubicBezTo>
                <a:cubicBezTo>
                  <a:pt x="6199" y="4411"/>
                  <a:pt x="6285" y="4442"/>
                  <a:pt x="6333" y="4505"/>
                </a:cubicBezTo>
                <a:lnTo>
                  <a:pt x="7341" y="5482"/>
                </a:lnTo>
                <a:cubicBezTo>
                  <a:pt x="7388" y="5545"/>
                  <a:pt x="7475" y="5576"/>
                  <a:pt x="7565" y="5576"/>
                </a:cubicBezTo>
                <a:cubicBezTo>
                  <a:pt x="7656" y="5576"/>
                  <a:pt x="7750" y="5545"/>
                  <a:pt x="7813" y="5482"/>
                </a:cubicBezTo>
                <a:cubicBezTo>
                  <a:pt x="7908" y="5356"/>
                  <a:pt x="7908" y="5135"/>
                  <a:pt x="7813" y="5009"/>
                </a:cubicBezTo>
                <a:lnTo>
                  <a:pt x="7341" y="4537"/>
                </a:lnTo>
                <a:cubicBezTo>
                  <a:pt x="7278" y="4348"/>
                  <a:pt x="7278" y="4096"/>
                  <a:pt x="7404" y="4001"/>
                </a:cubicBezTo>
                <a:cubicBezTo>
                  <a:pt x="7467" y="3938"/>
                  <a:pt x="7553" y="3907"/>
                  <a:pt x="7640" y="3907"/>
                </a:cubicBezTo>
                <a:close/>
                <a:moveTo>
                  <a:pt x="10554" y="7624"/>
                </a:moveTo>
                <a:lnTo>
                  <a:pt x="10806" y="7845"/>
                </a:lnTo>
                <a:cubicBezTo>
                  <a:pt x="10964" y="8002"/>
                  <a:pt x="10964" y="8191"/>
                  <a:pt x="10806" y="8317"/>
                </a:cubicBezTo>
                <a:lnTo>
                  <a:pt x="8853" y="10239"/>
                </a:lnTo>
                <a:cubicBezTo>
                  <a:pt x="8806" y="10302"/>
                  <a:pt x="8719" y="10334"/>
                  <a:pt x="8628" y="10334"/>
                </a:cubicBezTo>
                <a:cubicBezTo>
                  <a:pt x="8538" y="10334"/>
                  <a:pt x="8443" y="10302"/>
                  <a:pt x="8380" y="10239"/>
                </a:cubicBezTo>
                <a:lnTo>
                  <a:pt x="8160" y="10019"/>
                </a:lnTo>
                <a:lnTo>
                  <a:pt x="10554" y="7624"/>
                </a:lnTo>
                <a:close/>
                <a:moveTo>
                  <a:pt x="3277" y="9672"/>
                </a:moveTo>
                <a:cubicBezTo>
                  <a:pt x="3434" y="10050"/>
                  <a:pt x="3781" y="10334"/>
                  <a:pt x="4222" y="10334"/>
                </a:cubicBezTo>
                <a:lnTo>
                  <a:pt x="6143" y="10334"/>
                </a:lnTo>
                <a:lnTo>
                  <a:pt x="6143" y="10680"/>
                </a:lnTo>
                <a:lnTo>
                  <a:pt x="6175" y="10680"/>
                </a:lnTo>
                <a:cubicBezTo>
                  <a:pt x="6175" y="10869"/>
                  <a:pt x="6017" y="11027"/>
                  <a:pt x="5828" y="11027"/>
                </a:cubicBezTo>
                <a:lnTo>
                  <a:pt x="1040" y="11027"/>
                </a:lnTo>
                <a:cubicBezTo>
                  <a:pt x="819" y="11027"/>
                  <a:pt x="662" y="10869"/>
                  <a:pt x="662" y="10680"/>
                </a:cubicBezTo>
                <a:lnTo>
                  <a:pt x="662" y="9672"/>
                </a:lnTo>
                <a:close/>
                <a:moveTo>
                  <a:pt x="1040" y="0"/>
                </a:moveTo>
                <a:cubicBezTo>
                  <a:pt x="473" y="0"/>
                  <a:pt x="0" y="473"/>
                  <a:pt x="0" y="1040"/>
                </a:cubicBezTo>
                <a:lnTo>
                  <a:pt x="0" y="10649"/>
                </a:lnTo>
                <a:cubicBezTo>
                  <a:pt x="0" y="11184"/>
                  <a:pt x="473" y="11657"/>
                  <a:pt x="1040" y="11657"/>
                </a:cubicBezTo>
                <a:lnTo>
                  <a:pt x="5828" y="11657"/>
                </a:lnTo>
                <a:cubicBezTo>
                  <a:pt x="6396" y="11657"/>
                  <a:pt x="6868" y="11184"/>
                  <a:pt x="6868" y="10649"/>
                </a:cubicBezTo>
                <a:lnTo>
                  <a:pt x="6868" y="10334"/>
                </a:lnTo>
                <a:lnTo>
                  <a:pt x="7467" y="10334"/>
                </a:lnTo>
                <a:lnTo>
                  <a:pt x="7876" y="10775"/>
                </a:lnTo>
                <a:cubicBezTo>
                  <a:pt x="8081" y="10964"/>
                  <a:pt x="8349" y="11058"/>
                  <a:pt x="8613" y="11058"/>
                </a:cubicBezTo>
                <a:cubicBezTo>
                  <a:pt x="8877" y="11058"/>
                  <a:pt x="9136" y="10964"/>
                  <a:pt x="9325" y="10775"/>
                </a:cubicBezTo>
                <a:lnTo>
                  <a:pt x="11279" y="8821"/>
                </a:lnTo>
                <a:cubicBezTo>
                  <a:pt x="11688" y="8443"/>
                  <a:pt x="11688" y="7782"/>
                  <a:pt x="11310" y="7372"/>
                </a:cubicBezTo>
                <a:lnTo>
                  <a:pt x="10869" y="6931"/>
                </a:lnTo>
                <a:cubicBezTo>
                  <a:pt x="10554" y="6080"/>
                  <a:pt x="10082" y="5261"/>
                  <a:pt x="9420" y="4505"/>
                </a:cubicBezTo>
                <a:lnTo>
                  <a:pt x="8380" y="3466"/>
                </a:lnTo>
                <a:cubicBezTo>
                  <a:pt x="8191" y="3277"/>
                  <a:pt x="7931" y="3182"/>
                  <a:pt x="7668" y="3182"/>
                </a:cubicBezTo>
                <a:cubicBezTo>
                  <a:pt x="7404" y="3182"/>
                  <a:pt x="7136" y="3277"/>
                  <a:pt x="6931" y="3466"/>
                </a:cubicBezTo>
                <a:lnTo>
                  <a:pt x="6868" y="3560"/>
                </a:lnTo>
                <a:lnTo>
                  <a:pt x="6868" y="1040"/>
                </a:lnTo>
                <a:cubicBezTo>
                  <a:pt x="6868" y="473"/>
                  <a:pt x="6396" y="0"/>
                  <a:pt x="582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61" name="Google Shape;3761;p49"/>
          <p:cNvGrpSpPr/>
          <p:nvPr/>
        </p:nvGrpSpPr>
        <p:grpSpPr>
          <a:xfrm>
            <a:off x="8143711" y="2432578"/>
            <a:ext cx="275537" cy="276270"/>
            <a:chOff x="-2060175" y="2768875"/>
            <a:chExt cx="291450" cy="292225"/>
          </a:xfrm>
        </p:grpSpPr>
        <p:sp>
          <p:nvSpPr>
            <p:cNvPr id="3762" name="Google Shape;3762;p49"/>
            <p:cNvSpPr/>
            <p:nvPr/>
          </p:nvSpPr>
          <p:spPr>
            <a:xfrm>
              <a:off x="-2060175" y="2768875"/>
              <a:ext cx="291450" cy="292225"/>
            </a:xfrm>
            <a:custGeom>
              <a:rect b="b" l="l" r="r" t="t"/>
              <a:pathLst>
                <a:path extrusionOk="0" h="11689" w="11658">
                  <a:moveTo>
                    <a:pt x="10649" y="662"/>
                  </a:moveTo>
                  <a:cubicBezTo>
                    <a:pt x="10838" y="662"/>
                    <a:pt x="10996" y="820"/>
                    <a:pt x="10996" y="1009"/>
                  </a:cubicBezTo>
                  <a:cubicBezTo>
                    <a:pt x="10996" y="1198"/>
                    <a:pt x="10838" y="1355"/>
                    <a:pt x="10649" y="1355"/>
                  </a:cubicBezTo>
                  <a:lnTo>
                    <a:pt x="1040" y="1355"/>
                  </a:lnTo>
                  <a:cubicBezTo>
                    <a:pt x="851" y="1355"/>
                    <a:pt x="694" y="1198"/>
                    <a:pt x="694" y="1009"/>
                  </a:cubicBezTo>
                  <a:cubicBezTo>
                    <a:pt x="694" y="820"/>
                    <a:pt x="851" y="662"/>
                    <a:pt x="1040" y="662"/>
                  </a:cubicBezTo>
                  <a:close/>
                  <a:moveTo>
                    <a:pt x="10303" y="2049"/>
                  </a:moveTo>
                  <a:lnTo>
                    <a:pt x="10303" y="7908"/>
                  </a:lnTo>
                  <a:cubicBezTo>
                    <a:pt x="10334" y="8097"/>
                    <a:pt x="10177" y="8255"/>
                    <a:pt x="9988" y="8255"/>
                  </a:cubicBezTo>
                  <a:lnTo>
                    <a:pt x="1702" y="8255"/>
                  </a:lnTo>
                  <a:cubicBezTo>
                    <a:pt x="1513" y="8255"/>
                    <a:pt x="1355" y="8097"/>
                    <a:pt x="1355" y="7908"/>
                  </a:cubicBezTo>
                  <a:lnTo>
                    <a:pt x="1355" y="2049"/>
                  </a:lnTo>
                  <a:close/>
                  <a:moveTo>
                    <a:pt x="5797" y="10271"/>
                  </a:moveTo>
                  <a:cubicBezTo>
                    <a:pt x="5986" y="10271"/>
                    <a:pt x="6144" y="10429"/>
                    <a:pt x="6144" y="10618"/>
                  </a:cubicBezTo>
                  <a:cubicBezTo>
                    <a:pt x="6144" y="10807"/>
                    <a:pt x="5986" y="10964"/>
                    <a:pt x="5797" y="10964"/>
                  </a:cubicBezTo>
                  <a:cubicBezTo>
                    <a:pt x="5608" y="10964"/>
                    <a:pt x="5451" y="10807"/>
                    <a:pt x="5451" y="10618"/>
                  </a:cubicBezTo>
                  <a:cubicBezTo>
                    <a:pt x="5451" y="10429"/>
                    <a:pt x="5608" y="10271"/>
                    <a:pt x="5797" y="10271"/>
                  </a:cubicBezTo>
                  <a:close/>
                  <a:moveTo>
                    <a:pt x="1040" y="1"/>
                  </a:moveTo>
                  <a:cubicBezTo>
                    <a:pt x="473" y="1"/>
                    <a:pt x="1" y="473"/>
                    <a:pt x="1" y="1009"/>
                  </a:cubicBezTo>
                  <a:cubicBezTo>
                    <a:pt x="1" y="1450"/>
                    <a:pt x="284" y="1828"/>
                    <a:pt x="694" y="1986"/>
                  </a:cubicBezTo>
                  <a:lnTo>
                    <a:pt x="694" y="7908"/>
                  </a:lnTo>
                  <a:cubicBezTo>
                    <a:pt x="694" y="8444"/>
                    <a:pt x="1166" y="8917"/>
                    <a:pt x="1702" y="8917"/>
                  </a:cubicBezTo>
                  <a:lnTo>
                    <a:pt x="5482" y="8917"/>
                  </a:lnTo>
                  <a:lnTo>
                    <a:pt x="5482" y="9673"/>
                  </a:lnTo>
                  <a:cubicBezTo>
                    <a:pt x="5104" y="9830"/>
                    <a:pt x="4821" y="10177"/>
                    <a:pt x="4821" y="10649"/>
                  </a:cubicBezTo>
                  <a:cubicBezTo>
                    <a:pt x="4821" y="11216"/>
                    <a:pt x="5293" y="11689"/>
                    <a:pt x="5829" y="11689"/>
                  </a:cubicBezTo>
                  <a:cubicBezTo>
                    <a:pt x="6396" y="11689"/>
                    <a:pt x="6869" y="11216"/>
                    <a:pt x="6869" y="10649"/>
                  </a:cubicBezTo>
                  <a:cubicBezTo>
                    <a:pt x="6869" y="10240"/>
                    <a:pt x="6585" y="9830"/>
                    <a:pt x="6207" y="9673"/>
                  </a:cubicBezTo>
                  <a:lnTo>
                    <a:pt x="6207" y="8917"/>
                  </a:lnTo>
                  <a:lnTo>
                    <a:pt x="10019" y="8917"/>
                  </a:lnTo>
                  <a:cubicBezTo>
                    <a:pt x="10555" y="8917"/>
                    <a:pt x="11027" y="8444"/>
                    <a:pt x="11027" y="7908"/>
                  </a:cubicBezTo>
                  <a:lnTo>
                    <a:pt x="11027" y="1986"/>
                  </a:lnTo>
                  <a:cubicBezTo>
                    <a:pt x="11405" y="1828"/>
                    <a:pt x="11657" y="1450"/>
                    <a:pt x="11657" y="1009"/>
                  </a:cubicBezTo>
                  <a:cubicBezTo>
                    <a:pt x="11657" y="473"/>
                    <a:pt x="11185" y="1"/>
                    <a:pt x="106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3" name="Google Shape;3763;p49"/>
            <p:cNvSpPr/>
            <p:nvPr/>
          </p:nvSpPr>
          <p:spPr>
            <a:xfrm>
              <a:off x="-2008975" y="2855525"/>
              <a:ext cx="189050" cy="84500"/>
            </a:xfrm>
            <a:custGeom>
              <a:rect b="b" l="l" r="r" t="t"/>
              <a:pathLst>
                <a:path extrusionOk="0" h="3380" w="7562">
                  <a:moveTo>
                    <a:pt x="6553" y="0"/>
                  </a:moveTo>
                  <a:cubicBezTo>
                    <a:pt x="6144" y="0"/>
                    <a:pt x="6081" y="504"/>
                    <a:pt x="6427" y="662"/>
                  </a:cubicBezTo>
                  <a:lnTo>
                    <a:pt x="4474" y="2584"/>
                  </a:lnTo>
                  <a:lnTo>
                    <a:pt x="2647" y="788"/>
                  </a:lnTo>
                  <a:cubicBezTo>
                    <a:pt x="2584" y="725"/>
                    <a:pt x="2497" y="693"/>
                    <a:pt x="2410" y="693"/>
                  </a:cubicBezTo>
                  <a:cubicBezTo>
                    <a:pt x="2324" y="693"/>
                    <a:pt x="2237" y="725"/>
                    <a:pt x="2174" y="788"/>
                  </a:cubicBezTo>
                  <a:lnTo>
                    <a:pt x="126" y="2836"/>
                  </a:lnTo>
                  <a:cubicBezTo>
                    <a:pt x="0" y="2930"/>
                    <a:pt x="0" y="3182"/>
                    <a:pt x="126" y="3308"/>
                  </a:cubicBezTo>
                  <a:cubicBezTo>
                    <a:pt x="189" y="3356"/>
                    <a:pt x="276" y="3379"/>
                    <a:pt x="363" y="3379"/>
                  </a:cubicBezTo>
                  <a:cubicBezTo>
                    <a:pt x="449" y="3379"/>
                    <a:pt x="536" y="3356"/>
                    <a:pt x="599" y="3308"/>
                  </a:cubicBezTo>
                  <a:lnTo>
                    <a:pt x="2426" y="1481"/>
                  </a:lnTo>
                  <a:lnTo>
                    <a:pt x="4222" y="3308"/>
                  </a:lnTo>
                  <a:cubicBezTo>
                    <a:pt x="4285" y="3356"/>
                    <a:pt x="4372" y="3379"/>
                    <a:pt x="4458" y="3379"/>
                  </a:cubicBezTo>
                  <a:cubicBezTo>
                    <a:pt x="4545" y="3379"/>
                    <a:pt x="4632" y="3356"/>
                    <a:pt x="4695" y="3308"/>
                  </a:cubicBezTo>
                  <a:lnTo>
                    <a:pt x="6900" y="1134"/>
                  </a:lnTo>
                  <a:cubicBezTo>
                    <a:pt x="6931" y="1260"/>
                    <a:pt x="7057" y="1355"/>
                    <a:pt x="7215" y="1355"/>
                  </a:cubicBezTo>
                  <a:cubicBezTo>
                    <a:pt x="7404" y="1355"/>
                    <a:pt x="7562" y="1197"/>
                    <a:pt x="7562" y="1008"/>
                  </a:cubicBezTo>
                  <a:lnTo>
                    <a:pt x="7562" y="347"/>
                  </a:lnTo>
                  <a:cubicBezTo>
                    <a:pt x="7562" y="158"/>
                    <a:pt x="7467" y="0"/>
                    <a:pt x="724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64" name="Google Shape;3764;p49"/>
          <p:cNvGrpSpPr/>
          <p:nvPr/>
        </p:nvGrpSpPr>
        <p:grpSpPr>
          <a:xfrm>
            <a:off x="1597285" y="2876492"/>
            <a:ext cx="276270" cy="275537"/>
            <a:chOff x="-937025" y="2064750"/>
            <a:chExt cx="292225" cy="291450"/>
          </a:xfrm>
        </p:grpSpPr>
        <p:sp>
          <p:nvSpPr>
            <p:cNvPr id="3765" name="Google Shape;3765;p49"/>
            <p:cNvSpPr/>
            <p:nvPr/>
          </p:nvSpPr>
          <p:spPr>
            <a:xfrm>
              <a:off x="-834625" y="2134850"/>
              <a:ext cx="86650" cy="85075"/>
            </a:xfrm>
            <a:custGeom>
              <a:rect b="b" l="l" r="r" t="t"/>
              <a:pathLst>
                <a:path extrusionOk="0" h="3403" w="3466">
                  <a:moveTo>
                    <a:pt x="1702" y="599"/>
                  </a:moveTo>
                  <a:cubicBezTo>
                    <a:pt x="1922" y="599"/>
                    <a:pt x="2080" y="788"/>
                    <a:pt x="2080" y="977"/>
                  </a:cubicBezTo>
                  <a:cubicBezTo>
                    <a:pt x="2080" y="1166"/>
                    <a:pt x="1922" y="1324"/>
                    <a:pt x="1702" y="1324"/>
                  </a:cubicBezTo>
                  <a:cubicBezTo>
                    <a:pt x="1512" y="1324"/>
                    <a:pt x="1355" y="1166"/>
                    <a:pt x="1355" y="977"/>
                  </a:cubicBezTo>
                  <a:cubicBezTo>
                    <a:pt x="1355" y="788"/>
                    <a:pt x="1512" y="599"/>
                    <a:pt x="1702" y="599"/>
                  </a:cubicBezTo>
                  <a:close/>
                  <a:moveTo>
                    <a:pt x="1765" y="2048"/>
                  </a:moveTo>
                  <a:cubicBezTo>
                    <a:pt x="2174" y="2048"/>
                    <a:pt x="2584" y="2300"/>
                    <a:pt x="2741" y="2710"/>
                  </a:cubicBezTo>
                  <a:lnTo>
                    <a:pt x="756" y="2710"/>
                  </a:lnTo>
                  <a:cubicBezTo>
                    <a:pt x="914" y="2300"/>
                    <a:pt x="1292" y="2048"/>
                    <a:pt x="1765" y="2048"/>
                  </a:cubicBezTo>
                  <a:close/>
                  <a:moveTo>
                    <a:pt x="1702" y="0"/>
                  </a:moveTo>
                  <a:cubicBezTo>
                    <a:pt x="1166" y="0"/>
                    <a:pt x="693" y="441"/>
                    <a:pt x="693" y="1009"/>
                  </a:cubicBezTo>
                  <a:cubicBezTo>
                    <a:pt x="693" y="1198"/>
                    <a:pt x="788" y="1387"/>
                    <a:pt x="851" y="1576"/>
                  </a:cubicBezTo>
                  <a:cubicBezTo>
                    <a:pt x="347" y="1891"/>
                    <a:pt x="0" y="2426"/>
                    <a:pt x="0" y="3056"/>
                  </a:cubicBezTo>
                  <a:cubicBezTo>
                    <a:pt x="0" y="3245"/>
                    <a:pt x="158" y="3403"/>
                    <a:pt x="347" y="3403"/>
                  </a:cubicBezTo>
                  <a:lnTo>
                    <a:pt x="3088" y="3403"/>
                  </a:lnTo>
                  <a:cubicBezTo>
                    <a:pt x="3308" y="3403"/>
                    <a:pt x="3466" y="3245"/>
                    <a:pt x="3466" y="3056"/>
                  </a:cubicBezTo>
                  <a:cubicBezTo>
                    <a:pt x="3434" y="2426"/>
                    <a:pt x="3088" y="1828"/>
                    <a:pt x="2584" y="1576"/>
                  </a:cubicBezTo>
                  <a:cubicBezTo>
                    <a:pt x="2710" y="1387"/>
                    <a:pt x="2741" y="1198"/>
                    <a:pt x="2741" y="1009"/>
                  </a:cubicBezTo>
                  <a:cubicBezTo>
                    <a:pt x="2741" y="441"/>
                    <a:pt x="2269" y="0"/>
                    <a:pt x="170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6" name="Google Shape;3766;p49"/>
            <p:cNvSpPr/>
            <p:nvPr/>
          </p:nvSpPr>
          <p:spPr>
            <a:xfrm>
              <a:off x="-936225" y="2304975"/>
              <a:ext cx="289850" cy="51225"/>
            </a:xfrm>
            <a:custGeom>
              <a:rect b="b" l="l" r="r" t="t"/>
              <a:pathLst>
                <a:path extrusionOk="0" h="2049" w="11594">
                  <a:moveTo>
                    <a:pt x="3056" y="662"/>
                  </a:moveTo>
                  <a:cubicBezTo>
                    <a:pt x="3277" y="662"/>
                    <a:pt x="3434" y="820"/>
                    <a:pt x="3434" y="1009"/>
                  </a:cubicBezTo>
                  <a:cubicBezTo>
                    <a:pt x="3434" y="1229"/>
                    <a:pt x="3277" y="1387"/>
                    <a:pt x="3056" y="1387"/>
                  </a:cubicBezTo>
                  <a:lnTo>
                    <a:pt x="1008" y="1387"/>
                  </a:lnTo>
                  <a:cubicBezTo>
                    <a:pt x="819" y="1387"/>
                    <a:pt x="662" y="1229"/>
                    <a:pt x="662" y="1009"/>
                  </a:cubicBezTo>
                  <a:cubicBezTo>
                    <a:pt x="662" y="820"/>
                    <a:pt x="819" y="662"/>
                    <a:pt x="1008" y="662"/>
                  </a:cubicBezTo>
                  <a:close/>
                  <a:moveTo>
                    <a:pt x="10586" y="693"/>
                  </a:moveTo>
                  <a:cubicBezTo>
                    <a:pt x="10775" y="693"/>
                    <a:pt x="10932" y="851"/>
                    <a:pt x="10932" y="1072"/>
                  </a:cubicBezTo>
                  <a:cubicBezTo>
                    <a:pt x="10901" y="1229"/>
                    <a:pt x="10775" y="1387"/>
                    <a:pt x="10586" y="1387"/>
                  </a:cubicBezTo>
                  <a:lnTo>
                    <a:pt x="4001" y="1387"/>
                  </a:lnTo>
                  <a:cubicBezTo>
                    <a:pt x="4096" y="1166"/>
                    <a:pt x="4096" y="914"/>
                    <a:pt x="4001" y="693"/>
                  </a:cubicBezTo>
                  <a:close/>
                  <a:moveTo>
                    <a:pt x="1008" y="0"/>
                  </a:moveTo>
                  <a:cubicBezTo>
                    <a:pt x="473" y="0"/>
                    <a:pt x="0" y="473"/>
                    <a:pt x="0" y="1009"/>
                  </a:cubicBezTo>
                  <a:cubicBezTo>
                    <a:pt x="0" y="1576"/>
                    <a:pt x="473" y="2048"/>
                    <a:pt x="1008" y="2048"/>
                  </a:cubicBezTo>
                  <a:lnTo>
                    <a:pt x="10586" y="2048"/>
                  </a:lnTo>
                  <a:cubicBezTo>
                    <a:pt x="11121" y="2048"/>
                    <a:pt x="11594" y="1576"/>
                    <a:pt x="11594" y="1009"/>
                  </a:cubicBezTo>
                  <a:cubicBezTo>
                    <a:pt x="11594" y="473"/>
                    <a:pt x="11121" y="0"/>
                    <a:pt x="105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7" name="Google Shape;3767;p49"/>
            <p:cNvSpPr/>
            <p:nvPr/>
          </p:nvSpPr>
          <p:spPr>
            <a:xfrm>
              <a:off x="-937025" y="2064750"/>
              <a:ext cx="292225" cy="223125"/>
            </a:xfrm>
            <a:custGeom>
              <a:rect b="b" l="l" r="r" t="t"/>
              <a:pathLst>
                <a:path extrusionOk="0" h="8925" w="11689">
                  <a:moveTo>
                    <a:pt x="3813" y="662"/>
                  </a:moveTo>
                  <a:cubicBezTo>
                    <a:pt x="4002" y="662"/>
                    <a:pt x="4159" y="820"/>
                    <a:pt x="4159" y="1009"/>
                  </a:cubicBezTo>
                  <a:lnTo>
                    <a:pt x="4159" y="1355"/>
                  </a:lnTo>
                  <a:lnTo>
                    <a:pt x="3813" y="1355"/>
                  </a:lnTo>
                  <a:cubicBezTo>
                    <a:pt x="3246" y="1355"/>
                    <a:pt x="2773" y="1828"/>
                    <a:pt x="2773" y="2395"/>
                  </a:cubicBezTo>
                  <a:lnTo>
                    <a:pt x="2773" y="4978"/>
                  </a:lnTo>
                  <a:lnTo>
                    <a:pt x="2080" y="5703"/>
                  </a:lnTo>
                  <a:lnTo>
                    <a:pt x="2080" y="5199"/>
                  </a:lnTo>
                  <a:cubicBezTo>
                    <a:pt x="2080" y="4978"/>
                    <a:pt x="1922" y="4821"/>
                    <a:pt x="1702" y="4821"/>
                  </a:cubicBezTo>
                  <a:lnTo>
                    <a:pt x="1040" y="4821"/>
                  </a:lnTo>
                  <a:cubicBezTo>
                    <a:pt x="851" y="4821"/>
                    <a:pt x="694" y="4663"/>
                    <a:pt x="694" y="4474"/>
                  </a:cubicBezTo>
                  <a:lnTo>
                    <a:pt x="694" y="1009"/>
                  </a:lnTo>
                  <a:cubicBezTo>
                    <a:pt x="694" y="820"/>
                    <a:pt x="851" y="662"/>
                    <a:pt x="1040" y="662"/>
                  </a:cubicBezTo>
                  <a:close/>
                  <a:moveTo>
                    <a:pt x="10649" y="662"/>
                  </a:moveTo>
                  <a:cubicBezTo>
                    <a:pt x="10838" y="662"/>
                    <a:pt x="10996" y="820"/>
                    <a:pt x="10996" y="1009"/>
                  </a:cubicBezTo>
                  <a:lnTo>
                    <a:pt x="10996" y="4474"/>
                  </a:lnTo>
                  <a:cubicBezTo>
                    <a:pt x="10996" y="4695"/>
                    <a:pt x="10838" y="4852"/>
                    <a:pt x="10649" y="4852"/>
                  </a:cubicBezTo>
                  <a:lnTo>
                    <a:pt x="9893" y="4852"/>
                  </a:lnTo>
                  <a:cubicBezTo>
                    <a:pt x="9704" y="4852"/>
                    <a:pt x="9547" y="5010"/>
                    <a:pt x="9547" y="5199"/>
                  </a:cubicBezTo>
                  <a:lnTo>
                    <a:pt x="9547" y="5703"/>
                  </a:lnTo>
                  <a:lnTo>
                    <a:pt x="8885" y="5010"/>
                  </a:lnTo>
                  <a:lnTo>
                    <a:pt x="8885" y="2395"/>
                  </a:lnTo>
                  <a:cubicBezTo>
                    <a:pt x="8885" y="1859"/>
                    <a:pt x="8412" y="1387"/>
                    <a:pt x="7845" y="1387"/>
                  </a:cubicBezTo>
                  <a:lnTo>
                    <a:pt x="7499" y="1387"/>
                  </a:lnTo>
                  <a:lnTo>
                    <a:pt x="7499" y="1009"/>
                  </a:lnTo>
                  <a:cubicBezTo>
                    <a:pt x="7499" y="820"/>
                    <a:pt x="7656" y="662"/>
                    <a:pt x="7845" y="662"/>
                  </a:cubicBezTo>
                  <a:close/>
                  <a:moveTo>
                    <a:pt x="7845" y="2048"/>
                  </a:moveTo>
                  <a:cubicBezTo>
                    <a:pt x="8066" y="2048"/>
                    <a:pt x="8223" y="2206"/>
                    <a:pt x="8223" y="2395"/>
                  </a:cubicBezTo>
                  <a:lnTo>
                    <a:pt x="8223" y="6522"/>
                  </a:lnTo>
                  <a:cubicBezTo>
                    <a:pt x="8223" y="6742"/>
                    <a:pt x="8066" y="6900"/>
                    <a:pt x="7845" y="6900"/>
                  </a:cubicBezTo>
                  <a:lnTo>
                    <a:pt x="6711" y="6900"/>
                  </a:lnTo>
                  <a:cubicBezTo>
                    <a:pt x="6585" y="6900"/>
                    <a:pt x="6491" y="6931"/>
                    <a:pt x="6428" y="7057"/>
                  </a:cubicBezTo>
                  <a:lnTo>
                    <a:pt x="5798" y="8003"/>
                  </a:lnTo>
                  <a:lnTo>
                    <a:pt x="5167" y="7057"/>
                  </a:lnTo>
                  <a:cubicBezTo>
                    <a:pt x="5104" y="6963"/>
                    <a:pt x="5010" y="6900"/>
                    <a:pt x="4915" y="6900"/>
                  </a:cubicBezTo>
                  <a:lnTo>
                    <a:pt x="3750" y="6900"/>
                  </a:lnTo>
                  <a:cubicBezTo>
                    <a:pt x="3561" y="6900"/>
                    <a:pt x="3403" y="6742"/>
                    <a:pt x="3403" y="6522"/>
                  </a:cubicBezTo>
                  <a:lnTo>
                    <a:pt x="3403" y="2395"/>
                  </a:lnTo>
                  <a:cubicBezTo>
                    <a:pt x="3403" y="2206"/>
                    <a:pt x="3561" y="2048"/>
                    <a:pt x="3750" y="2048"/>
                  </a:cubicBezTo>
                  <a:close/>
                  <a:moveTo>
                    <a:pt x="1009" y="0"/>
                  </a:moveTo>
                  <a:cubicBezTo>
                    <a:pt x="473" y="0"/>
                    <a:pt x="1" y="473"/>
                    <a:pt x="1" y="1009"/>
                  </a:cubicBezTo>
                  <a:lnTo>
                    <a:pt x="1" y="4474"/>
                  </a:lnTo>
                  <a:cubicBezTo>
                    <a:pt x="1" y="5041"/>
                    <a:pt x="473" y="5514"/>
                    <a:pt x="1009" y="5514"/>
                  </a:cubicBezTo>
                  <a:lnTo>
                    <a:pt x="1355" y="5514"/>
                  </a:lnTo>
                  <a:lnTo>
                    <a:pt x="1355" y="6522"/>
                  </a:lnTo>
                  <a:cubicBezTo>
                    <a:pt x="1355" y="6736"/>
                    <a:pt x="1544" y="6877"/>
                    <a:pt x="1724" y="6877"/>
                  </a:cubicBezTo>
                  <a:cubicBezTo>
                    <a:pt x="1809" y="6877"/>
                    <a:pt x="1893" y="6845"/>
                    <a:pt x="1954" y="6774"/>
                  </a:cubicBezTo>
                  <a:lnTo>
                    <a:pt x="2742" y="5986"/>
                  </a:lnTo>
                  <a:lnTo>
                    <a:pt x="2742" y="6522"/>
                  </a:lnTo>
                  <a:cubicBezTo>
                    <a:pt x="2742" y="7089"/>
                    <a:pt x="3214" y="7562"/>
                    <a:pt x="3781" y="7562"/>
                  </a:cubicBezTo>
                  <a:lnTo>
                    <a:pt x="4726" y="7562"/>
                  </a:lnTo>
                  <a:lnTo>
                    <a:pt x="5545" y="8759"/>
                  </a:lnTo>
                  <a:cubicBezTo>
                    <a:pt x="5608" y="8869"/>
                    <a:pt x="5719" y="8924"/>
                    <a:pt x="5825" y="8924"/>
                  </a:cubicBezTo>
                  <a:cubicBezTo>
                    <a:pt x="5931" y="8924"/>
                    <a:pt x="6034" y="8869"/>
                    <a:pt x="6081" y="8759"/>
                  </a:cubicBezTo>
                  <a:lnTo>
                    <a:pt x="6932" y="7562"/>
                  </a:lnTo>
                  <a:lnTo>
                    <a:pt x="7877" y="7562"/>
                  </a:lnTo>
                  <a:cubicBezTo>
                    <a:pt x="8412" y="7562"/>
                    <a:pt x="8885" y="7089"/>
                    <a:pt x="8885" y="6522"/>
                  </a:cubicBezTo>
                  <a:lnTo>
                    <a:pt x="8885" y="5986"/>
                  </a:lnTo>
                  <a:lnTo>
                    <a:pt x="9673" y="6774"/>
                  </a:lnTo>
                  <a:cubicBezTo>
                    <a:pt x="9733" y="6845"/>
                    <a:pt x="9817" y="6877"/>
                    <a:pt x="9903" y="6877"/>
                  </a:cubicBezTo>
                  <a:cubicBezTo>
                    <a:pt x="10083" y="6877"/>
                    <a:pt x="10271" y="6736"/>
                    <a:pt x="10271" y="6522"/>
                  </a:cubicBezTo>
                  <a:lnTo>
                    <a:pt x="10271" y="5514"/>
                  </a:lnTo>
                  <a:lnTo>
                    <a:pt x="10649" y="5514"/>
                  </a:lnTo>
                  <a:cubicBezTo>
                    <a:pt x="11216" y="5514"/>
                    <a:pt x="11689" y="5041"/>
                    <a:pt x="11689" y="4474"/>
                  </a:cubicBezTo>
                  <a:lnTo>
                    <a:pt x="11689" y="1009"/>
                  </a:lnTo>
                  <a:cubicBezTo>
                    <a:pt x="11689" y="441"/>
                    <a:pt x="11216" y="0"/>
                    <a:pt x="10649" y="0"/>
                  </a:cubicBezTo>
                  <a:lnTo>
                    <a:pt x="7845" y="0"/>
                  </a:lnTo>
                  <a:cubicBezTo>
                    <a:pt x="7310" y="0"/>
                    <a:pt x="6837" y="473"/>
                    <a:pt x="6837" y="1009"/>
                  </a:cubicBezTo>
                  <a:lnTo>
                    <a:pt x="6837" y="1387"/>
                  </a:lnTo>
                  <a:lnTo>
                    <a:pt x="4789" y="1387"/>
                  </a:lnTo>
                  <a:lnTo>
                    <a:pt x="4789" y="1009"/>
                  </a:lnTo>
                  <a:cubicBezTo>
                    <a:pt x="4789" y="473"/>
                    <a:pt x="4317" y="0"/>
                    <a:pt x="378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68" name="Google Shape;3768;p49"/>
          <p:cNvGrpSpPr/>
          <p:nvPr/>
        </p:nvGrpSpPr>
        <p:grpSpPr>
          <a:xfrm>
            <a:off x="2035062" y="1996107"/>
            <a:ext cx="276293" cy="276270"/>
            <a:chOff x="-5276050" y="2037975"/>
            <a:chExt cx="292250" cy="292225"/>
          </a:xfrm>
        </p:grpSpPr>
        <p:sp>
          <p:nvSpPr>
            <p:cNvPr id="3769" name="Google Shape;3769;p49"/>
            <p:cNvSpPr/>
            <p:nvPr/>
          </p:nvSpPr>
          <p:spPr>
            <a:xfrm>
              <a:off x="-5102775" y="2211250"/>
              <a:ext cx="51225" cy="49650"/>
            </a:xfrm>
            <a:custGeom>
              <a:rect b="b" l="l" r="r" t="t"/>
              <a:pathLst>
                <a:path extrusionOk="0" h="1986" w="2049">
                  <a:moveTo>
                    <a:pt x="343" y="0"/>
                  </a:moveTo>
                  <a:cubicBezTo>
                    <a:pt x="253" y="0"/>
                    <a:pt x="158" y="32"/>
                    <a:pt x="95" y="95"/>
                  </a:cubicBezTo>
                  <a:cubicBezTo>
                    <a:pt x="1" y="189"/>
                    <a:pt x="1" y="441"/>
                    <a:pt x="95" y="536"/>
                  </a:cubicBezTo>
                  <a:lnTo>
                    <a:pt x="536" y="977"/>
                  </a:lnTo>
                  <a:lnTo>
                    <a:pt x="95" y="1418"/>
                  </a:lnTo>
                  <a:cubicBezTo>
                    <a:pt x="1" y="1544"/>
                    <a:pt x="1" y="1765"/>
                    <a:pt x="95" y="1891"/>
                  </a:cubicBezTo>
                  <a:cubicBezTo>
                    <a:pt x="158" y="1954"/>
                    <a:pt x="253" y="1985"/>
                    <a:pt x="343" y="1985"/>
                  </a:cubicBezTo>
                  <a:cubicBezTo>
                    <a:pt x="434" y="1985"/>
                    <a:pt x="521" y="1954"/>
                    <a:pt x="568" y="1891"/>
                  </a:cubicBezTo>
                  <a:lnTo>
                    <a:pt x="1009" y="1450"/>
                  </a:lnTo>
                  <a:lnTo>
                    <a:pt x="1450" y="1891"/>
                  </a:lnTo>
                  <a:cubicBezTo>
                    <a:pt x="1513" y="1954"/>
                    <a:pt x="1600" y="1985"/>
                    <a:pt x="1686" y="1985"/>
                  </a:cubicBezTo>
                  <a:cubicBezTo>
                    <a:pt x="1773" y="1985"/>
                    <a:pt x="1860" y="1954"/>
                    <a:pt x="1923" y="1891"/>
                  </a:cubicBezTo>
                  <a:cubicBezTo>
                    <a:pt x="2049" y="1765"/>
                    <a:pt x="2049" y="1544"/>
                    <a:pt x="1923" y="1418"/>
                  </a:cubicBezTo>
                  <a:lnTo>
                    <a:pt x="1482" y="977"/>
                  </a:lnTo>
                  <a:lnTo>
                    <a:pt x="1923" y="536"/>
                  </a:lnTo>
                  <a:cubicBezTo>
                    <a:pt x="2049" y="441"/>
                    <a:pt x="2049" y="189"/>
                    <a:pt x="1923" y="95"/>
                  </a:cubicBezTo>
                  <a:cubicBezTo>
                    <a:pt x="1860" y="32"/>
                    <a:pt x="1773" y="0"/>
                    <a:pt x="1686" y="0"/>
                  </a:cubicBezTo>
                  <a:cubicBezTo>
                    <a:pt x="1600" y="0"/>
                    <a:pt x="1513" y="32"/>
                    <a:pt x="1450" y="95"/>
                  </a:cubicBezTo>
                  <a:lnTo>
                    <a:pt x="1009" y="504"/>
                  </a:lnTo>
                  <a:lnTo>
                    <a:pt x="568" y="95"/>
                  </a:lnTo>
                  <a:cubicBezTo>
                    <a:pt x="521" y="32"/>
                    <a:pt x="434" y="0"/>
                    <a:pt x="34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0" name="Google Shape;3770;p49"/>
            <p:cNvSpPr/>
            <p:nvPr/>
          </p:nvSpPr>
          <p:spPr>
            <a:xfrm>
              <a:off x="-5224050" y="2107875"/>
              <a:ext cx="51200" cy="49825"/>
            </a:xfrm>
            <a:custGeom>
              <a:rect b="b" l="l" r="r" t="t"/>
              <a:pathLst>
                <a:path extrusionOk="0" h="1993" w="2048">
                  <a:moveTo>
                    <a:pt x="351" y="0"/>
                  </a:moveTo>
                  <a:cubicBezTo>
                    <a:pt x="260" y="0"/>
                    <a:pt x="173" y="24"/>
                    <a:pt x="126" y="71"/>
                  </a:cubicBezTo>
                  <a:cubicBezTo>
                    <a:pt x="0" y="197"/>
                    <a:pt x="0" y="449"/>
                    <a:pt x="126" y="544"/>
                  </a:cubicBezTo>
                  <a:lnTo>
                    <a:pt x="536" y="985"/>
                  </a:lnTo>
                  <a:lnTo>
                    <a:pt x="126" y="1426"/>
                  </a:lnTo>
                  <a:cubicBezTo>
                    <a:pt x="0" y="1552"/>
                    <a:pt x="0" y="1772"/>
                    <a:pt x="126" y="1898"/>
                  </a:cubicBezTo>
                  <a:cubicBezTo>
                    <a:pt x="173" y="1961"/>
                    <a:pt x="260" y="1993"/>
                    <a:pt x="351" y="1993"/>
                  </a:cubicBezTo>
                  <a:cubicBezTo>
                    <a:pt x="441" y="1993"/>
                    <a:pt x="536" y="1961"/>
                    <a:pt x="599" y="1898"/>
                  </a:cubicBezTo>
                  <a:lnTo>
                    <a:pt x="1008" y="1457"/>
                  </a:lnTo>
                  <a:lnTo>
                    <a:pt x="1449" y="1898"/>
                  </a:lnTo>
                  <a:cubicBezTo>
                    <a:pt x="1512" y="1961"/>
                    <a:pt x="1599" y="1993"/>
                    <a:pt x="1686" y="1993"/>
                  </a:cubicBezTo>
                  <a:cubicBezTo>
                    <a:pt x="1772" y="1993"/>
                    <a:pt x="1859" y="1961"/>
                    <a:pt x="1922" y="1898"/>
                  </a:cubicBezTo>
                  <a:cubicBezTo>
                    <a:pt x="2048" y="1772"/>
                    <a:pt x="2048" y="1520"/>
                    <a:pt x="1922" y="1426"/>
                  </a:cubicBezTo>
                  <a:lnTo>
                    <a:pt x="1481" y="985"/>
                  </a:lnTo>
                  <a:lnTo>
                    <a:pt x="1922" y="544"/>
                  </a:lnTo>
                  <a:cubicBezTo>
                    <a:pt x="2048" y="449"/>
                    <a:pt x="2048" y="197"/>
                    <a:pt x="1922" y="71"/>
                  </a:cubicBezTo>
                  <a:cubicBezTo>
                    <a:pt x="1875" y="24"/>
                    <a:pt x="1788" y="0"/>
                    <a:pt x="1697" y="0"/>
                  </a:cubicBezTo>
                  <a:cubicBezTo>
                    <a:pt x="1607" y="0"/>
                    <a:pt x="1512" y="24"/>
                    <a:pt x="1449" y="71"/>
                  </a:cubicBezTo>
                  <a:lnTo>
                    <a:pt x="1008" y="512"/>
                  </a:lnTo>
                  <a:lnTo>
                    <a:pt x="599" y="71"/>
                  </a:lnTo>
                  <a:cubicBezTo>
                    <a:pt x="536" y="24"/>
                    <a:pt x="441" y="0"/>
                    <a:pt x="35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1" name="Google Shape;3771;p49"/>
            <p:cNvSpPr/>
            <p:nvPr/>
          </p:nvSpPr>
          <p:spPr>
            <a:xfrm>
              <a:off x="-5276050" y="2037975"/>
              <a:ext cx="292250" cy="292225"/>
            </a:xfrm>
            <a:custGeom>
              <a:rect b="b" l="l" r="r" t="t"/>
              <a:pathLst>
                <a:path extrusionOk="0" h="11689" w="11690">
                  <a:moveTo>
                    <a:pt x="10334" y="3119"/>
                  </a:moveTo>
                  <a:cubicBezTo>
                    <a:pt x="10712" y="3119"/>
                    <a:pt x="11028" y="3403"/>
                    <a:pt x="11028" y="3781"/>
                  </a:cubicBezTo>
                  <a:cubicBezTo>
                    <a:pt x="11028" y="4190"/>
                    <a:pt x="10712" y="4442"/>
                    <a:pt x="10334" y="4442"/>
                  </a:cubicBezTo>
                  <a:cubicBezTo>
                    <a:pt x="9956" y="4442"/>
                    <a:pt x="9673" y="4127"/>
                    <a:pt x="9673" y="3781"/>
                  </a:cubicBezTo>
                  <a:cubicBezTo>
                    <a:pt x="9673" y="3403"/>
                    <a:pt x="9988" y="3119"/>
                    <a:pt x="10334" y="3119"/>
                  </a:cubicBezTo>
                  <a:close/>
                  <a:moveTo>
                    <a:pt x="4443" y="7593"/>
                  </a:moveTo>
                  <a:cubicBezTo>
                    <a:pt x="4853" y="7593"/>
                    <a:pt x="5105" y="7908"/>
                    <a:pt x="5105" y="8255"/>
                  </a:cubicBezTo>
                  <a:cubicBezTo>
                    <a:pt x="5105" y="8664"/>
                    <a:pt x="4790" y="8948"/>
                    <a:pt x="4443" y="8948"/>
                  </a:cubicBezTo>
                  <a:cubicBezTo>
                    <a:pt x="4065" y="8948"/>
                    <a:pt x="3781" y="8633"/>
                    <a:pt x="3781" y="8255"/>
                  </a:cubicBezTo>
                  <a:cubicBezTo>
                    <a:pt x="3781" y="7876"/>
                    <a:pt x="4096" y="7593"/>
                    <a:pt x="4443" y="7593"/>
                  </a:cubicBezTo>
                  <a:close/>
                  <a:moveTo>
                    <a:pt x="5829" y="725"/>
                  </a:moveTo>
                  <a:cubicBezTo>
                    <a:pt x="7341" y="725"/>
                    <a:pt x="8822" y="1386"/>
                    <a:pt x="9799" y="2521"/>
                  </a:cubicBezTo>
                  <a:cubicBezTo>
                    <a:pt x="9326" y="2710"/>
                    <a:pt x="8980" y="3245"/>
                    <a:pt x="8980" y="3781"/>
                  </a:cubicBezTo>
                  <a:cubicBezTo>
                    <a:pt x="8980" y="3718"/>
                    <a:pt x="8917" y="3623"/>
                    <a:pt x="8885" y="3560"/>
                  </a:cubicBezTo>
                  <a:lnTo>
                    <a:pt x="8854" y="3497"/>
                  </a:lnTo>
                  <a:lnTo>
                    <a:pt x="8192" y="2836"/>
                  </a:lnTo>
                  <a:cubicBezTo>
                    <a:pt x="8129" y="2773"/>
                    <a:pt x="8035" y="2741"/>
                    <a:pt x="7944" y="2741"/>
                  </a:cubicBezTo>
                  <a:cubicBezTo>
                    <a:pt x="7853" y="2741"/>
                    <a:pt x="7767" y="2773"/>
                    <a:pt x="7719" y="2836"/>
                  </a:cubicBezTo>
                  <a:cubicBezTo>
                    <a:pt x="7593" y="2962"/>
                    <a:pt x="7593" y="3182"/>
                    <a:pt x="7719" y="3308"/>
                  </a:cubicBezTo>
                  <a:lnTo>
                    <a:pt x="7814" y="3434"/>
                  </a:lnTo>
                  <a:cubicBezTo>
                    <a:pt x="6869" y="3466"/>
                    <a:pt x="5987" y="3875"/>
                    <a:pt x="5262" y="4568"/>
                  </a:cubicBezTo>
                  <a:cubicBezTo>
                    <a:pt x="4600" y="5230"/>
                    <a:pt x="4254" y="6081"/>
                    <a:pt x="4159" y="6963"/>
                  </a:cubicBezTo>
                  <a:cubicBezTo>
                    <a:pt x="3561" y="7120"/>
                    <a:pt x="3151" y="7656"/>
                    <a:pt x="3151" y="8318"/>
                  </a:cubicBezTo>
                  <a:cubicBezTo>
                    <a:pt x="3151" y="9074"/>
                    <a:pt x="3781" y="9704"/>
                    <a:pt x="4506" y="9704"/>
                  </a:cubicBezTo>
                  <a:cubicBezTo>
                    <a:pt x="5262" y="9704"/>
                    <a:pt x="5892" y="9074"/>
                    <a:pt x="5892" y="8318"/>
                  </a:cubicBezTo>
                  <a:cubicBezTo>
                    <a:pt x="5892" y="7687"/>
                    <a:pt x="5451" y="7120"/>
                    <a:pt x="4884" y="6963"/>
                  </a:cubicBezTo>
                  <a:cubicBezTo>
                    <a:pt x="5042" y="5482"/>
                    <a:pt x="6302" y="4222"/>
                    <a:pt x="7814" y="4127"/>
                  </a:cubicBezTo>
                  <a:lnTo>
                    <a:pt x="7814" y="4127"/>
                  </a:lnTo>
                  <a:lnTo>
                    <a:pt x="7751" y="4222"/>
                  </a:lnTo>
                  <a:cubicBezTo>
                    <a:pt x="7625" y="4348"/>
                    <a:pt x="7625" y="4568"/>
                    <a:pt x="7751" y="4694"/>
                  </a:cubicBezTo>
                  <a:cubicBezTo>
                    <a:pt x="7814" y="4757"/>
                    <a:pt x="7901" y="4789"/>
                    <a:pt x="7987" y="4789"/>
                  </a:cubicBezTo>
                  <a:cubicBezTo>
                    <a:pt x="8074" y="4789"/>
                    <a:pt x="8161" y="4757"/>
                    <a:pt x="8224" y="4694"/>
                  </a:cubicBezTo>
                  <a:lnTo>
                    <a:pt x="8885" y="4033"/>
                  </a:lnTo>
                  <a:cubicBezTo>
                    <a:pt x="8980" y="3938"/>
                    <a:pt x="9011" y="3875"/>
                    <a:pt x="9011" y="3781"/>
                  </a:cubicBezTo>
                  <a:cubicBezTo>
                    <a:pt x="9011" y="4537"/>
                    <a:pt x="9641" y="5167"/>
                    <a:pt x="10397" y="5167"/>
                  </a:cubicBezTo>
                  <a:cubicBezTo>
                    <a:pt x="10618" y="5167"/>
                    <a:pt x="10807" y="5136"/>
                    <a:pt x="11028" y="5010"/>
                  </a:cubicBezTo>
                  <a:cubicBezTo>
                    <a:pt x="11059" y="5293"/>
                    <a:pt x="11091" y="5545"/>
                    <a:pt x="11091" y="5829"/>
                  </a:cubicBezTo>
                  <a:cubicBezTo>
                    <a:pt x="11028" y="8696"/>
                    <a:pt x="8696" y="11027"/>
                    <a:pt x="5829" y="11027"/>
                  </a:cubicBezTo>
                  <a:cubicBezTo>
                    <a:pt x="2994" y="11027"/>
                    <a:pt x="694" y="8696"/>
                    <a:pt x="694" y="5829"/>
                  </a:cubicBezTo>
                  <a:cubicBezTo>
                    <a:pt x="694" y="2993"/>
                    <a:pt x="2994" y="725"/>
                    <a:pt x="5829" y="725"/>
                  </a:cubicBezTo>
                  <a:close/>
                  <a:moveTo>
                    <a:pt x="5829" y="0"/>
                  </a:moveTo>
                  <a:cubicBezTo>
                    <a:pt x="2584" y="0"/>
                    <a:pt x="1" y="2615"/>
                    <a:pt x="1" y="5829"/>
                  </a:cubicBezTo>
                  <a:cubicBezTo>
                    <a:pt x="1" y="7404"/>
                    <a:pt x="599" y="8853"/>
                    <a:pt x="1702" y="9956"/>
                  </a:cubicBezTo>
                  <a:cubicBezTo>
                    <a:pt x="2773" y="11058"/>
                    <a:pt x="4254" y="11689"/>
                    <a:pt x="5829" y="11689"/>
                  </a:cubicBezTo>
                  <a:cubicBezTo>
                    <a:pt x="6617" y="11689"/>
                    <a:pt x="7341" y="11531"/>
                    <a:pt x="8098" y="11216"/>
                  </a:cubicBezTo>
                  <a:cubicBezTo>
                    <a:pt x="8822" y="10901"/>
                    <a:pt x="9452" y="10523"/>
                    <a:pt x="9956" y="9956"/>
                  </a:cubicBezTo>
                  <a:cubicBezTo>
                    <a:pt x="10492" y="9420"/>
                    <a:pt x="10901" y="8790"/>
                    <a:pt x="11217" y="8128"/>
                  </a:cubicBezTo>
                  <a:cubicBezTo>
                    <a:pt x="11532" y="7404"/>
                    <a:pt x="11689" y="6616"/>
                    <a:pt x="11689" y="5829"/>
                  </a:cubicBezTo>
                  <a:cubicBezTo>
                    <a:pt x="11689" y="5356"/>
                    <a:pt x="11658" y="4884"/>
                    <a:pt x="11532" y="4442"/>
                  </a:cubicBezTo>
                  <a:cubicBezTo>
                    <a:pt x="11595" y="4253"/>
                    <a:pt x="11689" y="4033"/>
                    <a:pt x="11689" y="3781"/>
                  </a:cubicBezTo>
                  <a:cubicBezTo>
                    <a:pt x="11689" y="3119"/>
                    <a:pt x="11217" y="2552"/>
                    <a:pt x="10586" y="2458"/>
                  </a:cubicBezTo>
                  <a:cubicBezTo>
                    <a:pt x="9484" y="945"/>
                    <a:pt x="7719" y="0"/>
                    <a:pt x="582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72" name="Google Shape;3772;p49"/>
          <p:cNvSpPr/>
          <p:nvPr/>
        </p:nvSpPr>
        <p:spPr>
          <a:xfrm>
            <a:off x="7271750" y="2004757"/>
            <a:ext cx="281493" cy="258969"/>
          </a:xfrm>
          <a:custGeom>
            <a:rect b="b" l="l" r="r" t="t"/>
            <a:pathLst>
              <a:path extrusionOk="0" h="10957" w="11910">
                <a:moveTo>
                  <a:pt x="7325" y="654"/>
                </a:moveTo>
                <a:cubicBezTo>
                  <a:pt x="7412" y="654"/>
                  <a:pt x="7498" y="686"/>
                  <a:pt x="7561" y="749"/>
                </a:cubicBezTo>
                <a:lnTo>
                  <a:pt x="10995" y="4088"/>
                </a:lnTo>
                <a:cubicBezTo>
                  <a:pt x="11122" y="4246"/>
                  <a:pt x="11122" y="4466"/>
                  <a:pt x="10995" y="4592"/>
                </a:cubicBezTo>
                <a:lnTo>
                  <a:pt x="10082" y="5506"/>
                </a:lnTo>
                <a:lnTo>
                  <a:pt x="7404" y="2859"/>
                </a:lnTo>
                <a:cubicBezTo>
                  <a:pt x="7215" y="2670"/>
                  <a:pt x="6955" y="2576"/>
                  <a:pt x="6691" y="2576"/>
                </a:cubicBezTo>
                <a:cubicBezTo>
                  <a:pt x="6427" y="2576"/>
                  <a:pt x="6159" y="2670"/>
                  <a:pt x="5955" y="2859"/>
                </a:cubicBezTo>
                <a:lnTo>
                  <a:pt x="4978" y="3805"/>
                </a:lnTo>
                <a:cubicBezTo>
                  <a:pt x="4915" y="3868"/>
                  <a:pt x="4828" y="3899"/>
                  <a:pt x="4742" y="3899"/>
                </a:cubicBezTo>
                <a:cubicBezTo>
                  <a:pt x="4655" y="3899"/>
                  <a:pt x="4568" y="3868"/>
                  <a:pt x="4505" y="3805"/>
                </a:cubicBezTo>
                <a:cubicBezTo>
                  <a:pt x="4379" y="3679"/>
                  <a:pt x="4379" y="3458"/>
                  <a:pt x="4505" y="3332"/>
                </a:cubicBezTo>
                <a:lnTo>
                  <a:pt x="5955" y="1883"/>
                </a:lnTo>
                <a:lnTo>
                  <a:pt x="7089" y="749"/>
                </a:lnTo>
                <a:cubicBezTo>
                  <a:pt x="7152" y="686"/>
                  <a:pt x="7239" y="654"/>
                  <a:pt x="7325" y="654"/>
                </a:cubicBezTo>
                <a:close/>
                <a:moveTo>
                  <a:pt x="2808" y="5183"/>
                </a:moveTo>
                <a:cubicBezTo>
                  <a:pt x="2899" y="5183"/>
                  <a:pt x="2993" y="5207"/>
                  <a:pt x="3056" y="5254"/>
                </a:cubicBezTo>
                <a:cubicBezTo>
                  <a:pt x="3151" y="5380"/>
                  <a:pt x="3151" y="5632"/>
                  <a:pt x="3056" y="5726"/>
                </a:cubicBezTo>
                <a:lnTo>
                  <a:pt x="2048" y="6735"/>
                </a:lnTo>
                <a:cubicBezTo>
                  <a:pt x="2001" y="6782"/>
                  <a:pt x="1914" y="6805"/>
                  <a:pt x="1824" y="6805"/>
                </a:cubicBezTo>
                <a:cubicBezTo>
                  <a:pt x="1733" y="6805"/>
                  <a:pt x="1639" y="6782"/>
                  <a:pt x="1576" y="6735"/>
                </a:cubicBezTo>
                <a:cubicBezTo>
                  <a:pt x="1449" y="6609"/>
                  <a:pt x="1449" y="6357"/>
                  <a:pt x="1576" y="6262"/>
                </a:cubicBezTo>
                <a:lnTo>
                  <a:pt x="2584" y="5254"/>
                </a:lnTo>
                <a:cubicBezTo>
                  <a:pt x="2631" y="5207"/>
                  <a:pt x="2718" y="5183"/>
                  <a:pt x="2808" y="5183"/>
                </a:cubicBezTo>
                <a:close/>
                <a:moveTo>
                  <a:pt x="3785" y="6167"/>
                </a:moveTo>
                <a:cubicBezTo>
                  <a:pt x="3875" y="6167"/>
                  <a:pt x="3970" y="6199"/>
                  <a:pt x="4033" y="6262"/>
                </a:cubicBezTo>
                <a:cubicBezTo>
                  <a:pt x="4159" y="6357"/>
                  <a:pt x="4159" y="6609"/>
                  <a:pt x="4033" y="6735"/>
                </a:cubicBezTo>
                <a:lnTo>
                  <a:pt x="3056" y="7711"/>
                </a:lnTo>
                <a:cubicBezTo>
                  <a:pt x="2993" y="7774"/>
                  <a:pt x="2899" y="7806"/>
                  <a:pt x="2808" y="7806"/>
                </a:cubicBezTo>
                <a:cubicBezTo>
                  <a:pt x="2718" y="7806"/>
                  <a:pt x="2631" y="7774"/>
                  <a:pt x="2584" y="7711"/>
                </a:cubicBezTo>
                <a:cubicBezTo>
                  <a:pt x="2395" y="7554"/>
                  <a:pt x="2395" y="7365"/>
                  <a:pt x="2584" y="7239"/>
                </a:cubicBezTo>
                <a:lnTo>
                  <a:pt x="3560" y="6262"/>
                </a:lnTo>
                <a:cubicBezTo>
                  <a:pt x="3608" y="6199"/>
                  <a:pt x="3694" y="6167"/>
                  <a:pt x="3785" y="6167"/>
                </a:cubicBezTo>
                <a:close/>
                <a:moveTo>
                  <a:pt x="4730" y="7113"/>
                </a:moveTo>
                <a:cubicBezTo>
                  <a:pt x="4821" y="7113"/>
                  <a:pt x="4915" y="7144"/>
                  <a:pt x="4978" y="7207"/>
                </a:cubicBezTo>
                <a:cubicBezTo>
                  <a:pt x="5073" y="7302"/>
                  <a:pt x="5073" y="7554"/>
                  <a:pt x="4978" y="7680"/>
                </a:cubicBezTo>
                <a:lnTo>
                  <a:pt x="4001" y="8656"/>
                </a:lnTo>
                <a:cubicBezTo>
                  <a:pt x="3938" y="8719"/>
                  <a:pt x="3844" y="8751"/>
                  <a:pt x="3749" y="8751"/>
                </a:cubicBezTo>
                <a:cubicBezTo>
                  <a:pt x="3655" y="8751"/>
                  <a:pt x="3560" y="8719"/>
                  <a:pt x="3497" y="8656"/>
                </a:cubicBezTo>
                <a:cubicBezTo>
                  <a:pt x="3403" y="8530"/>
                  <a:pt x="3403" y="8310"/>
                  <a:pt x="3497" y="8184"/>
                </a:cubicBezTo>
                <a:lnTo>
                  <a:pt x="4505" y="7207"/>
                </a:lnTo>
                <a:cubicBezTo>
                  <a:pt x="4553" y="7144"/>
                  <a:pt x="4639" y="7113"/>
                  <a:pt x="4730" y="7113"/>
                </a:cubicBezTo>
                <a:close/>
                <a:moveTo>
                  <a:pt x="4100" y="969"/>
                </a:moveTo>
                <a:cubicBezTo>
                  <a:pt x="4190" y="969"/>
                  <a:pt x="4285" y="1001"/>
                  <a:pt x="4348" y="1064"/>
                </a:cubicBezTo>
                <a:lnTo>
                  <a:pt x="5041" y="1725"/>
                </a:lnTo>
                <a:lnTo>
                  <a:pt x="3938" y="2828"/>
                </a:lnTo>
                <a:cubicBezTo>
                  <a:pt x="3560" y="3206"/>
                  <a:pt x="3560" y="3899"/>
                  <a:pt x="3938" y="4277"/>
                </a:cubicBezTo>
                <a:cubicBezTo>
                  <a:pt x="4143" y="4482"/>
                  <a:pt x="4411" y="4584"/>
                  <a:pt x="4675" y="4584"/>
                </a:cubicBezTo>
                <a:cubicBezTo>
                  <a:pt x="4939" y="4584"/>
                  <a:pt x="5199" y="4482"/>
                  <a:pt x="5388" y="4277"/>
                </a:cubicBezTo>
                <a:lnTo>
                  <a:pt x="6396" y="3332"/>
                </a:lnTo>
                <a:cubicBezTo>
                  <a:pt x="6443" y="3269"/>
                  <a:pt x="6530" y="3238"/>
                  <a:pt x="6620" y="3238"/>
                </a:cubicBezTo>
                <a:cubicBezTo>
                  <a:pt x="6711" y="3238"/>
                  <a:pt x="6805" y="3269"/>
                  <a:pt x="6868" y="3332"/>
                </a:cubicBezTo>
                <a:lnTo>
                  <a:pt x="10334" y="6735"/>
                </a:lnTo>
                <a:cubicBezTo>
                  <a:pt x="10491" y="6829"/>
                  <a:pt x="10491" y="7113"/>
                  <a:pt x="10365" y="7239"/>
                </a:cubicBezTo>
                <a:cubicBezTo>
                  <a:pt x="10302" y="7302"/>
                  <a:pt x="10216" y="7333"/>
                  <a:pt x="10129" y="7333"/>
                </a:cubicBezTo>
                <a:cubicBezTo>
                  <a:pt x="10042" y="7333"/>
                  <a:pt x="9956" y="7302"/>
                  <a:pt x="9893" y="7239"/>
                </a:cubicBezTo>
                <a:lnTo>
                  <a:pt x="8444" y="5789"/>
                </a:lnTo>
                <a:cubicBezTo>
                  <a:pt x="8381" y="5726"/>
                  <a:pt x="8286" y="5695"/>
                  <a:pt x="8195" y="5695"/>
                </a:cubicBezTo>
                <a:cubicBezTo>
                  <a:pt x="8105" y="5695"/>
                  <a:pt x="8018" y="5726"/>
                  <a:pt x="7971" y="5789"/>
                </a:cubicBezTo>
                <a:cubicBezTo>
                  <a:pt x="7845" y="5884"/>
                  <a:pt x="7845" y="6136"/>
                  <a:pt x="7971" y="6262"/>
                </a:cubicBezTo>
                <a:lnTo>
                  <a:pt x="9420" y="7711"/>
                </a:lnTo>
                <a:cubicBezTo>
                  <a:pt x="9546" y="7837"/>
                  <a:pt x="9546" y="8058"/>
                  <a:pt x="9420" y="8184"/>
                </a:cubicBezTo>
                <a:cubicBezTo>
                  <a:pt x="9357" y="8247"/>
                  <a:pt x="9271" y="8278"/>
                  <a:pt x="9184" y="8278"/>
                </a:cubicBezTo>
                <a:cubicBezTo>
                  <a:pt x="9097" y="8278"/>
                  <a:pt x="9011" y="8247"/>
                  <a:pt x="8948" y="8184"/>
                </a:cubicBezTo>
                <a:lnTo>
                  <a:pt x="7498" y="6735"/>
                </a:lnTo>
                <a:cubicBezTo>
                  <a:pt x="7435" y="6672"/>
                  <a:pt x="7341" y="6640"/>
                  <a:pt x="7250" y="6640"/>
                </a:cubicBezTo>
                <a:cubicBezTo>
                  <a:pt x="7160" y="6640"/>
                  <a:pt x="7073" y="6672"/>
                  <a:pt x="7026" y="6735"/>
                </a:cubicBezTo>
                <a:cubicBezTo>
                  <a:pt x="6900" y="6829"/>
                  <a:pt x="6900" y="7081"/>
                  <a:pt x="7026" y="7176"/>
                </a:cubicBezTo>
                <a:lnTo>
                  <a:pt x="8475" y="8656"/>
                </a:lnTo>
                <a:cubicBezTo>
                  <a:pt x="8601" y="8751"/>
                  <a:pt x="8601" y="9003"/>
                  <a:pt x="8475" y="9129"/>
                </a:cubicBezTo>
                <a:cubicBezTo>
                  <a:pt x="8412" y="9176"/>
                  <a:pt x="8325" y="9200"/>
                  <a:pt x="8239" y="9200"/>
                </a:cubicBezTo>
                <a:cubicBezTo>
                  <a:pt x="8152" y="9200"/>
                  <a:pt x="8066" y="9176"/>
                  <a:pt x="8003" y="9129"/>
                </a:cubicBezTo>
                <a:lnTo>
                  <a:pt x="6459" y="7648"/>
                </a:lnTo>
                <a:cubicBezTo>
                  <a:pt x="6270" y="7459"/>
                  <a:pt x="6018" y="7396"/>
                  <a:pt x="5797" y="7396"/>
                </a:cubicBezTo>
                <a:cubicBezTo>
                  <a:pt x="5797" y="7144"/>
                  <a:pt x="5671" y="6924"/>
                  <a:pt x="5482" y="6735"/>
                </a:cubicBezTo>
                <a:cubicBezTo>
                  <a:pt x="5293" y="6514"/>
                  <a:pt x="5041" y="6451"/>
                  <a:pt x="4821" y="6388"/>
                </a:cubicBezTo>
                <a:cubicBezTo>
                  <a:pt x="4821" y="6167"/>
                  <a:pt x="4694" y="5947"/>
                  <a:pt x="4505" y="5726"/>
                </a:cubicBezTo>
                <a:cubicBezTo>
                  <a:pt x="4285" y="5537"/>
                  <a:pt x="4064" y="5474"/>
                  <a:pt x="3812" y="5411"/>
                </a:cubicBezTo>
                <a:cubicBezTo>
                  <a:pt x="3812" y="5191"/>
                  <a:pt x="3718" y="4939"/>
                  <a:pt x="3497" y="4750"/>
                </a:cubicBezTo>
                <a:cubicBezTo>
                  <a:pt x="3308" y="4561"/>
                  <a:pt x="3048" y="4466"/>
                  <a:pt x="2785" y="4466"/>
                </a:cubicBezTo>
                <a:cubicBezTo>
                  <a:pt x="2521" y="4466"/>
                  <a:pt x="2253" y="4561"/>
                  <a:pt x="2048" y="4750"/>
                </a:cubicBezTo>
                <a:lnTo>
                  <a:pt x="1544" y="5254"/>
                </a:lnTo>
                <a:lnTo>
                  <a:pt x="819" y="4561"/>
                </a:lnTo>
                <a:cubicBezTo>
                  <a:pt x="725" y="4435"/>
                  <a:pt x="725" y="4183"/>
                  <a:pt x="819" y="4088"/>
                </a:cubicBezTo>
                <a:lnTo>
                  <a:pt x="3875" y="1064"/>
                </a:lnTo>
                <a:cubicBezTo>
                  <a:pt x="3923" y="1001"/>
                  <a:pt x="4009" y="969"/>
                  <a:pt x="4100" y="969"/>
                </a:cubicBezTo>
                <a:close/>
                <a:moveTo>
                  <a:pt x="5718" y="8089"/>
                </a:moveTo>
                <a:cubicBezTo>
                  <a:pt x="5805" y="8089"/>
                  <a:pt x="5892" y="8121"/>
                  <a:pt x="5955" y="8184"/>
                </a:cubicBezTo>
                <a:cubicBezTo>
                  <a:pt x="6081" y="8310"/>
                  <a:pt x="6081" y="8530"/>
                  <a:pt x="5955" y="8656"/>
                </a:cubicBezTo>
                <a:lnTo>
                  <a:pt x="4978" y="9633"/>
                </a:lnTo>
                <a:cubicBezTo>
                  <a:pt x="4915" y="9696"/>
                  <a:pt x="4821" y="9728"/>
                  <a:pt x="4730" y="9728"/>
                </a:cubicBezTo>
                <a:cubicBezTo>
                  <a:pt x="4639" y="9728"/>
                  <a:pt x="4553" y="9696"/>
                  <a:pt x="4505" y="9633"/>
                </a:cubicBezTo>
                <a:cubicBezTo>
                  <a:pt x="4379" y="9507"/>
                  <a:pt x="4379" y="9286"/>
                  <a:pt x="4505" y="9160"/>
                </a:cubicBezTo>
                <a:lnTo>
                  <a:pt x="5482" y="8184"/>
                </a:lnTo>
                <a:cubicBezTo>
                  <a:pt x="5545" y="8121"/>
                  <a:pt x="5632" y="8089"/>
                  <a:pt x="5718" y="8089"/>
                </a:cubicBezTo>
                <a:close/>
                <a:moveTo>
                  <a:pt x="6616" y="8877"/>
                </a:moveTo>
                <a:lnTo>
                  <a:pt x="7467" y="9665"/>
                </a:lnTo>
                <a:cubicBezTo>
                  <a:pt x="7593" y="9759"/>
                  <a:pt x="7593" y="9980"/>
                  <a:pt x="7435" y="10106"/>
                </a:cubicBezTo>
                <a:cubicBezTo>
                  <a:pt x="7388" y="10169"/>
                  <a:pt x="7286" y="10200"/>
                  <a:pt x="7179" y="10200"/>
                </a:cubicBezTo>
                <a:cubicBezTo>
                  <a:pt x="7073" y="10200"/>
                  <a:pt x="6963" y="10169"/>
                  <a:pt x="6900" y="10106"/>
                </a:cubicBezTo>
                <a:lnTo>
                  <a:pt x="6207" y="9412"/>
                </a:lnTo>
                <a:lnTo>
                  <a:pt x="6427" y="9160"/>
                </a:lnTo>
                <a:cubicBezTo>
                  <a:pt x="6522" y="9097"/>
                  <a:pt x="6585" y="8971"/>
                  <a:pt x="6616" y="8877"/>
                </a:cubicBezTo>
                <a:close/>
                <a:moveTo>
                  <a:pt x="7309" y="0"/>
                </a:moveTo>
                <a:cubicBezTo>
                  <a:pt x="7042" y="0"/>
                  <a:pt x="6774" y="103"/>
                  <a:pt x="6585" y="308"/>
                </a:cubicBezTo>
                <a:lnTo>
                  <a:pt x="5608" y="1284"/>
                </a:lnTo>
                <a:lnTo>
                  <a:pt x="4852" y="560"/>
                </a:lnTo>
                <a:cubicBezTo>
                  <a:pt x="4656" y="394"/>
                  <a:pt x="4409" y="307"/>
                  <a:pt x="4163" y="307"/>
                </a:cubicBezTo>
                <a:cubicBezTo>
                  <a:pt x="3897" y="307"/>
                  <a:pt x="3631" y="409"/>
                  <a:pt x="3434" y="623"/>
                </a:cubicBezTo>
                <a:lnTo>
                  <a:pt x="410" y="3647"/>
                </a:lnTo>
                <a:cubicBezTo>
                  <a:pt x="0" y="4025"/>
                  <a:pt x="0" y="4718"/>
                  <a:pt x="410" y="5096"/>
                </a:cubicBezTo>
                <a:lnTo>
                  <a:pt x="1103" y="5821"/>
                </a:lnTo>
                <a:cubicBezTo>
                  <a:pt x="725" y="6199"/>
                  <a:pt x="725" y="6829"/>
                  <a:pt x="1103" y="7239"/>
                </a:cubicBezTo>
                <a:cubicBezTo>
                  <a:pt x="1292" y="7428"/>
                  <a:pt x="1544" y="7491"/>
                  <a:pt x="1765" y="7554"/>
                </a:cubicBezTo>
                <a:cubicBezTo>
                  <a:pt x="1765" y="7774"/>
                  <a:pt x="1891" y="8026"/>
                  <a:pt x="2080" y="8215"/>
                </a:cubicBezTo>
                <a:cubicBezTo>
                  <a:pt x="2300" y="8404"/>
                  <a:pt x="2521" y="8499"/>
                  <a:pt x="2773" y="8530"/>
                </a:cubicBezTo>
                <a:cubicBezTo>
                  <a:pt x="2773" y="8751"/>
                  <a:pt x="2867" y="9003"/>
                  <a:pt x="3088" y="9192"/>
                </a:cubicBezTo>
                <a:cubicBezTo>
                  <a:pt x="3277" y="9381"/>
                  <a:pt x="3497" y="9475"/>
                  <a:pt x="3749" y="9507"/>
                </a:cubicBezTo>
                <a:cubicBezTo>
                  <a:pt x="3749" y="9759"/>
                  <a:pt x="3875" y="9980"/>
                  <a:pt x="4064" y="10169"/>
                </a:cubicBezTo>
                <a:cubicBezTo>
                  <a:pt x="4253" y="10373"/>
                  <a:pt x="4521" y="10476"/>
                  <a:pt x="4789" y="10476"/>
                </a:cubicBezTo>
                <a:cubicBezTo>
                  <a:pt x="5057" y="10476"/>
                  <a:pt x="5325" y="10373"/>
                  <a:pt x="5514" y="10169"/>
                </a:cubicBezTo>
                <a:lnTo>
                  <a:pt x="5766" y="9948"/>
                </a:lnTo>
                <a:lnTo>
                  <a:pt x="6459" y="10673"/>
                </a:lnTo>
                <a:cubicBezTo>
                  <a:pt x="6664" y="10862"/>
                  <a:pt x="6939" y="10956"/>
                  <a:pt x="7219" y="10956"/>
                </a:cubicBezTo>
                <a:cubicBezTo>
                  <a:pt x="7498" y="10956"/>
                  <a:pt x="7782" y="10862"/>
                  <a:pt x="8003" y="10673"/>
                </a:cubicBezTo>
                <a:cubicBezTo>
                  <a:pt x="8192" y="10452"/>
                  <a:pt x="8286" y="10232"/>
                  <a:pt x="8318" y="9980"/>
                </a:cubicBezTo>
                <a:cubicBezTo>
                  <a:pt x="8538" y="9980"/>
                  <a:pt x="8790" y="9885"/>
                  <a:pt x="8979" y="9665"/>
                </a:cubicBezTo>
                <a:cubicBezTo>
                  <a:pt x="9168" y="9475"/>
                  <a:pt x="9263" y="9255"/>
                  <a:pt x="9294" y="9003"/>
                </a:cubicBezTo>
                <a:cubicBezTo>
                  <a:pt x="9546" y="9003"/>
                  <a:pt x="9767" y="8877"/>
                  <a:pt x="9956" y="8688"/>
                </a:cubicBezTo>
                <a:cubicBezTo>
                  <a:pt x="10176" y="8499"/>
                  <a:pt x="10239" y="8247"/>
                  <a:pt x="10271" y="8026"/>
                </a:cubicBezTo>
                <a:cubicBezTo>
                  <a:pt x="10523" y="8026"/>
                  <a:pt x="10743" y="7900"/>
                  <a:pt x="10964" y="7711"/>
                </a:cubicBezTo>
                <a:cubicBezTo>
                  <a:pt x="11342" y="7302"/>
                  <a:pt x="11342" y="6640"/>
                  <a:pt x="10964" y="6262"/>
                </a:cubicBezTo>
                <a:lnTo>
                  <a:pt x="10680" y="5978"/>
                </a:lnTo>
                <a:lnTo>
                  <a:pt x="11594" y="5065"/>
                </a:lnTo>
                <a:cubicBezTo>
                  <a:pt x="11909" y="4687"/>
                  <a:pt x="11909" y="4057"/>
                  <a:pt x="11468" y="3647"/>
                </a:cubicBezTo>
                <a:lnTo>
                  <a:pt x="8034" y="308"/>
                </a:lnTo>
                <a:cubicBezTo>
                  <a:pt x="7845" y="103"/>
                  <a:pt x="7577" y="0"/>
                  <a:pt x="730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3" name="Google Shape;3773;p49"/>
          <p:cNvSpPr/>
          <p:nvPr/>
        </p:nvSpPr>
        <p:spPr>
          <a:xfrm>
            <a:off x="4658279" y="2432956"/>
            <a:ext cx="276270" cy="275513"/>
          </a:xfrm>
          <a:custGeom>
            <a:rect b="b" l="l" r="r" t="t"/>
            <a:pathLst>
              <a:path extrusionOk="0" h="11657" w="11689">
                <a:moveTo>
                  <a:pt x="5797" y="2111"/>
                </a:moveTo>
                <a:cubicBezTo>
                  <a:pt x="6175" y="2111"/>
                  <a:pt x="6459" y="2426"/>
                  <a:pt x="6459" y="2773"/>
                </a:cubicBezTo>
                <a:cubicBezTo>
                  <a:pt x="6459" y="3151"/>
                  <a:pt x="6175" y="3466"/>
                  <a:pt x="5797" y="3466"/>
                </a:cubicBezTo>
                <a:cubicBezTo>
                  <a:pt x="5388" y="3466"/>
                  <a:pt x="5104" y="3151"/>
                  <a:pt x="5104" y="2773"/>
                </a:cubicBezTo>
                <a:cubicBezTo>
                  <a:pt x="5104" y="2426"/>
                  <a:pt x="5419" y="2111"/>
                  <a:pt x="5797" y="2111"/>
                </a:cubicBezTo>
                <a:close/>
                <a:moveTo>
                  <a:pt x="6112" y="4159"/>
                </a:moveTo>
                <a:cubicBezTo>
                  <a:pt x="6648" y="4159"/>
                  <a:pt x="7120" y="4631"/>
                  <a:pt x="7120" y="5198"/>
                </a:cubicBezTo>
                <a:lnTo>
                  <a:pt x="7120" y="5545"/>
                </a:lnTo>
                <a:lnTo>
                  <a:pt x="4379" y="5545"/>
                </a:lnTo>
                <a:lnTo>
                  <a:pt x="4379" y="5198"/>
                </a:lnTo>
                <a:cubicBezTo>
                  <a:pt x="4411" y="4600"/>
                  <a:pt x="4884" y="4159"/>
                  <a:pt x="5419" y="4159"/>
                </a:cubicBezTo>
                <a:close/>
                <a:moveTo>
                  <a:pt x="10586" y="662"/>
                </a:moveTo>
                <a:cubicBezTo>
                  <a:pt x="10775" y="662"/>
                  <a:pt x="10932" y="819"/>
                  <a:pt x="10932" y="1008"/>
                </a:cubicBezTo>
                <a:lnTo>
                  <a:pt x="10932" y="5860"/>
                </a:lnTo>
                <a:lnTo>
                  <a:pt x="10996" y="5860"/>
                </a:lnTo>
                <a:cubicBezTo>
                  <a:pt x="10996" y="6049"/>
                  <a:pt x="10838" y="6207"/>
                  <a:pt x="10617" y="6207"/>
                </a:cubicBezTo>
                <a:lnTo>
                  <a:pt x="9483" y="6207"/>
                </a:lnTo>
                <a:cubicBezTo>
                  <a:pt x="9326" y="5829"/>
                  <a:pt x="8979" y="5545"/>
                  <a:pt x="8507" y="5545"/>
                </a:cubicBezTo>
                <a:lnTo>
                  <a:pt x="7845" y="5545"/>
                </a:lnTo>
                <a:lnTo>
                  <a:pt x="7845" y="5198"/>
                </a:lnTo>
                <a:cubicBezTo>
                  <a:pt x="7845" y="4505"/>
                  <a:pt x="7435" y="3938"/>
                  <a:pt x="6837" y="3655"/>
                </a:cubicBezTo>
                <a:cubicBezTo>
                  <a:pt x="7057" y="3403"/>
                  <a:pt x="7152" y="3151"/>
                  <a:pt x="7152" y="2773"/>
                </a:cubicBezTo>
                <a:cubicBezTo>
                  <a:pt x="7152" y="2048"/>
                  <a:pt x="6522" y="1418"/>
                  <a:pt x="5797" y="1418"/>
                </a:cubicBezTo>
                <a:cubicBezTo>
                  <a:pt x="5041" y="1418"/>
                  <a:pt x="4411" y="2048"/>
                  <a:pt x="4411" y="2773"/>
                </a:cubicBezTo>
                <a:cubicBezTo>
                  <a:pt x="4411" y="3088"/>
                  <a:pt x="4537" y="3403"/>
                  <a:pt x="4726" y="3655"/>
                </a:cubicBezTo>
                <a:cubicBezTo>
                  <a:pt x="4127" y="3938"/>
                  <a:pt x="3749" y="4505"/>
                  <a:pt x="3749" y="5198"/>
                </a:cubicBezTo>
                <a:lnTo>
                  <a:pt x="3749" y="5545"/>
                </a:lnTo>
                <a:lnTo>
                  <a:pt x="3056" y="5545"/>
                </a:lnTo>
                <a:cubicBezTo>
                  <a:pt x="2647" y="5545"/>
                  <a:pt x="2237" y="5829"/>
                  <a:pt x="2080" y="6207"/>
                </a:cubicBezTo>
                <a:lnTo>
                  <a:pt x="977" y="6207"/>
                </a:lnTo>
                <a:cubicBezTo>
                  <a:pt x="788" y="6207"/>
                  <a:pt x="630" y="6049"/>
                  <a:pt x="630" y="5860"/>
                </a:cubicBezTo>
                <a:lnTo>
                  <a:pt x="630" y="1008"/>
                </a:lnTo>
                <a:cubicBezTo>
                  <a:pt x="630" y="819"/>
                  <a:pt x="788" y="662"/>
                  <a:pt x="977" y="662"/>
                </a:cubicBezTo>
                <a:close/>
                <a:moveTo>
                  <a:pt x="8538" y="6175"/>
                </a:moveTo>
                <a:cubicBezTo>
                  <a:pt x="8759" y="6175"/>
                  <a:pt x="8916" y="6333"/>
                  <a:pt x="8916" y="6522"/>
                </a:cubicBezTo>
                <a:cubicBezTo>
                  <a:pt x="8853" y="6711"/>
                  <a:pt x="8696" y="6868"/>
                  <a:pt x="8538" y="6868"/>
                </a:cubicBezTo>
                <a:lnTo>
                  <a:pt x="3088" y="6868"/>
                </a:lnTo>
                <a:cubicBezTo>
                  <a:pt x="2867" y="6868"/>
                  <a:pt x="2710" y="6711"/>
                  <a:pt x="2710" y="6522"/>
                </a:cubicBezTo>
                <a:cubicBezTo>
                  <a:pt x="2710" y="6333"/>
                  <a:pt x="2867" y="6175"/>
                  <a:pt x="3088" y="6175"/>
                </a:cubicBezTo>
                <a:close/>
                <a:moveTo>
                  <a:pt x="8160" y="7593"/>
                </a:moveTo>
                <a:lnTo>
                  <a:pt x="7561" y="11027"/>
                </a:lnTo>
                <a:lnTo>
                  <a:pt x="4033" y="11027"/>
                </a:lnTo>
                <a:lnTo>
                  <a:pt x="3466" y="7593"/>
                </a:lnTo>
                <a:close/>
                <a:moveTo>
                  <a:pt x="1008" y="0"/>
                </a:moveTo>
                <a:cubicBezTo>
                  <a:pt x="473" y="0"/>
                  <a:pt x="0" y="473"/>
                  <a:pt x="0" y="1008"/>
                </a:cubicBezTo>
                <a:lnTo>
                  <a:pt x="0" y="5860"/>
                </a:lnTo>
                <a:cubicBezTo>
                  <a:pt x="0" y="6396"/>
                  <a:pt x="473" y="6868"/>
                  <a:pt x="1008" y="6868"/>
                </a:cubicBezTo>
                <a:lnTo>
                  <a:pt x="2111" y="6868"/>
                </a:lnTo>
                <a:cubicBezTo>
                  <a:pt x="2237" y="7183"/>
                  <a:pt x="2489" y="7435"/>
                  <a:pt x="2804" y="7498"/>
                </a:cubicBezTo>
                <a:lnTo>
                  <a:pt x="3434" y="11373"/>
                </a:lnTo>
                <a:cubicBezTo>
                  <a:pt x="3466" y="11531"/>
                  <a:pt x="3592" y="11657"/>
                  <a:pt x="3781" y="11657"/>
                </a:cubicBezTo>
                <a:lnTo>
                  <a:pt x="7877" y="11657"/>
                </a:lnTo>
                <a:cubicBezTo>
                  <a:pt x="8034" y="11657"/>
                  <a:pt x="8192" y="11531"/>
                  <a:pt x="8223" y="11373"/>
                </a:cubicBezTo>
                <a:lnTo>
                  <a:pt x="8853" y="7498"/>
                </a:lnTo>
                <a:cubicBezTo>
                  <a:pt x="9168" y="7435"/>
                  <a:pt x="9420" y="7183"/>
                  <a:pt x="9546" y="6868"/>
                </a:cubicBezTo>
                <a:lnTo>
                  <a:pt x="10680" y="6868"/>
                </a:lnTo>
                <a:cubicBezTo>
                  <a:pt x="11216" y="6868"/>
                  <a:pt x="11689" y="6396"/>
                  <a:pt x="11689" y="5860"/>
                </a:cubicBezTo>
                <a:lnTo>
                  <a:pt x="11689" y="1008"/>
                </a:lnTo>
                <a:cubicBezTo>
                  <a:pt x="11657" y="473"/>
                  <a:pt x="11185" y="0"/>
                  <a:pt x="1061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74" name="Google Shape;3774;p49"/>
          <p:cNvGrpSpPr/>
          <p:nvPr/>
        </p:nvGrpSpPr>
        <p:grpSpPr>
          <a:xfrm>
            <a:off x="3806929" y="1996473"/>
            <a:ext cx="212242" cy="275537"/>
            <a:chOff x="-3462150" y="2046625"/>
            <a:chExt cx="224500" cy="291450"/>
          </a:xfrm>
        </p:grpSpPr>
        <p:sp>
          <p:nvSpPr>
            <p:cNvPr id="3775" name="Google Shape;3775;p49"/>
            <p:cNvSpPr/>
            <p:nvPr/>
          </p:nvSpPr>
          <p:spPr>
            <a:xfrm>
              <a:off x="-3425125" y="2253000"/>
              <a:ext cx="51225" cy="50425"/>
            </a:xfrm>
            <a:custGeom>
              <a:rect b="b" l="l" r="r" t="t"/>
              <a:pathLst>
                <a:path extrusionOk="0" h="2017" w="2049">
                  <a:moveTo>
                    <a:pt x="1009" y="662"/>
                  </a:moveTo>
                  <a:cubicBezTo>
                    <a:pt x="1198" y="662"/>
                    <a:pt x="1355" y="819"/>
                    <a:pt x="1355" y="1008"/>
                  </a:cubicBezTo>
                  <a:cubicBezTo>
                    <a:pt x="1355" y="1197"/>
                    <a:pt x="1166" y="1355"/>
                    <a:pt x="1009" y="1355"/>
                  </a:cubicBezTo>
                  <a:cubicBezTo>
                    <a:pt x="820" y="1355"/>
                    <a:pt x="662" y="1197"/>
                    <a:pt x="662" y="1008"/>
                  </a:cubicBezTo>
                  <a:cubicBezTo>
                    <a:pt x="662" y="819"/>
                    <a:pt x="820" y="662"/>
                    <a:pt x="1009" y="662"/>
                  </a:cubicBezTo>
                  <a:close/>
                  <a:moveTo>
                    <a:pt x="1009" y="0"/>
                  </a:moveTo>
                  <a:cubicBezTo>
                    <a:pt x="473" y="0"/>
                    <a:pt x="0" y="441"/>
                    <a:pt x="0" y="1008"/>
                  </a:cubicBezTo>
                  <a:cubicBezTo>
                    <a:pt x="0" y="1575"/>
                    <a:pt x="473" y="2016"/>
                    <a:pt x="1009" y="2016"/>
                  </a:cubicBezTo>
                  <a:cubicBezTo>
                    <a:pt x="1576" y="2016"/>
                    <a:pt x="2048" y="1575"/>
                    <a:pt x="2048" y="1008"/>
                  </a:cubicBezTo>
                  <a:cubicBezTo>
                    <a:pt x="2048" y="441"/>
                    <a:pt x="1576" y="0"/>
                    <a:pt x="100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6" name="Google Shape;3776;p49"/>
            <p:cNvSpPr/>
            <p:nvPr/>
          </p:nvSpPr>
          <p:spPr>
            <a:xfrm>
              <a:off x="-3425125" y="2116725"/>
              <a:ext cx="51225" cy="49650"/>
            </a:xfrm>
            <a:custGeom>
              <a:rect b="b" l="l" r="r" t="t"/>
              <a:pathLst>
                <a:path extrusionOk="0" h="1986" w="2049">
                  <a:moveTo>
                    <a:pt x="343" y="1"/>
                  </a:moveTo>
                  <a:cubicBezTo>
                    <a:pt x="252" y="1"/>
                    <a:pt x="158" y="32"/>
                    <a:pt x="95" y="95"/>
                  </a:cubicBezTo>
                  <a:cubicBezTo>
                    <a:pt x="0" y="190"/>
                    <a:pt x="0" y="442"/>
                    <a:pt x="95" y="536"/>
                  </a:cubicBezTo>
                  <a:lnTo>
                    <a:pt x="536" y="977"/>
                  </a:lnTo>
                  <a:lnTo>
                    <a:pt x="95" y="1418"/>
                  </a:lnTo>
                  <a:cubicBezTo>
                    <a:pt x="0" y="1544"/>
                    <a:pt x="0" y="1765"/>
                    <a:pt x="95" y="1891"/>
                  </a:cubicBezTo>
                  <a:cubicBezTo>
                    <a:pt x="158" y="1954"/>
                    <a:pt x="252" y="1986"/>
                    <a:pt x="343" y="1986"/>
                  </a:cubicBezTo>
                  <a:cubicBezTo>
                    <a:pt x="434" y="1986"/>
                    <a:pt x="520" y="1954"/>
                    <a:pt x="568" y="1891"/>
                  </a:cubicBezTo>
                  <a:lnTo>
                    <a:pt x="1009" y="1450"/>
                  </a:lnTo>
                  <a:lnTo>
                    <a:pt x="1450" y="1891"/>
                  </a:lnTo>
                  <a:cubicBezTo>
                    <a:pt x="1513" y="1954"/>
                    <a:pt x="1599" y="1986"/>
                    <a:pt x="1686" y="1986"/>
                  </a:cubicBezTo>
                  <a:cubicBezTo>
                    <a:pt x="1773" y="1986"/>
                    <a:pt x="1859" y="1954"/>
                    <a:pt x="1922" y="1891"/>
                  </a:cubicBezTo>
                  <a:cubicBezTo>
                    <a:pt x="2048" y="1765"/>
                    <a:pt x="2048" y="1544"/>
                    <a:pt x="1922" y="1418"/>
                  </a:cubicBezTo>
                  <a:lnTo>
                    <a:pt x="1481" y="977"/>
                  </a:lnTo>
                  <a:lnTo>
                    <a:pt x="1922" y="536"/>
                  </a:lnTo>
                  <a:cubicBezTo>
                    <a:pt x="2048" y="442"/>
                    <a:pt x="2048" y="190"/>
                    <a:pt x="1922" y="95"/>
                  </a:cubicBezTo>
                  <a:cubicBezTo>
                    <a:pt x="1859" y="32"/>
                    <a:pt x="1773" y="1"/>
                    <a:pt x="1686" y="1"/>
                  </a:cubicBezTo>
                  <a:cubicBezTo>
                    <a:pt x="1599" y="1"/>
                    <a:pt x="1513" y="32"/>
                    <a:pt x="1450" y="95"/>
                  </a:cubicBezTo>
                  <a:lnTo>
                    <a:pt x="1009" y="505"/>
                  </a:lnTo>
                  <a:lnTo>
                    <a:pt x="568" y="95"/>
                  </a:lnTo>
                  <a:cubicBezTo>
                    <a:pt x="520" y="32"/>
                    <a:pt x="434" y="1"/>
                    <a:pt x="34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7" name="Google Shape;3777;p49"/>
            <p:cNvSpPr/>
            <p:nvPr/>
          </p:nvSpPr>
          <p:spPr>
            <a:xfrm>
              <a:off x="-3425125" y="2185250"/>
              <a:ext cx="51225" cy="49650"/>
            </a:xfrm>
            <a:custGeom>
              <a:rect b="b" l="l" r="r" t="t"/>
              <a:pathLst>
                <a:path extrusionOk="0" h="1986" w="2049">
                  <a:moveTo>
                    <a:pt x="343" y="1"/>
                  </a:moveTo>
                  <a:cubicBezTo>
                    <a:pt x="252" y="1"/>
                    <a:pt x="158" y="32"/>
                    <a:pt x="95" y="95"/>
                  </a:cubicBezTo>
                  <a:cubicBezTo>
                    <a:pt x="0" y="221"/>
                    <a:pt x="0" y="442"/>
                    <a:pt x="95" y="568"/>
                  </a:cubicBezTo>
                  <a:lnTo>
                    <a:pt x="536" y="1009"/>
                  </a:lnTo>
                  <a:lnTo>
                    <a:pt x="95" y="1418"/>
                  </a:lnTo>
                  <a:cubicBezTo>
                    <a:pt x="0" y="1544"/>
                    <a:pt x="0" y="1796"/>
                    <a:pt x="95" y="1891"/>
                  </a:cubicBezTo>
                  <a:cubicBezTo>
                    <a:pt x="158" y="1954"/>
                    <a:pt x="252" y="1985"/>
                    <a:pt x="343" y="1985"/>
                  </a:cubicBezTo>
                  <a:cubicBezTo>
                    <a:pt x="434" y="1985"/>
                    <a:pt x="520" y="1954"/>
                    <a:pt x="568" y="1891"/>
                  </a:cubicBezTo>
                  <a:lnTo>
                    <a:pt x="1009" y="1481"/>
                  </a:lnTo>
                  <a:lnTo>
                    <a:pt x="1450" y="1891"/>
                  </a:lnTo>
                  <a:cubicBezTo>
                    <a:pt x="1513" y="1954"/>
                    <a:pt x="1599" y="1985"/>
                    <a:pt x="1686" y="1985"/>
                  </a:cubicBezTo>
                  <a:cubicBezTo>
                    <a:pt x="1773" y="1985"/>
                    <a:pt x="1859" y="1954"/>
                    <a:pt x="1922" y="1891"/>
                  </a:cubicBezTo>
                  <a:cubicBezTo>
                    <a:pt x="2048" y="1796"/>
                    <a:pt x="2048" y="1544"/>
                    <a:pt x="1922" y="1418"/>
                  </a:cubicBezTo>
                  <a:lnTo>
                    <a:pt x="1481" y="1009"/>
                  </a:lnTo>
                  <a:lnTo>
                    <a:pt x="1922" y="568"/>
                  </a:lnTo>
                  <a:cubicBezTo>
                    <a:pt x="2048" y="410"/>
                    <a:pt x="2048" y="221"/>
                    <a:pt x="1922" y="95"/>
                  </a:cubicBezTo>
                  <a:cubicBezTo>
                    <a:pt x="1859" y="32"/>
                    <a:pt x="1773" y="1"/>
                    <a:pt x="1686" y="1"/>
                  </a:cubicBezTo>
                  <a:cubicBezTo>
                    <a:pt x="1599" y="1"/>
                    <a:pt x="1513" y="32"/>
                    <a:pt x="1450" y="95"/>
                  </a:cubicBezTo>
                  <a:lnTo>
                    <a:pt x="1009" y="536"/>
                  </a:lnTo>
                  <a:lnTo>
                    <a:pt x="568" y="95"/>
                  </a:lnTo>
                  <a:cubicBezTo>
                    <a:pt x="520" y="32"/>
                    <a:pt x="434" y="1"/>
                    <a:pt x="34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8" name="Google Shape;3778;p49"/>
            <p:cNvSpPr/>
            <p:nvPr/>
          </p:nvSpPr>
          <p:spPr>
            <a:xfrm>
              <a:off x="-3462150" y="2046625"/>
              <a:ext cx="224500" cy="291450"/>
            </a:xfrm>
            <a:custGeom>
              <a:rect b="b" l="l" r="r" t="t"/>
              <a:pathLst>
                <a:path extrusionOk="0" h="11658" w="8980">
                  <a:moveTo>
                    <a:pt x="5924" y="694"/>
                  </a:moveTo>
                  <a:cubicBezTo>
                    <a:pt x="6113" y="694"/>
                    <a:pt x="6270" y="851"/>
                    <a:pt x="6270" y="1040"/>
                  </a:cubicBezTo>
                  <a:cubicBezTo>
                    <a:pt x="6270" y="1229"/>
                    <a:pt x="6113" y="1387"/>
                    <a:pt x="5924" y="1387"/>
                  </a:cubicBezTo>
                  <a:lnTo>
                    <a:pt x="3151" y="1387"/>
                  </a:lnTo>
                  <a:cubicBezTo>
                    <a:pt x="2962" y="1387"/>
                    <a:pt x="2805" y="1229"/>
                    <a:pt x="2805" y="1040"/>
                  </a:cubicBezTo>
                  <a:cubicBezTo>
                    <a:pt x="2805" y="851"/>
                    <a:pt x="2962" y="694"/>
                    <a:pt x="3151" y="694"/>
                  </a:cubicBezTo>
                  <a:close/>
                  <a:moveTo>
                    <a:pt x="8034" y="1356"/>
                  </a:moveTo>
                  <a:cubicBezTo>
                    <a:pt x="8255" y="1356"/>
                    <a:pt x="8413" y="1513"/>
                    <a:pt x="8413" y="1702"/>
                  </a:cubicBezTo>
                  <a:lnTo>
                    <a:pt x="8413" y="10649"/>
                  </a:lnTo>
                  <a:lnTo>
                    <a:pt x="8287" y="10649"/>
                  </a:lnTo>
                  <a:cubicBezTo>
                    <a:pt x="8287" y="10838"/>
                    <a:pt x="8129" y="10996"/>
                    <a:pt x="7940" y="10996"/>
                  </a:cubicBezTo>
                  <a:lnTo>
                    <a:pt x="1103" y="10996"/>
                  </a:lnTo>
                  <a:cubicBezTo>
                    <a:pt x="914" y="10996"/>
                    <a:pt x="757" y="10838"/>
                    <a:pt x="757" y="10649"/>
                  </a:cubicBezTo>
                  <a:lnTo>
                    <a:pt x="757" y="1702"/>
                  </a:lnTo>
                  <a:cubicBezTo>
                    <a:pt x="757" y="1513"/>
                    <a:pt x="914" y="1356"/>
                    <a:pt x="1103" y="1356"/>
                  </a:cubicBezTo>
                  <a:lnTo>
                    <a:pt x="2206" y="1356"/>
                  </a:lnTo>
                  <a:cubicBezTo>
                    <a:pt x="2364" y="1734"/>
                    <a:pt x="2742" y="2017"/>
                    <a:pt x="3214" y="2017"/>
                  </a:cubicBezTo>
                  <a:lnTo>
                    <a:pt x="5955" y="2017"/>
                  </a:lnTo>
                  <a:cubicBezTo>
                    <a:pt x="6396" y="2017"/>
                    <a:pt x="6774" y="1734"/>
                    <a:pt x="6932" y="1356"/>
                  </a:cubicBezTo>
                  <a:close/>
                  <a:moveTo>
                    <a:pt x="3120" y="1"/>
                  </a:moveTo>
                  <a:cubicBezTo>
                    <a:pt x="2679" y="1"/>
                    <a:pt x="2301" y="284"/>
                    <a:pt x="2143" y="694"/>
                  </a:cubicBezTo>
                  <a:lnTo>
                    <a:pt x="1040" y="694"/>
                  </a:lnTo>
                  <a:cubicBezTo>
                    <a:pt x="473" y="694"/>
                    <a:pt x="1" y="1166"/>
                    <a:pt x="1" y="1702"/>
                  </a:cubicBezTo>
                  <a:lnTo>
                    <a:pt x="1" y="10649"/>
                  </a:lnTo>
                  <a:cubicBezTo>
                    <a:pt x="1" y="11185"/>
                    <a:pt x="473" y="11658"/>
                    <a:pt x="1040" y="11658"/>
                  </a:cubicBezTo>
                  <a:lnTo>
                    <a:pt x="7877" y="11658"/>
                  </a:lnTo>
                  <a:cubicBezTo>
                    <a:pt x="8444" y="11658"/>
                    <a:pt x="8917" y="11185"/>
                    <a:pt x="8917" y="10649"/>
                  </a:cubicBezTo>
                  <a:lnTo>
                    <a:pt x="8917" y="1702"/>
                  </a:lnTo>
                  <a:cubicBezTo>
                    <a:pt x="8980" y="1166"/>
                    <a:pt x="8507" y="694"/>
                    <a:pt x="7971" y="694"/>
                  </a:cubicBezTo>
                  <a:lnTo>
                    <a:pt x="6869" y="694"/>
                  </a:lnTo>
                  <a:cubicBezTo>
                    <a:pt x="6711" y="284"/>
                    <a:pt x="6365" y="1"/>
                    <a:pt x="589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9" name="Google Shape;3779;p49"/>
            <p:cNvSpPr/>
            <p:nvPr/>
          </p:nvSpPr>
          <p:spPr>
            <a:xfrm>
              <a:off x="-3358175" y="2133275"/>
              <a:ext cx="86650" cy="18125"/>
            </a:xfrm>
            <a:custGeom>
              <a:rect b="b" l="l" r="r" t="t"/>
              <a:pathLst>
                <a:path extrusionOk="0" h="725" w="3466">
                  <a:moveTo>
                    <a:pt x="347" y="0"/>
                  </a:moveTo>
                  <a:cubicBezTo>
                    <a:pt x="158" y="0"/>
                    <a:pt x="0" y="158"/>
                    <a:pt x="0" y="378"/>
                  </a:cubicBezTo>
                  <a:cubicBezTo>
                    <a:pt x="0" y="567"/>
                    <a:pt x="158" y="725"/>
                    <a:pt x="347" y="725"/>
                  </a:cubicBezTo>
                  <a:lnTo>
                    <a:pt x="3088" y="725"/>
                  </a:lnTo>
                  <a:cubicBezTo>
                    <a:pt x="3308" y="725"/>
                    <a:pt x="3466" y="567"/>
                    <a:pt x="3466" y="378"/>
                  </a:cubicBezTo>
                  <a:cubicBezTo>
                    <a:pt x="3466" y="158"/>
                    <a:pt x="3308" y="0"/>
                    <a:pt x="308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0" name="Google Shape;3780;p49"/>
            <p:cNvSpPr/>
            <p:nvPr/>
          </p:nvSpPr>
          <p:spPr>
            <a:xfrm>
              <a:off x="-3358175" y="2201800"/>
              <a:ext cx="86650" cy="17350"/>
            </a:xfrm>
            <a:custGeom>
              <a:rect b="b" l="l" r="r" t="t"/>
              <a:pathLst>
                <a:path extrusionOk="0" h="694" w="3466">
                  <a:moveTo>
                    <a:pt x="347" y="0"/>
                  </a:moveTo>
                  <a:cubicBezTo>
                    <a:pt x="158" y="0"/>
                    <a:pt x="0" y="158"/>
                    <a:pt x="0" y="347"/>
                  </a:cubicBezTo>
                  <a:cubicBezTo>
                    <a:pt x="0" y="536"/>
                    <a:pt x="158" y="693"/>
                    <a:pt x="347" y="693"/>
                  </a:cubicBezTo>
                  <a:lnTo>
                    <a:pt x="3088" y="693"/>
                  </a:lnTo>
                  <a:cubicBezTo>
                    <a:pt x="3308" y="693"/>
                    <a:pt x="3466" y="536"/>
                    <a:pt x="3466" y="347"/>
                  </a:cubicBezTo>
                  <a:cubicBezTo>
                    <a:pt x="3466" y="158"/>
                    <a:pt x="3308" y="0"/>
                    <a:pt x="308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1" name="Google Shape;3781;p49"/>
            <p:cNvSpPr/>
            <p:nvPr/>
          </p:nvSpPr>
          <p:spPr>
            <a:xfrm>
              <a:off x="-3358175" y="2270325"/>
              <a:ext cx="86650" cy="18125"/>
            </a:xfrm>
            <a:custGeom>
              <a:rect b="b" l="l" r="r" t="t"/>
              <a:pathLst>
                <a:path extrusionOk="0" h="725" w="3466">
                  <a:moveTo>
                    <a:pt x="347" y="0"/>
                  </a:moveTo>
                  <a:cubicBezTo>
                    <a:pt x="158" y="0"/>
                    <a:pt x="0" y="158"/>
                    <a:pt x="0" y="347"/>
                  </a:cubicBezTo>
                  <a:cubicBezTo>
                    <a:pt x="0" y="567"/>
                    <a:pt x="158" y="725"/>
                    <a:pt x="347" y="725"/>
                  </a:cubicBezTo>
                  <a:lnTo>
                    <a:pt x="3088" y="725"/>
                  </a:lnTo>
                  <a:cubicBezTo>
                    <a:pt x="3308" y="725"/>
                    <a:pt x="3466" y="567"/>
                    <a:pt x="3466" y="347"/>
                  </a:cubicBezTo>
                  <a:cubicBezTo>
                    <a:pt x="3466" y="158"/>
                    <a:pt x="3308" y="0"/>
                    <a:pt x="308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82" name="Google Shape;3782;p49"/>
          <p:cNvGrpSpPr/>
          <p:nvPr/>
        </p:nvGrpSpPr>
        <p:grpSpPr>
          <a:xfrm>
            <a:off x="1613297" y="2432200"/>
            <a:ext cx="244244" cy="277026"/>
            <a:chOff x="-3478675" y="2405775"/>
            <a:chExt cx="258350" cy="293025"/>
          </a:xfrm>
        </p:grpSpPr>
        <p:sp>
          <p:nvSpPr>
            <p:cNvPr id="3783" name="Google Shape;3783;p49"/>
            <p:cNvSpPr/>
            <p:nvPr/>
          </p:nvSpPr>
          <p:spPr>
            <a:xfrm>
              <a:off x="-3478675" y="2405775"/>
              <a:ext cx="258350" cy="293025"/>
            </a:xfrm>
            <a:custGeom>
              <a:rect b="b" l="l" r="r" t="t"/>
              <a:pathLst>
                <a:path extrusionOk="0" h="11721" w="10334">
                  <a:moveTo>
                    <a:pt x="6018" y="694"/>
                  </a:moveTo>
                  <a:cubicBezTo>
                    <a:pt x="6175" y="694"/>
                    <a:pt x="6301" y="757"/>
                    <a:pt x="6333" y="915"/>
                  </a:cubicBezTo>
                  <a:lnTo>
                    <a:pt x="6490" y="1450"/>
                  </a:lnTo>
                  <a:lnTo>
                    <a:pt x="3781" y="1450"/>
                  </a:lnTo>
                  <a:lnTo>
                    <a:pt x="3970" y="915"/>
                  </a:lnTo>
                  <a:cubicBezTo>
                    <a:pt x="4033" y="757"/>
                    <a:pt x="4127" y="694"/>
                    <a:pt x="4285" y="694"/>
                  </a:cubicBezTo>
                  <a:close/>
                  <a:moveTo>
                    <a:pt x="9326" y="2049"/>
                  </a:moveTo>
                  <a:cubicBezTo>
                    <a:pt x="9546" y="2049"/>
                    <a:pt x="9704" y="2206"/>
                    <a:pt x="9704" y="2427"/>
                  </a:cubicBezTo>
                  <a:lnTo>
                    <a:pt x="9704" y="2773"/>
                  </a:lnTo>
                  <a:lnTo>
                    <a:pt x="756" y="2773"/>
                  </a:lnTo>
                  <a:lnTo>
                    <a:pt x="756" y="2427"/>
                  </a:lnTo>
                  <a:cubicBezTo>
                    <a:pt x="756" y="2206"/>
                    <a:pt x="914" y="2049"/>
                    <a:pt x="1103" y="2049"/>
                  </a:cubicBezTo>
                  <a:close/>
                  <a:moveTo>
                    <a:pt x="8916" y="3498"/>
                  </a:moveTo>
                  <a:lnTo>
                    <a:pt x="8317" y="10681"/>
                  </a:lnTo>
                  <a:cubicBezTo>
                    <a:pt x="8317" y="10839"/>
                    <a:pt x="8160" y="10996"/>
                    <a:pt x="7971" y="10996"/>
                  </a:cubicBezTo>
                  <a:lnTo>
                    <a:pt x="2363" y="10996"/>
                  </a:lnTo>
                  <a:cubicBezTo>
                    <a:pt x="2174" y="10996"/>
                    <a:pt x="2048" y="10902"/>
                    <a:pt x="2016" y="10681"/>
                  </a:cubicBezTo>
                  <a:lnTo>
                    <a:pt x="1418" y="3498"/>
                  </a:lnTo>
                  <a:close/>
                  <a:moveTo>
                    <a:pt x="4285" y="1"/>
                  </a:moveTo>
                  <a:cubicBezTo>
                    <a:pt x="3875" y="1"/>
                    <a:pt x="3466" y="285"/>
                    <a:pt x="3308" y="726"/>
                  </a:cubicBezTo>
                  <a:lnTo>
                    <a:pt x="3088" y="1450"/>
                  </a:lnTo>
                  <a:lnTo>
                    <a:pt x="1040" y="1450"/>
                  </a:lnTo>
                  <a:cubicBezTo>
                    <a:pt x="473" y="1450"/>
                    <a:pt x="0" y="1923"/>
                    <a:pt x="0" y="2458"/>
                  </a:cubicBezTo>
                  <a:lnTo>
                    <a:pt x="0" y="3120"/>
                  </a:lnTo>
                  <a:cubicBezTo>
                    <a:pt x="0" y="3341"/>
                    <a:pt x="158" y="3498"/>
                    <a:pt x="347" y="3498"/>
                  </a:cubicBezTo>
                  <a:lnTo>
                    <a:pt x="725" y="3498"/>
                  </a:lnTo>
                  <a:lnTo>
                    <a:pt x="1292" y="10776"/>
                  </a:lnTo>
                  <a:cubicBezTo>
                    <a:pt x="1355" y="11311"/>
                    <a:pt x="1764" y="11721"/>
                    <a:pt x="2331" y="11721"/>
                  </a:cubicBezTo>
                  <a:lnTo>
                    <a:pt x="7908" y="11721"/>
                  </a:lnTo>
                  <a:cubicBezTo>
                    <a:pt x="8475" y="11721"/>
                    <a:pt x="8916" y="11311"/>
                    <a:pt x="8948" y="10776"/>
                  </a:cubicBezTo>
                  <a:lnTo>
                    <a:pt x="9546" y="3498"/>
                  </a:lnTo>
                  <a:lnTo>
                    <a:pt x="9893" y="3498"/>
                  </a:lnTo>
                  <a:cubicBezTo>
                    <a:pt x="10082" y="3498"/>
                    <a:pt x="10239" y="3341"/>
                    <a:pt x="10239" y="3120"/>
                  </a:cubicBezTo>
                  <a:lnTo>
                    <a:pt x="10239" y="2458"/>
                  </a:lnTo>
                  <a:cubicBezTo>
                    <a:pt x="10334" y="1860"/>
                    <a:pt x="9861" y="1450"/>
                    <a:pt x="9294" y="1450"/>
                  </a:cubicBezTo>
                  <a:lnTo>
                    <a:pt x="7246" y="1450"/>
                  </a:lnTo>
                  <a:lnTo>
                    <a:pt x="7026" y="726"/>
                  </a:lnTo>
                  <a:cubicBezTo>
                    <a:pt x="6868" y="285"/>
                    <a:pt x="6490" y="1"/>
                    <a:pt x="601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4" name="Google Shape;3784;p49"/>
            <p:cNvSpPr/>
            <p:nvPr/>
          </p:nvSpPr>
          <p:spPr>
            <a:xfrm>
              <a:off x="-3408575" y="2509750"/>
              <a:ext cx="17350" cy="154400"/>
            </a:xfrm>
            <a:custGeom>
              <a:rect b="b" l="l" r="r" t="t"/>
              <a:pathLst>
                <a:path extrusionOk="0" h="6176" w="694">
                  <a:moveTo>
                    <a:pt x="347" y="1"/>
                  </a:moveTo>
                  <a:cubicBezTo>
                    <a:pt x="158" y="1"/>
                    <a:pt x="0" y="158"/>
                    <a:pt x="0" y="347"/>
                  </a:cubicBezTo>
                  <a:lnTo>
                    <a:pt x="0" y="5829"/>
                  </a:lnTo>
                  <a:cubicBezTo>
                    <a:pt x="0" y="6018"/>
                    <a:pt x="158" y="6176"/>
                    <a:pt x="347" y="6176"/>
                  </a:cubicBezTo>
                  <a:cubicBezTo>
                    <a:pt x="536" y="6176"/>
                    <a:pt x="693" y="6018"/>
                    <a:pt x="693" y="5829"/>
                  </a:cubicBezTo>
                  <a:lnTo>
                    <a:pt x="693" y="347"/>
                  </a:lnTo>
                  <a:cubicBezTo>
                    <a:pt x="693"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5" name="Google Shape;3785;p49"/>
            <p:cNvSpPr/>
            <p:nvPr/>
          </p:nvSpPr>
          <p:spPr>
            <a:xfrm>
              <a:off x="-3357400" y="2509750"/>
              <a:ext cx="17350" cy="154400"/>
            </a:xfrm>
            <a:custGeom>
              <a:rect b="b" l="l" r="r" t="t"/>
              <a:pathLst>
                <a:path extrusionOk="0" h="6176" w="694">
                  <a:moveTo>
                    <a:pt x="347" y="1"/>
                  </a:moveTo>
                  <a:cubicBezTo>
                    <a:pt x="158" y="1"/>
                    <a:pt x="1" y="158"/>
                    <a:pt x="1" y="347"/>
                  </a:cubicBezTo>
                  <a:lnTo>
                    <a:pt x="1" y="5829"/>
                  </a:lnTo>
                  <a:cubicBezTo>
                    <a:pt x="1" y="6018"/>
                    <a:pt x="158" y="6176"/>
                    <a:pt x="347" y="6176"/>
                  </a:cubicBezTo>
                  <a:cubicBezTo>
                    <a:pt x="536" y="6176"/>
                    <a:pt x="694" y="6018"/>
                    <a:pt x="694" y="5829"/>
                  </a:cubicBezTo>
                  <a:lnTo>
                    <a:pt x="694" y="347"/>
                  </a:lnTo>
                  <a:cubicBezTo>
                    <a:pt x="694"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6" name="Google Shape;3786;p49"/>
            <p:cNvSpPr/>
            <p:nvPr/>
          </p:nvSpPr>
          <p:spPr>
            <a:xfrm>
              <a:off x="-3306200" y="2509750"/>
              <a:ext cx="17350" cy="154400"/>
            </a:xfrm>
            <a:custGeom>
              <a:rect b="b" l="l" r="r" t="t"/>
              <a:pathLst>
                <a:path extrusionOk="0" h="6176" w="694">
                  <a:moveTo>
                    <a:pt x="347" y="1"/>
                  </a:moveTo>
                  <a:cubicBezTo>
                    <a:pt x="158" y="1"/>
                    <a:pt x="1" y="158"/>
                    <a:pt x="1" y="347"/>
                  </a:cubicBezTo>
                  <a:lnTo>
                    <a:pt x="1" y="5829"/>
                  </a:lnTo>
                  <a:cubicBezTo>
                    <a:pt x="1" y="6018"/>
                    <a:pt x="158" y="6176"/>
                    <a:pt x="347" y="6176"/>
                  </a:cubicBezTo>
                  <a:cubicBezTo>
                    <a:pt x="536" y="6176"/>
                    <a:pt x="694" y="6018"/>
                    <a:pt x="694" y="5829"/>
                  </a:cubicBezTo>
                  <a:lnTo>
                    <a:pt x="694" y="347"/>
                  </a:lnTo>
                  <a:cubicBezTo>
                    <a:pt x="694"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87" name="Google Shape;3787;p49"/>
          <p:cNvGrpSpPr/>
          <p:nvPr/>
        </p:nvGrpSpPr>
        <p:grpSpPr>
          <a:xfrm>
            <a:off x="6459310" y="2432578"/>
            <a:ext cx="177995" cy="276270"/>
            <a:chOff x="-3443250" y="2765725"/>
            <a:chExt cx="188275" cy="292225"/>
          </a:xfrm>
        </p:grpSpPr>
        <p:sp>
          <p:nvSpPr>
            <p:cNvPr id="3788" name="Google Shape;3788;p49"/>
            <p:cNvSpPr/>
            <p:nvPr/>
          </p:nvSpPr>
          <p:spPr>
            <a:xfrm>
              <a:off x="-3443250" y="2765725"/>
              <a:ext cx="188275" cy="292225"/>
            </a:xfrm>
            <a:custGeom>
              <a:rect b="b" l="l" r="r" t="t"/>
              <a:pathLst>
                <a:path extrusionOk="0" h="11689" w="7531">
                  <a:moveTo>
                    <a:pt x="6491" y="662"/>
                  </a:moveTo>
                  <a:cubicBezTo>
                    <a:pt x="6711" y="662"/>
                    <a:pt x="6869" y="820"/>
                    <a:pt x="6869" y="1009"/>
                  </a:cubicBezTo>
                  <a:lnTo>
                    <a:pt x="6869" y="7908"/>
                  </a:lnTo>
                  <a:cubicBezTo>
                    <a:pt x="6869" y="8097"/>
                    <a:pt x="6711" y="8255"/>
                    <a:pt x="6491" y="8255"/>
                  </a:cubicBezTo>
                  <a:lnTo>
                    <a:pt x="1040" y="8255"/>
                  </a:lnTo>
                  <a:cubicBezTo>
                    <a:pt x="851" y="8255"/>
                    <a:pt x="694" y="8097"/>
                    <a:pt x="694" y="7908"/>
                  </a:cubicBezTo>
                  <a:lnTo>
                    <a:pt x="694" y="1009"/>
                  </a:lnTo>
                  <a:cubicBezTo>
                    <a:pt x="694" y="820"/>
                    <a:pt x="851" y="662"/>
                    <a:pt x="1040" y="662"/>
                  </a:cubicBezTo>
                  <a:close/>
                  <a:moveTo>
                    <a:pt x="4821" y="8948"/>
                  </a:moveTo>
                  <a:lnTo>
                    <a:pt x="4821" y="10996"/>
                  </a:lnTo>
                  <a:lnTo>
                    <a:pt x="2773" y="10996"/>
                  </a:lnTo>
                  <a:lnTo>
                    <a:pt x="2773" y="8948"/>
                  </a:lnTo>
                  <a:close/>
                  <a:moveTo>
                    <a:pt x="1040" y="1"/>
                  </a:moveTo>
                  <a:cubicBezTo>
                    <a:pt x="473" y="1"/>
                    <a:pt x="1" y="473"/>
                    <a:pt x="1" y="1009"/>
                  </a:cubicBezTo>
                  <a:lnTo>
                    <a:pt x="1" y="7908"/>
                  </a:lnTo>
                  <a:cubicBezTo>
                    <a:pt x="1" y="8475"/>
                    <a:pt x="473" y="8917"/>
                    <a:pt x="1040" y="8917"/>
                  </a:cubicBezTo>
                  <a:lnTo>
                    <a:pt x="2049" y="8917"/>
                  </a:lnTo>
                  <a:lnTo>
                    <a:pt x="2049" y="10964"/>
                  </a:lnTo>
                  <a:lnTo>
                    <a:pt x="1040" y="10964"/>
                  </a:lnTo>
                  <a:cubicBezTo>
                    <a:pt x="851" y="10964"/>
                    <a:pt x="694" y="11122"/>
                    <a:pt x="694" y="11342"/>
                  </a:cubicBezTo>
                  <a:cubicBezTo>
                    <a:pt x="694" y="11531"/>
                    <a:pt x="851" y="11689"/>
                    <a:pt x="1040" y="11689"/>
                  </a:cubicBezTo>
                  <a:lnTo>
                    <a:pt x="6491" y="11689"/>
                  </a:lnTo>
                  <a:cubicBezTo>
                    <a:pt x="6711" y="11689"/>
                    <a:pt x="6869" y="11531"/>
                    <a:pt x="6869" y="11342"/>
                  </a:cubicBezTo>
                  <a:cubicBezTo>
                    <a:pt x="6869" y="11122"/>
                    <a:pt x="6711" y="10964"/>
                    <a:pt x="6491" y="10964"/>
                  </a:cubicBezTo>
                  <a:lnTo>
                    <a:pt x="5483" y="10964"/>
                  </a:lnTo>
                  <a:lnTo>
                    <a:pt x="5483" y="8917"/>
                  </a:lnTo>
                  <a:lnTo>
                    <a:pt x="6491" y="8917"/>
                  </a:lnTo>
                  <a:cubicBezTo>
                    <a:pt x="7058" y="8917"/>
                    <a:pt x="7531" y="8475"/>
                    <a:pt x="7531" y="7908"/>
                  </a:cubicBezTo>
                  <a:lnTo>
                    <a:pt x="7531" y="1009"/>
                  </a:lnTo>
                  <a:cubicBezTo>
                    <a:pt x="7531" y="442"/>
                    <a:pt x="7089" y="1"/>
                    <a:pt x="649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9" name="Google Shape;3789;p49"/>
            <p:cNvSpPr/>
            <p:nvPr/>
          </p:nvSpPr>
          <p:spPr>
            <a:xfrm>
              <a:off x="-3411725" y="2799375"/>
              <a:ext cx="124450" cy="86100"/>
            </a:xfrm>
            <a:custGeom>
              <a:rect b="b" l="l" r="r" t="t"/>
              <a:pathLst>
                <a:path extrusionOk="0" h="3444" w="4978">
                  <a:moveTo>
                    <a:pt x="1859" y="1144"/>
                  </a:moveTo>
                  <a:lnTo>
                    <a:pt x="2678" y="2750"/>
                  </a:lnTo>
                  <a:lnTo>
                    <a:pt x="1040" y="2750"/>
                  </a:lnTo>
                  <a:lnTo>
                    <a:pt x="1859" y="1144"/>
                  </a:lnTo>
                  <a:close/>
                  <a:moveTo>
                    <a:pt x="3151" y="1049"/>
                  </a:moveTo>
                  <a:lnTo>
                    <a:pt x="4033" y="2782"/>
                  </a:lnTo>
                  <a:lnTo>
                    <a:pt x="3403" y="2782"/>
                  </a:lnTo>
                  <a:lnTo>
                    <a:pt x="3403" y="2750"/>
                  </a:lnTo>
                  <a:lnTo>
                    <a:pt x="2804" y="1553"/>
                  </a:lnTo>
                  <a:lnTo>
                    <a:pt x="3151" y="1049"/>
                  </a:lnTo>
                  <a:close/>
                  <a:moveTo>
                    <a:pt x="3213" y="1"/>
                  </a:moveTo>
                  <a:cubicBezTo>
                    <a:pt x="3110" y="1"/>
                    <a:pt x="3003" y="48"/>
                    <a:pt x="2930" y="135"/>
                  </a:cubicBezTo>
                  <a:lnTo>
                    <a:pt x="2457" y="829"/>
                  </a:lnTo>
                  <a:lnTo>
                    <a:pt x="2142" y="198"/>
                  </a:lnTo>
                  <a:cubicBezTo>
                    <a:pt x="2079" y="72"/>
                    <a:pt x="1961" y="9"/>
                    <a:pt x="1839" y="9"/>
                  </a:cubicBezTo>
                  <a:cubicBezTo>
                    <a:pt x="1717" y="9"/>
                    <a:pt x="1591" y="72"/>
                    <a:pt x="1512" y="198"/>
                  </a:cubicBezTo>
                  <a:lnTo>
                    <a:pt x="126" y="2939"/>
                  </a:lnTo>
                  <a:cubicBezTo>
                    <a:pt x="0" y="3191"/>
                    <a:pt x="158" y="3443"/>
                    <a:pt x="441" y="3443"/>
                  </a:cubicBezTo>
                  <a:lnTo>
                    <a:pt x="4537" y="3443"/>
                  </a:lnTo>
                  <a:cubicBezTo>
                    <a:pt x="4757" y="3443"/>
                    <a:pt x="4978" y="3191"/>
                    <a:pt x="4852" y="2939"/>
                  </a:cubicBezTo>
                  <a:lnTo>
                    <a:pt x="3497" y="198"/>
                  </a:lnTo>
                  <a:cubicBezTo>
                    <a:pt x="3446" y="63"/>
                    <a:pt x="3332" y="1"/>
                    <a:pt x="321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0" name="Google Shape;3790;p49"/>
            <p:cNvSpPr/>
            <p:nvPr/>
          </p:nvSpPr>
          <p:spPr>
            <a:xfrm>
              <a:off x="-3392825" y="2903575"/>
              <a:ext cx="86650" cy="17350"/>
            </a:xfrm>
            <a:custGeom>
              <a:rect b="b" l="l" r="r" t="t"/>
              <a:pathLst>
                <a:path extrusionOk="0" h="694" w="3466">
                  <a:moveTo>
                    <a:pt x="347" y="0"/>
                  </a:moveTo>
                  <a:cubicBezTo>
                    <a:pt x="158" y="0"/>
                    <a:pt x="0" y="158"/>
                    <a:pt x="0" y="347"/>
                  </a:cubicBezTo>
                  <a:cubicBezTo>
                    <a:pt x="0" y="536"/>
                    <a:pt x="158" y="693"/>
                    <a:pt x="347" y="693"/>
                  </a:cubicBezTo>
                  <a:lnTo>
                    <a:pt x="3119" y="693"/>
                  </a:lnTo>
                  <a:cubicBezTo>
                    <a:pt x="3308" y="693"/>
                    <a:pt x="3466" y="536"/>
                    <a:pt x="3466" y="347"/>
                  </a:cubicBezTo>
                  <a:cubicBezTo>
                    <a:pt x="3466" y="158"/>
                    <a:pt x="3308" y="0"/>
                    <a:pt x="311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1" name="Google Shape;3791;p49"/>
            <p:cNvSpPr/>
            <p:nvPr/>
          </p:nvSpPr>
          <p:spPr>
            <a:xfrm>
              <a:off x="-3392825" y="2938225"/>
              <a:ext cx="86650" cy="17350"/>
            </a:xfrm>
            <a:custGeom>
              <a:rect b="b" l="l" r="r" t="t"/>
              <a:pathLst>
                <a:path extrusionOk="0" h="694" w="3466">
                  <a:moveTo>
                    <a:pt x="347" y="0"/>
                  </a:moveTo>
                  <a:cubicBezTo>
                    <a:pt x="158" y="0"/>
                    <a:pt x="0" y="158"/>
                    <a:pt x="0" y="347"/>
                  </a:cubicBezTo>
                  <a:cubicBezTo>
                    <a:pt x="0" y="536"/>
                    <a:pt x="158" y="693"/>
                    <a:pt x="347" y="693"/>
                  </a:cubicBezTo>
                  <a:lnTo>
                    <a:pt x="3119" y="693"/>
                  </a:lnTo>
                  <a:cubicBezTo>
                    <a:pt x="3308" y="693"/>
                    <a:pt x="3466" y="536"/>
                    <a:pt x="3466" y="347"/>
                  </a:cubicBezTo>
                  <a:cubicBezTo>
                    <a:pt x="3466" y="158"/>
                    <a:pt x="3308" y="0"/>
                    <a:pt x="311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92" name="Google Shape;3792;p49"/>
          <p:cNvGrpSpPr/>
          <p:nvPr/>
        </p:nvGrpSpPr>
        <p:grpSpPr>
          <a:xfrm>
            <a:off x="733332" y="2875748"/>
            <a:ext cx="243511" cy="277026"/>
            <a:chOff x="-1684475" y="2049000"/>
            <a:chExt cx="257575" cy="293025"/>
          </a:xfrm>
        </p:grpSpPr>
        <p:sp>
          <p:nvSpPr>
            <p:cNvPr id="3793" name="Google Shape;3793;p49"/>
            <p:cNvSpPr/>
            <p:nvPr/>
          </p:nvSpPr>
          <p:spPr>
            <a:xfrm>
              <a:off x="-1684475" y="2049000"/>
              <a:ext cx="257575" cy="293025"/>
            </a:xfrm>
            <a:custGeom>
              <a:rect b="b" l="l" r="r" t="t"/>
              <a:pathLst>
                <a:path extrusionOk="0" h="11721" w="10303">
                  <a:moveTo>
                    <a:pt x="1355" y="693"/>
                  </a:moveTo>
                  <a:lnTo>
                    <a:pt x="1355" y="1387"/>
                  </a:lnTo>
                  <a:lnTo>
                    <a:pt x="694" y="1387"/>
                  </a:lnTo>
                  <a:lnTo>
                    <a:pt x="694" y="693"/>
                  </a:lnTo>
                  <a:close/>
                  <a:moveTo>
                    <a:pt x="9546" y="693"/>
                  </a:moveTo>
                  <a:lnTo>
                    <a:pt x="9546" y="1387"/>
                  </a:lnTo>
                  <a:lnTo>
                    <a:pt x="8885" y="1387"/>
                  </a:lnTo>
                  <a:lnTo>
                    <a:pt x="8885" y="693"/>
                  </a:lnTo>
                  <a:close/>
                  <a:moveTo>
                    <a:pt x="8223" y="1387"/>
                  </a:moveTo>
                  <a:lnTo>
                    <a:pt x="8223" y="1733"/>
                  </a:lnTo>
                  <a:cubicBezTo>
                    <a:pt x="8223" y="1922"/>
                    <a:pt x="8381" y="2080"/>
                    <a:pt x="8570" y="2080"/>
                  </a:cubicBezTo>
                  <a:lnTo>
                    <a:pt x="8916" y="2080"/>
                  </a:lnTo>
                  <a:lnTo>
                    <a:pt x="8916" y="9641"/>
                  </a:lnTo>
                  <a:lnTo>
                    <a:pt x="8538" y="9641"/>
                  </a:lnTo>
                  <a:cubicBezTo>
                    <a:pt x="8349" y="9641"/>
                    <a:pt x="8192" y="9798"/>
                    <a:pt x="8192" y="9987"/>
                  </a:cubicBezTo>
                  <a:lnTo>
                    <a:pt x="8192" y="10365"/>
                  </a:lnTo>
                  <a:lnTo>
                    <a:pt x="2080" y="10365"/>
                  </a:lnTo>
                  <a:lnTo>
                    <a:pt x="2080" y="9987"/>
                  </a:lnTo>
                  <a:cubicBezTo>
                    <a:pt x="2080" y="9798"/>
                    <a:pt x="1922" y="9641"/>
                    <a:pt x="1733" y="9641"/>
                  </a:cubicBezTo>
                  <a:lnTo>
                    <a:pt x="1355" y="9641"/>
                  </a:lnTo>
                  <a:lnTo>
                    <a:pt x="1355" y="2080"/>
                  </a:lnTo>
                  <a:lnTo>
                    <a:pt x="1733" y="2080"/>
                  </a:lnTo>
                  <a:cubicBezTo>
                    <a:pt x="1922" y="2080"/>
                    <a:pt x="2080" y="1922"/>
                    <a:pt x="2080" y="1733"/>
                  </a:cubicBezTo>
                  <a:lnTo>
                    <a:pt x="2080" y="1387"/>
                  </a:lnTo>
                  <a:close/>
                  <a:moveTo>
                    <a:pt x="1355" y="10365"/>
                  </a:moveTo>
                  <a:lnTo>
                    <a:pt x="1355" y="11027"/>
                  </a:lnTo>
                  <a:lnTo>
                    <a:pt x="694" y="11027"/>
                  </a:lnTo>
                  <a:lnTo>
                    <a:pt x="694" y="10365"/>
                  </a:lnTo>
                  <a:close/>
                  <a:moveTo>
                    <a:pt x="9609" y="10365"/>
                  </a:moveTo>
                  <a:lnTo>
                    <a:pt x="9609" y="11027"/>
                  </a:lnTo>
                  <a:lnTo>
                    <a:pt x="8916" y="11027"/>
                  </a:lnTo>
                  <a:lnTo>
                    <a:pt x="8916" y="10365"/>
                  </a:lnTo>
                  <a:close/>
                  <a:moveTo>
                    <a:pt x="347" y="0"/>
                  </a:moveTo>
                  <a:cubicBezTo>
                    <a:pt x="158" y="0"/>
                    <a:pt x="0" y="158"/>
                    <a:pt x="0" y="347"/>
                  </a:cubicBezTo>
                  <a:lnTo>
                    <a:pt x="0" y="1733"/>
                  </a:lnTo>
                  <a:cubicBezTo>
                    <a:pt x="0" y="1922"/>
                    <a:pt x="158" y="2080"/>
                    <a:pt x="347" y="2080"/>
                  </a:cubicBezTo>
                  <a:lnTo>
                    <a:pt x="694" y="2080"/>
                  </a:lnTo>
                  <a:lnTo>
                    <a:pt x="694" y="9641"/>
                  </a:lnTo>
                  <a:lnTo>
                    <a:pt x="347" y="9641"/>
                  </a:lnTo>
                  <a:cubicBezTo>
                    <a:pt x="158" y="9641"/>
                    <a:pt x="0" y="9798"/>
                    <a:pt x="0" y="9987"/>
                  </a:cubicBezTo>
                  <a:lnTo>
                    <a:pt x="0" y="11374"/>
                  </a:lnTo>
                  <a:cubicBezTo>
                    <a:pt x="0" y="11563"/>
                    <a:pt x="158" y="11720"/>
                    <a:pt x="347" y="11720"/>
                  </a:cubicBezTo>
                  <a:lnTo>
                    <a:pt x="1733" y="11720"/>
                  </a:lnTo>
                  <a:cubicBezTo>
                    <a:pt x="1922" y="11720"/>
                    <a:pt x="2080" y="11563"/>
                    <a:pt x="2080" y="11374"/>
                  </a:cubicBezTo>
                  <a:lnTo>
                    <a:pt x="2080" y="11027"/>
                  </a:lnTo>
                  <a:lnTo>
                    <a:pt x="8223" y="11027"/>
                  </a:lnTo>
                  <a:lnTo>
                    <a:pt x="8223" y="11374"/>
                  </a:lnTo>
                  <a:cubicBezTo>
                    <a:pt x="8223" y="11563"/>
                    <a:pt x="8381" y="11720"/>
                    <a:pt x="8570" y="11720"/>
                  </a:cubicBezTo>
                  <a:lnTo>
                    <a:pt x="9956" y="11720"/>
                  </a:lnTo>
                  <a:cubicBezTo>
                    <a:pt x="10145" y="11720"/>
                    <a:pt x="10303" y="11563"/>
                    <a:pt x="10303" y="11374"/>
                  </a:cubicBezTo>
                  <a:lnTo>
                    <a:pt x="10303" y="9987"/>
                  </a:lnTo>
                  <a:cubicBezTo>
                    <a:pt x="10303" y="9798"/>
                    <a:pt x="10145" y="9641"/>
                    <a:pt x="9956" y="9641"/>
                  </a:cubicBezTo>
                  <a:lnTo>
                    <a:pt x="9609" y="9641"/>
                  </a:lnTo>
                  <a:lnTo>
                    <a:pt x="9609" y="2080"/>
                  </a:lnTo>
                  <a:lnTo>
                    <a:pt x="9924" y="2080"/>
                  </a:lnTo>
                  <a:cubicBezTo>
                    <a:pt x="10113" y="2080"/>
                    <a:pt x="10271" y="1922"/>
                    <a:pt x="10271" y="1733"/>
                  </a:cubicBezTo>
                  <a:lnTo>
                    <a:pt x="10271" y="347"/>
                  </a:lnTo>
                  <a:cubicBezTo>
                    <a:pt x="10271" y="158"/>
                    <a:pt x="10113" y="0"/>
                    <a:pt x="9924" y="0"/>
                  </a:cubicBezTo>
                  <a:lnTo>
                    <a:pt x="8538" y="0"/>
                  </a:lnTo>
                  <a:cubicBezTo>
                    <a:pt x="8349" y="0"/>
                    <a:pt x="8192" y="158"/>
                    <a:pt x="8192" y="347"/>
                  </a:cubicBezTo>
                  <a:lnTo>
                    <a:pt x="8192" y="693"/>
                  </a:lnTo>
                  <a:lnTo>
                    <a:pt x="2080" y="693"/>
                  </a:lnTo>
                  <a:lnTo>
                    <a:pt x="2080" y="347"/>
                  </a:lnTo>
                  <a:cubicBezTo>
                    <a:pt x="2080" y="158"/>
                    <a:pt x="1922" y="0"/>
                    <a:pt x="17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4" name="Google Shape;3794;p49"/>
            <p:cNvSpPr/>
            <p:nvPr/>
          </p:nvSpPr>
          <p:spPr>
            <a:xfrm>
              <a:off x="-1615950" y="2238800"/>
              <a:ext cx="120525" cy="18150"/>
            </a:xfrm>
            <a:custGeom>
              <a:rect b="b" l="l" r="r" t="t"/>
              <a:pathLst>
                <a:path extrusionOk="0" h="726" w="4821">
                  <a:moveTo>
                    <a:pt x="347" y="1"/>
                  </a:moveTo>
                  <a:cubicBezTo>
                    <a:pt x="158" y="1"/>
                    <a:pt x="0" y="159"/>
                    <a:pt x="0" y="348"/>
                  </a:cubicBezTo>
                  <a:cubicBezTo>
                    <a:pt x="0" y="568"/>
                    <a:pt x="158" y="726"/>
                    <a:pt x="347" y="726"/>
                  </a:cubicBezTo>
                  <a:lnTo>
                    <a:pt x="4443" y="726"/>
                  </a:lnTo>
                  <a:cubicBezTo>
                    <a:pt x="4663" y="726"/>
                    <a:pt x="4821" y="568"/>
                    <a:pt x="4821" y="348"/>
                  </a:cubicBezTo>
                  <a:cubicBezTo>
                    <a:pt x="4821" y="159"/>
                    <a:pt x="4663" y="1"/>
                    <a:pt x="444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5" name="Google Shape;3795;p49"/>
            <p:cNvSpPr/>
            <p:nvPr/>
          </p:nvSpPr>
          <p:spPr>
            <a:xfrm>
              <a:off x="-1615950" y="2273475"/>
              <a:ext cx="120525" cy="17350"/>
            </a:xfrm>
            <a:custGeom>
              <a:rect b="b" l="l" r="r" t="t"/>
              <a:pathLst>
                <a:path extrusionOk="0" h="694" w="4821">
                  <a:moveTo>
                    <a:pt x="347" y="0"/>
                  </a:moveTo>
                  <a:cubicBezTo>
                    <a:pt x="158" y="0"/>
                    <a:pt x="0" y="158"/>
                    <a:pt x="0" y="347"/>
                  </a:cubicBezTo>
                  <a:cubicBezTo>
                    <a:pt x="0" y="536"/>
                    <a:pt x="158" y="693"/>
                    <a:pt x="347" y="693"/>
                  </a:cubicBezTo>
                  <a:lnTo>
                    <a:pt x="4443" y="693"/>
                  </a:lnTo>
                  <a:cubicBezTo>
                    <a:pt x="4663" y="693"/>
                    <a:pt x="4821" y="536"/>
                    <a:pt x="4821" y="347"/>
                  </a:cubicBezTo>
                  <a:cubicBezTo>
                    <a:pt x="4821" y="158"/>
                    <a:pt x="4663" y="0"/>
                    <a:pt x="444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6" name="Google Shape;3796;p49"/>
            <p:cNvSpPr/>
            <p:nvPr/>
          </p:nvSpPr>
          <p:spPr>
            <a:xfrm>
              <a:off x="-1630925" y="2100975"/>
              <a:ext cx="153625" cy="116600"/>
            </a:xfrm>
            <a:custGeom>
              <a:rect b="b" l="l" r="r" t="t"/>
              <a:pathLst>
                <a:path extrusionOk="0" h="4664" w="6145">
                  <a:moveTo>
                    <a:pt x="4695" y="662"/>
                  </a:moveTo>
                  <a:lnTo>
                    <a:pt x="2994" y="1985"/>
                  </a:lnTo>
                  <a:lnTo>
                    <a:pt x="1261" y="662"/>
                  </a:lnTo>
                  <a:close/>
                  <a:moveTo>
                    <a:pt x="599" y="1040"/>
                  </a:moveTo>
                  <a:lnTo>
                    <a:pt x="2427" y="2395"/>
                  </a:lnTo>
                  <a:lnTo>
                    <a:pt x="599" y="3781"/>
                  </a:lnTo>
                  <a:lnTo>
                    <a:pt x="599" y="1040"/>
                  </a:lnTo>
                  <a:close/>
                  <a:moveTo>
                    <a:pt x="5357" y="1040"/>
                  </a:moveTo>
                  <a:lnTo>
                    <a:pt x="5357" y="3781"/>
                  </a:lnTo>
                  <a:lnTo>
                    <a:pt x="3561" y="2395"/>
                  </a:lnTo>
                  <a:lnTo>
                    <a:pt x="5357" y="1040"/>
                  </a:lnTo>
                  <a:close/>
                  <a:moveTo>
                    <a:pt x="2994" y="2836"/>
                  </a:moveTo>
                  <a:lnTo>
                    <a:pt x="4695" y="4128"/>
                  </a:lnTo>
                  <a:lnTo>
                    <a:pt x="1292" y="4128"/>
                  </a:lnTo>
                  <a:lnTo>
                    <a:pt x="2994" y="2836"/>
                  </a:lnTo>
                  <a:close/>
                  <a:moveTo>
                    <a:pt x="316" y="1"/>
                  </a:moveTo>
                  <a:cubicBezTo>
                    <a:pt x="158" y="1"/>
                    <a:pt x="1" y="127"/>
                    <a:pt x="1" y="284"/>
                  </a:cubicBezTo>
                  <a:lnTo>
                    <a:pt x="1" y="4380"/>
                  </a:lnTo>
                  <a:cubicBezTo>
                    <a:pt x="64" y="4506"/>
                    <a:pt x="127" y="4600"/>
                    <a:pt x="253" y="4663"/>
                  </a:cubicBezTo>
                  <a:lnTo>
                    <a:pt x="5798" y="4663"/>
                  </a:lnTo>
                  <a:cubicBezTo>
                    <a:pt x="5955" y="4663"/>
                    <a:pt x="6113" y="4537"/>
                    <a:pt x="6144" y="4317"/>
                  </a:cubicBezTo>
                  <a:lnTo>
                    <a:pt x="6081" y="316"/>
                  </a:lnTo>
                  <a:cubicBezTo>
                    <a:pt x="6081" y="158"/>
                    <a:pt x="5955" y="32"/>
                    <a:pt x="57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97" name="Google Shape;3797;p49"/>
          <p:cNvSpPr/>
          <p:nvPr/>
        </p:nvSpPr>
        <p:spPr>
          <a:xfrm>
            <a:off x="2029118" y="2876303"/>
            <a:ext cx="288182" cy="275915"/>
          </a:xfrm>
          <a:custGeom>
            <a:rect b="b" l="l" r="r" t="t"/>
            <a:pathLst>
              <a:path extrusionOk="0" h="11674" w="12193">
                <a:moveTo>
                  <a:pt x="9483" y="1174"/>
                </a:moveTo>
                <a:lnTo>
                  <a:pt x="9483" y="2308"/>
                </a:lnTo>
                <a:cubicBezTo>
                  <a:pt x="9483" y="2497"/>
                  <a:pt x="9641" y="2655"/>
                  <a:pt x="9830" y="2655"/>
                </a:cubicBezTo>
                <a:lnTo>
                  <a:pt x="10901" y="2655"/>
                </a:lnTo>
                <a:lnTo>
                  <a:pt x="9515" y="4041"/>
                </a:lnTo>
                <a:lnTo>
                  <a:pt x="8097" y="4041"/>
                </a:lnTo>
                <a:lnTo>
                  <a:pt x="8097" y="2560"/>
                </a:lnTo>
                <a:lnTo>
                  <a:pt x="9483" y="1174"/>
                </a:lnTo>
                <a:close/>
                <a:moveTo>
                  <a:pt x="4885" y="6181"/>
                </a:moveTo>
                <a:cubicBezTo>
                  <a:pt x="5033" y="6181"/>
                  <a:pt x="5183" y="6212"/>
                  <a:pt x="5325" y="6278"/>
                </a:cubicBezTo>
                <a:lnTo>
                  <a:pt x="4600" y="7003"/>
                </a:lnTo>
                <a:cubicBezTo>
                  <a:pt x="4474" y="7129"/>
                  <a:pt x="4474" y="7349"/>
                  <a:pt x="4600" y="7475"/>
                </a:cubicBezTo>
                <a:cubicBezTo>
                  <a:pt x="4663" y="7538"/>
                  <a:pt x="4750" y="7570"/>
                  <a:pt x="4836" y="7570"/>
                </a:cubicBezTo>
                <a:cubicBezTo>
                  <a:pt x="4923" y="7570"/>
                  <a:pt x="5010" y="7538"/>
                  <a:pt x="5073" y="7475"/>
                </a:cubicBezTo>
                <a:lnTo>
                  <a:pt x="5797" y="6751"/>
                </a:lnTo>
                <a:lnTo>
                  <a:pt x="5797" y="6751"/>
                </a:lnTo>
                <a:cubicBezTo>
                  <a:pt x="5986" y="7160"/>
                  <a:pt x="5892" y="7633"/>
                  <a:pt x="5577" y="7948"/>
                </a:cubicBezTo>
                <a:cubicBezTo>
                  <a:pt x="5388" y="8137"/>
                  <a:pt x="5128" y="8231"/>
                  <a:pt x="4864" y="8231"/>
                </a:cubicBezTo>
                <a:cubicBezTo>
                  <a:pt x="4600" y="8231"/>
                  <a:pt x="4332" y="8137"/>
                  <a:pt x="4127" y="7948"/>
                </a:cubicBezTo>
                <a:cubicBezTo>
                  <a:pt x="3749" y="7538"/>
                  <a:pt x="3749" y="6877"/>
                  <a:pt x="4127" y="6499"/>
                </a:cubicBezTo>
                <a:cubicBezTo>
                  <a:pt x="4333" y="6293"/>
                  <a:pt x="4606" y="6181"/>
                  <a:pt x="4885" y="6181"/>
                </a:cubicBezTo>
                <a:close/>
                <a:moveTo>
                  <a:pt x="4897" y="4831"/>
                </a:moveTo>
                <a:cubicBezTo>
                  <a:pt x="5396" y="4831"/>
                  <a:pt x="5890" y="4990"/>
                  <a:pt x="6301" y="5301"/>
                </a:cubicBezTo>
                <a:lnTo>
                  <a:pt x="5829" y="5774"/>
                </a:lnTo>
                <a:cubicBezTo>
                  <a:pt x="5553" y="5590"/>
                  <a:pt x="5233" y="5499"/>
                  <a:pt x="4911" y="5499"/>
                </a:cubicBezTo>
                <a:cubicBezTo>
                  <a:pt x="4460" y="5499"/>
                  <a:pt x="4004" y="5677"/>
                  <a:pt x="3655" y="6026"/>
                </a:cubicBezTo>
                <a:cubicBezTo>
                  <a:pt x="2993" y="6688"/>
                  <a:pt x="2993" y="7790"/>
                  <a:pt x="3655" y="8420"/>
                </a:cubicBezTo>
                <a:cubicBezTo>
                  <a:pt x="3986" y="8751"/>
                  <a:pt x="4427" y="8917"/>
                  <a:pt x="4864" y="8917"/>
                </a:cubicBezTo>
                <a:cubicBezTo>
                  <a:pt x="5301" y="8917"/>
                  <a:pt x="5734" y="8751"/>
                  <a:pt x="6049" y="8420"/>
                </a:cubicBezTo>
                <a:cubicBezTo>
                  <a:pt x="6648" y="7822"/>
                  <a:pt x="6742" y="6908"/>
                  <a:pt x="6301" y="6246"/>
                </a:cubicBezTo>
                <a:lnTo>
                  <a:pt x="6774" y="5774"/>
                </a:lnTo>
                <a:lnTo>
                  <a:pt x="6774" y="5774"/>
                </a:lnTo>
                <a:cubicBezTo>
                  <a:pt x="7467" y="6719"/>
                  <a:pt x="7404" y="8074"/>
                  <a:pt x="6585" y="8924"/>
                </a:cubicBezTo>
                <a:cubicBezTo>
                  <a:pt x="6112" y="9397"/>
                  <a:pt x="5498" y="9633"/>
                  <a:pt x="4883" y="9633"/>
                </a:cubicBezTo>
                <a:cubicBezTo>
                  <a:pt x="4269" y="9633"/>
                  <a:pt x="3655" y="9397"/>
                  <a:pt x="3182" y="8924"/>
                </a:cubicBezTo>
                <a:cubicBezTo>
                  <a:pt x="2237" y="7979"/>
                  <a:pt x="2237" y="6499"/>
                  <a:pt x="3182" y="5553"/>
                </a:cubicBezTo>
                <a:cubicBezTo>
                  <a:pt x="3667" y="5068"/>
                  <a:pt x="4286" y="4831"/>
                  <a:pt x="4897" y="4831"/>
                </a:cubicBezTo>
                <a:close/>
                <a:moveTo>
                  <a:pt x="4873" y="3463"/>
                </a:moveTo>
                <a:cubicBezTo>
                  <a:pt x="5728" y="3463"/>
                  <a:pt x="6583" y="3748"/>
                  <a:pt x="7278" y="4325"/>
                </a:cubicBezTo>
                <a:lnTo>
                  <a:pt x="6805" y="4797"/>
                </a:lnTo>
                <a:cubicBezTo>
                  <a:pt x="6228" y="4353"/>
                  <a:pt x="5533" y="4125"/>
                  <a:pt x="4844" y="4125"/>
                </a:cubicBezTo>
                <a:cubicBezTo>
                  <a:pt x="4065" y="4125"/>
                  <a:pt x="3294" y="4416"/>
                  <a:pt x="2710" y="5018"/>
                </a:cubicBezTo>
                <a:cubicBezTo>
                  <a:pt x="1481" y="6246"/>
                  <a:pt x="1481" y="8168"/>
                  <a:pt x="2710" y="9397"/>
                </a:cubicBezTo>
                <a:cubicBezTo>
                  <a:pt x="3324" y="10011"/>
                  <a:pt x="4112" y="10318"/>
                  <a:pt x="4899" y="10318"/>
                </a:cubicBezTo>
                <a:cubicBezTo>
                  <a:pt x="5687" y="10318"/>
                  <a:pt x="6474" y="10011"/>
                  <a:pt x="7089" y="9397"/>
                </a:cubicBezTo>
                <a:cubicBezTo>
                  <a:pt x="8223" y="8263"/>
                  <a:pt x="8255" y="6467"/>
                  <a:pt x="7309" y="5301"/>
                </a:cubicBezTo>
                <a:lnTo>
                  <a:pt x="7782" y="4829"/>
                </a:lnTo>
                <a:lnTo>
                  <a:pt x="7782" y="4829"/>
                </a:lnTo>
                <a:cubicBezTo>
                  <a:pt x="8979" y="6278"/>
                  <a:pt x="8885" y="8483"/>
                  <a:pt x="7530" y="9870"/>
                </a:cubicBezTo>
                <a:cubicBezTo>
                  <a:pt x="6790" y="10594"/>
                  <a:pt x="5821" y="10956"/>
                  <a:pt x="4856" y="10956"/>
                </a:cubicBezTo>
                <a:cubicBezTo>
                  <a:pt x="3891" y="10956"/>
                  <a:pt x="2930" y="10594"/>
                  <a:pt x="2206" y="9870"/>
                </a:cubicBezTo>
                <a:cubicBezTo>
                  <a:pt x="756" y="8420"/>
                  <a:pt x="756" y="6026"/>
                  <a:pt x="2206" y="4545"/>
                </a:cubicBezTo>
                <a:cubicBezTo>
                  <a:pt x="2941" y="3827"/>
                  <a:pt x="3907" y="3463"/>
                  <a:pt x="4873" y="3463"/>
                </a:cubicBezTo>
                <a:close/>
                <a:moveTo>
                  <a:pt x="9899" y="0"/>
                </a:moveTo>
                <a:cubicBezTo>
                  <a:pt x="9813" y="0"/>
                  <a:pt x="9722" y="32"/>
                  <a:pt x="9641" y="103"/>
                </a:cubicBezTo>
                <a:lnTo>
                  <a:pt x="7561" y="2182"/>
                </a:lnTo>
                <a:cubicBezTo>
                  <a:pt x="7467" y="2277"/>
                  <a:pt x="7435" y="2340"/>
                  <a:pt x="7435" y="2434"/>
                </a:cubicBezTo>
                <a:lnTo>
                  <a:pt x="7435" y="3600"/>
                </a:lnTo>
                <a:cubicBezTo>
                  <a:pt x="6670" y="3071"/>
                  <a:pt x="5769" y="2807"/>
                  <a:pt x="4868" y="2807"/>
                </a:cubicBezTo>
                <a:cubicBezTo>
                  <a:pt x="3731" y="2807"/>
                  <a:pt x="2595" y="3229"/>
                  <a:pt x="1733" y="4073"/>
                </a:cubicBezTo>
                <a:cubicBezTo>
                  <a:pt x="0" y="5805"/>
                  <a:pt x="0" y="8641"/>
                  <a:pt x="1733" y="10374"/>
                </a:cubicBezTo>
                <a:cubicBezTo>
                  <a:pt x="2599" y="11240"/>
                  <a:pt x="3741" y="11673"/>
                  <a:pt x="4883" y="11673"/>
                </a:cubicBezTo>
                <a:cubicBezTo>
                  <a:pt x="6026" y="11673"/>
                  <a:pt x="7168" y="11240"/>
                  <a:pt x="8034" y="10374"/>
                </a:cubicBezTo>
                <a:cubicBezTo>
                  <a:pt x="9578" y="8861"/>
                  <a:pt x="9735" y="6436"/>
                  <a:pt x="8538" y="4703"/>
                </a:cubicBezTo>
                <a:lnTo>
                  <a:pt x="9672" y="4703"/>
                </a:lnTo>
                <a:cubicBezTo>
                  <a:pt x="9767" y="4703"/>
                  <a:pt x="9893" y="4671"/>
                  <a:pt x="9924" y="4608"/>
                </a:cubicBezTo>
                <a:lnTo>
                  <a:pt x="12004" y="2497"/>
                </a:lnTo>
                <a:cubicBezTo>
                  <a:pt x="12193" y="2308"/>
                  <a:pt x="12035" y="1962"/>
                  <a:pt x="11783" y="1962"/>
                </a:cubicBezTo>
                <a:lnTo>
                  <a:pt x="10239" y="1962"/>
                </a:lnTo>
                <a:lnTo>
                  <a:pt x="10239" y="355"/>
                </a:lnTo>
                <a:cubicBezTo>
                  <a:pt x="10239" y="141"/>
                  <a:pt x="10080" y="0"/>
                  <a:pt x="989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98" name="Google Shape;3798;p49"/>
          <p:cNvGrpSpPr/>
          <p:nvPr/>
        </p:nvGrpSpPr>
        <p:grpSpPr>
          <a:xfrm>
            <a:off x="2906310" y="2876126"/>
            <a:ext cx="275537" cy="276270"/>
            <a:chOff x="-1700225" y="2768875"/>
            <a:chExt cx="291450" cy="292225"/>
          </a:xfrm>
        </p:grpSpPr>
        <p:sp>
          <p:nvSpPr>
            <p:cNvPr id="3799" name="Google Shape;3799;p49"/>
            <p:cNvSpPr/>
            <p:nvPr/>
          </p:nvSpPr>
          <p:spPr>
            <a:xfrm>
              <a:off x="-1700225" y="2768875"/>
              <a:ext cx="291450" cy="292225"/>
            </a:xfrm>
            <a:custGeom>
              <a:rect b="b" l="l" r="r" t="t"/>
              <a:pathLst>
                <a:path extrusionOk="0" h="11689" w="11658">
                  <a:moveTo>
                    <a:pt x="10617" y="662"/>
                  </a:moveTo>
                  <a:cubicBezTo>
                    <a:pt x="10806" y="662"/>
                    <a:pt x="10964" y="820"/>
                    <a:pt x="10964" y="1009"/>
                  </a:cubicBezTo>
                  <a:lnTo>
                    <a:pt x="10964" y="2710"/>
                  </a:lnTo>
                  <a:lnTo>
                    <a:pt x="662" y="2710"/>
                  </a:lnTo>
                  <a:lnTo>
                    <a:pt x="662" y="1009"/>
                  </a:lnTo>
                  <a:cubicBezTo>
                    <a:pt x="662" y="820"/>
                    <a:pt x="819" y="662"/>
                    <a:pt x="1008" y="662"/>
                  </a:cubicBezTo>
                  <a:close/>
                  <a:moveTo>
                    <a:pt x="10933" y="3372"/>
                  </a:moveTo>
                  <a:lnTo>
                    <a:pt x="10933" y="9232"/>
                  </a:lnTo>
                  <a:cubicBezTo>
                    <a:pt x="10964" y="9484"/>
                    <a:pt x="10806" y="9610"/>
                    <a:pt x="10617" y="9610"/>
                  </a:cubicBezTo>
                  <a:lnTo>
                    <a:pt x="8916" y="9610"/>
                  </a:lnTo>
                  <a:lnTo>
                    <a:pt x="8570" y="9232"/>
                  </a:lnTo>
                  <a:cubicBezTo>
                    <a:pt x="8601" y="9169"/>
                    <a:pt x="8664" y="9043"/>
                    <a:pt x="8696" y="8917"/>
                  </a:cubicBezTo>
                  <a:lnTo>
                    <a:pt x="9200" y="8917"/>
                  </a:lnTo>
                  <a:cubicBezTo>
                    <a:pt x="9389" y="8917"/>
                    <a:pt x="9546" y="8759"/>
                    <a:pt x="9546" y="8570"/>
                  </a:cubicBezTo>
                  <a:lnTo>
                    <a:pt x="9546" y="7184"/>
                  </a:lnTo>
                  <a:cubicBezTo>
                    <a:pt x="9546" y="6995"/>
                    <a:pt x="9389" y="6837"/>
                    <a:pt x="9200" y="6837"/>
                  </a:cubicBezTo>
                  <a:lnTo>
                    <a:pt x="8696" y="6837"/>
                  </a:lnTo>
                  <a:cubicBezTo>
                    <a:pt x="8664" y="6711"/>
                    <a:pt x="8601" y="6648"/>
                    <a:pt x="8570" y="6522"/>
                  </a:cubicBezTo>
                  <a:lnTo>
                    <a:pt x="8916" y="6176"/>
                  </a:lnTo>
                  <a:cubicBezTo>
                    <a:pt x="9042" y="6050"/>
                    <a:pt x="9042" y="5798"/>
                    <a:pt x="8916" y="5703"/>
                  </a:cubicBezTo>
                  <a:lnTo>
                    <a:pt x="7940" y="4695"/>
                  </a:lnTo>
                  <a:cubicBezTo>
                    <a:pt x="7877" y="4648"/>
                    <a:pt x="7790" y="4624"/>
                    <a:pt x="7703" y="4624"/>
                  </a:cubicBezTo>
                  <a:cubicBezTo>
                    <a:pt x="7617" y="4624"/>
                    <a:pt x="7530" y="4648"/>
                    <a:pt x="7467" y="4695"/>
                  </a:cubicBezTo>
                  <a:lnTo>
                    <a:pt x="7120" y="5073"/>
                  </a:lnTo>
                  <a:cubicBezTo>
                    <a:pt x="7026" y="5041"/>
                    <a:pt x="6931" y="4978"/>
                    <a:pt x="6805" y="4947"/>
                  </a:cubicBezTo>
                  <a:lnTo>
                    <a:pt x="6805" y="4443"/>
                  </a:lnTo>
                  <a:cubicBezTo>
                    <a:pt x="6805" y="4222"/>
                    <a:pt x="6648" y="4065"/>
                    <a:pt x="6459" y="4065"/>
                  </a:cubicBezTo>
                  <a:lnTo>
                    <a:pt x="5073" y="4065"/>
                  </a:lnTo>
                  <a:cubicBezTo>
                    <a:pt x="4884" y="4065"/>
                    <a:pt x="4726" y="4222"/>
                    <a:pt x="4726" y="4443"/>
                  </a:cubicBezTo>
                  <a:lnTo>
                    <a:pt x="4726" y="4947"/>
                  </a:lnTo>
                  <a:cubicBezTo>
                    <a:pt x="4600" y="4978"/>
                    <a:pt x="4506" y="5010"/>
                    <a:pt x="4411" y="5073"/>
                  </a:cubicBezTo>
                  <a:lnTo>
                    <a:pt x="4033" y="4695"/>
                  </a:lnTo>
                  <a:cubicBezTo>
                    <a:pt x="3986" y="4648"/>
                    <a:pt x="3899" y="4624"/>
                    <a:pt x="3808" y="4624"/>
                  </a:cubicBezTo>
                  <a:cubicBezTo>
                    <a:pt x="3718" y="4624"/>
                    <a:pt x="3623" y="4648"/>
                    <a:pt x="3560" y="4695"/>
                  </a:cubicBezTo>
                  <a:lnTo>
                    <a:pt x="2584" y="5703"/>
                  </a:lnTo>
                  <a:cubicBezTo>
                    <a:pt x="2458" y="5829"/>
                    <a:pt x="2458" y="6050"/>
                    <a:pt x="2584" y="6176"/>
                  </a:cubicBezTo>
                  <a:lnTo>
                    <a:pt x="2930" y="6522"/>
                  </a:lnTo>
                  <a:cubicBezTo>
                    <a:pt x="2899" y="6585"/>
                    <a:pt x="2867" y="6711"/>
                    <a:pt x="2836" y="6837"/>
                  </a:cubicBezTo>
                  <a:lnTo>
                    <a:pt x="2300" y="6837"/>
                  </a:lnTo>
                  <a:cubicBezTo>
                    <a:pt x="2111" y="6837"/>
                    <a:pt x="1954" y="6995"/>
                    <a:pt x="1954" y="7184"/>
                  </a:cubicBezTo>
                  <a:lnTo>
                    <a:pt x="1954" y="8570"/>
                  </a:lnTo>
                  <a:cubicBezTo>
                    <a:pt x="1954" y="8759"/>
                    <a:pt x="2111" y="8917"/>
                    <a:pt x="2300" y="8917"/>
                  </a:cubicBezTo>
                  <a:lnTo>
                    <a:pt x="2836" y="8917"/>
                  </a:lnTo>
                  <a:cubicBezTo>
                    <a:pt x="2867" y="9043"/>
                    <a:pt x="2899" y="9137"/>
                    <a:pt x="2930" y="9232"/>
                  </a:cubicBezTo>
                  <a:lnTo>
                    <a:pt x="2584" y="9610"/>
                  </a:lnTo>
                  <a:lnTo>
                    <a:pt x="977" y="9610"/>
                  </a:lnTo>
                  <a:cubicBezTo>
                    <a:pt x="788" y="9610"/>
                    <a:pt x="630" y="9452"/>
                    <a:pt x="630" y="9232"/>
                  </a:cubicBezTo>
                  <a:lnTo>
                    <a:pt x="630" y="3372"/>
                  </a:lnTo>
                  <a:close/>
                  <a:moveTo>
                    <a:pt x="6112" y="4726"/>
                  </a:moveTo>
                  <a:lnTo>
                    <a:pt x="6112" y="5136"/>
                  </a:lnTo>
                  <a:cubicBezTo>
                    <a:pt x="6112" y="5294"/>
                    <a:pt x="6207" y="5420"/>
                    <a:pt x="6364" y="5451"/>
                  </a:cubicBezTo>
                  <a:cubicBezTo>
                    <a:pt x="6553" y="5514"/>
                    <a:pt x="6805" y="5609"/>
                    <a:pt x="6994" y="5735"/>
                  </a:cubicBezTo>
                  <a:cubicBezTo>
                    <a:pt x="7041" y="5769"/>
                    <a:pt x="7096" y="5783"/>
                    <a:pt x="7153" y="5783"/>
                  </a:cubicBezTo>
                  <a:cubicBezTo>
                    <a:pt x="7251" y="5783"/>
                    <a:pt x="7356" y="5743"/>
                    <a:pt x="7435" y="5703"/>
                  </a:cubicBezTo>
                  <a:lnTo>
                    <a:pt x="7751" y="5388"/>
                  </a:lnTo>
                  <a:lnTo>
                    <a:pt x="8223" y="5861"/>
                  </a:lnTo>
                  <a:lnTo>
                    <a:pt x="7908" y="6176"/>
                  </a:lnTo>
                  <a:cubicBezTo>
                    <a:pt x="7782" y="6302"/>
                    <a:pt x="7782" y="6459"/>
                    <a:pt x="7877" y="6617"/>
                  </a:cubicBezTo>
                  <a:cubicBezTo>
                    <a:pt x="7971" y="6806"/>
                    <a:pt x="8066" y="6995"/>
                    <a:pt x="8129" y="7247"/>
                  </a:cubicBezTo>
                  <a:cubicBezTo>
                    <a:pt x="8192" y="7404"/>
                    <a:pt x="8286" y="7499"/>
                    <a:pt x="8444" y="7499"/>
                  </a:cubicBezTo>
                  <a:lnTo>
                    <a:pt x="8885" y="7499"/>
                  </a:lnTo>
                  <a:lnTo>
                    <a:pt x="8885" y="8192"/>
                  </a:lnTo>
                  <a:lnTo>
                    <a:pt x="8444" y="8192"/>
                  </a:lnTo>
                  <a:cubicBezTo>
                    <a:pt x="8286" y="8192"/>
                    <a:pt x="8192" y="8286"/>
                    <a:pt x="8129" y="8444"/>
                  </a:cubicBezTo>
                  <a:cubicBezTo>
                    <a:pt x="8097" y="8665"/>
                    <a:pt x="7971" y="8885"/>
                    <a:pt x="7877" y="9074"/>
                  </a:cubicBezTo>
                  <a:cubicBezTo>
                    <a:pt x="7782" y="9200"/>
                    <a:pt x="7814" y="9389"/>
                    <a:pt x="7908" y="9515"/>
                  </a:cubicBezTo>
                  <a:lnTo>
                    <a:pt x="8223" y="9830"/>
                  </a:lnTo>
                  <a:lnTo>
                    <a:pt x="7751" y="10303"/>
                  </a:lnTo>
                  <a:lnTo>
                    <a:pt x="7435" y="9988"/>
                  </a:lnTo>
                  <a:cubicBezTo>
                    <a:pt x="7368" y="9920"/>
                    <a:pt x="7291" y="9889"/>
                    <a:pt x="7211" y="9889"/>
                  </a:cubicBezTo>
                  <a:cubicBezTo>
                    <a:pt x="7141" y="9889"/>
                    <a:pt x="7068" y="9912"/>
                    <a:pt x="6994" y="9956"/>
                  </a:cubicBezTo>
                  <a:cubicBezTo>
                    <a:pt x="6805" y="10082"/>
                    <a:pt x="6616" y="10145"/>
                    <a:pt x="6364" y="10208"/>
                  </a:cubicBezTo>
                  <a:cubicBezTo>
                    <a:pt x="6207" y="10271"/>
                    <a:pt x="6112" y="10366"/>
                    <a:pt x="6112" y="10555"/>
                  </a:cubicBezTo>
                  <a:lnTo>
                    <a:pt x="6112" y="10964"/>
                  </a:lnTo>
                  <a:lnTo>
                    <a:pt x="5419" y="10964"/>
                  </a:lnTo>
                  <a:lnTo>
                    <a:pt x="5419" y="10555"/>
                  </a:lnTo>
                  <a:cubicBezTo>
                    <a:pt x="5419" y="10366"/>
                    <a:pt x="5325" y="10271"/>
                    <a:pt x="5167" y="10208"/>
                  </a:cubicBezTo>
                  <a:cubicBezTo>
                    <a:pt x="4947" y="10177"/>
                    <a:pt x="4726" y="10051"/>
                    <a:pt x="4537" y="9956"/>
                  </a:cubicBezTo>
                  <a:cubicBezTo>
                    <a:pt x="4491" y="9921"/>
                    <a:pt x="4436" y="9908"/>
                    <a:pt x="4379" y="9908"/>
                  </a:cubicBezTo>
                  <a:cubicBezTo>
                    <a:pt x="4281" y="9908"/>
                    <a:pt x="4176" y="9948"/>
                    <a:pt x="4096" y="9988"/>
                  </a:cubicBezTo>
                  <a:lnTo>
                    <a:pt x="3781" y="10303"/>
                  </a:lnTo>
                  <a:lnTo>
                    <a:pt x="3308" y="9830"/>
                  </a:lnTo>
                  <a:lnTo>
                    <a:pt x="3623" y="9515"/>
                  </a:lnTo>
                  <a:cubicBezTo>
                    <a:pt x="3749" y="9389"/>
                    <a:pt x="3749" y="9232"/>
                    <a:pt x="3655" y="9074"/>
                  </a:cubicBezTo>
                  <a:cubicBezTo>
                    <a:pt x="3529" y="8885"/>
                    <a:pt x="3466" y="8696"/>
                    <a:pt x="3371" y="8444"/>
                  </a:cubicBezTo>
                  <a:cubicBezTo>
                    <a:pt x="3340" y="8286"/>
                    <a:pt x="3214" y="8192"/>
                    <a:pt x="3056" y="8192"/>
                  </a:cubicBezTo>
                  <a:lnTo>
                    <a:pt x="2647" y="8192"/>
                  </a:lnTo>
                  <a:lnTo>
                    <a:pt x="2647" y="7499"/>
                  </a:lnTo>
                  <a:lnTo>
                    <a:pt x="3056" y="7499"/>
                  </a:lnTo>
                  <a:cubicBezTo>
                    <a:pt x="3214" y="7499"/>
                    <a:pt x="3340" y="7404"/>
                    <a:pt x="3371" y="7247"/>
                  </a:cubicBezTo>
                  <a:cubicBezTo>
                    <a:pt x="3434" y="7026"/>
                    <a:pt x="3529" y="6806"/>
                    <a:pt x="3655" y="6617"/>
                  </a:cubicBezTo>
                  <a:cubicBezTo>
                    <a:pt x="3749" y="6491"/>
                    <a:pt x="3686" y="6302"/>
                    <a:pt x="3623" y="6176"/>
                  </a:cubicBezTo>
                  <a:lnTo>
                    <a:pt x="3308" y="5861"/>
                  </a:lnTo>
                  <a:lnTo>
                    <a:pt x="3781" y="5388"/>
                  </a:lnTo>
                  <a:lnTo>
                    <a:pt x="4096" y="5703"/>
                  </a:lnTo>
                  <a:cubicBezTo>
                    <a:pt x="4163" y="5771"/>
                    <a:pt x="4240" y="5802"/>
                    <a:pt x="4321" y="5802"/>
                  </a:cubicBezTo>
                  <a:cubicBezTo>
                    <a:pt x="4391" y="5802"/>
                    <a:pt x="4464" y="5778"/>
                    <a:pt x="4537" y="5735"/>
                  </a:cubicBezTo>
                  <a:cubicBezTo>
                    <a:pt x="4726" y="5609"/>
                    <a:pt x="4915" y="5546"/>
                    <a:pt x="5167" y="5451"/>
                  </a:cubicBezTo>
                  <a:cubicBezTo>
                    <a:pt x="5325" y="5420"/>
                    <a:pt x="5419" y="5294"/>
                    <a:pt x="5419" y="5136"/>
                  </a:cubicBezTo>
                  <a:lnTo>
                    <a:pt x="5419" y="4726"/>
                  </a:lnTo>
                  <a:close/>
                  <a:moveTo>
                    <a:pt x="1008" y="1"/>
                  </a:moveTo>
                  <a:cubicBezTo>
                    <a:pt x="473" y="1"/>
                    <a:pt x="0" y="473"/>
                    <a:pt x="0" y="1009"/>
                  </a:cubicBezTo>
                  <a:lnTo>
                    <a:pt x="0" y="9295"/>
                  </a:lnTo>
                  <a:cubicBezTo>
                    <a:pt x="0" y="9830"/>
                    <a:pt x="473" y="10303"/>
                    <a:pt x="1008" y="10303"/>
                  </a:cubicBezTo>
                  <a:lnTo>
                    <a:pt x="2867" y="10303"/>
                  </a:lnTo>
                  <a:lnTo>
                    <a:pt x="3623" y="11059"/>
                  </a:lnTo>
                  <a:cubicBezTo>
                    <a:pt x="3671" y="11122"/>
                    <a:pt x="3757" y="11153"/>
                    <a:pt x="3848" y="11153"/>
                  </a:cubicBezTo>
                  <a:cubicBezTo>
                    <a:pt x="3938" y="11153"/>
                    <a:pt x="4033" y="11122"/>
                    <a:pt x="4096" y="11059"/>
                  </a:cubicBezTo>
                  <a:lnTo>
                    <a:pt x="4442" y="10712"/>
                  </a:lnTo>
                  <a:cubicBezTo>
                    <a:pt x="4506" y="10744"/>
                    <a:pt x="4632" y="10775"/>
                    <a:pt x="4758" y="10807"/>
                  </a:cubicBezTo>
                  <a:lnTo>
                    <a:pt x="4758" y="11342"/>
                  </a:lnTo>
                  <a:cubicBezTo>
                    <a:pt x="4758" y="11531"/>
                    <a:pt x="4915" y="11689"/>
                    <a:pt x="5104" y="11689"/>
                  </a:cubicBezTo>
                  <a:lnTo>
                    <a:pt x="6490" y="11689"/>
                  </a:lnTo>
                  <a:cubicBezTo>
                    <a:pt x="6679" y="11689"/>
                    <a:pt x="6837" y="11531"/>
                    <a:pt x="6837" y="11342"/>
                  </a:cubicBezTo>
                  <a:lnTo>
                    <a:pt x="6837" y="10807"/>
                  </a:lnTo>
                  <a:cubicBezTo>
                    <a:pt x="6963" y="10775"/>
                    <a:pt x="7026" y="10744"/>
                    <a:pt x="7152" y="10712"/>
                  </a:cubicBezTo>
                  <a:lnTo>
                    <a:pt x="7498" y="11059"/>
                  </a:lnTo>
                  <a:cubicBezTo>
                    <a:pt x="7561" y="11122"/>
                    <a:pt x="7656" y="11153"/>
                    <a:pt x="7747" y="11153"/>
                  </a:cubicBezTo>
                  <a:cubicBezTo>
                    <a:pt x="7837" y="11153"/>
                    <a:pt x="7924" y="11122"/>
                    <a:pt x="7971" y="11059"/>
                  </a:cubicBezTo>
                  <a:lnTo>
                    <a:pt x="8727" y="10303"/>
                  </a:lnTo>
                  <a:lnTo>
                    <a:pt x="10617" y="10303"/>
                  </a:lnTo>
                  <a:cubicBezTo>
                    <a:pt x="11185" y="10303"/>
                    <a:pt x="11657" y="9830"/>
                    <a:pt x="11657" y="9295"/>
                  </a:cubicBezTo>
                  <a:lnTo>
                    <a:pt x="11657" y="1009"/>
                  </a:lnTo>
                  <a:cubicBezTo>
                    <a:pt x="11657" y="473"/>
                    <a:pt x="11216" y="1"/>
                    <a:pt x="1061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0" name="Google Shape;3800;p49"/>
            <p:cNvSpPr/>
            <p:nvPr/>
          </p:nvSpPr>
          <p:spPr>
            <a:xfrm>
              <a:off x="-1667150" y="2801950"/>
              <a:ext cx="18150" cy="18150"/>
            </a:xfrm>
            <a:custGeom>
              <a:rect b="b" l="l" r="r" t="t"/>
              <a:pathLst>
                <a:path extrusionOk="0" h="726" w="726">
                  <a:moveTo>
                    <a:pt x="347" y="1"/>
                  </a:moveTo>
                  <a:cubicBezTo>
                    <a:pt x="158" y="1"/>
                    <a:pt x="1" y="158"/>
                    <a:pt x="1" y="347"/>
                  </a:cubicBezTo>
                  <a:cubicBezTo>
                    <a:pt x="1" y="536"/>
                    <a:pt x="158" y="726"/>
                    <a:pt x="347" y="726"/>
                  </a:cubicBezTo>
                  <a:cubicBezTo>
                    <a:pt x="568" y="726"/>
                    <a:pt x="725" y="536"/>
                    <a:pt x="725" y="347"/>
                  </a:cubicBezTo>
                  <a:cubicBezTo>
                    <a:pt x="725" y="158"/>
                    <a:pt x="568"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1" name="Google Shape;3801;p49"/>
            <p:cNvSpPr/>
            <p:nvPr/>
          </p:nvSpPr>
          <p:spPr>
            <a:xfrm>
              <a:off x="-1632500" y="2801950"/>
              <a:ext cx="17350" cy="18150"/>
            </a:xfrm>
            <a:custGeom>
              <a:rect b="b" l="l" r="r" t="t"/>
              <a:pathLst>
                <a:path extrusionOk="0" h="726" w="694">
                  <a:moveTo>
                    <a:pt x="347" y="1"/>
                  </a:moveTo>
                  <a:cubicBezTo>
                    <a:pt x="158" y="1"/>
                    <a:pt x="1" y="158"/>
                    <a:pt x="1" y="347"/>
                  </a:cubicBezTo>
                  <a:cubicBezTo>
                    <a:pt x="1" y="568"/>
                    <a:pt x="158" y="726"/>
                    <a:pt x="347" y="726"/>
                  </a:cubicBezTo>
                  <a:cubicBezTo>
                    <a:pt x="536" y="726"/>
                    <a:pt x="694" y="568"/>
                    <a:pt x="694" y="347"/>
                  </a:cubicBezTo>
                  <a:cubicBezTo>
                    <a:pt x="694"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2" name="Google Shape;3802;p49"/>
            <p:cNvSpPr/>
            <p:nvPr/>
          </p:nvSpPr>
          <p:spPr>
            <a:xfrm>
              <a:off x="-1597850" y="2801950"/>
              <a:ext cx="17375" cy="18150"/>
            </a:xfrm>
            <a:custGeom>
              <a:rect b="b" l="l" r="r" t="t"/>
              <a:pathLst>
                <a:path extrusionOk="0" h="726" w="695">
                  <a:moveTo>
                    <a:pt x="347" y="1"/>
                  </a:moveTo>
                  <a:cubicBezTo>
                    <a:pt x="158" y="1"/>
                    <a:pt x="1" y="158"/>
                    <a:pt x="1" y="347"/>
                  </a:cubicBezTo>
                  <a:cubicBezTo>
                    <a:pt x="1" y="568"/>
                    <a:pt x="158" y="726"/>
                    <a:pt x="347" y="726"/>
                  </a:cubicBezTo>
                  <a:cubicBezTo>
                    <a:pt x="537" y="726"/>
                    <a:pt x="694" y="568"/>
                    <a:pt x="694" y="347"/>
                  </a:cubicBezTo>
                  <a:cubicBezTo>
                    <a:pt x="694" y="158"/>
                    <a:pt x="537"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3" name="Google Shape;3803;p49"/>
            <p:cNvSpPr/>
            <p:nvPr/>
          </p:nvSpPr>
          <p:spPr>
            <a:xfrm>
              <a:off x="-1564750" y="2801950"/>
              <a:ext cx="120525" cy="18150"/>
            </a:xfrm>
            <a:custGeom>
              <a:rect b="b" l="l" r="r" t="t"/>
              <a:pathLst>
                <a:path extrusionOk="0" h="726" w="4821">
                  <a:moveTo>
                    <a:pt x="347" y="1"/>
                  </a:moveTo>
                  <a:cubicBezTo>
                    <a:pt x="158" y="1"/>
                    <a:pt x="0" y="158"/>
                    <a:pt x="0" y="347"/>
                  </a:cubicBezTo>
                  <a:cubicBezTo>
                    <a:pt x="32" y="568"/>
                    <a:pt x="189" y="726"/>
                    <a:pt x="347" y="726"/>
                  </a:cubicBezTo>
                  <a:lnTo>
                    <a:pt x="4442" y="726"/>
                  </a:lnTo>
                  <a:cubicBezTo>
                    <a:pt x="4663" y="726"/>
                    <a:pt x="4820" y="568"/>
                    <a:pt x="4820" y="347"/>
                  </a:cubicBezTo>
                  <a:cubicBezTo>
                    <a:pt x="4820" y="158"/>
                    <a:pt x="4663" y="1"/>
                    <a:pt x="444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4" name="Google Shape;3804;p49"/>
            <p:cNvSpPr/>
            <p:nvPr/>
          </p:nvSpPr>
          <p:spPr>
            <a:xfrm>
              <a:off x="-1597850" y="2924050"/>
              <a:ext cx="85100" cy="85075"/>
            </a:xfrm>
            <a:custGeom>
              <a:rect b="b" l="l" r="r" t="t"/>
              <a:pathLst>
                <a:path extrusionOk="0" h="3403" w="3404">
                  <a:moveTo>
                    <a:pt x="1671" y="662"/>
                  </a:moveTo>
                  <a:cubicBezTo>
                    <a:pt x="2238" y="662"/>
                    <a:pt x="2710" y="1134"/>
                    <a:pt x="2710" y="1701"/>
                  </a:cubicBezTo>
                  <a:cubicBezTo>
                    <a:pt x="2710" y="2237"/>
                    <a:pt x="2269" y="2710"/>
                    <a:pt x="1671" y="2710"/>
                  </a:cubicBezTo>
                  <a:cubicBezTo>
                    <a:pt x="1135" y="2710"/>
                    <a:pt x="663" y="2237"/>
                    <a:pt x="663" y="1701"/>
                  </a:cubicBezTo>
                  <a:cubicBezTo>
                    <a:pt x="663" y="1134"/>
                    <a:pt x="1135" y="662"/>
                    <a:pt x="1671" y="662"/>
                  </a:cubicBezTo>
                  <a:close/>
                  <a:moveTo>
                    <a:pt x="1671" y="0"/>
                  </a:moveTo>
                  <a:cubicBezTo>
                    <a:pt x="726" y="0"/>
                    <a:pt x="1" y="756"/>
                    <a:pt x="1" y="1701"/>
                  </a:cubicBezTo>
                  <a:cubicBezTo>
                    <a:pt x="1" y="2647"/>
                    <a:pt x="726" y="3403"/>
                    <a:pt x="1671" y="3403"/>
                  </a:cubicBezTo>
                  <a:cubicBezTo>
                    <a:pt x="2616" y="3403"/>
                    <a:pt x="3372" y="2647"/>
                    <a:pt x="3372" y="1701"/>
                  </a:cubicBezTo>
                  <a:cubicBezTo>
                    <a:pt x="3403" y="756"/>
                    <a:pt x="2616" y="0"/>
                    <a:pt x="167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05" name="Google Shape;3805;p49"/>
          <p:cNvGrpSpPr/>
          <p:nvPr/>
        </p:nvGrpSpPr>
        <p:grpSpPr>
          <a:xfrm>
            <a:off x="2477939" y="2875748"/>
            <a:ext cx="243511" cy="277026"/>
            <a:chOff x="-919700" y="2420750"/>
            <a:chExt cx="257575" cy="293025"/>
          </a:xfrm>
        </p:grpSpPr>
        <p:sp>
          <p:nvSpPr>
            <p:cNvPr id="3806" name="Google Shape;3806;p49"/>
            <p:cNvSpPr/>
            <p:nvPr/>
          </p:nvSpPr>
          <p:spPr>
            <a:xfrm>
              <a:off x="-884250" y="2490850"/>
              <a:ext cx="84300" cy="51225"/>
            </a:xfrm>
            <a:custGeom>
              <a:rect b="b" l="l" r="r" t="t"/>
              <a:pathLst>
                <a:path extrusionOk="0" h="2049" w="3372">
                  <a:moveTo>
                    <a:pt x="977" y="631"/>
                  </a:moveTo>
                  <a:cubicBezTo>
                    <a:pt x="1166" y="631"/>
                    <a:pt x="1324" y="788"/>
                    <a:pt x="1324" y="977"/>
                  </a:cubicBezTo>
                  <a:cubicBezTo>
                    <a:pt x="1324" y="1198"/>
                    <a:pt x="1166" y="1355"/>
                    <a:pt x="977" y="1355"/>
                  </a:cubicBezTo>
                  <a:cubicBezTo>
                    <a:pt x="788" y="1355"/>
                    <a:pt x="631" y="1198"/>
                    <a:pt x="631" y="977"/>
                  </a:cubicBezTo>
                  <a:cubicBezTo>
                    <a:pt x="631" y="788"/>
                    <a:pt x="788" y="631"/>
                    <a:pt x="977" y="631"/>
                  </a:cubicBezTo>
                  <a:close/>
                  <a:moveTo>
                    <a:pt x="2363" y="631"/>
                  </a:moveTo>
                  <a:cubicBezTo>
                    <a:pt x="2552" y="631"/>
                    <a:pt x="2710" y="788"/>
                    <a:pt x="2710" y="977"/>
                  </a:cubicBezTo>
                  <a:cubicBezTo>
                    <a:pt x="2710" y="1198"/>
                    <a:pt x="2552" y="1355"/>
                    <a:pt x="2363" y="1355"/>
                  </a:cubicBezTo>
                  <a:cubicBezTo>
                    <a:pt x="2174" y="1355"/>
                    <a:pt x="2017" y="1198"/>
                    <a:pt x="2017" y="977"/>
                  </a:cubicBezTo>
                  <a:cubicBezTo>
                    <a:pt x="2017" y="788"/>
                    <a:pt x="2174" y="631"/>
                    <a:pt x="2363" y="631"/>
                  </a:cubicBezTo>
                  <a:close/>
                  <a:moveTo>
                    <a:pt x="1009" y="1"/>
                  </a:moveTo>
                  <a:cubicBezTo>
                    <a:pt x="473" y="1"/>
                    <a:pt x="0" y="473"/>
                    <a:pt x="0" y="1040"/>
                  </a:cubicBezTo>
                  <a:cubicBezTo>
                    <a:pt x="0" y="1576"/>
                    <a:pt x="473" y="2048"/>
                    <a:pt x="1009" y="2048"/>
                  </a:cubicBezTo>
                  <a:cubicBezTo>
                    <a:pt x="1292" y="2048"/>
                    <a:pt x="1544" y="1922"/>
                    <a:pt x="1702" y="1765"/>
                  </a:cubicBezTo>
                  <a:cubicBezTo>
                    <a:pt x="1891" y="1922"/>
                    <a:pt x="2111" y="2048"/>
                    <a:pt x="2363" y="2048"/>
                  </a:cubicBezTo>
                  <a:cubicBezTo>
                    <a:pt x="2899" y="2048"/>
                    <a:pt x="3371" y="1576"/>
                    <a:pt x="3371" y="1040"/>
                  </a:cubicBezTo>
                  <a:cubicBezTo>
                    <a:pt x="3371" y="442"/>
                    <a:pt x="2899" y="1"/>
                    <a:pt x="2363" y="1"/>
                  </a:cubicBezTo>
                  <a:cubicBezTo>
                    <a:pt x="2080" y="1"/>
                    <a:pt x="1859" y="127"/>
                    <a:pt x="1702" y="284"/>
                  </a:cubicBezTo>
                  <a:cubicBezTo>
                    <a:pt x="1481" y="127"/>
                    <a:pt x="1261" y="1"/>
                    <a:pt x="100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7" name="Google Shape;3807;p49"/>
            <p:cNvSpPr/>
            <p:nvPr/>
          </p:nvSpPr>
          <p:spPr>
            <a:xfrm>
              <a:off x="-919700" y="2420750"/>
              <a:ext cx="257575" cy="293025"/>
            </a:xfrm>
            <a:custGeom>
              <a:rect b="b" l="l" r="r" t="t"/>
              <a:pathLst>
                <a:path extrusionOk="0" h="11721" w="10303">
                  <a:moveTo>
                    <a:pt x="7152" y="694"/>
                  </a:moveTo>
                  <a:cubicBezTo>
                    <a:pt x="7373" y="694"/>
                    <a:pt x="7530" y="851"/>
                    <a:pt x="7530" y="1040"/>
                  </a:cubicBezTo>
                  <a:lnTo>
                    <a:pt x="7530" y="1418"/>
                  </a:lnTo>
                  <a:lnTo>
                    <a:pt x="662" y="1418"/>
                  </a:lnTo>
                  <a:lnTo>
                    <a:pt x="662" y="1040"/>
                  </a:lnTo>
                  <a:cubicBezTo>
                    <a:pt x="694" y="851"/>
                    <a:pt x="851" y="694"/>
                    <a:pt x="1009" y="694"/>
                  </a:cubicBezTo>
                  <a:close/>
                  <a:moveTo>
                    <a:pt x="7562" y="2111"/>
                  </a:moveTo>
                  <a:lnTo>
                    <a:pt x="7562" y="3403"/>
                  </a:lnTo>
                  <a:lnTo>
                    <a:pt x="7247" y="3088"/>
                  </a:lnTo>
                  <a:cubicBezTo>
                    <a:pt x="7042" y="2883"/>
                    <a:pt x="6784" y="2792"/>
                    <a:pt x="6528" y="2792"/>
                  </a:cubicBezTo>
                  <a:cubicBezTo>
                    <a:pt x="5999" y="2792"/>
                    <a:pt x="5483" y="3186"/>
                    <a:pt x="5483" y="3781"/>
                  </a:cubicBezTo>
                  <a:cubicBezTo>
                    <a:pt x="5483" y="4065"/>
                    <a:pt x="5577" y="4348"/>
                    <a:pt x="5798" y="4506"/>
                  </a:cubicBezTo>
                  <a:lnTo>
                    <a:pt x="6774" y="5482"/>
                  </a:lnTo>
                  <a:lnTo>
                    <a:pt x="1009" y="5482"/>
                  </a:lnTo>
                  <a:cubicBezTo>
                    <a:pt x="995" y="5485"/>
                    <a:pt x="982" y="5486"/>
                    <a:pt x="968" y="5486"/>
                  </a:cubicBezTo>
                  <a:cubicBezTo>
                    <a:pt x="825" y="5486"/>
                    <a:pt x="694" y="5340"/>
                    <a:pt x="694" y="5167"/>
                  </a:cubicBezTo>
                  <a:lnTo>
                    <a:pt x="694" y="2111"/>
                  </a:lnTo>
                  <a:close/>
                  <a:moveTo>
                    <a:pt x="8160" y="2584"/>
                  </a:moveTo>
                  <a:lnTo>
                    <a:pt x="9200" y="3624"/>
                  </a:lnTo>
                  <a:cubicBezTo>
                    <a:pt x="9421" y="3844"/>
                    <a:pt x="9515" y="4065"/>
                    <a:pt x="9515" y="4348"/>
                  </a:cubicBezTo>
                  <a:lnTo>
                    <a:pt x="9515" y="6900"/>
                  </a:lnTo>
                  <a:cubicBezTo>
                    <a:pt x="9515" y="7373"/>
                    <a:pt x="9358" y="7845"/>
                    <a:pt x="9043" y="8192"/>
                  </a:cubicBezTo>
                  <a:lnTo>
                    <a:pt x="5955" y="8192"/>
                  </a:lnTo>
                  <a:cubicBezTo>
                    <a:pt x="5640" y="7845"/>
                    <a:pt x="5483" y="7373"/>
                    <a:pt x="5483" y="6900"/>
                  </a:cubicBezTo>
                  <a:lnTo>
                    <a:pt x="5483" y="6144"/>
                  </a:lnTo>
                  <a:lnTo>
                    <a:pt x="6837" y="6144"/>
                  </a:lnTo>
                  <a:lnTo>
                    <a:pt x="6837" y="6207"/>
                  </a:lnTo>
                  <a:cubicBezTo>
                    <a:pt x="6837" y="6585"/>
                    <a:pt x="6900" y="6932"/>
                    <a:pt x="7089" y="7373"/>
                  </a:cubicBezTo>
                  <a:cubicBezTo>
                    <a:pt x="7135" y="7487"/>
                    <a:pt x="7263" y="7568"/>
                    <a:pt x="7403" y="7568"/>
                  </a:cubicBezTo>
                  <a:cubicBezTo>
                    <a:pt x="7455" y="7568"/>
                    <a:pt x="7510" y="7556"/>
                    <a:pt x="7562" y="7530"/>
                  </a:cubicBezTo>
                  <a:cubicBezTo>
                    <a:pt x="7719" y="7467"/>
                    <a:pt x="7782" y="7247"/>
                    <a:pt x="7719" y="7058"/>
                  </a:cubicBezTo>
                  <a:cubicBezTo>
                    <a:pt x="7593" y="6774"/>
                    <a:pt x="7530" y="6522"/>
                    <a:pt x="7530" y="6239"/>
                  </a:cubicBezTo>
                  <a:lnTo>
                    <a:pt x="7530" y="5451"/>
                  </a:lnTo>
                  <a:cubicBezTo>
                    <a:pt x="7530" y="5356"/>
                    <a:pt x="7467" y="5262"/>
                    <a:pt x="7404" y="5199"/>
                  </a:cubicBezTo>
                  <a:lnTo>
                    <a:pt x="6207" y="4033"/>
                  </a:lnTo>
                  <a:cubicBezTo>
                    <a:pt x="6018" y="3844"/>
                    <a:pt x="6144" y="3435"/>
                    <a:pt x="6459" y="3435"/>
                  </a:cubicBezTo>
                  <a:cubicBezTo>
                    <a:pt x="6522" y="3435"/>
                    <a:pt x="6648" y="3466"/>
                    <a:pt x="6680" y="3561"/>
                  </a:cubicBezTo>
                  <a:lnTo>
                    <a:pt x="8255" y="5136"/>
                  </a:lnTo>
                  <a:cubicBezTo>
                    <a:pt x="8318" y="5199"/>
                    <a:pt x="8413" y="5230"/>
                    <a:pt x="8503" y="5230"/>
                  </a:cubicBezTo>
                  <a:cubicBezTo>
                    <a:pt x="8594" y="5230"/>
                    <a:pt x="8680" y="5199"/>
                    <a:pt x="8728" y="5136"/>
                  </a:cubicBezTo>
                  <a:cubicBezTo>
                    <a:pt x="8854" y="5010"/>
                    <a:pt x="8854" y="4789"/>
                    <a:pt x="8728" y="4663"/>
                  </a:cubicBezTo>
                  <a:lnTo>
                    <a:pt x="8160" y="4065"/>
                  </a:lnTo>
                  <a:lnTo>
                    <a:pt x="8160" y="2584"/>
                  </a:lnTo>
                  <a:close/>
                  <a:moveTo>
                    <a:pt x="9295" y="8948"/>
                  </a:moveTo>
                  <a:cubicBezTo>
                    <a:pt x="9484" y="8948"/>
                    <a:pt x="9641" y="9105"/>
                    <a:pt x="9641" y="9295"/>
                  </a:cubicBezTo>
                  <a:lnTo>
                    <a:pt x="9641" y="10996"/>
                  </a:lnTo>
                  <a:lnTo>
                    <a:pt x="5514" y="10996"/>
                  </a:lnTo>
                  <a:lnTo>
                    <a:pt x="5514" y="9295"/>
                  </a:lnTo>
                  <a:cubicBezTo>
                    <a:pt x="5514" y="9105"/>
                    <a:pt x="5672" y="8948"/>
                    <a:pt x="5861" y="8948"/>
                  </a:cubicBezTo>
                  <a:close/>
                  <a:moveTo>
                    <a:pt x="1009" y="1"/>
                  </a:moveTo>
                  <a:cubicBezTo>
                    <a:pt x="473" y="1"/>
                    <a:pt x="1" y="473"/>
                    <a:pt x="1" y="1040"/>
                  </a:cubicBezTo>
                  <a:lnTo>
                    <a:pt x="1" y="5167"/>
                  </a:lnTo>
                  <a:cubicBezTo>
                    <a:pt x="1" y="5734"/>
                    <a:pt x="473" y="6207"/>
                    <a:pt x="1009" y="6207"/>
                  </a:cubicBezTo>
                  <a:lnTo>
                    <a:pt x="4789" y="6207"/>
                  </a:lnTo>
                  <a:lnTo>
                    <a:pt x="4789" y="6932"/>
                  </a:lnTo>
                  <a:cubicBezTo>
                    <a:pt x="4789" y="7499"/>
                    <a:pt x="4947" y="8003"/>
                    <a:pt x="5231" y="8444"/>
                  </a:cubicBezTo>
                  <a:cubicBezTo>
                    <a:pt x="4947" y="8633"/>
                    <a:pt x="4789" y="8948"/>
                    <a:pt x="4789" y="9295"/>
                  </a:cubicBezTo>
                  <a:lnTo>
                    <a:pt x="4789" y="11342"/>
                  </a:lnTo>
                  <a:cubicBezTo>
                    <a:pt x="4789" y="11563"/>
                    <a:pt x="4947" y="11720"/>
                    <a:pt x="5168" y="11720"/>
                  </a:cubicBezTo>
                  <a:lnTo>
                    <a:pt x="9956" y="11720"/>
                  </a:lnTo>
                  <a:cubicBezTo>
                    <a:pt x="10145" y="11720"/>
                    <a:pt x="10303" y="11563"/>
                    <a:pt x="10303" y="11342"/>
                  </a:cubicBezTo>
                  <a:lnTo>
                    <a:pt x="10303" y="9295"/>
                  </a:lnTo>
                  <a:cubicBezTo>
                    <a:pt x="10303" y="8948"/>
                    <a:pt x="10114" y="8633"/>
                    <a:pt x="9893" y="8444"/>
                  </a:cubicBezTo>
                  <a:cubicBezTo>
                    <a:pt x="10177" y="8003"/>
                    <a:pt x="10303" y="7499"/>
                    <a:pt x="10303" y="6932"/>
                  </a:cubicBezTo>
                  <a:lnTo>
                    <a:pt x="10303" y="4380"/>
                  </a:lnTo>
                  <a:lnTo>
                    <a:pt x="10271" y="4380"/>
                  </a:lnTo>
                  <a:cubicBezTo>
                    <a:pt x="10271" y="3907"/>
                    <a:pt x="10082" y="3466"/>
                    <a:pt x="9767" y="3151"/>
                  </a:cubicBezTo>
                  <a:lnTo>
                    <a:pt x="8224" y="1639"/>
                  </a:lnTo>
                  <a:lnTo>
                    <a:pt x="8224" y="1040"/>
                  </a:lnTo>
                  <a:cubicBezTo>
                    <a:pt x="8224" y="473"/>
                    <a:pt x="7751" y="1"/>
                    <a:pt x="721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8" name="Google Shape;3808;p49"/>
            <p:cNvSpPr/>
            <p:nvPr/>
          </p:nvSpPr>
          <p:spPr>
            <a:xfrm>
              <a:off x="-766100" y="2660975"/>
              <a:ext cx="18125" cy="18150"/>
            </a:xfrm>
            <a:custGeom>
              <a:rect b="b" l="l" r="r" t="t"/>
              <a:pathLst>
                <a:path extrusionOk="0" h="726" w="725">
                  <a:moveTo>
                    <a:pt x="347" y="1"/>
                  </a:moveTo>
                  <a:cubicBezTo>
                    <a:pt x="158" y="1"/>
                    <a:pt x="0" y="158"/>
                    <a:pt x="0" y="379"/>
                  </a:cubicBezTo>
                  <a:cubicBezTo>
                    <a:pt x="0" y="568"/>
                    <a:pt x="158" y="725"/>
                    <a:pt x="347" y="725"/>
                  </a:cubicBezTo>
                  <a:cubicBezTo>
                    <a:pt x="536" y="725"/>
                    <a:pt x="725" y="568"/>
                    <a:pt x="725" y="379"/>
                  </a:cubicBezTo>
                  <a:cubicBezTo>
                    <a:pt x="693" y="158"/>
                    <a:pt x="536" y="1"/>
                    <a:pt x="3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09" name="Google Shape;3809;p49"/>
          <p:cNvGrpSpPr/>
          <p:nvPr/>
        </p:nvGrpSpPr>
        <p:grpSpPr>
          <a:xfrm>
            <a:off x="1601337" y="1999795"/>
            <a:ext cx="268164" cy="268892"/>
            <a:chOff x="6679825" y="2693700"/>
            <a:chExt cx="257875" cy="258575"/>
          </a:xfrm>
        </p:grpSpPr>
        <p:sp>
          <p:nvSpPr>
            <p:cNvPr id="3810" name="Google Shape;3810;p49"/>
            <p:cNvSpPr/>
            <p:nvPr/>
          </p:nvSpPr>
          <p:spPr>
            <a:xfrm>
              <a:off x="6679825" y="2693700"/>
              <a:ext cx="257875" cy="258575"/>
            </a:xfrm>
            <a:custGeom>
              <a:rect b="b" l="l" r="r" t="t"/>
              <a:pathLst>
                <a:path extrusionOk="0" h="10343" w="10315">
                  <a:moveTo>
                    <a:pt x="5102" y="670"/>
                  </a:moveTo>
                  <a:cubicBezTo>
                    <a:pt x="5604" y="670"/>
                    <a:pt x="6022" y="1088"/>
                    <a:pt x="6022" y="1562"/>
                  </a:cubicBezTo>
                  <a:cubicBezTo>
                    <a:pt x="6022" y="2063"/>
                    <a:pt x="5604" y="2481"/>
                    <a:pt x="5102" y="2481"/>
                  </a:cubicBezTo>
                  <a:cubicBezTo>
                    <a:pt x="4600" y="2481"/>
                    <a:pt x="4182" y="2063"/>
                    <a:pt x="4182" y="1562"/>
                  </a:cubicBezTo>
                  <a:cubicBezTo>
                    <a:pt x="4182" y="1088"/>
                    <a:pt x="4600" y="670"/>
                    <a:pt x="5102" y="670"/>
                  </a:cubicBezTo>
                  <a:close/>
                  <a:moveTo>
                    <a:pt x="1757" y="1896"/>
                  </a:moveTo>
                  <a:cubicBezTo>
                    <a:pt x="2063" y="1896"/>
                    <a:pt x="2342" y="2175"/>
                    <a:pt x="2342" y="2481"/>
                  </a:cubicBezTo>
                  <a:cubicBezTo>
                    <a:pt x="2342" y="2788"/>
                    <a:pt x="2063" y="3067"/>
                    <a:pt x="1757" y="3067"/>
                  </a:cubicBezTo>
                  <a:cubicBezTo>
                    <a:pt x="1422" y="3067"/>
                    <a:pt x="1143" y="2788"/>
                    <a:pt x="1143" y="2481"/>
                  </a:cubicBezTo>
                  <a:cubicBezTo>
                    <a:pt x="1143" y="2119"/>
                    <a:pt x="1422" y="1896"/>
                    <a:pt x="1757" y="1896"/>
                  </a:cubicBezTo>
                  <a:close/>
                  <a:moveTo>
                    <a:pt x="8447" y="1896"/>
                  </a:moveTo>
                  <a:cubicBezTo>
                    <a:pt x="8781" y="1896"/>
                    <a:pt x="9032" y="2175"/>
                    <a:pt x="9032" y="2481"/>
                  </a:cubicBezTo>
                  <a:cubicBezTo>
                    <a:pt x="9032" y="2788"/>
                    <a:pt x="8753" y="3067"/>
                    <a:pt x="8447" y="3067"/>
                  </a:cubicBezTo>
                  <a:cubicBezTo>
                    <a:pt x="8112" y="3067"/>
                    <a:pt x="7834" y="2788"/>
                    <a:pt x="7834" y="2481"/>
                  </a:cubicBezTo>
                  <a:cubicBezTo>
                    <a:pt x="7834" y="2119"/>
                    <a:pt x="8112" y="1896"/>
                    <a:pt x="8447" y="1896"/>
                  </a:cubicBezTo>
                  <a:close/>
                  <a:moveTo>
                    <a:pt x="1701" y="3624"/>
                  </a:moveTo>
                  <a:cubicBezTo>
                    <a:pt x="2370" y="3624"/>
                    <a:pt x="2927" y="4182"/>
                    <a:pt x="2927" y="4851"/>
                  </a:cubicBezTo>
                  <a:lnTo>
                    <a:pt x="2927" y="6412"/>
                  </a:lnTo>
                  <a:cubicBezTo>
                    <a:pt x="2955" y="6635"/>
                    <a:pt x="2816" y="6719"/>
                    <a:pt x="2649" y="6719"/>
                  </a:cubicBezTo>
                  <a:cubicBezTo>
                    <a:pt x="2481" y="6719"/>
                    <a:pt x="2342" y="6858"/>
                    <a:pt x="2342" y="7053"/>
                  </a:cubicBezTo>
                  <a:lnTo>
                    <a:pt x="2342" y="8865"/>
                  </a:lnTo>
                  <a:cubicBezTo>
                    <a:pt x="2342" y="9032"/>
                    <a:pt x="2203" y="9172"/>
                    <a:pt x="2035" y="9172"/>
                  </a:cubicBezTo>
                  <a:lnTo>
                    <a:pt x="1422" y="9172"/>
                  </a:lnTo>
                  <a:cubicBezTo>
                    <a:pt x="1255" y="9172"/>
                    <a:pt x="1116" y="9032"/>
                    <a:pt x="1116" y="8865"/>
                  </a:cubicBezTo>
                  <a:lnTo>
                    <a:pt x="1116" y="7053"/>
                  </a:lnTo>
                  <a:cubicBezTo>
                    <a:pt x="1116" y="6858"/>
                    <a:pt x="976" y="6719"/>
                    <a:pt x="809" y="6719"/>
                  </a:cubicBezTo>
                  <a:cubicBezTo>
                    <a:pt x="642" y="6719"/>
                    <a:pt x="502" y="6579"/>
                    <a:pt x="502" y="6412"/>
                  </a:cubicBezTo>
                  <a:lnTo>
                    <a:pt x="502" y="4851"/>
                  </a:lnTo>
                  <a:cubicBezTo>
                    <a:pt x="502" y="4182"/>
                    <a:pt x="1060" y="3624"/>
                    <a:pt x="1701" y="3624"/>
                  </a:cubicBezTo>
                  <a:close/>
                  <a:moveTo>
                    <a:pt x="8391" y="3624"/>
                  </a:moveTo>
                  <a:cubicBezTo>
                    <a:pt x="9060" y="3624"/>
                    <a:pt x="9618" y="4182"/>
                    <a:pt x="9618" y="4851"/>
                  </a:cubicBezTo>
                  <a:lnTo>
                    <a:pt x="9618" y="6440"/>
                  </a:lnTo>
                  <a:lnTo>
                    <a:pt x="9645" y="6440"/>
                  </a:lnTo>
                  <a:cubicBezTo>
                    <a:pt x="9645" y="6635"/>
                    <a:pt x="9506" y="6774"/>
                    <a:pt x="9339" y="6774"/>
                  </a:cubicBezTo>
                  <a:cubicBezTo>
                    <a:pt x="9172" y="6774"/>
                    <a:pt x="9032" y="6914"/>
                    <a:pt x="9032" y="7081"/>
                  </a:cubicBezTo>
                  <a:lnTo>
                    <a:pt x="9032" y="8893"/>
                  </a:lnTo>
                  <a:cubicBezTo>
                    <a:pt x="9032" y="9060"/>
                    <a:pt x="8893" y="9199"/>
                    <a:pt x="8726" y="9199"/>
                  </a:cubicBezTo>
                  <a:lnTo>
                    <a:pt x="8112" y="9199"/>
                  </a:lnTo>
                  <a:cubicBezTo>
                    <a:pt x="7945" y="9199"/>
                    <a:pt x="7806" y="9060"/>
                    <a:pt x="7806" y="8893"/>
                  </a:cubicBezTo>
                  <a:lnTo>
                    <a:pt x="7806" y="7053"/>
                  </a:lnTo>
                  <a:cubicBezTo>
                    <a:pt x="7806" y="6858"/>
                    <a:pt x="7666" y="6719"/>
                    <a:pt x="7499" y="6719"/>
                  </a:cubicBezTo>
                  <a:cubicBezTo>
                    <a:pt x="7332" y="6719"/>
                    <a:pt x="7192" y="6579"/>
                    <a:pt x="7192" y="6412"/>
                  </a:cubicBezTo>
                  <a:lnTo>
                    <a:pt x="7192" y="4851"/>
                  </a:lnTo>
                  <a:cubicBezTo>
                    <a:pt x="7192" y="4182"/>
                    <a:pt x="7750" y="3624"/>
                    <a:pt x="8391" y="3624"/>
                  </a:cubicBezTo>
                  <a:close/>
                  <a:moveTo>
                    <a:pt x="5381" y="3095"/>
                  </a:moveTo>
                  <a:cubicBezTo>
                    <a:pt x="6077" y="3234"/>
                    <a:pt x="6635" y="3875"/>
                    <a:pt x="6635" y="4600"/>
                  </a:cubicBezTo>
                  <a:lnTo>
                    <a:pt x="6635" y="6440"/>
                  </a:lnTo>
                  <a:cubicBezTo>
                    <a:pt x="6663" y="6635"/>
                    <a:pt x="6523" y="6719"/>
                    <a:pt x="6356" y="6719"/>
                  </a:cubicBezTo>
                  <a:cubicBezTo>
                    <a:pt x="6161" y="6719"/>
                    <a:pt x="6022" y="6858"/>
                    <a:pt x="6022" y="7053"/>
                  </a:cubicBezTo>
                  <a:lnTo>
                    <a:pt x="6022" y="9478"/>
                  </a:lnTo>
                  <a:cubicBezTo>
                    <a:pt x="6022" y="9645"/>
                    <a:pt x="5882" y="9785"/>
                    <a:pt x="5715" y="9785"/>
                  </a:cubicBezTo>
                  <a:lnTo>
                    <a:pt x="4461" y="9785"/>
                  </a:lnTo>
                  <a:cubicBezTo>
                    <a:pt x="4293" y="9785"/>
                    <a:pt x="4154" y="9645"/>
                    <a:pt x="4154" y="9478"/>
                  </a:cubicBezTo>
                  <a:lnTo>
                    <a:pt x="4154" y="7053"/>
                  </a:lnTo>
                  <a:cubicBezTo>
                    <a:pt x="4154" y="6858"/>
                    <a:pt x="4015" y="6719"/>
                    <a:pt x="3847" y="6719"/>
                  </a:cubicBezTo>
                  <a:cubicBezTo>
                    <a:pt x="3652" y="6719"/>
                    <a:pt x="3513" y="6579"/>
                    <a:pt x="3513" y="6412"/>
                  </a:cubicBezTo>
                  <a:lnTo>
                    <a:pt x="3513" y="4851"/>
                  </a:lnTo>
                  <a:lnTo>
                    <a:pt x="3513" y="4600"/>
                  </a:lnTo>
                  <a:cubicBezTo>
                    <a:pt x="3513" y="3875"/>
                    <a:pt x="4043" y="3234"/>
                    <a:pt x="4739" y="3095"/>
                  </a:cubicBezTo>
                  <a:lnTo>
                    <a:pt x="4739" y="5185"/>
                  </a:lnTo>
                  <a:cubicBezTo>
                    <a:pt x="4739" y="5381"/>
                    <a:pt x="4879" y="5520"/>
                    <a:pt x="5046" y="5520"/>
                  </a:cubicBezTo>
                  <a:cubicBezTo>
                    <a:pt x="5241" y="5520"/>
                    <a:pt x="5381" y="5381"/>
                    <a:pt x="5381" y="5185"/>
                  </a:cubicBezTo>
                  <a:lnTo>
                    <a:pt x="5381" y="3095"/>
                  </a:lnTo>
                  <a:close/>
                  <a:moveTo>
                    <a:pt x="5130" y="1"/>
                  </a:moveTo>
                  <a:cubicBezTo>
                    <a:pt x="4293" y="1"/>
                    <a:pt x="3624" y="670"/>
                    <a:pt x="3624" y="1506"/>
                  </a:cubicBezTo>
                  <a:cubicBezTo>
                    <a:pt x="3624" y="1952"/>
                    <a:pt x="3847" y="2370"/>
                    <a:pt x="4154" y="2649"/>
                  </a:cubicBezTo>
                  <a:cubicBezTo>
                    <a:pt x="3736" y="2872"/>
                    <a:pt x="3373" y="3234"/>
                    <a:pt x="3206" y="3652"/>
                  </a:cubicBezTo>
                  <a:cubicBezTo>
                    <a:pt x="3067" y="3485"/>
                    <a:pt x="2900" y="3346"/>
                    <a:pt x="2677" y="3234"/>
                  </a:cubicBezTo>
                  <a:cubicBezTo>
                    <a:pt x="2900" y="3039"/>
                    <a:pt x="3039" y="2732"/>
                    <a:pt x="3039" y="2398"/>
                  </a:cubicBezTo>
                  <a:cubicBezTo>
                    <a:pt x="3039" y="1757"/>
                    <a:pt x="2481" y="1199"/>
                    <a:pt x="1812" y="1199"/>
                  </a:cubicBezTo>
                  <a:cubicBezTo>
                    <a:pt x="1143" y="1199"/>
                    <a:pt x="586" y="1757"/>
                    <a:pt x="586" y="2398"/>
                  </a:cubicBezTo>
                  <a:cubicBezTo>
                    <a:pt x="586" y="2732"/>
                    <a:pt x="725" y="3039"/>
                    <a:pt x="948" y="3234"/>
                  </a:cubicBezTo>
                  <a:cubicBezTo>
                    <a:pt x="391" y="3569"/>
                    <a:pt x="1" y="4154"/>
                    <a:pt x="1" y="4851"/>
                  </a:cubicBezTo>
                  <a:lnTo>
                    <a:pt x="1" y="6412"/>
                  </a:lnTo>
                  <a:cubicBezTo>
                    <a:pt x="1" y="6802"/>
                    <a:pt x="251" y="7137"/>
                    <a:pt x="586" y="7276"/>
                  </a:cubicBezTo>
                  <a:lnTo>
                    <a:pt x="586" y="8865"/>
                  </a:lnTo>
                  <a:cubicBezTo>
                    <a:pt x="586" y="9339"/>
                    <a:pt x="1004" y="9757"/>
                    <a:pt x="1506" y="9757"/>
                  </a:cubicBezTo>
                  <a:lnTo>
                    <a:pt x="2091" y="9757"/>
                  </a:lnTo>
                  <a:cubicBezTo>
                    <a:pt x="2593" y="9757"/>
                    <a:pt x="3011" y="9339"/>
                    <a:pt x="3011" y="8865"/>
                  </a:cubicBezTo>
                  <a:lnTo>
                    <a:pt x="3011" y="7276"/>
                  </a:lnTo>
                  <a:cubicBezTo>
                    <a:pt x="3095" y="7248"/>
                    <a:pt x="3206" y="7192"/>
                    <a:pt x="3318" y="7109"/>
                  </a:cubicBezTo>
                  <a:cubicBezTo>
                    <a:pt x="3429" y="7192"/>
                    <a:pt x="3485" y="7248"/>
                    <a:pt x="3624" y="7276"/>
                  </a:cubicBezTo>
                  <a:lnTo>
                    <a:pt x="3624" y="9450"/>
                  </a:lnTo>
                  <a:cubicBezTo>
                    <a:pt x="3624" y="9924"/>
                    <a:pt x="4043" y="10342"/>
                    <a:pt x="4544" y="10342"/>
                  </a:cubicBezTo>
                  <a:lnTo>
                    <a:pt x="5799" y="10342"/>
                  </a:lnTo>
                  <a:cubicBezTo>
                    <a:pt x="6273" y="10342"/>
                    <a:pt x="6691" y="9924"/>
                    <a:pt x="6691" y="9450"/>
                  </a:cubicBezTo>
                  <a:lnTo>
                    <a:pt x="6691" y="7276"/>
                  </a:lnTo>
                  <a:cubicBezTo>
                    <a:pt x="6802" y="7248"/>
                    <a:pt x="6914" y="7192"/>
                    <a:pt x="6997" y="7109"/>
                  </a:cubicBezTo>
                  <a:cubicBezTo>
                    <a:pt x="7109" y="7192"/>
                    <a:pt x="7192" y="7248"/>
                    <a:pt x="7332" y="7276"/>
                  </a:cubicBezTo>
                  <a:lnTo>
                    <a:pt x="7332" y="8865"/>
                  </a:lnTo>
                  <a:cubicBezTo>
                    <a:pt x="7332" y="9339"/>
                    <a:pt x="7750" y="9757"/>
                    <a:pt x="8224" y="9757"/>
                  </a:cubicBezTo>
                  <a:lnTo>
                    <a:pt x="8809" y="9757"/>
                  </a:lnTo>
                  <a:cubicBezTo>
                    <a:pt x="9311" y="9757"/>
                    <a:pt x="9729" y="9339"/>
                    <a:pt x="9729" y="8865"/>
                  </a:cubicBezTo>
                  <a:lnTo>
                    <a:pt x="9729" y="7276"/>
                  </a:lnTo>
                  <a:cubicBezTo>
                    <a:pt x="10064" y="7137"/>
                    <a:pt x="10314" y="6830"/>
                    <a:pt x="10314" y="6412"/>
                  </a:cubicBezTo>
                  <a:lnTo>
                    <a:pt x="10314" y="4851"/>
                  </a:lnTo>
                  <a:cubicBezTo>
                    <a:pt x="10287" y="4210"/>
                    <a:pt x="9896" y="3596"/>
                    <a:pt x="9339" y="3318"/>
                  </a:cubicBezTo>
                  <a:cubicBezTo>
                    <a:pt x="9562" y="3095"/>
                    <a:pt x="9701" y="2788"/>
                    <a:pt x="9701" y="2481"/>
                  </a:cubicBezTo>
                  <a:cubicBezTo>
                    <a:pt x="9701" y="1812"/>
                    <a:pt x="9144" y="1255"/>
                    <a:pt x="8475" y="1255"/>
                  </a:cubicBezTo>
                  <a:cubicBezTo>
                    <a:pt x="7806" y="1255"/>
                    <a:pt x="7248" y="1812"/>
                    <a:pt x="7248" y="2481"/>
                  </a:cubicBezTo>
                  <a:cubicBezTo>
                    <a:pt x="7248" y="2788"/>
                    <a:pt x="7388" y="3095"/>
                    <a:pt x="7611" y="3318"/>
                  </a:cubicBezTo>
                  <a:cubicBezTo>
                    <a:pt x="7388" y="3429"/>
                    <a:pt x="7220" y="3569"/>
                    <a:pt x="7081" y="3736"/>
                  </a:cubicBezTo>
                  <a:cubicBezTo>
                    <a:pt x="6969" y="3485"/>
                    <a:pt x="6802" y="3290"/>
                    <a:pt x="6635" y="3067"/>
                  </a:cubicBezTo>
                  <a:cubicBezTo>
                    <a:pt x="6496" y="2927"/>
                    <a:pt x="6300" y="2788"/>
                    <a:pt x="6105" y="2677"/>
                  </a:cubicBezTo>
                  <a:cubicBezTo>
                    <a:pt x="6440" y="2370"/>
                    <a:pt x="6663" y="1952"/>
                    <a:pt x="6663" y="1534"/>
                  </a:cubicBezTo>
                  <a:cubicBezTo>
                    <a:pt x="6663" y="1116"/>
                    <a:pt x="6496" y="725"/>
                    <a:pt x="6217" y="447"/>
                  </a:cubicBezTo>
                  <a:cubicBezTo>
                    <a:pt x="5938" y="168"/>
                    <a:pt x="5520" y="1"/>
                    <a:pt x="513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1" name="Google Shape;3811;p49"/>
            <p:cNvSpPr/>
            <p:nvPr/>
          </p:nvSpPr>
          <p:spPr>
            <a:xfrm flipH="1">
              <a:off x="6679825" y="2693700"/>
              <a:ext cx="257875" cy="258575"/>
            </a:xfrm>
            <a:custGeom>
              <a:rect b="b" l="l" r="r" t="t"/>
              <a:pathLst>
                <a:path extrusionOk="0" h="10343" w="10315">
                  <a:moveTo>
                    <a:pt x="5102" y="670"/>
                  </a:moveTo>
                  <a:cubicBezTo>
                    <a:pt x="5604" y="670"/>
                    <a:pt x="6022" y="1088"/>
                    <a:pt x="6022" y="1562"/>
                  </a:cubicBezTo>
                  <a:cubicBezTo>
                    <a:pt x="6022" y="2063"/>
                    <a:pt x="5604" y="2481"/>
                    <a:pt x="5102" y="2481"/>
                  </a:cubicBezTo>
                  <a:cubicBezTo>
                    <a:pt x="4600" y="2481"/>
                    <a:pt x="4182" y="2063"/>
                    <a:pt x="4182" y="1562"/>
                  </a:cubicBezTo>
                  <a:cubicBezTo>
                    <a:pt x="4182" y="1088"/>
                    <a:pt x="4600" y="670"/>
                    <a:pt x="5102" y="670"/>
                  </a:cubicBezTo>
                  <a:close/>
                  <a:moveTo>
                    <a:pt x="1757" y="1896"/>
                  </a:moveTo>
                  <a:cubicBezTo>
                    <a:pt x="2063" y="1896"/>
                    <a:pt x="2342" y="2175"/>
                    <a:pt x="2342" y="2481"/>
                  </a:cubicBezTo>
                  <a:cubicBezTo>
                    <a:pt x="2342" y="2788"/>
                    <a:pt x="2063" y="3067"/>
                    <a:pt x="1757" y="3067"/>
                  </a:cubicBezTo>
                  <a:cubicBezTo>
                    <a:pt x="1422" y="3067"/>
                    <a:pt x="1143" y="2788"/>
                    <a:pt x="1143" y="2481"/>
                  </a:cubicBezTo>
                  <a:cubicBezTo>
                    <a:pt x="1143" y="2119"/>
                    <a:pt x="1422" y="1896"/>
                    <a:pt x="1757" y="1896"/>
                  </a:cubicBezTo>
                  <a:close/>
                  <a:moveTo>
                    <a:pt x="8447" y="1896"/>
                  </a:moveTo>
                  <a:cubicBezTo>
                    <a:pt x="8781" y="1896"/>
                    <a:pt x="9032" y="2175"/>
                    <a:pt x="9032" y="2481"/>
                  </a:cubicBezTo>
                  <a:cubicBezTo>
                    <a:pt x="9032" y="2788"/>
                    <a:pt x="8753" y="3067"/>
                    <a:pt x="8447" y="3067"/>
                  </a:cubicBezTo>
                  <a:cubicBezTo>
                    <a:pt x="8112" y="3067"/>
                    <a:pt x="7834" y="2788"/>
                    <a:pt x="7834" y="2481"/>
                  </a:cubicBezTo>
                  <a:cubicBezTo>
                    <a:pt x="7834" y="2119"/>
                    <a:pt x="8112" y="1896"/>
                    <a:pt x="8447" y="1896"/>
                  </a:cubicBezTo>
                  <a:close/>
                  <a:moveTo>
                    <a:pt x="1701" y="3624"/>
                  </a:moveTo>
                  <a:cubicBezTo>
                    <a:pt x="2370" y="3624"/>
                    <a:pt x="2927" y="4182"/>
                    <a:pt x="2927" y="4851"/>
                  </a:cubicBezTo>
                  <a:lnTo>
                    <a:pt x="2927" y="6412"/>
                  </a:lnTo>
                  <a:cubicBezTo>
                    <a:pt x="2955" y="6635"/>
                    <a:pt x="2816" y="6719"/>
                    <a:pt x="2649" y="6719"/>
                  </a:cubicBezTo>
                  <a:cubicBezTo>
                    <a:pt x="2481" y="6719"/>
                    <a:pt x="2342" y="6858"/>
                    <a:pt x="2342" y="7053"/>
                  </a:cubicBezTo>
                  <a:lnTo>
                    <a:pt x="2342" y="8865"/>
                  </a:lnTo>
                  <a:cubicBezTo>
                    <a:pt x="2342" y="9032"/>
                    <a:pt x="2203" y="9172"/>
                    <a:pt x="2035" y="9172"/>
                  </a:cubicBezTo>
                  <a:lnTo>
                    <a:pt x="1422" y="9172"/>
                  </a:lnTo>
                  <a:cubicBezTo>
                    <a:pt x="1255" y="9172"/>
                    <a:pt x="1116" y="9032"/>
                    <a:pt x="1116" y="8865"/>
                  </a:cubicBezTo>
                  <a:lnTo>
                    <a:pt x="1116" y="7053"/>
                  </a:lnTo>
                  <a:cubicBezTo>
                    <a:pt x="1116" y="6858"/>
                    <a:pt x="976" y="6719"/>
                    <a:pt x="809" y="6719"/>
                  </a:cubicBezTo>
                  <a:cubicBezTo>
                    <a:pt x="642" y="6719"/>
                    <a:pt x="502" y="6579"/>
                    <a:pt x="502" y="6412"/>
                  </a:cubicBezTo>
                  <a:lnTo>
                    <a:pt x="502" y="4851"/>
                  </a:lnTo>
                  <a:cubicBezTo>
                    <a:pt x="502" y="4182"/>
                    <a:pt x="1060" y="3624"/>
                    <a:pt x="1701" y="3624"/>
                  </a:cubicBezTo>
                  <a:close/>
                  <a:moveTo>
                    <a:pt x="8391" y="3624"/>
                  </a:moveTo>
                  <a:cubicBezTo>
                    <a:pt x="9060" y="3624"/>
                    <a:pt x="9618" y="4182"/>
                    <a:pt x="9618" y="4851"/>
                  </a:cubicBezTo>
                  <a:lnTo>
                    <a:pt x="9618" y="6440"/>
                  </a:lnTo>
                  <a:lnTo>
                    <a:pt x="9645" y="6440"/>
                  </a:lnTo>
                  <a:cubicBezTo>
                    <a:pt x="9645" y="6635"/>
                    <a:pt x="9506" y="6774"/>
                    <a:pt x="9339" y="6774"/>
                  </a:cubicBezTo>
                  <a:cubicBezTo>
                    <a:pt x="9172" y="6774"/>
                    <a:pt x="9032" y="6914"/>
                    <a:pt x="9032" y="7081"/>
                  </a:cubicBezTo>
                  <a:lnTo>
                    <a:pt x="9032" y="8893"/>
                  </a:lnTo>
                  <a:cubicBezTo>
                    <a:pt x="9032" y="9060"/>
                    <a:pt x="8893" y="9199"/>
                    <a:pt x="8726" y="9199"/>
                  </a:cubicBezTo>
                  <a:lnTo>
                    <a:pt x="8112" y="9199"/>
                  </a:lnTo>
                  <a:cubicBezTo>
                    <a:pt x="7945" y="9199"/>
                    <a:pt x="7806" y="9060"/>
                    <a:pt x="7806" y="8893"/>
                  </a:cubicBezTo>
                  <a:lnTo>
                    <a:pt x="7806" y="7053"/>
                  </a:lnTo>
                  <a:cubicBezTo>
                    <a:pt x="7806" y="6858"/>
                    <a:pt x="7666" y="6719"/>
                    <a:pt x="7499" y="6719"/>
                  </a:cubicBezTo>
                  <a:cubicBezTo>
                    <a:pt x="7332" y="6719"/>
                    <a:pt x="7192" y="6579"/>
                    <a:pt x="7192" y="6412"/>
                  </a:cubicBezTo>
                  <a:lnTo>
                    <a:pt x="7192" y="4851"/>
                  </a:lnTo>
                  <a:cubicBezTo>
                    <a:pt x="7192" y="4182"/>
                    <a:pt x="7750" y="3624"/>
                    <a:pt x="8391" y="3624"/>
                  </a:cubicBezTo>
                  <a:close/>
                  <a:moveTo>
                    <a:pt x="5381" y="3095"/>
                  </a:moveTo>
                  <a:cubicBezTo>
                    <a:pt x="6077" y="3234"/>
                    <a:pt x="6635" y="3875"/>
                    <a:pt x="6635" y="4600"/>
                  </a:cubicBezTo>
                  <a:lnTo>
                    <a:pt x="6635" y="6440"/>
                  </a:lnTo>
                  <a:cubicBezTo>
                    <a:pt x="6663" y="6635"/>
                    <a:pt x="6523" y="6719"/>
                    <a:pt x="6356" y="6719"/>
                  </a:cubicBezTo>
                  <a:cubicBezTo>
                    <a:pt x="6161" y="6719"/>
                    <a:pt x="6022" y="6858"/>
                    <a:pt x="6022" y="7053"/>
                  </a:cubicBezTo>
                  <a:lnTo>
                    <a:pt x="6022" y="9478"/>
                  </a:lnTo>
                  <a:cubicBezTo>
                    <a:pt x="6022" y="9645"/>
                    <a:pt x="5882" y="9785"/>
                    <a:pt x="5715" y="9785"/>
                  </a:cubicBezTo>
                  <a:lnTo>
                    <a:pt x="4461" y="9785"/>
                  </a:lnTo>
                  <a:cubicBezTo>
                    <a:pt x="4293" y="9785"/>
                    <a:pt x="4154" y="9645"/>
                    <a:pt x="4154" y="9478"/>
                  </a:cubicBezTo>
                  <a:lnTo>
                    <a:pt x="4154" y="7053"/>
                  </a:lnTo>
                  <a:cubicBezTo>
                    <a:pt x="4154" y="6858"/>
                    <a:pt x="4015" y="6719"/>
                    <a:pt x="3847" y="6719"/>
                  </a:cubicBezTo>
                  <a:cubicBezTo>
                    <a:pt x="3652" y="6719"/>
                    <a:pt x="3513" y="6579"/>
                    <a:pt x="3513" y="6412"/>
                  </a:cubicBezTo>
                  <a:lnTo>
                    <a:pt x="3513" y="4851"/>
                  </a:lnTo>
                  <a:lnTo>
                    <a:pt x="3513" y="4600"/>
                  </a:lnTo>
                  <a:cubicBezTo>
                    <a:pt x="3513" y="3875"/>
                    <a:pt x="4043" y="3234"/>
                    <a:pt x="4739" y="3095"/>
                  </a:cubicBezTo>
                  <a:lnTo>
                    <a:pt x="4739" y="5185"/>
                  </a:lnTo>
                  <a:cubicBezTo>
                    <a:pt x="4739" y="5381"/>
                    <a:pt x="4879" y="5520"/>
                    <a:pt x="5046" y="5520"/>
                  </a:cubicBezTo>
                  <a:cubicBezTo>
                    <a:pt x="5241" y="5520"/>
                    <a:pt x="5381" y="5381"/>
                    <a:pt x="5381" y="5185"/>
                  </a:cubicBezTo>
                  <a:lnTo>
                    <a:pt x="5381" y="3095"/>
                  </a:lnTo>
                  <a:close/>
                  <a:moveTo>
                    <a:pt x="5130" y="1"/>
                  </a:moveTo>
                  <a:cubicBezTo>
                    <a:pt x="4293" y="1"/>
                    <a:pt x="3624" y="670"/>
                    <a:pt x="3624" y="1506"/>
                  </a:cubicBezTo>
                  <a:cubicBezTo>
                    <a:pt x="3624" y="1952"/>
                    <a:pt x="3847" y="2370"/>
                    <a:pt x="4154" y="2649"/>
                  </a:cubicBezTo>
                  <a:cubicBezTo>
                    <a:pt x="3736" y="2872"/>
                    <a:pt x="3373" y="3234"/>
                    <a:pt x="3206" y="3652"/>
                  </a:cubicBezTo>
                  <a:cubicBezTo>
                    <a:pt x="3067" y="3485"/>
                    <a:pt x="2900" y="3346"/>
                    <a:pt x="2677" y="3234"/>
                  </a:cubicBezTo>
                  <a:cubicBezTo>
                    <a:pt x="2900" y="3039"/>
                    <a:pt x="3039" y="2732"/>
                    <a:pt x="3039" y="2398"/>
                  </a:cubicBezTo>
                  <a:cubicBezTo>
                    <a:pt x="3039" y="1757"/>
                    <a:pt x="2481" y="1199"/>
                    <a:pt x="1812" y="1199"/>
                  </a:cubicBezTo>
                  <a:cubicBezTo>
                    <a:pt x="1143" y="1199"/>
                    <a:pt x="586" y="1757"/>
                    <a:pt x="586" y="2398"/>
                  </a:cubicBezTo>
                  <a:cubicBezTo>
                    <a:pt x="586" y="2732"/>
                    <a:pt x="725" y="3039"/>
                    <a:pt x="948" y="3234"/>
                  </a:cubicBezTo>
                  <a:cubicBezTo>
                    <a:pt x="391" y="3569"/>
                    <a:pt x="1" y="4154"/>
                    <a:pt x="1" y="4851"/>
                  </a:cubicBezTo>
                  <a:lnTo>
                    <a:pt x="1" y="6412"/>
                  </a:lnTo>
                  <a:cubicBezTo>
                    <a:pt x="1" y="6802"/>
                    <a:pt x="251" y="7137"/>
                    <a:pt x="586" y="7276"/>
                  </a:cubicBezTo>
                  <a:lnTo>
                    <a:pt x="586" y="8865"/>
                  </a:lnTo>
                  <a:cubicBezTo>
                    <a:pt x="586" y="9339"/>
                    <a:pt x="1004" y="9757"/>
                    <a:pt x="1506" y="9757"/>
                  </a:cubicBezTo>
                  <a:lnTo>
                    <a:pt x="2091" y="9757"/>
                  </a:lnTo>
                  <a:cubicBezTo>
                    <a:pt x="2593" y="9757"/>
                    <a:pt x="3011" y="9339"/>
                    <a:pt x="3011" y="8865"/>
                  </a:cubicBezTo>
                  <a:lnTo>
                    <a:pt x="3011" y="7276"/>
                  </a:lnTo>
                  <a:cubicBezTo>
                    <a:pt x="3095" y="7248"/>
                    <a:pt x="3206" y="7192"/>
                    <a:pt x="3318" y="7109"/>
                  </a:cubicBezTo>
                  <a:cubicBezTo>
                    <a:pt x="3429" y="7192"/>
                    <a:pt x="3485" y="7248"/>
                    <a:pt x="3624" y="7276"/>
                  </a:cubicBezTo>
                  <a:lnTo>
                    <a:pt x="3624" y="9450"/>
                  </a:lnTo>
                  <a:cubicBezTo>
                    <a:pt x="3624" y="9924"/>
                    <a:pt x="4043" y="10342"/>
                    <a:pt x="4544" y="10342"/>
                  </a:cubicBezTo>
                  <a:lnTo>
                    <a:pt x="5799" y="10342"/>
                  </a:lnTo>
                  <a:cubicBezTo>
                    <a:pt x="6273" y="10342"/>
                    <a:pt x="6691" y="9924"/>
                    <a:pt x="6691" y="9450"/>
                  </a:cubicBezTo>
                  <a:lnTo>
                    <a:pt x="6691" y="7276"/>
                  </a:lnTo>
                  <a:cubicBezTo>
                    <a:pt x="6802" y="7248"/>
                    <a:pt x="6914" y="7192"/>
                    <a:pt x="6997" y="7109"/>
                  </a:cubicBezTo>
                  <a:cubicBezTo>
                    <a:pt x="7109" y="7192"/>
                    <a:pt x="7192" y="7248"/>
                    <a:pt x="7332" y="7276"/>
                  </a:cubicBezTo>
                  <a:lnTo>
                    <a:pt x="7332" y="8865"/>
                  </a:lnTo>
                  <a:cubicBezTo>
                    <a:pt x="7332" y="9339"/>
                    <a:pt x="7750" y="9757"/>
                    <a:pt x="8224" y="9757"/>
                  </a:cubicBezTo>
                  <a:lnTo>
                    <a:pt x="8809" y="9757"/>
                  </a:lnTo>
                  <a:cubicBezTo>
                    <a:pt x="9311" y="9757"/>
                    <a:pt x="9729" y="9339"/>
                    <a:pt x="9729" y="8865"/>
                  </a:cubicBezTo>
                  <a:lnTo>
                    <a:pt x="9729" y="7276"/>
                  </a:lnTo>
                  <a:cubicBezTo>
                    <a:pt x="10064" y="7137"/>
                    <a:pt x="10314" y="6830"/>
                    <a:pt x="10314" y="6412"/>
                  </a:cubicBezTo>
                  <a:lnTo>
                    <a:pt x="10314" y="4851"/>
                  </a:lnTo>
                  <a:cubicBezTo>
                    <a:pt x="10287" y="4210"/>
                    <a:pt x="9896" y="3596"/>
                    <a:pt x="9339" y="3318"/>
                  </a:cubicBezTo>
                  <a:cubicBezTo>
                    <a:pt x="9562" y="3095"/>
                    <a:pt x="9701" y="2788"/>
                    <a:pt x="9701" y="2481"/>
                  </a:cubicBezTo>
                  <a:cubicBezTo>
                    <a:pt x="9701" y="1812"/>
                    <a:pt x="9144" y="1255"/>
                    <a:pt x="8475" y="1255"/>
                  </a:cubicBezTo>
                  <a:cubicBezTo>
                    <a:pt x="7806" y="1255"/>
                    <a:pt x="7248" y="1812"/>
                    <a:pt x="7248" y="2481"/>
                  </a:cubicBezTo>
                  <a:cubicBezTo>
                    <a:pt x="7248" y="2788"/>
                    <a:pt x="7388" y="3095"/>
                    <a:pt x="7611" y="3318"/>
                  </a:cubicBezTo>
                  <a:cubicBezTo>
                    <a:pt x="7388" y="3429"/>
                    <a:pt x="7220" y="3569"/>
                    <a:pt x="7081" y="3736"/>
                  </a:cubicBezTo>
                  <a:cubicBezTo>
                    <a:pt x="6969" y="3485"/>
                    <a:pt x="6802" y="3290"/>
                    <a:pt x="6635" y="3067"/>
                  </a:cubicBezTo>
                  <a:cubicBezTo>
                    <a:pt x="6496" y="2927"/>
                    <a:pt x="6300" y="2788"/>
                    <a:pt x="6105" y="2677"/>
                  </a:cubicBezTo>
                  <a:cubicBezTo>
                    <a:pt x="6440" y="2370"/>
                    <a:pt x="6663" y="1952"/>
                    <a:pt x="6663" y="1534"/>
                  </a:cubicBezTo>
                  <a:cubicBezTo>
                    <a:pt x="6663" y="1116"/>
                    <a:pt x="6496" y="725"/>
                    <a:pt x="6217" y="447"/>
                  </a:cubicBezTo>
                  <a:cubicBezTo>
                    <a:pt x="5938" y="168"/>
                    <a:pt x="5520" y="1"/>
                    <a:pt x="513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12" name="Google Shape;3812;p49"/>
          <p:cNvGrpSpPr/>
          <p:nvPr/>
        </p:nvGrpSpPr>
        <p:grpSpPr>
          <a:xfrm>
            <a:off x="6410639" y="1997635"/>
            <a:ext cx="275336" cy="273213"/>
            <a:chOff x="6790450" y="3119050"/>
            <a:chExt cx="262750" cy="260675"/>
          </a:xfrm>
        </p:grpSpPr>
        <p:sp>
          <p:nvSpPr>
            <p:cNvPr id="3813" name="Google Shape;3813;p49"/>
            <p:cNvSpPr/>
            <p:nvPr/>
          </p:nvSpPr>
          <p:spPr>
            <a:xfrm>
              <a:off x="6790450" y="3119050"/>
              <a:ext cx="262750" cy="260675"/>
            </a:xfrm>
            <a:custGeom>
              <a:rect b="b" l="l" r="r" t="t"/>
              <a:pathLst>
                <a:path extrusionOk="0" h="10427" w="10510">
                  <a:moveTo>
                    <a:pt x="5269" y="1924"/>
                  </a:moveTo>
                  <a:cubicBezTo>
                    <a:pt x="6022" y="1924"/>
                    <a:pt x="6635" y="2454"/>
                    <a:pt x="6774" y="3151"/>
                  </a:cubicBezTo>
                  <a:lnTo>
                    <a:pt x="3791" y="3151"/>
                  </a:lnTo>
                  <a:cubicBezTo>
                    <a:pt x="3931" y="2454"/>
                    <a:pt x="4544" y="1924"/>
                    <a:pt x="5269" y="1924"/>
                  </a:cubicBezTo>
                  <a:close/>
                  <a:moveTo>
                    <a:pt x="4962" y="3764"/>
                  </a:moveTo>
                  <a:lnTo>
                    <a:pt x="4962" y="9785"/>
                  </a:lnTo>
                  <a:cubicBezTo>
                    <a:pt x="3959" y="9646"/>
                    <a:pt x="3150" y="8754"/>
                    <a:pt x="3150" y="7694"/>
                  </a:cubicBezTo>
                  <a:lnTo>
                    <a:pt x="3150" y="4071"/>
                  </a:lnTo>
                  <a:cubicBezTo>
                    <a:pt x="3150" y="3903"/>
                    <a:pt x="3290" y="3764"/>
                    <a:pt x="3485" y="3764"/>
                  </a:cubicBezTo>
                  <a:close/>
                  <a:moveTo>
                    <a:pt x="7109" y="3764"/>
                  </a:moveTo>
                  <a:cubicBezTo>
                    <a:pt x="7276" y="3764"/>
                    <a:pt x="7415" y="3903"/>
                    <a:pt x="7415" y="4071"/>
                  </a:cubicBezTo>
                  <a:lnTo>
                    <a:pt x="7415" y="7694"/>
                  </a:lnTo>
                  <a:cubicBezTo>
                    <a:pt x="7415" y="8754"/>
                    <a:pt x="6607" y="9646"/>
                    <a:pt x="5603" y="9785"/>
                  </a:cubicBezTo>
                  <a:lnTo>
                    <a:pt x="5603" y="3764"/>
                  </a:lnTo>
                  <a:close/>
                  <a:moveTo>
                    <a:pt x="3987" y="1"/>
                  </a:moveTo>
                  <a:cubicBezTo>
                    <a:pt x="3819" y="1"/>
                    <a:pt x="3680" y="140"/>
                    <a:pt x="3680" y="307"/>
                  </a:cubicBezTo>
                  <a:lnTo>
                    <a:pt x="3680" y="921"/>
                  </a:lnTo>
                  <a:cubicBezTo>
                    <a:pt x="3680" y="1199"/>
                    <a:pt x="3819" y="1422"/>
                    <a:pt x="3987" y="1618"/>
                  </a:cubicBezTo>
                  <a:cubicBezTo>
                    <a:pt x="3513" y="1952"/>
                    <a:pt x="3150" y="2482"/>
                    <a:pt x="3095" y="3095"/>
                  </a:cubicBezTo>
                  <a:cubicBezTo>
                    <a:pt x="2732" y="3206"/>
                    <a:pt x="2453" y="3569"/>
                    <a:pt x="2453" y="3987"/>
                  </a:cubicBezTo>
                  <a:lnTo>
                    <a:pt x="2453" y="4294"/>
                  </a:lnTo>
                  <a:lnTo>
                    <a:pt x="1840" y="4294"/>
                  </a:lnTo>
                  <a:cubicBezTo>
                    <a:pt x="1450" y="4294"/>
                    <a:pt x="1115" y="4043"/>
                    <a:pt x="976" y="3652"/>
                  </a:cubicBezTo>
                  <a:lnTo>
                    <a:pt x="642" y="2677"/>
                  </a:lnTo>
                  <a:cubicBezTo>
                    <a:pt x="600" y="2551"/>
                    <a:pt x="511" y="2489"/>
                    <a:pt x="399" y="2489"/>
                  </a:cubicBezTo>
                  <a:cubicBezTo>
                    <a:pt x="361" y="2489"/>
                    <a:pt x="321" y="2496"/>
                    <a:pt x="279" y="2510"/>
                  </a:cubicBezTo>
                  <a:cubicBezTo>
                    <a:pt x="84" y="2565"/>
                    <a:pt x="28" y="2705"/>
                    <a:pt x="84" y="2900"/>
                  </a:cubicBezTo>
                  <a:lnTo>
                    <a:pt x="419" y="3875"/>
                  </a:lnTo>
                  <a:cubicBezTo>
                    <a:pt x="614" y="4489"/>
                    <a:pt x="1171" y="4907"/>
                    <a:pt x="1840" y="4907"/>
                  </a:cubicBezTo>
                  <a:lnTo>
                    <a:pt x="2453" y="4907"/>
                  </a:lnTo>
                  <a:lnTo>
                    <a:pt x="2453" y="6133"/>
                  </a:lnTo>
                  <a:lnTo>
                    <a:pt x="335" y="6133"/>
                  </a:lnTo>
                  <a:cubicBezTo>
                    <a:pt x="168" y="6133"/>
                    <a:pt x="28" y="6273"/>
                    <a:pt x="28" y="6440"/>
                  </a:cubicBezTo>
                  <a:cubicBezTo>
                    <a:pt x="28" y="6635"/>
                    <a:pt x="168" y="6775"/>
                    <a:pt x="335" y="6775"/>
                  </a:cubicBezTo>
                  <a:lnTo>
                    <a:pt x="2453" y="6775"/>
                  </a:lnTo>
                  <a:lnTo>
                    <a:pt x="2453" y="7667"/>
                  </a:lnTo>
                  <a:lnTo>
                    <a:pt x="2453" y="7973"/>
                  </a:lnTo>
                  <a:lnTo>
                    <a:pt x="1812" y="7973"/>
                  </a:lnTo>
                  <a:cubicBezTo>
                    <a:pt x="1143" y="7973"/>
                    <a:pt x="586" y="8391"/>
                    <a:pt x="363" y="9032"/>
                  </a:cubicBezTo>
                  <a:lnTo>
                    <a:pt x="56" y="10008"/>
                  </a:lnTo>
                  <a:cubicBezTo>
                    <a:pt x="0" y="10175"/>
                    <a:pt x="84" y="10315"/>
                    <a:pt x="223" y="10398"/>
                  </a:cubicBezTo>
                  <a:cubicBezTo>
                    <a:pt x="259" y="10408"/>
                    <a:pt x="292" y="10413"/>
                    <a:pt x="323" y="10413"/>
                  </a:cubicBezTo>
                  <a:cubicBezTo>
                    <a:pt x="466" y="10413"/>
                    <a:pt x="568" y="10317"/>
                    <a:pt x="614" y="10203"/>
                  </a:cubicBezTo>
                  <a:lnTo>
                    <a:pt x="920" y="9228"/>
                  </a:lnTo>
                  <a:cubicBezTo>
                    <a:pt x="1060" y="8865"/>
                    <a:pt x="1394" y="8614"/>
                    <a:pt x="1812" y="8614"/>
                  </a:cubicBezTo>
                  <a:lnTo>
                    <a:pt x="2593" y="8614"/>
                  </a:lnTo>
                  <a:cubicBezTo>
                    <a:pt x="2983" y="9646"/>
                    <a:pt x="3987" y="10426"/>
                    <a:pt x="5185" y="10426"/>
                  </a:cubicBezTo>
                  <a:cubicBezTo>
                    <a:pt x="6356" y="10426"/>
                    <a:pt x="7387" y="9646"/>
                    <a:pt x="7750" y="8614"/>
                  </a:cubicBezTo>
                  <a:lnTo>
                    <a:pt x="8586" y="8614"/>
                  </a:lnTo>
                  <a:cubicBezTo>
                    <a:pt x="8976" y="8614"/>
                    <a:pt x="9339" y="8837"/>
                    <a:pt x="9478" y="9228"/>
                  </a:cubicBezTo>
                  <a:lnTo>
                    <a:pt x="9785" y="10203"/>
                  </a:lnTo>
                  <a:cubicBezTo>
                    <a:pt x="9827" y="10351"/>
                    <a:pt x="9917" y="10419"/>
                    <a:pt x="10043" y="10419"/>
                  </a:cubicBezTo>
                  <a:cubicBezTo>
                    <a:pt x="10084" y="10419"/>
                    <a:pt x="10128" y="10412"/>
                    <a:pt x="10175" y="10398"/>
                  </a:cubicBezTo>
                  <a:cubicBezTo>
                    <a:pt x="10342" y="10315"/>
                    <a:pt x="10398" y="10175"/>
                    <a:pt x="10342" y="10008"/>
                  </a:cubicBezTo>
                  <a:lnTo>
                    <a:pt x="10119" y="9032"/>
                  </a:lnTo>
                  <a:cubicBezTo>
                    <a:pt x="9924" y="8391"/>
                    <a:pt x="9367" y="7973"/>
                    <a:pt x="8698" y="7973"/>
                  </a:cubicBezTo>
                  <a:lnTo>
                    <a:pt x="8001" y="7973"/>
                  </a:lnTo>
                  <a:lnTo>
                    <a:pt x="8001" y="7667"/>
                  </a:lnTo>
                  <a:lnTo>
                    <a:pt x="8001" y="6775"/>
                  </a:lnTo>
                  <a:lnTo>
                    <a:pt x="10175" y="6775"/>
                  </a:lnTo>
                  <a:cubicBezTo>
                    <a:pt x="10342" y="6775"/>
                    <a:pt x="10482" y="6635"/>
                    <a:pt x="10482" y="6440"/>
                  </a:cubicBezTo>
                  <a:cubicBezTo>
                    <a:pt x="10482" y="6273"/>
                    <a:pt x="10342" y="6133"/>
                    <a:pt x="10175" y="6133"/>
                  </a:cubicBezTo>
                  <a:lnTo>
                    <a:pt x="8001" y="6133"/>
                  </a:lnTo>
                  <a:lnTo>
                    <a:pt x="8001" y="4907"/>
                  </a:lnTo>
                  <a:lnTo>
                    <a:pt x="8698" y="4907"/>
                  </a:lnTo>
                  <a:cubicBezTo>
                    <a:pt x="9367" y="4907"/>
                    <a:pt x="9924" y="4489"/>
                    <a:pt x="10119" y="3875"/>
                  </a:cubicBezTo>
                  <a:lnTo>
                    <a:pt x="10454" y="2900"/>
                  </a:lnTo>
                  <a:cubicBezTo>
                    <a:pt x="10509" y="2705"/>
                    <a:pt x="10398" y="2565"/>
                    <a:pt x="10259" y="2510"/>
                  </a:cubicBezTo>
                  <a:cubicBezTo>
                    <a:pt x="10223" y="2498"/>
                    <a:pt x="10188" y="2492"/>
                    <a:pt x="10156" y="2492"/>
                  </a:cubicBezTo>
                  <a:cubicBezTo>
                    <a:pt x="10036" y="2492"/>
                    <a:pt x="9940" y="2567"/>
                    <a:pt x="9896" y="2677"/>
                  </a:cubicBezTo>
                  <a:lnTo>
                    <a:pt x="9562" y="3652"/>
                  </a:lnTo>
                  <a:cubicBezTo>
                    <a:pt x="9422" y="4043"/>
                    <a:pt x="9116" y="4294"/>
                    <a:pt x="8698" y="4294"/>
                  </a:cubicBezTo>
                  <a:lnTo>
                    <a:pt x="8001" y="4294"/>
                  </a:lnTo>
                  <a:lnTo>
                    <a:pt x="8001" y="3987"/>
                  </a:lnTo>
                  <a:cubicBezTo>
                    <a:pt x="8001" y="3597"/>
                    <a:pt x="7750" y="3234"/>
                    <a:pt x="7387" y="3095"/>
                  </a:cubicBezTo>
                  <a:cubicBezTo>
                    <a:pt x="7304" y="2482"/>
                    <a:pt x="6969" y="1952"/>
                    <a:pt x="6468" y="1618"/>
                  </a:cubicBezTo>
                  <a:cubicBezTo>
                    <a:pt x="6691" y="1422"/>
                    <a:pt x="6774" y="1199"/>
                    <a:pt x="6774" y="921"/>
                  </a:cubicBezTo>
                  <a:lnTo>
                    <a:pt x="6774" y="307"/>
                  </a:lnTo>
                  <a:cubicBezTo>
                    <a:pt x="6774" y="140"/>
                    <a:pt x="6635" y="1"/>
                    <a:pt x="6468" y="1"/>
                  </a:cubicBezTo>
                  <a:cubicBezTo>
                    <a:pt x="6300" y="1"/>
                    <a:pt x="6161" y="140"/>
                    <a:pt x="6161" y="307"/>
                  </a:cubicBezTo>
                  <a:lnTo>
                    <a:pt x="6161" y="921"/>
                  </a:lnTo>
                  <a:cubicBezTo>
                    <a:pt x="6161" y="1088"/>
                    <a:pt x="6022" y="1255"/>
                    <a:pt x="5854" y="1255"/>
                  </a:cubicBezTo>
                  <a:lnTo>
                    <a:pt x="4628" y="1255"/>
                  </a:lnTo>
                  <a:cubicBezTo>
                    <a:pt x="4488" y="1255"/>
                    <a:pt x="4321" y="1088"/>
                    <a:pt x="4321" y="921"/>
                  </a:cubicBezTo>
                  <a:lnTo>
                    <a:pt x="4321" y="307"/>
                  </a:lnTo>
                  <a:cubicBezTo>
                    <a:pt x="4321" y="140"/>
                    <a:pt x="4182" y="1"/>
                    <a:pt x="39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4" name="Google Shape;3814;p49"/>
            <p:cNvSpPr/>
            <p:nvPr/>
          </p:nvSpPr>
          <p:spPr>
            <a:xfrm flipH="1">
              <a:off x="6790450" y="3119050"/>
              <a:ext cx="262750" cy="260675"/>
            </a:xfrm>
            <a:custGeom>
              <a:rect b="b" l="l" r="r" t="t"/>
              <a:pathLst>
                <a:path extrusionOk="0" h="10427" w="10510">
                  <a:moveTo>
                    <a:pt x="5269" y="1924"/>
                  </a:moveTo>
                  <a:cubicBezTo>
                    <a:pt x="6022" y="1924"/>
                    <a:pt x="6635" y="2454"/>
                    <a:pt x="6774" y="3151"/>
                  </a:cubicBezTo>
                  <a:lnTo>
                    <a:pt x="3791" y="3151"/>
                  </a:lnTo>
                  <a:cubicBezTo>
                    <a:pt x="3931" y="2454"/>
                    <a:pt x="4544" y="1924"/>
                    <a:pt x="5269" y="1924"/>
                  </a:cubicBezTo>
                  <a:close/>
                  <a:moveTo>
                    <a:pt x="4962" y="3764"/>
                  </a:moveTo>
                  <a:lnTo>
                    <a:pt x="4962" y="9785"/>
                  </a:lnTo>
                  <a:cubicBezTo>
                    <a:pt x="3959" y="9646"/>
                    <a:pt x="3150" y="8754"/>
                    <a:pt x="3150" y="7694"/>
                  </a:cubicBezTo>
                  <a:lnTo>
                    <a:pt x="3150" y="4071"/>
                  </a:lnTo>
                  <a:cubicBezTo>
                    <a:pt x="3150" y="3903"/>
                    <a:pt x="3290" y="3764"/>
                    <a:pt x="3485" y="3764"/>
                  </a:cubicBezTo>
                  <a:close/>
                  <a:moveTo>
                    <a:pt x="7109" y="3764"/>
                  </a:moveTo>
                  <a:cubicBezTo>
                    <a:pt x="7276" y="3764"/>
                    <a:pt x="7415" y="3903"/>
                    <a:pt x="7415" y="4071"/>
                  </a:cubicBezTo>
                  <a:lnTo>
                    <a:pt x="7415" y="7694"/>
                  </a:lnTo>
                  <a:cubicBezTo>
                    <a:pt x="7415" y="8754"/>
                    <a:pt x="6607" y="9646"/>
                    <a:pt x="5603" y="9785"/>
                  </a:cubicBezTo>
                  <a:lnTo>
                    <a:pt x="5603" y="3764"/>
                  </a:lnTo>
                  <a:close/>
                  <a:moveTo>
                    <a:pt x="3987" y="1"/>
                  </a:moveTo>
                  <a:cubicBezTo>
                    <a:pt x="3819" y="1"/>
                    <a:pt x="3680" y="140"/>
                    <a:pt x="3680" y="307"/>
                  </a:cubicBezTo>
                  <a:lnTo>
                    <a:pt x="3680" y="921"/>
                  </a:lnTo>
                  <a:cubicBezTo>
                    <a:pt x="3680" y="1199"/>
                    <a:pt x="3819" y="1422"/>
                    <a:pt x="3987" y="1618"/>
                  </a:cubicBezTo>
                  <a:cubicBezTo>
                    <a:pt x="3513" y="1952"/>
                    <a:pt x="3150" y="2482"/>
                    <a:pt x="3095" y="3095"/>
                  </a:cubicBezTo>
                  <a:cubicBezTo>
                    <a:pt x="2732" y="3206"/>
                    <a:pt x="2453" y="3569"/>
                    <a:pt x="2453" y="3987"/>
                  </a:cubicBezTo>
                  <a:lnTo>
                    <a:pt x="2453" y="4294"/>
                  </a:lnTo>
                  <a:lnTo>
                    <a:pt x="1840" y="4294"/>
                  </a:lnTo>
                  <a:cubicBezTo>
                    <a:pt x="1450" y="4294"/>
                    <a:pt x="1115" y="4043"/>
                    <a:pt x="976" y="3652"/>
                  </a:cubicBezTo>
                  <a:lnTo>
                    <a:pt x="642" y="2677"/>
                  </a:lnTo>
                  <a:cubicBezTo>
                    <a:pt x="600" y="2551"/>
                    <a:pt x="511" y="2489"/>
                    <a:pt x="399" y="2489"/>
                  </a:cubicBezTo>
                  <a:cubicBezTo>
                    <a:pt x="361" y="2489"/>
                    <a:pt x="321" y="2496"/>
                    <a:pt x="279" y="2510"/>
                  </a:cubicBezTo>
                  <a:cubicBezTo>
                    <a:pt x="84" y="2565"/>
                    <a:pt x="28" y="2705"/>
                    <a:pt x="84" y="2900"/>
                  </a:cubicBezTo>
                  <a:lnTo>
                    <a:pt x="419" y="3875"/>
                  </a:lnTo>
                  <a:cubicBezTo>
                    <a:pt x="614" y="4489"/>
                    <a:pt x="1171" y="4907"/>
                    <a:pt x="1840" y="4907"/>
                  </a:cubicBezTo>
                  <a:lnTo>
                    <a:pt x="2453" y="4907"/>
                  </a:lnTo>
                  <a:lnTo>
                    <a:pt x="2453" y="6133"/>
                  </a:lnTo>
                  <a:lnTo>
                    <a:pt x="335" y="6133"/>
                  </a:lnTo>
                  <a:cubicBezTo>
                    <a:pt x="168" y="6133"/>
                    <a:pt x="28" y="6273"/>
                    <a:pt x="28" y="6440"/>
                  </a:cubicBezTo>
                  <a:cubicBezTo>
                    <a:pt x="28" y="6635"/>
                    <a:pt x="168" y="6775"/>
                    <a:pt x="335" y="6775"/>
                  </a:cubicBezTo>
                  <a:lnTo>
                    <a:pt x="2453" y="6775"/>
                  </a:lnTo>
                  <a:lnTo>
                    <a:pt x="2453" y="7667"/>
                  </a:lnTo>
                  <a:lnTo>
                    <a:pt x="2453" y="7973"/>
                  </a:lnTo>
                  <a:lnTo>
                    <a:pt x="1812" y="7973"/>
                  </a:lnTo>
                  <a:cubicBezTo>
                    <a:pt x="1143" y="7973"/>
                    <a:pt x="586" y="8391"/>
                    <a:pt x="363" y="9032"/>
                  </a:cubicBezTo>
                  <a:lnTo>
                    <a:pt x="56" y="10008"/>
                  </a:lnTo>
                  <a:cubicBezTo>
                    <a:pt x="0" y="10175"/>
                    <a:pt x="84" y="10315"/>
                    <a:pt x="223" y="10398"/>
                  </a:cubicBezTo>
                  <a:cubicBezTo>
                    <a:pt x="259" y="10408"/>
                    <a:pt x="292" y="10413"/>
                    <a:pt x="323" y="10413"/>
                  </a:cubicBezTo>
                  <a:cubicBezTo>
                    <a:pt x="466" y="10413"/>
                    <a:pt x="568" y="10317"/>
                    <a:pt x="614" y="10203"/>
                  </a:cubicBezTo>
                  <a:lnTo>
                    <a:pt x="920" y="9228"/>
                  </a:lnTo>
                  <a:cubicBezTo>
                    <a:pt x="1060" y="8865"/>
                    <a:pt x="1394" y="8614"/>
                    <a:pt x="1812" y="8614"/>
                  </a:cubicBezTo>
                  <a:lnTo>
                    <a:pt x="2593" y="8614"/>
                  </a:lnTo>
                  <a:cubicBezTo>
                    <a:pt x="2983" y="9646"/>
                    <a:pt x="3987" y="10426"/>
                    <a:pt x="5185" y="10426"/>
                  </a:cubicBezTo>
                  <a:cubicBezTo>
                    <a:pt x="6356" y="10426"/>
                    <a:pt x="7387" y="9646"/>
                    <a:pt x="7750" y="8614"/>
                  </a:cubicBezTo>
                  <a:lnTo>
                    <a:pt x="8586" y="8614"/>
                  </a:lnTo>
                  <a:cubicBezTo>
                    <a:pt x="8976" y="8614"/>
                    <a:pt x="9339" y="8837"/>
                    <a:pt x="9478" y="9228"/>
                  </a:cubicBezTo>
                  <a:lnTo>
                    <a:pt x="9785" y="10203"/>
                  </a:lnTo>
                  <a:cubicBezTo>
                    <a:pt x="9827" y="10351"/>
                    <a:pt x="9917" y="10419"/>
                    <a:pt x="10043" y="10419"/>
                  </a:cubicBezTo>
                  <a:cubicBezTo>
                    <a:pt x="10084" y="10419"/>
                    <a:pt x="10128" y="10412"/>
                    <a:pt x="10175" y="10398"/>
                  </a:cubicBezTo>
                  <a:cubicBezTo>
                    <a:pt x="10342" y="10315"/>
                    <a:pt x="10398" y="10175"/>
                    <a:pt x="10342" y="10008"/>
                  </a:cubicBezTo>
                  <a:lnTo>
                    <a:pt x="10119" y="9032"/>
                  </a:lnTo>
                  <a:cubicBezTo>
                    <a:pt x="9924" y="8391"/>
                    <a:pt x="9367" y="7973"/>
                    <a:pt x="8698" y="7973"/>
                  </a:cubicBezTo>
                  <a:lnTo>
                    <a:pt x="8001" y="7973"/>
                  </a:lnTo>
                  <a:lnTo>
                    <a:pt x="8001" y="7667"/>
                  </a:lnTo>
                  <a:lnTo>
                    <a:pt x="8001" y="6775"/>
                  </a:lnTo>
                  <a:lnTo>
                    <a:pt x="10175" y="6775"/>
                  </a:lnTo>
                  <a:cubicBezTo>
                    <a:pt x="10342" y="6775"/>
                    <a:pt x="10482" y="6635"/>
                    <a:pt x="10482" y="6440"/>
                  </a:cubicBezTo>
                  <a:cubicBezTo>
                    <a:pt x="10482" y="6273"/>
                    <a:pt x="10342" y="6133"/>
                    <a:pt x="10175" y="6133"/>
                  </a:cubicBezTo>
                  <a:lnTo>
                    <a:pt x="8001" y="6133"/>
                  </a:lnTo>
                  <a:lnTo>
                    <a:pt x="8001" y="4907"/>
                  </a:lnTo>
                  <a:lnTo>
                    <a:pt x="8698" y="4907"/>
                  </a:lnTo>
                  <a:cubicBezTo>
                    <a:pt x="9367" y="4907"/>
                    <a:pt x="9924" y="4489"/>
                    <a:pt x="10119" y="3875"/>
                  </a:cubicBezTo>
                  <a:lnTo>
                    <a:pt x="10454" y="2900"/>
                  </a:lnTo>
                  <a:cubicBezTo>
                    <a:pt x="10509" y="2705"/>
                    <a:pt x="10398" y="2565"/>
                    <a:pt x="10259" y="2510"/>
                  </a:cubicBezTo>
                  <a:cubicBezTo>
                    <a:pt x="10223" y="2498"/>
                    <a:pt x="10188" y="2492"/>
                    <a:pt x="10156" y="2492"/>
                  </a:cubicBezTo>
                  <a:cubicBezTo>
                    <a:pt x="10036" y="2492"/>
                    <a:pt x="9940" y="2567"/>
                    <a:pt x="9896" y="2677"/>
                  </a:cubicBezTo>
                  <a:lnTo>
                    <a:pt x="9562" y="3652"/>
                  </a:lnTo>
                  <a:cubicBezTo>
                    <a:pt x="9422" y="4043"/>
                    <a:pt x="9116" y="4294"/>
                    <a:pt x="8698" y="4294"/>
                  </a:cubicBezTo>
                  <a:lnTo>
                    <a:pt x="8001" y="4294"/>
                  </a:lnTo>
                  <a:lnTo>
                    <a:pt x="8001" y="3987"/>
                  </a:lnTo>
                  <a:cubicBezTo>
                    <a:pt x="8001" y="3597"/>
                    <a:pt x="7750" y="3234"/>
                    <a:pt x="7387" y="3095"/>
                  </a:cubicBezTo>
                  <a:cubicBezTo>
                    <a:pt x="7304" y="2482"/>
                    <a:pt x="6969" y="1952"/>
                    <a:pt x="6468" y="1618"/>
                  </a:cubicBezTo>
                  <a:cubicBezTo>
                    <a:pt x="6691" y="1422"/>
                    <a:pt x="6774" y="1199"/>
                    <a:pt x="6774" y="921"/>
                  </a:cubicBezTo>
                  <a:lnTo>
                    <a:pt x="6774" y="307"/>
                  </a:lnTo>
                  <a:cubicBezTo>
                    <a:pt x="6774" y="140"/>
                    <a:pt x="6635" y="1"/>
                    <a:pt x="6468" y="1"/>
                  </a:cubicBezTo>
                  <a:cubicBezTo>
                    <a:pt x="6300" y="1"/>
                    <a:pt x="6161" y="140"/>
                    <a:pt x="6161" y="307"/>
                  </a:cubicBezTo>
                  <a:lnTo>
                    <a:pt x="6161" y="921"/>
                  </a:lnTo>
                  <a:cubicBezTo>
                    <a:pt x="6161" y="1088"/>
                    <a:pt x="6022" y="1255"/>
                    <a:pt x="5854" y="1255"/>
                  </a:cubicBezTo>
                  <a:lnTo>
                    <a:pt x="4628" y="1255"/>
                  </a:lnTo>
                  <a:cubicBezTo>
                    <a:pt x="4488" y="1255"/>
                    <a:pt x="4321" y="1088"/>
                    <a:pt x="4321" y="921"/>
                  </a:cubicBezTo>
                  <a:lnTo>
                    <a:pt x="4321" y="307"/>
                  </a:lnTo>
                  <a:cubicBezTo>
                    <a:pt x="4321" y="140"/>
                    <a:pt x="4182" y="1"/>
                    <a:pt x="39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15" name="Google Shape;3815;p49"/>
          <p:cNvGrpSpPr/>
          <p:nvPr/>
        </p:nvGrpSpPr>
        <p:grpSpPr>
          <a:xfrm>
            <a:off x="5107316" y="3313141"/>
            <a:ext cx="234489" cy="266770"/>
            <a:chOff x="7660859" y="2571753"/>
            <a:chExt cx="366561" cy="417024"/>
          </a:xfrm>
        </p:grpSpPr>
        <p:sp>
          <p:nvSpPr>
            <p:cNvPr id="3816" name="Google Shape;3816;p49"/>
            <p:cNvSpPr/>
            <p:nvPr/>
          </p:nvSpPr>
          <p:spPr>
            <a:xfrm>
              <a:off x="7770506" y="2633631"/>
              <a:ext cx="147259" cy="146633"/>
            </a:xfrm>
            <a:custGeom>
              <a:rect b="b" l="l" r="r" t="t"/>
              <a:pathLst>
                <a:path extrusionOk="0" h="7026" w="7056">
                  <a:moveTo>
                    <a:pt x="4114" y="2928"/>
                  </a:moveTo>
                  <a:lnTo>
                    <a:pt x="4114" y="4099"/>
                  </a:lnTo>
                  <a:lnTo>
                    <a:pt x="2943" y="4099"/>
                  </a:lnTo>
                  <a:lnTo>
                    <a:pt x="2943" y="2928"/>
                  </a:lnTo>
                  <a:close/>
                  <a:moveTo>
                    <a:pt x="2354" y="1"/>
                  </a:moveTo>
                  <a:cubicBezTo>
                    <a:pt x="2032" y="1"/>
                    <a:pt x="1771" y="263"/>
                    <a:pt x="1771" y="586"/>
                  </a:cubicBezTo>
                  <a:lnTo>
                    <a:pt x="1771" y="1757"/>
                  </a:lnTo>
                  <a:lnTo>
                    <a:pt x="618" y="1757"/>
                  </a:lnTo>
                  <a:cubicBezTo>
                    <a:pt x="301" y="1757"/>
                    <a:pt x="31" y="1999"/>
                    <a:pt x="17" y="2314"/>
                  </a:cubicBezTo>
                  <a:cubicBezTo>
                    <a:pt x="1" y="2650"/>
                    <a:pt x="268" y="2928"/>
                    <a:pt x="600" y="2928"/>
                  </a:cubicBezTo>
                  <a:lnTo>
                    <a:pt x="1771" y="2928"/>
                  </a:lnTo>
                  <a:lnTo>
                    <a:pt x="1771" y="4099"/>
                  </a:lnTo>
                  <a:lnTo>
                    <a:pt x="618" y="4099"/>
                  </a:lnTo>
                  <a:cubicBezTo>
                    <a:pt x="301" y="4099"/>
                    <a:pt x="31" y="4341"/>
                    <a:pt x="17" y="4656"/>
                  </a:cubicBezTo>
                  <a:cubicBezTo>
                    <a:pt x="1" y="4992"/>
                    <a:pt x="268" y="5270"/>
                    <a:pt x="600" y="5270"/>
                  </a:cubicBezTo>
                  <a:lnTo>
                    <a:pt x="1771" y="5270"/>
                  </a:lnTo>
                  <a:lnTo>
                    <a:pt x="1771" y="6423"/>
                  </a:lnTo>
                  <a:cubicBezTo>
                    <a:pt x="1771" y="6738"/>
                    <a:pt x="2014" y="7011"/>
                    <a:pt x="2329" y="7025"/>
                  </a:cubicBezTo>
                  <a:cubicBezTo>
                    <a:pt x="2338" y="7025"/>
                    <a:pt x="2348" y="7025"/>
                    <a:pt x="2357" y="7025"/>
                  </a:cubicBezTo>
                  <a:cubicBezTo>
                    <a:pt x="2680" y="7025"/>
                    <a:pt x="2943" y="6764"/>
                    <a:pt x="2943" y="6441"/>
                  </a:cubicBezTo>
                  <a:lnTo>
                    <a:pt x="2943" y="5270"/>
                  </a:lnTo>
                  <a:lnTo>
                    <a:pt x="4114" y="5270"/>
                  </a:lnTo>
                  <a:lnTo>
                    <a:pt x="4114" y="6423"/>
                  </a:lnTo>
                  <a:cubicBezTo>
                    <a:pt x="4114" y="6738"/>
                    <a:pt x="4356" y="7011"/>
                    <a:pt x="4671" y="7025"/>
                  </a:cubicBezTo>
                  <a:cubicBezTo>
                    <a:pt x="4680" y="7025"/>
                    <a:pt x="4690" y="7025"/>
                    <a:pt x="4699" y="7025"/>
                  </a:cubicBezTo>
                  <a:cubicBezTo>
                    <a:pt x="5023" y="7025"/>
                    <a:pt x="5285" y="6764"/>
                    <a:pt x="5285" y="6441"/>
                  </a:cubicBezTo>
                  <a:lnTo>
                    <a:pt x="5285" y="5270"/>
                  </a:lnTo>
                  <a:lnTo>
                    <a:pt x="6456" y="5270"/>
                  </a:lnTo>
                  <a:cubicBezTo>
                    <a:pt x="6788" y="5270"/>
                    <a:pt x="7056" y="4992"/>
                    <a:pt x="7040" y="4656"/>
                  </a:cubicBezTo>
                  <a:cubicBezTo>
                    <a:pt x="7025" y="4341"/>
                    <a:pt x="6753" y="4099"/>
                    <a:pt x="6438" y="4099"/>
                  </a:cubicBezTo>
                  <a:lnTo>
                    <a:pt x="5285" y="4099"/>
                  </a:lnTo>
                  <a:lnTo>
                    <a:pt x="5285" y="2928"/>
                  </a:lnTo>
                  <a:lnTo>
                    <a:pt x="6438" y="2928"/>
                  </a:lnTo>
                  <a:cubicBezTo>
                    <a:pt x="6753" y="2928"/>
                    <a:pt x="7025" y="2685"/>
                    <a:pt x="7040" y="2370"/>
                  </a:cubicBezTo>
                  <a:cubicBezTo>
                    <a:pt x="7056" y="2034"/>
                    <a:pt x="6788" y="1757"/>
                    <a:pt x="6456" y="1757"/>
                  </a:cubicBezTo>
                  <a:lnTo>
                    <a:pt x="5285" y="1757"/>
                  </a:lnTo>
                  <a:lnTo>
                    <a:pt x="5285" y="603"/>
                  </a:lnTo>
                  <a:cubicBezTo>
                    <a:pt x="5285" y="287"/>
                    <a:pt x="5042" y="16"/>
                    <a:pt x="4727" y="2"/>
                  </a:cubicBezTo>
                  <a:cubicBezTo>
                    <a:pt x="4717" y="1"/>
                    <a:pt x="4707" y="1"/>
                    <a:pt x="4696" y="1"/>
                  </a:cubicBezTo>
                  <a:cubicBezTo>
                    <a:pt x="4374" y="1"/>
                    <a:pt x="4114" y="263"/>
                    <a:pt x="4114" y="586"/>
                  </a:cubicBezTo>
                  <a:lnTo>
                    <a:pt x="4114" y="1757"/>
                  </a:lnTo>
                  <a:lnTo>
                    <a:pt x="2943" y="1757"/>
                  </a:lnTo>
                  <a:lnTo>
                    <a:pt x="2943" y="603"/>
                  </a:lnTo>
                  <a:cubicBezTo>
                    <a:pt x="2943" y="287"/>
                    <a:pt x="2700" y="16"/>
                    <a:pt x="2385" y="2"/>
                  </a:cubicBezTo>
                  <a:cubicBezTo>
                    <a:pt x="2375" y="1"/>
                    <a:pt x="2364" y="1"/>
                    <a:pt x="235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7" name="Google Shape;3817;p49"/>
            <p:cNvSpPr/>
            <p:nvPr/>
          </p:nvSpPr>
          <p:spPr>
            <a:xfrm>
              <a:off x="7730834" y="2792447"/>
              <a:ext cx="226648" cy="76781"/>
            </a:xfrm>
            <a:custGeom>
              <a:rect b="b" l="l" r="r" t="t"/>
              <a:pathLst>
                <a:path extrusionOk="0" h="3679" w="10860">
                  <a:moveTo>
                    <a:pt x="747" y="0"/>
                  </a:moveTo>
                  <a:cubicBezTo>
                    <a:pt x="280" y="0"/>
                    <a:pt x="0" y="520"/>
                    <a:pt x="258" y="910"/>
                  </a:cubicBezTo>
                  <a:cubicBezTo>
                    <a:pt x="1470" y="2730"/>
                    <a:pt x="3430" y="3678"/>
                    <a:pt x="5429" y="3678"/>
                  </a:cubicBezTo>
                  <a:cubicBezTo>
                    <a:pt x="7423" y="3678"/>
                    <a:pt x="9385" y="2733"/>
                    <a:pt x="10600" y="911"/>
                  </a:cubicBezTo>
                  <a:cubicBezTo>
                    <a:pt x="10860" y="523"/>
                    <a:pt x="10578" y="2"/>
                    <a:pt x="10116" y="2"/>
                  </a:cubicBezTo>
                  <a:cubicBezTo>
                    <a:pt x="10115" y="2"/>
                    <a:pt x="10114" y="2"/>
                    <a:pt x="10113" y="2"/>
                  </a:cubicBezTo>
                  <a:cubicBezTo>
                    <a:pt x="9924" y="2"/>
                    <a:pt x="9738" y="92"/>
                    <a:pt x="9625" y="262"/>
                  </a:cubicBezTo>
                  <a:cubicBezTo>
                    <a:pt x="8688" y="1668"/>
                    <a:pt x="7119" y="2507"/>
                    <a:pt x="5429" y="2507"/>
                  </a:cubicBezTo>
                  <a:cubicBezTo>
                    <a:pt x="3740" y="2507"/>
                    <a:pt x="2172" y="1668"/>
                    <a:pt x="1235" y="264"/>
                  </a:cubicBezTo>
                  <a:cubicBezTo>
                    <a:pt x="1125" y="101"/>
                    <a:pt x="943" y="0"/>
                    <a:pt x="7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8" name="Google Shape;3818;p49"/>
            <p:cNvSpPr/>
            <p:nvPr/>
          </p:nvSpPr>
          <p:spPr>
            <a:xfrm>
              <a:off x="7660859" y="2571753"/>
              <a:ext cx="366561" cy="417024"/>
            </a:xfrm>
            <a:custGeom>
              <a:rect b="b" l="l" r="r" t="t"/>
              <a:pathLst>
                <a:path extrusionOk="0" h="19982" w="17564">
                  <a:moveTo>
                    <a:pt x="14636" y="1169"/>
                  </a:moveTo>
                  <a:cubicBezTo>
                    <a:pt x="15587" y="1169"/>
                    <a:pt x="16392" y="1992"/>
                    <a:pt x="16392" y="2965"/>
                  </a:cubicBezTo>
                  <a:lnTo>
                    <a:pt x="16392" y="14674"/>
                  </a:lnTo>
                  <a:cubicBezTo>
                    <a:pt x="16392" y="15643"/>
                    <a:pt x="15607" y="16431"/>
                    <a:pt x="14636" y="16431"/>
                  </a:cubicBezTo>
                  <a:lnTo>
                    <a:pt x="11124" y="16431"/>
                  </a:lnTo>
                  <a:cubicBezTo>
                    <a:pt x="10967" y="16431"/>
                    <a:pt x="10816" y="16493"/>
                    <a:pt x="10707" y="16604"/>
                  </a:cubicBezTo>
                  <a:lnTo>
                    <a:pt x="8782" y="18561"/>
                  </a:lnTo>
                  <a:lnTo>
                    <a:pt x="6857" y="16604"/>
                  </a:lnTo>
                  <a:cubicBezTo>
                    <a:pt x="6748" y="16493"/>
                    <a:pt x="6597" y="16431"/>
                    <a:pt x="6440" y="16431"/>
                  </a:cubicBezTo>
                  <a:lnTo>
                    <a:pt x="2928" y="16431"/>
                  </a:lnTo>
                  <a:cubicBezTo>
                    <a:pt x="1959" y="16431"/>
                    <a:pt x="1172" y="15643"/>
                    <a:pt x="1172" y="14674"/>
                  </a:cubicBezTo>
                  <a:lnTo>
                    <a:pt x="1172" y="2965"/>
                  </a:lnTo>
                  <a:cubicBezTo>
                    <a:pt x="1172" y="1992"/>
                    <a:pt x="1977" y="1169"/>
                    <a:pt x="2928" y="1169"/>
                  </a:cubicBezTo>
                  <a:close/>
                  <a:moveTo>
                    <a:pt x="2928" y="0"/>
                  </a:moveTo>
                  <a:cubicBezTo>
                    <a:pt x="1310" y="0"/>
                    <a:pt x="1" y="1346"/>
                    <a:pt x="1" y="2965"/>
                  </a:cubicBezTo>
                  <a:lnTo>
                    <a:pt x="1" y="14674"/>
                  </a:lnTo>
                  <a:cubicBezTo>
                    <a:pt x="1" y="16291"/>
                    <a:pt x="1312" y="17600"/>
                    <a:pt x="2928" y="17600"/>
                  </a:cubicBezTo>
                  <a:lnTo>
                    <a:pt x="6196" y="17600"/>
                  </a:lnTo>
                  <a:lnTo>
                    <a:pt x="8365" y="19806"/>
                  </a:lnTo>
                  <a:cubicBezTo>
                    <a:pt x="8474" y="19919"/>
                    <a:pt x="8625" y="19981"/>
                    <a:pt x="8782" y="19981"/>
                  </a:cubicBezTo>
                  <a:cubicBezTo>
                    <a:pt x="8940" y="19981"/>
                    <a:pt x="9090" y="19919"/>
                    <a:pt x="9200" y="19806"/>
                  </a:cubicBezTo>
                  <a:lnTo>
                    <a:pt x="11370" y="17600"/>
                  </a:lnTo>
                  <a:lnTo>
                    <a:pt x="14636" y="17600"/>
                  </a:lnTo>
                  <a:cubicBezTo>
                    <a:pt x="16251" y="17600"/>
                    <a:pt x="17563" y="16287"/>
                    <a:pt x="17563" y="14674"/>
                  </a:cubicBezTo>
                  <a:lnTo>
                    <a:pt x="17563" y="2965"/>
                  </a:lnTo>
                  <a:cubicBezTo>
                    <a:pt x="17563" y="1348"/>
                    <a:pt x="16254" y="0"/>
                    <a:pt x="1463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19" name="Google Shape;3819;p49"/>
          <p:cNvGrpSpPr/>
          <p:nvPr/>
        </p:nvGrpSpPr>
        <p:grpSpPr>
          <a:xfrm>
            <a:off x="3344505" y="3313141"/>
            <a:ext cx="266770" cy="266770"/>
            <a:chOff x="5566722" y="2571753"/>
            <a:chExt cx="417024" cy="417024"/>
          </a:xfrm>
        </p:grpSpPr>
        <p:sp>
          <p:nvSpPr>
            <p:cNvPr id="3820" name="Google Shape;3820;p49"/>
            <p:cNvSpPr/>
            <p:nvPr/>
          </p:nvSpPr>
          <p:spPr>
            <a:xfrm>
              <a:off x="5566722" y="2571753"/>
              <a:ext cx="417024" cy="417024"/>
            </a:xfrm>
            <a:custGeom>
              <a:rect b="b" l="l" r="r" t="t"/>
              <a:pathLst>
                <a:path extrusionOk="0" h="19982" w="19982">
                  <a:moveTo>
                    <a:pt x="9990" y="1171"/>
                  </a:moveTo>
                  <a:cubicBezTo>
                    <a:pt x="14855" y="1171"/>
                    <a:pt x="18810" y="5127"/>
                    <a:pt x="18810" y="9991"/>
                  </a:cubicBezTo>
                  <a:cubicBezTo>
                    <a:pt x="18810" y="14854"/>
                    <a:pt x="14855" y="18810"/>
                    <a:pt x="9990" y="18810"/>
                  </a:cubicBezTo>
                  <a:cubicBezTo>
                    <a:pt x="5127" y="18810"/>
                    <a:pt x="1170" y="14854"/>
                    <a:pt x="1170" y="9991"/>
                  </a:cubicBezTo>
                  <a:cubicBezTo>
                    <a:pt x="1170" y="5127"/>
                    <a:pt x="5127" y="1171"/>
                    <a:pt x="9990" y="1171"/>
                  </a:cubicBezTo>
                  <a:close/>
                  <a:moveTo>
                    <a:pt x="9990" y="0"/>
                  </a:moveTo>
                  <a:cubicBezTo>
                    <a:pt x="4488" y="0"/>
                    <a:pt x="0" y="4490"/>
                    <a:pt x="0" y="9990"/>
                  </a:cubicBezTo>
                  <a:cubicBezTo>
                    <a:pt x="0" y="15493"/>
                    <a:pt x="4490" y="19981"/>
                    <a:pt x="9990" y="19981"/>
                  </a:cubicBezTo>
                  <a:cubicBezTo>
                    <a:pt x="15492" y="19981"/>
                    <a:pt x="19981" y="15491"/>
                    <a:pt x="19981" y="9990"/>
                  </a:cubicBezTo>
                  <a:cubicBezTo>
                    <a:pt x="19981" y="4488"/>
                    <a:pt x="15492" y="0"/>
                    <a:pt x="999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1" name="Google Shape;3821;p49"/>
            <p:cNvSpPr/>
            <p:nvPr/>
          </p:nvSpPr>
          <p:spPr>
            <a:xfrm>
              <a:off x="5653037" y="2658069"/>
              <a:ext cx="207719" cy="243052"/>
            </a:xfrm>
            <a:custGeom>
              <a:rect b="b" l="l" r="r" t="t"/>
              <a:pathLst>
                <a:path extrusionOk="0" h="11646" w="9953">
                  <a:moveTo>
                    <a:pt x="8782" y="1300"/>
                  </a:moveTo>
                  <a:lnTo>
                    <a:pt x="8782" y="2448"/>
                  </a:lnTo>
                  <a:lnTo>
                    <a:pt x="4099" y="3384"/>
                  </a:lnTo>
                  <a:lnTo>
                    <a:pt x="4099" y="2236"/>
                  </a:lnTo>
                  <a:lnTo>
                    <a:pt x="8782" y="1300"/>
                  </a:lnTo>
                  <a:close/>
                  <a:moveTo>
                    <a:pt x="8782" y="7304"/>
                  </a:moveTo>
                  <a:lnTo>
                    <a:pt x="8782" y="8447"/>
                  </a:lnTo>
                  <a:cubicBezTo>
                    <a:pt x="8782" y="8766"/>
                    <a:pt x="8591" y="9047"/>
                    <a:pt x="8295" y="9165"/>
                  </a:cubicBezTo>
                  <a:cubicBezTo>
                    <a:pt x="8163" y="9218"/>
                    <a:pt x="7987" y="9306"/>
                    <a:pt x="7782" y="9306"/>
                  </a:cubicBezTo>
                  <a:cubicBezTo>
                    <a:pt x="7653" y="9306"/>
                    <a:pt x="7513" y="9271"/>
                    <a:pt x="7365" y="9171"/>
                  </a:cubicBezTo>
                  <a:cubicBezTo>
                    <a:pt x="6850" y="8824"/>
                    <a:pt x="6937" y="8042"/>
                    <a:pt x="7512" y="7812"/>
                  </a:cubicBezTo>
                  <a:lnTo>
                    <a:pt x="8782" y="7304"/>
                  </a:lnTo>
                  <a:close/>
                  <a:moveTo>
                    <a:pt x="2928" y="8475"/>
                  </a:moveTo>
                  <a:lnTo>
                    <a:pt x="2928" y="9618"/>
                  </a:lnTo>
                  <a:cubicBezTo>
                    <a:pt x="2928" y="9937"/>
                    <a:pt x="2737" y="10218"/>
                    <a:pt x="2442" y="10336"/>
                  </a:cubicBezTo>
                  <a:cubicBezTo>
                    <a:pt x="2308" y="10389"/>
                    <a:pt x="2132" y="10476"/>
                    <a:pt x="1928" y="10476"/>
                  </a:cubicBezTo>
                  <a:cubicBezTo>
                    <a:pt x="1799" y="10476"/>
                    <a:pt x="1659" y="10442"/>
                    <a:pt x="1511" y="10342"/>
                  </a:cubicBezTo>
                  <a:cubicBezTo>
                    <a:pt x="996" y="9993"/>
                    <a:pt x="1083" y="9213"/>
                    <a:pt x="1658" y="8983"/>
                  </a:cubicBezTo>
                  <a:lnTo>
                    <a:pt x="2928" y="8475"/>
                  </a:lnTo>
                  <a:close/>
                  <a:moveTo>
                    <a:pt x="9369" y="1"/>
                  </a:moveTo>
                  <a:cubicBezTo>
                    <a:pt x="9330" y="1"/>
                    <a:pt x="9291" y="4"/>
                    <a:pt x="9252" y="12"/>
                  </a:cubicBezTo>
                  <a:lnTo>
                    <a:pt x="3399" y="1182"/>
                  </a:lnTo>
                  <a:cubicBezTo>
                    <a:pt x="3124" y="1237"/>
                    <a:pt x="2928" y="1477"/>
                    <a:pt x="2928" y="1757"/>
                  </a:cubicBezTo>
                  <a:lnTo>
                    <a:pt x="2928" y="7214"/>
                  </a:lnTo>
                  <a:lnTo>
                    <a:pt x="1223" y="7897"/>
                  </a:lnTo>
                  <a:cubicBezTo>
                    <a:pt x="480" y="8192"/>
                    <a:pt x="0" y="8902"/>
                    <a:pt x="0" y="9701"/>
                  </a:cubicBezTo>
                  <a:cubicBezTo>
                    <a:pt x="0" y="10782"/>
                    <a:pt x="880" y="11645"/>
                    <a:pt x="1944" y="11645"/>
                  </a:cubicBezTo>
                  <a:cubicBezTo>
                    <a:pt x="2362" y="11645"/>
                    <a:pt x="2624" y="11523"/>
                    <a:pt x="2877" y="11423"/>
                  </a:cubicBezTo>
                  <a:cubicBezTo>
                    <a:pt x="3618" y="11125"/>
                    <a:pt x="4099" y="10418"/>
                    <a:pt x="4099" y="9618"/>
                  </a:cubicBezTo>
                  <a:lnTo>
                    <a:pt x="4099" y="4578"/>
                  </a:lnTo>
                  <a:lnTo>
                    <a:pt x="8782" y="3641"/>
                  </a:lnTo>
                  <a:lnTo>
                    <a:pt x="8782" y="6043"/>
                  </a:lnTo>
                  <a:lnTo>
                    <a:pt x="7076" y="6726"/>
                  </a:lnTo>
                  <a:cubicBezTo>
                    <a:pt x="6335" y="7023"/>
                    <a:pt x="5854" y="7731"/>
                    <a:pt x="5854" y="8530"/>
                  </a:cubicBezTo>
                  <a:cubicBezTo>
                    <a:pt x="5854" y="9611"/>
                    <a:pt x="6733" y="10476"/>
                    <a:pt x="7798" y="10476"/>
                  </a:cubicBezTo>
                  <a:cubicBezTo>
                    <a:pt x="8216" y="10476"/>
                    <a:pt x="8477" y="10354"/>
                    <a:pt x="8730" y="10251"/>
                  </a:cubicBezTo>
                  <a:cubicBezTo>
                    <a:pt x="9473" y="9956"/>
                    <a:pt x="9953" y="9247"/>
                    <a:pt x="9953" y="8447"/>
                  </a:cubicBezTo>
                  <a:lnTo>
                    <a:pt x="9953" y="586"/>
                  </a:lnTo>
                  <a:cubicBezTo>
                    <a:pt x="9953" y="410"/>
                    <a:pt x="9873" y="244"/>
                    <a:pt x="9739" y="133"/>
                  </a:cubicBezTo>
                  <a:cubicBezTo>
                    <a:pt x="9633" y="47"/>
                    <a:pt x="9503" y="1"/>
                    <a:pt x="936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22" name="Google Shape;3822;p49"/>
          <p:cNvGrpSpPr/>
          <p:nvPr/>
        </p:nvGrpSpPr>
        <p:grpSpPr>
          <a:xfrm>
            <a:off x="3779668" y="3380101"/>
            <a:ext cx="266764" cy="132851"/>
            <a:chOff x="6090251" y="2676413"/>
            <a:chExt cx="417014" cy="207677"/>
          </a:xfrm>
        </p:grpSpPr>
        <p:sp>
          <p:nvSpPr>
            <p:cNvPr id="3823" name="Google Shape;3823;p49"/>
            <p:cNvSpPr/>
            <p:nvPr/>
          </p:nvSpPr>
          <p:spPr>
            <a:xfrm>
              <a:off x="6237672" y="2725248"/>
              <a:ext cx="61086" cy="158842"/>
            </a:xfrm>
            <a:custGeom>
              <a:rect b="b" l="l" r="r" t="t"/>
              <a:pathLst>
                <a:path extrusionOk="0" h="7611" w="2927">
                  <a:moveTo>
                    <a:pt x="1463" y="1172"/>
                  </a:moveTo>
                  <a:cubicBezTo>
                    <a:pt x="1624" y="1172"/>
                    <a:pt x="1757" y="1303"/>
                    <a:pt x="1757" y="1465"/>
                  </a:cubicBezTo>
                  <a:lnTo>
                    <a:pt x="1757" y="6148"/>
                  </a:lnTo>
                  <a:cubicBezTo>
                    <a:pt x="1757" y="6309"/>
                    <a:pt x="1624" y="6440"/>
                    <a:pt x="1463" y="6440"/>
                  </a:cubicBezTo>
                  <a:cubicBezTo>
                    <a:pt x="1302" y="6440"/>
                    <a:pt x="1171" y="6309"/>
                    <a:pt x="1171" y="6148"/>
                  </a:cubicBezTo>
                  <a:lnTo>
                    <a:pt x="1171" y="1465"/>
                  </a:lnTo>
                  <a:cubicBezTo>
                    <a:pt x="1171" y="1303"/>
                    <a:pt x="1302" y="1172"/>
                    <a:pt x="1463" y="1172"/>
                  </a:cubicBezTo>
                  <a:close/>
                  <a:moveTo>
                    <a:pt x="1463" y="1"/>
                  </a:moveTo>
                  <a:cubicBezTo>
                    <a:pt x="657" y="1"/>
                    <a:pt x="0" y="657"/>
                    <a:pt x="0" y="1465"/>
                  </a:cubicBezTo>
                  <a:lnTo>
                    <a:pt x="0" y="6148"/>
                  </a:lnTo>
                  <a:cubicBezTo>
                    <a:pt x="0" y="6955"/>
                    <a:pt x="657" y="7611"/>
                    <a:pt x="1463" y="7611"/>
                  </a:cubicBezTo>
                  <a:cubicBezTo>
                    <a:pt x="2270" y="7611"/>
                    <a:pt x="2926" y="6955"/>
                    <a:pt x="2926" y="6148"/>
                  </a:cubicBezTo>
                  <a:lnTo>
                    <a:pt x="2926" y="1465"/>
                  </a:lnTo>
                  <a:cubicBezTo>
                    <a:pt x="2926" y="657"/>
                    <a:pt x="2270" y="1"/>
                    <a:pt x="146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4" name="Google Shape;3824;p49"/>
            <p:cNvSpPr/>
            <p:nvPr/>
          </p:nvSpPr>
          <p:spPr>
            <a:xfrm>
              <a:off x="6446178" y="2761915"/>
              <a:ext cx="61086" cy="61086"/>
            </a:xfrm>
            <a:custGeom>
              <a:rect b="b" l="l" r="r" t="t"/>
              <a:pathLst>
                <a:path extrusionOk="0" h="2927" w="2927">
                  <a:moveTo>
                    <a:pt x="1464" y="1171"/>
                  </a:moveTo>
                  <a:cubicBezTo>
                    <a:pt x="1625" y="1171"/>
                    <a:pt x="1756" y="1302"/>
                    <a:pt x="1756" y="1463"/>
                  </a:cubicBezTo>
                  <a:cubicBezTo>
                    <a:pt x="1756" y="1626"/>
                    <a:pt x="1625" y="1757"/>
                    <a:pt x="1464" y="1757"/>
                  </a:cubicBezTo>
                  <a:cubicBezTo>
                    <a:pt x="1303" y="1757"/>
                    <a:pt x="1170" y="1626"/>
                    <a:pt x="1170" y="1463"/>
                  </a:cubicBezTo>
                  <a:cubicBezTo>
                    <a:pt x="1170" y="1302"/>
                    <a:pt x="1303" y="1171"/>
                    <a:pt x="1464" y="1171"/>
                  </a:cubicBezTo>
                  <a:close/>
                  <a:moveTo>
                    <a:pt x="1464" y="0"/>
                  </a:moveTo>
                  <a:cubicBezTo>
                    <a:pt x="657" y="0"/>
                    <a:pt x="1" y="657"/>
                    <a:pt x="1" y="1463"/>
                  </a:cubicBezTo>
                  <a:cubicBezTo>
                    <a:pt x="1" y="2270"/>
                    <a:pt x="657" y="2926"/>
                    <a:pt x="1464" y="2926"/>
                  </a:cubicBezTo>
                  <a:cubicBezTo>
                    <a:pt x="2270" y="2926"/>
                    <a:pt x="2927" y="2270"/>
                    <a:pt x="2927" y="1463"/>
                  </a:cubicBezTo>
                  <a:cubicBezTo>
                    <a:pt x="2927" y="657"/>
                    <a:pt x="2270" y="0"/>
                    <a:pt x="146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5" name="Google Shape;3825;p49"/>
            <p:cNvSpPr/>
            <p:nvPr/>
          </p:nvSpPr>
          <p:spPr>
            <a:xfrm>
              <a:off x="6311758" y="2676413"/>
              <a:ext cx="135446" cy="207677"/>
            </a:xfrm>
            <a:custGeom>
              <a:rect b="b" l="l" r="r" t="t"/>
              <a:pathLst>
                <a:path extrusionOk="0" h="9951" w="6490">
                  <a:moveTo>
                    <a:pt x="1466" y="1171"/>
                  </a:moveTo>
                  <a:cubicBezTo>
                    <a:pt x="1627" y="1171"/>
                    <a:pt x="1757" y="1302"/>
                    <a:pt x="1757" y="1463"/>
                  </a:cubicBezTo>
                  <a:lnTo>
                    <a:pt x="1757" y="6026"/>
                  </a:lnTo>
                  <a:lnTo>
                    <a:pt x="4186" y="3598"/>
                  </a:lnTo>
                  <a:cubicBezTo>
                    <a:pt x="4243" y="3541"/>
                    <a:pt x="4318" y="3512"/>
                    <a:pt x="4392" y="3512"/>
                  </a:cubicBezTo>
                  <a:cubicBezTo>
                    <a:pt x="4467" y="3512"/>
                    <a:pt x="4542" y="3541"/>
                    <a:pt x="4598" y="3598"/>
                  </a:cubicBezTo>
                  <a:cubicBezTo>
                    <a:pt x="4713" y="3712"/>
                    <a:pt x="4713" y="3897"/>
                    <a:pt x="4598" y="4012"/>
                  </a:cubicBezTo>
                  <a:lnTo>
                    <a:pt x="3247" y="5364"/>
                  </a:lnTo>
                  <a:lnTo>
                    <a:pt x="5221" y="8325"/>
                  </a:lnTo>
                  <a:cubicBezTo>
                    <a:pt x="5280" y="8414"/>
                    <a:pt x="5274" y="8500"/>
                    <a:pt x="5265" y="8546"/>
                  </a:cubicBezTo>
                  <a:cubicBezTo>
                    <a:pt x="5257" y="8591"/>
                    <a:pt x="5228" y="8674"/>
                    <a:pt x="5140" y="8732"/>
                  </a:cubicBezTo>
                  <a:cubicBezTo>
                    <a:pt x="5090" y="8764"/>
                    <a:pt x="5037" y="8780"/>
                    <a:pt x="4979" y="8780"/>
                  </a:cubicBezTo>
                  <a:cubicBezTo>
                    <a:pt x="4880" y="8780"/>
                    <a:pt x="4788" y="8732"/>
                    <a:pt x="4735" y="8651"/>
                  </a:cubicBezTo>
                  <a:lnTo>
                    <a:pt x="2824" y="5787"/>
                  </a:lnTo>
                  <a:lnTo>
                    <a:pt x="1757" y="6853"/>
                  </a:lnTo>
                  <a:lnTo>
                    <a:pt x="1757" y="8488"/>
                  </a:lnTo>
                  <a:cubicBezTo>
                    <a:pt x="1757" y="8649"/>
                    <a:pt x="1627" y="8782"/>
                    <a:pt x="1466" y="8782"/>
                  </a:cubicBezTo>
                  <a:cubicBezTo>
                    <a:pt x="1305" y="8782"/>
                    <a:pt x="1172" y="8649"/>
                    <a:pt x="1172" y="8488"/>
                  </a:cubicBezTo>
                  <a:lnTo>
                    <a:pt x="1172" y="1463"/>
                  </a:lnTo>
                  <a:cubicBezTo>
                    <a:pt x="1172" y="1302"/>
                    <a:pt x="1305" y="1171"/>
                    <a:pt x="1466" y="1171"/>
                  </a:cubicBezTo>
                  <a:close/>
                  <a:moveTo>
                    <a:pt x="1466" y="0"/>
                  </a:moveTo>
                  <a:cubicBezTo>
                    <a:pt x="659" y="0"/>
                    <a:pt x="1" y="657"/>
                    <a:pt x="1" y="1463"/>
                  </a:cubicBezTo>
                  <a:lnTo>
                    <a:pt x="1" y="8488"/>
                  </a:lnTo>
                  <a:cubicBezTo>
                    <a:pt x="1" y="9295"/>
                    <a:pt x="659" y="9951"/>
                    <a:pt x="1466" y="9951"/>
                  </a:cubicBezTo>
                  <a:cubicBezTo>
                    <a:pt x="2272" y="9951"/>
                    <a:pt x="2929" y="9295"/>
                    <a:pt x="2929" y="8488"/>
                  </a:cubicBezTo>
                  <a:lnTo>
                    <a:pt x="2929" y="8053"/>
                  </a:lnTo>
                  <a:lnTo>
                    <a:pt x="3760" y="9300"/>
                  </a:lnTo>
                  <a:cubicBezTo>
                    <a:pt x="4032" y="9709"/>
                    <a:pt x="4487" y="9951"/>
                    <a:pt x="4979" y="9951"/>
                  </a:cubicBezTo>
                  <a:cubicBezTo>
                    <a:pt x="5269" y="9951"/>
                    <a:pt x="5548" y="9866"/>
                    <a:pt x="5789" y="9705"/>
                  </a:cubicBezTo>
                  <a:cubicBezTo>
                    <a:pt x="6114" y="9489"/>
                    <a:pt x="6336" y="9158"/>
                    <a:pt x="6413" y="8775"/>
                  </a:cubicBezTo>
                  <a:cubicBezTo>
                    <a:pt x="6490" y="8391"/>
                    <a:pt x="6412" y="8001"/>
                    <a:pt x="6196" y="7676"/>
                  </a:cubicBezTo>
                  <a:lnTo>
                    <a:pt x="4754" y="5512"/>
                  </a:lnTo>
                  <a:lnTo>
                    <a:pt x="5426" y="4840"/>
                  </a:lnTo>
                  <a:cubicBezTo>
                    <a:pt x="5998" y="4269"/>
                    <a:pt x="5998" y="3340"/>
                    <a:pt x="5426" y="2771"/>
                  </a:cubicBezTo>
                  <a:cubicBezTo>
                    <a:pt x="5142" y="2485"/>
                    <a:pt x="4767" y="2342"/>
                    <a:pt x="4392" y="2342"/>
                  </a:cubicBezTo>
                  <a:cubicBezTo>
                    <a:pt x="4017" y="2342"/>
                    <a:pt x="3642" y="2485"/>
                    <a:pt x="3357" y="2771"/>
                  </a:cubicBezTo>
                  <a:lnTo>
                    <a:pt x="2929" y="3199"/>
                  </a:lnTo>
                  <a:lnTo>
                    <a:pt x="2929" y="1463"/>
                  </a:lnTo>
                  <a:cubicBezTo>
                    <a:pt x="2929" y="657"/>
                    <a:pt x="2272" y="0"/>
                    <a:pt x="146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6" name="Google Shape;3826;p49"/>
            <p:cNvSpPr/>
            <p:nvPr/>
          </p:nvSpPr>
          <p:spPr>
            <a:xfrm>
              <a:off x="6090251" y="2676413"/>
              <a:ext cx="135405" cy="207677"/>
            </a:xfrm>
            <a:custGeom>
              <a:rect b="b" l="l" r="r" t="t"/>
              <a:pathLst>
                <a:path extrusionOk="0" h="9951" w="6488">
                  <a:moveTo>
                    <a:pt x="1464" y="1171"/>
                  </a:moveTo>
                  <a:cubicBezTo>
                    <a:pt x="1625" y="1171"/>
                    <a:pt x="1757" y="1302"/>
                    <a:pt x="1757" y="1463"/>
                  </a:cubicBezTo>
                  <a:lnTo>
                    <a:pt x="1757" y="6026"/>
                  </a:lnTo>
                  <a:lnTo>
                    <a:pt x="4184" y="3598"/>
                  </a:lnTo>
                  <a:cubicBezTo>
                    <a:pt x="4241" y="3541"/>
                    <a:pt x="4316" y="3512"/>
                    <a:pt x="4391" y="3512"/>
                  </a:cubicBezTo>
                  <a:cubicBezTo>
                    <a:pt x="4466" y="3512"/>
                    <a:pt x="4541" y="3541"/>
                    <a:pt x="4598" y="3598"/>
                  </a:cubicBezTo>
                  <a:cubicBezTo>
                    <a:pt x="4712" y="3712"/>
                    <a:pt x="4712" y="3897"/>
                    <a:pt x="4598" y="4012"/>
                  </a:cubicBezTo>
                  <a:lnTo>
                    <a:pt x="3245" y="5364"/>
                  </a:lnTo>
                  <a:lnTo>
                    <a:pt x="5219" y="8325"/>
                  </a:lnTo>
                  <a:cubicBezTo>
                    <a:pt x="5278" y="8414"/>
                    <a:pt x="5272" y="8500"/>
                    <a:pt x="5264" y="8546"/>
                  </a:cubicBezTo>
                  <a:cubicBezTo>
                    <a:pt x="5255" y="8591"/>
                    <a:pt x="5226" y="8674"/>
                    <a:pt x="5138" y="8732"/>
                  </a:cubicBezTo>
                  <a:cubicBezTo>
                    <a:pt x="5090" y="8764"/>
                    <a:pt x="5035" y="8780"/>
                    <a:pt x="4977" y="8780"/>
                  </a:cubicBezTo>
                  <a:cubicBezTo>
                    <a:pt x="4878" y="8780"/>
                    <a:pt x="4788" y="8732"/>
                    <a:pt x="4733" y="8651"/>
                  </a:cubicBezTo>
                  <a:lnTo>
                    <a:pt x="2824" y="5787"/>
                  </a:lnTo>
                  <a:lnTo>
                    <a:pt x="1757" y="6853"/>
                  </a:lnTo>
                  <a:lnTo>
                    <a:pt x="1757" y="8488"/>
                  </a:lnTo>
                  <a:cubicBezTo>
                    <a:pt x="1757" y="8649"/>
                    <a:pt x="1625" y="8782"/>
                    <a:pt x="1464" y="8782"/>
                  </a:cubicBezTo>
                  <a:cubicBezTo>
                    <a:pt x="1303" y="8782"/>
                    <a:pt x="1172" y="8649"/>
                    <a:pt x="1172" y="8488"/>
                  </a:cubicBezTo>
                  <a:lnTo>
                    <a:pt x="1172" y="1463"/>
                  </a:lnTo>
                  <a:cubicBezTo>
                    <a:pt x="1172" y="1302"/>
                    <a:pt x="1303" y="1171"/>
                    <a:pt x="1464" y="1171"/>
                  </a:cubicBezTo>
                  <a:close/>
                  <a:moveTo>
                    <a:pt x="1464" y="0"/>
                  </a:moveTo>
                  <a:cubicBezTo>
                    <a:pt x="657" y="0"/>
                    <a:pt x="1" y="657"/>
                    <a:pt x="1" y="1463"/>
                  </a:cubicBezTo>
                  <a:lnTo>
                    <a:pt x="1" y="8488"/>
                  </a:lnTo>
                  <a:cubicBezTo>
                    <a:pt x="1" y="9295"/>
                    <a:pt x="657" y="9951"/>
                    <a:pt x="1464" y="9951"/>
                  </a:cubicBezTo>
                  <a:cubicBezTo>
                    <a:pt x="2270" y="9951"/>
                    <a:pt x="2927" y="9295"/>
                    <a:pt x="2927" y="8488"/>
                  </a:cubicBezTo>
                  <a:lnTo>
                    <a:pt x="2927" y="8053"/>
                  </a:lnTo>
                  <a:lnTo>
                    <a:pt x="3758" y="9300"/>
                  </a:lnTo>
                  <a:cubicBezTo>
                    <a:pt x="4031" y="9709"/>
                    <a:pt x="4485" y="9951"/>
                    <a:pt x="4977" y="9951"/>
                  </a:cubicBezTo>
                  <a:cubicBezTo>
                    <a:pt x="5267" y="9951"/>
                    <a:pt x="5548" y="9866"/>
                    <a:pt x="5787" y="9705"/>
                  </a:cubicBezTo>
                  <a:cubicBezTo>
                    <a:pt x="6113" y="9489"/>
                    <a:pt x="6336" y="9158"/>
                    <a:pt x="6412" y="8775"/>
                  </a:cubicBezTo>
                  <a:cubicBezTo>
                    <a:pt x="6488" y="8391"/>
                    <a:pt x="6410" y="8001"/>
                    <a:pt x="6194" y="7676"/>
                  </a:cubicBezTo>
                  <a:lnTo>
                    <a:pt x="4752" y="5512"/>
                  </a:lnTo>
                  <a:lnTo>
                    <a:pt x="5426" y="4840"/>
                  </a:lnTo>
                  <a:cubicBezTo>
                    <a:pt x="5996" y="4269"/>
                    <a:pt x="5996" y="3340"/>
                    <a:pt x="5426" y="2771"/>
                  </a:cubicBezTo>
                  <a:cubicBezTo>
                    <a:pt x="5141" y="2485"/>
                    <a:pt x="4766" y="2342"/>
                    <a:pt x="4391" y="2342"/>
                  </a:cubicBezTo>
                  <a:cubicBezTo>
                    <a:pt x="4016" y="2342"/>
                    <a:pt x="3641" y="2485"/>
                    <a:pt x="3357" y="2771"/>
                  </a:cubicBezTo>
                  <a:lnTo>
                    <a:pt x="2927" y="3199"/>
                  </a:lnTo>
                  <a:lnTo>
                    <a:pt x="2927" y="1463"/>
                  </a:lnTo>
                  <a:cubicBezTo>
                    <a:pt x="2927" y="657"/>
                    <a:pt x="2270" y="0"/>
                    <a:pt x="146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27" name="Google Shape;3827;p49"/>
          <p:cNvGrpSpPr/>
          <p:nvPr/>
        </p:nvGrpSpPr>
        <p:grpSpPr>
          <a:xfrm>
            <a:off x="4663029" y="3313141"/>
            <a:ext cx="266770" cy="266770"/>
            <a:chOff x="7137330" y="2571753"/>
            <a:chExt cx="417024" cy="417024"/>
          </a:xfrm>
        </p:grpSpPr>
        <p:sp>
          <p:nvSpPr>
            <p:cNvPr id="3828" name="Google Shape;3828;p49"/>
            <p:cNvSpPr/>
            <p:nvPr/>
          </p:nvSpPr>
          <p:spPr>
            <a:xfrm>
              <a:off x="7235854" y="2645840"/>
              <a:ext cx="219949" cy="268826"/>
            </a:xfrm>
            <a:custGeom>
              <a:rect b="b" l="l" r="r" t="t"/>
              <a:pathLst>
                <a:path extrusionOk="0" h="12881" w="10539">
                  <a:moveTo>
                    <a:pt x="5271" y="1172"/>
                  </a:moveTo>
                  <a:cubicBezTo>
                    <a:pt x="7530" y="1172"/>
                    <a:pt x="9368" y="3010"/>
                    <a:pt x="9368" y="5270"/>
                  </a:cubicBezTo>
                  <a:cubicBezTo>
                    <a:pt x="9368" y="6273"/>
                    <a:pt x="8717" y="7797"/>
                    <a:pt x="7624" y="9343"/>
                  </a:cubicBezTo>
                  <a:cubicBezTo>
                    <a:pt x="6513" y="10917"/>
                    <a:pt x="5536" y="11665"/>
                    <a:pt x="5271" y="11708"/>
                  </a:cubicBezTo>
                  <a:cubicBezTo>
                    <a:pt x="5004" y="11665"/>
                    <a:pt x="4029" y="10917"/>
                    <a:pt x="2916" y="9343"/>
                  </a:cubicBezTo>
                  <a:cubicBezTo>
                    <a:pt x="1825" y="7797"/>
                    <a:pt x="1172" y="6273"/>
                    <a:pt x="1172" y="5270"/>
                  </a:cubicBezTo>
                  <a:cubicBezTo>
                    <a:pt x="1172" y="3010"/>
                    <a:pt x="3010" y="1172"/>
                    <a:pt x="5271" y="1172"/>
                  </a:cubicBezTo>
                  <a:close/>
                  <a:moveTo>
                    <a:pt x="5271" y="1"/>
                  </a:moveTo>
                  <a:cubicBezTo>
                    <a:pt x="2366" y="1"/>
                    <a:pt x="1" y="2364"/>
                    <a:pt x="1" y="5270"/>
                  </a:cubicBezTo>
                  <a:cubicBezTo>
                    <a:pt x="1" y="7084"/>
                    <a:pt x="1409" y="9247"/>
                    <a:pt x="2014" y="10093"/>
                  </a:cubicBezTo>
                  <a:cubicBezTo>
                    <a:pt x="2481" y="10747"/>
                    <a:pt x="4098" y="12881"/>
                    <a:pt x="5271" y="12881"/>
                  </a:cubicBezTo>
                  <a:cubicBezTo>
                    <a:pt x="6444" y="12881"/>
                    <a:pt x="8059" y="10747"/>
                    <a:pt x="8528" y="10093"/>
                  </a:cubicBezTo>
                  <a:cubicBezTo>
                    <a:pt x="9133" y="9247"/>
                    <a:pt x="10539" y="7084"/>
                    <a:pt x="10539" y="5270"/>
                  </a:cubicBezTo>
                  <a:cubicBezTo>
                    <a:pt x="10539" y="2364"/>
                    <a:pt x="8175" y="1"/>
                    <a:pt x="527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9" name="Google Shape;3829;p49"/>
            <p:cNvSpPr/>
            <p:nvPr/>
          </p:nvSpPr>
          <p:spPr>
            <a:xfrm>
              <a:off x="7137330" y="2571753"/>
              <a:ext cx="417024" cy="417024"/>
            </a:xfrm>
            <a:custGeom>
              <a:rect b="b" l="l" r="r" t="t"/>
              <a:pathLst>
                <a:path extrusionOk="0" h="19982" w="19982">
                  <a:moveTo>
                    <a:pt x="9992" y="1171"/>
                  </a:moveTo>
                  <a:cubicBezTo>
                    <a:pt x="14855" y="1171"/>
                    <a:pt x="18812" y="5127"/>
                    <a:pt x="18812" y="9991"/>
                  </a:cubicBezTo>
                  <a:cubicBezTo>
                    <a:pt x="18812" y="14854"/>
                    <a:pt x="14855" y="18810"/>
                    <a:pt x="9992" y="18810"/>
                  </a:cubicBezTo>
                  <a:cubicBezTo>
                    <a:pt x="5127" y="18810"/>
                    <a:pt x="1171" y="14854"/>
                    <a:pt x="1171" y="9991"/>
                  </a:cubicBezTo>
                  <a:cubicBezTo>
                    <a:pt x="1171" y="5127"/>
                    <a:pt x="5127" y="1171"/>
                    <a:pt x="9992" y="1171"/>
                  </a:cubicBezTo>
                  <a:close/>
                  <a:moveTo>
                    <a:pt x="9992" y="0"/>
                  </a:moveTo>
                  <a:cubicBezTo>
                    <a:pt x="4490" y="0"/>
                    <a:pt x="0" y="4490"/>
                    <a:pt x="0" y="9990"/>
                  </a:cubicBezTo>
                  <a:cubicBezTo>
                    <a:pt x="0" y="15491"/>
                    <a:pt x="4490" y="19981"/>
                    <a:pt x="9992" y="19981"/>
                  </a:cubicBezTo>
                  <a:cubicBezTo>
                    <a:pt x="15493" y="19981"/>
                    <a:pt x="19981" y="15491"/>
                    <a:pt x="19981" y="9990"/>
                  </a:cubicBezTo>
                  <a:cubicBezTo>
                    <a:pt x="19981" y="4488"/>
                    <a:pt x="15492" y="0"/>
                    <a:pt x="999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0" name="Google Shape;3830;p49"/>
            <p:cNvSpPr/>
            <p:nvPr/>
          </p:nvSpPr>
          <p:spPr>
            <a:xfrm>
              <a:off x="7284751" y="2694716"/>
              <a:ext cx="122173" cy="122194"/>
            </a:xfrm>
            <a:custGeom>
              <a:rect b="b" l="l" r="r" t="t"/>
              <a:pathLst>
                <a:path extrusionOk="0" h="5855" w="5854">
                  <a:moveTo>
                    <a:pt x="2928" y="1172"/>
                  </a:moveTo>
                  <a:cubicBezTo>
                    <a:pt x="3895" y="1172"/>
                    <a:pt x="4684" y="1959"/>
                    <a:pt x="4684" y="2928"/>
                  </a:cubicBezTo>
                  <a:cubicBezTo>
                    <a:pt x="4684" y="3896"/>
                    <a:pt x="3895" y="4683"/>
                    <a:pt x="2928" y="4683"/>
                  </a:cubicBezTo>
                  <a:cubicBezTo>
                    <a:pt x="1958" y="4683"/>
                    <a:pt x="1171" y="3896"/>
                    <a:pt x="1171" y="2928"/>
                  </a:cubicBezTo>
                  <a:cubicBezTo>
                    <a:pt x="2139" y="2928"/>
                    <a:pt x="2928" y="2139"/>
                    <a:pt x="2928" y="1172"/>
                  </a:cubicBezTo>
                  <a:close/>
                  <a:moveTo>
                    <a:pt x="2928" y="1"/>
                  </a:moveTo>
                  <a:cubicBezTo>
                    <a:pt x="2655" y="1"/>
                    <a:pt x="2374" y="47"/>
                    <a:pt x="2066" y="142"/>
                  </a:cubicBezTo>
                  <a:cubicBezTo>
                    <a:pt x="1732" y="245"/>
                    <a:pt x="1562" y="616"/>
                    <a:pt x="1704" y="936"/>
                  </a:cubicBezTo>
                  <a:cubicBezTo>
                    <a:pt x="1885" y="1345"/>
                    <a:pt x="1569" y="1756"/>
                    <a:pt x="1177" y="1756"/>
                  </a:cubicBezTo>
                  <a:cubicBezTo>
                    <a:pt x="1099" y="1756"/>
                    <a:pt x="1018" y="1740"/>
                    <a:pt x="938" y="1704"/>
                  </a:cubicBezTo>
                  <a:cubicBezTo>
                    <a:pt x="860" y="1670"/>
                    <a:pt x="780" y="1654"/>
                    <a:pt x="701" y="1654"/>
                  </a:cubicBezTo>
                  <a:cubicBezTo>
                    <a:pt x="453" y="1654"/>
                    <a:pt x="219" y="1813"/>
                    <a:pt x="142" y="2067"/>
                  </a:cubicBezTo>
                  <a:cubicBezTo>
                    <a:pt x="46" y="2373"/>
                    <a:pt x="0" y="2656"/>
                    <a:pt x="0" y="2928"/>
                  </a:cubicBezTo>
                  <a:cubicBezTo>
                    <a:pt x="0" y="4542"/>
                    <a:pt x="1313" y="5854"/>
                    <a:pt x="2928" y="5854"/>
                  </a:cubicBezTo>
                  <a:cubicBezTo>
                    <a:pt x="4541" y="5854"/>
                    <a:pt x="5854" y="4542"/>
                    <a:pt x="5854" y="2928"/>
                  </a:cubicBezTo>
                  <a:cubicBezTo>
                    <a:pt x="5854" y="1313"/>
                    <a:pt x="4541" y="1"/>
                    <a:pt x="292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31" name="Google Shape;3831;p49"/>
          <p:cNvGrpSpPr/>
          <p:nvPr/>
        </p:nvGrpSpPr>
        <p:grpSpPr>
          <a:xfrm>
            <a:off x="4222006" y="3313141"/>
            <a:ext cx="266770" cy="266770"/>
            <a:chOff x="6613801" y="2571753"/>
            <a:chExt cx="417024" cy="417024"/>
          </a:xfrm>
        </p:grpSpPr>
        <p:sp>
          <p:nvSpPr>
            <p:cNvPr id="3832" name="Google Shape;3832;p49"/>
            <p:cNvSpPr/>
            <p:nvPr/>
          </p:nvSpPr>
          <p:spPr>
            <a:xfrm>
              <a:off x="6613801" y="2571753"/>
              <a:ext cx="417024" cy="417024"/>
            </a:xfrm>
            <a:custGeom>
              <a:rect b="b" l="l" r="r" t="t"/>
              <a:pathLst>
                <a:path extrusionOk="0" h="19982" w="19982">
                  <a:moveTo>
                    <a:pt x="9991" y="1171"/>
                  </a:moveTo>
                  <a:cubicBezTo>
                    <a:pt x="14854" y="1171"/>
                    <a:pt x="18812" y="5127"/>
                    <a:pt x="18812" y="9991"/>
                  </a:cubicBezTo>
                  <a:cubicBezTo>
                    <a:pt x="18812" y="14854"/>
                    <a:pt x="14854" y="18810"/>
                    <a:pt x="9991" y="18810"/>
                  </a:cubicBezTo>
                  <a:cubicBezTo>
                    <a:pt x="5127" y="18810"/>
                    <a:pt x="1171" y="14854"/>
                    <a:pt x="1171" y="9991"/>
                  </a:cubicBezTo>
                  <a:cubicBezTo>
                    <a:pt x="1171" y="5127"/>
                    <a:pt x="5127" y="1171"/>
                    <a:pt x="9991" y="1171"/>
                  </a:cubicBezTo>
                  <a:close/>
                  <a:moveTo>
                    <a:pt x="9991" y="0"/>
                  </a:moveTo>
                  <a:cubicBezTo>
                    <a:pt x="4490" y="0"/>
                    <a:pt x="0" y="4490"/>
                    <a:pt x="0" y="9990"/>
                  </a:cubicBezTo>
                  <a:cubicBezTo>
                    <a:pt x="0" y="15493"/>
                    <a:pt x="4490" y="19981"/>
                    <a:pt x="9991" y="19981"/>
                  </a:cubicBezTo>
                  <a:cubicBezTo>
                    <a:pt x="15493" y="19981"/>
                    <a:pt x="19981" y="15491"/>
                    <a:pt x="19981" y="9990"/>
                  </a:cubicBezTo>
                  <a:cubicBezTo>
                    <a:pt x="19981" y="4488"/>
                    <a:pt x="15491" y="0"/>
                    <a:pt x="999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3" name="Google Shape;3833;p49"/>
            <p:cNvSpPr/>
            <p:nvPr/>
          </p:nvSpPr>
          <p:spPr>
            <a:xfrm>
              <a:off x="6663449" y="2645840"/>
              <a:ext cx="317704" cy="268826"/>
            </a:xfrm>
            <a:custGeom>
              <a:rect b="b" l="l" r="r" t="t"/>
              <a:pathLst>
                <a:path extrusionOk="0" h="12881" w="15223">
                  <a:moveTo>
                    <a:pt x="12295" y="1172"/>
                  </a:moveTo>
                  <a:cubicBezTo>
                    <a:pt x="12619" y="1172"/>
                    <a:pt x="12881" y="1435"/>
                    <a:pt x="12881" y="1757"/>
                  </a:cubicBezTo>
                  <a:cubicBezTo>
                    <a:pt x="12881" y="2079"/>
                    <a:pt x="12617" y="2343"/>
                    <a:pt x="12295" y="2343"/>
                  </a:cubicBezTo>
                  <a:cubicBezTo>
                    <a:pt x="11973" y="2343"/>
                    <a:pt x="11709" y="2079"/>
                    <a:pt x="11709" y="1757"/>
                  </a:cubicBezTo>
                  <a:cubicBezTo>
                    <a:pt x="11709" y="1435"/>
                    <a:pt x="11973" y="1172"/>
                    <a:pt x="12295" y="1172"/>
                  </a:cubicBezTo>
                  <a:close/>
                  <a:moveTo>
                    <a:pt x="2343" y="4685"/>
                  </a:moveTo>
                  <a:cubicBezTo>
                    <a:pt x="2592" y="4685"/>
                    <a:pt x="2827" y="4763"/>
                    <a:pt x="3022" y="4902"/>
                  </a:cubicBezTo>
                  <a:cubicBezTo>
                    <a:pt x="2330" y="5410"/>
                    <a:pt x="1821" y="6015"/>
                    <a:pt x="1513" y="6677"/>
                  </a:cubicBezTo>
                  <a:cubicBezTo>
                    <a:pt x="1301" y="6461"/>
                    <a:pt x="1173" y="6167"/>
                    <a:pt x="1173" y="5856"/>
                  </a:cubicBezTo>
                  <a:cubicBezTo>
                    <a:pt x="1173" y="5210"/>
                    <a:pt x="1697" y="4685"/>
                    <a:pt x="2343" y="4685"/>
                  </a:cubicBezTo>
                  <a:close/>
                  <a:moveTo>
                    <a:pt x="12881" y="4685"/>
                  </a:moveTo>
                  <a:cubicBezTo>
                    <a:pt x="13526" y="4685"/>
                    <a:pt x="14052" y="5208"/>
                    <a:pt x="14052" y="5854"/>
                  </a:cubicBezTo>
                  <a:cubicBezTo>
                    <a:pt x="14052" y="6167"/>
                    <a:pt x="13923" y="6461"/>
                    <a:pt x="13712" y="6677"/>
                  </a:cubicBezTo>
                  <a:cubicBezTo>
                    <a:pt x="13404" y="6015"/>
                    <a:pt x="12893" y="5410"/>
                    <a:pt x="12201" y="4902"/>
                  </a:cubicBezTo>
                  <a:cubicBezTo>
                    <a:pt x="12396" y="4763"/>
                    <a:pt x="12633" y="4685"/>
                    <a:pt x="12881" y="4685"/>
                  </a:cubicBezTo>
                  <a:close/>
                  <a:moveTo>
                    <a:pt x="7616" y="4685"/>
                  </a:moveTo>
                  <a:cubicBezTo>
                    <a:pt x="9058" y="4685"/>
                    <a:pt x="10407" y="5074"/>
                    <a:pt x="11416" y="5778"/>
                  </a:cubicBezTo>
                  <a:cubicBezTo>
                    <a:pt x="12360" y="6440"/>
                    <a:pt x="12881" y="7299"/>
                    <a:pt x="12881" y="8196"/>
                  </a:cubicBezTo>
                  <a:cubicBezTo>
                    <a:pt x="12881" y="9095"/>
                    <a:pt x="12360" y="9953"/>
                    <a:pt x="11416" y="10615"/>
                  </a:cubicBezTo>
                  <a:cubicBezTo>
                    <a:pt x="10407" y="11320"/>
                    <a:pt x="9056" y="11710"/>
                    <a:pt x="7612" y="11710"/>
                  </a:cubicBezTo>
                  <a:cubicBezTo>
                    <a:pt x="6167" y="11710"/>
                    <a:pt x="4816" y="11320"/>
                    <a:pt x="3807" y="10615"/>
                  </a:cubicBezTo>
                  <a:cubicBezTo>
                    <a:pt x="2863" y="9953"/>
                    <a:pt x="2343" y="9095"/>
                    <a:pt x="2343" y="8196"/>
                  </a:cubicBezTo>
                  <a:cubicBezTo>
                    <a:pt x="2343" y="7299"/>
                    <a:pt x="2863" y="6440"/>
                    <a:pt x="3807" y="5778"/>
                  </a:cubicBezTo>
                  <a:cubicBezTo>
                    <a:pt x="4816" y="5074"/>
                    <a:pt x="6165" y="4685"/>
                    <a:pt x="7609" y="4685"/>
                  </a:cubicBezTo>
                  <a:close/>
                  <a:moveTo>
                    <a:pt x="8782" y="0"/>
                  </a:moveTo>
                  <a:cubicBezTo>
                    <a:pt x="8538" y="0"/>
                    <a:pt x="8309" y="156"/>
                    <a:pt x="8228" y="402"/>
                  </a:cubicBezTo>
                  <a:lnTo>
                    <a:pt x="7186" y="3524"/>
                  </a:lnTo>
                  <a:cubicBezTo>
                    <a:pt x="6065" y="3576"/>
                    <a:pt x="4998" y="3836"/>
                    <a:pt x="4073" y="4276"/>
                  </a:cubicBezTo>
                  <a:cubicBezTo>
                    <a:pt x="3634" y="3797"/>
                    <a:pt x="3011" y="3514"/>
                    <a:pt x="2343" y="3514"/>
                  </a:cubicBezTo>
                  <a:cubicBezTo>
                    <a:pt x="1051" y="3514"/>
                    <a:pt x="0" y="4565"/>
                    <a:pt x="0" y="5856"/>
                  </a:cubicBezTo>
                  <a:cubicBezTo>
                    <a:pt x="0" y="6702"/>
                    <a:pt x="469" y="7478"/>
                    <a:pt x="1186" y="7889"/>
                  </a:cubicBezTo>
                  <a:cubicBezTo>
                    <a:pt x="1177" y="7991"/>
                    <a:pt x="1171" y="8094"/>
                    <a:pt x="1171" y="8196"/>
                  </a:cubicBezTo>
                  <a:cubicBezTo>
                    <a:pt x="1171" y="9488"/>
                    <a:pt x="1870" y="10687"/>
                    <a:pt x="3137" y="11573"/>
                  </a:cubicBezTo>
                  <a:cubicBezTo>
                    <a:pt x="4340" y="12415"/>
                    <a:pt x="5928" y="12881"/>
                    <a:pt x="7611" y="12881"/>
                  </a:cubicBezTo>
                  <a:cubicBezTo>
                    <a:pt x="9293" y="12881"/>
                    <a:pt x="10883" y="12415"/>
                    <a:pt x="12086" y="11573"/>
                  </a:cubicBezTo>
                  <a:cubicBezTo>
                    <a:pt x="13353" y="10687"/>
                    <a:pt x="14050" y="9488"/>
                    <a:pt x="14050" y="8196"/>
                  </a:cubicBezTo>
                  <a:cubicBezTo>
                    <a:pt x="14050" y="8094"/>
                    <a:pt x="14046" y="7991"/>
                    <a:pt x="14037" y="7889"/>
                  </a:cubicBezTo>
                  <a:cubicBezTo>
                    <a:pt x="14754" y="7478"/>
                    <a:pt x="15223" y="6702"/>
                    <a:pt x="15223" y="5856"/>
                  </a:cubicBezTo>
                  <a:cubicBezTo>
                    <a:pt x="15223" y="4565"/>
                    <a:pt x="14172" y="3514"/>
                    <a:pt x="12881" y="3514"/>
                  </a:cubicBezTo>
                  <a:cubicBezTo>
                    <a:pt x="12212" y="3514"/>
                    <a:pt x="11589" y="3797"/>
                    <a:pt x="11152" y="4276"/>
                  </a:cubicBezTo>
                  <a:cubicBezTo>
                    <a:pt x="10330" y="3885"/>
                    <a:pt x="9396" y="3636"/>
                    <a:pt x="8412" y="3549"/>
                  </a:cubicBezTo>
                  <a:lnTo>
                    <a:pt x="9153" y="1327"/>
                  </a:lnTo>
                  <a:lnTo>
                    <a:pt x="10540" y="1789"/>
                  </a:lnTo>
                  <a:cubicBezTo>
                    <a:pt x="10556" y="2742"/>
                    <a:pt x="11338" y="3514"/>
                    <a:pt x="12295" y="3514"/>
                  </a:cubicBezTo>
                  <a:cubicBezTo>
                    <a:pt x="13263" y="3514"/>
                    <a:pt x="14052" y="2725"/>
                    <a:pt x="14052" y="1757"/>
                  </a:cubicBezTo>
                  <a:cubicBezTo>
                    <a:pt x="14052" y="790"/>
                    <a:pt x="13263" y="1"/>
                    <a:pt x="12295" y="1"/>
                  </a:cubicBezTo>
                  <a:cubicBezTo>
                    <a:pt x="11732" y="1"/>
                    <a:pt x="11232" y="268"/>
                    <a:pt x="10910" y="678"/>
                  </a:cubicBezTo>
                  <a:lnTo>
                    <a:pt x="8968" y="31"/>
                  </a:lnTo>
                  <a:cubicBezTo>
                    <a:pt x="8906" y="10"/>
                    <a:pt x="8844" y="0"/>
                    <a:pt x="878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4" name="Google Shape;3834;p49"/>
            <p:cNvSpPr/>
            <p:nvPr/>
          </p:nvSpPr>
          <p:spPr>
            <a:xfrm>
              <a:off x="6748992" y="2768030"/>
              <a:ext cx="48898" cy="48878"/>
            </a:xfrm>
            <a:custGeom>
              <a:rect b="b" l="l" r="r" t="t"/>
              <a:pathLst>
                <a:path extrusionOk="0" h="2342" w="2343">
                  <a:moveTo>
                    <a:pt x="1171" y="1"/>
                  </a:moveTo>
                  <a:cubicBezTo>
                    <a:pt x="526" y="1"/>
                    <a:pt x="0" y="525"/>
                    <a:pt x="0" y="1170"/>
                  </a:cubicBezTo>
                  <a:cubicBezTo>
                    <a:pt x="0" y="1816"/>
                    <a:pt x="526" y="2341"/>
                    <a:pt x="1171" y="2341"/>
                  </a:cubicBezTo>
                  <a:cubicBezTo>
                    <a:pt x="1817" y="2341"/>
                    <a:pt x="2342" y="1816"/>
                    <a:pt x="2342" y="1170"/>
                  </a:cubicBezTo>
                  <a:cubicBezTo>
                    <a:pt x="2342" y="525"/>
                    <a:pt x="1817" y="1"/>
                    <a:pt x="117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5" name="Google Shape;3835;p49"/>
            <p:cNvSpPr/>
            <p:nvPr/>
          </p:nvSpPr>
          <p:spPr>
            <a:xfrm>
              <a:off x="6846703" y="2768030"/>
              <a:ext cx="48898" cy="48878"/>
            </a:xfrm>
            <a:custGeom>
              <a:rect b="b" l="l" r="r" t="t"/>
              <a:pathLst>
                <a:path extrusionOk="0" h="2342" w="2343">
                  <a:moveTo>
                    <a:pt x="1172" y="1"/>
                  </a:moveTo>
                  <a:cubicBezTo>
                    <a:pt x="526" y="1"/>
                    <a:pt x="1" y="525"/>
                    <a:pt x="1" y="1170"/>
                  </a:cubicBezTo>
                  <a:cubicBezTo>
                    <a:pt x="1" y="1816"/>
                    <a:pt x="526" y="2341"/>
                    <a:pt x="1172" y="2341"/>
                  </a:cubicBezTo>
                  <a:cubicBezTo>
                    <a:pt x="1818" y="2341"/>
                    <a:pt x="2343" y="1816"/>
                    <a:pt x="2343" y="1170"/>
                  </a:cubicBezTo>
                  <a:cubicBezTo>
                    <a:pt x="2343" y="525"/>
                    <a:pt x="1818" y="1"/>
                    <a:pt x="117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6" name="Google Shape;3836;p49"/>
            <p:cNvSpPr/>
            <p:nvPr/>
          </p:nvSpPr>
          <p:spPr>
            <a:xfrm>
              <a:off x="6759469" y="2841323"/>
              <a:ext cx="125658" cy="35938"/>
            </a:xfrm>
            <a:custGeom>
              <a:rect b="b" l="l" r="r" t="t"/>
              <a:pathLst>
                <a:path extrusionOk="0" h="1722" w="6021">
                  <a:moveTo>
                    <a:pt x="670" y="0"/>
                  </a:moveTo>
                  <a:cubicBezTo>
                    <a:pt x="455" y="0"/>
                    <a:pt x="249" y="119"/>
                    <a:pt x="146" y="324"/>
                  </a:cubicBezTo>
                  <a:cubicBezTo>
                    <a:pt x="1" y="614"/>
                    <a:pt x="117" y="965"/>
                    <a:pt x="407" y="1110"/>
                  </a:cubicBezTo>
                  <a:cubicBezTo>
                    <a:pt x="1223" y="1516"/>
                    <a:pt x="2116" y="1722"/>
                    <a:pt x="3011" y="1722"/>
                  </a:cubicBezTo>
                  <a:cubicBezTo>
                    <a:pt x="3905" y="1722"/>
                    <a:pt x="4800" y="1518"/>
                    <a:pt x="5614" y="1110"/>
                  </a:cubicBezTo>
                  <a:cubicBezTo>
                    <a:pt x="5904" y="965"/>
                    <a:pt x="6021" y="614"/>
                    <a:pt x="5875" y="324"/>
                  </a:cubicBezTo>
                  <a:cubicBezTo>
                    <a:pt x="5774" y="119"/>
                    <a:pt x="5567" y="0"/>
                    <a:pt x="5352" y="0"/>
                  </a:cubicBezTo>
                  <a:cubicBezTo>
                    <a:pt x="5264" y="0"/>
                    <a:pt x="5174" y="20"/>
                    <a:pt x="5090" y="62"/>
                  </a:cubicBezTo>
                  <a:cubicBezTo>
                    <a:pt x="4439" y="388"/>
                    <a:pt x="3725" y="551"/>
                    <a:pt x="3011" y="551"/>
                  </a:cubicBezTo>
                  <a:cubicBezTo>
                    <a:pt x="2296" y="551"/>
                    <a:pt x="1582" y="388"/>
                    <a:pt x="931" y="62"/>
                  </a:cubicBezTo>
                  <a:cubicBezTo>
                    <a:pt x="847" y="20"/>
                    <a:pt x="758" y="0"/>
                    <a:pt x="67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37" name="Google Shape;3837;p49"/>
          <p:cNvGrpSpPr/>
          <p:nvPr/>
        </p:nvGrpSpPr>
        <p:grpSpPr>
          <a:xfrm>
            <a:off x="1155819" y="3313134"/>
            <a:ext cx="266784" cy="266784"/>
            <a:chOff x="2964567" y="2571753"/>
            <a:chExt cx="417045" cy="417045"/>
          </a:xfrm>
        </p:grpSpPr>
        <p:sp>
          <p:nvSpPr>
            <p:cNvPr id="3838" name="Google Shape;3838;p49"/>
            <p:cNvSpPr/>
            <p:nvPr/>
          </p:nvSpPr>
          <p:spPr>
            <a:xfrm>
              <a:off x="2964567" y="2571753"/>
              <a:ext cx="417045" cy="417045"/>
            </a:xfrm>
            <a:custGeom>
              <a:rect b="b" l="l" r="r" t="t"/>
              <a:pathLst>
                <a:path extrusionOk="0" h="19983" w="19983">
                  <a:moveTo>
                    <a:pt x="9992" y="1170"/>
                  </a:moveTo>
                  <a:cubicBezTo>
                    <a:pt x="14855" y="1170"/>
                    <a:pt x="18812" y="4866"/>
                    <a:pt x="18812" y="9405"/>
                  </a:cubicBezTo>
                  <a:cubicBezTo>
                    <a:pt x="18812" y="13925"/>
                    <a:pt x="14855" y="17601"/>
                    <a:pt x="9992" y="17601"/>
                  </a:cubicBezTo>
                  <a:cubicBezTo>
                    <a:pt x="9111" y="17601"/>
                    <a:pt x="8240" y="17481"/>
                    <a:pt x="7407" y="17242"/>
                  </a:cubicBezTo>
                  <a:cubicBezTo>
                    <a:pt x="7354" y="17226"/>
                    <a:pt x="7299" y="17218"/>
                    <a:pt x="7245" y="17218"/>
                  </a:cubicBezTo>
                  <a:cubicBezTo>
                    <a:pt x="7153" y="17218"/>
                    <a:pt x="7062" y="17240"/>
                    <a:pt x="6979" y="17282"/>
                  </a:cubicBezTo>
                  <a:lnTo>
                    <a:pt x="4723" y="18439"/>
                  </a:lnTo>
                  <a:lnTo>
                    <a:pt x="4723" y="16262"/>
                  </a:lnTo>
                  <a:cubicBezTo>
                    <a:pt x="4723" y="16078"/>
                    <a:pt x="4637" y="15904"/>
                    <a:pt x="4490" y="15793"/>
                  </a:cubicBezTo>
                  <a:cubicBezTo>
                    <a:pt x="2381" y="14208"/>
                    <a:pt x="1171" y="11880"/>
                    <a:pt x="1171" y="9405"/>
                  </a:cubicBezTo>
                  <a:cubicBezTo>
                    <a:pt x="1171" y="4866"/>
                    <a:pt x="5129" y="1170"/>
                    <a:pt x="9992" y="1170"/>
                  </a:cubicBezTo>
                  <a:close/>
                  <a:moveTo>
                    <a:pt x="9992" y="1"/>
                  </a:moveTo>
                  <a:cubicBezTo>
                    <a:pt x="4575" y="1"/>
                    <a:pt x="0" y="4153"/>
                    <a:pt x="0" y="9407"/>
                  </a:cubicBezTo>
                  <a:cubicBezTo>
                    <a:pt x="0" y="12221"/>
                    <a:pt x="1359" y="14795"/>
                    <a:pt x="3552" y="16548"/>
                  </a:cubicBezTo>
                  <a:lnTo>
                    <a:pt x="3552" y="19396"/>
                  </a:lnTo>
                  <a:cubicBezTo>
                    <a:pt x="3552" y="19602"/>
                    <a:pt x="3659" y="19791"/>
                    <a:pt x="3832" y="19897"/>
                  </a:cubicBezTo>
                  <a:cubicBezTo>
                    <a:pt x="3925" y="19953"/>
                    <a:pt x="4031" y="19982"/>
                    <a:pt x="4138" y="19982"/>
                  </a:cubicBezTo>
                  <a:cubicBezTo>
                    <a:pt x="4229" y="19982"/>
                    <a:pt x="4320" y="19961"/>
                    <a:pt x="4405" y="19918"/>
                  </a:cubicBezTo>
                  <a:lnTo>
                    <a:pt x="7310" y="18429"/>
                  </a:lnTo>
                  <a:cubicBezTo>
                    <a:pt x="8180" y="18657"/>
                    <a:pt x="9081" y="18772"/>
                    <a:pt x="9992" y="18772"/>
                  </a:cubicBezTo>
                  <a:cubicBezTo>
                    <a:pt x="15500" y="18772"/>
                    <a:pt x="19983" y="14570"/>
                    <a:pt x="19983" y="9407"/>
                  </a:cubicBezTo>
                  <a:cubicBezTo>
                    <a:pt x="19983" y="4151"/>
                    <a:pt x="15405" y="1"/>
                    <a:pt x="999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9" name="Google Shape;3839;p49"/>
            <p:cNvSpPr/>
            <p:nvPr/>
          </p:nvSpPr>
          <p:spPr>
            <a:xfrm>
              <a:off x="3037777" y="2694715"/>
              <a:ext cx="270642" cy="146633"/>
            </a:xfrm>
            <a:custGeom>
              <a:rect b="b" l="l" r="r" t="t"/>
              <a:pathLst>
                <a:path extrusionOk="0" h="7026" w="12968">
                  <a:moveTo>
                    <a:pt x="5362" y="1463"/>
                  </a:moveTo>
                  <a:lnTo>
                    <a:pt x="7241" y="3341"/>
                  </a:lnTo>
                  <a:cubicBezTo>
                    <a:pt x="7353" y="3454"/>
                    <a:pt x="7503" y="3513"/>
                    <a:pt x="7655" y="3513"/>
                  </a:cubicBezTo>
                  <a:cubicBezTo>
                    <a:pt x="7744" y="3513"/>
                    <a:pt x="7833" y="3493"/>
                    <a:pt x="7917" y="3451"/>
                  </a:cubicBezTo>
                  <a:lnTo>
                    <a:pt x="10216" y="2303"/>
                  </a:lnTo>
                  <a:lnTo>
                    <a:pt x="7605" y="5565"/>
                  </a:lnTo>
                  <a:lnTo>
                    <a:pt x="5726" y="3685"/>
                  </a:lnTo>
                  <a:cubicBezTo>
                    <a:pt x="5614" y="3573"/>
                    <a:pt x="5463" y="3514"/>
                    <a:pt x="5311" y="3514"/>
                  </a:cubicBezTo>
                  <a:cubicBezTo>
                    <a:pt x="5223" y="3514"/>
                    <a:pt x="5133" y="3534"/>
                    <a:pt x="5051" y="3575"/>
                  </a:cubicBezTo>
                  <a:lnTo>
                    <a:pt x="2751" y="4725"/>
                  </a:lnTo>
                  <a:lnTo>
                    <a:pt x="2751" y="4725"/>
                  </a:lnTo>
                  <a:lnTo>
                    <a:pt x="5362" y="1463"/>
                  </a:lnTo>
                  <a:close/>
                  <a:moveTo>
                    <a:pt x="5312" y="1"/>
                  </a:moveTo>
                  <a:cubicBezTo>
                    <a:pt x="5302" y="1"/>
                    <a:pt x="5291" y="1"/>
                    <a:pt x="5281" y="2"/>
                  </a:cubicBezTo>
                  <a:cubicBezTo>
                    <a:pt x="5114" y="12"/>
                    <a:pt x="4959" y="92"/>
                    <a:pt x="4856" y="221"/>
                  </a:cubicBezTo>
                  <a:lnTo>
                    <a:pt x="172" y="6075"/>
                  </a:lnTo>
                  <a:cubicBezTo>
                    <a:pt x="0" y="6290"/>
                    <a:pt x="2" y="6595"/>
                    <a:pt x="174" y="6809"/>
                  </a:cubicBezTo>
                  <a:cubicBezTo>
                    <a:pt x="288" y="6950"/>
                    <a:pt x="457" y="7026"/>
                    <a:pt x="630" y="7026"/>
                  </a:cubicBezTo>
                  <a:cubicBezTo>
                    <a:pt x="719" y="7026"/>
                    <a:pt x="808" y="7006"/>
                    <a:pt x="892" y="6964"/>
                  </a:cubicBezTo>
                  <a:lnTo>
                    <a:pt x="5198" y="4811"/>
                  </a:lnTo>
                  <a:lnTo>
                    <a:pt x="7241" y="6855"/>
                  </a:lnTo>
                  <a:cubicBezTo>
                    <a:pt x="7349" y="6964"/>
                    <a:pt x="7496" y="7026"/>
                    <a:pt x="7650" y="7026"/>
                  </a:cubicBezTo>
                  <a:cubicBezTo>
                    <a:pt x="7662" y="7026"/>
                    <a:pt x="7674" y="7025"/>
                    <a:pt x="7687" y="7024"/>
                  </a:cubicBezTo>
                  <a:cubicBezTo>
                    <a:pt x="7853" y="7016"/>
                    <a:pt x="8007" y="6936"/>
                    <a:pt x="8111" y="6807"/>
                  </a:cubicBezTo>
                  <a:lnTo>
                    <a:pt x="12795" y="951"/>
                  </a:lnTo>
                  <a:cubicBezTo>
                    <a:pt x="12967" y="737"/>
                    <a:pt x="12965" y="431"/>
                    <a:pt x="12792" y="219"/>
                  </a:cubicBezTo>
                  <a:cubicBezTo>
                    <a:pt x="12679" y="78"/>
                    <a:pt x="12510" y="1"/>
                    <a:pt x="12337" y="1"/>
                  </a:cubicBezTo>
                  <a:cubicBezTo>
                    <a:pt x="12249" y="1"/>
                    <a:pt x="12159" y="21"/>
                    <a:pt x="12075" y="63"/>
                  </a:cubicBezTo>
                  <a:lnTo>
                    <a:pt x="7770" y="2216"/>
                  </a:lnTo>
                  <a:lnTo>
                    <a:pt x="5726" y="173"/>
                  </a:lnTo>
                  <a:cubicBezTo>
                    <a:pt x="5617" y="62"/>
                    <a:pt x="5467" y="1"/>
                    <a:pt x="531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40" name="Google Shape;3840;p49"/>
          <p:cNvGrpSpPr/>
          <p:nvPr/>
        </p:nvGrpSpPr>
        <p:grpSpPr>
          <a:xfrm>
            <a:off x="1602034" y="3352732"/>
            <a:ext cx="266770" cy="187588"/>
            <a:chOff x="3476576" y="2633631"/>
            <a:chExt cx="417024" cy="293244"/>
          </a:xfrm>
        </p:grpSpPr>
        <p:sp>
          <p:nvSpPr>
            <p:cNvPr id="3841" name="Google Shape;3841;p49"/>
            <p:cNvSpPr/>
            <p:nvPr/>
          </p:nvSpPr>
          <p:spPr>
            <a:xfrm>
              <a:off x="3476576" y="2633631"/>
              <a:ext cx="417024" cy="293244"/>
            </a:xfrm>
            <a:custGeom>
              <a:rect b="b" l="l" r="r" t="t"/>
              <a:pathLst>
                <a:path extrusionOk="0" h="14051" w="19982">
                  <a:moveTo>
                    <a:pt x="17056" y="1172"/>
                  </a:moveTo>
                  <a:cubicBezTo>
                    <a:pt x="18023" y="1172"/>
                    <a:pt x="18811" y="1961"/>
                    <a:pt x="18811" y="2929"/>
                  </a:cubicBezTo>
                  <a:lnTo>
                    <a:pt x="18811" y="11124"/>
                  </a:lnTo>
                  <a:cubicBezTo>
                    <a:pt x="18811" y="12092"/>
                    <a:pt x="18023" y="12881"/>
                    <a:pt x="17056" y="12881"/>
                  </a:cubicBezTo>
                  <a:lnTo>
                    <a:pt x="2927" y="12881"/>
                  </a:lnTo>
                  <a:cubicBezTo>
                    <a:pt x="1959" y="12881"/>
                    <a:pt x="1172" y="12092"/>
                    <a:pt x="1172" y="11124"/>
                  </a:cubicBezTo>
                  <a:lnTo>
                    <a:pt x="1172" y="2929"/>
                  </a:lnTo>
                  <a:cubicBezTo>
                    <a:pt x="1172" y="1961"/>
                    <a:pt x="1959" y="1172"/>
                    <a:pt x="2927" y="1172"/>
                  </a:cubicBezTo>
                  <a:close/>
                  <a:moveTo>
                    <a:pt x="2927" y="1"/>
                  </a:moveTo>
                  <a:cubicBezTo>
                    <a:pt x="1313" y="1"/>
                    <a:pt x="1" y="1315"/>
                    <a:pt x="1" y="2929"/>
                  </a:cubicBezTo>
                  <a:lnTo>
                    <a:pt x="1" y="11124"/>
                  </a:lnTo>
                  <a:cubicBezTo>
                    <a:pt x="1" y="12738"/>
                    <a:pt x="1313" y="14050"/>
                    <a:pt x="2927" y="14050"/>
                  </a:cubicBezTo>
                  <a:lnTo>
                    <a:pt x="17056" y="14050"/>
                  </a:lnTo>
                  <a:cubicBezTo>
                    <a:pt x="18669" y="14050"/>
                    <a:pt x="19982" y="12738"/>
                    <a:pt x="19982" y="11124"/>
                  </a:cubicBezTo>
                  <a:lnTo>
                    <a:pt x="19982" y="2929"/>
                  </a:lnTo>
                  <a:cubicBezTo>
                    <a:pt x="19982" y="1315"/>
                    <a:pt x="18669" y="1"/>
                    <a:pt x="1705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2" name="Google Shape;3842;p49"/>
            <p:cNvSpPr/>
            <p:nvPr/>
          </p:nvSpPr>
          <p:spPr>
            <a:xfrm>
              <a:off x="3636206" y="2706945"/>
              <a:ext cx="122194" cy="146633"/>
            </a:xfrm>
            <a:custGeom>
              <a:rect b="b" l="l" r="r" t="t"/>
              <a:pathLst>
                <a:path extrusionOk="0" h="7026" w="5855">
                  <a:moveTo>
                    <a:pt x="1172" y="1643"/>
                  </a:moveTo>
                  <a:lnTo>
                    <a:pt x="4165" y="3514"/>
                  </a:lnTo>
                  <a:lnTo>
                    <a:pt x="1172" y="5384"/>
                  </a:lnTo>
                  <a:lnTo>
                    <a:pt x="1172" y="1643"/>
                  </a:lnTo>
                  <a:close/>
                  <a:moveTo>
                    <a:pt x="586" y="0"/>
                  </a:moveTo>
                  <a:cubicBezTo>
                    <a:pt x="489" y="0"/>
                    <a:pt x="391" y="25"/>
                    <a:pt x="302" y="74"/>
                  </a:cubicBezTo>
                  <a:cubicBezTo>
                    <a:pt x="116" y="178"/>
                    <a:pt x="1" y="373"/>
                    <a:pt x="1" y="587"/>
                  </a:cubicBezTo>
                  <a:lnTo>
                    <a:pt x="1" y="6440"/>
                  </a:lnTo>
                  <a:cubicBezTo>
                    <a:pt x="1" y="6653"/>
                    <a:pt x="116" y="6849"/>
                    <a:pt x="302" y="6953"/>
                  </a:cubicBezTo>
                  <a:cubicBezTo>
                    <a:pt x="389" y="7001"/>
                    <a:pt x="487" y="7026"/>
                    <a:pt x="585" y="7026"/>
                  </a:cubicBezTo>
                  <a:cubicBezTo>
                    <a:pt x="693" y="7026"/>
                    <a:pt x="801" y="6997"/>
                    <a:pt x="896" y="6937"/>
                  </a:cubicBezTo>
                  <a:lnTo>
                    <a:pt x="5580" y="4010"/>
                  </a:lnTo>
                  <a:cubicBezTo>
                    <a:pt x="5750" y="3903"/>
                    <a:pt x="5854" y="3714"/>
                    <a:pt x="5854" y="3513"/>
                  </a:cubicBezTo>
                  <a:cubicBezTo>
                    <a:pt x="5854" y="3311"/>
                    <a:pt x="5750" y="3123"/>
                    <a:pt x="5580" y="3017"/>
                  </a:cubicBezTo>
                  <a:lnTo>
                    <a:pt x="896" y="90"/>
                  </a:lnTo>
                  <a:cubicBezTo>
                    <a:pt x="801" y="30"/>
                    <a:pt x="694" y="0"/>
                    <a:pt x="5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43" name="Google Shape;3843;p49"/>
          <p:cNvGrpSpPr/>
          <p:nvPr/>
        </p:nvGrpSpPr>
        <p:grpSpPr>
          <a:xfrm>
            <a:off x="2039817" y="3313188"/>
            <a:ext cx="266784" cy="266677"/>
            <a:chOff x="3988564" y="2571836"/>
            <a:chExt cx="417045" cy="416878"/>
          </a:xfrm>
        </p:grpSpPr>
        <p:sp>
          <p:nvSpPr>
            <p:cNvPr id="3844" name="Google Shape;3844;p49"/>
            <p:cNvSpPr/>
            <p:nvPr/>
          </p:nvSpPr>
          <p:spPr>
            <a:xfrm>
              <a:off x="4090678" y="2650431"/>
              <a:ext cx="213124" cy="259268"/>
            </a:xfrm>
            <a:custGeom>
              <a:rect b="b" l="l" r="r" t="t"/>
              <a:pathLst>
                <a:path extrusionOk="0" h="12423" w="10212">
                  <a:moveTo>
                    <a:pt x="4938" y="1172"/>
                  </a:moveTo>
                  <a:cubicBezTo>
                    <a:pt x="7267" y="1172"/>
                    <a:pt x="8610" y="2621"/>
                    <a:pt x="8610" y="3081"/>
                  </a:cubicBezTo>
                  <a:cubicBezTo>
                    <a:pt x="8610" y="3348"/>
                    <a:pt x="8308" y="3471"/>
                    <a:pt x="8102" y="3471"/>
                  </a:cubicBezTo>
                  <a:cubicBezTo>
                    <a:pt x="7867" y="3471"/>
                    <a:pt x="7733" y="3357"/>
                    <a:pt x="7407" y="3026"/>
                  </a:cubicBezTo>
                  <a:cubicBezTo>
                    <a:pt x="6933" y="2541"/>
                    <a:pt x="6282" y="1879"/>
                    <a:pt x="4821" y="1879"/>
                  </a:cubicBezTo>
                  <a:cubicBezTo>
                    <a:pt x="4177" y="1879"/>
                    <a:pt x="3602" y="2046"/>
                    <a:pt x="3162" y="2362"/>
                  </a:cubicBezTo>
                  <a:cubicBezTo>
                    <a:pt x="2687" y="2700"/>
                    <a:pt x="2417" y="3188"/>
                    <a:pt x="2417" y="3701"/>
                  </a:cubicBezTo>
                  <a:cubicBezTo>
                    <a:pt x="2417" y="4145"/>
                    <a:pt x="2603" y="4758"/>
                    <a:pt x="3491" y="5152"/>
                  </a:cubicBezTo>
                  <a:cubicBezTo>
                    <a:pt x="3997" y="5378"/>
                    <a:pt x="4646" y="5506"/>
                    <a:pt x="5334" y="5642"/>
                  </a:cubicBezTo>
                  <a:cubicBezTo>
                    <a:pt x="7566" y="6081"/>
                    <a:pt x="9029" y="6514"/>
                    <a:pt x="9029" y="8449"/>
                  </a:cubicBezTo>
                  <a:cubicBezTo>
                    <a:pt x="9029" y="8455"/>
                    <a:pt x="9029" y="8464"/>
                    <a:pt x="9029" y="8478"/>
                  </a:cubicBezTo>
                  <a:cubicBezTo>
                    <a:pt x="9035" y="8646"/>
                    <a:pt x="9028" y="9518"/>
                    <a:pt x="8347" y="10222"/>
                  </a:cubicBezTo>
                  <a:cubicBezTo>
                    <a:pt x="7688" y="10903"/>
                    <a:pt x="6597" y="11248"/>
                    <a:pt x="5102" y="11252"/>
                  </a:cubicBezTo>
                  <a:cubicBezTo>
                    <a:pt x="2240" y="11250"/>
                    <a:pt x="1171" y="9891"/>
                    <a:pt x="1171" y="9033"/>
                  </a:cubicBezTo>
                  <a:cubicBezTo>
                    <a:pt x="1171" y="8780"/>
                    <a:pt x="1518" y="8672"/>
                    <a:pt x="1656" y="8672"/>
                  </a:cubicBezTo>
                  <a:cubicBezTo>
                    <a:pt x="1844" y="8672"/>
                    <a:pt x="2005" y="8837"/>
                    <a:pt x="2327" y="9212"/>
                  </a:cubicBezTo>
                  <a:cubicBezTo>
                    <a:pt x="2843" y="9813"/>
                    <a:pt x="3551" y="10636"/>
                    <a:pt x="5095" y="10636"/>
                  </a:cubicBezTo>
                  <a:cubicBezTo>
                    <a:pt x="6363" y="10636"/>
                    <a:pt x="7727" y="9881"/>
                    <a:pt x="7727" y="8612"/>
                  </a:cubicBezTo>
                  <a:cubicBezTo>
                    <a:pt x="7727" y="7951"/>
                    <a:pt x="7363" y="7445"/>
                    <a:pt x="6647" y="7109"/>
                  </a:cubicBezTo>
                  <a:cubicBezTo>
                    <a:pt x="6130" y="6866"/>
                    <a:pt x="5472" y="6726"/>
                    <a:pt x="4773" y="6578"/>
                  </a:cubicBezTo>
                  <a:cubicBezTo>
                    <a:pt x="2620" y="6120"/>
                    <a:pt x="1209" y="5683"/>
                    <a:pt x="1209" y="3859"/>
                  </a:cubicBezTo>
                  <a:cubicBezTo>
                    <a:pt x="1209" y="2893"/>
                    <a:pt x="1667" y="2191"/>
                    <a:pt x="2606" y="1711"/>
                  </a:cubicBezTo>
                  <a:cubicBezTo>
                    <a:pt x="3388" y="1313"/>
                    <a:pt x="4350" y="1172"/>
                    <a:pt x="4938" y="1172"/>
                  </a:cubicBezTo>
                  <a:close/>
                  <a:moveTo>
                    <a:pt x="4938" y="1"/>
                  </a:moveTo>
                  <a:cubicBezTo>
                    <a:pt x="2944" y="1"/>
                    <a:pt x="39" y="991"/>
                    <a:pt x="39" y="3861"/>
                  </a:cubicBezTo>
                  <a:cubicBezTo>
                    <a:pt x="39" y="5149"/>
                    <a:pt x="579" y="6129"/>
                    <a:pt x="1644" y="6772"/>
                  </a:cubicBezTo>
                  <a:cubicBezTo>
                    <a:pt x="2505" y="7293"/>
                    <a:pt x="3581" y="7523"/>
                    <a:pt x="4529" y="7724"/>
                  </a:cubicBezTo>
                  <a:cubicBezTo>
                    <a:pt x="5159" y="7857"/>
                    <a:pt x="5755" y="7984"/>
                    <a:pt x="6149" y="8170"/>
                  </a:cubicBezTo>
                  <a:cubicBezTo>
                    <a:pt x="6556" y="8359"/>
                    <a:pt x="6556" y="8518"/>
                    <a:pt x="6556" y="8612"/>
                  </a:cubicBezTo>
                  <a:cubicBezTo>
                    <a:pt x="6556" y="9100"/>
                    <a:pt x="5785" y="9465"/>
                    <a:pt x="5095" y="9465"/>
                  </a:cubicBezTo>
                  <a:cubicBezTo>
                    <a:pt x="4089" y="9465"/>
                    <a:pt x="3664" y="8971"/>
                    <a:pt x="3215" y="8449"/>
                  </a:cubicBezTo>
                  <a:cubicBezTo>
                    <a:pt x="2833" y="8005"/>
                    <a:pt x="2401" y="7501"/>
                    <a:pt x="1656" y="7501"/>
                  </a:cubicBezTo>
                  <a:cubicBezTo>
                    <a:pt x="860" y="7501"/>
                    <a:pt x="0" y="8087"/>
                    <a:pt x="0" y="9035"/>
                  </a:cubicBezTo>
                  <a:cubicBezTo>
                    <a:pt x="0" y="10459"/>
                    <a:pt x="1462" y="12423"/>
                    <a:pt x="5104" y="12423"/>
                  </a:cubicBezTo>
                  <a:cubicBezTo>
                    <a:pt x="6926" y="12419"/>
                    <a:pt x="8301" y="11954"/>
                    <a:pt x="9187" y="11036"/>
                  </a:cubicBezTo>
                  <a:cubicBezTo>
                    <a:pt x="10167" y="10024"/>
                    <a:pt x="10211" y="8803"/>
                    <a:pt x="10200" y="8442"/>
                  </a:cubicBezTo>
                  <a:cubicBezTo>
                    <a:pt x="10199" y="7101"/>
                    <a:pt x="9638" y="6090"/>
                    <a:pt x="8536" y="5435"/>
                  </a:cubicBezTo>
                  <a:cubicBezTo>
                    <a:pt x="7642" y="4904"/>
                    <a:pt x="6537" y="4685"/>
                    <a:pt x="5560" y="4492"/>
                  </a:cubicBezTo>
                  <a:cubicBezTo>
                    <a:pt x="4939" y="4370"/>
                    <a:pt x="4354" y="4255"/>
                    <a:pt x="3966" y="4084"/>
                  </a:cubicBezTo>
                  <a:cubicBezTo>
                    <a:pt x="3588" y="3916"/>
                    <a:pt x="3588" y="3781"/>
                    <a:pt x="3588" y="3703"/>
                  </a:cubicBezTo>
                  <a:cubicBezTo>
                    <a:pt x="3588" y="3429"/>
                    <a:pt x="4016" y="3050"/>
                    <a:pt x="4821" y="3050"/>
                  </a:cubicBezTo>
                  <a:cubicBezTo>
                    <a:pt x="5790" y="3050"/>
                    <a:pt x="6153" y="3418"/>
                    <a:pt x="6570" y="3847"/>
                  </a:cubicBezTo>
                  <a:cubicBezTo>
                    <a:pt x="6921" y="4202"/>
                    <a:pt x="7354" y="4644"/>
                    <a:pt x="8102" y="4644"/>
                  </a:cubicBezTo>
                  <a:cubicBezTo>
                    <a:pt x="8966" y="4644"/>
                    <a:pt x="9781" y="4016"/>
                    <a:pt x="9781" y="3082"/>
                  </a:cubicBezTo>
                  <a:cubicBezTo>
                    <a:pt x="9781" y="1768"/>
                    <a:pt x="7722" y="1"/>
                    <a:pt x="493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5" name="Google Shape;3845;p49"/>
            <p:cNvSpPr/>
            <p:nvPr/>
          </p:nvSpPr>
          <p:spPr>
            <a:xfrm>
              <a:off x="3988564" y="2571836"/>
              <a:ext cx="417045" cy="416878"/>
            </a:xfrm>
            <a:custGeom>
              <a:rect b="b" l="l" r="r" t="t"/>
              <a:pathLst>
                <a:path extrusionOk="0" h="19975" w="19983">
                  <a:moveTo>
                    <a:pt x="5465" y="1172"/>
                  </a:moveTo>
                  <a:cubicBezTo>
                    <a:pt x="6229" y="1172"/>
                    <a:pt x="6714" y="1356"/>
                    <a:pt x="7184" y="1548"/>
                  </a:cubicBezTo>
                  <a:cubicBezTo>
                    <a:pt x="7842" y="1820"/>
                    <a:pt x="8120" y="1882"/>
                    <a:pt x="8506" y="1882"/>
                  </a:cubicBezTo>
                  <a:cubicBezTo>
                    <a:pt x="8831" y="1882"/>
                    <a:pt x="9232" y="1838"/>
                    <a:pt x="10000" y="1838"/>
                  </a:cubicBezTo>
                  <a:cubicBezTo>
                    <a:pt x="13275" y="1838"/>
                    <a:pt x="15226" y="3478"/>
                    <a:pt x="16286" y="4855"/>
                  </a:cubicBezTo>
                  <a:cubicBezTo>
                    <a:pt x="17660" y="6641"/>
                    <a:pt x="18149" y="8709"/>
                    <a:pt x="18149" y="9937"/>
                  </a:cubicBezTo>
                  <a:cubicBezTo>
                    <a:pt x="18149" y="11304"/>
                    <a:pt x="17841" y="11405"/>
                    <a:pt x="18414" y="12744"/>
                  </a:cubicBezTo>
                  <a:cubicBezTo>
                    <a:pt x="18610" y="13203"/>
                    <a:pt x="18812" y="13675"/>
                    <a:pt x="18812" y="14565"/>
                  </a:cubicBezTo>
                  <a:cubicBezTo>
                    <a:pt x="18812" y="15702"/>
                    <a:pt x="18373" y="16765"/>
                    <a:pt x="17575" y="17561"/>
                  </a:cubicBezTo>
                  <a:cubicBezTo>
                    <a:pt x="16776" y="18358"/>
                    <a:pt x="15671" y="18803"/>
                    <a:pt x="14546" y="18803"/>
                  </a:cubicBezTo>
                  <a:cubicBezTo>
                    <a:pt x="14544" y="18803"/>
                    <a:pt x="14542" y="18803"/>
                    <a:pt x="14540" y="18803"/>
                  </a:cubicBezTo>
                  <a:lnTo>
                    <a:pt x="14519" y="18803"/>
                  </a:lnTo>
                  <a:cubicBezTo>
                    <a:pt x="13754" y="18803"/>
                    <a:pt x="13270" y="18612"/>
                    <a:pt x="12799" y="18418"/>
                  </a:cubicBezTo>
                  <a:cubicBezTo>
                    <a:pt x="12161" y="18154"/>
                    <a:pt x="11842" y="18085"/>
                    <a:pt x="11520" y="18085"/>
                  </a:cubicBezTo>
                  <a:cubicBezTo>
                    <a:pt x="11167" y="18085"/>
                    <a:pt x="10809" y="18168"/>
                    <a:pt x="10022" y="18168"/>
                  </a:cubicBezTo>
                  <a:cubicBezTo>
                    <a:pt x="6746" y="18168"/>
                    <a:pt x="4785" y="16516"/>
                    <a:pt x="3717" y="15131"/>
                  </a:cubicBezTo>
                  <a:cubicBezTo>
                    <a:pt x="2328" y="13328"/>
                    <a:pt x="1835" y="11257"/>
                    <a:pt x="1835" y="10031"/>
                  </a:cubicBezTo>
                  <a:cubicBezTo>
                    <a:pt x="1835" y="8674"/>
                    <a:pt x="2146" y="8571"/>
                    <a:pt x="1569" y="7222"/>
                  </a:cubicBezTo>
                  <a:cubicBezTo>
                    <a:pt x="1375" y="6765"/>
                    <a:pt x="1173" y="6293"/>
                    <a:pt x="1171" y="5408"/>
                  </a:cubicBezTo>
                  <a:cubicBezTo>
                    <a:pt x="1175" y="3063"/>
                    <a:pt x="3100" y="1172"/>
                    <a:pt x="5465" y="1172"/>
                  </a:cubicBezTo>
                  <a:close/>
                  <a:moveTo>
                    <a:pt x="5465" y="0"/>
                  </a:moveTo>
                  <a:cubicBezTo>
                    <a:pt x="3993" y="0"/>
                    <a:pt x="2617" y="552"/>
                    <a:pt x="1587" y="1582"/>
                  </a:cubicBezTo>
                  <a:cubicBezTo>
                    <a:pt x="566" y="2603"/>
                    <a:pt x="4" y="3960"/>
                    <a:pt x="0" y="5403"/>
                  </a:cubicBezTo>
                  <a:lnTo>
                    <a:pt x="0" y="5414"/>
                  </a:lnTo>
                  <a:cubicBezTo>
                    <a:pt x="2" y="6535"/>
                    <a:pt x="274" y="7170"/>
                    <a:pt x="492" y="7682"/>
                  </a:cubicBezTo>
                  <a:cubicBezTo>
                    <a:pt x="938" y="8725"/>
                    <a:pt x="664" y="8547"/>
                    <a:pt x="664" y="10031"/>
                  </a:cubicBezTo>
                  <a:cubicBezTo>
                    <a:pt x="664" y="11738"/>
                    <a:pt x="1385" y="14023"/>
                    <a:pt x="2790" y="15845"/>
                  </a:cubicBezTo>
                  <a:cubicBezTo>
                    <a:pt x="4019" y="17439"/>
                    <a:pt x="6270" y="19339"/>
                    <a:pt x="10022" y="19339"/>
                  </a:cubicBezTo>
                  <a:cubicBezTo>
                    <a:pt x="10942" y="19339"/>
                    <a:pt x="11234" y="19255"/>
                    <a:pt x="11494" y="19255"/>
                  </a:cubicBezTo>
                  <a:cubicBezTo>
                    <a:pt x="11700" y="19255"/>
                    <a:pt x="11887" y="19308"/>
                    <a:pt x="12353" y="19500"/>
                  </a:cubicBezTo>
                  <a:cubicBezTo>
                    <a:pt x="12875" y="19716"/>
                    <a:pt x="13523" y="19974"/>
                    <a:pt x="14519" y="19974"/>
                  </a:cubicBezTo>
                  <a:lnTo>
                    <a:pt x="14554" y="19974"/>
                  </a:lnTo>
                  <a:cubicBezTo>
                    <a:pt x="15985" y="19974"/>
                    <a:pt x="17386" y="19403"/>
                    <a:pt x="18402" y="18391"/>
                  </a:cubicBezTo>
                  <a:cubicBezTo>
                    <a:pt x="19422" y="17374"/>
                    <a:pt x="19983" y="16015"/>
                    <a:pt x="19983" y="14565"/>
                  </a:cubicBezTo>
                  <a:cubicBezTo>
                    <a:pt x="19983" y="13436"/>
                    <a:pt x="19711" y="12797"/>
                    <a:pt x="19491" y="12284"/>
                  </a:cubicBezTo>
                  <a:cubicBezTo>
                    <a:pt x="19045" y="11243"/>
                    <a:pt x="19320" y="11421"/>
                    <a:pt x="19320" y="9937"/>
                  </a:cubicBezTo>
                  <a:cubicBezTo>
                    <a:pt x="19320" y="8218"/>
                    <a:pt x="18603" y="5946"/>
                    <a:pt x="17213" y="4140"/>
                  </a:cubicBezTo>
                  <a:cubicBezTo>
                    <a:pt x="15994" y="2557"/>
                    <a:pt x="13753" y="667"/>
                    <a:pt x="10000" y="667"/>
                  </a:cubicBezTo>
                  <a:cubicBezTo>
                    <a:pt x="9146" y="667"/>
                    <a:pt x="8785" y="712"/>
                    <a:pt x="8528" y="712"/>
                  </a:cubicBezTo>
                  <a:cubicBezTo>
                    <a:pt x="8261" y="712"/>
                    <a:pt x="8109" y="664"/>
                    <a:pt x="7630" y="466"/>
                  </a:cubicBezTo>
                  <a:cubicBezTo>
                    <a:pt x="7110" y="252"/>
                    <a:pt x="6461" y="0"/>
                    <a:pt x="546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46" name="Google Shape;3846;p49"/>
          <p:cNvGrpSpPr/>
          <p:nvPr/>
        </p:nvGrpSpPr>
        <p:grpSpPr>
          <a:xfrm>
            <a:off x="2466309" y="3313141"/>
            <a:ext cx="266770" cy="266770"/>
            <a:chOff x="4500573" y="2571753"/>
            <a:chExt cx="417024" cy="417024"/>
          </a:xfrm>
        </p:grpSpPr>
        <p:sp>
          <p:nvSpPr>
            <p:cNvPr id="3847" name="Google Shape;3847;p49"/>
            <p:cNvSpPr/>
            <p:nvPr/>
          </p:nvSpPr>
          <p:spPr>
            <a:xfrm>
              <a:off x="4550263" y="2632817"/>
              <a:ext cx="317683" cy="293244"/>
            </a:xfrm>
            <a:custGeom>
              <a:rect b="b" l="l" r="r" t="t"/>
              <a:pathLst>
                <a:path extrusionOk="0" h="14051" w="15222">
                  <a:moveTo>
                    <a:pt x="7616" y="1172"/>
                  </a:moveTo>
                  <a:cubicBezTo>
                    <a:pt x="8529" y="1202"/>
                    <a:pt x="10613" y="1570"/>
                    <a:pt x="10613" y="4280"/>
                  </a:cubicBezTo>
                  <a:cubicBezTo>
                    <a:pt x="10613" y="4791"/>
                    <a:pt x="10565" y="5662"/>
                    <a:pt x="10565" y="5683"/>
                  </a:cubicBezTo>
                  <a:cubicBezTo>
                    <a:pt x="10565" y="6490"/>
                    <a:pt x="11186" y="6530"/>
                    <a:pt x="11312" y="6530"/>
                  </a:cubicBezTo>
                  <a:cubicBezTo>
                    <a:pt x="11563" y="6530"/>
                    <a:pt x="11867" y="6461"/>
                    <a:pt x="12149" y="6399"/>
                  </a:cubicBezTo>
                  <a:lnTo>
                    <a:pt x="12149" y="6399"/>
                  </a:lnTo>
                  <a:cubicBezTo>
                    <a:pt x="11697" y="6589"/>
                    <a:pt x="10875" y="6838"/>
                    <a:pt x="10875" y="7608"/>
                  </a:cubicBezTo>
                  <a:cubicBezTo>
                    <a:pt x="10875" y="9260"/>
                    <a:pt x="12294" y="9897"/>
                    <a:pt x="13233" y="10316"/>
                  </a:cubicBezTo>
                  <a:cubicBezTo>
                    <a:pt x="13419" y="10399"/>
                    <a:pt x="13661" y="10509"/>
                    <a:pt x="13838" y="10608"/>
                  </a:cubicBezTo>
                  <a:cubicBezTo>
                    <a:pt x="13590" y="10652"/>
                    <a:pt x="13247" y="10703"/>
                    <a:pt x="12826" y="10802"/>
                  </a:cubicBezTo>
                  <a:cubicBezTo>
                    <a:pt x="12446" y="10894"/>
                    <a:pt x="12149" y="11195"/>
                    <a:pt x="12067" y="11574"/>
                  </a:cubicBezTo>
                  <a:cubicBezTo>
                    <a:pt x="12058" y="11614"/>
                    <a:pt x="12049" y="11652"/>
                    <a:pt x="12041" y="11683"/>
                  </a:cubicBezTo>
                  <a:cubicBezTo>
                    <a:pt x="11837" y="11646"/>
                    <a:pt x="11549" y="11584"/>
                    <a:pt x="11156" y="11584"/>
                  </a:cubicBezTo>
                  <a:cubicBezTo>
                    <a:pt x="10220" y="11584"/>
                    <a:pt x="9658" y="11968"/>
                    <a:pt x="9161" y="12306"/>
                  </a:cubicBezTo>
                  <a:cubicBezTo>
                    <a:pt x="8711" y="12614"/>
                    <a:pt x="8322" y="12879"/>
                    <a:pt x="7611" y="12881"/>
                  </a:cubicBezTo>
                  <a:cubicBezTo>
                    <a:pt x="6900" y="12879"/>
                    <a:pt x="6511" y="12614"/>
                    <a:pt x="6060" y="12306"/>
                  </a:cubicBezTo>
                  <a:cubicBezTo>
                    <a:pt x="5563" y="11968"/>
                    <a:pt x="5000" y="11584"/>
                    <a:pt x="4064" y="11584"/>
                  </a:cubicBezTo>
                  <a:cubicBezTo>
                    <a:pt x="3671" y="11584"/>
                    <a:pt x="3381" y="11646"/>
                    <a:pt x="3180" y="11683"/>
                  </a:cubicBezTo>
                  <a:cubicBezTo>
                    <a:pt x="3171" y="11652"/>
                    <a:pt x="3164" y="11614"/>
                    <a:pt x="3155" y="11574"/>
                  </a:cubicBezTo>
                  <a:cubicBezTo>
                    <a:pt x="3072" y="11195"/>
                    <a:pt x="2775" y="10894"/>
                    <a:pt x="2394" y="10802"/>
                  </a:cubicBezTo>
                  <a:cubicBezTo>
                    <a:pt x="1973" y="10703"/>
                    <a:pt x="1630" y="10652"/>
                    <a:pt x="1384" y="10608"/>
                  </a:cubicBezTo>
                  <a:cubicBezTo>
                    <a:pt x="1559" y="10509"/>
                    <a:pt x="1803" y="10399"/>
                    <a:pt x="1987" y="10316"/>
                  </a:cubicBezTo>
                  <a:cubicBezTo>
                    <a:pt x="2927" y="9897"/>
                    <a:pt x="4347" y="9260"/>
                    <a:pt x="4347" y="7608"/>
                  </a:cubicBezTo>
                  <a:cubicBezTo>
                    <a:pt x="4347" y="6838"/>
                    <a:pt x="3525" y="6589"/>
                    <a:pt x="3072" y="6399"/>
                  </a:cubicBezTo>
                  <a:lnTo>
                    <a:pt x="3072" y="6399"/>
                  </a:lnTo>
                  <a:cubicBezTo>
                    <a:pt x="3355" y="6461"/>
                    <a:pt x="3657" y="6530"/>
                    <a:pt x="3910" y="6530"/>
                  </a:cubicBezTo>
                  <a:cubicBezTo>
                    <a:pt x="4034" y="6530"/>
                    <a:pt x="4655" y="6490"/>
                    <a:pt x="4655" y="5683"/>
                  </a:cubicBezTo>
                  <a:cubicBezTo>
                    <a:pt x="4655" y="5662"/>
                    <a:pt x="4609" y="4793"/>
                    <a:pt x="4609" y="4280"/>
                  </a:cubicBezTo>
                  <a:cubicBezTo>
                    <a:pt x="4609" y="1558"/>
                    <a:pt x="6698" y="1199"/>
                    <a:pt x="7616" y="1172"/>
                  </a:cubicBezTo>
                  <a:close/>
                  <a:moveTo>
                    <a:pt x="7602" y="1"/>
                  </a:moveTo>
                  <a:cubicBezTo>
                    <a:pt x="7201" y="11"/>
                    <a:pt x="6164" y="98"/>
                    <a:pt x="5219" y="691"/>
                  </a:cubicBezTo>
                  <a:cubicBezTo>
                    <a:pt x="4407" y="1200"/>
                    <a:pt x="3438" y="2237"/>
                    <a:pt x="3438" y="4280"/>
                  </a:cubicBezTo>
                  <a:cubicBezTo>
                    <a:pt x="3438" y="4714"/>
                    <a:pt x="3454" y="5041"/>
                    <a:pt x="3466" y="5288"/>
                  </a:cubicBezTo>
                  <a:cubicBezTo>
                    <a:pt x="3176" y="5225"/>
                    <a:pt x="2914" y="5159"/>
                    <a:pt x="2711" y="5159"/>
                  </a:cubicBezTo>
                  <a:cubicBezTo>
                    <a:pt x="2005" y="5159"/>
                    <a:pt x="1492" y="5593"/>
                    <a:pt x="1492" y="6187"/>
                  </a:cubicBezTo>
                  <a:cubicBezTo>
                    <a:pt x="1492" y="7031"/>
                    <a:pt x="2302" y="7355"/>
                    <a:pt x="2785" y="7547"/>
                  </a:cubicBezTo>
                  <a:cubicBezTo>
                    <a:pt x="2907" y="7595"/>
                    <a:pt x="3077" y="7664"/>
                    <a:pt x="3173" y="7717"/>
                  </a:cubicBezTo>
                  <a:cubicBezTo>
                    <a:pt x="3084" y="8885"/>
                    <a:pt x="1453" y="9124"/>
                    <a:pt x="595" y="9723"/>
                  </a:cubicBezTo>
                  <a:cubicBezTo>
                    <a:pt x="201" y="9999"/>
                    <a:pt x="1" y="10337"/>
                    <a:pt x="1" y="10730"/>
                  </a:cubicBezTo>
                  <a:cubicBezTo>
                    <a:pt x="1" y="11119"/>
                    <a:pt x="194" y="11425"/>
                    <a:pt x="547" y="11590"/>
                  </a:cubicBezTo>
                  <a:cubicBezTo>
                    <a:pt x="892" y="11752"/>
                    <a:pt x="1340" y="11765"/>
                    <a:pt x="2032" y="11920"/>
                  </a:cubicBezTo>
                  <a:cubicBezTo>
                    <a:pt x="2081" y="12138"/>
                    <a:pt x="2134" y="12318"/>
                    <a:pt x="2231" y="12474"/>
                  </a:cubicBezTo>
                  <a:cubicBezTo>
                    <a:pt x="2428" y="12789"/>
                    <a:pt x="2691" y="12874"/>
                    <a:pt x="2981" y="12874"/>
                  </a:cubicBezTo>
                  <a:cubicBezTo>
                    <a:pt x="3325" y="12874"/>
                    <a:pt x="3708" y="12754"/>
                    <a:pt x="4064" y="12754"/>
                  </a:cubicBezTo>
                  <a:cubicBezTo>
                    <a:pt x="4639" y="12754"/>
                    <a:pt x="4975" y="12984"/>
                    <a:pt x="5400" y="13274"/>
                  </a:cubicBezTo>
                  <a:cubicBezTo>
                    <a:pt x="5907" y="13619"/>
                    <a:pt x="6537" y="14050"/>
                    <a:pt x="7609" y="14050"/>
                  </a:cubicBezTo>
                  <a:lnTo>
                    <a:pt x="7611" y="14050"/>
                  </a:lnTo>
                  <a:cubicBezTo>
                    <a:pt x="8683" y="14050"/>
                    <a:pt x="9315" y="13620"/>
                    <a:pt x="9821" y="13274"/>
                  </a:cubicBezTo>
                  <a:cubicBezTo>
                    <a:pt x="10247" y="12984"/>
                    <a:pt x="10581" y="12754"/>
                    <a:pt x="11156" y="12754"/>
                  </a:cubicBezTo>
                  <a:cubicBezTo>
                    <a:pt x="11621" y="12754"/>
                    <a:pt x="11881" y="12881"/>
                    <a:pt x="12228" y="12881"/>
                  </a:cubicBezTo>
                  <a:cubicBezTo>
                    <a:pt x="12647" y="12881"/>
                    <a:pt x="12874" y="12660"/>
                    <a:pt x="12991" y="12474"/>
                  </a:cubicBezTo>
                  <a:cubicBezTo>
                    <a:pt x="13088" y="12318"/>
                    <a:pt x="13139" y="12136"/>
                    <a:pt x="13189" y="11920"/>
                  </a:cubicBezTo>
                  <a:cubicBezTo>
                    <a:pt x="13880" y="11765"/>
                    <a:pt x="14328" y="11752"/>
                    <a:pt x="14673" y="11590"/>
                  </a:cubicBezTo>
                  <a:cubicBezTo>
                    <a:pt x="15027" y="11425"/>
                    <a:pt x="15221" y="11119"/>
                    <a:pt x="15221" y="10730"/>
                  </a:cubicBezTo>
                  <a:cubicBezTo>
                    <a:pt x="15221" y="10337"/>
                    <a:pt x="15020" y="9999"/>
                    <a:pt x="14625" y="9723"/>
                  </a:cubicBezTo>
                  <a:cubicBezTo>
                    <a:pt x="13769" y="9124"/>
                    <a:pt x="12136" y="8885"/>
                    <a:pt x="12048" y="7717"/>
                  </a:cubicBezTo>
                  <a:cubicBezTo>
                    <a:pt x="12143" y="7664"/>
                    <a:pt x="12313" y="7595"/>
                    <a:pt x="12435" y="7547"/>
                  </a:cubicBezTo>
                  <a:cubicBezTo>
                    <a:pt x="12918" y="7355"/>
                    <a:pt x="13728" y="7031"/>
                    <a:pt x="13728" y="6187"/>
                  </a:cubicBezTo>
                  <a:cubicBezTo>
                    <a:pt x="13728" y="5593"/>
                    <a:pt x="13215" y="5159"/>
                    <a:pt x="12509" y="5159"/>
                  </a:cubicBezTo>
                  <a:cubicBezTo>
                    <a:pt x="12306" y="5159"/>
                    <a:pt x="12044" y="5225"/>
                    <a:pt x="11754" y="5288"/>
                  </a:cubicBezTo>
                  <a:cubicBezTo>
                    <a:pt x="11768" y="5041"/>
                    <a:pt x="11782" y="4714"/>
                    <a:pt x="11782" y="4280"/>
                  </a:cubicBezTo>
                  <a:cubicBezTo>
                    <a:pt x="11782" y="2246"/>
                    <a:pt x="10822" y="1211"/>
                    <a:pt x="10017" y="700"/>
                  </a:cubicBezTo>
                  <a:cubicBezTo>
                    <a:pt x="9076" y="105"/>
                    <a:pt x="8037" y="13"/>
                    <a:pt x="763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8" name="Google Shape;3848;p49"/>
            <p:cNvSpPr/>
            <p:nvPr/>
          </p:nvSpPr>
          <p:spPr>
            <a:xfrm>
              <a:off x="4500573" y="2571753"/>
              <a:ext cx="417024" cy="417024"/>
            </a:xfrm>
            <a:custGeom>
              <a:rect b="b" l="l" r="r" t="t"/>
              <a:pathLst>
                <a:path extrusionOk="0" h="19982" w="19982">
                  <a:moveTo>
                    <a:pt x="17017" y="1172"/>
                  </a:moveTo>
                  <a:cubicBezTo>
                    <a:pt x="17990" y="1172"/>
                    <a:pt x="18812" y="1975"/>
                    <a:pt x="18812" y="2927"/>
                  </a:cubicBezTo>
                  <a:lnTo>
                    <a:pt x="18812" y="17017"/>
                  </a:lnTo>
                  <a:cubicBezTo>
                    <a:pt x="18812" y="17990"/>
                    <a:pt x="17990" y="18811"/>
                    <a:pt x="17017" y="18811"/>
                  </a:cubicBezTo>
                  <a:lnTo>
                    <a:pt x="2966" y="18811"/>
                  </a:lnTo>
                  <a:cubicBezTo>
                    <a:pt x="1993" y="18811"/>
                    <a:pt x="1172" y="17990"/>
                    <a:pt x="1172" y="17017"/>
                  </a:cubicBezTo>
                  <a:lnTo>
                    <a:pt x="1172" y="2927"/>
                  </a:lnTo>
                  <a:cubicBezTo>
                    <a:pt x="1172" y="1975"/>
                    <a:pt x="1993" y="1172"/>
                    <a:pt x="2966" y="1172"/>
                  </a:cubicBezTo>
                  <a:close/>
                  <a:moveTo>
                    <a:pt x="2966" y="1"/>
                  </a:moveTo>
                  <a:cubicBezTo>
                    <a:pt x="1349" y="1"/>
                    <a:pt x="1" y="1310"/>
                    <a:pt x="1" y="2927"/>
                  </a:cubicBezTo>
                  <a:lnTo>
                    <a:pt x="1" y="17015"/>
                  </a:lnTo>
                  <a:cubicBezTo>
                    <a:pt x="1" y="18636"/>
                    <a:pt x="1349" y="19982"/>
                    <a:pt x="2966" y="19982"/>
                  </a:cubicBezTo>
                  <a:lnTo>
                    <a:pt x="17017" y="19982"/>
                  </a:lnTo>
                  <a:cubicBezTo>
                    <a:pt x="18635" y="19982"/>
                    <a:pt x="19982" y="18634"/>
                    <a:pt x="19982" y="17015"/>
                  </a:cubicBezTo>
                  <a:lnTo>
                    <a:pt x="19982" y="2927"/>
                  </a:lnTo>
                  <a:cubicBezTo>
                    <a:pt x="19982" y="1310"/>
                    <a:pt x="18635" y="1"/>
                    <a:pt x="1701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49" name="Google Shape;3849;p49"/>
          <p:cNvGrpSpPr/>
          <p:nvPr/>
        </p:nvGrpSpPr>
        <p:grpSpPr>
          <a:xfrm>
            <a:off x="2910693" y="3313141"/>
            <a:ext cx="266770" cy="266770"/>
            <a:chOff x="5012603" y="2571753"/>
            <a:chExt cx="417024" cy="417024"/>
          </a:xfrm>
        </p:grpSpPr>
        <p:sp>
          <p:nvSpPr>
            <p:cNvPr id="3850" name="Google Shape;3850;p49"/>
            <p:cNvSpPr/>
            <p:nvPr/>
          </p:nvSpPr>
          <p:spPr>
            <a:xfrm>
              <a:off x="5133124" y="2631210"/>
              <a:ext cx="180818" cy="300048"/>
            </a:xfrm>
            <a:custGeom>
              <a:rect b="b" l="l" r="r" t="t"/>
              <a:pathLst>
                <a:path extrusionOk="0" h="14377" w="8664">
                  <a:moveTo>
                    <a:pt x="4683" y="1171"/>
                  </a:moveTo>
                  <a:lnTo>
                    <a:pt x="4683" y="3395"/>
                  </a:lnTo>
                  <a:cubicBezTo>
                    <a:pt x="4683" y="3719"/>
                    <a:pt x="4945" y="3980"/>
                    <a:pt x="5269" y="3980"/>
                  </a:cubicBezTo>
                  <a:lnTo>
                    <a:pt x="7493" y="3980"/>
                  </a:lnTo>
                  <a:lnTo>
                    <a:pt x="7493" y="5620"/>
                  </a:lnTo>
                  <a:lnTo>
                    <a:pt x="5269" y="5620"/>
                  </a:lnTo>
                  <a:cubicBezTo>
                    <a:pt x="4945" y="5620"/>
                    <a:pt x="4683" y="5882"/>
                    <a:pt x="4683" y="6206"/>
                  </a:cubicBezTo>
                  <a:lnTo>
                    <a:pt x="4683" y="9859"/>
                  </a:lnTo>
                  <a:cubicBezTo>
                    <a:pt x="4683" y="10227"/>
                    <a:pt x="4706" y="10648"/>
                    <a:pt x="4975" y="10986"/>
                  </a:cubicBezTo>
                  <a:cubicBezTo>
                    <a:pt x="5327" y="11423"/>
                    <a:pt x="5899" y="11474"/>
                    <a:pt x="6299" y="11474"/>
                  </a:cubicBezTo>
                  <a:lnTo>
                    <a:pt x="7494" y="11474"/>
                  </a:lnTo>
                  <a:lnTo>
                    <a:pt x="7494" y="13158"/>
                  </a:lnTo>
                  <a:cubicBezTo>
                    <a:pt x="7137" y="13183"/>
                    <a:pt x="6635" y="13207"/>
                    <a:pt x="6113" y="13207"/>
                  </a:cubicBezTo>
                  <a:cubicBezTo>
                    <a:pt x="3848" y="13207"/>
                    <a:pt x="3044" y="11806"/>
                    <a:pt x="3044" y="10607"/>
                  </a:cubicBezTo>
                  <a:lnTo>
                    <a:pt x="3044" y="6206"/>
                  </a:lnTo>
                  <a:cubicBezTo>
                    <a:pt x="3044" y="5882"/>
                    <a:pt x="2782" y="5620"/>
                    <a:pt x="2460" y="5620"/>
                  </a:cubicBezTo>
                  <a:lnTo>
                    <a:pt x="1172" y="5620"/>
                  </a:lnTo>
                  <a:lnTo>
                    <a:pt x="1172" y="4090"/>
                  </a:lnTo>
                  <a:cubicBezTo>
                    <a:pt x="2035" y="3913"/>
                    <a:pt x="2690" y="3487"/>
                    <a:pt x="3120" y="2820"/>
                  </a:cubicBezTo>
                  <a:cubicBezTo>
                    <a:pt x="3463" y="2289"/>
                    <a:pt x="3608" y="1697"/>
                    <a:pt x="3703" y="1171"/>
                  </a:cubicBezTo>
                  <a:close/>
                  <a:moveTo>
                    <a:pt x="3208" y="0"/>
                  </a:moveTo>
                  <a:cubicBezTo>
                    <a:pt x="2922" y="0"/>
                    <a:pt x="2677" y="207"/>
                    <a:pt x="2631" y="490"/>
                  </a:cubicBezTo>
                  <a:cubicBezTo>
                    <a:pt x="2409" y="1822"/>
                    <a:pt x="2209" y="2861"/>
                    <a:pt x="537" y="3000"/>
                  </a:cubicBezTo>
                  <a:cubicBezTo>
                    <a:pt x="234" y="3025"/>
                    <a:pt x="1" y="3278"/>
                    <a:pt x="1" y="3582"/>
                  </a:cubicBezTo>
                  <a:lnTo>
                    <a:pt x="1" y="6206"/>
                  </a:lnTo>
                  <a:cubicBezTo>
                    <a:pt x="1" y="6529"/>
                    <a:pt x="263" y="6791"/>
                    <a:pt x="586" y="6791"/>
                  </a:cubicBezTo>
                  <a:lnTo>
                    <a:pt x="1874" y="6791"/>
                  </a:lnTo>
                  <a:lnTo>
                    <a:pt x="1874" y="10607"/>
                  </a:lnTo>
                  <a:cubicBezTo>
                    <a:pt x="1874" y="12618"/>
                    <a:pt x="3355" y="14377"/>
                    <a:pt x="6111" y="14377"/>
                  </a:cubicBezTo>
                  <a:cubicBezTo>
                    <a:pt x="7158" y="14377"/>
                    <a:pt x="8098" y="14285"/>
                    <a:pt x="8137" y="14281"/>
                  </a:cubicBezTo>
                  <a:cubicBezTo>
                    <a:pt x="8436" y="14251"/>
                    <a:pt x="8664" y="14000"/>
                    <a:pt x="8664" y="13699"/>
                  </a:cubicBezTo>
                  <a:lnTo>
                    <a:pt x="8664" y="10888"/>
                  </a:lnTo>
                  <a:cubicBezTo>
                    <a:pt x="8664" y="10565"/>
                    <a:pt x="8402" y="10303"/>
                    <a:pt x="8078" y="10303"/>
                  </a:cubicBezTo>
                  <a:lnTo>
                    <a:pt x="6299" y="10303"/>
                  </a:lnTo>
                  <a:cubicBezTo>
                    <a:pt x="5828" y="10303"/>
                    <a:pt x="5855" y="10292"/>
                    <a:pt x="5855" y="9859"/>
                  </a:cubicBezTo>
                  <a:lnTo>
                    <a:pt x="5855" y="6791"/>
                  </a:lnTo>
                  <a:lnTo>
                    <a:pt x="8078" y="6791"/>
                  </a:lnTo>
                  <a:cubicBezTo>
                    <a:pt x="8402" y="6791"/>
                    <a:pt x="8664" y="6529"/>
                    <a:pt x="8664" y="6206"/>
                  </a:cubicBezTo>
                  <a:lnTo>
                    <a:pt x="8664" y="3397"/>
                  </a:lnTo>
                  <a:cubicBezTo>
                    <a:pt x="8664" y="3073"/>
                    <a:pt x="8402" y="2811"/>
                    <a:pt x="8078" y="2811"/>
                  </a:cubicBezTo>
                  <a:lnTo>
                    <a:pt x="5855" y="2811"/>
                  </a:lnTo>
                  <a:lnTo>
                    <a:pt x="5855" y="586"/>
                  </a:lnTo>
                  <a:cubicBezTo>
                    <a:pt x="5855" y="262"/>
                    <a:pt x="5593" y="0"/>
                    <a:pt x="526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1" name="Google Shape;3851;p49"/>
            <p:cNvSpPr/>
            <p:nvPr/>
          </p:nvSpPr>
          <p:spPr>
            <a:xfrm>
              <a:off x="5012603" y="2571753"/>
              <a:ext cx="417024" cy="417024"/>
            </a:xfrm>
            <a:custGeom>
              <a:rect b="b" l="l" r="r" t="t"/>
              <a:pathLst>
                <a:path extrusionOk="0" h="19982" w="19982">
                  <a:moveTo>
                    <a:pt x="17053" y="1172"/>
                  </a:moveTo>
                  <a:cubicBezTo>
                    <a:pt x="18007" y="1172"/>
                    <a:pt x="18810" y="1993"/>
                    <a:pt x="18810" y="2966"/>
                  </a:cubicBezTo>
                  <a:lnTo>
                    <a:pt x="18810" y="17017"/>
                  </a:lnTo>
                  <a:cubicBezTo>
                    <a:pt x="18810" y="17990"/>
                    <a:pt x="18007" y="18811"/>
                    <a:pt x="17053" y="18811"/>
                  </a:cubicBezTo>
                  <a:lnTo>
                    <a:pt x="2965" y="18811"/>
                  </a:lnTo>
                  <a:cubicBezTo>
                    <a:pt x="1992" y="18811"/>
                    <a:pt x="1169" y="17990"/>
                    <a:pt x="1169" y="17017"/>
                  </a:cubicBezTo>
                  <a:lnTo>
                    <a:pt x="1169" y="2966"/>
                  </a:lnTo>
                  <a:cubicBezTo>
                    <a:pt x="1169" y="1993"/>
                    <a:pt x="1992" y="1172"/>
                    <a:pt x="2965" y="1172"/>
                  </a:cubicBezTo>
                  <a:close/>
                  <a:moveTo>
                    <a:pt x="2965" y="1"/>
                  </a:moveTo>
                  <a:cubicBezTo>
                    <a:pt x="1346" y="1"/>
                    <a:pt x="0" y="1349"/>
                    <a:pt x="0" y="2966"/>
                  </a:cubicBezTo>
                  <a:lnTo>
                    <a:pt x="0" y="17015"/>
                  </a:lnTo>
                  <a:cubicBezTo>
                    <a:pt x="0" y="18636"/>
                    <a:pt x="1348" y="19982"/>
                    <a:pt x="2965" y="19982"/>
                  </a:cubicBezTo>
                  <a:lnTo>
                    <a:pt x="17053" y="19982"/>
                  </a:lnTo>
                  <a:cubicBezTo>
                    <a:pt x="18672" y="19982"/>
                    <a:pt x="19981" y="18634"/>
                    <a:pt x="19981" y="17015"/>
                  </a:cubicBezTo>
                  <a:lnTo>
                    <a:pt x="19981" y="2966"/>
                  </a:lnTo>
                  <a:cubicBezTo>
                    <a:pt x="19981" y="1349"/>
                    <a:pt x="18672" y="1"/>
                    <a:pt x="1705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852" name="Google Shape;3852;p49"/>
          <p:cNvSpPr/>
          <p:nvPr/>
        </p:nvSpPr>
        <p:spPr>
          <a:xfrm>
            <a:off x="6846409" y="2869431"/>
            <a:ext cx="266760" cy="266760"/>
          </a:xfrm>
          <a:custGeom>
            <a:rect b="b" l="l" r="r" t="t"/>
            <a:pathLst>
              <a:path extrusionOk="0" h="19982" w="19982">
                <a:moveTo>
                  <a:pt x="14602" y="3500"/>
                </a:moveTo>
                <a:cubicBezTo>
                  <a:pt x="15137" y="3500"/>
                  <a:pt x="15682" y="3563"/>
                  <a:pt x="16247" y="3689"/>
                </a:cubicBezTo>
                <a:cubicBezTo>
                  <a:pt x="16179" y="4154"/>
                  <a:pt x="16095" y="4705"/>
                  <a:pt x="16033" y="5120"/>
                </a:cubicBezTo>
                <a:cubicBezTo>
                  <a:pt x="15810" y="5075"/>
                  <a:pt x="15484" y="5035"/>
                  <a:pt x="15150" y="5035"/>
                </a:cubicBezTo>
                <a:cubicBezTo>
                  <a:pt x="14968" y="5035"/>
                  <a:pt x="14783" y="5047"/>
                  <a:pt x="14611" y="5076"/>
                </a:cubicBezTo>
                <a:cubicBezTo>
                  <a:pt x="13536" y="5258"/>
                  <a:pt x="12918" y="5925"/>
                  <a:pt x="12918" y="6907"/>
                </a:cubicBezTo>
                <a:lnTo>
                  <a:pt x="12918" y="8819"/>
                </a:lnTo>
                <a:cubicBezTo>
                  <a:pt x="12918" y="9143"/>
                  <a:pt x="13180" y="9405"/>
                  <a:pt x="13504" y="9405"/>
                </a:cubicBezTo>
                <a:lnTo>
                  <a:pt x="15681" y="9405"/>
                </a:lnTo>
                <a:lnTo>
                  <a:pt x="15388" y="10576"/>
                </a:lnTo>
                <a:lnTo>
                  <a:pt x="13504" y="10576"/>
                </a:lnTo>
                <a:cubicBezTo>
                  <a:pt x="13180" y="10576"/>
                  <a:pt x="12918" y="10838"/>
                  <a:pt x="12918" y="11161"/>
                </a:cubicBezTo>
                <a:lnTo>
                  <a:pt x="12918" y="18811"/>
                </a:lnTo>
                <a:lnTo>
                  <a:pt x="11162" y="18811"/>
                </a:lnTo>
                <a:lnTo>
                  <a:pt x="11162" y="11161"/>
                </a:lnTo>
                <a:cubicBezTo>
                  <a:pt x="11162" y="10838"/>
                  <a:pt x="10900" y="10576"/>
                  <a:pt x="10576" y="10576"/>
                </a:cubicBezTo>
                <a:lnTo>
                  <a:pt x="9407" y="10576"/>
                </a:lnTo>
                <a:lnTo>
                  <a:pt x="9407" y="9405"/>
                </a:lnTo>
                <a:lnTo>
                  <a:pt x="10576" y="9405"/>
                </a:lnTo>
                <a:cubicBezTo>
                  <a:pt x="10900" y="9405"/>
                  <a:pt x="11162" y="9143"/>
                  <a:pt x="11162" y="8821"/>
                </a:cubicBezTo>
                <a:cubicBezTo>
                  <a:pt x="11162" y="7215"/>
                  <a:pt x="11162" y="6481"/>
                  <a:pt x="11162" y="6143"/>
                </a:cubicBezTo>
                <a:cubicBezTo>
                  <a:pt x="11162" y="5520"/>
                  <a:pt x="11163" y="4843"/>
                  <a:pt x="11770" y="4324"/>
                </a:cubicBezTo>
                <a:cubicBezTo>
                  <a:pt x="12234" y="3928"/>
                  <a:pt x="12823" y="3687"/>
                  <a:pt x="13628" y="3571"/>
                </a:cubicBezTo>
                <a:cubicBezTo>
                  <a:pt x="13950" y="3524"/>
                  <a:pt x="14274" y="3500"/>
                  <a:pt x="14602" y="3500"/>
                </a:cubicBezTo>
                <a:close/>
                <a:moveTo>
                  <a:pt x="17017" y="1170"/>
                </a:moveTo>
                <a:cubicBezTo>
                  <a:pt x="17990" y="1170"/>
                  <a:pt x="18811" y="1975"/>
                  <a:pt x="18811" y="2927"/>
                </a:cubicBezTo>
                <a:lnTo>
                  <a:pt x="18811" y="17056"/>
                </a:lnTo>
                <a:cubicBezTo>
                  <a:pt x="18811" y="18023"/>
                  <a:pt x="18024" y="18811"/>
                  <a:pt x="17056" y="18811"/>
                </a:cubicBezTo>
                <a:lnTo>
                  <a:pt x="14089" y="18811"/>
                </a:lnTo>
                <a:lnTo>
                  <a:pt x="14089" y="11747"/>
                </a:lnTo>
                <a:lnTo>
                  <a:pt x="15846" y="11747"/>
                </a:lnTo>
                <a:cubicBezTo>
                  <a:pt x="16115" y="11747"/>
                  <a:pt x="16348" y="11565"/>
                  <a:pt x="16414" y="11305"/>
                </a:cubicBezTo>
                <a:lnTo>
                  <a:pt x="16999" y="8963"/>
                </a:lnTo>
                <a:cubicBezTo>
                  <a:pt x="17042" y="8787"/>
                  <a:pt x="17003" y="8602"/>
                  <a:pt x="16893" y="8460"/>
                </a:cubicBezTo>
                <a:cubicBezTo>
                  <a:pt x="16782" y="8317"/>
                  <a:pt x="16612" y="8235"/>
                  <a:pt x="16431" y="8235"/>
                </a:cubicBezTo>
                <a:lnTo>
                  <a:pt x="14089" y="8235"/>
                </a:lnTo>
                <a:lnTo>
                  <a:pt x="14089" y="6909"/>
                </a:lnTo>
                <a:cubicBezTo>
                  <a:pt x="14089" y="6638"/>
                  <a:pt x="14144" y="6343"/>
                  <a:pt x="14808" y="6229"/>
                </a:cubicBezTo>
                <a:cubicBezTo>
                  <a:pt x="14936" y="6208"/>
                  <a:pt x="15061" y="6199"/>
                  <a:pt x="15182" y="6199"/>
                </a:cubicBezTo>
                <a:cubicBezTo>
                  <a:pt x="15552" y="6199"/>
                  <a:pt x="15890" y="6283"/>
                  <a:pt x="16198" y="6360"/>
                </a:cubicBezTo>
                <a:cubicBezTo>
                  <a:pt x="16304" y="6387"/>
                  <a:pt x="16415" y="6421"/>
                  <a:pt x="16532" y="6421"/>
                </a:cubicBezTo>
                <a:cubicBezTo>
                  <a:pt x="16632" y="6421"/>
                  <a:pt x="16736" y="6396"/>
                  <a:pt x="16847" y="6321"/>
                </a:cubicBezTo>
                <a:cubicBezTo>
                  <a:pt x="16983" y="6229"/>
                  <a:pt x="17074" y="6084"/>
                  <a:pt x="17098" y="5923"/>
                </a:cubicBezTo>
                <a:cubicBezTo>
                  <a:pt x="17098" y="5923"/>
                  <a:pt x="17362" y="4156"/>
                  <a:pt x="17482" y="3339"/>
                </a:cubicBezTo>
                <a:cubicBezTo>
                  <a:pt x="17525" y="3049"/>
                  <a:pt x="17346" y="2769"/>
                  <a:pt x="17063" y="2690"/>
                </a:cubicBezTo>
                <a:cubicBezTo>
                  <a:pt x="16267" y="2463"/>
                  <a:pt x="15346" y="2343"/>
                  <a:pt x="14504" y="2343"/>
                </a:cubicBezTo>
                <a:cubicBezTo>
                  <a:pt x="14137" y="2343"/>
                  <a:pt x="13786" y="2365"/>
                  <a:pt x="13467" y="2412"/>
                </a:cubicBezTo>
                <a:cubicBezTo>
                  <a:pt x="12434" y="2562"/>
                  <a:pt x="11646" y="2888"/>
                  <a:pt x="11009" y="3434"/>
                </a:cubicBezTo>
                <a:cubicBezTo>
                  <a:pt x="10121" y="4193"/>
                  <a:pt x="10010" y="5168"/>
                  <a:pt x="9999" y="5833"/>
                </a:cubicBezTo>
                <a:cubicBezTo>
                  <a:pt x="9999" y="5847"/>
                  <a:pt x="9999" y="7029"/>
                  <a:pt x="9999" y="8235"/>
                </a:cubicBezTo>
                <a:lnTo>
                  <a:pt x="8821" y="8235"/>
                </a:lnTo>
                <a:cubicBezTo>
                  <a:pt x="8497" y="8235"/>
                  <a:pt x="8236" y="8497"/>
                  <a:pt x="8236" y="8819"/>
                </a:cubicBezTo>
                <a:lnTo>
                  <a:pt x="8236" y="11161"/>
                </a:lnTo>
                <a:cubicBezTo>
                  <a:pt x="8236" y="11485"/>
                  <a:pt x="8497" y="11747"/>
                  <a:pt x="8821" y="11747"/>
                </a:cubicBezTo>
                <a:lnTo>
                  <a:pt x="9991" y="11747"/>
                </a:lnTo>
                <a:lnTo>
                  <a:pt x="9991" y="18811"/>
                </a:lnTo>
                <a:lnTo>
                  <a:pt x="2927" y="18811"/>
                </a:lnTo>
                <a:cubicBezTo>
                  <a:pt x="1959" y="18811"/>
                  <a:pt x="1172" y="18023"/>
                  <a:pt x="1172" y="17054"/>
                </a:cubicBezTo>
                <a:lnTo>
                  <a:pt x="1172" y="2927"/>
                </a:lnTo>
                <a:cubicBezTo>
                  <a:pt x="1172" y="1959"/>
                  <a:pt x="1959" y="1170"/>
                  <a:pt x="2927" y="1170"/>
                </a:cubicBezTo>
                <a:close/>
                <a:moveTo>
                  <a:pt x="2927" y="1"/>
                </a:moveTo>
                <a:cubicBezTo>
                  <a:pt x="1314" y="1"/>
                  <a:pt x="1" y="1313"/>
                  <a:pt x="1" y="2927"/>
                </a:cubicBezTo>
                <a:lnTo>
                  <a:pt x="1" y="17056"/>
                </a:lnTo>
                <a:cubicBezTo>
                  <a:pt x="1" y="18669"/>
                  <a:pt x="1314" y="19982"/>
                  <a:pt x="2927" y="19982"/>
                </a:cubicBezTo>
                <a:lnTo>
                  <a:pt x="17054" y="19982"/>
                </a:lnTo>
                <a:cubicBezTo>
                  <a:pt x="18669" y="19982"/>
                  <a:pt x="19982" y="18669"/>
                  <a:pt x="19982" y="17056"/>
                </a:cubicBezTo>
                <a:lnTo>
                  <a:pt x="19982" y="2927"/>
                </a:lnTo>
                <a:cubicBezTo>
                  <a:pt x="19982" y="2145"/>
                  <a:pt x="19669" y="1409"/>
                  <a:pt x="19101" y="853"/>
                </a:cubicBezTo>
                <a:cubicBezTo>
                  <a:pt x="18538" y="303"/>
                  <a:pt x="17797" y="1"/>
                  <a:pt x="1701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53" name="Google Shape;3853;p49"/>
          <p:cNvGrpSpPr/>
          <p:nvPr/>
        </p:nvGrpSpPr>
        <p:grpSpPr>
          <a:xfrm>
            <a:off x="7279097" y="2880876"/>
            <a:ext cx="266797" cy="266770"/>
            <a:chOff x="812101" y="2571761"/>
            <a:chExt cx="417066" cy="417024"/>
          </a:xfrm>
        </p:grpSpPr>
        <p:sp>
          <p:nvSpPr>
            <p:cNvPr id="3854" name="Google Shape;3854;p49"/>
            <p:cNvSpPr/>
            <p:nvPr/>
          </p:nvSpPr>
          <p:spPr>
            <a:xfrm>
              <a:off x="935084" y="2694744"/>
              <a:ext cx="171071" cy="171071"/>
            </a:xfrm>
            <a:custGeom>
              <a:rect b="b" l="l" r="r" t="t"/>
              <a:pathLst>
                <a:path extrusionOk="0" h="8197" w="8197">
                  <a:moveTo>
                    <a:pt x="4099" y="1171"/>
                  </a:moveTo>
                  <a:cubicBezTo>
                    <a:pt x="5712" y="1171"/>
                    <a:pt x="7027" y="2484"/>
                    <a:pt x="7027" y="4097"/>
                  </a:cubicBezTo>
                  <a:cubicBezTo>
                    <a:pt x="7027" y="5712"/>
                    <a:pt x="5712" y="7025"/>
                    <a:pt x="4099" y="7025"/>
                  </a:cubicBezTo>
                  <a:cubicBezTo>
                    <a:pt x="2486" y="7025"/>
                    <a:pt x="1171" y="5712"/>
                    <a:pt x="1171" y="4097"/>
                  </a:cubicBezTo>
                  <a:cubicBezTo>
                    <a:pt x="1171" y="2484"/>
                    <a:pt x="2486" y="1171"/>
                    <a:pt x="4099" y="1171"/>
                  </a:cubicBezTo>
                  <a:close/>
                  <a:moveTo>
                    <a:pt x="4099" y="0"/>
                  </a:moveTo>
                  <a:cubicBezTo>
                    <a:pt x="1840" y="0"/>
                    <a:pt x="0" y="1838"/>
                    <a:pt x="0" y="4097"/>
                  </a:cubicBezTo>
                  <a:cubicBezTo>
                    <a:pt x="0" y="6358"/>
                    <a:pt x="1840" y="8196"/>
                    <a:pt x="4099" y="8196"/>
                  </a:cubicBezTo>
                  <a:cubicBezTo>
                    <a:pt x="6358" y="8196"/>
                    <a:pt x="8196" y="6358"/>
                    <a:pt x="8196" y="4097"/>
                  </a:cubicBezTo>
                  <a:cubicBezTo>
                    <a:pt x="8196" y="1838"/>
                    <a:pt x="6358" y="0"/>
                    <a:pt x="409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5" name="Google Shape;3855;p49"/>
            <p:cNvSpPr/>
            <p:nvPr/>
          </p:nvSpPr>
          <p:spPr>
            <a:xfrm>
              <a:off x="860977" y="2620616"/>
              <a:ext cx="319311" cy="319290"/>
            </a:xfrm>
            <a:custGeom>
              <a:rect b="b" l="l" r="r" t="t"/>
              <a:pathLst>
                <a:path extrusionOk="0" h="15299" w="15300">
                  <a:moveTo>
                    <a:pt x="12333" y="1171"/>
                  </a:moveTo>
                  <a:cubicBezTo>
                    <a:pt x="13306" y="1171"/>
                    <a:pt x="14128" y="1994"/>
                    <a:pt x="14128" y="2967"/>
                  </a:cubicBezTo>
                  <a:lnTo>
                    <a:pt x="14128" y="12334"/>
                  </a:lnTo>
                  <a:cubicBezTo>
                    <a:pt x="14128" y="13307"/>
                    <a:pt x="13306" y="14129"/>
                    <a:pt x="12333" y="14129"/>
                  </a:cubicBezTo>
                  <a:lnTo>
                    <a:pt x="2968" y="14129"/>
                  </a:lnTo>
                  <a:cubicBezTo>
                    <a:pt x="1993" y="14129"/>
                    <a:pt x="1172" y="13307"/>
                    <a:pt x="1172" y="12334"/>
                  </a:cubicBezTo>
                  <a:lnTo>
                    <a:pt x="1172" y="2967"/>
                  </a:lnTo>
                  <a:cubicBezTo>
                    <a:pt x="1172" y="1994"/>
                    <a:pt x="1993" y="1171"/>
                    <a:pt x="2968" y="1171"/>
                  </a:cubicBezTo>
                  <a:close/>
                  <a:moveTo>
                    <a:pt x="2968" y="0"/>
                  </a:moveTo>
                  <a:cubicBezTo>
                    <a:pt x="1351" y="0"/>
                    <a:pt x="1" y="1346"/>
                    <a:pt x="1" y="2967"/>
                  </a:cubicBezTo>
                  <a:lnTo>
                    <a:pt x="1" y="12334"/>
                  </a:lnTo>
                  <a:cubicBezTo>
                    <a:pt x="1" y="13952"/>
                    <a:pt x="1349" y="15299"/>
                    <a:pt x="2968" y="15299"/>
                  </a:cubicBezTo>
                  <a:lnTo>
                    <a:pt x="12333" y="15299"/>
                  </a:lnTo>
                  <a:cubicBezTo>
                    <a:pt x="13953" y="15299"/>
                    <a:pt x="15299" y="13951"/>
                    <a:pt x="15299" y="12334"/>
                  </a:cubicBezTo>
                  <a:lnTo>
                    <a:pt x="15299" y="2967"/>
                  </a:lnTo>
                  <a:cubicBezTo>
                    <a:pt x="15299" y="1345"/>
                    <a:pt x="13948" y="0"/>
                    <a:pt x="123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6" name="Google Shape;3856;p49"/>
            <p:cNvSpPr/>
            <p:nvPr/>
          </p:nvSpPr>
          <p:spPr>
            <a:xfrm>
              <a:off x="812101" y="2571761"/>
              <a:ext cx="417066" cy="417024"/>
            </a:xfrm>
            <a:custGeom>
              <a:rect b="b" l="l" r="r" t="t"/>
              <a:pathLst>
                <a:path extrusionOk="0" h="19982" w="19984">
                  <a:moveTo>
                    <a:pt x="17056" y="1172"/>
                  </a:moveTo>
                  <a:cubicBezTo>
                    <a:pt x="18025" y="1172"/>
                    <a:pt x="18812" y="1959"/>
                    <a:pt x="18812" y="2927"/>
                  </a:cubicBezTo>
                  <a:lnTo>
                    <a:pt x="18812" y="17056"/>
                  </a:lnTo>
                  <a:cubicBezTo>
                    <a:pt x="18812" y="18023"/>
                    <a:pt x="18025" y="18811"/>
                    <a:pt x="17056" y="18811"/>
                  </a:cubicBezTo>
                  <a:lnTo>
                    <a:pt x="2928" y="18811"/>
                  </a:lnTo>
                  <a:cubicBezTo>
                    <a:pt x="1961" y="18811"/>
                    <a:pt x="1172" y="18023"/>
                    <a:pt x="1172" y="17056"/>
                  </a:cubicBezTo>
                  <a:lnTo>
                    <a:pt x="1172" y="2927"/>
                  </a:lnTo>
                  <a:cubicBezTo>
                    <a:pt x="1172" y="1959"/>
                    <a:pt x="1961" y="1172"/>
                    <a:pt x="2928" y="1172"/>
                  </a:cubicBezTo>
                  <a:close/>
                  <a:moveTo>
                    <a:pt x="2928" y="1"/>
                  </a:moveTo>
                  <a:cubicBezTo>
                    <a:pt x="1313" y="1"/>
                    <a:pt x="1" y="1313"/>
                    <a:pt x="1" y="2927"/>
                  </a:cubicBezTo>
                  <a:lnTo>
                    <a:pt x="1" y="17056"/>
                  </a:lnTo>
                  <a:cubicBezTo>
                    <a:pt x="1" y="18669"/>
                    <a:pt x="1313" y="19982"/>
                    <a:pt x="2928" y="19982"/>
                  </a:cubicBezTo>
                  <a:lnTo>
                    <a:pt x="17056" y="19982"/>
                  </a:lnTo>
                  <a:cubicBezTo>
                    <a:pt x="18669" y="19982"/>
                    <a:pt x="19984" y="18669"/>
                    <a:pt x="19984" y="17056"/>
                  </a:cubicBezTo>
                  <a:lnTo>
                    <a:pt x="19984" y="2927"/>
                  </a:lnTo>
                  <a:cubicBezTo>
                    <a:pt x="19984" y="1313"/>
                    <a:pt x="18669" y="1"/>
                    <a:pt x="1705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7" name="Google Shape;3857;p49"/>
            <p:cNvSpPr/>
            <p:nvPr/>
          </p:nvSpPr>
          <p:spPr>
            <a:xfrm>
              <a:off x="1081712" y="2670306"/>
              <a:ext cx="48878" cy="48898"/>
            </a:xfrm>
            <a:custGeom>
              <a:rect b="b" l="l" r="r" t="t"/>
              <a:pathLst>
                <a:path extrusionOk="0" h="2343" w="2342">
                  <a:moveTo>
                    <a:pt x="1170" y="0"/>
                  </a:moveTo>
                  <a:cubicBezTo>
                    <a:pt x="524" y="0"/>
                    <a:pt x="1" y="526"/>
                    <a:pt x="1" y="1171"/>
                  </a:cubicBezTo>
                  <a:cubicBezTo>
                    <a:pt x="1" y="1817"/>
                    <a:pt x="524" y="2342"/>
                    <a:pt x="1170" y="2342"/>
                  </a:cubicBezTo>
                  <a:cubicBezTo>
                    <a:pt x="1816" y="2342"/>
                    <a:pt x="2341" y="1817"/>
                    <a:pt x="2341" y="1171"/>
                  </a:cubicBezTo>
                  <a:cubicBezTo>
                    <a:pt x="2341" y="526"/>
                    <a:pt x="1816" y="0"/>
                    <a:pt x="117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58" name="Google Shape;3858;p49"/>
          <p:cNvGrpSpPr/>
          <p:nvPr/>
        </p:nvGrpSpPr>
        <p:grpSpPr>
          <a:xfrm>
            <a:off x="7719201" y="2880876"/>
            <a:ext cx="266770" cy="266770"/>
            <a:chOff x="1323129" y="2571761"/>
            <a:chExt cx="417024" cy="417024"/>
          </a:xfrm>
        </p:grpSpPr>
        <p:sp>
          <p:nvSpPr>
            <p:cNvPr id="3859" name="Google Shape;3859;p49"/>
            <p:cNvSpPr/>
            <p:nvPr/>
          </p:nvSpPr>
          <p:spPr>
            <a:xfrm>
              <a:off x="1385007" y="2719183"/>
              <a:ext cx="73337" cy="219907"/>
            </a:xfrm>
            <a:custGeom>
              <a:rect b="b" l="l" r="r" t="t"/>
              <a:pathLst>
                <a:path extrusionOk="0" h="10537" w="3514">
                  <a:moveTo>
                    <a:pt x="2342" y="1171"/>
                  </a:moveTo>
                  <a:lnTo>
                    <a:pt x="2342" y="9367"/>
                  </a:lnTo>
                  <a:lnTo>
                    <a:pt x="1171" y="9367"/>
                  </a:lnTo>
                  <a:lnTo>
                    <a:pt x="1171" y="1171"/>
                  </a:lnTo>
                  <a:close/>
                  <a:moveTo>
                    <a:pt x="586" y="0"/>
                  </a:moveTo>
                  <a:cubicBezTo>
                    <a:pt x="264" y="0"/>
                    <a:pt x="0" y="262"/>
                    <a:pt x="0" y="586"/>
                  </a:cubicBezTo>
                  <a:lnTo>
                    <a:pt x="0" y="9951"/>
                  </a:lnTo>
                  <a:cubicBezTo>
                    <a:pt x="0" y="10275"/>
                    <a:pt x="264" y="10537"/>
                    <a:pt x="586" y="10537"/>
                  </a:cubicBezTo>
                  <a:lnTo>
                    <a:pt x="2928" y="10537"/>
                  </a:lnTo>
                  <a:cubicBezTo>
                    <a:pt x="3252" y="10537"/>
                    <a:pt x="3514" y="10275"/>
                    <a:pt x="3514" y="9951"/>
                  </a:cubicBezTo>
                  <a:lnTo>
                    <a:pt x="3514" y="586"/>
                  </a:lnTo>
                  <a:cubicBezTo>
                    <a:pt x="3514" y="262"/>
                    <a:pt x="3252" y="0"/>
                    <a:pt x="292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0" name="Google Shape;3860;p49"/>
            <p:cNvSpPr/>
            <p:nvPr/>
          </p:nvSpPr>
          <p:spPr>
            <a:xfrm>
              <a:off x="1385007" y="2621430"/>
              <a:ext cx="73337" cy="73337"/>
            </a:xfrm>
            <a:custGeom>
              <a:rect b="b" l="l" r="r" t="t"/>
              <a:pathLst>
                <a:path extrusionOk="0" h="3514" w="3514">
                  <a:moveTo>
                    <a:pt x="1757" y="1171"/>
                  </a:moveTo>
                  <a:cubicBezTo>
                    <a:pt x="2081" y="1171"/>
                    <a:pt x="2342" y="1435"/>
                    <a:pt x="2342" y="1757"/>
                  </a:cubicBezTo>
                  <a:cubicBezTo>
                    <a:pt x="2342" y="2080"/>
                    <a:pt x="2081" y="2342"/>
                    <a:pt x="1757" y="2342"/>
                  </a:cubicBezTo>
                  <a:cubicBezTo>
                    <a:pt x="1435" y="2342"/>
                    <a:pt x="1171" y="2080"/>
                    <a:pt x="1171" y="1757"/>
                  </a:cubicBezTo>
                  <a:cubicBezTo>
                    <a:pt x="1171" y="1435"/>
                    <a:pt x="1435" y="1171"/>
                    <a:pt x="1757" y="1171"/>
                  </a:cubicBezTo>
                  <a:close/>
                  <a:moveTo>
                    <a:pt x="1757" y="0"/>
                  </a:moveTo>
                  <a:cubicBezTo>
                    <a:pt x="789" y="0"/>
                    <a:pt x="0" y="789"/>
                    <a:pt x="0" y="1757"/>
                  </a:cubicBezTo>
                  <a:cubicBezTo>
                    <a:pt x="0" y="2726"/>
                    <a:pt x="789" y="3513"/>
                    <a:pt x="1757" y="3513"/>
                  </a:cubicBezTo>
                  <a:cubicBezTo>
                    <a:pt x="2726" y="3513"/>
                    <a:pt x="3514" y="2726"/>
                    <a:pt x="3514" y="1757"/>
                  </a:cubicBezTo>
                  <a:cubicBezTo>
                    <a:pt x="3514" y="789"/>
                    <a:pt x="2726" y="0"/>
                    <a:pt x="175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1" name="Google Shape;3861;p49"/>
            <p:cNvSpPr/>
            <p:nvPr/>
          </p:nvSpPr>
          <p:spPr>
            <a:xfrm>
              <a:off x="1482759" y="2718786"/>
              <a:ext cx="195510" cy="220304"/>
            </a:xfrm>
            <a:custGeom>
              <a:rect b="b" l="l" r="r" t="t"/>
              <a:pathLst>
                <a:path extrusionOk="0" h="10556" w="9368">
                  <a:moveTo>
                    <a:pt x="5559" y="1173"/>
                  </a:moveTo>
                  <a:cubicBezTo>
                    <a:pt x="5720" y="1173"/>
                    <a:pt x="5883" y="1186"/>
                    <a:pt x="6044" y="1212"/>
                  </a:cubicBezTo>
                  <a:cubicBezTo>
                    <a:pt x="7422" y="1435"/>
                    <a:pt x="8196" y="2535"/>
                    <a:pt x="8196" y="3669"/>
                  </a:cubicBezTo>
                  <a:lnTo>
                    <a:pt x="8196" y="9386"/>
                  </a:lnTo>
                  <a:lnTo>
                    <a:pt x="7025" y="9386"/>
                  </a:lnTo>
                  <a:lnTo>
                    <a:pt x="7025" y="4702"/>
                  </a:lnTo>
                  <a:cubicBezTo>
                    <a:pt x="7025" y="3411"/>
                    <a:pt x="5975" y="2360"/>
                    <a:pt x="4683" y="2360"/>
                  </a:cubicBezTo>
                  <a:cubicBezTo>
                    <a:pt x="3392" y="2360"/>
                    <a:pt x="2341" y="3411"/>
                    <a:pt x="2341" y="4702"/>
                  </a:cubicBezTo>
                  <a:lnTo>
                    <a:pt x="2341" y="9386"/>
                  </a:lnTo>
                  <a:lnTo>
                    <a:pt x="1170" y="9386"/>
                  </a:lnTo>
                  <a:lnTo>
                    <a:pt x="1170" y="1190"/>
                  </a:lnTo>
                  <a:lnTo>
                    <a:pt x="2341" y="1190"/>
                  </a:lnTo>
                  <a:lnTo>
                    <a:pt x="2341" y="1776"/>
                  </a:lnTo>
                  <a:cubicBezTo>
                    <a:pt x="2341" y="2011"/>
                    <a:pt x="2484" y="2225"/>
                    <a:pt x="2704" y="2316"/>
                  </a:cubicBezTo>
                  <a:cubicBezTo>
                    <a:pt x="2776" y="2346"/>
                    <a:pt x="2852" y="2361"/>
                    <a:pt x="2928" y="2361"/>
                  </a:cubicBezTo>
                  <a:cubicBezTo>
                    <a:pt x="3080" y="2361"/>
                    <a:pt x="3229" y="2301"/>
                    <a:pt x="3341" y="2190"/>
                  </a:cubicBezTo>
                  <a:lnTo>
                    <a:pt x="3615" y="1916"/>
                  </a:lnTo>
                  <a:cubicBezTo>
                    <a:pt x="4086" y="1443"/>
                    <a:pt x="4813" y="1173"/>
                    <a:pt x="5559" y="1173"/>
                  </a:cubicBezTo>
                  <a:close/>
                  <a:moveTo>
                    <a:pt x="5553" y="0"/>
                  </a:moveTo>
                  <a:cubicBezTo>
                    <a:pt x="4823" y="0"/>
                    <a:pt x="4110" y="189"/>
                    <a:pt x="3509" y="536"/>
                  </a:cubicBezTo>
                  <a:cubicBezTo>
                    <a:pt x="3475" y="246"/>
                    <a:pt x="3227" y="19"/>
                    <a:pt x="2927" y="19"/>
                  </a:cubicBezTo>
                  <a:lnTo>
                    <a:pt x="586" y="19"/>
                  </a:lnTo>
                  <a:cubicBezTo>
                    <a:pt x="262" y="19"/>
                    <a:pt x="1" y="281"/>
                    <a:pt x="1" y="605"/>
                  </a:cubicBezTo>
                  <a:lnTo>
                    <a:pt x="1" y="9970"/>
                  </a:lnTo>
                  <a:cubicBezTo>
                    <a:pt x="1" y="10294"/>
                    <a:pt x="262" y="10556"/>
                    <a:pt x="586" y="10556"/>
                  </a:cubicBezTo>
                  <a:lnTo>
                    <a:pt x="2927" y="10556"/>
                  </a:lnTo>
                  <a:cubicBezTo>
                    <a:pt x="3250" y="10556"/>
                    <a:pt x="3512" y="10294"/>
                    <a:pt x="3512" y="9970"/>
                  </a:cubicBezTo>
                  <a:lnTo>
                    <a:pt x="3512" y="4702"/>
                  </a:lnTo>
                  <a:cubicBezTo>
                    <a:pt x="3512" y="4056"/>
                    <a:pt x="4038" y="3531"/>
                    <a:pt x="4683" y="3531"/>
                  </a:cubicBezTo>
                  <a:cubicBezTo>
                    <a:pt x="5329" y="3531"/>
                    <a:pt x="5854" y="4056"/>
                    <a:pt x="5854" y="4702"/>
                  </a:cubicBezTo>
                  <a:lnTo>
                    <a:pt x="5854" y="9970"/>
                  </a:lnTo>
                  <a:cubicBezTo>
                    <a:pt x="5854" y="10294"/>
                    <a:pt x="6116" y="10556"/>
                    <a:pt x="6440" y="10556"/>
                  </a:cubicBezTo>
                  <a:lnTo>
                    <a:pt x="8782" y="10556"/>
                  </a:lnTo>
                  <a:cubicBezTo>
                    <a:pt x="9104" y="10556"/>
                    <a:pt x="9368" y="10294"/>
                    <a:pt x="9368" y="9970"/>
                  </a:cubicBezTo>
                  <a:lnTo>
                    <a:pt x="9368" y="3669"/>
                  </a:lnTo>
                  <a:cubicBezTo>
                    <a:pt x="9368" y="1921"/>
                    <a:pt x="8131" y="364"/>
                    <a:pt x="6231" y="55"/>
                  </a:cubicBezTo>
                  <a:cubicBezTo>
                    <a:pt x="6005" y="18"/>
                    <a:pt x="5779" y="0"/>
                    <a:pt x="555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2" name="Google Shape;3862;p49"/>
            <p:cNvSpPr/>
            <p:nvPr/>
          </p:nvSpPr>
          <p:spPr>
            <a:xfrm>
              <a:off x="1323129" y="2571761"/>
              <a:ext cx="417024" cy="417024"/>
            </a:xfrm>
            <a:custGeom>
              <a:rect b="b" l="l" r="r" t="t"/>
              <a:pathLst>
                <a:path extrusionOk="0" h="19982" w="19982">
                  <a:moveTo>
                    <a:pt x="17015" y="1170"/>
                  </a:moveTo>
                  <a:cubicBezTo>
                    <a:pt x="17989" y="1170"/>
                    <a:pt x="18810" y="1993"/>
                    <a:pt x="18810" y="2966"/>
                  </a:cubicBezTo>
                  <a:lnTo>
                    <a:pt x="18810" y="17015"/>
                  </a:lnTo>
                  <a:cubicBezTo>
                    <a:pt x="18810" y="17990"/>
                    <a:pt x="17989" y="18811"/>
                    <a:pt x="17015" y="18811"/>
                  </a:cubicBezTo>
                  <a:lnTo>
                    <a:pt x="2965" y="18811"/>
                  </a:lnTo>
                  <a:cubicBezTo>
                    <a:pt x="1992" y="18811"/>
                    <a:pt x="1170" y="17990"/>
                    <a:pt x="1170" y="17015"/>
                  </a:cubicBezTo>
                  <a:lnTo>
                    <a:pt x="1170" y="2966"/>
                  </a:lnTo>
                  <a:cubicBezTo>
                    <a:pt x="1170" y="1993"/>
                    <a:pt x="1992" y="1170"/>
                    <a:pt x="2965" y="1170"/>
                  </a:cubicBezTo>
                  <a:close/>
                  <a:moveTo>
                    <a:pt x="2965" y="1"/>
                  </a:moveTo>
                  <a:cubicBezTo>
                    <a:pt x="1347" y="1"/>
                    <a:pt x="0" y="1349"/>
                    <a:pt x="0" y="2966"/>
                  </a:cubicBezTo>
                  <a:lnTo>
                    <a:pt x="0" y="17015"/>
                  </a:lnTo>
                  <a:cubicBezTo>
                    <a:pt x="0" y="18635"/>
                    <a:pt x="1348" y="19982"/>
                    <a:pt x="2965" y="19982"/>
                  </a:cubicBezTo>
                  <a:lnTo>
                    <a:pt x="17017" y="19982"/>
                  </a:lnTo>
                  <a:cubicBezTo>
                    <a:pt x="18635" y="19982"/>
                    <a:pt x="19981" y="18634"/>
                    <a:pt x="19981" y="17015"/>
                  </a:cubicBezTo>
                  <a:lnTo>
                    <a:pt x="19981" y="2966"/>
                  </a:lnTo>
                  <a:cubicBezTo>
                    <a:pt x="19981" y="1347"/>
                    <a:pt x="18633" y="1"/>
                    <a:pt x="1701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63" name="Google Shape;3863;p49"/>
          <p:cNvGrpSpPr/>
          <p:nvPr/>
        </p:nvGrpSpPr>
        <p:grpSpPr>
          <a:xfrm>
            <a:off x="721495" y="3313134"/>
            <a:ext cx="267184" cy="266784"/>
            <a:chOff x="2344476" y="2571761"/>
            <a:chExt cx="417671" cy="417045"/>
          </a:xfrm>
        </p:grpSpPr>
        <p:sp>
          <p:nvSpPr>
            <p:cNvPr id="3864" name="Google Shape;3864;p49"/>
            <p:cNvSpPr/>
            <p:nvPr/>
          </p:nvSpPr>
          <p:spPr>
            <a:xfrm>
              <a:off x="2344476" y="2571761"/>
              <a:ext cx="417671" cy="417045"/>
            </a:xfrm>
            <a:custGeom>
              <a:rect b="b" l="l" r="r" t="t"/>
              <a:pathLst>
                <a:path extrusionOk="0" h="19983" w="20013">
                  <a:moveTo>
                    <a:pt x="10022" y="1170"/>
                  </a:moveTo>
                  <a:cubicBezTo>
                    <a:pt x="14886" y="1170"/>
                    <a:pt x="18842" y="5127"/>
                    <a:pt x="18842" y="9990"/>
                  </a:cubicBezTo>
                  <a:cubicBezTo>
                    <a:pt x="18842" y="14855"/>
                    <a:pt x="14886" y="18811"/>
                    <a:pt x="10023" y="18811"/>
                  </a:cubicBezTo>
                  <a:cubicBezTo>
                    <a:pt x="8516" y="18811"/>
                    <a:pt x="7030" y="18423"/>
                    <a:pt x="5726" y="17691"/>
                  </a:cubicBezTo>
                  <a:cubicBezTo>
                    <a:pt x="5638" y="17641"/>
                    <a:pt x="5539" y="17615"/>
                    <a:pt x="5440" y="17615"/>
                  </a:cubicBezTo>
                  <a:cubicBezTo>
                    <a:pt x="5393" y="17615"/>
                    <a:pt x="5345" y="17621"/>
                    <a:pt x="5298" y="17632"/>
                  </a:cubicBezTo>
                  <a:lnTo>
                    <a:pt x="1419" y="18595"/>
                  </a:lnTo>
                  <a:lnTo>
                    <a:pt x="2381" y="14715"/>
                  </a:lnTo>
                  <a:cubicBezTo>
                    <a:pt x="2417" y="14570"/>
                    <a:pt x="2395" y="14416"/>
                    <a:pt x="2323" y="14287"/>
                  </a:cubicBezTo>
                  <a:cubicBezTo>
                    <a:pt x="1590" y="12982"/>
                    <a:pt x="1203" y="11498"/>
                    <a:pt x="1203" y="9990"/>
                  </a:cubicBezTo>
                  <a:cubicBezTo>
                    <a:pt x="1203" y="5127"/>
                    <a:pt x="5159" y="1170"/>
                    <a:pt x="10022" y="1170"/>
                  </a:cubicBezTo>
                  <a:close/>
                  <a:moveTo>
                    <a:pt x="10023" y="1"/>
                  </a:moveTo>
                  <a:cubicBezTo>
                    <a:pt x="4522" y="1"/>
                    <a:pt x="32" y="4491"/>
                    <a:pt x="32" y="9990"/>
                  </a:cubicBezTo>
                  <a:cubicBezTo>
                    <a:pt x="32" y="11620"/>
                    <a:pt x="432" y="13226"/>
                    <a:pt x="1191" y="14655"/>
                  </a:cubicBezTo>
                  <a:lnTo>
                    <a:pt x="50" y="19256"/>
                  </a:lnTo>
                  <a:cubicBezTo>
                    <a:pt x="0" y="19455"/>
                    <a:pt x="58" y="19665"/>
                    <a:pt x="204" y="19810"/>
                  </a:cubicBezTo>
                  <a:cubicBezTo>
                    <a:pt x="313" y="19921"/>
                    <a:pt x="461" y="19982"/>
                    <a:pt x="614" y="19982"/>
                  </a:cubicBezTo>
                  <a:cubicBezTo>
                    <a:pt x="662" y="19982"/>
                    <a:pt x="710" y="19976"/>
                    <a:pt x="757" y="19964"/>
                  </a:cubicBezTo>
                  <a:lnTo>
                    <a:pt x="5358" y="18823"/>
                  </a:lnTo>
                  <a:cubicBezTo>
                    <a:pt x="6788" y="19582"/>
                    <a:pt x="8394" y="19982"/>
                    <a:pt x="10022" y="19982"/>
                  </a:cubicBezTo>
                  <a:cubicBezTo>
                    <a:pt x="12680" y="19982"/>
                    <a:pt x="15187" y="18940"/>
                    <a:pt x="17078" y="17047"/>
                  </a:cubicBezTo>
                  <a:cubicBezTo>
                    <a:pt x="18971" y="15156"/>
                    <a:pt x="20013" y="12649"/>
                    <a:pt x="20013" y="9990"/>
                  </a:cubicBezTo>
                  <a:cubicBezTo>
                    <a:pt x="20013" y="7333"/>
                    <a:pt x="18971" y="4827"/>
                    <a:pt x="17080" y="2934"/>
                  </a:cubicBezTo>
                  <a:cubicBezTo>
                    <a:pt x="15187" y="1043"/>
                    <a:pt x="12680" y="1"/>
                    <a:pt x="1002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5" name="Google Shape;3865;p49"/>
            <p:cNvSpPr/>
            <p:nvPr/>
          </p:nvSpPr>
          <p:spPr>
            <a:xfrm>
              <a:off x="2421672" y="2657388"/>
              <a:ext cx="260625" cy="243636"/>
            </a:xfrm>
            <a:custGeom>
              <a:rect b="b" l="l" r="r" t="t"/>
              <a:pathLst>
                <a:path extrusionOk="0" h="11674" w="12488">
                  <a:moveTo>
                    <a:pt x="3164" y="1171"/>
                  </a:moveTo>
                  <a:cubicBezTo>
                    <a:pt x="3352" y="1171"/>
                    <a:pt x="3536" y="1247"/>
                    <a:pt x="3710" y="1424"/>
                  </a:cubicBezTo>
                  <a:lnTo>
                    <a:pt x="3719" y="1433"/>
                  </a:lnTo>
                  <a:cubicBezTo>
                    <a:pt x="4757" y="2473"/>
                    <a:pt x="4683" y="2832"/>
                    <a:pt x="4449" y="3068"/>
                  </a:cubicBezTo>
                  <a:cubicBezTo>
                    <a:pt x="4240" y="3275"/>
                    <a:pt x="3625" y="3692"/>
                    <a:pt x="3427" y="3892"/>
                  </a:cubicBezTo>
                  <a:cubicBezTo>
                    <a:pt x="2960" y="4359"/>
                    <a:pt x="3046" y="5081"/>
                    <a:pt x="3685" y="6039"/>
                  </a:cubicBezTo>
                  <a:cubicBezTo>
                    <a:pt x="4065" y="6611"/>
                    <a:pt x="4568" y="7166"/>
                    <a:pt x="4805" y="7405"/>
                  </a:cubicBezTo>
                  <a:lnTo>
                    <a:pt x="4806" y="7405"/>
                  </a:lnTo>
                  <a:cubicBezTo>
                    <a:pt x="5045" y="7642"/>
                    <a:pt x="5599" y="8146"/>
                    <a:pt x="6172" y="8527"/>
                  </a:cubicBezTo>
                  <a:cubicBezTo>
                    <a:pt x="6727" y="8895"/>
                    <a:pt x="7202" y="9079"/>
                    <a:pt x="7594" y="9079"/>
                  </a:cubicBezTo>
                  <a:cubicBezTo>
                    <a:pt x="7880" y="9079"/>
                    <a:pt x="8123" y="8981"/>
                    <a:pt x="8320" y="8785"/>
                  </a:cubicBezTo>
                  <a:cubicBezTo>
                    <a:pt x="8518" y="8585"/>
                    <a:pt x="8935" y="7971"/>
                    <a:pt x="9144" y="7762"/>
                  </a:cubicBezTo>
                  <a:cubicBezTo>
                    <a:pt x="9238" y="7668"/>
                    <a:pt x="9331" y="7609"/>
                    <a:pt x="9460" y="7609"/>
                  </a:cubicBezTo>
                  <a:cubicBezTo>
                    <a:pt x="9549" y="7609"/>
                    <a:pt x="9655" y="7637"/>
                    <a:pt x="9790" y="7702"/>
                  </a:cubicBezTo>
                  <a:cubicBezTo>
                    <a:pt x="10172" y="7886"/>
                    <a:pt x="10582" y="8297"/>
                    <a:pt x="10779" y="8493"/>
                  </a:cubicBezTo>
                  <a:lnTo>
                    <a:pt x="10788" y="8502"/>
                  </a:lnTo>
                  <a:cubicBezTo>
                    <a:pt x="11239" y="8944"/>
                    <a:pt x="11037" y="9452"/>
                    <a:pt x="10593" y="9898"/>
                  </a:cubicBezTo>
                  <a:cubicBezTo>
                    <a:pt x="10190" y="10300"/>
                    <a:pt x="9680" y="10502"/>
                    <a:pt x="9068" y="10502"/>
                  </a:cubicBezTo>
                  <a:cubicBezTo>
                    <a:pt x="8521" y="10502"/>
                    <a:pt x="7892" y="10341"/>
                    <a:pt x="7184" y="10020"/>
                  </a:cubicBezTo>
                  <a:cubicBezTo>
                    <a:pt x="5868" y="9420"/>
                    <a:pt x="4676" y="8428"/>
                    <a:pt x="4228" y="7984"/>
                  </a:cubicBezTo>
                  <a:cubicBezTo>
                    <a:pt x="3784" y="7536"/>
                    <a:pt x="2792" y="6344"/>
                    <a:pt x="2192" y="5028"/>
                  </a:cubicBezTo>
                  <a:cubicBezTo>
                    <a:pt x="1511" y="3527"/>
                    <a:pt x="1552" y="2381"/>
                    <a:pt x="2314" y="1619"/>
                  </a:cubicBezTo>
                  <a:cubicBezTo>
                    <a:pt x="2583" y="1350"/>
                    <a:pt x="2877" y="1171"/>
                    <a:pt x="3164" y="1171"/>
                  </a:cubicBezTo>
                  <a:close/>
                  <a:moveTo>
                    <a:pt x="3169" y="1"/>
                  </a:moveTo>
                  <a:cubicBezTo>
                    <a:pt x="2619" y="1"/>
                    <a:pt x="2030" y="247"/>
                    <a:pt x="1486" y="791"/>
                  </a:cubicBezTo>
                  <a:cubicBezTo>
                    <a:pt x="701" y="1576"/>
                    <a:pt x="0" y="3034"/>
                    <a:pt x="1127" y="5512"/>
                  </a:cubicBezTo>
                  <a:cubicBezTo>
                    <a:pt x="1794" y="6979"/>
                    <a:pt x="2868" y="8274"/>
                    <a:pt x="3398" y="8810"/>
                  </a:cubicBezTo>
                  <a:lnTo>
                    <a:pt x="3402" y="8813"/>
                  </a:lnTo>
                  <a:cubicBezTo>
                    <a:pt x="3938" y="9344"/>
                    <a:pt x="5235" y="10418"/>
                    <a:pt x="6699" y="11085"/>
                  </a:cubicBezTo>
                  <a:cubicBezTo>
                    <a:pt x="7490" y="11445"/>
                    <a:pt x="8308" y="11674"/>
                    <a:pt x="9088" y="11674"/>
                  </a:cubicBezTo>
                  <a:cubicBezTo>
                    <a:pt x="9940" y="11674"/>
                    <a:pt x="10746" y="11400"/>
                    <a:pt x="11421" y="10726"/>
                  </a:cubicBezTo>
                  <a:cubicBezTo>
                    <a:pt x="12488" y="9657"/>
                    <a:pt x="12399" y="8442"/>
                    <a:pt x="11607" y="7665"/>
                  </a:cubicBezTo>
                  <a:cubicBezTo>
                    <a:pt x="11219" y="7278"/>
                    <a:pt x="10791" y="6885"/>
                    <a:pt x="10297" y="6648"/>
                  </a:cubicBezTo>
                  <a:cubicBezTo>
                    <a:pt x="10009" y="6509"/>
                    <a:pt x="9725" y="6440"/>
                    <a:pt x="9455" y="6440"/>
                  </a:cubicBezTo>
                  <a:cubicBezTo>
                    <a:pt x="9034" y="6440"/>
                    <a:pt x="8646" y="6606"/>
                    <a:pt x="8316" y="6935"/>
                  </a:cubicBezTo>
                  <a:cubicBezTo>
                    <a:pt x="8070" y="7180"/>
                    <a:pt x="7732" y="7665"/>
                    <a:pt x="7538" y="7904"/>
                  </a:cubicBezTo>
                  <a:cubicBezTo>
                    <a:pt x="7035" y="7819"/>
                    <a:pt x="6032" y="6974"/>
                    <a:pt x="5634" y="6577"/>
                  </a:cubicBezTo>
                  <a:cubicBezTo>
                    <a:pt x="5236" y="6179"/>
                    <a:pt x="4393" y="5174"/>
                    <a:pt x="4308" y="4674"/>
                  </a:cubicBezTo>
                  <a:cubicBezTo>
                    <a:pt x="4545" y="4481"/>
                    <a:pt x="5031" y="4141"/>
                    <a:pt x="5277" y="3895"/>
                  </a:cubicBezTo>
                  <a:cubicBezTo>
                    <a:pt x="5817" y="3354"/>
                    <a:pt x="5919" y="2652"/>
                    <a:pt x="5564" y="1914"/>
                  </a:cubicBezTo>
                  <a:cubicBezTo>
                    <a:pt x="5327" y="1421"/>
                    <a:pt x="4934" y="993"/>
                    <a:pt x="4546" y="605"/>
                  </a:cubicBezTo>
                  <a:cubicBezTo>
                    <a:pt x="4165" y="216"/>
                    <a:pt x="3684" y="1"/>
                    <a:pt x="316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66" name="Google Shape;3866;p49"/>
          <p:cNvGrpSpPr/>
          <p:nvPr/>
        </p:nvGrpSpPr>
        <p:grpSpPr>
          <a:xfrm>
            <a:off x="5541161" y="3315796"/>
            <a:ext cx="261461" cy="261461"/>
            <a:chOff x="2038375" y="3798025"/>
            <a:chExt cx="841792" cy="841792"/>
          </a:xfrm>
        </p:grpSpPr>
        <p:sp>
          <p:nvSpPr>
            <p:cNvPr id="3867" name="Google Shape;3867;p49"/>
            <p:cNvSpPr/>
            <p:nvPr/>
          </p:nvSpPr>
          <p:spPr>
            <a:xfrm>
              <a:off x="2186646" y="3907135"/>
              <a:ext cx="545341" cy="623694"/>
            </a:xfrm>
            <a:custGeom>
              <a:rect b="b" l="l" r="r" t="t"/>
              <a:pathLst>
                <a:path extrusionOk="0" h="208768" w="182541">
                  <a:moveTo>
                    <a:pt x="124804" y="12232"/>
                  </a:moveTo>
                  <a:cubicBezTo>
                    <a:pt x="127609" y="36012"/>
                    <a:pt x="146529" y="54932"/>
                    <a:pt x="170308" y="57737"/>
                  </a:cubicBezTo>
                  <a:lnTo>
                    <a:pt x="170308" y="78353"/>
                  </a:lnTo>
                  <a:cubicBezTo>
                    <a:pt x="157261" y="77276"/>
                    <a:pt x="144865" y="72710"/>
                    <a:pt x="134166" y="65011"/>
                  </a:cubicBezTo>
                  <a:cubicBezTo>
                    <a:pt x="133084" y="64247"/>
                    <a:pt x="131821" y="63855"/>
                    <a:pt x="130560" y="63855"/>
                  </a:cubicBezTo>
                  <a:cubicBezTo>
                    <a:pt x="129615" y="63855"/>
                    <a:pt x="128671" y="64075"/>
                    <a:pt x="127805" y="64522"/>
                  </a:cubicBezTo>
                  <a:cubicBezTo>
                    <a:pt x="125750" y="65566"/>
                    <a:pt x="124478" y="67686"/>
                    <a:pt x="124478" y="69970"/>
                  </a:cubicBezTo>
                  <a:lnTo>
                    <a:pt x="124478" y="140429"/>
                  </a:lnTo>
                  <a:cubicBezTo>
                    <a:pt x="124478" y="171352"/>
                    <a:pt x="99295" y="196535"/>
                    <a:pt x="68339" y="196535"/>
                  </a:cubicBezTo>
                  <a:cubicBezTo>
                    <a:pt x="37383" y="196535"/>
                    <a:pt x="12233" y="171352"/>
                    <a:pt x="12233" y="140429"/>
                  </a:cubicBezTo>
                  <a:cubicBezTo>
                    <a:pt x="12233" y="111527"/>
                    <a:pt x="34153" y="87682"/>
                    <a:pt x="62239" y="84616"/>
                  </a:cubicBezTo>
                  <a:lnTo>
                    <a:pt x="62239" y="105330"/>
                  </a:lnTo>
                  <a:cubicBezTo>
                    <a:pt x="45505" y="108265"/>
                    <a:pt x="32751" y="122879"/>
                    <a:pt x="32751" y="140429"/>
                  </a:cubicBezTo>
                  <a:cubicBezTo>
                    <a:pt x="32751" y="160033"/>
                    <a:pt x="48702" y="176017"/>
                    <a:pt x="68339" y="176017"/>
                  </a:cubicBezTo>
                  <a:cubicBezTo>
                    <a:pt x="87976" y="176017"/>
                    <a:pt x="103927" y="160033"/>
                    <a:pt x="103927" y="140429"/>
                  </a:cubicBezTo>
                  <a:lnTo>
                    <a:pt x="103927" y="12232"/>
                  </a:lnTo>
                  <a:close/>
                  <a:moveTo>
                    <a:pt x="97827" y="0"/>
                  </a:moveTo>
                  <a:cubicBezTo>
                    <a:pt x="94435" y="0"/>
                    <a:pt x="91695" y="2740"/>
                    <a:pt x="91695" y="6133"/>
                  </a:cubicBezTo>
                  <a:lnTo>
                    <a:pt x="91695" y="140429"/>
                  </a:lnTo>
                  <a:cubicBezTo>
                    <a:pt x="91695" y="153313"/>
                    <a:pt x="81224" y="163784"/>
                    <a:pt x="68339" y="163784"/>
                  </a:cubicBezTo>
                  <a:cubicBezTo>
                    <a:pt x="55454" y="163784"/>
                    <a:pt x="44983" y="153313"/>
                    <a:pt x="44983" y="140429"/>
                  </a:cubicBezTo>
                  <a:cubicBezTo>
                    <a:pt x="44983" y="127544"/>
                    <a:pt x="55454" y="117040"/>
                    <a:pt x="68339" y="117040"/>
                  </a:cubicBezTo>
                  <a:cubicBezTo>
                    <a:pt x="71731" y="117040"/>
                    <a:pt x="74471" y="114300"/>
                    <a:pt x="74471" y="110940"/>
                  </a:cubicBezTo>
                  <a:lnTo>
                    <a:pt x="74471" y="78190"/>
                  </a:lnTo>
                  <a:cubicBezTo>
                    <a:pt x="74471" y="74797"/>
                    <a:pt x="71731" y="72057"/>
                    <a:pt x="68339" y="72057"/>
                  </a:cubicBezTo>
                  <a:cubicBezTo>
                    <a:pt x="30663" y="72057"/>
                    <a:pt x="0" y="102720"/>
                    <a:pt x="0" y="140429"/>
                  </a:cubicBezTo>
                  <a:cubicBezTo>
                    <a:pt x="0" y="178104"/>
                    <a:pt x="30663" y="208767"/>
                    <a:pt x="68339" y="208767"/>
                  </a:cubicBezTo>
                  <a:cubicBezTo>
                    <a:pt x="106047" y="208767"/>
                    <a:pt x="136710" y="178104"/>
                    <a:pt x="136710" y="140429"/>
                  </a:cubicBezTo>
                  <a:lnTo>
                    <a:pt x="136710" y="80963"/>
                  </a:lnTo>
                  <a:cubicBezTo>
                    <a:pt x="148877" y="87454"/>
                    <a:pt x="162414" y="90846"/>
                    <a:pt x="176441" y="90846"/>
                  </a:cubicBezTo>
                  <a:cubicBezTo>
                    <a:pt x="179801" y="90846"/>
                    <a:pt x="182541" y="88106"/>
                    <a:pt x="182541" y="84746"/>
                  </a:cubicBezTo>
                  <a:lnTo>
                    <a:pt x="182541" y="51963"/>
                  </a:lnTo>
                  <a:cubicBezTo>
                    <a:pt x="182541" y="48604"/>
                    <a:pt x="179801" y="45864"/>
                    <a:pt x="176441" y="45864"/>
                  </a:cubicBezTo>
                  <a:cubicBezTo>
                    <a:pt x="154520" y="45864"/>
                    <a:pt x="136710" y="28020"/>
                    <a:pt x="136710" y="6133"/>
                  </a:cubicBezTo>
                  <a:cubicBezTo>
                    <a:pt x="136710" y="2740"/>
                    <a:pt x="133970" y="0"/>
                    <a:pt x="130578" y="0"/>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8" name="Google Shape;3868;p49"/>
            <p:cNvSpPr/>
            <p:nvPr/>
          </p:nvSpPr>
          <p:spPr>
            <a:xfrm>
              <a:off x="2038375" y="3798025"/>
              <a:ext cx="841792" cy="841792"/>
            </a:xfrm>
            <a:custGeom>
              <a:rect b="b" l="l" r="r" t="t"/>
              <a:pathLst>
                <a:path extrusionOk="0" h="19982" w="19982">
                  <a:moveTo>
                    <a:pt x="17017" y="1172"/>
                  </a:moveTo>
                  <a:cubicBezTo>
                    <a:pt x="17990" y="1172"/>
                    <a:pt x="18812" y="1975"/>
                    <a:pt x="18812" y="2927"/>
                  </a:cubicBezTo>
                  <a:lnTo>
                    <a:pt x="18812" y="17017"/>
                  </a:lnTo>
                  <a:cubicBezTo>
                    <a:pt x="18812" y="17990"/>
                    <a:pt x="17990" y="18811"/>
                    <a:pt x="17017" y="18811"/>
                  </a:cubicBezTo>
                  <a:lnTo>
                    <a:pt x="2966" y="18811"/>
                  </a:lnTo>
                  <a:cubicBezTo>
                    <a:pt x="1993" y="18811"/>
                    <a:pt x="1172" y="17990"/>
                    <a:pt x="1172" y="17017"/>
                  </a:cubicBezTo>
                  <a:lnTo>
                    <a:pt x="1172" y="2927"/>
                  </a:lnTo>
                  <a:cubicBezTo>
                    <a:pt x="1172" y="1975"/>
                    <a:pt x="1993" y="1172"/>
                    <a:pt x="2966" y="1172"/>
                  </a:cubicBezTo>
                  <a:close/>
                  <a:moveTo>
                    <a:pt x="2966" y="1"/>
                  </a:moveTo>
                  <a:cubicBezTo>
                    <a:pt x="1349" y="1"/>
                    <a:pt x="1" y="1310"/>
                    <a:pt x="1" y="2927"/>
                  </a:cubicBezTo>
                  <a:lnTo>
                    <a:pt x="1" y="17015"/>
                  </a:lnTo>
                  <a:cubicBezTo>
                    <a:pt x="1" y="18636"/>
                    <a:pt x="1349" y="19982"/>
                    <a:pt x="2966" y="19982"/>
                  </a:cubicBezTo>
                  <a:lnTo>
                    <a:pt x="17017" y="19982"/>
                  </a:lnTo>
                  <a:cubicBezTo>
                    <a:pt x="18635" y="19982"/>
                    <a:pt x="19982" y="18634"/>
                    <a:pt x="19982" y="17015"/>
                  </a:cubicBezTo>
                  <a:lnTo>
                    <a:pt x="19982" y="2927"/>
                  </a:lnTo>
                  <a:cubicBezTo>
                    <a:pt x="19982" y="1310"/>
                    <a:pt x="18635" y="1"/>
                    <a:pt x="1701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869" name="Google Shape;3869;p49"/>
          <p:cNvSpPr/>
          <p:nvPr/>
        </p:nvSpPr>
        <p:spPr>
          <a:xfrm>
            <a:off x="8147228" y="2877059"/>
            <a:ext cx="268502" cy="274403"/>
          </a:xfrm>
          <a:custGeom>
            <a:rect b="b" l="l" r="r" t="t"/>
            <a:pathLst>
              <a:path extrusionOk="0" h="6860069" w="6712561">
                <a:moveTo>
                  <a:pt x="3994869" y="2904749"/>
                </a:moveTo>
                <a:lnTo>
                  <a:pt x="6493788" y="0"/>
                </a:lnTo>
                <a:lnTo>
                  <a:pt x="5901628" y="0"/>
                </a:lnTo>
                <a:lnTo>
                  <a:pt x="3731848" y="2522189"/>
                </a:lnTo>
                <a:lnTo>
                  <a:pt x="1998833" y="0"/>
                </a:lnTo>
                <a:lnTo>
                  <a:pt x="0" y="0"/>
                </a:lnTo>
                <a:lnTo>
                  <a:pt x="2620640" y="3813966"/>
                </a:lnTo>
                <a:lnTo>
                  <a:pt x="0" y="6860070"/>
                </a:lnTo>
                <a:lnTo>
                  <a:pt x="592216" y="6860070"/>
                </a:lnTo>
                <a:lnTo>
                  <a:pt x="2883548" y="4196581"/>
                </a:lnTo>
                <a:lnTo>
                  <a:pt x="4713728" y="6860070"/>
                </a:lnTo>
                <a:lnTo>
                  <a:pt x="6712561" y="6860070"/>
                </a:lnTo>
                <a:lnTo>
                  <a:pt x="3994757" y="2904749"/>
                </a:lnTo>
                <a:lnTo>
                  <a:pt x="3994925" y="2904749"/>
                </a:lnTo>
                <a:close/>
                <a:moveTo>
                  <a:pt x="3183768" y="3847528"/>
                </a:moveTo>
                <a:lnTo>
                  <a:pt x="2918230" y="3467765"/>
                </a:lnTo>
                <a:lnTo>
                  <a:pt x="805563" y="445770"/>
                </a:lnTo>
                <a:lnTo>
                  <a:pt x="1715115" y="445770"/>
                </a:lnTo>
                <a:lnTo>
                  <a:pt x="3420106" y="2884611"/>
                </a:lnTo>
                <a:lnTo>
                  <a:pt x="3685644" y="3264375"/>
                </a:lnTo>
                <a:lnTo>
                  <a:pt x="5901907" y="6434494"/>
                </a:lnTo>
                <a:lnTo>
                  <a:pt x="4992356" y="6434494"/>
                </a:lnTo>
                <a:lnTo>
                  <a:pt x="3183824" y="3847640"/>
                </a:lnTo>
                <a:lnTo>
                  <a:pt x="3183824" y="3847472"/>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3" name="Shape 3873"/>
        <p:cNvGrpSpPr/>
        <p:nvPr/>
      </p:nvGrpSpPr>
      <p:grpSpPr>
        <a:xfrm>
          <a:off x="0" y="0"/>
          <a:ext cx="0" cy="0"/>
          <a:chOff x="0" y="0"/>
          <a:chExt cx="0" cy="0"/>
        </a:xfrm>
      </p:grpSpPr>
      <p:sp>
        <p:nvSpPr>
          <p:cNvPr id="3874" name="Google Shape;3874;p50"/>
          <p:cNvSpPr txBox="1"/>
          <p:nvPr>
            <p:ph type="title"/>
          </p:nvPr>
        </p:nvSpPr>
        <p:spPr>
          <a:xfrm>
            <a:off x="713225" y="539500"/>
            <a:ext cx="7717500" cy="48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rPr>
              <a:t>Premium infographics</a:t>
            </a:r>
            <a:endParaRPr>
              <a:solidFill>
                <a:schemeClr val="lt1"/>
              </a:solidFill>
            </a:endParaRPr>
          </a:p>
        </p:txBody>
      </p:sp>
      <p:grpSp>
        <p:nvGrpSpPr>
          <p:cNvPr id="3875" name="Google Shape;3875;p50"/>
          <p:cNvGrpSpPr/>
          <p:nvPr/>
        </p:nvGrpSpPr>
        <p:grpSpPr>
          <a:xfrm>
            <a:off x="894200" y="1773050"/>
            <a:ext cx="2720000" cy="2480283"/>
            <a:chOff x="894200" y="1773050"/>
            <a:chExt cx="2720000" cy="2480283"/>
          </a:xfrm>
        </p:grpSpPr>
        <p:sp>
          <p:nvSpPr>
            <p:cNvPr id="3876" name="Google Shape;3876;p50"/>
            <p:cNvSpPr/>
            <p:nvPr/>
          </p:nvSpPr>
          <p:spPr>
            <a:xfrm>
              <a:off x="1388100" y="2739925"/>
              <a:ext cx="1732200" cy="5469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chemeClr val="dk1"/>
                  </a:solidFill>
                  <a:latin typeface="Inter"/>
                  <a:ea typeface="Inter"/>
                  <a:cs typeface="Inter"/>
                  <a:sym typeface="Inter"/>
                </a:rPr>
                <a:t>The Solar System</a:t>
              </a:r>
              <a:endParaRPr>
                <a:solidFill>
                  <a:schemeClr val="dk1"/>
                </a:solidFill>
                <a:latin typeface="Inter"/>
                <a:ea typeface="Inter"/>
                <a:cs typeface="Inter"/>
                <a:sym typeface="Inter"/>
              </a:endParaRPr>
            </a:p>
          </p:txBody>
        </p:sp>
        <p:grpSp>
          <p:nvGrpSpPr>
            <p:cNvPr id="3877" name="Google Shape;3877;p50"/>
            <p:cNvGrpSpPr/>
            <p:nvPr/>
          </p:nvGrpSpPr>
          <p:grpSpPr>
            <a:xfrm>
              <a:off x="2792500" y="3656778"/>
              <a:ext cx="821700" cy="596550"/>
              <a:chOff x="2792500" y="3656778"/>
              <a:chExt cx="821700" cy="596550"/>
            </a:xfrm>
          </p:grpSpPr>
          <p:sp>
            <p:nvSpPr>
              <p:cNvPr id="3878" name="Google Shape;3878;p50"/>
              <p:cNvSpPr/>
              <p:nvPr/>
            </p:nvSpPr>
            <p:spPr>
              <a:xfrm>
                <a:off x="2792500" y="3656778"/>
                <a:ext cx="821700" cy="2865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Inter"/>
                    <a:ea typeface="Inter"/>
                    <a:cs typeface="Inter"/>
                    <a:sym typeface="Inter"/>
                  </a:rPr>
                  <a:t>Saturn</a:t>
                </a:r>
                <a:endParaRPr>
                  <a:solidFill>
                    <a:schemeClr val="dk1"/>
                  </a:solidFill>
                  <a:latin typeface="Inter"/>
                  <a:ea typeface="Inter"/>
                  <a:cs typeface="Inter"/>
                  <a:sym typeface="Inter"/>
                </a:endParaRPr>
              </a:p>
            </p:txBody>
          </p:sp>
          <p:grpSp>
            <p:nvGrpSpPr>
              <p:cNvPr id="3879" name="Google Shape;3879;p50"/>
              <p:cNvGrpSpPr/>
              <p:nvPr/>
            </p:nvGrpSpPr>
            <p:grpSpPr>
              <a:xfrm>
                <a:off x="3108346" y="4055924"/>
                <a:ext cx="197356" cy="197404"/>
                <a:chOff x="4456875" y="1435075"/>
                <a:chExt cx="481825" cy="481825"/>
              </a:xfrm>
            </p:grpSpPr>
            <p:sp>
              <p:nvSpPr>
                <p:cNvPr id="3880" name="Google Shape;3880;p50"/>
                <p:cNvSpPr/>
                <p:nvPr/>
              </p:nvSpPr>
              <p:spPr>
                <a:xfrm>
                  <a:off x="4624975" y="1465275"/>
                  <a:ext cx="56650" cy="86000"/>
                </a:xfrm>
                <a:custGeom>
                  <a:rect b="b" l="l" r="r" t="t"/>
                  <a:pathLst>
                    <a:path extrusionOk="0" h="3440" w="2266">
                      <a:moveTo>
                        <a:pt x="2265" y="0"/>
                      </a:moveTo>
                      <a:cubicBezTo>
                        <a:pt x="1413" y="283"/>
                        <a:pt x="618" y="1196"/>
                        <a:pt x="1" y="2575"/>
                      </a:cubicBezTo>
                      <a:cubicBezTo>
                        <a:pt x="263" y="2801"/>
                        <a:pt x="449" y="3105"/>
                        <a:pt x="534" y="3439"/>
                      </a:cubicBezTo>
                      <a:cubicBezTo>
                        <a:pt x="1106" y="3364"/>
                        <a:pt x="1672" y="3322"/>
                        <a:pt x="2265" y="3304"/>
                      </a:cubicBezTo>
                      <a:lnTo>
                        <a:pt x="226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3881" name="Google Shape;3881;p50"/>
                <p:cNvSpPr/>
                <p:nvPr/>
              </p:nvSpPr>
              <p:spPr>
                <a:xfrm>
                  <a:off x="4615275" y="1797425"/>
                  <a:ext cx="66350" cy="89375"/>
                </a:xfrm>
                <a:custGeom>
                  <a:rect b="b" l="l" r="r" t="t"/>
                  <a:pathLst>
                    <a:path extrusionOk="0" h="3575" w="2654">
                      <a:moveTo>
                        <a:pt x="0" y="0"/>
                      </a:moveTo>
                      <a:lnTo>
                        <a:pt x="0" y="0"/>
                      </a:lnTo>
                      <a:cubicBezTo>
                        <a:pt x="618" y="1882"/>
                        <a:pt x="1563" y="3225"/>
                        <a:pt x="2653" y="3574"/>
                      </a:cubicBezTo>
                      <a:lnTo>
                        <a:pt x="2653" y="1316"/>
                      </a:lnTo>
                      <a:cubicBezTo>
                        <a:pt x="2153" y="1135"/>
                        <a:pt x="1768" y="726"/>
                        <a:pt x="1620" y="217"/>
                      </a:cubicBezTo>
                      <a:cubicBezTo>
                        <a:pt x="1057" y="169"/>
                        <a:pt x="518" y="96"/>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3882" name="Google Shape;3882;p50"/>
                <p:cNvSpPr/>
                <p:nvPr/>
              </p:nvSpPr>
              <p:spPr>
                <a:xfrm>
                  <a:off x="4583125" y="1547250"/>
                  <a:ext cx="28250" cy="28250"/>
                </a:xfrm>
                <a:custGeom>
                  <a:rect b="b" l="l" r="r" t="t"/>
                  <a:pathLst>
                    <a:path extrusionOk="0" h="1130" w="1130">
                      <a:moveTo>
                        <a:pt x="567" y="1"/>
                      </a:moveTo>
                      <a:cubicBezTo>
                        <a:pt x="253" y="1"/>
                        <a:pt x="1" y="254"/>
                        <a:pt x="1" y="567"/>
                      </a:cubicBezTo>
                      <a:cubicBezTo>
                        <a:pt x="1" y="880"/>
                        <a:pt x="253" y="1130"/>
                        <a:pt x="567" y="1130"/>
                      </a:cubicBezTo>
                      <a:cubicBezTo>
                        <a:pt x="880" y="1130"/>
                        <a:pt x="1130" y="880"/>
                        <a:pt x="1130" y="567"/>
                      </a:cubicBezTo>
                      <a:cubicBezTo>
                        <a:pt x="1130" y="254"/>
                        <a:pt x="880" y="1"/>
                        <a:pt x="56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3883" name="Google Shape;3883;p50"/>
                <p:cNvSpPr/>
                <p:nvPr/>
              </p:nvSpPr>
              <p:spPr>
                <a:xfrm>
                  <a:off x="4597950" y="1576075"/>
                  <a:ext cx="83675" cy="87525"/>
                </a:xfrm>
                <a:custGeom>
                  <a:rect b="b" l="l" r="r" t="t"/>
                  <a:pathLst>
                    <a:path extrusionOk="0" h="3501" w="3347">
                      <a:moveTo>
                        <a:pt x="3346" y="1"/>
                      </a:moveTo>
                      <a:cubicBezTo>
                        <a:pt x="2723" y="19"/>
                        <a:pt x="2103" y="73"/>
                        <a:pt x="1485" y="161"/>
                      </a:cubicBezTo>
                      <a:cubicBezTo>
                        <a:pt x="1241" y="654"/>
                        <a:pt x="772" y="998"/>
                        <a:pt x="230" y="1082"/>
                      </a:cubicBezTo>
                      <a:cubicBezTo>
                        <a:pt x="100" y="1817"/>
                        <a:pt x="25" y="2714"/>
                        <a:pt x="1" y="3500"/>
                      </a:cubicBezTo>
                      <a:lnTo>
                        <a:pt x="3346" y="3500"/>
                      </a:lnTo>
                      <a:lnTo>
                        <a:pt x="334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3884" name="Google Shape;3884;p50"/>
                <p:cNvSpPr/>
                <p:nvPr/>
              </p:nvSpPr>
              <p:spPr>
                <a:xfrm>
                  <a:off x="4597650" y="1692175"/>
                  <a:ext cx="83975" cy="82450"/>
                </a:xfrm>
                <a:custGeom>
                  <a:rect b="b" l="l" r="r" t="t"/>
                  <a:pathLst>
                    <a:path extrusionOk="0" h="3298" w="3359">
                      <a:moveTo>
                        <a:pt x="1" y="0"/>
                      </a:moveTo>
                      <a:cubicBezTo>
                        <a:pt x="31" y="1003"/>
                        <a:pt x="154" y="2006"/>
                        <a:pt x="371" y="2987"/>
                      </a:cubicBezTo>
                      <a:cubicBezTo>
                        <a:pt x="1031" y="3135"/>
                        <a:pt x="1699" y="3237"/>
                        <a:pt x="2371" y="3298"/>
                      </a:cubicBezTo>
                      <a:cubicBezTo>
                        <a:pt x="2548" y="2855"/>
                        <a:pt x="2910" y="2509"/>
                        <a:pt x="3358" y="2346"/>
                      </a:cubicBezTo>
                      <a:lnTo>
                        <a:pt x="335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3885" name="Google Shape;3885;p50"/>
                <p:cNvSpPr/>
                <p:nvPr/>
              </p:nvSpPr>
              <p:spPr>
                <a:xfrm>
                  <a:off x="4798050" y="1663575"/>
                  <a:ext cx="28475" cy="28250"/>
                </a:xfrm>
                <a:custGeom>
                  <a:rect b="b" l="l" r="r" t="t"/>
                  <a:pathLst>
                    <a:path extrusionOk="0" h="1130" w="1139">
                      <a:moveTo>
                        <a:pt x="564" y="0"/>
                      </a:moveTo>
                      <a:cubicBezTo>
                        <a:pt x="254" y="0"/>
                        <a:pt x="1" y="253"/>
                        <a:pt x="1" y="566"/>
                      </a:cubicBezTo>
                      <a:cubicBezTo>
                        <a:pt x="4" y="876"/>
                        <a:pt x="257" y="1129"/>
                        <a:pt x="567" y="1129"/>
                      </a:cubicBezTo>
                      <a:lnTo>
                        <a:pt x="573" y="1129"/>
                      </a:lnTo>
                      <a:cubicBezTo>
                        <a:pt x="886" y="1129"/>
                        <a:pt x="1139" y="876"/>
                        <a:pt x="1139" y="563"/>
                      </a:cubicBezTo>
                      <a:cubicBezTo>
                        <a:pt x="1139" y="253"/>
                        <a:pt x="886" y="0"/>
                        <a:pt x="57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3886" name="Google Shape;3886;p50"/>
                <p:cNvSpPr/>
                <p:nvPr/>
              </p:nvSpPr>
              <p:spPr>
                <a:xfrm>
                  <a:off x="4710200" y="1435075"/>
                  <a:ext cx="228500" cy="228525"/>
                </a:xfrm>
                <a:custGeom>
                  <a:rect b="b" l="l" r="r" t="t"/>
                  <a:pathLst>
                    <a:path extrusionOk="0" h="9141" w="9140">
                      <a:moveTo>
                        <a:pt x="1" y="1"/>
                      </a:moveTo>
                      <a:lnTo>
                        <a:pt x="1" y="34"/>
                      </a:lnTo>
                      <a:cubicBezTo>
                        <a:pt x="1729" y="377"/>
                        <a:pt x="3313" y="2283"/>
                        <a:pt x="4075" y="5069"/>
                      </a:cubicBezTo>
                      <a:cubicBezTo>
                        <a:pt x="6833" y="5828"/>
                        <a:pt x="8763" y="7406"/>
                        <a:pt x="9107" y="9140"/>
                      </a:cubicBezTo>
                      <a:lnTo>
                        <a:pt x="9140" y="9140"/>
                      </a:lnTo>
                      <a:cubicBezTo>
                        <a:pt x="8854" y="4298"/>
                        <a:pt x="4843" y="284"/>
                        <a:pt x="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3887" name="Google Shape;3887;p50"/>
                <p:cNvSpPr/>
                <p:nvPr/>
              </p:nvSpPr>
              <p:spPr>
                <a:xfrm>
                  <a:off x="4819200" y="1593475"/>
                  <a:ext cx="89400" cy="70125"/>
                </a:xfrm>
                <a:custGeom>
                  <a:rect b="b" l="l" r="r" t="t"/>
                  <a:pathLst>
                    <a:path extrusionOk="0" h="2805" w="3576">
                      <a:moveTo>
                        <a:pt x="1" y="1"/>
                      </a:moveTo>
                      <a:cubicBezTo>
                        <a:pt x="94" y="519"/>
                        <a:pt x="166" y="1061"/>
                        <a:pt x="215" y="1621"/>
                      </a:cubicBezTo>
                      <a:cubicBezTo>
                        <a:pt x="727" y="1777"/>
                        <a:pt x="1136" y="2301"/>
                        <a:pt x="1317" y="2804"/>
                      </a:cubicBezTo>
                      <a:lnTo>
                        <a:pt x="3575" y="2804"/>
                      </a:lnTo>
                      <a:cubicBezTo>
                        <a:pt x="3223" y="1711"/>
                        <a:pt x="1883" y="621"/>
                        <a:pt x="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3888" name="Google Shape;3888;p50"/>
                <p:cNvSpPr/>
                <p:nvPr/>
              </p:nvSpPr>
              <p:spPr>
                <a:xfrm>
                  <a:off x="4819200" y="1692175"/>
                  <a:ext cx="89475" cy="66275"/>
                </a:xfrm>
                <a:custGeom>
                  <a:rect b="b" l="l" r="r" t="t"/>
                  <a:pathLst>
                    <a:path extrusionOk="0" h="2651" w="3579">
                      <a:moveTo>
                        <a:pt x="1317" y="0"/>
                      </a:moveTo>
                      <a:cubicBezTo>
                        <a:pt x="1133" y="500"/>
                        <a:pt x="727" y="883"/>
                        <a:pt x="215" y="1033"/>
                      </a:cubicBezTo>
                      <a:cubicBezTo>
                        <a:pt x="166" y="1593"/>
                        <a:pt x="94" y="2132"/>
                        <a:pt x="1" y="2650"/>
                      </a:cubicBezTo>
                      <a:cubicBezTo>
                        <a:pt x="1889" y="2030"/>
                        <a:pt x="3223" y="1078"/>
                        <a:pt x="357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3889" name="Google Shape;3889;p50"/>
                <p:cNvSpPr/>
                <p:nvPr/>
              </p:nvSpPr>
              <p:spPr>
                <a:xfrm>
                  <a:off x="4456875" y="1691800"/>
                  <a:ext cx="225125" cy="225100"/>
                </a:xfrm>
                <a:custGeom>
                  <a:rect b="b" l="l" r="r" t="t"/>
                  <a:pathLst>
                    <a:path extrusionOk="0" h="9004" w="9005">
                      <a:moveTo>
                        <a:pt x="1" y="0"/>
                      </a:moveTo>
                      <a:cubicBezTo>
                        <a:pt x="284" y="4839"/>
                        <a:pt x="4162" y="8721"/>
                        <a:pt x="9004" y="9004"/>
                      </a:cubicBezTo>
                      <a:lnTo>
                        <a:pt x="9004" y="8974"/>
                      </a:lnTo>
                      <a:cubicBezTo>
                        <a:pt x="7273" y="8628"/>
                        <a:pt x="5827" y="6697"/>
                        <a:pt x="5066" y="3942"/>
                      </a:cubicBezTo>
                      <a:cubicBezTo>
                        <a:pt x="2283" y="3180"/>
                        <a:pt x="377" y="1726"/>
                        <a:pt x="3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3890" name="Google Shape;3890;p50"/>
                <p:cNvSpPr/>
                <p:nvPr/>
              </p:nvSpPr>
              <p:spPr>
                <a:xfrm>
                  <a:off x="4487000" y="1595125"/>
                  <a:ext cx="88925" cy="68475"/>
                </a:xfrm>
                <a:custGeom>
                  <a:rect b="b" l="l" r="r" t="t"/>
                  <a:pathLst>
                    <a:path extrusionOk="0" h="2739" w="3557">
                      <a:moveTo>
                        <a:pt x="3397" y="1"/>
                      </a:moveTo>
                      <a:cubicBezTo>
                        <a:pt x="1569" y="636"/>
                        <a:pt x="337" y="1720"/>
                        <a:pt x="0" y="2738"/>
                      </a:cubicBezTo>
                      <a:lnTo>
                        <a:pt x="3313" y="2738"/>
                      </a:lnTo>
                      <a:cubicBezTo>
                        <a:pt x="3337" y="1880"/>
                        <a:pt x="3418" y="913"/>
                        <a:pt x="3556" y="106"/>
                      </a:cubicBezTo>
                      <a:cubicBezTo>
                        <a:pt x="3502" y="73"/>
                        <a:pt x="3448" y="37"/>
                        <a:pt x="339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3891" name="Google Shape;3891;p50"/>
                <p:cNvSpPr/>
                <p:nvPr/>
              </p:nvSpPr>
              <p:spPr>
                <a:xfrm>
                  <a:off x="4486925" y="1692175"/>
                  <a:ext cx="89450" cy="66350"/>
                </a:xfrm>
                <a:custGeom>
                  <a:rect b="b" l="l" r="r" t="t"/>
                  <a:pathLst>
                    <a:path extrusionOk="0" h="2654" w="3578">
                      <a:moveTo>
                        <a:pt x="0" y="0"/>
                      </a:moveTo>
                      <a:cubicBezTo>
                        <a:pt x="352" y="1078"/>
                        <a:pt x="1689" y="2030"/>
                        <a:pt x="3578" y="2653"/>
                      </a:cubicBezTo>
                      <a:cubicBezTo>
                        <a:pt x="3418" y="1777"/>
                        <a:pt x="3325" y="889"/>
                        <a:pt x="330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3892" name="Google Shape;3892;p50"/>
                <p:cNvSpPr/>
                <p:nvPr/>
              </p:nvSpPr>
              <p:spPr>
                <a:xfrm>
                  <a:off x="4456875" y="1435075"/>
                  <a:ext cx="225125" cy="228525"/>
                </a:xfrm>
                <a:custGeom>
                  <a:rect b="b" l="l" r="r" t="t"/>
                  <a:pathLst>
                    <a:path extrusionOk="0" h="9141" w="9005">
                      <a:moveTo>
                        <a:pt x="9004" y="1"/>
                      </a:moveTo>
                      <a:cubicBezTo>
                        <a:pt x="4162" y="284"/>
                        <a:pt x="284" y="4298"/>
                        <a:pt x="1" y="9140"/>
                      </a:cubicBezTo>
                      <a:lnTo>
                        <a:pt x="37" y="9140"/>
                      </a:lnTo>
                      <a:cubicBezTo>
                        <a:pt x="329" y="7686"/>
                        <a:pt x="1747" y="6267"/>
                        <a:pt x="3969" y="5433"/>
                      </a:cubicBezTo>
                      <a:cubicBezTo>
                        <a:pt x="3715" y="4375"/>
                        <a:pt x="4516" y="3361"/>
                        <a:pt x="5602" y="3361"/>
                      </a:cubicBezTo>
                      <a:cubicBezTo>
                        <a:pt x="5607" y="3361"/>
                        <a:pt x="5612" y="3361"/>
                        <a:pt x="5617" y="3361"/>
                      </a:cubicBezTo>
                      <a:cubicBezTo>
                        <a:pt x="5638" y="3361"/>
                        <a:pt x="5656" y="3364"/>
                        <a:pt x="5677" y="3367"/>
                      </a:cubicBezTo>
                      <a:cubicBezTo>
                        <a:pt x="6511" y="1476"/>
                        <a:pt x="7688" y="293"/>
                        <a:pt x="9004" y="31"/>
                      </a:cubicBezTo>
                      <a:lnTo>
                        <a:pt x="9004"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3893" name="Google Shape;3893;p50"/>
                <p:cNvSpPr/>
                <p:nvPr/>
              </p:nvSpPr>
              <p:spPr>
                <a:xfrm>
                  <a:off x="4710200" y="1691800"/>
                  <a:ext cx="228500" cy="225100"/>
                </a:xfrm>
                <a:custGeom>
                  <a:rect b="b" l="l" r="r" t="t"/>
                  <a:pathLst>
                    <a:path extrusionOk="0" h="9004" w="9140">
                      <a:moveTo>
                        <a:pt x="9107" y="0"/>
                      </a:moveTo>
                      <a:cubicBezTo>
                        <a:pt x="8760" y="1726"/>
                        <a:pt x="6857" y="3177"/>
                        <a:pt x="4075" y="3942"/>
                      </a:cubicBezTo>
                      <a:cubicBezTo>
                        <a:pt x="3313" y="6721"/>
                        <a:pt x="1729" y="8628"/>
                        <a:pt x="1" y="8971"/>
                      </a:cubicBezTo>
                      <a:lnTo>
                        <a:pt x="1" y="9004"/>
                      </a:lnTo>
                      <a:cubicBezTo>
                        <a:pt x="4843" y="8721"/>
                        <a:pt x="8854" y="4839"/>
                        <a:pt x="914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3894" name="Google Shape;3894;p50"/>
                <p:cNvSpPr/>
                <p:nvPr/>
              </p:nvSpPr>
              <p:spPr>
                <a:xfrm>
                  <a:off x="4710200" y="1465200"/>
                  <a:ext cx="70025" cy="89375"/>
                </a:xfrm>
                <a:custGeom>
                  <a:rect b="b" l="l" r="r" t="t"/>
                  <a:pathLst>
                    <a:path extrusionOk="0" h="3575" w="2801">
                      <a:moveTo>
                        <a:pt x="1" y="0"/>
                      </a:moveTo>
                      <a:lnTo>
                        <a:pt x="1" y="3298"/>
                      </a:lnTo>
                      <a:cubicBezTo>
                        <a:pt x="937" y="3328"/>
                        <a:pt x="1961" y="3421"/>
                        <a:pt x="2801" y="3575"/>
                      </a:cubicBezTo>
                      <a:cubicBezTo>
                        <a:pt x="2181" y="1687"/>
                        <a:pt x="1082" y="350"/>
                        <a:pt x="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3895" name="Google Shape;3895;p50"/>
                <p:cNvSpPr/>
                <p:nvPr/>
              </p:nvSpPr>
              <p:spPr>
                <a:xfrm>
                  <a:off x="4710200" y="1575850"/>
                  <a:ext cx="86150" cy="87750"/>
                </a:xfrm>
                <a:custGeom>
                  <a:rect b="b" l="l" r="r" t="t"/>
                  <a:pathLst>
                    <a:path extrusionOk="0" h="3510" w="3446">
                      <a:moveTo>
                        <a:pt x="1" y="1"/>
                      </a:moveTo>
                      <a:lnTo>
                        <a:pt x="1" y="3509"/>
                      </a:lnTo>
                      <a:lnTo>
                        <a:pt x="2494" y="3509"/>
                      </a:lnTo>
                      <a:cubicBezTo>
                        <a:pt x="2656" y="3054"/>
                        <a:pt x="3003" y="2554"/>
                        <a:pt x="3445" y="2374"/>
                      </a:cubicBezTo>
                      <a:cubicBezTo>
                        <a:pt x="3385" y="1702"/>
                        <a:pt x="3283" y="1034"/>
                        <a:pt x="3135" y="374"/>
                      </a:cubicBezTo>
                      <a:cubicBezTo>
                        <a:pt x="2208" y="167"/>
                        <a:pt x="1063" y="37"/>
                        <a:pt x="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3896" name="Google Shape;3896;p50"/>
                <p:cNvSpPr/>
                <p:nvPr/>
              </p:nvSpPr>
              <p:spPr>
                <a:xfrm>
                  <a:off x="4710200" y="1797500"/>
                  <a:ext cx="70025" cy="89375"/>
                </a:xfrm>
                <a:custGeom>
                  <a:rect b="b" l="l" r="r" t="t"/>
                  <a:pathLst>
                    <a:path extrusionOk="0" h="3575" w="2801">
                      <a:moveTo>
                        <a:pt x="2801" y="0"/>
                      </a:moveTo>
                      <a:lnTo>
                        <a:pt x="2801" y="0"/>
                      </a:lnTo>
                      <a:cubicBezTo>
                        <a:pt x="2283" y="93"/>
                        <a:pt x="1609" y="166"/>
                        <a:pt x="1048" y="214"/>
                      </a:cubicBezTo>
                      <a:cubicBezTo>
                        <a:pt x="892" y="726"/>
                        <a:pt x="503" y="1135"/>
                        <a:pt x="1" y="1316"/>
                      </a:cubicBezTo>
                      <a:lnTo>
                        <a:pt x="1" y="3574"/>
                      </a:lnTo>
                      <a:cubicBezTo>
                        <a:pt x="1082" y="3222"/>
                        <a:pt x="2181" y="1885"/>
                        <a:pt x="280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3897" name="Google Shape;3897;p50"/>
                <p:cNvSpPr/>
                <p:nvPr/>
              </p:nvSpPr>
              <p:spPr>
                <a:xfrm>
                  <a:off x="4681975" y="1776400"/>
                  <a:ext cx="28250" cy="28350"/>
                </a:xfrm>
                <a:custGeom>
                  <a:rect b="b" l="l" r="r" t="t"/>
                  <a:pathLst>
                    <a:path extrusionOk="0" h="1134" w="1130">
                      <a:moveTo>
                        <a:pt x="566" y="1"/>
                      </a:moveTo>
                      <a:cubicBezTo>
                        <a:pt x="253" y="1"/>
                        <a:pt x="0" y="251"/>
                        <a:pt x="0" y="564"/>
                      </a:cubicBezTo>
                      <a:lnTo>
                        <a:pt x="0" y="567"/>
                      </a:lnTo>
                      <a:cubicBezTo>
                        <a:pt x="0" y="567"/>
                        <a:pt x="0" y="570"/>
                        <a:pt x="0" y="570"/>
                      </a:cubicBezTo>
                      <a:cubicBezTo>
                        <a:pt x="0" y="880"/>
                        <a:pt x="253" y="1133"/>
                        <a:pt x="566" y="1133"/>
                      </a:cubicBezTo>
                      <a:cubicBezTo>
                        <a:pt x="877" y="1133"/>
                        <a:pt x="1130" y="880"/>
                        <a:pt x="1130" y="570"/>
                      </a:cubicBezTo>
                      <a:cubicBezTo>
                        <a:pt x="1130" y="570"/>
                        <a:pt x="1130" y="567"/>
                        <a:pt x="1130" y="567"/>
                      </a:cubicBezTo>
                      <a:lnTo>
                        <a:pt x="1130" y="564"/>
                      </a:lnTo>
                      <a:cubicBezTo>
                        <a:pt x="1130" y="251"/>
                        <a:pt x="877" y="1"/>
                        <a:pt x="56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3898" name="Google Shape;3898;p50"/>
                <p:cNvSpPr/>
                <p:nvPr/>
              </p:nvSpPr>
              <p:spPr>
                <a:xfrm>
                  <a:off x="4710200" y="1692175"/>
                  <a:ext cx="86150" cy="82450"/>
                </a:xfrm>
                <a:custGeom>
                  <a:rect b="b" l="l" r="r" t="t"/>
                  <a:pathLst>
                    <a:path extrusionOk="0" h="3298" w="3446">
                      <a:moveTo>
                        <a:pt x="1" y="0"/>
                      </a:moveTo>
                      <a:lnTo>
                        <a:pt x="1" y="2346"/>
                      </a:lnTo>
                      <a:cubicBezTo>
                        <a:pt x="455" y="2506"/>
                        <a:pt x="820" y="2852"/>
                        <a:pt x="1003" y="3298"/>
                      </a:cubicBezTo>
                      <a:cubicBezTo>
                        <a:pt x="1702" y="3234"/>
                        <a:pt x="2506" y="3129"/>
                        <a:pt x="3135" y="2987"/>
                      </a:cubicBezTo>
                      <a:cubicBezTo>
                        <a:pt x="3283" y="2328"/>
                        <a:pt x="3385" y="1660"/>
                        <a:pt x="3445" y="985"/>
                      </a:cubicBezTo>
                      <a:cubicBezTo>
                        <a:pt x="3003" y="807"/>
                        <a:pt x="2656" y="449"/>
                        <a:pt x="249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grpSp>
          <p:nvGrpSpPr>
            <p:cNvPr id="3899" name="Google Shape;3899;p50"/>
            <p:cNvGrpSpPr/>
            <p:nvPr/>
          </p:nvGrpSpPr>
          <p:grpSpPr>
            <a:xfrm>
              <a:off x="894200" y="3656778"/>
              <a:ext cx="821700" cy="596556"/>
              <a:chOff x="894200" y="3656778"/>
              <a:chExt cx="821700" cy="596556"/>
            </a:xfrm>
          </p:grpSpPr>
          <p:sp>
            <p:nvSpPr>
              <p:cNvPr id="3900" name="Google Shape;3900;p50"/>
              <p:cNvSpPr/>
              <p:nvPr/>
            </p:nvSpPr>
            <p:spPr>
              <a:xfrm>
                <a:off x="894200" y="3656778"/>
                <a:ext cx="821700" cy="2865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Inter"/>
                    <a:ea typeface="Inter"/>
                    <a:cs typeface="Inter"/>
                    <a:sym typeface="Inter"/>
                  </a:rPr>
                  <a:t>Earth</a:t>
                </a:r>
                <a:endParaRPr>
                  <a:solidFill>
                    <a:schemeClr val="dk1"/>
                  </a:solidFill>
                  <a:latin typeface="Inter"/>
                  <a:ea typeface="Inter"/>
                  <a:cs typeface="Inter"/>
                  <a:sym typeface="Inter"/>
                </a:endParaRPr>
              </a:p>
            </p:txBody>
          </p:sp>
          <p:grpSp>
            <p:nvGrpSpPr>
              <p:cNvPr id="3901" name="Google Shape;3901;p50"/>
              <p:cNvGrpSpPr/>
              <p:nvPr/>
            </p:nvGrpSpPr>
            <p:grpSpPr>
              <a:xfrm>
                <a:off x="1205405" y="4055919"/>
                <a:ext cx="199291" cy="197414"/>
                <a:chOff x="5049725" y="1435050"/>
                <a:chExt cx="486550" cy="481850"/>
              </a:xfrm>
            </p:grpSpPr>
            <p:sp>
              <p:nvSpPr>
                <p:cNvPr id="3902" name="Google Shape;3902;p50"/>
                <p:cNvSpPr/>
                <p:nvPr/>
              </p:nvSpPr>
              <p:spPr>
                <a:xfrm>
                  <a:off x="5136300" y="1519775"/>
                  <a:ext cx="310550" cy="310550"/>
                </a:xfrm>
                <a:custGeom>
                  <a:rect b="b" l="l" r="r" t="t"/>
                  <a:pathLst>
                    <a:path extrusionOk="0" h="12422" w="12422">
                      <a:moveTo>
                        <a:pt x="6209" y="1"/>
                      </a:moveTo>
                      <a:cubicBezTo>
                        <a:pt x="2786" y="1"/>
                        <a:pt x="0" y="2786"/>
                        <a:pt x="0" y="6213"/>
                      </a:cubicBezTo>
                      <a:cubicBezTo>
                        <a:pt x="0" y="9637"/>
                        <a:pt x="2786" y="12422"/>
                        <a:pt x="6209" y="12422"/>
                      </a:cubicBezTo>
                      <a:cubicBezTo>
                        <a:pt x="9636" y="12422"/>
                        <a:pt x="12422" y="9637"/>
                        <a:pt x="12422" y="6213"/>
                      </a:cubicBezTo>
                      <a:cubicBezTo>
                        <a:pt x="12422" y="5219"/>
                        <a:pt x="12160" y="4258"/>
                        <a:pt x="11711" y="3388"/>
                      </a:cubicBezTo>
                      <a:lnTo>
                        <a:pt x="11428" y="3388"/>
                      </a:lnTo>
                      <a:lnTo>
                        <a:pt x="10780" y="4036"/>
                      </a:lnTo>
                      <a:cubicBezTo>
                        <a:pt x="11112" y="4713"/>
                        <a:pt x="11286" y="5457"/>
                        <a:pt x="11292" y="6213"/>
                      </a:cubicBezTo>
                      <a:cubicBezTo>
                        <a:pt x="11292" y="9013"/>
                        <a:pt x="9010" y="11293"/>
                        <a:pt x="6209" y="11293"/>
                      </a:cubicBezTo>
                      <a:cubicBezTo>
                        <a:pt x="3409" y="11293"/>
                        <a:pt x="1129" y="9013"/>
                        <a:pt x="1129" y="6213"/>
                      </a:cubicBezTo>
                      <a:cubicBezTo>
                        <a:pt x="1129" y="3409"/>
                        <a:pt x="3409" y="1130"/>
                        <a:pt x="6209" y="1130"/>
                      </a:cubicBezTo>
                      <a:cubicBezTo>
                        <a:pt x="6965" y="1133"/>
                        <a:pt x="7709" y="1307"/>
                        <a:pt x="8387" y="1639"/>
                      </a:cubicBezTo>
                      <a:lnTo>
                        <a:pt x="9034" y="994"/>
                      </a:lnTo>
                      <a:lnTo>
                        <a:pt x="9034" y="708"/>
                      </a:lnTo>
                      <a:cubicBezTo>
                        <a:pt x="8164" y="260"/>
                        <a:pt x="7203" y="1"/>
                        <a:pt x="620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3903" name="Google Shape;3903;p50"/>
                <p:cNvSpPr/>
                <p:nvPr/>
              </p:nvSpPr>
              <p:spPr>
                <a:xfrm>
                  <a:off x="5184925" y="1576250"/>
                  <a:ext cx="205475" cy="197625"/>
                </a:xfrm>
                <a:custGeom>
                  <a:rect b="b" l="l" r="r" t="t"/>
                  <a:pathLst>
                    <a:path extrusionOk="0" h="7905" w="8219">
                      <a:moveTo>
                        <a:pt x="4264" y="0"/>
                      </a:moveTo>
                      <a:cubicBezTo>
                        <a:pt x="2665" y="0"/>
                        <a:pt x="1226" y="964"/>
                        <a:pt x="612" y="2439"/>
                      </a:cubicBezTo>
                      <a:cubicBezTo>
                        <a:pt x="0" y="3918"/>
                        <a:pt x="341" y="5616"/>
                        <a:pt x="1470" y="6748"/>
                      </a:cubicBezTo>
                      <a:cubicBezTo>
                        <a:pt x="2225" y="7503"/>
                        <a:pt x="3236" y="7904"/>
                        <a:pt x="4264" y="7904"/>
                      </a:cubicBezTo>
                      <a:cubicBezTo>
                        <a:pt x="4774" y="7904"/>
                        <a:pt x="5287" y="7806"/>
                        <a:pt x="5776" y="7603"/>
                      </a:cubicBezTo>
                      <a:cubicBezTo>
                        <a:pt x="7255" y="6992"/>
                        <a:pt x="8218" y="5550"/>
                        <a:pt x="8218" y="3954"/>
                      </a:cubicBezTo>
                      <a:cubicBezTo>
                        <a:pt x="8212" y="3502"/>
                        <a:pt x="8131" y="3059"/>
                        <a:pt x="7974" y="2638"/>
                      </a:cubicBezTo>
                      <a:lnTo>
                        <a:pt x="7050" y="3565"/>
                      </a:lnTo>
                      <a:cubicBezTo>
                        <a:pt x="7071" y="3692"/>
                        <a:pt x="7083" y="3821"/>
                        <a:pt x="7089" y="3954"/>
                      </a:cubicBezTo>
                      <a:cubicBezTo>
                        <a:pt x="7089" y="5095"/>
                        <a:pt x="6399" y="6125"/>
                        <a:pt x="5345" y="6562"/>
                      </a:cubicBezTo>
                      <a:cubicBezTo>
                        <a:pt x="4996" y="6706"/>
                        <a:pt x="4629" y="6776"/>
                        <a:pt x="4265" y="6776"/>
                      </a:cubicBezTo>
                      <a:cubicBezTo>
                        <a:pt x="3530" y="6776"/>
                        <a:pt x="2808" y="6489"/>
                        <a:pt x="2268" y="5947"/>
                      </a:cubicBezTo>
                      <a:cubicBezTo>
                        <a:pt x="1461" y="5140"/>
                        <a:pt x="1220" y="3927"/>
                        <a:pt x="1657" y="2873"/>
                      </a:cubicBezTo>
                      <a:cubicBezTo>
                        <a:pt x="2093" y="1816"/>
                        <a:pt x="3123" y="1129"/>
                        <a:pt x="4264" y="1129"/>
                      </a:cubicBezTo>
                      <a:cubicBezTo>
                        <a:pt x="4394" y="1132"/>
                        <a:pt x="4523" y="1144"/>
                        <a:pt x="4653" y="1168"/>
                      </a:cubicBezTo>
                      <a:lnTo>
                        <a:pt x="5580" y="241"/>
                      </a:lnTo>
                      <a:cubicBezTo>
                        <a:pt x="5159" y="84"/>
                        <a:pt x="4713" y="3"/>
                        <a:pt x="426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3904" name="Google Shape;3904;p50"/>
                <p:cNvSpPr/>
                <p:nvPr/>
              </p:nvSpPr>
              <p:spPr>
                <a:xfrm>
                  <a:off x="5049725" y="1435075"/>
                  <a:ext cx="481825" cy="481825"/>
                </a:xfrm>
                <a:custGeom>
                  <a:rect b="b" l="l" r="r" t="t"/>
                  <a:pathLst>
                    <a:path extrusionOk="0" h="19273" w="19273">
                      <a:moveTo>
                        <a:pt x="9672" y="1"/>
                      </a:moveTo>
                      <a:cubicBezTo>
                        <a:pt x="4379" y="1"/>
                        <a:pt x="0" y="4307"/>
                        <a:pt x="0" y="9601"/>
                      </a:cubicBezTo>
                      <a:cubicBezTo>
                        <a:pt x="0" y="14892"/>
                        <a:pt x="4379" y="19273"/>
                        <a:pt x="9672" y="19273"/>
                      </a:cubicBezTo>
                      <a:cubicBezTo>
                        <a:pt x="14966" y="19273"/>
                        <a:pt x="19272" y="14892"/>
                        <a:pt x="19272" y="9601"/>
                      </a:cubicBezTo>
                      <a:cubicBezTo>
                        <a:pt x="19269" y="8204"/>
                        <a:pt x="18962" y="6821"/>
                        <a:pt x="18369" y="5557"/>
                      </a:cubicBezTo>
                      <a:lnTo>
                        <a:pt x="17646" y="6279"/>
                      </a:lnTo>
                      <a:cubicBezTo>
                        <a:pt x="17327" y="6599"/>
                        <a:pt x="16896" y="6776"/>
                        <a:pt x="16448" y="6776"/>
                      </a:cubicBezTo>
                      <a:lnTo>
                        <a:pt x="16430" y="6776"/>
                      </a:lnTo>
                      <a:cubicBezTo>
                        <a:pt x="16809" y="7671"/>
                        <a:pt x="17008" y="8628"/>
                        <a:pt x="17014" y="9601"/>
                      </a:cubicBezTo>
                      <a:cubicBezTo>
                        <a:pt x="17014" y="13648"/>
                        <a:pt x="13720" y="16939"/>
                        <a:pt x="9672" y="16939"/>
                      </a:cubicBezTo>
                      <a:cubicBezTo>
                        <a:pt x="5625" y="16939"/>
                        <a:pt x="2334" y="13648"/>
                        <a:pt x="2334" y="9601"/>
                      </a:cubicBezTo>
                      <a:cubicBezTo>
                        <a:pt x="2334" y="5554"/>
                        <a:pt x="5625" y="2259"/>
                        <a:pt x="9672" y="2259"/>
                      </a:cubicBezTo>
                      <a:cubicBezTo>
                        <a:pt x="10642" y="2265"/>
                        <a:pt x="11603" y="2464"/>
                        <a:pt x="12497" y="2844"/>
                      </a:cubicBezTo>
                      <a:lnTo>
                        <a:pt x="12497" y="2825"/>
                      </a:lnTo>
                      <a:cubicBezTo>
                        <a:pt x="12494" y="2374"/>
                        <a:pt x="12672" y="1943"/>
                        <a:pt x="12991" y="1627"/>
                      </a:cubicBezTo>
                      <a:lnTo>
                        <a:pt x="13713" y="904"/>
                      </a:lnTo>
                      <a:cubicBezTo>
                        <a:pt x="12449" y="311"/>
                        <a:pt x="11070" y="4"/>
                        <a:pt x="967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3905" name="Google Shape;3905;p50"/>
                <p:cNvSpPr/>
                <p:nvPr/>
              </p:nvSpPr>
              <p:spPr>
                <a:xfrm>
                  <a:off x="5245825" y="1435050"/>
                  <a:ext cx="290450" cy="282350"/>
                </a:xfrm>
                <a:custGeom>
                  <a:rect b="b" l="l" r="r" t="t"/>
                  <a:pathLst>
                    <a:path extrusionOk="0" h="11294" w="11618">
                      <a:moveTo>
                        <a:pt x="8601" y="1"/>
                      </a:moveTo>
                      <a:cubicBezTo>
                        <a:pt x="8461" y="1"/>
                        <a:pt x="8319" y="52"/>
                        <a:pt x="8203" y="168"/>
                      </a:cubicBezTo>
                      <a:lnTo>
                        <a:pt x="5945" y="2426"/>
                      </a:lnTo>
                      <a:cubicBezTo>
                        <a:pt x="5839" y="2531"/>
                        <a:pt x="5779" y="2676"/>
                        <a:pt x="5782" y="2826"/>
                      </a:cubicBezTo>
                      <a:lnTo>
                        <a:pt x="5782" y="4850"/>
                      </a:lnTo>
                      <a:lnTo>
                        <a:pt x="2554" y="8075"/>
                      </a:lnTo>
                      <a:cubicBezTo>
                        <a:pt x="2328" y="7967"/>
                        <a:pt x="2081" y="7906"/>
                        <a:pt x="1828" y="7906"/>
                      </a:cubicBezTo>
                      <a:cubicBezTo>
                        <a:pt x="1142" y="7906"/>
                        <a:pt x="525" y="8319"/>
                        <a:pt x="263" y="8951"/>
                      </a:cubicBezTo>
                      <a:cubicBezTo>
                        <a:pt x="1" y="9584"/>
                        <a:pt x="145" y="10312"/>
                        <a:pt x="630" y="10797"/>
                      </a:cubicBezTo>
                      <a:cubicBezTo>
                        <a:pt x="954" y="11122"/>
                        <a:pt x="1388" y="11294"/>
                        <a:pt x="1828" y="11294"/>
                      </a:cubicBezTo>
                      <a:cubicBezTo>
                        <a:pt x="2046" y="11294"/>
                        <a:pt x="2266" y="11251"/>
                        <a:pt x="2476" y="11165"/>
                      </a:cubicBezTo>
                      <a:cubicBezTo>
                        <a:pt x="3108" y="10903"/>
                        <a:pt x="3524" y="10285"/>
                        <a:pt x="3524" y="9602"/>
                      </a:cubicBezTo>
                      <a:cubicBezTo>
                        <a:pt x="3521" y="9349"/>
                        <a:pt x="3463" y="9102"/>
                        <a:pt x="3352" y="8876"/>
                      </a:cubicBezTo>
                      <a:lnTo>
                        <a:pt x="6580" y="5648"/>
                      </a:lnTo>
                      <a:lnTo>
                        <a:pt x="8604" y="5648"/>
                      </a:lnTo>
                      <a:cubicBezTo>
                        <a:pt x="8754" y="5648"/>
                        <a:pt x="8896" y="5588"/>
                        <a:pt x="9004" y="5482"/>
                      </a:cubicBezTo>
                      <a:lnTo>
                        <a:pt x="11263" y="3224"/>
                      </a:lnTo>
                      <a:cubicBezTo>
                        <a:pt x="11618" y="2869"/>
                        <a:pt x="11365" y="2260"/>
                        <a:pt x="10862" y="2260"/>
                      </a:cubicBezTo>
                      <a:lnTo>
                        <a:pt x="9170" y="2260"/>
                      </a:lnTo>
                      <a:lnTo>
                        <a:pt x="9170" y="568"/>
                      </a:lnTo>
                      <a:cubicBezTo>
                        <a:pt x="9170" y="226"/>
                        <a:pt x="8892" y="1"/>
                        <a:pt x="860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grpSp>
          <p:nvGrpSpPr>
            <p:cNvPr id="3906" name="Google Shape;3906;p50"/>
            <p:cNvGrpSpPr/>
            <p:nvPr/>
          </p:nvGrpSpPr>
          <p:grpSpPr>
            <a:xfrm>
              <a:off x="1843350" y="3656778"/>
              <a:ext cx="821700" cy="594724"/>
              <a:chOff x="1843350" y="3656778"/>
              <a:chExt cx="821700" cy="594724"/>
            </a:xfrm>
          </p:grpSpPr>
          <p:sp>
            <p:nvSpPr>
              <p:cNvPr id="3907" name="Google Shape;3907;p50"/>
              <p:cNvSpPr/>
              <p:nvPr/>
            </p:nvSpPr>
            <p:spPr>
              <a:xfrm>
                <a:off x="1843350" y="3656778"/>
                <a:ext cx="821700" cy="2865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Inter"/>
                    <a:ea typeface="Inter"/>
                    <a:cs typeface="Inter"/>
                    <a:sym typeface="Inter"/>
                  </a:rPr>
                  <a:t>Jupiter</a:t>
                </a:r>
                <a:endParaRPr>
                  <a:solidFill>
                    <a:schemeClr val="dk1"/>
                  </a:solidFill>
                  <a:latin typeface="Inter"/>
                  <a:ea typeface="Inter"/>
                  <a:cs typeface="Inter"/>
                  <a:sym typeface="Inter"/>
                </a:endParaRPr>
              </a:p>
            </p:txBody>
          </p:sp>
          <p:grpSp>
            <p:nvGrpSpPr>
              <p:cNvPr id="3908" name="Google Shape;3908;p50"/>
              <p:cNvGrpSpPr/>
              <p:nvPr/>
            </p:nvGrpSpPr>
            <p:grpSpPr>
              <a:xfrm>
                <a:off x="2157372" y="4057806"/>
                <a:ext cx="193649" cy="193696"/>
                <a:chOff x="6239925" y="2032450"/>
                <a:chExt cx="472775" cy="472775"/>
              </a:xfrm>
            </p:grpSpPr>
            <p:sp>
              <p:nvSpPr>
                <p:cNvPr id="3909" name="Google Shape;3909;p50"/>
                <p:cNvSpPr/>
                <p:nvPr/>
              </p:nvSpPr>
              <p:spPr>
                <a:xfrm>
                  <a:off x="6239925" y="2032450"/>
                  <a:ext cx="472775" cy="472775"/>
                </a:xfrm>
                <a:custGeom>
                  <a:rect b="b" l="l" r="r" t="t"/>
                  <a:pathLst>
                    <a:path extrusionOk="0" h="18911" w="18911">
                      <a:moveTo>
                        <a:pt x="9455" y="2466"/>
                      </a:moveTo>
                      <a:cubicBezTo>
                        <a:pt x="13307" y="2466"/>
                        <a:pt x="16442" y="5601"/>
                        <a:pt x="16442" y="9456"/>
                      </a:cubicBezTo>
                      <a:cubicBezTo>
                        <a:pt x="16442" y="13310"/>
                        <a:pt x="13307" y="16445"/>
                        <a:pt x="9455" y="16445"/>
                      </a:cubicBezTo>
                      <a:cubicBezTo>
                        <a:pt x="5601" y="16445"/>
                        <a:pt x="2466" y="13310"/>
                        <a:pt x="2466" y="9456"/>
                      </a:cubicBezTo>
                      <a:cubicBezTo>
                        <a:pt x="2466" y="5601"/>
                        <a:pt x="5601" y="2466"/>
                        <a:pt x="9455" y="2466"/>
                      </a:cubicBezTo>
                      <a:close/>
                      <a:moveTo>
                        <a:pt x="9455" y="0"/>
                      </a:moveTo>
                      <a:cubicBezTo>
                        <a:pt x="4228" y="0"/>
                        <a:pt x="0" y="4228"/>
                        <a:pt x="0" y="9456"/>
                      </a:cubicBezTo>
                      <a:cubicBezTo>
                        <a:pt x="0" y="14683"/>
                        <a:pt x="4228" y="18911"/>
                        <a:pt x="9455" y="18911"/>
                      </a:cubicBezTo>
                      <a:cubicBezTo>
                        <a:pt x="14680" y="18911"/>
                        <a:pt x="18911" y="14683"/>
                        <a:pt x="18911" y="9456"/>
                      </a:cubicBezTo>
                      <a:cubicBezTo>
                        <a:pt x="18911" y="4231"/>
                        <a:pt x="14680" y="0"/>
                        <a:pt x="945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3910" name="Google Shape;3910;p50"/>
                <p:cNvSpPr/>
                <p:nvPr/>
              </p:nvSpPr>
              <p:spPr>
                <a:xfrm>
                  <a:off x="6329800" y="2122325"/>
                  <a:ext cx="292950" cy="293025"/>
                </a:xfrm>
                <a:custGeom>
                  <a:rect b="b" l="l" r="r" t="t"/>
                  <a:pathLst>
                    <a:path extrusionOk="0" h="11721" w="11718">
                      <a:moveTo>
                        <a:pt x="5860" y="1043"/>
                      </a:moveTo>
                      <a:cubicBezTo>
                        <a:pt x="6171" y="1043"/>
                        <a:pt x="6424" y="1295"/>
                        <a:pt x="6424" y="1609"/>
                      </a:cubicBezTo>
                      <a:lnTo>
                        <a:pt x="6424" y="2542"/>
                      </a:lnTo>
                      <a:cubicBezTo>
                        <a:pt x="7264" y="2792"/>
                        <a:pt x="7839" y="3566"/>
                        <a:pt x="7842" y="4442"/>
                      </a:cubicBezTo>
                      <a:cubicBezTo>
                        <a:pt x="7842" y="4755"/>
                        <a:pt x="7589" y="5008"/>
                        <a:pt x="7276" y="5008"/>
                      </a:cubicBezTo>
                      <a:cubicBezTo>
                        <a:pt x="6966" y="5008"/>
                        <a:pt x="6713" y="4755"/>
                        <a:pt x="6713" y="4442"/>
                      </a:cubicBezTo>
                      <a:cubicBezTo>
                        <a:pt x="6713" y="3929"/>
                        <a:pt x="6292" y="3588"/>
                        <a:pt x="5853" y="3588"/>
                      </a:cubicBezTo>
                      <a:cubicBezTo>
                        <a:pt x="5644" y="3588"/>
                        <a:pt x="5429" y="3666"/>
                        <a:pt x="5255" y="3840"/>
                      </a:cubicBezTo>
                      <a:cubicBezTo>
                        <a:pt x="4719" y="4376"/>
                        <a:pt x="5099" y="5297"/>
                        <a:pt x="5860" y="5297"/>
                      </a:cubicBezTo>
                      <a:cubicBezTo>
                        <a:pt x="5862" y="5297"/>
                        <a:pt x="5865" y="5297"/>
                        <a:pt x="5867" y="5297"/>
                      </a:cubicBezTo>
                      <a:cubicBezTo>
                        <a:pt x="6849" y="5297"/>
                        <a:pt x="7680" y="6019"/>
                        <a:pt x="7821" y="6993"/>
                      </a:cubicBezTo>
                      <a:cubicBezTo>
                        <a:pt x="7962" y="7968"/>
                        <a:pt x="7369" y="8899"/>
                        <a:pt x="6424" y="9179"/>
                      </a:cubicBezTo>
                      <a:lnTo>
                        <a:pt x="6424" y="10115"/>
                      </a:lnTo>
                      <a:cubicBezTo>
                        <a:pt x="6424" y="10426"/>
                        <a:pt x="6171" y="10679"/>
                        <a:pt x="5860" y="10679"/>
                      </a:cubicBezTo>
                      <a:cubicBezTo>
                        <a:pt x="5547" y="10679"/>
                        <a:pt x="5294" y="10426"/>
                        <a:pt x="5294" y="10115"/>
                      </a:cubicBezTo>
                      <a:lnTo>
                        <a:pt x="5294" y="9179"/>
                      </a:lnTo>
                      <a:cubicBezTo>
                        <a:pt x="4454" y="8929"/>
                        <a:pt x="3879" y="8155"/>
                        <a:pt x="3876" y="7279"/>
                      </a:cubicBezTo>
                      <a:cubicBezTo>
                        <a:pt x="3876" y="6966"/>
                        <a:pt x="4129" y="6713"/>
                        <a:pt x="4442" y="6713"/>
                      </a:cubicBezTo>
                      <a:cubicBezTo>
                        <a:pt x="4752" y="6713"/>
                        <a:pt x="5005" y="6966"/>
                        <a:pt x="5005" y="7279"/>
                      </a:cubicBezTo>
                      <a:cubicBezTo>
                        <a:pt x="5005" y="7792"/>
                        <a:pt x="5426" y="8133"/>
                        <a:pt x="5865" y="8133"/>
                      </a:cubicBezTo>
                      <a:cubicBezTo>
                        <a:pt x="6074" y="8133"/>
                        <a:pt x="6288" y="8055"/>
                        <a:pt x="6463" y="7881"/>
                      </a:cubicBezTo>
                      <a:cubicBezTo>
                        <a:pt x="6999" y="7345"/>
                        <a:pt x="6619" y="6427"/>
                        <a:pt x="5860" y="6427"/>
                      </a:cubicBezTo>
                      <a:cubicBezTo>
                        <a:pt x="4873" y="6427"/>
                        <a:pt x="4039" y="5704"/>
                        <a:pt x="3897" y="4728"/>
                      </a:cubicBezTo>
                      <a:cubicBezTo>
                        <a:pt x="3756" y="3753"/>
                        <a:pt x="4349" y="2822"/>
                        <a:pt x="5294" y="2542"/>
                      </a:cubicBezTo>
                      <a:lnTo>
                        <a:pt x="5294" y="1609"/>
                      </a:lnTo>
                      <a:cubicBezTo>
                        <a:pt x="5294" y="1295"/>
                        <a:pt x="5547" y="1043"/>
                        <a:pt x="5860" y="1043"/>
                      </a:cubicBezTo>
                      <a:close/>
                      <a:moveTo>
                        <a:pt x="5860" y="1"/>
                      </a:moveTo>
                      <a:cubicBezTo>
                        <a:pt x="2629" y="1"/>
                        <a:pt x="1" y="2629"/>
                        <a:pt x="1" y="5861"/>
                      </a:cubicBezTo>
                      <a:cubicBezTo>
                        <a:pt x="1" y="9092"/>
                        <a:pt x="2629" y="11720"/>
                        <a:pt x="5860" y="11720"/>
                      </a:cubicBezTo>
                      <a:cubicBezTo>
                        <a:pt x="9088" y="11720"/>
                        <a:pt x="11717" y="9092"/>
                        <a:pt x="11717" y="5861"/>
                      </a:cubicBezTo>
                      <a:cubicBezTo>
                        <a:pt x="11717" y="2629"/>
                        <a:pt x="9088" y="1"/>
                        <a:pt x="58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cxnSp>
          <p:nvCxnSpPr>
            <p:cNvPr id="3911" name="Google Shape;3911;p50"/>
            <p:cNvCxnSpPr>
              <a:stCxn id="3912" idx="2"/>
              <a:endCxn id="3876" idx="0"/>
            </p:cNvCxnSpPr>
            <p:nvPr/>
          </p:nvCxnSpPr>
          <p:spPr>
            <a:xfrm flipH="1" rot="-5400000">
              <a:off x="1594700" y="2080328"/>
              <a:ext cx="369900" cy="949200"/>
            </a:xfrm>
            <a:prstGeom prst="curvedConnector3">
              <a:avLst>
                <a:gd fmla="val 50006" name="adj1"/>
              </a:avLst>
            </a:prstGeom>
            <a:noFill/>
            <a:ln cap="flat" cmpd="sng" w="19050">
              <a:solidFill>
                <a:schemeClr val="lt1"/>
              </a:solidFill>
              <a:prstDash val="solid"/>
              <a:round/>
              <a:headEnd len="med" w="med" type="oval"/>
              <a:tailEnd len="med" w="med" type="none"/>
            </a:ln>
          </p:spPr>
        </p:cxnSp>
        <p:cxnSp>
          <p:nvCxnSpPr>
            <p:cNvPr id="3913" name="Google Shape;3913;p50"/>
            <p:cNvCxnSpPr>
              <a:stCxn id="3914" idx="2"/>
              <a:endCxn id="3876" idx="0"/>
            </p:cNvCxnSpPr>
            <p:nvPr/>
          </p:nvCxnSpPr>
          <p:spPr>
            <a:xfrm rot="5400000">
              <a:off x="2543800" y="2080328"/>
              <a:ext cx="369900" cy="949200"/>
            </a:xfrm>
            <a:prstGeom prst="curvedConnector3">
              <a:avLst>
                <a:gd fmla="val 50006" name="adj1"/>
              </a:avLst>
            </a:prstGeom>
            <a:noFill/>
            <a:ln cap="flat" cmpd="sng" w="19050">
              <a:solidFill>
                <a:schemeClr val="lt2"/>
              </a:solidFill>
              <a:prstDash val="solid"/>
              <a:round/>
              <a:headEnd len="med" w="med" type="oval"/>
              <a:tailEnd len="med" w="med" type="none"/>
            </a:ln>
          </p:spPr>
        </p:cxnSp>
        <p:cxnSp>
          <p:nvCxnSpPr>
            <p:cNvPr id="3915" name="Google Shape;3915;p50"/>
            <p:cNvCxnSpPr>
              <a:stCxn id="3916" idx="2"/>
              <a:endCxn id="3876" idx="0"/>
            </p:cNvCxnSpPr>
            <p:nvPr/>
          </p:nvCxnSpPr>
          <p:spPr>
            <a:xfrm flipH="1" rot="-5400000">
              <a:off x="2069550" y="2554628"/>
              <a:ext cx="369900" cy="600"/>
            </a:xfrm>
            <a:prstGeom prst="curvedConnector3">
              <a:avLst>
                <a:gd fmla="val 50006" name="adj1"/>
              </a:avLst>
            </a:prstGeom>
            <a:noFill/>
            <a:ln cap="flat" cmpd="sng" w="19050">
              <a:solidFill>
                <a:schemeClr val="dk2"/>
              </a:solidFill>
              <a:prstDash val="solid"/>
              <a:round/>
              <a:headEnd len="med" w="med" type="oval"/>
              <a:tailEnd len="med" w="med" type="none"/>
            </a:ln>
          </p:spPr>
        </p:cxnSp>
        <p:cxnSp>
          <p:nvCxnSpPr>
            <p:cNvPr id="3917" name="Google Shape;3917;p50"/>
            <p:cNvCxnSpPr>
              <a:stCxn id="3900" idx="0"/>
              <a:endCxn id="3876" idx="2"/>
            </p:cNvCxnSpPr>
            <p:nvPr/>
          </p:nvCxnSpPr>
          <p:spPr>
            <a:xfrm rot="-5400000">
              <a:off x="1594700" y="2997228"/>
              <a:ext cx="369900" cy="949200"/>
            </a:xfrm>
            <a:prstGeom prst="curvedConnector3">
              <a:avLst>
                <a:gd fmla="val 50007" name="adj1"/>
              </a:avLst>
            </a:prstGeom>
            <a:noFill/>
            <a:ln cap="flat" cmpd="sng" w="19050">
              <a:solidFill>
                <a:schemeClr val="lt2"/>
              </a:solidFill>
              <a:prstDash val="solid"/>
              <a:round/>
              <a:headEnd len="med" w="med" type="oval"/>
              <a:tailEnd len="med" w="med" type="none"/>
            </a:ln>
          </p:spPr>
        </p:cxnSp>
        <p:cxnSp>
          <p:nvCxnSpPr>
            <p:cNvPr id="3918" name="Google Shape;3918;p50"/>
            <p:cNvCxnSpPr>
              <a:stCxn id="3878" idx="0"/>
              <a:endCxn id="3876" idx="2"/>
            </p:cNvCxnSpPr>
            <p:nvPr/>
          </p:nvCxnSpPr>
          <p:spPr>
            <a:xfrm flipH="1" rot="5400000">
              <a:off x="2543800" y="2997228"/>
              <a:ext cx="369900" cy="949200"/>
            </a:xfrm>
            <a:prstGeom prst="curvedConnector3">
              <a:avLst>
                <a:gd fmla="val 50007" name="adj1"/>
              </a:avLst>
            </a:prstGeom>
            <a:noFill/>
            <a:ln cap="flat" cmpd="sng" w="19050">
              <a:solidFill>
                <a:schemeClr val="lt1"/>
              </a:solidFill>
              <a:prstDash val="solid"/>
              <a:round/>
              <a:headEnd len="med" w="med" type="oval"/>
              <a:tailEnd len="med" w="med" type="none"/>
            </a:ln>
          </p:spPr>
        </p:cxnSp>
        <p:cxnSp>
          <p:nvCxnSpPr>
            <p:cNvPr id="3919" name="Google Shape;3919;p50"/>
            <p:cNvCxnSpPr>
              <a:stCxn id="3907" idx="0"/>
              <a:endCxn id="3876" idx="2"/>
            </p:cNvCxnSpPr>
            <p:nvPr/>
          </p:nvCxnSpPr>
          <p:spPr>
            <a:xfrm rot="-5400000">
              <a:off x="2069550" y="3471528"/>
              <a:ext cx="369900" cy="600"/>
            </a:xfrm>
            <a:prstGeom prst="curvedConnector3">
              <a:avLst>
                <a:gd fmla="val 50007" name="adj1"/>
              </a:avLst>
            </a:prstGeom>
            <a:noFill/>
            <a:ln cap="flat" cmpd="sng" w="19050">
              <a:solidFill>
                <a:schemeClr val="dk2"/>
              </a:solidFill>
              <a:prstDash val="solid"/>
              <a:round/>
              <a:headEnd len="med" w="med" type="oval"/>
              <a:tailEnd len="med" w="med" type="none"/>
            </a:ln>
          </p:spPr>
        </p:cxnSp>
        <p:grpSp>
          <p:nvGrpSpPr>
            <p:cNvPr id="3920" name="Google Shape;3920;p50"/>
            <p:cNvGrpSpPr/>
            <p:nvPr/>
          </p:nvGrpSpPr>
          <p:grpSpPr>
            <a:xfrm>
              <a:off x="894200" y="1773234"/>
              <a:ext cx="821700" cy="596743"/>
              <a:chOff x="894200" y="1773234"/>
              <a:chExt cx="821700" cy="596743"/>
            </a:xfrm>
          </p:grpSpPr>
          <p:grpSp>
            <p:nvGrpSpPr>
              <p:cNvPr id="3921" name="Google Shape;3921;p50"/>
              <p:cNvGrpSpPr/>
              <p:nvPr/>
            </p:nvGrpSpPr>
            <p:grpSpPr>
              <a:xfrm>
                <a:off x="1206357" y="1773234"/>
                <a:ext cx="197386" cy="197404"/>
                <a:chOff x="2685825" y="840375"/>
                <a:chExt cx="481900" cy="481825"/>
              </a:xfrm>
            </p:grpSpPr>
            <p:sp>
              <p:nvSpPr>
                <p:cNvPr id="3922" name="Google Shape;3922;p50"/>
                <p:cNvSpPr/>
                <p:nvPr/>
              </p:nvSpPr>
              <p:spPr>
                <a:xfrm>
                  <a:off x="2685825" y="840375"/>
                  <a:ext cx="481900" cy="481825"/>
                </a:xfrm>
                <a:custGeom>
                  <a:rect b="b" l="l" r="r" t="t"/>
                  <a:pathLst>
                    <a:path extrusionOk="0" h="19273" w="19276">
                      <a:moveTo>
                        <a:pt x="9600" y="4592"/>
                      </a:moveTo>
                      <a:cubicBezTo>
                        <a:pt x="12403" y="4592"/>
                        <a:pt x="14683" y="6872"/>
                        <a:pt x="14683" y="9675"/>
                      </a:cubicBezTo>
                      <a:cubicBezTo>
                        <a:pt x="14683" y="12476"/>
                        <a:pt x="12403" y="14755"/>
                        <a:pt x="9600" y="14755"/>
                      </a:cubicBezTo>
                      <a:cubicBezTo>
                        <a:pt x="6799" y="14755"/>
                        <a:pt x="4520" y="12476"/>
                        <a:pt x="4520" y="9675"/>
                      </a:cubicBezTo>
                      <a:cubicBezTo>
                        <a:pt x="4520" y="6872"/>
                        <a:pt x="6799" y="4592"/>
                        <a:pt x="9600" y="4592"/>
                      </a:cubicBezTo>
                      <a:close/>
                      <a:moveTo>
                        <a:pt x="8471" y="0"/>
                      </a:moveTo>
                      <a:cubicBezTo>
                        <a:pt x="8212" y="0"/>
                        <a:pt x="7986" y="175"/>
                        <a:pt x="7923" y="428"/>
                      </a:cubicBezTo>
                      <a:lnTo>
                        <a:pt x="7691" y="1427"/>
                      </a:lnTo>
                      <a:cubicBezTo>
                        <a:pt x="6778" y="1635"/>
                        <a:pt x="5908" y="1993"/>
                        <a:pt x="5116" y="2490"/>
                      </a:cubicBezTo>
                      <a:lnTo>
                        <a:pt x="4300" y="2002"/>
                      </a:lnTo>
                      <a:cubicBezTo>
                        <a:pt x="4210" y="1949"/>
                        <a:pt x="4110" y="1922"/>
                        <a:pt x="4010" y="1922"/>
                      </a:cubicBezTo>
                      <a:cubicBezTo>
                        <a:pt x="3864" y="1922"/>
                        <a:pt x="3719" y="1978"/>
                        <a:pt x="3611" y="2087"/>
                      </a:cubicBezTo>
                      <a:lnTo>
                        <a:pt x="2015" y="3683"/>
                      </a:lnTo>
                      <a:cubicBezTo>
                        <a:pt x="1831" y="3866"/>
                        <a:pt x="1798" y="4153"/>
                        <a:pt x="1930" y="4372"/>
                      </a:cubicBezTo>
                      <a:lnTo>
                        <a:pt x="2418" y="5188"/>
                      </a:lnTo>
                      <a:cubicBezTo>
                        <a:pt x="1921" y="5980"/>
                        <a:pt x="1563" y="6851"/>
                        <a:pt x="1355" y="7766"/>
                      </a:cubicBezTo>
                      <a:lnTo>
                        <a:pt x="431" y="7995"/>
                      </a:lnTo>
                      <a:cubicBezTo>
                        <a:pt x="178" y="8058"/>
                        <a:pt x="0" y="8284"/>
                        <a:pt x="3" y="8546"/>
                      </a:cubicBezTo>
                      <a:lnTo>
                        <a:pt x="3" y="10804"/>
                      </a:lnTo>
                      <a:cubicBezTo>
                        <a:pt x="0" y="11060"/>
                        <a:pt x="178" y="11286"/>
                        <a:pt x="428" y="11349"/>
                      </a:cubicBezTo>
                      <a:lnTo>
                        <a:pt x="1352" y="11581"/>
                      </a:lnTo>
                      <a:cubicBezTo>
                        <a:pt x="1560" y="12494"/>
                        <a:pt x="1921" y="13364"/>
                        <a:pt x="2418" y="14159"/>
                      </a:cubicBezTo>
                      <a:lnTo>
                        <a:pt x="1927" y="14972"/>
                      </a:lnTo>
                      <a:cubicBezTo>
                        <a:pt x="1795" y="15195"/>
                        <a:pt x="1831" y="15478"/>
                        <a:pt x="2012" y="15662"/>
                      </a:cubicBezTo>
                      <a:lnTo>
                        <a:pt x="3611" y="17261"/>
                      </a:lnTo>
                      <a:cubicBezTo>
                        <a:pt x="3720" y="17368"/>
                        <a:pt x="3864" y="17424"/>
                        <a:pt x="4011" y="17424"/>
                      </a:cubicBezTo>
                      <a:cubicBezTo>
                        <a:pt x="4110" y="17424"/>
                        <a:pt x="4210" y="17398"/>
                        <a:pt x="4300" y="17345"/>
                      </a:cubicBezTo>
                      <a:lnTo>
                        <a:pt x="5113" y="16854"/>
                      </a:lnTo>
                      <a:cubicBezTo>
                        <a:pt x="5908" y="17351"/>
                        <a:pt x="6778" y="17712"/>
                        <a:pt x="7691" y="17920"/>
                      </a:cubicBezTo>
                      <a:lnTo>
                        <a:pt x="7923" y="18844"/>
                      </a:lnTo>
                      <a:cubicBezTo>
                        <a:pt x="7983" y="19094"/>
                        <a:pt x="8212" y="19272"/>
                        <a:pt x="8471" y="19272"/>
                      </a:cubicBezTo>
                      <a:lnTo>
                        <a:pt x="10729" y="19272"/>
                      </a:lnTo>
                      <a:cubicBezTo>
                        <a:pt x="10988" y="19272"/>
                        <a:pt x="11214" y="19097"/>
                        <a:pt x="11277" y="18844"/>
                      </a:cubicBezTo>
                      <a:lnTo>
                        <a:pt x="11509" y="17920"/>
                      </a:lnTo>
                      <a:cubicBezTo>
                        <a:pt x="12421" y="17712"/>
                        <a:pt x="13292" y="17354"/>
                        <a:pt x="14084" y="16857"/>
                      </a:cubicBezTo>
                      <a:lnTo>
                        <a:pt x="14900" y="17345"/>
                      </a:lnTo>
                      <a:cubicBezTo>
                        <a:pt x="14989" y="17399"/>
                        <a:pt x="15090" y="17425"/>
                        <a:pt x="15190" y="17425"/>
                      </a:cubicBezTo>
                      <a:cubicBezTo>
                        <a:pt x="15336" y="17425"/>
                        <a:pt x="15480" y="17369"/>
                        <a:pt x="15589" y="17261"/>
                      </a:cubicBezTo>
                      <a:lnTo>
                        <a:pt x="17185" y="15665"/>
                      </a:lnTo>
                      <a:cubicBezTo>
                        <a:pt x="17369" y="15481"/>
                        <a:pt x="17402" y="15195"/>
                        <a:pt x="17270" y="14975"/>
                      </a:cubicBezTo>
                      <a:lnTo>
                        <a:pt x="16782" y="14159"/>
                      </a:lnTo>
                      <a:cubicBezTo>
                        <a:pt x="17279" y="13367"/>
                        <a:pt x="17637" y="12497"/>
                        <a:pt x="17845" y="11584"/>
                      </a:cubicBezTo>
                      <a:lnTo>
                        <a:pt x="18844" y="11352"/>
                      </a:lnTo>
                      <a:cubicBezTo>
                        <a:pt x="19097" y="11289"/>
                        <a:pt x="19275" y="11063"/>
                        <a:pt x="19275" y="10804"/>
                      </a:cubicBezTo>
                      <a:lnTo>
                        <a:pt x="19275" y="8546"/>
                      </a:lnTo>
                      <a:cubicBezTo>
                        <a:pt x="19275" y="8287"/>
                        <a:pt x="19097" y="8061"/>
                        <a:pt x="18847" y="7998"/>
                      </a:cubicBezTo>
                      <a:lnTo>
                        <a:pt x="17848" y="7766"/>
                      </a:lnTo>
                      <a:cubicBezTo>
                        <a:pt x="17640" y="6854"/>
                        <a:pt x="17279" y="5983"/>
                        <a:pt x="16782" y="5188"/>
                      </a:cubicBezTo>
                      <a:lnTo>
                        <a:pt x="17273" y="4375"/>
                      </a:lnTo>
                      <a:cubicBezTo>
                        <a:pt x="17405" y="4153"/>
                        <a:pt x="17369" y="3869"/>
                        <a:pt x="17188" y="3686"/>
                      </a:cubicBezTo>
                      <a:lnTo>
                        <a:pt x="15589" y="2090"/>
                      </a:lnTo>
                      <a:cubicBezTo>
                        <a:pt x="15480" y="1980"/>
                        <a:pt x="15335" y="1923"/>
                        <a:pt x="15188" y="1923"/>
                      </a:cubicBezTo>
                      <a:cubicBezTo>
                        <a:pt x="15089" y="1923"/>
                        <a:pt x="14989" y="1949"/>
                        <a:pt x="14900" y="2002"/>
                      </a:cubicBezTo>
                      <a:lnTo>
                        <a:pt x="14087" y="2493"/>
                      </a:lnTo>
                      <a:cubicBezTo>
                        <a:pt x="13292" y="1996"/>
                        <a:pt x="12421" y="1635"/>
                        <a:pt x="11509" y="1427"/>
                      </a:cubicBezTo>
                      <a:lnTo>
                        <a:pt x="11277" y="428"/>
                      </a:lnTo>
                      <a:cubicBezTo>
                        <a:pt x="11217" y="178"/>
                        <a:pt x="10988" y="0"/>
                        <a:pt x="1072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3923" name="Google Shape;3923;p50"/>
                <p:cNvSpPr/>
                <p:nvPr/>
              </p:nvSpPr>
              <p:spPr>
                <a:xfrm>
                  <a:off x="2819200" y="983400"/>
                  <a:ext cx="205475" cy="197625"/>
                </a:xfrm>
                <a:custGeom>
                  <a:rect b="b" l="l" r="r" t="t"/>
                  <a:pathLst>
                    <a:path extrusionOk="0" h="7905" w="8219">
                      <a:moveTo>
                        <a:pt x="4265" y="1129"/>
                      </a:moveTo>
                      <a:cubicBezTo>
                        <a:pt x="4629" y="1129"/>
                        <a:pt x="4996" y="1199"/>
                        <a:pt x="5346" y="1343"/>
                      </a:cubicBezTo>
                      <a:cubicBezTo>
                        <a:pt x="6400" y="1780"/>
                        <a:pt x="7089" y="2810"/>
                        <a:pt x="7089" y="3954"/>
                      </a:cubicBezTo>
                      <a:cubicBezTo>
                        <a:pt x="7086" y="5511"/>
                        <a:pt x="5825" y="6773"/>
                        <a:pt x="4265" y="6776"/>
                      </a:cubicBezTo>
                      <a:cubicBezTo>
                        <a:pt x="3124" y="6776"/>
                        <a:pt x="2094" y="6089"/>
                        <a:pt x="1657" y="5032"/>
                      </a:cubicBezTo>
                      <a:cubicBezTo>
                        <a:pt x="1221" y="3978"/>
                        <a:pt x="1461" y="2765"/>
                        <a:pt x="2268" y="1958"/>
                      </a:cubicBezTo>
                      <a:cubicBezTo>
                        <a:pt x="2808" y="1416"/>
                        <a:pt x="3530" y="1129"/>
                        <a:pt x="4265" y="1129"/>
                      </a:cubicBezTo>
                      <a:close/>
                      <a:moveTo>
                        <a:pt x="4265" y="0"/>
                      </a:moveTo>
                      <a:cubicBezTo>
                        <a:pt x="2666" y="0"/>
                        <a:pt x="1227" y="964"/>
                        <a:pt x="612" y="2440"/>
                      </a:cubicBezTo>
                      <a:cubicBezTo>
                        <a:pt x="1" y="3918"/>
                        <a:pt x="341" y="5616"/>
                        <a:pt x="1470" y="6749"/>
                      </a:cubicBezTo>
                      <a:cubicBezTo>
                        <a:pt x="2226" y="7504"/>
                        <a:pt x="3237" y="7905"/>
                        <a:pt x="4265" y="7905"/>
                      </a:cubicBezTo>
                      <a:cubicBezTo>
                        <a:pt x="4774" y="7905"/>
                        <a:pt x="5288" y="7806"/>
                        <a:pt x="5777" y="7604"/>
                      </a:cubicBezTo>
                      <a:cubicBezTo>
                        <a:pt x="7255" y="6993"/>
                        <a:pt x="8219" y="5550"/>
                        <a:pt x="8219" y="3954"/>
                      </a:cubicBezTo>
                      <a:cubicBezTo>
                        <a:pt x="8216" y="1771"/>
                        <a:pt x="6448" y="3"/>
                        <a:pt x="426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3912" name="Google Shape;3912;p50"/>
              <p:cNvSpPr/>
              <p:nvPr/>
            </p:nvSpPr>
            <p:spPr>
              <a:xfrm>
                <a:off x="894200" y="2083478"/>
                <a:ext cx="821700" cy="2865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Inter"/>
                    <a:ea typeface="Inter"/>
                    <a:cs typeface="Inter"/>
                    <a:sym typeface="Inter"/>
                  </a:rPr>
                  <a:t>Mercury</a:t>
                </a:r>
                <a:endParaRPr>
                  <a:solidFill>
                    <a:schemeClr val="dk1"/>
                  </a:solidFill>
                  <a:latin typeface="Inter"/>
                  <a:ea typeface="Inter"/>
                  <a:cs typeface="Inter"/>
                  <a:sym typeface="Inter"/>
                </a:endParaRPr>
              </a:p>
            </p:txBody>
          </p:sp>
        </p:grpSp>
        <p:grpSp>
          <p:nvGrpSpPr>
            <p:cNvPr id="3924" name="Google Shape;3924;p50"/>
            <p:cNvGrpSpPr/>
            <p:nvPr/>
          </p:nvGrpSpPr>
          <p:grpSpPr>
            <a:xfrm>
              <a:off x="1843350" y="1773050"/>
              <a:ext cx="821700" cy="596928"/>
              <a:chOff x="1843350" y="1773050"/>
              <a:chExt cx="821700" cy="596928"/>
            </a:xfrm>
          </p:grpSpPr>
          <p:grpSp>
            <p:nvGrpSpPr>
              <p:cNvPr id="3925" name="Google Shape;3925;p50"/>
              <p:cNvGrpSpPr/>
              <p:nvPr/>
            </p:nvGrpSpPr>
            <p:grpSpPr>
              <a:xfrm>
                <a:off x="2152271" y="1773050"/>
                <a:ext cx="203858" cy="197772"/>
                <a:chOff x="3270675" y="841800"/>
                <a:chExt cx="497700" cy="482725"/>
              </a:xfrm>
            </p:grpSpPr>
            <p:sp>
              <p:nvSpPr>
                <p:cNvPr id="3926" name="Google Shape;3926;p50"/>
                <p:cNvSpPr/>
                <p:nvPr/>
              </p:nvSpPr>
              <p:spPr>
                <a:xfrm>
                  <a:off x="3270675" y="902000"/>
                  <a:ext cx="447125" cy="422525"/>
                </a:xfrm>
                <a:custGeom>
                  <a:rect b="b" l="l" r="r" t="t"/>
                  <a:pathLst>
                    <a:path extrusionOk="0" h="16901" w="17885">
                      <a:moveTo>
                        <a:pt x="3454" y="0"/>
                      </a:moveTo>
                      <a:cubicBezTo>
                        <a:pt x="3343" y="0"/>
                        <a:pt x="3231" y="40"/>
                        <a:pt x="3141" y="122"/>
                      </a:cubicBezTo>
                      <a:cubicBezTo>
                        <a:pt x="1160" y="1940"/>
                        <a:pt x="0" y="4548"/>
                        <a:pt x="0" y="7246"/>
                      </a:cubicBezTo>
                      <a:cubicBezTo>
                        <a:pt x="0" y="12579"/>
                        <a:pt x="4325" y="16900"/>
                        <a:pt x="9657" y="16900"/>
                      </a:cubicBezTo>
                      <a:cubicBezTo>
                        <a:pt x="10907" y="16900"/>
                        <a:pt x="12175" y="16662"/>
                        <a:pt x="13331" y="16178"/>
                      </a:cubicBezTo>
                      <a:cubicBezTo>
                        <a:pt x="15126" y="15434"/>
                        <a:pt x="16659" y="14169"/>
                        <a:pt x="17728" y="12546"/>
                      </a:cubicBezTo>
                      <a:cubicBezTo>
                        <a:pt x="17884" y="12305"/>
                        <a:pt x="17788" y="11983"/>
                        <a:pt x="17526" y="11866"/>
                      </a:cubicBezTo>
                      <a:lnTo>
                        <a:pt x="9158" y="8171"/>
                      </a:lnTo>
                      <a:cubicBezTo>
                        <a:pt x="9016" y="8108"/>
                        <a:pt x="8896" y="8005"/>
                        <a:pt x="8811" y="7876"/>
                      </a:cubicBezTo>
                      <a:lnTo>
                        <a:pt x="8405" y="7246"/>
                      </a:lnTo>
                      <a:lnTo>
                        <a:pt x="3846" y="212"/>
                      </a:lnTo>
                      <a:cubicBezTo>
                        <a:pt x="3756" y="73"/>
                        <a:pt x="3606" y="0"/>
                        <a:pt x="345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3927" name="Google Shape;3927;p50"/>
                <p:cNvSpPr/>
                <p:nvPr/>
              </p:nvSpPr>
              <p:spPr>
                <a:xfrm>
                  <a:off x="3385250" y="841800"/>
                  <a:ext cx="279700" cy="220925"/>
                </a:xfrm>
                <a:custGeom>
                  <a:rect b="b" l="l" r="r" t="t"/>
                  <a:pathLst>
                    <a:path extrusionOk="0" h="8837" w="11188">
                      <a:moveTo>
                        <a:pt x="5070" y="0"/>
                      </a:moveTo>
                      <a:cubicBezTo>
                        <a:pt x="3434" y="0"/>
                        <a:pt x="1792" y="415"/>
                        <a:pt x="308" y="1256"/>
                      </a:cubicBezTo>
                      <a:cubicBezTo>
                        <a:pt x="76" y="1388"/>
                        <a:pt x="1" y="1690"/>
                        <a:pt x="148" y="1912"/>
                      </a:cubicBezTo>
                      <a:lnTo>
                        <a:pt x="4532" y="8676"/>
                      </a:lnTo>
                      <a:cubicBezTo>
                        <a:pt x="4601" y="8781"/>
                        <a:pt x="4714" y="8837"/>
                        <a:pt x="4828" y="8837"/>
                      </a:cubicBezTo>
                      <a:cubicBezTo>
                        <a:pt x="4919" y="8837"/>
                        <a:pt x="5010" y="8802"/>
                        <a:pt x="5081" y="8730"/>
                      </a:cubicBezTo>
                      <a:lnTo>
                        <a:pt x="10992" y="2683"/>
                      </a:lnTo>
                      <a:cubicBezTo>
                        <a:pt x="11187" y="2482"/>
                        <a:pt x="11163" y="2156"/>
                        <a:pt x="10940" y="1988"/>
                      </a:cubicBezTo>
                      <a:cubicBezTo>
                        <a:pt x="9218" y="670"/>
                        <a:pt x="7149" y="0"/>
                        <a:pt x="507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3928" name="Google Shape;3928;p50"/>
                <p:cNvSpPr/>
                <p:nvPr/>
              </p:nvSpPr>
              <p:spPr>
                <a:xfrm>
                  <a:off x="3530100" y="924750"/>
                  <a:ext cx="238275" cy="250200"/>
                </a:xfrm>
                <a:custGeom>
                  <a:rect b="b" l="l" r="r" t="t"/>
                  <a:pathLst>
                    <a:path extrusionOk="0" h="10008" w="9531">
                      <a:moveTo>
                        <a:pt x="6350" y="1"/>
                      </a:moveTo>
                      <a:cubicBezTo>
                        <a:pt x="6230" y="1"/>
                        <a:pt x="6108" y="47"/>
                        <a:pt x="6017" y="142"/>
                      </a:cubicBezTo>
                      <a:lnTo>
                        <a:pt x="172" y="6123"/>
                      </a:lnTo>
                      <a:cubicBezTo>
                        <a:pt x="0" y="6297"/>
                        <a:pt x="57" y="6589"/>
                        <a:pt x="283" y="6689"/>
                      </a:cubicBezTo>
                      <a:lnTo>
                        <a:pt x="7706" y="9968"/>
                      </a:lnTo>
                      <a:cubicBezTo>
                        <a:pt x="7767" y="9995"/>
                        <a:pt x="7830" y="10007"/>
                        <a:pt x="7893" y="10007"/>
                      </a:cubicBezTo>
                      <a:cubicBezTo>
                        <a:pt x="8082" y="10007"/>
                        <a:pt x="8261" y="9890"/>
                        <a:pt x="8329" y="9700"/>
                      </a:cubicBezTo>
                      <a:cubicBezTo>
                        <a:pt x="9531" y="6463"/>
                        <a:pt x="8913" y="2828"/>
                        <a:pt x="6706" y="169"/>
                      </a:cubicBezTo>
                      <a:cubicBezTo>
                        <a:pt x="6615" y="57"/>
                        <a:pt x="6483" y="1"/>
                        <a:pt x="635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3916" name="Google Shape;3916;p50"/>
              <p:cNvSpPr/>
              <p:nvPr/>
            </p:nvSpPr>
            <p:spPr>
              <a:xfrm>
                <a:off x="1843350" y="2083478"/>
                <a:ext cx="821700" cy="2865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Inter"/>
                    <a:ea typeface="Inter"/>
                    <a:cs typeface="Inter"/>
                    <a:sym typeface="Inter"/>
                  </a:rPr>
                  <a:t>Mars</a:t>
                </a:r>
                <a:endParaRPr>
                  <a:solidFill>
                    <a:schemeClr val="dk1"/>
                  </a:solidFill>
                  <a:latin typeface="Inter"/>
                  <a:ea typeface="Inter"/>
                  <a:cs typeface="Inter"/>
                  <a:sym typeface="Inter"/>
                </a:endParaRPr>
              </a:p>
            </p:txBody>
          </p:sp>
        </p:grpSp>
        <p:grpSp>
          <p:nvGrpSpPr>
            <p:cNvPr id="3929" name="Google Shape;3929;p50"/>
            <p:cNvGrpSpPr/>
            <p:nvPr/>
          </p:nvGrpSpPr>
          <p:grpSpPr>
            <a:xfrm>
              <a:off x="2792500" y="1773234"/>
              <a:ext cx="821700" cy="596743"/>
              <a:chOff x="2792500" y="1773234"/>
              <a:chExt cx="821700" cy="596743"/>
            </a:xfrm>
          </p:grpSpPr>
          <p:grpSp>
            <p:nvGrpSpPr>
              <p:cNvPr id="3930" name="Google Shape;3930;p50"/>
              <p:cNvGrpSpPr/>
              <p:nvPr/>
            </p:nvGrpSpPr>
            <p:grpSpPr>
              <a:xfrm>
                <a:off x="3104672" y="1773234"/>
                <a:ext cx="197356" cy="197404"/>
                <a:chOff x="3271200" y="1435075"/>
                <a:chExt cx="481825" cy="481825"/>
              </a:xfrm>
            </p:grpSpPr>
            <p:sp>
              <p:nvSpPr>
                <p:cNvPr id="3931" name="Google Shape;3931;p50"/>
                <p:cNvSpPr/>
                <p:nvPr/>
              </p:nvSpPr>
              <p:spPr>
                <a:xfrm>
                  <a:off x="3271200" y="1435075"/>
                  <a:ext cx="481825" cy="481825"/>
                </a:xfrm>
                <a:custGeom>
                  <a:rect b="b" l="l" r="r" t="t"/>
                  <a:pathLst>
                    <a:path extrusionOk="0" h="19273" w="19273">
                      <a:moveTo>
                        <a:pt x="9597" y="2259"/>
                      </a:moveTo>
                      <a:cubicBezTo>
                        <a:pt x="13635" y="2259"/>
                        <a:pt x="17014" y="5545"/>
                        <a:pt x="17014" y="9601"/>
                      </a:cubicBezTo>
                      <a:cubicBezTo>
                        <a:pt x="17014" y="13636"/>
                        <a:pt x="13654" y="17014"/>
                        <a:pt x="9597" y="17014"/>
                      </a:cubicBezTo>
                      <a:cubicBezTo>
                        <a:pt x="5562" y="17014"/>
                        <a:pt x="2259" y="13654"/>
                        <a:pt x="2259" y="9601"/>
                      </a:cubicBezTo>
                      <a:cubicBezTo>
                        <a:pt x="2259" y="5563"/>
                        <a:pt x="5541" y="2259"/>
                        <a:pt x="9597" y="2259"/>
                      </a:cubicBezTo>
                      <a:close/>
                      <a:moveTo>
                        <a:pt x="9597" y="1"/>
                      </a:moveTo>
                      <a:cubicBezTo>
                        <a:pt x="4304" y="1"/>
                        <a:pt x="0" y="4307"/>
                        <a:pt x="0" y="9601"/>
                      </a:cubicBezTo>
                      <a:cubicBezTo>
                        <a:pt x="0" y="14892"/>
                        <a:pt x="4304" y="19273"/>
                        <a:pt x="9597" y="19273"/>
                      </a:cubicBezTo>
                      <a:cubicBezTo>
                        <a:pt x="14891" y="19273"/>
                        <a:pt x="19272" y="14892"/>
                        <a:pt x="19272" y="9601"/>
                      </a:cubicBezTo>
                      <a:cubicBezTo>
                        <a:pt x="19272" y="4307"/>
                        <a:pt x="14891" y="1"/>
                        <a:pt x="959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3932" name="Google Shape;3932;p50"/>
                <p:cNvSpPr/>
                <p:nvPr/>
              </p:nvSpPr>
              <p:spPr>
                <a:xfrm>
                  <a:off x="3356575" y="1520525"/>
                  <a:ext cx="311000" cy="311025"/>
                </a:xfrm>
                <a:custGeom>
                  <a:rect b="b" l="l" r="r" t="t"/>
                  <a:pathLst>
                    <a:path extrusionOk="0" h="12441" w="12440">
                      <a:moveTo>
                        <a:pt x="8516" y="3359"/>
                      </a:moveTo>
                      <a:cubicBezTo>
                        <a:pt x="8661" y="3359"/>
                        <a:pt x="8805" y="3414"/>
                        <a:pt x="8917" y="3524"/>
                      </a:cubicBezTo>
                      <a:cubicBezTo>
                        <a:pt x="9136" y="3744"/>
                        <a:pt x="9136" y="4102"/>
                        <a:pt x="8917" y="4322"/>
                      </a:cubicBezTo>
                      <a:lnTo>
                        <a:pt x="7056" y="6183"/>
                      </a:lnTo>
                      <a:lnTo>
                        <a:pt x="8917" y="8041"/>
                      </a:lnTo>
                      <a:cubicBezTo>
                        <a:pt x="9326" y="8453"/>
                        <a:pt x="8939" y="9009"/>
                        <a:pt x="8502" y="9009"/>
                      </a:cubicBezTo>
                      <a:cubicBezTo>
                        <a:pt x="8371" y="9009"/>
                        <a:pt x="8235" y="8959"/>
                        <a:pt x="8116" y="8839"/>
                      </a:cubicBezTo>
                      <a:lnTo>
                        <a:pt x="5857" y="6580"/>
                      </a:lnTo>
                      <a:cubicBezTo>
                        <a:pt x="5637" y="6360"/>
                        <a:pt x="5637" y="6002"/>
                        <a:pt x="5857" y="5782"/>
                      </a:cubicBezTo>
                      <a:lnTo>
                        <a:pt x="8116" y="3524"/>
                      </a:lnTo>
                      <a:cubicBezTo>
                        <a:pt x="8227" y="3414"/>
                        <a:pt x="8372" y="3359"/>
                        <a:pt x="8516" y="3359"/>
                      </a:cubicBezTo>
                      <a:close/>
                      <a:moveTo>
                        <a:pt x="5619" y="1"/>
                      </a:moveTo>
                      <a:cubicBezTo>
                        <a:pt x="4367" y="112"/>
                        <a:pt x="3177" y="606"/>
                        <a:pt x="2214" y="1413"/>
                      </a:cubicBezTo>
                      <a:lnTo>
                        <a:pt x="2590" y="1789"/>
                      </a:lnTo>
                      <a:cubicBezTo>
                        <a:pt x="3002" y="2199"/>
                        <a:pt x="2615" y="2757"/>
                        <a:pt x="2178" y="2757"/>
                      </a:cubicBezTo>
                      <a:cubicBezTo>
                        <a:pt x="2047" y="2757"/>
                        <a:pt x="1912" y="2707"/>
                        <a:pt x="1792" y="2587"/>
                      </a:cubicBezTo>
                      <a:lnTo>
                        <a:pt x="1416" y="2211"/>
                      </a:lnTo>
                      <a:cubicBezTo>
                        <a:pt x="609" y="3175"/>
                        <a:pt x="118" y="4364"/>
                        <a:pt x="3" y="5617"/>
                      </a:cubicBezTo>
                      <a:lnTo>
                        <a:pt x="536" y="5617"/>
                      </a:lnTo>
                      <a:cubicBezTo>
                        <a:pt x="1280" y="5617"/>
                        <a:pt x="1283" y="6746"/>
                        <a:pt x="536" y="6746"/>
                      </a:cubicBezTo>
                      <a:lnTo>
                        <a:pt x="0" y="6746"/>
                      </a:lnTo>
                      <a:cubicBezTo>
                        <a:pt x="118" y="8035"/>
                        <a:pt x="627" y="9287"/>
                        <a:pt x="1413" y="10227"/>
                      </a:cubicBezTo>
                      <a:lnTo>
                        <a:pt x="1789" y="9850"/>
                      </a:lnTo>
                      <a:cubicBezTo>
                        <a:pt x="1910" y="9730"/>
                        <a:pt x="2045" y="9679"/>
                        <a:pt x="2176" y="9679"/>
                      </a:cubicBezTo>
                      <a:cubicBezTo>
                        <a:pt x="2613" y="9679"/>
                        <a:pt x="2995" y="10244"/>
                        <a:pt x="2587" y="10651"/>
                      </a:cubicBezTo>
                      <a:lnTo>
                        <a:pt x="2211" y="11028"/>
                      </a:lnTo>
                      <a:cubicBezTo>
                        <a:pt x="3174" y="11832"/>
                        <a:pt x="4364" y="12326"/>
                        <a:pt x="5616" y="12440"/>
                      </a:cubicBezTo>
                      <a:lnTo>
                        <a:pt x="5616" y="11904"/>
                      </a:lnTo>
                      <a:cubicBezTo>
                        <a:pt x="5616" y="11530"/>
                        <a:pt x="5899" y="11343"/>
                        <a:pt x="6182" y="11343"/>
                      </a:cubicBezTo>
                      <a:cubicBezTo>
                        <a:pt x="6464" y="11343"/>
                        <a:pt x="6745" y="11530"/>
                        <a:pt x="6745" y="11904"/>
                      </a:cubicBezTo>
                      <a:lnTo>
                        <a:pt x="6745" y="12440"/>
                      </a:lnTo>
                      <a:cubicBezTo>
                        <a:pt x="8034" y="12323"/>
                        <a:pt x="9287" y="11811"/>
                        <a:pt x="10226" y="11028"/>
                      </a:cubicBezTo>
                      <a:lnTo>
                        <a:pt x="9850" y="10651"/>
                      </a:lnTo>
                      <a:cubicBezTo>
                        <a:pt x="9445" y="10246"/>
                        <a:pt x="9822" y="9678"/>
                        <a:pt x="10259" y="9678"/>
                      </a:cubicBezTo>
                      <a:cubicBezTo>
                        <a:pt x="10390" y="9678"/>
                        <a:pt x="10526" y="9729"/>
                        <a:pt x="10648" y="9850"/>
                      </a:cubicBezTo>
                      <a:lnTo>
                        <a:pt x="11024" y="10227"/>
                      </a:lnTo>
                      <a:cubicBezTo>
                        <a:pt x="11810" y="9287"/>
                        <a:pt x="12319" y="8035"/>
                        <a:pt x="12437" y="6746"/>
                      </a:cubicBezTo>
                      <a:lnTo>
                        <a:pt x="11904" y="6746"/>
                      </a:lnTo>
                      <a:cubicBezTo>
                        <a:pt x="11160" y="6746"/>
                        <a:pt x="11157" y="5617"/>
                        <a:pt x="11904" y="5617"/>
                      </a:cubicBezTo>
                      <a:lnTo>
                        <a:pt x="12440" y="5617"/>
                      </a:lnTo>
                      <a:cubicBezTo>
                        <a:pt x="12325" y="4364"/>
                        <a:pt x="11834" y="3175"/>
                        <a:pt x="11027" y="2211"/>
                      </a:cubicBezTo>
                      <a:lnTo>
                        <a:pt x="10651" y="2587"/>
                      </a:lnTo>
                      <a:cubicBezTo>
                        <a:pt x="10529" y="2709"/>
                        <a:pt x="10392" y="2760"/>
                        <a:pt x="10261" y="2760"/>
                      </a:cubicBezTo>
                      <a:cubicBezTo>
                        <a:pt x="9823" y="2760"/>
                        <a:pt x="9443" y="2197"/>
                        <a:pt x="9853" y="1789"/>
                      </a:cubicBezTo>
                      <a:lnTo>
                        <a:pt x="10232" y="1413"/>
                      </a:lnTo>
                      <a:cubicBezTo>
                        <a:pt x="9290" y="627"/>
                        <a:pt x="8037" y="115"/>
                        <a:pt x="6748" y="1"/>
                      </a:cubicBezTo>
                      <a:lnTo>
                        <a:pt x="6748" y="537"/>
                      </a:lnTo>
                      <a:cubicBezTo>
                        <a:pt x="6748" y="909"/>
                        <a:pt x="6466" y="1096"/>
                        <a:pt x="6183" y="1096"/>
                      </a:cubicBezTo>
                      <a:cubicBezTo>
                        <a:pt x="5901" y="1096"/>
                        <a:pt x="5619" y="910"/>
                        <a:pt x="5619" y="537"/>
                      </a:cubicBezTo>
                      <a:lnTo>
                        <a:pt x="561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3914" name="Google Shape;3914;p50"/>
              <p:cNvSpPr/>
              <p:nvPr/>
            </p:nvSpPr>
            <p:spPr>
              <a:xfrm>
                <a:off x="2792500" y="2083478"/>
                <a:ext cx="821700" cy="2865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Inter"/>
                    <a:ea typeface="Inter"/>
                    <a:cs typeface="Inter"/>
                    <a:sym typeface="Inter"/>
                  </a:rPr>
                  <a:t>Venus</a:t>
                </a:r>
                <a:endParaRPr>
                  <a:solidFill>
                    <a:schemeClr val="dk1"/>
                  </a:solidFill>
                  <a:latin typeface="Inter"/>
                  <a:ea typeface="Inter"/>
                  <a:cs typeface="Inter"/>
                  <a:sym typeface="Inter"/>
                </a:endParaRPr>
              </a:p>
            </p:txBody>
          </p:sp>
        </p:grpSp>
      </p:grpSp>
      <p:grpSp>
        <p:nvGrpSpPr>
          <p:cNvPr id="3933" name="Google Shape;3933;p50"/>
          <p:cNvGrpSpPr/>
          <p:nvPr/>
        </p:nvGrpSpPr>
        <p:grpSpPr>
          <a:xfrm>
            <a:off x="3929150" y="1875307"/>
            <a:ext cx="4273125" cy="2275770"/>
            <a:chOff x="3929150" y="1875307"/>
            <a:chExt cx="4273125" cy="2275770"/>
          </a:xfrm>
        </p:grpSpPr>
        <p:grpSp>
          <p:nvGrpSpPr>
            <p:cNvPr id="3934" name="Google Shape;3934;p50"/>
            <p:cNvGrpSpPr/>
            <p:nvPr/>
          </p:nvGrpSpPr>
          <p:grpSpPr>
            <a:xfrm>
              <a:off x="3929150" y="1875307"/>
              <a:ext cx="1130100" cy="2106593"/>
              <a:chOff x="3929150" y="1875307"/>
              <a:chExt cx="1130100" cy="2106593"/>
            </a:xfrm>
          </p:grpSpPr>
          <p:cxnSp>
            <p:nvCxnSpPr>
              <p:cNvPr id="3935" name="Google Shape;3935;p50"/>
              <p:cNvCxnSpPr>
                <a:stCxn id="3936" idx="0"/>
                <a:endCxn id="3937" idx="0"/>
              </p:cNvCxnSpPr>
              <p:nvPr/>
            </p:nvCxnSpPr>
            <p:spPr>
              <a:xfrm rot="10800000">
                <a:off x="4494200" y="2236800"/>
                <a:ext cx="0" cy="1103400"/>
              </a:xfrm>
              <a:prstGeom prst="straightConnector1">
                <a:avLst/>
              </a:prstGeom>
              <a:noFill/>
              <a:ln cap="flat" cmpd="sng" w="19050">
                <a:solidFill>
                  <a:schemeClr val="lt1"/>
                </a:solidFill>
                <a:prstDash val="dash"/>
                <a:round/>
                <a:headEnd len="med" w="med" type="oval"/>
                <a:tailEnd len="med" w="med" type="none"/>
              </a:ln>
            </p:spPr>
          </p:cxnSp>
          <p:sp>
            <p:nvSpPr>
              <p:cNvPr id="3937" name="Google Shape;3937;p50"/>
              <p:cNvSpPr/>
              <p:nvPr/>
            </p:nvSpPr>
            <p:spPr>
              <a:xfrm rot="5400000">
                <a:off x="4313450" y="1899607"/>
                <a:ext cx="361500" cy="312900"/>
              </a:xfrm>
              <a:prstGeom prst="hexagon">
                <a:avLst>
                  <a:gd fmla="val 25000" name="adj"/>
                  <a:gd fmla="val 115470" name="vf"/>
                </a:avLst>
              </a:prstGeom>
              <a:solidFill>
                <a:schemeClr val="l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936" name="Google Shape;3936;p50"/>
              <p:cNvSpPr txBox="1"/>
              <p:nvPr/>
            </p:nvSpPr>
            <p:spPr>
              <a:xfrm>
                <a:off x="3929150" y="3340200"/>
                <a:ext cx="1130100" cy="641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00">
                    <a:solidFill>
                      <a:schemeClr val="lt1"/>
                    </a:solidFill>
                    <a:latin typeface="Inter"/>
                    <a:ea typeface="Inter"/>
                    <a:cs typeface="Inter"/>
                    <a:sym typeface="Inter"/>
                  </a:rPr>
                  <a:t>Venus is the second planet from the Sun and is terribly hot</a:t>
                </a:r>
                <a:endParaRPr sz="900">
                  <a:solidFill>
                    <a:schemeClr val="lt1"/>
                  </a:solidFill>
                  <a:latin typeface="Inter"/>
                  <a:ea typeface="Inter"/>
                  <a:cs typeface="Inter"/>
                  <a:sym typeface="Inter"/>
                </a:endParaRPr>
              </a:p>
            </p:txBody>
          </p:sp>
          <p:grpSp>
            <p:nvGrpSpPr>
              <p:cNvPr id="3938" name="Google Shape;3938;p50"/>
              <p:cNvGrpSpPr/>
              <p:nvPr/>
            </p:nvGrpSpPr>
            <p:grpSpPr>
              <a:xfrm>
                <a:off x="4393589" y="1973921"/>
                <a:ext cx="201221" cy="164272"/>
                <a:chOff x="3860400" y="3254050"/>
                <a:chExt cx="296175" cy="241825"/>
              </a:xfrm>
            </p:grpSpPr>
            <p:sp>
              <p:nvSpPr>
                <p:cNvPr id="3939" name="Google Shape;3939;p50"/>
                <p:cNvSpPr/>
                <p:nvPr/>
              </p:nvSpPr>
              <p:spPr>
                <a:xfrm>
                  <a:off x="4112425" y="3358025"/>
                  <a:ext cx="44150" cy="18125"/>
                </a:xfrm>
                <a:custGeom>
                  <a:rect b="b" l="l" r="r" t="t"/>
                  <a:pathLst>
                    <a:path extrusionOk="0" h="725" w="1766">
                      <a:moveTo>
                        <a:pt x="347" y="0"/>
                      </a:moveTo>
                      <a:cubicBezTo>
                        <a:pt x="158" y="0"/>
                        <a:pt x="1" y="158"/>
                        <a:pt x="1" y="378"/>
                      </a:cubicBezTo>
                      <a:cubicBezTo>
                        <a:pt x="1" y="567"/>
                        <a:pt x="158" y="725"/>
                        <a:pt x="347" y="725"/>
                      </a:cubicBezTo>
                      <a:lnTo>
                        <a:pt x="1419" y="725"/>
                      </a:lnTo>
                      <a:cubicBezTo>
                        <a:pt x="1608" y="725"/>
                        <a:pt x="1765" y="567"/>
                        <a:pt x="1765" y="378"/>
                      </a:cubicBezTo>
                      <a:cubicBezTo>
                        <a:pt x="1734" y="158"/>
                        <a:pt x="1608" y="0"/>
                        <a:pt x="14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0" name="Google Shape;3940;p50"/>
                <p:cNvSpPr/>
                <p:nvPr/>
              </p:nvSpPr>
              <p:spPr>
                <a:xfrm>
                  <a:off x="4102200" y="3393475"/>
                  <a:ext cx="37050" cy="33875"/>
                </a:xfrm>
                <a:custGeom>
                  <a:rect b="b" l="l" r="r" t="t"/>
                  <a:pathLst>
                    <a:path extrusionOk="0" h="1355" w="1482">
                      <a:moveTo>
                        <a:pt x="394" y="0"/>
                      </a:moveTo>
                      <a:cubicBezTo>
                        <a:pt x="308" y="0"/>
                        <a:pt x="221" y="32"/>
                        <a:pt x="158" y="95"/>
                      </a:cubicBezTo>
                      <a:cubicBezTo>
                        <a:pt x="0" y="221"/>
                        <a:pt x="0" y="410"/>
                        <a:pt x="158" y="567"/>
                      </a:cubicBezTo>
                      <a:lnTo>
                        <a:pt x="882" y="1260"/>
                      </a:lnTo>
                      <a:cubicBezTo>
                        <a:pt x="945" y="1323"/>
                        <a:pt x="1032" y="1355"/>
                        <a:pt x="1119" y="1355"/>
                      </a:cubicBezTo>
                      <a:cubicBezTo>
                        <a:pt x="1205" y="1355"/>
                        <a:pt x="1292" y="1323"/>
                        <a:pt x="1355" y="1260"/>
                      </a:cubicBezTo>
                      <a:cubicBezTo>
                        <a:pt x="1481" y="1134"/>
                        <a:pt x="1481" y="914"/>
                        <a:pt x="1355" y="788"/>
                      </a:cubicBezTo>
                      <a:lnTo>
                        <a:pt x="630" y="95"/>
                      </a:lnTo>
                      <a:cubicBezTo>
                        <a:pt x="567" y="32"/>
                        <a:pt x="481" y="0"/>
                        <a:pt x="3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1" name="Google Shape;3941;p50"/>
                <p:cNvSpPr/>
                <p:nvPr/>
              </p:nvSpPr>
              <p:spPr>
                <a:xfrm>
                  <a:off x="4103775" y="3306025"/>
                  <a:ext cx="35475" cy="34500"/>
                </a:xfrm>
                <a:custGeom>
                  <a:rect b="b" l="l" r="r" t="t"/>
                  <a:pathLst>
                    <a:path extrusionOk="0" h="1380" w="1419">
                      <a:moveTo>
                        <a:pt x="1056" y="1"/>
                      </a:moveTo>
                      <a:cubicBezTo>
                        <a:pt x="969" y="1"/>
                        <a:pt x="882" y="32"/>
                        <a:pt x="819" y="96"/>
                      </a:cubicBezTo>
                      <a:lnTo>
                        <a:pt x="95" y="789"/>
                      </a:lnTo>
                      <a:cubicBezTo>
                        <a:pt x="0" y="915"/>
                        <a:pt x="0" y="1135"/>
                        <a:pt x="95" y="1261"/>
                      </a:cubicBezTo>
                      <a:cubicBezTo>
                        <a:pt x="158" y="1340"/>
                        <a:pt x="252" y="1379"/>
                        <a:pt x="343" y="1379"/>
                      </a:cubicBezTo>
                      <a:cubicBezTo>
                        <a:pt x="434" y="1379"/>
                        <a:pt x="520" y="1340"/>
                        <a:pt x="567" y="1261"/>
                      </a:cubicBezTo>
                      <a:lnTo>
                        <a:pt x="1292" y="568"/>
                      </a:lnTo>
                      <a:cubicBezTo>
                        <a:pt x="1418" y="442"/>
                        <a:pt x="1418" y="190"/>
                        <a:pt x="1292" y="96"/>
                      </a:cubicBezTo>
                      <a:cubicBezTo>
                        <a:pt x="1229" y="32"/>
                        <a:pt x="1142" y="1"/>
                        <a:pt x="105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2" name="Google Shape;3942;p50"/>
                <p:cNvSpPr/>
                <p:nvPr/>
              </p:nvSpPr>
              <p:spPr>
                <a:xfrm>
                  <a:off x="3860400" y="3306025"/>
                  <a:ext cx="105550" cy="104800"/>
                </a:xfrm>
                <a:custGeom>
                  <a:rect b="b" l="l" r="r" t="t"/>
                  <a:pathLst>
                    <a:path extrusionOk="0" h="4192" w="4222">
                      <a:moveTo>
                        <a:pt x="2489" y="1"/>
                      </a:moveTo>
                      <a:cubicBezTo>
                        <a:pt x="2048" y="1"/>
                        <a:pt x="1639" y="285"/>
                        <a:pt x="1481" y="726"/>
                      </a:cubicBezTo>
                      <a:lnTo>
                        <a:pt x="1418" y="726"/>
                      </a:lnTo>
                      <a:cubicBezTo>
                        <a:pt x="662" y="726"/>
                        <a:pt x="0" y="1356"/>
                        <a:pt x="0" y="2080"/>
                      </a:cubicBezTo>
                      <a:cubicBezTo>
                        <a:pt x="0" y="2836"/>
                        <a:pt x="630" y="3467"/>
                        <a:pt x="1418" y="3467"/>
                      </a:cubicBezTo>
                      <a:lnTo>
                        <a:pt x="1481" y="3467"/>
                      </a:lnTo>
                      <a:cubicBezTo>
                        <a:pt x="1639" y="3845"/>
                        <a:pt x="2017" y="4191"/>
                        <a:pt x="2489" y="4191"/>
                      </a:cubicBezTo>
                      <a:lnTo>
                        <a:pt x="4222" y="4191"/>
                      </a:lnTo>
                      <a:lnTo>
                        <a:pt x="422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3" name="Google Shape;3943;p50"/>
                <p:cNvSpPr/>
                <p:nvPr/>
              </p:nvSpPr>
              <p:spPr>
                <a:xfrm>
                  <a:off x="4050225" y="3254050"/>
                  <a:ext cx="35450" cy="208750"/>
                </a:xfrm>
                <a:custGeom>
                  <a:rect b="b" l="l" r="r" t="t"/>
                  <a:pathLst>
                    <a:path extrusionOk="0" h="8350" w="1418">
                      <a:moveTo>
                        <a:pt x="725" y="1"/>
                      </a:moveTo>
                      <a:cubicBezTo>
                        <a:pt x="315" y="1"/>
                        <a:pt x="0" y="316"/>
                        <a:pt x="0" y="694"/>
                      </a:cubicBezTo>
                      <a:lnTo>
                        <a:pt x="0" y="7625"/>
                      </a:lnTo>
                      <a:cubicBezTo>
                        <a:pt x="0" y="8034"/>
                        <a:pt x="315" y="8349"/>
                        <a:pt x="725" y="8349"/>
                      </a:cubicBezTo>
                      <a:cubicBezTo>
                        <a:pt x="1134" y="8286"/>
                        <a:pt x="1418" y="8003"/>
                        <a:pt x="1418" y="7625"/>
                      </a:cubicBezTo>
                      <a:lnTo>
                        <a:pt x="1418" y="694"/>
                      </a:lnTo>
                      <a:cubicBezTo>
                        <a:pt x="1418" y="316"/>
                        <a:pt x="1103" y="1"/>
                        <a:pt x="7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4" name="Google Shape;3944;p50"/>
                <p:cNvSpPr/>
                <p:nvPr/>
              </p:nvSpPr>
              <p:spPr>
                <a:xfrm>
                  <a:off x="3912375" y="3426550"/>
                  <a:ext cx="51225" cy="69325"/>
                </a:xfrm>
                <a:custGeom>
                  <a:rect b="b" l="l" r="r" t="t"/>
                  <a:pathLst>
                    <a:path extrusionOk="0" h="2773" w="2049">
                      <a:moveTo>
                        <a:pt x="1" y="0"/>
                      </a:moveTo>
                      <a:lnTo>
                        <a:pt x="1" y="1764"/>
                      </a:lnTo>
                      <a:cubicBezTo>
                        <a:pt x="1" y="2363"/>
                        <a:pt x="473" y="2773"/>
                        <a:pt x="1040" y="2773"/>
                      </a:cubicBezTo>
                      <a:cubicBezTo>
                        <a:pt x="1607" y="2773"/>
                        <a:pt x="2048" y="2300"/>
                        <a:pt x="2048" y="1764"/>
                      </a:cubicBezTo>
                      <a:lnTo>
                        <a:pt x="2048" y="32"/>
                      </a:lnTo>
                      <a:lnTo>
                        <a:pt x="316" y="32"/>
                      </a:lnTo>
                      <a:cubicBezTo>
                        <a:pt x="253" y="32"/>
                        <a:pt x="127" y="32"/>
                        <a:pt x="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5" name="Google Shape;3945;p50"/>
                <p:cNvSpPr/>
                <p:nvPr/>
              </p:nvSpPr>
              <p:spPr>
                <a:xfrm>
                  <a:off x="3982475" y="3275325"/>
                  <a:ext cx="52000" cy="163850"/>
                </a:xfrm>
                <a:custGeom>
                  <a:rect b="b" l="l" r="r" t="t"/>
                  <a:pathLst>
                    <a:path extrusionOk="0" h="6554" w="2080">
                      <a:moveTo>
                        <a:pt x="2080" y="0"/>
                      </a:moveTo>
                      <a:lnTo>
                        <a:pt x="1765" y="315"/>
                      </a:lnTo>
                      <a:cubicBezTo>
                        <a:pt x="1292" y="788"/>
                        <a:pt x="662" y="1071"/>
                        <a:pt x="1" y="1166"/>
                      </a:cubicBezTo>
                      <a:lnTo>
                        <a:pt x="1" y="5419"/>
                      </a:lnTo>
                      <a:cubicBezTo>
                        <a:pt x="662" y="5482"/>
                        <a:pt x="1292" y="5766"/>
                        <a:pt x="1765" y="6238"/>
                      </a:cubicBezTo>
                      <a:lnTo>
                        <a:pt x="2080" y="6553"/>
                      </a:lnTo>
                      <a:lnTo>
                        <a:pt x="208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46" name="Google Shape;3946;p50"/>
              <p:cNvSpPr/>
              <p:nvPr/>
            </p:nvSpPr>
            <p:spPr>
              <a:xfrm>
                <a:off x="4083350" y="2873177"/>
                <a:ext cx="821700" cy="286500"/>
              </a:xfrm>
              <a:prstGeom prst="chevron">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chemeClr val="dk1"/>
                    </a:solidFill>
                    <a:latin typeface="Inter"/>
                    <a:ea typeface="Inter"/>
                    <a:cs typeface="Inter"/>
                    <a:sym typeface="Inter"/>
                  </a:rPr>
                  <a:t>2xxx</a:t>
                </a:r>
                <a:endParaRPr b="1" sz="1000">
                  <a:solidFill>
                    <a:schemeClr val="dk1"/>
                  </a:solidFill>
                  <a:latin typeface="Inter"/>
                  <a:ea typeface="Inter"/>
                  <a:cs typeface="Inter"/>
                  <a:sym typeface="Inter"/>
                </a:endParaRPr>
              </a:p>
            </p:txBody>
          </p:sp>
        </p:grpSp>
        <p:grpSp>
          <p:nvGrpSpPr>
            <p:cNvPr id="3947" name="Google Shape;3947;p50"/>
            <p:cNvGrpSpPr/>
            <p:nvPr/>
          </p:nvGrpSpPr>
          <p:grpSpPr>
            <a:xfrm>
              <a:off x="4714900" y="2049427"/>
              <a:ext cx="1130100" cy="2101650"/>
              <a:chOff x="4714900" y="2049427"/>
              <a:chExt cx="1130100" cy="2101650"/>
            </a:xfrm>
          </p:grpSpPr>
          <p:sp>
            <p:nvSpPr>
              <p:cNvPr id="3948" name="Google Shape;3948;p50"/>
              <p:cNvSpPr/>
              <p:nvPr/>
            </p:nvSpPr>
            <p:spPr>
              <a:xfrm rot="5400000">
                <a:off x="5099206" y="3813877"/>
                <a:ext cx="361500" cy="312900"/>
              </a:xfrm>
              <a:prstGeom prst="hexagon">
                <a:avLst>
                  <a:gd fmla="val 25000" name="adj"/>
                  <a:gd fmla="val 115470" name="vf"/>
                </a:avLst>
              </a:prstGeom>
              <a:solidFill>
                <a:schemeClr val="dk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cxnSp>
            <p:nvCxnSpPr>
              <p:cNvPr id="3949" name="Google Shape;3949;p50"/>
              <p:cNvCxnSpPr>
                <a:stCxn id="3950" idx="2"/>
                <a:endCxn id="3948" idx="3"/>
              </p:cNvCxnSpPr>
              <p:nvPr/>
            </p:nvCxnSpPr>
            <p:spPr>
              <a:xfrm>
                <a:off x="5279950" y="2691127"/>
                <a:ext cx="0" cy="1098600"/>
              </a:xfrm>
              <a:prstGeom prst="straightConnector1">
                <a:avLst/>
              </a:prstGeom>
              <a:noFill/>
              <a:ln cap="flat" cmpd="sng" w="19050">
                <a:solidFill>
                  <a:schemeClr val="dk2"/>
                </a:solidFill>
                <a:prstDash val="dash"/>
                <a:round/>
                <a:headEnd len="med" w="med" type="oval"/>
                <a:tailEnd len="med" w="med" type="none"/>
              </a:ln>
            </p:spPr>
          </p:cxnSp>
          <p:grpSp>
            <p:nvGrpSpPr>
              <p:cNvPr id="3951" name="Google Shape;3951;p50"/>
              <p:cNvGrpSpPr/>
              <p:nvPr/>
            </p:nvGrpSpPr>
            <p:grpSpPr>
              <a:xfrm>
                <a:off x="5176905" y="3867269"/>
                <a:ext cx="206115" cy="206115"/>
                <a:chOff x="1049375" y="2680675"/>
                <a:chExt cx="297725" cy="297725"/>
              </a:xfrm>
            </p:grpSpPr>
            <p:sp>
              <p:nvSpPr>
                <p:cNvPr id="3952" name="Google Shape;3952;p50"/>
                <p:cNvSpPr/>
                <p:nvPr/>
              </p:nvSpPr>
              <p:spPr>
                <a:xfrm>
                  <a:off x="1113175" y="2752350"/>
                  <a:ext cx="161475" cy="155975"/>
                </a:xfrm>
                <a:custGeom>
                  <a:rect b="b" l="l" r="r" t="t"/>
                  <a:pathLst>
                    <a:path extrusionOk="0" h="6239" w="6459">
                      <a:moveTo>
                        <a:pt x="3403" y="2079"/>
                      </a:moveTo>
                      <a:cubicBezTo>
                        <a:pt x="3781" y="2079"/>
                        <a:pt x="4096" y="2394"/>
                        <a:pt x="4096" y="2773"/>
                      </a:cubicBezTo>
                      <a:cubicBezTo>
                        <a:pt x="4096" y="3182"/>
                        <a:pt x="3781" y="3497"/>
                        <a:pt x="3403" y="3497"/>
                      </a:cubicBezTo>
                      <a:cubicBezTo>
                        <a:pt x="2993" y="3434"/>
                        <a:pt x="2678" y="3119"/>
                        <a:pt x="2678" y="2773"/>
                      </a:cubicBezTo>
                      <a:cubicBezTo>
                        <a:pt x="2678" y="2394"/>
                        <a:pt x="2993" y="2079"/>
                        <a:pt x="3403" y="2079"/>
                      </a:cubicBezTo>
                      <a:close/>
                      <a:moveTo>
                        <a:pt x="3371" y="693"/>
                      </a:moveTo>
                      <a:cubicBezTo>
                        <a:pt x="4694" y="693"/>
                        <a:pt x="5765" y="1796"/>
                        <a:pt x="5765" y="3119"/>
                      </a:cubicBezTo>
                      <a:cubicBezTo>
                        <a:pt x="5765" y="3686"/>
                        <a:pt x="5545" y="4222"/>
                        <a:pt x="5198" y="4663"/>
                      </a:cubicBezTo>
                      <a:cubicBezTo>
                        <a:pt x="5072" y="4442"/>
                        <a:pt x="4915" y="4190"/>
                        <a:pt x="4694" y="4001"/>
                      </a:cubicBezTo>
                      <a:cubicBezTo>
                        <a:pt x="4568" y="3907"/>
                        <a:pt x="4442" y="3812"/>
                        <a:pt x="4348" y="3749"/>
                      </a:cubicBezTo>
                      <a:cubicBezTo>
                        <a:pt x="4568" y="3529"/>
                        <a:pt x="4726" y="3182"/>
                        <a:pt x="4726" y="2804"/>
                      </a:cubicBezTo>
                      <a:cubicBezTo>
                        <a:pt x="4726" y="2079"/>
                        <a:pt x="4096" y="1449"/>
                        <a:pt x="3340" y="1449"/>
                      </a:cubicBezTo>
                      <a:cubicBezTo>
                        <a:pt x="2615" y="1449"/>
                        <a:pt x="1985" y="2079"/>
                        <a:pt x="1985" y="2804"/>
                      </a:cubicBezTo>
                      <a:cubicBezTo>
                        <a:pt x="1985" y="3182"/>
                        <a:pt x="2142" y="3529"/>
                        <a:pt x="2363" y="3749"/>
                      </a:cubicBezTo>
                      <a:lnTo>
                        <a:pt x="2016" y="4001"/>
                      </a:lnTo>
                      <a:cubicBezTo>
                        <a:pt x="1827" y="4190"/>
                        <a:pt x="1607" y="4442"/>
                        <a:pt x="1512" y="4663"/>
                      </a:cubicBezTo>
                      <a:cubicBezTo>
                        <a:pt x="1040" y="4064"/>
                        <a:pt x="882" y="3434"/>
                        <a:pt x="945" y="2773"/>
                      </a:cubicBezTo>
                      <a:cubicBezTo>
                        <a:pt x="1103" y="1670"/>
                        <a:pt x="2111" y="693"/>
                        <a:pt x="3371" y="693"/>
                      </a:cubicBezTo>
                      <a:close/>
                      <a:moveTo>
                        <a:pt x="3371" y="4159"/>
                      </a:moveTo>
                      <a:cubicBezTo>
                        <a:pt x="4001" y="4159"/>
                        <a:pt x="4505" y="4600"/>
                        <a:pt x="4694" y="5135"/>
                      </a:cubicBezTo>
                      <a:cubicBezTo>
                        <a:pt x="4316" y="5387"/>
                        <a:pt x="3875" y="5545"/>
                        <a:pt x="3371" y="5545"/>
                      </a:cubicBezTo>
                      <a:cubicBezTo>
                        <a:pt x="2898" y="5545"/>
                        <a:pt x="2426" y="5387"/>
                        <a:pt x="2016" y="5135"/>
                      </a:cubicBezTo>
                      <a:cubicBezTo>
                        <a:pt x="2174" y="4537"/>
                        <a:pt x="2741" y="4159"/>
                        <a:pt x="3371" y="4159"/>
                      </a:cubicBezTo>
                      <a:close/>
                      <a:moveTo>
                        <a:pt x="3308" y="0"/>
                      </a:moveTo>
                      <a:cubicBezTo>
                        <a:pt x="1701" y="0"/>
                        <a:pt x="441" y="1229"/>
                        <a:pt x="252" y="2710"/>
                      </a:cubicBezTo>
                      <a:cubicBezTo>
                        <a:pt x="0" y="4600"/>
                        <a:pt x="1512" y="6238"/>
                        <a:pt x="3371" y="6238"/>
                      </a:cubicBezTo>
                      <a:cubicBezTo>
                        <a:pt x="5104" y="6238"/>
                        <a:pt x="6459" y="4820"/>
                        <a:pt x="6459" y="3119"/>
                      </a:cubicBezTo>
                      <a:cubicBezTo>
                        <a:pt x="6459" y="1386"/>
                        <a:pt x="5041" y="0"/>
                        <a:pt x="330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endParaRPr>
                </a:p>
              </p:txBody>
            </p:sp>
            <p:sp>
              <p:nvSpPr>
                <p:cNvPr id="3953" name="Google Shape;3953;p50"/>
                <p:cNvSpPr/>
                <p:nvPr/>
              </p:nvSpPr>
              <p:spPr>
                <a:xfrm>
                  <a:off x="1049375" y="2680675"/>
                  <a:ext cx="297725" cy="297725"/>
                </a:xfrm>
                <a:custGeom>
                  <a:rect b="b" l="l" r="r" t="t"/>
                  <a:pathLst>
                    <a:path extrusionOk="0" h="11909" w="11909">
                      <a:moveTo>
                        <a:pt x="6270" y="1512"/>
                      </a:moveTo>
                      <a:cubicBezTo>
                        <a:pt x="8475" y="1670"/>
                        <a:pt x="10239" y="3434"/>
                        <a:pt x="10397" y="5640"/>
                      </a:cubicBezTo>
                      <a:lnTo>
                        <a:pt x="10082" y="5640"/>
                      </a:lnTo>
                      <a:cubicBezTo>
                        <a:pt x="9893" y="5640"/>
                        <a:pt x="9735" y="5797"/>
                        <a:pt x="9735" y="5986"/>
                      </a:cubicBezTo>
                      <a:cubicBezTo>
                        <a:pt x="9735" y="6207"/>
                        <a:pt x="9893" y="6364"/>
                        <a:pt x="10082" y="6364"/>
                      </a:cubicBezTo>
                      <a:lnTo>
                        <a:pt x="10397" y="6364"/>
                      </a:lnTo>
                      <a:cubicBezTo>
                        <a:pt x="10239" y="8569"/>
                        <a:pt x="8475" y="10334"/>
                        <a:pt x="6270" y="10491"/>
                      </a:cubicBezTo>
                      <a:lnTo>
                        <a:pt x="6270" y="10176"/>
                      </a:lnTo>
                      <a:cubicBezTo>
                        <a:pt x="6270" y="9987"/>
                        <a:pt x="6112" y="9830"/>
                        <a:pt x="5923" y="9830"/>
                      </a:cubicBezTo>
                      <a:cubicBezTo>
                        <a:pt x="5703" y="9830"/>
                        <a:pt x="5545" y="9987"/>
                        <a:pt x="5545" y="10176"/>
                      </a:cubicBezTo>
                      <a:lnTo>
                        <a:pt x="5545" y="10491"/>
                      </a:lnTo>
                      <a:cubicBezTo>
                        <a:pt x="3340" y="10334"/>
                        <a:pt x="1575" y="8569"/>
                        <a:pt x="1418" y="6364"/>
                      </a:cubicBezTo>
                      <a:lnTo>
                        <a:pt x="1733" y="6364"/>
                      </a:lnTo>
                      <a:cubicBezTo>
                        <a:pt x="1922" y="6364"/>
                        <a:pt x="2079" y="6207"/>
                        <a:pt x="2079" y="5986"/>
                      </a:cubicBezTo>
                      <a:cubicBezTo>
                        <a:pt x="2142" y="5797"/>
                        <a:pt x="1985" y="5640"/>
                        <a:pt x="1764" y="5640"/>
                      </a:cubicBezTo>
                      <a:lnTo>
                        <a:pt x="1418" y="5640"/>
                      </a:lnTo>
                      <a:cubicBezTo>
                        <a:pt x="1575" y="3434"/>
                        <a:pt x="3340" y="1670"/>
                        <a:pt x="5545" y="1512"/>
                      </a:cubicBezTo>
                      <a:lnTo>
                        <a:pt x="5545" y="1827"/>
                      </a:lnTo>
                      <a:cubicBezTo>
                        <a:pt x="5545" y="2016"/>
                        <a:pt x="5703" y="2174"/>
                        <a:pt x="5923" y="2174"/>
                      </a:cubicBezTo>
                      <a:cubicBezTo>
                        <a:pt x="6112" y="2174"/>
                        <a:pt x="6270" y="2016"/>
                        <a:pt x="6270" y="1827"/>
                      </a:cubicBezTo>
                      <a:lnTo>
                        <a:pt x="6270" y="1512"/>
                      </a:lnTo>
                      <a:close/>
                      <a:moveTo>
                        <a:pt x="5955" y="0"/>
                      </a:moveTo>
                      <a:cubicBezTo>
                        <a:pt x="5766" y="0"/>
                        <a:pt x="5608" y="158"/>
                        <a:pt x="5608" y="347"/>
                      </a:cubicBezTo>
                      <a:lnTo>
                        <a:pt x="5608" y="756"/>
                      </a:lnTo>
                      <a:cubicBezTo>
                        <a:pt x="2993" y="914"/>
                        <a:pt x="914" y="2993"/>
                        <a:pt x="756" y="5608"/>
                      </a:cubicBezTo>
                      <a:lnTo>
                        <a:pt x="347" y="5608"/>
                      </a:lnTo>
                      <a:cubicBezTo>
                        <a:pt x="158" y="5608"/>
                        <a:pt x="0" y="5766"/>
                        <a:pt x="0" y="5955"/>
                      </a:cubicBezTo>
                      <a:cubicBezTo>
                        <a:pt x="0" y="6144"/>
                        <a:pt x="158" y="6301"/>
                        <a:pt x="347" y="6301"/>
                      </a:cubicBezTo>
                      <a:lnTo>
                        <a:pt x="756" y="6301"/>
                      </a:lnTo>
                      <a:cubicBezTo>
                        <a:pt x="914" y="8916"/>
                        <a:pt x="2993" y="10995"/>
                        <a:pt x="5608" y="11153"/>
                      </a:cubicBezTo>
                      <a:lnTo>
                        <a:pt x="5608" y="11562"/>
                      </a:lnTo>
                      <a:cubicBezTo>
                        <a:pt x="5608" y="11751"/>
                        <a:pt x="5766" y="11909"/>
                        <a:pt x="5955" y="11909"/>
                      </a:cubicBezTo>
                      <a:cubicBezTo>
                        <a:pt x="6144" y="11909"/>
                        <a:pt x="6301" y="11751"/>
                        <a:pt x="6301" y="11562"/>
                      </a:cubicBezTo>
                      <a:lnTo>
                        <a:pt x="6301" y="11153"/>
                      </a:lnTo>
                      <a:cubicBezTo>
                        <a:pt x="8916" y="10995"/>
                        <a:pt x="10995" y="8916"/>
                        <a:pt x="11153" y="6301"/>
                      </a:cubicBezTo>
                      <a:lnTo>
                        <a:pt x="11531" y="6301"/>
                      </a:lnTo>
                      <a:cubicBezTo>
                        <a:pt x="11751" y="6301"/>
                        <a:pt x="11909" y="6144"/>
                        <a:pt x="11909" y="5955"/>
                      </a:cubicBezTo>
                      <a:cubicBezTo>
                        <a:pt x="11909" y="5766"/>
                        <a:pt x="11751" y="5608"/>
                        <a:pt x="11531" y="5608"/>
                      </a:cubicBezTo>
                      <a:lnTo>
                        <a:pt x="11153" y="5608"/>
                      </a:lnTo>
                      <a:cubicBezTo>
                        <a:pt x="10995" y="2993"/>
                        <a:pt x="8916" y="914"/>
                        <a:pt x="6301" y="756"/>
                      </a:cubicBezTo>
                      <a:lnTo>
                        <a:pt x="6301" y="347"/>
                      </a:lnTo>
                      <a:cubicBezTo>
                        <a:pt x="6301" y="158"/>
                        <a:pt x="6144" y="0"/>
                        <a:pt x="595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endParaRPr>
                </a:p>
              </p:txBody>
            </p:sp>
          </p:grpSp>
          <p:sp>
            <p:nvSpPr>
              <p:cNvPr id="3950" name="Google Shape;3950;p50"/>
              <p:cNvSpPr txBox="1"/>
              <p:nvPr/>
            </p:nvSpPr>
            <p:spPr>
              <a:xfrm>
                <a:off x="4714900" y="2049427"/>
                <a:ext cx="1130100" cy="6417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900">
                    <a:solidFill>
                      <a:schemeClr val="lt1"/>
                    </a:solidFill>
                    <a:latin typeface="Inter"/>
                    <a:ea typeface="Inter"/>
                    <a:cs typeface="Inter"/>
                    <a:sym typeface="Inter"/>
                  </a:rPr>
                  <a:t>Mercury is the closest planet to the Sun and smallest one</a:t>
                </a:r>
                <a:endParaRPr sz="900">
                  <a:solidFill>
                    <a:schemeClr val="lt1"/>
                  </a:solidFill>
                  <a:latin typeface="Inter"/>
                  <a:ea typeface="Inter"/>
                  <a:cs typeface="Inter"/>
                  <a:sym typeface="Inter"/>
                </a:endParaRPr>
              </a:p>
            </p:txBody>
          </p:sp>
          <p:sp>
            <p:nvSpPr>
              <p:cNvPr id="3954" name="Google Shape;3954;p50"/>
              <p:cNvSpPr/>
              <p:nvPr/>
            </p:nvSpPr>
            <p:spPr>
              <a:xfrm>
                <a:off x="4869106" y="2873177"/>
                <a:ext cx="821700" cy="286500"/>
              </a:xfrm>
              <a:prstGeom prst="chevron">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chemeClr val="dk1"/>
                    </a:solidFill>
                    <a:latin typeface="Inter"/>
                    <a:ea typeface="Inter"/>
                    <a:cs typeface="Inter"/>
                    <a:sym typeface="Inter"/>
                  </a:rPr>
                  <a:t>2xxx</a:t>
                </a:r>
                <a:endParaRPr b="1" sz="1000">
                  <a:solidFill>
                    <a:schemeClr val="dk1"/>
                  </a:solidFill>
                  <a:latin typeface="Inter"/>
                  <a:ea typeface="Inter"/>
                  <a:cs typeface="Inter"/>
                  <a:sym typeface="Inter"/>
                </a:endParaRPr>
              </a:p>
            </p:txBody>
          </p:sp>
        </p:grpSp>
        <p:grpSp>
          <p:nvGrpSpPr>
            <p:cNvPr id="3955" name="Google Shape;3955;p50"/>
            <p:cNvGrpSpPr/>
            <p:nvPr/>
          </p:nvGrpSpPr>
          <p:grpSpPr>
            <a:xfrm>
              <a:off x="5500663" y="1875307"/>
              <a:ext cx="1130100" cy="2106593"/>
              <a:chOff x="5500663" y="1875307"/>
              <a:chExt cx="1130100" cy="2106593"/>
            </a:xfrm>
          </p:grpSpPr>
          <p:sp>
            <p:nvSpPr>
              <p:cNvPr id="3956" name="Google Shape;3956;p50"/>
              <p:cNvSpPr/>
              <p:nvPr/>
            </p:nvSpPr>
            <p:spPr>
              <a:xfrm rot="5400000">
                <a:off x="5884963" y="1899607"/>
                <a:ext cx="361500" cy="312900"/>
              </a:xfrm>
              <a:prstGeom prst="hexagon">
                <a:avLst>
                  <a:gd fmla="val 25000" name="adj"/>
                  <a:gd fmla="val 115470" name="vf"/>
                </a:avLst>
              </a:prstGeom>
              <a:solidFill>
                <a:schemeClr val="lt2"/>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nvGrpSpPr>
              <p:cNvPr id="3957" name="Google Shape;3957;p50"/>
              <p:cNvGrpSpPr/>
              <p:nvPr/>
            </p:nvGrpSpPr>
            <p:grpSpPr>
              <a:xfrm>
                <a:off x="5965102" y="1955461"/>
                <a:ext cx="201221" cy="201192"/>
                <a:chOff x="3497300" y="3227275"/>
                <a:chExt cx="296175" cy="296175"/>
              </a:xfrm>
            </p:grpSpPr>
            <p:sp>
              <p:nvSpPr>
                <p:cNvPr id="3958" name="Google Shape;3958;p50"/>
                <p:cNvSpPr/>
                <p:nvPr/>
              </p:nvSpPr>
              <p:spPr>
                <a:xfrm>
                  <a:off x="3609925" y="3339900"/>
                  <a:ext cx="69350" cy="68550"/>
                </a:xfrm>
                <a:custGeom>
                  <a:rect b="b" l="l" r="r" t="t"/>
                  <a:pathLst>
                    <a:path extrusionOk="0" h="2742" w="2774">
                      <a:moveTo>
                        <a:pt x="1387" y="1"/>
                      </a:moveTo>
                      <a:cubicBezTo>
                        <a:pt x="631" y="1"/>
                        <a:pt x="1" y="631"/>
                        <a:pt x="1" y="1355"/>
                      </a:cubicBezTo>
                      <a:cubicBezTo>
                        <a:pt x="1" y="2112"/>
                        <a:pt x="631" y="2742"/>
                        <a:pt x="1387" y="2742"/>
                      </a:cubicBezTo>
                      <a:cubicBezTo>
                        <a:pt x="2143" y="2742"/>
                        <a:pt x="2773" y="2112"/>
                        <a:pt x="2773" y="1355"/>
                      </a:cubicBezTo>
                      <a:cubicBezTo>
                        <a:pt x="2773" y="631"/>
                        <a:pt x="2143" y="1"/>
                        <a:pt x="138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endParaRPr>
                </a:p>
              </p:txBody>
            </p:sp>
            <p:sp>
              <p:nvSpPr>
                <p:cNvPr id="3959" name="Google Shape;3959;p50"/>
                <p:cNvSpPr/>
                <p:nvPr/>
              </p:nvSpPr>
              <p:spPr>
                <a:xfrm>
                  <a:off x="3531175" y="3227275"/>
                  <a:ext cx="86650" cy="86675"/>
                </a:xfrm>
                <a:custGeom>
                  <a:rect b="b" l="l" r="r" t="t"/>
                  <a:pathLst>
                    <a:path extrusionOk="0" h="3467" w="3466">
                      <a:moveTo>
                        <a:pt x="1733" y="1"/>
                      </a:moveTo>
                      <a:cubicBezTo>
                        <a:pt x="788" y="1"/>
                        <a:pt x="0" y="788"/>
                        <a:pt x="0" y="1733"/>
                      </a:cubicBezTo>
                      <a:cubicBezTo>
                        <a:pt x="0" y="2678"/>
                        <a:pt x="788" y="3466"/>
                        <a:pt x="1733" y="3466"/>
                      </a:cubicBezTo>
                      <a:cubicBezTo>
                        <a:pt x="2741" y="3466"/>
                        <a:pt x="3466" y="2678"/>
                        <a:pt x="3466" y="1733"/>
                      </a:cubicBezTo>
                      <a:cubicBezTo>
                        <a:pt x="3466" y="788"/>
                        <a:pt x="2678" y="1"/>
                        <a:pt x="173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endParaRPr>
                </a:p>
              </p:txBody>
            </p:sp>
            <p:sp>
              <p:nvSpPr>
                <p:cNvPr id="3960" name="Google Shape;3960;p50"/>
                <p:cNvSpPr/>
                <p:nvPr/>
              </p:nvSpPr>
              <p:spPr>
                <a:xfrm>
                  <a:off x="3670575" y="3227275"/>
                  <a:ext cx="86675" cy="86675"/>
                </a:xfrm>
                <a:custGeom>
                  <a:rect b="b" l="l" r="r" t="t"/>
                  <a:pathLst>
                    <a:path extrusionOk="0" h="3467" w="3467">
                      <a:moveTo>
                        <a:pt x="1733" y="1"/>
                      </a:moveTo>
                      <a:cubicBezTo>
                        <a:pt x="788" y="1"/>
                        <a:pt x="1" y="788"/>
                        <a:pt x="1" y="1733"/>
                      </a:cubicBezTo>
                      <a:cubicBezTo>
                        <a:pt x="1" y="2678"/>
                        <a:pt x="788" y="3466"/>
                        <a:pt x="1733" y="3466"/>
                      </a:cubicBezTo>
                      <a:cubicBezTo>
                        <a:pt x="2679" y="3466"/>
                        <a:pt x="3466" y="2678"/>
                        <a:pt x="3466" y="1733"/>
                      </a:cubicBezTo>
                      <a:cubicBezTo>
                        <a:pt x="3466" y="788"/>
                        <a:pt x="2679" y="1"/>
                        <a:pt x="173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endParaRPr>
                </a:p>
              </p:txBody>
            </p:sp>
            <p:sp>
              <p:nvSpPr>
                <p:cNvPr id="3961" name="Google Shape;3961;p50"/>
                <p:cNvSpPr/>
                <p:nvPr/>
              </p:nvSpPr>
              <p:spPr>
                <a:xfrm>
                  <a:off x="3622525" y="3421825"/>
                  <a:ext cx="41775" cy="25225"/>
                </a:xfrm>
                <a:custGeom>
                  <a:rect b="b" l="l" r="r" t="t"/>
                  <a:pathLst>
                    <a:path extrusionOk="0" h="1009" w="1671">
                      <a:moveTo>
                        <a:pt x="1" y="0"/>
                      </a:moveTo>
                      <a:lnTo>
                        <a:pt x="851" y="1008"/>
                      </a:lnTo>
                      <a:lnTo>
                        <a:pt x="1671" y="0"/>
                      </a:lnTo>
                      <a:lnTo>
                        <a:pt x="1671" y="0"/>
                      </a:lnTo>
                      <a:cubicBezTo>
                        <a:pt x="1450" y="126"/>
                        <a:pt x="1167" y="158"/>
                        <a:pt x="851" y="158"/>
                      </a:cubicBezTo>
                      <a:cubicBezTo>
                        <a:pt x="568" y="158"/>
                        <a:pt x="284" y="95"/>
                        <a:pt x="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endParaRPr>
                </a:p>
              </p:txBody>
            </p:sp>
            <p:sp>
              <p:nvSpPr>
                <p:cNvPr id="3962" name="Google Shape;3962;p50"/>
                <p:cNvSpPr/>
                <p:nvPr/>
              </p:nvSpPr>
              <p:spPr>
                <a:xfrm>
                  <a:off x="3566600" y="3416300"/>
                  <a:ext cx="70125" cy="106350"/>
                </a:xfrm>
                <a:custGeom>
                  <a:rect b="b" l="l" r="r" t="t"/>
                  <a:pathLst>
                    <a:path extrusionOk="0" h="4254" w="2805">
                      <a:moveTo>
                        <a:pt x="1261" y="1"/>
                      </a:moveTo>
                      <a:cubicBezTo>
                        <a:pt x="474" y="599"/>
                        <a:pt x="1" y="1513"/>
                        <a:pt x="1" y="2490"/>
                      </a:cubicBezTo>
                      <a:lnTo>
                        <a:pt x="1" y="3907"/>
                      </a:lnTo>
                      <a:cubicBezTo>
                        <a:pt x="1" y="4096"/>
                        <a:pt x="158" y="4254"/>
                        <a:pt x="379" y="4254"/>
                      </a:cubicBezTo>
                      <a:lnTo>
                        <a:pt x="2805" y="4254"/>
                      </a:lnTo>
                      <a:lnTo>
                        <a:pt x="2805" y="1891"/>
                      </a:lnTo>
                      <a:lnTo>
                        <a:pt x="126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endParaRPr>
                </a:p>
              </p:txBody>
            </p:sp>
            <p:sp>
              <p:nvSpPr>
                <p:cNvPr id="3963" name="Google Shape;3963;p50"/>
                <p:cNvSpPr/>
                <p:nvPr/>
              </p:nvSpPr>
              <p:spPr>
                <a:xfrm>
                  <a:off x="3653250" y="3417100"/>
                  <a:ext cx="70125" cy="106350"/>
                </a:xfrm>
                <a:custGeom>
                  <a:rect b="b" l="l" r="r" t="t"/>
                  <a:pathLst>
                    <a:path extrusionOk="0" h="4254" w="2805">
                      <a:moveTo>
                        <a:pt x="1544" y="0"/>
                      </a:moveTo>
                      <a:lnTo>
                        <a:pt x="1" y="1890"/>
                      </a:lnTo>
                      <a:lnTo>
                        <a:pt x="1" y="4253"/>
                      </a:lnTo>
                      <a:lnTo>
                        <a:pt x="2458" y="4253"/>
                      </a:lnTo>
                      <a:cubicBezTo>
                        <a:pt x="2647" y="4253"/>
                        <a:pt x="2804" y="4096"/>
                        <a:pt x="2804" y="3907"/>
                      </a:cubicBezTo>
                      <a:lnTo>
                        <a:pt x="2804" y="2489"/>
                      </a:lnTo>
                      <a:cubicBezTo>
                        <a:pt x="2773" y="1481"/>
                        <a:pt x="2300" y="567"/>
                        <a:pt x="15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endParaRPr>
                </a:p>
              </p:txBody>
            </p:sp>
            <p:sp>
              <p:nvSpPr>
                <p:cNvPr id="3964" name="Google Shape;3964;p50"/>
                <p:cNvSpPr/>
                <p:nvPr/>
              </p:nvSpPr>
              <p:spPr>
                <a:xfrm>
                  <a:off x="3655625" y="3310775"/>
                  <a:ext cx="137850" cy="108700"/>
                </a:xfrm>
                <a:custGeom>
                  <a:rect b="b" l="l" r="r" t="t"/>
                  <a:pathLst>
                    <a:path extrusionOk="0" h="4348" w="5514">
                      <a:moveTo>
                        <a:pt x="3686" y="1512"/>
                      </a:moveTo>
                      <a:cubicBezTo>
                        <a:pt x="3907" y="1512"/>
                        <a:pt x="4064" y="1670"/>
                        <a:pt x="4064" y="1859"/>
                      </a:cubicBezTo>
                      <a:cubicBezTo>
                        <a:pt x="4064" y="2048"/>
                        <a:pt x="3907" y="2205"/>
                        <a:pt x="3686" y="2205"/>
                      </a:cubicBezTo>
                      <a:lnTo>
                        <a:pt x="2993" y="2205"/>
                      </a:lnTo>
                      <a:cubicBezTo>
                        <a:pt x="2804" y="2205"/>
                        <a:pt x="2646" y="2048"/>
                        <a:pt x="2646" y="1859"/>
                      </a:cubicBezTo>
                      <a:cubicBezTo>
                        <a:pt x="2646" y="1670"/>
                        <a:pt x="2804" y="1512"/>
                        <a:pt x="2993" y="1512"/>
                      </a:cubicBezTo>
                      <a:close/>
                      <a:moveTo>
                        <a:pt x="4127" y="0"/>
                      </a:moveTo>
                      <a:cubicBezTo>
                        <a:pt x="3686" y="536"/>
                        <a:pt x="3056" y="851"/>
                        <a:pt x="2331" y="851"/>
                      </a:cubicBezTo>
                      <a:cubicBezTo>
                        <a:pt x="1607" y="851"/>
                        <a:pt x="977" y="504"/>
                        <a:pt x="536" y="63"/>
                      </a:cubicBezTo>
                      <a:cubicBezTo>
                        <a:pt x="347" y="221"/>
                        <a:pt x="158" y="378"/>
                        <a:pt x="0" y="567"/>
                      </a:cubicBezTo>
                      <a:cubicBezTo>
                        <a:pt x="945" y="756"/>
                        <a:pt x="1638" y="1575"/>
                        <a:pt x="1638" y="2615"/>
                      </a:cubicBezTo>
                      <a:cubicBezTo>
                        <a:pt x="1638" y="2930"/>
                        <a:pt x="1575" y="3214"/>
                        <a:pt x="1449" y="3466"/>
                      </a:cubicBezTo>
                      <a:cubicBezTo>
                        <a:pt x="1859" y="3718"/>
                        <a:pt x="2205" y="4001"/>
                        <a:pt x="2520" y="4348"/>
                      </a:cubicBezTo>
                      <a:lnTo>
                        <a:pt x="5167" y="4348"/>
                      </a:lnTo>
                      <a:cubicBezTo>
                        <a:pt x="5356" y="4348"/>
                        <a:pt x="5513" y="4190"/>
                        <a:pt x="5513" y="4001"/>
                      </a:cubicBezTo>
                      <a:lnTo>
                        <a:pt x="5513" y="2615"/>
                      </a:lnTo>
                      <a:cubicBezTo>
                        <a:pt x="5482" y="1512"/>
                        <a:pt x="4915" y="567"/>
                        <a:pt x="412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endParaRPr>
                </a:p>
              </p:txBody>
            </p:sp>
            <p:sp>
              <p:nvSpPr>
                <p:cNvPr id="3965" name="Google Shape;3965;p50"/>
                <p:cNvSpPr/>
                <p:nvPr/>
              </p:nvSpPr>
              <p:spPr>
                <a:xfrm>
                  <a:off x="3497300" y="3309975"/>
                  <a:ext cx="136275" cy="108725"/>
                </a:xfrm>
                <a:custGeom>
                  <a:rect b="b" l="l" r="r" t="t"/>
                  <a:pathLst>
                    <a:path extrusionOk="0" h="4349" w="5451">
                      <a:moveTo>
                        <a:pt x="2426" y="1544"/>
                      </a:moveTo>
                      <a:cubicBezTo>
                        <a:pt x="2615" y="1544"/>
                        <a:pt x="2773" y="1702"/>
                        <a:pt x="2773" y="1891"/>
                      </a:cubicBezTo>
                      <a:cubicBezTo>
                        <a:pt x="2773" y="2080"/>
                        <a:pt x="2615" y="2237"/>
                        <a:pt x="2426" y="2237"/>
                      </a:cubicBezTo>
                      <a:lnTo>
                        <a:pt x="1733" y="2237"/>
                      </a:lnTo>
                      <a:cubicBezTo>
                        <a:pt x="1513" y="2237"/>
                        <a:pt x="1355" y="2080"/>
                        <a:pt x="1355" y="1891"/>
                      </a:cubicBezTo>
                      <a:cubicBezTo>
                        <a:pt x="1355" y="1702"/>
                        <a:pt x="1513" y="1544"/>
                        <a:pt x="1733" y="1544"/>
                      </a:cubicBezTo>
                      <a:close/>
                      <a:moveTo>
                        <a:pt x="1324" y="1"/>
                      </a:moveTo>
                      <a:cubicBezTo>
                        <a:pt x="536" y="568"/>
                        <a:pt x="1" y="1513"/>
                        <a:pt x="1" y="2552"/>
                      </a:cubicBezTo>
                      <a:lnTo>
                        <a:pt x="1" y="3939"/>
                      </a:lnTo>
                      <a:cubicBezTo>
                        <a:pt x="1" y="4191"/>
                        <a:pt x="95" y="4348"/>
                        <a:pt x="316" y="4348"/>
                      </a:cubicBezTo>
                      <a:lnTo>
                        <a:pt x="2930" y="4348"/>
                      </a:lnTo>
                      <a:cubicBezTo>
                        <a:pt x="3214" y="3970"/>
                        <a:pt x="3561" y="3655"/>
                        <a:pt x="4002" y="3466"/>
                      </a:cubicBezTo>
                      <a:cubicBezTo>
                        <a:pt x="3876" y="3183"/>
                        <a:pt x="3813" y="2930"/>
                        <a:pt x="3813" y="2615"/>
                      </a:cubicBezTo>
                      <a:cubicBezTo>
                        <a:pt x="3813" y="1607"/>
                        <a:pt x="4506" y="757"/>
                        <a:pt x="5451" y="568"/>
                      </a:cubicBezTo>
                      <a:cubicBezTo>
                        <a:pt x="5293" y="347"/>
                        <a:pt x="5104" y="190"/>
                        <a:pt x="4915" y="32"/>
                      </a:cubicBezTo>
                      <a:cubicBezTo>
                        <a:pt x="4474" y="505"/>
                        <a:pt x="3844" y="820"/>
                        <a:pt x="3151" y="820"/>
                      </a:cubicBezTo>
                      <a:cubicBezTo>
                        <a:pt x="2426" y="820"/>
                        <a:pt x="1796" y="505"/>
                        <a:pt x="13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endParaRPr>
                </a:p>
              </p:txBody>
            </p:sp>
          </p:grpSp>
          <p:cxnSp>
            <p:nvCxnSpPr>
              <p:cNvPr id="3966" name="Google Shape;3966;p50"/>
              <p:cNvCxnSpPr>
                <a:stCxn id="3967" idx="0"/>
                <a:endCxn id="3956" idx="0"/>
              </p:cNvCxnSpPr>
              <p:nvPr/>
            </p:nvCxnSpPr>
            <p:spPr>
              <a:xfrm rot="10800000">
                <a:off x="6065713" y="2236800"/>
                <a:ext cx="0" cy="1103400"/>
              </a:xfrm>
              <a:prstGeom prst="straightConnector1">
                <a:avLst/>
              </a:prstGeom>
              <a:noFill/>
              <a:ln cap="flat" cmpd="sng" w="19050">
                <a:solidFill>
                  <a:schemeClr val="lt2"/>
                </a:solidFill>
                <a:prstDash val="dash"/>
                <a:round/>
                <a:headEnd len="med" w="med" type="oval"/>
                <a:tailEnd len="med" w="med" type="none"/>
              </a:ln>
            </p:spPr>
          </p:cxnSp>
          <p:sp>
            <p:nvSpPr>
              <p:cNvPr id="3967" name="Google Shape;3967;p50"/>
              <p:cNvSpPr txBox="1"/>
              <p:nvPr/>
            </p:nvSpPr>
            <p:spPr>
              <a:xfrm>
                <a:off x="5500663" y="3340200"/>
                <a:ext cx="1130100" cy="641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00">
                    <a:solidFill>
                      <a:schemeClr val="lt1"/>
                    </a:solidFill>
                    <a:latin typeface="Inter"/>
                    <a:ea typeface="Inter"/>
                    <a:cs typeface="Inter"/>
                    <a:sym typeface="Inter"/>
                  </a:rPr>
                  <a:t>Jupiter is a gas giant and the biggest planet in the Solar System</a:t>
                </a:r>
                <a:endParaRPr sz="900">
                  <a:solidFill>
                    <a:schemeClr val="lt1"/>
                  </a:solidFill>
                  <a:latin typeface="Inter"/>
                  <a:ea typeface="Inter"/>
                  <a:cs typeface="Inter"/>
                  <a:sym typeface="Inter"/>
                </a:endParaRPr>
              </a:p>
            </p:txBody>
          </p:sp>
          <p:sp>
            <p:nvSpPr>
              <p:cNvPr id="3968" name="Google Shape;3968;p50"/>
              <p:cNvSpPr/>
              <p:nvPr/>
            </p:nvSpPr>
            <p:spPr>
              <a:xfrm>
                <a:off x="5654863" y="2873177"/>
                <a:ext cx="821700" cy="286500"/>
              </a:xfrm>
              <a:prstGeom prst="chevron">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chemeClr val="dk1"/>
                    </a:solidFill>
                    <a:latin typeface="Inter"/>
                    <a:ea typeface="Inter"/>
                    <a:cs typeface="Inter"/>
                    <a:sym typeface="Inter"/>
                  </a:rPr>
                  <a:t>2xxx</a:t>
                </a:r>
                <a:endParaRPr b="1" sz="1000">
                  <a:solidFill>
                    <a:schemeClr val="dk1"/>
                  </a:solidFill>
                  <a:latin typeface="Inter"/>
                  <a:ea typeface="Inter"/>
                  <a:cs typeface="Inter"/>
                  <a:sym typeface="Inter"/>
                </a:endParaRPr>
              </a:p>
            </p:txBody>
          </p:sp>
        </p:grpSp>
        <p:grpSp>
          <p:nvGrpSpPr>
            <p:cNvPr id="3969" name="Google Shape;3969;p50"/>
            <p:cNvGrpSpPr/>
            <p:nvPr/>
          </p:nvGrpSpPr>
          <p:grpSpPr>
            <a:xfrm>
              <a:off x="6286420" y="2049427"/>
              <a:ext cx="1130100" cy="2101650"/>
              <a:chOff x="6286420" y="2049427"/>
              <a:chExt cx="1130100" cy="2101650"/>
            </a:xfrm>
          </p:grpSpPr>
          <p:sp>
            <p:nvSpPr>
              <p:cNvPr id="3970" name="Google Shape;3970;p50"/>
              <p:cNvSpPr/>
              <p:nvPr/>
            </p:nvSpPr>
            <p:spPr>
              <a:xfrm rot="5400000">
                <a:off x="6670719" y="3813877"/>
                <a:ext cx="361500" cy="312900"/>
              </a:xfrm>
              <a:prstGeom prst="hexagon">
                <a:avLst>
                  <a:gd fmla="val 25000" name="adj"/>
                  <a:gd fmla="val 115470" name="vf"/>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a:ea typeface="Inter"/>
                  <a:cs typeface="Inter"/>
                  <a:sym typeface="Inter"/>
                </a:endParaRPr>
              </a:p>
            </p:txBody>
          </p:sp>
          <p:grpSp>
            <p:nvGrpSpPr>
              <p:cNvPr id="3971" name="Google Shape;3971;p50"/>
              <p:cNvGrpSpPr/>
              <p:nvPr/>
            </p:nvGrpSpPr>
            <p:grpSpPr>
              <a:xfrm>
                <a:off x="6750864" y="3865681"/>
                <a:ext cx="201221" cy="201192"/>
                <a:chOff x="583100" y="3982600"/>
                <a:chExt cx="296175" cy="296175"/>
              </a:xfrm>
            </p:grpSpPr>
            <p:sp>
              <p:nvSpPr>
                <p:cNvPr id="3972" name="Google Shape;3972;p50"/>
                <p:cNvSpPr/>
                <p:nvPr/>
              </p:nvSpPr>
              <p:spPr>
                <a:xfrm>
                  <a:off x="694925" y="3982600"/>
                  <a:ext cx="70925" cy="68550"/>
                </a:xfrm>
                <a:custGeom>
                  <a:rect b="b" l="l" r="r" t="t"/>
                  <a:pathLst>
                    <a:path extrusionOk="0" h="2742" w="2837">
                      <a:moveTo>
                        <a:pt x="1419" y="1"/>
                      </a:moveTo>
                      <a:cubicBezTo>
                        <a:pt x="631" y="1"/>
                        <a:pt x="1" y="599"/>
                        <a:pt x="1" y="1355"/>
                      </a:cubicBezTo>
                      <a:cubicBezTo>
                        <a:pt x="1" y="2143"/>
                        <a:pt x="631" y="2742"/>
                        <a:pt x="1419" y="2742"/>
                      </a:cubicBezTo>
                      <a:cubicBezTo>
                        <a:pt x="2206" y="2742"/>
                        <a:pt x="2836" y="2143"/>
                        <a:pt x="2836" y="1355"/>
                      </a:cubicBezTo>
                      <a:cubicBezTo>
                        <a:pt x="2836" y="599"/>
                        <a:pt x="2206" y="1"/>
                        <a:pt x="14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3" name="Google Shape;3973;p50"/>
                <p:cNvSpPr/>
                <p:nvPr/>
              </p:nvSpPr>
              <p:spPr>
                <a:xfrm>
                  <a:off x="609075" y="4139350"/>
                  <a:ext cx="69350" cy="68525"/>
                </a:xfrm>
                <a:custGeom>
                  <a:rect b="b" l="l" r="r" t="t"/>
                  <a:pathLst>
                    <a:path extrusionOk="0" h="2741" w="2774">
                      <a:moveTo>
                        <a:pt x="1387" y="0"/>
                      </a:moveTo>
                      <a:cubicBezTo>
                        <a:pt x="631" y="0"/>
                        <a:pt x="1" y="630"/>
                        <a:pt x="1" y="1355"/>
                      </a:cubicBezTo>
                      <a:cubicBezTo>
                        <a:pt x="1" y="2111"/>
                        <a:pt x="631" y="2741"/>
                        <a:pt x="1387" y="2741"/>
                      </a:cubicBezTo>
                      <a:cubicBezTo>
                        <a:pt x="2143" y="2741"/>
                        <a:pt x="2773" y="2111"/>
                        <a:pt x="2773" y="1355"/>
                      </a:cubicBezTo>
                      <a:cubicBezTo>
                        <a:pt x="2773" y="630"/>
                        <a:pt x="2143" y="0"/>
                        <a:pt x="138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4" name="Google Shape;3974;p50"/>
                <p:cNvSpPr/>
                <p:nvPr/>
              </p:nvSpPr>
              <p:spPr>
                <a:xfrm>
                  <a:off x="783925" y="4140125"/>
                  <a:ext cx="68550" cy="68550"/>
                </a:xfrm>
                <a:custGeom>
                  <a:rect b="b" l="l" r="r" t="t"/>
                  <a:pathLst>
                    <a:path extrusionOk="0" h="2742" w="2742">
                      <a:moveTo>
                        <a:pt x="1356" y="1"/>
                      </a:moveTo>
                      <a:cubicBezTo>
                        <a:pt x="631" y="1"/>
                        <a:pt x="1" y="631"/>
                        <a:pt x="1" y="1387"/>
                      </a:cubicBezTo>
                      <a:cubicBezTo>
                        <a:pt x="1" y="2111"/>
                        <a:pt x="631" y="2741"/>
                        <a:pt x="1356" y="2741"/>
                      </a:cubicBezTo>
                      <a:cubicBezTo>
                        <a:pt x="2112" y="2741"/>
                        <a:pt x="2742" y="2111"/>
                        <a:pt x="2742" y="1387"/>
                      </a:cubicBezTo>
                      <a:cubicBezTo>
                        <a:pt x="2742" y="631"/>
                        <a:pt x="2112" y="1"/>
                        <a:pt x="135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5" name="Google Shape;3975;p50"/>
                <p:cNvSpPr/>
                <p:nvPr/>
              </p:nvSpPr>
              <p:spPr>
                <a:xfrm>
                  <a:off x="583100" y="4207075"/>
                  <a:ext cx="122100" cy="71700"/>
                </a:xfrm>
                <a:custGeom>
                  <a:rect b="b" l="l" r="r" t="t"/>
                  <a:pathLst>
                    <a:path extrusionOk="0" h="2868" w="4884">
                      <a:moveTo>
                        <a:pt x="819" y="0"/>
                      </a:moveTo>
                      <a:cubicBezTo>
                        <a:pt x="347" y="442"/>
                        <a:pt x="0" y="1072"/>
                        <a:pt x="0" y="1796"/>
                      </a:cubicBezTo>
                      <a:lnTo>
                        <a:pt x="0" y="2521"/>
                      </a:lnTo>
                      <a:cubicBezTo>
                        <a:pt x="0" y="2710"/>
                        <a:pt x="158" y="2867"/>
                        <a:pt x="347" y="2867"/>
                      </a:cubicBezTo>
                      <a:lnTo>
                        <a:pt x="4505" y="2867"/>
                      </a:lnTo>
                      <a:cubicBezTo>
                        <a:pt x="4726" y="2867"/>
                        <a:pt x="4883" y="2710"/>
                        <a:pt x="4883" y="2521"/>
                      </a:cubicBezTo>
                      <a:lnTo>
                        <a:pt x="4883" y="1796"/>
                      </a:lnTo>
                      <a:cubicBezTo>
                        <a:pt x="4883" y="1103"/>
                        <a:pt x="4568" y="442"/>
                        <a:pt x="4033" y="0"/>
                      </a:cubicBezTo>
                      <a:cubicBezTo>
                        <a:pt x="3655" y="473"/>
                        <a:pt x="3088" y="788"/>
                        <a:pt x="2426" y="788"/>
                      </a:cubicBezTo>
                      <a:cubicBezTo>
                        <a:pt x="1796" y="788"/>
                        <a:pt x="1197" y="473"/>
                        <a:pt x="8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6" name="Google Shape;3976;p50"/>
                <p:cNvSpPr/>
                <p:nvPr/>
              </p:nvSpPr>
              <p:spPr>
                <a:xfrm>
                  <a:off x="669725" y="4049550"/>
                  <a:ext cx="122900" cy="72475"/>
                </a:xfrm>
                <a:custGeom>
                  <a:rect b="b" l="l" r="r" t="t"/>
                  <a:pathLst>
                    <a:path extrusionOk="0" h="2899" w="4916">
                      <a:moveTo>
                        <a:pt x="851" y="1"/>
                      </a:moveTo>
                      <a:cubicBezTo>
                        <a:pt x="347" y="442"/>
                        <a:pt x="1" y="1103"/>
                        <a:pt x="1" y="1796"/>
                      </a:cubicBezTo>
                      <a:lnTo>
                        <a:pt x="1" y="2552"/>
                      </a:lnTo>
                      <a:cubicBezTo>
                        <a:pt x="1" y="2741"/>
                        <a:pt x="158" y="2899"/>
                        <a:pt x="347" y="2899"/>
                      </a:cubicBezTo>
                      <a:lnTo>
                        <a:pt x="4537" y="2899"/>
                      </a:lnTo>
                      <a:cubicBezTo>
                        <a:pt x="4758" y="2899"/>
                        <a:pt x="4915" y="2741"/>
                        <a:pt x="4915" y="2552"/>
                      </a:cubicBezTo>
                      <a:lnTo>
                        <a:pt x="4915" y="1796"/>
                      </a:lnTo>
                      <a:cubicBezTo>
                        <a:pt x="4915" y="1103"/>
                        <a:pt x="4600" y="442"/>
                        <a:pt x="4065" y="1"/>
                      </a:cubicBezTo>
                      <a:cubicBezTo>
                        <a:pt x="3687" y="473"/>
                        <a:pt x="3088" y="788"/>
                        <a:pt x="2458" y="788"/>
                      </a:cubicBezTo>
                      <a:cubicBezTo>
                        <a:pt x="1828" y="788"/>
                        <a:pt x="1198" y="473"/>
                        <a:pt x="8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7" name="Google Shape;3977;p50"/>
                <p:cNvSpPr/>
                <p:nvPr/>
              </p:nvSpPr>
              <p:spPr>
                <a:xfrm>
                  <a:off x="757150" y="4207075"/>
                  <a:ext cx="122125" cy="71700"/>
                </a:xfrm>
                <a:custGeom>
                  <a:rect b="b" l="l" r="r" t="t"/>
                  <a:pathLst>
                    <a:path extrusionOk="0" h="2868" w="4885">
                      <a:moveTo>
                        <a:pt x="820" y="0"/>
                      </a:moveTo>
                      <a:cubicBezTo>
                        <a:pt x="316" y="442"/>
                        <a:pt x="1" y="1103"/>
                        <a:pt x="1" y="1796"/>
                      </a:cubicBezTo>
                      <a:lnTo>
                        <a:pt x="1" y="2521"/>
                      </a:lnTo>
                      <a:cubicBezTo>
                        <a:pt x="1" y="2710"/>
                        <a:pt x="158" y="2867"/>
                        <a:pt x="347" y="2867"/>
                      </a:cubicBezTo>
                      <a:lnTo>
                        <a:pt x="4506" y="2867"/>
                      </a:lnTo>
                      <a:cubicBezTo>
                        <a:pt x="4727" y="2867"/>
                        <a:pt x="4884" y="2710"/>
                        <a:pt x="4884" y="2521"/>
                      </a:cubicBezTo>
                      <a:lnTo>
                        <a:pt x="4884" y="1796"/>
                      </a:lnTo>
                      <a:cubicBezTo>
                        <a:pt x="4884" y="1103"/>
                        <a:pt x="4569" y="442"/>
                        <a:pt x="4033" y="0"/>
                      </a:cubicBezTo>
                      <a:cubicBezTo>
                        <a:pt x="3655" y="473"/>
                        <a:pt x="3088" y="788"/>
                        <a:pt x="2427" y="788"/>
                      </a:cubicBezTo>
                      <a:cubicBezTo>
                        <a:pt x="1797" y="788"/>
                        <a:pt x="1198" y="473"/>
                        <a:pt x="8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8" name="Google Shape;3978;p50"/>
                <p:cNvSpPr/>
                <p:nvPr/>
              </p:nvSpPr>
              <p:spPr>
                <a:xfrm>
                  <a:off x="691775" y="4139350"/>
                  <a:ext cx="77225" cy="64600"/>
                </a:xfrm>
                <a:custGeom>
                  <a:rect b="b" l="l" r="r" t="t"/>
                  <a:pathLst>
                    <a:path extrusionOk="0" h="2584" w="3089">
                      <a:moveTo>
                        <a:pt x="1198" y="0"/>
                      </a:moveTo>
                      <a:lnTo>
                        <a:pt x="1198" y="882"/>
                      </a:lnTo>
                      <a:lnTo>
                        <a:pt x="1" y="2079"/>
                      </a:lnTo>
                      <a:cubicBezTo>
                        <a:pt x="221" y="2237"/>
                        <a:pt x="284" y="2300"/>
                        <a:pt x="473" y="2583"/>
                      </a:cubicBezTo>
                      <a:lnTo>
                        <a:pt x="1545" y="1575"/>
                      </a:lnTo>
                      <a:lnTo>
                        <a:pt x="2616" y="2583"/>
                      </a:lnTo>
                      <a:cubicBezTo>
                        <a:pt x="2773" y="2394"/>
                        <a:pt x="2931" y="2237"/>
                        <a:pt x="3088" y="2111"/>
                      </a:cubicBezTo>
                      <a:lnTo>
                        <a:pt x="1891" y="882"/>
                      </a:lnTo>
                      <a:lnTo>
                        <a:pt x="189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3979" name="Google Shape;3979;p50"/>
              <p:cNvCxnSpPr>
                <a:stCxn id="3980" idx="2"/>
                <a:endCxn id="3970" idx="3"/>
              </p:cNvCxnSpPr>
              <p:nvPr/>
            </p:nvCxnSpPr>
            <p:spPr>
              <a:xfrm>
                <a:off x="6851470" y="2691127"/>
                <a:ext cx="0" cy="1098600"/>
              </a:xfrm>
              <a:prstGeom prst="straightConnector1">
                <a:avLst/>
              </a:prstGeom>
              <a:noFill/>
              <a:ln cap="flat" cmpd="sng" w="19050">
                <a:solidFill>
                  <a:schemeClr val="accent1"/>
                </a:solidFill>
                <a:prstDash val="dash"/>
                <a:round/>
                <a:headEnd len="med" w="med" type="oval"/>
                <a:tailEnd len="med" w="med" type="none"/>
              </a:ln>
            </p:spPr>
          </p:cxnSp>
          <p:sp>
            <p:nvSpPr>
              <p:cNvPr id="3980" name="Google Shape;3980;p50"/>
              <p:cNvSpPr txBox="1"/>
              <p:nvPr/>
            </p:nvSpPr>
            <p:spPr>
              <a:xfrm>
                <a:off x="6286420" y="2049427"/>
                <a:ext cx="1130100" cy="6417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900">
                    <a:solidFill>
                      <a:schemeClr val="lt1"/>
                    </a:solidFill>
                    <a:latin typeface="Inter"/>
                    <a:ea typeface="Inter"/>
                    <a:cs typeface="Inter"/>
                    <a:sym typeface="Inter"/>
                  </a:rPr>
                  <a:t>Despite being red, Mars is actually a very cold place</a:t>
                </a:r>
                <a:endParaRPr sz="900">
                  <a:solidFill>
                    <a:schemeClr val="lt1"/>
                  </a:solidFill>
                  <a:latin typeface="Inter"/>
                  <a:ea typeface="Inter"/>
                  <a:cs typeface="Inter"/>
                  <a:sym typeface="Inter"/>
                </a:endParaRPr>
              </a:p>
            </p:txBody>
          </p:sp>
          <p:sp>
            <p:nvSpPr>
              <p:cNvPr id="3981" name="Google Shape;3981;p50"/>
              <p:cNvSpPr/>
              <p:nvPr/>
            </p:nvSpPr>
            <p:spPr>
              <a:xfrm>
                <a:off x="6440619" y="2873177"/>
                <a:ext cx="821700" cy="286500"/>
              </a:xfrm>
              <a:prstGeom prst="chevron">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chemeClr val="dk1"/>
                    </a:solidFill>
                    <a:latin typeface="Inter"/>
                    <a:ea typeface="Inter"/>
                    <a:cs typeface="Inter"/>
                    <a:sym typeface="Inter"/>
                  </a:rPr>
                  <a:t>2xxx</a:t>
                </a:r>
                <a:endParaRPr b="1" sz="1000">
                  <a:solidFill>
                    <a:schemeClr val="dk1"/>
                  </a:solidFill>
                  <a:latin typeface="Inter"/>
                  <a:ea typeface="Inter"/>
                  <a:cs typeface="Inter"/>
                  <a:sym typeface="Inter"/>
                </a:endParaRPr>
              </a:p>
            </p:txBody>
          </p:sp>
        </p:grpSp>
        <p:grpSp>
          <p:nvGrpSpPr>
            <p:cNvPr id="3982" name="Google Shape;3982;p50"/>
            <p:cNvGrpSpPr/>
            <p:nvPr/>
          </p:nvGrpSpPr>
          <p:grpSpPr>
            <a:xfrm>
              <a:off x="7072175" y="1875307"/>
              <a:ext cx="1130100" cy="2106593"/>
              <a:chOff x="7072175" y="1875307"/>
              <a:chExt cx="1130100" cy="2106593"/>
            </a:xfrm>
          </p:grpSpPr>
          <p:sp>
            <p:nvSpPr>
              <p:cNvPr id="3983" name="Google Shape;3983;p50"/>
              <p:cNvSpPr/>
              <p:nvPr/>
            </p:nvSpPr>
            <p:spPr>
              <a:xfrm rot="5400000">
                <a:off x="7456475" y="1899607"/>
                <a:ext cx="361500" cy="312900"/>
              </a:xfrm>
              <a:prstGeom prst="hexagon">
                <a:avLst>
                  <a:gd fmla="val 25000" name="adj"/>
                  <a:gd fmla="val 115470" name="vf"/>
                </a:avLst>
              </a:prstGeom>
              <a:solidFill>
                <a:schemeClr val="l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nvGrpSpPr>
              <p:cNvPr id="3984" name="Google Shape;3984;p50"/>
              <p:cNvGrpSpPr/>
              <p:nvPr/>
            </p:nvGrpSpPr>
            <p:grpSpPr>
              <a:xfrm>
                <a:off x="7536614" y="1955104"/>
                <a:ext cx="201221" cy="201905"/>
                <a:chOff x="4991425" y="3234750"/>
                <a:chExt cx="296175" cy="297225"/>
              </a:xfrm>
            </p:grpSpPr>
            <p:sp>
              <p:nvSpPr>
                <p:cNvPr id="3985" name="Google Shape;3985;p50"/>
                <p:cNvSpPr/>
                <p:nvPr/>
              </p:nvSpPr>
              <p:spPr>
                <a:xfrm>
                  <a:off x="5077275" y="3304450"/>
                  <a:ext cx="122100" cy="99275"/>
                </a:xfrm>
                <a:custGeom>
                  <a:rect b="b" l="l" r="r" t="t"/>
                  <a:pathLst>
                    <a:path extrusionOk="0" h="3971" w="4884">
                      <a:moveTo>
                        <a:pt x="2426" y="1"/>
                      </a:moveTo>
                      <a:cubicBezTo>
                        <a:pt x="1103" y="1"/>
                        <a:pt x="0" y="1104"/>
                        <a:pt x="0" y="2427"/>
                      </a:cubicBezTo>
                      <a:cubicBezTo>
                        <a:pt x="0" y="3025"/>
                        <a:pt x="190" y="3530"/>
                        <a:pt x="536" y="3971"/>
                      </a:cubicBezTo>
                      <a:cubicBezTo>
                        <a:pt x="820" y="3624"/>
                        <a:pt x="1103" y="3309"/>
                        <a:pt x="1481" y="3057"/>
                      </a:cubicBezTo>
                      <a:cubicBezTo>
                        <a:pt x="1261" y="2805"/>
                        <a:pt x="1103" y="2458"/>
                        <a:pt x="1103" y="2112"/>
                      </a:cubicBezTo>
                      <a:cubicBezTo>
                        <a:pt x="1103" y="1356"/>
                        <a:pt x="1733" y="726"/>
                        <a:pt x="2489" y="726"/>
                      </a:cubicBezTo>
                      <a:cubicBezTo>
                        <a:pt x="3214" y="726"/>
                        <a:pt x="3844" y="1356"/>
                        <a:pt x="3844" y="2112"/>
                      </a:cubicBezTo>
                      <a:cubicBezTo>
                        <a:pt x="3844" y="2458"/>
                        <a:pt x="3687" y="2805"/>
                        <a:pt x="3466" y="3057"/>
                      </a:cubicBezTo>
                      <a:cubicBezTo>
                        <a:pt x="3844" y="3246"/>
                        <a:pt x="4128" y="3561"/>
                        <a:pt x="4317" y="3971"/>
                      </a:cubicBezTo>
                      <a:cubicBezTo>
                        <a:pt x="4695" y="3530"/>
                        <a:pt x="4884" y="3025"/>
                        <a:pt x="4884" y="2427"/>
                      </a:cubicBezTo>
                      <a:cubicBezTo>
                        <a:pt x="4884" y="1104"/>
                        <a:pt x="3781" y="1"/>
                        <a:pt x="242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6" name="Google Shape;3986;p50"/>
                <p:cNvSpPr/>
                <p:nvPr/>
              </p:nvSpPr>
              <p:spPr>
                <a:xfrm>
                  <a:off x="5121375" y="3339900"/>
                  <a:ext cx="35475" cy="35475"/>
                </a:xfrm>
                <a:custGeom>
                  <a:rect b="b" l="l" r="r" t="t"/>
                  <a:pathLst>
                    <a:path extrusionOk="0" h="1419" w="1419">
                      <a:moveTo>
                        <a:pt x="725" y="1"/>
                      </a:moveTo>
                      <a:cubicBezTo>
                        <a:pt x="316" y="1"/>
                        <a:pt x="1" y="316"/>
                        <a:pt x="1" y="694"/>
                      </a:cubicBezTo>
                      <a:cubicBezTo>
                        <a:pt x="1" y="1103"/>
                        <a:pt x="316" y="1418"/>
                        <a:pt x="725" y="1418"/>
                      </a:cubicBezTo>
                      <a:cubicBezTo>
                        <a:pt x="1103" y="1418"/>
                        <a:pt x="1418" y="1103"/>
                        <a:pt x="1418" y="694"/>
                      </a:cubicBezTo>
                      <a:cubicBezTo>
                        <a:pt x="1418" y="316"/>
                        <a:pt x="1103" y="1"/>
                        <a:pt x="7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7" name="Google Shape;3987;p50"/>
                <p:cNvSpPr/>
                <p:nvPr/>
              </p:nvSpPr>
              <p:spPr>
                <a:xfrm>
                  <a:off x="5009550" y="3234750"/>
                  <a:ext cx="259150" cy="261125"/>
                </a:xfrm>
                <a:custGeom>
                  <a:rect b="b" l="l" r="r" t="t"/>
                  <a:pathLst>
                    <a:path extrusionOk="0" h="10445" w="10366">
                      <a:moveTo>
                        <a:pt x="5198" y="2159"/>
                      </a:moveTo>
                      <a:cubicBezTo>
                        <a:pt x="6931" y="2159"/>
                        <a:pt x="8286" y="3514"/>
                        <a:pt x="8286" y="5246"/>
                      </a:cubicBezTo>
                      <a:cubicBezTo>
                        <a:pt x="8286" y="6916"/>
                        <a:pt x="6931" y="8365"/>
                        <a:pt x="5198" y="8365"/>
                      </a:cubicBezTo>
                      <a:cubicBezTo>
                        <a:pt x="3340" y="8365"/>
                        <a:pt x="2079" y="6822"/>
                        <a:pt x="2079" y="5246"/>
                      </a:cubicBezTo>
                      <a:cubicBezTo>
                        <a:pt x="2079" y="3514"/>
                        <a:pt x="3497" y="2159"/>
                        <a:pt x="5198" y="2159"/>
                      </a:cubicBezTo>
                      <a:close/>
                      <a:moveTo>
                        <a:pt x="5167" y="1"/>
                      </a:moveTo>
                      <a:cubicBezTo>
                        <a:pt x="5088" y="1"/>
                        <a:pt x="5009" y="17"/>
                        <a:pt x="4946" y="48"/>
                      </a:cubicBezTo>
                      <a:lnTo>
                        <a:pt x="4001" y="836"/>
                      </a:lnTo>
                      <a:lnTo>
                        <a:pt x="2773" y="678"/>
                      </a:lnTo>
                      <a:cubicBezTo>
                        <a:pt x="2756" y="675"/>
                        <a:pt x="2739" y="673"/>
                        <a:pt x="2723" y="673"/>
                      </a:cubicBezTo>
                      <a:cubicBezTo>
                        <a:pt x="2583" y="673"/>
                        <a:pt x="2454" y="786"/>
                        <a:pt x="2426" y="899"/>
                      </a:cubicBezTo>
                      <a:lnTo>
                        <a:pt x="1953" y="2033"/>
                      </a:lnTo>
                      <a:lnTo>
                        <a:pt x="819" y="2505"/>
                      </a:lnTo>
                      <a:cubicBezTo>
                        <a:pt x="662" y="2568"/>
                        <a:pt x="567" y="2694"/>
                        <a:pt x="630" y="2852"/>
                      </a:cubicBezTo>
                      <a:lnTo>
                        <a:pt x="788" y="4081"/>
                      </a:lnTo>
                      <a:lnTo>
                        <a:pt x="32" y="5026"/>
                      </a:lnTo>
                      <a:cubicBezTo>
                        <a:pt x="0" y="5183"/>
                        <a:pt x="0" y="5341"/>
                        <a:pt x="63" y="5467"/>
                      </a:cubicBezTo>
                      <a:lnTo>
                        <a:pt x="819" y="6381"/>
                      </a:lnTo>
                      <a:lnTo>
                        <a:pt x="662" y="7609"/>
                      </a:lnTo>
                      <a:cubicBezTo>
                        <a:pt x="630" y="7767"/>
                        <a:pt x="725" y="7924"/>
                        <a:pt x="851" y="7956"/>
                      </a:cubicBezTo>
                      <a:lnTo>
                        <a:pt x="1985" y="8428"/>
                      </a:lnTo>
                      <a:lnTo>
                        <a:pt x="2457" y="9594"/>
                      </a:lnTo>
                      <a:cubicBezTo>
                        <a:pt x="2536" y="9725"/>
                        <a:pt x="2637" y="9791"/>
                        <a:pt x="2741" y="9791"/>
                      </a:cubicBezTo>
                      <a:cubicBezTo>
                        <a:pt x="2762" y="9791"/>
                        <a:pt x="2783" y="9788"/>
                        <a:pt x="2804" y="9783"/>
                      </a:cubicBezTo>
                      <a:lnTo>
                        <a:pt x="4033" y="9626"/>
                      </a:lnTo>
                      <a:lnTo>
                        <a:pt x="4978" y="10382"/>
                      </a:lnTo>
                      <a:cubicBezTo>
                        <a:pt x="5072" y="10413"/>
                        <a:pt x="5104" y="10445"/>
                        <a:pt x="5167" y="10445"/>
                      </a:cubicBezTo>
                      <a:cubicBezTo>
                        <a:pt x="5261" y="10445"/>
                        <a:pt x="5324" y="10413"/>
                        <a:pt x="5387" y="10382"/>
                      </a:cubicBezTo>
                      <a:lnTo>
                        <a:pt x="6333" y="9626"/>
                      </a:lnTo>
                      <a:lnTo>
                        <a:pt x="7530" y="9783"/>
                      </a:lnTo>
                      <a:cubicBezTo>
                        <a:pt x="7687" y="9783"/>
                        <a:pt x="7876" y="9689"/>
                        <a:pt x="7908" y="9594"/>
                      </a:cubicBezTo>
                      <a:lnTo>
                        <a:pt x="8380" y="8428"/>
                      </a:lnTo>
                      <a:lnTo>
                        <a:pt x="9515" y="7956"/>
                      </a:lnTo>
                      <a:cubicBezTo>
                        <a:pt x="9672" y="7893"/>
                        <a:pt x="9735" y="7767"/>
                        <a:pt x="9704" y="7609"/>
                      </a:cubicBezTo>
                      <a:lnTo>
                        <a:pt x="9546" y="6381"/>
                      </a:lnTo>
                      <a:lnTo>
                        <a:pt x="10302" y="5467"/>
                      </a:lnTo>
                      <a:cubicBezTo>
                        <a:pt x="10365" y="5341"/>
                        <a:pt x="10365" y="5120"/>
                        <a:pt x="10302" y="5026"/>
                      </a:cubicBezTo>
                      <a:lnTo>
                        <a:pt x="9546" y="4081"/>
                      </a:lnTo>
                      <a:lnTo>
                        <a:pt x="9704" y="2852"/>
                      </a:lnTo>
                      <a:cubicBezTo>
                        <a:pt x="9735" y="2694"/>
                        <a:pt x="9641" y="2537"/>
                        <a:pt x="9515" y="2505"/>
                      </a:cubicBezTo>
                      <a:lnTo>
                        <a:pt x="8380" y="2033"/>
                      </a:lnTo>
                      <a:lnTo>
                        <a:pt x="7908" y="899"/>
                      </a:lnTo>
                      <a:cubicBezTo>
                        <a:pt x="7826" y="762"/>
                        <a:pt x="7719" y="672"/>
                        <a:pt x="7589" y="672"/>
                      </a:cubicBezTo>
                      <a:cubicBezTo>
                        <a:pt x="7570" y="672"/>
                        <a:pt x="7550" y="674"/>
                        <a:pt x="7530" y="678"/>
                      </a:cubicBezTo>
                      <a:lnTo>
                        <a:pt x="6333" y="836"/>
                      </a:lnTo>
                      <a:lnTo>
                        <a:pt x="5387" y="48"/>
                      </a:lnTo>
                      <a:cubicBezTo>
                        <a:pt x="5324" y="17"/>
                        <a:pt x="5246" y="1"/>
                        <a:pt x="51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8" name="Google Shape;3988;p50"/>
                <p:cNvSpPr/>
                <p:nvPr/>
              </p:nvSpPr>
              <p:spPr>
                <a:xfrm>
                  <a:off x="5105625" y="3391900"/>
                  <a:ext cx="66975" cy="34675"/>
                </a:xfrm>
                <a:custGeom>
                  <a:rect b="b" l="l" r="r" t="t"/>
                  <a:pathLst>
                    <a:path extrusionOk="0" h="1387" w="2679">
                      <a:moveTo>
                        <a:pt x="1355" y="0"/>
                      </a:moveTo>
                      <a:cubicBezTo>
                        <a:pt x="725" y="0"/>
                        <a:pt x="190" y="441"/>
                        <a:pt x="1" y="977"/>
                      </a:cubicBezTo>
                      <a:cubicBezTo>
                        <a:pt x="410" y="1229"/>
                        <a:pt x="820" y="1386"/>
                        <a:pt x="1355" y="1386"/>
                      </a:cubicBezTo>
                      <a:cubicBezTo>
                        <a:pt x="1859" y="1386"/>
                        <a:pt x="2301" y="1229"/>
                        <a:pt x="2679" y="977"/>
                      </a:cubicBezTo>
                      <a:cubicBezTo>
                        <a:pt x="2521" y="410"/>
                        <a:pt x="1985" y="0"/>
                        <a:pt x="135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9" name="Google Shape;3989;p50"/>
                <p:cNvSpPr/>
                <p:nvPr/>
              </p:nvSpPr>
              <p:spPr>
                <a:xfrm>
                  <a:off x="5192275" y="3443075"/>
                  <a:ext cx="95325" cy="86975"/>
                </a:xfrm>
                <a:custGeom>
                  <a:rect b="b" l="l" r="r" t="t"/>
                  <a:pathLst>
                    <a:path extrusionOk="0" h="3479" w="3813">
                      <a:moveTo>
                        <a:pt x="2867" y="1"/>
                      </a:moveTo>
                      <a:cubicBezTo>
                        <a:pt x="2741" y="127"/>
                        <a:pt x="2647" y="221"/>
                        <a:pt x="2489" y="284"/>
                      </a:cubicBezTo>
                      <a:lnTo>
                        <a:pt x="1607" y="631"/>
                      </a:lnTo>
                      <a:lnTo>
                        <a:pt x="1260" y="1482"/>
                      </a:lnTo>
                      <a:cubicBezTo>
                        <a:pt x="1103" y="1891"/>
                        <a:pt x="693" y="2112"/>
                        <a:pt x="284" y="2112"/>
                      </a:cubicBezTo>
                      <a:lnTo>
                        <a:pt x="158" y="2112"/>
                      </a:lnTo>
                      <a:lnTo>
                        <a:pt x="0" y="2080"/>
                      </a:lnTo>
                      <a:lnTo>
                        <a:pt x="1166" y="3372"/>
                      </a:lnTo>
                      <a:cubicBezTo>
                        <a:pt x="1237" y="3443"/>
                        <a:pt x="1343" y="3478"/>
                        <a:pt x="1445" y="3478"/>
                      </a:cubicBezTo>
                      <a:cubicBezTo>
                        <a:pt x="1479" y="3478"/>
                        <a:pt x="1512" y="3474"/>
                        <a:pt x="1544" y="3466"/>
                      </a:cubicBezTo>
                      <a:cubicBezTo>
                        <a:pt x="1638" y="3403"/>
                        <a:pt x="1764" y="3340"/>
                        <a:pt x="1764" y="3183"/>
                      </a:cubicBezTo>
                      <a:lnTo>
                        <a:pt x="2080" y="1639"/>
                      </a:lnTo>
                      <a:lnTo>
                        <a:pt x="3497" y="1324"/>
                      </a:lnTo>
                      <a:cubicBezTo>
                        <a:pt x="3532" y="1338"/>
                        <a:pt x="3563" y="1344"/>
                        <a:pt x="3592" y="1344"/>
                      </a:cubicBezTo>
                      <a:cubicBezTo>
                        <a:pt x="3693" y="1344"/>
                        <a:pt x="3756" y="1265"/>
                        <a:pt x="3781" y="1167"/>
                      </a:cubicBezTo>
                      <a:cubicBezTo>
                        <a:pt x="3812" y="1072"/>
                        <a:pt x="3781" y="946"/>
                        <a:pt x="3686" y="820"/>
                      </a:cubicBezTo>
                      <a:lnTo>
                        <a:pt x="28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0" name="Google Shape;3990;p50"/>
                <p:cNvSpPr/>
                <p:nvPr/>
              </p:nvSpPr>
              <p:spPr>
                <a:xfrm>
                  <a:off x="4991425" y="3444650"/>
                  <a:ext cx="95325" cy="87325"/>
                </a:xfrm>
                <a:custGeom>
                  <a:rect b="b" l="l" r="r" t="t"/>
                  <a:pathLst>
                    <a:path extrusionOk="0" h="3493" w="3813">
                      <a:moveTo>
                        <a:pt x="946" y="1"/>
                      </a:moveTo>
                      <a:lnTo>
                        <a:pt x="126" y="851"/>
                      </a:lnTo>
                      <a:cubicBezTo>
                        <a:pt x="0" y="851"/>
                        <a:pt x="0" y="1009"/>
                        <a:pt x="32" y="1104"/>
                      </a:cubicBezTo>
                      <a:cubicBezTo>
                        <a:pt x="95" y="1230"/>
                        <a:pt x="158" y="1324"/>
                        <a:pt x="315" y="1356"/>
                      </a:cubicBezTo>
                      <a:lnTo>
                        <a:pt x="1733" y="1671"/>
                      </a:lnTo>
                      <a:lnTo>
                        <a:pt x="2048" y="3214"/>
                      </a:lnTo>
                      <a:cubicBezTo>
                        <a:pt x="2080" y="3309"/>
                        <a:pt x="2174" y="3435"/>
                        <a:pt x="2300" y="3466"/>
                      </a:cubicBezTo>
                      <a:cubicBezTo>
                        <a:pt x="2328" y="3485"/>
                        <a:pt x="2361" y="3492"/>
                        <a:pt x="2396" y="3492"/>
                      </a:cubicBezTo>
                      <a:cubicBezTo>
                        <a:pt x="2482" y="3492"/>
                        <a:pt x="2580" y="3448"/>
                        <a:pt x="2647" y="3403"/>
                      </a:cubicBezTo>
                      <a:lnTo>
                        <a:pt x="3813" y="2112"/>
                      </a:lnTo>
                      <a:lnTo>
                        <a:pt x="3813" y="2112"/>
                      </a:lnTo>
                      <a:lnTo>
                        <a:pt x="3624" y="2143"/>
                      </a:lnTo>
                      <a:lnTo>
                        <a:pt x="3561" y="2143"/>
                      </a:lnTo>
                      <a:cubicBezTo>
                        <a:pt x="3119" y="2143"/>
                        <a:pt x="2773" y="1891"/>
                        <a:pt x="2552" y="1513"/>
                      </a:cubicBezTo>
                      <a:lnTo>
                        <a:pt x="2206" y="631"/>
                      </a:lnTo>
                      <a:lnTo>
                        <a:pt x="1355" y="284"/>
                      </a:lnTo>
                      <a:cubicBezTo>
                        <a:pt x="1198" y="221"/>
                        <a:pt x="1072" y="127"/>
                        <a:pt x="94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3991" name="Google Shape;3991;p50"/>
              <p:cNvCxnSpPr>
                <a:stCxn id="3992" idx="0"/>
                <a:endCxn id="3983" idx="0"/>
              </p:cNvCxnSpPr>
              <p:nvPr/>
            </p:nvCxnSpPr>
            <p:spPr>
              <a:xfrm rot="10800000">
                <a:off x="7637225" y="2236800"/>
                <a:ext cx="0" cy="1103400"/>
              </a:xfrm>
              <a:prstGeom prst="straightConnector1">
                <a:avLst/>
              </a:prstGeom>
              <a:noFill/>
              <a:ln cap="flat" cmpd="sng" w="19050">
                <a:solidFill>
                  <a:schemeClr val="lt1"/>
                </a:solidFill>
                <a:prstDash val="dash"/>
                <a:round/>
                <a:headEnd len="med" w="med" type="oval"/>
                <a:tailEnd len="med" w="med" type="none"/>
              </a:ln>
            </p:spPr>
          </p:cxnSp>
          <p:sp>
            <p:nvSpPr>
              <p:cNvPr id="3992" name="Google Shape;3992;p50"/>
              <p:cNvSpPr txBox="1"/>
              <p:nvPr/>
            </p:nvSpPr>
            <p:spPr>
              <a:xfrm>
                <a:off x="7072175" y="3340200"/>
                <a:ext cx="1130100" cy="641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00">
                    <a:solidFill>
                      <a:schemeClr val="lt1"/>
                    </a:solidFill>
                    <a:latin typeface="Inter"/>
                    <a:ea typeface="Inter"/>
                    <a:cs typeface="Inter"/>
                    <a:sym typeface="Inter"/>
                  </a:rPr>
                  <a:t>Saturn is a gas giant and has several and beautiful rings</a:t>
                </a:r>
                <a:endParaRPr sz="900">
                  <a:solidFill>
                    <a:schemeClr val="lt1"/>
                  </a:solidFill>
                  <a:latin typeface="Inter"/>
                  <a:ea typeface="Inter"/>
                  <a:cs typeface="Inter"/>
                  <a:sym typeface="Inter"/>
                </a:endParaRPr>
              </a:p>
            </p:txBody>
          </p:sp>
          <p:sp>
            <p:nvSpPr>
              <p:cNvPr id="3993" name="Google Shape;3993;p50"/>
              <p:cNvSpPr/>
              <p:nvPr/>
            </p:nvSpPr>
            <p:spPr>
              <a:xfrm>
                <a:off x="7226375" y="2873177"/>
                <a:ext cx="821700" cy="286500"/>
              </a:xfrm>
              <a:prstGeom prst="chevron">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chemeClr val="dk1"/>
                    </a:solidFill>
                    <a:latin typeface="Inter"/>
                    <a:ea typeface="Inter"/>
                    <a:cs typeface="Inter"/>
                    <a:sym typeface="Inter"/>
                  </a:rPr>
                  <a:t>2xxx</a:t>
                </a:r>
                <a:endParaRPr b="1" sz="1000">
                  <a:solidFill>
                    <a:schemeClr val="dk1"/>
                  </a:solidFill>
                  <a:latin typeface="Inter"/>
                  <a:ea typeface="Inter"/>
                  <a:cs typeface="Inter"/>
                  <a:sym typeface="Inter"/>
                </a:endParaRPr>
              </a:p>
            </p:txBody>
          </p:sp>
        </p:grpSp>
      </p:grpSp>
      <p:grpSp>
        <p:nvGrpSpPr>
          <p:cNvPr id="3994" name="Google Shape;3994;p50"/>
          <p:cNvGrpSpPr/>
          <p:nvPr/>
        </p:nvGrpSpPr>
        <p:grpSpPr>
          <a:xfrm>
            <a:off x="8430787" y="228418"/>
            <a:ext cx="346490" cy="311075"/>
            <a:chOff x="5655285" y="1922218"/>
            <a:chExt cx="2946347" cy="2645192"/>
          </a:xfrm>
        </p:grpSpPr>
        <p:sp>
          <p:nvSpPr>
            <p:cNvPr id="3995" name="Google Shape;3995;p50"/>
            <p:cNvSpPr/>
            <p:nvPr/>
          </p:nvSpPr>
          <p:spPr>
            <a:xfrm>
              <a:off x="5944020" y="4048928"/>
              <a:ext cx="2362667" cy="518482"/>
            </a:xfrm>
            <a:custGeom>
              <a:rect b="b" l="l" r="r" t="t"/>
              <a:pathLst>
                <a:path extrusionOk="0" h="518482" w="2362667">
                  <a:moveTo>
                    <a:pt x="0" y="0"/>
                  </a:moveTo>
                  <a:lnTo>
                    <a:pt x="2362667" y="0"/>
                  </a:lnTo>
                  <a:lnTo>
                    <a:pt x="2362667" y="518483"/>
                  </a:lnTo>
                  <a:lnTo>
                    <a:pt x="0" y="518483"/>
                  </a:lnTo>
                  <a:lnTo>
                    <a:pt x="0" y="0"/>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96" name="Google Shape;3996;p50"/>
            <p:cNvSpPr/>
            <p:nvPr/>
          </p:nvSpPr>
          <p:spPr>
            <a:xfrm>
              <a:off x="5928497" y="1922218"/>
              <a:ext cx="2412342" cy="1716891"/>
            </a:xfrm>
            <a:custGeom>
              <a:rect b="b" l="l" r="r" t="t"/>
              <a:pathLst>
                <a:path extrusionOk="0" h="1716891" w="2412342">
                  <a:moveTo>
                    <a:pt x="0" y="1716892"/>
                  </a:moveTo>
                  <a:lnTo>
                    <a:pt x="1195305" y="0"/>
                  </a:lnTo>
                  <a:lnTo>
                    <a:pt x="2412342" y="1716892"/>
                  </a:lnTo>
                  <a:lnTo>
                    <a:pt x="0" y="1716892"/>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97" name="Google Shape;3997;p50"/>
            <p:cNvSpPr/>
            <p:nvPr/>
          </p:nvSpPr>
          <p:spPr>
            <a:xfrm>
              <a:off x="6235861" y="2397235"/>
              <a:ext cx="2365771" cy="1518191"/>
            </a:xfrm>
            <a:custGeom>
              <a:rect b="b" l="l" r="r" t="t"/>
              <a:pathLst>
                <a:path extrusionOk="0" h="1518191" w="2365771">
                  <a:moveTo>
                    <a:pt x="2086350" y="1518192"/>
                  </a:moveTo>
                  <a:lnTo>
                    <a:pt x="2365772" y="0"/>
                  </a:lnTo>
                  <a:lnTo>
                    <a:pt x="0" y="1518192"/>
                  </a:lnTo>
                  <a:lnTo>
                    <a:pt x="2086350" y="1518192"/>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98" name="Google Shape;3998;p50"/>
            <p:cNvSpPr/>
            <p:nvPr/>
          </p:nvSpPr>
          <p:spPr>
            <a:xfrm>
              <a:off x="5655285" y="2394130"/>
              <a:ext cx="2207432" cy="1521296"/>
            </a:xfrm>
            <a:custGeom>
              <a:rect b="b" l="l" r="r" t="t"/>
              <a:pathLst>
                <a:path extrusionOk="0" h="1521296" w="2207432">
                  <a:moveTo>
                    <a:pt x="270108" y="1521297"/>
                  </a:moveTo>
                  <a:lnTo>
                    <a:pt x="0" y="0"/>
                  </a:lnTo>
                  <a:lnTo>
                    <a:pt x="2207433" y="1521297"/>
                  </a:lnTo>
                  <a:lnTo>
                    <a:pt x="270108" y="1521297"/>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2" name="Shape 4002"/>
        <p:cNvGrpSpPr/>
        <p:nvPr/>
      </p:nvGrpSpPr>
      <p:grpSpPr>
        <a:xfrm>
          <a:off x="0" y="0"/>
          <a:ext cx="0" cy="0"/>
          <a:chOff x="0" y="0"/>
          <a:chExt cx="0" cy="0"/>
        </a:xfrm>
      </p:grpSpPr>
      <p:sp>
        <p:nvSpPr>
          <p:cNvPr id="4003" name="Google Shape;4003;p51"/>
          <p:cNvSpPr txBox="1"/>
          <p:nvPr>
            <p:ph type="title"/>
          </p:nvPr>
        </p:nvSpPr>
        <p:spPr>
          <a:xfrm>
            <a:off x="713225" y="539500"/>
            <a:ext cx="7717500" cy="48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rPr>
              <a:t>Premium infographics</a:t>
            </a:r>
            <a:endParaRPr/>
          </a:p>
        </p:txBody>
      </p:sp>
      <p:grpSp>
        <p:nvGrpSpPr>
          <p:cNvPr id="4004" name="Google Shape;4004;p51"/>
          <p:cNvGrpSpPr/>
          <p:nvPr/>
        </p:nvGrpSpPr>
        <p:grpSpPr>
          <a:xfrm>
            <a:off x="1146092" y="1531516"/>
            <a:ext cx="1561770" cy="2483827"/>
            <a:chOff x="1089485" y="1531516"/>
            <a:chExt cx="1561770" cy="2483827"/>
          </a:xfrm>
        </p:grpSpPr>
        <p:grpSp>
          <p:nvGrpSpPr>
            <p:cNvPr id="4005" name="Google Shape;4005;p51"/>
            <p:cNvGrpSpPr/>
            <p:nvPr/>
          </p:nvGrpSpPr>
          <p:grpSpPr>
            <a:xfrm>
              <a:off x="1089485" y="2688542"/>
              <a:ext cx="1561770" cy="1326801"/>
              <a:chOff x="1196320" y="2572331"/>
              <a:chExt cx="1332000" cy="1131600"/>
            </a:xfrm>
          </p:grpSpPr>
          <p:sp>
            <p:nvSpPr>
              <p:cNvPr id="4006" name="Google Shape;4006;p51"/>
              <p:cNvSpPr/>
              <p:nvPr/>
            </p:nvSpPr>
            <p:spPr>
              <a:xfrm>
                <a:off x="1196320" y="2572331"/>
                <a:ext cx="1332000" cy="11316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7" name="Google Shape;4007;p51"/>
              <p:cNvSpPr txBox="1"/>
              <p:nvPr/>
            </p:nvSpPr>
            <p:spPr>
              <a:xfrm>
                <a:off x="1283615" y="2971399"/>
                <a:ext cx="1157700" cy="45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800">
                    <a:solidFill>
                      <a:schemeClr val="dk1"/>
                    </a:solidFill>
                    <a:latin typeface="Inter"/>
                    <a:ea typeface="Inter"/>
                    <a:cs typeface="Inter"/>
                    <a:sym typeface="Inter"/>
                  </a:rPr>
                  <a:t>Mercury is the closest planet to the Sun and the smallest of them all </a:t>
                </a:r>
                <a:endParaRPr sz="800">
                  <a:solidFill>
                    <a:schemeClr val="dk1"/>
                  </a:solidFill>
                  <a:latin typeface="Inter"/>
                  <a:ea typeface="Inter"/>
                  <a:cs typeface="Inter"/>
                  <a:sym typeface="Inter"/>
                </a:endParaRPr>
              </a:p>
            </p:txBody>
          </p:sp>
          <p:sp>
            <p:nvSpPr>
              <p:cNvPr id="4008" name="Google Shape;4008;p51"/>
              <p:cNvSpPr txBox="1"/>
              <p:nvPr/>
            </p:nvSpPr>
            <p:spPr>
              <a:xfrm>
                <a:off x="1283625" y="2849213"/>
                <a:ext cx="1157700" cy="2208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en" sz="1000">
                    <a:solidFill>
                      <a:schemeClr val="dk1"/>
                    </a:solidFill>
                    <a:latin typeface="Inter"/>
                    <a:ea typeface="Inter"/>
                    <a:cs typeface="Inter"/>
                    <a:sym typeface="Inter"/>
                  </a:rPr>
                  <a:t>Mercury</a:t>
                </a:r>
                <a:endParaRPr b="1" sz="1000">
                  <a:solidFill>
                    <a:schemeClr val="dk1"/>
                  </a:solidFill>
                  <a:latin typeface="Inter"/>
                  <a:ea typeface="Inter"/>
                  <a:cs typeface="Inter"/>
                  <a:sym typeface="Inter"/>
                </a:endParaRPr>
              </a:p>
            </p:txBody>
          </p:sp>
        </p:grpSp>
        <p:cxnSp>
          <p:nvCxnSpPr>
            <p:cNvPr id="4009" name="Google Shape;4009;p51"/>
            <p:cNvCxnSpPr/>
            <p:nvPr/>
          </p:nvCxnSpPr>
          <p:spPr>
            <a:xfrm>
              <a:off x="1870464" y="2429547"/>
              <a:ext cx="0" cy="258900"/>
            </a:xfrm>
            <a:prstGeom prst="straightConnector1">
              <a:avLst/>
            </a:prstGeom>
            <a:noFill/>
            <a:ln cap="flat" cmpd="sng" w="9525">
              <a:solidFill>
                <a:srgbClr val="D7DFE5"/>
              </a:solidFill>
              <a:prstDash val="solid"/>
              <a:round/>
              <a:headEnd len="med" w="med" type="none"/>
              <a:tailEnd len="med" w="med" type="none"/>
            </a:ln>
          </p:spPr>
        </p:cxnSp>
        <p:grpSp>
          <p:nvGrpSpPr>
            <p:cNvPr id="4010" name="Google Shape;4010;p51"/>
            <p:cNvGrpSpPr/>
            <p:nvPr/>
          </p:nvGrpSpPr>
          <p:grpSpPr>
            <a:xfrm>
              <a:off x="1423139" y="1531516"/>
              <a:ext cx="894888" cy="894888"/>
              <a:chOff x="4049800" y="640400"/>
              <a:chExt cx="858900" cy="858900"/>
            </a:xfrm>
          </p:grpSpPr>
          <p:sp>
            <p:nvSpPr>
              <p:cNvPr id="4011" name="Google Shape;4011;p51"/>
              <p:cNvSpPr/>
              <p:nvPr/>
            </p:nvSpPr>
            <p:spPr>
              <a:xfrm>
                <a:off x="4049800" y="640400"/>
                <a:ext cx="858900" cy="858900"/>
              </a:xfrm>
              <a:prstGeom prst="donut">
                <a:avLst>
                  <a:gd fmla="val 11951" name="adj"/>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2" name="Google Shape;4012;p51"/>
              <p:cNvSpPr/>
              <p:nvPr/>
            </p:nvSpPr>
            <p:spPr>
              <a:xfrm>
                <a:off x="4049800" y="640400"/>
                <a:ext cx="858900" cy="858900"/>
              </a:xfrm>
              <a:prstGeom prst="blockArc">
                <a:avLst>
                  <a:gd fmla="val 16133799" name="adj1"/>
                  <a:gd fmla="val 10841788" name="adj2"/>
                  <a:gd fmla="val 11587" name="adj3"/>
                </a:avLst>
              </a:prstGeom>
              <a:solidFill>
                <a:schemeClr val="dk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lt1"/>
                    </a:solidFill>
                    <a:latin typeface="Inter"/>
                    <a:ea typeface="Inter"/>
                    <a:cs typeface="Inter"/>
                    <a:sym typeface="Inter"/>
                  </a:rPr>
                  <a:t>75%</a:t>
                </a:r>
                <a:endParaRPr b="1" sz="1200">
                  <a:solidFill>
                    <a:schemeClr val="lt1"/>
                  </a:solidFill>
                  <a:latin typeface="Inter"/>
                  <a:ea typeface="Inter"/>
                  <a:cs typeface="Inter"/>
                  <a:sym typeface="Inter"/>
                </a:endParaRPr>
              </a:p>
            </p:txBody>
          </p:sp>
        </p:grpSp>
        <p:cxnSp>
          <p:nvCxnSpPr>
            <p:cNvPr id="4013" name="Google Shape;4013;p51"/>
            <p:cNvCxnSpPr>
              <a:stCxn id="4011" idx="4"/>
            </p:cNvCxnSpPr>
            <p:nvPr/>
          </p:nvCxnSpPr>
          <p:spPr>
            <a:xfrm>
              <a:off x="1870583" y="2426404"/>
              <a:ext cx="0" cy="258900"/>
            </a:xfrm>
            <a:prstGeom prst="straightConnector1">
              <a:avLst/>
            </a:prstGeom>
            <a:noFill/>
            <a:ln cap="flat" cmpd="sng" w="19050">
              <a:solidFill>
                <a:schemeClr val="dk2"/>
              </a:solidFill>
              <a:prstDash val="solid"/>
              <a:round/>
              <a:headEnd len="med" w="med" type="none"/>
              <a:tailEnd len="med" w="med" type="none"/>
            </a:ln>
          </p:spPr>
        </p:cxnSp>
      </p:grpSp>
      <p:grpSp>
        <p:nvGrpSpPr>
          <p:cNvPr id="4014" name="Google Shape;4014;p51"/>
          <p:cNvGrpSpPr/>
          <p:nvPr/>
        </p:nvGrpSpPr>
        <p:grpSpPr>
          <a:xfrm>
            <a:off x="3248655" y="1729150"/>
            <a:ext cx="4749253" cy="2286200"/>
            <a:chOff x="3425572" y="1729150"/>
            <a:chExt cx="4749253" cy="2286200"/>
          </a:xfrm>
        </p:grpSpPr>
        <p:sp>
          <p:nvSpPr>
            <p:cNvPr id="4015" name="Google Shape;4015;p51"/>
            <p:cNvSpPr/>
            <p:nvPr/>
          </p:nvSpPr>
          <p:spPr>
            <a:xfrm>
              <a:off x="6535625" y="1729150"/>
              <a:ext cx="1639200" cy="702000"/>
            </a:xfrm>
            <a:prstGeom prst="roundRect">
              <a:avLst>
                <a:gd fmla="val 16667"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6" name="Google Shape;4016;p51"/>
            <p:cNvSpPr/>
            <p:nvPr/>
          </p:nvSpPr>
          <p:spPr>
            <a:xfrm>
              <a:off x="6535625" y="2521250"/>
              <a:ext cx="1639200" cy="702000"/>
            </a:xfrm>
            <a:prstGeom prst="roundRect">
              <a:avLst>
                <a:gd fmla="val 16667"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7" name="Google Shape;4017;p51"/>
            <p:cNvSpPr/>
            <p:nvPr/>
          </p:nvSpPr>
          <p:spPr>
            <a:xfrm>
              <a:off x="6535625" y="3313350"/>
              <a:ext cx="1639200" cy="702000"/>
            </a:xfrm>
            <a:prstGeom prst="roundRect">
              <a:avLst>
                <a:gd fmla="val 16667"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8" name="Google Shape;4018;p51"/>
            <p:cNvSpPr/>
            <p:nvPr/>
          </p:nvSpPr>
          <p:spPr>
            <a:xfrm>
              <a:off x="3425572" y="1978093"/>
              <a:ext cx="1788300" cy="1788300"/>
            </a:xfrm>
            <a:prstGeom prst="arc">
              <a:avLst>
                <a:gd fmla="val 16200000" name="adj1"/>
                <a:gd fmla="val 5298411" name="adj2"/>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19" name="Google Shape;4019;p51"/>
            <p:cNvGrpSpPr/>
            <p:nvPr/>
          </p:nvGrpSpPr>
          <p:grpSpPr>
            <a:xfrm flipH="1">
              <a:off x="6227104" y="1766832"/>
              <a:ext cx="626590" cy="626590"/>
              <a:chOff x="5681300" y="2527788"/>
              <a:chExt cx="805800" cy="805800"/>
            </a:xfrm>
          </p:grpSpPr>
          <p:sp>
            <p:nvSpPr>
              <p:cNvPr id="4020" name="Google Shape;4020;p51"/>
              <p:cNvSpPr/>
              <p:nvPr/>
            </p:nvSpPr>
            <p:spPr>
              <a:xfrm>
                <a:off x="5681300" y="2527788"/>
                <a:ext cx="805800" cy="8058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1" name="Google Shape;4021;p51"/>
              <p:cNvSpPr/>
              <p:nvPr/>
            </p:nvSpPr>
            <p:spPr>
              <a:xfrm>
                <a:off x="5681300" y="2527788"/>
                <a:ext cx="805800" cy="805800"/>
              </a:xfrm>
              <a:prstGeom prst="pie">
                <a:avLst>
                  <a:gd fmla="val 13323451" name="adj1"/>
                  <a:gd fmla="val 16200000" name="adj2"/>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22" name="Google Shape;4022;p51"/>
            <p:cNvGrpSpPr/>
            <p:nvPr/>
          </p:nvGrpSpPr>
          <p:grpSpPr>
            <a:xfrm flipH="1">
              <a:off x="6227104" y="2558932"/>
              <a:ext cx="626590" cy="626590"/>
              <a:chOff x="5681300" y="2527788"/>
              <a:chExt cx="805800" cy="805800"/>
            </a:xfrm>
          </p:grpSpPr>
          <p:sp>
            <p:nvSpPr>
              <p:cNvPr id="4023" name="Google Shape;4023;p51"/>
              <p:cNvSpPr/>
              <p:nvPr/>
            </p:nvSpPr>
            <p:spPr>
              <a:xfrm>
                <a:off x="5681300" y="2527788"/>
                <a:ext cx="805800" cy="8058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4" name="Google Shape;4024;p51"/>
              <p:cNvSpPr/>
              <p:nvPr/>
            </p:nvSpPr>
            <p:spPr>
              <a:xfrm>
                <a:off x="5681300" y="2527788"/>
                <a:ext cx="805800" cy="805800"/>
              </a:xfrm>
              <a:prstGeom prst="pie">
                <a:avLst>
                  <a:gd fmla="val 9253407" name="adj1"/>
                  <a:gd fmla="val 16200000" name="adj2"/>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25" name="Google Shape;4025;p51"/>
            <p:cNvGrpSpPr/>
            <p:nvPr/>
          </p:nvGrpSpPr>
          <p:grpSpPr>
            <a:xfrm flipH="1">
              <a:off x="6227104" y="3351032"/>
              <a:ext cx="626590" cy="626590"/>
              <a:chOff x="5681300" y="2527788"/>
              <a:chExt cx="805800" cy="805800"/>
            </a:xfrm>
          </p:grpSpPr>
          <p:sp>
            <p:nvSpPr>
              <p:cNvPr id="4026" name="Google Shape;4026;p51"/>
              <p:cNvSpPr/>
              <p:nvPr/>
            </p:nvSpPr>
            <p:spPr>
              <a:xfrm>
                <a:off x="5681300" y="2527788"/>
                <a:ext cx="805800" cy="8058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7" name="Google Shape;4027;p51"/>
              <p:cNvSpPr/>
              <p:nvPr/>
            </p:nvSpPr>
            <p:spPr>
              <a:xfrm>
                <a:off x="5681300" y="2527788"/>
                <a:ext cx="805800" cy="805800"/>
              </a:xfrm>
              <a:prstGeom prst="pie">
                <a:avLst>
                  <a:gd fmla="val 8810635" name="adj1"/>
                  <a:gd fmla="val 16200000" name="adj2"/>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28" name="Google Shape;4028;p51"/>
            <p:cNvSpPr/>
            <p:nvPr/>
          </p:nvSpPr>
          <p:spPr>
            <a:xfrm>
              <a:off x="4216072" y="1912668"/>
              <a:ext cx="137100" cy="1371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9" name="Google Shape;4029;p51"/>
            <p:cNvSpPr/>
            <p:nvPr/>
          </p:nvSpPr>
          <p:spPr>
            <a:xfrm>
              <a:off x="4216072" y="3696193"/>
              <a:ext cx="137100" cy="1371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0" name="Google Shape;4030;p51"/>
            <p:cNvSpPr/>
            <p:nvPr/>
          </p:nvSpPr>
          <p:spPr>
            <a:xfrm>
              <a:off x="5144122" y="2804431"/>
              <a:ext cx="137100" cy="1371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31" name="Google Shape;4031;p51"/>
            <p:cNvCxnSpPr>
              <a:stCxn id="4030" idx="6"/>
              <a:endCxn id="4020" idx="6"/>
            </p:cNvCxnSpPr>
            <p:nvPr/>
          </p:nvCxnSpPr>
          <p:spPr>
            <a:xfrm flipH="1" rot="10800000">
              <a:off x="5281222" y="2080081"/>
              <a:ext cx="945900" cy="792900"/>
            </a:xfrm>
            <a:prstGeom prst="bentConnector3">
              <a:avLst>
                <a:gd fmla="val 49999" name="adj1"/>
              </a:avLst>
            </a:prstGeom>
            <a:noFill/>
            <a:ln cap="flat" cmpd="sng" w="19050">
              <a:solidFill>
                <a:schemeClr val="lt2"/>
              </a:solidFill>
              <a:prstDash val="solid"/>
              <a:round/>
              <a:headEnd len="med" w="med" type="none"/>
              <a:tailEnd len="med" w="med" type="none"/>
            </a:ln>
          </p:spPr>
        </p:cxnSp>
        <p:cxnSp>
          <p:nvCxnSpPr>
            <p:cNvPr id="4032" name="Google Shape;4032;p51"/>
            <p:cNvCxnSpPr>
              <a:stCxn id="4030" idx="6"/>
              <a:endCxn id="4026" idx="6"/>
            </p:cNvCxnSpPr>
            <p:nvPr/>
          </p:nvCxnSpPr>
          <p:spPr>
            <a:xfrm>
              <a:off x="5281222" y="2872981"/>
              <a:ext cx="945900" cy="791400"/>
            </a:xfrm>
            <a:prstGeom prst="bentConnector3">
              <a:avLst>
                <a:gd fmla="val 49999" name="adj1"/>
              </a:avLst>
            </a:prstGeom>
            <a:noFill/>
            <a:ln cap="flat" cmpd="sng" w="19050">
              <a:solidFill>
                <a:schemeClr val="lt2"/>
              </a:solidFill>
              <a:prstDash val="solid"/>
              <a:round/>
              <a:headEnd len="med" w="med" type="none"/>
              <a:tailEnd len="med" w="med" type="none"/>
            </a:ln>
          </p:spPr>
        </p:cxnSp>
        <p:cxnSp>
          <p:nvCxnSpPr>
            <p:cNvPr id="4033" name="Google Shape;4033;p51"/>
            <p:cNvCxnSpPr>
              <a:stCxn id="4030" idx="6"/>
              <a:endCxn id="4023" idx="6"/>
            </p:cNvCxnSpPr>
            <p:nvPr/>
          </p:nvCxnSpPr>
          <p:spPr>
            <a:xfrm flipH="1" rot="10800000">
              <a:off x="5281222" y="2872081"/>
              <a:ext cx="945900" cy="900"/>
            </a:xfrm>
            <a:prstGeom prst="bentConnector3">
              <a:avLst>
                <a:gd fmla="val 49999" name="adj1"/>
              </a:avLst>
            </a:prstGeom>
            <a:noFill/>
            <a:ln cap="flat" cmpd="sng" w="19050">
              <a:solidFill>
                <a:schemeClr val="lt2"/>
              </a:solidFill>
              <a:prstDash val="solid"/>
              <a:round/>
              <a:headEnd len="med" w="med" type="none"/>
              <a:tailEnd len="med" w="med" type="none"/>
            </a:ln>
          </p:spPr>
        </p:cxnSp>
        <p:grpSp>
          <p:nvGrpSpPr>
            <p:cNvPr id="4034" name="Google Shape;4034;p51"/>
            <p:cNvGrpSpPr/>
            <p:nvPr/>
          </p:nvGrpSpPr>
          <p:grpSpPr>
            <a:xfrm>
              <a:off x="3896918" y="2393420"/>
              <a:ext cx="870022" cy="1191030"/>
              <a:chOff x="3896918" y="2338420"/>
              <a:chExt cx="870022" cy="1191030"/>
            </a:xfrm>
          </p:grpSpPr>
          <p:sp>
            <p:nvSpPr>
              <p:cNvPr id="4035" name="Google Shape;4035;p51"/>
              <p:cNvSpPr txBox="1"/>
              <p:nvPr/>
            </p:nvSpPr>
            <p:spPr>
              <a:xfrm>
                <a:off x="4018580" y="3208450"/>
                <a:ext cx="626700" cy="32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solidFill>
                      <a:schemeClr val="lt1"/>
                    </a:solidFill>
                    <a:latin typeface="Inter"/>
                    <a:ea typeface="Inter"/>
                    <a:cs typeface="Inter"/>
                    <a:sym typeface="Inter"/>
                  </a:rPr>
                  <a:t>75%</a:t>
                </a:r>
                <a:endParaRPr sz="1200"/>
              </a:p>
            </p:txBody>
          </p:sp>
          <p:grpSp>
            <p:nvGrpSpPr>
              <p:cNvPr id="4036" name="Google Shape;4036;p51"/>
              <p:cNvGrpSpPr/>
              <p:nvPr/>
            </p:nvGrpSpPr>
            <p:grpSpPr>
              <a:xfrm>
                <a:off x="3896918" y="2338420"/>
                <a:ext cx="870022" cy="870022"/>
                <a:chOff x="5681300" y="2527788"/>
                <a:chExt cx="805800" cy="805800"/>
              </a:xfrm>
            </p:grpSpPr>
            <p:sp>
              <p:nvSpPr>
                <p:cNvPr id="4037" name="Google Shape;4037;p51"/>
                <p:cNvSpPr/>
                <p:nvPr/>
              </p:nvSpPr>
              <p:spPr>
                <a:xfrm>
                  <a:off x="5681300" y="2527788"/>
                  <a:ext cx="805800" cy="8058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8" name="Google Shape;4038;p51"/>
                <p:cNvSpPr/>
                <p:nvPr/>
              </p:nvSpPr>
              <p:spPr>
                <a:xfrm flipH="1">
                  <a:off x="5681300" y="2527788"/>
                  <a:ext cx="805800" cy="805800"/>
                </a:xfrm>
                <a:prstGeom prst="pie">
                  <a:avLst>
                    <a:gd fmla="val 3692" name="adj1"/>
                    <a:gd fmla="val 1620000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2600">
                    <a:solidFill>
                      <a:schemeClr val="lt1"/>
                    </a:solidFill>
                    <a:latin typeface="Inter"/>
                    <a:ea typeface="Inter"/>
                    <a:cs typeface="Inter"/>
                    <a:sym typeface="Inter"/>
                  </a:endParaRPr>
                </a:p>
              </p:txBody>
            </p:sp>
          </p:grpSp>
        </p:grpSp>
        <p:grpSp>
          <p:nvGrpSpPr>
            <p:cNvPr id="4039" name="Google Shape;4039;p51"/>
            <p:cNvGrpSpPr/>
            <p:nvPr/>
          </p:nvGrpSpPr>
          <p:grpSpPr>
            <a:xfrm>
              <a:off x="6853700" y="3459525"/>
              <a:ext cx="1245000" cy="409650"/>
              <a:chOff x="6853700" y="3459525"/>
              <a:chExt cx="1245000" cy="409650"/>
            </a:xfrm>
          </p:grpSpPr>
          <p:sp>
            <p:nvSpPr>
              <p:cNvPr id="4040" name="Google Shape;4040;p51"/>
              <p:cNvSpPr txBox="1"/>
              <p:nvPr/>
            </p:nvSpPr>
            <p:spPr>
              <a:xfrm>
                <a:off x="6853700" y="3651375"/>
                <a:ext cx="1245000" cy="21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lt1"/>
                    </a:solidFill>
                    <a:latin typeface="Inter"/>
                    <a:ea typeface="Inter"/>
                    <a:cs typeface="Inter"/>
                    <a:sym typeface="Inter"/>
                  </a:rPr>
                  <a:t>Saturn has rings</a:t>
                </a:r>
                <a:endParaRPr sz="800">
                  <a:solidFill>
                    <a:schemeClr val="lt1"/>
                  </a:solidFill>
                  <a:latin typeface="Inter"/>
                  <a:ea typeface="Inter"/>
                  <a:cs typeface="Inter"/>
                  <a:sym typeface="Inter"/>
                </a:endParaRPr>
              </a:p>
            </p:txBody>
          </p:sp>
          <p:sp>
            <p:nvSpPr>
              <p:cNvPr id="4041" name="Google Shape;4041;p51"/>
              <p:cNvSpPr txBox="1"/>
              <p:nvPr/>
            </p:nvSpPr>
            <p:spPr>
              <a:xfrm>
                <a:off x="6853700" y="3459525"/>
                <a:ext cx="467100" cy="25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800">
                    <a:solidFill>
                      <a:schemeClr val="lt1"/>
                    </a:solidFill>
                    <a:latin typeface="Inter"/>
                    <a:ea typeface="Inter"/>
                    <a:cs typeface="Inter"/>
                    <a:sym typeface="Inter"/>
                  </a:rPr>
                  <a:t>30%</a:t>
                </a:r>
                <a:endParaRPr sz="800">
                  <a:latin typeface="Inter"/>
                  <a:ea typeface="Inter"/>
                  <a:cs typeface="Inter"/>
                  <a:sym typeface="Inter"/>
                </a:endParaRPr>
              </a:p>
            </p:txBody>
          </p:sp>
        </p:grpSp>
        <p:grpSp>
          <p:nvGrpSpPr>
            <p:cNvPr id="4042" name="Google Shape;4042;p51"/>
            <p:cNvGrpSpPr/>
            <p:nvPr/>
          </p:nvGrpSpPr>
          <p:grpSpPr>
            <a:xfrm>
              <a:off x="6853700" y="2667425"/>
              <a:ext cx="1245000" cy="409650"/>
              <a:chOff x="6853700" y="3459525"/>
              <a:chExt cx="1245000" cy="409650"/>
            </a:xfrm>
          </p:grpSpPr>
          <p:sp>
            <p:nvSpPr>
              <p:cNvPr id="4043" name="Google Shape;4043;p51"/>
              <p:cNvSpPr txBox="1"/>
              <p:nvPr/>
            </p:nvSpPr>
            <p:spPr>
              <a:xfrm>
                <a:off x="6853700" y="3651375"/>
                <a:ext cx="1245000" cy="21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lt1"/>
                    </a:solidFill>
                    <a:latin typeface="Inter"/>
                    <a:ea typeface="Inter"/>
                    <a:cs typeface="Inter"/>
                    <a:sym typeface="Inter"/>
                  </a:rPr>
                  <a:t>Jupiter is a gas giant</a:t>
                </a:r>
                <a:endParaRPr sz="800">
                  <a:solidFill>
                    <a:schemeClr val="lt1"/>
                  </a:solidFill>
                  <a:latin typeface="Inter"/>
                  <a:ea typeface="Inter"/>
                  <a:cs typeface="Inter"/>
                  <a:sym typeface="Inter"/>
                </a:endParaRPr>
              </a:p>
            </p:txBody>
          </p:sp>
          <p:sp>
            <p:nvSpPr>
              <p:cNvPr id="4044" name="Google Shape;4044;p51"/>
              <p:cNvSpPr txBox="1"/>
              <p:nvPr/>
            </p:nvSpPr>
            <p:spPr>
              <a:xfrm>
                <a:off x="6853700" y="3459525"/>
                <a:ext cx="467100" cy="25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800">
                    <a:solidFill>
                      <a:schemeClr val="lt1"/>
                    </a:solidFill>
                    <a:latin typeface="Inter"/>
                    <a:ea typeface="Inter"/>
                    <a:cs typeface="Inter"/>
                    <a:sym typeface="Inter"/>
                  </a:rPr>
                  <a:t>30%</a:t>
                </a:r>
                <a:endParaRPr sz="800">
                  <a:latin typeface="Inter"/>
                  <a:ea typeface="Inter"/>
                  <a:cs typeface="Inter"/>
                  <a:sym typeface="Inter"/>
                </a:endParaRPr>
              </a:p>
            </p:txBody>
          </p:sp>
        </p:grpSp>
        <p:grpSp>
          <p:nvGrpSpPr>
            <p:cNvPr id="4045" name="Google Shape;4045;p51"/>
            <p:cNvGrpSpPr/>
            <p:nvPr/>
          </p:nvGrpSpPr>
          <p:grpSpPr>
            <a:xfrm>
              <a:off x="6853700" y="1875325"/>
              <a:ext cx="1245000" cy="409650"/>
              <a:chOff x="6853700" y="3459525"/>
              <a:chExt cx="1245000" cy="409650"/>
            </a:xfrm>
          </p:grpSpPr>
          <p:sp>
            <p:nvSpPr>
              <p:cNvPr id="4046" name="Google Shape;4046;p51"/>
              <p:cNvSpPr txBox="1"/>
              <p:nvPr/>
            </p:nvSpPr>
            <p:spPr>
              <a:xfrm>
                <a:off x="6853700" y="3651375"/>
                <a:ext cx="1245000" cy="21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lt1"/>
                    </a:solidFill>
                    <a:latin typeface="Inter"/>
                    <a:ea typeface="Inter"/>
                    <a:cs typeface="Inter"/>
                    <a:sym typeface="Inter"/>
                  </a:rPr>
                  <a:t>Mars is very cold</a:t>
                </a:r>
                <a:endParaRPr sz="800">
                  <a:solidFill>
                    <a:schemeClr val="lt1"/>
                  </a:solidFill>
                  <a:latin typeface="Inter"/>
                  <a:ea typeface="Inter"/>
                  <a:cs typeface="Inter"/>
                  <a:sym typeface="Inter"/>
                </a:endParaRPr>
              </a:p>
            </p:txBody>
          </p:sp>
          <p:sp>
            <p:nvSpPr>
              <p:cNvPr id="4047" name="Google Shape;4047;p51"/>
              <p:cNvSpPr txBox="1"/>
              <p:nvPr/>
            </p:nvSpPr>
            <p:spPr>
              <a:xfrm>
                <a:off x="6853700" y="3459525"/>
                <a:ext cx="467100" cy="25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800">
                    <a:solidFill>
                      <a:schemeClr val="lt1"/>
                    </a:solidFill>
                    <a:latin typeface="Inter"/>
                    <a:ea typeface="Inter"/>
                    <a:cs typeface="Inter"/>
                    <a:sym typeface="Inter"/>
                  </a:rPr>
                  <a:t>15%</a:t>
                </a:r>
                <a:endParaRPr sz="800">
                  <a:latin typeface="Inter"/>
                  <a:ea typeface="Inter"/>
                  <a:cs typeface="Inter"/>
                  <a:sym typeface="Inter"/>
                </a:endParaRPr>
              </a:p>
            </p:txBody>
          </p:sp>
        </p:grpSp>
      </p:grpSp>
      <p:grpSp>
        <p:nvGrpSpPr>
          <p:cNvPr id="4048" name="Google Shape;4048;p51"/>
          <p:cNvGrpSpPr/>
          <p:nvPr/>
        </p:nvGrpSpPr>
        <p:grpSpPr>
          <a:xfrm>
            <a:off x="8430787" y="228418"/>
            <a:ext cx="346490" cy="311075"/>
            <a:chOff x="5655285" y="1922218"/>
            <a:chExt cx="2946347" cy="2645192"/>
          </a:xfrm>
        </p:grpSpPr>
        <p:sp>
          <p:nvSpPr>
            <p:cNvPr id="4049" name="Google Shape;4049;p51"/>
            <p:cNvSpPr/>
            <p:nvPr/>
          </p:nvSpPr>
          <p:spPr>
            <a:xfrm>
              <a:off x="5944020" y="4048928"/>
              <a:ext cx="2362667" cy="518482"/>
            </a:xfrm>
            <a:custGeom>
              <a:rect b="b" l="l" r="r" t="t"/>
              <a:pathLst>
                <a:path extrusionOk="0" h="518482" w="2362667">
                  <a:moveTo>
                    <a:pt x="0" y="0"/>
                  </a:moveTo>
                  <a:lnTo>
                    <a:pt x="2362667" y="0"/>
                  </a:lnTo>
                  <a:lnTo>
                    <a:pt x="2362667" y="518483"/>
                  </a:lnTo>
                  <a:lnTo>
                    <a:pt x="0" y="518483"/>
                  </a:lnTo>
                  <a:lnTo>
                    <a:pt x="0" y="0"/>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50" name="Google Shape;4050;p51"/>
            <p:cNvSpPr/>
            <p:nvPr/>
          </p:nvSpPr>
          <p:spPr>
            <a:xfrm>
              <a:off x="5928497" y="1922218"/>
              <a:ext cx="2412342" cy="1716891"/>
            </a:xfrm>
            <a:custGeom>
              <a:rect b="b" l="l" r="r" t="t"/>
              <a:pathLst>
                <a:path extrusionOk="0" h="1716891" w="2412342">
                  <a:moveTo>
                    <a:pt x="0" y="1716892"/>
                  </a:moveTo>
                  <a:lnTo>
                    <a:pt x="1195305" y="0"/>
                  </a:lnTo>
                  <a:lnTo>
                    <a:pt x="2412342" y="1716892"/>
                  </a:lnTo>
                  <a:lnTo>
                    <a:pt x="0" y="1716892"/>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51" name="Google Shape;4051;p51"/>
            <p:cNvSpPr/>
            <p:nvPr/>
          </p:nvSpPr>
          <p:spPr>
            <a:xfrm>
              <a:off x="6235861" y="2397235"/>
              <a:ext cx="2365771" cy="1518191"/>
            </a:xfrm>
            <a:custGeom>
              <a:rect b="b" l="l" r="r" t="t"/>
              <a:pathLst>
                <a:path extrusionOk="0" h="1518191" w="2365771">
                  <a:moveTo>
                    <a:pt x="2086350" y="1518192"/>
                  </a:moveTo>
                  <a:lnTo>
                    <a:pt x="2365772" y="0"/>
                  </a:lnTo>
                  <a:lnTo>
                    <a:pt x="0" y="1518192"/>
                  </a:lnTo>
                  <a:lnTo>
                    <a:pt x="2086350" y="1518192"/>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52" name="Google Shape;4052;p51"/>
            <p:cNvSpPr/>
            <p:nvPr/>
          </p:nvSpPr>
          <p:spPr>
            <a:xfrm>
              <a:off x="5655285" y="2394130"/>
              <a:ext cx="2207432" cy="1521296"/>
            </a:xfrm>
            <a:custGeom>
              <a:rect b="b" l="l" r="r" t="t"/>
              <a:pathLst>
                <a:path extrusionOk="0" h="1521296" w="2207432">
                  <a:moveTo>
                    <a:pt x="270108" y="1521297"/>
                  </a:moveTo>
                  <a:lnTo>
                    <a:pt x="0" y="0"/>
                  </a:lnTo>
                  <a:lnTo>
                    <a:pt x="2207433" y="1521297"/>
                  </a:lnTo>
                  <a:lnTo>
                    <a:pt x="270108" y="1521297"/>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6" name="Shape 4056"/>
        <p:cNvGrpSpPr/>
        <p:nvPr/>
      </p:nvGrpSpPr>
      <p:grpSpPr>
        <a:xfrm>
          <a:off x="0" y="0"/>
          <a:ext cx="0" cy="0"/>
          <a:chOff x="0" y="0"/>
          <a:chExt cx="0" cy="0"/>
        </a:xfrm>
      </p:grpSpPr>
      <p:sp>
        <p:nvSpPr>
          <p:cNvPr id="4057" name="Google Shape;4057;p52"/>
          <p:cNvSpPr txBox="1"/>
          <p:nvPr/>
        </p:nvSpPr>
        <p:spPr>
          <a:xfrm>
            <a:off x="713225" y="1187975"/>
            <a:ext cx="3171000" cy="48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lt1"/>
                </a:solidFill>
                <a:latin typeface="Inter"/>
                <a:ea typeface="Inter"/>
                <a:cs typeface="Inter"/>
                <a:sym typeface="Inter"/>
              </a:rPr>
              <a:t>Digital marketing</a:t>
            </a:r>
            <a:endParaRPr sz="1600">
              <a:solidFill>
                <a:schemeClr val="lt1"/>
              </a:solidFill>
              <a:latin typeface="Inter"/>
              <a:ea typeface="Inter"/>
              <a:cs typeface="Inter"/>
              <a:sym typeface="Inter"/>
            </a:endParaRPr>
          </a:p>
        </p:txBody>
      </p:sp>
      <p:sp>
        <p:nvSpPr>
          <p:cNvPr id="4058" name="Google Shape;4058;p52"/>
          <p:cNvSpPr txBox="1"/>
          <p:nvPr>
            <p:ph type="title"/>
          </p:nvPr>
        </p:nvSpPr>
        <p:spPr>
          <a:xfrm>
            <a:off x="713225" y="539500"/>
            <a:ext cx="7717500" cy="48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Premium icons</a:t>
            </a:r>
            <a:endParaRPr/>
          </a:p>
        </p:txBody>
      </p:sp>
      <p:grpSp>
        <p:nvGrpSpPr>
          <p:cNvPr id="4059" name="Google Shape;4059;p52"/>
          <p:cNvGrpSpPr/>
          <p:nvPr/>
        </p:nvGrpSpPr>
        <p:grpSpPr>
          <a:xfrm>
            <a:off x="8430787" y="228418"/>
            <a:ext cx="346490" cy="311075"/>
            <a:chOff x="5655285" y="1922218"/>
            <a:chExt cx="2946347" cy="2645192"/>
          </a:xfrm>
        </p:grpSpPr>
        <p:sp>
          <p:nvSpPr>
            <p:cNvPr id="4060" name="Google Shape;4060;p52"/>
            <p:cNvSpPr/>
            <p:nvPr/>
          </p:nvSpPr>
          <p:spPr>
            <a:xfrm>
              <a:off x="5944020" y="4048928"/>
              <a:ext cx="2362667" cy="518482"/>
            </a:xfrm>
            <a:custGeom>
              <a:rect b="b" l="l" r="r" t="t"/>
              <a:pathLst>
                <a:path extrusionOk="0" h="518482" w="2362667">
                  <a:moveTo>
                    <a:pt x="0" y="0"/>
                  </a:moveTo>
                  <a:lnTo>
                    <a:pt x="2362667" y="0"/>
                  </a:lnTo>
                  <a:lnTo>
                    <a:pt x="2362667" y="518483"/>
                  </a:lnTo>
                  <a:lnTo>
                    <a:pt x="0" y="518483"/>
                  </a:lnTo>
                  <a:lnTo>
                    <a:pt x="0" y="0"/>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61" name="Google Shape;4061;p52"/>
            <p:cNvSpPr/>
            <p:nvPr/>
          </p:nvSpPr>
          <p:spPr>
            <a:xfrm>
              <a:off x="5928497" y="1922218"/>
              <a:ext cx="2412342" cy="1716891"/>
            </a:xfrm>
            <a:custGeom>
              <a:rect b="b" l="l" r="r" t="t"/>
              <a:pathLst>
                <a:path extrusionOk="0" h="1716891" w="2412342">
                  <a:moveTo>
                    <a:pt x="0" y="1716892"/>
                  </a:moveTo>
                  <a:lnTo>
                    <a:pt x="1195305" y="0"/>
                  </a:lnTo>
                  <a:lnTo>
                    <a:pt x="2412342" y="1716892"/>
                  </a:lnTo>
                  <a:lnTo>
                    <a:pt x="0" y="1716892"/>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62" name="Google Shape;4062;p52"/>
            <p:cNvSpPr/>
            <p:nvPr/>
          </p:nvSpPr>
          <p:spPr>
            <a:xfrm>
              <a:off x="6235861" y="2397235"/>
              <a:ext cx="2365771" cy="1518191"/>
            </a:xfrm>
            <a:custGeom>
              <a:rect b="b" l="l" r="r" t="t"/>
              <a:pathLst>
                <a:path extrusionOk="0" h="1518191" w="2365771">
                  <a:moveTo>
                    <a:pt x="2086350" y="1518192"/>
                  </a:moveTo>
                  <a:lnTo>
                    <a:pt x="2365772" y="0"/>
                  </a:lnTo>
                  <a:lnTo>
                    <a:pt x="0" y="1518192"/>
                  </a:lnTo>
                  <a:lnTo>
                    <a:pt x="2086350" y="1518192"/>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63" name="Google Shape;4063;p52"/>
            <p:cNvSpPr/>
            <p:nvPr/>
          </p:nvSpPr>
          <p:spPr>
            <a:xfrm>
              <a:off x="5655285" y="2394130"/>
              <a:ext cx="2207432" cy="1521296"/>
            </a:xfrm>
            <a:custGeom>
              <a:rect b="b" l="l" r="r" t="t"/>
              <a:pathLst>
                <a:path extrusionOk="0" h="1521296" w="2207432">
                  <a:moveTo>
                    <a:pt x="270108" y="1521297"/>
                  </a:moveTo>
                  <a:lnTo>
                    <a:pt x="0" y="0"/>
                  </a:lnTo>
                  <a:lnTo>
                    <a:pt x="2207433" y="1521297"/>
                  </a:lnTo>
                  <a:lnTo>
                    <a:pt x="270108" y="1521297"/>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4064" name="Google Shape;4064;p52"/>
          <p:cNvGrpSpPr/>
          <p:nvPr/>
        </p:nvGrpSpPr>
        <p:grpSpPr>
          <a:xfrm>
            <a:off x="1776149" y="1780687"/>
            <a:ext cx="359959" cy="316413"/>
            <a:chOff x="4357191" y="1716978"/>
            <a:chExt cx="352004" cy="309420"/>
          </a:xfrm>
        </p:grpSpPr>
        <p:sp>
          <p:nvSpPr>
            <p:cNvPr id="4065" name="Google Shape;4065;p52"/>
            <p:cNvSpPr/>
            <p:nvPr/>
          </p:nvSpPr>
          <p:spPr>
            <a:xfrm>
              <a:off x="4357191" y="1716978"/>
              <a:ext cx="228255" cy="309420"/>
            </a:xfrm>
            <a:custGeom>
              <a:rect b="b" l="l" r="r" t="t"/>
              <a:pathLst>
                <a:path extrusionOk="0" h="19100" w="14092">
                  <a:moveTo>
                    <a:pt x="11545" y="8277"/>
                  </a:moveTo>
                  <a:cubicBezTo>
                    <a:pt x="12248" y="8277"/>
                    <a:pt x="12818" y="8847"/>
                    <a:pt x="12818" y="9550"/>
                  </a:cubicBezTo>
                  <a:cubicBezTo>
                    <a:pt x="12818" y="10254"/>
                    <a:pt x="12248" y="10824"/>
                    <a:pt x="11545" y="10824"/>
                  </a:cubicBezTo>
                  <a:lnTo>
                    <a:pt x="11545" y="8277"/>
                  </a:lnTo>
                  <a:close/>
                  <a:moveTo>
                    <a:pt x="3863" y="6367"/>
                  </a:moveTo>
                  <a:lnTo>
                    <a:pt x="3863" y="12732"/>
                  </a:lnTo>
                  <a:lnTo>
                    <a:pt x="1274" y="12732"/>
                  </a:lnTo>
                  <a:lnTo>
                    <a:pt x="1274" y="6367"/>
                  </a:lnTo>
                  <a:close/>
                  <a:moveTo>
                    <a:pt x="10272" y="2400"/>
                  </a:moveTo>
                  <a:lnTo>
                    <a:pt x="10272" y="16701"/>
                  </a:lnTo>
                  <a:cubicBezTo>
                    <a:pt x="9935" y="16321"/>
                    <a:pt x="9539" y="15893"/>
                    <a:pt x="9107" y="15465"/>
                  </a:cubicBezTo>
                  <a:cubicBezTo>
                    <a:pt x="7582" y="13952"/>
                    <a:pt x="6250" y="13063"/>
                    <a:pt x="5137" y="12810"/>
                  </a:cubicBezTo>
                  <a:lnTo>
                    <a:pt x="5137" y="6290"/>
                  </a:lnTo>
                  <a:cubicBezTo>
                    <a:pt x="6251" y="6038"/>
                    <a:pt x="7582" y="5149"/>
                    <a:pt x="9107" y="3636"/>
                  </a:cubicBezTo>
                  <a:cubicBezTo>
                    <a:pt x="9539" y="3206"/>
                    <a:pt x="9934" y="2780"/>
                    <a:pt x="10272" y="2400"/>
                  </a:cubicBezTo>
                  <a:close/>
                  <a:moveTo>
                    <a:pt x="10909" y="0"/>
                  </a:moveTo>
                  <a:cubicBezTo>
                    <a:pt x="10714" y="0"/>
                    <a:pt x="10524" y="90"/>
                    <a:pt x="10401" y="253"/>
                  </a:cubicBezTo>
                  <a:cubicBezTo>
                    <a:pt x="10392" y="264"/>
                    <a:pt x="9448" y="1504"/>
                    <a:pt x="8211" y="2731"/>
                  </a:cubicBezTo>
                  <a:cubicBezTo>
                    <a:pt x="6675" y="4254"/>
                    <a:pt x="5357" y="5093"/>
                    <a:pt x="4499" y="5093"/>
                  </a:cubicBezTo>
                  <a:lnTo>
                    <a:pt x="637" y="5093"/>
                  </a:lnTo>
                  <a:cubicBezTo>
                    <a:pt x="286" y="5093"/>
                    <a:pt x="0" y="5379"/>
                    <a:pt x="0" y="5729"/>
                  </a:cubicBezTo>
                  <a:lnTo>
                    <a:pt x="0" y="13370"/>
                  </a:lnTo>
                  <a:cubicBezTo>
                    <a:pt x="0" y="13721"/>
                    <a:pt x="286" y="14006"/>
                    <a:pt x="637" y="14006"/>
                  </a:cubicBezTo>
                  <a:lnTo>
                    <a:pt x="4499" y="14006"/>
                  </a:lnTo>
                  <a:cubicBezTo>
                    <a:pt x="5355" y="14006"/>
                    <a:pt x="6669" y="14841"/>
                    <a:pt x="8200" y="16358"/>
                  </a:cubicBezTo>
                  <a:cubicBezTo>
                    <a:pt x="9440" y="17586"/>
                    <a:pt x="10392" y="18835"/>
                    <a:pt x="10401" y="18847"/>
                  </a:cubicBezTo>
                  <a:cubicBezTo>
                    <a:pt x="10524" y="19009"/>
                    <a:pt x="10714" y="19099"/>
                    <a:pt x="10909" y="19099"/>
                  </a:cubicBezTo>
                  <a:cubicBezTo>
                    <a:pt x="10977" y="19099"/>
                    <a:pt x="11045" y="19089"/>
                    <a:pt x="11111" y="19066"/>
                  </a:cubicBezTo>
                  <a:cubicBezTo>
                    <a:pt x="11369" y="18979"/>
                    <a:pt x="11544" y="18736"/>
                    <a:pt x="11544" y="18463"/>
                  </a:cubicBezTo>
                  <a:lnTo>
                    <a:pt x="11544" y="12097"/>
                  </a:lnTo>
                  <a:cubicBezTo>
                    <a:pt x="12949" y="12097"/>
                    <a:pt x="14091" y="10954"/>
                    <a:pt x="14091" y="9550"/>
                  </a:cubicBezTo>
                  <a:cubicBezTo>
                    <a:pt x="14091" y="8144"/>
                    <a:pt x="12949" y="7002"/>
                    <a:pt x="11544" y="7002"/>
                  </a:cubicBezTo>
                  <a:lnTo>
                    <a:pt x="11544" y="638"/>
                  </a:lnTo>
                  <a:cubicBezTo>
                    <a:pt x="11544" y="364"/>
                    <a:pt x="11369" y="120"/>
                    <a:pt x="11111" y="33"/>
                  </a:cubicBezTo>
                  <a:cubicBezTo>
                    <a:pt x="11045" y="11"/>
                    <a:pt x="10977" y="0"/>
                    <a:pt x="1090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6" name="Google Shape;4066;p52"/>
            <p:cNvSpPr/>
            <p:nvPr/>
          </p:nvSpPr>
          <p:spPr>
            <a:xfrm>
              <a:off x="4645101" y="1759325"/>
              <a:ext cx="64094" cy="224807"/>
            </a:xfrm>
            <a:custGeom>
              <a:rect b="b" l="l" r="r" t="t"/>
              <a:pathLst>
                <a:path extrusionOk="0" h="13877" w="3957">
                  <a:moveTo>
                    <a:pt x="706" y="0"/>
                  </a:moveTo>
                  <a:cubicBezTo>
                    <a:pt x="543" y="0"/>
                    <a:pt x="380" y="62"/>
                    <a:pt x="256" y="186"/>
                  </a:cubicBezTo>
                  <a:cubicBezTo>
                    <a:pt x="7" y="435"/>
                    <a:pt x="7" y="838"/>
                    <a:pt x="256" y="1087"/>
                  </a:cubicBezTo>
                  <a:cubicBezTo>
                    <a:pt x="1821" y="2651"/>
                    <a:pt x="2682" y="4728"/>
                    <a:pt x="2682" y="6936"/>
                  </a:cubicBezTo>
                  <a:cubicBezTo>
                    <a:pt x="2682" y="9143"/>
                    <a:pt x="1821" y="11219"/>
                    <a:pt x="256" y="12784"/>
                  </a:cubicBezTo>
                  <a:cubicBezTo>
                    <a:pt x="3" y="13033"/>
                    <a:pt x="0" y="13439"/>
                    <a:pt x="250" y="13690"/>
                  </a:cubicBezTo>
                  <a:cubicBezTo>
                    <a:pt x="375" y="13814"/>
                    <a:pt x="538" y="13877"/>
                    <a:pt x="701" y="13877"/>
                  </a:cubicBezTo>
                  <a:cubicBezTo>
                    <a:pt x="866" y="13877"/>
                    <a:pt x="1032" y="13813"/>
                    <a:pt x="1157" y="13686"/>
                  </a:cubicBezTo>
                  <a:cubicBezTo>
                    <a:pt x="2962" y="11879"/>
                    <a:pt x="3957" y="9483"/>
                    <a:pt x="3957" y="6936"/>
                  </a:cubicBezTo>
                  <a:cubicBezTo>
                    <a:pt x="3957" y="4388"/>
                    <a:pt x="2962" y="1992"/>
                    <a:pt x="1157" y="186"/>
                  </a:cubicBezTo>
                  <a:cubicBezTo>
                    <a:pt x="1032" y="62"/>
                    <a:pt x="869" y="0"/>
                    <a:pt x="7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7" name="Google Shape;4067;p52"/>
            <p:cNvSpPr/>
            <p:nvPr/>
          </p:nvSpPr>
          <p:spPr>
            <a:xfrm>
              <a:off x="4601481" y="1803048"/>
              <a:ext cx="45839" cy="137263"/>
            </a:xfrm>
            <a:custGeom>
              <a:rect b="b" l="l" r="r" t="t"/>
              <a:pathLst>
                <a:path extrusionOk="0" h="8473" w="2830">
                  <a:moveTo>
                    <a:pt x="699" y="1"/>
                  </a:moveTo>
                  <a:cubicBezTo>
                    <a:pt x="536" y="1"/>
                    <a:pt x="374" y="63"/>
                    <a:pt x="249" y="188"/>
                  </a:cubicBezTo>
                  <a:cubicBezTo>
                    <a:pt x="0" y="435"/>
                    <a:pt x="0" y="839"/>
                    <a:pt x="249" y="1087"/>
                  </a:cubicBezTo>
                  <a:cubicBezTo>
                    <a:pt x="1086" y="1922"/>
                    <a:pt x="1557" y="3055"/>
                    <a:pt x="1557" y="4237"/>
                  </a:cubicBezTo>
                  <a:cubicBezTo>
                    <a:pt x="1557" y="5418"/>
                    <a:pt x="1086" y="6551"/>
                    <a:pt x="249" y="7386"/>
                  </a:cubicBezTo>
                  <a:cubicBezTo>
                    <a:pt x="0" y="7635"/>
                    <a:pt x="0" y="8038"/>
                    <a:pt x="249" y="8286"/>
                  </a:cubicBezTo>
                  <a:cubicBezTo>
                    <a:pt x="374" y="8410"/>
                    <a:pt x="536" y="8472"/>
                    <a:pt x="699" y="8472"/>
                  </a:cubicBezTo>
                  <a:cubicBezTo>
                    <a:pt x="862" y="8472"/>
                    <a:pt x="1025" y="8410"/>
                    <a:pt x="1149" y="8286"/>
                  </a:cubicBezTo>
                  <a:cubicBezTo>
                    <a:pt x="2233" y="7203"/>
                    <a:pt x="2830" y="5765"/>
                    <a:pt x="2830" y="4237"/>
                  </a:cubicBezTo>
                  <a:cubicBezTo>
                    <a:pt x="2830" y="2708"/>
                    <a:pt x="2233" y="1270"/>
                    <a:pt x="1149" y="188"/>
                  </a:cubicBezTo>
                  <a:cubicBezTo>
                    <a:pt x="1025" y="63"/>
                    <a:pt x="862" y="1"/>
                    <a:pt x="69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68" name="Google Shape;4068;p52"/>
          <p:cNvGrpSpPr/>
          <p:nvPr/>
        </p:nvGrpSpPr>
        <p:grpSpPr>
          <a:xfrm>
            <a:off x="2529930" y="1758894"/>
            <a:ext cx="359959" cy="359998"/>
            <a:chOff x="3831565" y="1621495"/>
            <a:chExt cx="352004" cy="352042"/>
          </a:xfrm>
        </p:grpSpPr>
        <p:sp>
          <p:nvSpPr>
            <p:cNvPr id="4069" name="Google Shape;4069;p52"/>
            <p:cNvSpPr/>
            <p:nvPr/>
          </p:nvSpPr>
          <p:spPr>
            <a:xfrm>
              <a:off x="3831565" y="1621495"/>
              <a:ext cx="352004" cy="352042"/>
            </a:xfrm>
            <a:custGeom>
              <a:rect b="b" l="l" r="r" t="t"/>
              <a:pathLst>
                <a:path extrusionOk="0" h="21731" w="21732">
                  <a:moveTo>
                    <a:pt x="10866" y="1437"/>
                  </a:moveTo>
                  <a:lnTo>
                    <a:pt x="12377" y="2590"/>
                  </a:lnTo>
                  <a:lnTo>
                    <a:pt x="9356" y="2590"/>
                  </a:lnTo>
                  <a:lnTo>
                    <a:pt x="10866" y="1437"/>
                  </a:lnTo>
                  <a:close/>
                  <a:moveTo>
                    <a:pt x="3864" y="6719"/>
                  </a:moveTo>
                  <a:lnTo>
                    <a:pt x="3864" y="9932"/>
                  </a:lnTo>
                  <a:lnTo>
                    <a:pt x="1704" y="8321"/>
                  </a:lnTo>
                  <a:lnTo>
                    <a:pt x="3864" y="6719"/>
                  </a:lnTo>
                  <a:close/>
                  <a:moveTo>
                    <a:pt x="17870" y="6719"/>
                  </a:moveTo>
                  <a:lnTo>
                    <a:pt x="20028" y="8321"/>
                  </a:lnTo>
                  <a:lnTo>
                    <a:pt x="17870" y="9932"/>
                  </a:lnTo>
                  <a:lnTo>
                    <a:pt x="17870" y="6719"/>
                  </a:lnTo>
                  <a:close/>
                  <a:moveTo>
                    <a:pt x="16596" y="3863"/>
                  </a:moveTo>
                  <a:lnTo>
                    <a:pt x="16596" y="10884"/>
                  </a:lnTo>
                  <a:cubicBezTo>
                    <a:pt x="14364" y="12551"/>
                    <a:pt x="11861" y="14419"/>
                    <a:pt x="10866" y="15163"/>
                  </a:cubicBezTo>
                  <a:cubicBezTo>
                    <a:pt x="9871" y="14419"/>
                    <a:pt x="7369" y="12551"/>
                    <a:pt x="5137" y="10884"/>
                  </a:cubicBezTo>
                  <a:lnTo>
                    <a:pt x="5137" y="3863"/>
                  </a:lnTo>
                  <a:close/>
                  <a:moveTo>
                    <a:pt x="20458" y="9588"/>
                  </a:moveTo>
                  <a:lnTo>
                    <a:pt x="20458" y="20457"/>
                  </a:lnTo>
                  <a:lnTo>
                    <a:pt x="1275" y="20457"/>
                  </a:lnTo>
                  <a:lnTo>
                    <a:pt x="1274" y="9588"/>
                  </a:lnTo>
                  <a:lnTo>
                    <a:pt x="1274" y="9588"/>
                  </a:lnTo>
                  <a:cubicBezTo>
                    <a:pt x="3727" y="11421"/>
                    <a:pt x="9813" y="15964"/>
                    <a:pt x="10484" y="16468"/>
                  </a:cubicBezTo>
                  <a:cubicBezTo>
                    <a:pt x="10597" y="16553"/>
                    <a:pt x="10732" y="16595"/>
                    <a:pt x="10866" y="16595"/>
                  </a:cubicBezTo>
                  <a:cubicBezTo>
                    <a:pt x="11001" y="16595"/>
                    <a:pt x="11135" y="16553"/>
                    <a:pt x="11249" y="16468"/>
                  </a:cubicBezTo>
                  <a:cubicBezTo>
                    <a:pt x="11919" y="15964"/>
                    <a:pt x="18005" y="11421"/>
                    <a:pt x="20458" y="9588"/>
                  </a:cubicBezTo>
                  <a:close/>
                  <a:moveTo>
                    <a:pt x="10867" y="0"/>
                  </a:moveTo>
                  <a:cubicBezTo>
                    <a:pt x="10731" y="0"/>
                    <a:pt x="10595" y="44"/>
                    <a:pt x="10481" y="131"/>
                  </a:cubicBezTo>
                  <a:lnTo>
                    <a:pt x="7256" y="2590"/>
                  </a:lnTo>
                  <a:lnTo>
                    <a:pt x="4501" y="2590"/>
                  </a:lnTo>
                  <a:cubicBezTo>
                    <a:pt x="4501" y="2590"/>
                    <a:pt x="4500" y="2590"/>
                    <a:pt x="4499" y="2590"/>
                  </a:cubicBezTo>
                  <a:cubicBezTo>
                    <a:pt x="4148" y="2590"/>
                    <a:pt x="3865" y="2875"/>
                    <a:pt x="3865" y="3226"/>
                  </a:cubicBezTo>
                  <a:lnTo>
                    <a:pt x="3865" y="5133"/>
                  </a:lnTo>
                  <a:lnTo>
                    <a:pt x="259" y="7807"/>
                  </a:lnTo>
                  <a:cubicBezTo>
                    <a:pt x="98" y="7928"/>
                    <a:pt x="2" y="8117"/>
                    <a:pt x="1" y="8318"/>
                  </a:cubicBezTo>
                  <a:lnTo>
                    <a:pt x="1" y="21094"/>
                  </a:lnTo>
                  <a:cubicBezTo>
                    <a:pt x="1" y="21445"/>
                    <a:pt x="287" y="21730"/>
                    <a:pt x="637" y="21730"/>
                  </a:cubicBezTo>
                  <a:lnTo>
                    <a:pt x="21095" y="21730"/>
                  </a:lnTo>
                  <a:cubicBezTo>
                    <a:pt x="21447" y="21730"/>
                    <a:pt x="21731" y="21446"/>
                    <a:pt x="21731" y="21094"/>
                  </a:cubicBezTo>
                  <a:lnTo>
                    <a:pt x="21731" y="8319"/>
                  </a:lnTo>
                  <a:cubicBezTo>
                    <a:pt x="21731" y="8117"/>
                    <a:pt x="21636" y="7928"/>
                    <a:pt x="21475" y="7807"/>
                  </a:cubicBezTo>
                  <a:lnTo>
                    <a:pt x="17869" y="5133"/>
                  </a:lnTo>
                  <a:lnTo>
                    <a:pt x="17869" y="3226"/>
                  </a:lnTo>
                  <a:cubicBezTo>
                    <a:pt x="17869" y="2875"/>
                    <a:pt x="17584" y="2590"/>
                    <a:pt x="17235" y="2590"/>
                  </a:cubicBezTo>
                  <a:cubicBezTo>
                    <a:pt x="17234" y="2590"/>
                    <a:pt x="17233" y="2590"/>
                    <a:pt x="17232" y="2590"/>
                  </a:cubicBezTo>
                  <a:lnTo>
                    <a:pt x="14476" y="2590"/>
                  </a:lnTo>
                  <a:lnTo>
                    <a:pt x="11254" y="131"/>
                  </a:lnTo>
                  <a:cubicBezTo>
                    <a:pt x="11139" y="44"/>
                    <a:pt x="11003" y="0"/>
                    <a:pt x="1086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0" name="Google Shape;4070;p52"/>
            <p:cNvSpPr/>
            <p:nvPr/>
          </p:nvSpPr>
          <p:spPr>
            <a:xfrm>
              <a:off x="3885908" y="1874863"/>
              <a:ext cx="71480" cy="56749"/>
            </a:xfrm>
            <a:custGeom>
              <a:rect b="b" l="l" r="r" t="t"/>
              <a:pathLst>
                <a:path extrusionOk="0" h="3503" w="4413">
                  <a:moveTo>
                    <a:pt x="3692" y="1"/>
                  </a:moveTo>
                  <a:cubicBezTo>
                    <a:pt x="3559" y="1"/>
                    <a:pt x="3425" y="42"/>
                    <a:pt x="3310" y="128"/>
                  </a:cubicBezTo>
                  <a:lnTo>
                    <a:pt x="339" y="2356"/>
                  </a:lnTo>
                  <a:cubicBezTo>
                    <a:pt x="57" y="2567"/>
                    <a:pt x="0" y="2966"/>
                    <a:pt x="212" y="3248"/>
                  </a:cubicBezTo>
                  <a:cubicBezTo>
                    <a:pt x="337" y="3414"/>
                    <a:pt x="528" y="3502"/>
                    <a:pt x="722" y="3502"/>
                  </a:cubicBezTo>
                  <a:cubicBezTo>
                    <a:pt x="855" y="3502"/>
                    <a:pt x="988" y="3461"/>
                    <a:pt x="1103" y="3375"/>
                  </a:cubicBezTo>
                  <a:lnTo>
                    <a:pt x="4073" y="1147"/>
                  </a:lnTo>
                  <a:cubicBezTo>
                    <a:pt x="4355" y="936"/>
                    <a:pt x="4412" y="537"/>
                    <a:pt x="4202" y="255"/>
                  </a:cubicBezTo>
                  <a:cubicBezTo>
                    <a:pt x="4076" y="89"/>
                    <a:pt x="3885" y="1"/>
                    <a:pt x="369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1" name="Google Shape;4071;p52"/>
            <p:cNvSpPr/>
            <p:nvPr/>
          </p:nvSpPr>
          <p:spPr>
            <a:xfrm>
              <a:off x="4057780" y="1874863"/>
              <a:ext cx="71447" cy="56749"/>
            </a:xfrm>
            <a:custGeom>
              <a:rect b="b" l="l" r="r" t="t"/>
              <a:pathLst>
                <a:path extrusionOk="0" h="3503" w="4411">
                  <a:moveTo>
                    <a:pt x="721" y="1"/>
                  </a:moveTo>
                  <a:cubicBezTo>
                    <a:pt x="528" y="1"/>
                    <a:pt x="336" y="89"/>
                    <a:pt x="211" y="255"/>
                  </a:cubicBezTo>
                  <a:cubicBezTo>
                    <a:pt x="1" y="537"/>
                    <a:pt x="57" y="936"/>
                    <a:pt x="338" y="1147"/>
                  </a:cubicBezTo>
                  <a:lnTo>
                    <a:pt x="3309" y="3375"/>
                  </a:lnTo>
                  <a:cubicBezTo>
                    <a:pt x="3423" y="3461"/>
                    <a:pt x="3558" y="3502"/>
                    <a:pt x="3691" y="3502"/>
                  </a:cubicBezTo>
                  <a:cubicBezTo>
                    <a:pt x="3885" y="3502"/>
                    <a:pt x="4076" y="3414"/>
                    <a:pt x="4201" y="3248"/>
                  </a:cubicBezTo>
                  <a:cubicBezTo>
                    <a:pt x="4411" y="2966"/>
                    <a:pt x="4354" y="2567"/>
                    <a:pt x="4074" y="2356"/>
                  </a:cubicBezTo>
                  <a:lnTo>
                    <a:pt x="1103" y="128"/>
                  </a:lnTo>
                  <a:cubicBezTo>
                    <a:pt x="988" y="42"/>
                    <a:pt x="854" y="1"/>
                    <a:pt x="72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2" name="Google Shape;4072;p52"/>
            <p:cNvSpPr/>
            <p:nvPr/>
          </p:nvSpPr>
          <p:spPr>
            <a:xfrm>
              <a:off x="3956011" y="1725305"/>
              <a:ext cx="103129" cy="20655"/>
            </a:xfrm>
            <a:custGeom>
              <a:rect b="b" l="l" r="r" t="t"/>
              <a:pathLst>
                <a:path extrusionOk="0" h="1275" w="6367">
                  <a:moveTo>
                    <a:pt x="637" y="1"/>
                  </a:moveTo>
                  <a:cubicBezTo>
                    <a:pt x="285" y="1"/>
                    <a:pt x="1" y="285"/>
                    <a:pt x="1" y="637"/>
                  </a:cubicBezTo>
                  <a:cubicBezTo>
                    <a:pt x="1" y="989"/>
                    <a:pt x="285" y="1275"/>
                    <a:pt x="637" y="1275"/>
                  </a:cubicBezTo>
                  <a:lnTo>
                    <a:pt x="5730" y="1275"/>
                  </a:lnTo>
                  <a:cubicBezTo>
                    <a:pt x="6081" y="1275"/>
                    <a:pt x="6367" y="989"/>
                    <a:pt x="6367" y="637"/>
                  </a:cubicBezTo>
                  <a:cubicBezTo>
                    <a:pt x="6367" y="285"/>
                    <a:pt x="6081" y="1"/>
                    <a:pt x="573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3" name="Google Shape;4073;p52"/>
            <p:cNvSpPr/>
            <p:nvPr/>
          </p:nvSpPr>
          <p:spPr>
            <a:xfrm>
              <a:off x="3956011" y="1766566"/>
              <a:ext cx="103129" cy="20639"/>
            </a:xfrm>
            <a:custGeom>
              <a:rect b="b" l="l" r="r" t="t"/>
              <a:pathLst>
                <a:path extrusionOk="0" h="1274" w="6367">
                  <a:moveTo>
                    <a:pt x="637" y="1"/>
                  </a:moveTo>
                  <a:cubicBezTo>
                    <a:pt x="285" y="1"/>
                    <a:pt x="1" y="285"/>
                    <a:pt x="1" y="637"/>
                  </a:cubicBezTo>
                  <a:cubicBezTo>
                    <a:pt x="1" y="989"/>
                    <a:pt x="285" y="1274"/>
                    <a:pt x="637" y="1274"/>
                  </a:cubicBezTo>
                  <a:lnTo>
                    <a:pt x="5730" y="1274"/>
                  </a:lnTo>
                  <a:cubicBezTo>
                    <a:pt x="6081" y="1274"/>
                    <a:pt x="6367" y="989"/>
                    <a:pt x="6367" y="637"/>
                  </a:cubicBezTo>
                  <a:cubicBezTo>
                    <a:pt x="6367" y="285"/>
                    <a:pt x="6081" y="1"/>
                    <a:pt x="573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74" name="Google Shape;4074;p52"/>
          <p:cNvGrpSpPr/>
          <p:nvPr/>
        </p:nvGrpSpPr>
        <p:grpSpPr>
          <a:xfrm>
            <a:off x="3286822" y="1770143"/>
            <a:ext cx="359959" cy="337502"/>
            <a:chOff x="3360396" y="1690377"/>
            <a:chExt cx="352004" cy="330043"/>
          </a:xfrm>
        </p:grpSpPr>
        <p:sp>
          <p:nvSpPr>
            <p:cNvPr id="4075" name="Google Shape;4075;p52"/>
            <p:cNvSpPr/>
            <p:nvPr/>
          </p:nvSpPr>
          <p:spPr>
            <a:xfrm>
              <a:off x="3360396" y="1690377"/>
              <a:ext cx="352004" cy="330043"/>
            </a:xfrm>
            <a:custGeom>
              <a:rect b="b" l="l" r="r" t="t"/>
              <a:pathLst>
                <a:path extrusionOk="0" h="20373" w="21732">
                  <a:moveTo>
                    <a:pt x="20457" y="1274"/>
                  </a:moveTo>
                  <a:lnTo>
                    <a:pt x="20457" y="14006"/>
                  </a:lnTo>
                  <a:lnTo>
                    <a:pt x="1274" y="14006"/>
                  </a:lnTo>
                  <a:lnTo>
                    <a:pt x="1274" y="1274"/>
                  </a:lnTo>
                  <a:close/>
                  <a:moveTo>
                    <a:pt x="20457" y="15279"/>
                  </a:moveTo>
                  <a:lnTo>
                    <a:pt x="20457" y="19099"/>
                  </a:lnTo>
                  <a:lnTo>
                    <a:pt x="1274" y="19099"/>
                  </a:lnTo>
                  <a:lnTo>
                    <a:pt x="1274" y="15279"/>
                  </a:lnTo>
                  <a:close/>
                  <a:moveTo>
                    <a:pt x="635" y="1"/>
                  </a:moveTo>
                  <a:cubicBezTo>
                    <a:pt x="284" y="1"/>
                    <a:pt x="1" y="286"/>
                    <a:pt x="1" y="637"/>
                  </a:cubicBezTo>
                  <a:lnTo>
                    <a:pt x="1" y="19736"/>
                  </a:lnTo>
                  <a:cubicBezTo>
                    <a:pt x="1" y="20088"/>
                    <a:pt x="285" y="20372"/>
                    <a:pt x="637" y="20372"/>
                  </a:cubicBezTo>
                  <a:lnTo>
                    <a:pt x="21094" y="20372"/>
                  </a:lnTo>
                  <a:cubicBezTo>
                    <a:pt x="21446" y="20372"/>
                    <a:pt x="21731" y="20088"/>
                    <a:pt x="21731" y="19736"/>
                  </a:cubicBezTo>
                  <a:lnTo>
                    <a:pt x="21731" y="637"/>
                  </a:lnTo>
                  <a:cubicBezTo>
                    <a:pt x="21731" y="286"/>
                    <a:pt x="21447" y="1"/>
                    <a:pt x="21096" y="1"/>
                  </a:cubicBezTo>
                  <a:cubicBezTo>
                    <a:pt x="21095" y="1"/>
                    <a:pt x="21094" y="1"/>
                    <a:pt x="21094" y="1"/>
                  </a:cubicBezTo>
                  <a:lnTo>
                    <a:pt x="637" y="1"/>
                  </a:lnTo>
                  <a:cubicBezTo>
                    <a:pt x="637" y="1"/>
                    <a:pt x="636" y="1"/>
                    <a:pt x="63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6" name="Google Shape;4076;p52"/>
            <p:cNvSpPr/>
            <p:nvPr/>
          </p:nvSpPr>
          <p:spPr>
            <a:xfrm>
              <a:off x="3401635" y="1937897"/>
              <a:ext cx="269510" cy="61900"/>
            </a:xfrm>
            <a:custGeom>
              <a:rect b="b" l="l" r="r" t="t"/>
              <a:pathLst>
                <a:path extrusionOk="0" h="3821" w="16639">
                  <a:moveTo>
                    <a:pt x="13412" y="0"/>
                  </a:moveTo>
                  <a:cubicBezTo>
                    <a:pt x="13061" y="0"/>
                    <a:pt x="12776" y="285"/>
                    <a:pt x="12776" y="637"/>
                  </a:cubicBezTo>
                  <a:lnTo>
                    <a:pt x="12776" y="1273"/>
                  </a:lnTo>
                  <a:lnTo>
                    <a:pt x="637" y="1273"/>
                  </a:lnTo>
                  <a:cubicBezTo>
                    <a:pt x="285" y="1273"/>
                    <a:pt x="1" y="1559"/>
                    <a:pt x="1" y="1911"/>
                  </a:cubicBezTo>
                  <a:cubicBezTo>
                    <a:pt x="1" y="2262"/>
                    <a:pt x="285" y="2547"/>
                    <a:pt x="637" y="2547"/>
                  </a:cubicBezTo>
                  <a:lnTo>
                    <a:pt x="12776" y="2547"/>
                  </a:lnTo>
                  <a:lnTo>
                    <a:pt x="12776" y="3184"/>
                  </a:lnTo>
                  <a:cubicBezTo>
                    <a:pt x="12776" y="3536"/>
                    <a:pt x="13061" y="3820"/>
                    <a:pt x="13412" y="3820"/>
                  </a:cubicBezTo>
                  <a:cubicBezTo>
                    <a:pt x="13764" y="3820"/>
                    <a:pt x="14050" y="3536"/>
                    <a:pt x="14050" y="3184"/>
                  </a:cubicBezTo>
                  <a:lnTo>
                    <a:pt x="14050" y="2547"/>
                  </a:lnTo>
                  <a:lnTo>
                    <a:pt x="16002" y="2547"/>
                  </a:lnTo>
                  <a:cubicBezTo>
                    <a:pt x="16352" y="2547"/>
                    <a:pt x="16638" y="2262"/>
                    <a:pt x="16638" y="1910"/>
                  </a:cubicBezTo>
                  <a:cubicBezTo>
                    <a:pt x="16638" y="1558"/>
                    <a:pt x="16352" y="1273"/>
                    <a:pt x="16002" y="1273"/>
                  </a:cubicBezTo>
                  <a:lnTo>
                    <a:pt x="14050" y="1273"/>
                  </a:lnTo>
                  <a:lnTo>
                    <a:pt x="14050" y="637"/>
                  </a:lnTo>
                  <a:cubicBezTo>
                    <a:pt x="14050" y="285"/>
                    <a:pt x="13764" y="0"/>
                    <a:pt x="1341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7" name="Google Shape;4077;p52"/>
            <p:cNvSpPr/>
            <p:nvPr/>
          </p:nvSpPr>
          <p:spPr>
            <a:xfrm>
              <a:off x="3484826" y="1741926"/>
              <a:ext cx="125417" cy="144423"/>
            </a:xfrm>
            <a:custGeom>
              <a:rect b="b" l="l" r="r" t="t"/>
              <a:pathLst>
                <a:path extrusionOk="0" h="8915" w="7743">
                  <a:moveTo>
                    <a:pt x="1273" y="1763"/>
                  </a:moveTo>
                  <a:lnTo>
                    <a:pt x="5766" y="4459"/>
                  </a:lnTo>
                  <a:lnTo>
                    <a:pt x="1273" y="7154"/>
                  </a:lnTo>
                  <a:lnTo>
                    <a:pt x="1273" y="1763"/>
                  </a:lnTo>
                  <a:close/>
                  <a:moveTo>
                    <a:pt x="638" y="0"/>
                  </a:moveTo>
                  <a:cubicBezTo>
                    <a:pt x="306" y="0"/>
                    <a:pt x="0" y="266"/>
                    <a:pt x="0" y="638"/>
                  </a:cubicBezTo>
                  <a:lnTo>
                    <a:pt x="0" y="8278"/>
                  </a:lnTo>
                  <a:cubicBezTo>
                    <a:pt x="0" y="8507"/>
                    <a:pt x="123" y="8719"/>
                    <a:pt x="323" y="8831"/>
                  </a:cubicBezTo>
                  <a:cubicBezTo>
                    <a:pt x="421" y="8887"/>
                    <a:pt x="529" y="8914"/>
                    <a:pt x="637" y="8914"/>
                  </a:cubicBezTo>
                  <a:cubicBezTo>
                    <a:pt x="750" y="8914"/>
                    <a:pt x="864" y="8884"/>
                    <a:pt x="965" y="8823"/>
                  </a:cubicBezTo>
                  <a:lnTo>
                    <a:pt x="7331" y="5005"/>
                  </a:lnTo>
                  <a:cubicBezTo>
                    <a:pt x="7743" y="4757"/>
                    <a:pt x="7743" y="4160"/>
                    <a:pt x="7331" y="3913"/>
                  </a:cubicBezTo>
                  <a:lnTo>
                    <a:pt x="965" y="93"/>
                  </a:lnTo>
                  <a:cubicBezTo>
                    <a:pt x="860" y="29"/>
                    <a:pt x="747" y="0"/>
                    <a:pt x="63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78" name="Google Shape;4078;p52"/>
          <p:cNvSpPr/>
          <p:nvPr/>
        </p:nvSpPr>
        <p:spPr>
          <a:xfrm>
            <a:off x="4032138" y="1780698"/>
            <a:ext cx="360814" cy="316392"/>
          </a:xfrm>
          <a:custGeom>
            <a:rect b="b" l="l" r="r" t="t"/>
            <a:pathLst>
              <a:path extrusionOk="0" h="19100" w="21785">
                <a:moveTo>
                  <a:pt x="20513" y="2547"/>
                </a:moveTo>
                <a:lnTo>
                  <a:pt x="20513" y="5094"/>
                </a:lnTo>
                <a:lnTo>
                  <a:pt x="5147" y="5094"/>
                </a:lnTo>
                <a:lnTo>
                  <a:pt x="5147" y="2547"/>
                </a:lnTo>
                <a:lnTo>
                  <a:pt x="7737" y="2547"/>
                </a:lnTo>
                <a:lnTo>
                  <a:pt x="7737" y="3183"/>
                </a:lnTo>
                <a:cubicBezTo>
                  <a:pt x="7737" y="3535"/>
                  <a:pt x="8021" y="3820"/>
                  <a:pt x="8373" y="3820"/>
                </a:cubicBezTo>
                <a:cubicBezTo>
                  <a:pt x="8725" y="3820"/>
                  <a:pt x="9010" y="3535"/>
                  <a:pt x="9010" y="3183"/>
                </a:cubicBezTo>
                <a:lnTo>
                  <a:pt x="9010" y="2547"/>
                </a:lnTo>
                <a:lnTo>
                  <a:pt x="12193" y="2547"/>
                </a:lnTo>
                <a:lnTo>
                  <a:pt x="12193" y="3183"/>
                </a:lnTo>
                <a:cubicBezTo>
                  <a:pt x="12193" y="3535"/>
                  <a:pt x="12478" y="3820"/>
                  <a:pt x="12830" y="3820"/>
                </a:cubicBezTo>
                <a:cubicBezTo>
                  <a:pt x="13182" y="3820"/>
                  <a:pt x="13466" y="3535"/>
                  <a:pt x="13466" y="3183"/>
                </a:cubicBezTo>
                <a:lnTo>
                  <a:pt x="13466" y="2547"/>
                </a:lnTo>
                <a:lnTo>
                  <a:pt x="16692" y="2547"/>
                </a:lnTo>
                <a:lnTo>
                  <a:pt x="16692" y="3183"/>
                </a:lnTo>
                <a:cubicBezTo>
                  <a:pt x="16692" y="3535"/>
                  <a:pt x="16977" y="3820"/>
                  <a:pt x="17329" y="3820"/>
                </a:cubicBezTo>
                <a:cubicBezTo>
                  <a:pt x="17681" y="3820"/>
                  <a:pt x="17965" y="3535"/>
                  <a:pt x="17965" y="3183"/>
                </a:cubicBezTo>
                <a:lnTo>
                  <a:pt x="17965" y="2547"/>
                </a:lnTo>
                <a:close/>
                <a:moveTo>
                  <a:pt x="20499" y="6366"/>
                </a:moveTo>
                <a:cubicBezTo>
                  <a:pt x="20357" y="10404"/>
                  <a:pt x="18806" y="13583"/>
                  <a:pt x="17079" y="15279"/>
                </a:cubicBezTo>
                <a:lnTo>
                  <a:pt x="2139" y="15279"/>
                </a:lnTo>
                <a:cubicBezTo>
                  <a:pt x="4096" y="12785"/>
                  <a:pt x="5031" y="9536"/>
                  <a:pt x="5137" y="6366"/>
                </a:cubicBezTo>
                <a:close/>
                <a:moveTo>
                  <a:pt x="20511" y="12306"/>
                </a:moveTo>
                <a:lnTo>
                  <a:pt x="20511" y="17826"/>
                </a:lnTo>
                <a:lnTo>
                  <a:pt x="5147" y="17826"/>
                </a:lnTo>
                <a:lnTo>
                  <a:pt x="5147" y="16553"/>
                </a:lnTo>
                <a:lnTo>
                  <a:pt x="17328" y="16553"/>
                </a:lnTo>
                <a:cubicBezTo>
                  <a:pt x="17477" y="16552"/>
                  <a:pt x="17621" y="16501"/>
                  <a:pt x="17735" y="16405"/>
                </a:cubicBezTo>
                <a:cubicBezTo>
                  <a:pt x="18501" y="15767"/>
                  <a:pt x="19687" y="14250"/>
                  <a:pt x="20511" y="12306"/>
                </a:cubicBezTo>
                <a:close/>
                <a:moveTo>
                  <a:pt x="8372" y="1"/>
                </a:moveTo>
                <a:cubicBezTo>
                  <a:pt x="8021" y="1"/>
                  <a:pt x="7735" y="285"/>
                  <a:pt x="7735" y="637"/>
                </a:cubicBezTo>
                <a:lnTo>
                  <a:pt x="7735" y="1274"/>
                </a:lnTo>
                <a:lnTo>
                  <a:pt x="4511" y="1274"/>
                </a:lnTo>
                <a:cubicBezTo>
                  <a:pt x="4159" y="1274"/>
                  <a:pt x="3874" y="1558"/>
                  <a:pt x="3874" y="1910"/>
                </a:cubicBezTo>
                <a:lnTo>
                  <a:pt x="3874" y="5731"/>
                </a:lnTo>
                <a:cubicBezTo>
                  <a:pt x="3874" y="10421"/>
                  <a:pt x="1924" y="14031"/>
                  <a:pt x="283" y="15427"/>
                </a:cubicBezTo>
                <a:cubicBezTo>
                  <a:pt x="76" y="15598"/>
                  <a:pt x="1" y="15881"/>
                  <a:pt x="92" y="16133"/>
                </a:cubicBezTo>
                <a:cubicBezTo>
                  <a:pt x="182" y="16385"/>
                  <a:pt x="422" y="16552"/>
                  <a:pt x="690" y="16552"/>
                </a:cubicBezTo>
                <a:lnTo>
                  <a:pt x="690" y="16553"/>
                </a:lnTo>
                <a:lnTo>
                  <a:pt x="3874" y="16553"/>
                </a:lnTo>
                <a:lnTo>
                  <a:pt x="3874" y="18463"/>
                </a:lnTo>
                <a:cubicBezTo>
                  <a:pt x="3874" y="18815"/>
                  <a:pt x="4159" y="19099"/>
                  <a:pt x="4511" y="19099"/>
                </a:cubicBezTo>
                <a:lnTo>
                  <a:pt x="21148" y="19099"/>
                </a:lnTo>
                <a:cubicBezTo>
                  <a:pt x="21500" y="19099"/>
                  <a:pt x="21784" y="18815"/>
                  <a:pt x="21784" y="18463"/>
                </a:cubicBezTo>
                <a:lnTo>
                  <a:pt x="21784" y="1910"/>
                </a:lnTo>
                <a:cubicBezTo>
                  <a:pt x="21784" y="1558"/>
                  <a:pt x="21500" y="1274"/>
                  <a:pt x="21148" y="1274"/>
                </a:cubicBezTo>
                <a:lnTo>
                  <a:pt x="17964" y="1274"/>
                </a:lnTo>
                <a:lnTo>
                  <a:pt x="17964" y="637"/>
                </a:lnTo>
                <a:cubicBezTo>
                  <a:pt x="17964" y="285"/>
                  <a:pt x="17680" y="1"/>
                  <a:pt x="17328" y="1"/>
                </a:cubicBezTo>
                <a:cubicBezTo>
                  <a:pt x="16976" y="1"/>
                  <a:pt x="16691" y="285"/>
                  <a:pt x="16691" y="637"/>
                </a:cubicBezTo>
                <a:lnTo>
                  <a:pt x="16691" y="1274"/>
                </a:lnTo>
                <a:lnTo>
                  <a:pt x="13465" y="1274"/>
                </a:lnTo>
                <a:lnTo>
                  <a:pt x="13465" y="637"/>
                </a:lnTo>
                <a:cubicBezTo>
                  <a:pt x="13465" y="285"/>
                  <a:pt x="13181" y="1"/>
                  <a:pt x="12829" y="1"/>
                </a:cubicBezTo>
                <a:cubicBezTo>
                  <a:pt x="12477" y="1"/>
                  <a:pt x="12192" y="285"/>
                  <a:pt x="12192" y="637"/>
                </a:cubicBezTo>
                <a:lnTo>
                  <a:pt x="12192" y="1274"/>
                </a:lnTo>
                <a:lnTo>
                  <a:pt x="9010" y="1274"/>
                </a:lnTo>
                <a:lnTo>
                  <a:pt x="9010" y="637"/>
                </a:lnTo>
                <a:cubicBezTo>
                  <a:pt x="9010" y="285"/>
                  <a:pt x="8724" y="1"/>
                  <a:pt x="837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79" name="Google Shape;4079;p52"/>
          <p:cNvGrpSpPr/>
          <p:nvPr/>
        </p:nvGrpSpPr>
        <p:grpSpPr>
          <a:xfrm>
            <a:off x="4775116" y="1791231"/>
            <a:ext cx="359959" cy="295324"/>
            <a:chOff x="3714862" y="2916604"/>
            <a:chExt cx="352004" cy="288797"/>
          </a:xfrm>
        </p:grpSpPr>
        <p:sp>
          <p:nvSpPr>
            <p:cNvPr id="4080" name="Google Shape;4080;p52"/>
            <p:cNvSpPr/>
            <p:nvPr/>
          </p:nvSpPr>
          <p:spPr>
            <a:xfrm>
              <a:off x="3714862" y="2916604"/>
              <a:ext cx="352004" cy="288797"/>
            </a:xfrm>
            <a:custGeom>
              <a:rect b="b" l="l" r="r" t="t"/>
              <a:pathLst>
                <a:path extrusionOk="0" h="17827" w="21732">
                  <a:moveTo>
                    <a:pt x="14293" y="1273"/>
                  </a:moveTo>
                  <a:lnTo>
                    <a:pt x="15390" y="3467"/>
                  </a:lnTo>
                  <a:cubicBezTo>
                    <a:pt x="15497" y="3683"/>
                    <a:pt x="15718" y="3819"/>
                    <a:pt x="15959" y="3819"/>
                  </a:cubicBezTo>
                  <a:lnTo>
                    <a:pt x="20458" y="3819"/>
                  </a:lnTo>
                  <a:lnTo>
                    <a:pt x="20458" y="6367"/>
                  </a:lnTo>
                  <a:lnTo>
                    <a:pt x="14231" y="6367"/>
                  </a:lnTo>
                  <a:cubicBezTo>
                    <a:pt x="13270" y="5518"/>
                    <a:pt x="12068" y="5093"/>
                    <a:pt x="10866" y="5093"/>
                  </a:cubicBezTo>
                  <a:cubicBezTo>
                    <a:pt x="9664" y="5093"/>
                    <a:pt x="8462" y="5518"/>
                    <a:pt x="7501" y="6367"/>
                  </a:cubicBezTo>
                  <a:lnTo>
                    <a:pt x="1274" y="6367"/>
                  </a:lnTo>
                  <a:lnTo>
                    <a:pt x="1274" y="3819"/>
                  </a:lnTo>
                  <a:lnTo>
                    <a:pt x="5773" y="3819"/>
                  </a:lnTo>
                  <a:cubicBezTo>
                    <a:pt x="6015" y="3819"/>
                    <a:pt x="6235" y="3683"/>
                    <a:pt x="6343" y="3467"/>
                  </a:cubicBezTo>
                  <a:lnTo>
                    <a:pt x="7440" y="1273"/>
                  </a:lnTo>
                  <a:close/>
                  <a:moveTo>
                    <a:pt x="6457" y="7640"/>
                  </a:moveTo>
                  <a:cubicBezTo>
                    <a:pt x="5545" y="9216"/>
                    <a:pt x="5545" y="11158"/>
                    <a:pt x="6457" y="12733"/>
                  </a:cubicBezTo>
                  <a:lnTo>
                    <a:pt x="1274" y="12733"/>
                  </a:lnTo>
                  <a:lnTo>
                    <a:pt x="1274" y="7640"/>
                  </a:lnTo>
                  <a:close/>
                  <a:moveTo>
                    <a:pt x="20458" y="7641"/>
                  </a:moveTo>
                  <a:lnTo>
                    <a:pt x="20458" y="12733"/>
                  </a:lnTo>
                  <a:lnTo>
                    <a:pt x="15275" y="12733"/>
                  </a:lnTo>
                  <a:cubicBezTo>
                    <a:pt x="16187" y="11158"/>
                    <a:pt x="16187" y="9216"/>
                    <a:pt x="15275" y="7641"/>
                  </a:cubicBezTo>
                  <a:close/>
                  <a:moveTo>
                    <a:pt x="10866" y="6367"/>
                  </a:moveTo>
                  <a:cubicBezTo>
                    <a:pt x="12971" y="6367"/>
                    <a:pt x="14686" y="8082"/>
                    <a:pt x="14686" y="10187"/>
                  </a:cubicBezTo>
                  <a:cubicBezTo>
                    <a:pt x="14686" y="12292"/>
                    <a:pt x="12971" y="14007"/>
                    <a:pt x="10866" y="14007"/>
                  </a:cubicBezTo>
                  <a:cubicBezTo>
                    <a:pt x="8761" y="14007"/>
                    <a:pt x="7046" y="12292"/>
                    <a:pt x="7046" y="10187"/>
                  </a:cubicBezTo>
                  <a:cubicBezTo>
                    <a:pt x="7046" y="8080"/>
                    <a:pt x="8761" y="6367"/>
                    <a:pt x="10866" y="6367"/>
                  </a:cubicBezTo>
                  <a:close/>
                  <a:moveTo>
                    <a:pt x="20458" y="14007"/>
                  </a:moveTo>
                  <a:lnTo>
                    <a:pt x="20458" y="16553"/>
                  </a:lnTo>
                  <a:lnTo>
                    <a:pt x="1274" y="16553"/>
                  </a:lnTo>
                  <a:lnTo>
                    <a:pt x="1274" y="14007"/>
                  </a:lnTo>
                  <a:lnTo>
                    <a:pt x="7501" y="14007"/>
                  </a:lnTo>
                  <a:cubicBezTo>
                    <a:pt x="8462" y="14856"/>
                    <a:pt x="9664" y="15280"/>
                    <a:pt x="10866" y="15280"/>
                  </a:cubicBezTo>
                  <a:cubicBezTo>
                    <a:pt x="12068" y="15280"/>
                    <a:pt x="13270" y="14856"/>
                    <a:pt x="14231" y="14007"/>
                  </a:cubicBezTo>
                  <a:close/>
                  <a:moveTo>
                    <a:pt x="7046" y="1"/>
                  </a:moveTo>
                  <a:cubicBezTo>
                    <a:pt x="6805" y="1"/>
                    <a:pt x="6585" y="137"/>
                    <a:pt x="6477" y="353"/>
                  </a:cubicBezTo>
                  <a:lnTo>
                    <a:pt x="5380" y="2548"/>
                  </a:lnTo>
                  <a:lnTo>
                    <a:pt x="3863" y="2548"/>
                  </a:lnTo>
                  <a:lnTo>
                    <a:pt x="3863" y="1911"/>
                  </a:lnTo>
                  <a:cubicBezTo>
                    <a:pt x="3863" y="1559"/>
                    <a:pt x="3578" y="1273"/>
                    <a:pt x="3227" y="1273"/>
                  </a:cubicBezTo>
                  <a:cubicBezTo>
                    <a:pt x="2875" y="1273"/>
                    <a:pt x="2589" y="1559"/>
                    <a:pt x="2589" y="1911"/>
                  </a:cubicBezTo>
                  <a:lnTo>
                    <a:pt x="2589" y="2548"/>
                  </a:lnTo>
                  <a:lnTo>
                    <a:pt x="637" y="2548"/>
                  </a:lnTo>
                  <a:cubicBezTo>
                    <a:pt x="287" y="2548"/>
                    <a:pt x="1" y="2832"/>
                    <a:pt x="1" y="3184"/>
                  </a:cubicBezTo>
                  <a:lnTo>
                    <a:pt x="1" y="17190"/>
                  </a:lnTo>
                  <a:cubicBezTo>
                    <a:pt x="1" y="17542"/>
                    <a:pt x="287" y="17826"/>
                    <a:pt x="637" y="17826"/>
                  </a:cubicBezTo>
                  <a:lnTo>
                    <a:pt x="21095" y="17826"/>
                  </a:lnTo>
                  <a:cubicBezTo>
                    <a:pt x="21447" y="17826"/>
                    <a:pt x="21731" y="17542"/>
                    <a:pt x="21731" y="17190"/>
                  </a:cubicBezTo>
                  <a:lnTo>
                    <a:pt x="21731" y="3184"/>
                  </a:lnTo>
                  <a:cubicBezTo>
                    <a:pt x="21731" y="2832"/>
                    <a:pt x="21447" y="2548"/>
                    <a:pt x="21095" y="2548"/>
                  </a:cubicBezTo>
                  <a:lnTo>
                    <a:pt x="16352" y="2548"/>
                  </a:lnTo>
                  <a:lnTo>
                    <a:pt x="15255" y="353"/>
                  </a:lnTo>
                  <a:cubicBezTo>
                    <a:pt x="15148" y="137"/>
                    <a:pt x="14927" y="1"/>
                    <a:pt x="1468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1" name="Google Shape;4081;p52"/>
            <p:cNvSpPr/>
            <p:nvPr/>
          </p:nvSpPr>
          <p:spPr>
            <a:xfrm>
              <a:off x="3859911" y="2957865"/>
              <a:ext cx="61907" cy="20639"/>
            </a:xfrm>
            <a:custGeom>
              <a:rect b="b" l="l" r="r" t="t"/>
              <a:pathLst>
                <a:path extrusionOk="0" h="1274" w="3822">
                  <a:moveTo>
                    <a:pt x="638" y="1"/>
                  </a:moveTo>
                  <a:cubicBezTo>
                    <a:pt x="286" y="1"/>
                    <a:pt x="0" y="285"/>
                    <a:pt x="0" y="637"/>
                  </a:cubicBezTo>
                  <a:cubicBezTo>
                    <a:pt x="0" y="989"/>
                    <a:pt x="286" y="1274"/>
                    <a:pt x="638" y="1274"/>
                  </a:cubicBezTo>
                  <a:lnTo>
                    <a:pt x="3185" y="1274"/>
                  </a:lnTo>
                  <a:cubicBezTo>
                    <a:pt x="3536" y="1274"/>
                    <a:pt x="3822" y="989"/>
                    <a:pt x="3822" y="637"/>
                  </a:cubicBezTo>
                  <a:cubicBezTo>
                    <a:pt x="3822" y="285"/>
                    <a:pt x="3536" y="1"/>
                    <a:pt x="318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2" name="Google Shape;4082;p52"/>
            <p:cNvSpPr/>
            <p:nvPr/>
          </p:nvSpPr>
          <p:spPr>
            <a:xfrm>
              <a:off x="3849593" y="3040356"/>
              <a:ext cx="82542" cy="82523"/>
            </a:xfrm>
            <a:custGeom>
              <a:rect b="b" l="l" r="r" t="t"/>
              <a:pathLst>
                <a:path extrusionOk="0" h="5094" w="5096">
                  <a:moveTo>
                    <a:pt x="2548" y="1275"/>
                  </a:moveTo>
                  <a:cubicBezTo>
                    <a:pt x="3063" y="1275"/>
                    <a:pt x="3527" y="1585"/>
                    <a:pt x="3724" y="2061"/>
                  </a:cubicBezTo>
                  <a:cubicBezTo>
                    <a:pt x="3922" y="2537"/>
                    <a:pt x="3813" y="3085"/>
                    <a:pt x="3449" y="3449"/>
                  </a:cubicBezTo>
                  <a:cubicBezTo>
                    <a:pt x="3205" y="3692"/>
                    <a:pt x="2879" y="3821"/>
                    <a:pt x="2548" y="3821"/>
                  </a:cubicBezTo>
                  <a:cubicBezTo>
                    <a:pt x="2384" y="3821"/>
                    <a:pt x="2219" y="3790"/>
                    <a:pt x="2061" y="3724"/>
                  </a:cubicBezTo>
                  <a:cubicBezTo>
                    <a:pt x="1585" y="3528"/>
                    <a:pt x="1275" y="3064"/>
                    <a:pt x="1275" y="2548"/>
                  </a:cubicBezTo>
                  <a:cubicBezTo>
                    <a:pt x="1275" y="1845"/>
                    <a:pt x="1845" y="1275"/>
                    <a:pt x="2548" y="1275"/>
                  </a:cubicBezTo>
                  <a:close/>
                  <a:moveTo>
                    <a:pt x="2548" y="1"/>
                  </a:moveTo>
                  <a:cubicBezTo>
                    <a:pt x="1143" y="1"/>
                    <a:pt x="1" y="1143"/>
                    <a:pt x="1" y="2548"/>
                  </a:cubicBezTo>
                  <a:cubicBezTo>
                    <a:pt x="1" y="3953"/>
                    <a:pt x="1143" y="5094"/>
                    <a:pt x="2548" y="5094"/>
                  </a:cubicBezTo>
                  <a:cubicBezTo>
                    <a:pt x="3952" y="5094"/>
                    <a:pt x="5095" y="3952"/>
                    <a:pt x="5095" y="2548"/>
                  </a:cubicBezTo>
                  <a:cubicBezTo>
                    <a:pt x="5095" y="1144"/>
                    <a:pt x="3953" y="1"/>
                    <a:pt x="25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83" name="Google Shape;4083;p52"/>
          <p:cNvGrpSpPr/>
          <p:nvPr/>
        </p:nvGrpSpPr>
        <p:grpSpPr>
          <a:xfrm>
            <a:off x="5542558" y="1780695"/>
            <a:ext cx="359943" cy="316396"/>
            <a:chOff x="3154478" y="2863128"/>
            <a:chExt cx="351988" cy="309404"/>
          </a:xfrm>
        </p:grpSpPr>
        <p:sp>
          <p:nvSpPr>
            <p:cNvPr id="4084" name="Google Shape;4084;p52"/>
            <p:cNvSpPr/>
            <p:nvPr/>
          </p:nvSpPr>
          <p:spPr>
            <a:xfrm>
              <a:off x="3154478" y="2863128"/>
              <a:ext cx="351988" cy="309404"/>
            </a:xfrm>
            <a:custGeom>
              <a:rect b="b" l="l" r="r" t="t"/>
              <a:pathLst>
                <a:path extrusionOk="0" h="19099" w="21731">
                  <a:moveTo>
                    <a:pt x="20456" y="1273"/>
                  </a:moveTo>
                  <a:lnTo>
                    <a:pt x="20456" y="5093"/>
                  </a:lnTo>
                  <a:lnTo>
                    <a:pt x="1273" y="5093"/>
                  </a:lnTo>
                  <a:lnTo>
                    <a:pt x="1273" y="1273"/>
                  </a:lnTo>
                  <a:close/>
                  <a:moveTo>
                    <a:pt x="10865" y="13367"/>
                  </a:moveTo>
                  <a:cubicBezTo>
                    <a:pt x="12271" y="13367"/>
                    <a:pt x="13413" y="14511"/>
                    <a:pt x="13413" y="15915"/>
                  </a:cubicBezTo>
                  <a:cubicBezTo>
                    <a:pt x="13415" y="16648"/>
                    <a:pt x="13099" y="17344"/>
                    <a:pt x="12547" y="17826"/>
                  </a:cubicBezTo>
                  <a:lnTo>
                    <a:pt x="9184" y="17826"/>
                  </a:lnTo>
                  <a:cubicBezTo>
                    <a:pt x="8632" y="17344"/>
                    <a:pt x="8317" y="16648"/>
                    <a:pt x="8318" y="15915"/>
                  </a:cubicBezTo>
                  <a:cubicBezTo>
                    <a:pt x="8318" y="14511"/>
                    <a:pt x="9461" y="13367"/>
                    <a:pt x="10865" y="13367"/>
                  </a:cubicBezTo>
                  <a:close/>
                  <a:moveTo>
                    <a:pt x="10865" y="10823"/>
                  </a:moveTo>
                  <a:cubicBezTo>
                    <a:pt x="13675" y="10823"/>
                    <a:pt x="15959" y="13109"/>
                    <a:pt x="15959" y="15915"/>
                  </a:cubicBezTo>
                  <a:cubicBezTo>
                    <a:pt x="15960" y="16570"/>
                    <a:pt x="15833" y="17219"/>
                    <a:pt x="15587" y="17826"/>
                  </a:cubicBezTo>
                  <a:lnTo>
                    <a:pt x="14170" y="17826"/>
                  </a:lnTo>
                  <a:cubicBezTo>
                    <a:pt x="14506" y="17245"/>
                    <a:pt x="14683" y="16586"/>
                    <a:pt x="14684" y="15915"/>
                  </a:cubicBezTo>
                  <a:cubicBezTo>
                    <a:pt x="14684" y="13809"/>
                    <a:pt x="12971" y="12096"/>
                    <a:pt x="10865" y="12096"/>
                  </a:cubicBezTo>
                  <a:cubicBezTo>
                    <a:pt x="8759" y="12096"/>
                    <a:pt x="7045" y="13809"/>
                    <a:pt x="7045" y="15915"/>
                  </a:cubicBezTo>
                  <a:cubicBezTo>
                    <a:pt x="7046" y="16586"/>
                    <a:pt x="7224" y="17245"/>
                    <a:pt x="7561" y="17826"/>
                  </a:cubicBezTo>
                  <a:lnTo>
                    <a:pt x="6144" y="17826"/>
                  </a:lnTo>
                  <a:cubicBezTo>
                    <a:pt x="5897" y="17219"/>
                    <a:pt x="5771" y="16570"/>
                    <a:pt x="5772" y="15915"/>
                  </a:cubicBezTo>
                  <a:cubicBezTo>
                    <a:pt x="5772" y="13094"/>
                    <a:pt x="8071" y="10823"/>
                    <a:pt x="10865" y="10823"/>
                  </a:cubicBezTo>
                  <a:close/>
                  <a:moveTo>
                    <a:pt x="20456" y="6367"/>
                  </a:moveTo>
                  <a:lnTo>
                    <a:pt x="20456" y="17826"/>
                  </a:lnTo>
                  <a:lnTo>
                    <a:pt x="16939" y="17826"/>
                  </a:lnTo>
                  <a:cubicBezTo>
                    <a:pt x="17070" y="17411"/>
                    <a:pt x="17157" y="16984"/>
                    <a:pt x="17200" y="16551"/>
                  </a:cubicBezTo>
                  <a:lnTo>
                    <a:pt x="18547" y="16551"/>
                  </a:lnTo>
                  <a:cubicBezTo>
                    <a:pt x="18899" y="16551"/>
                    <a:pt x="19183" y="16267"/>
                    <a:pt x="19183" y="15915"/>
                  </a:cubicBezTo>
                  <a:cubicBezTo>
                    <a:pt x="19183" y="15563"/>
                    <a:pt x="18899" y="15278"/>
                    <a:pt x="18547" y="15278"/>
                  </a:cubicBezTo>
                  <a:lnTo>
                    <a:pt x="17200" y="15278"/>
                  </a:lnTo>
                  <a:cubicBezTo>
                    <a:pt x="17075" y="14033"/>
                    <a:pt x="16586" y="12854"/>
                    <a:pt x="15792" y="11887"/>
                  </a:cubicBezTo>
                  <a:lnTo>
                    <a:pt x="16717" y="10962"/>
                  </a:lnTo>
                  <a:cubicBezTo>
                    <a:pt x="16962" y="10713"/>
                    <a:pt x="16959" y="10313"/>
                    <a:pt x="16713" y="10067"/>
                  </a:cubicBezTo>
                  <a:cubicBezTo>
                    <a:pt x="16588" y="9943"/>
                    <a:pt x="16425" y="9881"/>
                    <a:pt x="16262" y="9881"/>
                  </a:cubicBezTo>
                  <a:cubicBezTo>
                    <a:pt x="16101" y="9881"/>
                    <a:pt x="15941" y="9941"/>
                    <a:pt x="15817" y="10062"/>
                  </a:cubicBezTo>
                  <a:lnTo>
                    <a:pt x="14892" y="10987"/>
                  </a:lnTo>
                  <a:cubicBezTo>
                    <a:pt x="13925" y="10193"/>
                    <a:pt x="12746" y="9703"/>
                    <a:pt x="11501" y="9579"/>
                  </a:cubicBezTo>
                  <a:lnTo>
                    <a:pt x="11501" y="8276"/>
                  </a:lnTo>
                  <a:cubicBezTo>
                    <a:pt x="11501" y="7924"/>
                    <a:pt x="11216" y="7639"/>
                    <a:pt x="10864" y="7639"/>
                  </a:cubicBezTo>
                  <a:cubicBezTo>
                    <a:pt x="10512" y="7639"/>
                    <a:pt x="10228" y="7924"/>
                    <a:pt x="10228" y="8276"/>
                  </a:cubicBezTo>
                  <a:lnTo>
                    <a:pt x="10228" y="9580"/>
                  </a:lnTo>
                  <a:cubicBezTo>
                    <a:pt x="8984" y="9705"/>
                    <a:pt x="7803" y="10194"/>
                    <a:pt x="6836" y="10988"/>
                  </a:cubicBezTo>
                  <a:lnTo>
                    <a:pt x="5911" y="10063"/>
                  </a:lnTo>
                  <a:cubicBezTo>
                    <a:pt x="5788" y="9942"/>
                    <a:pt x="5627" y="9881"/>
                    <a:pt x="5466" y="9881"/>
                  </a:cubicBezTo>
                  <a:cubicBezTo>
                    <a:pt x="5303" y="9881"/>
                    <a:pt x="5141" y="9943"/>
                    <a:pt x="5017" y="10067"/>
                  </a:cubicBezTo>
                  <a:cubicBezTo>
                    <a:pt x="4769" y="10315"/>
                    <a:pt x="4768" y="10714"/>
                    <a:pt x="5011" y="10963"/>
                  </a:cubicBezTo>
                  <a:lnTo>
                    <a:pt x="5936" y="11888"/>
                  </a:lnTo>
                  <a:cubicBezTo>
                    <a:pt x="5142" y="12855"/>
                    <a:pt x="4653" y="14034"/>
                    <a:pt x="4528" y="15280"/>
                  </a:cubicBezTo>
                  <a:lnTo>
                    <a:pt x="3224" y="15280"/>
                  </a:lnTo>
                  <a:cubicBezTo>
                    <a:pt x="2872" y="15280"/>
                    <a:pt x="2587" y="15564"/>
                    <a:pt x="2587" y="15916"/>
                  </a:cubicBezTo>
                  <a:cubicBezTo>
                    <a:pt x="2587" y="16268"/>
                    <a:pt x="2872" y="16553"/>
                    <a:pt x="3224" y="16553"/>
                  </a:cubicBezTo>
                  <a:lnTo>
                    <a:pt x="4528" y="16553"/>
                  </a:lnTo>
                  <a:cubicBezTo>
                    <a:pt x="4572" y="16985"/>
                    <a:pt x="4659" y="17413"/>
                    <a:pt x="4789" y="17827"/>
                  </a:cubicBezTo>
                  <a:lnTo>
                    <a:pt x="1273" y="17827"/>
                  </a:lnTo>
                  <a:lnTo>
                    <a:pt x="1273" y="6367"/>
                  </a:lnTo>
                  <a:close/>
                  <a:moveTo>
                    <a:pt x="21097" y="0"/>
                  </a:moveTo>
                  <a:cubicBezTo>
                    <a:pt x="21096" y="0"/>
                    <a:pt x="21095" y="0"/>
                    <a:pt x="21094" y="0"/>
                  </a:cubicBezTo>
                  <a:lnTo>
                    <a:pt x="637" y="0"/>
                  </a:lnTo>
                  <a:cubicBezTo>
                    <a:pt x="285" y="0"/>
                    <a:pt x="0" y="285"/>
                    <a:pt x="0" y="636"/>
                  </a:cubicBezTo>
                  <a:lnTo>
                    <a:pt x="0" y="18462"/>
                  </a:lnTo>
                  <a:cubicBezTo>
                    <a:pt x="0" y="18813"/>
                    <a:pt x="285" y="19098"/>
                    <a:pt x="637" y="19098"/>
                  </a:cubicBezTo>
                  <a:lnTo>
                    <a:pt x="21094" y="19098"/>
                  </a:lnTo>
                  <a:cubicBezTo>
                    <a:pt x="21445" y="19098"/>
                    <a:pt x="21731" y="18814"/>
                    <a:pt x="21731" y="18462"/>
                  </a:cubicBezTo>
                  <a:lnTo>
                    <a:pt x="21731" y="636"/>
                  </a:lnTo>
                  <a:cubicBezTo>
                    <a:pt x="21731" y="285"/>
                    <a:pt x="21446" y="0"/>
                    <a:pt x="2109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5" name="Google Shape;4085;p52"/>
            <p:cNvSpPr/>
            <p:nvPr/>
          </p:nvSpPr>
          <p:spPr>
            <a:xfrm>
              <a:off x="3320146" y="2904357"/>
              <a:ext cx="145065" cy="20639"/>
            </a:xfrm>
            <a:custGeom>
              <a:rect b="b" l="l" r="r" t="t"/>
              <a:pathLst>
                <a:path extrusionOk="0" h="1274" w="8956">
                  <a:moveTo>
                    <a:pt x="637" y="1"/>
                  </a:moveTo>
                  <a:cubicBezTo>
                    <a:pt x="285" y="1"/>
                    <a:pt x="1" y="285"/>
                    <a:pt x="1" y="637"/>
                  </a:cubicBezTo>
                  <a:cubicBezTo>
                    <a:pt x="1" y="989"/>
                    <a:pt x="285" y="1274"/>
                    <a:pt x="637" y="1274"/>
                  </a:cubicBezTo>
                  <a:lnTo>
                    <a:pt x="8319" y="1274"/>
                  </a:lnTo>
                  <a:cubicBezTo>
                    <a:pt x="8671" y="1274"/>
                    <a:pt x="8955" y="989"/>
                    <a:pt x="8955" y="637"/>
                  </a:cubicBezTo>
                  <a:cubicBezTo>
                    <a:pt x="8955" y="285"/>
                    <a:pt x="8671" y="1"/>
                    <a:pt x="831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6" name="Google Shape;4086;p52"/>
            <p:cNvSpPr/>
            <p:nvPr/>
          </p:nvSpPr>
          <p:spPr>
            <a:xfrm>
              <a:off x="3195587" y="2904357"/>
              <a:ext cx="21462" cy="20655"/>
            </a:xfrm>
            <a:custGeom>
              <a:rect b="b" l="l" r="r" t="t"/>
              <a:pathLst>
                <a:path extrusionOk="0" h="1275" w="1325">
                  <a:moveTo>
                    <a:pt x="687" y="1"/>
                  </a:moveTo>
                  <a:cubicBezTo>
                    <a:pt x="430" y="1"/>
                    <a:pt x="197" y="156"/>
                    <a:pt x="99" y="394"/>
                  </a:cubicBezTo>
                  <a:cubicBezTo>
                    <a:pt x="0" y="632"/>
                    <a:pt x="56" y="906"/>
                    <a:pt x="237" y="1087"/>
                  </a:cubicBezTo>
                  <a:cubicBezTo>
                    <a:pt x="359" y="1210"/>
                    <a:pt x="523" y="1274"/>
                    <a:pt x="688" y="1274"/>
                  </a:cubicBezTo>
                  <a:cubicBezTo>
                    <a:pt x="770" y="1274"/>
                    <a:pt x="852" y="1259"/>
                    <a:pt x="930" y="1226"/>
                  </a:cubicBezTo>
                  <a:cubicBezTo>
                    <a:pt x="1169" y="1127"/>
                    <a:pt x="1325" y="895"/>
                    <a:pt x="1325" y="637"/>
                  </a:cubicBezTo>
                  <a:cubicBezTo>
                    <a:pt x="1325" y="285"/>
                    <a:pt x="1039" y="1"/>
                    <a:pt x="6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7" name="Google Shape;4087;p52"/>
            <p:cNvSpPr/>
            <p:nvPr/>
          </p:nvSpPr>
          <p:spPr>
            <a:xfrm>
              <a:off x="3236842" y="2904357"/>
              <a:ext cx="21445" cy="20655"/>
            </a:xfrm>
            <a:custGeom>
              <a:rect b="b" l="l" r="r" t="t"/>
              <a:pathLst>
                <a:path extrusionOk="0" h="1275" w="1324">
                  <a:moveTo>
                    <a:pt x="687" y="1"/>
                  </a:moveTo>
                  <a:cubicBezTo>
                    <a:pt x="429" y="1"/>
                    <a:pt x="198" y="156"/>
                    <a:pt x="98" y="394"/>
                  </a:cubicBezTo>
                  <a:cubicBezTo>
                    <a:pt x="0" y="632"/>
                    <a:pt x="55" y="906"/>
                    <a:pt x="237" y="1087"/>
                  </a:cubicBezTo>
                  <a:cubicBezTo>
                    <a:pt x="359" y="1210"/>
                    <a:pt x="522" y="1274"/>
                    <a:pt x="688" y="1274"/>
                  </a:cubicBezTo>
                  <a:cubicBezTo>
                    <a:pt x="769" y="1274"/>
                    <a:pt x="852" y="1259"/>
                    <a:pt x="931" y="1226"/>
                  </a:cubicBezTo>
                  <a:cubicBezTo>
                    <a:pt x="1169" y="1127"/>
                    <a:pt x="1324" y="895"/>
                    <a:pt x="1324" y="637"/>
                  </a:cubicBezTo>
                  <a:cubicBezTo>
                    <a:pt x="1324" y="285"/>
                    <a:pt x="1039" y="1"/>
                    <a:pt x="6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8" name="Google Shape;4088;p52"/>
            <p:cNvSpPr/>
            <p:nvPr/>
          </p:nvSpPr>
          <p:spPr>
            <a:xfrm>
              <a:off x="3278081" y="2904357"/>
              <a:ext cx="21445" cy="20655"/>
            </a:xfrm>
            <a:custGeom>
              <a:rect b="b" l="l" r="r" t="t"/>
              <a:pathLst>
                <a:path extrusionOk="0" h="1275" w="1324">
                  <a:moveTo>
                    <a:pt x="687" y="1"/>
                  </a:moveTo>
                  <a:cubicBezTo>
                    <a:pt x="430" y="1"/>
                    <a:pt x="198" y="156"/>
                    <a:pt x="100" y="394"/>
                  </a:cubicBezTo>
                  <a:cubicBezTo>
                    <a:pt x="0" y="632"/>
                    <a:pt x="55" y="906"/>
                    <a:pt x="237" y="1087"/>
                  </a:cubicBezTo>
                  <a:cubicBezTo>
                    <a:pt x="360" y="1210"/>
                    <a:pt x="523" y="1274"/>
                    <a:pt x="688" y="1274"/>
                  </a:cubicBezTo>
                  <a:cubicBezTo>
                    <a:pt x="770" y="1274"/>
                    <a:pt x="852" y="1259"/>
                    <a:pt x="931" y="1226"/>
                  </a:cubicBezTo>
                  <a:cubicBezTo>
                    <a:pt x="1169" y="1127"/>
                    <a:pt x="1324" y="895"/>
                    <a:pt x="1324" y="637"/>
                  </a:cubicBezTo>
                  <a:cubicBezTo>
                    <a:pt x="1324" y="285"/>
                    <a:pt x="1039" y="1"/>
                    <a:pt x="6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89" name="Google Shape;4089;p52"/>
          <p:cNvGrpSpPr/>
          <p:nvPr/>
        </p:nvGrpSpPr>
        <p:grpSpPr>
          <a:xfrm>
            <a:off x="6278960" y="1780679"/>
            <a:ext cx="359943" cy="316429"/>
            <a:chOff x="2607002" y="2943318"/>
            <a:chExt cx="351988" cy="309436"/>
          </a:xfrm>
        </p:grpSpPr>
        <p:sp>
          <p:nvSpPr>
            <p:cNvPr id="4090" name="Google Shape;4090;p52"/>
            <p:cNvSpPr/>
            <p:nvPr/>
          </p:nvSpPr>
          <p:spPr>
            <a:xfrm>
              <a:off x="2607002" y="2943318"/>
              <a:ext cx="351988" cy="309436"/>
            </a:xfrm>
            <a:custGeom>
              <a:rect b="b" l="l" r="r" t="t"/>
              <a:pathLst>
                <a:path extrusionOk="0" h="19101" w="21731">
                  <a:moveTo>
                    <a:pt x="20458" y="1275"/>
                  </a:moveTo>
                  <a:lnTo>
                    <a:pt x="20458" y="5095"/>
                  </a:lnTo>
                  <a:lnTo>
                    <a:pt x="1275" y="5095"/>
                  </a:lnTo>
                  <a:lnTo>
                    <a:pt x="1275" y="1275"/>
                  </a:lnTo>
                  <a:close/>
                  <a:moveTo>
                    <a:pt x="20458" y="6368"/>
                  </a:moveTo>
                  <a:lnTo>
                    <a:pt x="20458" y="17827"/>
                  </a:lnTo>
                  <a:lnTo>
                    <a:pt x="1275" y="17827"/>
                  </a:lnTo>
                  <a:lnTo>
                    <a:pt x="1275" y="6368"/>
                  </a:lnTo>
                  <a:close/>
                  <a:moveTo>
                    <a:pt x="638" y="0"/>
                  </a:moveTo>
                  <a:cubicBezTo>
                    <a:pt x="286" y="0"/>
                    <a:pt x="0" y="286"/>
                    <a:pt x="0" y="637"/>
                  </a:cubicBezTo>
                  <a:lnTo>
                    <a:pt x="0" y="18464"/>
                  </a:lnTo>
                  <a:cubicBezTo>
                    <a:pt x="0" y="18814"/>
                    <a:pt x="286" y="19100"/>
                    <a:pt x="638" y="19100"/>
                  </a:cubicBezTo>
                  <a:lnTo>
                    <a:pt x="21094" y="19100"/>
                  </a:lnTo>
                  <a:cubicBezTo>
                    <a:pt x="21446" y="19100"/>
                    <a:pt x="21731" y="18814"/>
                    <a:pt x="21731" y="18464"/>
                  </a:cubicBezTo>
                  <a:lnTo>
                    <a:pt x="21731" y="637"/>
                  </a:lnTo>
                  <a:cubicBezTo>
                    <a:pt x="21731" y="286"/>
                    <a:pt x="21446" y="0"/>
                    <a:pt x="2109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1" name="Google Shape;4091;p52"/>
            <p:cNvSpPr/>
            <p:nvPr/>
          </p:nvSpPr>
          <p:spPr>
            <a:xfrm>
              <a:off x="2669541" y="3067070"/>
              <a:ext cx="226895" cy="144407"/>
            </a:xfrm>
            <a:custGeom>
              <a:rect b="b" l="l" r="r" t="t"/>
              <a:pathLst>
                <a:path extrusionOk="0" h="8914" w="14008">
                  <a:moveTo>
                    <a:pt x="12736" y="3449"/>
                  </a:moveTo>
                  <a:lnTo>
                    <a:pt x="12734" y="7641"/>
                  </a:lnTo>
                  <a:lnTo>
                    <a:pt x="1275" y="7641"/>
                  </a:lnTo>
                  <a:lnTo>
                    <a:pt x="1275" y="7269"/>
                  </a:lnTo>
                  <a:lnTo>
                    <a:pt x="3186" y="5358"/>
                  </a:lnTo>
                  <a:lnTo>
                    <a:pt x="4645" y="6818"/>
                  </a:lnTo>
                  <a:cubicBezTo>
                    <a:pt x="4770" y="6942"/>
                    <a:pt x="4933" y="7004"/>
                    <a:pt x="5096" y="7004"/>
                  </a:cubicBezTo>
                  <a:cubicBezTo>
                    <a:pt x="5259" y="7004"/>
                    <a:pt x="5422" y="6942"/>
                    <a:pt x="5546" y="6818"/>
                  </a:cubicBezTo>
                  <a:lnTo>
                    <a:pt x="8915" y="3449"/>
                  </a:lnTo>
                  <a:lnTo>
                    <a:pt x="10375" y="4908"/>
                  </a:lnTo>
                  <a:cubicBezTo>
                    <a:pt x="10499" y="5032"/>
                    <a:pt x="10662" y="5094"/>
                    <a:pt x="10825" y="5094"/>
                  </a:cubicBezTo>
                  <a:cubicBezTo>
                    <a:pt x="10989" y="5094"/>
                    <a:pt x="11152" y="5032"/>
                    <a:pt x="11276" y="4908"/>
                  </a:cubicBezTo>
                  <a:lnTo>
                    <a:pt x="12736" y="3449"/>
                  </a:lnTo>
                  <a:close/>
                  <a:moveTo>
                    <a:pt x="638" y="0"/>
                  </a:moveTo>
                  <a:cubicBezTo>
                    <a:pt x="286" y="0"/>
                    <a:pt x="1" y="286"/>
                    <a:pt x="1" y="637"/>
                  </a:cubicBezTo>
                  <a:lnTo>
                    <a:pt x="1" y="8277"/>
                  </a:lnTo>
                  <a:cubicBezTo>
                    <a:pt x="1" y="8629"/>
                    <a:pt x="286" y="8914"/>
                    <a:pt x="637" y="8914"/>
                  </a:cubicBezTo>
                  <a:lnTo>
                    <a:pt x="13371" y="8914"/>
                  </a:lnTo>
                  <a:cubicBezTo>
                    <a:pt x="13721" y="8914"/>
                    <a:pt x="14007" y="8629"/>
                    <a:pt x="14007" y="8277"/>
                  </a:cubicBezTo>
                  <a:lnTo>
                    <a:pt x="14007" y="1911"/>
                  </a:lnTo>
                  <a:cubicBezTo>
                    <a:pt x="14007" y="1653"/>
                    <a:pt x="13851" y="1422"/>
                    <a:pt x="13614" y="1322"/>
                  </a:cubicBezTo>
                  <a:lnTo>
                    <a:pt x="13616" y="1322"/>
                  </a:lnTo>
                  <a:cubicBezTo>
                    <a:pt x="13537" y="1290"/>
                    <a:pt x="13454" y="1274"/>
                    <a:pt x="13372" y="1274"/>
                  </a:cubicBezTo>
                  <a:cubicBezTo>
                    <a:pt x="13206" y="1274"/>
                    <a:pt x="13042" y="1339"/>
                    <a:pt x="12921" y="1461"/>
                  </a:cubicBezTo>
                  <a:lnTo>
                    <a:pt x="10823" y="3557"/>
                  </a:lnTo>
                  <a:lnTo>
                    <a:pt x="9364" y="2098"/>
                  </a:lnTo>
                  <a:cubicBezTo>
                    <a:pt x="9240" y="1973"/>
                    <a:pt x="9077" y="1911"/>
                    <a:pt x="8914" y="1911"/>
                  </a:cubicBezTo>
                  <a:cubicBezTo>
                    <a:pt x="8751" y="1911"/>
                    <a:pt x="8589" y="1973"/>
                    <a:pt x="8464" y="2098"/>
                  </a:cubicBezTo>
                  <a:lnTo>
                    <a:pt x="5094" y="5467"/>
                  </a:lnTo>
                  <a:lnTo>
                    <a:pt x="3634" y="4007"/>
                  </a:lnTo>
                  <a:cubicBezTo>
                    <a:pt x="3510" y="3883"/>
                    <a:pt x="3347" y="3821"/>
                    <a:pt x="3184" y="3821"/>
                  </a:cubicBezTo>
                  <a:cubicBezTo>
                    <a:pt x="3022" y="3821"/>
                    <a:pt x="2859" y="3883"/>
                    <a:pt x="2734" y="4007"/>
                  </a:cubicBezTo>
                  <a:lnTo>
                    <a:pt x="1275" y="5467"/>
                  </a:lnTo>
                  <a:lnTo>
                    <a:pt x="1275" y="637"/>
                  </a:lnTo>
                  <a:cubicBezTo>
                    <a:pt x="1275" y="286"/>
                    <a:pt x="989" y="0"/>
                    <a:pt x="63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2" name="Google Shape;4092;p52"/>
            <p:cNvSpPr/>
            <p:nvPr/>
          </p:nvSpPr>
          <p:spPr>
            <a:xfrm>
              <a:off x="2772686" y="2984579"/>
              <a:ext cx="145065" cy="20639"/>
            </a:xfrm>
            <a:custGeom>
              <a:rect b="b" l="l" r="r" t="t"/>
              <a:pathLst>
                <a:path extrusionOk="0" h="1274" w="8956">
                  <a:moveTo>
                    <a:pt x="637" y="1"/>
                  </a:moveTo>
                  <a:cubicBezTo>
                    <a:pt x="286" y="1"/>
                    <a:pt x="0" y="285"/>
                    <a:pt x="0" y="637"/>
                  </a:cubicBezTo>
                  <a:cubicBezTo>
                    <a:pt x="0" y="989"/>
                    <a:pt x="286" y="1274"/>
                    <a:pt x="637" y="1274"/>
                  </a:cubicBezTo>
                  <a:lnTo>
                    <a:pt x="8319" y="1274"/>
                  </a:lnTo>
                  <a:cubicBezTo>
                    <a:pt x="8671" y="1274"/>
                    <a:pt x="8956" y="989"/>
                    <a:pt x="8956" y="637"/>
                  </a:cubicBezTo>
                  <a:cubicBezTo>
                    <a:pt x="8956" y="285"/>
                    <a:pt x="8671" y="1"/>
                    <a:pt x="831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3" name="Google Shape;4093;p52"/>
            <p:cNvSpPr/>
            <p:nvPr/>
          </p:nvSpPr>
          <p:spPr>
            <a:xfrm>
              <a:off x="2648127" y="2984579"/>
              <a:ext cx="21445" cy="20639"/>
            </a:xfrm>
            <a:custGeom>
              <a:rect b="b" l="l" r="r" t="t"/>
              <a:pathLst>
                <a:path extrusionOk="0" h="1274" w="1324">
                  <a:moveTo>
                    <a:pt x="687" y="1"/>
                  </a:moveTo>
                  <a:cubicBezTo>
                    <a:pt x="429" y="1"/>
                    <a:pt x="198" y="155"/>
                    <a:pt x="100" y="394"/>
                  </a:cubicBezTo>
                  <a:cubicBezTo>
                    <a:pt x="1" y="632"/>
                    <a:pt x="55" y="904"/>
                    <a:pt x="238" y="1087"/>
                  </a:cubicBezTo>
                  <a:cubicBezTo>
                    <a:pt x="359" y="1209"/>
                    <a:pt x="521" y="1274"/>
                    <a:pt x="686" y="1274"/>
                  </a:cubicBezTo>
                  <a:cubicBezTo>
                    <a:pt x="769" y="1274"/>
                    <a:pt x="852" y="1258"/>
                    <a:pt x="931" y="1225"/>
                  </a:cubicBezTo>
                  <a:cubicBezTo>
                    <a:pt x="1169" y="1127"/>
                    <a:pt x="1324" y="894"/>
                    <a:pt x="1324" y="637"/>
                  </a:cubicBezTo>
                  <a:cubicBezTo>
                    <a:pt x="1324" y="285"/>
                    <a:pt x="1039" y="1"/>
                    <a:pt x="6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4" name="Google Shape;4094;p52"/>
            <p:cNvSpPr/>
            <p:nvPr/>
          </p:nvSpPr>
          <p:spPr>
            <a:xfrm>
              <a:off x="2689366" y="2984579"/>
              <a:ext cx="21478" cy="20639"/>
            </a:xfrm>
            <a:custGeom>
              <a:rect b="b" l="l" r="r" t="t"/>
              <a:pathLst>
                <a:path extrusionOk="0" h="1274" w="1326">
                  <a:moveTo>
                    <a:pt x="689" y="1"/>
                  </a:moveTo>
                  <a:cubicBezTo>
                    <a:pt x="431" y="1"/>
                    <a:pt x="198" y="155"/>
                    <a:pt x="100" y="394"/>
                  </a:cubicBezTo>
                  <a:cubicBezTo>
                    <a:pt x="1" y="630"/>
                    <a:pt x="56" y="904"/>
                    <a:pt x="237" y="1087"/>
                  </a:cubicBezTo>
                  <a:cubicBezTo>
                    <a:pt x="359" y="1209"/>
                    <a:pt x="522" y="1274"/>
                    <a:pt x="687" y="1274"/>
                  </a:cubicBezTo>
                  <a:cubicBezTo>
                    <a:pt x="769" y="1274"/>
                    <a:pt x="852" y="1258"/>
                    <a:pt x="931" y="1225"/>
                  </a:cubicBezTo>
                  <a:cubicBezTo>
                    <a:pt x="1169" y="1127"/>
                    <a:pt x="1324" y="894"/>
                    <a:pt x="1325" y="637"/>
                  </a:cubicBezTo>
                  <a:cubicBezTo>
                    <a:pt x="1325" y="285"/>
                    <a:pt x="1039" y="1"/>
                    <a:pt x="68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5" name="Google Shape;4095;p52"/>
            <p:cNvSpPr/>
            <p:nvPr/>
          </p:nvSpPr>
          <p:spPr>
            <a:xfrm>
              <a:off x="2730621" y="2984579"/>
              <a:ext cx="21462" cy="20639"/>
            </a:xfrm>
            <a:custGeom>
              <a:rect b="b" l="l" r="r" t="t"/>
              <a:pathLst>
                <a:path extrusionOk="0" h="1274" w="1325">
                  <a:moveTo>
                    <a:pt x="688" y="1"/>
                  </a:moveTo>
                  <a:cubicBezTo>
                    <a:pt x="430" y="1"/>
                    <a:pt x="198" y="155"/>
                    <a:pt x="99" y="394"/>
                  </a:cubicBezTo>
                  <a:cubicBezTo>
                    <a:pt x="1" y="632"/>
                    <a:pt x="55" y="904"/>
                    <a:pt x="238" y="1087"/>
                  </a:cubicBezTo>
                  <a:cubicBezTo>
                    <a:pt x="359" y="1209"/>
                    <a:pt x="521" y="1274"/>
                    <a:pt x="687" y="1274"/>
                  </a:cubicBezTo>
                  <a:cubicBezTo>
                    <a:pt x="769" y="1274"/>
                    <a:pt x="852" y="1258"/>
                    <a:pt x="931" y="1225"/>
                  </a:cubicBezTo>
                  <a:cubicBezTo>
                    <a:pt x="1169" y="1127"/>
                    <a:pt x="1324" y="894"/>
                    <a:pt x="1324" y="637"/>
                  </a:cubicBezTo>
                  <a:cubicBezTo>
                    <a:pt x="1324" y="285"/>
                    <a:pt x="1040" y="1"/>
                    <a:pt x="68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96" name="Google Shape;4096;p52"/>
          <p:cNvGrpSpPr/>
          <p:nvPr/>
        </p:nvGrpSpPr>
        <p:grpSpPr>
          <a:xfrm>
            <a:off x="7039968" y="1801776"/>
            <a:ext cx="359943" cy="274236"/>
            <a:chOff x="2066945" y="2957412"/>
            <a:chExt cx="351988" cy="268175"/>
          </a:xfrm>
        </p:grpSpPr>
        <p:sp>
          <p:nvSpPr>
            <p:cNvPr id="4097" name="Google Shape;4097;p52"/>
            <p:cNvSpPr/>
            <p:nvPr/>
          </p:nvSpPr>
          <p:spPr>
            <a:xfrm>
              <a:off x="2066945" y="2957412"/>
              <a:ext cx="351988" cy="268175"/>
            </a:xfrm>
            <a:custGeom>
              <a:rect b="b" l="l" r="r" t="t"/>
              <a:pathLst>
                <a:path extrusionOk="0" h="16554" w="21731">
                  <a:moveTo>
                    <a:pt x="5771" y="6629"/>
                  </a:moveTo>
                  <a:lnTo>
                    <a:pt x="8055" y="8913"/>
                  </a:lnTo>
                  <a:lnTo>
                    <a:pt x="7047" y="9923"/>
                  </a:lnTo>
                  <a:lnTo>
                    <a:pt x="6222" y="9100"/>
                  </a:lnTo>
                  <a:cubicBezTo>
                    <a:pt x="6098" y="8975"/>
                    <a:pt x="5935" y="8913"/>
                    <a:pt x="5772" y="8913"/>
                  </a:cubicBezTo>
                  <a:cubicBezTo>
                    <a:pt x="5610" y="8913"/>
                    <a:pt x="5447" y="8975"/>
                    <a:pt x="5323" y="9100"/>
                  </a:cubicBezTo>
                  <a:lnTo>
                    <a:pt x="4499" y="9923"/>
                  </a:lnTo>
                  <a:lnTo>
                    <a:pt x="3478" y="8903"/>
                  </a:lnTo>
                  <a:lnTo>
                    <a:pt x="5771" y="6629"/>
                  </a:lnTo>
                  <a:close/>
                  <a:moveTo>
                    <a:pt x="15960" y="7902"/>
                  </a:moveTo>
                  <a:lnTo>
                    <a:pt x="16974" y="8908"/>
                  </a:lnTo>
                  <a:lnTo>
                    <a:pt x="15959" y="9923"/>
                  </a:lnTo>
                  <a:lnTo>
                    <a:pt x="14949" y="8913"/>
                  </a:lnTo>
                  <a:lnTo>
                    <a:pt x="15960" y="7902"/>
                  </a:lnTo>
                  <a:close/>
                  <a:moveTo>
                    <a:pt x="20458" y="1274"/>
                  </a:moveTo>
                  <a:lnTo>
                    <a:pt x="20457" y="10568"/>
                  </a:lnTo>
                  <a:lnTo>
                    <a:pt x="16406" y="6552"/>
                  </a:lnTo>
                  <a:cubicBezTo>
                    <a:pt x="16282" y="6429"/>
                    <a:pt x="16120" y="6367"/>
                    <a:pt x="15958" y="6367"/>
                  </a:cubicBezTo>
                  <a:cubicBezTo>
                    <a:pt x="15795" y="6367"/>
                    <a:pt x="15632" y="6429"/>
                    <a:pt x="15508" y="6554"/>
                  </a:cubicBezTo>
                  <a:lnTo>
                    <a:pt x="11502" y="10561"/>
                  </a:lnTo>
                  <a:lnTo>
                    <a:pt x="6224" y="5281"/>
                  </a:lnTo>
                  <a:cubicBezTo>
                    <a:pt x="6099" y="5157"/>
                    <a:pt x="5936" y="5095"/>
                    <a:pt x="5773" y="5095"/>
                  </a:cubicBezTo>
                  <a:cubicBezTo>
                    <a:pt x="5611" y="5095"/>
                    <a:pt x="5449" y="5156"/>
                    <a:pt x="5325" y="5279"/>
                  </a:cubicBezTo>
                  <a:lnTo>
                    <a:pt x="1275" y="9297"/>
                  </a:lnTo>
                  <a:lnTo>
                    <a:pt x="1275" y="1274"/>
                  </a:lnTo>
                  <a:close/>
                  <a:moveTo>
                    <a:pt x="2575" y="9798"/>
                  </a:moveTo>
                  <a:lnTo>
                    <a:pt x="4050" y="11274"/>
                  </a:lnTo>
                  <a:cubicBezTo>
                    <a:pt x="4174" y="11398"/>
                    <a:pt x="4337" y="11460"/>
                    <a:pt x="4500" y="11460"/>
                  </a:cubicBezTo>
                  <a:cubicBezTo>
                    <a:pt x="4663" y="11460"/>
                    <a:pt x="4826" y="11398"/>
                    <a:pt x="4951" y="11274"/>
                  </a:cubicBezTo>
                  <a:lnTo>
                    <a:pt x="5772" y="10451"/>
                  </a:lnTo>
                  <a:lnTo>
                    <a:pt x="6597" y="11274"/>
                  </a:lnTo>
                  <a:cubicBezTo>
                    <a:pt x="6721" y="11398"/>
                    <a:pt x="6883" y="11460"/>
                    <a:pt x="7046" y="11460"/>
                  </a:cubicBezTo>
                  <a:cubicBezTo>
                    <a:pt x="7209" y="11460"/>
                    <a:pt x="7372" y="11398"/>
                    <a:pt x="7497" y="11274"/>
                  </a:cubicBezTo>
                  <a:lnTo>
                    <a:pt x="8956" y="9814"/>
                  </a:lnTo>
                  <a:lnTo>
                    <a:pt x="12963" y="13820"/>
                  </a:lnTo>
                  <a:cubicBezTo>
                    <a:pt x="13087" y="13941"/>
                    <a:pt x="13247" y="14002"/>
                    <a:pt x="13408" y="14002"/>
                  </a:cubicBezTo>
                  <a:cubicBezTo>
                    <a:pt x="13571" y="14002"/>
                    <a:pt x="13734" y="13940"/>
                    <a:pt x="13858" y="13816"/>
                  </a:cubicBezTo>
                  <a:cubicBezTo>
                    <a:pt x="14105" y="13568"/>
                    <a:pt x="14106" y="13169"/>
                    <a:pt x="13863" y="12920"/>
                  </a:cubicBezTo>
                  <a:lnTo>
                    <a:pt x="12403" y="11460"/>
                  </a:lnTo>
                  <a:lnTo>
                    <a:pt x="14049" y="9814"/>
                  </a:lnTo>
                  <a:lnTo>
                    <a:pt x="15509" y="11274"/>
                  </a:lnTo>
                  <a:cubicBezTo>
                    <a:pt x="15633" y="11398"/>
                    <a:pt x="15796" y="11460"/>
                    <a:pt x="15959" y="11460"/>
                  </a:cubicBezTo>
                  <a:cubicBezTo>
                    <a:pt x="16122" y="11460"/>
                    <a:pt x="16284" y="11398"/>
                    <a:pt x="16409" y="11274"/>
                  </a:cubicBezTo>
                  <a:lnTo>
                    <a:pt x="17879" y="9804"/>
                  </a:lnTo>
                  <a:lnTo>
                    <a:pt x="20458" y="12363"/>
                  </a:lnTo>
                  <a:lnTo>
                    <a:pt x="20458" y="15281"/>
                  </a:lnTo>
                  <a:lnTo>
                    <a:pt x="1275" y="15281"/>
                  </a:lnTo>
                  <a:lnTo>
                    <a:pt x="1275" y="11089"/>
                  </a:lnTo>
                  <a:lnTo>
                    <a:pt x="2575" y="9798"/>
                  </a:lnTo>
                  <a:close/>
                  <a:moveTo>
                    <a:pt x="637" y="1"/>
                  </a:moveTo>
                  <a:cubicBezTo>
                    <a:pt x="286" y="1"/>
                    <a:pt x="0" y="285"/>
                    <a:pt x="0" y="637"/>
                  </a:cubicBezTo>
                  <a:lnTo>
                    <a:pt x="0" y="15917"/>
                  </a:lnTo>
                  <a:cubicBezTo>
                    <a:pt x="0" y="16268"/>
                    <a:pt x="286" y="16554"/>
                    <a:pt x="637" y="16554"/>
                  </a:cubicBezTo>
                  <a:lnTo>
                    <a:pt x="21094" y="16554"/>
                  </a:lnTo>
                  <a:cubicBezTo>
                    <a:pt x="21446" y="16554"/>
                    <a:pt x="21731" y="16268"/>
                    <a:pt x="21731" y="15917"/>
                  </a:cubicBezTo>
                  <a:lnTo>
                    <a:pt x="21731" y="637"/>
                  </a:lnTo>
                  <a:cubicBezTo>
                    <a:pt x="21731" y="285"/>
                    <a:pt x="21446" y="1"/>
                    <a:pt x="2109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8" name="Google Shape;4098;p52"/>
            <p:cNvSpPr/>
            <p:nvPr/>
          </p:nvSpPr>
          <p:spPr>
            <a:xfrm>
              <a:off x="2232629" y="2998673"/>
              <a:ext cx="64304" cy="61900"/>
            </a:xfrm>
            <a:custGeom>
              <a:rect b="b" l="l" r="r" t="t"/>
              <a:pathLst>
                <a:path extrusionOk="0" h="3821" w="3970">
                  <a:moveTo>
                    <a:pt x="1911" y="1273"/>
                  </a:moveTo>
                  <a:cubicBezTo>
                    <a:pt x="2168" y="1273"/>
                    <a:pt x="2401" y="1428"/>
                    <a:pt x="2498" y="1666"/>
                  </a:cubicBezTo>
                  <a:cubicBezTo>
                    <a:pt x="2596" y="1904"/>
                    <a:pt x="2542" y="2178"/>
                    <a:pt x="2361" y="2359"/>
                  </a:cubicBezTo>
                  <a:cubicBezTo>
                    <a:pt x="2239" y="2482"/>
                    <a:pt x="2075" y="2546"/>
                    <a:pt x="1909" y="2546"/>
                  </a:cubicBezTo>
                  <a:cubicBezTo>
                    <a:pt x="1827" y="2546"/>
                    <a:pt x="1745" y="2531"/>
                    <a:pt x="1666" y="2498"/>
                  </a:cubicBezTo>
                  <a:cubicBezTo>
                    <a:pt x="1429" y="2399"/>
                    <a:pt x="1273" y="2167"/>
                    <a:pt x="1273" y="1909"/>
                  </a:cubicBezTo>
                  <a:cubicBezTo>
                    <a:pt x="1274" y="1559"/>
                    <a:pt x="1559" y="1273"/>
                    <a:pt x="1911" y="1273"/>
                  </a:cubicBezTo>
                  <a:close/>
                  <a:moveTo>
                    <a:pt x="1910" y="0"/>
                  </a:moveTo>
                  <a:cubicBezTo>
                    <a:pt x="1664" y="0"/>
                    <a:pt x="1416" y="48"/>
                    <a:pt x="1179" y="145"/>
                  </a:cubicBezTo>
                  <a:cubicBezTo>
                    <a:pt x="466" y="441"/>
                    <a:pt x="0" y="1138"/>
                    <a:pt x="0" y="1911"/>
                  </a:cubicBezTo>
                  <a:cubicBezTo>
                    <a:pt x="1" y="2964"/>
                    <a:pt x="856" y="3819"/>
                    <a:pt x="1911" y="3820"/>
                  </a:cubicBezTo>
                  <a:cubicBezTo>
                    <a:pt x="2682" y="3820"/>
                    <a:pt x="3380" y="3354"/>
                    <a:pt x="3675" y="2641"/>
                  </a:cubicBezTo>
                  <a:cubicBezTo>
                    <a:pt x="3970" y="1928"/>
                    <a:pt x="3807" y="1106"/>
                    <a:pt x="3261" y="560"/>
                  </a:cubicBezTo>
                  <a:cubicBezTo>
                    <a:pt x="2895" y="194"/>
                    <a:pt x="2407" y="0"/>
                    <a:pt x="191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99" name="Google Shape;4099;p52"/>
          <p:cNvGrpSpPr/>
          <p:nvPr/>
        </p:nvGrpSpPr>
        <p:grpSpPr>
          <a:xfrm>
            <a:off x="7783998" y="1758828"/>
            <a:ext cx="359926" cy="360131"/>
            <a:chOff x="1568710" y="2927798"/>
            <a:chExt cx="351972" cy="352172"/>
          </a:xfrm>
        </p:grpSpPr>
        <p:sp>
          <p:nvSpPr>
            <p:cNvPr id="4100" name="Google Shape;4100;p52"/>
            <p:cNvSpPr/>
            <p:nvPr/>
          </p:nvSpPr>
          <p:spPr>
            <a:xfrm>
              <a:off x="1568710" y="2927798"/>
              <a:ext cx="351972" cy="352172"/>
            </a:xfrm>
            <a:custGeom>
              <a:rect b="b" l="l" r="r" t="t"/>
              <a:pathLst>
                <a:path extrusionOk="0" h="21739" w="21730">
                  <a:moveTo>
                    <a:pt x="19820" y="8963"/>
                  </a:moveTo>
                  <a:cubicBezTo>
                    <a:pt x="20170" y="8964"/>
                    <a:pt x="20456" y="9248"/>
                    <a:pt x="20456" y="9600"/>
                  </a:cubicBezTo>
                  <a:lnTo>
                    <a:pt x="20456" y="19828"/>
                  </a:lnTo>
                  <a:cubicBezTo>
                    <a:pt x="20456" y="20180"/>
                    <a:pt x="20170" y="20464"/>
                    <a:pt x="19820" y="20466"/>
                  </a:cubicBezTo>
                  <a:lnTo>
                    <a:pt x="1910" y="20466"/>
                  </a:lnTo>
                  <a:cubicBezTo>
                    <a:pt x="1558" y="20464"/>
                    <a:pt x="1273" y="20180"/>
                    <a:pt x="1273" y="19828"/>
                  </a:cubicBezTo>
                  <a:lnTo>
                    <a:pt x="1273" y="9600"/>
                  </a:lnTo>
                  <a:cubicBezTo>
                    <a:pt x="1273" y="9248"/>
                    <a:pt x="1558" y="8964"/>
                    <a:pt x="1910" y="8963"/>
                  </a:cubicBezTo>
                  <a:close/>
                  <a:moveTo>
                    <a:pt x="14688" y="1"/>
                  </a:moveTo>
                  <a:cubicBezTo>
                    <a:pt x="14450" y="1"/>
                    <a:pt x="14221" y="135"/>
                    <a:pt x="14111" y="365"/>
                  </a:cubicBezTo>
                  <a:lnTo>
                    <a:pt x="10939" y="6879"/>
                  </a:lnTo>
                  <a:lnTo>
                    <a:pt x="7612" y="355"/>
                  </a:lnTo>
                  <a:cubicBezTo>
                    <a:pt x="7499" y="135"/>
                    <a:pt x="7275" y="8"/>
                    <a:pt x="7044" y="8"/>
                  </a:cubicBezTo>
                  <a:cubicBezTo>
                    <a:pt x="6947" y="8"/>
                    <a:pt x="6848" y="31"/>
                    <a:pt x="6755" y="78"/>
                  </a:cubicBezTo>
                  <a:cubicBezTo>
                    <a:pt x="6442" y="237"/>
                    <a:pt x="6317" y="621"/>
                    <a:pt x="6477" y="934"/>
                  </a:cubicBezTo>
                  <a:lnTo>
                    <a:pt x="9925" y="7690"/>
                  </a:lnTo>
                  <a:lnTo>
                    <a:pt x="1910" y="7690"/>
                  </a:lnTo>
                  <a:cubicBezTo>
                    <a:pt x="855" y="7691"/>
                    <a:pt x="1" y="8546"/>
                    <a:pt x="0" y="9600"/>
                  </a:cubicBezTo>
                  <a:lnTo>
                    <a:pt x="0" y="19829"/>
                  </a:lnTo>
                  <a:cubicBezTo>
                    <a:pt x="1" y="20882"/>
                    <a:pt x="855" y="21737"/>
                    <a:pt x="1910" y="21739"/>
                  </a:cubicBezTo>
                  <a:lnTo>
                    <a:pt x="19820" y="21739"/>
                  </a:lnTo>
                  <a:cubicBezTo>
                    <a:pt x="20873" y="21737"/>
                    <a:pt x="21728" y="20882"/>
                    <a:pt x="21729" y="19828"/>
                  </a:cubicBezTo>
                  <a:lnTo>
                    <a:pt x="21729" y="9600"/>
                  </a:lnTo>
                  <a:cubicBezTo>
                    <a:pt x="21728" y="8546"/>
                    <a:pt x="20874" y="7691"/>
                    <a:pt x="19820" y="7690"/>
                  </a:cubicBezTo>
                  <a:lnTo>
                    <a:pt x="11961" y="7690"/>
                  </a:lnTo>
                  <a:lnTo>
                    <a:pt x="15256" y="924"/>
                  </a:lnTo>
                  <a:cubicBezTo>
                    <a:pt x="15416" y="606"/>
                    <a:pt x="15285" y="221"/>
                    <a:pt x="14966" y="65"/>
                  </a:cubicBezTo>
                  <a:cubicBezTo>
                    <a:pt x="14876" y="22"/>
                    <a:pt x="14782" y="1"/>
                    <a:pt x="1468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1" name="Google Shape;4101;p52"/>
            <p:cNvSpPr/>
            <p:nvPr/>
          </p:nvSpPr>
          <p:spPr>
            <a:xfrm>
              <a:off x="1775601" y="3114244"/>
              <a:ext cx="103842" cy="20639"/>
            </a:xfrm>
            <a:custGeom>
              <a:rect b="b" l="l" r="r" t="t"/>
              <a:pathLst>
                <a:path extrusionOk="0" h="1274" w="6411">
                  <a:moveTo>
                    <a:pt x="638" y="1"/>
                  </a:moveTo>
                  <a:cubicBezTo>
                    <a:pt x="286" y="1"/>
                    <a:pt x="0" y="285"/>
                    <a:pt x="0" y="637"/>
                  </a:cubicBezTo>
                  <a:cubicBezTo>
                    <a:pt x="0" y="989"/>
                    <a:pt x="286" y="1274"/>
                    <a:pt x="638" y="1274"/>
                  </a:cubicBezTo>
                  <a:lnTo>
                    <a:pt x="5774" y="1274"/>
                  </a:lnTo>
                  <a:cubicBezTo>
                    <a:pt x="6125" y="1274"/>
                    <a:pt x="6410" y="989"/>
                    <a:pt x="6410" y="637"/>
                  </a:cubicBezTo>
                  <a:cubicBezTo>
                    <a:pt x="6410" y="285"/>
                    <a:pt x="6125" y="1"/>
                    <a:pt x="577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2" name="Google Shape;4102;p52"/>
            <p:cNvSpPr/>
            <p:nvPr/>
          </p:nvSpPr>
          <p:spPr>
            <a:xfrm>
              <a:off x="1775601" y="3155489"/>
              <a:ext cx="103842" cy="20671"/>
            </a:xfrm>
            <a:custGeom>
              <a:rect b="b" l="l" r="r" t="t"/>
              <a:pathLst>
                <a:path extrusionOk="0" h="1276" w="6411">
                  <a:moveTo>
                    <a:pt x="638" y="1"/>
                  </a:moveTo>
                  <a:cubicBezTo>
                    <a:pt x="286" y="1"/>
                    <a:pt x="0" y="285"/>
                    <a:pt x="0" y="637"/>
                  </a:cubicBezTo>
                  <a:cubicBezTo>
                    <a:pt x="0" y="989"/>
                    <a:pt x="286" y="1275"/>
                    <a:pt x="638" y="1275"/>
                  </a:cubicBezTo>
                  <a:lnTo>
                    <a:pt x="5774" y="1275"/>
                  </a:lnTo>
                  <a:cubicBezTo>
                    <a:pt x="6125" y="1275"/>
                    <a:pt x="6410" y="989"/>
                    <a:pt x="6410" y="637"/>
                  </a:cubicBezTo>
                  <a:cubicBezTo>
                    <a:pt x="6410" y="285"/>
                    <a:pt x="6125" y="1"/>
                    <a:pt x="577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3" name="Google Shape;4103;p52"/>
            <p:cNvSpPr/>
            <p:nvPr/>
          </p:nvSpPr>
          <p:spPr>
            <a:xfrm>
              <a:off x="1775601" y="3196767"/>
              <a:ext cx="103842" cy="20639"/>
            </a:xfrm>
            <a:custGeom>
              <a:rect b="b" l="l" r="r" t="t"/>
              <a:pathLst>
                <a:path extrusionOk="0" h="1274" w="6411">
                  <a:moveTo>
                    <a:pt x="638" y="0"/>
                  </a:moveTo>
                  <a:cubicBezTo>
                    <a:pt x="286" y="0"/>
                    <a:pt x="0" y="285"/>
                    <a:pt x="0" y="637"/>
                  </a:cubicBezTo>
                  <a:cubicBezTo>
                    <a:pt x="0" y="989"/>
                    <a:pt x="286" y="1273"/>
                    <a:pt x="638" y="1273"/>
                  </a:cubicBezTo>
                  <a:lnTo>
                    <a:pt x="5774" y="1273"/>
                  </a:lnTo>
                  <a:cubicBezTo>
                    <a:pt x="6125" y="1273"/>
                    <a:pt x="6410" y="989"/>
                    <a:pt x="6410" y="637"/>
                  </a:cubicBezTo>
                  <a:cubicBezTo>
                    <a:pt x="6410" y="285"/>
                    <a:pt x="6125" y="0"/>
                    <a:pt x="577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4" name="Google Shape;4104;p52"/>
            <p:cNvSpPr/>
            <p:nvPr/>
          </p:nvSpPr>
          <p:spPr>
            <a:xfrm>
              <a:off x="1649422" y="3093605"/>
              <a:ext cx="64336" cy="61900"/>
            </a:xfrm>
            <a:custGeom>
              <a:rect b="b" l="l" r="r" t="t"/>
              <a:pathLst>
                <a:path extrusionOk="0" h="3821" w="3972">
                  <a:moveTo>
                    <a:pt x="2061" y="1275"/>
                  </a:moveTo>
                  <a:cubicBezTo>
                    <a:pt x="2143" y="1275"/>
                    <a:pt x="2226" y="1291"/>
                    <a:pt x="2306" y="1324"/>
                  </a:cubicBezTo>
                  <a:cubicBezTo>
                    <a:pt x="2542" y="1422"/>
                    <a:pt x="2699" y="1653"/>
                    <a:pt x="2699" y="1911"/>
                  </a:cubicBezTo>
                  <a:cubicBezTo>
                    <a:pt x="2697" y="2263"/>
                    <a:pt x="2413" y="2548"/>
                    <a:pt x="2061" y="2548"/>
                  </a:cubicBezTo>
                  <a:cubicBezTo>
                    <a:pt x="1804" y="2548"/>
                    <a:pt x="1571" y="2393"/>
                    <a:pt x="1473" y="2155"/>
                  </a:cubicBezTo>
                  <a:cubicBezTo>
                    <a:pt x="1375" y="1917"/>
                    <a:pt x="1430" y="1643"/>
                    <a:pt x="1611" y="1461"/>
                  </a:cubicBezTo>
                  <a:cubicBezTo>
                    <a:pt x="1733" y="1340"/>
                    <a:pt x="1895" y="1275"/>
                    <a:pt x="2061" y="1275"/>
                  </a:cubicBezTo>
                  <a:close/>
                  <a:moveTo>
                    <a:pt x="2062" y="1"/>
                  </a:moveTo>
                  <a:cubicBezTo>
                    <a:pt x="1565" y="1"/>
                    <a:pt x="1077" y="195"/>
                    <a:pt x="711" y="560"/>
                  </a:cubicBezTo>
                  <a:cubicBezTo>
                    <a:pt x="165" y="1107"/>
                    <a:pt x="1" y="1929"/>
                    <a:pt x="297" y="2642"/>
                  </a:cubicBezTo>
                  <a:cubicBezTo>
                    <a:pt x="592" y="3356"/>
                    <a:pt x="1289" y="3821"/>
                    <a:pt x="2061" y="3821"/>
                  </a:cubicBezTo>
                  <a:cubicBezTo>
                    <a:pt x="3115" y="3820"/>
                    <a:pt x="3970" y="2966"/>
                    <a:pt x="3972" y="1911"/>
                  </a:cubicBezTo>
                  <a:cubicBezTo>
                    <a:pt x="3972" y="1139"/>
                    <a:pt x="3506" y="443"/>
                    <a:pt x="2793" y="146"/>
                  </a:cubicBezTo>
                  <a:cubicBezTo>
                    <a:pt x="2556" y="48"/>
                    <a:pt x="2308" y="1"/>
                    <a:pt x="20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5" name="Google Shape;4105;p52"/>
            <p:cNvSpPr/>
            <p:nvPr/>
          </p:nvSpPr>
          <p:spPr>
            <a:xfrm>
              <a:off x="1631248" y="3155489"/>
              <a:ext cx="103129" cy="61916"/>
            </a:xfrm>
            <a:custGeom>
              <a:rect b="b" l="l" r="r" t="t"/>
              <a:pathLst>
                <a:path extrusionOk="0" h="3822" w="6367">
                  <a:moveTo>
                    <a:pt x="3184" y="1"/>
                  </a:moveTo>
                  <a:cubicBezTo>
                    <a:pt x="1428" y="1"/>
                    <a:pt x="0" y="1429"/>
                    <a:pt x="0" y="3185"/>
                  </a:cubicBezTo>
                  <a:cubicBezTo>
                    <a:pt x="0" y="3537"/>
                    <a:pt x="285" y="3821"/>
                    <a:pt x="637" y="3821"/>
                  </a:cubicBezTo>
                  <a:cubicBezTo>
                    <a:pt x="989" y="3821"/>
                    <a:pt x="1273" y="3537"/>
                    <a:pt x="1273" y="3185"/>
                  </a:cubicBezTo>
                  <a:cubicBezTo>
                    <a:pt x="1264" y="2123"/>
                    <a:pt x="2122" y="1257"/>
                    <a:pt x="3183" y="1257"/>
                  </a:cubicBezTo>
                  <a:cubicBezTo>
                    <a:pt x="4245" y="1257"/>
                    <a:pt x="5103" y="2123"/>
                    <a:pt x="5094" y="3185"/>
                  </a:cubicBezTo>
                  <a:cubicBezTo>
                    <a:pt x="5094" y="3537"/>
                    <a:pt x="5378" y="3821"/>
                    <a:pt x="5730" y="3821"/>
                  </a:cubicBezTo>
                  <a:cubicBezTo>
                    <a:pt x="6082" y="3821"/>
                    <a:pt x="6367" y="3537"/>
                    <a:pt x="6367" y="3185"/>
                  </a:cubicBezTo>
                  <a:cubicBezTo>
                    <a:pt x="6367" y="1429"/>
                    <a:pt x="4939" y="1"/>
                    <a:pt x="318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06" name="Google Shape;4106;p52"/>
          <p:cNvGrpSpPr/>
          <p:nvPr/>
        </p:nvGrpSpPr>
        <p:grpSpPr>
          <a:xfrm>
            <a:off x="7783989" y="2336077"/>
            <a:ext cx="359943" cy="359998"/>
            <a:chOff x="1075480" y="3034378"/>
            <a:chExt cx="351988" cy="352042"/>
          </a:xfrm>
        </p:grpSpPr>
        <p:sp>
          <p:nvSpPr>
            <p:cNvPr id="4107" name="Google Shape;4107;p52"/>
            <p:cNvSpPr/>
            <p:nvPr/>
          </p:nvSpPr>
          <p:spPr>
            <a:xfrm>
              <a:off x="1075480" y="3034378"/>
              <a:ext cx="351988" cy="352042"/>
            </a:xfrm>
            <a:custGeom>
              <a:rect b="b" l="l" r="r" t="t"/>
              <a:pathLst>
                <a:path extrusionOk="0" h="21731" w="21731">
                  <a:moveTo>
                    <a:pt x="10866" y="1273"/>
                  </a:moveTo>
                  <a:cubicBezTo>
                    <a:pt x="16155" y="1273"/>
                    <a:pt x="20458" y="5577"/>
                    <a:pt x="20458" y="10866"/>
                  </a:cubicBezTo>
                  <a:cubicBezTo>
                    <a:pt x="20458" y="16155"/>
                    <a:pt x="16155" y="20458"/>
                    <a:pt x="10866" y="20458"/>
                  </a:cubicBezTo>
                  <a:cubicBezTo>
                    <a:pt x="5577" y="20458"/>
                    <a:pt x="1273" y="16155"/>
                    <a:pt x="1273" y="10866"/>
                  </a:cubicBezTo>
                  <a:cubicBezTo>
                    <a:pt x="1273" y="5577"/>
                    <a:pt x="5577" y="1273"/>
                    <a:pt x="10866" y="1273"/>
                  </a:cubicBezTo>
                  <a:close/>
                  <a:moveTo>
                    <a:pt x="10866" y="0"/>
                  </a:moveTo>
                  <a:cubicBezTo>
                    <a:pt x="4883" y="0"/>
                    <a:pt x="1" y="4883"/>
                    <a:pt x="1" y="10866"/>
                  </a:cubicBezTo>
                  <a:cubicBezTo>
                    <a:pt x="1" y="16848"/>
                    <a:pt x="4883" y="21731"/>
                    <a:pt x="10866" y="21731"/>
                  </a:cubicBezTo>
                  <a:cubicBezTo>
                    <a:pt x="16848" y="21731"/>
                    <a:pt x="21731" y="16848"/>
                    <a:pt x="21731" y="10866"/>
                  </a:cubicBezTo>
                  <a:cubicBezTo>
                    <a:pt x="21731" y="4883"/>
                    <a:pt x="16848" y="0"/>
                    <a:pt x="1086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8" name="Google Shape;4108;p52"/>
            <p:cNvSpPr/>
            <p:nvPr/>
          </p:nvSpPr>
          <p:spPr>
            <a:xfrm>
              <a:off x="1152855" y="3287584"/>
              <a:ext cx="21445" cy="20655"/>
            </a:xfrm>
            <a:custGeom>
              <a:rect b="b" l="l" r="r" t="t"/>
              <a:pathLst>
                <a:path extrusionOk="0" h="1275" w="1324">
                  <a:moveTo>
                    <a:pt x="687" y="1"/>
                  </a:moveTo>
                  <a:cubicBezTo>
                    <a:pt x="429" y="1"/>
                    <a:pt x="196" y="156"/>
                    <a:pt x="98" y="394"/>
                  </a:cubicBezTo>
                  <a:cubicBezTo>
                    <a:pt x="0" y="632"/>
                    <a:pt x="55" y="906"/>
                    <a:pt x="236" y="1088"/>
                  </a:cubicBezTo>
                  <a:cubicBezTo>
                    <a:pt x="358" y="1210"/>
                    <a:pt x="521" y="1274"/>
                    <a:pt x="687" y="1274"/>
                  </a:cubicBezTo>
                  <a:cubicBezTo>
                    <a:pt x="769" y="1274"/>
                    <a:pt x="852" y="1258"/>
                    <a:pt x="931" y="1226"/>
                  </a:cubicBezTo>
                  <a:cubicBezTo>
                    <a:pt x="1168" y="1127"/>
                    <a:pt x="1324" y="895"/>
                    <a:pt x="1324" y="637"/>
                  </a:cubicBezTo>
                  <a:cubicBezTo>
                    <a:pt x="1324" y="287"/>
                    <a:pt x="1038" y="1"/>
                    <a:pt x="6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9" name="Google Shape;4109;p52"/>
            <p:cNvSpPr/>
            <p:nvPr/>
          </p:nvSpPr>
          <p:spPr>
            <a:xfrm>
              <a:off x="1327837" y="3112559"/>
              <a:ext cx="21478" cy="20639"/>
            </a:xfrm>
            <a:custGeom>
              <a:rect b="b" l="l" r="r" t="t"/>
              <a:pathLst>
                <a:path extrusionOk="0" h="1274" w="1326">
                  <a:moveTo>
                    <a:pt x="687" y="0"/>
                  </a:moveTo>
                  <a:cubicBezTo>
                    <a:pt x="431" y="0"/>
                    <a:pt x="198" y="157"/>
                    <a:pt x="100" y="393"/>
                  </a:cubicBezTo>
                  <a:cubicBezTo>
                    <a:pt x="0" y="632"/>
                    <a:pt x="56" y="905"/>
                    <a:pt x="237" y="1088"/>
                  </a:cubicBezTo>
                  <a:cubicBezTo>
                    <a:pt x="360" y="1209"/>
                    <a:pt x="523" y="1274"/>
                    <a:pt x="688" y="1274"/>
                  </a:cubicBezTo>
                  <a:cubicBezTo>
                    <a:pt x="770" y="1274"/>
                    <a:pt x="852" y="1258"/>
                    <a:pt x="931" y="1226"/>
                  </a:cubicBezTo>
                  <a:cubicBezTo>
                    <a:pt x="1169" y="1128"/>
                    <a:pt x="1325" y="895"/>
                    <a:pt x="1325" y="638"/>
                  </a:cubicBezTo>
                  <a:cubicBezTo>
                    <a:pt x="1325" y="286"/>
                    <a:pt x="1039" y="0"/>
                    <a:pt x="68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0" name="Google Shape;4110;p52"/>
            <p:cNvSpPr/>
            <p:nvPr/>
          </p:nvSpPr>
          <p:spPr>
            <a:xfrm>
              <a:off x="1152855" y="3112575"/>
              <a:ext cx="22255" cy="20639"/>
            </a:xfrm>
            <a:custGeom>
              <a:rect b="b" l="l" r="r" t="t"/>
              <a:pathLst>
                <a:path extrusionOk="0" h="1274" w="1374">
                  <a:moveTo>
                    <a:pt x="687" y="0"/>
                  </a:moveTo>
                  <a:cubicBezTo>
                    <a:pt x="523" y="0"/>
                    <a:pt x="360" y="62"/>
                    <a:pt x="236" y="186"/>
                  </a:cubicBezTo>
                  <a:cubicBezTo>
                    <a:pt x="55" y="369"/>
                    <a:pt x="0" y="642"/>
                    <a:pt x="98" y="881"/>
                  </a:cubicBezTo>
                  <a:cubicBezTo>
                    <a:pt x="198" y="1118"/>
                    <a:pt x="429" y="1274"/>
                    <a:pt x="687" y="1274"/>
                  </a:cubicBezTo>
                  <a:cubicBezTo>
                    <a:pt x="944" y="1274"/>
                    <a:pt x="1177" y="1118"/>
                    <a:pt x="1275" y="881"/>
                  </a:cubicBezTo>
                  <a:cubicBezTo>
                    <a:pt x="1374" y="642"/>
                    <a:pt x="1318" y="369"/>
                    <a:pt x="1137" y="186"/>
                  </a:cubicBezTo>
                  <a:cubicBezTo>
                    <a:pt x="1013" y="62"/>
                    <a:pt x="850" y="0"/>
                    <a:pt x="68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1" name="Google Shape;4111;p52"/>
            <p:cNvSpPr/>
            <p:nvPr/>
          </p:nvSpPr>
          <p:spPr>
            <a:xfrm>
              <a:off x="1327837" y="3287584"/>
              <a:ext cx="22272" cy="20639"/>
            </a:xfrm>
            <a:custGeom>
              <a:rect b="b" l="l" r="r" t="t"/>
              <a:pathLst>
                <a:path extrusionOk="0" h="1274" w="1375">
                  <a:moveTo>
                    <a:pt x="688" y="1"/>
                  </a:moveTo>
                  <a:cubicBezTo>
                    <a:pt x="525" y="1"/>
                    <a:pt x="362" y="63"/>
                    <a:pt x="237" y="187"/>
                  </a:cubicBezTo>
                  <a:cubicBezTo>
                    <a:pt x="56" y="370"/>
                    <a:pt x="0" y="644"/>
                    <a:pt x="100" y="881"/>
                  </a:cubicBezTo>
                  <a:cubicBezTo>
                    <a:pt x="198" y="1119"/>
                    <a:pt x="431" y="1274"/>
                    <a:pt x="687" y="1274"/>
                  </a:cubicBezTo>
                  <a:cubicBezTo>
                    <a:pt x="945" y="1274"/>
                    <a:pt x="1177" y="1119"/>
                    <a:pt x="1276" y="881"/>
                  </a:cubicBezTo>
                  <a:cubicBezTo>
                    <a:pt x="1374" y="644"/>
                    <a:pt x="1320" y="370"/>
                    <a:pt x="1138" y="187"/>
                  </a:cubicBezTo>
                  <a:cubicBezTo>
                    <a:pt x="1014" y="63"/>
                    <a:pt x="851" y="1"/>
                    <a:pt x="68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2" name="Google Shape;4112;p52"/>
            <p:cNvSpPr/>
            <p:nvPr/>
          </p:nvSpPr>
          <p:spPr>
            <a:xfrm>
              <a:off x="1241132" y="3076304"/>
              <a:ext cx="20668" cy="41278"/>
            </a:xfrm>
            <a:custGeom>
              <a:rect b="b" l="l" r="r" t="t"/>
              <a:pathLst>
                <a:path extrusionOk="0" h="2548" w="1276">
                  <a:moveTo>
                    <a:pt x="639" y="1"/>
                  </a:moveTo>
                  <a:cubicBezTo>
                    <a:pt x="287" y="1"/>
                    <a:pt x="2" y="287"/>
                    <a:pt x="2" y="637"/>
                  </a:cubicBezTo>
                  <a:lnTo>
                    <a:pt x="2" y="1912"/>
                  </a:lnTo>
                  <a:cubicBezTo>
                    <a:pt x="1" y="2264"/>
                    <a:pt x="287" y="2548"/>
                    <a:pt x="639" y="2548"/>
                  </a:cubicBezTo>
                  <a:cubicBezTo>
                    <a:pt x="991" y="2548"/>
                    <a:pt x="1275" y="2264"/>
                    <a:pt x="1275" y="1912"/>
                  </a:cubicBezTo>
                  <a:lnTo>
                    <a:pt x="1275" y="637"/>
                  </a:lnTo>
                  <a:cubicBezTo>
                    <a:pt x="1275" y="287"/>
                    <a:pt x="991" y="1"/>
                    <a:pt x="63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3" name="Google Shape;4113;p52"/>
            <p:cNvSpPr/>
            <p:nvPr/>
          </p:nvSpPr>
          <p:spPr>
            <a:xfrm>
              <a:off x="1241164" y="3303217"/>
              <a:ext cx="20636" cy="41278"/>
            </a:xfrm>
            <a:custGeom>
              <a:rect b="b" l="l" r="r" t="t"/>
              <a:pathLst>
                <a:path extrusionOk="0" h="2548" w="1274">
                  <a:moveTo>
                    <a:pt x="637" y="0"/>
                  </a:moveTo>
                  <a:cubicBezTo>
                    <a:pt x="285" y="0"/>
                    <a:pt x="0" y="285"/>
                    <a:pt x="0" y="637"/>
                  </a:cubicBezTo>
                  <a:lnTo>
                    <a:pt x="0" y="1911"/>
                  </a:lnTo>
                  <a:cubicBezTo>
                    <a:pt x="0" y="2262"/>
                    <a:pt x="285" y="2548"/>
                    <a:pt x="637" y="2548"/>
                  </a:cubicBezTo>
                  <a:cubicBezTo>
                    <a:pt x="989" y="2548"/>
                    <a:pt x="1273" y="2262"/>
                    <a:pt x="1273" y="1911"/>
                  </a:cubicBezTo>
                  <a:lnTo>
                    <a:pt x="1273" y="637"/>
                  </a:lnTo>
                  <a:cubicBezTo>
                    <a:pt x="1273" y="285"/>
                    <a:pt x="989" y="0"/>
                    <a:pt x="6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4" name="Google Shape;4114;p52"/>
            <p:cNvSpPr/>
            <p:nvPr/>
          </p:nvSpPr>
          <p:spPr>
            <a:xfrm>
              <a:off x="1117399" y="3200088"/>
              <a:ext cx="41287" cy="20639"/>
            </a:xfrm>
            <a:custGeom>
              <a:rect b="b" l="l" r="r" t="t"/>
              <a:pathLst>
                <a:path extrusionOk="0" h="1274" w="2549">
                  <a:moveTo>
                    <a:pt x="637" y="0"/>
                  </a:moveTo>
                  <a:cubicBezTo>
                    <a:pt x="287" y="0"/>
                    <a:pt x="1" y="285"/>
                    <a:pt x="1" y="637"/>
                  </a:cubicBezTo>
                  <a:cubicBezTo>
                    <a:pt x="1" y="989"/>
                    <a:pt x="287" y="1273"/>
                    <a:pt x="637" y="1273"/>
                  </a:cubicBezTo>
                  <a:lnTo>
                    <a:pt x="1912" y="1273"/>
                  </a:lnTo>
                  <a:cubicBezTo>
                    <a:pt x="2264" y="1273"/>
                    <a:pt x="2548" y="989"/>
                    <a:pt x="2548" y="637"/>
                  </a:cubicBezTo>
                  <a:cubicBezTo>
                    <a:pt x="2548" y="285"/>
                    <a:pt x="2264" y="0"/>
                    <a:pt x="191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5" name="Google Shape;4115;p52"/>
            <p:cNvSpPr/>
            <p:nvPr/>
          </p:nvSpPr>
          <p:spPr>
            <a:xfrm>
              <a:off x="1344277" y="3200088"/>
              <a:ext cx="41271" cy="20639"/>
            </a:xfrm>
            <a:custGeom>
              <a:rect b="b" l="l" r="r" t="t"/>
              <a:pathLst>
                <a:path extrusionOk="0" h="1274" w="2548">
                  <a:moveTo>
                    <a:pt x="634" y="0"/>
                  </a:moveTo>
                  <a:cubicBezTo>
                    <a:pt x="284" y="0"/>
                    <a:pt x="0" y="286"/>
                    <a:pt x="0" y="637"/>
                  </a:cubicBezTo>
                  <a:cubicBezTo>
                    <a:pt x="0" y="989"/>
                    <a:pt x="285" y="1273"/>
                    <a:pt x="637" y="1273"/>
                  </a:cubicBezTo>
                  <a:lnTo>
                    <a:pt x="1910" y="1273"/>
                  </a:lnTo>
                  <a:cubicBezTo>
                    <a:pt x="2262" y="1273"/>
                    <a:pt x="2548" y="989"/>
                    <a:pt x="2548" y="637"/>
                  </a:cubicBezTo>
                  <a:cubicBezTo>
                    <a:pt x="2548" y="285"/>
                    <a:pt x="2262" y="0"/>
                    <a:pt x="1910" y="0"/>
                  </a:cubicBezTo>
                  <a:lnTo>
                    <a:pt x="637" y="0"/>
                  </a:lnTo>
                  <a:cubicBezTo>
                    <a:pt x="636" y="0"/>
                    <a:pt x="635" y="0"/>
                    <a:pt x="63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6" name="Google Shape;4116;p52"/>
            <p:cNvSpPr/>
            <p:nvPr/>
          </p:nvSpPr>
          <p:spPr>
            <a:xfrm>
              <a:off x="1241164" y="3138188"/>
              <a:ext cx="83433" cy="144342"/>
            </a:xfrm>
            <a:custGeom>
              <a:rect b="b" l="l" r="r" t="t"/>
              <a:pathLst>
                <a:path extrusionOk="0" h="8910" w="5151">
                  <a:moveTo>
                    <a:pt x="637" y="1"/>
                  </a:moveTo>
                  <a:cubicBezTo>
                    <a:pt x="285" y="1"/>
                    <a:pt x="0" y="285"/>
                    <a:pt x="0" y="637"/>
                  </a:cubicBezTo>
                  <a:lnTo>
                    <a:pt x="0" y="4458"/>
                  </a:lnTo>
                  <a:cubicBezTo>
                    <a:pt x="0" y="4626"/>
                    <a:pt x="68" y="4788"/>
                    <a:pt x="187" y="4908"/>
                  </a:cubicBezTo>
                  <a:lnTo>
                    <a:pt x="4007" y="8728"/>
                  </a:lnTo>
                  <a:cubicBezTo>
                    <a:pt x="4131" y="8849"/>
                    <a:pt x="4291" y="8909"/>
                    <a:pt x="4452" y="8909"/>
                  </a:cubicBezTo>
                  <a:cubicBezTo>
                    <a:pt x="4615" y="8909"/>
                    <a:pt x="4778" y="8847"/>
                    <a:pt x="4902" y="8723"/>
                  </a:cubicBezTo>
                  <a:cubicBezTo>
                    <a:pt x="5149" y="8476"/>
                    <a:pt x="5150" y="8077"/>
                    <a:pt x="4907" y="7827"/>
                  </a:cubicBezTo>
                  <a:lnTo>
                    <a:pt x="1275" y="4194"/>
                  </a:lnTo>
                  <a:lnTo>
                    <a:pt x="1275" y="637"/>
                  </a:lnTo>
                  <a:cubicBezTo>
                    <a:pt x="1275" y="285"/>
                    <a:pt x="989" y="1"/>
                    <a:pt x="63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17" name="Google Shape;4117;p52"/>
          <p:cNvGrpSpPr/>
          <p:nvPr/>
        </p:nvGrpSpPr>
        <p:grpSpPr>
          <a:xfrm>
            <a:off x="7039960" y="2336077"/>
            <a:ext cx="359959" cy="359998"/>
            <a:chOff x="578524" y="2980383"/>
            <a:chExt cx="352004" cy="352042"/>
          </a:xfrm>
        </p:grpSpPr>
        <p:sp>
          <p:nvSpPr>
            <p:cNvPr id="4118" name="Google Shape;4118;p52"/>
            <p:cNvSpPr/>
            <p:nvPr/>
          </p:nvSpPr>
          <p:spPr>
            <a:xfrm>
              <a:off x="578524" y="2980383"/>
              <a:ext cx="352004" cy="352042"/>
            </a:xfrm>
            <a:custGeom>
              <a:rect b="b" l="l" r="r" t="t"/>
              <a:pathLst>
                <a:path extrusionOk="0" h="21731" w="21732">
                  <a:moveTo>
                    <a:pt x="2547" y="6410"/>
                  </a:moveTo>
                  <a:lnTo>
                    <a:pt x="2547" y="15322"/>
                  </a:lnTo>
                  <a:lnTo>
                    <a:pt x="1274" y="15322"/>
                  </a:lnTo>
                  <a:lnTo>
                    <a:pt x="1274" y="6410"/>
                  </a:lnTo>
                  <a:close/>
                  <a:moveTo>
                    <a:pt x="17911" y="3820"/>
                  </a:moveTo>
                  <a:lnTo>
                    <a:pt x="17911" y="17912"/>
                  </a:lnTo>
                  <a:lnTo>
                    <a:pt x="3820" y="17910"/>
                  </a:lnTo>
                  <a:lnTo>
                    <a:pt x="3820" y="3820"/>
                  </a:lnTo>
                  <a:close/>
                  <a:moveTo>
                    <a:pt x="20457" y="1273"/>
                  </a:moveTo>
                  <a:lnTo>
                    <a:pt x="20457" y="20458"/>
                  </a:lnTo>
                  <a:lnTo>
                    <a:pt x="1274" y="20458"/>
                  </a:lnTo>
                  <a:lnTo>
                    <a:pt x="1274" y="16595"/>
                  </a:lnTo>
                  <a:lnTo>
                    <a:pt x="2547" y="16595"/>
                  </a:lnTo>
                  <a:lnTo>
                    <a:pt x="2547" y="18547"/>
                  </a:lnTo>
                  <a:cubicBezTo>
                    <a:pt x="2547" y="18899"/>
                    <a:pt x="2832" y="19185"/>
                    <a:pt x="3184" y="19185"/>
                  </a:cubicBezTo>
                  <a:lnTo>
                    <a:pt x="18547" y="19185"/>
                  </a:lnTo>
                  <a:cubicBezTo>
                    <a:pt x="18899" y="19185"/>
                    <a:pt x="19184" y="18899"/>
                    <a:pt x="19184" y="18547"/>
                  </a:cubicBezTo>
                  <a:lnTo>
                    <a:pt x="19184" y="3184"/>
                  </a:lnTo>
                  <a:cubicBezTo>
                    <a:pt x="19184" y="2832"/>
                    <a:pt x="18899" y="2547"/>
                    <a:pt x="18547" y="2547"/>
                  </a:cubicBezTo>
                  <a:lnTo>
                    <a:pt x="3183" y="2547"/>
                  </a:lnTo>
                  <a:cubicBezTo>
                    <a:pt x="2831" y="2547"/>
                    <a:pt x="2547" y="2832"/>
                    <a:pt x="2547" y="3184"/>
                  </a:cubicBezTo>
                  <a:lnTo>
                    <a:pt x="2547" y="5136"/>
                  </a:lnTo>
                  <a:lnTo>
                    <a:pt x="1274" y="5136"/>
                  </a:lnTo>
                  <a:lnTo>
                    <a:pt x="1274" y="1273"/>
                  </a:lnTo>
                  <a:close/>
                  <a:moveTo>
                    <a:pt x="637" y="0"/>
                  </a:moveTo>
                  <a:cubicBezTo>
                    <a:pt x="285" y="0"/>
                    <a:pt x="1" y="286"/>
                    <a:pt x="1" y="638"/>
                  </a:cubicBezTo>
                  <a:lnTo>
                    <a:pt x="1" y="21094"/>
                  </a:lnTo>
                  <a:cubicBezTo>
                    <a:pt x="1" y="21446"/>
                    <a:pt x="285" y="21731"/>
                    <a:pt x="637" y="21731"/>
                  </a:cubicBezTo>
                  <a:lnTo>
                    <a:pt x="21095" y="21731"/>
                  </a:lnTo>
                  <a:cubicBezTo>
                    <a:pt x="21447" y="21731"/>
                    <a:pt x="21731" y="21446"/>
                    <a:pt x="21731" y="21094"/>
                  </a:cubicBezTo>
                  <a:lnTo>
                    <a:pt x="21731" y="638"/>
                  </a:lnTo>
                  <a:cubicBezTo>
                    <a:pt x="21731" y="286"/>
                    <a:pt x="21447" y="0"/>
                    <a:pt x="2109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9" name="Google Shape;4119;p52"/>
            <p:cNvSpPr/>
            <p:nvPr/>
          </p:nvSpPr>
          <p:spPr>
            <a:xfrm>
              <a:off x="661715" y="3063570"/>
              <a:ext cx="185623" cy="185668"/>
            </a:xfrm>
            <a:custGeom>
              <a:rect b="b" l="l" r="r" t="t"/>
              <a:pathLst>
                <a:path extrusionOk="0" h="11461" w="11460">
                  <a:moveTo>
                    <a:pt x="5730" y="1275"/>
                  </a:moveTo>
                  <a:cubicBezTo>
                    <a:pt x="8186" y="1275"/>
                    <a:pt x="10187" y="3273"/>
                    <a:pt x="10187" y="5730"/>
                  </a:cubicBezTo>
                  <a:cubicBezTo>
                    <a:pt x="10187" y="8188"/>
                    <a:pt x="8187" y="10187"/>
                    <a:pt x="5730" y="10187"/>
                  </a:cubicBezTo>
                  <a:cubicBezTo>
                    <a:pt x="3273" y="10187"/>
                    <a:pt x="1273" y="8188"/>
                    <a:pt x="1273" y="5730"/>
                  </a:cubicBezTo>
                  <a:cubicBezTo>
                    <a:pt x="1273" y="3274"/>
                    <a:pt x="3273" y="1275"/>
                    <a:pt x="5730" y="1275"/>
                  </a:cubicBezTo>
                  <a:close/>
                  <a:moveTo>
                    <a:pt x="5730" y="1"/>
                  </a:moveTo>
                  <a:cubicBezTo>
                    <a:pt x="2570" y="1"/>
                    <a:pt x="0" y="2572"/>
                    <a:pt x="0" y="5730"/>
                  </a:cubicBezTo>
                  <a:cubicBezTo>
                    <a:pt x="0" y="8890"/>
                    <a:pt x="2570" y="11460"/>
                    <a:pt x="5730" y="11460"/>
                  </a:cubicBezTo>
                  <a:cubicBezTo>
                    <a:pt x="8888" y="11460"/>
                    <a:pt x="11460" y="8890"/>
                    <a:pt x="11460" y="5730"/>
                  </a:cubicBezTo>
                  <a:cubicBezTo>
                    <a:pt x="11460" y="2572"/>
                    <a:pt x="8888" y="1"/>
                    <a:pt x="573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0" name="Google Shape;4120;p52"/>
            <p:cNvSpPr/>
            <p:nvPr/>
          </p:nvSpPr>
          <p:spPr>
            <a:xfrm>
              <a:off x="713919" y="3116852"/>
              <a:ext cx="81182" cy="79121"/>
            </a:xfrm>
            <a:custGeom>
              <a:rect b="b" l="l" r="r" t="t"/>
              <a:pathLst>
                <a:path extrusionOk="0" h="4884" w="5012">
                  <a:moveTo>
                    <a:pt x="2507" y="1805"/>
                  </a:moveTo>
                  <a:cubicBezTo>
                    <a:pt x="2589" y="1805"/>
                    <a:pt x="2672" y="1821"/>
                    <a:pt x="2750" y="1854"/>
                  </a:cubicBezTo>
                  <a:cubicBezTo>
                    <a:pt x="2987" y="1952"/>
                    <a:pt x="3143" y="2185"/>
                    <a:pt x="3143" y="2441"/>
                  </a:cubicBezTo>
                  <a:cubicBezTo>
                    <a:pt x="3142" y="2793"/>
                    <a:pt x="2858" y="3078"/>
                    <a:pt x="2507" y="3079"/>
                  </a:cubicBezTo>
                  <a:cubicBezTo>
                    <a:pt x="2249" y="3079"/>
                    <a:pt x="2016" y="2923"/>
                    <a:pt x="1918" y="2685"/>
                  </a:cubicBezTo>
                  <a:cubicBezTo>
                    <a:pt x="1820" y="2448"/>
                    <a:pt x="1874" y="2174"/>
                    <a:pt x="2056" y="1992"/>
                  </a:cubicBezTo>
                  <a:cubicBezTo>
                    <a:pt x="2178" y="1870"/>
                    <a:pt x="2341" y="1805"/>
                    <a:pt x="2507" y="1805"/>
                  </a:cubicBezTo>
                  <a:close/>
                  <a:moveTo>
                    <a:pt x="701" y="0"/>
                  </a:moveTo>
                  <a:cubicBezTo>
                    <a:pt x="538" y="0"/>
                    <a:pt x="375" y="62"/>
                    <a:pt x="251" y="187"/>
                  </a:cubicBezTo>
                  <a:cubicBezTo>
                    <a:pt x="1" y="437"/>
                    <a:pt x="2" y="844"/>
                    <a:pt x="256" y="1092"/>
                  </a:cubicBezTo>
                  <a:lnTo>
                    <a:pt x="783" y="1618"/>
                  </a:lnTo>
                  <a:cubicBezTo>
                    <a:pt x="534" y="2140"/>
                    <a:pt x="534" y="2744"/>
                    <a:pt x="783" y="3264"/>
                  </a:cubicBezTo>
                  <a:lnTo>
                    <a:pt x="256" y="3792"/>
                  </a:lnTo>
                  <a:cubicBezTo>
                    <a:pt x="2" y="4040"/>
                    <a:pt x="1" y="4447"/>
                    <a:pt x="251" y="4698"/>
                  </a:cubicBezTo>
                  <a:cubicBezTo>
                    <a:pt x="375" y="4822"/>
                    <a:pt x="538" y="4884"/>
                    <a:pt x="701" y="4884"/>
                  </a:cubicBezTo>
                  <a:cubicBezTo>
                    <a:pt x="866" y="4884"/>
                    <a:pt x="1031" y="4820"/>
                    <a:pt x="1156" y="4692"/>
                  </a:cubicBezTo>
                  <a:lnTo>
                    <a:pt x="1684" y="4166"/>
                  </a:lnTo>
                  <a:cubicBezTo>
                    <a:pt x="1944" y="4290"/>
                    <a:pt x="2225" y="4352"/>
                    <a:pt x="2506" y="4352"/>
                  </a:cubicBezTo>
                  <a:cubicBezTo>
                    <a:pt x="2788" y="4352"/>
                    <a:pt x="3069" y="4290"/>
                    <a:pt x="3330" y="4166"/>
                  </a:cubicBezTo>
                  <a:lnTo>
                    <a:pt x="3857" y="4692"/>
                  </a:lnTo>
                  <a:cubicBezTo>
                    <a:pt x="3981" y="4820"/>
                    <a:pt x="4147" y="4883"/>
                    <a:pt x="4312" y="4883"/>
                  </a:cubicBezTo>
                  <a:cubicBezTo>
                    <a:pt x="4475" y="4883"/>
                    <a:pt x="4638" y="4822"/>
                    <a:pt x="4762" y="4698"/>
                  </a:cubicBezTo>
                  <a:cubicBezTo>
                    <a:pt x="5012" y="4446"/>
                    <a:pt x="5010" y="4040"/>
                    <a:pt x="4758" y="3792"/>
                  </a:cubicBezTo>
                  <a:lnTo>
                    <a:pt x="4230" y="3264"/>
                  </a:lnTo>
                  <a:cubicBezTo>
                    <a:pt x="4478" y="2744"/>
                    <a:pt x="4478" y="2140"/>
                    <a:pt x="4230" y="1618"/>
                  </a:cubicBezTo>
                  <a:lnTo>
                    <a:pt x="4758" y="1092"/>
                  </a:lnTo>
                  <a:cubicBezTo>
                    <a:pt x="5005" y="843"/>
                    <a:pt x="5005" y="439"/>
                    <a:pt x="4758" y="191"/>
                  </a:cubicBezTo>
                  <a:lnTo>
                    <a:pt x="4758" y="192"/>
                  </a:lnTo>
                  <a:cubicBezTo>
                    <a:pt x="4633" y="67"/>
                    <a:pt x="4470" y="4"/>
                    <a:pt x="4307" y="4"/>
                  </a:cubicBezTo>
                  <a:cubicBezTo>
                    <a:pt x="4144" y="4"/>
                    <a:pt x="3981" y="67"/>
                    <a:pt x="3857" y="192"/>
                  </a:cubicBezTo>
                  <a:lnTo>
                    <a:pt x="3330" y="719"/>
                  </a:lnTo>
                  <a:cubicBezTo>
                    <a:pt x="3069" y="594"/>
                    <a:pt x="2788" y="532"/>
                    <a:pt x="2506" y="532"/>
                  </a:cubicBezTo>
                  <a:cubicBezTo>
                    <a:pt x="2225" y="532"/>
                    <a:pt x="1944" y="594"/>
                    <a:pt x="1684" y="719"/>
                  </a:cubicBezTo>
                  <a:lnTo>
                    <a:pt x="1156" y="192"/>
                  </a:lnTo>
                  <a:cubicBezTo>
                    <a:pt x="1031" y="64"/>
                    <a:pt x="866" y="0"/>
                    <a:pt x="70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21" name="Google Shape;4121;p52"/>
          <p:cNvGrpSpPr/>
          <p:nvPr/>
        </p:nvGrpSpPr>
        <p:grpSpPr>
          <a:xfrm>
            <a:off x="6342937" y="2336085"/>
            <a:ext cx="231989" cy="359982"/>
            <a:chOff x="4146429" y="3942858"/>
            <a:chExt cx="226862" cy="352026"/>
          </a:xfrm>
        </p:grpSpPr>
        <p:sp>
          <p:nvSpPr>
            <p:cNvPr id="4122" name="Google Shape;4122;p52"/>
            <p:cNvSpPr/>
            <p:nvPr/>
          </p:nvSpPr>
          <p:spPr>
            <a:xfrm>
              <a:off x="4146429" y="3942858"/>
              <a:ext cx="226862" cy="352026"/>
            </a:xfrm>
            <a:custGeom>
              <a:rect b="b" l="l" r="r" t="t"/>
              <a:pathLst>
                <a:path extrusionOk="0" h="21730" w="14006">
                  <a:moveTo>
                    <a:pt x="7040" y="3820"/>
                  </a:moveTo>
                  <a:cubicBezTo>
                    <a:pt x="7913" y="3820"/>
                    <a:pt x="8868" y="4538"/>
                    <a:pt x="8914" y="5717"/>
                  </a:cubicBezTo>
                  <a:lnTo>
                    <a:pt x="8915" y="8955"/>
                  </a:lnTo>
                  <a:lnTo>
                    <a:pt x="5091" y="8955"/>
                  </a:lnTo>
                  <a:lnTo>
                    <a:pt x="5092" y="5717"/>
                  </a:lnTo>
                  <a:cubicBezTo>
                    <a:pt x="5138" y="4538"/>
                    <a:pt x="6092" y="3820"/>
                    <a:pt x="6966" y="3820"/>
                  </a:cubicBezTo>
                  <a:cubicBezTo>
                    <a:pt x="6975" y="3820"/>
                    <a:pt x="6984" y="3820"/>
                    <a:pt x="6993" y="3820"/>
                  </a:cubicBezTo>
                  <a:lnTo>
                    <a:pt x="7014" y="3820"/>
                  </a:lnTo>
                  <a:cubicBezTo>
                    <a:pt x="7022" y="3820"/>
                    <a:pt x="7031" y="3820"/>
                    <a:pt x="7040" y="3820"/>
                  </a:cubicBezTo>
                  <a:close/>
                  <a:moveTo>
                    <a:pt x="7002" y="1274"/>
                  </a:moveTo>
                  <a:cubicBezTo>
                    <a:pt x="9335" y="1278"/>
                    <a:pt x="11402" y="3104"/>
                    <a:pt x="11460" y="5688"/>
                  </a:cubicBezTo>
                  <a:lnTo>
                    <a:pt x="11460" y="8955"/>
                  </a:lnTo>
                  <a:lnTo>
                    <a:pt x="10186" y="8955"/>
                  </a:lnTo>
                  <a:lnTo>
                    <a:pt x="10184" y="5705"/>
                  </a:lnTo>
                  <a:cubicBezTo>
                    <a:pt x="10184" y="4040"/>
                    <a:pt x="8779" y="2546"/>
                    <a:pt x="7046" y="2546"/>
                  </a:cubicBezTo>
                  <a:cubicBezTo>
                    <a:pt x="7032" y="2546"/>
                    <a:pt x="7018" y="2547"/>
                    <a:pt x="7003" y="2547"/>
                  </a:cubicBezTo>
                  <a:cubicBezTo>
                    <a:pt x="6990" y="2547"/>
                    <a:pt x="6977" y="2547"/>
                    <a:pt x="6964" y="2547"/>
                  </a:cubicBezTo>
                  <a:cubicBezTo>
                    <a:pt x="5365" y="2547"/>
                    <a:pt x="3885" y="3837"/>
                    <a:pt x="3822" y="5683"/>
                  </a:cubicBezTo>
                  <a:lnTo>
                    <a:pt x="3822" y="5705"/>
                  </a:lnTo>
                  <a:lnTo>
                    <a:pt x="3821" y="8955"/>
                  </a:lnTo>
                  <a:lnTo>
                    <a:pt x="2545" y="8955"/>
                  </a:lnTo>
                  <a:lnTo>
                    <a:pt x="2546" y="5688"/>
                  </a:lnTo>
                  <a:cubicBezTo>
                    <a:pt x="2605" y="3218"/>
                    <a:pt x="4563" y="1278"/>
                    <a:pt x="7002" y="1274"/>
                  </a:cubicBezTo>
                  <a:close/>
                  <a:moveTo>
                    <a:pt x="12733" y="10230"/>
                  </a:moveTo>
                  <a:lnTo>
                    <a:pt x="12733" y="19405"/>
                  </a:lnTo>
                  <a:cubicBezTo>
                    <a:pt x="11930" y="19729"/>
                    <a:pt x="9819" y="20457"/>
                    <a:pt x="7003" y="20457"/>
                  </a:cubicBezTo>
                  <a:cubicBezTo>
                    <a:pt x="4187" y="20457"/>
                    <a:pt x="2074" y="19729"/>
                    <a:pt x="1273" y="19405"/>
                  </a:cubicBezTo>
                  <a:lnTo>
                    <a:pt x="1273" y="10230"/>
                  </a:lnTo>
                  <a:close/>
                  <a:moveTo>
                    <a:pt x="7002" y="1"/>
                  </a:moveTo>
                  <a:cubicBezTo>
                    <a:pt x="3860" y="6"/>
                    <a:pt x="1345" y="2495"/>
                    <a:pt x="1276" y="5667"/>
                  </a:cubicBezTo>
                  <a:cubicBezTo>
                    <a:pt x="1276" y="5671"/>
                    <a:pt x="1273" y="8955"/>
                    <a:pt x="1273" y="8955"/>
                  </a:cubicBezTo>
                  <a:lnTo>
                    <a:pt x="637" y="8955"/>
                  </a:lnTo>
                  <a:cubicBezTo>
                    <a:pt x="285" y="8955"/>
                    <a:pt x="1" y="9241"/>
                    <a:pt x="1" y="9592"/>
                  </a:cubicBezTo>
                  <a:lnTo>
                    <a:pt x="1" y="19820"/>
                  </a:lnTo>
                  <a:cubicBezTo>
                    <a:pt x="1" y="20061"/>
                    <a:pt x="137" y="20282"/>
                    <a:pt x="352" y="20389"/>
                  </a:cubicBezTo>
                  <a:cubicBezTo>
                    <a:pt x="462" y="20445"/>
                    <a:pt x="3078" y="21730"/>
                    <a:pt x="7003" y="21730"/>
                  </a:cubicBezTo>
                  <a:cubicBezTo>
                    <a:pt x="10928" y="21730"/>
                    <a:pt x="13545" y="20445"/>
                    <a:pt x="13654" y="20391"/>
                  </a:cubicBezTo>
                  <a:cubicBezTo>
                    <a:pt x="13870" y="20282"/>
                    <a:pt x="14006" y="20063"/>
                    <a:pt x="14006" y="19822"/>
                  </a:cubicBezTo>
                  <a:lnTo>
                    <a:pt x="14006" y="9592"/>
                  </a:lnTo>
                  <a:cubicBezTo>
                    <a:pt x="14006" y="9241"/>
                    <a:pt x="13721" y="8955"/>
                    <a:pt x="13369" y="8955"/>
                  </a:cubicBezTo>
                  <a:lnTo>
                    <a:pt x="12733" y="8955"/>
                  </a:lnTo>
                  <a:cubicBezTo>
                    <a:pt x="12733" y="8955"/>
                    <a:pt x="12732" y="5671"/>
                    <a:pt x="12732" y="5667"/>
                  </a:cubicBezTo>
                  <a:cubicBezTo>
                    <a:pt x="12659" y="2359"/>
                    <a:pt x="10006" y="6"/>
                    <a:pt x="700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3" name="Google Shape;4123;p52"/>
            <p:cNvSpPr/>
            <p:nvPr/>
          </p:nvSpPr>
          <p:spPr>
            <a:xfrm>
              <a:off x="4228906" y="4149813"/>
              <a:ext cx="61907" cy="82523"/>
            </a:xfrm>
            <a:custGeom>
              <a:rect b="b" l="l" r="r" t="t"/>
              <a:pathLst>
                <a:path extrusionOk="0" h="5094" w="3822">
                  <a:moveTo>
                    <a:pt x="637" y="1"/>
                  </a:moveTo>
                  <a:cubicBezTo>
                    <a:pt x="286" y="1"/>
                    <a:pt x="0" y="285"/>
                    <a:pt x="0" y="637"/>
                  </a:cubicBezTo>
                  <a:cubicBezTo>
                    <a:pt x="0" y="989"/>
                    <a:pt x="286" y="1273"/>
                    <a:pt x="637" y="1273"/>
                  </a:cubicBezTo>
                  <a:lnTo>
                    <a:pt x="1275" y="1273"/>
                  </a:lnTo>
                  <a:lnTo>
                    <a:pt x="1275" y="4457"/>
                  </a:lnTo>
                  <a:cubicBezTo>
                    <a:pt x="1275" y="4808"/>
                    <a:pt x="1559" y="5094"/>
                    <a:pt x="1911" y="5094"/>
                  </a:cubicBezTo>
                  <a:cubicBezTo>
                    <a:pt x="2263" y="5094"/>
                    <a:pt x="2548" y="4808"/>
                    <a:pt x="2548" y="4457"/>
                  </a:cubicBezTo>
                  <a:lnTo>
                    <a:pt x="2548" y="1273"/>
                  </a:lnTo>
                  <a:lnTo>
                    <a:pt x="3184" y="1273"/>
                  </a:lnTo>
                  <a:cubicBezTo>
                    <a:pt x="3536" y="1273"/>
                    <a:pt x="3822" y="989"/>
                    <a:pt x="3822" y="637"/>
                  </a:cubicBezTo>
                  <a:cubicBezTo>
                    <a:pt x="3822" y="285"/>
                    <a:pt x="3536" y="1"/>
                    <a:pt x="318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24" name="Google Shape;4124;p52"/>
          <p:cNvGrpSpPr/>
          <p:nvPr/>
        </p:nvGrpSpPr>
        <p:grpSpPr>
          <a:xfrm>
            <a:off x="5535480" y="2405038"/>
            <a:ext cx="362957" cy="210936"/>
            <a:chOff x="3906398" y="2371004"/>
            <a:chExt cx="354936" cy="206275"/>
          </a:xfrm>
        </p:grpSpPr>
        <p:sp>
          <p:nvSpPr>
            <p:cNvPr id="4125" name="Google Shape;4125;p52"/>
            <p:cNvSpPr/>
            <p:nvPr/>
          </p:nvSpPr>
          <p:spPr>
            <a:xfrm>
              <a:off x="4052953" y="2432856"/>
              <a:ext cx="64320" cy="61916"/>
            </a:xfrm>
            <a:custGeom>
              <a:rect b="b" l="l" r="r" t="t"/>
              <a:pathLst>
                <a:path extrusionOk="0" h="3822" w="3971">
                  <a:moveTo>
                    <a:pt x="1909" y="1274"/>
                  </a:moveTo>
                  <a:cubicBezTo>
                    <a:pt x="2167" y="1274"/>
                    <a:pt x="2399" y="1429"/>
                    <a:pt x="2498" y="1667"/>
                  </a:cubicBezTo>
                  <a:cubicBezTo>
                    <a:pt x="2596" y="1905"/>
                    <a:pt x="2541" y="2178"/>
                    <a:pt x="2359" y="2360"/>
                  </a:cubicBezTo>
                  <a:cubicBezTo>
                    <a:pt x="2238" y="2482"/>
                    <a:pt x="2075" y="2547"/>
                    <a:pt x="1910" y="2547"/>
                  </a:cubicBezTo>
                  <a:cubicBezTo>
                    <a:pt x="1828" y="2547"/>
                    <a:pt x="1745" y="2531"/>
                    <a:pt x="1665" y="2498"/>
                  </a:cubicBezTo>
                  <a:cubicBezTo>
                    <a:pt x="1427" y="2400"/>
                    <a:pt x="1272" y="2167"/>
                    <a:pt x="1272" y="1910"/>
                  </a:cubicBezTo>
                  <a:cubicBezTo>
                    <a:pt x="1272" y="1559"/>
                    <a:pt x="1558" y="1274"/>
                    <a:pt x="1909" y="1274"/>
                  </a:cubicBezTo>
                  <a:close/>
                  <a:moveTo>
                    <a:pt x="1910" y="1"/>
                  </a:moveTo>
                  <a:cubicBezTo>
                    <a:pt x="1664" y="1"/>
                    <a:pt x="1416" y="48"/>
                    <a:pt x="1180" y="147"/>
                  </a:cubicBezTo>
                  <a:cubicBezTo>
                    <a:pt x="465" y="442"/>
                    <a:pt x="1" y="1139"/>
                    <a:pt x="1" y="1910"/>
                  </a:cubicBezTo>
                  <a:cubicBezTo>
                    <a:pt x="1" y="2965"/>
                    <a:pt x="856" y="3820"/>
                    <a:pt x="1910" y="3821"/>
                  </a:cubicBezTo>
                  <a:lnTo>
                    <a:pt x="1910" y="3821"/>
                  </a:lnTo>
                  <a:cubicBezTo>
                    <a:pt x="2682" y="3821"/>
                    <a:pt x="3379" y="3356"/>
                    <a:pt x="3674" y="2642"/>
                  </a:cubicBezTo>
                  <a:cubicBezTo>
                    <a:pt x="3971" y="1929"/>
                    <a:pt x="3806" y="1107"/>
                    <a:pt x="3261" y="561"/>
                  </a:cubicBezTo>
                  <a:cubicBezTo>
                    <a:pt x="2896" y="195"/>
                    <a:pt x="2407" y="1"/>
                    <a:pt x="1910" y="1"/>
                  </a:cubicBezTo>
                  <a:close/>
                  <a:moveTo>
                    <a:pt x="1910" y="3821"/>
                  </a:moveTo>
                  <a:cubicBezTo>
                    <a:pt x="1910" y="3821"/>
                    <a:pt x="1909" y="3821"/>
                    <a:pt x="1909" y="3821"/>
                  </a:cubicBezTo>
                  <a:lnTo>
                    <a:pt x="1910" y="3821"/>
                  </a:lnTo>
                  <a:cubicBezTo>
                    <a:pt x="1910" y="3821"/>
                    <a:pt x="1910" y="3821"/>
                    <a:pt x="1910" y="382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6" name="Google Shape;4126;p52"/>
            <p:cNvSpPr/>
            <p:nvPr/>
          </p:nvSpPr>
          <p:spPr>
            <a:xfrm>
              <a:off x="3906398" y="2371004"/>
              <a:ext cx="354936" cy="206275"/>
            </a:xfrm>
            <a:custGeom>
              <a:rect b="b" l="l" r="r" t="t"/>
              <a:pathLst>
                <a:path extrusionOk="0" h="12733" w="21913">
                  <a:moveTo>
                    <a:pt x="10957" y="2546"/>
                  </a:moveTo>
                  <a:cubicBezTo>
                    <a:pt x="12713" y="2546"/>
                    <a:pt x="14141" y="3974"/>
                    <a:pt x="14141" y="5728"/>
                  </a:cubicBezTo>
                  <a:cubicBezTo>
                    <a:pt x="14141" y="7484"/>
                    <a:pt x="12713" y="8912"/>
                    <a:pt x="10957" y="8912"/>
                  </a:cubicBezTo>
                  <a:cubicBezTo>
                    <a:pt x="9202" y="8912"/>
                    <a:pt x="7775" y="7484"/>
                    <a:pt x="7775" y="5728"/>
                  </a:cubicBezTo>
                  <a:cubicBezTo>
                    <a:pt x="7775" y="3974"/>
                    <a:pt x="9202" y="2546"/>
                    <a:pt x="10957" y="2546"/>
                  </a:cubicBezTo>
                  <a:close/>
                  <a:moveTo>
                    <a:pt x="10842" y="1274"/>
                  </a:moveTo>
                  <a:lnTo>
                    <a:pt x="10842" y="1274"/>
                  </a:lnTo>
                  <a:cubicBezTo>
                    <a:pt x="8437" y="1335"/>
                    <a:pt x="6500" y="3311"/>
                    <a:pt x="6500" y="5728"/>
                  </a:cubicBezTo>
                  <a:cubicBezTo>
                    <a:pt x="6500" y="8186"/>
                    <a:pt x="8500" y="10185"/>
                    <a:pt x="10957" y="10185"/>
                  </a:cubicBezTo>
                  <a:cubicBezTo>
                    <a:pt x="13414" y="10185"/>
                    <a:pt x="15414" y="8186"/>
                    <a:pt x="15414" y="5728"/>
                  </a:cubicBezTo>
                  <a:cubicBezTo>
                    <a:pt x="15414" y="3311"/>
                    <a:pt x="13476" y="1335"/>
                    <a:pt x="11072" y="1274"/>
                  </a:cubicBezTo>
                  <a:lnTo>
                    <a:pt x="11072" y="1274"/>
                  </a:lnTo>
                  <a:cubicBezTo>
                    <a:pt x="13498" y="1305"/>
                    <a:pt x="15830" y="2311"/>
                    <a:pt x="18006" y="4268"/>
                  </a:cubicBezTo>
                  <a:cubicBezTo>
                    <a:pt x="18683" y="4880"/>
                    <a:pt x="19309" y="5550"/>
                    <a:pt x="19877" y="6267"/>
                  </a:cubicBezTo>
                  <a:cubicBezTo>
                    <a:pt x="18505" y="7822"/>
                    <a:pt x="15296" y="11458"/>
                    <a:pt x="10957" y="11458"/>
                  </a:cubicBezTo>
                  <a:cubicBezTo>
                    <a:pt x="6619" y="11458"/>
                    <a:pt x="3409" y="7822"/>
                    <a:pt x="2037" y="6267"/>
                  </a:cubicBezTo>
                  <a:cubicBezTo>
                    <a:pt x="2597" y="5559"/>
                    <a:pt x="3215" y="4899"/>
                    <a:pt x="3883" y="4293"/>
                  </a:cubicBezTo>
                  <a:lnTo>
                    <a:pt x="3883" y="4291"/>
                  </a:lnTo>
                  <a:cubicBezTo>
                    <a:pt x="6065" y="2320"/>
                    <a:pt x="8406" y="1305"/>
                    <a:pt x="10842" y="1274"/>
                  </a:cubicBezTo>
                  <a:close/>
                  <a:moveTo>
                    <a:pt x="10957" y="0"/>
                  </a:moveTo>
                  <a:cubicBezTo>
                    <a:pt x="7936" y="0"/>
                    <a:pt x="5243" y="1346"/>
                    <a:pt x="3028" y="3348"/>
                  </a:cubicBezTo>
                  <a:cubicBezTo>
                    <a:pt x="1733" y="4518"/>
                    <a:pt x="654" y="5898"/>
                    <a:pt x="183" y="6672"/>
                  </a:cubicBezTo>
                  <a:cubicBezTo>
                    <a:pt x="0" y="6972"/>
                    <a:pt x="97" y="7364"/>
                    <a:pt x="397" y="7547"/>
                  </a:cubicBezTo>
                  <a:lnTo>
                    <a:pt x="399" y="7547"/>
                  </a:lnTo>
                  <a:cubicBezTo>
                    <a:pt x="502" y="7609"/>
                    <a:pt x="615" y="7639"/>
                    <a:pt x="728" y="7639"/>
                  </a:cubicBezTo>
                  <a:cubicBezTo>
                    <a:pt x="943" y="7639"/>
                    <a:pt x="1153" y="7530"/>
                    <a:pt x="1273" y="7332"/>
                  </a:cubicBezTo>
                  <a:cubicBezTo>
                    <a:pt x="1273" y="7331"/>
                    <a:pt x="1275" y="7330"/>
                    <a:pt x="1276" y="7328"/>
                  </a:cubicBezTo>
                  <a:cubicBezTo>
                    <a:pt x="2856" y="9109"/>
                    <a:pt x="6246" y="12732"/>
                    <a:pt x="10957" y="12732"/>
                  </a:cubicBezTo>
                  <a:cubicBezTo>
                    <a:pt x="15669" y="12732"/>
                    <a:pt x="19058" y="9109"/>
                    <a:pt x="20638" y="7328"/>
                  </a:cubicBezTo>
                  <a:lnTo>
                    <a:pt x="20642" y="7332"/>
                  </a:lnTo>
                  <a:cubicBezTo>
                    <a:pt x="20761" y="7530"/>
                    <a:pt x="20971" y="7639"/>
                    <a:pt x="21186" y="7639"/>
                  </a:cubicBezTo>
                  <a:cubicBezTo>
                    <a:pt x="21299" y="7639"/>
                    <a:pt x="21413" y="7609"/>
                    <a:pt x="21516" y="7547"/>
                  </a:cubicBezTo>
                  <a:cubicBezTo>
                    <a:pt x="21817" y="7364"/>
                    <a:pt x="21912" y="6972"/>
                    <a:pt x="21730" y="6672"/>
                  </a:cubicBezTo>
                  <a:cubicBezTo>
                    <a:pt x="21203" y="5804"/>
                    <a:pt x="20111" y="4454"/>
                    <a:pt x="18885" y="3348"/>
                  </a:cubicBezTo>
                  <a:cubicBezTo>
                    <a:pt x="16671" y="1346"/>
                    <a:pt x="13978" y="0"/>
                    <a:pt x="1095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27" name="Google Shape;4127;p52"/>
          <p:cNvGrpSpPr/>
          <p:nvPr/>
        </p:nvGrpSpPr>
        <p:grpSpPr>
          <a:xfrm>
            <a:off x="4839085" y="2336052"/>
            <a:ext cx="232022" cy="360048"/>
            <a:chOff x="3522161" y="2296938"/>
            <a:chExt cx="226895" cy="352091"/>
          </a:xfrm>
        </p:grpSpPr>
        <p:sp>
          <p:nvSpPr>
            <p:cNvPr id="4128" name="Google Shape;4128;p52"/>
            <p:cNvSpPr/>
            <p:nvPr/>
          </p:nvSpPr>
          <p:spPr>
            <a:xfrm>
              <a:off x="3522161" y="2296938"/>
              <a:ext cx="226895" cy="352091"/>
            </a:xfrm>
            <a:custGeom>
              <a:rect b="b" l="l" r="r" t="t"/>
              <a:pathLst>
                <a:path extrusionOk="0" h="21734" w="14008">
                  <a:moveTo>
                    <a:pt x="7003" y="1275"/>
                  </a:moveTo>
                  <a:cubicBezTo>
                    <a:pt x="10170" y="1275"/>
                    <a:pt x="12733" y="3838"/>
                    <a:pt x="12733" y="7004"/>
                  </a:cubicBezTo>
                  <a:cubicBezTo>
                    <a:pt x="12732" y="8858"/>
                    <a:pt x="11834" y="10597"/>
                    <a:pt x="10326" y="11673"/>
                  </a:cubicBezTo>
                  <a:cubicBezTo>
                    <a:pt x="9429" y="12313"/>
                    <a:pt x="8914" y="13274"/>
                    <a:pt x="8914" y="14310"/>
                  </a:cubicBezTo>
                  <a:lnTo>
                    <a:pt x="8914" y="15365"/>
                  </a:lnTo>
                  <a:lnTo>
                    <a:pt x="5094" y="15365"/>
                  </a:lnTo>
                  <a:lnTo>
                    <a:pt x="5094" y="14231"/>
                  </a:lnTo>
                  <a:cubicBezTo>
                    <a:pt x="5094" y="13237"/>
                    <a:pt x="4591" y="12312"/>
                    <a:pt x="3712" y="11695"/>
                  </a:cubicBezTo>
                  <a:cubicBezTo>
                    <a:pt x="2185" y="10621"/>
                    <a:pt x="1276" y="8871"/>
                    <a:pt x="1273" y="7004"/>
                  </a:cubicBezTo>
                  <a:cubicBezTo>
                    <a:pt x="1273" y="3791"/>
                    <a:pt x="3790" y="1275"/>
                    <a:pt x="7003" y="1275"/>
                  </a:cubicBezTo>
                  <a:close/>
                  <a:moveTo>
                    <a:pt x="8914" y="16638"/>
                  </a:moveTo>
                  <a:lnTo>
                    <a:pt x="8914" y="17911"/>
                  </a:lnTo>
                  <a:lnTo>
                    <a:pt x="5094" y="17911"/>
                  </a:lnTo>
                  <a:lnTo>
                    <a:pt x="5094" y="16638"/>
                  </a:lnTo>
                  <a:close/>
                  <a:moveTo>
                    <a:pt x="8772" y="19185"/>
                  </a:moveTo>
                  <a:cubicBezTo>
                    <a:pt x="8509" y="19887"/>
                    <a:pt x="7888" y="20458"/>
                    <a:pt x="7004" y="20458"/>
                  </a:cubicBezTo>
                  <a:cubicBezTo>
                    <a:pt x="6193" y="20458"/>
                    <a:pt x="5472" y="19948"/>
                    <a:pt x="5202" y="19185"/>
                  </a:cubicBezTo>
                  <a:close/>
                  <a:moveTo>
                    <a:pt x="7004" y="0"/>
                  </a:moveTo>
                  <a:cubicBezTo>
                    <a:pt x="3143" y="0"/>
                    <a:pt x="1" y="3085"/>
                    <a:pt x="1" y="7004"/>
                  </a:cubicBezTo>
                  <a:cubicBezTo>
                    <a:pt x="3" y="9286"/>
                    <a:pt x="1115" y="11424"/>
                    <a:pt x="2980" y="12737"/>
                  </a:cubicBezTo>
                  <a:cubicBezTo>
                    <a:pt x="3515" y="13111"/>
                    <a:pt x="3821" y="13656"/>
                    <a:pt x="3821" y="14229"/>
                  </a:cubicBezTo>
                  <a:lnTo>
                    <a:pt x="3821" y="15365"/>
                  </a:lnTo>
                  <a:lnTo>
                    <a:pt x="3184" y="15365"/>
                  </a:lnTo>
                  <a:cubicBezTo>
                    <a:pt x="2832" y="15365"/>
                    <a:pt x="2548" y="15650"/>
                    <a:pt x="2548" y="16002"/>
                  </a:cubicBezTo>
                  <a:cubicBezTo>
                    <a:pt x="2548" y="16353"/>
                    <a:pt x="2832" y="16639"/>
                    <a:pt x="3184" y="16639"/>
                  </a:cubicBezTo>
                  <a:lnTo>
                    <a:pt x="3821" y="16639"/>
                  </a:lnTo>
                  <a:lnTo>
                    <a:pt x="3821" y="17912"/>
                  </a:lnTo>
                  <a:lnTo>
                    <a:pt x="3184" y="17912"/>
                  </a:lnTo>
                  <a:cubicBezTo>
                    <a:pt x="2832" y="17912"/>
                    <a:pt x="2548" y="18198"/>
                    <a:pt x="2548" y="18550"/>
                  </a:cubicBezTo>
                  <a:cubicBezTo>
                    <a:pt x="2548" y="18900"/>
                    <a:pt x="2832" y="19186"/>
                    <a:pt x="3184" y="19186"/>
                  </a:cubicBezTo>
                  <a:lnTo>
                    <a:pt x="3884" y="19186"/>
                  </a:lnTo>
                  <a:cubicBezTo>
                    <a:pt x="4175" y="20623"/>
                    <a:pt x="5447" y="21733"/>
                    <a:pt x="7004" y="21733"/>
                  </a:cubicBezTo>
                  <a:cubicBezTo>
                    <a:pt x="8558" y="21733"/>
                    <a:pt x="9763" y="20635"/>
                    <a:pt x="10098" y="19186"/>
                  </a:cubicBezTo>
                  <a:lnTo>
                    <a:pt x="10823" y="19186"/>
                  </a:lnTo>
                  <a:cubicBezTo>
                    <a:pt x="11175" y="19186"/>
                    <a:pt x="11460" y="18900"/>
                    <a:pt x="11460" y="18550"/>
                  </a:cubicBezTo>
                  <a:cubicBezTo>
                    <a:pt x="11460" y="18198"/>
                    <a:pt x="11175" y="17912"/>
                    <a:pt x="10823" y="17912"/>
                  </a:cubicBezTo>
                  <a:lnTo>
                    <a:pt x="10187" y="17912"/>
                  </a:lnTo>
                  <a:lnTo>
                    <a:pt x="10187" y="16639"/>
                  </a:lnTo>
                  <a:lnTo>
                    <a:pt x="10823" y="16639"/>
                  </a:lnTo>
                  <a:cubicBezTo>
                    <a:pt x="11175" y="16639"/>
                    <a:pt x="11460" y="16353"/>
                    <a:pt x="11460" y="16002"/>
                  </a:cubicBezTo>
                  <a:cubicBezTo>
                    <a:pt x="11460" y="15650"/>
                    <a:pt x="11175" y="15365"/>
                    <a:pt x="10823" y="15365"/>
                  </a:cubicBezTo>
                  <a:lnTo>
                    <a:pt x="10187" y="15365"/>
                  </a:lnTo>
                  <a:lnTo>
                    <a:pt x="10187" y="14310"/>
                  </a:lnTo>
                  <a:cubicBezTo>
                    <a:pt x="10187" y="13691"/>
                    <a:pt x="10507" y="13107"/>
                    <a:pt x="11066" y="12710"/>
                  </a:cubicBezTo>
                  <a:cubicBezTo>
                    <a:pt x="12909" y="11394"/>
                    <a:pt x="14003" y="9268"/>
                    <a:pt x="14007" y="7004"/>
                  </a:cubicBezTo>
                  <a:cubicBezTo>
                    <a:pt x="14007" y="3134"/>
                    <a:pt x="10875" y="0"/>
                    <a:pt x="700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9" name="Google Shape;4129;p52"/>
            <p:cNvSpPr/>
            <p:nvPr/>
          </p:nvSpPr>
          <p:spPr>
            <a:xfrm>
              <a:off x="3583112" y="2420706"/>
              <a:ext cx="105089" cy="41294"/>
            </a:xfrm>
            <a:custGeom>
              <a:rect b="b" l="l" r="r" t="t"/>
              <a:pathLst>
                <a:path extrusionOk="0" h="2549" w="6488">
                  <a:moveTo>
                    <a:pt x="3241" y="1"/>
                  </a:moveTo>
                  <a:cubicBezTo>
                    <a:pt x="3078" y="1"/>
                    <a:pt x="2915" y="63"/>
                    <a:pt x="2790" y="187"/>
                  </a:cubicBezTo>
                  <a:lnTo>
                    <a:pt x="1969" y="1010"/>
                  </a:lnTo>
                  <a:lnTo>
                    <a:pt x="1144" y="187"/>
                  </a:lnTo>
                  <a:cubicBezTo>
                    <a:pt x="1021" y="66"/>
                    <a:pt x="860" y="5"/>
                    <a:pt x="699" y="5"/>
                  </a:cubicBezTo>
                  <a:cubicBezTo>
                    <a:pt x="536" y="5"/>
                    <a:pt x="374" y="67"/>
                    <a:pt x="250" y="191"/>
                  </a:cubicBezTo>
                  <a:cubicBezTo>
                    <a:pt x="2" y="439"/>
                    <a:pt x="1" y="838"/>
                    <a:pt x="244" y="1087"/>
                  </a:cubicBezTo>
                  <a:lnTo>
                    <a:pt x="1517" y="2361"/>
                  </a:lnTo>
                  <a:cubicBezTo>
                    <a:pt x="1642" y="2486"/>
                    <a:pt x="1805" y="2548"/>
                    <a:pt x="1968" y="2548"/>
                  </a:cubicBezTo>
                  <a:cubicBezTo>
                    <a:pt x="2131" y="2548"/>
                    <a:pt x="2294" y="2486"/>
                    <a:pt x="2418" y="2361"/>
                  </a:cubicBezTo>
                  <a:lnTo>
                    <a:pt x="3241" y="1538"/>
                  </a:lnTo>
                  <a:lnTo>
                    <a:pt x="4065" y="2361"/>
                  </a:lnTo>
                  <a:cubicBezTo>
                    <a:pt x="4189" y="2486"/>
                    <a:pt x="4352" y="2548"/>
                    <a:pt x="4514" y="2548"/>
                  </a:cubicBezTo>
                  <a:cubicBezTo>
                    <a:pt x="4677" y="2548"/>
                    <a:pt x="4840" y="2486"/>
                    <a:pt x="4964" y="2361"/>
                  </a:cubicBezTo>
                  <a:lnTo>
                    <a:pt x="6239" y="1087"/>
                  </a:lnTo>
                  <a:cubicBezTo>
                    <a:pt x="6487" y="838"/>
                    <a:pt x="6487" y="436"/>
                    <a:pt x="6239" y="187"/>
                  </a:cubicBezTo>
                  <a:cubicBezTo>
                    <a:pt x="6114" y="63"/>
                    <a:pt x="5951" y="1"/>
                    <a:pt x="5788" y="1"/>
                  </a:cubicBezTo>
                  <a:cubicBezTo>
                    <a:pt x="5625" y="1"/>
                    <a:pt x="5463" y="63"/>
                    <a:pt x="5339" y="187"/>
                  </a:cubicBezTo>
                  <a:lnTo>
                    <a:pt x="5338" y="187"/>
                  </a:lnTo>
                  <a:lnTo>
                    <a:pt x="4514" y="1010"/>
                  </a:lnTo>
                  <a:lnTo>
                    <a:pt x="3691" y="187"/>
                  </a:lnTo>
                  <a:cubicBezTo>
                    <a:pt x="3567" y="63"/>
                    <a:pt x="3404" y="1"/>
                    <a:pt x="324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130" name="Google Shape;4130;p52"/>
          <p:cNvSpPr/>
          <p:nvPr/>
        </p:nvSpPr>
        <p:spPr>
          <a:xfrm>
            <a:off x="4021437" y="2324941"/>
            <a:ext cx="359936" cy="359991"/>
          </a:xfrm>
          <a:custGeom>
            <a:rect b="b" l="l" r="r" t="t"/>
            <a:pathLst>
              <a:path extrusionOk="0" h="21732" w="21732">
                <a:moveTo>
                  <a:pt x="19448" y="10026"/>
                </a:moveTo>
                <a:cubicBezTo>
                  <a:pt x="19591" y="10026"/>
                  <a:pt x="19738" y="10054"/>
                  <a:pt x="19865" y="10133"/>
                </a:cubicBezTo>
                <a:cubicBezTo>
                  <a:pt x="20249" y="10375"/>
                  <a:pt x="20461" y="11087"/>
                  <a:pt x="20461" y="12139"/>
                </a:cubicBezTo>
                <a:cubicBezTo>
                  <a:pt x="20461" y="13197"/>
                  <a:pt x="20245" y="13917"/>
                  <a:pt x="19856" y="14166"/>
                </a:cubicBezTo>
                <a:lnTo>
                  <a:pt x="19855" y="14166"/>
                </a:lnTo>
                <a:cubicBezTo>
                  <a:pt x="19722" y="14251"/>
                  <a:pt x="19568" y="14280"/>
                  <a:pt x="19420" y="14280"/>
                </a:cubicBezTo>
                <a:cubicBezTo>
                  <a:pt x="19339" y="14280"/>
                  <a:pt x="19259" y="14271"/>
                  <a:pt x="19187" y="14259"/>
                </a:cubicBezTo>
                <a:lnTo>
                  <a:pt x="19187" y="10053"/>
                </a:lnTo>
                <a:cubicBezTo>
                  <a:pt x="19268" y="10037"/>
                  <a:pt x="19357" y="10026"/>
                  <a:pt x="19448" y="10026"/>
                </a:cubicBezTo>
                <a:close/>
                <a:moveTo>
                  <a:pt x="2287" y="10026"/>
                </a:moveTo>
                <a:cubicBezTo>
                  <a:pt x="2378" y="10026"/>
                  <a:pt x="2467" y="10037"/>
                  <a:pt x="2548" y="10053"/>
                </a:cubicBezTo>
                <a:lnTo>
                  <a:pt x="2548" y="14260"/>
                </a:lnTo>
                <a:cubicBezTo>
                  <a:pt x="2476" y="14273"/>
                  <a:pt x="2398" y="14281"/>
                  <a:pt x="2318" y="14281"/>
                </a:cubicBezTo>
                <a:cubicBezTo>
                  <a:pt x="2171" y="14281"/>
                  <a:pt x="2018" y="14253"/>
                  <a:pt x="1884" y="14169"/>
                </a:cubicBezTo>
                <a:cubicBezTo>
                  <a:pt x="1491" y="13923"/>
                  <a:pt x="1275" y="13201"/>
                  <a:pt x="1275" y="12139"/>
                </a:cubicBezTo>
                <a:cubicBezTo>
                  <a:pt x="1275" y="11087"/>
                  <a:pt x="1487" y="10375"/>
                  <a:pt x="1870" y="10133"/>
                </a:cubicBezTo>
                <a:cubicBezTo>
                  <a:pt x="1997" y="10054"/>
                  <a:pt x="2144" y="10026"/>
                  <a:pt x="2287" y="10026"/>
                </a:cubicBezTo>
                <a:close/>
                <a:moveTo>
                  <a:pt x="5095" y="8956"/>
                </a:moveTo>
                <a:lnTo>
                  <a:pt x="5095" y="15365"/>
                </a:lnTo>
                <a:lnTo>
                  <a:pt x="3822" y="15365"/>
                </a:lnTo>
                <a:lnTo>
                  <a:pt x="3822" y="8956"/>
                </a:lnTo>
                <a:close/>
                <a:moveTo>
                  <a:pt x="17914" y="8956"/>
                </a:moveTo>
                <a:lnTo>
                  <a:pt x="17914" y="15365"/>
                </a:lnTo>
                <a:lnTo>
                  <a:pt x="16639" y="15365"/>
                </a:lnTo>
                <a:lnTo>
                  <a:pt x="16639" y="8956"/>
                </a:lnTo>
                <a:close/>
                <a:moveTo>
                  <a:pt x="12140" y="19184"/>
                </a:moveTo>
                <a:cubicBezTo>
                  <a:pt x="12492" y="19184"/>
                  <a:pt x="12778" y="19470"/>
                  <a:pt x="12778" y="19822"/>
                </a:cubicBezTo>
                <a:cubicBezTo>
                  <a:pt x="12778" y="20172"/>
                  <a:pt x="12492" y="20458"/>
                  <a:pt x="12140" y="20458"/>
                </a:cubicBezTo>
                <a:lnTo>
                  <a:pt x="10867" y="20458"/>
                </a:lnTo>
                <a:cubicBezTo>
                  <a:pt x="10515" y="20458"/>
                  <a:pt x="10231" y="20172"/>
                  <a:pt x="10231" y="19822"/>
                </a:cubicBezTo>
                <a:cubicBezTo>
                  <a:pt x="10231" y="19470"/>
                  <a:pt x="10515" y="19184"/>
                  <a:pt x="10867" y="19184"/>
                </a:cubicBezTo>
                <a:close/>
                <a:moveTo>
                  <a:pt x="10867" y="1"/>
                </a:moveTo>
                <a:cubicBezTo>
                  <a:pt x="6291" y="1"/>
                  <a:pt x="2548" y="3744"/>
                  <a:pt x="2548" y="8319"/>
                </a:cubicBezTo>
                <a:lnTo>
                  <a:pt x="2548" y="8767"/>
                </a:lnTo>
                <a:cubicBezTo>
                  <a:pt x="2465" y="8759"/>
                  <a:pt x="2379" y="8754"/>
                  <a:pt x="2292" y="8754"/>
                </a:cubicBezTo>
                <a:cubicBezTo>
                  <a:pt x="1935" y="8754"/>
                  <a:pt x="1554" y="8832"/>
                  <a:pt x="1205" y="9048"/>
                </a:cubicBezTo>
                <a:cubicBezTo>
                  <a:pt x="407" y="9541"/>
                  <a:pt x="1" y="10581"/>
                  <a:pt x="1" y="12139"/>
                </a:cubicBezTo>
                <a:cubicBezTo>
                  <a:pt x="1" y="13698"/>
                  <a:pt x="407" y="14746"/>
                  <a:pt x="1208" y="15247"/>
                </a:cubicBezTo>
                <a:cubicBezTo>
                  <a:pt x="1542" y="15457"/>
                  <a:pt x="1925" y="15552"/>
                  <a:pt x="2323" y="15552"/>
                </a:cubicBezTo>
                <a:cubicBezTo>
                  <a:pt x="2397" y="15552"/>
                  <a:pt x="2472" y="15549"/>
                  <a:pt x="2547" y="15542"/>
                </a:cubicBezTo>
                <a:lnTo>
                  <a:pt x="2547" y="16001"/>
                </a:lnTo>
                <a:cubicBezTo>
                  <a:pt x="2547" y="16353"/>
                  <a:pt x="2832" y="16638"/>
                  <a:pt x="3183" y="16638"/>
                </a:cubicBezTo>
                <a:lnTo>
                  <a:pt x="5730" y="16638"/>
                </a:lnTo>
                <a:cubicBezTo>
                  <a:pt x="6082" y="16638"/>
                  <a:pt x="6368" y="16353"/>
                  <a:pt x="6367" y="16001"/>
                </a:cubicBezTo>
                <a:lnTo>
                  <a:pt x="6367" y="8320"/>
                </a:lnTo>
                <a:cubicBezTo>
                  <a:pt x="6367" y="7968"/>
                  <a:pt x="6082" y="7682"/>
                  <a:pt x="5730" y="7682"/>
                </a:cubicBezTo>
                <a:lnTo>
                  <a:pt x="3850" y="7682"/>
                </a:lnTo>
                <a:cubicBezTo>
                  <a:pt x="4173" y="4095"/>
                  <a:pt x="7197" y="1274"/>
                  <a:pt x="10866" y="1274"/>
                </a:cubicBezTo>
                <a:cubicBezTo>
                  <a:pt x="14537" y="1274"/>
                  <a:pt x="17560" y="4095"/>
                  <a:pt x="17882" y="7682"/>
                </a:cubicBezTo>
                <a:lnTo>
                  <a:pt x="16001" y="7682"/>
                </a:lnTo>
                <a:cubicBezTo>
                  <a:pt x="15651" y="7682"/>
                  <a:pt x="15365" y="7968"/>
                  <a:pt x="15365" y="8320"/>
                </a:cubicBezTo>
                <a:lnTo>
                  <a:pt x="15365" y="16001"/>
                </a:lnTo>
                <a:cubicBezTo>
                  <a:pt x="15365" y="16353"/>
                  <a:pt x="15651" y="16638"/>
                  <a:pt x="16001" y="16638"/>
                </a:cubicBezTo>
                <a:lnTo>
                  <a:pt x="17912" y="16638"/>
                </a:lnTo>
                <a:lnTo>
                  <a:pt x="17912" y="17274"/>
                </a:lnTo>
                <a:cubicBezTo>
                  <a:pt x="17911" y="18329"/>
                  <a:pt x="17056" y="19184"/>
                  <a:pt x="16001" y="19184"/>
                </a:cubicBezTo>
                <a:lnTo>
                  <a:pt x="13940" y="19184"/>
                </a:lnTo>
                <a:cubicBezTo>
                  <a:pt x="13670" y="18422"/>
                  <a:pt x="12949" y="17912"/>
                  <a:pt x="12139" y="17911"/>
                </a:cubicBezTo>
                <a:lnTo>
                  <a:pt x="10866" y="17911"/>
                </a:lnTo>
                <a:cubicBezTo>
                  <a:pt x="10860" y="17911"/>
                  <a:pt x="10855" y="17911"/>
                  <a:pt x="10849" y="17911"/>
                </a:cubicBezTo>
                <a:cubicBezTo>
                  <a:pt x="9795" y="17911"/>
                  <a:pt x="8938" y="18765"/>
                  <a:pt x="8938" y="19820"/>
                </a:cubicBezTo>
                <a:cubicBezTo>
                  <a:pt x="8938" y="20877"/>
                  <a:pt x="9795" y="21731"/>
                  <a:pt x="10849" y="21731"/>
                </a:cubicBezTo>
                <a:cubicBezTo>
                  <a:pt x="10855" y="21731"/>
                  <a:pt x="10860" y="21731"/>
                  <a:pt x="10866" y="21731"/>
                </a:cubicBezTo>
                <a:lnTo>
                  <a:pt x="12139" y="21731"/>
                </a:lnTo>
                <a:cubicBezTo>
                  <a:pt x="12949" y="21730"/>
                  <a:pt x="13670" y="21219"/>
                  <a:pt x="13940" y="20457"/>
                </a:cubicBezTo>
                <a:lnTo>
                  <a:pt x="16001" y="20457"/>
                </a:lnTo>
                <a:cubicBezTo>
                  <a:pt x="17757" y="20457"/>
                  <a:pt x="19185" y="19029"/>
                  <a:pt x="19185" y="17273"/>
                </a:cubicBezTo>
                <a:lnTo>
                  <a:pt x="19185" y="15542"/>
                </a:lnTo>
                <a:cubicBezTo>
                  <a:pt x="19260" y="15549"/>
                  <a:pt x="19335" y="15552"/>
                  <a:pt x="19409" y="15552"/>
                </a:cubicBezTo>
                <a:cubicBezTo>
                  <a:pt x="19808" y="15552"/>
                  <a:pt x="20190" y="15457"/>
                  <a:pt x="20524" y="15247"/>
                </a:cubicBezTo>
                <a:cubicBezTo>
                  <a:pt x="21325" y="14746"/>
                  <a:pt x="21731" y="13699"/>
                  <a:pt x="21731" y="12139"/>
                </a:cubicBezTo>
                <a:cubicBezTo>
                  <a:pt x="21731" y="10579"/>
                  <a:pt x="21326" y="9541"/>
                  <a:pt x="20527" y="9048"/>
                </a:cubicBezTo>
                <a:lnTo>
                  <a:pt x="20528" y="9048"/>
                </a:lnTo>
                <a:cubicBezTo>
                  <a:pt x="20179" y="8832"/>
                  <a:pt x="19799" y="8754"/>
                  <a:pt x="19441" y="8754"/>
                </a:cubicBezTo>
                <a:cubicBezTo>
                  <a:pt x="19354" y="8754"/>
                  <a:pt x="19269" y="8759"/>
                  <a:pt x="19185" y="8767"/>
                </a:cubicBezTo>
                <a:lnTo>
                  <a:pt x="19185" y="8319"/>
                </a:lnTo>
                <a:cubicBezTo>
                  <a:pt x="19185" y="3744"/>
                  <a:pt x="15442" y="1"/>
                  <a:pt x="1086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131" name="Google Shape;4131;p52"/>
          <p:cNvGrpSpPr/>
          <p:nvPr/>
        </p:nvGrpSpPr>
        <p:grpSpPr>
          <a:xfrm>
            <a:off x="3300917" y="2324937"/>
            <a:ext cx="331768" cy="359998"/>
            <a:chOff x="3893229" y="3344333"/>
            <a:chExt cx="324436" cy="352042"/>
          </a:xfrm>
        </p:grpSpPr>
        <p:sp>
          <p:nvSpPr>
            <p:cNvPr id="4132" name="Google Shape;4132;p52"/>
            <p:cNvSpPr/>
            <p:nvPr/>
          </p:nvSpPr>
          <p:spPr>
            <a:xfrm>
              <a:off x="4078820" y="3344333"/>
              <a:ext cx="138845" cy="145103"/>
            </a:xfrm>
            <a:custGeom>
              <a:rect b="b" l="l" r="r" t="t"/>
              <a:pathLst>
                <a:path extrusionOk="0" h="8957" w="8572">
                  <a:moveTo>
                    <a:pt x="1275" y="1302"/>
                  </a:moveTo>
                  <a:cubicBezTo>
                    <a:pt x="3751" y="1530"/>
                    <a:pt x="5946" y="3073"/>
                    <a:pt x="7010" y="5334"/>
                  </a:cubicBezTo>
                  <a:lnTo>
                    <a:pt x="1275" y="7412"/>
                  </a:lnTo>
                  <a:lnTo>
                    <a:pt x="1275" y="1302"/>
                  </a:lnTo>
                  <a:close/>
                  <a:moveTo>
                    <a:pt x="637" y="0"/>
                  </a:moveTo>
                  <a:cubicBezTo>
                    <a:pt x="285" y="0"/>
                    <a:pt x="1" y="286"/>
                    <a:pt x="1" y="637"/>
                  </a:cubicBezTo>
                  <a:lnTo>
                    <a:pt x="1" y="8320"/>
                  </a:lnTo>
                  <a:cubicBezTo>
                    <a:pt x="1" y="8683"/>
                    <a:pt x="299" y="8956"/>
                    <a:pt x="637" y="8956"/>
                  </a:cubicBezTo>
                  <a:cubicBezTo>
                    <a:pt x="708" y="8956"/>
                    <a:pt x="782" y="8944"/>
                    <a:pt x="854" y="8918"/>
                  </a:cubicBezTo>
                  <a:lnTo>
                    <a:pt x="856" y="8918"/>
                  </a:lnTo>
                  <a:lnTo>
                    <a:pt x="8070" y="6304"/>
                  </a:lnTo>
                  <a:cubicBezTo>
                    <a:pt x="8401" y="6184"/>
                    <a:pt x="8572" y="5819"/>
                    <a:pt x="8451" y="5488"/>
                  </a:cubicBezTo>
                  <a:cubicBezTo>
                    <a:pt x="7256" y="2206"/>
                    <a:pt x="4116" y="0"/>
                    <a:pt x="6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3" name="Google Shape;4133;p52"/>
            <p:cNvSpPr/>
            <p:nvPr/>
          </p:nvSpPr>
          <p:spPr>
            <a:xfrm>
              <a:off x="3893229" y="3427520"/>
              <a:ext cx="268133" cy="268855"/>
            </a:xfrm>
            <a:custGeom>
              <a:rect b="b" l="l" r="r" t="t"/>
              <a:pathLst>
                <a:path extrusionOk="0" h="16596" w="16554">
                  <a:moveTo>
                    <a:pt x="7640" y="1303"/>
                  </a:moveTo>
                  <a:lnTo>
                    <a:pt x="7640" y="8278"/>
                  </a:lnTo>
                  <a:cubicBezTo>
                    <a:pt x="7640" y="8641"/>
                    <a:pt x="7939" y="8915"/>
                    <a:pt x="8277" y="8915"/>
                  </a:cubicBezTo>
                  <a:cubicBezTo>
                    <a:pt x="8349" y="8915"/>
                    <a:pt x="8422" y="8902"/>
                    <a:pt x="8495" y="8876"/>
                  </a:cubicBezTo>
                  <a:lnTo>
                    <a:pt x="15050" y="6490"/>
                  </a:lnTo>
                  <a:cubicBezTo>
                    <a:pt x="15202" y="7072"/>
                    <a:pt x="15281" y="7674"/>
                    <a:pt x="15279" y="8278"/>
                  </a:cubicBezTo>
                  <a:cubicBezTo>
                    <a:pt x="15279" y="12162"/>
                    <a:pt x="12138" y="15323"/>
                    <a:pt x="8277" y="15323"/>
                  </a:cubicBezTo>
                  <a:cubicBezTo>
                    <a:pt x="4415" y="15323"/>
                    <a:pt x="1274" y="12162"/>
                    <a:pt x="1274" y="8278"/>
                  </a:cubicBezTo>
                  <a:cubicBezTo>
                    <a:pt x="1274" y="4631"/>
                    <a:pt x="4075" y="1626"/>
                    <a:pt x="7640" y="1303"/>
                  </a:cubicBezTo>
                  <a:close/>
                  <a:moveTo>
                    <a:pt x="8277" y="1"/>
                  </a:moveTo>
                  <a:cubicBezTo>
                    <a:pt x="3713" y="1"/>
                    <a:pt x="1" y="3714"/>
                    <a:pt x="1" y="8278"/>
                  </a:cubicBezTo>
                  <a:cubicBezTo>
                    <a:pt x="1" y="12864"/>
                    <a:pt x="3713" y="16596"/>
                    <a:pt x="8277" y="16596"/>
                  </a:cubicBezTo>
                  <a:cubicBezTo>
                    <a:pt x="12840" y="16596"/>
                    <a:pt x="16552" y="12864"/>
                    <a:pt x="16552" y="8278"/>
                  </a:cubicBezTo>
                  <a:cubicBezTo>
                    <a:pt x="16553" y="7312"/>
                    <a:pt x="16387" y="6354"/>
                    <a:pt x="16056" y="5446"/>
                  </a:cubicBezTo>
                  <a:cubicBezTo>
                    <a:pt x="15962" y="5187"/>
                    <a:pt x="15718" y="5026"/>
                    <a:pt x="15458" y="5026"/>
                  </a:cubicBezTo>
                  <a:cubicBezTo>
                    <a:pt x="15386" y="5026"/>
                    <a:pt x="15312" y="5039"/>
                    <a:pt x="15241" y="5065"/>
                  </a:cubicBezTo>
                  <a:lnTo>
                    <a:pt x="8914" y="7369"/>
                  </a:lnTo>
                  <a:lnTo>
                    <a:pt x="8914" y="637"/>
                  </a:lnTo>
                  <a:cubicBezTo>
                    <a:pt x="8914" y="287"/>
                    <a:pt x="8629" y="1"/>
                    <a:pt x="827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34" name="Google Shape;4134;p52"/>
          <p:cNvGrpSpPr/>
          <p:nvPr/>
        </p:nvGrpSpPr>
        <p:grpSpPr>
          <a:xfrm>
            <a:off x="2554258" y="2336085"/>
            <a:ext cx="300165" cy="359982"/>
            <a:chOff x="3402947" y="3362898"/>
            <a:chExt cx="293531" cy="352026"/>
          </a:xfrm>
        </p:grpSpPr>
        <p:sp>
          <p:nvSpPr>
            <p:cNvPr id="4135" name="Google Shape;4135;p52"/>
            <p:cNvSpPr/>
            <p:nvPr/>
          </p:nvSpPr>
          <p:spPr>
            <a:xfrm>
              <a:off x="3402947" y="3362898"/>
              <a:ext cx="293531" cy="352026"/>
            </a:xfrm>
            <a:custGeom>
              <a:rect b="b" l="l" r="r" t="t"/>
              <a:pathLst>
                <a:path extrusionOk="0" h="21730" w="18122">
                  <a:moveTo>
                    <a:pt x="9061" y="1273"/>
                  </a:moveTo>
                  <a:cubicBezTo>
                    <a:pt x="12922" y="1273"/>
                    <a:pt x="16065" y="4433"/>
                    <a:pt x="16065" y="8320"/>
                  </a:cubicBezTo>
                  <a:cubicBezTo>
                    <a:pt x="16065" y="12181"/>
                    <a:pt x="12923" y="15322"/>
                    <a:pt x="9061" y="15322"/>
                  </a:cubicBezTo>
                  <a:cubicBezTo>
                    <a:pt x="5200" y="15322"/>
                    <a:pt x="2058" y="12181"/>
                    <a:pt x="2058" y="8320"/>
                  </a:cubicBezTo>
                  <a:cubicBezTo>
                    <a:pt x="2058" y="4434"/>
                    <a:pt x="5200" y="1273"/>
                    <a:pt x="9061" y="1273"/>
                  </a:cubicBezTo>
                  <a:close/>
                  <a:moveTo>
                    <a:pt x="3432" y="14380"/>
                  </a:moveTo>
                  <a:cubicBezTo>
                    <a:pt x="4381" y="15264"/>
                    <a:pt x="5524" y="15912"/>
                    <a:pt x="6770" y="16272"/>
                  </a:cubicBezTo>
                  <a:lnTo>
                    <a:pt x="5348" y="19501"/>
                  </a:lnTo>
                  <a:lnTo>
                    <a:pt x="4554" y="17659"/>
                  </a:lnTo>
                  <a:cubicBezTo>
                    <a:pt x="4450" y="17420"/>
                    <a:pt x="4216" y="17274"/>
                    <a:pt x="3968" y="17274"/>
                  </a:cubicBezTo>
                  <a:cubicBezTo>
                    <a:pt x="3900" y="17274"/>
                    <a:pt x="3831" y="17285"/>
                    <a:pt x="3764" y="17308"/>
                  </a:cubicBezTo>
                  <a:lnTo>
                    <a:pt x="1853" y="17957"/>
                  </a:lnTo>
                  <a:lnTo>
                    <a:pt x="1853" y="17957"/>
                  </a:lnTo>
                  <a:lnTo>
                    <a:pt x="3432" y="14380"/>
                  </a:lnTo>
                  <a:close/>
                  <a:moveTo>
                    <a:pt x="14691" y="14379"/>
                  </a:moveTo>
                  <a:lnTo>
                    <a:pt x="16269" y="17957"/>
                  </a:lnTo>
                  <a:lnTo>
                    <a:pt x="14359" y="17308"/>
                  </a:lnTo>
                  <a:cubicBezTo>
                    <a:pt x="14291" y="17285"/>
                    <a:pt x="14222" y="17274"/>
                    <a:pt x="14154" y="17274"/>
                  </a:cubicBezTo>
                  <a:cubicBezTo>
                    <a:pt x="13906" y="17274"/>
                    <a:pt x="13673" y="17420"/>
                    <a:pt x="13571" y="17659"/>
                  </a:cubicBezTo>
                  <a:lnTo>
                    <a:pt x="12777" y="19501"/>
                  </a:lnTo>
                  <a:lnTo>
                    <a:pt x="11354" y="16272"/>
                  </a:lnTo>
                  <a:cubicBezTo>
                    <a:pt x="12599" y="15911"/>
                    <a:pt x="13743" y="15263"/>
                    <a:pt x="14691" y="14379"/>
                  </a:cubicBezTo>
                  <a:close/>
                  <a:moveTo>
                    <a:pt x="9061" y="0"/>
                  </a:moveTo>
                  <a:cubicBezTo>
                    <a:pt x="4497" y="0"/>
                    <a:pt x="785" y="3732"/>
                    <a:pt x="785" y="8318"/>
                  </a:cubicBezTo>
                  <a:cubicBezTo>
                    <a:pt x="783" y="10138"/>
                    <a:pt x="1383" y="11907"/>
                    <a:pt x="2494" y="13349"/>
                  </a:cubicBezTo>
                  <a:lnTo>
                    <a:pt x="102" y="18768"/>
                  </a:lnTo>
                  <a:cubicBezTo>
                    <a:pt x="1" y="19000"/>
                    <a:pt x="46" y="19268"/>
                    <a:pt x="216" y="19455"/>
                  </a:cubicBezTo>
                  <a:lnTo>
                    <a:pt x="216" y="19456"/>
                  </a:lnTo>
                  <a:cubicBezTo>
                    <a:pt x="339" y="19589"/>
                    <a:pt x="510" y="19662"/>
                    <a:pt x="686" y="19662"/>
                  </a:cubicBezTo>
                  <a:cubicBezTo>
                    <a:pt x="755" y="19662"/>
                    <a:pt x="824" y="19651"/>
                    <a:pt x="891" y="19628"/>
                  </a:cubicBezTo>
                  <a:lnTo>
                    <a:pt x="3616" y="18702"/>
                  </a:lnTo>
                  <a:lnTo>
                    <a:pt x="4755" y="21346"/>
                  </a:lnTo>
                  <a:cubicBezTo>
                    <a:pt x="4856" y="21577"/>
                    <a:pt x="5085" y="21729"/>
                    <a:pt x="5337" y="21729"/>
                  </a:cubicBezTo>
                  <a:lnTo>
                    <a:pt x="5340" y="21729"/>
                  </a:lnTo>
                  <a:cubicBezTo>
                    <a:pt x="5593" y="21729"/>
                    <a:pt x="5822" y="21581"/>
                    <a:pt x="5922" y="21350"/>
                  </a:cubicBezTo>
                  <a:lnTo>
                    <a:pt x="8047" y="16532"/>
                  </a:lnTo>
                  <a:cubicBezTo>
                    <a:pt x="8384" y="16573"/>
                    <a:pt x="8723" y="16594"/>
                    <a:pt x="9062" y="16594"/>
                  </a:cubicBezTo>
                  <a:cubicBezTo>
                    <a:pt x="9400" y="16594"/>
                    <a:pt x="9739" y="16573"/>
                    <a:pt x="10076" y="16532"/>
                  </a:cubicBezTo>
                  <a:lnTo>
                    <a:pt x="12200" y="21350"/>
                  </a:lnTo>
                  <a:cubicBezTo>
                    <a:pt x="12302" y="21581"/>
                    <a:pt x="12529" y="21729"/>
                    <a:pt x="12782" y="21729"/>
                  </a:cubicBezTo>
                  <a:lnTo>
                    <a:pt x="12785" y="21729"/>
                  </a:lnTo>
                  <a:cubicBezTo>
                    <a:pt x="13039" y="21729"/>
                    <a:pt x="13266" y="21577"/>
                    <a:pt x="13367" y="21346"/>
                  </a:cubicBezTo>
                  <a:lnTo>
                    <a:pt x="14506" y="18702"/>
                  </a:lnTo>
                  <a:lnTo>
                    <a:pt x="17232" y="19628"/>
                  </a:lnTo>
                  <a:cubicBezTo>
                    <a:pt x="17299" y="19651"/>
                    <a:pt x="17368" y="19662"/>
                    <a:pt x="17437" y="19662"/>
                  </a:cubicBezTo>
                  <a:cubicBezTo>
                    <a:pt x="17612" y="19662"/>
                    <a:pt x="17784" y="19589"/>
                    <a:pt x="17906" y="19455"/>
                  </a:cubicBezTo>
                  <a:cubicBezTo>
                    <a:pt x="18076" y="19269"/>
                    <a:pt x="18121" y="19000"/>
                    <a:pt x="18019" y="18768"/>
                  </a:cubicBezTo>
                  <a:lnTo>
                    <a:pt x="15628" y="13349"/>
                  </a:lnTo>
                  <a:cubicBezTo>
                    <a:pt x="16738" y="11908"/>
                    <a:pt x="17339" y="10139"/>
                    <a:pt x="17338" y="8318"/>
                  </a:cubicBezTo>
                  <a:cubicBezTo>
                    <a:pt x="17338" y="3732"/>
                    <a:pt x="13625" y="0"/>
                    <a:pt x="906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6" name="Google Shape;4136;p52"/>
            <p:cNvSpPr/>
            <p:nvPr/>
          </p:nvSpPr>
          <p:spPr>
            <a:xfrm>
              <a:off x="3477553" y="3425446"/>
              <a:ext cx="142036" cy="132613"/>
            </a:xfrm>
            <a:custGeom>
              <a:rect b="b" l="l" r="r" t="t"/>
              <a:pathLst>
                <a:path extrusionOk="0" h="8186" w="8769">
                  <a:moveTo>
                    <a:pt x="4456" y="2077"/>
                  </a:moveTo>
                  <a:lnTo>
                    <a:pt x="5008" y="3194"/>
                  </a:lnTo>
                  <a:cubicBezTo>
                    <a:pt x="5101" y="3381"/>
                    <a:pt x="5279" y="3512"/>
                    <a:pt x="5487" y="3543"/>
                  </a:cubicBezTo>
                  <a:lnTo>
                    <a:pt x="6722" y="3722"/>
                  </a:lnTo>
                  <a:lnTo>
                    <a:pt x="5828" y="4592"/>
                  </a:lnTo>
                  <a:cubicBezTo>
                    <a:pt x="5678" y="4738"/>
                    <a:pt x="5609" y="4948"/>
                    <a:pt x="5645" y="5155"/>
                  </a:cubicBezTo>
                  <a:lnTo>
                    <a:pt x="5855" y="6384"/>
                  </a:lnTo>
                  <a:lnTo>
                    <a:pt x="4753" y="5804"/>
                  </a:lnTo>
                  <a:cubicBezTo>
                    <a:pt x="4659" y="5755"/>
                    <a:pt x="4557" y="5731"/>
                    <a:pt x="4456" y="5731"/>
                  </a:cubicBezTo>
                  <a:cubicBezTo>
                    <a:pt x="4354" y="5731"/>
                    <a:pt x="4252" y="5755"/>
                    <a:pt x="4160" y="5804"/>
                  </a:cubicBezTo>
                  <a:lnTo>
                    <a:pt x="3056" y="6384"/>
                  </a:lnTo>
                  <a:lnTo>
                    <a:pt x="3267" y="5155"/>
                  </a:lnTo>
                  <a:cubicBezTo>
                    <a:pt x="3302" y="4948"/>
                    <a:pt x="3234" y="4738"/>
                    <a:pt x="3084" y="4592"/>
                  </a:cubicBezTo>
                  <a:lnTo>
                    <a:pt x="2191" y="3722"/>
                  </a:lnTo>
                  <a:lnTo>
                    <a:pt x="3424" y="3543"/>
                  </a:lnTo>
                  <a:cubicBezTo>
                    <a:pt x="3632" y="3512"/>
                    <a:pt x="3810" y="3381"/>
                    <a:pt x="3904" y="3194"/>
                  </a:cubicBezTo>
                  <a:lnTo>
                    <a:pt x="4456" y="2077"/>
                  </a:lnTo>
                  <a:close/>
                  <a:moveTo>
                    <a:pt x="4456" y="1"/>
                  </a:moveTo>
                  <a:cubicBezTo>
                    <a:pt x="4229" y="1"/>
                    <a:pt x="4002" y="119"/>
                    <a:pt x="3886" y="355"/>
                  </a:cubicBezTo>
                  <a:lnTo>
                    <a:pt x="2911" y="2329"/>
                  </a:lnTo>
                  <a:lnTo>
                    <a:pt x="731" y="2647"/>
                  </a:lnTo>
                  <a:cubicBezTo>
                    <a:pt x="210" y="2722"/>
                    <a:pt x="1" y="3364"/>
                    <a:pt x="379" y="3732"/>
                  </a:cubicBezTo>
                  <a:lnTo>
                    <a:pt x="1955" y="5270"/>
                  </a:lnTo>
                  <a:lnTo>
                    <a:pt x="1583" y="7440"/>
                  </a:lnTo>
                  <a:cubicBezTo>
                    <a:pt x="1512" y="7851"/>
                    <a:pt x="1839" y="8186"/>
                    <a:pt x="2210" y="8186"/>
                  </a:cubicBezTo>
                  <a:cubicBezTo>
                    <a:pt x="2308" y="8186"/>
                    <a:pt x="2409" y="8162"/>
                    <a:pt x="2507" y="8111"/>
                  </a:cubicBezTo>
                  <a:lnTo>
                    <a:pt x="4456" y="7087"/>
                  </a:lnTo>
                  <a:lnTo>
                    <a:pt x="6404" y="8111"/>
                  </a:lnTo>
                  <a:cubicBezTo>
                    <a:pt x="6502" y="8162"/>
                    <a:pt x="6603" y="8186"/>
                    <a:pt x="6701" y="8186"/>
                  </a:cubicBezTo>
                  <a:cubicBezTo>
                    <a:pt x="7072" y="8186"/>
                    <a:pt x="7399" y="7851"/>
                    <a:pt x="7329" y="7440"/>
                  </a:cubicBezTo>
                  <a:lnTo>
                    <a:pt x="6956" y="5270"/>
                  </a:lnTo>
                  <a:lnTo>
                    <a:pt x="8533" y="3732"/>
                  </a:lnTo>
                  <a:cubicBezTo>
                    <a:pt x="8707" y="3564"/>
                    <a:pt x="8769" y="3310"/>
                    <a:pt x="8693" y="3080"/>
                  </a:cubicBezTo>
                  <a:cubicBezTo>
                    <a:pt x="8619" y="2849"/>
                    <a:pt x="8419" y="2681"/>
                    <a:pt x="8180" y="2647"/>
                  </a:cubicBezTo>
                  <a:lnTo>
                    <a:pt x="6000" y="2329"/>
                  </a:lnTo>
                  <a:lnTo>
                    <a:pt x="5027" y="355"/>
                  </a:lnTo>
                  <a:cubicBezTo>
                    <a:pt x="4909" y="119"/>
                    <a:pt x="4683" y="1"/>
                    <a:pt x="445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37" name="Google Shape;4137;p52"/>
          <p:cNvGrpSpPr/>
          <p:nvPr/>
        </p:nvGrpSpPr>
        <p:grpSpPr>
          <a:xfrm>
            <a:off x="1774684" y="2336069"/>
            <a:ext cx="362891" cy="360015"/>
            <a:chOff x="2901359" y="3370155"/>
            <a:chExt cx="354871" cy="352058"/>
          </a:xfrm>
        </p:grpSpPr>
        <p:sp>
          <p:nvSpPr>
            <p:cNvPr id="4138" name="Google Shape;4138;p52"/>
            <p:cNvSpPr/>
            <p:nvPr/>
          </p:nvSpPr>
          <p:spPr>
            <a:xfrm>
              <a:off x="3044513" y="3411417"/>
              <a:ext cx="64336" cy="61900"/>
            </a:xfrm>
            <a:custGeom>
              <a:rect b="b" l="l" r="r" t="t"/>
              <a:pathLst>
                <a:path extrusionOk="0" h="3821" w="3972">
                  <a:moveTo>
                    <a:pt x="2060" y="1274"/>
                  </a:moveTo>
                  <a:cubicBezTo>
                    <a:pt x="2226" y="1274"/>
                    <a:pt x="2389" y="1338"/>
                    <a:pt x="2511" y="1459"/>
                  </a:cubicBezTo>
                  <a:cubicBezTo>
                    <a:pt x="2694" y="1642"/>
                    <a:pt x="2748" y="1916"/>
                    <a:pt x="2649" y="2154"/>
                  </a:cubicBezTo>
                  <a:cubicBezTo>
                    <a:pt x="2551" y="2391"/>
                    <a:pt x="2318" y="2547"/>
                    <a:pt x="2061" y="2547"/>
                  </a:cubicBezTo>
                  <a:cubicBezTo>
                    <a:pt x="1709" y="2546"/>
                    <a:pt x="1425" y="2261"/>
                    <a:pt x="1425" y="1911"/>
                  </a:cubicBezTo>
                  <a:cubicBezTo>
                    <a:pt x="1425" y="1653"/>
                    <a:pt x="1580" y="1420"/>
                    <a:pt x="1818" y="1322"/>
                  </a:cubicBezTo>
                  <a:cubicBezTo>
                    <a:pt x="1896" y="1289"/>
                    <a:pt x="1978" y="1274"/>
                    <a:pt x="2060" y="1274"/>
                  </a:cubicBezTo>
                  <a:close/>
                  <a:moveTo>
                    <a:pt x="2062" y="0"/>
                  </a:moveTo>
                  <a:cubicBezTo>
                    <a:pt x="1565" y="0"/>
                    <a:pt x="1076" y="194"/>
                    <a:pt x="711" y="560"/>
                  </a:cubicBezTo>
                  <a:cubicBezTo>
                    <a:pt x="165" y="1106"/>
                    <a:pt x="1" y="1928"/>
                    <a:pt x="297" y="2641"/>
                  </a:cubicBezTo>
                  <a:cubicBezTo>
                    <a:pt x="592" y="3354"/>
                    <a:pt x="1288" y="3820"/>
                    <a:pt x="2061" y="3820"/>
                  </a:cubicBezTo>
                  <a:cubicBezTo>
                    <a:pt x="3116" y="3819"/>
                    <a:pt x="3971" y="2964"/>
                    <a:pt x="3972" y="1911"/>
                  </a:cubicBezTo>
                  <a:cubicBezTo>
                    <a:pt x="3972" y="1138"/>
                    <a:pt x="3506" y="440"/>
                    <a:pt x="2793" y="145"/>
                  </a:cubicBezTo>
                  <a:cubicBezTo>
                    <a:pt x="2556" y="48"/>
                    <a:pt x="2308" y="0"/>
                    <a:pt x="206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9" name="Google Shape;4139;p52"/>
            <p:cNvSpPr/>
            <p:nvPr/>
          </p:nvSpPr>
          <p:spPr>
            <a:xfrm>
              <a:off x="2901359" y="3370155"/>
              <a:ext cx="354871" cy="352058"/>
            </a:xfrm>
            <a:custGeom>
              <a:rect b="b" l="l" r="r" t="t"/>
              <a:pathLst>
                <a:path extrusionOk="0" h="21732" w="21909">
                  <a:moveTo>
                    <a:pt x="10899" y="1274"/>
                  </a:moveTo>
                  <a:cubicBezTo>
                    <a:pt x="12892" y="1274"/>
                    <a:pt x="14083" y="2892"/>
                    <a:pt x="14083" y="4458"/>
                  </a:cubicBezTo>
                  <a:cubicBezTo>
                    <a:pt x="14083" y="5790"/>
                    <a:pt x="13229" y="6989"/>
                    <a:pt x="11959" y="7443"/>
                  </a:cubicBezTo>
                  <a:cubicBezTo>
                    <a:pt x="11705" y="7533"/>
                    <a:pt x="11536" y="7772"/>
                    <a:pt x="11536" y="8042"/>
                  </a:cubicBezTo>
                  <a:lnTo>
                    <a:pt x="11536" y="15935"/>
                  </a:lnTo>
                  <a:cubicBezTo>
                    <a:pt x="11537" y="16293"/>
                    <a:pt x="11829" y="16572"/>
                    <a:pt x="12172" y="16572"/>
                  </a:cubicBezTo>
                  <a:cubicBezTo>
                    <a:pt x="12214" y="16572"/>
                    <a:pt x="12257" y="16568"/>
                    <a:pt x="12301" y="16559"/>
                  </a:cubicBezTo>
                  <a:cubicBezTo>
                    <a:pt x="15069" y="15991"/>
                    <a:pt x="17194" y="15038"/>
                    <a:pt x="17799" y="12275"/>
                  </a:cubicBezTo>
                  <a:cubicBezTo>
                    <a:pt x="17886" y="11878"/>
                    <a:pt x="17584" y="11501"/>
                    <a:pt x="17177" y="11501"/>
                  </a:cubicBezTo>
                  <a:lnTo>
                    <a:pt x="17066" y="11501"/>
                  </a:lnTo>
                  <a:lnTo>
                    <a:pt x="18582" y="8468"/>
                  </a:lnTo>
                  <a:lnTo>
                    <a:pt x="20098" y="11501"/>
                  </a:lnTo>
                  <a:lnTo>
                    <a:pt x="19769" y="11501"/>
                  </a:lnTo>
                  <a:cubicBezTo>
                    <a:pt x="19454" y="11503"/>
                    <a:pt x="19187" y="11731"/>
                    <a:pt x="19140" y="12042"/>
                  </a:cubicBezTo>
                  <a:cubicBezTo>
                    <a:pt x="19083" y="12414"/>
                    <a:pt x="19013" y="12674"/>
                    <a:pt x="19005" y="12711"/>
                  </a:cubicBezTo>
                  <a:cubicBezTo>
                    <a:pt x="18200" y="16391"/>
                    <a:pt x="15328" y="17685"/>
                    <a:pt x="13022" y="18724"/>
                  </a:cubicBezTo>
                  <a:cubicBezTo>
                    <a:pt x="12619" y="18905"/>
                    <a:pt x="12240" y="19076"/>
                    <a:pt x="11889" y="19252"/>
                  </a:cubicBezTo>
                  <a:cubicBezTo>
                    <a:pt x="11454" y="19469"/>
                    <a:pt x="11133" y="19696"/>
                    <a:pt x="10901" y="19914"/>
                  </a:cubicBezTo>
                  <a:cubicBezTo>
                    <a:pt x="10666" y="19696"/>
                    <a:pt x="10347" y="19469"/>
                    <a:pt x="9912" y="19252"/>
                  </a:cubicBezTo>
                  <a:cubicBezTo>
                    <a:pt x="9650" y="19121"/>
                    <a:pt x="9340" y="18987"/>
                    <a:pt x="8982" y="18833"/>
                  </a:cubicBezTo>
                  <a:cubicBezTo>
                    <a:pt x="5811" y="17469"/>
                    <a:pt x="3612" y="16047"/>
                    <a:pt x="2790" y="12693"/>
                  </a:cubicBezTo>
                  <a:cubicBezTo>
                    <a:pt x="2737" y="12480"/>
                    <a:pt x="2694" y="12262"/>
                    <a:pt x="2661" y="12042"/>
                  </a:cubicBezTo>
                  <a:cubicBezTo>
                    <a:pt x="2613" y="11731"/>
                    <a:pt x="2346" y="11503"/>
                    <a:pt x="2032" y="11503"/>
                  </a:cubicBezTo>
                  <a:lnTo>
                    <a:pt x="1703" y="11503"/>
                  </a:lnTo>
                  <a:lnTo>
                    <a:pt x="3218" y="8470"/>
                  </a:lnTo>
                  <a:lnTo>
                    <a:pt x="4734" y="11503"/>
                  </a:lnTo>
                  <a:lnTo>
                    <a:pt x="4622" y="11503"/>
                  </a:lnTo>
                  <a:cubicBezTo>
                    <a:pt x="4215" y="11503"/>
                    <a:pt x="3914" y="11878"/>
                    <a:pt x="4000" y="12275"/>
                  </a:cubicBezTo>
                  <a:cubicBezTo>
                    <a:pt x="4333" y="13793"/>
                    <a:pt x="5557" y="15773"/>
                    <a:pt x="9498" y="16583"/>
                  </a:cubicBezTo>
                  <a:cubicBezTo>
                    <a:pt x="9541" y="16591"/>
                    <a:pt x="9585" y="16596"/>
                    <a:pt x="9627" y="16596"/>
                  </a:cubicBezTo>
                  <a:cubicBezTo>
                    <a:pt x="9970" y="16596"/>
                    <a:pt x="10263" y="16317"/>
                    <a:pt x="10263" y="15959"/>
                  </a:cubicBezTo>
                  <a:lnTo>
                    <a:pt x="10263" y="8042"/>
                  </a:lnTo>
                  <a:cubicBezTo>
                    <a:pt x="10263" y="7772"/>
                    <a:pt x="10093" y="7533"/>
                    <a:pt x="9841" y="7443"/>
                  </a:cubicBezTo>
                  <a:cubicBezTo>
                    <a:pt x="8570" y="6989"/>
                    <a:pt x="7717" y="5790"/>
                    <a:pt x="7717" y="4458"/>
                  </a:cubicBezTo>
                  <a:cubicBezTo>
                    <a:pt x="7717" y="2702"/>
                    <a:pt x="9145" y="1274"/>
                    <a:pt x="10899" y="1274"/>
                  </a:cubicBezTo>
                  <a:close/>
                  <a:moveTo>
                    <a:pt x="10899" y="1"/>
                  </a:moveTo>
                  <a:cubicBezTo>
                    <a:pt x="8442" y="1"/>
                    <a:pt x="6442" y="1999"/>
                    <a:pt x="6442" y="4458"/>
                  </a:cubicBezTo>
                  <a:cubicBezTo>
                    <a:pt x="6442" y="6174"/>
                    <a:pt x="7448" y="7733"/>
                    <a:pt x="8988" y="8466"/>
                  </a:cubicBezTo>
                  <a:lnTo>
                    <a:pt x="8988" y="15152"/>
                  </a:lnTo>
                  <a:cubicBezTo>
                    <a:pt x="7247" y="14669"/>
                    <a:pt x="6068" y="13862"/>
                    <a:pt x="5518" y="12776"/>
                  </a:cubicBezTo>
                  <a:lnTo>
                    <a:pt x="5764" y="12776"/>
                  </a:lnTo>
                  <a:cubicBezTo>
                    <a:pt x="6236" y="12776"/>
                    <a:pt x="6544" y="12278"/>
                    <a:pt x="6333" y="11855"/>
                  </a:cubicBezTo>
                  <a:lnTo>
                    <a:pt x="3785" y="6761"/>
                  </a:lnTo>
                  <a:cubicBezTo>
                    <a:pt x="3668" y="6526"/>
                    <a:pt x="3442" y="6409"/>
                    <a:pt x="3216" y="6409"/>
                  </a:cubicBezTo>
                  <a:cubicBezTo>
                    <a:pt x="2990" y="6409"/>
                    <a:pt x="2764" y="6526"/>
                    <a:pt x="2646" y="6761"/>
                  </a:cubicBezTo>
                  <a:lnTo>
                    <a:pt x="99" y="11855"/>
                  </a:lnTo>
                  <a:cubicBezTo>
                    <a:pt x="1" y="12052"/>
                    <a:pt x="11" y="12286"/>
                    <a:pt x="127" y="12474"/>
                  </a:cubicBezTo>
                  <a:lnTo>
                    <a:pt x="129" y="12474"/>
                  </a:lnTo>
                  <a:cubicBezTo>
                    <a:pt x="246" y="12662"/>
                    <a:pt x="451" y="12776"/>
                    <a:pt x="670" y="12776"/>
                  </a:cubicBezTo>
                  <a:lnTo>
                    <a:pt x="1501" y="12776"/>
                  </a:lnTo>
                  <a:cubicBezTo>
                    <a:pt x="2350" y="16645"/>
                    <a:pt x="4794" y="18418"/>
                    <a:pt x="8478" y="20003"/>
                  </a:cubicBezTo>
                  <a:cubicBezTo>
                    <a:pt x="8819" y="20150"/>
                    <a:pt x="9113" y="20276"/>
                    <a:pt x="9342" y="20391"/>
                  </a:cubicBezTo>
                  <a:cubicBezTo>
                    <a:pt x="10108" y="20773"/>
                    <a:pt x="10248" y="21101"/>
                    <a:pt x="10265" y="21154"/>
                  </a:cubicBezTo>
                  <a:cubicBezTo>
                    <a:pt x="10296" y="21481"/>
                    <a:pt x="10571" y="21731"/>
                    <a:pt x="10899" y="21731"/>
                  </a:cubicBezTo>
                  <a:cubicBezTo>
                    <a:pt x="11229" y="21731"/>
                    <a:pt x="11503" y="21481"/>
                    <a:pt x="11533" y="21154"/>
                  </a:cubicBezTo>
                  <a:cubicBezTo>
                    <a:pt x="11552" y="21103"/>
                    <a:pt x="11692" y="20775"/>
                    <a:pt x="12458" y="20391"/>
                  </a:cubicBezTo>
                  <a:cubicBezTo>
                    <a:pt x="12786" y="20227"/>
                    <a:pt x="13154" y="20060"/>
                    <a:pt x="13544" y="19885"/>
                  </a:cubicBezTo>
                  <a:cubicBezTo>
                    <a:pt x="15974" y="18791"/>
                    <a:pt x="19302" y="17292"/>
                    <a:pt x="20247" y="12991"/>
                  </a:cubicBezTo>
                  <a:cubicBezTo>
                    <a:pt x="20265" y="12920"/>
                    <a:pt x="20281" y="12848"/>
                    <a:pt x="20297" y="12777"/>
                  </a:cubicBezTo>
                  <a:lnTo>
                    <a:pt x="21128" y="12777"/>
                  </a:lnTo>
                  <a:cubicBezTo>
                    <a:pt x="21602" y="12777"/>
                    <a:pt x="21909" y="12278"/>
                    <a:pt x="21697" y="11856"/>
                  </a:cubicBezTo>
                  <a:lnTo>
                    <a:pt x="19150" y="6763"/>
                  </a:lnTo>
                  <a:cubicBezTo>
                    <a:pt x="19033" y="6528"/>
                    <a:pt x="18807" y="6410"/>
                    <a:pt x="18581" y="6410"/>
                  </a:cubicBezTo>
                  <a:cubicBezTo>
                    <a:pt x="18355" y="6410"/>
                    <a:pt x="18129" y="6528"/>
                    <a:pt x="18012" y="6763"/>
                  </a:cubicBezTo>
                  <a:lnTo>
                    <a:pt x="15464" y="11856"/>
                  </a:lnTo>
                  <a:cubicBezTo>
                    <a:pt x="15253" y="12277"/>
                    <a:pt x="15559" y="12776"/>
                    <a:pt x="16032" y="12776"/>
                  </a:cubicBezTo>
                  <a:cubicBezTo>
                    <a:pt x="16032" y="12776"/>
                    <a:pt x="16033" y="12776"/>
                    <a:pt x="16033" y="12776"/>
                  </a:cubicBezTo>
                  <a:lnTo>
                    <a:pt x="16310" y="12776"/>
                  </a:lnTo>
                  <a:cubicBezTo>
                    <a:pt x="15804" y="13945"/>
                    <a:pt x="14758" y="14645"/>
                    <a:pt x="12807" y="15139"/>
                  </a:cubicBezTo>
                  <a:lnTo>
                    <a:pt x="12807" y="8466"/>
                  </a:lnTo>
                  <a:cubicBezTo>
                    <a:pt x="14348" y="7733"/>
                    <a:pt x="15355" y="6174"/>
                    <a:pt x="15355" y="4458"/>
                  </a:cubicBezTo>
                  <a:cubicBezTo>
                    <a:pt x="15355" y="2117"/>
                    <a:pt x="13502" y="1"/>
                    <a:pt x="1089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140" name="Google Shape;4140;p52"/>
          <p:cNvSpPr/>
          <p:nvPr/>
        </p:nvSpPr>
        <p:spPr>
          <a:xfrm>
            <a:off x="1013663" y="2336089"/>
            <a:ext cx="360698" cy="359974"/>
          </a:xfrm>
          <a:custGeom>
            <a:rect b="b" l="l" r="r" t="t"/>
            <a:pathLst>
              <a:path extrusionOk="0" h="21731" w="21778">
                <a:moveTo>
                  <a:pt x="16977" y="2052"/>
                </a:moveTo>
                <a:lnTo>
                  <a:pt x="17121" y="3709"/>
                </a:lnTo>
                <a:lnTo>
                  <a:pt x="15274" y="5558"/>
                </a:lnTo>
                <a:lnTo>
                  <a:pt x="15128" y="3901"/>
                </a:lnTo>
                <a:lnTo>
                  <a:pt x="16977" y="2052"/>
                </a:lnTo>
                <a:close/>
                <a:moveTo>
                  <a:pt x="18022" y="4609"/>
                </a:moveTo>
                <a:lnTo>
                  <a:pt x="19678" y="4754"/>
                </a:lnTo>
                <a:lnTo>
                  <a:pt x="17830" y="6602"/>
                </a:lnTo>
                <a:lnTo>
                  <a:pt x="16174" y="6457"/>
                </a:lnTo>
                <a:lnTo>
                  <a:pt x="18022" y="4609"/>
                </a:lnTo>
                <a:close/>
                <a:moveTo>
                  <a:pt x="8277" y="11544"/>
                </a:moveTo>
                <a:cubicBezTo>
                  <a:pt x="8555" y="11544"/>
                  <a:pt x="8835" y="11604"/>
                  <a:pt x="9099" y="11731"/>
                </a:cubicBezTo>
                <a:lnTo>
                  <a:pt x="7950" y="12881"/>
                </a:lnTo>
                <a:cubicBezTo>
                  <a:pt x="7701" y="13129"/>
                  <a:pt x="7701" y="13533"/>
                  <a:pt x="7950" y="13780"/>
                </a:cubicBezTo>
                <a:cubicBezTo>
                  <a:pt x="8074" y="13905"/>
                  <a:pt x="8237" y="13967"/>
                  <a:pt x="8400" y="13967"/>
                </a:cubicBezTo>
                <a:cubicBezTo>
                  <a:pt x="8563" y="13967"/>
                  <a:pt x="8726" y="13905"/>
                  <a:pt x="8851" y="13780"/>
                </a:cubicBezTo>
                <a:lnTo>
                  <a:pt x="10001" y="12632"/>
                </a:lnTo>
                <a:lnTo>
                  <a:pt x="10001" y="12632"/>
                </a:lnTo>
                <a:cubicBezTo>
                  <a:pt x="10402" y="13471"/>
                  <a:pt x="10140" y="14478"/>
                  <a:pt x="9379" y="15015"/>
                </a:cubicBezTo>
                <a:cubicBezTo>
                  <a:pt x="9046" y="15250"/>
                  <a:pt x="8660" y="15365"/>
                  <a:pt x="8277" y="15365"/>
                </a:cubicBezTo>
                <a:cubicBezTo>
                  <a:pt x="7784" y="15365"/>
                  <a:pt x="7295" y="15176"/>
                  <a:pt x="6925" y="14806"/>
                </a:cubicBezTo>
                <a:cubicBezTo>
                  <a:pt x="6268" y="14147"/>
                  <a:pt x="6179" y="13111"/>
                  <a:pt x="6716" y="12351"/>
                </a:cubicBezTo>
                <a:cubicBezTo>
                  <a:pt x="7084" y="11831"/>
                  <a:pt x="7673" y="11544"/>
                  <a:pt x="8277" y="11544"/>
                </a:cubicBezTo>
                <a:close/>
                <a:moveTo>
                  <a:pt x="8283" y="8998"/>
                </a:moveTo>
                <a:cubicBezTo>
                  <a:pt x="9242" y="8998"/>
                  <a:pt x="10177" y="9310"/>
                  <a:pt x="10944" y="9886"/>
                </a:cubicBezTo>
                <a:lnTo>
                  <a:pt x="10031" y="10800"/>
                </a:lnTo>
                <a:cubicBezTo>
                  <a:pt x="9513" y="10455"/>
                  <a:pt x="8905" y="10271"/>
                  <a:pt x="8284" y="10271"/>
                </a:cubicBezTo>
                <a:cubicBezTo>
                  <a:pt x="8282" y="10271"/>
                  <a:pt x="8280" y="10271"/>
                  <a:pt x="8278" y="10271"/>
                </a:cubicBezTo>
                <a:cubicBezTo>
                  <a:pt x="6522" y="10271"/>
                  <a:pt x="5094" y="11699"/>
                  <a:pt x="5094" y="13453"/>
                </a:cubicBezTo>
                <a:cubicBezTo>
                  <a:pt x="5094" y="15208"/>
                  <a:pt x="6522" y="16637"/>
                  <a:pt x="8278" y="16637"/>
                </a:cubicBezTo>
                <a:cubicBezTo>
                  <a:pt x="10032" y="16637"/>
                  <a:pt x="11460" y="15208"/>
                  <a:pt x="11460" y="13453"/>
                </a:cubicBezTo>
                <a:cubicBezTo>
                  <a:pt x="11460" y="12830"/>
                  <a:pt x="11276" y="12220"/>
                  <a:pt x="10931" y="11700"/>
                </a:cubicBezTo>
                <a:lnTo>
                  <a:pt x="11844" y="10787"/>
                </a:lnTo>
                <a:cubicBezTo>
                  <a:pt x="12422" y="11556"/>
                  <a:pt x="12734" y="12491"/>
                  <a:pt x="12733" y="13455"/>
                </a:cubicBezTo>
                <a:cubicBezTo>
                  <a:pt x="12733" y="15912"/>
                  <a:pt x="10734" y="17910"/>
                  <a:pt x="8276" y="17910"/>
                </a:cubicBezTo>
                <a:cubicBezTo>
                  <a:pt x="5819" y="17910"/>
                  <a:pt x="3820" y="15911"/>
                  <a:pt x="3820" y="13455"/>
                </a:cubicBezTo>
                <a:cubicBezTo>
                  <a:pt x="3820" y="10998"/>
                  <a:pt x="5819" y="8998"/>
                  <a:pt x="8276" y="8998"/>
                </a:cubicBezTo>
                <a:cubicBezTo>
                  <a:pt x="8278" y="8998"/>
                  <a:pt x="8280" y="8998"/>
                  <a:pt x="8283" y="8998"/>
                </a:cubicBezTo>
                <a:close/>
                <a:moveTo>
                  <a:pt x="8282" y="6451"/>
                </a:moveTo>
                <a:cubicBezTo>
                  <a:pt x="9918" y="6451"/>
                  <a:pt x="11501" y="7026"/>
                  <a:pt x="12756" y="8076"/>
                </a:cubicBezTo>
                <a:lnTo>
                  <a:pt x="11851" y="8981"/>
                </a:lnTo>
                <a:cubicBezTo>
                  <a:pt x="10838" y="8168"/>
                  <a:pt x="9580" y="7725"/>
                  <a:pt x="8282" y="7725"/>
                </a:cubicBezTo>
                <a:cubicBezTo>
                  <a:pt x="8280" y="7725"/>
                  <a:pt x="8278" y="7725"/>
                  <a:pt x="8276" y="7725"/>
                </a:cubicBezTo>
                <a:cubicBezTo>
                  <a:pt x="5118" y="7725"/>
                  <a:pt x="2547" y="10296"/>
                  <a:pt x="2547" y="13455"/>
                </a:cubicBezTo>
                <a:cubicBezTo>
                  <a:pt x="2547" y="16615"/>
                  <a:pt x="5118" y="19184"/>
                  <a:pt x="8276" y="19184"/>
                </a:cubicBezTo>
                <a:cubicBezTo>
                  <a:pt x="11436" y="19184"/>
                  <a:pt x="14006" y="16615"/>
                  <a:pt x="14006" y="13455"/>
                </a:cubicBezTo>
                <a:cubicBezTo>
                  <a:pt x="14007" y="12155"/>
                  <a:pt x="13564" y="10894"/>
                  <a:pt x="12752" y="9881"/>
                </a:cubicBezTo>
                <a:lnTo>
                  <a:pt x="13655" y="8976"/>
                </a:lnTo>
                <a:cubicBezTo>
                  <a:pt x="14706" y="10231"/>
                  <a:pt x="15280" y="11818"/>
                  <a:pt x="15279" y="13455"/>
                </a:cubicBezTo>
                <a:cubicBezTo>
                  <a:pt x="15279" y="17316"/>
                  <a:pt x="12138" y="20457"/>
                  <a:pt x="8276" y="20457"/>
                </a:cubicBezTo>
                <a:cubicBezTo>
                  <a:pt x="4415" y="20457"/>
                  <a:pt x="1275" y="17316"/>
                  <a:pt x="1275" y="13455"/>
                </a:cubicBezTo>
                <a:cubicBezTo>
                  <a:pt x="1275" y="9592"/>
                  <a:pt x="4416" y="6451"/>
                  <a:pt x="8278" y="6451"/>
                </a:cubicBezTo>
                <a:lnTo>
                  <a:pt x="8276" y="6451"/>
                </a:lnTo>
                <a:cubicBezTo>
                  <a:pt x="8278" y="6451"/>
                  <a:pt x="8280" y="6451"/>
                  <a:pt x="8282" y="6451"/>
                </a:cubicBezTo>
                <a:close/>
                <a:moveTo>
                  <a:pt x="17494" y="0"/>
                </a:moveTo>
                <a:cubicBezTo>
                  <a:pt x="17327" y="0"/>
                  <a:pt x="17164" y="65"/>
                  <a:pt x="17043" y="187"/>
                </a:cubicBezTo>
                <a:lnTo>
                  <a:pt x="14019" y="3210"/>
                </a:lnTo>
                <a:cubicBezTo>
                  <a:pt x="13886" y="3344"/>
                  <a:pt x="13818" y="3529"/>
                  <a:pt x="13834" y="3716"/>
                </a:cubicBezTo>
                <a:lnTo>
                  <a:pt x="14097" y="6733"/>
                </a:lnTo>
                <a:lnTo>
                  <a:pt x="13658" y="7172"/>
                </a:lnTo>
                <a:cubicBezTo>
                  <a:pt x="12163" y="5886"/>
                  <a:pt x="10256" y="5178"/>
                  <a:pt x="8282" y="5178"/>
                </a:cubicBezTo>
                <a:cubicBezTo>
                  <a:pt x="8280" y="5178"/>
                  <a:pt x="8278" y="5178"/>
                  <a:pt x="8276" y="5178"/>
                </a:cubicBezTo>
                <a:cubicBezTo>
                  <a:pt x="3714" y="5178"/>
                  <a:pt x="1" y="8891"/>
                  <a:pt x="1" y="13455"/>
                </a:cubicBezTo>
                <a:cubicBezTo>
                  <a:pt x="1" y="18017"/>
                  <a:pt x="3714" y="21730"/>
                  <a:pt x="8276" y="21730"/>
                </a:cubicBezTo>
                <a:cubicBezTo>
                  <a:pt x="12840" y="21730"/>
                  <a:pt x="16553" y="18017"/>
                  <a:pt x="16553" y="13455"/>
                </a:cubicBezTo>
                <a:cubicBezTo>
                  <a:pt x="16555" y="11479"/>
                  <a:pt x="15847" y="9570"/>
                  <a:pt x="14559" y="8073"/>
                </a:cubicBezTo>
                <a:lnTo>
                  <a:pt x="14997" y="7634"/>
                </a:lnTo>
                <a:lnTo>
                  <a:pt x="18014" y="7896"/>
                </a:lnTo>
                <a:cubicBezTo>
                  <a:pt x="18034" y="7898"/>
                  <a:pt x="18053" y="7898"/>
                  <a:pt x="18072" y="7898"/>
                </a:cubicBezTo>
                <a:cubicBezTo>
                  <a:pt x="18240" y="7898"/>
                  <a:pt x="18401" y="7832"/>
                  <a:pt x="18520" y="7712"/>
                </a:cubicBezTo>
                <a:lnTo>
                  <a:pt x="21545" y="4688"/>
                </a:lnTo>
                <a:cubicBezTo>
                  <a:pt x="21719" y="4514"/>
                  <a:pt x="21778" y="4253"/>
                  <a:pt x="21693" y="4020"/>
                </a:cubicBezTo>
                <a:cubicBezTo>
                  <a:pt x="21608" y="3787"/>
                  <a:pt x="21396" y="3626"/>
                  <a:pt x="21149" y="3605"/>
                </a:cubicBezTo>
                <a:lnTo>
                  <a:pt x="19197" y="3434"/>
                </a:lnTo>
                <a:lnTo>
                  <a:pt x="20499" y="2132"/>
                </a:lnTo>
                <a:cubicBezTo>
                  <a:pt x="20744" y="1882"/>
                  <a:pt x="20741" y="1482"/>
                  <a:pt x="20495" y="1236"/>
                </a:cubicBezTo>
                <a:cubicBezTo>
                  <a:pt x="20371" y="1112"/>
                  <a:pt x="20208" y="1050"/>
                  <a:pt x="20045" y="1050"/>
                </a:cubicBezTo>
                <a:cubicBezTo>
                  <a:pt x="19884" y="1050"/>
                  <a:pt x="19723" y="1110"/>
                  <a:pt x="19599" y="1232"/>
                </a:cubicBezTo>
                <a:lnTo>
                  <a:pt x="18297" y="2534"/>
                </a:lnTo>
                <a:lnTo>
                  <a:pt x="18127" y="582"/>
                </a:lnTo>
                <a:cubicBezTo>
                  <a:pt x="18106" y="335"/>
                  <a:pt x="17943" y="123"/>
                  <a:pt x="17711" y="38"/>
                </a:cubicBezTo>
                <a:cubicBezTo>
                  <a:pt x="17640" y="13"/>
                  <a:pt x="17567" y="0"/>
                  <a:pt x="1749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1" name="Google Shape;4141;p52"/>
          <p:cNvSpPr/>
          <p:nvPr/>
        </p:nvSpPr>
        <p:spPr>
          <a:xfrm>
            <a:off x="1099109" y="2881166"/>
            <a:ext cx="189806" cy="359991"/>
          </a:xfrm>
          <a:custGeom>
            <a:rect b="b" l="l" r="r" t="t"/>
            <a:pathLst>
              <a:path extrusionOk="0" h="21732" w="11460">
                <a:moveTo>
                  <a:pt x="8276" y="6367"/>
                </a:moveTo>
                <a:cubicBezTo>
                  <a:pt x="9331" y="6368"/>
                  <a:pt x="10186" y="7223"/>
                  <a:pt x="10187" y="8278"/>
                </a:cubicBezTo>
                <a:lnTo>
                  <a:pt x="10187" y="10187"/>
                </a:lnTo>
                <a:lnTo>
                  <a:pt x="6367" y="10187"/>
                </a:lnTo>
                <a:lnTo>
                  <a:pt x="6367" y="8278"/>
                </a:lnTo>
                <a:cubicBezTo>
                  <a:pt x="6367" y="7926"/>
                  <a:pt x="6081" y="7641"/>
                  <a:pt x="5730" y="7641"/>
                </a:cubicBezTo>
                <a:cubicBezTo>
                  <a:pt x="5378" y="7641"/>
                  <a:pt x="5093" y="7926"/>
                  <a:pt x="5093" y="8278"/>
                </a:cubicBezTo>
                <a:lnTo>
                  <a:pt x="5093" y="10187"/>
                </a:lnTo>
                <a:lnTo>
                  <a:pt x="1274" y="10187"/>
                </a:lnTo>
                <a:lnTo>
                  <a:pt x="1274" y="8278"/>
                </a:lnTo>
                <a:cubicBezTo>
                  <a:pt x="1275" y="7223"/>
                  <a:pt x="2128" y="6368"/>
                  <a:pt x="3183" y="6368"/>
                </a:cubicBezTo>
                <a:lnTo>
                  <a:pt x="8276" y="6367"/>
                </a:lnTo>
                <a:close/>
                <a:moveTo>
                  <a:pt x="10187" y="11460"/>
                </a:moveTo>
                <a:lnTo>
                  <a:pt x="10187" y="16002"/>
                </a:lnTo>
                <a:cubicBezTo>
                  <a:pt x="10187" y="18459"/>
                  <a:pt x="8188" y="20458"/>
                  <a:pt x="5730" y="20458"/>
                </a:cubicBezTo>
                <a:cubicBezTo>
                  <a:pt x="3273" y="20458"/>
                  <a:pt x="1274" y="18459"/>
                  <a:pt x="1274" y="16002"/>
                </a:cubicBezTo>
                <a:lnTo>
                  <a:pt x="1274" y="11460"/>
                </a:lnTo>
                <a:close/>
                <a:moveTo>
                  <a:pt x="3183" y="1"/>
                </a:moveTo>
                <a:cubicBezTo>
                  <a:pt x="2831" y="1"/>
                  <a:pt x="2547" y="287"/>
                  <a:pt x="2547" y="639"/>
                </a:cubicBezTo>
                <a:cubicBezTo>
                  <a:pt x="2547" y="989"/>
                  <a:pt x="2831" y="1275"/>
                  <a:pt x="3183" y="1275"/>
                </a:cubicBezTo>
                <a:lnTo>
                  <a:pt x="9549" y="1275"/>
                </a:lnTo>
                <a:cubicBezTo>
                  <a:pt x="9901" y="1275"/>
                  <a:pt x="10187" y="1560"/>
                  <a:pt x="10187" y="1912"/>
                </a:cubicBezTo>
                <a:cubicBezTo>
                  <a:pt x="10187" y="2264"/>
                  <a:pt x="9901" y="2548"/>
                  <a:pt x="9549" y="2548"/>
                </a:cubicBezTo>
                <a:lnTo>
                  <a:pt x="7002" y="2548"/>
                </a:lnTo>
                <a:cubicBezTo>
                  <a:pt x="5949" y="2549"/>
                  <a:pt x="5094" y="3403"/>
                  <a:pt x="5093" y="4458"/>
                </a:cubicBezTo>
                <a:lnTo>
                  <a:pt x="5093" y="5094"/>
                </a:lnTo>
                <a:lnTo>
                  <a:pt x="3183" y="5094"/>
                </a:lnTo>
                <a:cubicBezTo>
                  <a:pt x="1428" y="5094"/>
                  <a:pt x="1" y="6523"/>
                  <a:pt x="1" y="8278"/>
                </a:cubicBezTo>
                <a:lnTo>
                  <a:pt x="1" y="16002"/>
                </a:lnTo>
                <a:cubicBezTo>
                  <a:pt x="1" y="19162"/>
                  <a:pt x="2570" y="21731"/>
                  <a:pt x="5730" y="21731"/>
                </a:cubicBezTo>
                <a:cubicBezTo>
                  <a:pt x="8889" y="21731"/>
                  <a:pt x="11460" y="19162"/>
                  <a:pt x="11460" y="16002"/>
                </a:cubicBezTo>
                <a:lnTo>
                  <a:pt x="11460" y="8278"/>
                </a:lnTo>
                <a:cubicBezTo>
                  <a:pt x="11460" y="6523"/>
                  <a:pt x="10032" y="5094"/>
                  <a:pt x="8276" y="5094"/>
                </a:cubicBezTo>
                <a:lnTo>
                  <a:pt x="6367" y="5094"/>
                </a:lnTo>
                <a:lnTo>
                  <a:pt x="6367" y="4458"/>
                </a:lnTo>
                <a:cubicBezTo>
                  <a:pt x="6367" y="4107"/>
                  <a:pt x="6651" y="3821"/>
                  <a:pt x="7003" y="3821"/>
                </a:cubicBezTo>
                <a:lnTo>
                  <a:pt x="9551" y="3821"/>
                </a:lnTo>
                <a:cubicBezTo>
                  <a:pt x="10605" y="3821"/>
                  <a:pt x="11460" y="2966"/>
                  <a:pt x="11460" y="1912"/>
                </a:cubicBezTo>
                <a:cubicBezTo>
                  <a:pt x="11460" y="857"/>
                  <a:pt x="10605" y="1"/>
                  <a:pt x="955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142" name="Google Shape;4142;p52"/>
          <p:cNvGrpSpPr/>
          <p:nvPr/>
        </p:nvGrpSpPr>
        <p:grpSpPr>
          <a:xfrm>
            <a:off x="1776149" y="2881154"/>
            <a:ext cx="359959" cy="360015"/>
            <a:chOff x="1568548" y="3386323"/>
            <a:chExt cx="352004" cy="352058"/>
          </a:xfrm>
        </p:grpSpPr>
        <p:sp>
          <p:nvSpPr>
            <p:cNvPr id="4143" name="Google Shape;4143;p52"/>
            <p:cNvSpPr/>
            <p:nvPr/>
          </p:nvSpPr>
          <p:spPr>
            <a:xfrm>
              <a:off x="1568548" y="3386323"/>
              <a:ext cx="352004" cy="352058"/>
            </a:xfrm>
            <a:custGeom>
              <a:rect b="b" l="l" r="r" t="t"/>
              <a:pathLst>
                <a:path extrusionOk="0" h="21732" w="21732">
                  <a:moveTo>
                    <a:pt x="19822" y="6367"/>
                  </a:moveTo>
                  <a:cubicBezTo>
                    <a:pt x="20173" y="6367"/>
                    <a:pt x="20457" y="6651"/>
                    <a:pt x="20458" y="7003"/>
                  </a:cubicBezTo>
                  <a:lnTo>
                    <a:pt x="20458" y="19820"/>
                  </a:lnTo>
                  <a:cubicBezTo>
                    <a:pt x="20457" y="20172"/>
                    <a:pt x="20173" y="20457"/>
                    <a:pt x="19822" y="20457"/>
                  </a:cubicBezTo>
                  <a:lnTo>
                    <a:pt x="1910" y="20457"/>
                  </a:lnTo>
                  <a:cubicBezTo>
                    <a:pt x="1560" y="20457"/>
                    <a:pt x="1275" y="20172"/>
                    <a:pt x="1274" y="19820"/>
                  </a:cubicBezTo>
                  <a:lnTo>
                    <a:pt x="1274" y="7003"/>
                  </a:lnTo>
                  <a:cubicBezTo>
                    <a:pt x="1275" y="6651"/>
                    <a:pt x="1560" y="6367"/>
                    <a:pt x="1910" y="6367"/>
                  </a:cubicBezTo>
                  <a:close/>
                  <a:moveTo>
                    <a:pt x="8320" y="1"/>
                  </a:moveTo>
                  <a:cubicBezTo>
                    <a:pt x="7968" y="1"/>
                    <a:pt x="7682" y="285"/>
                    <a:pt x="7682" y="637"/>
                  </a:cubicBezTo>
                  <a:cubicBezTo>
                    <a:pt x="7682" y="989"/>
                    <a:pt x="7968" y="1274"/>
                    <a:pt x="8320" y="1274"/>
                  </a:cubicBezTo>
                  <a:lnTo>
                    <a:pt x="14686" y="1274"/>
                  </a:lnTo>
                  <a:cubicBezTo>
                    <a:pt x="15037" y="1274"/>
                    <a:pt x="15323" y="1558"/>
                    <a:pt x="15323" y="1910"/>
                  </a:cubicBezTo>
                  <a:cubicBezTo>
                    <a:pt x="15323" y="2262"/>
                    <a:pt x="15037" y="2548"/>
                    <a:pt x="14686" y="2548"/>
                  </a:cubicBezTo>
                  <a:lnTo>
                    <a:pt x="12139" y="2548"/>
                  </a:lnTo>
                  <a:cubicBezTo>
                    <a:pt x="11084" y="2548"/>
                    <a:pt x="10230" y="3403"/>
                    <a:pt x="10228" y="4457"/>
                  </a:cubicBezTo>
                  <a:lnTo>
                    <a:pt x="10228" y="5094"/>
                  </a:lnTo>
                  <a:lnTo>
                    <a:pt x="1910" y="5094"/>
                  </a:lnTo>
                  <a:cubicBezTo>
                    <a:pt x="857" y="5095"/>
                    <a:pt x="2" y="5949"/>
                    <a:pt x="1" y="7003"/>
                  </a:cubicBezTo>
                  <a:lnTo>
                    <a:pt x="1" y="19820"/>
                  </a:lnTo>
                  <a:cubicBezTo>
                    <a:pt x="2" y="20875"/>
                    <a:pt x="856" y="21730"/>
                    <a:pt x="1910" y="21731"/>
                  </a:cubicBezTo>
                  <a:lnTo>
                    <a:pt x="19822" y="21731"/>
                  </a:lnTo>
                  <a:cubicBezTo>
                    <a:pt x="20875" y="21730"/>
                    <a:pt x="21730" y="20875"/>
                    <a:pt x="21731" y="19822"/>
                  </a:cubicBezTo>
                  <a:lnTo>
                    <a:pt x="21731" y="7003"/>
                  </a:lnTo>
                  <a:cubicBezTo>
                    <a:pt x="21730" y="5949"/>
                    <a:pt x="20875" y="5094"/>
                    <a:pt x="19822" y="5092"/>
                  </a:cubicBezTo>
                  <a:lnTo>
                    <a:pt x="11503" y="5092"/>
                  </a:lnTo>
                  <a:lnTo>
                    <a:pt x="11503" y="4456"/>
                  </a:lnTo>
                  <a:cubicBezTo>
                    <a:pt x="11503" y="4105"/>
                    <a:pt x="11788" y="3821"/>
                    <a:pt x="12139" y="3819"/>
                  </a:cubicBezTo>
                  <a:lnTo>
                    <a:pt x="14686" y="3819"/>
                  </a:lnTo>
                  <a:cubicBezTo>
                    <a:pt x="15741" y="3819"/>
                    <a:pt x="16597" y="2965"/>
                    <a:pt x="16597" y="1910"/>
                  </a:cubicBezTo>
                  <a:cubicBezTo>
                    <a:pt x="16597" y="855"/>
                    <a:pt x="15741" y="1"/>
                    <a:pt x="1468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4" name="Google Shape;4144;p52"/>
            <p:cNvSpPr/>
            <p:nvPr/>
          </p:nvSpPr>
          <p:spPr>
            <a:xfrm>
              <a:off x="1651058" y="3510075"/>
              <a:ext cx="228255" cy="187029"/>
            </a:xfrm>
            <a:custGeom>
              <a:rect b="b" l="l" r="r" t="t"/>
              <a:pathLst>
                <a:path extrusionOk="0" h="11545" w="14092">
                  <a:moveTo>
                    <a:pt x="12817" y="1274"/>
                  </a:moveTo>
                  <a:lnTo>
                    <a:pt x="12817" y="10272"/>
                  </a:lnTo>
                  <a:lnTo>
                    <a:pt x="1273" y="10272"/>
                  </a:lnTo>
                  <a:lnTo>
                    <a:pt x="1273" y="1274"/>
                  </a:lnTo>
                  <a:close/>
                  <a:moveTo>
                    <a:pt x="637" y="1"/>
                  </a:moveTo>
                  <a:cubicBezTo>
                    <a:pt x="285" y="1"/>
                    <a:pt x="0" y="285"/>
                    <a:pt x="0" y="637"/>
                  </a:cubicBezTo>
                  <a:lnTo>
                    <a:pt x="0" y="10908"/>
                  </a:lnTo>
                  <a:cubicBezTo>
                    <a:pt x="0" y="11260"/>
                    <a:pt x="285" y="11545"/>
                    <a:pt x="637" y="11545"/>
                  </a:cubicBezTo>
                  <a:lnTo>
                    <a:pt x="13454" y="11545"/>
                  </a:lnTo>
                  <a:cubicBezTo>
                    <a:pt x="13806" y="11545"/>
                    <a:pt x="14091" y="11260"/>
                    <a:pt x="14090" y="10908"/>
                  </a:cubicBezTo>
                  <a:lnTo>
                    <a:pt x="14090" y="637"/>
                  </a:lnTo>
                  <a:cubicBezTo>
                    <a:pt x="14091" y="285"/>
                    <a:pt x="13806" y="1"/>
                    <a:pt x="1345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5" name="Google Shape;4145;p52"/>
            <p:cNvSpPr/>
            <p:nvPr/>
          </p:nvSpPr>
          <p:spPr>
            <a:xfrm>
              <a:off x="1608993" y="3552017"/>
              <a:ext cx="21462" cy="20639"/>
            </a:xfrm>
            <a:custGeom>
              <a:rect b="b" l="l" r="r" t="t"/>
              <a:pathLst>
                <a:path extrusionOk="0" h="1274" w="1325">
                  <a:moveTo>
                    <a:pt x="688" y="0"/>
                  </a:moveTo>
                  <a:cubicBezTo>
                    <a:pt x="430" y="0"/>
                    <a:pt x="198" y="156"/>
                    <a:pt x="99" y="393"/>
                  </a:cubicBezTo>
                  <a:cubicBezTo>
                    <a:pt x="1" y="631"/>
                    <a:pt x="55" y="905"/>
                    <a:pt x="236" y="1088"/>
                  </a:cubicBezTo>
                  <a:cubicBezTo>
                    <a:pt x="359" y="1209"/>
                    <a:pt x="522" y="1273"/>
                    <a:pt x="688" y="1273"/>
                  </a:cubicBezTo>
                  <a:cubicBezTo>
                    <a:pt x="770" y="1273"/>
                    <a:pt x="852" y="1258"/>
                    <a:pt x="931" y="1225"/>
                  </a:cubicBezTo>
                  <a:cubicBezTo>
                    <a:pt x="1169" y="1127"/>
                    <a:pt x="1324" y="895"/>
                    <a:pt x="1324" y="638"/>
                  </a:cubicBezTo>
                  <a:cubicBezTo>
                    <a:pt x="1324" y="286"/>
                    <a:pt x="1038" y="0"/>
                    <a:pt x="68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6" name="Google Shape;4146;p52"/>
            <p:cNvSpPr/>
            <p:nvPr/>
          </p:nvSpPr>
          <p:spPr>
            <a:xfrm>
              <a:off x="1608993" y="3593278"/>
              <a:ext cx="21462" cy="20623"/>
            </a:xfrm>
            <a:custGeom>
              <a:rect b="b" l="l" r="r" t="t"/>
              <a:pathLst>
                <a:path extrusionOk="0" h="1273" w="1325">
                  <a:moveTo>
                    <a:pt x="690" y="0"/>
                  </a:moveTo>
                  <a:cubicBezTo>
                    <a:pt x="689" y="0"/>
                    <a:pt x="688" y="0"/>
                    <a:pt x="688" y="0"/>
                  </a:cubicBezTo>
                  <a:cubicBezTo>
                    <a:pt x="430" y="0"/>
                    <a:pt x="198" y="155"/>
                    <a:pt x="99" y="393"/>
                  </a:cubicBezTo>
                  <a:cubicBezTo>
                    <a:pt x="1" y="630"/>
                    <a:pt x="55" y="904"/>
                    <a:pt x="236" y="1087"/>
                  </a:cubicBezTo>
                  <a:cubicBezTo>
                    <a:pt x="359" y="1208"/>
                    <a:pt x="522" y="1273"/>
                    <a:pt x="688" y="1273"/>
                  </a:cubicBezTo>
                  <a:cubicBezTo>
                    <a:pt x="770" y="1273"/>
                    <a:pt x="852" y="1257"/>
                    <a:pt x="931" y="1224"/>
                  </a:cubicBezTo>
                  <a:cubicBezTo>
                    <a:pt x="1169" y="1126"/>
                    <a:pt x="1324" y="893"/>
                    <a:pt x="1324" y="637"/>
                  </a:cubicBezTo>
                  <a:cubicBezTo>
                    <a:pt x="1324" y="286"/>
                    <a:pt x="1040" y="0"/>
                    <a:pt x="69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7" name="Google Shape;4147;p52"/>
            <p:cNvSpPr/>
            <p:nvPr/>
          </p:nvSpPr>
          <p:spPr>
            <a:xfrm>
              <a:off x="1608993" y="3634523"/>
              <a:ext cx="21462" cy="20639"/>
            </a:xfrm>
            <a:custGeom>
              <a:rect b="b" l="l" r="r" t="t"/>
              <a:pathLst>
                <a:path extrusionOk="0" h="1274" w="1325">
                  <a:moveTo>
                    <a:pt x="688" y="0"/>
                  </a:moveTo>
                  <a:cubicBezTo>
                    <a:pt x="430" y="0"/>
                    <a:pt x="198" y="156"/>
                    <a:pt x="99" y="393"/>
                  </a:cubicBezTo>
                  <a:cubicBezTo>
                    <a:pt x="1" y="631"/>
                    <a:pt x="55" y="905"/>
                    <a:pt x="236" y="1088"/>
                  </a:cubicBezTo>
                  <a:cubicBezTo>
                    <a:pt x="359" y="1209"/>
                    <a:pt x="522" y="1274"/>
                    <a:pt x="688" y="1274"/>
                  </a:cubicBezTo>
                  <a:cubicBezTo>
                    <a:pt x="770" y="1274"/>
                    <a:pt x="852" y="1258"/>
                    <a:pt x="931" y="1226"/>
                  </a:cubicBezTo>
                  <a:cubicBezTo>
                    <a:pt x="1169" y="1128"/>
                    <a:pt x="1324" y="895"/>
                    <a:pt x="1324" y="638"/>
                  </a:cubicBezTo>
                  <a:cubicBezTo>
                    <a:pt x="1324" y="286"/>
                    <a:pt x="1038" y="0"/>
                    <a:pt x="68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48" name="Google Shape;4148;p52"/>
          <p:cNvGrpSpPr/>
          <p:nvPr/>
        </p:nvGrpSpPr>
        <p:grpSpPr>
          <a:xfrm>
            <a:off x="2529939" y="2924044"/>
            <a:ext cx="359943" cy="274236"/>
            <a:chOff x="1062149" y="3506300"/>
            <a:chExt cx="351988" cy="268175"/>
          </a:xfrm>
        </p:grpSpPr>
        <p:sp>
          <p:nvSpPr>
            <p:cNvPr id="4149" name="Google Shape;4149;p52"/>
            <p:cNvSpPr/>
            <p:nvPr/>
          </p:nvSpPr>
          <p:spPr>
            <a:xfrm>
              <a:off x="1062149" y="3506300"/>
              <a:ext cx="351988" cy="268175"/>
            </a:xfrm>
            <a:custGeom>
              <a:rect b="b" l="l" r="r" t="t"/>
              <a:pathLst>
                <a:path extrusionOk="0" h="16554" w="21731">
                  <a:moveTo>
                    <a:pt x="3182" y="1275"/>
                  </a:moveTo>
                  <a:cubicBezTo>
                    <a:pt x="3183" y="1275"/>
                    <a:pt x="3183" y="1275"/>
                    <a:pt x="3184" y="1275"/>
                  </a:cubicBezTo>
                  <a:lnTo>
                    <a:pt x="18548" y="1275"/>
                  </a:lnTo>
                  <a:cubicBezTo>
                    <a:pt x="18899" y="1275"/>
                    <a:pt x="19184" y="1560"/>
                    <a:pt x="19185" y="1912"/>
                  </a:cubicBezTo>
                  <a:lnTo>
                    <a:pt x="19185" y="12734"/>
                  </a:lnTo>
                  <a:lnTo>
                    <a:pt x="2548" y="12734"/>
                  </a:lnTo>
                  <a:lnTo>
                    <a:pt x="2548" y="1912"/>
                  </a:lnTo>
                  <a:cubicBezTo>
                    <a:pt x="2546" y="1560"/>
                    <a:pt x="2831" y="1275"/>
                    <a:pt x="3182" y="1275"/>
                  </a:cubicBezTo>
                  <a:close/>
                  <a:moveTo>
                    <a:pt x="20328" y="14007"/>
                  </a:moveTo>
                  <a:cubicBezTo>
                    <a:pt x="20142" y="14508"/>
                    <a:pt x="19791" y="14989"/>
                    <a:pt x="19541" y="15280"/>
                  </a:cubicBezTo>
                  <a:lnTo>
                    <a:pt x="2190" y="15280"/>
                  </a:lnTo>
                  <a:cubicBezTo>
                    <a:pt x="1940" y="14989"/>
                    <a:pt x="1590" y="14509"/>
                    <a:pt x="1403" y="14007"/>
                  </a:cubicBezTo>
                  <a:close/>
                  <a:moveTo>
                    <a:pt x="3182" y="1"/>
                  </a:moveTo>
                  <a:cubicBezTo>
                    <a:pt x="2127" y="1"/>
                    <a:pt x="1273" y="856"/>
                    <a:pt x="1273" y="1910"/>
                  </a:cubicBezTo>
                  <a:lnTo>
                    <a:pt x="1273" y="12733"/>
                  </a:lnTo>
                  <a:lnTo>
                    <a:pt x="637" y="12733"/>
                  </a:lnTo>
                  <a:cubicBezTo>
                    <a:pt x="286" y="12733"/>
                    <a:pt x="0" y="13018"/>
                    <a:pt x="0" y="13370"/>
                  </a:cubicBezTo>
                  <a:cubicBezTo>
                    <a:pt x="0" y="14864"/>
                    <a:pt x="1310" y="16217"/>
                    <a:pt x="1460" y="16367"/>
                  </a:cubicBezTo>
                  <a:cubicBezTo>
                    <a:pt x="1580" y="16486"/>
                    <a:pt x="1742" y="16552"/>
                    <a:pt x="1911" y="16553"/>
                  </a:cubicBezTo>
                  <a:lnTo>
                    <a:pt x="19821" y="16553"/>
                  </a:lnTo>
                  <a:cubicBezTo>
                    <a:pt x="19989" y="16553"/>
                    <a:pt x="20152" y="16487"/>
                    <a:pt x="20271" y="16367"/>
                  </a:cubicBezTo>
                  <a:cubicBezTo>
                    <a:pt x="20420" y="16219"/>
                    <a:pt x="21731" y="14865"/>
                    <a:pt x="21731" y="13371"/>
                  </a:cubicBezTo>
                  <a:cubicBezTo>
                    <a:pt x="21731" y="13019"/>
                    <a:pt x="21446" y="12734"/>
                    <a:pt x="21094" y="12734"/>
                  </a:cubicBezTo>
                  <a:lnTo>
                    <a:pt x="20458" y="12734"/>
                  </a:lnTo>
                  <a:lnTo>
                    <a:pt x="20458" y="1912"/>
                  </a:lnTo>
                  <a:cubicBezTo>
                    <a:pt x="20457" y="857"/>
                    <a:pt x="19602" y="2"/>
                    <a:pt x="18548" y="1"/>
                  </a:cubicBezTo>
                  <a:lnTo>
                    <a:pt x="3184" y="1"/>
                  </a:lnTo>
                  <a:cubicBezTo>
                    <a:pt x="3183" y="1"/>
                    <a:pt x="3183" y="1"/>
                    <a:pt x="318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0" name="Google Shape;4150;p52"/>
            <p:cNvSpPr/>
            <p:nvPr/>
          </p:nvSpPr>
          <p:spPr>
            <a:xfrm>
              <a:off x="1145323" y="3547578"/>
              <a:ext cx="185640" cy="61900"/>
            </a:xfrm>
            <a:custGeom>
              <a:rect b="b" l="l" r="r" t="t"/>
              <a:pathLst>
                <a:path extrusionOk="0" h="3821" w="11461">
                  <a:moveTo>
                    <a:pt x="10187" y="1274"/>
                  </a:moveTo>
                  <a:lnTo>
                    <a:pt x="10187" y="2547"/>
                  </a:lnTo>
                  <a:lnTo>
                    <a:pt x="1274" y="2547"/>
                  </a:lnTo>
                  <a:lnTo>
                    <a:pt x="1274" y="1274"/>
                  </a:lnTo>
                  <a:close/>
                  <a:moveTo>
                    <a:pt x="637" y="0"/>
                  </a:moveTo>
                  <a:cubicBezTo>
                    <a:pt x="287" y="0"/>
                    <a:pt x="1" y="285"/>
                    <a:pt x="1" y="637"/>
                  </a:cubicBezTo>
                  <a:lnTo>
                    <a:pt x="1" y="3184"/>
                  </a:lnTo>
                  <a:cubicBezTo>
                    <a:pt x="1" y="3536"/>
                    <a:pt x="287" y="3820"/>
                    <a:pt x="637" y="3820"/>
                  </a:cubicBezTo>
                  <a:lnTo>
                    <a:pt x="10824" y="3820"/>
                  </a:lnTo>
                  <a:cubicBezTo>
                    <a:pt x="11176" y="3820"/>
                    <a:pt x="11460" y="3536"/>
                    <a:pt x="11460" y="3184"/>
                  </a:cubicBezTo>
                  <a:lnTo>
                    <a:pt x="11460" y="637"/>
                  </a:lnTo>
                  <a:cubicBezTo>
                    <a:pt x="11460" y="285"/>
                    <a:pt x="11176" y="0"/>
                    <a:pt x="1082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1" name="Google Shape;4151;p52"/>
            <p:cNvSpPr/>
            <p:nvPr/>
          </p:nvSpPr>
          <p:spPr>
            <a:xfrm>
              <a:off x="1145323" y="3630084"/>
              <a:ext cx="82526" cy="61900"/>
            </a:xfrm>
            <a:custGeom>
              <a:rect b="b" l="l" r="r" t="t"/>
              <a:pathLst>
                <a:path extrusionOk="0" h="3821" w="5095">
                  <a:moveTo>
                    <a:pt x="3821" y="1273"/>
                  </a:moveTo>
                  <a:lnTo>
                    <a:pt x="3821" y="2548"/>
                  </a:lnTo>
                  <a:lnTo>
                    <a:pt x="1274" y="2548"/>
                  </a:lnTo>
                  <a:lnTo>
                    <a:pt x="1274" y="1273"/>
                  </a:lnTo>
                  <a:close/>
                  <a:moveTo>
                    <a:pt x="637" y="0"/>
                  </a:moveTo>
                  <a:cubicBezTo>
                    <a:pt x="287" y="0"/>
                    <a:pt x="1" y="285"/>
                    <a:pt x="1" y="637"/>
                  </a:cubicBezTo>
                  <a:lnTo>
                    <a:pt x="1" y="3184"/>
                  </a:lnTo>
                  <a:cubicBezTo>
                    <a:pt x="1" y="3536"/>
                    <a:pt x="287" y="3821"/>
                    <a:pt x="637" y="3821"/>
                  </a:cubicBezTo>
                  <a:lnTo>
                    <a:pt x="4458" y="3821"/>
                  </a:lnTo>
                  <a:cubicBezTo>
                    <a:pt x="4810" y="3821"/>
                    <a:pt x="5094" y="3536"/>
                    <a:pt x="5094" y="3184"/>
                  </a:cubicBezTo>
                  <a:lnTo>
                    <a:pt x="5094" y="637"/>
                  </a:lnTo>
                  <a:cubicBezTo>
                    <a:pt x="5094" y="285"/>
                    <a:pt x="4810" y="0"/>
                    <a:pt x="445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2" name="Google Shape;4152;p52"/>
            <p:cNvSpPr/>
            <p:nvPr/>
          </p:nvSpPr>
          <p:spPr>
            <a:xfrm>
              <a:off x="1248453" y="3630084"/>
              <a:ext cx="82510" cy="20639"/>
            </a:xfrm>
            <a:custGeom>
              <a:rect b="b" l="l" r="r" t="t"/>
              <a:pathLst>
                <a:path extrusionOk="0" h="1274" w="5094">
                  <a:moveTo>
                    <a:pt x="637" y="0"/>
                  </a:moveTo>
                  <a:cubicBezTo>
                    <a:pt x="286" y="0"/>
                    <a:pt x="0" y="285"/>
                    <a:pt x="0" y="637"/>
                  </a:cubicBezTo>
                  <a:cubicBezTo>
                    <a:pt x="0" y="989"/>
                    <a:pt x="286" y="1273"/>
                    <a:pt x="637" y="1273"/>
                  </a:cubicBezTo>
                  <a:lnTo>
                    <a:pt x="4457" y="1273"/>
                  </a:lnTo>
                  <a:cubicBezTo>
                    <a:pt x="4809" y="1273"/>
                    <a:pt x="5093" y="989"/>
                    <a:pt x="5093" y="637"/>
                  </a:cubicBezTo>
                  <a:cubicBezTo>
                    <a:pt x="5093" y="285"/>
                    <a:pt x="4809" y="0"/>
                    <a:pt x="445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3" name="Google Shape;4153;p52"/>
            <p:cNvSpPr/>
            <p:nvPr/>
          </p:nvSpPr>
          <p:spPr>
            <a:xfrm>
              <a:off x="1248453" y="3671330"/>
              <a:ext cx="82510" cy="20655"/>
            </a:xfrm>
            <a:custGeom>
              <a:rect b="b" l="l" r="r" t="t"/>
              <a:pathLst>
                <a:path extrusionOk="0" h="1275" w="5094">
                  <a:moveTo>
                    <a:pt x="637" y="0"/>
                  </a:moveTo>
                  <a:cubicBezTo>
                    <a:pt x="286" y="0"/>
                    <a:pt x="0" y="286"/>
                    <a:pt x="0" y="638"/>
                  </a:cubicBezTo>
                  <a:cubicBezTo>
                    <a:pt x="0" y="989"/>
                    <a:pt x="286" y="1275"/>
                    <a:pt x="637" y="1275"/>
                  </a:cubicBezTo>
                  <a:lnTo>
                    <a:pt x="4457" y="1275"/>
                  </a:lnTo>
                  <a:cubicBezTo>
                    <a:pt x="4809" y="1275"/>
                    <a:pt x="5093" y="989"/>
                    <a:pt x="5093" y="638"/>
                  </a:cubicBezTo>
                  <a:cubicBezTo>
                    <a:pt x="5093" y="286"/>
                    <a:pt x="4809" y="0"/>
                    <a:pt x="445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54" name="Google Shape;4154;p52"/>
          <p:cNvGrpSpPr/>
          <p:nvPr/>
        </p:nvGrpSpPr>
        <p:grpSpPr>
          <a:xfrm>
            <a:off x="3286830" y="2892402"/>
            <a:ext cx="359943" cy="337518"/>
            <a:chOff x="572969" y="3484333"/>
            <a:chExt cx="351988" cy="330059"/>
          </a:xfrm>
        </p:grpSpPr>
        <p:sp>
          <p:nvSpPr>
            <p:cNvPr id="4155" name="Google Shape;4155;p52"/>
            <p:cNvSpPr/>
            <p:nvPr/>
          </p:nvSpPr>
          <p:spPr>
            <a:xfrm>
              <a:off x="715571" y="3566823"/>
              <a:ext cx="64336" cy="61900"/>
            </a:xfrm>
            <a:custGeom>
              <a:rect b="b" l="l" r="r" t="t"/>
              <a:pathLst>
                <a:path extrusionOk="0" h="3821" w="3972">
                  <a:moveTo>
                    <a:pt x="2062" y="1274"/>
                  </a:moveTo>
                  <a:cubicBezTo>
                    <a:pt x="2144" y="1274"/>
                    <a:pt x="2226" y="1290"/>
                    <a:pt x="2304" y="1322"/>
                  </a:cubicBezTo>
                  <a:cubicBezTo>
                    <a:pt x="2542" y="1422"/>
                    <a:pt x="2697" y="1653"/>
                    <a:pt x="2697" y="1911"/>
                  </a:cubicBezTo>
                  <a:cubicBezTo>
                    <a:pt x="2697" y="2262"/>
                    <a:pt x="2413" y="2546"/>
                    <a:pt x="2061" y="2548"/>
                  </a:cubicBezTo>
                  <a:cubicBezTo>
                    <a:pt x="1804" y="2548"/>
                    <a:pt x="1571" y="2393"/>
                    <a:pt x="1473" y="2155"/>
                  </a:cubicBezTo>
                  <a:cubicBezTo>
                    <a:pt x="1374" y="1916"/>
                    <a:pt x="1428" y="1643"/>
                    <a:pt x="1611" y="1460"/>
                  </a:cubicBezTo>
                  <a:cubicBezTo>
                    <a:pt x="1733" y="1339"/>
                    <a:pt x="1896" y="1274"/>
                    <a:pt x="2062" y="1274"/>
                  </a:cubicBezTo>
                  <a:close/>
                  <a:moveTo>
                    <a:pt x="2061" y="1"/>
                  </a:moveTo>
                  <a:cubicBezTo>
                    <a:pt x="1564" y="1"/>
                    <a:pt x="1076" y="195"/>
                    <a:pt x="711" y="560"/>
                  </a:cubicBezTo>
                  <a:cubicBezTo>
                    <a:pt x="165" y="1107"/>
                    <a:pt x="1" y="1928"/>
                    <a:pt x="297" y="2642"/>
                  </a:cubicBezTo>
                  <a:cubicBezTo>
                    <a:pt x="592" y="3355"/>
                    <a:pt x="1289" y="3821"/>
                    <a:pt x="2061" y="3821"/>
                  </a:cubicBezTo>
                  <a:cubicBezTo>
                    <a:pt x="3115" y="3819"/>
                    <a:pt x="3970" y="2964"/>
                    <a:pt x="3972" y="1911"/>
                  </a:cubicBezTo>
                  <a:cubicBezTo>
                    <a:pt x="3972" y="1138"/>
                    <a:pt x="3506" y="442"/>
                    <a:pt x="2793" y="146"/>
                  </a:cubicBezTo>
                  <a:cubicBezTo>
                    <a:pt x="2556" y="48"/>
                    <a:pt x="2308" y="1"/>
                    <a:pt x="206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6" name="Google Shape;4156;p52"/>
            <p:cNvSpPr/>
            <p:nvPr/>
          </p:nvSpPr>
          <p:spPr>
            <a:xfrm>
              <a:off x="656143" y="3525578"/>
              <a:ext cx="185623" cy="185652"/>
            </a:xfrm>
            <a:custGeom>
              <a:rect b="b" l="l" r="r" t="t"/>
              <a:pathLst>
                <a:path extrusionOk="0" h="11460" w="11460">
                  <a:moveTo>
                    <a:pt x="5730" y="1273"/>
                  </a:moveTo>
                  <a:cubicBezTo>
                    <a:pt x="8187" y="1273"/>
                    <a:pt x="10187" y="3273"/>
                    <a:pt x="10187" y="5730"/>
                  </a:cubicBezTo>
                  <a:cubicBezTo>
                    <a:pt x="10187" y="8187"/>
                    <a:pt x="8187" y="10187"/>
                    <a:pt x="5730" y="10187"/>
                  </a:cubicBezTo>
                  <a:cubicBezTo>
                    <a:pt x="3273" y="10187"/>
                    <a:pt x="1274" y="8187"/>
                    <a:pt x="1274" y="5730"/>
                  </a:cubicBezTo>
                  <a:cubicBezTo>
                    <a:pt x="1274" y="3273"/>
                    <a:pt x="3273" y="1273"/>
                    <a:pt x="5730" y="1273"/>
                  </a:cubicBezTo>
                  <a:close/>
                  <a:moveTo>
                    <a:pt x="5730" y="0"/>
                  </a:moveTo>
                  <a:cubicBezTo>
                    <a:pt x="2571" y="0"/>
                    <a:pt x="0" y="2570"/>
                    <a:pt x="0" y="5730"/>
                  </a:cubicBezTo>
                  <a:cubicBezTo>
                    <a:pt x="0" y="8889"/>
                    <a:pt x="2571" y="11460"/>
                    <a:pt x="5730" y="11460"/>
                  </a:cubicBezTo>
                  <a:cubicBezTo>
                    <a:pt x="8890" y="11460"/>
                    <a:pt x="11459" y="8889"/>
                    <a:pt x="11459" y="5730"/>
                  </a:cubicBezTo>
                  <a:cubicBezTo>
                    <a:pt x="11459" y="2570"/>
                    <a:pt x="8890" y="0"/>
                    <a:pt x="573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7" name="Google Shape;4157;p52"/>
            <p:cNvSpPr/>
            <p:nvPr/>
          </p:nvSpPr>
          <p:spPr>
            <a:xfrm>
              <a:off x="707100" y="3628707"/>
              <a:ext cx="83482" cy="28415"/>
            </a:xfrm>
            <a:custGeom>
              <a:rect b="b" l="l" r="r" t="t"/>
              <a:pathLst>
                <a:path extrusionOk="0" h="1754" w="5154">
                  <a:moveTo>
                    <a:pt x="2584" y="1"/>
                  </a:moveTo>
                  <a:cubicBezTo>
                    <a:pt x="1841" y="1"/>
                    <a:pt x="1098" y="186"/>
                    <a:pt x="427" y="556"/>
                  </a:cubicBezTo>
                  <a:cubicBezTo>
                    <a:pt x="116" y="726"/>
                    <a:pt x="1" y="1116"/>
                    <a:pt x="173" y="1426"/>
                  </a:cubicBezTo>
                  <a:cubicBezTo>
                    <a:pt x="289" y="1636"/>
                    <a:pt x="507" y="1754"/>
                    <a:pt x="730" y="1754"/>
                  </a:cubicBezTo>
                  <a:cubicBezTo>
                    <a:pt x="837" y="1754"/>
                    <a:pt x="945" y="1727"/>
                    <a:pt x="1044" y="1671"/>
                  </a:cubicBezTo>
                  <a:cubicBezTo>
                    <a:pt x="1523" y="1406"/>
                    <a:pt x="2054" y="1274"/>
                    <a:pt x="2584" y="1274"/>
                  </a:cubicBezTo>
                  <a:cubicBezTo>
                    <a:pt x="3115" y="1274"/>
                    <a:pt x="3645" y="1406"/>
                    <a:pt x="4124" y="1671"/>
                  </a:cubicBezTo>
                  <a:cubicBezTo>
                    <a:pt x="4220" y="1723"/>
                    <a:pt x="4324" y="1748"/>
                    <a:pt x="4427" y="1748"/>
                  </a:cubicBezTo>
                  <a:cubicBezTo>
                    <a:pt x="4651" y="1748"/>
                    <a:pt x="4868" y="1629"/>
                    <a:pt x="4984" y="1419"/>
                  </a:cubicBezTo>
                  <a:cubicBezTo>
                    <a:pt x="5154" y="1113"/>
                    <a:pt x="5045" y="728"/>
                    <a:pt x="4742" y="556"/>
                  </a:cubicBezTo>
                  <a:cubicBezTo>
                    <a:pt x="4070" y="186"/>
                    <a:pt x="3327" y="1"/>
                    <a:pt x="258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8" name="Google Shape;4158;p52"/>
            <p:cNvSpPr/>
            <p:nvPr/>
          </p:nvSpPr>
          <p:spPr>
            <a:xfrm>
              <a:off x="572969" y="3484333"/>
              <a:ext cx="351988" cy="330059"/>
            </a:xfrm>
            <a:custGeom>
              <a:rect b="b" l="l" r="r" t="t"/>
              <a:pathLst>
                <a:path extrusionOk="0" h="20374" w="21731">
                  <a:moveTo>
                    <a:pt x="19821" y="1273"/>
                  </a:moveTo>
                  <a:cubicBezTo>
                    <a:pt x="20173" y="1273"/>
                    <a:pt x="20457" y="1558"/>
                    <a:pt x="20457" y="1910"/>
                  </a:cubicBezTo>
                  <a:lnTo>
                    <a:pt x="20458" y="14644"/>
                  </a:lnTo>
                  <a:cubicBezTo>
                    <a:pt x="20457" y="14994"/>
                    <a:pt x="20173" y="15279"/>
                    <a:pt x="19822" y="15280"/>
                  </a:cubicBezTo>
                  <a:lnTo>
                    <a:pt x="1910" y="15280"/>
                  </a:lnTo>
                  <a:cubicBezTo>
                    <a:pt x="1558" y="15279"/>
                    <a:pt x="1274" y="14994"/>
                    <a:pt x="1274" y="14644"/>
                  </a:cubicBezTo>
                  <a:lnTo>
                    <a:pt x="1274" y="1910"/>
                  </a:lnTo>
                  <a:cubicBezTo>
                    <a:pt x="1274" y="1558"/>
                    <a:pt x="1558" y="1273"/>
                    <a:pt x="1910" y="1273"/>
                  </a:cubicBezTo>
                  <a:close/>
                  <a:moveTo>
                    <a:pt x="11542" y="16552"/>
                  </a:moveTo>
                  <a:cubicBezTo>
                    <a:pt x="11659" y="17527"/>
                    <a:pt x="12016" y="18443"/>
                    <a:pt x="12332" y="19099"/>
                  </a:cubicBezTo>
                  <a:lnTo>
                    <a:pt x="9400" y="19099"/>
                  </a:lnTo>
                  <a:cubicBezTo>
                    <a:pt x="9716" y="18444"/>
                    <a:pt x="10074" y="17528"/>
                    <a:pt x="10190" y="16552"/>
                  </a:cubicBezTo>
                  <a:close/>
                  <a:moveTo>
                    <a:pt x="1910" y="1"/>
                  </a:moveTo>
                  <a:cubicBezTo>
                    <a:pt x="856" y="2"/>
                    <a:pt x="2" y="855"/>
                    <a:pt x="1" y="1910"/>
                  </a:cubicBezTo>
                  <a:lnTo>
                    <a:pt x="1" y="14642"/>
                  </a:lnTo>
                  <a:cubicBezTo>
                    <a:pt x="2" y="15697"/>
                    <a:pt x="857" y="16550"/>
                    <a:pt x="1910" y="16552"/>
                  </a:cubicBezTo>
                  <a:lnTo>
                    <a:pt x="8906" y="16552"/>
                  </a:lnTo>
                  <a:cubicBezTo>
                    <a:pt x="8744" y="17621"/>
                    <a:pt x="8232" y="18625"/>
                    <a:pt x="7962" y="19099"/>
                  </a:cubicBezTo>
                  <a:lnTo>
                    <a:pt x="5773" y="19099"/>
                  </a:lnTo>
                  <a:cubicBezTo>
                    <a:pt x="5421" y="19099"/>
                    <a:pt x="5135" y="19383"/>
                    <a:pt x="5135" y="19735"/>
                  </a:cubicBezTo>
                  <a:cubicBezTo>
                    <a:pt x="5135" y="20087"/>
                    <a:pt x="5421" y="20373"/>
                    <a:pt x="5773" y="20373"/>
                  </a:cubicBezTo>
                  <a:lnTo>
                    <a:pt x="15958" y="20373"/>
                  </a:lnTo>
                  <a:cubicBezTo>
                    <a:pt x="16310" y="20373"/>
                    <a:pt x="16594" y="20087"/>
                    <a:pt x="16594" y="19735"/>
                  </a:cubicBezTo>
                  <a:cubicBezTo>
                    <a:pt x="16594" y="19383"/>
                    <a:pt x="16310" y="19099"/>
                    <a:pt x="15958" y="19099"/>
                  </a:cubicBezTo>
                  <a:lnTo>
                    <a:pt x="13769" y="19099"/>
                  </a:lnTo>
                  <a:cubicBezTo>
                    <a:pt x="13498" y="18627"/>
                    <a:pt x="12986" y="17624"/>
                    <a:pt x="12825" y="16552"/>
                  </a:cubicBezTo>
                  <a:lnTo>
                    <a:pt x="19821" y="16552"/>
                  </a:lnTo>
                  <a:cubicBezTo>
                    <a:pt x="20875" y="16550"/>
                    <a:pt x="21729" y="15697"/>
                    <a:pt x="21730" y="14642"/>
                  </a:cubicBezTo>
                  <a:lnTo>
                    <a:pt x="21730" y="1910"/>
                  </a:lnTo>
                  <a:cubicBezTo>
                    <a:pt x="21729" y="855"/>
                    <a:pt x="20874" y="2"/>
                    <a:pt x="1982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159" name="Google Shape;4159;p52"/>
          <p:cNvSpPr/>
          <p:nvPr/>
        </p:nvSpPr>
        <p:spPr>
          <a:xfrm>
            <a:off x="4032577" y="2892074"/>
            <a:ext cx="359936" cy="338174"/>
          </a:xfrm>
          <a:custGeom>
            <a:rect b="b" l="l" r="r" t="t"/>
            <a:pathLst>
              <a:path extrusionOk="0" h="20415" w="21732">
                <a:moveTo>
                  <a:pt x="14050" y="1273"/>
                </a:moveTo>
                <a:lnTo>
                  <a:pt x="14050" y="3820"/>
                </a:lnTo>
                <a:lnTo>
                  <a:pt x="7684" y="3820"/>
                </a:lnTo>
                <a:lnTo>
                  <a:pt x="7684" y="1273"/>
                </a:lnTo>
                <a:close/>
                <a:moveTo>
                  <a:pt x="11504" y="5094"/>
                </a:moveTo>
                <a:lnTo>
                  <a:pt x="11504" y="10186"/>
                </a:lnTo>
                <a:lnTo>
                  <a:pt x="10231" y="10186"/>
                </a:lnTo>
                <a:lnTo>
                  <a:pt x="10231" y="5094"/>
                </a:lnTo>
                <a:close/>
                <a:moveTo>
                  <a:pt x="8958" y="5094"/>
                </a:moveTo>
                <a:lnTo>
                  <a:pt x="8958" y="10186"/>
                </a:lnTo>
                <a:lnTo>
                  <a:pt x="8321" y="10186"/>
                </a:lnTo>
                <a:cubicBezTo>
                  <a:pt x="7969" y="10186"/>
                  <a:pt x="7684" y="10472"/>
                  <a:pt x="7684" y="10822"/>
                </a:cubicBezTo>
                <a:lnTo>
                  <a:pt x="7684" y="11311"/>
                </a:lnTo>
                <a:cubicBezTo>
                  <a:pt x="4819" y="11057"/>
                  <a:pt x="2298" y="10543"/>
                  <a:pt x="1275" y="10317"/>
                </a:cubicBezTo>
                <a:lnTo>
                  <a:pt x="1275" y="10316"/>
                </a:lnTo>
                <a:lnTo>
                  <a:pt x="1275" y="5094"/>
                </a:lnTo>
                <a:close/>
                <a:moveTo>
                  <a:pt x="20460" y="5094"/>
                </a:moveTo>
                <a:lnTo>
                  <a:pt x="20460" y="10316"/>
                </a:lnTo>
                <a:cubicBezTo>
                  <a:pt x="19437" y="10543"/>
                  <a:pt x="16916" y="11057"/>
                  <a:pt x="14051" y="11311"/>
                </a:cubicBezTo>
                <a:lnTo>
                  <a:pt x="14051" y="10822"/>
                </a:lnTo>
                <a:cubicBezTo>
                  <a:pt x="14051" y="10472"/>
                  <a:pt x="13765" y="10186"/>
                  <a:pt x="13415" y="10186"/>
                </a:cubicBezTo>
                <a:lnTo>
                  <a:pt x="12778" y="10186"/>
                </a:lnTo>
                <a:lnTo>
                  <a:pt x="12778" y="5094"/>
                </a:lnTo>
                <a:close/>
                <a:moveTo>
                  <a:pt x="12777" y="11459"/>
                </a:moveTo>
                <a:lnTo>
                  <a:pt x="12777" y="12732"/>
                </a:lnTo>
                <a:lnTo>
                  <a:pt x="8957" y="12732"/>
                </a:lnTo>
                <a:lnTo>
                  <a:pt x="8957" y="11459"/>
                </a:lnTo>
                <a:close/>
                <a:moveTo>
                  <a:pt x="11504" y="14006"/>
                </a:moveTo>
                <a:lnTo>
                  <a:pt x="11504" y="15652"/>
                </a:lnTo>
                <a:lnTo>
                  <a:pt x="10867" y="16289"/>
                </a:lnTo>
                <a:lnTo>
                  <a:pt x="10231" y="15652"/>
                </a:lnTo>
                <a:lnTo>
                  <a:pt x="10231" y="14006"/>
                </a:lnTo>
                <a:close/>
                <a:moveTo>
                  <a:pt x="19185" y="11877"/>
                </a:moveTo>
                <a:lnTo>
                  <a:pt x="19185" y="19142"/>
                </a:lnTo>
                <a:lnTo>
                  <a:pt x="2548" y="19142"/>
                </a:lnTo>
                <a:lnTo>
                  <a:pt x="2548" y="11877"/>
                </a:lnTo>
                <a:cubicBezTo>
                  <a:pt x="3858" y="12125"/>
                  <a:pt x="5682" y="12417"/>
                  <a:pt x="7684" y="12589"/>
                </a:cubicBezTo>
                <a:lnTo>
                  <a:pt x="7684" y="13370"/>
                </a:lnTo>
                <a:cubicBezTo>
                  <a:pt x="7684" y="13722"/>
                  <a:pt x="7968" y="14006"/>
                  <a:pt x="8320" y="14006"/>
                </a:cubicBezTo>
                <a:lnTo>
                  <a:pt x="8957" y="14006"/>
                </a:lnTo>
                <a:lnTo>
                  <a:pt x="8957" y="15917"/>
                </a:lnTo>
                <a:cubicBezTo>
                  <a:pt x="8957" y="16085"/>
                  <a:pt x="9024" y="16246"/>
                  <a:pt x="9143" y="16367"/>
                </a:cubicBezTo>
                <a:lnTo>
                  <a:pt x="10416" y="17640"/>
                </a:lnTo>
                <a:cubicBezTo>
                  <a:pt x="10540" y="17764"/>
                  <a:pt x="10704" y="17826"/>
                  <a:pt x="10867" y="17826"/>
                </a:cubicBezTo>
                <a:cubicBezTo>
                  <a:pt x="11030" y="17826"/>
                  <a:pt x="11193" y="17764"/>
                  <a:pt x="11317" y="17640"/>
                </a:cubicBezTo>
                <a:lnTo>
                  <a:pt x="12590" y="16367"/>
                </a:lnTo>
                <a:cubicBezTo>
                  <a:pt x="12709" y="16246"/>
                  <a:pt x="12777" y="16085"/>
                  <a:pt x="12777" y="15917"/>
                </a:cubicBezTo>
                <a:lnTo>
                  <a:pt x="12777" y="14006"/>
                </a:lnTo>
                <a:lnTo>
                  <a:pt x="13413" y="14006"/>
                </a:lnTo>
                <a:cubicBezTo>
                  <a:pt x="13765" y="14006"/>
                  <a:pt x="14050" y="13722"/>
                  <a:pt x="14050" y="13370"/>
                </a:cubicBezTo>
                <a:lnTo>
                  <a:pt x="14050" y="12589"/>
                </a:lnTo>
                <a:cubicBezTo>
                  <a:pt x="16052" y="12417"/>
                  <a:pt x="17875" y="12125"/>
                  <a:pt x="19185" y="11877"/>
                </a:cubicBezTo>
                <a:close/>
                <a:moveTo>
                  <a:pt x="7047" y="1"/>
                </a:moveTo>
                <a:cubicBezTo>
                  <a:pt x="6695" y="1"/>
                  <a:pt x="6411" y="285"/>
                  <a:pt x="6411" y="637"/>
                </a:cubicBezTo>
                <a:lnTo>
                  <a:pt x="6411" y="3820"/>
                </a:lnTo>
                <a:lnTo>
                  <a:pt x="637" y="3820"/>
                </a:lnTo>
                <a:cubicBezTo>
                  <a:pt x="285" y="3820"/>
                  <a:pt x="1" y="4106"/>
                  <a:pt x="1" y="4456"/>
                </a:cubicBezTo>
                <a:lnTo>
                  <a:pt x="1" y="10822"/>
                </a:lnTo>
                <a:cubicBezTo>
                  <a:pt x="1" y="11116"/>
                  <a:pt x="201" y="11372"/>
                  <a:pt x="485" y="11442"/>
                </a:cubicBezTo>
                <a:cubicBezTo>
                  <a:pt x="525" y="11451"/>
                  <a:pt x="805" y="11520"/>
                  <a:pt x="1274" y="11620"/>
                </a:cubicBezTo>
                <a:lnTo>
                  <a:pt x="1274" y="19778"/>
                </a:lnTo>
                <a:cubicBezTo>
                  <a:pt x="1274" y="20130"/>
                  <a:pt x="1560" y="20415"/>
                  <a:pt x="1910" y="20415"/>
                </a:cubicBezTo>
                <a:lnTo>
                  <a:pt x="19822" y="20415"/>
                </a:lnTo>
                <a:cubicBezTo>
                  <a:pt x="20174" y="20415"/>
                  <a:pt x="20458" y="20130"/>
                  <a:pt x="20458" y="19778"/>
                </a:cubicBezTo>
                <a:lnTo>
                  <a:pt x="20458" y="11622"/>
                </a:lnTo>
                <a:cubicBezTo>
                  <a:pt x="20927" y="11520"/>
                  <a:pt x="21209" y="11451"/>
                  <a:pt x="21248" y="11442"/>
                </a:cubicBezTo>
                <a:cubicBezTo>
                  <a:pt x="21531" y="11372"/>
                  <a:pt x="21731" y="11116"/>
                  <a:pt x="21731" y="10824"/>
                </a:cubicBezTo>
                <a:lnTo>
                  <a:pt x="21731" y="4456"/>
                </a:lnTo>
                <a:cubicBezTo>
                  <a:pt x="21731" y="4106"/>
                  <a:pt x="21447" y="3820"/>
                  <a:pt x="21095" y="3820"/>
                </a:cubicBezTo>
                <a:lnTo>
                  <a:pt x="15323" y="3820"/>
                </a:lnTo>
                <a:lnTo>
                  <a:pt x="15323" y="637"/>
                </a:lnTo>
                <a:cubicBezTo>
                  <a:pt x="15323" y="285"/>
                  <a:pt x="15037" y="1"/>
                  <a:pt x="1468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160" name="Google Shape;4160;p52"/>
          <p:cNvGrpSpPr/>
          <p:nvPr/>
        </p:nvGrpSpPr>
        <p:grpSpPr>
          <a:xfrm>
            <a:off x="4775125" y="2881154"/>
            <a:ext cx="359943" cy="360015"/>
            <a:chOff x="1825440" y="1754027"/>
            <a:chExt cx="351988" cy="352058"/>
          </a:xfrm>
        </p:grpSpPr>
        <p:sp>
          <p:nvSpPr>
            <p:cNvPr id="4161" name="Google Shape;4161;p52"/>
            <p:cNvSpPr/>
            <p:nvPr/>
          </p:nvSpPr>
          <p:spPr>
            <a:xfrm>
              <a:off x="1949853" y="1940360"/>
              <a:ext cx="227575" cy="165726"/>
            </a:xfrm>
            <a:custGeom>
              <a:rect b="b" l="l" r="r" t="t"/>
              <a:pathLst>
                <a:path extrusionOk="0" h="10230" w="14050">
                  <a:moveTo>
                    <a:pt x="9550" y="1273"/>
                  </a:moveTo>
                  <a:cubicBezTo>
                    <a:pt x="11298" y="1273"/>
                    <a:pt x="12777" y="2730"/>
                    <a:pt x="12777" y="4456"/>
                  </a:cubicBezTo>
                  <a:cubicBezTo>
                    <a:pt x="12777" y="6181"/>
                    <a:pt x="11298" y="7639"/>
                    <a:pt x="9550" y="7639"/>
                  </a:cubicBezTo>
                  <a:lnTo>
                    <a:pt x="4457" y="7639"/>
                  </a:lnTo>
                  <a:cubicBezTo>
                    <a:pt x="4181" y="7639"/>
                    <a:pt x="3891" y="7592"/>
                    <a:pt x="3548" y="7487"/>
                  </a:cubicBezTo>
                  <a:cubicBezTo>
                    <a:pt x="3487" y="7469"/>
                    <a:pt x="3425" y="7460"/>
                    <a:pt x="3364" y="7460"/>
                  </a:cubicBezTo>
                  <a:cubicBezTo>
                    <a:pt x="3194" y="7460"/>
                    <a:pt x="3029" y="7528"/>
                    <a:pt x="2908" y="7653"/>
                  </a:cubicBezTo>
                  <a:lnTo>
                    <a:pt x="2548" y="8023"/>
                  </a:lnTo>
                  <a:lnTo>
                    <a:pt x="2548" y="7280"/>
                  </a:lnTo>
                  <a:cubicBezTo>
                    <a:pt x="2548" y="7098"/>
                    <a:pt x="2471" y="6928"/>
                    <a:pt x="2337" y="6807"/>
                  </a:cubicBezTo>
                  <a:cubicBezTo>
                    <a:pt x="1652" y="6187"/>
                    <a:pt x="1275" y="5353"/>
                    <a:pt x="1275" y="4456"/>
                  </a:cubicBezTo>
                  <a:cubicBezTo>
                    <a:pt x="1275" y="2701"/>
                    <a:pt x="2703" y="1273"/>
                    <a:pt x="4457" y="1273"/>
                  </a:cubicBezTo>
                  <a:close/>
                  <a:moveTo>
                    <a:pt x="4457" y="0"/>
                  </a:moveTo>
                  <a:cubicBezTo>
                    <a:pt x="2000" y="0"/>
                    <a:pt x="1" y="2000"/>
                    <a:pt x="1" y="4457"/>
                  </a:cubicBezTo>
                  <a:cubicBezTo>
                    <a:pt x="1" y="5604"/>
                    <a:pt x="462" y="6716"/>
                    <a:pt x="1275" y="7550"/>
                  </a:cubicBezTo>
                  <a:lnTo>
                    <a:pt x="1275" y="9593"/>
                  </a:lnTo>
                  <a:cubicBezTo>
                    <a:pt x="1275" y="9852"/>
                    <a:pt x="1432" y="10085"/>
                    <a:pt x="1672" y="10183"/>
                  </a:cubicBezTo>
                  <a:cubicBezTo>
                    <a:pt x="1750" y="10214"/>
                    <a:pt x="1831" y="10229"/>
                    <a:pt x="1911" y="10229"/>
                  </a:cubicBezTo>
                  <a:cubicBezTo>
                    <a:pt x="2080" y="10229"/>
                    <a:pt x="2246" y="10162"/>
                    <a:pt x="2368" y="10036"/>
                  </a:cubicBezTo>
                  <a:lnTo>
                    <a:pt x="3561" y="8808"/>
                  </a:lnTo>
                  <a:cubicBezTo>
                    <a:pt x="3855" y="8877"/>
                    <a:pt x="4156" y="8911"/>
                    <a:pt x="4457" y="8914"/>
                  </a:cubicBezTo>
                  <a:lnTo>
                    <a:pt x="9550" y="8914"/>
                  </a:lnTo>
                  <a:cubicBezTo>
                    <a:pt x="12009" y="8914"/>
                    <a:pt x="14049" y="6909"/>
                    <a:pt x="14049" y="4457"/>
                  </a:cubicBezTo>
                  <a:cubicBezTo>
                    <a:pt x="14049" y="2009"/>
                    <a:pt x="12012" y="0"/>
                    <a:pt x="955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2" name="Google Shape;4162;p52"/>
            <p:cNvSpPr/>
            <p:nvPr/>
          </p:nvSpPr>
          <p:spPr>
            <a:xfrm>
              <a:off x="2010918" y="2002244"/>
              <a:ext cx="21445" cy="20639"/>
            </a:xfrm>
            <a:custGeom>
              <a:rect b="b" l="l" r="r" t="t"/>
              <a:pathLst>
                <a:path extrusionOk="0" h="1274" w="1324">
                  <a:moveTo>
                    <a:pt x="687" y="1"/>
                  </a:moveTo>
                  <a:cubicBezTo>
                    <a:pt x="431" y="1"/>
                    <a:pt x="198" y="155"/>
                    <a:pt x="100" y="394"/>
                  </a:cubicBezTo>
                  <a:cubicBezTo>
                    <a:pt x="0" y="632"/>
                    <a:pt x="55" y="904"/>
                    <a:pt x="237" y="1087"/>
                  </a:cubicBezTo>
                  <a:cubicBezTo>
                    <a:pt x="359" y="1209"/>
                    <a:pt x="521" y="1274"/>
                    <a:pt x="686" y="1274"/>
                  </a:cubicBezTo>
                  <a:cubicBezTo>
                    <a:pt x="769" y="1274"/>
                    <a:pt x="852" y="1258"/>
                    <a:pt x="931" y="1225"/>
                  </a:cubicBezTo>
                  <a:cubicBezTo>
                    <a:pt x="1169" y="1127"/>
                    <a:pt x="1324" y="894"/>
                    <a:pt x="1324" y="637"/>
                  </a:cubicBezTo>
                  <a:cubicBezTo>
                    <a:pt x="1324" y="285"/>
                    <a:pt x="1039" y="1"/>
                    <a:pt x="6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3" name="Google Shape;4163;p52"/>
            <p:cNvSpPr/>
            <p:nvPr/>
          </p:nvSpPr>
          <p:spPr>
            <a:xfrm>
              <a:off x="2052173" y="2002244"/>
              <a:ext cx="21445" cy="20639"/>
            </a:xfrm>
            <a:custGeom>
              <a:rect b="b" l="l" r="r" t="t"/>
              <a:pathLst>
                <a:path extrusionOk="0" h="1274" w="1324">
                  <a:moveTo>
                    <a:pt x="687" y="1"/>
                  </a:moveTo>
                  <a:cubicBezTo>
                    <a:pt x="429" y="1"/>
                    <a:pt x="197" y="155"/>
                    <a:pt x="99" y="394"/>
                  </a:cubicBezTo>
                  <a:cubicBezTo>
                    <a:pt x="1" y="632"/>
                    <a:pt x="55" y="904"/>
                    <a:pt x="236" y="1087"/>
                  </a:cubicBezTo>
                  <a:cubicBezTo>
                    <a:pt x="358" y="1209"/>
                    <a:pt x="521" y="1274"/>
                    <a:pt x="686" y="1274"/>
                  </a:cubicBezTo>
                  <a:cubicBezTo>
                    <a:pt x="769" y="1274"/>
                    <a:pt x="852" y="1258"/>
                    <a:pt x="931" y="1225"/>
                  </a:cubicBezTo>
                  <a:cubicBezTo>
                    <a:pt x="1168" y="1127"/>
                    <a:pt x="1324" y="894"/>
                    <a:pt x="1324" y="637"/>
                  </a:cubicBezTo>
                  <a:cubicBezTo>
                    <a:pt x="1324" y="285"/>
                    <a:pt x="1038" y="1"/>
                    <a:pt x="6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4" name="Google Shape;4164;p52"/>
            <p:cNvSpPr/>
            <p:nvPr/>
          </p:nvSpPr>
          <p:spPr>
            <a:xfrm>
              <a:off x="2093412" y="2002244"/>
              <a:ext cx="21445" cy="20639"/>
            </a:xfrm>
            <a:custGeom>
              <a:rect b="b" l="l" r="r" t="t"/>
              <a:pathLst>
                <a:path extrusionOk="0" h="1274" w="1324">
                  <a:moveTo>
                    <a:pt x="687" y="1"/>
                  </a:moveTo>
                  <a:cubicBezTo>
                    <a:pt x="429" y="1"/>
                    <a:pt x="198" y="155"/>
                    <a:pt x="100" y="394"/>
                  </a:cubicBezTo>
                  <a:cubicBezTo>
                    <a:pt x="1" y="632"/>
                    <a:pt x="55" y="904"/>
                    <a:pt x="238" y="1087"/>
                  </a:cubicBezTo>
                  <a:cubicBezTo>
                    <a:pt x="359" y="1209"/>
                    <a:pt x="521" y="1274"/>
                    <a:pt x="686" y="1274"/>
                  </a:cubicBezTo>
                  <a:cubicBezTo>
                    <a:pt x="769" y="1274"/>
                    <a:pt x="852" y="1258"/>
                    <a:pt x="931" y="1225"/>
                  </a:cubicBezTo>
                  <a:cubicBezTo>
                    <a:pt x="1169" y="1127"/>
                    <a:pt x="1324" y="894"/>
                    <a:pt x="1324" y="637"/>
                  </a:cubicBezTo>
                  <a:cubicBezTo>
                    <a:pt x="1324" y="285"/>
                    <a:pt x="1039" y="1"/>
                    <a:pt x="6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5" name="Google Shape;4165;p52"/>
            <p:cNvSpPr/>
            <p:nvPr/>
          </p:nvSpPr>
          <p:spPr>
            <a:xfrm>
              <a:off x="1825440" y="1754027"/>
              <a:ext cx="227559" cy="165726"/>
            </a:xfrm>
            <a:custGeom>
              <a:rect b="b" l="l" r="r" t="t"/>
              <a:pathLst>
                <a:path extrusionOk="0" h="10230" w="14049">
                  <a:moveTo>
                    <a:pt x="9592" y="1274"/>
                  </a:moveTo>
                  <a:cubicBezTo>
                    <a:pt x="11318" y="1274"/>
                    <a:pt x="12775" y="2752"/>
                    <a:pt x="12775" y="4500"/>
                  </a:cubicBezTo>
                  <a:cubicBezTo>
                    <a:pt x="12775" y="5396"/>
                    <a:pt x="12398" y="6231"/>
                    <a:pt x="11712" y="6850"/>
                  </a:cubicBezTo>
                  <a:cubicBezTo>
                    <a:pt x="11578" y="6970"/>
                    <a:pt x="11502" y="7142"/>
                    <a:pt x="11502" y="7322"/>
                  </a:cubicBezTo>
                  <a:lnTo>
                    <a:pt x="11502" y="8055"/>
                  </a:lnTo>
                  <a:lnTo>
                    <a:pt x="11135" y="7690"/>
                  </a:lnTo>
                  <a:cubicBezTo>
                    <a:pt x="11013" y="7568"/>
                    <a:pt x="10851" y="7503"/>
                    <a:pt x="10684" y="7503"/>
                  </a:cubicBezTo>
                  <a:cubicBezTo>
                    <a:pt x="10623" y="7503"/>
                    <a:pt x="10561" y="7512"/>
                    <a:pt x="10500" y="7530"/>
                  </a:cubicBezTo>
                  <a:cubicBezTo>
                    <a:pt x="10157" y="7634"/>
                    <a:pt x="9869" y="7683"/>
                    <a:pt x="9592" y="7683"/>
                  </a:cubicBezTo>
                  <a:lnTo>
                    <a:pt x="4499" y="7683"/>
                  </a:lnTo>
                  <a:cubicBezTo>
                    <a:pt x="2750" y="7683"/>
                    <a:pt x="1273" y="6225"/>
                    <a:pt x="1273" y="4500"/>
                  </a:cubicBezTo>
                  <a:cubicBezTo>
                    <a:pt x="1273" y="2752"/>
                    <a:pt x="2751" y="1274"/>
                    <a:pt x="4499" y="1274"/>
                  </a:cubicBezTo>
                  <a:close/>
                  <a:moveTo>
                    <a:pt x="4499" y="1"/>
                  </a:moveTo>
                  <a:cubicBezTo>
                    <a:pt x="2054" y="1"/>
                    <a:pt x="0" y="2034"/>
                    <a:pt x="0" y="4500"/>
                  </a:cubicBezTo>
                  <a:cubicBezTo>
                    <a:pt x="0" y="6948"/>
                    <a:pt x="2038" y="8956"/>
                    <a:pt x="4499" y="8956"/>
                  </a:cubicBezTo>
                  <a:lnTo>
                    <a:pt x="9592" y="8956"/>
                  </a:lnTo>
                  <a:cubicBezTo>
                    <a:pt x="9895" y="8954"/>
                    <a:pt x="10198" y="8918"/>
                    <a:pt x="10495" y="8849"/>
                  </a:cubicBezTo>
                  <a:lnTo>
                    <a:pt x="11688" y="10043"/>
                  </a:lnTo>
                  <a:cubicBezTo>
                    <a:pt x="11810" y="10165"/>
                    <a:pt x="11973" y="10229"/>
                    <a:pt x="12138" y="10229"/>
                  </a:cubicBezTo>
                  <a:cubicBezTo>
                    <a:pt x="12220" y="10229"/>
                    <a:pt x="12303" y="10213"/>
                    <a:pt x="12382" y="10180"/>
                  </a:cubicBezTo>
                  <a:cubicBezTo>
                    <a:pt x="12620" y="10083"/>
                    <a:pt x="12775" y="9850"/>
                    <a:pt x="12775" y="9593"/>
                  </a:cubicBezTo>
                  <a:lnTo>
                    <a:pt x="12775" y="7592"/>
                  </a:lnTo>
                  <a:cubicBezTo>
                    <a:pt x="13587" y="6759"/>
                    <a:pt x="14049" y="5647"/>
                    <a:pt x="14049" y="4500"/>
                  </a:cubicBezTo>
                  <a:cubicBezTo>
                    <a:pt x="14049" y="2041"/>
                    <a:pt x="12044" y="1"/>
                    <a:pt x="959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6" name="Google Shape;4166;p52"/>
            <p:cNvSpPr/>
            <p:nvPr/>
          </p:nvSpPr>
          <p:spPr>
            <a:xfrm>
              <a:off x="1887185" y="1816608"/>
              <a:ext cx="21445" cy="20639"/>
            </a:xfrm>
            <a:custGeom>
              <a:rect b="b" l="l" r="r" t="t"/>
              <a:pathLst>
                <a:path extrusionOk="0" h="1274" w="1324">
                  <a:moveTo>
                    <a:pt x="687" y="0"/>
                  </a:moveTo>
                  <a:cubicBezTo>
                    <a:pt x="429" y="0"/>
                    <a:pt x="198" y="155"/>
                    <a:pt x="98" y="393"/>
                  </a:cubicBezTo>
                  <a:cubicBezTo>
                    <a:pt x="0" y="631"/>
                    <a:pt x="55" y="904"/>
                    <a:pt x="237" y="1087"/>
                  </a:cubicBezTo>
                  <a:cubicBezTo>
                    <a:pt x="358" y="1209"/>
                    <a:pt x="521" y="1273"/>
                    <a:pt x="686" y="1273"/>
                  </a:cubicBezTo>
                  <a:cubicBezTo>
                    <a:pt x="768" y="1273"/>
                    <a:pt x="851" y="1257"/>
                    <a:pt x="931" y="1224"/>
                  </a:cubicBezTo>
                  <a:cubicBezTo>
                    <a:pt x="1169" y="1126"/>
                    <a:pt x="1324" y="893"/>
                    <a:pt x="1324" y="637"/>
                  </a:cubicBezTo>
                  <a:cubicBezTo>
                    <a:pt x="1324" y="285"/>
                    <a:pt x="1038" y="0"/>
                    <a:pt x="68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7" name="Google Shape;4167;p52"/>
            <p:cNvSpPr/>
            <p:nvPr/>
          </p:nvSpPr>
          <p:spPr>
            <a:xfrm>
              <a:off x="1928424" y="1816608"/>
              <a:ext cx="21445" cy="20639"/>
            </a:xfrm>
            <a:custGeom>
              <a:rect b="b" l="l" r="r" t="t"/>
              <a:pathLst>
                <a:path extrusionOk="0" h="1274" w="1324">
                  <a:moveTo>
                    <a:pt x="687" y="0"/>
                  </a:moveTo>
                  <a:cubicBezTo>
                    <a:pt x="430" y="0"/>
                    <a:pt x="197" y="155"/>
                    <a:pt x="100" y="393"/>
                  </a:cubicBezTo>
                  <a:cubicBezTo>
                    <a:pt x="0" y="631"/>
                    <a:pt x="55" y="904"/>
                    <a:pt x="237" y="1087"/>
                  </a:cubicBezTo>
                  <a:cubicBezTo>
                    <a:pt x="359" y="1209"/>
                    <a:pt x="522" y="1273"/>
                    <a:pt x="687" y="1273"/>
                  </a:cubicBezTo>
                  <a:cubicBezTo>
                    <a:pt x="769" y="1273"/>
                    <a:pt x="852" y="1257"/>
                    <a:pt x="931" y="1224"/>
                  </a:cubicBezTo>
                  <a:cubicBezTo>
                    <a:pt x="1169" y="1126"/>
                    <a:pt x="1324" y="893"/>
                    <a:pt x="1324" y="637"/>
                  </a:cubicBezTo>
                  <a:cubicBezTo>
                    <a:pt x="1324" y="285"/>
                    <a:pt x="1039" y="0"/>
                    <a:pt x="68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8" name="Google Shape;4168;p52"/>
            <p:cNvSpPr/>
            <p:nvPr/>
          </p:nvSpPr>
          <p:spPr>
            <a:xfrm>
              <a:off x="1969679" y="1816608"/>
              <a:ext cx="21445" cy="20639"/>
            </a:xfrm>
            <a:custGeom>
              <a:rect b="b" l="l" r="r" t="t"/>
              <a:pathLst>
                <a:path extrusionOk="0" h="1274" w="1324">
                  <a:moveTo>
                    <a:pt x="687" y="0"/>
                  </a:moveTo>
                  <a:cubicBezTo>
                    <a:pt x="429" y="0"/>
                    <a:pt x="198" y="155"/>
                    <a:pt x="98" y="393"/>
                  </a:cubicBezTo>
                  <a:cubicBezTo>
                    <a:pt x="1" y="631"/>
                    <a:pt x="55" y="904"/>
                    <a:pt x="236" y="1087"/>
                  </a:cubicBezTo>
                  <a:cubicBezTo>
                    <a:pt x="358" y="1209"/>
                    <a:pt x="521" y="1273"/>
                    <a:pt x="686" y="1273"/>
                  </a:cubicBezTo>
                  <a:cubicBezTo>
                    <a:pt x="769" y="1273"/>
                    <a:pt x="852" y="1257"/>
                    <a:pt x="931" y="1224"/>
                  </a:cubicBezTo>
                  <a:cubicBezTo>
                    <a:pt x="1169" y="1126"/>
                    <a:pt x="1324" y="893"/>
                    <a:pt x="1324" y="637"/>
                  </a:cubicBezTo>
                  <a:cubicBezTo>
                    <a:pt x="1324" y="285"/>
                    <a:pt x="1038" y="0"/>
                    <a:pt x="68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69" name="Google Shape;4169;p52"/>
          <p:cNvGrpSpPr/>
          <p:nvPr/>
        </p:nvGrpSpPr>
        <p:grpSpPr>
          <a:xfrm>
            <a:off x="5542558" y="2881162"/>
            <a:ext cx="359943" cy="359998"/>
            <a:chOff x="1358580" y="1711697"/>
            <a:chExt cx="351988" cy="352042"/>
          </a:xfrm>
        </p:grpSpPr>
        <p:sp>
          <p:nvSpPr>
            <p:cNvPr id="4170" name="Google Shape;4170;p52"/>
            <p:cNvSpPr/>
            <p:nvPr/>
          </p:nvSpPr>
          <p:spPr>
            <a:xfrm>
              <a:off x="1451246" y="1752958"/>
              <a:ext cx="21445" cy="20639"/>
            </a:xfrm>
            <a:custGeom>
              <a:rect b="b" l="l" r="r" t="t"/>
              <a:pathLst>
                <a:path extrusionOk="0" h="1274" w="1324">
                  <a:moveTo>
                    <a:pt x="688" y="0"/>
                  </a:moveTo>
                  <a:cubicBezTo>
                    <a:pt x="429" y="0"/>
                    <a:pt x="198" y="155"/>
                    <a:pt x="99" y="394"/>
                  </a:cubicBezTo>
                  <a:cubicBezTo>
                    <a:pt x="1" y="630"/>
                    <a:pt x="55" y="904"/>
                    <a:pt x="238" y="1087"/>
                  </a:cubicBezTo>
                  <a:cubicBezTo>
                    <a:pt x="359" y="1209"/>
                    <a:pt x="521" y="1274"/>
                    <a:pt x="686" y="1274"/>
                  </a:cubicBezTo>
                  <a:cubicBezTo>
                    <a:pt x="769" y="1274"/>
                    <a:pt x="852" y="1257"/>
                    <a:pt x="931" y="1225"/>
                  </a:cubicBezTo>
                  <a:cubicBezTo>
                    <a:pt x="1169" y="1127"/>
                    <a:pt x="1324" y="894"/>
                    <a:pt x="1324" y="637"/>
                  </a:cubicBezTo>
                  <a:cubicBezTo>
                    <a:pt x="1324" y="285"/>
                    <a:pt x="1038" y="0"/>
                    <a:pt x="68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1" name="Google Shape;4171;p52"/>
            <p:cNvSpPr/>
            <p:nvPr/>
          </p:nvSpPr>
          <p:spPr>
            <a:xfrm>
              <a:off x="1441738" y="2001855"/>
              <a:ext cx="41271" cy="20639"/>
            </a:xfrm>
            <a:custGeom>
              <a:rect b="b" l="l" r="r" t="t"/>
              <a:pathLst>
                <a:path extrusionOk="0" h="1274" w="2548">
                  <a:moveTo>
                    <a:pt x="637" y="1"/>
                  </a:moveTo>
                  <a:cubicBezTo>
                    <a:pt x="286" y="1"/>
                    <a:pt x="0" y="285"/>
                    <a:pt x="0" y="637"/>
                  </a:cubicBezTo>
                  <a:cubicBezTo>
                    <a:pt x="0" y="989"/>
                    <a:pt x="286" y="1274"/>
                    <a:pt x="637" y="1274"/>
                  </a:cubicBezTo>
                  <a:lnTo>
                    <a:pt x="1911" y="1274"/>
                  </a:lnTo>
                  <a:cubicBezTo>
                    <a:pt x="2263" y="1274"/>
                    <a:pt x="2547" y="989"/>
                    <a:pt x="2547" y="637"/>
                  </a:cubicBezTo>
                  <a:cubicBezTo>
                    <a:pt x="2547" y="285"/>
                    <a:pt x="2263" y="1"/>
                    <a:pt x="191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2" name="Google Shape;4172;p52"/>
            <p:cNvSpPr/>
            <p:nvPr/>
          </p:nvSpPr>
          <p:spPr>
            <a:xfrm>
              <a:off x="1358580" y="1711697"/>
              <a:ext cx="351988" cy="352042"/>
            </a:xfrm>
            <a:custGeom>
              <a:rect b="b" l="l" r="r" t="t"/>
              <a:pathLst>
                <a:path extrusionOk="0" h="21731" w="21731">
                  <a:moveTo>
                    <a:pt x="17231" y="6409"/>
                  </a:moveTo>
                  <a:cubicBezTo>
                    <a:pt x="18979" y="6409"/>
                    <a:pt x="20457" y="7867"/>
                    <a:pt x="20457" y="9592"/>
                  </a:cubicBezTo>
                  <a:cubicBezTo>
                    <a:pt x="20457" y="11318"/>
                    <a:pt x="18979" y="12776"/>
                    <a:pt x="17231" y="12776"/>
                  </a:cubicBezTo>
                  <a:lnTo>
                    <a:pt x="12138" y="12776"/>
                  </a:lnTo>
                  <a:cubicBezTo>
                    <a:pt x="11860" y="12776"/>
                    <a:pt x="11572" y="12727"/>
                    <a:pt x="11229" y="12623"/>
                  </a:cubicBezTo>
                  <a:cubicBezTo>
                    <a:pt x="11169" y="12605"/>
                    <a:pt x="11107" y="12596"/>
                    <a:pt x="11045" y="12596"/>
                  </a:cubicBezTo>
                  <a:cubicBezTo>
                    <a:pt x="10879" y="12596"/>
                    <a:pt x="10716" y="12661"/>
                    <a:pt x="10594" y="12783"/>
                  </a:cubicBezTo>
                  <a:lnTo>
                    <a:pt x="10229" y="13148"/>
                  </a:lnTo>
                  <a:lnTo>
                    <a:pt x="10229" y="12415"/>
                  </a:lnTo>
                  <a:cubicBezTo>
                    <a:pt x="10227" y="12235"/>
                    <a:pt x="10152" y="12063"/>
                    <a:pt x="10018" y="11943"/>
                  </a:cubicBezTo>
                  <a:cubicBezTo>
                    <a:pt x="9333" y="11323"/>
                    <a:pt x="8954" y="10488"/>
                    <a:pt x="8954" y="9592"/>
                  </a:cubicBezTo>
                  <a:cubicBezTo>
                    <a:pt x="8954" y="7838"/>
                    <a:pt x="10382" y="6409"/>
                    <a:pt x="12138" y="6409"/>
                  </a:cubicBezTo>
                  <a:close/>
                  <a:moveTo>
                    <a:pt x="10865" y="1273"/>
                  </a:moveTo>
                  <a:cubicBezTo>
                    <a:pt x="11216" y="1275"/>
                    <a:pt x="11502" y="1559"/>
                    <a:pt x="11502" y="1911"/>
                  </a:cubicBezTo>
                  <a:lnTo>
                    <a:pt x="11502" y="5182"/>
                  </a:lnTo>
                  <a:cubicBezTo>
                    <a:pt x="9345" y="5492"/>
                    <a:pt x="7681" y="7351"/>
                    <a:pt x="7681" y="9592"/>
                  </a:cubicBezTo>
                  <a:cubicBezTo>
                    <a:pt x="7681" y="10740"/>
                    <a:pt x="8143" y="11851"/>
                    <a:pt x="8956" y="12686"/>
                  </a:cubicBezTo>
                  <a:lnTo>
                    <a:pt x="8956" y="14686"/>
                  </a:lnTo>
                  <a:cubicBezTo>
                    <a:pt x="8956" y="14944"/>
                    <a:pt x="9111" y="15175"/>
                    <a:pt x="9349" y="15275"/>
                  </a:cubicBezTo>
                  <a:cubicBezTo>
                    <a:pt x="9427" y="15307"/>
                    <a:pt x="9510" y="15323"/>
                    <a:pt x="9592" y="15323"/>
                  </a:cubicBezTo>
                  <a:cubicBezTo>
                    <a:pt x="9758" y="15323"/>
                    <a:pt x="9921" y="15258"/>
                    <a:pt x="10042" y="15136"/>
                  </a:cubicBezTo>
                  <a:lnTo>
                    <a:pt x="11237" y="13942"/>
                  </a:lnTo>
                  <a:cubicBezTo>
                    <a:pt x="11327" y="13962"/>
                    <a:pt x="11414" y="13979"/>
                    <a:pt x="11502" y="13994"/>
                  </a:cubicBezTo>
                  <a:lnTo>
                    <a:pt x="11502" y="19821"/>
                  </a:lnTo>
                  <a:cubicBezTo>
                    <a:pt x="11502" y="20172"/>
                    <a:pt x="11216" y="20458"/>
                    <a:pt x="10865" y="20458"/>
                  </a:cubicBezTo>
                  <a:lnTo>
                    <a:pt x="1909" y="20458"/>
                  </a:lnTo>
                  <a:cubicBezTo>
                    <a:pt x="1559" y="20458"/>
                    <a:pt x="1274" y="20172"/>
                    <a:pt x="1273" y="19821"/>
                  </a:cubicBezTo>
                  <a:lnTo>
                    <a:pt x="1273" y="1911"/>
                  </a:lnTo>
                  <a:cubicBezTo>
                    <a:pt x="1274" y="1559"/>
                    <a:pt x="1559" y="1275"/>
                    <a:pt x="1909" y="1273"/>
                  </a:cubicBezTo>
                  <a:close/>
                  <a:moveTo>
                    <a:pt x="1909" y="0"/>
                  </a:moveTo>
                  <a:cubicBezTo>
                    <a:pt x="855" y="2"/>
                    <a:pt x="1" y="856"/>
                    <a:pt x="0" y="1911"/>
                  </a:cubicBezTo>
                  <a:lnTo>
                    <a:pt x="0" y="19821"/>
                  </a:lnTo>
                  <a:cubicBezTo>
                    <a:pt x="1" y="20876"/>
                    <a:pt x="855" y="21729"/>
                    <a:pt x="1909" y="21731"/>
                  </a:cubicBezTo>
                  <a:lnTo>
                    <a:pt x="10865" y="21731"/>
                  </a:lnTo>
                  <a:cubicBezTo>
                    <a:pt x="11919" y="21729"/>
                    <a:pt x="12773" y="20876"/>
                    <a:pt x="12775" y="19821"/>
                  </a:cubicBezTo>
                  <a:lnTo>
                    <a:pt x="12775" y="14049"/>
                  </a:lnTo>
                  <a:lnTo>
                    <a:pt x="17231" y="14049"/>
                  </a:lnTo>
                  <a:cubicBezTo>
                    <a:pt x="19690" y="14049"/>
                    <a:pt x="21730" y="12044"/>
                    <a:pt x="21730" y="9592"/>
                  </a:cubicBezTo>
                  <a:cubicBezTo>
                    <a:pt x="21730" y="7144"/>
                    <a:pt x="19693" y="5136"/>
                    <a:pt x="17231" y="5136"/>
                  </a:cubicBezTo>
                  <a:lnTo>
                    <a:pt x="12775" y="5136"/>
                  </a:lnTo>
                  <a:lnTo>
                    <a:pt x="12775" y="1911"/>
                  </a:lnTo>
                  <a:cubicBezTo>
                    <a:pt x="12773" y="856"/>
                    <a:pt x="11919" y="2"/>
                    <a:pt x="1086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3" name="Google Shape;4173;p52"/>
            <p:cNvSpPr/>
            <p:nvPr/>
          </p:nvSpPr>
          <p:spPr>
            <a:xfrm>
              <a:off x="1544057" y="1856784"/>
              <a:ext cx="21445" cy="20639"/>
            </a:xfrm>
            <a:custGeom>
              <a:rect b="b" l="l" r="r" t="t"/>
              <a:pathLst>
                <a:path extrusionOk="0" h="1274" w="1324">
                  <a:moveTo>
                    <a:pt x="687" y="0"/>
                  </a:moveTo>
                  <a:cubicBezTo>
                    <a:pt x="429" y="0"/>
                    <a:pt x="198" y="155"/>
                    <a:pt x="98" y="393"/>
                  </a:cubicBezTo>
                  <a:cubicBezTo>
                    <a:pt x="0" y="631"/>
                    <a:pt x="55" y="905"/>
                    <a:pt x="237" y="1086"/>
                  </a:cubicBezTo>
                  <a:cubicBezTo>
                    <a:pt x="358" y="1208"/>
                    <a:pt x="521" y="1273"/>
                    <a:pt x="686" y="1273"/>
                  </a:cubicBezTo>
                  <a:cubicBezTo>
                    <a:pt x="768" y="1273"/>
                    <a:pt x="852" y="1257"/>
                    <a:pt x="931" y="1224"/>
                  </a:cubicBezTo>
                  <a:cubicBezTo>
                    <a:pt x="1169" y="1126"/>
                    <a:pt x="1324" y="895"/>
                    <a:pt x="1324" y="636"/>
                  </a:cubicBezTo>
                  <a:cubicBezTo>
                    <a:pt x="1324" y="285"/>
                    <a:pt x="1039" y="0"/>
                    <a:pt x="68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4" name="Google Shape;4174;p52"/>
            <p:cNvSpPr/>
            <p:nvPr/>
          </p:nvSpPr>
          <p:spPr>
            <a:xfrm>
              <a:off x="1585296" y="1856784"/>
              <a:ext cx="21445" cy="20639"/>
            </a:xfrm>
            <a:custGeom>
              <a:rect b="b" l="l" r="r" t="t"/>
              <a:pathLst>
                <a:path extrusionOk="0" h="1274" w="1324">
                  <a:moveTo>
                    <a:pt x="687" y="0"/>
                  </a:moveTo>
                  <a:cubicBezTo>
                    <a:pt x="429" y="0"/>
                    <a:pt x="198" y="155"/>
                    <a:pt x="100" y="393"/>
                  </a:cubicBezTo>
                  <a:cubicBezTo>
                    <a:pt x="0" y="631"/>
                    <a:pt x="56" y="905"/>
                    <a:pt x="237" y="1086"/>
                  </a:cubicBezTo>
                  <a:cubicBezTo>
                    <a:pt x="359" y="1208"/>
                    <a:pt x="522" y="1273"/>
                    <a:pt x="687" y="1273"/>
                  </a:cubicBezTo>
                  <a:cubicBezTo>
                    <a:pt x="769" y="1273"/>
                    <a:pt x="852" y="1257"/>
                    <a:pt x="931" y="1224"/>
                  </a:cubicBezTo>
                  <a:cubicBezTo>
                    <a:pt x="1169" y="1126"/>
                    <a:pt x="1324" y="895"/>
                    <a:pt x="1324" y="636"/>
                  </a:cubicBezTo>
                  <a:cubicBezTo>
                    <a:pt x="1324" y="285"/>
                    <a:pt x="1039" y="0"/>
                    <a:pt x="68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5" name="Google Shape;4175;p52"/>
            <p:cNvSpPr/>
            <p:nvPr/>
          </p:nvSpPr>
          <p:spPr>
            <a:xfrm>
              <a:off x="1626551" y="1856784"/>
              <a:ext cx="21445" cy="20639"/>
            </a:xfrm>
            <a:custGeom>
              <a:rect b="b" l="l" r="r" t="t"/>
              <a:pathLst>
                <a:path extrusionOk="0" h="1274" w="1324">
                  <a:moveTo>
                    <a:pt x="687" y="0"/>
                  </a:moveTo>
                  <a:cubicBezTo>
                    <a:pt x="429" y="0"/>
                    <a:pt x="198" y="155"/>
                    <a:pt x="99" y="393"/>
                  </a:cubicBezTo>
                  <a:cubicBezTo>
                    <a:pt x="1" y="630"/>
                    <a:pt x="55" y="904"/>
                    <a:pt x="236" y="1086"/>
                  </a:cubicBezTo>
                  <a:cubicBezTo>
                    <a:pt x="358" y="1209"/>
                    <a:pt x="522" y="1273"/>
                    <a:pt x="688" y="1273"/>
                  </a:cubicBezTo>
                  <a:cubicBezTo>
                    <a:pt x="770" y="1273"/>
                    <a:pt x="852" y="1258"/>
                    <a:pt x="931" y="1225"/>
                  </a:cubicBezTo>
                  <a:cubicBezTo>
                    <a:pt x="1168" y="1126"/>
                    <a:pt x="1324" y="895"/>
                    <a:pt x="1324" y="636"/>
                  </a:cubicBezTo>
                  <a:cubicBezTo>
                    <a:pt x="1324" y="285"/>
                    <a:pt x="1039" y="0"/>
                    <a:pt x="68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76" name="Google Shape;4176;p52"/>
          <p:cNvGrpSpPr/>
          <p:nvPr/>
        </p:nvGrpSpPr>
        <p:grpSpPr>
          <a:xfrm>
            <a:off x="6278952" y="2881162"/>
            <a:ext cx="359959" cy="359998"/>
            <a:chOff x="932731" y="1715536"/>
            <a:chExt cx="352004" cy="352042"/>
          </a:xfrm>
        </p:grpSpPr>
        <p:sp>
          <p:nvSpPr>
            <p:cNvPr id="4177" name="Google Shape;4177;p52"/>
            <p:cNvSpPr/>
            <p:nvPr/>
          </p:nvSpPr>
          <p:spPr>
            <a:xfrm>
              <a:off x="932731" y="1715536"/>
              <a:ext cx="352004" cy="352042"/>
            </a:xfrm>
            <a:custGeom>
              <a:rect b="b" l="l" r="r" t="t"/>
              <a:pathLst>
                <a:path extrusionOk="0" h="21731" w="21732">
                  <a:moveTo>
                    <a:pt x="20458" y="6409"/>
                  </a:moveTo>
                  <a:lnTo>
                    <a:pt x="20458" y="7682"/>
                  </a:lnTo>
                  <a:lnTo>
                    <a:pt x="8956" y="7682"/>
                  </a:lnTo>
                  <a:lnTo>
                    <a:pt x="8956" y="6409"/>
                  </a:lnTo>
                  <a:close/>
                  <a:moveTo>
                    <a:pt x="20458" y="8955"/>
                  </a:moveTo>
                  <a:lnTo>
                    <a:pt x="20458" y="14048"/>
                  </a:lnTo>
                  <a:lnTo>
                    <a:pt x="8956" y="14048"/>
                  </a:lnTo>
                  <a:lnTo>
                    <a:pt x="8956" y="8955"/>
                  </a:lnTo>
                  <a:close/>
                  <a:moveTo>
                    <a:pt x="10866" y="1273"/>
                  </a:moveTo>
                  <a:cubicBezTo>
                    <a:pt x="11218" y="1273"/>
                    <a:pt x="11502" y="1558"/>
                    <a:pt x="11502" y="1910"/>
                  </a:cubicBezTo>
                  <a:lnTo>
                    <a:pt x="11502" y="5134"/>
                  </a:lnTo>
                  <a:lnTo>
                    <a:pt x="8320" y="5134"/>
                  </a:lnTo>
                  <a:cubicBezTo>
                    <a:pt x="7968" y="5134"/>
                    <a:pt x="7683" y="5420"/>
                    <a:pt x="7683" y="5772"/>
                  </a:cubicBezTo>
                  <a:lnTo>
                    <a:pt x="7683" y="14684"/>
                  </a:lnTo>
                  <a:cubicBezTo>
                    <a:pt x="7683" y="15036"/>
                    <a:pt x="7968" y="15321"/>
                    <a:pt x="8320" y="15321"/>
                  </a:cubicBezTo>
                  <a:lnTo>
                    <a:pt x="11502" y="15321"/>
                  </a:lnTo>
                  <a:lnTo>
                    <a:pt x="11502" y="19820"/>
                  </a:lnTo>
                  <a:cubicBezTo>
                    <a:pt x="11502" y="20172"/>
                    <a:pt x="11218" y="20456"/>
                    <a:pt x="10866" y="20456"/>
                  </a:cubicBezTo>
                  <a:lnTo>
                    <a:pt x="1911" y="20456"/>
                  </a:lnTo>
                  <a:cubicBezTo>
                    <a:pt x="1559" y="20456"/>
                    <a:pt x="1275" y="20172"/>
                    <a:pt x="1275" y="19820"/>
                  </a:cubicBezTo>
                  <a:lnTo>
                    <a:pt x="1275" y="1910"/>
                  </a:lnTo>
                  <a:cubicBezTo>
                    <a:pt x="1275" y="1558"/>
                    <a:pt x="1559" y="1273"/>
                    <a:pt x="1911" y="1273"/>
                  </a:cubicBezTo>
                  <a:close/>
                  <a:moveTo>
                    <a:pt x="1911" y="0"/>
                  </a:moveTo>
                  <a:cubicBezTo>
                    <a:pt x="857" y="1"/>
                    <a:pt x="2" y="855"/>
                    <a:pt x="1" y="1910"/>
                  </a:cubicBezTo>
                  <a:lnTo>
                    <a:pt x="1" y="19820"/>
                  </a:lnTo>
                  <a:cubicBezTo>
                    <a:pt x="2" y="20874"/>
                    <a:pt x="857" y="21729"/>
                    <a:pt x="1911" y="21731"/>
                  </a:cubicBezTo>
                  <a:lnTo>
                    <a:pt x="10866" y="21731"/>
                  </a:lnTo>
                  <a:cubicBezTo>
                    <a:pt x="11921" y="21729"/>
                    <a:pt x="12775" y="20874"/>
                    <a:pt x="12777" y="19820"/>
                  </a:cubicBezTo>
                  <a:lnTo>
                    <a:pt x="12777" y="15321"/>
                  </a:lnTo>
                  <a:lnTo>
                    <a:pt x="21095" y="15321"/>
                  </a:lnTo>
                  <a:cubicBezTo>
                    <a:pt x="21447" y="15321"/>
                    <a:pt x="21731" y="15036"/>
                    <a:pt x="21731" y="14684"/>
                  </a:cubicBezTo>
                  <a:lnTo>
                    <a:pt x="21731" y="5772"/>
                  </a:lnTo>
                  <a:cubicBezTo>
                    <a:pt x="21731" y="5420"/>
                    <a:pt x="21447" y="5136"/>
                    <a:pt x="21095" y="5136"/>
                  </a:cubicBezTo>
                  <a:lnTo>
                    <a:pt x="12777" y="5136"/>
                  </a:lnTo>
                  <a:lnTo>
                    <a:pt x="12777" y="1910"/>
                  </a:lnTo>
                  <a:cubicBezTo>
                    <a:pt x="12775" y="855"/>
                    <a:pt x="11921" y="1"/>
                    <a:pt x="1086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8" name="Google Shape;4178;p52"/>
            <p:cNvSpPr/>
            <p:nvPr/>
          </p:nvSpPr>
          <p:spPr>
            <a:xfrm>
              <a:off x="1025430" y="1756781"/>
              <a:ext cx="21445" cy="20639"/>
            </a:xfrm>
            <a:custGeom>
              <a:rect b="b" l="l" r="r" t="t"/>
              <a:pathLst>
                <a:path extrusionOk="0" h="1274" w="1324">
                  <a:moveTo>
                    <a:pt x="688" y="0"/>
                  </a:moveTo>
                  <a:cubicBezTo>
                    <a:pt x="429" y="0"/>
                    <a:pt x="197" y="155"/>
                    <a:pt x="99" y="393"/>
                  </a:cubicBezTo>
                  <a:cubicBezTo>
                    <a:pt x="1" y="631"/>
                    <a:pt x="55" y="905"/>
                    <a:pt x="236" y="1086"/>
                  </a:cubicBezTo>
                  <a:cubicBezTo>
                    <a:pt x="359" y="1209"/>
                    <a:pt x="522" y="1273"/>
                    <a:pt x="688" y="1273"/>
                  </a:cubicBezTo>
                  <a:cubicBezTo>
                    <a:pt x="770" y="1273"/>
                    <a:pt x="852" y="1258"/>
                    <a:pt x="931" y="1225"/>
                  </a:cubicBezTo>
                  <a:cubicBezTo>
                    <a:pt x="1168" y="1126"/>
                    <a:pt x="1324" y="895"/>
                    <a:pt x="1324" y="637"/>
                  </a:cubicBezTo>
                  <a:cubicBezTo>
                    <a:pt x="1324" y="286"/>
                    <a:pt x="1038" y="0"/>
                    <a:pt x="68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9" name="Google Shape;4179;p52"/>
            <p:cNvSpPr/>
            <p:nvPr/>
          </p:nvSpPr>
          <p:spPr>
            <a:xfrm>
              <a:off x="1015922" y="2005678"/>
              <a:ext cx="41271" cy="20639"/>
            </a:xfrm>
            <a:custGeom>
              <a:rect b="b" l="l" r="r" t="t"/>
              <a:pathLst>
                <a:path extrusionOk="0" h="1274" w="2548">
                  <a:moveTo>
                    <a:pt x="637" y="0"/>
                  </a:moveTo>
                  <a:cubicBezTo>
                    <a:pt x="286" y="0"/>
                    <a:pt x="0" y="285"/>
                    <a:pt x="0" y="637"/>
                  </a:cubicBezTo>
                  <a:cubicBezTo>
                    <a:pt x="0" y="989"/>
                    <a:pt x="286" y="1273"/>
                    <a:pt x="637" y="1273"/>
                  </a:cubicBezTo>
                  <a:lnTo>
                    <a:pt x="1911" y="1273"/>
                  </a:lnTo>
                  <a:cubicBezTo>
                    <a:pt x="2263" y="1273"/>
                    <a:pt x="2547" y="989"/>
                    <a:pt x="2547" y="637"/>
                  </a:cubicBezTo>
                  <a:cubicBezTo>
                    <a:pt x="2547" y="285"/>
                    <a:pt x="2263" y="0"/>
                    <a:pt x="191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0" name="Google Shape;4180;p52"/>
            <p:cNvSpPr/>
            <p:nvPr/>
          </p:nvSpPr>
          <p:spPr>
            <a:xfrm>
              <a:off x="1202209" y="1881213"/>
              <a:ext cx="41287" cy="20655"/>
            </a:xfrm>
            <a:custGeom>
              <a:rect b="b" l="l" r="r" t="t"/>
              <a:pathLst>
                <a:path extrusionOk="0" h="1275" w="2549">
                  <a:moveTo>
                    <a:pt x="637" y="1"/>
                  </a:moveTo>
                  <a:cubicBezTo>
                    <a:pt x="287" y="1"/>
                    <a:pt x="1" y="286"/>
                    <a:pt x="1" y="638"/>
                  </a:cubicBezTo>
                  <a:cubicBezTo>
                    <a:pt x="1" y="989"/>
                    <a:pt x="287" y="1275"/>
                    <a:pt x="637" y="1275"/>
                  </a:cubicBezTo>
                  <a:lnTo>
                    <a:pt x="1912" y="1275"/>
                  </a:lnTo>
                  <a:cubicBezTo>
                    <a:pt x="2264" y="1275"/>
                    <a:pt x="2548" y="989"/>
                    <a:pt x="2548" y="638"/>
                  </a:cubicBezTo>
                  <a:cubicBezTo>
                    <a:pt x="2548" y="286"/>
                    <a:pt x="2264" y="1"/>
                    <a:pt x="191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81" name="Google Shape;4181;p52"/>
          <p:cNvGrpSpPr/>
          <p:nvPr/>
        </p:nvGrpSpPr>
        <p:grpSpPr>
          <a:xfrm>
            <a:off x="7050701" y="2881154"/>
            <a:ext cx="338476" cy="360015"/>
            <a:chOff x="487786" y="1710271"/>
            <a:chExt cx="330996" cy="352058"/>
          </a:xfrm>
        </p:grpSpPr>
        <p:sp>
          <p:nvSpPr>
            <p:cNvPr id="4182" name="Google Shape;4182;p52"/>
            <p:cNvSpPr/>
            <p:nvPr/>
          </p:nvSpPr>
          <p:spPr>
            <a:xfrm>
              <a:off x="487786" y="1710271"/>
              <a:ext cx="330996" cy="352058"/>
            </a:xfrm>
            <a:custGeom>
              <a:rect b="b" l="l" r="r" t="t"/>
              <a:pathLst>
                <a:path extrusionOk="0" h="21732" w="20435">
                  <a:moveTo>
                    <a:pt x="12096" y="6409"/>
                  </a:moveTo>
                  <a:cubicBezTo>
                    <a:pt x="14553" y="6409"/>
                    <a:pt x="16553" y="8409"/>
                    <a:pt x="16553" y="10866"/>
                  </a:cubicBezTo>
                  <a:cubicBezTo>
                    <a:pt x="16553" y="13323"/>
                    <a:pt x="14553" y="15323"/>
                    <a:pt x="12096" y="15323"/>
                  </a:cubicBezTo>
                  <a:cubicBezTo>
                    <a:pt x="9639" y="15323"/>
                    <a:pt x="7639" y="13323"/>
                    <a:pt x="7639" y="10866"/>
                  </a:cubicBezTo>
                  <a:cubicBezTo>
                    <a:pt x="7639" y="8409"/>
                    <a:pt x="9639" y="6409"/>
                    <a:pt x="12096" y="6409"/>
                  </a:cubicBezTo>
                  <a:close/>
                  <a:moveTo>
                    <a:pt x="10823" y="1274"/>
                  </a:moveTo>
                  <a:cubicBezTo>
                    <a:pt x="11174" y="1275"/>
                    <a:pt x="11459" y="1560"/>
                    <a:pt x="11459" y="1910"/>
                  </a:cubicBezTo>
                  <a:lnTo>
                    <a:pt x="11459" y="5172"/>
                  </a:lnTo>
                  <a:cubicBezTo>
                    <a:pt x="8597" y="5490"/>
                    <a:pt x="6366" y="7922"/>
                    <a:pt x="6366" y="10866"/>
                  </a:cubicBezTo>
                  <a:cubicBezTo>
                    <a:pt x="6366" y="13810"/>
                    <a:pt x="8600" y="16242"/>
                    <a:pt x="11459" y="16560"/>
                  </a:cubicBezTo>
                  <a:lnTo>
                    <a:pt x="11459" y="19822"/>
                  </a:lnTo>
                  <a:cubicBezTo>
                    <a:pt x="11459" y="20173"/>
                    <a:pt x="11174" y="20457"/>
                    <a:pt x="10823" y="20458"/>
                  </a:cubicBezTo>
                  <a:lnTo>
                    <a:pt x="1909" y="20458"/>
                  </a:lnTo>
                  <a:cubicBezTo>
                    <a:pt x="1559" y="20457"/>
                    <a:pt x="1274" y="20173"/>
                    <a:pt x="1274" y="19822"/>
                  </a:cubicBezTo>
                  <a:lnTo>
                    <a:pt x="1274" y="1910"/>
                  </a:lnTo>
                  <a:cubicBezTo>
                    <a:pt x="1274" y="1560"/>
                    <a:pt x="1559" y="1275"/>
                    <a:pt x="1911" y="1274"/>
                  </a:cubicBezTo>
                  <a:close/>
                  <a:moveTo>
                    <a:pt x="1909" y="1"/>
                  </a:moveTo>
                  <a:cubicBezTo>
                    <a:pt x="856" y="2"/>
                    <a:pt x="1" y="857"/>
                    <a:pt x="0" y="1910"/>
                  </a:cubicBezTo>
                  <a:lnTo>
                    <a:pt x="0" y="19822"/>
                  </a:lnTo>
                  <a:cubicBezTo>
                    <a:pt x="1" y="20875"/>
                    <a:pt x="856" y="21730"/>
                    <a:pt x="1909" y="21731"/>
                  </a:cubicBezTo>
                  <a:lnTo>
                    <a:pt x="10823" y="21731"/>
                  </a:lnTo>
                  <a:cubicBezTo>
                    <a:pt x="11877" y="21730"/>
                    <a:pt x="12731" y="20875"/>
                    <a:pt x="12732" y="19822"/>
                  </a:cubicBezTo>
                  <a:lnTo>
                    <a:pt x="12732" y="16560"/>
                  </a:lnTo>
                  <a:cubicBezTo>
                    <a:pt x="13808" y="16441"/>
                    <a:pt x="14827" y="16018"/>
                    <a:pt x="15670" y="15341"/>
                  </a:cubicBezTo>
                  <a:lnTo>
                    <a:pt x="19285" y="18956"/>
                  </a:lnTo>
                  <a:cubicBezTo>
                    <a:pt x="19409" y="19080"/>
                    <a:pt x="19572" y="19142"/>
                    <a:pt x="19735" y="19142"/>
                  </a:cubicBezTo>
                  <a:cubicBezTo>
                    <a:pt x="19898" y="19142"/>
                    <a:pt x="20062" y="19080"/>
                    <a:pt x="20186" y="18955"/>
                  </a:cubicBezTo>
                  <a:cubicBezTo>
                    <a:pt x="20435" y="18708"/>
                    <a:pt x="20435" y="18304"/>
                    <a:pt x="20186" y="18055"/>
                  </a:cubicBezTo>
                  <a:lnTo>
                    <a:pt x="16571" y="14440"/>
                  </a:lnTo>
                  <a:cubicBezTo>
                    <a:pt x="17384" y="13427"/>
                    <a:pt x="17827" y="12166"/>
                    <a:pt x="17826" y="10866"/>
                  </a:cubicBezTo>
                  <a:cubicBezTo>
                    <a:pt x="17826" y="7922"/>
                    <a:pt x="15593" y="5490"/>
                    <a:pt x="12732" y="5172"/>
                  </a:cubicBezTo>
                  <a:lnTo>
                    <a:pt x="12732" y="1910"/>
                  </a:lnTo>
                  <a:cubicBezTo>
                    <a:pt x="12731" y="857"/>
                    <a:pt x="11877" y="2"/>
                    <a:pt x="1082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3" name="Google Shape;4183;p52"/>
            <p:cNvSpPr/>
            <p:nvPr/>
          </p:nvSpPr>
          <p:spPr>
            <a:xfrm>
              <a:off x="579772" y="1751516"/>
              <a:ext cx="21445" cy="20655"/>
            </a:xfrm>
            <a:custGeom>
              <a:rect b="b" l="l" r="r" t="t"/>
              <a:pathLst>
                <a:path extrusionOk="0" h="1275" w="1324">
                  <a:moveTo>
                    <a:pt x="687" y="1"/>
                  </a:moveTo>
                  <a:cubicBezTo>
                    <a:pt x="430" y="1"/>
                    <a:pt x="198" y="157"/>
                    <a:pt x="100" y="395"/>
                  </a:cubicBezTo>
                  <a:cubicBezTo>
                    <a:pt x="0" y="632"/>
                    <a:pt x="55" y="906"/>
                    <a:pt x="237" y="1089"/>
                  </a:cubicBezTo>
                  <a:cubicBezTo>
                    <a:pt x="359" y="1210"/>
                    <a:pt x="522" y="1275"/>
                    <a:pt x="687" y="1275"/>
                  </a:cubicBezTo>
                  <a:cubicBezTo>
                    <a:pt x="769" y="1275"/>
                    <a:pt x="852" y="1259"/>
                    <a:pt x="931" y="1226"/>
                  </a:cubicBezTo>
                  <a:cubicBezTo>
                    <a:pt x="1169" y="1128"/>
                    <a:pt x="1324" y="895"/>
                    <a:pt x="1324" y="639"/>
                  </a:cubicBezTo>
                  <a:cubicBezTo>
                    <a:pt x="1324" y="287"/>
                    <a:pt x="1039" y="1"/>
                    <a:pt x="6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4" name="Google Shape;4184;p52"/>
            <p:cNvSpPr/>
            <p:nvPr/>
          </p:nvSpPr>
          <p:spPr>
            <a:xfrm>
              <a:off x="570280" y="2000429"/>
              <a:ext cx="41255" cy="20655"/>
            </a:xfrm>
            <a:custGeom>
              <a:rect b="b" l="l" r="r" t="t"/>
              <a:pathLst>
                <a:path extrusionOk="0" h="1275" w="2547">
                  <a:moveTo>
                    <a:pt x="637" y="0"/>
                  </a:moveTo>
                  <a:cubicBezTo>
                    <a:pt x="285" y="0"/>
                    <a:pt x="0" y="286"/>
                    <a:pt x="0" y="638"/>
                  </a:cubicBezTo>
                  <a:cubicBezTo>
                    <a:pt x="0" y="989"/>
                    <a:pt x="285" y="1274"/>
                    <a:pt x="637" y="1274"/>
                  </a:cubicBezTo>
                  <a:lnTo>
                    <a:pt x="1910" y="1274"/>
                  </a:lnTo>
                  <a:cubicBezTo>
                    <a:pt x="2262" y="1274"/>
                    <a:pt x="2546" y="989"/>
                    <a:pt x="2546" y="638"/>
                  </a:cubicBezTo>
                  <a:cubicBezTo>
                    <a:pt x="2546" y="286"/>
                    <a:pt x="2262" y="0"/>
                    <a:pt x="191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85" name="Google Shape;4185;p52"/>
          <p:cNvGrpSpPr/>
          <p:nvPr/>
        </p:nvGrpSpPr>
        <p:grpSpPr>
          <a:xfrm>
            <a:off x="7826881" y="2881162"/>
            <a:ext cx="274160" cy="359998"/>
            <a:chOff x="3688720" y="4044043"/>
            <a:chExt cx="268101" cy="352042"/>
          </a:xfrm>
        </p:grpSpPr>
        <p:sp>
          <p:nvSpPr>
            <p:cNvPr id="4186" name="Google Shape;4186;p52"/>
            <p:cNvSpPr/>
            <p:nvPr/>
          </p:nvSpPr>
          <p:spPr>
            <a:xfrm>
              <a:off x="3802118" y="4334185"/>
              <a:ext cx="41287" cy="20671"/>
            </a:xfrm>
            <a:custGeom>
              <a:rect b="b" l="l" r="r" t="t"/>
              <a:pathLst>
                <a:path extrusionOk="0" h="1276" w="2549">
                  <a:moveTo>
                    <a:pt x="637" y="1"/>
                  </a:moveTo>
                  <a:cubicBezTo>
                    <a:pt x="285" y="1"/>
                    <a:pt x="1" y="287"/>
                    <a:pt x="1" y="639"/>
                  </a:cubicBezTo>
                  <a:cubicBezTo>
                    <a:pt x="1" y="989"/>
                    <a:pt x="285" y="1275"/>
                    <a:pt x="637" y="1275"/>
                  </a:cubicBezTo>
                  <a:lnTo>
                    <a:pt x="1912" y="1275"/>
                  </a:lnTo>
                  <a:cubicBezTo>
                    <a:pt x="2262" y="1275"/>
                    <a:pt x="2548" y="989"/>
                    <a:pt x="2548" y="639"/>
                  </a:cubicBezTo>
                  <a:cubicBezTo>
                    <a:pt x="2548" y="287"/>
                    <a:pt x="2262" y="1"/>
                    <a:pt x="191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7" name="Google Shape;4187;p52"/>
            <p:cNvSpPr/>
            <p:nvPr/>
          </p:nvSpPr>
          <p:spPr>
            <a:xfrm>
              <a:off x="3688720" y="4044043"/>
              <a:ext cx="268101" cy="352042"/>
            </a:xfrm>
            <a:custGeom>
              <a:rect b="b" l="l" r="r" t="t"/>
              <a:pathLst>
                <a:path extrusionOk="0" h="21731" w="16552">
                  <a:moveTo>
                    <a:pt x="13645" y="1274"/>
                  </a:moveTo>
                  <a:lnTo>
                    <a:pt x="14790" y="3184"/>
                  </a:lnTo>
                  <a:lnTo>
                    <a:pt x="1760" y="3184"/>
                  </a:lnTo>
                  <a:lnTo>
                    <a:pt x="2906" y="1274"/>
                  </a:lnTo>
                  <a:close/>
                  <a:moveTo>
                    <a:pt x="15279" y="4457"/>
                  </a:moveTo>
                  <a:lnTo>
                    <a:pt x="15279" y="6367"/>
                  </a:lnTo>
                  <a:cubicBezTo>
                    <a:pt x="15279" y="7071"/>
                    <a:pt x="14708" y="7641"/>
                    <a:pt x="14004" y="7641"/>
                  </a:cubicBezTo>
                  <a:cubicBezTo>
                    <a:pt x="13302" y="7641"/>
                    <a:pt x="12731" y="7071"/>
                    <a:pt x="12731" y="6367"/>
                  </a:cubicBezTo>
                  <a:cubicBezTo>
                    <a:pt x="12731" y="6015"/>
                    <a:pt x="12446" y="5730"/>
                    <a:pt x="12094" y="5730"/>
                  </a:cubicBezTo>
                  <a:cubicBezTo>
                    <a:pt x="11743" y="5730"/>
                    <a:pt x="11457" y="6015"/>
                    <a:pt x="11457" y="6367"/>
                  </a:cubicBezTo>
                  <a:cubicBezTo>
                    <a:pt x="11457" y="7071"/>
                    <a:pt x="10887" y="7641"/>
                    <a:pt x="10184" y="7641"/>
                  </a:cubicBezTo>
                  <a:cubicBezTo>
                    <a:pt x="9480" y="7641"/>
                    <a:pt x="8910" y="7071"/>
                    <a:pt x="8910" y="6367"/>
                  </a:cubicBezTo>
                  <a:cubicBezTo>
                    <a:pt x="8910" y="6015"/>
                    <a:pt x="8625" y="5730"/>
                    <a:pt x="8273" y="5730"/>
                  </a:cubicBezTo>
                  <a:cubicBezTo>
                    <a:pt x="7921" y="5730"/>
                    <a:pt x="7637" y="6015"/>
                    <a:pt x="7637" y="6367"/>
                  </a:cubicBezTo>
                  <a:cubicBezTo>
                    <a:pt x="7618" y="7057"/>
                    <a:pt x="7053" y="7608"/>
                    <a:pt x="6363" y="7608"/>
                  </a:cubicBezTo>
                  <a:cubicBezTo>
                    <a:pt x="5672" y="7608"/>
                    <a:pt x="5108" y="7057"/>
                    <a:pt x="5090" y="6367"/>
                  </a:cubicBezTo>
                  <a:cubicBezTo>
                    <a:pt x="5090" y="6015"/>
                    <a:pt x="4805" y="5730"/>
                    <a:pt x="4453" y="5730"/>
                  </a:cubicBezTo>
                  <a:cubicBezTo>
                    <a:pt x="4101" y="5730"/>
                    <a:pt x="3817" y="6015"/>
                    <a:pt x="3817" y="6367"/>
                  </a:cubicBezTo>
                  <a:cubicBezTo>
                    <a:pt x="3817" y="7071"/>
                    <a:pt x="3246" y="7641"/>
                    <a:pt x="2542" y="7641"/>
                  </a:cubicBezTo>
                  <a:cubicBezTo>
                    <a:pt x="1840" y="7641"/>
                    <a:pt x="1270" y="7071"/>
                    <a:pt x="1270" y="6367"/>
                  </a:cubicBezTo>
                  <a:lnTo>
                    <a:pt x="1272" y="6367"/>
                  </a:lnTo>
                  <a:lnTo>
                    <a:pt x="1272" y="4457"/>
                  </a:lnTo>
                  <a:close/>
                  <a:moveTo>
                    <a:pt x="12095" y="8050"/>
                  </a:moveTo>
                  <a:cubicBezTo>
                    <a:pt x="12432" y="8432"/>
                    <a:pt x="12876" y="8705"/>
                    <a:pt x="13369" y="8832"/>
                  </a:cubicBezTo>
                  <a:lnTo>
                    <a:pt x="13368" y="19822"/>
                  </a:lnTo>
                  <a:cubicBezTo>
                    <a:pt x="13368" y="20172"/>
                    <a:pt x="13083" y="20457"/>
                    <a:pt x="12731" y="20458"/>
                  </a:cubicBezTo>
                  <a:lnTo>
                    <a:pt x="3819" y="20458"/>
                  </a:lnTo>
                  <a:cubicBezTo>
                    <a:pt x="3467" y="20457"/>
                    <a:pt x="3183" y="20172"/>
                    <a:pt x="3183" y="19822"/>
                  </a:cubicBezTo>
                  <a:lnTo>
                    <a:pt x="3183" y="8832"/>
                  </a:lnTo>
                  <a:cubicBezTo>
                    <a:pt x="3675" y="8705"/>
                    <a:pt x="4118" y="8432"/>
                    <a:pt x="4456" y="8050"/>
                  </a:cubicBezTo>
                  <a:cubicBezTo>
                    <a:pt x="4962" y="8626"/>
                    <a:pt x="5664" y="8913"/>
                    <a:pt x="6366" y="8913"/>
                  </a:cubicBezTo>
                  <a:cubicBezTo>
                    <a:pt x="7067" y="8913"/>
                    <a:pt x="7769" y="8626"/>
                    <a:pt x="8276" y="8050"/>
                  </a:cubicBezTo>
                  <a:cubicBezTo>
                    <a:pt x="8782" y="8626"/>
                    <a:pt x="9484" y="8913"/>
                    <a:pt x="10186" y="8913"/>
                  </a:cubicBezTo>
                  <a:cubicBezTo>
                    <a:pt x="10887" y="8913"/>
                    <a:pt x="11589" y="8626"/>
                    <a:pt x="12095" y="8050"/>
                  </a:cubicBezTo>
                  <a:close/>
                  <a:moveTo>
                    <a:pt x="2546" y="1"/>
                  </a:moveTo>
                  <a:cubicBezTo>
                    <a:pt x="2323" y="1"/>
                    <a:pt x="2115" y="118"/>
                    <a:pt x="2000" y="310"/>
                  </a:cubicBezTo>
                  <a:lnTo>
                    <a:pt x="90" y="3493"/>
                  </a:lnTo>
                  <a:cubicBezTo>
                    <a:pt x="32" y="3591"/>
                    <a:pt x="1" y="3703"/>
                    <a:pt x="1" y="3817"/>
                  </a:cubicBezTo>
                  <a:lnTo>
                    <a:pt x="1" y="3821"/>
                  </a:lnTo>
                  <a:lnTo>
                    <a:pt x="1" y="6368"/>
                  </a:lnTo>
                  <a:cubicBezTo>
                    <a:pt x="1" y="7552"/>
                    <a:pt x="813" y="8550"/>
                    <a:pt x="1910" y="8833"/>
                  </a:cubicBezTo>
                  <a:lnTo>
                    <a:pt x="1910" y="19822"/>
                  </a:lnTo>
                  <a:cubicBezTo>
                    <a:pt x="1911" y="20876"/>
                    <a:pt x="2765" y="21731"/>
                    <a:pt x="3819" y="21731"/>
                  </a:cubicBezTo>
                  <a:lnTo>
                    <a:pt x="12731" y="21731"/>
                  </a:lnTo>
                  <a:cubicBezTo>
                    <a:pt x="13786" y="21730"/>
                    <a:pt x="14641" y="20875"/>
                    <a:pt x="14642" y="19822"/>
                  </a:cubicBezTo>
                  <a:lnTo>
                    <a:pt x="14642" y="8832"/>
                  </a:lnTo>
                  <a:cubicBezTo>
                    <a:pt x="15611" y="8581"/>
                    <a:pt x="16344" y="7785"/>
                    <a:pt x="16515" y="6798"/>
                  </a:cubicBezTo>
                  <a:cubicBezTo>
                    <a:pt x="16540" y="6729"/>
                    <a:pt x="16552" y="6658"/>
                    <a:pt x="16552" y="6585"/>
                  </a:cubicBezTo>
                  <a:lnTo>
                    <a:pt x="16552" y="3821"/>
                  </a:lnTo>
                  <a:lnTo>
                    <a:pt x="16552" y="3817"/>
                  </a:lnTo>
                  <a:cubicBezTo>
                    <a:pt x="16550" y="3703"/>
                    <a:pt x="16520" y="3591"/>
                    <a:pt x="16462" y="3493"/>
                  </a:cubicBezTo>
                  <a:lnTo>
                    <a:pt x="14551" y="310"/>
                  </a:lnTo>
                  <a:cubicBezTo>
                    <a:pt x="14436" y="118"/>
                    <a:pt x="14229" y="1"/>
                    <a:pt x="140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88" name="Google Shape;4188;p52"/>
          <p:cNvGrpSpPr/>
          <p:nvPr/>
        </p:nvGrpSpPr>
        <p:grpSpPr>
          <a:xfrm>
            <a:off x="7782557" y="3467394"/>
            <a:ext cx="362808" cy="295324"/>
            <a:chOff x="3177251" y="4024522"/>
            <a:chExt cx="354790" cy="288797"/>
          </a:xfrm>
        </p:grpSpPr>
        <p:sp>
          <p:nvSpPr>
            <p:cNvPr id="4189" name="Google Shape;4189;p52"/>
            <p:cNvSpPr/>
            <p:nvPr/>
          </p:nvSpPr>
          <p:spPr>
            <a:xfrm>
              <a:off x="3177251" y="4024522"/>
              <a:ext cx="354790" cy="288797"/>
            </a:xfrm>
            <a:custGeom>
              <a:rect b="b" l="l" r="r" t="t"/>
              <a:pathLst>
                <a:path extrusionOk="0" h="17827" w="21904">
                  <a:moveTo>
                    <a:pt x="11023" y="1274"/>
                  </a:moveTo>
                  <a:cubicBezTo>
                    <a:pt x="11280" y="1274"/>
                    <a:pt x="11513" y="1429"/>
                    <a:pt x="11611" y="1667"/>
                  </a:cubicBezTo>
                  <a:cubicBezTo>
                    <a:pt x="11709" y="1906"/>
                    <a:pt x="11655" y="2178"/>
                    <a:pt x="11473" y="2361"/>
                  </a:cubicBezTo>
                  <a:cubicBezTo>
                    <a:pt x="11351" y="2483"/>
                    <a:pt x="11189" y="2547"/>
                    <a:pt x="11023" y="2547"/>
                  </a:cubicBezTo>
                  <a:cubicBezTo>
                    <a:pt x="10941" y="2547"/>
                    <a:pt x="10858" y="2531"/>
                    <a:pt x="10779" y="2498"/>
                  </a:cubicBezTo>
                  <a:cubicBezTo>
                    <a:pt x="10542" y="2400"/>
                    <a:pt x="10386" y="2168"/>
                    <a:pt x="10386" y="1911"/>
                  </a:cubicBezTo>
                  <a:cubicBezTo>
                    <a:pt x="10387" y="1559"/>
                    <a:pt x="10671" y="1274"/>
                    <a:pt x="11023" y="1274"/>
                  </a:cubicBezTo>
                  <a:close/>
                  <a:moveTo>
                    <a:pt x="2067" y="3820"/>
                  </a:moveTo>
                  <a:cubicBezTo>
                    <a:pt x="2149" y="3820"/>
                    <a:pt x="2232" y="3836"/>
                    <a:pt x="2311" y="3869"/>
                  </a:cubicBezTo>
                  <a:cubicBezTo>
                    <a:pt x="2549" y="3967"/>
                    <a:pt x="2704" y="4200"/>
                    <a:pt x="2704" y="4457"/>
                  </a:cubicBezTo>
                  <a:cubicBezTo>
                    <a:pt x="2704" y="4809"/>
                    <a:pt x="2418" y="5093"/>
                    <a:pt x="2068" y="5093"/>
                  </a:cubicBezTo>
                  <a:cubicBezTo>
                    <a:pt x="1810" y="5093"/>
                    <a:pt x="1578" y="4938"/>
                    <a:pt x="1479" y="4700"/>
                  </a:cubicBezTo>
                  <a:cubicBezTo>
                    <a:pt x="1381" y="4463"/>
                    <a:pt x="1435" y="4190"/>
                    <a:pt x="1618" y="4007"/>
                  </a:cubicBezTo>
                  <a:cubicBezTo>
                    <a:pt x="1739" y="3885"/>
                    <a:pt x="1901" y="3820"/>
                    <a:pt x="2067" y="3820"/>
                  </a:cubicBezTo>
                  <a:close/>
                  <a:moveTo>
                    <a:pt x="19977" y="3820"/>
                  </a:moveTo>
                  <a:cubicBezTo>
                    <a:pt x="20059" y="3820"/>
                    <a:pt x="20142" y="3836"/>
                    <a:pt x="20221" y="3869"/>
                  </a:cubicBezTo>
                  <a:cubicBezTo>
                    <a:pt x="20460" y="3967"/>
                    <a:pt x="20614" y="4200"/>
                    <a:pt x="20614" y="4457"/>
                  </a:cubicBezTo>
                  <a:cubicBezTo>
                    <a:pt x="20614" y="4809"/>
                    <a:pt x="20330" y="5093"/>
                    <a:pt x="19978" y="5093"/>
                  </a:cubicBezTo>
                  <a:cubicBezTo>
                    <a:pt x="19721" y="5093"/>
                    <a:pt x="19488" y="4938"/>
                    <a:pt x="19390" y="4700"/>
                  </a:cubicBezTo>
                  <a:cubicBezTo>
                    <a:pt x="19291" y="4463"/>
                    <a:pt x="19345" y="4190"/>
                    <a:pt x="19528" y="4007"/>
                  </a:cubicBezTo>
                  <a:cubicBezTo>
                    <a:pt x="19650" y="3885"/>
                    <a:pt x="19812" y="3820"/>
                    <a:pt x="19977" y="3820"/>
                  </a:cubicBezTo>
                  <a:close/>
                  <a:moveTo>
                    <a:pt x="11023" y="4141"/>
                  </a:moveTo>
                  <a:cubicBezTo>
                    <a:pt x="11742" y="6357"/>
                    <a:pt x="12585" y="8476"/>
                    <a:pt x="14031" y="8888"/>
                  </a:cubicBezTo>
                  <a:cubicBezTo>
                    <a:pt x="14202" y="8937"/>
                    <a:pt x="14375" y="8960"/>
                    <a:pt x="14549" y="8960"/>
                  </a:cubicBezTo>
                  <a:cubicBezTo>
                    <a:pt x="16018" y="8960"/>
                    <a:pt x="17580" y="7354"/>
                    <a:pt x="18696" y="6341"/>
                  </a:cubicBezTo>
                  <a:lnTo>
                    <a:pt x="18696" y="6341"/>
                  </a:lnTo>
                  <a:cubicBezTo>
                    <a:pt x="17945" y="8678"/>
                    <a:pt x="16858" y="12122"/>
                    <a:pt x="16761" y="16553"/>
                  </a:cubicBezTo>
                  <a:lnTo>
                    <a:pt x="5286" y="16553"/>
                  </a:lnTo>
                  <a:cubicBezTo>
                    <a:pt x="5189" y="12122"/>
                    <a:pt x="4102" y="8678"/>
                    <a:pt x="3351" y="6341"/>
                  </a:cubicBezTo>
                  <a:lnTo>
                    <a:pt x="3351" y="6341"/>
                  </a:lnTo>
                  <a:cubicBezTo>
                    <a:pt x="4459" y="7347"/>
                    <a:pt x="6027" y="8960"/>
                    <a:pt x="7499" y="8960"/>
                  </a:cubicBezTo>
                  <a:cubicBezTo>
                    <a:pt x="7673" y="8960"/>
                    <a:pt x="7845" y="8937"/>
                    <a:pt x="8016" y="8888"/>
                  </a:cubicBezTo>
                  <a:cubicBezTo>
                    <a:pt x="9462" y="8476"/>
                    <a:pt x="10305" y="6357"/>
                    <a:pt x="11023" y="4141"/>
                  </a:cubicBezTo>
                  <a:close/>
                  <a:moveTo>
                    <a:pt x="11022" y="0"/>
                  </a:moveTo>
                  <a:cubicBezTo>
                    <a:pt x="10194" y="0"/>
                    <a:pt x="9461" y="533"/>
                    <a:pt x="9205" y="1322"/>
                  </a:cubicBezTo>
                  <a:cubicBezTo>
                    <a:pt x="8950" y="2111"/>
                    <a:pt x="9233" y="2973"/>
                    <a:pt x="9905" y="3458"/>
                  </a:cubicBezTo>
                  <a:cubicBezTo>
                    <a:pt x="9588" y="4457"/>
                    <a:pt x="8679" y="7376"/>
                    <a:pt x="7665" y="7666"/>
                  </a:cubicBezTo>
                  <a:cubicBezTo>
                    <a:pt x="7607" y="7682"/>
                    <a:pt x="7546" y="7690"/>
                    <a:pt x="7481" y="7690"/>
                  </a:cubicBezTo>
                  <a:cubicBezTo>
                    <a:pt x="6502" y="7690"/>
                    <a:pt x="4782" y="5891"/>
                    <a:pt x="3867" y="5097"/>
                  </a:cubicBezTo>
                  <a:cubicBezTo>
                    <a:pt x="4144" y="4318"/>
                    <a:pt x="3888" y="3447"/>
                    <a:pt x="3231" y="2943"/>
                  </a:cubicBezTo>
                  <a:cubicBezTo>
                    <a:pt x="2889" y="2679"/>
                    <a:pt x="2478" y="2547"/>
                    <a:pt x="2067" y="2547"/>
                  </a:cubicBezTo>
                  <a:cubicBezTo>
                    <a:pt x="1690" y="2547"/>
                    <a:pt x="1312" y="2659"/>
                    <a:pt x="985" y="2883"/>
                  </a:cubicBezTo>
                  <a:cubicBezTo>
                    <a:pt x="304" y="3352"/>
                    <a:pt x="1" y="4208"/>
                    <a:pt x="236" y="5001"/>
                  </a:cubicBezTo>
                  <a:cubicBezTo>
                    <a:pt x="473" y="5795"/>
                    <a:pt x="1193" y="6346"/>
                    <a:pt x="2021" y="6366"/>
                  </a:cubicBezTo>
                  <a:cubicBezTo>
                    <a:pt x="3076" y="9661"/>
                    <a:pt x="3920" y="12596"/>
                    <a:pt x="4012" y="16554"/>
                  </a:cubicBezTo>
                  <a:lnTo>
                    <a:pt x="3383" y="16554"/>
                  </a:lnTo>
                  <a:cubicBezTo>
                    <a:pt x="3031" y="16554"/>
                    <a:pt x="2747" y="16838"/>
                    <a:pt x="2747" y="17190"/>
                  </a:cubicBezTo>
                  <a:cubicBezTo>
                    <a:pt x="2747" y="17542"/>
                    <a:pt x="3031" y="17827"/>
                    <a:pt x="3383" y="17827"/>
                  </a:cubicBezTo>
                  <a:lnTo>
                    <a:pt x="18663" y="17827"/>
                  </a:lnTo>
                  <a:cubicBezTo>
                    <a:pt x="19013" y="17827"/>
                    <a:pt x="19299" y="17542"/>
                    <a:pt x="19299" y="17190"/>
                  </a:cubicBezTo>
                  <a:cubicBezTo>
                    <a:pt x="19299" y="16838"/>
                    <a:pt x="19013" y="16554"/>
                    <a:pt x="18663" y="16554"/>
                  </a:cubicBezTo>
                  <a:lnTo>
                    <a:pt x="18034" y="16554"/>
                  </a:lnTo>
                  <a:cubicBezTo>
                    <a:pt x="18125" y="12596"/>
                    <a:pt x="18985" y="9608"/>
                    <a:pt x="20024" y="6366"/>
                  </a:cubicBezTo>
                  <a:cubicBezTo>
                    <a:pt x="21071" y="6342"/>
                    <a:pt x="21903" y="5481"/>
                    <a:pt x="21890" y="4434"/>
                  </a:cubicBezTo>
                  <a:cubicBezTo>
                    <a:pt x="21877" y="3388"/>
                    <a:pt x="21026" y="2547"/>
                    <a:pt x="19980" y="2547"/>
                  </a:cubicBezTo>
                  <a:cubicBezTo>
                    <a:pt x="19980" y="2547"/>
                    <a:pt x="19979" y="2547"/>
                    <a:pt x="19978" y="2547"/>
                  </a:cubicBezTo>
                  <a:cubicBezTo>
                    <a:pt x="19357" y="2547"/>
                    <a:pt x="18775" y="2849"/>
                    <a:pt x="18418" y="3356"/>
                  </a:cubicBezTo>
                  <a:cubicBezTo>
                    <a:pt x="18059" y="3863"/>
                    <a:pt x="17971" y="4512"/>
                    <a:pt x="18178" y="5097"/>
                  </a:cubicBezTo>
                  <a:cubicBezTo>
                    <a:pt x="17280" y="5875"/>
                    <a:pt x="15545" y="7690"/>
                    <a:pt x="14563" y="7690"/>
                  </a:cubicBezTo>
                  <a:cubicBezTo>
                    <a:pt x="14499" y="7690"/>
                    <a:pt x="14438" y="7682"/>
                    <a:pt x="14381" y="7666"/>
                  </a:cubicBezTo>
                  <a:cubicBezTo>
                    <a:pt x="13366" y="7376"/>
                    <a:pt x="12459" y="4455"/>
                    <a:pt x="12140" y="3458"/>
                  </a:cubicBezTo>
                  <a:cubicBezTo>
                    <a:pt x="12812" y="2973"/>
                    <a:pt x="13094" y="2111"/>
                    <a:pt x="12840" y="1322"/>
                  </a:cubicBezTo>
                  <a:cubicBezTo>
                    <a:pt x="12585" y="533"/>
                    <a:pt x="11852" y="0"/>
                    <a:pt x="1102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0" name="Google Shape;4190;p52"/>
            <p:cNvSpPr/>
            <p:nvPr/>
          </p:nvSpPr>
          <p:spPr>
            <a:xfrm>
              <a:off x="3324843" y="4189551"/>
              <a:ext cx="61891" cy="82523"/>
            </a:xfrm>
            <a:custGeom>
              <a:rect b="b" l="l" r="r" t="t"/>
              <a:pathLst>
                <a:path extrusionOk="0" h="5094" w="3821">
                  <a:moveTo>
                    <a:pt x="1911" y="1272"/>
                  </a:moveTo>
                  <a:cubicBezTo>
                    <a:pt x="2171" y="1272"/>
                    <a:pt x="2548" y="1769"/>
                    <a:pt x="2548" y="2547"/>
                  </a:cubicBezTo>
                  <a:cubicBezTo>
                    <a:pt x="2548" y="3323"/>
                    <a:pt x="2171" y="3820"/>
                    <a:pt x="1911" y="3820"/>
                  </a:cubicBezTo>
                  <a:cubicBezTo>
                    <a:pt x="1651" y="3820"/>
                    <a:pt x="1274" y="3323"/>
                    <a:pt x="1274" y="2547"/>
                  </a:cubicBezTo>
                  <a:cubicBezTo>
                    <a:pt x="1274" y="1769"/>
                    <a:pt x="1651" y="1272"/>
                    <a:pt x="1911" y="1272"/>
                  </a:cubicBezTo>
                  <a:close/>
                  <a:moveTo>
                    <a:pt x="1911" y="1"/>
                  </a:moveTo>
                  <a:cubicBezTo>
                    <a:pt x="840" y="1"/>
                    <a:pt x="1" y="1119"/>
                    <a:pt x="1" y="2548"/>
                  </a:cubicBezTo>
                  <a:cubicBezTo>
                    <a:pt x="1" y="3976"/>
                    <a:pt x="840" y="5094"/>
                    <a:pt x="1911" y="5094"/>
                  </a:cubicBezTo>
                  <a:cubicBezTo>
                    <a:pt x="2982" y="5094"/>
                    <a:pt x="3821" y="3976"/>
                    <a:pt x="3821" y="2548"/>
                  </a:cubicBezTo>
                  <a:cubicBezTo>
                    <a:pt x="3821" y="1120"/>
                    <a:pt x="2982" y="1"/>
                    <a:pt x="191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1" name="Google Shape;4191;p52"/>
            <p:cNvSpPr/>
            <p:nvPr/>
          </p:nvSpPr>
          <p:spPr>
            <a:xfrm>
              <a:off x="3407337" y="4210174"/>
              <a:ext cx="20668" cy="41294"/>
            </a:xfrm>
            <a:custGeom>
              <a:rect b="b" l="l" r="r" t="t"/>
              <a:pathLst>
                <a:path extrusionOk="0" h="2549" w="1276">
                  <a:moveTo>
                    <a:pt x="637" y="1"/>
                  </a:moveTo>
                  <a:cubicBezTo>
                    <a:pt x="285" y="1"/>
                    <a:pt x="1" y="285"/>
                    <a:pt x="1" y="637"/>
                  </a:cubicBezTo>
                  <a:lnTo>
                    <a:pt x="1" y="1912"/>
                  </a:lnTo>
                  <a:cubicBezTo>
                    <a:pt x="1" y="2262"/>
                    <a:pt x="285" y="2548"/>
                    <a:pt x="637" y="2548"/>
                  </a:cubicBezTo>
                  <a:cubicBezTo>
                    <a:pt x="989" y="2548"/>
                    <a:pt x="1275" y="2262"/>
                    <a:pt x="1275" y="1912"/>
                  </a:cubicBezTo>
                  <a:lnTo>
                    <a:pt x="1275" y="637"/>
                  </a:lnTo>
                  <a:cubicBezTo>
                    <a:pt x="1275" y="285"/>
                    <a:pt x="989" y="1"/>
                    <a:pt x="63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2" name="Google Shape;4192;p52"/>
            <p:cNvSpPr/>
            <p:nvPr/>
          </p:nvSpPr>
          <p:spPr>
            <a:xfrm>
              <a:off x="3283604" y="4210174"/>
              <a:ext cx="20636" cy="41294"/>
            </a:xfrm>
            <a:custGeom>
              <a:rect b="b" l="l" r="r" t="t"/>
              <a:pathLst>
                <a:path extrusionOk="0" h="2549" w="1274">
                  <a:moveTo>
                    <a:pt x="637" y="1"/>
                  </a:moveTo>
                  <a:cubicBezTo>
                    <a:pt x="285" y="1"/>
                    <a:pt x="1" y="285"/>
                    <a:pt x="1" y="637"/>
                  </a:cubicBezTo>
                  <a:lnTo>
                    <a:pt x="1" y="1912"/>
                  </a:lnTo>
                  <a:cubicBezTo>
                    <a:pt x="1" y="2262"/>
                    <a:pt x="285" y="2548"/>
                    <a:pt x="637" y="2548"/>
                  </a:cubicBezTo>
                  <a:cubicBezTo>
                    <a:pt x="989" y="2548"/>
                    <a:pt x="1274" y="2262"/>
                    <a:pt x="1274" y="1912"/>
                  </a:cubicBezTo>
                  <a:lnTo>
                    <a:pt x="1274" y="637"/>
                  </a:lnTo>
                  <a:cubicBezTo>
                    <a:pt x="1274" y="285"/>
                    <a:pt x="989" y="1"/>
                    <a:pt x="63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193" name="Google Shape;4193;p52"/>
          <p:cNvSpPr/>
          <p:nvPr/>
        </p:nvSpPr>
        <p:spPr>
          <a:xfrm>
            <a:off x="7082835" y="3435069"/>
            <a:ext cx="274209" cy="359974"/>
          </a:xfrm>
          <a:custGeom>
            <a:rect b="b" l="l" r="r" t="t"/>
            <a:pathLst>
              <a:path extrusionOk="0" h="21731" w="16556">
                <a:moveTo>
                  <a:pt x="5094" y="2548"/>
                </a:moveTo>
                <a:cubicBezTo>
                  <a:pt x="5943" y="2548"/>
                  <a:pt x="7751" y="3204"/>
                  <a:pt x="9347" y="3782"/>
                </a:cubicBezTo>
                <a:cubicBezTo>
                  <a:pt x="11204" y="4457"/>
                  <a:pt x="12959" y="5095"/>
                  <a:pt x="14034" y="5095"/>
                </a:cubicBezTo>
                <a:cubicBezTo>
                  <a:pt x="14511" y="5095"/>
                  <a:pt x="14927" y="5025"/>
                  <a:pt x="15280" y="4889"/>
                </a:cubicBezTo>
                <a:lnTo>
                  <a:pt x="15280" y="12149"/>
                </a:lnTo>
                <a:lnTo>
                  <a:pt x="15280" y="12151"/>
                </a:lnTo>
                <a:cubicBezTo>
                  <a:pt x="15271" y="12278"/>
                  <a:pt x="15164" y="12775"/>
                  <a:pt x="14034" y="12775"/>
                </a:cubicBezTo>
                <a:cubicBezTo>
                  <a:pt x="13184" y="12775"/>
                  <a:pt x="11376" y="12119"/>
                  <a:pt x="9781" y="11540"/>
                </a:cubicBezTo>
                <a:cubicBezTo>
                  <a:pt x="7923" y="10866"/>
                  <a:pt x="6168" y="10229"/>
                  <a:pt x="5094" y="10229"/>
                </a:cubicBezTo>
                <a:cubicBezTo>
                  <a:pt x="4605" y="10229"/>
                  <a:pt x="4181" y="10301"/>
                  <a:pt x="3821" y="10442"/>
                </a:cubicBezTo>
                <a:lnTo>
                  <a:pt x="3821" y="3176"/>
                </a:lnTo>
                <a:cubicBezTo>
                  <a:pt x="3862" y="2681"/>
                  <a:pt x="4592" y="2548"/>
                  <a:pt x="5094" y="2548"/>
                </a:cubicBezTo>
                <a:close/>
                <a:moveTo>
                  <a:pt x="3184" y="0"/>
                </a:moveTo>
                <a:cubicBezTo>
                  <a:pt x="2832" y="0"/>
                  <a:pt x="2548" y="285"/>
                  <a:pt x="2548" y="637"/>
                </a:cubicBezTo>
                <a:lnTo>
                  <a:pt x="2548" y="20458"/>
                </a:lnTo>
                <a:lnTo>
                  <a:pt x="637" y="20458"/>
                </a:lnTo>
                <a:cubicBezTo>
                  <a:pt x="286" y="20458"/>
                  <a:pt x="1" y="20742"/>
                  <a:pt x="1" y="21094"/>
                </a:cubicBezTo>
                <a:cubicBezTo>
                  <a:pt x="1" y="21446"/>
                  <a:pt x="286" y="21731"/>
                  <a:pt x="637" y="21731"/>
                </a:cubicBezTo>
                <a:lnTo>
                  <a:pt x="5730" y="21731"/>
                </a:lnTo>
                <a:cubicBezTo>
                  <a:pt x="6082" y="21731"/>
                  <a:pt x="6367" y="21446"/>
                  <a:pt x="6367" y="21094"/>
                </a:cubicBezTo>
                <a:cubicBezTo>
                  <a:pt x="6367" y="20742"/>
                  <a:pt x="6082" y="20458"/>
                  <a:pt x="5730" y="20458"/>
                </a:cubicBezTo>
                <a:lnTo>
                  <a:pt x="3821" y="20458"/>
                </a:lnTo>
                <a:lnTo>
                  <a:pt x="3821" y="12132"/>
                </a:lnTo>
                <a:cubicBezTo>
                  <a:pt x="3821" y="11661"/>
                  <a:pt x="4579" y="11502"/>
                  <a:pt x="5094" y="11502"/>
                </a:cubicBezTo>
                <a:cubicBezTo>
                  <a:pt x="5945" y="11502"/>
                  <a:pt x="7752" y="12158"/>
                  <a:pt x="9347" y="12737"/>
                </a:cubicBezTo>
                <a:cubicBezTo>
                  <a:pt x="11204" y="13412"/>
                  <a:pt x="12960" y="14049"/>
                  <a:pt x="14034" y="14049"/>
                </a:cubicBezTo>
                <a:cubicBezTo>
                  <a:pt x="15760" y="14049"/>
                  <a:pt x="16556" y="13075"/>
                  <a:pt x="16553" y="12139"/>
                </a:cubicBezTo>
                <a:lnTo>
                  <a:pt x="16553" y="3164"/>
                </a:lnTo>
                <a:cubicBezTo>
                  <a:pt x="16546" y="2817"/>
                  <a:pt x="16263" y="2540"/>
                  <a:pt x="15917" y="2540"/>
                </a:cubicBezTo>
                <a:cubicBezTo>
                  <a:pt x="15914" y="2540"/>
                  <a:pt x="15911" y="2540"/>
                  <a:pt x="15907" y="2540"/>
                </a:cubicBezTo>
                <a:cubicBezTo>
                  <a:pt x="15557" y="2545"/>
                  <a:pt x="15277" y="2834"/>
                  <a:pt x="15281" y="3184"/>
                </a:cubicBezTo>
                <a:lnTo>
                  <a:pt x="15281" y="3187"/>
                </a:lnTo>
                <a:cubicBezTo>
                  <a:pt x="15277" y="3294"/>
                  <a:pt x="15197" y="3821"/>
                  <a:pt x="14035" y="3821"/>
                </a:cubicBezTo>
                <a:cubicBezTo>
                  <a:pt x="13184" y="3821"/>
                  <a:pt x="11376" y="3164"/>
                  <a:pt x="9782" y="2585"/>
                </a:cubicBezTo>
                <a:cubicBezTo>
                  <a:pt x="7924" y="1911"/>
                  <a:pt x="6168" y="1273"/>
                  <a:pt x="5095" y="1273"/>
                </a:cubicBezTo>
                <a:cubicBezTo>
                  <a:pt x="4607" y="1273"/>
                  <a:pt x="4182" y="1346"/>
                  <a:pt x="3821" y="1488"/>
                </a:cubicBezTo>
                <a:lnTo>
                  <a:pt x="3821" y="637"/>
                </a:lnTo>
                <a:cubicBezTo>
                  <a:pt x="3822" y="285"/>
                  <a:pt x="3536" y="0"/>
                  <a:pt x="318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194" name="Google Shape;4194;p52"/>
          <p:cNvGrpSpPr/>
          <p:nvPr/>
        </p:nvGrpSpPr>
        <p:grpSpPr>
          <a:xfrm>
            <a:off x="6278198" y="3456858"/>
            <a:ext cx="361467" cy="316396"/>
            <a:chOff x="2309486" y="4003462"/>
            <a:chExt cx="353478" cy="309404"/>
          </a:xfrm>
        </p:grpSpPr>
        <p:sp>
          <p:nvSpPr>
            <p:cNvPr id="4195" name="Google Shape;4195;p52"/>
            <p:cNvSpPr/>
            <p:nvPr/>
          </p:nvSpPr>
          <p:spPr>
            <a:xfrm>
              <a:off x="2433883" y="4250966"/>
              <a:ext cx="64336" cy="61900"/>
            </a:xfrm>
            <a:custGeom>
              <a:rect b="b" l="l" r="r" t="t"/>
              <a:pathLst>
                <a:path extrusionOk="0" h="3821" w="3972">
                  <a:moveTo>
                    <a:pt x="1911" y="1274"/>
                  </a:moveTo>
                  <a:cubicBezTo>
                    <a:pt x="2168" y="1274"/>
                    <a:pt x="2401" y="1429"/>
                    <a:pt x="2499" y="1667"/>
                  </a:cubicBezTo>
                  <a:cubicBezTo>
                    <a:pt x="2598" y="1905"/>
                    <a:pt x="2544" y="2179"/>
                    <a:pt x="2361" y="2360"/>
                  </a:cubicBezTo>
                  <a:cubicBezTo>
                    <a:pt x="2239" y="2483"/>
                    <a:pt x="2076" y="2547"/>
                    <a:pt x="1910" y="2547"/>
                  </a:cubicBezTo>
                  <a:cubicBezTo>
                    <a:pt x="1828" y="2547"/>
                    <a:pt x="1746" y="2532"/>
                    <a:pt x="1668" y="2499"/>
                  </a:cubicBezTo>
                  <a:cubicBezTo>
                    <a:pt x="1430" y="2400"/>
                    <a:pt x="1275" y="2168"/>
                    <a:pt x="1275" y="1910"/>
                  </a:cubicBezTo>
                  <a:cubicBezTo>
                    <a:pt x="1275" y="1558"/>
                    <a:pt x="1559" y="1274"/>
                    <a:pt x="1911" y="1274"/>
                  </a:cubicBezTo>
                  <a:close/>
                  <a:moveTo>
                    <a:pt x="1911" y="1"/>
                  </a:moveTo>
                  <a:cubicBezTo>
                    <a:pt x="857" y="2"/>
                    <a:pt x="3" y="857"/>
                    <a:pt x="2" y="1910"/>
                  </a:cubicBezTo>
                  <a:cubicBezTo>
                    <a:pt x="0" y="2683"/>
                    <a:pt x="466" y="3379"/>
                    <a:pt x="1180" y="3676"/>
                  </a:cubicBezTo>
                  <a:cubicBezTo>
                    <a:pt x="1416" y="3773"/>
                    <a:pt x="1664" y="3821"/>
                    <a:pt x="1911" y="3821"/>
                  </a:cubicBezTo>
                  <a:cubicBezTo>
                    <a:pt x="2408" y="3821"/>
                    <a:pt x="2896" y="3627"/>
                    <a:pt x="3261" y="3261"/>
                  </a:cubicBezTo>
                  <a:cubicBezTo>
                    <a:pt x="3807" y="2715"/>
                    <a:pt x="3972" y="1894"/>
                    <a:pt x="3675" y="1180"/>
                  </a:cubicBezTo>
                  <a:cubicBezTo>
                    <a:pt x="3380" y="467"/>
                    <a:pt x="2684" y="1"/>
                    <a:pt x="191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6" name="Google Shape;4196;p52"/>
            <p:cNvSpPr/>
            <p:nvPr/>
          </p:nvSpPr>
          <p:spPr>
            <a:xfrm>
              <a:off x="2537709" y="4250966"/>
              <a:ext cx="64320" cy="61900"/>
            </a:xfrm>
            <a:custGeom>
              <a:rect b="b" l="l" r="r" t="t"/>
              <a:pathLst>
                <a:path extrusionOk="0" h="3821" w="3971">
                  <a:moveTo>
                    <a:pt x="1910" y="1274"/>
                  </a:moveTo>
                  <a:cubicBezTo>
                    <a:pt x="2168" y="1274"/>
                    <a:pt x="2399" y="1429"/>
                    <a:pt x="2499" y="1667"/>
                  </a:cubicBezTo>
                  <a:cubicBezTo>
                    <a:pt x="2597" y="1905"/>
                    <a:pt x="2542" y="2179"/>
                    <a:pt x="2360" y="2360"/>
                  </a:cubicBezTo>
                  <a:cubicBezTo>
                    <a:pt x="2238" y="2483"/>
                    <a:pt x="2075" y="2547"/>
                    <a:pt x="1909" y="2547"/>
                  </a:cubicBezTo>
                  <a:cubicBezTo>
                    <a:pt x="1828" y="2547"/>
                    <a:pt x="1745" y="2532"/>
                    <a:pt x="1666" y="2499"/>
                  </a:cubicBezTo>
                  <a:cubicBezTo>
                    <a:pt x="1428" y="2400"/>
                    <a:pt x="1273" y="2168"/>
                    <a:pt x="1273" y="1910"/>
                  </a:cubicBezTo>
                  <a:cubicBezTo>
                    <a:pt x="1273" y="1558"/>
                    <a:pt x="1558" y="1274"/>
                    <a:pt x="1910" y="1274"/>
                  </a:cubicBezTo>
                  <a:close/>
                  <a:moveTo>
                    <a:pt x="1910" y="1"/>
                  </a:moveTo>
                  <a:cubicBezTo>
                    <a:pt x="855" y="2"/>
                    <a:pt x="2" y="857"/>
                    <a:pt x="0" y="1910"/>
                  </a:cubicBezTo>
                  <a:cubicBezTo>
                    <a:pt x="0" y="2683"/>
                    <a:pt x="465" y="3379"/>
                    <a:pt x="1179" y="3676"/>
                  </a:cubicBezTo>
                  <a:cubicBezTo>
                    <a:pt x="1416" y="3773"/>
                    <a:pt x="1664" y="3821"/>
                    <a:pt x="1910" y="3821"/>
                  </a:cubicBezTo>
                  <a:cubicBezTo>
                    <a:pt x="2407" y="3821"/>
                    <a:pt x="2895" y="3627"/>
                    <a:pt x="3261" y="3261"/>
                  </a:cubicBezTo>
                  <a:cubicBezTo>
                    <a:pt x="3806" y="2715"/>
                    <a:pt x="3970" y="1893"/>
                    <a:pt x="3675" y="1180"/>
                  </a:cubicBezTo>
                  <a:cubicBezTo>
                    <a:pt x="3379" y="467"/>
                    <a:pt x="2683" y="1"/>
                    <a:pt x="191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7" name="Google Shape;4197;p52"/>
            <p:cNvSpPr/>
            <p:nvPr/>
          </p:nvSpPr>
          <p:spPr>
            <a:xfrm>
              <a:off x="2309486" y="4003462"/>
              <a:ext cx="353478" cy="247552"/>
            </a:xfrm>
            <a:custGeom>
              <a:rect b="b" l="l" r="r" t="t"/>
              <a:pathLst>
                <a:path extrusionOk="0" h="15281" w="21823">
                  <a:moveTo>
                    <a:pt x="20249" y="3820"/>
                  </a:moveTo>
                  <a:lnTo>
                    <a:pt x="18067" y="11459"/>
                  </a:lnTo>
                  <a:lnTo>
                    <a:pt x="7524" y="11459"/>
                  </a:lnTo>
                  <a:cubicBezTo>
                    <a:pt x="7178" y="10245"/>
                    <a:pt x="6208" y="6847"/>
                    <a:pt x="5341" y="3820"/>
                  </a:cubicBezTo>
                  <a:close/>
                  <a:moveTo>
                    <a:pt x="637" y="1"/>
                  </a:moveTo>
                  <a:cubicBezTo>
                    <a:pt x="285" y="1"/>
                    <a:pt x="0" y="285"/>
                    <a:pt x="0" y="637"/>
                  </a:cubicBezTo>
                  <a:cubicBezTo>
                    <a:pt x="0" y="989"/>
                    <a:pt x="285" y="1275"/>
                    <a:pt x="637" y="1275"/>
                  </a:cubicBezTo>
                  <a:lnTo>
                    <a:pt x="3291" y="1275"/>
                  </a:lnTo>
                  <a:cubicBezTo>
                    <a:pt x="4003" y="3767"/>
                    <a:pt x="5668" y="9592"/>
                    <a:pt x="6365" y="12034"/>
                  </a:cubicBezTo>
                  <a:lnTo>
                    <a:pt x="6124" y="12516"/>
                  </a:lnTo>
                  <a:cubicBezTo>
                    <a:pt x="5488" y="13788"/>
                    <a:pt x="6414" y="15280"/>
                    <a:pt x="7833" y="15280"/>
                  </a:cubicBezTo>
                  <a:lnTo>
                    <a:pt x="18547" y="15280"/>
                  </a:lnTo>
                  <a:cubicBezTo>
                    <a:pt x="18899" y="15280"/>
                    <a:pt x="19184" y="14994"/>
                    <a:pt x="19184" y="14644"/>
                  </a:cubicBezTo>
                  <a:cubicBezTo>
                    <a:pt x="19184" y="14292"/>
                    <a:pt x="18899" y="14006"/>
                    <a:pt x="18547" y="14006"/>
                  </a:cubicBezTo>
                  <a:lnTo>
                    <a:pt x="7833" y="14006"/>
                  </a:lnTo>
                  <a:cubicBezTo>
                    <a:pt x="7359" y="14006"/>
                    <a:pt x="7051" y="13508"/>
                    <a:pt x="7262" y="13085"/>
                  </a:cubicBezTo>
                  <a:lnTo>
                    <a:pt x="7438" y="12733"/>
                  </a:lnTo>
                  <a:lnTo>
                    <a:pt x="18547" y="12733"/>
                  </a:lnTo>
                  <a:cubicBezTo>
                    <a:pt x="18832" y="12733"/>
                    <a:pt x="19080" y="12545"/>
                    <a:pt x="19158" y="12271"/>
                  </a:cubicBezTo>
                  <a:lnTo>
                    <a:pt x="21706" y="3359"/>
                  </a:lnTo>
                  <a:cubicBezTo>
                    <a:pt x="21822" y="2952"/>
                    <a:pt x="21516" y="2548"/>
                    <a:pt x="21094" y="2547"/>
                  </a:cubicBezTo>
                  <a:lnTo>
                    <a:pt x="4978" y="2547"/>
                  </a:lnTo>
                  <a:cubicBezTo>
                    <a:pt x="4760" y="1783"/>
                    <a:pt x="4558" y="1073"/>
                    <a:pt x="4383" y="462"/>
                  </a:cubicBezTo>
                  <a:cubicBezTo>
                    <a:pt x="4305" y="189"/>
                    <a:pt x="4055" y="1"/>
                    <a:pt x="377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198" name="Google Shape;4198;p52"/>
          <p:cNvSpPr/>
          <p:nvPr/>
        </p:nvSpPr>
        <p:spPr>
          <a:xfrm>
            <a:off x="5542569" y="3435052"/>
            <a:ext cx="359920" cy="360007"/>
          </a:xfrm>
          <a:custGeom>
            <a:rect b="b" l="l" r="r" t="t"/>
            <a:pathLst>
              <a:path extrusionOk="0" h="21733" w="21731">
                <a:moveTo>
                  <a:pt x="14048" y="1273"/>
                </a:moveTo>
                <a:cubicBezTo>
                  <a:pt x="16177" y="1273"/>
                  <a:pt x="17909" y="2987"/>
                  <a:pt x="17909" y="5094"/>
                </a:cubicBezTo>
                <a:cubicBezTo>
                  <a:pt x="17909" y="5279"/>
                  <a:pt x="17882" y="5464"/>
                  <a:pt x="17848" y="5689"/>
                </a:cubicBezTo>
                <a:cubicBezTo>
                  <a:pt x="17794" y="6032"/>
                  <a:pt x="18023" y="6353"/>
                  <a:pt x="18363" y="6414"/>
                </a:cubicBezTo>
                <a:cubicBezTo>
                  <a:pt x="19556" y="6630"/>
                  <a:pt x="20456" y="7723"/>
                  <a:pt x="20456" y="8956"/>
                </a:cubicBezTo>
                <a:cubicBezTo>
                  <a:pt x="20456" y="10360"/>
                  <a:pt x="19314" y="11503"/>
                  <a:pt x="17909" y="11503"/>
                </a:cubicBezTo>
                <a:lnTo>
                  <a:pt x="17912" y="11502"/>
                </a:lnTo>
                <a:lnTo>
                  <a:pt x="13503" y="11502"/>
                </a:lnTo>
                <a:lnTo>
                  <a:pt x="11412" y="7993"/>
                </a:lnTo>
                <a:cubicBezTo>
                  <a:pt x="11297" y="7801"/>
                  <a:pt x="11089" y="7683"/>
                  <a:pt x="10865" y="7683"/>
                </a:cubicBezTo>
                <a:lnTo>
                  <a:pt x="10864" y="7683"/>
                </a:lnTo>
                <a:cubicBezTo>
                  <a:pt x="10640" y="7683"/>
                  <a:pt x="10434" y="7800"/>
                  <a:pt x="10319" y="7992"/>
                </a:cubicBezTo>
                <a:lnTo>
                  <a:pt x="8212" y="11502"/>
                </a:lnTo>
                <a:lnTo>
                  <a:pt x="3819" y="11502"/>
                </a:lnTo>
                <a:cubicBezTo>
                  <a:pt x="2415" y="11502"/>
                  <a:pt x="1272" y="10360"/>
                  <a:pt x="1272" y="8956"/>
                </a:cubicBezTo>
                <a:cubicBezTo>
                  <a:pt x="1272" y="7723"/>
                  <a:pt x="2131" y="6656"/>
                  <a:pt x="3313" y="6418"/>
                </a:cubicBezTo>
                <a:cubicBezTo>
                  <a:pt x="3624" y="6356"/>
                  <a:pt x="3864" y="6067"/>
                  <a:pt x="3819" y="5698"/>
                </a:cubicBezTo>
                <a:cubicBezTo>
                  <a:pt x="3836" y="3957"/>
                  <a:pt x="5277" y="2548"/>
                  <a:pt x="7045" y="2548"/>
                </a:cubicBezTo>
                <a:cubicBezTo>
                  <a:pt x="7979" y="2548"/>
                  <a:pt x="8868" y="2971"/>
                  <a:pt x="9481" y="3709"/>
                </a:cubicBezTo>
                <a:cubicBezTo>
                  <a:pt x="9611" y="3866"/>
                  <a:pt x="9791" y="3940"/>
                  <a:pt x="9970" y="3940"/>
                </a:cubicBezTo>
                <a:cubicBezTo>
                  <a:pt x="10209" y="3940"/>
                  <a:pt x="10445" y="3807"/>
                  <a:pt x="10554" y="3560"/>
                </a:cubicBezTo>
                <a:cubicBezTo>
                  <a:pt x="11166" y="2172"/>
                  <a:pt x="12537" y="1273"/>
                  <a:pt x="14048" y="1273"/>
                </a:cubicBezTo>
                <a:close/>
                <a:moveTo>
                  <a:pt x="10863" y="9560"/>
                </a:moveTo>
                <a:lnTo>
                  <a:pt x="13563" y="14092"/>
                </a:lnTo>
                <a:lnTo>
                  <a:pt x="12138" y="14092"/>
                </a:lnTo>
                <a:cubicBezTo>
                  <a:pt x="11786" y="14092"/>
                  <a:pt x="11502" y="14376"/>
                  <a:pt x="11502" y="14728"/>
                </a:cubicBezTo>
                <a:lnTo>
                  <a:pt x="11502" y="20459"/>
                </a:lnTo>
                <a:lnTo>
                  <a:pt x="10229" y="20459"/>
                </a:lnTo>
                <a:lnTo>
                  <a:pt x="10229" y="14686"/>
                </a:lnTo>
                <a:cubicBezTo>
                  <a:pt x="10229" y="14334"/>
                  <a:pt x="9943" y="14049"/>
                  <a:pt x="9591" y="14049"/>
                </a:cubicBezTo>
                <a:lnTo>
                  <a:pt x="8168" y="14049"/>
                </a:lnTo>
                <a:lnTo>
                  <a:pt x="10863" y="9560"/>
                </a:lnTo>
                <a:close/>
                <a:moveTo>
                  <a:pt x="14048" y="0"/>
                </a:moveTo>
                <a:cubicBezTo>
                  <a:pt x="12350" y="3"/>
                  <a:pt x="10765" y="851"/>
                  <a:pt x="9820" y="2262"/>
                </a:cubicBezTo>
                <a:cubicBezTo>
                  <a:pt x="9037" y="1624"/>
                  <a:pt x="8056" y="1275"/>
                  <a:pt x="7045" y="1275"/>
                </a:cubicBezTo>
                <a:cubicBezTo>
                  <a:pt x="4710" y="1275"/>
                  <a:pt x="2783" y="3048"/>
                  <a:pt x="2567" y="5305"/>
                </a:cubicBezTo>
                <a:cubicBezTo>
                  <a:pt x="1053" y="5835"/>
                  <a:pt x="0" y="7295"/>
                  <a:pt x="0" y="8956"/>
                </a:cubicBezTo>
                <a:cubicBezTo>
                  <a:pt x="0" y="11063"/>
                  <a:pt x="1714" y="12776"/>
                  <a:pt x="3820" y="12776"/>
                </a:cubicBezTo>
                <a:lnTo>
                  <a:pt x="7449" y="12776"/>
                </a:lnTo>
                <a:lnTo>
                  <a:pt x="6500" y="14358"/>
                </a:lnTo>
                <a:cubicBezTo>
                  <a:pt x="6244" y="14782"/>
                  <a:pt x="6550" y="15322"/>
                  <a:pt x="7045" y="15322"/>
                </a:cubicBezTo>
                <a:lnTo>
                  <a:pt x="8955" y="15322"/>
                </a:lnTo>
                <a:lnTo>
                  <a:pt x="8955" y="21096"/>
                </a:lnTo>
                <a:cubicBezTo>
                  <a:pt x="8955" y="21446"/>
                  <a:pt x="9240" y="21732"/>
                  <a:pt x="9591" y="21732"/>
                </a:cubicBezTo>
                <a:lnTo>
                  <a:pt x="12138" y="21732"/>
                </a:lnTo>
                <a:cubicBezTo>
                  <a:pt x="12490" y="21732"/>
                  <a:pt x="12776" y="21446"/>
                  <a:pt x="12776" y="21096"/>
                </a:cubicBezTo>
                <a:lnTo>
                  <a:pt x="12776" y="15366"/>
                </a:lnTo>
                <a:lnTo>
                  <a:pt x="14686" y="15366"/>
                </a:lnTo>
                <a:cubicBezTo>
                  <a:pt x="15179" y="15365"/>
                  <a:pt x="15485" y="14827"/>
                  <a:pt x="15232" y="14403"/>
                </a:cubicBezTo>
                <a:lnTo>
                  <a:pt x="14263" y="12776"/>
                </a:lnTo>
                <a:lnTo>
                  <a:pt x="17910" y="12776"/>
                </a:lnTo>
                <a:cubicBezTo>
                  <a:pt x="20017" y="12776"/>
                  <a:pt x="21730" y="11063"/>
                  <a:pt x="21730" y="8956"/>
                </a:cubicBezTo>
                <a:cubicBezTo>
                  <a:pt x="21730" y="7326"/>
                  <a:pt x="20696" y="5860"/>
                  <a:pt x="19177" y="5317"/>
                </a:cubicBezTo>
                <a:cubicBezTo>
                  <a:pt x="19181" y="5244"/>
                  <a:pt x="19183" y="5170"/>
                  <a:pt x="19183" y="5094"/>
                </a:cubicBezTo>
                <a:cubicBezTo>
                  <a:pt x="19183" y="2286"/>
                  <a:pt x="16879" y="0"/>
                  <a:pt x="1404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9" name="Google Shape;4199;p52"/>
          <p:cNvSpPr/>
          <p:nvPr/>
        </p:nvSpPr>
        <p:spPr>
          <a:xfrm>
            <a:off x="4775128" y="3435069"/>
            <a:ext cx="359936" cy="359974"/>
          </a:xfrm>
          <a:custGeom>
            <a:rect b="b" l="l" r="r" t="t"/>
            <a:pathLst>
              <a:path extrusionOk="0" h="21731" w="21732">
                <a:moveTo>
                  <a:pt x="10867" y="1350"/>
                </a:moveTo>
                <a:lnTo>
                  <a:pt x="18409" y="5136"/>
                </a:lnTo>
                <a:lnTo>
                  <a:pt x="3325" y="5136"/>
                </a:lnTo>
                <a:lnTo>
                  <a:pt x="10867" y="1350"/>
                </a:lnTo>
                <a:close/>
                <a:moveTo>
                  <a:pt x="20329" y="6409"/>
                </a:moveTo>
                <a:cubicBezTo>
                  <a:pt x="20142" y="6910"/>
                  <a:pt x="19791" y="7392"/>
                  <a:pt x="19543" y="7683"/>
                </a:cubicBezTo>
                <a:lnTo>
                  <a:pt x="2193" y="7683"/>
                </a:lnTo>
                <a:cubicBezTo>
                  <a:pt x="1943" y="7391"/>
                  <a:pt x="1593" y="6910"/>
                  <a:pt x="1406" y="6409"/>
                </a:cubicBezTo>
                <a:close/>
                <a:moveTo>
                  <a:pt x="5095" y="8956"/>
                </a:moveTo>
                <a:lnTo>
                  <a:pt x="5095" y="17912"/>
                </a:lnTo>
                <a:lnTo>
                  <a:pt x="3821" y="17912"/>
                </a:lnTo>
                <a:lnTo>
                  <a:pt x="3821" y="8956"/>
                </a:lnTo>
                <a:close/>
                <a:moveTo>
                  <a:pt x="8958" y="8956"/>
                </a:moveTo>
                <a:lnTo>
                  <a:pt x="8958" y="17912"/>
                </a:lnTo>
                <a:lnTo>
                  <a:pt x="6368" y="17912"/>
                </a:lnTo>
                <a:lnTo>
                  <a:pt x="6368" y="8956"/>
                </a:lnTo>
                <a:close/>
                <a:moveTo>
                  <a:pt x="11504" y="8956"/>
                </a:moveTo>
                <a:lnTo>
                  <a:pt x="11504" y="17912"/>
                </a:lnTo>
                <a:lnTo>
                  <a:pt x="10231" y="17912"/>
                </a:lnTo>
                <a:lnTo>
                  <a:pt x="10231" y="8956"/>
                </a:lnTo>
                <a:close/>
                <a:moveTo>
                  <a:pt x="15365" y="8956"/>
                </a:moveTo>
                <a:lnTo>
                  <a:pt x="15365" y="17912"/>
                </a:lnTo>
                <a:lnTo>
                  <a:pt x="12778" y="17912"/>
                </a:lnTo>
                <a:lnTo>
                  <a:pt x="12778" y="8956"/>
                </a:lnTo>
                <a:close/>
                <a:moveTo>
                  <a:pt x="17914" y="8956"/>
                </a:moveTo>
                <a:lnTo>
                  <a:pt x="17914" y="17912"/>
                </a:lnTo>
                <a:lnTo>
                  <a:pt x="16641" y="17912"/>
                </a:lnTo>
                <a:lnTo>
                  <a:pt x="16641" y="8956"/>
                </a:lnTo>
                <a:close/>
                <a:moveTo>
                  <a:pt x="19543" y="19185"/>
                </a:moveTo>
                <a:cubicBezTo>
                  <a:pt x="19793" y="19476"/>
                  <a:pt x="20142" y="19958"/>
                  <a:pt x="20330" y="20459"/>
                </a:cubicBezTo>
                <a:lnTo>
                  <a:pt x="1405" y="20459"/>
                </a:lnTo>
                <a:cubicBezTo>
                  <a:pt x="1591" y="19958"/>
                  <a:pt x="1942" y="19476"/>
                  <a:pt x="2191" y="19185"/>
                </a:cubicBezTo>
                <a:close/>
                <a:moveTo>
                  <a:pt x="10866" y="0"/>
                </a:moveTo>
                <a:cubicBezTo>
                  <a:pt x="10768" y="0"/>
                  <a:pt x="10671" y="23"/>
                  <a:pt x="10581" y="68"/>
                </a:cubicBezTo>
                <a:lnTo>
                  <a:pt x="353" y="5203"/>
                </a:lnTo>
                <a:cubicBezTo>
                  <a:pt x="138" y="5313"/>
                  <a:pt x="2" y="5533"/>
                  <a:pt x="1" y="5772"/>
                </a:cubicBezTo>
                <a:cubicBezTo>
                  <a:pt x="1" y="7266"/>
                  <a:pt x="1311" y="8620"/>
                  <a:pt x="1460" y="8769"/>
                </a:cubicBezTo>
                <a:cubicBezTo>
                  <a:pt x="1581" y="8889"/>
                  <a:pt x="1742" y="8955"/>
                  <a:pt x="1912" y="8956"/>
                </a:cubicBezTo>
                <a:lnTo>
                  <a:pt x="2548" y="8956"/>
                </a:lnTo>
                <a:lnTo>
                  <a:pt x="2548" y="17912"/>
                </a:lnTo>
                <a:lnTo>
                  <a:pt x="1912" y="17912"/>
                </a:lnTo>
                <a:cubicBezTo>
                  <a:pt x="1742" y="17912"/>
                  <a:pt x="1581" y="17978"/>
                  <a:pt x="1462" y="18098"/>
                </a:cubicBezTo>
                <a:cubicBezTo>
                  <a:pt x="1312" y="18247"/>
                  <a:pt x="1" y="19600"/>
                  <a:pt x="1" y="21094"/>
                </a:cubicBezTo>
                <a:cubicBezTo>
                  <a:pt x="2" y="21446"/>
                  <a:pt x="287" y="21731"/>
                  <a:pt x="639" y="21731"/>
                </a:cubicBezTo>
                <a:lnTo>
                  <a:pt x="21095" y="21731"/>
                </a:lnTo>
                <a:cubicBezTo>
                  <a:pt x="21447" y="21731"/>
                  <a:pt x="21731" y="21446"/>
                  <a:pt x="21731" y="21094"/>
                </a:cubicBezTo>
                <a:cubicBezTo>
                  <a:pt x="21731" y="19600"/>
                  <a:pt x="20421" y="18247"/>
                  <a:pt x="20272" y="18098"/>
                </a:cubicBezTo>
                <a:cubicBezTo>
                  <a:pt x="20153" y="17978"/>
                  <a:pt x="19991" y="17912"/>
                  <a:pt x="19822" y="17912"/>
                </a:cubicBezTo>
                <a:lnTo>
                  <a:pt x="19185" y="17912"/>
                </a:lnTo>
                <a:lnTo>
                  <a:pt x="19185" y="8956"/>
                </a:lnTo>
                <a:lnTo>
                  <a:pt x="19822" y="8956"/>
                </a:lnTo>
                <a:cubicBezTo>
                  <a:pt x="19991" y="8956"/>
                  <a:pt x="20153" y="8889"/>
                  <a:pt x="20272" y="8769"/>
                </a:cubicBezTo>
                <a:cubicBezTo>
                  <a:pt x="20421" y="8621"/>
                  <a:pt x="21731" y="7266"/>
                  <a:pt x="21731" y="5772"/>
                </a:cubicBezTo>
                <a:cubicBezTo>
                  <a:pt x="21731" y="5533"/>
                  <a:pt x="21595" y="5312"/>
                  <a:pt x="21381" y="5203"/>
                </a:cubicBezTo>
                <a:lnTo>
                  <a:pt x="11152" y="68"/>
                </a:lnTo>
                <a:cubicBezTo>
                  <a:pt x="11062" y="23"/>
                  <a:pt x="10964" y="0"/>
                  <a:pt x="1086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00" name="Google Shape;4200;p52"/>
          <p:cNvGrpSpPr/>
          <p:nvPr/>
        </p:nvGrpSpPr>
        <p:grpSpPr>
          <a:xfrm>
            <a:off x="4086000" y="3435057"/>
            <a:ext cx="253091" cy="359998"/>
            <a:chOff x="1031844" y="4033448"/>
            <a:chExt cx="247498" cy="352042"/>
          </a:xfrm>
        </p:grpSpPr>
        <p:sp>
          <p:nvSpPr>
            <p:cNvPr id="4201" name="Google Shape;4201;p52"/>
            <p:cNvSpPr/>
            <p:nvPr/>
          </p:nvSpPr>
          <p:spPr>
            <a:xfrm>
              <a:off x="1031844" y="4033448"/>
              <a:ext cx="247498" cy="352042"/>
            </a:xfrm>
            <a:custGeom>
              <a:rect b="b" l="l" r="r" t="t"/>
              <a:pathLst>
                <a:path extrusionOk="0" h="21731" w="15280">
                  <a:moveTo>
                    <a:pt x="7641" y="1274"/>
                  </a:moveTo>
                  <a:cubicBezTo>
                    <a:pt x="11151" y="1274"/>
                    <a:pt x="14007" y="4131"/>
                    <a:pt x="14007" y="7640"/>
                  </a:cubicBezTo>
                  <a:cubicBezTo>
                    <a:pt x="14007" y="9135"/>
                    <a:pt x="13457" y="10871"/>
                    <a:pt x="12325" y="12950"/>
                  </a:cubicBezTo>
                  <a:cubicBezTo>
                    <a:pt x="10991" y="15397"/>
                    <a:pt x="9090" y="17879"/>
                    <a:pt x="7641" y="19965"/>
                  </a:cubicBezTo>
                  <a:cubicBezTo>
                    <a:pt x="6192" y="17879"/>
                    <a:pt x="4290" y="15397"/>
                    <a:pt x="2957" y="12950"/>
                  </a:cubicBezTo>
                  <a:cubicBezTo>
                    <a:pt x="1825" y="10873"/>
                    <a:pt x="1275" y="9135"/>
                    <a:pt x="1275" y="7640"/>
                  </a:cubicBezTo>
                  <a:cubicBezTo>
                    <a:pt x="1275" y="4131"/>
                    <a:pt x="4130" y="1274"/>
                    <a:pt x="7641" y="1274"/>
                  </a:cubicBezTo>
                  <a:close/>
                  <a:moveTo>
                    <a:pt x="7641" y="1"/>
                  </a:moveTo>
                  <a:cubicBezTo>
                    <a:pt x="3428" y="1"/>
                    <a:pt x="0" y="3428"/>
                    <a:pt x="0" y="7640"/>
                  </a:cubicBezTo>
                  <a:cubicBezTo>
                    <a:pt x="0" y="9352"/>
                    <a:pt x="602" y="11288"/>
                    <a:pt x="1838" y="13558"/>
                  </a:cubicBezTo>
                  <a:cubicBezTo>
                    <a:pt x="3384" y="16395"/>
                    <a:pt x="5607" y="19192"/>
                    <a:pt x="7110" y="21448"/>
                  </a:cubicBezTo>
                  <a:lnTo>
                    <a:pt x="7112" y="21448"/>
                  </a:lnTo>
                  <a:cubicBezTo>
                    <a:pt x="7237" y="21637"/>
                    <a:pt x="7439" y="21731"/>
                    <a:pt x="7641" y="21731"/>
                  </a:cubicBezTo>
                  <a:cubicBezTo>
                    <a:pt x="7843" y="21731"/>
                    <a:pt x="8044" y="21637"/>
                    <a:pt x="8170" y="21448"/>
                  </a:cubicBezTo>
                  <a:cubicBezTo>
                    <a:pt x="9677" y="19188"/>
                    <a:pt x="11896" y="16397"/>
                    <a:pt x="13442" y="13558"/>
                  </a:cubicBezTo>
                  <a:cubicBezTo>
                    <a:pt x="14679" y="11288"/>
                    <a:pt x="15280" y="9352"/>
                    <a:pt x="15280" y="7640"/>
                  </a:cubicBezTo>
                  <a:cubicBezTo>
                    <a:pt x="15280" y="3428"/>
                    <a:pt x="11853" y="1"/>
                    <a:pt x="764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2" name="Google Shape;4202;p52"/>
            <p:cNvSpPr/>
            <p:nvPr/>
          </p:nvSpPr>
          <p:spPr>
            <a:xfrm>
              <a:off x="1093734" y="4095348"/>
              <a:ext cx="123765" cy="123768"/>
            </a:xfrm>
            <a:custGeom>
              <a:rect b="b" l="l" r="r" t="t"/>
              <a:pathLst>
                <a:path extrusionOk="0" h="7640" w="7641">
                  <a:moveTo>
                    <a:pt x="3820" y="1273"/>
                  </a:moveTo>
                  <a:cubicBezTo>
                    <a:pt x="5224" y="1273"/>
                    <a:pt x="6367" y="2416"/>
                    <a:pt x="6367" y="3820"/>
                  </a:cubicBezTo>
                  <a:cubicBezTo>
                    <a:pt x="6367" y="5226"/>
                    <a:pt x="5225" y="6368"/>
                    <a:pt x="3820" y="6368"/>
                  </a:cubicBezTo>
                  <a:cubicBezTo>
                    <a:pt x="2416" y="6368"/>
                    <a:pt x="1273" y="5226"/>
                    <a:pt x="1273" y="3820"/>
                  </a:cubicBezTo>
                  <a:cubicBezTo>
                    <a:pt x="1273" y="2416"/>
                    <a:pt x="2415" y="1273"/>
                    <a:pt x="3820" y="1273"/>
                  </a:cubicBezTo>
                  <a:close/>
                  <a:moveTo>
                    <a:pt x="3820" y="0"/>
                  </a:moveTo>
                  <a:cubicBezTo>
                    <a:pt x="1713" y="0"/>
                    <a:pt x="1" y="1714"/>
                    <a:pt x="1" y="3820"/>
                  </a:cubicBezTo>
                  <a:cubicBezTo>
                    <a:pt x="1" y="5926"/>
                    <a:pt x="1715" y="7639"/>
                    <a:pt x="3820" y="7639"/>
                  </a:cubicBezTo>
                  <a:cubicBezTo>
                    <a:pt x="5926" y="7639"/>
                    <a:pt x="7640" y="5926"/>
                    <a:pt x="7640" y="3820"/>
                  </a:cubicBezTo>
                  <a:cubicBezTo>
                    <a:pt x="7640" y="1714"/>
                    <a:pt x="5926" y="0"/>
                    <a:pt x="382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03" name="Google Shape;4203;p52"/>
          <p:cNvGrpSpPr/>
          <p:nvPr/>
        </p:nvGrpSpPr>
        <p:grpSpPr>
          <a:xfrm>
            <a:off x="3286830" y="3435048"/>
            <a:ext cx="359943" cy="360015"/>
            <a:chOff x="557549" y="4065346"/>
            <a:chExt cx="351988" cy="352058"/>
          </a:xfrm>
        </p:grpSpPr>
        <p:sp>
          <p:nvSpPr>
            <p:cNvPr id="4204" name="Google Shape;4204;p52"/>
            <p:cNvSpPr/>
            <p:nvPr/>
          </p:nvSpPr>
          <p:spPr>
            <a:xfrm>
              <a:off x="557549" y="4251678"/>
              <a:ext cx="165684" cy="165726"/>
            </a:xfrm>
            <a:custGeom>
              <a:rect b="b" l="l" r="r" t="t"/>
              <a:pathLst>
                <a:path extrusionOk="0" h="10230" w="10229">
                  <a:moveTo>
                    <a:pt x="8319" y="1274"/>
                  </a:moveTo>
                  <a:cubicBezTo>
                    <a:pt x="8670" y="1274"/>
                    <a:pt x="8955" y="1559"/>
                    <a:pt x="8956" y="1910"/>
                  </a:cubicBezTo>
                  <a:lnTo>
                    <a:pt x="8956" y="8319"/>
                  </a:lnTo>
                  <a:cubicBezTo>
                    <a:pt x="8955" y="8671"/>
                    <a:pt x="8670" y="8955"/>
                    <a:pt x="8319" y="8955"/>
                  </a:cubicBezTo>
                  <a:lnTo>
                    <a:pt x="1911" y="8955"/>
                  </a:lnTo>
                  <a:cubicBezTo>
                    <a:pt x="1559" y="8955"/>
                    <a:pt x="1274" y="8671"/>
                    <a:pt x="1273" y="8319"/>
                  </a:cubicBezTo>
                  <a:lnTo>
                    <a:pt x="1273" y="1910"/>
                  </a:lnTo>
                  <a:cubicBezTo>
                    <a:pt x="1274" y="1559"/>
                    <a:pt x="1559" y="1274"/>
                    <a:pt x="1911" y="1274"/>
                  </a:cubicBezTo>
                  <a:close/>
                  <a:moveTo>
                    <a:pt x="1911" y="1"/>
                  </a:moveTo>
                  <a:cubicBezTo>
                    <a:pt x="856" y="2"/>
                    <a:pt x="2" y="855"/>
                    <a:pt x="0" y="1910"/>
                  </a:cubicBezTo>
                  <a:lnTo>
                    <a:pt x="0" y="8319"/>
                  </a:lnTo>
                  <a:cubicBezTo>
                    <a:pt x="2" y="9373"/>
                    <a:pt x="856" y="10228"/>
                    <a:pt x="1911" y="10229"/>
                  </a:cubicBezTo>
                  <a:lnTo>
                    <a:pt x="8319" y="10229"/>
                  </a:lnTo>
                  <a:cubicBezTo>
                    <a:pt x="9373" y="10228"/>
                    <a:pt x="10228" y="9373"/>
                    <a:pt x="10229" y="8319"/>
                  </a:cubicBezTo>
                  <a:lnTo>
                    <a:pt x="10229" y="1910"/>
                  </a:lnTo>
                  <a:cubicBezTo>
                    <a:pt x="10228" y="855"/>
                    <a:pt x="9373" y="2"/>
                    <a:pt x="831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5" name="Google Shape;4205;p52"/>
            <p:cNvSpPr/>
            <p:nvPr/>
          </p:nvSpPr>
          <p:spPr>
            <a:xfrm>
              <a:off x="743836" y="4251678"/>
              <a:ext cx="165700" cy="165726"/>
            </a:xfrm>
            <a:custGeom>
              <a:rect b="b" l="l" r="r" t="t"/>
              <a:pathLst>
                <a:path extrusionOk="0" h="10230" w="10230">
                  <a:moveTo>
                    <a:pt x="8320" y="1274"/>
                  </a:moveTo>
                  <a:cubicBezTo>
                    <a:pt x="8671" y="1274"/>
                    <a:pt x="8957" y="1559"/>
                    <a:pt x="8957" y="1910"/>
                  </a:cubicBezTo>
                  <a:lnTo>
                    <a:pt x="8957" y="8319"/>
                  </a:lnTo>
                  <a:cubicBezTo>
                    <a:pt x="8957" y="8671"/>
                    <a:pt x="8671" y="8955"/>
                    <a:pt x="8320" y="8955"/>
                  </a:cubicBezTo>
                  <a:lnTo>
                    <a:pt x="1912" y="8955"/>
                  </a:lnTo>
                  <a:cubicBezTo>
                    <a:pt x="1560" y="8955"/>
                    <a:pt x="1275" y="8671"/>
                    <a:pt x="1274" y="8319"/>
                  </a:cubicBezTo>
                  <a:lnTo>
                    <a:pt x="1274" y="1910"/>
                  </a:lnTo>
                  <a:cubicBezTo>
                    <a:pt x="1275" y="1559"/>
                    <a:pt x="1560" y="1274"/>
                    <a:pt x="1912" y="1274"/>
                  </a:cubicBezTo>
                  <a:close/>
                  <a:moveTo>
                    <a:pt x="1912" y="1"/>
                  </a:moveTo>
                  <a:cubicBezTo>
                    <a:pt x="857" y="2"/>
                    <a:pt x="2" y="855"/>
                    <a:pt x="1" y="1910"/>
                  </a:cubicBezTo>
                  <a:lnTo>
                    <a:pt x="1" y="8319"/>
                  </a:lnTo>
                  <a:cubicBezTo>
                    <a:pt x="2" y="9373"/>
                    <a:pt x="857" y="10228"/>
                    <a:pt x="1912" y="10229"/>
                  </a:cubicBezTo>
                  <a:lnTo>
                    <a:pt x="8320" y="10229"/>
                  </a:lnTo>
                  <a:cubicBezTo>
                    <a:pt x="9373" y="10228"/>
                    <a:pt x="10228" y="9373"/>
                    <a:pt x="10230" y="8319"/>
                  </a:cubicBezTo>
                  <a:lnTo>
                    <a:pt x="10230" y="1910"/>
                  </a:lnTo>
                  <a:cubicBezTo>
                    <a:pt x="10228" y="855"/>
                    <a:pt x="9373" y="2"/>
                    <a:pt x="83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6" name="Google Shape;4206;p52"/>
            <p:cNvSpPr/>
            <p:nvPr/>
          </p:nvSpPr>
          <p:spPr>
            <a:xfrm>
              <a:off x="743836" y="4065346"/>
              <a:ext cx="165700" cy="165726"/>
            </a:xfrm>
            <a:custGeom>
              <a:rect b="b" l="l" r="r" t="t"/>
              <a:pathLst>
                <a:path extrusionOk="0" h="10230" w="10230">
                  <a:moveTo>
                    <a:pt x="8320" y="1274"/>
                  </a:moveTo>
                  <a:cubicBezTo>
                    <a:pt x="8671" y="1274"/>
                    <a:pt x="8957" y="1560"/>
                    <a:pt x="8957" y="1910"/>
                  </a:cubicBezTo>
                  <a:lnTo>
                    <a:pt x="8957" y="8319"/>
                  </a:lnTo>
                  <a:cubicBezTo>
                    <a:pt x="8957" y="8671"/>
                    <a:pt x="8671" y="8955"/>
                    <a:pt x="8320" y="8955"/>
                  </a:cubicBezTo>
                  <a:lnTo>
                    <a:pt x="1912" y="8955"/>
                  </a:lnTo>
                  <a:cubicBezTo>
                    <a:pt x="1560" y="8955"/>
                    <a:pt x="1275" y="8671"/>
                    <a:pt x="1274" y="8319"/>
                  </a:cubicBezTo>
                  <a:lnTo>
                    <a:pt x="1274" y="1910"/>
                  </a:lnTo>
                  <a:cubicBezTo>
                    <a:pt x="1275" y="1560"/>
                    <a:pt x="1560" y="1274"/>
                    <a:pt x="1912" y="1274"/>
                  </a:cubicBezTo>
                  <a:close/>
                  <a:moveTo>
                    <a:pt x="1912" y="1"/>
                  </a:moveTo>
                  <a:cubicBezTo>
                    <a:pt x="857" y="2"/>
                    <a:pt x="2" y="856"/>
                    <a:pt x="1" y="1910"/>
                  </a:cubicBezTo>
                  <a:lnTo>
                    <a:pt x="1" y="8319"/>
                  </a:lnTo>
                  <a:cubicBezTo>
                    <a:pt x="2" y="9373"/>
                    <a:pt x="857" y="10228"/>
                    <a:pt x="1912" y="10230"/>
                  </a:cubicBezTo>
                  <a:lnTo>
                    <a:pt x="8320" y="10230"/>
                  </a:lnTo>
                  <a:cubicBezTo>
                    <a:pt x="9373" y="10228"/>
                    <a:pt x="10228" y="9373"/>
                    <a:pt x="10230" y="8319"/>
                  </a:cubicBezTo>
                  <a:lnTo>
                    <a:pt x="10230" y="1910"/>
                  </a:lnTo>
                  <a:cubicBezTo>
                    <a:pt x="10228" y="856"/>
                    <a:pt x="9373" y="2"/>
                    <a:pt x="83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7" name="Google Shape;4207;p52"/>
            <p:cNvSpPr/>
            <p:nvPr/>
          </p:nvSpPr>
          <p:spPr>
            <a:xfrm>
              <a:off x="557549" y="4065346"/>
              <a:ext cx="165684" cy="165726"/>
            </a:xfrm>
            <a:custGeom>
              <a:rect b="b" l="l" r="r" t="t"/>
              <a:pathLst>
                <a:path extrusionOk="0" h="10230" w="10229">
                  <a:moveTo>
                    <a:pt x="8319" y="1274"/>
                  </a:moveTo>
                  <a:cubicBezTo>
                    <a:pt x="8670" y="1274"/>
                    <a:pt x="8955" y="1560"/>
                    <a:pt x="8956" y="1910"/>
                  </a:cubicBezTo>
                  <a:lnTo>
                    <a:pt x="8956" y="8319"/>
                  </a:lnTo>
                  <a:cubicBezTo>
                    <a:pt x="8955" y="8671"/>
                    <a:pt x="8670" y="8955"/>
                    <a:pt x="8319" y="8955"/>
                  </a:cubicBezTo>
                  <a:lnTo>
                    <a:pt x="1911" y="8955"/>
                  </a:lnTo>
                  <a:cubicBezTo>
                    <a:pt x="1559" y="8955"/>
                    <a:pt x="1274" y="8671"/>
                    <a:pt x="1273" y="8319"/>
                  </a:cubicBezTo>
                  <a:lnTo>
                    <a:pt x="1273" y="1910"/>
                  </a:lnTo>
                  <a:cubicBezTo>
                    <a:pt x="1274" y="1560"/>
                    <a:pt x="1559" y="1274"/>
                    <a:pt x="1911" y="1274"/>
                  </a:cubicBezTo>
                  <a:close/>
                  <a:moveTo>
                    <a:pt x="1911" y="1"/>
                  </a:moveTo>
                  <a:cubicBezTo>
                    <a:pt x="856" y="2"/>
                    <a:pt x="2" y="856"/>
                    <a:pt x="0" y="1910"/>
                  </a:cubicBezTo>
                  <a:lnTo>
                    <a:pt x="0" y="8319"/>
                  </a:lnTo>
                  <a:cubicBezTo>
                    <a:pt x="2" y="9373"/>
                    <a:pt x="856" y="10228"/>
                    <a:pt x="1911" y="10230"/>
                  </a:cubicBezTo>
                  <a:lnTo>
                    <a:pt x="8319" y="10230"/>
                  </a:lnTo>
                  <a:cubicBezTo>
                    <a:pt x="9373" y="10228"/>
                    <a:pt x="10228" y="9373"/>
                    <a:pt x="10229" y="8319"/>
                  </a:cubicBezTo>
                  <a:lnTo>
                    <a:pt x="10229" y="1910"/>
                  </a:lnTo>
                  <a:cubicBezTo>
                    <a:pt x="10228" y="856"/>
                    <a:pt x="9373" y="2"/>
                    <a:pt x="831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8" name="Google Shape;4208;p52"/>
            <p:cNvSpPr/>
            <p:nvPr/>
          </p:nvSpPr>
          <p:spPr>
            <a:xfrm>
              <a:off x="599484" y="4107288"/>
              <a:ext cx="82510" cy="82539"/>
            </a:xfrm>
            <a:custGeom>
              <a:rect b="b" l="l" r="r" t="t"/>
              <a:pathLst>
                <a:path extrusionOk="0" h="5095" w="5094">
                  <a:moveTo>
                    <a:pt x="2548" y="0"/>
                  </a:moveTo>
                  <a:cubicBezTo>
                    <a:pt x="2196" y="0"/>
                    <a:pt x="1910" y="285"/>
                    <a:pt x="1910" y="637"/>
                  </a:cubicBezTo>
                  <a:lnTo>
                    <a:pt x="1910" y="1910"/>
                  </a:lnTo>
                  <a:lnTo>
                    <a:pt x="637" y="1910"/>
                  </a:lnTo>
                  <a:cubicBezTo>
                    <a:pt x="285" y="1910"/>
                    <a:pt x="1" y="2195"/>
                    <a:pt x="1" y="2547"/>
                  </a:cubicBezTo>
                  <a:cubicBezTo>
                    <a:pt x="1" y="2898"/>
                    <a:pt x="285" y="3184"/>
                    <a:pt x="637" y="3184"/>
                  </a:cubicBezTo>
                  <a:lnTo>
                    <a:pt x="1910" y="3184"/>
                  </a:lnTo>
                  <a:lnTo>
                    <a:pt x="1910" y="4457"/>
                  </a:lnTo>
                  <a:cubicBezTo>
                    <a:pt x="1910" y="4809"/>
                    <a:pt x="2196" y="5095"/>
                    <a:pt x="2548" y="5095"/>
                  </a:cubicBezTo>
                  <a:cubicBezTo>
                    <a:pt x="2899" y="5095"/>
                    <a:pt x="3185" y="4809"/>
                    <a:pt x="3185" y="4457"/>
                  </a:cubicBezTo>
                  <a:lnTo>
                    <a:pt x="3185" y="3184"/>
                  </a:lnTo>
                  <a:lnTo>
                    <a:pt x="4457" y="3184"/>
                  </a:lnTo>
                  <a:cubicBezTo>
                    <a:pt x="4809" y="3184"/>
                    <a:pt x="5094" y="2898"/>
                    <a:pt x="5094" y="2547"/>
                  </a:cubicBezTo>
                  <a:cubicBezTo>
                    <a:pt x="5094" y="2195"/>
                    <a:pt x="4809" y="1910"/>
                    <a:pt x="4457" y="1910"/>
                  </a:cubicBezTo>
                  <a:lnTo>
                    <a:pt x="3185" y="1910"/>
                  </a:lnTo>
                  <a:lnTo>
                    <a:pt x="3185" y="637"/>
                  </a:lnTo>
                  <a:cubicBezTo>
                    <a:pt x="3185" y="285"/>
                    <a:pt x="2899" y="0"/>
                    <a:pt x="254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9" name="Google Shape;4209;p52"/>
            <p:cNvSpPr/>
            <p:nvPr/>
          </p:nvSpPr>
          <p:spPr>
            <a:xfrm>
              <a:off x="785107" y="4138230"/>
              <a:ext cx="83190" cy="20639"/>
            </a:xfrm>
            <a:custGeom>
              <a:rect b="b" l="l" r="r" t="t"/>
              <a:pathLst>
                <a:path extrusionOk="0" h="1274" w="5136">
                  <a:moveTo>
                    <a:pt x="637" y="1"/>
                  </a:moveTo>
                  <a:cubicBezTo>
                    <a:pt x="285" y="1"/>
                    <a:pt x="0" y="285"/>
                    <a:pt x="0" y="637"/>
                  </a:cubicBezTo>
                  <a:cubicBezTo>
                    <a:pt x="0" y="989"/>
                    <a:pt x="285" y="1274"/>
                    <a:pt x="637" y="1274"/>
                  </a:cubicBezTo>
                  <a:lnTo>
                    <a:pt x="4499" y="1274"/>
                  </a:lnTo>
                  <a:cubicBezTo>
                    <a:pt x="4850" y="1274"/>
                    <a:pt x="5136" y="989"/>
                    <a:pt x="5136" y="637"/>
                  </a:cubicBezTo>
                  <a:cubicBezTo>
                    <a:pt x="5136" y="285"/>
                    <a:pt x="4850" y="1"/>
                    <a:pt x="449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0" name="Google Shape;4210;p52"/>
            <p:cNvSpPr/>
            <p:nvPr/>
          </p:nvSpPr>
          <p:spPr>
            <a:xfrm>
              <a:off x="785107" y="4303243"/>
              <a:ext cx="83190" cy="20655"/>
            </a:xfrm>
            <a:custGeom>
              <a:rect b="b" l="l" r="r" t="t"/>
              <a:pathLst>
                <a:path extrusionOk="0" h="1275" w="5136">
                  <a:moveTo>
                    <a:pt x="637" y="0"/>
                  </a:moveTo>
                  <a:cubicBezTo>
                    <a:pt x="285" y="0"/>
                    <a:pt x="0" y="286"/>
                    <a:pt x="0" y="638"/>
                  </a:cubicBezTo>
                  <a:cubicBezTo>
                    <a:pt x="0" y="988"/>
                    <a:pt x="285" y="1274"/>
                    <a:pt x="637" y="1274"/>
                  </a:cubicBezTo>
                  <a:lnTo>
                    <a:pt x="4499" y="1274"/>
                  </a:lnTo>
                  <a:cubicBezTo>
                    <a:pt x="4850" y="1274"/>
                    <a:pt x="5136" y="988"/>
                    <a:pt x="5136" y="638"/>
                  </a:cubicBezTo>
                  <a:cubicBezTo>
                    <a:pt x="5136" y="286"/>
                    <a:pt x="4850" y="0"/>
                    <a:pt x="449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1" name="Google Shape;4211;p52"/>
            <p:cNvSpPr/>
            <p:nvPr/>
          </p:nvSpPr>
          <p:spPr>
            <a:xfrm>
              <a:off x="785107" y="4344504"/>
              <a:ext cx="83190" cy="20639"/>
            </a:xfrm>
            <a:custGeom>
              <a:rect b="b" l="l" r="r" t="t"/>
              <a:pathLst>
                <a:path extrusionOk="0" h="1274" w="5136">
                  <a:moveTo>
                    <a:pt x="637" y="0"/>
                  </a:moveTo>
                  <a:cubicBezTo>
                    <a:pt x="285" y="0"/>
                    <a:pt x="0" y="285"/>
                    <a:pt x="0" y="637"/>
                  </a:cubicBezTo>
                  <a:cubicBezTo>
                    <a:pt x="0" y="989"/>
                    <a:pt x="285" y="1273"/>
                    <a:pt x="637" y="1273"/>
                  </a:cubicBezTo>
                  <a:lnTo>
                    <a:pt x="4499" y="1273"/>
                  </a:lnTo>
                  <a:cubicBezTo>
                    <a:pt x="4850" y="1273"/>
                    <a:pt x="5136" y="989"/>
                    <a:pt x="5136" y="637"/>
                  </a:cubicBezTo>
                  <a:cubicBezTo>
                    <a:pt x="5136" y="285"/>
                    <a:pt x="4850" y="0"/>
                    <a:pt x="449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2" name="Google Shape;4212;p52"/>
            <p:cNvSpPr/>
            <p:nvPr/>
          </p:nvSpPr>
          <p:spPr>
            <a:xfrm>
              <a:off x="607534" y="4301996"/>
              <a:ext cx="66523" cy="64476"/>
            </a:xfrm>
            <a:custGeom>
              <a:rect b="b" l="l" r="r" t="t"/>
              <a:pathLst>
                <a:path extrusionOk="0" h="3980" w="4107">
                  <a:moveTo>
                    <a:pt x="699" y="0"/>
                  </a:moveTo>
                  <a:cubicBezTo>
                    <a:pt x="536" y="0"/>
                    <a:pt x="373" y="62"/>
                    <a:pt x="249" y="187"/>
                  </a:cubicBezTo>
                  <a:cubicBezTo>
                    <a:pt x="0" y="436"/>
                    <a:pt x="0" y="838"/>
                    <a:pt x="249" y="1087"/>
                  </a:cubicBezTo>
                  <a:lnTo>
                    <a:pt x="1150" y="1988"/>
                  </a:lnTo>
                  <a:lnTo>
                    <a:pt x="249" y="2888"/>
                  </a:lnTo>
                  <a:cubicBezTo>
                    <a:pt x="0" y="3136"/>
                    <a:pt x="0" y="3540"/>
                    <a:pt x="249" y="3787"/>
                  </a:cubicBezTo>
                  <a:cubicBezTo>
                    <a:pt x="373" y="3912"/>
                    <a:pt x="536" y="3974"/>
                    <a:pt x="699" y="3974"/>
                  </a:cubicBezTo>
                  <a:cubicBezTo>
                    <a:pt x="862" y="3974"/>
                    <a:pt x="1026" y="3912"/>
                    <a:pt x="1150" y="3787"/>
                  </a:cubicBezTo>
                  <a:lnTo>
                    <a:pt x="2050" y="2888"/>
                  </a:lnTo>
                  <a:lnTo>
                    <a:pt x="2950" y="3787"/>
                  </a:lnTo>
                  <a:cubicBezTo>
                    <a:pt x="3075" y="3915"/>
                    <a:pt x="3240" y="3979"/>
                    <a:pt x="3405" y="3979"/>
                  </a:cubicBezTo>
                  <a:cubicBezTo>
                    <a:pt x="3568" y="3979"/>
                    <a:pt x="3730" y="3917"/>
                    <a:pt x="3855" y="3793"/>
                  </a:cubicBezTo>
                  <a:cubicBezTo>
                    <a:pt x="4106" y="3543"/>
                    <a:pt x="4103" y="3135"/>
                    <a:pt x="3851" y="2888"/>
                  </a:cubicBezTo>
                  <a:lnTo>
                    <a:pt x="2950" y="1988"/>
                  </a:lnTo>
                  <a:lnTo>
                    <a:pt x="3851" y="1087"/>
                  </a:lnTo>
                  <a:cubicBezTo>
                    <a:pt x="4099" y="838"/>
                    <a:pt x="4099" y="436"/>
                    <a:pt x="3851" y="187"/>
                  </a:cubicBezTo>
                  <a:cubicBezTo>
                    <a:pt x="3726" y="62"/>
                    <a:pt x="3563" y="0"/>
                    <a:pt x="3400" y="0"/>
                  </a:cubicBezTo>
                  <a:cubicBezTo>
                    <a:pt x="3237" y="0"/>
                    <a:pt x="3075" y="62"/>
                    <a:pt x="2951" y="187"/>
                  </a:cubicBezTo>
                  <a:lnTo>
                    <a:pt x="2050" y="1087"/>
                  </a:lnTo>
                  <a:lnTo>
                    <a:pt x="1150" y="187"/>
                  </a:lnTo>
                  <a:cubicBezTo>
                    <a:pt x="1026" y="62"/>
                    <a:pt x="862" y="0"/>
                    <a:pt x="69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13" name="Google Shape;4213;p52"/>
          <p:cNvGrpSpPr/>
          <p:nvPr/>
        </p:nvGrpSpPr>
        <p:grpSpPr>
          <a:xfrm>
            <a:off x="2529906" y="3435040"/>
            <a:ext cx="360009" cy="360031"/>
            <a:chOff x="563995" y="4664017"/>
            <a:chExt cx="352053" cy="352075"/>
          </a:xfrm>
        </p:grpSpPr>
        <p:sp>
          <p:nvSpPr>
            <p:cNvPr id="4214" name="Google Shape;4214;p52"/>
            <p:cNvSpPr/>
            <p:nvPr/>
          </p:nvSpPr>
          <p:spPr>
            <a:xfrm>
              <a:off x="563995" y="4664017"/>
              <a:ext cx="352053" cy="352075"/>
            </a:xfrm>
            <a:custGeom>
              <a:rect b="b" l="l" r="r" t="t"/>
              <a:pathLst>
                <a:path extrusionOk="0" h="21733" w="21735">
                  <a:moveTo>
                    <a:pt x="15959" y="5137"/>
                  </a:moveTo>
                  <a:cubicBezTo>
                    <a:pt x="16311" y="5139"/>
                    <a:pt x="16595" y="5423"/>
                    <a:pt x="16595" y="5774"/>
                  </a:cubicBezTo>
                  <a:lnTo>
                    <a:pt x="16595" y="15960"/>
                  </a:lnTo>
                  <a:cubicBezTo>
                    <a:pt x="16595" y="16312"/>
                    <a:pt x="16311" y="16597"/>
                    <a:pt x="15959" y="16597"/>
                  </a:cubicBezTo>
                  <a:lnTo>
                    <a:pt x="5774" y="16597"/>
                  </a:lnTo>
                  <a:cubicBezTo>
                    <a:pt x="5422" y="16597"/>
                    <a:pt x="5137" y="16312"/>
                    <a:pt x="5136" y="15960"/>
                  </a:cubicBezTo>
                  <a:lnTo>
                    <a:pt x="5137" y="5774"/>
                  </a:lnTo>
                  <a:cubicBezTo>
                    <a:pt x="5137" y="5423"/>
                    <a:pt x="5422" y="5139"/>
                    <a:pt x="5774" y="5137"/>
                  </a:cubicBezTo>
                  <a:close/>
                  <a:moveTo>
                    <a:pt x="7047" y="0"/>
                  </a:moveTo>
                  <a:cubicBezTo>
                    <a:pt x="6695" y="0"/>
                    <a:pt x="6410" y="285"/>
                    <a:pt x="6410" y="637"/>
                  </a:cubicBezTo>
                  <a:lnTo>
                    <a:pt x="6410" y="3862"/>
                  </a:lnTo>
                  <a:lnTo>
                    <a:pt x="5774" y="3862"/>
                  </a:lnTo>
                  <a:cubicBezTo>
                    <a:pt x="4718" y="3863"/>
                    <a:pt x="3863" y="4719"/>
                    <a:pt x="3863" y="5774"/>
                  </a:cubicBezTo>
                  <a:lnTo>
                    <a:pt x="3863" y="6410"/>
                  </a:lnTo>
                  <a:lnTo>
                    <a:pt x="638" y="6410"/>
                  </a:lnTo>
                  <a:cubicBezTo>
                    <a:pt x="286" y="6410"/>
                    <a:pt x="0" y="6695"/>
                    <a:pt x="0" y="7047"/>
                  </a:cubicBezTo>
                  <a:cubicBezTo>
                    <a:pt x="0" y="7399"/>
                    <a:pt x="286" y="7684"/>
                    <a:pt x="638" y="7684"/>
                  </a:cubicBezTo>
                  <a:lnTo>
                    <a:pt x="3863" y="7684"/>
                  </a:lnTo>
                  <a:lnTo>
                    <a:pt x="3863" y="8957"/>
                  </a:lnTo>
                  <a:lnTo>
                    <a:pt x="638" y="8957"/>
                  </a:lnTo>
                  <a:cubicBezTo>
                    <a:pt x="286" y="8957"/>
                    <a:pt x="0" y="9242"/>
                    <a:pt x="0" y="9594"/>
                  </a:cubicBezTo>
                  <a:cubicBezTo>
                    <a:pt x="0" y="9946"/>
                    <a:pt x="286" y="10232"/>
                    <a:pt x="638" y="10232"/>
                  </a:cubicBezTo>
                  <a:lnTo>
                    <a:pt x="3863" y="10232"/>
                  </a:lnTo>
                  <a:lnTo>
                    <a:pt x="3863" y="11505"/>
                  </a:lnTo>
                  <a:lnTo>
                    <a:pt x="638" y="11505"/>
                  </a:lnTo>
                  <a:cubicBezTo>
                    <a:pt x="286" y="11505"/>
                    <a:pt x="0" y="11789"/>
                    <a:pt x="0" y="12141"/>
                  </a:cubicBezTo>
                  <a:cubicBezTo>
                    <a:pt x="0" y="12493"/>
                    <a:pt x="286" y="12779"/>
                    <a:pt x="638" y="12779"/>
                  </a:cubicBezTo>
                  <a:lnTo>
                    <a:pt x="3863" y="12779"/>
                  </a:lnTo>
                  <a:lnTo>
                    <a:pt x="3863" y="14052"/>
                  </a:lnTo>
                  <a:lnTo>
                    <a:pt x="638" y="14051"/>
                  </a:lnTo>
                  <a:cubicBezTo>
                    <a:pt x="286" y="14051"/>
                    <a:pt x="0" y="14335"/>
                    <a:pt x="0" y="14687"/>
                  </a:cubicBezTo>
                  <a:cubicBezTo>
                    <a:pt x="0" y="15039"/>
                    <a:pt x="286" y="15324"/>
                    <a:pt x="638" y="15324"/>
                  </a:cubicBezTo>
                  <a:lnTo>
                    <a:pt x="3863" y="15324"/>
                  </a:lnTo>
                  <a:lnTo>
                    <a:pt x="3863" y="15960"/>
                  </a:lnTo>
                  <a:cubicBezTo>
                    <a:pt x="3864" y="17015"/>
                    <a:pt x="4719" y="17869"/>
                    <a:pt x="5772" y="17871"/>
                  </a:cubicBezTo>
                  <a:lnTo>
                    <a:pt x="6410" y="17871"/>
                  </a:lnTo>
                  <a:lnTo>
                    <a:pt x="6410" y="21096"/>
                  </a:lnTo>
                  <a:cubicBezTo>
                    <a:pt x="6410" y="21448"/>
                    <a:pt x="6695" y="21732"/>
                    <a:pt x="7047" y="21732"/>
                  </a:cubicBezTo>
                  <a:cubicBezTo>
                    <a:pt x="7399" y="21732"/>
                    <a:pt x="7685" y="21448"/>
                    <a:pt x="7685" y="21096"/>
                  </a:cubicBezTo>
                  <a:lnTo>
                    <a:pt x="7685" y="17871"/>
                  </a:lnTo>
                  <a:lnTo>
                    <a:pt x="8958" y="17871"/>
                  </a:lnTo>
                  <a:lnTo>
                    <a:pt x="8958" y="21096"/>
                  </a:lnTo>
                  <a:cubicBezTo>
                    <a:pt x="8958" y="21448"/>
                    <a:pt x="9242" y="21732"/>
                    <a:pt x="9594" y="21732"/>
                  </a:cubicBezTo>
                  <a:cubicBezTo>
                    <a:pt x="9946" y="21732"/>
                    <a:pt x="10232" y="21448"/>
                    <a:pt x="10232" y="21096"/>
                  </a:cubicBezTo>
                  <a:lnTo>
                    <a:pt x="10232" y="17871"/>
                  </a:lnTo>
                  <a:lnTo>
                    <a:pt x="11505" y="17871"/>
                  </a:lnTo>
                  <a:lnTo>
                    <a:pt x="11505" y="21096"/>
                  </a:lnTo>
                  <a:cubicBezTo>
                    <a:pt x="11505" y="21448"/>
                    <a:pt x="11789" y="21732"/>
                    <a:pt x="12141" y="21732"/>
                  </a:cubicBezTo>
                  <a:cubicBezTo>
                    <a:pt x="12493" y="21732"/>
                    <a:pt x="12779" y="21448"/>
                    <a:pt x="12779" y="21096"/>
                  </a:cubicBezTo>
                  <a:lnTo>
                    <a:pt x="12779" y="17871"/>
                  </a:lnTo>
                  <a:lnTo>
                    <a:pt x="14052" y="17871"/>
                  </a:lnTo>
                  <a:lnTo>
                    <a:pt x="14052" y="21096"/>
                  </a:lnTo>
                  <a:cubicBezTo>
                    <a:pt x="14052" y="21448"/>
                    <a:pt x="14337" y="21732"/>
                    <a:pt x="14689" y="21732"/>
                  </a:cubicBezTo>
                  <a:cubicBezTo>
                    <a:pt x="15041" y="21732"/>
                    <a:pt x="15326" y="21448"/>
                    <a:pt x="15326" y="21096"/>
                  </a:cubicBezTo>
                  <a:lnTo>
                    <a:pt x="15326" y="17871"/>
                  </a:lnTo>
                  <a:lnTo>
                    <a:pt x="15963" y="17871"/>
                  </a:lnTo>
                  <a:cubicBezTo>
                    <a:pt x="17016" y="17869"/>
                    <a:pt x="17871" y="17015"/>
                    <a:pt x="17872" y="15960"/>
                  </a:cubicBezTo>
                  <a:lnTo>
                    <a:pt x="17872" y="15324"/>
                  </a:lnTo>
                  <a:lnTo>
                    <a:pt x="21098" y="15324"/>
                  </a:lnTo>
                  <a:cubicBezTo>
                    <a:pt x="21449" y="15324"/>
                    <a:pt x="21735" y="15039"/>
                    <a:pt x="21735" y="14687"/>
                  </a:cubicBezTo>
                  <a:cubicBezTo>
                    <a:pt x="21735" y="14335"/>
                    <a:pt x="21449" y="14051"/>
                    <a:pt x="21098" y="14051"/>
                  </a:cubicBezTo>
                  <a:lnTo>
                    <a:pt x="17872" y="14051"/>
                  </a:lnTo>
                  <a:lnTo>
                    <a:pt x="17872" y="12776"/>
                  </a:lnTo>
                  <a:lnTo>
                    <a:pt x="21098" y="12776"/>
                  </a:lnTo>
                  <a:cubicBezTo>
                    <a:pt x="21449" y="12776"/>
                    <a:pt x="21735" y="12492"/>
                    <a:pt x="21735" y="12140"/>
                  </a:cubicBezTo>
                  <a:cubicBezTo>
                    <a:pt x="21735" y="11788"/>
                    <a:pt x="21449" y="11503"/>
                    <a:pt x="21098" y="11503"/>
                  </a:cubicBezTo>
                  <a:lnTo>
                    <a:pt x="17872" y="11503"/>
                  </a:lnTo>
                  <a:lnTo>
                    <a:pt x="17872" y="10229"/>
                  </a:lnTo>
                  <a:lnTo>
                    <a:pt x="21098" y="10229"/>
                  </a:lnTo>
                  <a:cubicBezTo>
                    <a:pt x="21449" y="10229"/>
                    <a:pt x="21735" y="9945"/>
                    <a:pt x="21735" y="9593"/>
                  </a:cubicBezTo>
                  <a:cubicBezTo>
                    <a:pt x="21735" y="9241"/>
                    <a:pt x="21449" y="8956"/>
                    <a:pt x="21098" y="8956"/>
                  </a:cubicBezTo>
                  <a:lnTo>
                    <a:pt x="17872" y="8956"/>
                  </a:lnTo>
                  <a:lnTo>
                    <a:pt x="17872" y="7682"/>
                  </a:lnTo>
                  <a:lnTo>
                    <a:pt x="21098" y="7682"/>
                  </a:lnTo>
                  <a:cubicBezTo>
                    <a:pt x="21449" y="7682"/>
                    <a:pt x="21735" y="7397"/>
                    <a:pt x="21735" y="7045"/>
                  </a:cubicBezTo>
                  <a:cubicBezTo>
                    <a:pt x="21735" y="6693"/>
                    <a:pt x="21449" y="6409"/>
                    <a:pt x="21098" y="6409"/>
                  </a:cubicBezTo>
                  <a:lnTo>
                    <a:pt x="17872" y="6409"/>
                  </a:lnTo>
                  <a:lnTo>
                    <a:pt x="17872" y="5772"/>
                  </a:lnTo>
                  <a:cubicBezTo>
                    <a:pt x="17871" y="4718"/>
                    <a:pt x="17016" y="3863"/>
                    <a:pt x="15963" y="3862"/>
                  </a:cubicBezTo>
                  <a:lnTo>
                    <a:pt x="15326" y="3862"/>
                  </a:lnTo>
                  <a:lnTo>
                    <a:pt x="15326" y="637"/>
                  </a:lnTo>
                  <a:cubicBezTo>
                    <a:pt x="15326" y="285"/>
                    <a:pt x="15041" y="0"/>
                    <a:pt x="14689" y="0"/>
                  </a:cubicBezTo>
                  <a:cubicBezTo>
                    <a:pt x="14337" y="0"/>
                    <a:pt x="14052" y="285"/>
                    <a:pt x="14052" y="637"/>
                  </a:cubicBezTo>
                  <a:lnTo>
                    <a:pt x="14052" y="3862"/>
                  </a:lnTo>
                  <a:lnTo>
                    <a:pt x="12779" y="3862"/>
                  </a:lnTo>
                  <a:lnTo>
                    <a:pt x="12779" y="637"/>
                  </a:lnTo>
                  <a:cubicBezTo>
                    <a:pt x="12779" y="285"/>
                    <a:pt x="12493" y="0"/>
                    <a:pt x="12141" y="0"/>
                  </a:cubicBezTo>
                  <a:cubicBezTo>
                    <a:pt x="11789" y="0"/>
                    <a:pt x="11505" y="285"/>
                    <a:pt x="11505" y="637"/>
                  </a:cubicBezTo>
                  <a:lnTo>
                    <a:pt x="11505" y="3862"/>
                  </a:lnTo>
                  <a:lnTo>
                    <a:pt x="10232" y="3862"/>
                  </a:lnTo>
                  <a:lnTo>
                    <a:pt x="10232" y="637"/>
                  </a:lnTo>
                  <a:cubicBezTo>
                    <a:pt x="10232" y="285"/>
                    <a:pt x="9946" y="0"/>
                    <a:pt x="9594" y="0"/>
                  </a:cubicBezTo>
                  <a:cubicBezTo>
                    <a:pt x="9242" y="0"/>
                    <a:pt x="8958" y="285"/>
                    <a:pt x="8958" y="637"/>
                  </a:cubicBezTo>
                  <a:lnTo>
                    <a:pt x="8958" y="3862"/>
                  </a:lnTo>
                  <a:lnTo>
                    <a:pt x="7685" y="3862"/>
                  </a:lnTo>
                  <a:lnTo>
                    <a:pt x="7685" y="637"/>
                  </a:lnTo>
                  <a:cubicBezTo>
                    <a:pt x="7685" y="285"/>
                    <a:pt x="7399" y="0"/>
                    <a:pt x="70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5" name="Google Shape;4215;p52"/>
            <p:cNvSpPr/>
            <p:nvPr/>
          </p:nvSpPr>
          <p:spPr>
            <a:xfrm>
              <a:off x="667821" y="4767875"/>
              <a:ext cx="144385" cy="144391"/>
            </a:xfrm>
            <a:custGeom>
              <a:rect b="b" l="l" r="r" t="t"/>
              <a:pathLst>
                <a:path extrusionOk="0" h="8913" w="8914">
                  <a:moveTo>
                    <a:pt x="6366" y="1273"/>
                  </a:moveTo>
                  <a:lnTo>
                    <a:pt x="6366" y="1910"/>
                  </a:lnTo>
                  <a:cubicBezTo>
                    <a:pt x="6366" y="2261"/>
                    <a:pt x="6652" y="2546"/>
                    <a:pt x="7004" y="2546"/>
                  </a:cubicBezTo>
                  <a:lnTo>
                    <a:pt x="7641" y="2546"/>
                  </a:lnTo>
                  <a:lnTo>
                    <a:pt x="7641" y="6365"/>
                  </a:lnTo>
                  <a:lnTo>
                    <a:pt x="7004" y="6365"/>
                  </a:lnTo>
                  <a:cubicBezTo>
                    <a:pt x="6652" y="6365"/>
                    <a:pt x="6366" y="6651"/>
                    <a:pt x="6366" y="7003"/>
                  </a:cubicBezTo>
                  <a:lnTo>
                    <a:pt x="6366" y="7640"/>
                  </a:lnTo>
                  <a:lnTo>
                    <a:pt x="2546" y="7640"/>
                  </a:lnTo>
                  <a:lnTo>
                    <a:pt x="2546" y="7003"/>
                  </a:lnTo>
                  <a:cubicBezTo>
                    <a:pt x="2546" y="6651"/>
                    <a:pt x="2262" y="6365"/>
                    <a:pt x="1910" y="6365"/>
                  </a:cubicBezTo>
                  <a:lnTo>
                    <a:pt x="1275" y="6365"/>
                  </a:lnTo>
                  <a:lnTo>
                    <a:pt x="1275" y="2546"/>
                  </a:lnTo>
                  <a:lnTo>
                    <a:pt x="1911" y="2546"/>
                  </a:lnTo>
                  <a:cubicBezTo>
                    <a:pt x="2262" y="2546"/>
                    <a:pt x="2548" y="2262"/>
                    <a:pt x="2548" y="1910"/>
                  </a:cubicBezTo>
                  <a:lnTo>
                    <a:pt x="2548" y="1273"/>
                  </a:lnTo>
                  <a:close/>
                  <a:moveTo>
                    <a:pt x="1907" y="0"/>
                  </a:moveTo>
                  <a:cubicBezTo>
                    <a:pt x="1556" y="0"/>
                    <a:pt x="1273" y="286"/>
                    <a:pt x="1273" y="637"/>
                  </a:cubicBezTo>
                  <a:lnTo>
                    <a:pt x="1273" y="1273"/>
                  </a:lnTo>
                  <a:lnTo>
                    <a:pt x="637" y="1273"/>
                  </a:lnTo>
                  <a:cubicBezTo>
                    <a:pt x="285" y="1273"/>
                    <a:pt x="0" y="1558"/>
                    <a:pt x="0" y="1910"/>
                  </a:cubicBezTo>
                  <a:lnTo>
                    <a:pt x="0" y="7003"/>
                  </a:lnTo>
                  <a:cubicBezTo>
                    <a:pt x="0" y="7354"/>
                    <a:pt x="285" y="7640"/>
                    <a:pt x="637" y="7640"/>
                  </a:cubicBezTo>
                  <a:lnTo>
                    <a:pt x="1275" y="7640"/>
                  </a:lnTo>
                  <a:lnTo>
                    <a:pt x="1275" y="8276"/>
                  </a:lnTo>
                  <a:cubicBezTo>
                    <a:pt x="1273" y="8628"/>
                    <a:pt x="1559" y="8913"/>
                    <a:pt x="1911" y="8913"/>
                  </a:cubicBezTo>
                  <a:lnTo>
                    <a:pt x="7004" y="8913"/>
                  </a:lnTo>
                  <a:cubicBezTo>
                    <a:pt x="7355" y="8913"/>
                    <a:pt x="7641" y="8628"/>
                    <a:pt x="7641" y="8276"/>
                  </a:cubicBezTo>
                  <a:lnTo>
                    <a:pt x="7641" y="7640"/>
                  </a:lnTo>
                  <a:lnTo>
                    <a:pt x="8277" y="7640"/>
                  </a:lnTo>
                  <a:cubicBezTo>
                    <a:pt x="8628" y="7640"/>
                    <a:pt x="8914" y="7354"/>
                    <a:pt x="8914" y="7003"/>
                  </a:cubicBezTo>
                  <a:lnTo>
                    <a:pt x="8914" y="1910"/>
                  </a:lnTo>
                  <a:cubicBezTo>
                    <a:pt x="8914" y="1558"/>
                    <a:pt x="8628" y="1273"/>
                    <a:pt x="8277" y="1273"/>
                  </a:cubicBezTo>
                  <a:lnTo>
                    <a:pt x="7641" y="1273"/>
                  </a:lnTo>
                  <a:lnTo>
                    <a:pt x="7641" y="637"/>
                  </a:lnTo>
                  <a:cubicBezTo>
                    <a:pt x="7641" y="286"/>
                    <a:pt x="7356" y="0"/>
                    <a:pt x="7007" y="0"/>
                  </a:cubicBezTo>
                  <a:cubicBezTo>
                    <a:pt x="7006" y="0"/>
                    <a:pt x="7005" y="0"/>
                    <a:pt x="7004" y="0"/>
                  </a:cubicBezTo>
                  <a:lnTo>
                    <a:pt x="1910" y="0"/>
                  </a:lnTo>
                  <a:cubicBezTo>
                    <a:pt x="1909" y="0"/>
                    <a:pt x="1908" y="0"/>
                    <a:pt x="190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216" name="Google Shape;4216;p52"/>
          <p:cNvSpPr/>
          <p:nvPr/>
        </p:nvSpPr>
        <p:spPr>
          <a:xfrm>
            <a:off x="1817956" y="3435061"/>
            <a:ext cx="276345" cy="359991"/>
          </a:xfrm>
          <a:custGeom>
            <a:rect b="b" l="l" r="r" t="t"/>
            <a:pathLst>
              <a:path extrusionOk="0" h="21732" w="16685">
                <a:moveTo>
                  <a:pt x="8342" y="1275"/>
                </a:moveTo>
                <a:cubicBezTo>
                  <a:pt x="10098" y="1275"/>
                  <a:pt x="11526" y="2703"/>
                  <a:pt x="11526" y="4457"/>
                </a:cubicBezTo>
                <a:lnTo>
                  <a:pt x="11526" y="6409"/>
                </a:lnTo>
                <a:lnTo>
                  <a:pt x="5159" y="6409"/>
                </a:lnTo>
                <a:lnTo>
                  <a:pt x="5159" y="4457"/>
                </a:lnTo>
                <a:cubicBezTo>
                  <a:pt x="5159" y="2703"/>
                  <a:pt x="6587" y="1275"/>
                  <a:pt x="8342" y="1275"/>
                </a:cubicBezTo>
                <a:close/>
                <a:moveTo>
                  <a:pt x="14074" y="7684"/>
                </a:moveTo>
                <a:cubicBezTo>
                  <a:pt x="14128" y="13516"/>
                  <a:pt x="14900" y="18592"/>
                  <a:pt x="15220" y="20458"/>
                </a:cubicBezTo>
                <a:lnTo>
                  <a:pt x="1465" y="20458"/>
                </a:lnTo>
                <a:cubicBezTo>
                  <a:pt x="1784" y="18592"/>
                  <a:pt x="2557" y="13516"/>
                  <a:pt x="2609" y="7684"/>
                </a:cubicBezTo>
                <a:lnTo>
                  <a:pt x="3885" y="7684"/>
                </a:lnTo>
                <a:lnTo>
                  <a:pt x="3885" y="9593"/>
                </a:lnTo>
                <a:cubicBezTo>
                  <a:pt x="3885" y="9945"/>
                  <a:pt x="4171" y="10229"/>
                  <a:pt x="4523" y="10229"/>
                </a:cubicBezTo>
                <a:cubicBezTo>
                  <a:pt x="4875" y="10229"/>
                  <a:pt x="5159" y="9945"/>
                  <a:pt x="5159" y="9593"/>
                </a:cubicBezTo>
                <a:lnTo>
                  <a:pt x="5159" y="7684"/>
                </a:lnTo>
                <a:lnTo>
                  <a:pt x="11526" y="7684"/>
                </a:lnTo>
                <a:lnTo>
                  <a:pt x="11526" y="9593"/>
                </a:lnTo>
                <a:cubicBezTo>
                  <a:pt x="11526" y="9945"/>
                  <a:pt x="11811" y="10229"/>
                  <a:pt x="12162" y="10229"/>
                </a:cubicBezTo>
                <a:cubicBezTo>
                  <a:pt x="12514" y="10229"/>
                  <a:pt x="12800" y="9945"/>
                  <a:pt x="12800" y="9593"/>
                </a:cubicBezTo>
                <a:lnTo>
                  <a:pt x="12800" y="7684"/>
                </a:lnTo>
                <a:close/>
                <a:moveTo>
                  <a:pt x="8342" y="1"/>
                </a:moveTo>
                <a:cubicBezTo>
                  <a:pt x="5885" y="1"/>
                  <a:pt x="3886" y="2000"/>
                  <a:pt x="3886" y="4457"/>
                </a:cubicBezTo>
                <a:lnTo>
                  <a:pt x="3886" y="6409"/>
                </a:lnTo>
                <a:lnTo>
                  <a:pt x="1976" y="6409"/>
                </a:lnTo>
                <a:cubicBezTo>
                  <a:pt x="1624" y="6409"/>
                  <a:pt x="1339" y="6694"/>
                  <a:pt x="1339" y="7046"/>
                </a:cubicBezTo>
                <a:cubicBezTo>
                  <a:pt x="1339" y="14529"/>
                  <a:pt x="91" y="20907"/>
                  <a:pt x="78" y="20970"/>
                </a:cubicBezTo>
                <a:cubicBezTo>
                  <a:pt x="0" y="21363"/>
                  <a:pt x="302" y="21731"/>
                  <a:pt x="703" y="21731"/>
                </a:cubicBezTo>
                <a:lnTo>
                  <a:pt x="15982" y="21731"/>
                </a:lnTo>
                <a:cubicBezTo>
                  <a:pt x="16383" y="21731"/>
                  <a:pt x="16685" y="21363"/>
                  <a:pt x="16607" y="20970"/>
                </a:cubicBezTo>
                <a:cubicBezTo>
                  <a:pt x="16594" y="20907"/>
                  <a:pt x="15346" y="14535"/>
                  <a:pt x="15346" y="7046"/>
                </a:cubicBezTo>
                <a:cubicBezTo>
                  <a:pt x="15346" y="6694"/>
                  <a:pt x="15060" y="6409"/>
                  <a:pt x="14708" y="6409"/>
                </a:cubicBezTo>
                <a:lnTo>
                  <a:pt x="12799" y="6409"/>
                </a:lnTo>
                <a:lnTo>
                  <a:pt x="12799" y="4457"/>
                </a:lnTo>
                <a:cubicBezTo>
                  <a:pt x="12799" y="2000"/>
                  <a:pt x="10799" y="1"/>
                  <a:pt x="834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7" name="Google Shape;4217;p52"/>
          <p:cNvSpPr/>
          <p:nvPr/>
        </p:nvSpPr>
        <p:spPr>
          <a:xfrm>
            <a:off x="1067458" y="3435061"/>
            <a:ext cx="253108" cy="359991"/>
          </a:xfrm>
          <a:custGeom>
            <a:rect b="b" l="l" r="r" t="t"/>
            <a:pathLst>
              <a:path extrusionOk="0" h="21732" w="15282">
                <a:moveTo>
                  <a:pt x="7641" y="1770"/>
                </a:moveTo>
                <a:cubicBezTo>
                  <a:pt x="7788" y="1926"/>
                  <a:pt x="7958" y="2099"/>
                  <a:pt x="8149" y="2295"/>
                </a:cubicBezTo>
                <a:cubicBezTo>
                  <a:pt x="8955" y="3114"/>
                  <a:pt x="10171" y="4352"/>
                  <a:pt x="10171" y="5302"/>
                </a:cubicBezTo>
                <a:cubicBezTo>
                  <a:pt x="10171" y="6056"/>
                  <a:pt x="9663" y="6687"/>
                  <a:pt x="8806" y="7003"/>
                </a:cubicBezTo>
                <a:lnTo>
                  <a:pt x="6477" y="7003"/>
                </a:lnTo>
                <a:cubicBezTo>
                  <a:pt x="5623" y="6687"/>
                  <a:pt x="5117" y="6055"/>
                  <a:pt x="5117" y="5295"/>
                </a:cubicBezTo>
                <a:cubicBezTo>
                  <a:pt x="5117" y="4345"/>
                  <a:pt x="6331" y="3110"/>
                  <a:pt x="7134" y="2293"/>
                </a:cubicBezTo>
                <a:lnTo>
                  <a:pt x="7136" y="2293"/>
                </a:lnTo>
                <a:cubicBezTo>
                  <a:pt x="7326" y="2098"/>
                  <a:pt x="7496" y="1926"/>
                  <a:pt x="7641" y="1770"/>
                </a:cubicBezTo>
                <a:close/>
                <a:moveTo>
                  <a:pt x="9031" y="8276"/>
                </a:moveTo>
                <a:cubicBezTo>
                  <a:pt x="9771" y="8276"/>
                  <a:pt x="10492" y="8497"/>
                  <a:pt x="11104" y="8913"/>
                </a:cubicBezTo>
                <a:cubicBezTo>
                  <a:pt x="10494" y="9327"/>
                  <a:pt x="9775" y="9549"/>
                  <a:pt x="9037" y="9549"/>
                </a:cubicBezTo>
                <a:cubicBezTo>
                  <a:pt x="9033" y="9549"/>
                  <a:pt x="9028" y="9549"/>
                  <a:pt x="9024" y="9549"/>
                </a:cubicBezTo>
                <a:lnTo>
                  <a:pt x="6258" y="9549"/>
                </a:lnTo>
                <a:cubicBezTo>
                  <a:pt x="6254" y="9549"/>
                  <a:pt x="6250" y="9549"/>
                  <a:pt x="6245" y="9549"/>
                </a:cubicBezTo>
                <a:cubicBezTo>
                  <a:pt x="5508" y="9549"/>
                  <a:pt x="4789" y="9327"/>
                  <a:pt x="4178" y="8913"/>
                </a:cubicBezTo>
                <a:lnTo>
                  <a:pt x="4180" y="8913"/>
                </a:lnTo>
                <a:cubicBezTo>
                  <a:pt x="4791" y="8497"/>
                  <a:pt x="5513" y="8276"/>
                  <a:pt x="6253" y="8276"/>
                </a:cubicBezTo>
                <a:cubicBezTo>
                  <a:pt x="6255" y="8276"/>
                  <a:pt x="6258" y="8276"/>
                  <a:pt x="6260" y="8276"/>
                </a:cubicBezTo>
                <a:lnTo>
                  <a:pt x="9024" y="8276"/>
                </a:lnTo>
                <a:cubicBezTo>
                  <a:pt x="9026" y="8276"/>
                  <a:pt x="9029" y="8276"/>
                  <a:pt x="9031" y="8276"/>
                </a:cubicBezTo>
                <a:close/>
                <a:moveTo>
                  <a:pt x="8930" y="10824"/>
                </a:moveTo>
                <a:cubicBezTo>
                  <a:pt x="9081" y="13854"/>
                  <a:pt x="10268" y="16531"/>
                  <a:pt x="10998" y="17911"/>
                </a:cubicBezTo>
                <a:lnTo>
                  <a:pt x="4284" y="17911"/>
                </a:lnTo>
                <a:cubicBezTo>
                  <a:pt x="5013" y="16531"/>
                  <a:pt x="6200" y="13854"/>
                  <a:pt x="6352" y="10824"/>
                </a:cubicBezTo>
                <a:close/>
                <a:moveTo>
                  <a:pt x="12099" y="19184"/>
                </a:moveTo>
                <a:cubicBezTo>
                  <a:pt x="12908" y="19185"/>
                  <a:pt x="13628" y="19696"/>
                  <a:pt x="13899" y="20458"/>
                </a:cubicBezTo>
                <a:lnTo>
                  <a:pt x="1384" y="20458"/>
                </a:lnTo>
                <a:cubicBezTo>
                  <a:pt x="1654" y="19696"/>
                  <a:pt x="2375" y="19185"/>
                  <a:pt x="3183" y="19184"/>
                </a:cubicBezTo>
                <a:close/>
                <a:moveTo>
                  <a:pt x="7643" y="1"/>
                </a:moveTo>
                <a:cubicBezTo>
                  <a:pt x="7330" y="1"/>
                  <a:pt x="7064" y="227"/>
                  <a:pt x="7014" y="535"/>
                </a:cubicBezTo>
                <a:cubicBezTo>
                  <a:pt x="6915" y="702"/>
                  <a:pt x="6520" y="1104"/>
                  <a:pt x="6228" y="1401"/>
                </a:cubicBezTo>
                <a:cubicBezTo>
                  <a:pt x="5222" y="2424"/>
                  <a:pt x="3845" y="3825"/>
                  <a:pt x="3845" y="5295"/>
                </a:cubicBezTo>
                <a:cubicBezTo>
                  <a:pt x="3845" y="6049"/>
                  <a:pt x="4127" y="6735"/>
                  <a:pt x="4626" y="7277"/>
                </a:cubicBezTo>
                <a:cubicBezTo>
                  <a:pt x="3914" y="7525"/>
                  <a:pt x="3268" y="7930"/>
                  <a:pt x="2736" y="8464"/>
                </a:cubicBezTo>
                <a:cubicBezTo>
                  <a:pt x="2487" y="8713"/>
                  <a:pt x="2487" y="9115"/>
                  <a:pt x="2736" y="9364"/>
                </a:cubicBezTo>
                <a:cubicBezTo>
                  <a:pt x="3382" y="10013"/>
                  <a:pt x="4196" y="10470"/>
                  <a:pt x="5085" y="10685"/>
                </a:cubicBezTo>
                <a:cubicBezTo>
                  <a:pt x="4937" y="14050"/>
                  <a:pt x="3334" y="17046"/>
                  <a:pt x="2815" y="17933"/>
                </a:cubicBezTo>
                <a:cubicBezTo>
                  <a:pt x="1234" y="18119"/>
                  <a:pt x="3" y="19466"/>
                  <a:pt x="3" y="21095"/>
                </a:cubicBezTo>
                <a:lnTo>
                  <a:pt x="2" y="21095"/>
                </a:lnTo>
                <a:cubicBezTo>
                  <a:pt x="1" y="21447"/>
                  <a:pt x="287" y="21731"/>
                  <a:pt x="639" y="21731"/>
                </a:cubicBezTo>
                <a:lnTo>
                  <a:pt x="14645" y="21731"/>
                </a:lnTo>
                <a:cubicBezTo>
                  <a:pt x="14996" y="21731"/>
                  <a:pt x="15282" y="21447"/>
                  <a:pt x="15282" y="21095"/>
                </a:cubicBezTo>
                <a:cubicBezTo>
                  <a:pt x="15282" y="19466"/>
                  <a:pt x="14050" y="18119"/>
                  <a:pt x="12470" y="17933"/>
                </a:cubicBezTo>
                <a:cubicBezTo>
                  <a:pt x="11950" y="17047"/>
                  <a:pt x="10347" y="14059"/>
                  <a:pt x="10199" y="10685"/>
                </a:cubicBezTo>
                <a:cubicBezTo>
                  <a:pt x="11090" y="10470"/>
                  <a:pt x="11902" y="10013"/>
                  <a:pt x="12548" y="9364"/>
                </a:cubicBezTo>
                <a:cubicBezTo>
                  <a:pt x="12797" y="9115"/>
                  <a:pt x="12797" y="8712"/>
                  <a:pt x="12548" y="8463"/>
                </a:cubicBezTo>
                <a:cubicBezTo>
                  <a:pt x="12017" y="7931"/>
                  <a:pt x="11373" y="7526"/>
                  <a:pt x="10662" y="7279"/>
                </a:cubicBezTo>
                <a:cubicBezTo>
                  <a:pt x="11164" y="6737"/>
                  <a:pt x="11446" y="6053"/>
                  <a:pt x="11446" y="5303"/>
                </a:cubicBezTo>
                <a:cubicBezTo>
                  <a:pt x="11446" y="3830"/>
                  <a:pt x="10067" y="2428"/>
                  <a:pt x="9058" y="1403"/>
                </a:cubicBezTo>
                <a:cubicBezTo>
                  <a:pt x="8766" y="1106"/>
                  <a:pt x="8370" y="702"/>
                  <a:pt x="8271" y="535"/>
                </a:cubicBezTo>
                <a:cubicBezTo>
                  <a:pt x="8221" y="227"/>
                  <a:pt x="7955" y="1"/>
                  <a:pt x="764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8" name="Google Shape;4218;p52"/>
          <p:cNvSpPr/>
          <p:nvPr/>
        </p:nvSpPr>
        <p:spPr>
          <a:xfrm>
            <a:off x="1014044" y="4005563"/>
            <a:ext cx="359936" cy="360007"/>
          </a:xfrm>
          <a:custGeom>
            <a:rect b="b" l="l" r="r" t="t"/>
            <a:pathLst>
              <a:path extrusionOk="0" h="21733" w="21732">
                <a:moveTo>
                  <a:pt x="20458" y="3822"/>
                </a:moveTo>
                <a:lnTo>
                  <a:pt x="20458" y="12777"/>
                </a:lnTo>
                <a:lnTo>
                  <a:pt x="1274" y="12777"/>
                </a:lnTo>
                <a:lnTo>
                  <a:pt x="1274" y="3822"/>
                </a:lnTo>
                <a:close/>
                <a:moveTo>
                  <a:pt x="8955" y="18812"/>
                </a:moveTo>
                <a:lnTo>
                  <a:pt x="8955" y="20459"/>
                </a:lnTo>
                <a:lnTo>
                  <a:pt x="7309" y="20459"/>
                </a:lnTo>
                <a:lnTo>
                  <a:pt x="8955" y="18812"/>
                </a:lnTo>
                <a:close/>
                <a:moveTo>
                  <a:pt x="11503" y="14050"/>
                </a:moveTo>
                <a:lnTo>
                  <a:pt x="11503" y="20459"/>
                </a:lnTo>
                <a:lnTo>
                  <a:pt x="10230" y="20459"/>
                </a:lnTo>
                <a:lnTo>
                  <a:pt x="10230" y="14050"/>
                </a:lnTo>
                <a:close/>
                <a:moveTo>
                  <a:pt x="12777" y="18812"/>
                </a:moveTo>
                <a:lnTo>
                  <a:pt x="14422" y="20459"/>
                </a:lnTo>
                <a:lnTo>
                  <a:pt x="12777" y="20459"/>
                </a:lnTo>
                <a:lnTo>
                  <a:pt x="12777" y="18812"/>
                </a:lnTo>
                <a:close/>
                <a:moveTo>
                  <a:pt x="1910" y="1"/>
                </a:moveTo>
                <a:cubicBezTo>
                  <a:pt x="1558" y="1"/>
                  <a:pt x="1274" y="286"/>
                  <a:pt x="1274" y="638"/>
                </a:cubicBezTo>
                <a:cubicBezTo>
                  <a:pt x="1274" y="989"/>
                  <a:pt x="1558" y="1275"/>
                  <a:pt x="1910" y="1275"/>
                </a:cubicBezTo>
                <a:lnTo>
                  <a:pt x="2547" y="1275"/>
                </a:lnTo>
                <a:lnTo>
                  <a:pt x="2547" y="2548"/>
                </a:lnTo>
                <a:lnTo>
                  <a:pt x="637" y="2548"/>
                </a:lnTo>
                <a:cubicBezTo>
                  <a:pt x="285" y="2548"/>
                  <a:pt x="1" y="2834"/>
                  <a:pt x="1" y="3186"/>
                </a:cubicBezTo>
                <a:lnTo>
                  <a:pt x="1" y="13413"/>
                </a:lnTo>
                <a:cubicBezTo>
                  <a:pt x="1" y="13765"/>
                  <a:pt x="285" y="14050"/>
                  <a:pt x="637" y="14050"/>
                </a:cubicBezTo>
                <a:lnTo>
                  <a:pt x="8955" y="14050"/>
                </a:lnTo>
                <a:lnTo>
                  <a:pt x="8955" y="17012"/>
                </a:lnTo>
                <a:lnTo>
                  <a:pt x="5510" y="20459"/>
                </a:lnTo>
                <a:lnTo>
                  <a:pt x="4500" y="20459"/>
                </a:lnTo>
                <a:cubicBezTo>
                  <a:pt x="4148" y="20459"/>
                  <a:pt x="3864" y="20744"/>
                  <a:pt x="3864" y="21096"/>
                </a:cubicBezTo>
                <a:cubicBezTo>
                  <a:pt x="3864" y="21448"/>
                  <a:pt x="4148" y="21732"/>
                  <a:pt x="4500" y="21732"/>
                </a:cubicBezTo>
                <a:lnTo>
                  <a:pt x="17232" y="21732"/>
                </a:lnTo>
                <a:cubicBezTo>
                  <a:pt x="17584" y="21732"/>
                  <a:pt x="17869" y="21448"/>
                  <a:pt x="17869" y="21096"/>
                </a:cubicBezTo>
                <a:cubicBezTo>
                  <a:pt x="17869" y="20744"/>
                  <a:pt x="17584" y="20459"/>
                  <a:pt x="17232" y="20459"/>
                </a:cubicBezTo>
                <a:lnTo>
                  <a:pt x="16224" y="20459"/>
                </a:lnTo>
                <a:lnTo>
                  <a:pt x="12777" y="17012"/>
                </a:lnTo>
                <a:lnTo>
                  <a:pt x="12777" y="14050"/>
                </a:lnTo>
                <a:lnTo>
                  <a:pt x="21095" y="14050"/>
                </a:lnTo>
                <a:cubicBezTo>
                  <a:pt x="21096" y="14050"/>
                  <a:pt x="21097" y="14050"/>
                  <a:pt x="21097" y="14050"/>
                </a:cubicBezTo>
                <a:cubicBezTo>
                  <a:pt x="21448" y="14050"/>
                  <a:pt x="21731" y="13764"/>
                  <a:pt x="21731" y="13413"/>
                </a:cubicBezTo>
                <a:lnTo>
                  <a:pt x="21731" y="3186"/>
                </a:lnTo>
                <a:cubicBezTo>
                  <a:pt x="21731" y="2834"/>
                  <a:pt x="21447" y="2548"/>
                  <a:pt x="21095" y="2548"/>
                </a:cubicBezTo>
                <a:lnTo>
                  <a:pt x="19184" y="2548"/>
                </a:lnTo>
                <a:lnTo>
                  <a:pt x="19184" y="1275"/>
                </a:lnTo>
                <a:lnTo>
                  <a:pt x="19822" y="1275"/>
                </a:lnTo>
                <a:cubicBezTo>
                  <a:pt x="20173" y="1275"/>
                  <a:pt x="20458" y="989"/>
                  <a:pt x="20458" y="638"/>
                </a:cubicBezTo>
                <a:cubicBezTo>
                  <a:pt x="20458" y="286"/>
                  <a:pt x="20173" y="1"/>
                  <a:pt x="19822" y="1"/>
                </a:cubicBezTo>
                <a:lnTo>
                  <a:pt x="17276" y="1"/>
                </a:lnTo>
                <a:cubicBezTo>
                  <a:pt x="16924" y="1"/>
                  <a:pt x="16638" y="286"/>
                  <a:pt x="16638" y="638"/>
                </a:cubicBezTo>
                <a:cubicBezTo>
                  <a:pt x="16638" y="989"/>
                  <a:pt x="16924" y="1275"/>
                  <a:pt x="17276" y="1275"/>
                </a:cubicBezTo>
                <a:lnTo>
                  <a:pt x="17912" y="1275"/>
                </a:lnTo>
                <a:lnTo>
                  <a:pt x="17912" y="2548"/>
                </a:lnTo>
                <a:lnTo>
                  <a:pt x="11503" y="2548"/>
                </a:lnTo>
                <a:lnTo>
                  <a:pt x="11503" y="1275"/>
                </a:lnTo>
                <a:lnTo>
                  <a:pt x="12139" y="1275"/>
                </a:lnTo>
                <a:cubicBezTo>
                  <a:pt x="12491" y="1275"/>
                  <a:pt x="12776" y="989"/>
                  <a:pt x="12776" y="638"/>
                </a:cubicBezTo>
                <a:cubicBezTo>
                  <a:pt x="12776" y="286"/>
                  <a:pt x="12491" y="1"/>
                  <a:pt x="12139" y="1"/>
                </a:cubicBezTo>
                <a:lnTo>
                  <a:pt x="9593" y="1"/>
                </a:lnTo>
                <a:cubicBezTo>
                  <a:pt x="9241" y="1"/>
                  <a:pt x="8955" y="286"/>
                  <a:pt x="8955" y="638"/>
                </a:cubicBezTo>
                <a:cubicBezTo>
                  <a:pt x="8955" y="989"/>
                  <a:pt x="9241" y="1275"/>
                  <a:pt x="9593" y="1275"/>
                </a:cubicBezTo>
                <a:lnTo>
                  <a:pt x="10230" y="1275"/>
                </a:lnTo>
                <a:lnTo>
                  <a:pt x="10230" y="2548"/>
                </a:lnTo>
                <a:lnTo>
                  <a:pt x="3821" y="2548"/>
                </a:lnTo>
                <a:lnTo>
                  <a:pt x="3821" y="1275"/>
                </a:lnTo>
                <a:lnTo>
                  <a:pt x="4458" y="1275"/>
                </a:lnTo>
                <a:cubicBezTo>
                  <a:pt x="4808" y="1275"/>
                  <a:pt x="5094" y="989"/>
                  <a:pt x="5094" y="638"/>
                </a:cubicBezTo>
                <a:cubicBezTo>
                  <a:pt x="5094" y="286"/>
                  <a:pt x="4808" y="1"/>
                  <a:pt x="445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19" name="Google Shape;4219;p52"/>
          <p:cNvGrpSpPr/>
          <p:nvPr/>
        </p:nvGrpSpPr>
        <p:grpSpPr>
          <a:xfrm>
            <a:off x="1840126" y="4000220"/>
            <a:ext cx="232006" cy="359998"/>
            <a:chOff x="2172958" y="4644577"/>
            <a:chExt cx="226878" cy="352042"/>
          </a:xfrm>
        </p:grpSpPr>
        <p:sp>
          <p:nvSpPr>
            <p:cNvPr id="4220" name="Google Shape;4220;p52"/>
            <p:cNvSpPr/>
            <p:nvPr/>
          </p:nvSpPr>
          <p:spPr>
            <a:xfrm>
              <a:off x="2172958" y="4788951"/>
              <a:ext cx="226878" cy="207668"/>
            </a:xfrm>
            <a:custGeom>
              <a:rect b="b" l="l" r="r" t="t"/>
              <a:pathLst>
                <a:path extrusionOk="0" h="12819" w="14007">
                  <a:moveTo>
                    <a:pt x="637" y="0"/>
                  </a:moveTo>
                  <a:cubicBezTo>
                    <a:pt x="286" y="0"/>
                    <a:pt x="0" y="285"/>
                    <a:pt x="0" y="637"/>
                  </a:cubicBezTo>
                  <a:cubicBezTo>
                    <a:pt x="0" y="4284"/>
                    <a:pt x="2803" y="7289"/>
                    <a:pt x="6366" y="7610"/>
                  </a:cubicBezTo>
                  <a:lnTo>
                    <a:pt x="6366" y="11544"/>
                  </a:lnTo>
                  <a:lnTo>
                    <a:pt x="4458" y="11544"/>
                  </a:lnTo>
                  <a:cubicBezTo>
                    <a:pt x="4106" y="11544"/>
                    <a:pt x="3820" y="11830"/>
                    <a:pt x="3820" y="12182"/>
                  </a:cubicBezTo>
                  <a:cubicBezTo>
                    <a:pt x="3820" y="12533"/>
                    <a:pt x="4106" y="12819"/>
                    <a:pt x="4458" y="12819"/>
                  </a:cubicBezTo>
                  <a:lnTo>
                    <a:pt x="9550" y="12819"/>
                  </a:lnTo>
                  <a:cubicBezTo>
                    <a:pt x="9902" y="12819"/>
                    <a:pt x="10188" y="12533"/>
                    <a:pt x="10188" y="12182"/>
                  </a:cubicBezTo>
                  <a:cubicBezTo>
                    <a:pt x="10188" y="11830"/>
                    <a:pt x="9902" y="11544"/>
                    <a:pt x="9550" y="11544"/>
                  </a:cubicBezTo>
                  <a:lnTo>
                    <a:pt x="7641" y="11544"/>
                  </a:lnTo>
                  <a:lnTo>
                    <a:pt x="7641" y="7610"/>
                  </a:lnTo>
                  <a:cubicBezTo>
                    <a:pt x="11206" y="7289"/>
                    <a:pt x="14007" y="4284"/>
                    <a:pt x="14007" y="637"/>
                  </a:cubicBezTo>
                  <a:cubicBezTo>
                    <a:pt x="14007" y="285"/>
                    <a:pt x="13722" y="0"/>
                    <a:pt x="13370" y="0"/>
                  </a:cubicBezTo>
                  <a:cubicBezTo>
                    <a:pt x="13018" y="0"/>
                    <a:pt x="12734" y="285"/>
                    <a:pt x="12734" y="637"/>
                  </a:cubicBezTo>
                  <a:cubicBezTo>
                    <a:pt x="12734" y="3797"/>
                    <a:pt x="10163" y="6366"/>
                    <a:pt x="7004" y="6366"/>
                  </a:cubicBezTo>
                  <a:cubicBezTo>
                    <a:pt x="3844" y="6366"/>
                    <a:pt x="1275" y="3797"/>
                    <a:pt x="1275" y="637"/>
                  </a:cubicBezTo>
                  <a:cubicBezTo>
                    <a:pt x="1275" y="285"/>
                    <a:pt x="989" y="0"/>
                    <a:pt x="6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1" name="Google Shape;4221;p52"/>
            <p:cNvSpPr/>
            <p:nvPr/>
          </p:nvSpPr>
          <p:spPr>
            <a:xfrm>
              <a:off x="2214213" y="4644577"/>
              <a:ext cx="144385" cy="226897"/>
            </a:xfrm>
            <a:custGeom>
              <a:rect b="b" l="l" r="r" t="t"/>
              <a:pathLst>
                <a:path extrusionOk="0" h="14006" w="8914">
                  <a:moveTo>
                    <a:pt x="5094" y="1337"/>
                  </a:moveTo>
                  <a:cubicBezTo>
                    <a:pt x="6343" y="1593"/>
                    <a:pt x="7319" y="2570"/>
                    <a:pt x="7576" y="3819"/>
                  </a:cubicBezTo>
                  <a:lnTo>
                    <a:pt x="5730" y="3819"/>
                  </a:lnTo>
                  <a:cubicBezTo>
                    <a:pt x="5378" y="3819"/>
                    <a:pt x="5094" y="4104"/>
                    <a:pt x="5094" y="4456"/>
                  </a:cubicBezTo>
                  <a:cubicBezTo>
                    <a:pt x="5094" y="4808"/>
                    <a:pt x="5378" y="5092"/>
                    <a:pt x="5730" y="5092"/>
                  </a:cubicBezTo>
                  <a:lnTo>
                    <a:pt x="7641" y="5092"/>
                  </a:lnTo>
                  <a:lnTo>
                    <a:pt x="7641" y="6366"/>
                  </a:lnTo>
                  <a:lnTo>
                    <a:pt x="5730" y="6366"/>
                  </a:lnTo>
                  <a:cubicBezTo>
                    <a:pt x="5378" y="6366"/>
                    <a:pt x="5094" y="6651"/>
                    <a:pt x="5094" y="7003"/>
                  </a:cubicBezTo>
                  <a:cubicBezTo>
                    <a:pt x="5094" y="7355"/>
                    <a:pt x="5378" y="7639"/>
                    <a:pt x="5730" y="7639"/>
                  </a:cubicBezTo>
                  <a:lnTo>
                    <a:pt x="7641" y="7639"/>
                  </a:lnTo>
                  <a:lnTo>
                    <a:pt x="7641" y="8914"/>
                  </a:lnTo>
                  <a:lnTo>
                    <a:pt x="1273" y="8914"/>
                  </a:lnTo>
                  <a:lnTo>
                    <a:pt x="1273" y="7639"/>
                  </a:lnTo>
                  <a:lnTo>
                    <a:pt x="3184" y="7639"/>
                  </a:lnTo>
                  <a:cubicBezTo>
                    <a:pt x="3536" y="7639"/>
                    <a:pt x="3821" y="7355"/>
                    <a:pt x="3821" y="7003"/>
                  </a:cubicBezTo>
                  <a:cubicBezTo>
                    <a:pt x="3821" y="6651"/>
                    <a:pt x="3536" y="6366"/>
                    <a:pt x="3184" y="6366"/>
                  </a:cubicBezTo>
                  <a:lnTo>
                    <a:pt x="1273" y="6366"/>
                  </a:lnTo>
                  <a:lnTo>
                    <a:pt x="1273" y="5092"/>
                  </a:lnTo>
                  <a:lnTo>
                    <a:pt x="3184" y="5092"/>
                  </a:lnTo>
                  <a:cubicBezTo>
                    <a:pt x="3536" y="5092"/>
                    <a:pt x="3821" y="4808"/>
                    <a:pt x="3821" y="4456"/>
                  </a:cubicBezTo>
                  <a:cubicBezTo>
                    <a:pt x="3821" y="4104"/>
                    <a:pt x="3536" y="3819"/>
                    <a:pt x="3184" y="3819"/>
                  </a:cubicBezTo>
                  <a:lnTo>
                    <a:pt x="1338" y="3819"/>
                  </a:lnTo>
                  <a:cubicBezTo>
                    <a:pt x="1595" y="2570"/>
                    <a:pt x="2572" y="1593"/>
                    <a:pt x="3821" y="1337"/>
                  </a:cubicBezTo>
                  <a:lnTo>
                    <a:pt x="3821" y="1908"/>
                  </a:lnTo>
                  <a:cubicBezTo>
                    <a:pt x="3821" y="2260"/>
                    <a:pt x="4105" y="2546"/>
                    <a:pt x="4457" y="2546"/>
                  </a:cubicBezTo>
                  <a:cubicBezTo>
                    <a:pt x="4809" y="2546"/>
                    <a:pt x="5094" y="2260"/>
                    <a:pt x="5094" y="1908"/>
                  </a:cubicBezTo>
                  <a:lnTo>
                    <a:pt x="5094" y="1337"/>
                  </a:lnTo>
                  <a:close/>
                  <a:moveTo>
                    <a:pt x="7576" y="10185"/>
                  </a:moveTo>
                  <a:cubicBezTo>
                    <a:pt x="7281" y="11637"/>
                    <a:pt x="5995" y="12732"/>
                    <a:pt x="4457" y="12732"/>
                  </a:cubicBezTo>
                  <a:cubicBezTo>
                    <a:pt x="2920" y="12732"/>
                    <a:pt x="1633" y="11637"/>
                    <a:pt x="1338" y="10185"/>
                  </a:cubicBezTo>
                  <a:close/>
                  <a:moveTo>
                    <a:pt x="4457" y="0"/>
                  </a:moveTo>
                  <a:cubicBezTo>
                    <a:pt x="2000" y="0"/>
                    <a:pt x="0" y="1998"/>
                    <a:pt x="0" y="4456"/>
                  </a:cubicBezTo>
                  <a:lnTo>
                    <a:pt x="0" y="9549"/>
                  </a:lnTo>
                  <a:cubicBezTo>
                    <a:pt x="0" y="12006"/>
                    <a:pt x="2000" y="14005"/>
                    <a:pt x="4457" y="14005"/>
                  </a:cubicBezTo>
                  <a:cubicBezTo>
                    <a:pt x="6914" y="14005"/>
                    <a:pt x="8914" y="12006"/>
                    <a:pt x="8914" y="9549"/>
                  </a:cubicBezTo>
                  <a:lnTo>
                    <a:pt x="8914" y="4456"/>
                  </a:lnTo>
                  <a:cubicBezTo>
                    <a:pt x="8914" y="1998"/>
                    <a:pt x="6914" y="0"/>
                    <a:pt x="445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22" name="Google Shape;4222;p52"/>
          <p:cNvGrpSpPr/>
          <p:nvPr/>
        </p:nvGrpSpPr>
        <p:grpSpPr>
          <a:xfrm>
            <a:off x="2529376" y="4022017"/>
            <a:ext cx="361069" cy="316529"/>
            <a:chOff x="2503581" y="4658655"/>
            <a:chExt cx="353089" cy="309533"/>
          </a:xfrm>
        </p:grpSpPr>
        <p:sp>
          <p:nvSpPr>
            <p:cNvPr id="4223" name="Google Shape;4223;p52"/>
            <p:cNvSpPr/>
            <p:nvPr/>
          </p:nvSpPr>
          <p:spPr>
            <a:xfrm>
              <a:off x="2503581" y="4658655"/>
              <a:ext cx="353089" cy="309533"/>
            </a:xfrm>
            <a:custGeom>
              <a:rect b="b" l="l" r="r" t="t"/>
              <a:pathLst>
                <a:path extrusionOk="0" h="19107" w="21799">
                  <a:moveTo>
                    <a:pt x="8996" y="3446"/>
                  </a:moveTo>
                  <a:lnTo>
                    <a:pt x="10458" y="4908"/>
                  </a:lnTo>
                  <a:cubicBezTo>
                    <a:pt x="10583" y="5033"/>
                    <a:pt x="10746" y="5095"/>
                    <a:pt x="10909" y="5095"/>
                  </a:cubicBezTo>
                  <a:cubicBezTo>
                    <a:pt x="11072" y="5095"/>
                    <a:pt x="11235" y="5033"/>
                    <a:pt x="11359" y="4908"/>
                  </a:cubicBezTo>
                  <a:lnTo>
                    <a:pt x="12819" y="3449"/>
                  </a:lnTo>
                  <a:lnTo>
                    <a:pt x="12819" y="5131"/>
                  </a:lnTo>
                  <a:cubicBezTo>
                    <a:pt x="10608" y="5377"/>
                    <a:pt x="8774" y="6884"/>
                    <a:pt x="8054" y="8915"/>
                  </a:cubicBezTo>
                  <a:lnTo>
                    <a:pt x="1275" y="8915"/>
                  </a:lnTo>
                  <a:lnTo>
                    <a:pt x="1275" y="7272"/>
                  </a:lnTo>
                  <a:lnTo>
                    <a:pt x="3223" y="5354"/>
                  </a:lnTo>
                  <a:lnTo>
                    <a:pt x="4686" y="6818"/>
                  </a:lnTo>
                  <a:cubicBezTo>
                    <a:pt x="4811" y="6942"/>
                    <a:pt x="4973" y="7004"/>
                    <a:pt x="5137" y="7004"/>
                  </a:cubicBezTo>
                  <a:cubicBezTo>
                    <a:pt x="5298" y="7004"/>
                    <a:pt x="5460" y="6943"/>
                    <a:pt x="5585" y="6821"/>
                  </a:cubicBezTo>
                  <a:lnTo>
                    <a:pt x="8996" y="3446"/>
                  </a:lnTo>
                  <a:close/>
                  <a:moveTo>
                    <a:pt x="12819" y="6414"/>
                  </a:moveTo>
                  <a:lnTo>
                    <a:pt x="12819" y="8915"/>
                  </a:lnTo>
                  <a:lnTo>
                    <a:pt x="9429" y="8915"/>
                  </a:lnTo>
                  <a:cubicBezTo>
                    <a:pt x="10057" y="7593"/>
                    <a:pt x="11318" y="6629"/>
                    <a:pt x="12818" y="6414"/>
                  </a:cubicBezTo>
                  <a:close/>
                  <a:moveTo>
                    <a:pt x="14092" y="6414"/>
                  </a:moveTo>
                  <a:cubicBezTo>
                    <a:pt x="16249" y="6724"/>
                    <a:pt x="17912" y="8583"/>
                    <a:pt x="17912" y="10825"/>
                  </a:cubicBezTo>
                  <a:cubicBezTo>
                    <a:pt x="17912" y="13282"/>
                    <a:pt x="15913" y="15281"/>
                    <a:pt x="13456" y="15281"/>
                  </a:cubicBezTo>
                  <a:cubicBezTo>
                    <a:pt x="10998" y="15281"/>
                    <a:pt x="8999" y="13282"/>
                    <a:pt x="8999" y="10825"/>
                  </a:cubicBezTo>
                  <a:cubicBezTo>
                    <a:pt x="8999" y="10612"/>
                    <a:pt x="9015" y="10399"/>
                    <a:pt x="9045" y="10188"/>
                  </a:cubicBezTo>
                  <a:lnTo>
                    <a:pt x="13456" y="10188"/>
                  </a:lnTo>
                  <a:cubicBezTo>
                    <a:pt x="13806" y="10188"/>
                    <a:pt x="14092" y="9902"/>
                    <a:pt x="14092" y="9552"/>
                  </a:cubicBezTo>
                  <a:lnTo>
                    <a:pt x="14092" y="6414"/>
                  </a:lnTo>
                  <a:close/>
                  <a:moveTo>
                    <a:pt x="637" y="1"/>
                  </a:moveTo>
                  <a:cubicBezTo>
                    <a:pt x="285" y="1"/>
                    <a:pt x="1" y="286"/>
                    <a:pt x="1" y="638"/>
                  </a:cubicBezTo>
                  <a:lnTo>
                    <a:pt x="1" y="9550"/>
                  </a:lnTo>
                  <a:cubicBezTo>
                    <a:pt x="1" y="9902"/>
                    <a:pt x="285" y="10187"/>
                    <a:pt x="637" y="10187"/>
                  </a:cubicBezTo>
                  <a:lnTo>
                    <a:pt x="7760" y="10187"/>
                  </a:lnTo>
                  <a:cubicBezTo>
                    <a:pt x="7738" y="10399"/>
                    <a:pt x="7726" y="10610"/>
                    <a:pt x="7726" y="10823"/>
                  </a:cubicBezTo>
                  <a:cubicBezTo>
                    <a:pt x="7726" y="13983"/>
                    <a:pt x="10296" y="16553"/>
                    <a:pt x="13456" y="16553"/>
                  </a:cubicBezTo>
                  <a:cubicBezTo>
                    <a:pt x="13457" y="16553"/>
                    <a:pt x="13459" y="16553"/>
                    <a:pt x="13461" y="16553"/>
                  </a:cubicBezTo>
                  <a:cubicBezTo>
                    <a:pt x="14759" y="16553"/>
                    <a:pt x="16018" y="16111"/>
                    <a:pt x="17030" y="15299"/>
                  </a:cubicBezTo>
                  <a:lnTo>
                    <a:pt x="20643" y="18915"/>
                  </a:lnTo>
                  <a:cubicBezTo>
                    <a:pt x="20768" y="19042"/>
                    <a:pt x="20933" y="19106"/>
                    <a:pt x="21099" y="19106"/>
                  </a:cubicBezTo>
                  <a:cubicBezTo>
                    <a:pt x="21262" y="19106"/>
                    <a:pt x="21424" y="19044"/>
                    <a:pt x="21549" y="18920"/>
                  </a:cubicBezTo>
                  <a:cubicBezTo>
                    <a:pt x="21799" y="18669"/>
                    <a:pt x="21797" y="18263"/>
                    <a:pt x="21543" y="18015"/>
                  </a:cubicBezTo>
                  <a:lnTo>
                    <a:pt x="17929" y="14400"/>
                  </a:lnTo>
                  <a:cubicBezTo>
                    <a:pt x="18743" y="13387"/>
                    <a:pt x="19185" y="12125"/>
                    <a:pt x="19184" y="10825"/>
                  </a:cubicBezTo>
                  <a:cubicBezTo>
                    <a:pt x="19184" y="7880"/>
                    <a:pt x="16952" y="5450"/>
                    <a:pt x="14091" y="5131"/>
                  </a:cubicBezTo>
                  <a:lnTo>
                    <a:pt x="14091" y="1911"/>
                  </a:lnTo>
                  <a:cubicBezTo>
                    <a:pt x="14091" y="1653"/>
                    <a:pt x="13936" y="1422"/>
                    <a:pt x="13698" y="1324"/>
                  </a:cubicBezTo>
                  <a:cubicBezTo>
                    <a:pt x="13619" y="1291"/>
                    <a:pt x="13536" y="1275"/>
                    <a:pt x="13454" y="1275"/>
                  </a:cubicBezTo>
                  <a:cubicBezTo>
                    <a:pt x="13289" y="1275"/>
                    <a:pt x="13126" y="1339"/>
                    <a:pt x="13004" y="1461"/>
                  </a:cubicBezTo>
                  <a:lnTo>
                    <a:pt x="10908" y="3557"/>
                  </a:lnTo>
                  <a:lnTo>
                    <a:pt x="9449" y="2098"/>
                  </a:lnTo>
                  <a:cubicBezTo>
                    <a:pt x="9324" y="1974"/>
                    <a:pt x="9161" y="1911"/>
                    <a:pt x="8998" y="1911"/>
                  </a:cubicBezTo>
                  <a:cubicBezTo>
                    <a:pt x="8836" y="1911"/>
                    <a:pt x="8674" y="1973"/>
                    <a:pt x="8550" y="2095"/>
                  </a:cubicBezTo>
                  <a:lnTo>
                    <a:pt x="5139" y="5470"/>
                  </a:lnTo>
                  <a:lnTo>
                    <a:pt x="3677" y="4007"/>
                  </a:lnTo>
                  <a:cubicBezTo>
                    <a:pt x="3552" y="3883"/>
                    <a:pt x="3389" y="3821"/>
                    <a:pt x="3226" y="3821"/>
                  </a:cubicBezTo>
                  <a:cubicBezTo>
                    <a:pt x="3065" y="3821"/>
                    <a:pt x="2903" y="3882"/>
                    <a:pt x="2780" y="4003"/>
                  </a:cubicBezTo>
                  <a:lnTo>
                    <a:pt x="1275" y="5485"/>
                  </a:lnTo>
                  <a:lnTo>
                    <a:pt x="1275" y="638"/>
                  </a:lnTo>
                  <a:cubicBezTo>
                    <a:pt x="1275" y="286"/>
                    <a:pt x="989" y="1"/>
                    <a:pt x="63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4" name="Google Shape;4224;p52"/>
            <p:cNvSpPr/>
            <p:nvPr/>
          </p:nvSpPr>
          <p:spPr>
            <a:xfrm>
              <a:off x="2503581" y="4885568"/>
              <a:ext cx="103842" cy="20655"/>
            </a:xfrm>
            <a:custGeom>
              <a:rect b="b" l="l" r="r" t="t"/>
              <a:pathLst>
                <a:path extrusionOk="0" h="1275" w="6411">
                  <a:moveTo>
                    <a:pt x="637" y="0"/>
                  </a:moveTo>
                  <a:cubicBezTo>
                    <a:pt x="285" y="0"/>
                    <a:pt x="1" y="286"/>
                    <a:pt x="1" y="637"/>
                  </a:cubicBezTo>
                  <a:cubicBezTo>
                    <a:pt x="1" y="989"/>
                    <a:pt x="285" y="1274"/>
                    <a:pt x="637" y="1274"/>
                  </a:cubicBezTo>
                  <a:lnTo>
                    <a:pt x="5774" y="1274"/>
                  </a:lnTo>
                  <a:cubicBezTo>
                    <a:pt x="6125" y="1274"/>
                    <a:pt x="6411" y="989"/>
                    <a:pt x="6411" y="637"/>
                  </a:cubicBezTo>
                  <a:cubicBezTo>
                    <a:pt x="6411" y="286"/>
                    <a:pt x="6125" y="0"/>
                    <a:pt x="577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5" name="Google Shape;4225;p52"/>
            <p:cNvSpPr/>
            <p:nvPr/>
          </p:nvSpPr>
          <p:spPr>
            <a:xfrm>
              <a:off x="2503581" y="4844323"/>
              <a:ext cx="62587" cy="20639"/>
            </a:xfrm>
            <a:custGeom>
              <a:rect b="b" l="l" r="r" t="t"/>
              <a:pathLst>
                <a:path extrusionOk="0" h="1274" w="3864">
                  <a:moveTo>
                    <a:pt x="637" y="0"/>
                  </a:moveTo>
                  <a:cubicBezTo>
                    <a:pt x="285" y="0"/>
                    <a:pt x="1" y="285"/>
                    <a:pt x="1" y="637"/>
                  </a:cubicBezTo>
                  <a:cubicBezTo>
                    <a:pt x="1" y="989"/>
                    <a:pt x="285" y="1273"/>
                    <a:pt x="637" y="1273"/>
                  </a:cubicBezTo>
                  <a:lnTo>
                    <a:pt x="3227" y="1273"/>
                  </a:lnTo>
                  <a:cubicBezTo>
                    <a:pt x="3577" y="1273"/>
                    <a:pt x="3863" y="989"/>
                    <a:pt x="3863" y="637"/>
                  </a:cubicBezTo>
                  <a:cubicBezTo>
                    <a:pt x="3863" y="285"/>
                    <a:pt x="3577" y="0"/>
                    <a:pt x="322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26" name="Google Shape;4226;p52"/>
          <p:cNvGrpSpPr/>
          <p:nvPr/>
        </p:nvGrpSpPr>
        <p:grpSpPr>
          <a:xfrm>
            <a:off x="3281243" y="4000203"/>
            <a:ext cx="359976" cy="360031"/>
            <a:chOff x="2944704" y="4630726"/>
            <a:chExt cx="352020" cy="352075"/>
          </a:xfrm>
        </p:grpSpPr>
        <p:sp>
          <p:nvSpPr>
            <p:cNvPr id="4227" name="Google Shape;4227;p52"/>
            <p:cNvSpPr/>
            <p:nvPr/>
          </p:nvSpPr>
          <p:spPr>
            <a:xfrm>
              <a:off x="2944704" y="4630726"/>
              <a:ext cx="352020" cy="352075"/>
            </a:xfrm>
            <a:custGeom>
              <a:rect b="b" l="l" r="r" t="t"/>
              <a:pathLst>
                <a:path extrusionOk="0" h="21733" w="21733">
                  <a:moveTo>
                    <a:pt x="12776" y="1273"/>
                  </a:moveTo>
                  <a:lnTo>
                    <a:pt x="12776" y="2546"/>
                  </a:lnTo>
                  <a:lnTo>
                    <a:pt x="8958" y="2546"/>
                  </a:lnTo>
                  <a:lnTo>
                    <a:pt x="8956" y="1273"/>
                  </a:lnTo>
                  <a:close/>
                  <a:moveTo>
                    <a:pt x="20459" y="2546"/>
                  </a:moveTo>
                  <a:lnTo>
                    <a:pt x="20458" y="14048"/>
                  </a:lnTo>
                  <a:lnTo>
                    <a:pt x="1275" y="14048"/>
                  </a:lnTo>
                  <a:lnTo>
                    <a:pt x="1275" y="2546"/>
                  </a:lnTo>
                  <a:lnTo>
                    <a:pt x="7685" y="2546"/>
                  </a:lnTo>
                  <a:lnTo>
                    <a:pt x="7685" y="3183"/>
                  </a:lnTo>
                  <a:cubicBezTo>
                    <a:pt x="7685" y="3535"/>
                    <a:pt x="7969" y="3819"/>
                    <a:pt x="8321" y="3819"/>
                  </a:cubicBezTo>
                  <a:lnTo>
                    <a:pt x="13414" y="3819"/>
                  </a:lnTo>
                  <a:cubicBezTo>
                    <a:pt x="13765" y="3819"/>
                    <a:pt x="14051" y="3535"/>
                    <a:pt x="14051" y="3183"/>
                  </a:cubicBezTo>
                  <a:lnTo>
                    <a:pt x="14051" y="2546"/>
                  </a:lnTo>
                  <a:close/>
                  <a:moveTo>
                    <a:pt x="8320" y="0"/>
                  </a:moveTo>
                  <a:cubicBezTo>
                    <a:pt x="7969" y="0"/>
                    <a:pt x="7683" y="285"/>
                    <a:pt x="7683" y="637"/>
                  </a:cubicBezTo>
                  <a:lnTo>
                    <a:pt x="7683" y="1273"/>
                  </a:lnTo>
                  <a:lnTo>
                    <a:pt x="638" y="1273"/>
                  </a:lnTo>
                  <a:cubicBezTo>
                    <a:pt x="286" y="1273"/>
                    <a:pt x="1" y="1558"/>
                    <a:pt x="1" y="1910"/>
                  </a:cubicBezTo>
                  <a:lnTo>
                    <a:pt x="1" y="14684"/>
                  </a:lnTo>
                  <a:cubicBezTo>
                    <a:pt x="1" y="15036"/>
                    <a:pt x="286" y="15321"/>
                    <a:pt x="638" y="15321"/>
                  </a:cubicBezTo>
                  <a:lnTo>
                    <a:pt x="10229" y="15321"/>
                  </a:lnTo>
                  <a:lnTo>
                    <a:pt x="10229" y="19427"/>
                  </a:lnTo>
                  <a:lnTo>
                    <a:pt x="8035" y="20524"/>
                  </a:lnTo>
                  <a:cubicBezTo>
                    <a:pt x="7726" y="20683"/>
                    <a:pt x="7601" y="21062"/>
                    <a:pt x="7757" y="21373"/>
                  </a:cubicBezTo>
                  <a:cubicBezTo>
                    <a:pt x="7869" y="21597"/>
                    <a:pt x="8094" y="21726"/>
                    <a:pt x="8327" y="21726"/>
                  </a:cubicBezTo>
                  <a:cubicBezTo>
                    <a:pt x="8420" y="21726"/>
                    <a:pt x="8515" y="21705"/>
                    <a:pt x="8604" y="21662"/>
                  </a:cubicBezTo>
                  <a:lnTo>
                    <a:pt x="10867" y="20532"/>
                  </a:lnTo>
                  <a:lnTo>
                    <a:pt x="13128" y="21662"/>
                  </a:lnTo>
                  <a:cubicBezTo>
                    <a:pt x="13222" y="21710"/>
                    <a:pt x="13321" y="21733"/>
                    <a:pt x="13419" y="21733"/>
                  </a:cubicBezTo>
                  <a:cubicBezTo>
                    <a:pt x="13653" y="21733"/>
                    <a:pt x="13878" y="21604"/>
                    <a:pt x="13990" y="21381"/>
                  </a:cubicBezTo>
                  <a:cubicBezTo>
                    <a:pt x="14147" y="21064"/>
                    <a:pt x="14016" y="20677"/>
                    <a:pt x="13697" y="20524"/>
                  </a:cubicBezTo>
                  <a:lnTo>
                    <a:pt x="11504" y="19426"/>
                  </a:lnTo>
                  <a:lnTo>
                    <a:pt x="11504" y="15321"/>
                  </a:lnTo>
                  <a:lnTo>
                    <a:pt x="21094" y="15321"/>
                  </a:lnTo>
                  <a:cubicBezTo>
                    <a:pt x="21446" y="15321"/>
                    <a:pt x="21732" y="15035"/>
                    <a:pt x="21732" y="14684"/>
                  </a:cubicBezTo>
                  <a:lnTo>
                    <a:pt x="21732" y="1910"/>
                  </a:lnTo>
                  <a:cubicBezTo>
                    <a:pt x="21732" y="1558"/>
                    <a:pt x="21446" y="1272"/>
                    <a:pt x="21094" y="1272"/>
                  </a:cubicBezTo>
                  <a:lnTo>
                    <a:pt x="21094" y="1273"/>
                  </a:lnTo>
                  <a:lnTo>
                    <a:pt x="14049" y="1273"/>
                  </a:lnTo>
                  <a:lnTo>
                    <a:pt x="14049" y="637"/>
                  </a:lnTo>
                  <a:cubicBezTo>
                    <a:pt x="14049" y="285"/>
                    <a:pt x="13765" y="0"/>
                    <a:pt x="1341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8" name="Google Shape;4228;p52"/>
            <p:cNvSpPr/>
            <p:nvPr/>
          </p:nvSpPr>
          <p:spPr>
            <a:xfrm>
              <a:off x="3007291" y="4692594"/>
              <a:ext cx="226862" cy="145087"/>
            </a:xfrm>
            <a:custGeom>
              <a:rect b="b" l="l" r="r" t="t"/>
              <a:pathLst>
                <a:path extrusionOk="0" h="8956" w="14006">
                  <a:moveTo>
                    <a:pt x="12733" y="3490"/>
                  </a:moveTo>
                  <a:lnTo>
                    <a:pt x="12733" y="7683"/>
                  </a:lnTo>
                  <a:lnTo>
                    <a:pt x="1273" y="7683"/>
                  </a:lnTo>
                  <a:lnTo>
                    <a:pt x="1273" y="7310"/>
                  </a:lnTo>
                  <a:lnTo>
                    <a:pt x="3183" y="5399"/>
                  </a:lnTo>
                  <a:lnTo>
                    <a:pt x="4642" y="6859"/>
                  </a:lnTo>
                  <a:cubicBezTo>
                    <a:pt x="4767" y="6983"/>
                    <a:pt x="4930" y="7045"/>
                    <a:pt x="5093" y="7045"/>
                  </a:cubicBezTo>
                  <a:cubicBezTo>
                    <a:pt x="5256" y="7045"/>
                    <a:pt x="5418" y="6983"/>
                    <a:pt x="5542" y="6859"/>
                  </a:cubicBezTo>
                  <a:lnTo>
                    <a:pt x="8912" y="3490"/>
                  </a:lnTo>
                  <a:lnTo>
                    <a:pt x="10372" y="4949"/>
                  </a:lnTo>
                  <a:cubicBezTo>
                    <a:pt x="10496" y="5074"/>
                    <a:pt x="10659" y="5136"/>
                    <a:pt x="10822" y="5136"/>
                  </a:cubicBezTo>
                  <a:cubicBezTo>
                    <a:pt x="10985" y="5136"/>
                    <a:pt x="11147" y="5074"/>
                    <a:pt x="11272" y="4949"/>
                  </a:cubicBezTo>
                  <a:lnTo>
                    <a:pt x="11273" y="4949"/>
                  </a:lnTo>
                  <a:lnTo>
                    <a:pt x="12733" y="3490"/>
                  </a:lnTo>
                  <a:close/>
                  <a:moveTo>
                    <a:pt x="637" y="0"/>
                  </a:moveTo>
                  <a:cubicBezTo>
                    <a:pt x="285" y="0"/>
                    <a:pt x="0" y="285"/>
                    <a:pt x="0" y="637"/>
                  </a:cubicBezTo>
                  <a:lnTo>
                    <a:pt x="0" y="8319"/>
                  </a:lnTo>
                  <a:cubicBezTo>
                    <a:pt x="0" y="8670"/>
                    <a:pt x="285" y="8956"/>
                    <a:pt x="637" y="8956"/>
                  </a:cubicBezTo>
                  <a:lnTo>
                    <a:pt x="13369" y="8956"/>
                  </a:lnTo>
                  <a:cubicBezTo>
                    <a:pt x="13721" y="8956"/>
                    <a:pt x="14006" y="8670"/>
                    <a:pt x="14006" y="8319"/>
                  </a:cubicBezTo>
                  <a:lnTo>
                    <a:pt x="14006" y="1953"/>
                  </a:lnTo>
                  <a:cubicBezTo>
                    <a:pt x="14006" y="1695"/>
                    <a:pt x="13851" y="1462"/>
                    <a:pt x="13613" y="1364"/>
                  </a:cubicBezTo>
                  <a:cubicBezTo>
                    <a:pt x="13534" y="1332"/>
                    <a:pt x="13451" y="1316"/>
                    <a:pt x="13369" y="1316"/>
                  </a:cubicBezTo>
                  <a:cubicBezTo>
                    <a:pt x="13203" y="1316"/>
                    <a:pt x="13041" y="1381"/>
                    <a:pt x="12919" y="1502"/>
                  </a:cubicBezTo>
                  <a:lnTo>
                    <a:pt x="10822" y="3599"/>
                  </a:lnTo>
                  <a:lnTo>
                    <a:pt x="9362" y="2139"/>
                  </a:lnTo>
                  <a:cubicBezTo>
                    <a:pt x="9239" y="2015"/>
                    <a:pt x="9076" y="1953"/>
                    <a:pt x="8913" y="1953"/>
                  </a:cubicBezTo>
                  <a:cubicBezTo>
                    <a:pt x="8750" y="1953"/>
                    <a:pt x="8587" y="2015"/>
                    <a:pt x="8463" y="2139"/>
                  </a:cubicBezTo>
                  <a:lnTo>
                    <a:pt x="5094" y="5509"/>
                  </a:lnTo>
                  <a:lnTo>
                    <a:pt x="3634" y="4049"/>
                  </a:lnTo>
                  <a:cubicBezTo>
                    <a:pt x="3510" y="3925"/>
                    <a:pt x="3347" y="3863"/>
                    <a:pt x="3183" y="3863"/>
                  </a:cubicBezTo>
                  <a:cubicBezTo>
                    <a:pt x="3020" y="3863"/>
                    <a:pt x="2857" y="3925"/>
                    <a:pt x="2733" y="4049"/>
                  </a:cubicBezTo>
                  <a:lnTo>
                    <a:pt x="1273" y="5509"/>
                  </a:lnTo>
                  <a:lnTo>
                    <a:pt x="1273" y="637"/>
                  </a:lnTo>
                  <a:cubicBezTo>
                    <a:pt x="1273" y="285"/>
                    <a:pt x="989" y="0"/>
                    <a:pt x="6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29" name="Google Shape;4229;p52"/>
          <p:cNvGrpSpPr/>
          <p:nvPr/>
        </p:nvGrpSpPr>
        <p:grpSpPr>
          <a:xfrm>
            <a:off x="4075449" y="4011392"/>
            <a:ext cx="274193" cy="359998"/>
            <a:chOff x="3381680" y="4655658"/>
            <a:chExt cx="268133" cy="352042"/>
          </a:xfrm>
        </p:grpSpPr>
        <p:sp>
          <p:nvSpPr>
            <p:cNvPr id="4230" name="Google Shape;4230;p52"/>
            <p:cNvSpPr/>
            <p:nvPr/>
          </p:nvSpPr>
          <p:spPr>
            <a:xfrm>
              <a:off x="3381680" y="4655658"/>
              <a:ext cx="268133" cy="352042"/>
            </a:xfrm>
            <a:custGeom>
              <a:rect b="b" l="l" r="r" t="t"/>
              <a:pathLst>
                <a:path extrusionOk="0" h="21731" w="16554">
                  <a:moveTo>
                    <a:pt x="5094" y="16637"/>
                  </a:moveTo>
                  <a:lnTo>
                    <a:pt x="5094" y="19557"/>
                  </a:lnTo>
                  <a:lnTo>
                    <a:pt x="2175" y="16637"/>
                  </a:lnTo>
                  <a:close/>
                  <a:moveTo>
                    <a:pt x="15281" y="1273"/>
                  </a:moveTo>
                  <a:lnTo>
                    <a:pt x="15281" y="20458"/>
                  </a:lnTo>
                  <a:lnTo>
                    <a:pt x="6367" y="20458"/>
                  </a:lnTo>
                  <a:lnTo>
                    <a:pt x="6367" y="16001"/>
                  </a:lnTo>
                  <a:cubicBezTo>
                    <a:pt x="6367" y="15649"/>
                    <a:pt x="6083" y="15365"/>
                    <a:pt x="5731" y="15365"/>
                  </a:cubicBezTo>
                  <a:lnTo>
                    <a:pt x="1275" y="15365"/>
                  </a:lnTo>
                  <a:lnTo>
                    <a:pt x="1275" y="1273"/>
                  </a:lnTo>
                  <a:close/>
                  <a:moveTo>
                    <a:pt x="637" y="0"/>
                  </a:moveTo>
                  <a:cubicBezTo>
                    <a:pt x="285" y="0"/>
                    <a:pt x="1" y="286"/>
                    <a:pt x="1" y="637"/>
                  </a:cubicBezTo>
                  <a:lnTo>
                    <a:pt x="1" y="16001"/>
                  </a:lnTo>
                  <a:cubicBezTo>
                    <a:pt x="1" y="16170"/>
                    <a:pt x="68" y="16332"/>
                    <a:pt x="188" y="16451"/>
                  </a:cubicBezTo>
                  <a:lnTo>
                    <a:pt x="5281" y="21544"/>
                  </a:lnTo>
                  <a:cubicBezTo>
                    <a:pt x="5400" y="21663"/>
                    <a:pt x="5563" y="21731"/>
                    <a:pt x="5731" y="21731"/>
                  </a:cubicBezTo>
                  <a:lnTo>
                    <a:pt x="15917" y="21731"/>
                  </a:lnTo>
                  <a:cubicBezTo>
                    <a:pt x="16269" y="21731"/>
                    <a:pt x="16553" y="21446"/>
                    <a:pt x="16553" y="21094"/>
                  </a:cubicBezTo>
                  <a:lnTo>
                    <a:pt x="16553" y="637"/>
                  </a:lnTo>
                  <a:cubicBezTo>
                    <a:pt x="16553" y="286"/>
                    <a:pt x="16269" y="0"/>
                    <a:pt x="1591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1" name="Google Shape;4231;p52"/>
            <p:cNvSpPr/>
            <p:nvPr/>
          </p:nvSpPr>
          <p:spPr>
            <a:xfrm>
              <a:off x="3421947" y="4718222"/>
              <a:ext cx="63899" cy="61916"/>
            </a:xfrm>
            <a:custGeom>
              <a:rect b="b" l="l" r="r" t="t"/>
              <a:pathLst>
                <a:path extrusionOk="0" h="3822" w="3945">
                  <a:moveTo>
                    <a:pt x="698" y="1"/>
                  </a:moveTo>
                  <a:cubicBezTo>
                    <a:pt x="535" y="1"/>
                    <a:pt x="373" y="63"/>
                    <a:pt x="249" y="187"/>
                  </a:cubicBezTo>
                  <a:cubicBezTo>
                    <a:pt x="0" y="436"/>
                    <a:pt x="0" y="838"/>
                    <a:pt x="249" y="1087"/>
                  </a:cubicBezTo>
                  <a:lnTo>
                    <a:pt x="1072" y="1910"/>
                  </a:lnTo>
                  <a:lnTo>
                    <a:pt x="249" y="2733"/>
                  </a:lnTo>
                  <a:cubicBezTo>
                    <a:pt x="0" y="2982"/>
                    <a:pt x="0" y="3386"/>
                    <a:pt x="249" y="3634"/>
                  </a:cubicBezTo>
                  <a:cubicBezTo>
                    <a:pt x="373" y="3759"/>
                    <a:pt x="536" y="3821"/>
                    <a:pt x="699" y="3821"/>
                  </a:cubicBezTo>
                  <a:cubicBezTo>
                    <a:pt x="861" y="3821"/>
                    <a:pt x="1024" y="3759"/>
                    <a:pt x="1149" y="3634"/>
                  </a:cubicBezTo>
                  <a:lnTo>
                    <a:pt x="1972" y="2811"/>
                  </a:lnTo>
                  <a:lnTo>
                    <a:pt x="2795" y="3634"/>
                  </a:lnTo>
                  <a:cubicBezTo>
                    <a:pt x="2919" y="3759"/>
                    <a:pt x="3082" y="3821"/>
                    <a:pt x="3245" y="3821"/>
                  </a:cubicBezTo>
                  <a:cubicBezTo>
                    <a:pt x="3408" y="3821"/>
                    <a:pt x="3571" y="3759"/>
                    <a:pt x="3696" y="3634"/>
                  </a:cubicBezTo>
                  <a:cubicBezTo>
                    <a:pt x="3945" y="3386"/>
                    <a:pt x="3945" y="2982"/>
                    <a:pt x="3696" y="2733"/>
                  </a:cubicBezTo>
                  <a:lnTo>
                    <a:pt x="2873" y="1910"/>
                  </a:lnTo>
                  <a:lnTo>
                    <a:pt x="3696" y="1087"/>
                  </a:lnTo>
                  <a:cubicBezTo>
                    <a:pt x="3945" y="838"/>
                    <a:pt x="3943" y="436"/>
                    <a:pt x="3696" y="187"/>
                  </a:cubicBezTo>
                  <a:cubicBezTo>
                    <a:pt x="3571" y="63"/>
                    <a:pt x="3408" y="1"/>
                    <a:pt x="3245" y="1"/>
                  </a:cubicBezTo>
                  <a:cubicBezTo>
                    <a:pt x="3082" y="1"/>
                    <a:pt x="2919" y="63"/>
                    <a:pt x="2795" y="187"/>
                  </a:cubicBezTo>
                  <a:lnTo>
                    <a:pt x="1972" y="1010"/>
                  </a:lnTo>
                  <a:lnTo>
                    <a:pt x="1149" y="187"/>
                  </a:lnTo>
                  <a:cubicBezTo>
                    <a:pt x="1024" y="63"/>
                    <a:pt x="861" y="1"/>
                    <a:pt x="6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2" name="Google Shape;4232;p52"/>
            <p:cNvSpPr/>
            <p:nvPr/>
          </p:nvSpPr>
          <p:spPr>
            <a:xfrm>
              <a:off x="3421947" y="4821368"/>
              <a:ext cx="84535" cy="61900"/>
            </a:xfrm>
            <a:custGeom>
              <a:rect b="b" l="l" r="r" t="t"/>
              <a:pathLst>
                <a:path extrusionOk="0" h="3821" w="5219">
                  <a:moveTo>
                    <a:pt x="4518" y="0"/>
                  </a:moveTo>
                  <a:cubicBezTo>
                    <a:pt x="4355" y="0"/>
                    <a:pt x="4192" y="63"/>
                    <a:pt x="4068" y="188"/>
                  </a:cubicBezTo>
                  <a:lnTo>
                    <a:pt x="1973" y="2283"/>
                  </a:lnTo>
                  <a:lnTo>
                    <a:pt x="1149" y="1460"/>
                  </a:lnTo>
                  <a:cubicBezTo>
                    <a:pt x="1024" y="1335"/>
                    <a:pt x="861" y="1273"/>
                    <a:pt x="699" y="1273"/>
                  </a:cubicBezTo>
                  <a:cubicBezTo>
                    <a:pt x="536" y="1273"/>
                    <a:pt x="373" y="1335"/>
                    <a:pt x="249" y="1460"/>
                  </a:cubicBezTo>
                  <a:cubicBezTo>
                    <a:pt x="0" y="1708"/>
                    <a:pt x="0" y="2112"/>
                    <a:pt x="249" y="2361"/>
                  </a:cubicBezTo>
                  <a:lnTo>
                    <a:pt x="1522" y="3634"/>
                  </a:lnTo>
                  <a:cubicBezTo>
                    <a:pt x="1646" y="3758"/>
                    <a:pt x="1809" y="3820"/>
                    <a:pt x="1972" y="3820"/>
                  </a:cubicBezTo>
                  <a:cubicBezTo>
                    <a:pt x="2135" y="3820"/>
                    <a:pt x="2298" y="3758"/>
                    <a:pt x="2423" y="3634"/>
                  </a:cubicBezTo>
                  <a:lnTo>
                    <a:pt x="4970" y="1086"/>
                  </a:lnTo>
                  <a:cubicBezTo>
                    <a:pt x="5219" y="838"/>
                    <a:pt x="5219" y="435"/>
                    <a:pt x="4970" y="187"/>
                  </a:cubicBezTo>
                  <a:lnTo>
                    <a:pt x="4969" y="188"/>
                  </a:lnTo>
                  <a:cubicBezTo>
                    <a:pt x="4844" y="63"/>
                    <a:pt x="4681" y="0"/>
                    <a:pt x="451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3" name="Google Shape;4233;p52"/>
            <p:cNvSpPr/>
            <p:nvPr/>
          </p:nvSpPr>
          <p:spPr>
            <a:xfrm>
              <a:off x="3526064" y="4738845"/>
              <a:ext cx="82510" cy="20639"/>
            </a:xfrm>
            <a:custGeom>
              <a:rect b="b" l="l" r="r" t="t"/>
              <a:pathLst>
                <a:path extrusionOk="0" h="1274" w="5094">
                  <a:moveTo>
                    <a:pt x="637" y="1"/>
                  </a:moveTo>
                  <a:cubicBezTo>
                    <a:pt x="285" y="1"/>
                    <a:pt x="0" y="285"/>
                    <a:pt x="0" y="637"/>
                  </a:cubicBezTo>
                  <a:cubicBezTo>
                    <a:pt x="0" y="989"/>
                    <a:pt x="285" y="1274"/>
                    <a:pt x="637" y="1274"/>
                  </a:cubicBezTo>
                  <a:lnTo>
                    <a:pt x="4457" y="1274"/>
                  </a:lnTo>
                  <a:cubicBezTo>
                    <a:pt x="4808" y="1274"/>
                    <a:pt x="5094" y="989"/>
                    <a:pt x="5094" y="637"/>
                  </a:cubicBezTo>
                  <a:cubicBezTo>
                    <a:pt x="5094" y="285"/>
                    <a:pt x="4808" y="1"/>
                    <a:pt x="445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4" name="Google Shape;4234;p52"/>
            <p:cNvSpPr/>
            <p:nvPr/>
          </p:nvSpPr>
          <p:spPr>
            <a:xfrm>
              <a:off x="3526064" y="4841974"/>
              <a:ext cx="82510" cy="20639"/>
            </a:xfrm>
            <a:custGeom>
              <a:rect b="b" l="l" r="r" t="t"/>
              <a:pathLst>
                <a:path extrusionOk="0" h="1274" w="5094">
                  <a:moveTo>
                    <a:pt x="637" y="1"/>
                  </a:moveTo>
                  <a:cubicBezTo>
                    <a:pt x="285" y="1"/>
                    <a:pt x="0" y="285"/>
                    <a:pt x="0" y="637"/>
                  </a:cubicBezTo>
                  <a:cubicBezTo>
                    <a:pt x="0" y="989"/>
                    <a:pt x="285" y="1274"/>
                    <a:pt x="637" y="1274"/>
                  </a:cubicBezTo>
                  <a:lnTo>
                    <a:pt x="4457" y="1274"/>
                  </a:lnTo>
                  <a:cubicBezTo>
                    <a:pt x="4808" y="1274"/>
                    <a:pt x="5094" y="989"/>
                    <a:pt x="5094" y="637"/>
                  </a:cubicBezTo>
                  <a:cubicBezTo>
                    <a:pt x="5094" y="285"/>
                    <a:pt x="4808" y="1"/>
                    <a:pt x="445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35" name="Google Shape;4235;p52"/>
          <p:cNvGrpSpPr/>
          <p:nvPr/>
        </p:nvGrpSpPr>
        <p:grpSpPr>
          <a:xfrm>
            <a:off x="6278952" y="4048589"/>
            <a:ext cx="359959" cy="274236"/>
            <a:chOff x="986637" y="2327297"/>
            <a:chExt cx="352004" cy="268175"/>
          </a:xfrm>
        </p:grpSpPr>
        <p:sp>
          <p:nvSpPr>
            <p:cNvPr id="4236" name="Google Shape;4236;p52"/>
            <p:cNvSpPr/>
            <p:nvPr/>
          </p:nvSpPr>
          <p:spPr>
            <a:xfrm>
              <a:off x="1069130" y="2471671"/>
              <a:ext cx="125142" cy="61900"/>
            </a:xfrm>
            <a:custGeom>
              <a:rect b="b" l="l" r="r" t="t"/>
              <a:pathLst>
                <a:path extrusionOk="0" h="3821" w="7726">
                  <a:moveTo>
                    <a:pt x="6452" y="1273"/>
                  </a:moveTo>
                  <a:lnTo>
                    <a:pt x="6452" y="2547"/>
                  </a:lnTo>
                  <a:lnTo>
                    <a:pt x="1275" y="2547"/>
                  </a:lnTo>
                  <a:lnTo>
                    <a:pt x="1275" y="1273"/>
                  </a:lnTo>
                  <a:close/>
                  <a:moveTo>
                    <a:pt x="639" y="0"/>
                  </a:moveTo>
                  <a:cubicBezTo>
                    <a:pt x="287" y="0"/>
                    <a:pt x="1" y="285"/>
                    <a:pt x="1" y="637"/>
                  </a:cubicBezTo>
                  <a:lnTo>
                    <a:pt x="1" y="3184"/>
                  </a:lnTo>
                  <a:cubicBezTo>
                    <a:pt x="1" y="3536"/>
                    <a:pt x="287" y="3820"/>
                    <a:pt x="639" y="3820"/>
                  </a:cubicBezTo>
                  <a:lnTo>
                    <a:pt x="7089" y="3820"/>
                  </a:lnTo>
                  <a:cubicBezTo>
                    <a:pt x="7440" y="3820"/>
                    <a:pt x="7726" y="3536"/>
                    <a:pt x="7726" y="3184"/>
                  </a:cubicBezTo>
                  <a:lnTo>
                    <a:pt x="7726" y="637"/>
                  </a:lnTo>
                  <a:cubicBezTo>
                    <a:pt x="7726" y="285"/>
                    <a:pt x="7440" y="0"/>
                    <a:pt x="708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7" name="Google Shape;4237;p52"/>
            <p:cNvSpPr/>
            <p:nvPr/>
          </p:nvSpPr>
          <p:spPr>
            <a:xfrm>
              <a:off x="986637" y="2327297"/>
              <a:ext cx="352004" cy="268175"/>
            </a:xfrm>
            <a:custGeom>
              <a:rect b="b" l="l" r="r" t="t"/>
              <a:pathLst>
                <a:path extrusionOk="0" h="16554" w="21732">
                  <a:moveTo>
                    <a:pt x="19822" y="1274"/>
                  </a:moveTo>
                  <a:cubicBezTo>
                    <a:pt x="20080" y="1274"/>
                    <a:pt x="20311" y="1429"/>
                    <a:pt x="20409" y="1667"/>
                  </a:cubicBezTo>
                  <a:cubicBezTo>
                    <a:pt x="20508" y="1904"/>
                    <a:pt x="20454" y="2178"/>
                    <a:pt x="20272" y="2361"/>
                  </a:cubicBezTo>
                  <a:cubicBezTo>
                    <a:pt x="20150" y="2482"/>
                    <a:pt x="19987" y="2547"/>
                    <a:pt x="19822" y="2547"/>
                  </a:cubicBezTo>
                  <a:cubicBezTo>
                    <a:pt x="19740" y="2547"/>
                    <a:pt x="19657" y="2531"/>
                    <a:pt x="19578" y="2498"/>
                  </a:cubicBezTo>
                  <a:cubicBezTo>
                    <a:pt x="19340" y="2400"/>
                    <a:pt x="19185" y="2168"/>
                    <a:pt x="19185" y="1911"/>
                  </a:cubicBezTo>
                  <a:cubicBezTo>
                    <a:pt x="19185" y="1559"/>
                    <a:pt x="19470" y="1274"/>
                    <a:pt x="19822" y="1274"/>
                  </a:cubicBezTo>
                  <a:close/>
                  <a:moveTo>
                    <a:pt x="11546" y="2547"/>
                  </a:moveTo>
                  <a:lnTo>
                    <a:pt x="11546" y="5095"/>
                  </a:lnTo>
                  <a:lnTo>
                    <a:pt x="4374" y="5095"/>
                  </a:lnTo>
                  <a:lnTo>
                    <a:pt x="6072" y="2547"/>
                  </a:lnTo>
                  <a:close/>
                  <a:moveTo>
                    <a:pt x="16638" y="8913"/>
                  </a:moveTo>
                  <a:lnTo>
                    <a:pt x="16638" y="12734"/>
                  </a:lnTo>
                  <a:lnTo>
                    <a:pt x="15365" y="12734"/>
                  </a:lnTo>
                  <a:lnTo>
                    <a:pt x="15365" y="8913"/>
                  </a:lnTo>
                  <a:close/>
                  <a:moveTo>
                    <a:pt x="20458" y="6921"/>
                  </a:moveTo>
                  <a:lnTo>
                    <a:pt x="20458" y="14728"/>
                  </a:lnTo>
                  <a:lnTo>
                    <a:pt x="17912" y="13030"/>
                  </a:lnTo>
                  <a:lnTo>
                    <a:pt x="17912" y="8618"/>
                  </a:lnTo>
                  <a:lnTo>
                    <a:pt x="20458" y="6921"/>
                  </a:lnTo>
                  <a:close/>
                  <a:moveTo>
                    <a:pt x="1275" y="6366"/>
                  </a:moveTo>
                  <a:lnTo>
                    <a:pt x="14092" y="6368"/>
                  </a:lnTo>
                  <a:lnTo>
                    <a:pt x="14092" y="15280"/>
                  </a:lnTo>
                  <a:lnTo>
                    <a:pt x="1275" y="15280"/>
                  </a:lnTo>
                  <a:lnTo>
                    <a:pt x="1275" y="6366"/>
                  </a:lnTo>
                  <a:close/>
                  <a:moveTo>
                    <a:pt x="19821" y="0"/>
                  </a:moveTo>
                  <a:cubicBezTo>
                    <a:pt x="19024" y="0"/>
                    <a:pt x="18295" y="501"/>
                    <a:pt x="18021" y="1274"/>
                  </a:cubicBezTo>
                  <a:lnTo>
                    <a:pt x="16001" y="1274"/>
                  </a:lnTo>
                  <a:cubicBezTo>
                    <a:pt x="15833" y="1274"/>
                    <a:pt x="15671" y="1340"/>
                    <a:pt x="15551" y="1461"/>
                  </a:cubicBezTo>
                  <a:lnTo>
                    <a:pt x="12819" y="4193"/>
                  </a:lnTo>
                  <a:lnTo>
                    <a:pt x="12819" y="1911"/>
                  </a:lnTo>
                  <a:cubicBezTo>
                    <a:pt x="12819" y="1559"/>
                    <a:pt x="12533" y="1274"/>
                    <a:pt x="12182" y="1274"/>
                  </a:cubicBezTo>
                  <a:lnTo>
                    <a:pt x="5732" y="1274"/>
                  </a:lnTo>
                  <a:cubicBezTo>
                    <a:pt x="5519" y="1274"/>
                    <a:pt x="5320" y="1380"/>
                    <a:pt x="5202" y="1558"/>
                  </a:cubicBezTo>
                  <a:lnTo>
                    <a:pt x="2844" y="5093"/>
                  </a:lnTo>
                  <a:lnTo>
                    <a:pt x="638" y="5093"/>
                  </a:lnTo>
                  <a:cubicBezTo>
                    <a:pt x="286" y="5093"/>
                    <a:pt x="1" y="5378"/>
                    <a:pt x="2" y="5730"/>
                  </a:cubicBezTo>
                  <a:lnTo>
                    <a:pt x="2" y="15916"/>
                  </a:lnTo>
                  <a:cubicBezTo>
                    <a:pt x="1" y="16267"/>
                    <a:pt x="286" y="16553"/>
                    <a:pt x="638" y="16553"/>
                  </a:cubicBezTo>
                  <a:lnTo>
                    <a:pt x="14728" y="16553"/>
                  </a:lnTo>
                  <a:cubicBezTo>
                    <a:pt x="15080" y="16553"/>
                    <a:pt x="15365" y="16267"/>
                    <a:pt x="15365" y="15916"/>
                  </a:cubicBezTo>
                  <a:lnTo>
                    <a:pt x="15365" y="14005"/>
                  </a:lnTo>
                  <a:lnTo>
                    <a:pt x="17082" y="14005"/>
                  </a:lnTo>
                  <a:lnTo>
                    <a:pt x="20741" y="16445"/>
                  </a:lnTo>
                  <a:cubicBezTo>
                    <a:pt x="20853" y="16520"/>
                    <a:pt x="20974" y="16553"/>
                    <a:pt x="21093" y="16553"/>
                  </a:cubicBezTo>
                  <a:cubicBezTo>
                    <a:pt x="21424" y="16553"/>
                    <a:pt x="21731" y="16290"/>
                    <a:pt x="21731" y="15916"/>
                  </a:cubicBezTo>
                  <a:lnTo>
                    <a:pt x="21731" y="5730"/>
                  </a:lnTo>
                  <a:cubicBezTo>
                    <a:pt x="21731" y="5355"/>
                    <a:pt x="21424" y="5092"/>
                    <a:pt x="21093" y="5092"/>
                  </a:cubicBezTo>
                  <a:cubicBezTo>
                    <a:pt x="20974" y="5092"/>
                    <a:pt x="20853" y="5126"/>
                    <a:pt x="20741" y="5200"/>
                  </a:cubicBezTo>
                  <a:lnTo>
                    <a:pt x="17082" y="7640"/>
                  </a:lnTo>
                  <a:lnTo>
                    <a:pt x="15365" y="7640"/>
                  </a:lnTo>
                  <a:lnTo>
                    <a:pt x="15365" y="5730"/>
                  </a:lnTo>
                  <a:cubicBezTo>
                    <a:pt x="15365" y="5378"/>
                    <a:pt x="15080" y="5093"/>
                    <a:pt x="14728" y="5093"/>
                  </a:cubicBezTo>
                  <a:lnTo>
                    <a:pt x="13720" y="5093"/>
                  </a:lnTo>
                  <a:lnTo>
                    <a:pt x="16266" y="2546"/>
                  </a:lnTo>
                  <a:lnTo>
                    <a:pt x="18021" y="2547"/>
                  </a:lnTo>
                  <a:cubicBezTo>
                    <a:pt x="18295" y="3320"/>
                    <a:pt x="19024" y="3820"/>
                    <a:pt x="19820" y="3820"/>
                  </a:cubicBezTo>
                  <a:cubicBezTo>
                    <a:pt x="19927" y="3820"/>
                    <a:pt x="20036" y="3811"/>
                    <a:pt x="20144" y="3792"/>
                  </a:cubicBezTo>
                  <a:cubicBezTo>
                    <a:pt x="21062" y="3635"/>
                    <a:pt x="21731" y="2841"/>
                    <a:pt x="21731" y="1911"/>
                  </a:cubicBezTo>
                  <a:cubicBezTo>
                    <a:pt x="21731" y="981"/>
                    <a:pt x="21062" y="185"/>
                    <a:pt x="20144" y="28"/>
                  </a:cubicBezTo>
                  <a:cubicBezTo>
                    <a:pt x="20036" y="9"/>
                    <a:pt x="19928" y="0"/>
                    <a:pt x="1982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8" name="Google Shape;4238;p52"/>
            <p:cNvSpPr/>
            <p:nvPr/>
          </p:nvSpPr>
          <p:spPr>
            <a:xfrm>
              <a:off x="1027082" y="2512932"/>
              <a:ext cx="21478" cy="20639"/>
            </a:xfrm>
            <a:custGeom>
              <a:rect b="b" l="l" r="r" t="t"/>
              <a:pathLst>
                <a:path extrusionOk="0" h="1274" w="1326">
                  <a:moveTo>
                    <a:pt x="687" y="0"/>
                  </a:moveTo>
                  <a:cubicBezTo>
                    <a:pt x="431" y="0"/>
                    <a:pt x="198" y="155"/>
                    <a:pt x="100" y="393"/>
                  </a:cubicBezTo>
                  <a:cubicBezTo>
                    <a:pt x="1" y="632"/>
                    <a:pt x="56" y="905"/>
                    <a:pt x="237" y="1087"/>
                  </a:cubicBezTo>
                  <a:cubicBezTo>
                    <a:pt x="359" y="1209"/>
                    <a:pt x="522" y="1273"/>
                    <a:pt x="687" y="1273"/>
                  </a:cubicBezTo>
                  <a:cubicBezTo>
                    <a:pt x="769" y="1273"/>
                    <a:pt x="852" y="1257"/>
                    <a:pt x="931" y="1224"/>
                  </a:cubicBezTo>
                  <a:cubicBezTo>
                    <a:pt x="1169" y="1126"/>
                    <a:pt x="1325" y="895"/>
                    <a:pt x="1325" y="637"/>
                  </a:cubicBezTo>
                  <a:cubicBezTo>
                    <a:pt x="1325" y="285"/>
                    <a:pt x="1039" y="0"/>
                    <a:pt x="68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9" name="Google Shape;4239;p52"/>
            <p:cNvSpPr/>
            <p:nvPr/>
          </p:nvSpPr>
          <p:spPr>
            <a:xfrm>
              <a:off x="1027082" y="2471687"/>
              <a:ext cx="21478" cy="20639"/>
            </a:xfrm>
            <a:custGeom>
              <a:rect b="b" l="l" r="r" t="t"/>
              <a:pathLst>
                <a:path extrusionOk="0" h="1274" w="1326">
                  <a:moveTo>
                    <a:pt x="690" y="0"/>
                  </a:moveTo>
                  <a:cubicBezTo>
                    <a:pt x="689" y="0"/>
                    <a:pt x="688" y="0"/>
                    <a:pt x="687" y="0"/>
                  </a:cubicBezTo>
                  <a:cubicBezTo>
                    <a:pt x="431" y="0"/>
                    <a:pt x="198" y="155"/>
                    <a:pt x="100" y="393"/>
                  </a:cubicBezTo>
                  <a:cubicBezTo>
                    <a:pt x="1" y="630"/>
                    <a:pt x="56" y="904"/>
                    <a:pt x="237" y="1087"/>
                  </a:cubicBezTo>
                  <a:cubicBezTo>
                    <a:pt x="360" y="1208"/>
                    <a:pt x="523" y="1273"/>
                    <a:pt x="688" y="1273"/>
                  </a:cubicBezTo>
                  <a:cubicBezTo>
                    <a:pt x="770" y="1273"/>
                    <a:pt x="853" y="1257"/>
                    <a:pt x="931" y="1224"/>
                  </a:cubicBezTo>
                  <a:cubicBezTo>
                    <a:pt x="1169" y="1127"/>
                    <a:pt x="1325" y="894"/>
                    <a:pt x="1325" y="637"/>
                  </a:cubicBezTo>
                  <a:cubicBezTo>
                    <a:pt x="1325" y="286"/>
                    <a:pt x="1041" y="0"/>
                    <a:pt x="69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40" name="Google Shape;4240;p52"/>
          <p:cNvGrpSpPr/>
          <p:nvPr/>
        </p:nvGrpSpPr>
        <p:grpSpPr>
          <a:xfrm>
            <a:off x="5579854" y="4005669"/>
            <a:ext cx="274210" cy="360015"/>
            <a:chOff x="596212" y="2293584"/>
            <a:chExt cx="268150" cy="352058"/>
          </a:xfrm>
        </p:grpSpPr>
        <p:sp>
          <p:nvSpPr>
            <p:cNvPr id="4241" name="Google Shape;4241;p52"/>
            <p:cNvSpPr/>
            <p:nvPr/>
          </p:nvSpPr>
          <p:spPr>
            <a:xfrm>
              <a:off x="596212" y="2293584"/>
              <a:ext cx="268150" cy="352058"/>
            </a:xfrm>
            <a:custGeom>
              <a:rect b="b" l="l" r="r" t="t"/>
              <a:pathLst>
                <a:path extrusionOk="0" h="21732" w="16555">
                  <a:moveTo>
                    <a:pt x="5094" y="16638"/>
                  </a:moveTo>
                  <a:lnTo>
                    <a:pt x="5094" y="19557"/>
                  </a:lnTo>
                  <a:lnTo>
                    <a:pt x="2174" y="16638"/>
                  </a:lnTo>
                  <a:close/>
                  <a:moveTo>
                    <a:pt x="15280" y="1274"/>
                  </a:moveTo>
                  <a:lnTo>
                    <a:pt x="15280" y="20458"/>
                  </a:lnTo>
                  <a:lnTo>
                    <a:pt x="6366" y="20458"/>
                  </a:lnTo>
                  <a:lnTo>
                    <a:pt x="6366" y="16002"/>
                  </a:lnTo>
                  <a:cubicBezTo>
                    <a:pt x="6366" y="15650"/>
                    <a:pt x="6082" y="15364"/>
                    <a:pt x="5730" y="15364"/>
                  </a:cubicBezTo>
                  <a:lnTo>
                    <a:pt x="1273" y="15364"/>
                  </a:lnTo>
                  <a:lnTo>
                    <a:pt x="1273" y="1274"/>
                  </a:lnTo>
                  <a:close/>
                  <a:moveTo>
                    <a:pt x="637" y="1"/>
                  </a:moveTo>
                  <a:cubicBezTo>
                    <a:pt x="285" y="1"/>
                    <a:pt x="0" y="285"/>
                    <a:pt x="0" y="637"/>
                  </a:cubicBezTo>
                  <a:lnTo>
                    <a:pt x="0" y="16002"/>
                  </a:lnTo>
                  <a:cubicBezTo>
                    <a:pt x="0" y="16170"/>
                    <a:pt x="68" y="16331"/>
                    <a:pt x="187" y="16452"/>
                  </a:cubicBezTo>
                  <a:lnTo>
                    <a:pt x="5280" y="21545"/>
                  </a:lnTo>
                  <a:cubicBezTo>
                    <a:pt x="5399" y="21664"/>
                    <a:pt x="5561" y="21731"/>
                    <a:pt x="5730" y="21731"/>
                  </a:cubicBezTo>
                  <a:lnTo>
                    <a:pt x="15918" y="21731"/>
                  </a:lnTo>
                  <a:cubicBezTo>
                    <a:pt x="16268" y="21731"/>
                    <a:pt x="16554" y="21447"/>
                    <a:pt x="16554" y="21095"/>
                  </a:cubicBezTo>
                  <a:lnTo>
                    <a:pt x="16554" y="637"/>
                  </a:lnTo>
                  <a:cubicBezTo>
                    <a:pt x="16554" y="285"/>
                    <a:pt x="16268" y="1"/>
                    <a:pt x="1591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2" name="Google Shape;4242;p52"/>
            <p:cNvSpPr/>
            <p:nvPr/>
          </p:nvSpPr>
          <p:spPr>
            <a:xfrm>
              <a:off x="637451" y="2355452"/>
              <a:ext cx="185640" cy="145784"/>
            </a:xfrm>
            <a:custGeom>
              <a:rect b="b" l="l" r="r" t="t"/>
              <a:pathLst>
                <a:path extrusionOk="0" h="8999" w="11461">
                  <a:moveTo>
                    <a:pt x="8914" y="3490"/>
                  </a:moveTo>
                  <a:lnTo>
                    <a:pt x="10188" y="4763"/>
                  </a:lnTo>
                  <a:lnTo>
                    <a:pt x="10188" y="7726"/>
                  </a:lnTo>
                  <a:lnTo>
                    <a:pt x="1275" y="7726"/>
                  </a:lnTo>
                  <a:lnTo>
                    <a:pt x="1275" y="7310"/>
                  </a:lnTo>
                  <a:lnTo>
                    <a:pt x="3184" y="5400"/>
                  </a:lnTo>
                  <a:lnTo>
                    <a:pt x="4644" y="6859"/>
                  </a:lnTo>
                  <a:cubicBezTo>
                    <a:pt x="4768" y="6984"/>
                    <a:pt x="4931" y="7046"/>
                    <a:pt x="5094" y="7046"/>
                  </a:cubicBezTo>
                  <a:cubicBezTo>
                    <a:pt x="5257" y="7046"/>
                    <a:pt x="5420" y="6984"/>
                    <a:pt x="5545" y="6859"/>
                  </a:cubicBezTo>
                  <a:lnTo>
                    <a:pt x="8914" y="3490"/>
                  </a:lnTo>
                  <a:close/>
                  <a:moveTo>
                    <a:pt x="638" y="1"/>
                  </a:moveTo>
                  <a:cubicBezTo>
                    <a:pt x="286" y="1"/>
                    <a:pt x="0" y="287"/>
                    <a:pt x="0" y="637"/>
                  </a:cubicBezTo>
                  <a:lnTo>
                    <a:pt x="0" y="8362"/>
                  </a:lnTo>
                  <a:cubicBezTo>
                    <a:pt x="0" y="8714"/>
                    <a:pt x="286" y="8999"/>
                    <a:pt x="637" y="8999"/>
                  </a:cubicBezTo>
                  <a:lnTo>
                    <a:pt x="10824" y="8999"/>
                  </a:lnTo>
                  <a:cubicBezTo>
                    <a:pt x="11175" y="8999"/>
                    <a:pt x="11461" y="8714"/>
                    <a:pt x="11461" y="8362"/>
                  </a:cubicBezTo>
                  <a:lnTo>
                    <a:pt x="11461" y="4500"/>
                  </a:lnTo>
                  <a:cubicBezTo>
                    <a:pt x="11461" y="4332"/>
                    <a:pt x="11393" y="4169"/>
                    <a:pt x="11274" y="4050"/>
                  </a:cubicBezTo>
                  <a:lnTo>
                    <a:pt x="9364" y="2140"/>
                  </a:lnTo>
                  <a:cubicBezTo>
                    <a:pt x="9239" y="2016"/>
                    <a:pt x="9076" y="1954"/>
                    <a:pt x="8914" y="1954"/>
                  </a:cubicBezTo>
                  <a:cubicBezTo>
                    <a:pt x="8751" y="1954"/>
                    <a:pt x="8588" y="2016"/>
                    <a:pt x="8464" y="2140"/>
                  </a:cubicBezTo>
                  <a:lnTo>
                    <a:pt x="5093" y="5509"/>
                  </a:lnTo>
                  <a:lnTo>
                    <a:pt x="3634" y="4050"/>
                  </a:lnTo>
                  <a:cubicBezTo>
                    <a:pt x="3510" y="3926"/>
                    <a:pt x="3347" y="3863"/>
                    <a:pt x="3184" y="3863"/>
                  </a:cubicBezTo>
                  <a:cubicBezTo>
                    <a:pt x="3021" y="3863"/>
                    <a:pt x="2858" y="3926"/>
                    <a:pt x="2734" y="4050"/>
                  </a:cubicBezTo>
                  <a:lnTo>
                    <a:pt x="1275" y="5509"/>
                  </a:lnTo>
                  <a:lnTo>
                    <a:pt x="1275" y="637"/>
                  </a:lnTo>
                  <a:cubicBezTo>
                    <a:pt x="1275" y="287"/>
                    <a:pt x="989" y="1"/>
                    <a:pt x="63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3" name="Google Shape;4243;p52"/>
            <p:cNvSpPr/>
            <p:nvPr/>
          </p:nvSpPr>
          <p:spPr>
            <a:xfrm>
              <a:off x="719945" y="2521842"/>
              <a:ext cx="82510" cy="20671"/>
            </a:xfrm>
            <a:custGeom>
              <a:rect b="b" l="l" r="r" t="t"/>
              <a:pathLst>
                <a:path extrusionOk="0" h="1276" w="5094">
                  <a:moveTo>
                    <a:pt x="638" y="1"/>
                  </a:moveTo>
                  <a:cubicBezTo>
                    <a:pt x="286" y="1"/>
                    <a:pt x="0" y="287"/>
                    <a:pt x="0" y="639"/>
                  </a:cubicBezTo>
                  <a:cubicBezTo>
                    <a:pt x="0" y="989"/>
                    <a:pt x="286" y="1275"/>
                    <a:pt x="638" y="1275"/>
                  </a:cubicBezTo>
                  <a:lnTo>
                    <a:pt x="4457" y="1275"/>
                  </a:lnTo>
                  <a:cubicBezTo>
                    <a:pt x="4809" y="1275"/>
                    <a:pt x="5094" y="989"/>
                    <a:pt x="5094" y="639"/>
                  </a:cubicBezTo>
                  <a:cubicBezTo>
                    <a:pt x="5094" y="287"/>
                    <a:pt x="4809" y="1"/>
                    <a:pt x="445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4" name="Google Shape;4244;p52"/>
            <p:cNvSpPr/>
            <p:nvPr/>
          </p:nvSpPr>
          <p:spPr>
            <a:xfrm>
              <a:off x="719945" y="2563120"/>
              <a:ext cx="82510" cy="20639"/>
            </a:xfrm>
            <a:custGeom>
              <a:rect b="b" l="l" r="r" t="t"/>
              <a:pathLst>
                <a:path extrusionOk="0" h="1274" w="5094">
                  <a:moveTo>
                    <a:pt x="638" y="0"/>
                  </a:moveTo>
                  <a:cubicBezTo>
                    <a:pt x="286" y="0"/>
                    <a:pt x="0" y="285"/>
                    <a:pt x="0" y="637"/>
                  </a:cubicBezTo>
                  <a:cubicBezTo>
                    <a:pt x="0" y="989"/>
                    <a:pt x="286" y="1273"/>
                    <a:pt x="638" y="1273"/>
                  </a:cubicBezTo>
                  <a:lnTo>
                    <a:pt x="4457" y="1273"/>
                  </a:lnTo>
                  <a:cubicBezTo>
                    <a:pt x="4809" y="1273"/>
                    <a:pt x="5094" y="989"/>
                    <a:pt x="5094" y="637"/>
                  </a:cubicBezTo>
                  <a:cubicBezTo>
                    <a:pt x="5094" y="285"/>
                    <a:pt x="4809" y="0"/>
                    <a:pt x="445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5" name="Google Shape;4245;p52"/>
            <p:cNvSpPr/>
            <p:nvPr/>
          </p:nvSpPr>
          <p:spPr>
            <a:xfrm>
              <a:off x="719945" y="2334830"/>
              <a:ext cx="82510" cy="20639"/>
            </a:xfrm>
            <a:custGeom>
              <a:rect b="b" l="l" r="r" t="t"/>
              <a:pathLst>
                <a:path extrusionOk="0" h="1274" w="5094">
                  <a:moveTo>
                    <a:pt x="638" y="1"/>
                  </a:moveTo>
                  <a:cubicBezTo>
                    <a:pt x="286" y="1"/>
                    <a:pt x="0" y="285"/>
                    <a:pt x="0" y="637"/>
                  </a:cubicBezTo>
                  <a:cubicBezTo>
                    <a:pt x="0" y="989"/>
                    <a:pt x="286" y="1274"/>
                    <a:pt x="638" y="1274"/>
                  </a:cubicBezTo>
                  <a:lnTo>
                    <a:pt x="4457" y="1274"/>
                  </a:lnTo>
                  <a:cubicBezTo>
                    <a:pt x="4809" y="1274"/>
                    <a:pt x="5094" y="989"/>
                    <a:pt x="5094" y="637"/>
                  </a:cubicBezTo>
                  <a:cubicBezTo>
                    <a:pt x="5094" y="285"/>
                    <a:pt x="4809" y="1"/>
                    <a:pt x="445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246" name="Google Shape;4246;p52"/>
          <p:cNvSpPr/>
          <p:nvPr/>
        </p:nvSpPr>
        <p:spPr>
          <a:xfrm>
            <a:off x="4766888" y="4011150"/>
            <a:ext cx="376416" cy="359974"/>
          </a:xfrm>
          <a:custGeom>
            <a:rect b="b" l="l" r="r" t="t"/>
            <a:pathLst>
              <a:path extrusionOk="0" h="21731" w="22727">
                <a:moveTo>
                  <a:pt x="17109" y="3846"/>
                </a:moveTo>
                <a:cubicBezTo>
                  <a:pt x="17435" y="3846"/>
                  <a:pt x="17761" y="3971"/>
                  <a:pt x="18009" y="4219"/>
                </a:cubicBezTo>
                <a:cubicBezTo>
                  <a:pt x="18496" y="4706"/>
                  <a:pt x="18508" y="5493"/>
                  <a:pt x="18035" y="5993"/>
                </a:cubicBezTo>
                <a:lnTo>
                  <a:pt x="14406" y="9623"/>
                </a:lnTo>
                <a:cubicBezTo>
                  <a:pt x="13966" y="8882"/>
                  <a:pt x="13346" y="8263"/>
                  <a:pt x="12605" y="7822"/>
                </a:cubicBezTo>
                <a:lnTo>
                  <a:pt x="16235" y="4194"/>
                </a:lnTo>
                <a:cubicBezTo>
                  <a:pt x="16480" y="3962"/>
                  <a:pt x="16795" y="3846"/>
                  <a:pt x="17109" y="3846"/>
                </a:cubicBezTo>
                <a:close/>
                <a:moveTo>
                  <a:pt x="17135" y="1273"/>
                </a:moveTo>
                <a:cubicBezTo>
                  <a:pt x="18112" y="1273"/>
                  <a:pt x="19089" y="1646"/>
                  <a:pt x="19836" y="2393"/>
                </a:cubicBezTo>
                <a:cubicBezTo>
                  <a:pt x="21328" y="3886"/>
                  <a:pt x="21328" y="6300"/>
                  <a:pt x="19836" y="7793"/>
                </a:cubicBezTo>
                <a:lnTo>
                  <a:pt x="19836" y="7794"/>
                </a:lnTo>
                <a:lnTo>
                  <a:pt x="15420" y="12210"/>
                </a:lnTo>
                <a:cubicBezTo>
                  <a:pt x="14676" y="12954"/>
                  <a:pt x="13697" y="13327"/>
                  <a:pt x="12719" y="13327"/>
                </a:cubicBezTo>
                <a:cubicBezTo>
                  <a:pt x="11741" y="13327"/>
                  <a:pt x="10763" y="12954"/>
                  <a:pt x="10018" y="12210"/>
                </a:cubicBezTo>
                <a:cubicBezTo>
                  <a:pt x="9715" y="11908"/>
                  <a:pt x="9465" y="11558"/>
                  <a:pt x="9280" y="11174"/>
                </a:cubicBezTo>
                <a:cubicBezTo>
                  <a:pt x="9502" y="11015"/>
                  <a:pt x="9761" y="10937"/>
                  <a:pt x="10018" y="10937"/>
                </a:cubicBezTo>
                <a:cubicBezTo>
                  <a:pt x="10346" y="10937"/>
                  <a:pt x="10672" y="11064"/>
                  <a:pt x="10918" y="11310"/>
                </a:cubicBezTo>
                <a:cubicBezTo>
                  <a:pt x="11414" y="11806"/>
                  <a:pt x="12066" y="12055"/>
                  <a:pt x="12719" y="12055"/>
                </a:cubicBezTo>
                <a:cubicBezTo>
                  <a:pt x="13371" y="12055"/>
                  <a:pt x="14023" y="11806"/>
                  <a:pt x="14520" y="11310"/>
                </a:cubicBezTo>
                <a:lnTo>
                  <a:pt x="18936" y="6893"/>
                </a:lnTo>
                <a:cubicBezTo>
                  <a:pt x="19920" y="5897"/>
                  <a:pt x="19915" y="4293"/>
                  <a:pt x="18925" y="3303"/>
                </a:cubicBezTo>
                <a:cubicBezTo>
                  <a:pt x="18428" y="2806"/>
                  <a:pt x="17777" y="2558"/>
                  <a:pt x="17125" y="2558"/>
                </a:cubicBezTo>
                <a:cubicBezTo>
                  <a:pt x="16478" y="2558"/>
                  <a:pt x="15831" y="2802"/>
                  <a:pt x="15335" y="3293"/>
                </a:cubicBezTo>
                <a:lnTo>
                  <a:pt x="11338" y="7289"/>
                </a:lnTo>
                <a:cubicBezTo>
                  <a:pt x="10905" y="7175"/>
                  <a:pt x="10460" y="7117"/>
                  <a:pt x="10013" y="7117"/>
                </a:cubicBezTo>
                <a:cubicBezTo>
                  <a:pt x="9920" y="7117"/>
                  <a:pt x="9827" y="7120"/>
                  <a:pt x="9734" y="7125"/>
                </a:cubicBezTo>
                <a:cubicBezTo>
                  <a:pt x="9823" y="7015"/>
                  <a:pt x="9918" y="6909"/>
                  <a:pt x="10018" y="6809"/>
                </a:cubicBezTo>
                <a:lnTo>
                  <a:pt x="14434" y="2393"/>
                </a:lnTo>
                <a:cubicBezTo>
                  <a:pt x="15181" y="1646"/>
                  <a:pt x="16158" y="1273"/>
                  <a:pt x="17135" y="1273"/>
                </a:cubicBezTo>
                <a:close/>
                <a:moveTo>
                  <a:pt x="8330" y="12098"/>
                </a:moveTo>
                <a:cubicBezTo>
                  <a:pt x="8548" y="12467"/>
                  <a:pt x="8813" y="12808"/>
                  <a:pt x="9117" y="13111"/>
                </a:cubicBezTo>
                <a:cubicBezTo>
                  <a:pt x="9422" y="13414"/>
                  <a:pt x="9762" y="13679"/>
                  <a:pt x="10131" y="13899"/>
                </a:cubicBezTo>
                <a:lnTo>
                  <a:pt x="6492" y="17537"/>
                </a:lnTo>
                <a:cubicBezTo>
                  <a:pt x="6246" y="17769"/>
                  <a:pt x="5932" y="17885"/>
                  <a:pt x="5618" y="17885"/>
                </a:cubicBezTo>
                <a:cubicBezTo>
                  <a:pt x="5291" y="17885"/>
                  <a:pt x="4966" y="17760"/>
                  <a:pt x="4717" y="17511"/>
                </a:cubicBezTo>
                <a:cubicBezTo>
                  <a:pt x="4229" y="17024"/>
                  <a:pt x="4219" y="16238"/>
                  <a:pt x="4691" y="15737"/>
                </a:cubicBezTo>
                <a:lnTo>
                  <a:pt x="8330" y="12098"/>
                </a:lnTo>
                <a:close/>
                <a:moveTo>
                  <a:pt x="10018" y="8394"/>
                </a:moveTo>
                <a:cubicBezTo>
                  <a:pt x="10996" y="8394"/>
                  <a:pt x="11973" y="8766"/>
                  <a:pt x="12718" y="9511"/>
                </a:cubicBezTo>
                <a:cubicBezTo>
                  <a:pt x="13021" y="9812"/>
                  <a:pt x="13271" y="10162"/>
                  <a:pt x="13457" y="10547"/>
                </a:cubicBezTo>
                <a:cubicBezTo>
                  <a:pt x="13235" y="10705"/>
                  <a:pt x="12976" y="10783"/>
                  <a:pt x="12719" y="10783"/>
                </a:cubicBezTo>
                <a:cubicBezTo>
                  <a:pt x="12391" y="10783"/>
                  <a:pt x="12065" y="10657"/>
                  <a:pt x="11818" y="10410"/>
                </a:cubicBezTo>
                <a:cubicBezTo>
                  <a:pt x="11322" y="9914"/>
                  <a:pt x="10670" y="9666"/>
                  <a:pt x="10018" y="9666"/>
                </a:cubicBezTo>
                <a:cubicBezTo>
                  <a:pt x="9366" y="9666"/>
                  <a:pt x="8714" y="9914"/>
                  <a:pt x="8217" y="10410"/>
                </a:cubicBezTo>
                <a:lnTo>
                  <a:pt x="3791" y="14837"/>
                </a:lnTo>
                <a:cubicBezTo>
                  <a:pt x="2797" y="15831"/>
                  <a:pt x="2797" y="17442"/>
                  <a:pt x="3791" y="18437"/>
                </a:cubicBezTo>
                <a:cubicBezTo>
                  <a:pt x="4289" y="18934"/>
                  <a:pt x="4940" y="19183"/>
                  <a:pt x="5592" y="19183"/>
                </a:cubicBezTo>
                <a:cubicBezTo>
                  <a:pt x="6243" y="19183"/>
                  <a:pt x="6895" y="18934"/>
                  <a:pt x="7392" y="18437"/>
                </a:cubicBezTo>
                <a:lnTo>
                  <a:pt x="11399" y="14431"/>
                </a:lnTo>
                <a:cubicBezTo>
                  <a:pt x="11828" y="14545"/>
                  <a:pt x="12272" y="14603"/>
                  <a:pt x="12716" y="14603"/>
                </a:cubicBezTo>
                <a:cubicBezTo>
                  <a:pt x="12812" y="14603"/>
                  <a:pt x="12908" y="14600"/>
                  <a:pt x="13004" y="14595"/>
                </a:cubicBezTo>
                <a:lnTo>
                  <a:pt x="13004" y="14595"/>
                </a:lnTo>
                <a:cubicBezTo>
                  <a:pt x="12915" y="14706"/>
                  <a:pt x="12820" y="14812"/>
                  <a:pt x="12719" y="14912"/>
                </a:cubicBezTo>
                <a:lnTo>
                  <a:pt x="12718" y="14912"/>
                </a:lnTo>
                <a:lnTo>
                  <a:pt x="8293" y="19337"/>
                </a:lnTo>
                <a:cubicBezTo>
                  <a:pt x="7546" y="20084"/>
                  <a:pt x="6569" y="20457"/>
                  <a:pt x="5591" y="20457"/>
                </a:cubicBezTo>
                <a:cubicBezTo>
                  <a:pt x="4614" y="20457"/>
                  <a:pt x="3637" y="20084"/>
                  <a:pt x="2891" y="19337"/>
                </a:cubicBezTo>
                <a:cubicBezTo>
                  <a:pt x="1399" y="17844"/>
                  <a:pt x="1399" y="15430"/>
                  <a:pt x="2891" y="13936"/>
                </a:cubicBezTo>
                <a:lnTo>
                  <a:pt x="7318" y="9511"/>
                </a:lnTo>
                <a:cubicBezTo>
                  <a:pt x="8062" y="8766"/>
                  <a:pt x="9040" y="8394"/>
                  <a:pt x="10018" y="8394"/>
                </a:cubicBezTo>
                <a:close/>
                <a:moveTo>
                  <a:pt x="17135" y="0"/>
                </a:moveTo>
                <a:cubicBezTo>
                  <a:pt x="15832" y="0"/>
                  <a:pt x="14529" y="498"/>
                  <a:pt x="13534" y="1493"/>
                </a:cubicBezTo>
                <a:lnTo>
                  <a:pt x="9117" y="5909"/>
                </a:lnTo>
                <a:cubicBezTo>
                  <a:pt x="8654" y="6371"/>
                  <a:pt x="8285" y="6917"/>
                  <a:pt x="8031" y="7520"/>
                </a:cubicBezTo>
                <a:cubicBezTo>
                  <a:pt x="7427" y="7776"/>
                  <a:pt x="6880" y="8146"/>
                  <a:pt x="6418" y="8610"/>
                </a:cubicBezTo>
                <a:lnTo>
                  <a:pt x="1992" y="13036"/>
                </a:lnTo>
                <a:cubicBezTo>
                  <a:pt x="1" y="15026"/>
                  <a:pt x="0" y="18248"/>
                  <a:pt x="1992" y="20238"/>
                </a:cubicBezTo>
                <a:cubicBezTo>
                  <a:pt x="2987" y="21233"/>
                  <a:pt x="4289" y="21731"/>
                  <a:pt x="5592" y="21731"/>
                </a:cubicBezTo>
                <a:cubicBezTo>
                  <a:pt x="6895" y="21731"/>
                  <a:pt x="8198" y="21233"/>
                  <a:pt x="9193" y="20238"/>
                </a:cubicBezTo>
                <a:lnTo>
                  <a:pt x="13619" y="15812"/>
                </a:lnTo>
                <a:cubicBezTo>
                  <a:pt x="14082" y="15350"/>
                  <a:pt x="14451" y="14804"/>
                  <a:pt x="14707" y="14202"/>
                </a:cubicBezTo>
                <a:cubicBezTo>
                  <a:pt x="15310" y="13945"/>
                  <a:pt x="15858" y="13574"/>
                  <a:pt x="16320" y="13111"/>
                </a:cubicBezTo>
                <a:lnTo>
                  <a:pt x="20737" y="8696"/>
                </a:lnTo>
                <a:cubicBezTo>
                  <a:pt x="22727" y="6705"/>
                  <a:pt x="22727" y="3483"/>
                  <a:pt x="20737" y="1493"/>
                </a:cubicBezTo>
                <a:cubicBezTo>
                  <a:pt x="19741" y="498"/>
                  <a:pt x="18438" y="0"/>
                  <a:pt x="1713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47" name="Google Shape;4247;p52"/>
          <p:cNvGrpSpPr/>
          <p:nvPr/>
        </p:nvGrpSpPr>
        <p:grpSpPr>
          <a:xfrm>
            <a:off x="7051215" y="4005676"/>
            <a:ext cx="337449" cy="359998"/>
            <a:chOff x="1436036" y="2276704"/>
            <a:chExt cx="329992" cy="352042"/>
          </a:xfrm>
        </p:grpSpPr>
        <p:sp>
          <p:nvSpPr>
            <p:cNvPr id="4248" name="Google Shape;4248;p52"/>
            <p:cNvSpPr/>
            <p:nvPr/>
          </p:nvSpPr>
          <p:spPr>
            <a:xfrm>
              <a:off x="1436036" y="2276704"/>
              <a:ext cx="329992" cy="352042"/>
            </a:xfrm>
            <a:custGeom>
              <a:rect b="b" l="l" r="r" t="t"/>
              <a:pathLst>
                <a:path extrusionOk="0" h="21731" w="20373">
                  <a:moveTo>
                    <a:pt x="14007" y="1273"/>
                  </a:moveTo>
                  <a:lnTo>
                    <a:pt x="14007" y="3863"/>
                  </a:lnTo>
                  <a:lnTo>
                    <a:pt x="6366" y="3863"/>
                  </a:lnTo>
                  <a:lnTo>
                    <a:pt x="6366" y="1273"/>
                  </a:lnTo>
                  <a:close/>
                  <a:moveTo>
                    <a:pt x="16884" y="5136"/>
                  </a:moveTo>
                  <a:lnTo>
                    <a:pt x="18412" y="7046"/>
                  </a:lnTo>
                  <a:lnTo>
                    <a:pt x="1963" y="7046"/>
                  </a:lnTo>
                  <a:lnTo>
                    <a:pt x="3490" y="5136"/>
                  </a:lnTo>
                  <a:close/>
                  <a:moveTo>
                    <a:pt x="19100" y="8319"/>
                  </a:moveTo>
                  <a:lnTo>
                    <a:pt x="19100" y="10229"/>
                  </a:lnTo>
                  <a:cubicBezTo>
                    <a:pt x="19100" y="10933"/>
                    <a:pt x="18530" y="11503"/>
                    <a:pt x="17827" y="11503"/>
                  </a:cubicBezTo>
                  <a:cubicBezTo>
                    <a:pt x="17123" y="11503"/>
                    <a:pt x="16553" y="10933"/>
                    <a:pt x="16553" y="10229"/>
                  </a:cubicBezTo>
                  <a:cubicBezTo>
                    <a:pt x="16553" y="9877"/>
                    <a:pt x="16268" y="9592"/>
                    <a:pt x="15916" y="9592"/>
                  </a:cubicBezTo>
                  <a:cubicBezTo>
                    <a:pt x="15564" y="9592"/>
                    <a:pt x="15280" y="9877"/>
                    <a:pt x="15280" y="10229"/>
                  </a:cubicBezTo>
                  <a:cubicBezTo>
                    <a:pt x="15298" y="10945"/>
                    <a:pt x="14723" y="11535"/>
                    <a:pt x="14007" y="11535"/>
                  </a:cubicBezTo>
                  <a:cubicBezTo>
                    <a:pt x="13291" y="11535"/>
                    <a:pt x="12715" y="10945"/>
                    <a:pt x="12734" y="10229"/>
                  </a:cubicBezTo>
                  <a:cubicBezTo>
                    <a:pt x="12734" y="9877"/>
                    <a:pt x="12448" y="9592"/>
                    <a:pt x="12096" y="9592"/>
                  </a:cubicBezTo>
                  <a:cubicBezTo>
                    <a:pt x="11744" y="9592"/>
                    <a:pt x="11460" y="9877"/>
                    <a:pt x="11460" y="10229"/>
                  </a:cubicBezTo>
                  <a:cubicBezTo>
                    <a:pt x="11460" y="10933"/>
                    <a:pt x="10889" y="11503"/>
                    <a:pt x="10187" y="11503"/>
                  </a:cubicBezTo>
                  <a:cubicBezTo>
                    <a:pt x="9483" y="11503"/>
                    <a:pt x="8912" y="10933"/>
                    <a:pt x="8912" y="10229"/>
                  </a:cubicBezTo>
                  <a:cubicBezTo>
                    <a:pt x="8912" y="9877"/>
                    <a:pt x="8628" y="9592"/>
                    <a:pt x="8276" y="9592"/>
                  </a:cubicBezTo>
                  <a:cubicBezTo>
                    <a:pt x="7924" y="9592"/>
                    <a:pt x="7639" y="9877"/>
                    <a:pt x="7639" y="10229"/>
                  </a:cubicBezTo>
                  <a:cubicBezTo>
                    <a:pt x="7639" y="10933"/>
                    <a:pt x="7069" y="11503"/>
                    <a:pt x="6365" y="11503"/>
                  </a:cubicBezTo>
                  <a:cubicBezTo>
                    <a:pt x="5661" y="11503"/>
                    <a:pt x="5092" y="10933"/>
                    <a:pt x="5092" y="10229"/>
                  </a:cubicBezTo>
                  <a:cubicBezTo>
                    <a:pt x="5092" y="9877"/>
                    <a:pt x="4806" y="9592"/>
                    <a:pt x="4454" y="9592"/>
                  </a:cubicBezTo>
                  <a:cubicBezTo>
                    <a:pt x="4102" y="9592"/>
                    <a:pt x="3818" y="9877"/>
                    <a:pt x="3818" y="10229"/>
                  </a:cubicBezTo>
                  <a:cubicBezTo>
                    <a:pt x="3818" y="10933"/>
                    <a:pt x="3248" y="11503"/>
                    <a:pt x="2545" y="11503"/>
                  </a:cubicBezTo>
                  <a:cubicBezTo>
                    <a:pt x="1841" y="11503"/>
                    <a:pt x="1271" y="10933"/>
                    <a:pt x="1271" y="10229"/>
                  </a:cubicBezTo>
                  <a:lnTo>
                    <a:pt x="1271" y="8319"/>
                  </a:lnTo>
                  <a:close/>
                  <a:moveTo>
                    <a:pt x="15280" y="15322"/>
                  </a:moveTo>
                  <a:lnTo>
                    <a:pt x="15280" y="20458"/>
                  </a:lnTo>
                  <a:lnTo>
                    <a:pt x="12096" y="20458"/>
                  </a:lnTo>
                  <a:lnTo>
                    <a:pt x="12096" y="15322"/>
                  </a:lnTo>
                  <a:close/>
                  <a:moveTo>
                    <a:pt x="15916" y="11911"/>
                  </a:moveTo>
                  <a:cubicBezTo>
                    <a:pt x="16399" y="12460"/>
                    <a:pt x="17095" y="12775"/>
                    <a:pt x="17826" y="12775"/>
                  </a:cubicBezTo>
                  <a:lnTo>
                    <a:pt x="17827" y="20458"/>
                  </a:lnTo>
                  <a:lnTo>
                    <a:pt x="16553" y="20458"/>
                  </a:lnTo>
                  <a:lnTo>
                    <a:pt x="16553" y="14686"/>
                  </a:lnTo>
                  <a:cubicBezTo>
                    <a:pt x="16553" y="14334"/>
                    <a:pt x="16268" y="14048"/>
                    <a:pt x="15916" y="14048"/>
                  </a:cubicBezTo>
                  <a:lnTo>
                    <a:pt x="11460" y="14048"/>
                  </a:lnTo>
                  <a:cubicBezTo>
                    <a:pt x="11109" y="14048"/>
                    <a:pt x="10823" y="14334"/>
                    <a:pt x="10823" y="14686"/>
                  </a:cubicBezTo>
                  <a:lnTo>
                    <a:pt x="10823" y="20458"/>
                  </a:lnTo>
                  <a:lnTo>
                    <a:pt x="2548" y="20458"/>
                  </a:lnTo>
                  <a:lnTo>
                    <a:pt x="2548" y="12775"/>
                  </a:lnTo>
                  <a:cubicBezTo>
                    <a:pt x="2549" y="12775"/>
                    <a:pt x="2551" y="12775"/>
                    <a:pt x="2552" y="12775"/>
                  </a:cubicBezTo>
                  <a:cubicBezTo>
                    <a:pt x="3281" y="12775"/>
                    <a:pt x="3975" y="12460"/>
                    <a:pt x="4457" y="11912"/>
                  </a:cubicBezTo>
                  <a:cubicBezTo>
                    <a:pt x="4963" y="12488"/>
                    <a:pt x="5665" y="12775"/>
                    <a:pt x="6367" y="12775"/>
                  </a:cubicBezTo>
                  <a:cubicBezTo>
                    <a:pt x="7068" y="12775"/>
                    <a:pt x="7770" y="12488"/>
                    <a:pt x="8277" y="11912"/>
                  </a:cubicBezTo>
                  <a:cubicBezTo>
                    <a:pt x="8783" y="12488"/>
                    <a:pt x="9485" y="12775"/>
                    <a:pt x="10186" y="12775"/>
                  </a:cubicBezTo>
                  <a:cubicBezTo>
                    <a:pt x="10888" y="12775"/>
                    <a:pt x="11590" y="12487"/>
                    <a:pt x="12096" y="11911"/>
                  </a:cubicBezTo>
                  <a:cubicBezTo>
                    <a:pt x="12602" y="12487"/>
                    <a:pt x="13304" y="12775"/>
                    <a:pt x="14006" y="12775"/>
                  </a:cubicBezTo>
                  <a:cubicBezTo>
                    <a:pt x="14708" y="12775"/>
                    <a:pt x="15410" y="12487"/>
                    <a:pt x="15916" y="11911"/>
                  </a:cubicBezTo>
                  <a:close/>
                  <a:moveTo>
                    <a:pt x="5730" y="0"/>
                  </a:moveTo>
                  <a:cubicBezTo>
                    <a:pt x="5379" y="0"/>
                    <a:pt x="5093" y="286"/>
                    <a:pt x="5093" y="637"/>
                  </a:cubicBezTo>
                  <a:lnTo>
                    <a:pt x="5093" y="3863"/>
                  </a:lnTo>
                  <a:lnTo>
                    <a:pt x="3184" y="3863"/>
                  </a:lnTo>
                  <a:cubicBezTo>
                    <a:pt x="2991" y="3863"/>
                    <a:pt x="2807" y="3950"/>
                    <a:pt x="2686" y="4102"/>
                  </a:cubicBezTo>
                  <a:lnTo>
                    <a:pt x="141" y="7285"/>
                  </a:lnTo>
                  <a:cubicBezTo>
                    <a:pt x="51" y="7397"/>
                    <a:pt x="2" y="7537"/>
                    <a:pt x="0" y="7682"/>
                  </a:cubicBezTo>
                  <a:lnTo>
                    <a:pt x="0" y="10229"/>
                  </a:lnTo>
                  <a:cubicBezTo>
                    <a:pt x="2" y="11138"/>
                    <a:pt x="487" y="11978"/>
                    <a:pt x="1275" y="12433"/>
                  </a:cubicBezTo>
                  <a:lnTo>
                    <a:pt x="1275" y="21094"/>
                  </a:lnTo>
                  <a:cubicBezTo>
                    <a:pt x="1275" y="21446"/>
                    <a:pt x="1559" y="21731"/>
                    <a:pt x="1911" y="21731"/>
                  </a:cubicBezTo>
                  <a:lnTo>
                    <a:pt x="18464" y="21731"/>
                  </a:lnTo>
                  <a:cubicBezTo>
                    <a:pt x="18814" y="21731"/>
                    <a:pt x="19100" y="21446"/>
                    <a:pt x="19100" y="21094"/>
                  </a:cubicBezTo>
                  <a:lnTo>
                    <a:pt x="19100" y="12433"/>
                  </a:lnTo>
                  <a:cubicBezTo>
                    <a:pt x="19887" y="11978"/>
                    <a:pt x="20373" y="11138"/>
                    <a:pt x="20373" y="10229"/>
                  </a:cubicBezTo>
                  <a:lnTo>
                    <a:pt x="20373" y="7682"/>
                  </a:lnTo>
                  <a:cubicBezTo>
                    <a:pt x="20373" y="7537"/>
                    <a:pt x="20323" y="7397"/>
                    <a:pt x="20234" y="7285"/>
                  </a:cubicBezTo>
                  <a:lnTo>
                    <a:pt x="20233" y="7285"/>
                  </a:lnTo>
                  <a:lnTo>
                    <a:pt x="17687" y="4102"/>
                  </a:lnTo>
                  <a:cubicBezTo>
                    <a:pt x="17566" y="3950"/>
                    <a:pt x="17382" y="3863"/>
                    <a:pt x="17189" y="3863"/>
                  </a:cubicBezTo>
                  <a:lnTo>
                    <a:pt x="15280" y="3863"/>
                  </a:lnTo>
                  <a:lnTo>
                    <a:pt x="15280" y="637"/>
                  </a:lnTo>
                  <a:cubicBezTo>
                    <a:pt x="15280" y="286"/>
                    <a:pt x="14995" y="0"/>
                    <a:pt x="1464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9" name="Google Shape;4249;p52"/>
            <p:cNvSpPr/>
            <p:nvPr/>
          </p:nvSpPr>
          <p:spPr>
            <a:xfrm>
              <a:off x="1497911" y="2504265"/>
              <a:ext cx="92828" cy="82555"/>
            </a:xfrm>
            <a:custGeom>
              <a:rect b="b" l="l" r="r" t="t"/>
              <a:pathLst>
                <a:path extrusionOk="0" h="5096" w="5731">
                  <a:moveTo>
                    <a:pt x="4457" y="1275"/>
                  </a:moveTo>
                  <a:lnTo>
                    <a:pt x="4457" y="3821"/>
                  </a:lnTo>
                  <a:lnTo>
                    <a:pt x="1273" y="3821"/>
                  </a:lnTo>
                  <a:lnTo>
                    <a:pt x="1273" y="1275"/>
                  </a:lnTo>
                  <a:close/>
                  <a:moveTo>
                    <a:pt x="5094" y="1"/>
                  </a:moveTo>
                  <a:lnTo>
                    <a:pt x="5094" y="2"/>
                  </a:lnTo>
                  <a:lnTo>
                    <a:pt x="637" y="2"/>
                  </a:lnTo>
                  <a:cubicBezTo>
                    <a:pt x="285" y="2"/>
                    <a:pt x="0" y="287"/>
                    <a:pt x="0" y="639"/>
                  </a:cubicBezTo>
                  <a:lnTo>
                    <a:pt x="0" y="4459"/>
                  </a:lnTo>
                  <a:cubicBezTo>
                    <a:pt x="0" y="4811"/>
                    <a:pt x="285" y="5095"/>
                    <a:pt x="637" y="5095"/>
                  </a:cubicBezTo>
                  <a:lnTo>
                    <a:pt x="5094" y="5095"/>
                  </a:lnTo>
                  <a:cubicBezTo>
                    <a:pt x="5446" y="5095"/>
                    <a:pt x="5730" y="4811"/>
                    <a:pt x="5730" y="4459"/>
                  </a:cubicBezTo>
                  <a:lnTo>
                    <a:pt x="5730" y="639"/>
                  </a:lnTo>
                  <a:cubicBezTo>
                    <a:pt x="5730" y="287"/>
                    <a:pt x="5446" y="1"/>
                    <a:pt x="509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50" name="Google Shape;4250;p52"/>
          <p:cNvGrpSpPr/>
          <p:nvPr/>
        </p:nvGrpSpPr>
        <p:grpSpPr>
          <a:xfrm>
            <a:off x="7783186" y="4005669"/>
            <a:ext cx="361549" cy="360015"/>
            <a:chOff x="1848084" y="2293633"/>
            <a:chExt cx="353559" cy="352058"/>
          </a:xfrm>
        </p:grpSpPr>
        <p:sp>
          <p:nvSpPr>
            <p:cNvPr id="4251" name="Google Shape;4251;p52"/>
            <p:cNvSpPr/>
            <p:nvPr/>
          </p:nvSpPr>
          <p:spPr>
            <a:xfrm>
              <a:off x="1932085" y="2293633"/>
              <a:ext cx="269559" cy="268596"/>
            </a:xfrm>
            <a:custGeom>
              <a:rect b="b" l="l" r="r" t="t"/>
              <a:pathLst>
                <a:path extrusionOk="0" h="16580" w="16642">
                  <a:moveTo>
                    <a:pt x="15353" y="1289"/>
                  </a:moveTo>
                  <a:lnTo>
                    <a:pt x="15353" y="1289"/>
                  </a:lnTo>
                  <a:cubicBezTo>
                    <a:pt x="15285" y="2753"/>
                    <a:pt x="14989" y="4124"/>
                    <a:pt x="14464" y="5398"/>
                  </a:cubicBezTo>
                  <a:lnTo>
                    <a:pt x="11243" y="2179"/>
                  </a:lnTo>
                  <a:cubicBezTo>
                    <a:pt x="12516" y="1653"/>
                    <a:pt x="13885" y="1357"/>
                    <a:pt x="15353" y="1289"/>
                  </a:cubicBezTo>
                  <a:close/>
                  <a:moveTo>
                    <a:pt x="3406" y="6461"/>
                  </a:moveTo>
                  <a:cubicBezTo>
                    <a:pt x="3692" y="6461"/>
                    <a:pt x="3981" y="6499"/>
                    <a:pt x="4263" y="6577"/>
                  </a:cubicBezTo>
                  <a:cubicBezTo>
                    <a:pt x="3858" y="7199"/>
                    <a:pt x="3495" y="7849"/>
                    <a:pt x="3180" y="8521"/>
                  </a:cubicBezTo>
                  <a:lnTo>
                    <a:pt x="1645" y="6986"/>
                  </a:lnTo>
                  <a:cubicBezTo>
                    <a:pt x="2173" y="6640"/>
                    <a:pt x="2786" y="6461"/>
                    <a:pt x="3406" y="6461"/>
                  </a:cubicBezTo>
                  <a:close/>
                  <a:moveTo>
                    <a:pt x="10029" y="2765"/>
                  </a:moveTo>
                  <a:lnTo>
                    <a:pt x="13876" y="6611"/>
                  </a:lnTo>
                  <a:cubicBezTo>
                    <a:pt x="13226" y="7781"/>
                    <a:pt x="12365" y="8854"/>
                    <a:pt x="11292" y="9832"/>
                  </a:cubicBezTo>
                  <a:lnTo>
                    <a:pt x="11292" y="9834"/>
                  </a:lnTo>
                  <a:cubicBezTo>
                    <a:pt x="9603" y="11369"/>
                    <a:pt x="7882" y="12192"/>
                    <a:pt x="7157" y="12497"/>
                  </a:cubicBezTo>
                  <a:lnTo>
                    <a:pt x="4145" y="9484"/>
                  </a:lnTo>
                  <a:cubicBezTo>
                    <a:pt x="4449" y="8759"/>
                    <a:pt x="5272" y="7039"/>
                    <a:pt x="6809" y="5349"/>
                  </a:cubicBezTo>
                  <a:cubicBezTo>
                    <a:pt x="7784" y="4277"/>
                    <a:pt x="8857" y="3415"/>
                    <a:pt x="10029" y="2765"/>
                  </a:cubicBezTo>
                  <a:close/>
                  <a:moveTo>
                    <a:pt x="3400" y="10540"/>
                  </a:moveTo>
                  <a:lnTo>
                    <a:pt x="6102" y="13242"/>
                  </a:lnTo>
                  <a:lnTo>
                    <a:pt x="5201" y="14142"/>
                  </a:lnTo>
                  <a:lnTo>
                    <a:pt x="2500" y="11441"/>
                  </a:lnTo>
                  <a:lnTo>
                    <a:pt x="3400" y="10540"/>
                  </a:lnTo>
                  <a:close/>
                  <a:moveTo>
                    <a:pt x="10065" y="12378"/>
                  </a:moveTo>
                  <a:lnTo>
                    <a:pt x="10065" y="12378"/>
                  </a:lnTo>
                  <a:cubicBezTo>
                    <a:pt x="10311" y="13269"/>
                    <a:pt x="10162" y="14223"/>
                    <a:pt x="9656" y="14997"/>
                  </a:cubicBezTo>
                  <a:lnTo>
                    <a:pt x="8121" y="13462"/>
                  </a:lnTo>
                  <a:cubicBezTo>
                    <a:pt x="8794" y="13146"/>
                    <a:pt x="9442" y="12783"/>
                    <a:pt x="10065" y="12378"/>
                  </a:cubicBezTo>
                  <a:close/>
                  <a:moveTo>
                    <a:pt x="16004" y="1"/>
                  </a:moveTo>
                  <a:cubicBezTo>
                    <a:pt x="12030" y="1"/>
                    <a:pt x="8557" y="1536"/>
                    <a:pt x="5867" y="4494"/>
                  </a:cubicBezTo>
                  <a:cubicBezTo>
                    <a:pt x="5562" y="4828"/>
                    <a:pt x="5284" y="5164"/>
                    <a:pt x="5030" y="5493"/>
                  </a:cubicBezTo>
                  <a:cubicBezTo>
                    <a:pt x="4505" y="5288"/>
                    <a:pt x="3949" y="5185"/>
                    <a:pt x="3393" y="5185"/>
                  </a:cubicBezTo>
                  <a:cubicBezTo>
                    <a:pt x="2257" y="5185"/>
                    <a:pt x="1121" y="5617"/>
                    <a:pt x="249" y="6490"/>
                  </a:cubicBezTo>
                  <a:cubicBezTo>
                    <a:pt x="1" y="6739"/>
                    <a:pt x="1" y="7141"/>
                    <a:pt x="249" y="7390"/>
                  </a:cubicBezTo>
                  <a:lnTo>
                    <a:pt x="2500" y="9640"/>
                  </a:lnTo>
                  <a:lnTo>
                    <a:pt x="1150" y="10991"/>
                  </a:lnTo>
                  <a:cubicBezTo>
                    <a:pt x="900" y="11239"/>
                    <a:pt x="900" y="11642"/>
                    <a:pt x="1150" y="11891"/>
                  </a:cubicBezTo>
                  <a:cubicBezTo>
                    <a:pt x="4996" y="15735"/>
                    <a:pt x="4752" y="15497"/>
                    <a:pt x="4800" y="15537"/>
                  </a:cubicBezTo>
                  <a:cubicBezTo>
                    <a:pt x="4917" y="15632"/>
                    <a:pt x="5059" y="15679"/>
                    <a:pt x="5201" y="15679"/>
                  </a:cubicBezTo>
                  <a:cubicBezTo>
                    <a:pt x="5364" y="15679"/>
                    <a:pt x="5527" y="15616"/>
                    <a:pt x="5651" y="15492"/>
                  </a:cubicBezTo>
                  <a:lnTo>
                    <a:pt x="7002" y="14142"/>
                  </a:lnTo>
                  <a:lnTo>
                    <a:pt x="9253" y="16393"/>
                  </a:lnTo>
                  <a:cubicBezTo>
                    <a:pt x="9377" y="16517"/>
                    <a:pt x="9540" y="16580"/>
                    <a:pt x="9703" y="16580"/>
                  </a:cubicBezTo>
                  <a:cubicBezTo>
                    <a:pt x="9865" y="16580"/>
                    <a:pt x="10028" y="16517"/>
                    <a:pt x="10153" y="16393"/>
                  </a:cubicBezTo>
                  <a:cubicBezTo>
                    <a:pt x="11451" y="15095"/>
                    <a:pt x="11775" y="13213"/>
                    <a:pt x="11149" y="11612"/>
                  </a:cubicBezTo>
                  <a:cubicBezTo>
                    <a:pt x="11478" y="11358"/>
                    <a:pt x="11815" y="11080"/>
                    <a:pt x="12148" y="10774"/>
                  </a:cubicBezTo>
                  <a:cubicBezTo>
                    <a:pt x="15100" y="8090"/>
                    <a:pt x="16642" y="4620"/>
                    <a:pt x="16642" y="637"/>
                  </a:cubicBezTo>
                  <a:cubicBezTo>
                    <a:pt x="16642" y="285"/>
                    <a:pt x="16357" y="1"/>
                    <a:pt x="1600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2" name="Google Shape;4252;p52"/>
            <p:cNvSpPr/>
            <p:nvPr/>
          </p:nvSpPr>
          <p:spPr>
            <a:xfrm>
              <a:off x="2041272" y="2389715"/>
              <a:ext cx="66750" cy="61884"/>
            </a:xfrm>
            <a:custGeom>
              <a:rect b="b" l="l" r="r" t="t"/>
              <a:pathLst>
                <a:path extrusionOk="0" h="3820" w="4121">
                  <a:moveTo>
                    <a:pt x="2060" y="1272"/>
                  </a:moveTo>
                  <a:cubicBezTo>
                    <a:pt x="2223" y="1272"/>
                    <a:pt x="2386" y="1334"/>
                    <a:pt x="2510" y="1459"/>
                  </a:cubicBezTo>
                  <a:cubicBezTo>
                    <a:pt x="2693" y="1641"/>
                    <a:pt x="2747" y="1915"/>
                    <a:pt x="2649" y="2152"/>
                  </a:cubicBezTo>
                  <a:cubicBezTo>
                    <a:pt x="2550" y="2390"/>
                    <a:pt x="2319" y="2545"/>
                    <a:pt x="2060" y="2545"/>
                  </a:cubicBezTo>
                  <a:cubicBezTo>
                    <a:pt x="1804" y="2545"/>
                    <a:pt x="1571" y="2390"/>
                    <a:pt x="1473" y="2152"/>
                  </a:cubicBezTo>
                  <a:cubicBezTo>
                    <a:pt x="1374" y="1915"/>
                    <a:pt x="1428" y="1641"/>
                    <a:pt x="1611" y="1459"/>
                  </a:cubicBezTo>
                  <a:cubicBezTo>
                    <a:pt x="1735" y="1334"/>
                    <a:pt x="1898" y="1272"/>
                    <a:pt x="2060" y="1272"/>
                  </a:cubicBezTo>
                  <a:close/>
                  <a:moveTo>
                    <a:pt x="2061" y="0"/>
                  </a:moveTo>
                  <a:cubicBezTo>
                    <a:pt x="1573" y="0"/>
                    <a:pt x="1084" y="186"/>
                    <a:pt x="711" y="559"/>
                  </a:cubicBezTo>
                  <a:cubicBezTo>
                    <a:pt x="164" y="1104"/>
                    <a:pt x="0" y="1926"/>
                    <a:pt x="297" y="2640"/>
                  </a:cubicBezTo>
                  <a:cubicBezTo>
                    <a:pt x="592" y="3353"/>
                    <a:pt x="1288" y="3819"/>
                    <a:pt x="2060" y="3819"/>
                  </a:cubicBezTo>
                  <a:cubicBezTo>
                    <a:pt x="2833" y="3819"/>
                    <a:pt x="3529" y="3353"/>
                    <a:pt x="3826" y="2640"/>
                  </a:cubicBezTo>
                  <a:cubicBezTo>
                    <a:pt x="4121" y="1926"/>
                    <a:pt x="3958" y="1104"/>
                    <a:pt x="3412" y="559"/>
                  </a:cubicBezTo>
                  <a:cubicBezTo>
                    <a:pt x="3038" y="186"/>
                    <a:pt x="2550" y="0"/>
                    <a:pt x="206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3" name="Google Shape;4253;p52"/>
            <p:cNvSpPr/>
            <p:nvPr/>
          </p:nvSpPr>
          <p:spPr>
            <a:xfrm>
              <a:off x="1848084" y="2514909"/>
              <a:ext cx="137306" cy="130783"/>
            </a:xfrm>
            <a:custGeom>
              <a:rect b="b" l="l" r="r" t="t"/>
              <a:pathLst>
                <a:path extrusionOk="0" h="8073" w="8477">
                  <a:moveTo>
                    <a:pt x="4984" y="1274"/>
                  </a:moveTo>
                  <a:cubicBezTo>
                    <a:pt x="5473" y="1274"/>
                    <a:pt x="5962" y="1461"/>
                    <a:pt x="6335" y="1834"/>
                  </a:cubicBezTo>
                  <a:cubicBezTo>
                    <a:pt x="7081" y="2579"/>
                    <a:pt x="7081" y="3789"/>
                    <a:pt x="6335" y="4535"/>
                  </a:cubicBezTo>
                  <a:cubicBezTo>
                    <a:pt x="6179" y="4691"/>
                    <a:pt x="5560" y="5144"/>
                    <a:pt x="3181" y="5980"/>
                  </a:cubicBezTo>
                  <a:cubicBezTo>
                    <a:pt x="2645" y="6169"/>
                    <a:pt x="2126" y="6338"/>
                    <a:pt x="1692" y="6476"/>
                  </a:cubicBezTo>
                  <a:cubicBezTo>
                    <a:pt x="1829" y="6043"/>
                    <a:pt x="2000" y="5523"/>
                    <a:pt x="2188" y="4987"/>
                  </a:cubicBezTo>
                  <a:cubicBezTo>
                    <a:pt x="3026" y="2608"/>
                    <a:pt x="3478" y="1989"/>
                    <a:pt x="3634" y="1833"/>
                  </a:cubicBezTo>
                  <a:cubicBezTo>
                    <a:pt x="4007" y="1461"/>
                    <a:pt x="4496" y="1274"/>
                    <a:pt x="4984" y="1274"/>
                  </a:cubicBezTo>
                  <a:close/>
                  <a:moveTo>
                    <a:pt x="4984" y="0"/>
                  </a:moveTo>
                  <a:cubicBezTo>
                    <a:pt x="4169" y="0"/>
                    <a:pt x="3355" y="311"/>
                    <a:pt x="2733" y="933"/>
                  </a:cubicBezTo>
                  <a:cubicBezTo>
                    <a:pt x="2555" y="1113"/>
                    <a:pt x="2009" y="1657"/>
                    <a:pt x="985" y="4571"/>
                  </a:cubicBezTo>
                  <a:cubicBezTo>
                    <a:pt x="497" y="5960"/>
                    <a:pt x="137" y="7207"/>
                    <a:pt x="121" y="7259"/>
                  </a:cubicBezTo>
                  <a:cubicBezTo>
                    <a:pt x="1" y="7679"/>
                    <a:pt x="325" y="8073"/>
                    <a:pt x="730" y="8073"/>
                  </a:cubicBezTo>
                  <a:cubicBezTo>
                    <a:pt x="789" y="8073"/>
                    <a:pt x="849" y="8064"/>
                    <a:pt x="910" y="8047"/>
                  </a:cubicBezTo>
                  <a:cubicBezTo>
                    <a:pt x="961" y="8032"/>
                    <a:pt x="2208" y="7672"/>
                    <a:pt x="3597" y="7184"/>
                  </a:cubicBezTo>
                  <a:cubicBezTo>
                    <a:pt x="6511" y="6159"/>
                    <a:pt x="7056" y="5613"/>
                    <a:pt x="7235" y="5435"/>
                  </a:cubicBezTo>
                  <a:cubicBezTo>
                    <a:pt x="8476" y="4195"/>
                    <a:pt x="8476" y="2174"/>
                    <a:pt x="7235" y="933"/>
                  </a:cubicBezTo>
                  <a:cubicBezTo>
                    <a:pt x="6614" y="311"/>
                    <a:pt x="5799" y="0"/>
                    <a:pt x="498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254" name="Google Shape;4254;p52"/>
          <p:cNvSpPr/>
          <p:nvPr/>
        </p:nvSpPr>
        <p:spPr>
          <a:xfrm>
            <a:off x="1014052" y="1780698"/>
            <a:ext cx="359920" cy="316392"/>
          </a:xfrm>
          <a:custGeom>
            <a:rect b="b" l="l" r="r" t="t"/>
            <a:pathLst>
              <a:path extrusionOk="0" h="19100" w="21731">
                <a:moveTo>
                  <a:pt x="19183" y="7640"/>
                </a:moveTo>
                <a:cubicBezTo>
                  <a:pt x="19887" y="7640"/>
                  <a:pt x="20458" y="8209"/>
                  <a:pt x="20458" y="8913"/>
                </a:cubicBezTo>
                <a:cubicBezTo>
                  <a:pt x="20458" y="9617"/>
                  <a:pt x="19887" y="10188"/>
                  <a:pt x="19183" y="10188"/>
                </a:cubicBezTo>
                <a:lnTo>
                  <a:pt x="19183" y="7640"/>
                </a:lnTo>
                <a:close/>
                <a:moveTo>
                  <a:pt x="7639" y="6366"/>
                </a:moveTo>
                <a:lnTo>
                  <a:pt x="7639" y="11459"/>
                </a:lnTo>
                <a:lnTo>
                  <a:pt x="3819" y="11459"/>
                </a:lnTo>
                <a:cubicBezTo>
                  <a:pt x="2415" y="11459"/>
                  <a:pt x="1273" y="10317"/>
                  <a:pt x="1273" y="8913"/>
                </a:cubicBezTo>
                <a:cubicBezTo>
                  <a:pt x="1273" y="7509"/>
                  <a:pt x="2415" y="6366"/>
                  <a:pt x="3819" y="6366"/>
                </a:cubicBezTo>
                <a:close/>
                <a:moveTo>
                  <a:pt x="8307" y="12733"/>
                </a:moveTo>
                <a:cubicBezTo>
                  <a:pt x="8350" y="13162"/>
                  <a:pt x="8424" y="13587"/>
                  <a:pt x="8527" y="14006"/>
                </a:cubicBezTo>
                <a:lnTo>
                  <a:pt x="7221" y="14006"/>
                </a:lnTo>
                <a:cubicBezTo>
                  <a:pt x="7128" y="13587"/>
                  <a:pt x="7065" y="13161"/>
                  <a:pt x="7029" y="12733"/>
                </a:cubicBezTo>
                <a:close/>
                <a:moveTo>
                  <a:pt x="17910" y="2052"/>
                </a:moveTo>
                <a:lnTo>
                  <a:pt x="17910" y="15774"/>
                </a:lnTo>
                <a:cubicBezTo>
                  <a:pt x="15491" y="13763"/>
                  <a:pt x="12272" y="11811"/>
                  <a:pt x="9142" y="11503"/>
                </a:cubicBezTo>
                <a:cubicBezTo>
                  <a:pt x="9068" y="11474"/>
                  <a:pt x="8990" y="11459"/>
                  <a:pt x="8912" y="11459"/>
                </a:cubicBezTo>
                <a:lnTo>
                  <a:pt x="8912" y="6344"/>
                </a:lnTo>
                <a:cubicBezTo>
                  <a:pt x="12126" y="6108"/>
                  <a:pt x="15441" y="4103"/>
                  <a:pt x="17910" y="2052"/>
                </a:cubicBezTo>
                <a:close/>
                <a:moveTo>
                  <a:pt x="5752" y="12733"/>
                </a:moveTo>
                <a:cubicBezTo>
                  <a:pt x="5894" y="14777"/>
                  <a:pt x="6682" y="16714"/>
                  <a:pt x="7220" y="17827"/>
                </a:cubicBezTo>
                <a:lnTo>
                  <a:pt x="5537" y="17827"/>
                </a:lnTo>
                <a:cubicBezTo>
                  <a:pt x="5240" y="16978"/>
                  <a:pt x="4588" y="14898"/>
                  <a:pt x="4474" y="12733"/>
                </a:cubicBezTo>
                <a:close/>
                <a:moveTo>
                  <a:pt x="18547" y="1"/>
                </a:moveTo>
                <a:cubicBezTo>
                  <a:pt x="18383" y="1"/>
                  <a:pt x="18222" y="64"/>
                  <a:pt x="18101" y="182"/>
                </a:cubicBezTo>
                <a:cubicBezTo>
                  <a:pt x="18051" y="233"/>
                  <a:pt x="13043" y="5093"/>
                  <a:pt x="8276" y="5093"/>
                </a:cubicBezTo>
                <a:lnTo>
                  <a:pt x="3819" y="5093"/>
                </a:lnTo>
                <a:cubicBezTo>
                  <a:pt x="1714" y="5093"/>
                  <a:pt x="0" y="6807"/>
                  <a:pt x="0" y="8913"/>
                </a:cubicBezTo>
                <a:cubicBezTo>
                  <a:pt x="0" y="10807"/>
                  <a:pt x="1385" y="12383"/>
                  <a:pt x="3196" y="12682"/>
                </a:cubicBezTo>
                <a:cubicBezTo>
                  <a:pt x="3329" y="15736"/>
                  <a:pt x="4450" y="18573"/>
                  <a:pt x="4502" y="18699"/>
                </a:cubicBezTo>
                <a:cubicBezTo>
                  <a:pt x="4598" y="18941"/>
                  <a:pt x="4833" y="19100"/>
                  <a:pt x="5092" y="19100"/>
                </a:cubicBezTo>
                <a:lnTo>
                  <a:pt x="8276" y="19100"/>
                </a:lnTo>
                <a:cubicBezTo>
                  <a:pt x="8769" y="19098"/>
                  <a:pt x="9075" y="18560"/>
                  <a:pt x="8821" y="18135"/>
                </a:cubicBezTo>
                <a:cubicBezTo>
                  <a:pt x="8810" y="18116"/>
                  <a:pt x="8096" y="16908"/>
                  <a:pt x="7566" y="15279"/>
                </a:cubicBezTo>
                <a:lnTo>
                  <a:pt x="9367" y="15279"/>
                </a:lnTo>
                <a:cubicBezTo>
                  <a:pt x="9799" y="15279"/>
                  <a:pt x="10106" y="14860"/>
                  <a:pt x="9975" y="14448"/>
                </a:cubicBezTo>
                <a:cubicBezTo>
                  <a:pt x="9791" y="13875"/>
                  <a:pt x="9666" y="13341"/>
                  <a:pt x="9602" y="12850"/>
                </a:cubicBezTo>
                <a:lnTo>
                  <a:pt x="9602" y="12850"/>
                </a:lnTo>
                <a:cubicBezTo>
                  <a:pt x="13929" y="13592"/>
                  <a:pt x="18054" y="17599"/>
                  <a:pt x="18099" y="17643"/>
                </a:cubicBezTo>
                <a:cubicBezTo>
                  <a:pt x="18221" y="17762"/>
                  <a:pt x="18383" y="17826"/>
                  <a:pt x="18547" y="17826"/>
                </a:cubicBezTo>
                <a:cubicBezTo>
                  <a:pt x="18630" y="17826"/>
                  <a:pt x="18713" y="17810"/>
                  <a:pt x="18793" y="17776"/>
                </a:cubicBezTo>
                <a:cubicBezTo>
                  <a:pt x="19028" y="17677"/>
                  <a:pt x="19183" y="17446"/>
                  <a:pt x="19183" y="17189"/>
                </a:cubicBezTo>
                <a:lnTo>
                  <a:pt x="19183" y="11459"/>
                </a:lnTo>
                <a:cubicBezTo>
                  <a:pt x="20587" y="11459"/>
                  <a:pt x="21730" y="10317"/>
                  <a:pt x="21730" y="8913"/>
                </a:cubicBezTo>
                <a:cubicBezTo>
                  <a:pt x="21730" y="7509"/>
                  <a:pt x="20587" y="6366"/>
                  <a:pt x="19183" y="6366"/>
                </a:cubicBezTo>
                <a:lnTo>
                  <a:pt x="19183" y="636"/>
                </a:lnTo>
                <a:cubicBezTo>
                  <a:pt x="19183" y="381"/>
                  <a:pt x="19028" y="149"/>
                  <a:pt x="18793" y="50"/>
                </a:cubicBezTo>
                <a:cubicBezTo>
                  <a:pt x="18713" y="17"/>
                  <a:pt x="18630" y="1"/>
                  <a:pt x="185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8" name="Shape 4258"/>
        <p:cNvGrpSpPr/>
        <p:nvPr/>
      </p:nvGrpSpPr>
      <p:grpSpPr>
        <a:xfrm>
          <a:off x="0" y="0"/>
          <a:ext cx="0" cy="0"/>
          <a:chOff x="0" y="0"/>
          <a:chExt cx="0" cy="0"/>
        </a:xfrm>
      </p:grpSpPr>
      <p:sp>
        <p:nvSpPr>
          <p:cNvPr id="4259" name="Google Shape;4259;p53"/>
          <p:cNvSpPr txBox="1"/>
          <p:nvPr/>
        </p:nvSpPr>
        <p:spPr>
          <a:xfrm>
            <a:off x="713225" y="1187975"/>
            <a:ext cx="3171000" cy="48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lt1"/>
                </a:solidFill>
                <a:latin typeface="Inter"/>
                <a:ea typeface="Inter"/>
                <a:cs typeface="Inter"/>
                <a:sym typeface="Inter"/>
              </a:rPr>
              <a:t>Online learning</a:t>
            </a:r>
            <a:endParaRPr sz="1600">
              <a:solidFill>
                <a:schemeClr val="lt1"/>
              </a:solidFill>
              <a:latin typeface="Inter"/>
              <a:ea typeface="Inter"/>
              <a:cs typeface="Inter"/>
              <a:sym typeface="Inter"/>
            </a:endParaRPr>
          </a:p>
        </p:txBody>
      </p:sp>
      <p:sp>
        <p:nvSpPr>
          <p:cNvPr id="4260" name="Google Shape;4260;p53"/>
          <p:cNvSpPr txBox="1"/>
          <p:nvPr>
            <p:ph type="title"/>
          </p:nvPr>
        </p:nvSpPr>
        <p:spPr>
          <a:xfrm>
            <a:off x="713225" y="539500"/>
            <a:ext cx="7717500" cy="48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Premium icons</a:t>
            </a:r>
            <a:endParaRPr/>
          </a:p>
        </p:txBody>
      </p:sp>
      <p:grpSp>
        <p:nvGrpSpPr>
          <p:cNvPr id="4261" name="Google Shape;4261;p53"/>
          <p:cNvGrpSpPr/>
          <p:nvPr/>
        </p:nvGrpSpPr>
        <p:grpSpPr>
          <a:xfrm>
            <a:off x="8430787" y="228418"/>
            <a:ext cx="346490" cy="311075"/>
            <a:chOff x="5655285" y="1922218"/>
            <a:chExt cx="2946347" cy="2645192"/>
          </a:xfrm>
        </p:grpSpPr>
        <p:sp>
          <p:nvSpPr>
            <p:cNvPr id="4262" name="Google Shape;4262;p53"/>
            <p:cNvSpPr/>
            <p:nvPr/>
          </p:nvSpPr>
          <p:spPr>
            <a:xfrm>
              <a:off x="5944020" y="4048928"/>
              <a:ext cx="2362667" cy="518482"/>
            </a:xfrm>
            <a:custGeom>
              <a:rect b="b" l="l" r="r" t="t"/>
              <a:pathLst>
                <a:path extrusionOk="0" h="518482" w="2362667">
                  <a:moveTo>
                    <a:pt x="0" y="0"/>
                  </a:moveTo>
                  <a:lnTo>
                    <a:pt x="2362667" y="0"/>
                  </a:lnTo>
                  <a:lnTo>
                    <a:pt x="2362667" y="518483"/>
                  </a:lnTo>
                  <a:lnTo>
                    <a:pt x="0" y="518483"/>
                  </a:lnTo>
                  <a:lnTo>
                    <a:pt x="0" y="0"/>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63" name="Google Shape;4263;p53"/>
            <p:cNvSpPr/>
            <p:nvPr/>
          </p:nvSpPr>
          <p:spPr>
            <a:xfrm>
              <a:off x="5928497" y="1922218"/>
              <a:ext cx="2412342" cy="1716891"/>
            </a:xfrm>
            <a:custGeom>
              <a:rect b="b" l="l" r="r" t="t"/>
              <a:pathLst>
                <a:path extrusionOk="0" h="1716891" w="2412342">
                  <a:moveTo>
                    <a:pt x="0" y="1716892"/>
                  </a:moveTo>
                  <a:lnTo>
                    <a:pt x="1195305" y="0"/>
                  </a:lnTo>
                  <a:lnTo>
                    <a:pt x="2412342" y="1716892"/>
                  </a:lnTo>
                  <a:lnTo>
                    <a:pt x="0" y="1716892"/>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64" name="Google Shape;4264;p53"/>
            <p:cNvSpPr/>
            <p:nvPr/>
          </p:nvSpPr>
          <p:spPr>
            <a:xfrm>
              <a:off x="6235861" y="2397235"/>
              <a:ext cx="2365771" cy="1518191"/>
            </a:xfrm>
            <a:custGeom>
              <a:rect b="b" l="l" r="r" t="t"/>
              <a:pathLst>
                <a:path extrusionOk="0" h="1518191" w="2365771">
                  <a:moveTo>
                    <a:pt x="2086350" y="1518192"/>
                  </a:moveTo>
                  <a:lnTo>
                    <a:pt x="2365772" y="0"/>
                  </a:lnTo>
                  <a:lnTo>
                    <a:pt x="0" y="1518192"/>
                  </a:lnTo>
                  <a:lnTo>
                    <a:pt x="2086350" y="1518192"/>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65" name="Google Shape;4265;p53"/>
            <p:cNvSpPr/>
            <p:nvPr/>
          </p:nvSpPr>
          <p:spPr>
            <a:xfrm>
              <a:off x="5655285" y="2394130"/>
              <a:ext cx="2207432" cy="1521296"/>
            </a:xfrm>
            <a:custGeom>
              <a:rect b="b" l="l" r="r" t="t"/>
              <a:pathLst>
                <a:path extrusionOk="0" h="1521296" w="2207432">
                  <a:moveTo>
                    <a:pt x="270108" y="1521297"/>
                  </a:moveTo>
                  <a:lnTo>
                    <a:pt x="0" y="0"/>
                  </a:lnTo>
                  <a:lnTo>
                    <a:pt x="2207433" y="1521297"/>
                  </a:lnTo>
                  <a:lnTo>
                    <a:pt x="270108" y="1521297"/>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4266" name="Google Shape;4266;p53"/>
          <p:cNvGrpSpPr/>
          <p:nvPr/>
        </p:nvGrpSpPr>
        <p:grpSpPr>
          <a:xfrm>
            <a:off x="7039657" y="1790122"/>
            <a:ext cx="362727" cy="320946"/>
            <a:chOff x="4095346" y="4243208"/>
            <a:chExt cx="375377" cy="332140"/>
          </a:xfrm>
        </p:grpSpPr>
        <p:sp>
          <p:nvSpPr>
            <p:cNvPr id="4267" name="Google Shape;4267;p53"/>
            <p:cNvSpPr/>
            <p:nvPr/>
          </p:nvSpPr>
          <p:spPr>
            <a:xfrm>
              <a:off x="4095346" y="4243208"/>
              <a:ext cx="375377" cy="332140"/>
            </a:xfrm>
            <a:custGeom>
              <a:rect b="b" l="l" r="r" t="t"/>
              <a:pathLst>
                <a:path extrusionOk="0" h="17881" w="20206">
                  <a:moveTo>
                    <a:pt x="13394" y="1184"/>
                  </a:moveTo>
                  <a:lnTo>
                    <a:pt x="11166" y="3872"/>
                  </a:lnTo>
                  <a:lnTo>
                    <a:pt x="1184" y="3872"/>
                  </a:lnTo>
                  <a:lnTo>
                    <a:pt x="1184" y="1184"/>
                  </a:lnTo>
                  <a:close/>
                  <a:moveTo>
                    <a:pt x="19021" y="1184"/>
                  </a:moveTo>
                  <a:lnTo>
                    <a:pt x="19021" y="16697"/>
                  </a:lnTo>
                  <a:lnTo>
                    <a:pt x="1184" y="16697"/>
                  </a:lnTo>
                  <a:lnTo>
                    <a:pt x="1184" y="5056"/>
                  </a:lnTo>
                  <a:lnTo>
                    <a:pt x="11722" y="5056"/>
                  </a:lnTo>
                  <a:lnTo>
                    <a:pt x="14932" y="1184"/>
                  </a:lnTo>
                  <a:close/>
                  <a:moveTo>
                    <a:pt x="0" y="0"/>
                  </a:moveTo>
                  <a:lnTo>
                    <a:pt x="0" y="17881"/>
                  </a:lnTo>
                  <a:lnTo>
                    <a:pt x="20205" y="17881"/>
                  </a:lnTo>
                  <a:lnTo>
                    <a:pt x="2020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8" name="Google Shape;4268;p53"/>
            <p:cNvSpPr/>
            <p:nvPr/>
          </p:nvSpPr>
          <p:spPr>
            <a:xfrm>
              <a:off x="4142496" y="4279206"/>
              <a:ext cx="22014" cy="22123"/>
            </a:xfrm>
            <a:custGeom>
              <a:rect b="b" l="l" r="r" t="t"/>
              <a:pathLst>
                <a:path extrusionOk="0" h="1191" w="1185">
                  <a:moveTo>
                    <a:pt x="0" y="0"/>
                  </a:moveTo>
                  <a:lnTo>
                    <a:pt x="0" y="1190"/>
                  </a:lnTo>
                  <a:lnTo>
                    <a:pt x="1184" y="1190"/>
                  </a:lnTo>
                  <a:lnTo>
                    <a:pt x="1184"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9" name="Google Shape;4269;p53"/>
            <p:cNvSpPr/>
            <p:nvPr/>
          </p:nvSpPr>
          <p:spPr>
            <a:xfrm>
              <a:off x="4183069" y="4279206"/>
              <a:ext cx="22014" cy="22123"/>
            </a:xfrm>
            <a:custGeom>
              <a:rect b="b" l="l" r="r" t="t"/>
              <a:pathLst>
                <a:path extrusionOk="0" h="1191" w="1185">
                  <a:moveTo>
                    <a:pt x="0" y="0"/>
                  </a:moveTo>
                  <a:lnTo>
                    <a:pt x="0" y="1190"/>
                  </a:lnTo>
                  <a:lnTo>
                    <a:pt x="1184" y="1190"/>
                  </a:lnTo>
                  <a:lnTo>
                    <a:pt x="1184"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0" name="Google Shape;4270;p53"/>
            <p:cNvSpPr/>
            <p:nvPr/>
          </p:nvSpPr>
          <p:spPr>
            <a:xfrm>
              <a:off x="4223623" y="4279206"/>
              <a:ext cx="22014" cy="22123"/>
            </a:xfrm>
            <a:custGeom>
              <a:rect b="b" l="l" r="r" t="t"/>
              <a:pathLst>
                <a:path extrusionOk="0" h="1191" w="1185">
                  <a:moveTo>
                    <a:pt x="0" y="0"/>
                  </a:moveTo>
                  <a:lnTo>
                    <a:pt x="0" y="1190"/>
                  </a:lnTo>
                  <a:lnTo>
                    <a:pt x="1184" y="1190"/>
                  </a:lnTo>
                  <a:lnTo>
                    <a:pt x="1184"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1" name="Google Shape;4271;p53"/>
            <p:cNvSpPr/>
            <p:nvPr/>
          </p:nvSpPr>
          <p:spPr>
            <a:xfrm>
              <a:off x="4227302" y="4377152"/>
              <a:ext cx="122463" cy="141374"/>
            </a:xfrm>
            <a:custGeom>
              <a:rect b="b" l="l" r="r" t="t"/>
              <a:pathLst>
                <a:path extrusionOk="0" h="7611" w="6592">
                  <a:moveTo>
                    <a:pt x="1185" y="2050"/>
                  </a:moveTo>
                  <a:lnTo>
                    <a:pt x="4223" y="3805"/>
                  </a:lnTo>
                  <a:lnTo>
                    <a:pt x="1185" y="5559"/>
                  </a:lnTo>
                  <a:lnTo>
                    <a:pt x="1185" y="2050"/>
                  </a:lnTo>
                  <a:close/>
                  <a:moveTo>
                    <a:pt x="1" y="1"/>
                  </a:moveTo>
                  <a:lnTo>
                    <a:pt x="1" y="7610"/>
                  </a:lnTo>
                  <a:lnTo>
                    <a:pt x="6591" y="3805"/>
                  </a:lnTo>
                  <a:lnTo>
                    <a:pt x="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72" name="Google Shape;4272;p53"/>
          <p:cNvGrpSpPr/>
          <p:nvPr/>
        </p:nvGrpSpPr>
        <p:grpSpPr>
          <a:xfrm>
            <a:off x="1796055" y="2869517"/>
            <a:ext cx="287636" cy="362678"/>
            <a:chOff x="3643671" y="4262415"/>
            <a:chExt cx="297667" cy="375326"/>
          </a:xfrm>
        </p:grpSpPr>
        <p:sp>
          <p:nvSpPr>
            <p:cNvPr id="4273" name="Google Shape;4273;p53"/>
            <p:cNvSpPr/>
            <p:nvPr/>
          </p:nvSpPr>
          <p:spPr>
            <a:xfrm>
              <a:off x="3643671" y="4262415"/>
              <a:ext cx="297667" cy="375326"/>
            </a:xfrm>
            <a:custGeom>
              <a:rect b="b" l="l" r="r" t="t"/>
              <a:pathLst>
                <a:path extrusionOk="0" h="20206" w="16023">
                  <a:moveTo>
                    <a:pt x="12470" y="3553"/>
                  </a:moveTo>
                  <a:lnTo>
                    <a:pt x="12470" y="15667"/>
                  </a:lnTo>
                  <a:lnTo>
                    <a:pt x="3553" y="15667"/>
                  </a:lnTo>
                  <a:lnTo>
                    <a:pt x="3553" y="3553"/>
                  </a:lnTo>
                  <a:close/>
                  <a:moveTo>
                    <a:pt x="14837" y="1185"/>
                  </a:moveTo>
                  <a:lnTo>
                    <a:pt x="14837" y="15667"/>
                  </a:lnTo>
                  <a:lnTo>
                    <a:pt x="13653" y="15667"/>
                  </a:lnTo>
                  <a:lnTo>
                    <a:pt x="13653" y="2369"/>
                  </a:lnTo>
                  <a:lnTo>
                    <a:pt x="2369" y="2369"/>
                  </a:lnTo>
                  <a:lnTo>
                    <a:pt x="2369" y="15667"/>
                  </a:lnTo>
                  <a:lnTo>
                    <a:pt x="1185" y="15667"/>
                  </a:lnTo>
                  <a:lnTo>
                    <a:pt x="1185" y="1185"/>
                  </a:lnTo>
                  <a:close/>
                  <a:moveTo>
                    <a:pt x="14838" y="16851"/>
                  </a:moveTo>
                  <a:lnTo>
                    <a:pt x="14838" y="19022"/>
                  </a:lnTo>
                  <a:lnTo>
                    <a:pt x="1185" y="19022"/>
                  </a:lnTo>
                  <a:lnTo>
                    <a:pt x="1185" y="16851"/>
                  </a:lnTo>
                  <a:close/>
                  <a:moveTo>
                    <a:pt x="1" y="1"/>
                  </a:moveTo>
                  <a:lnTo>
                    <a:pt x="1" y="20206"/>
                  </a:lnTo>
                  <a:lnTo>
                    <a:pt x="16022" y="20206"/>
                  </a:lnTo>
                  <a:lnTo>
                    <a:pt x="1602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4" name="Google Shape;4274;p53"/>
            <p:cNvSpPr/>
            <p:nvPr/>
          </p:nvSpPr>
          <p:spPr>
            <a:xfrm>
              <a:off x="3781498" y="4585044"/>
              <a:ext cx="22014" cy="22011"/>
            </a:xfrm>
            <a:custGeom>
              <a:rect b="b" l="l" r="r" t="t"/>
              <a:pathLst>
                <a:path extrusionOk="0" h="1185" w="1185">
                  <a:moveTo>
                    <a:pt x="0" y="0"/>
                  </a:moveTo>
                  <a:lnTo>
                    <a:pt x="0" y="1184"/>
                  </a:lnTo>
                  <a:lnTo>
                    <a:pt x="1184" y="1184"/>
                  </a:lnTo>
                  <a:lnTo>
                    <a:pt x="1184"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5" name="Google Shape;4275;p53"/>
            <p:cNvSpPr/>
            <p:nvPr/>
          </p:nvSpPr>
          <p:spPr>
            <a:xfrm>
              <a:off x="3753613" y="4359599"/>
              <a:ext cx="77747" cy="22011"/>
            </a:xfrm>
            <a:custGeom>
              <a:rect b="b" l="l" r="r" t="t"/>
              <a:pathLst>
                <a:path extrusionOk="0" h="1185" w="4185">
                  <a:moveTo>
                    <a:pt x="1" y="0"/>
                  </a:moveTo>
                  <a:lnTo>
                    <a:pt x="1" y="1184"/>
                  </a:lnTo>
                  <a:lnTo>
                    <a:pt x="4184" y="1184"/>
                  </a:lnTo>
                  <a:lnTo>
                    <a:pt x="4184"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6" name="Google Shape;4276;p53"/>
            <p:cNvSpPr/>
            <p:nvPr/>
          </p:nvSpPr>
          <p:spPr>
            <a:xfrm>
              <a:off x="3733493" y="4405628"/>
              <a:ext cx="118023" cy="22011"/>
            </a:xfrm>
            <a:custGeom>
              <a:rect b="b" l="l" r="r" t="t"/>
              <a:pathLst>
                <a:path extrusionOk="0" h="1185" w="6353">
                  <a:moveTo>
                    <a:pt x="0" y="1"/>
                  </a:moveTo>
                  <a:lnTo>
                    <a:pt x="0" y="1185"/>
                  </a:lnTo>
                  <a:lnTo>
                    <a:pt x="6353" y="1185"/>
                  </a:lnTo>
                  <a:lnTo>
                    <a:pt x="6353"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7" name="Google Shape;4277;p53"/>
            <p:cNvSpPr/>
            <p:nvPr/>
          </p:nvSpPr>
          <p:spPr>
            <a:xfrm>
              <a:off x="3733493" y="4451675"/>
              <a:ext cx="118023" cy="22011"/>
            </a:xfrm>
            <a:custGeom>
              <a:rect b="b" l="l" r="r" t="t"/>
              <a:pathLst>
                <a:path extrusionOk="0" h="1185" w="6353">
                  <a:moveTo>
                    <a:pt x="0" y="0"/>
                  </a:moveTo>
                  <a:lnTo>
                    <a:pt x="0" y="1184"/>
                  </a:lnTo>
                  <a:lnTo>
                    <a:pt x="6353" y="1184"/>
                  </a:lnTo>
                  <a:lnTo>
                    <a:pt x="635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8" name="Google Shape;4278;p53"/>
            <p:cNvSpPr/>
            <p:nvPr/>
          </p:nvSpPr>
          <p:spPr>
            <a:xfrm>
              <a:off x="3733493" y="4497741"/>
              <a:ext cx="118023" cy="21974"/>
            </a:xfrm>
            <a:custGeom>
              <a:rect b="b" l="l" r="r" t="t"/>
              <a:pathLst>
                <a:path extrusionOk="0" h="1183" w="6353">
                  <a:moveTo>
                    <a:pt x="0" y="0"/>
                  </a:moveTo>
                  <a:lnTo>
                    <a:pt x="0" y="1183"/>
                  </a:lnTo>
                  <a:lnTo>
                    <a:pt x="6353" y="1183"/>
                  </a:lnTo>
                  <a:lnTo>
                    <a:pt x="635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79" name="Google Shape;4279;p53"/>
          <p:cNvGrpSpPr/>
          <p:nvPr/>
        </p:nvGrpSpPr>
        <p:grpSpPr>
          <a:xfrm>
            <a:off x="4019185" y="3427902"/>
            <a:ext cx="362709" cy="362642"/>
            <a:chOff x="3056046" y="4299342"/>
            <a:chExt cx="375358" cy="375289"/>
          </a:xfrm>
        </p:grpSpPr>
        <p:sp>
          <p:nvSpPr>
            <p:cNvPr id="4280" name="Google Shape;4280;p53"/>
            <p:cNvSpPr/>
            <p:nvPr/>
          </p:nvSpPr>
          <p:spPr>
            <a:xfrm>
              <a:off x="3056046" y="4299342"/>
              <a:ext cx="375358" cy="375289"/>
            </a:xfrm>
            <a:custGeom>
              <a:rect b="b" l="l" r="r" t="t"/>
              <a:pathLst>
                <a:path extrusionOk="0" h="20204" w="20205">
                  <a:moveTo>
                    <a:pt x="19020" y="1184"/>
                  </a:moveTo>
                  <a:lnTo>
                    <a:pt x="19020" y="12667"/>
                  </a:lnTo>
                  <a:lnTo>
                    <a:pt x="1183" y="12667"/>
                  </a:lnTo>
                  <a:lnTo>
                    <a:pt x="1183" y="1184"/>
                  </a:lnTo>
                  <a:close/>
                  <a:moveTo>
                    <a:pt x="19020" y="13852"/>
                  </a:moveTo>
                  <a:lnTo>
                    <a:pt x="19020" y="15666"/>
                  </a:lnTo>
                  <a:lnTo>
                    <a:pt x="1183" y="15666"/>
                  </a:lnTo>
                  <a:lnTo>
                    <a:pt x="1183" y="13852"/>
                  </a:lnTo>
                  <a:close/>
                  <a:moveTo>
                    <a:pt x="11473" y="16850"/>
                  </a:moveTo>
                  <a:lnTo>
                    <a:pt x="11473" y="17561"/>
                  </a:lnTo>
                  <a:cubicBezTo>
                    <a:pt x="11471" y="18081"/>
                    <a:pt x="11625" y="18588"/>
                    <a:pt x="11913" y="19021"/>
                  </a:cubicBezTo>
                  <a:lnTo>
                    <a:pt x="8291" y="19021"/>
                  </a:lnTo>
                  <a:cubicBezTo>
                    <a:pt x="8579" y="18588"/>
                    <a:pt x="8733" y="18081"/>
                    <a:pt x="8733" y="17561"/>
                  </a:cubicBezTo>
                  <a:lnTo>
                    <a:pt x="8733" y="16850"/>
                  </a:lnTo>
                  <a:close/>
                  <a:moveTo>
                    <a:pt x="0" y="0"/>
                  </a:moveTo>
                  <a:lnTo>
                    <a:pt x="0" y="16850"/>
                  </a:lnTo>
                  <a:lnTo>
                    <a:pt x="7548" y="16850"/>
                  </a:lnTo>
                  <a:lnTo>
                    <a:pt x="7548" y="17561"/>
                  </a:lnTo>
                  <a:cubicBezTo>
                    <a:pt x="7548" y="18366"/>
                    <a:pt x="6894" y="19020"/>
                    <a:pt x="6087" y="19021"/>
                  </a:cubicBezTo>
                  <a:lnTo>
                    <a:pt x="4261" y="19021"/>
                  </a:lnTo>
                  <a:lnTo>
                    <a:pt x="4261" y="20204"/>
                  </a:lnTo>
                  <a:lnTo>
                    <a:pt x="15941" y="20204"/>
                  </a:lnTo>
                  <a:lnTo>
                    <a:pt x="15941" y="19021"/>
                  </a:lnTo>
                  <a:lnTo>
                    <a:pt x="14115" y="19021"/>
                  </a:lnTo>
                  <a:cubicBezTo>
                    <a:pt x="13309" y="19020"/>
                    <a:pt x="12655" y="18367"/>
                    <a:pt x="12655" y="17561"/>
                  </a:cubicBezTo>
                  <a:lnTo>
                    <a:pt x="12655" y="16850"/>
                  </a:lnTo>
                  <a:lnTo>
                    <a:pt x="20204" y="16850"/>
                  </a:lnTo>
                  <a:lnTo>
                    <a:pt x="20204"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1" name="Google Shape;4281;p53"/>
            <p:cNvSpPr/>
            <p:nvPr/>
          </p:nvSpPr>
          <p:spPr>
            <a:xfrm>
              <a:off x="3107747" y="4348863"/>
              <a:ext cx="271975" cy="154990"/>
            </a:xfrm>
            <a:custGeom>
              <a:rect b="b" l="l" r="r" t="t"/>
              <a:pathLst>
                <a:path extrusionOk="0" h="8344" w="14640">
                  <a:moveTo>
                    <a:pt x="7319" y="1289"/>
                  </a:moveTo>
                  <a:lnTo>
                    <a:pt x="12652" y="3573"/>
                  </a:lnTo>
                  <a:lnTo>
                    <a:pt x="11005" y="4280"/>
                  </a:lnTo>
                  <a:lnTo>
                    <a:pt x="3631" y="4280"/>
                  </a:lnTo>
                  <a:lnTo>
                    <a:pt x="1983" y="3573"/>
                  </a:lnTo>
                  <a:lnTo>
                    <a:pt x="7319" y="1289"/>
                  </a:lnTo>
                  <a:close/>
                  <a:moveTo>
                    <a:pt x="9963" y="5464"/>
                  </a:moveTo>
                  <a:lnTo>
                    <a:pt x="9963" y="7160"/>
                  </a:lnTo>
                  <a:lnTo>
                    <a:pt x="4548" y="7160"/>
                  </a:lnTo>
                  <a:lnTo>
                    <a:pt x="4548" y="5464"/>
                  </a:lnTo>
                  <a:close/>
                  <a:moveTo>
                    <a:pt x="7319" y="1"/>
                  </a:moveTo>
                  <a:lnTo>
                    <a:pt x="0" y="3136"/>
                  </a:lnTo>
                  <a:lnTo>
                    <a:pt x="0" y="4011"/>
                  </a:lnTo>
                  <a:lnTo>
                    <a:pt x="3366" y="5452"/>
                  </a:lnTo>
                  <a:lnTo>
                    <a:pt x="3366" y="8344"/>
                  </a:lnTo>
                  <a:lnTo>
                    <a:pt x="11147" y="8344"/>
                  </a:lnTo>
                  <a:lnTo>
                    <a:pt x="11147" y="5507"/>
                  </a:lnTo>
                  <a:lnTo>
                    <a:pt x="12430" y="4957"/>
                  </a:lnTo>
                  <a:lnTo>
                    <a:pt x="12430" y="7119"/>
                  </a:lnTo>
                  <a:lnTo>
                    <a:pt x="13614" y="7119"/>
                  </a:lnTo>
                  <a:lnTo>
                    <a:pt x="13614" y="4450"/>
                  </a:lnTo>
                  <a:lnTo>
                    <a:pt x="14640" y="4011"/>
                  </a:lnTo>
                  <a:lnTo>
                    <a:pt x="14640" y="3136"/>
                  </a:lnTo>
                  <a:lnTo>
                    <a:pt x="731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282" name="Google Shape;4282;p53"/>
          <p:cNvSpPr/>
          <p:nvPr/>
        </p:nvSpPr>
        <p:spPr>
          <a:xfrm>
            <a:off x="7086453" y="3989158"/>
            <a:ext cx="269036" cy="362698"/>
          </a:xfrm>
          <a:custGeom>
            <a:rect b="b" l="l" r="r" t="t"/>
            <a:pathLst>
              <a:path extrusionOk="0" h="20206" w="14986">
                <a:moveTo>
                  <a:pt x="7492" y="2158"/>
                </a:moveTo>
                <a:lnTo>
                  <a:pt x="8467" y="3643"/>
                </a:lnTo>
                <a:lnTo>
                  <a:pt x="6519" y="3643"/>
                </a:lnTo>
                <a:lnTo>
                  <a:pt x="7492" y="2158"/>
                </a:lnTo>
                <a:close/>
                <a:moveTo>
                  <a:pt x="9242" y="4826"/>
                </a:moveTo>
                <a:lnTo>
                  <a:pt x="10251" y="6364"/>
                </a:lnTo>
                <a:lnTo>
                  <a:pt x="4734" y="6364"/>
                </a:lnTo>
                <a:lnTo>
                  <a:pt x="5742" y="4826"/>
                </a:lnTo>
                <a:close/>
                <a:moveTo>
                  <a:pt x="6901" y="7546"/>
                </a:moveTo>
                <a:lnTo>
                  <a:pt x="6901" y="15749"/>
                </a:lnTo>
                <a:lnTo>
                  <a:pt x="4611" y="15749"/>
                </a:lnTo>
                <a:lnTo>
                  <a:pt x="4611" y="7546"/>
                </a:lnTo>
                <a:close/>
                <a:moveTo>
                  <a:pt x="10375" y="7546"/>
                </a:moveTo>
                <a:lnTo>
                  <a:pt x="10375" y="15749"/>
                </a:lnTo>
                <a:lnTo>
                  <a:pt x="8083" y="15749"/>
                </a:lnTo>
                <a:lnTo>
                  <a:pt x="8083" y="7546"/>
                </a:lnTo>
                <a:close/>
                <a:moveTo>
                  <a:pt x="3427" y="12378"/>
                </a:moveTo>
                <a:lnTo>
                  <a:pt x="3427" y="17652"/>
                </a:lnTo>
                <a:lnTo>
                  <a:pt x="1183" y="17652"/>
                </a:lnTo>
                <a:lnTo>
                  <a:pt x="1183" y="14081"/>
                </a:lnTo>
                <a:lnTo>
                  <a:pt x="3427" y="12378"/>
                </a:lnTo>
                <a:close/>
                <a:moveTo>
                  <a:pt x="11558" y="12378"/>
                </a:moveTo>
                <a:lnTo>
                  <a:pt x="13802" y="14081"/>
                </a:lnTo>
                <a:lnTo>
                  <a:pt x="13802" y="17652"/>
                </a:lnTo>
                <a:lnTo>
                  <a:pt x="11558" y="17652"/>
                </a:lnTo>
                <a:lnTo>
                  <a:pt x="11558" y="12378"/>
                </a:lnTo>
                <a:close/>
                <a:moveTo>
                  <a:pt x="10375" y="16931"/>
                </a:moveTo>
                <a:lnTo>
                  <a:pt x="10375" y="19022"/>
                </a:lnTo>
                <a:lnTo>
                  <a:pt x="4611" y="19022"/>
                </a:lnTo>
                <a:lnTo>
                  <a:pt x="4611" y="16931"/>
                </a:lnTo>
                <a:close/>
                <a:moveTo>
                  <a:pt x="7492" y="0"/>
                </a:moveTo>
                <a:lnTo>
                  <a:pt x="3427" y="6199"/>
                </a:lnTo>
                <a:lnTo>
                  <a:pt x="3427" y="10890"/>
                </a:lnTo>
                <a:lnTo>
                  <a:pt x="0" y="13494"/>
                </a:lnTo>
                <a:lnTo>
                  <a:pt x="0" y="18835"/>
                </a:lnTo>
                <a:lnTo>
                  <a:pt x="3427" y="18835"/>
                </a:lnTo>
                <a:lnTo>
                  <a:pt x="3427" y="20205"/>
                </a:lnTo>
                <a:lnTo>
                  <a:pt x="11558" y="20205"/>
                </a:lnTo>
                <a:lnTo>
                  <a:pt x="11558" y="18835"/>
                </a:lnTo>
                <a:lnTo>
                  <a:pt x="14986" y="18835"/>
                </a:lnTo>
                <a:lnTo>
                  <a:pt x="14986" y="13494"/>
                </a:lnTo>
                <a:lnTo>
                  <a:pt x="11558" y="10892"/>
                </a:lnTo>
                <a:lnTo>
                  <a:pt x="11558" y="6199"/>
                </a:lnTo>
                <a:lnTo>
                  <a:pt x="7492"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83" name="Google Shape;4283;p53"/>
          <p:cNvGrpSpPr/>
          <p:nvPr/>
        </p:nvGrpSpPr>
        <p:grpSpPr>
          <a:xfrm>
            <a:off x="2505136" y="2900056"/>
            <a:ext cx="362691" cy="314090"/>
            <a:chOff x="2209860" y="4339408"/>
            <a:chExt cx="375340" cy="325044"/>
          </a:xfrm>
        </p:grpSpPr>
        <p:sp>
          <p:nvSpPr>
            <p:cNvPr id="4284" name="Google Shape;4284;p53"/>
            <p:cNvSpPr/>
            <p:nvPr/>
          </p:nvSpPr>
          <p:spPr>
            <a:xfrm>
              <a:off x="2209860" y="4339408"/>
              <a:ext cx="375340" cy="325044"/>
            </a:xfrm>
            <a:custGeom>
              <a:rect b="b" l="l" r="r" t="t"/>
              <a:pathLst>
                <a:path extrusionOk="0" h="17499" w="20204">
                  <a:moveTo>
                    <a:pt x="16503" y="5384"/>
                  </a:moveTo>
                  <a:cubicBezTo>
                    <a:pt x="16927" y="5386"/>
                    <a:pt x="17272" y="5729"/>
                    <a:pt x="17272" y="6155"/>
                  </a:cubicBezTo>
                  <a:lnTo>
                    <a:pt x="17272" y="8777"/>
                  </a:lnTo>
                  <a:lnTo>
                    <a:pt x="15971" y="8777"/>
                  </a:lnTo>
                  <a:lnTo>
                    <a:pt x="15971" y="5384"/>
                  </a:lnTo>
                  <a:close/>
                  <a:moveTo>
                    <a:pt x="5492" y="1183"/>
                  </a:moveTo>
                  <a:cubicBezTo>
                    <a:pt x="6541" y="1184"/>
                    <a:pt x="7394" y="2035"/>
                    <a:pt x="7394" y="3085"/>
                  </a:cubicBezTo>
                  <a:lnTo>
                    <a:pt x="7394" y="9683"/>
                  </a:lnTo>
                  <a:cubicBezTo>
                    <a:pt x="6853" y="9257"/>
                    <a:pt x="6186" y="9026"/>
                    <a:pt x="5498" y="9026"/>
                  </a:cubicBezTo>
                  <a:cubicBezTo>
                    <a:pt x="5496" y="9026"/>
                    <a:pt x="5494" y="9026"/>
                    <a:pt x="5492" y="9026"/>
                  </a:cubicBezTo>
                  <a:lnTo>
                    <a:pt x="1184" y="9026"/>
                  </a:lnTo>
                  <a:lnTo>
                    <a:pt x="1184" y="1183"/>
                  </a:lnTo>
                  <a:close/>
                  <a:moveTo>
                    <a:pt x="14787" y="1183"/>
                  </a:moveTo>
                  <a:lnTo>
                    <a:pt x="14787" y="9005"/>
                  </a:lnTo>
                  <a:cubicBezTo>
                    <a:pt x="14772" y="9012"/>
                    <a:pt x="14759" y="9018"/>
                    <a:pt x="14744" y="9026"/>
                  </a:cubicBezTo>
                  <a:lnTo>
                    <a:pt x="10480" y="9026"/>
                  </a:lnTo>
                  <a:cubicBezTo>
                    <a:pt x="10478" y="9026"/>
                    <a:pt x="10475" y="9026"/>
                    <a:pt x="10473" y="9026"/>
                  </a:cubicBezTo>
                  <a:cubicBezTo>
                    <a:pt x="9786" y="9026"/>
                    <a:pt x="9118" y="9257"/>
                    <a:pt x="8578" y="9683"/>
                  </a:cubicBezTo>
                  <a:lnTo>
                    <a:pt x="8578" y="3085"/>
                  </a:lnTo>
                  <a:cubicBezTo>
                    <a:pt x="8578" y="2035"/>
                    <a:pt x="9430" y="1184"/>
                    <a:pt x="10480" y="1183"/>
                  </a:cubicBezTo>
                  <a:close/>
                  <a:moveTo>
                    <a:pt x="5492" y="10210"/>
                  </a:moveTo>
                  <a:cubicBezTo>
                    <a:pt x="6314" y="10210"/>
                    <a:pt x="7043" y="10738"/>
                    <a:pt x="7300" y="11519"/>
                  </a:cubicBezTo>
                  <a:lnTo>
                    <a:pt x="1184" y="11519"/>
                  </a:lnTo>
                  <a:lnTo>
                    <a:pt x="1184" y="10210"/>
                  </a:lnTo>
                  <a:close/>
                  <a:moveTo>
                    <a:pt x="13596" y="10210"/>
                  </a:moveTo>
                  <a:cubicBezTo>
                    <a:pt x="13452" y="10525"/>
                    <a:pt x="13378" y="10867"/>
                    <a:pt x="13378" y="11213"/>
                  </a:cubicBezTo>
                  <a:lnTo>
                    <a:pt x="13378" y="11519"/>
                  </a:lnTo>
                  <a:lnTo>
                    <a:pt x="8673" y="11519"/>
                  </a:lnTo>
                  <a:cubicBezTo>
                    <a:pt x="8928" y="10738"/>
                    <a:pt x="9659" y="10210"/>
                    <a:pt x="10480" y="10210"/>
                  </a:cubicBezTo>
                  <a:close/>
                  <a:moveTo>
                    <a:pt x="16200" y="9960"/>
                  </a:moveTo>
                  <a:lnTo>
                    <a:pt x="16200" y="12149"/>
                  </a:lnTo>
                  <a:lnTo>
                    <a:pt x="14562" y="12149"/>
                  </a:lnTo>
                  <a:lnTo>
                    <a:pt x="14562" y="11213"/>
                  </a:lnTo>
                  <a:cubicBezTo>
                    <a:pt x="14562" y="10522"/>
                    <a:pt x="15123" y="9962"/>
                    <a:pt x="15814" y="9960"/>
                  </a:cubicBezTo>
                  <a:close/>
                  <a:moveTo>
                    <a:pt x="17769" y="9960"/>
                  </a:moveTo>
                  <a:cubicBezTo>
                    <a:pt x="18460" y="9962"/>
                    <a:pt x="19020" y="10522"/>
                    <a:pt x="19021" y="11213"/>
                  </a:cubicBezTo>
                  <a:lnTo>
                    <a:pt x="19021" y="12149"/>
                  </a:lnTo>
                  <a:lnTo>
                    <a:pt x="17383" y="12149"/>
                  </a:lnTo>
                  <a:lnTo>
                    <a:pt x="17383" y="9960"/>
                  </a:lnTo>
                  <a:close/>
                  <a:moveTo>
                    <a:pt x="19021" y="13333"/>
                  </a:moveTo>
                  <a:lnTo>
                    <a:pt x="19021" y="14369"/>
                  </a:lnTo>
                  <a:cubicBezTo>
                    <a:pt x="19020" y="15444"/>
                    <a:pt x="18149" y="16315"/>
                    <a:pt x="17074" y="16316"/>
                  </a:cubicBezTo>
                  <a:lnTo>
                    <a:pt x="16509" y="16316"/>
                  </a:lnTo>
                  <a:cubicBezTo>
                    <a:pt x="15434" y="16315"/>
                    <a:pt x="14563" y="15444"/>
                    <a:pt x="14562" y="14369"/>
                  </a:cubicBezTo>
                  <a:lnTo>
                    <a:pt x="14562" y="13333"/>
                  </a:lnTo>
                  <a:close/>
                  <a:moveTo>
                    <a:pt x="0" y="1"/>
                  </a:moveTo>
                  <a:lnTo>
                    <a:pt x="0" y="12703"/>
                  </a:lnTo>
                  <a:lnTo>
                    <a:pt x="13378" y="12703"/>
                  </a:lnTo>
                  <a:lnTo>
                    <a:pt x="13378" y="14368"/>
                  </a:lnTo>
                  <a:cubicBezTo>
                    <a:pt x="13378" y="16094"/>
                    <a:pt x="14783" y="17499"/>
                    <a:pt x="16509" y="17499"/>
                  </a:cubicBezTo>
                  <a:lnTo>
                    <a:pt x="17074" y="17499"/>
                  </a:lnTo>
                  <a:cubicBezTo>
                    <a:pt x="18800" y="17499"/>
                    <a:pt x="20204" y="16094"/>
                    <a:pt x="20204" y="14368"/>
                  </a:cubicBezTo>
                  <a:lnTo>
                    <a:pt x="20204" y="11213"/>
                  </a:lnTo>
                  <a:cubicBezTo>
                    <a:pt x="20204" y="10108"/>
                    <a:pt x="19465" y="9174"/>
                    <a:pt x="18455" y="8877"/>
                  </a:cubicBezTo>
                  <a:lnTo>
                    <a:pt x="18455" y="6155"/>
                  </a:lnTo>
                  <a:cubicBezTo>
                    <a:pt x="18454" y="5075"/>
                    <a:pt x="17581" y="4202"/>
                    <a:pt x="16503" y="4200"/>
                  </a:cubicBezTo>
                  <a:lnTo>
                    <a:pt x="15971" y="4200"/>
                  </a:lnTo>
                  <a:lnTo>
                    <a:pt x="15971" y="1"/>
                  </a:lnTo>
                  <a:lnTo>
                    <a:pt x="10480" y="1"/>
                  </a:lnTo>
                  <a:cubicBezTo>
                    <a:pt x="9493" y="1"/>
                    <a:pt x="8566" y="472"/>
                    <a:pt x="7985" y="1271"/>
                  </a:cubicBezTo>
                  <a:cubicBezTo>
                    <a:pt x="7406" y="472"/>
                    <a:pt x="6478" y="1"/>
                    <a:pt x="549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5" name="Google Shape;4285;p53"/>
            <p:cNvSpPr/>
            <p:nvPr/>
          </p:nvSpPr>
          <p:spPr>
            <a:xfrm>
              <a:off x="2256954" y="4403473"/>
              <a:ext cx="65170" cy="22011"/>
            </a:xfrm>
            <a:custGeom>
              <a:rect b="b" l="l" r="r" t="t"/>
              <a:pathLst>
                <a:path extrusionOk="0" h="1185" w="3508">
                  <a:moveTo>
                    <a:pt x="0" y="0"/>
                  </a:moveTo>
                  <a:lnTo>
                    <a:pt x="0" y="1184"/>
                  </a:lnTo>
                  <a:lnTo>
                    <a:pt x="3507" y="1184"/>
                  </a:lnTo>
                  <a:lnTo>
                    <a:pt x="3507"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6" name="Google Shape;4286;p53"/>
            <p:cNvSpPr/>
            <p:nvPr/>
          </p:nvSpPr>
          <p:spPr>
            <a:xfrm>
              <a:off x="2256954" y="4450449"/>
              <a:ext cx="65170" cy="22011"/>
            </a:xfrm>
            <a:custGeom>
              <a:rect b="b" l="l" r="r" t="t"/>
              <a:pathLst>
                <a:path extrusionOk="0" h="1185" w="3508">
                  <a:moveTo>
                    <a:pt x="0" y="1"/>
                  </a:moveTo>
                  <a:lnTo>
                    <a:pt x="0" y="1185"/>
                  </a:lnTo>
                  <a:lnTo>
                    <a:pt x="3507" y="1185"/>
                  </a:lnTo>
                  <a:lnTo>
                    <a:pt x="350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7" name="Google Shape;4287;p53"/>
            <p:cNvSpPr/>
            <p:nvPr/>
          </p:nvSpPr>
          <p:spPr>
            <a:xfrm>
              <a:off x="2395003" y="4403473"/>
              <a:ext cx="65170" cy="22011"/>
            </a:xfrm>
            <a:custGeom>
              <a:rect b="b" l="l" r="r" t="t"/>
              <a:pathLst>
                <a:path extrusionOk="0" h="1185" w="3508">
                  <a:moveTo>
                    <a:pt x="0" y="0"/>
                  </a:moveTo>
                  <a:lnTo>
                    <a:pt x="0" y="1184"/>
                  </a:lnTo>
                  <a:lnTo>
                    <a:pt x="3507" y="1184"/>
                  </a:lnTo>
                  <a:lnTo>
                    <a:pt x="3507"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8" name="Google Shape;4288;p53"/>
            <p:cNvSpPr/>
            <p:nvPr/>
          </p:nvSpPr>
          <p:spPr>
            <a:xfrm>
              <a:off x="2395003" y="4450449"/>
              <a:ext cx="65170" cy="22011"/>
            </a:xfrm>
            <a:custGeom>
              <a:rect b="b" l="l" r="r" t="t"/>
              <a:pathLst>
                <a:path extrusionOk="0" h="1185" w="3508">
                  <a:moveTo>
                    <a:pt x="0" y="1"/>
                  </a:moveTo>
                  <a:lnTo>
                    <a:pt x="0" y="1185"/>
                  </a:lnTo>
                  <a:lnTo>
                    <a:pt x="3507" y="1185"/>
                  </a:lnTo>
                  <a:lnTo>
                    <a:pt x="350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89" name="Google Shape;4289;p53"/>
          <p:cNvGrpSpPr/>
          <p:nvPr/>
        </p:nvGrpSpPr>
        <p:grpSpPr>
          <a:xfrm>
            <a:off x="3274557" y="1765682"/>
            <a:ext cx="362583" cy="362660"/>
            <a:chOff x="1708434" y="4217965"/>
            <a:chExt cx="375228" cy="375308"/>
          </a:xfrm>
        </p:grpSpPr>
        <p:sp>
          <p:nvSpPr>
            <p:cNvPr id="4290" name="Google Shape;4290;p53"/>
            <p:cNvSpPr/>
            <p:nvPr/>
          </p:nvSpPr>
          <p:spPr>
            <a:xfrm>
              <a:off x="1708434" y="4217965"/>
              <a:ext cx="375228" cy="375308"/>
            </a:xfrm>
            <a:custGeom>
              <a:rect b="b" l="l" r="r" t="t"/>
              <a:pathLst>
                <a:path extrusionOk="0" h="20205" w="20198">
                  <a:moveTo>
                    <a:pt x="4447" y="1626"/>
                  </a:moveTo>
                  <a:lnTo>
                    <a:pt x="4447" y="4447"/>
                  </a:lnTo>
                  <a:lnTo>
                    <a:pt x="1626" y="4447"/>
                  </a:lnTo>
                  <a:lnTo>
                    <a:pt x="4447" y="1626"/>
                  </a:lnTo>
                  <a:close/>
                  <a:moveTo>
                    <a:pt x="19014" y="8653"/>
                  </a:moveTo>
                  <a:lnTo>
                    <a:pt x="19014" y="16009"/>
                  </a:lnTo>
                  <a:lnTo>
                    <a:pt x="3946" y="16009"/>
                  </a:lnTo>
                  <a:lnTo>
                    <a:pt x="3946" y="8653"/>
                  </a:lnTo>
                  <a:close/>
                  <a:moveTo>
                    <a:pt x="13929" y="1185"/>
                  </a:moveTo>
                  <a:lnTo>
                    <a:pt x="13929" y="7469"/>
                  </a:lnTo>
                  <a:lnTo>
                    <a:pt x="2762" y="7469"/>
                  </a:lnTo>
                  <a:lnTo>
                    <a:pt x="2762" y="17193"/>
                  </a:lnTo>
                  <a:lnTo>
                    <a:pt x="13930" y="17193"/>
                  </a:lnTo>
                  <a:lnTo>
                    <a:pt x="13930" y="19020"/>
                  </a:lnTo>
                  <a:lnTo>
                    <a:pt x="1183" y="19020"/>
                  </a:lnTo>
                  <a:lnTo>
                    <a:pt x="1183" y="5629"/>
                  </a:lnTo>
                  <a:lnTo>
                    <a:pt x="5629" y="5629"/>
                  </a:lnTo>
                  <a:lnTo>
                    <a:pt x="5629" y="1185"/>
                  </a:lnTo>
                  <a:close/>
                  <a:moveTo>
                    <a:pt x="4399" y="1"/>
                  </a:moveTo>
                  <a:lnTo>
                    <a:pt x="0" y="4399"/>
                  </a:lnTo>
                  <a:lnTo>
                    <a:pt x="0" y="20204"/>
                  </a:lnTo>
                  <a:lnTo>
                    <a:pt x="15114" y="20204"/>
                  </a:lnTo>
                  <a:lnTo>
                    <a:pt x="15114" y="17193"/>
                  </a:lnTo>
                  <a:lnTo>
                    <a:pt x="20198" y="17193"/>
                  </a:lnTo>
                  <a:lnTo>
                    <a:pt x="20198" y="7469"/>
                  </a:lnTo>
                  <a:lnTo>
                    <a:pt x="15114" y="7469"/>
                  </a:lnTo>
                  <a:lnTo>
                    <a:pt x="15114"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1" name="Google Shape;4291;p53"/>
            <p:cNvSpPr/>
            <p:nvPr/>
          </p:nvSpPr>
          <p:spPr>
            <a:xfrm>
              <a:off x="1802436" y="4399591"/>
              <a:ext cx="67251" cy="95661"/>
            </a:xfrm>
            <a:custGeom>
              <a:rect b="b" l="l" r="r" t="t"/>
              <a:pathLst>
                <a:path extrusionOk="0" h="5150" w="3620">
                  <a:moveTo>
                    <a:pt x="1881" y="1184"/>
                  </a:moveTo>
                  <a:cubicBezTo>
                    <a:pt x="2187" y="1184"/>
                    <a:pt x="2435" y="1432"/>
                    <a:pt x="2435" y="1740"/>
                  </a:cubicBezTo>
                  <a:lnTo>
                    <a:pt x="2435" y="3410"/>
                  </a:lnTo>
                  <a:cubicBezTo>
                    <a:pt x="2435" y="3718"/>
                    <a:pt x="2187" y="3966"/>
                    <a:pt x="1881" y="3966"/>
                  </a:cubicBezTo>
                  <a:lnTo>
                    <a:pt x="1184" y="3966"/>
                  </a:lnTo>
                  <a:lnTo>
                    <a:pt x="1184" y="1184"/>
                  </a:lnTo>
                  <a:close/>
                  <a:moveTo>
                    <a:pt x="0" y="0"/>
                  </a:moveTo>
                  <a:lnTo>
                    <a:pt x="0" y="5150"/>
                  </a:lnTo>
                  <a:lnTo>
                    <a:pt x="1880" y="5150"/>
                  </a:lnTo>
                  <a:cubicBezTo>
                    <a:pt x="2840" y="5148"/>
                    <a:pt x="3618" y="4370"/>
                    <a:pt x="3619" y="3412"/>
                  </a:cubicBezTo>
                  <a:lnTo>
                    <a:pt x="3619" y="1740"/>
                  </a:lnTo>
                  <a:cubicBezTo>
                    <a:pt x="3618" y="780"/>
                    <a:pt x="2840" y="2"/>
                    <a:pt x="188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2" name="Google Shape;4292;p53"/>
            <p:cNvSpPr/>
            <p:nvPr/>
          </p:nvSpPr>
          <p:spPr>
            <a:xfrm>
              <a:off x="1888004" y="4399591"/>
              <a:ext cx="67251" cy="95661"/>
            </a:xfrm>
            <a:custGeom>
              <a:rect b="b" l="l" r="r" t="t"/>
              <a:pathLst>
                <a:path extrusionOk="0" h="5150" w="3620">
                  <a:moveTo>
                    <a:pt x="1878" y="1184"/>
                  </a:moveTo>
                  <a:cubicBezTo>
                    <a:pt x="2186" y="1184"/>
                    <a:pt x="2435" y="1434"/>
                    <a:pt x="2435" y="1741"/>
                  </a:cubicBezTo>
                  <a:lnTo>
                    <a:pt x="2435" y="3409"/>
                  </a:lnTo>
                  <a:cubicBezTo>
                    <a:pt x="2435" y="3717"/>
                    <a:pt x="2186" y="3966"/>
                    <a:pt x="1878" y="3966"/>
                  </a:cubicBezTo>
                  <a:lnTo>
                    <a:pt x="1741" y="3966"/>
                  </a:lnTo>
                  <a:cubicBezTo>
                    <a:pt x="1433" y="3966"/>
                    <a:pt x="1184" y="3717"/>
                    <a:pt x="1184" y="3409"/>
                  </a:cubicBezTo>
                  <a:lnTo>
                    <a:pt x="1184" y="1741"/>
                  </a:lnTo>
                  <a:cubicBezTo>
                    <a:pt x="1184" y="1434"/>
                    <a:pt x="1433" y="1184"/>
                    <a:pt x="1741" y="1184"/>
                  </a:cubicBezTo>
                  <a:close/>
                  <a:moveTo>
                    <a:pt x="1741" y="0"/>
                  </a:moveTo>
                  <a:cubicBezTo>
                    <a:pt x="781" y="2"/>
                    <a:pt x="2" y="780"/>
                    <a:pt x="0" y="1741"/>
                  </a:cubicBezTo>
                  <a:lnTo>
                    <a:pt x="0" y="3409"/>
                  </a:lnTo>
                  <a:cubicBezTo>
                    <a:pt x="2" y="4369"/>
                    <a:pt x="781" y="5148"/>
                    <a:pt x="1741" y="5150"/>
                  </a:cubicBezTo>
                  <a:lnTo>
                    <a:pt x="1878" y="5150"/>
                  </a:lnTo>
                  <a:cubicBezTo>
                    <a:pt x="2840" y="5148"/>
                    <a:pt x="3619" y="4369"/>
                    <a:pt x="3619" y="3409"/>
                  </a:cubicBezTo>
                  <a:lnTo>
                    <a:pt x="3619" y="1741"/>
                  </a:lnTo>
                  <a:cubicBezTo>
                    <a:pt x="3619" y="780"/>
                    <a:pt x="2840" y="2"/>
                    <a:pt x="18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3" name="Google Shape;4293;p53"/>
            <p:cNvSpPr/>
            <p:nvPr/>
          </p:nvSpPr>
          <p:spPr>
            <a:xfrm>
              <a:off x="1973758" y="4399591"/>
              <a:ext cx="67251" cy="95661"/>
            </a:xfrm>
            <a:custGeom>
              <a:rect b="b" l="l" r="r" t="t"/>
              <a:pathLst>
                <a:path extrusionOk="0" h="5150" w="3620">
                  <a:moveTo>
                    <a:pt x="1743" y="0"/>
                  </a:moveTo>
                  <a:cubicBezTo>
                    <a:pt x="781" y="2"/>
                    <a:pt x="2" y="780"/>
                    <a:pt x="1" y="1741"/>
                  </a:cubicBezTo>
                  <a:lnTo>
                    <a:pt x="1" y="3409"/>
                  </a:lnTo>
                  <a:cubicBezTo>
                    <a:pt x="2" y="4370"/>
                    <a:pt x="781" y="5148"/>
                    <a:pt x="1743" y="5150"/>
                  </a:cubicBezTo>
                  <a:lnTo>
                    <a:pt x="1879" y="5150"/>
                  </a:lnTo>
                  <a:cubicBezTo>
                    <a:pt x="2840" y="5148"/>
                    <a:pt x="3620" y="4369"/>
                    <a:pt x="3620" y="3409"/>
                  </a:cubicBezTo>
                  <a:lnTo>
                    <a:pt x="2437" y="3409"/>
                  </a:lnTo>
                  <a:cubicBezTo>
                    <a:pt x="2436" y="3717"/>
                    <a:pt x="2186" y="3966"/>
                    <a:pt x="1879" y="3966"/>
                  </a:cubicBezTo>
                  <a:lnTo>
                    <a:pt x="1743" y="3966"/>
                  </a:lnTo>
                  <a:cubicBezTo>
                    <a:pt x="1435" y="3966"/>
                    <a:pt x="1186" y="3717"/>
                    <a:pt x="1185" y="3409"/>
                  </a:cubicBezTo>
                  <a:lnTo>
                    <a:pt x="1185" y="1741"/>
                  </a:lnTo>
                  <a:cubicBezTo>
                    <a:pt x="1186" y="1434"/>
                    <a:pt x="1435" y="1184"/>
                    <a:pt x="1743" y="1184"/>
                  </a:cubicBezTo>
                  <a:lnTo>
                    <a:pt x="1879" y="1184"/>
                  </a:lnTo>
                  <a:cubicBezTo>
                    <a:pt x="2186" y="1184"/>
                    <a:pt x="2436" y="1434"/>
                    <a:pt x="2437" y="1741"/>
                  </a:cubicBezTo>
                  <a:lnTo>
                    <a:pt x="3620" y="1741"/>
                  </a:lnTo>
                  <a:cubicBezTo>
                    <a:pt x="3620" y="781"/>
                    <a:pt x="2840" y="2"/>
                    <a:pt x="187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4" name="Google Shape;4294;p53"/>
            <p:cNvSpPr/>
            <p:nvPr/>
          </p:nvSpPr>
          <p:spPr>
            <a:xfrm>
              <a:off x="1838960" y="4300531"/>
              <a:ext cx="100783" cy="22011"/>
            </a:xfrm>
            <a:custGeom>
              <a:rect b="b" l="l" r="r" t="t"/>
              <a:pathLst>
                <a:path extrusionOk="0" h="1185" w="5425">
                  <a:moveTo>
                    <a:pt x="0" y="0"/>
                  </a:moveTo>
                  <a:lnTo>
                    <a:pt x="0" y="1184"/>
                  </a:lnTo>
                  <a:lnTo>
                    <a:pt x="5425" y="1184"/>
                  </a:lnTo>
                  <a:lnTo>
                    <a:pt x="542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95" name="Google Shape;4295;p53"/>
          <p:cNvGrpSpPr/>
          <p:nvPr/>
        </p:nvGrpSpPr>
        <p:grpSpPr>
          <a:xfrm>
            <a:off x="4776164" y="3452375"/>
            <a:ext cx="362709" cy="320982"/>
            <a:chOff x="1154806" y="4245976"/>
            <a:chExt cx="375358" cy="332177"/>
          </a:xfrm>
        </p:grpSpPr>
        <p:sp>
          <p:nvSpPr>
            <p:cNvPr id="4296" name="Google Shape;4296;p53"/>
            <p:cNvSpPr/>
            <p:nvPr/>
          </p:nvSpPr>
          <p:spPr>
            <a:xfrm>
              <a:off x="1303984" y="4400315"/>
              <a:ext cx="67158" cy="95531"/>
            </a:xfrm>
            <a:custGeom>
              <a:rect b="b" l="l" r="r" t="t"/>
              <a:pathLst>
                <a:path extrusionOk="0" h="5143" w="3615">
                  <a:moveTo>
                    <a:pt x="1807" y="1196"/>
                  </a:moveTo>
                  <a:cubicBezTo>
                    <a:pt x="2147" y="1196"/>
                    <a:pt x="2425" y="1469"/>
                    <a:pt x="2431" y="1810"/>
                  </a:cubicBezTo>
                  <a:lnTo>
                    <a:pt x="2431" y="2465"/>
                  </a:lnTo>
                  <a:lnTo>
                    <a:pt x="1184" y="2464"/>
                  </a:lnTo>
                  <a:lnTo>
                    <a:pt x="1184" y="1810"/>
                  </a:lnTo>
                  <a:cubicBezTo>
                    <a:pt x="1188" y="1469"/>
                    <a:pt x="1466" y="1196"/>
                    <a:pt x="1807" y="1196"/>
                  </a:cubicBezTo>
                  <a:close/>
                  <a:moveTo>
                    <a:pt x="1807" y="0"/>
                  </a:moveTo>
                  <a:cubicBezTo>
                    <a:pt x="809" y="2"/>
                    <a:pt x="0" y="811"/>
                    <a:pt x="0" y="1810"/>
                  </a:cubicBezTo>
                  <a:lnTo>
                    <a:pt x="0" y="5142"/>
                  </a:lnTo>
                  <a:lnTo>
                    <a:pt x="1184" y="5142"/>
                  </a:lnTo>
                  <a:lnTo>
                    <a:pt x="1184" y="3648"/>
                  </a:lnTo>
                  <a:lnTo>
                    <a:pt x="2431" y="3648"/>
                  </a:lnTo>
                  <a:lnTo>
                    <a:pt x="2431" y="5142"/>
                  </a:lnTo>
                  <a:lnTo>
                    <a:pt x="3615" y="5142"/>
                  </a:lnTo>
                  <a:lnTo>
                    <a:pt x="3615" y="1810"/>
                  </a:lnTo>
                  <a:cubicBezTo>
                    <a:pt x="3613" y="811"/>
                    <a:pt x="2804" y="3"/>
                    <a:pt x="1807" y="2"/>
                  </a:cubicBezTo>
                  <a:lnTo>
                    <a:pt x="1807"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7" name="Google Shape;4297;p53"/>
            <p:cNvSpPr/>
            <p:nvPr/>
          </p:nvSpPr>
          <p:spPr>
            <a:xfrm>
              <a:off x="1154806" y="4245976"/>
              <a:ext cx="375358" cy="332177"/>
            </a:xfrm>
            <a:custGeom>
              <a:rect b="b" l="l" r="r" t="t"/>
              <a:pathLst>
                <a:path extrusionOk="0" h="17883" w="20205">
                  <a:moveTo>
                    <a:pt x="13394" y="1184"/>
                  </a:moveTo>
                  <a:lnTo>
                    <a:pt x="11167" y="3872"/>
                  </a:lnTo>
                  <a:lnTo>
                    <a:pt x="1184" y="3872"/>
                  </a:lnTo>
                  <a:lnTo>
                    <a:pt x="1184" y="1184"/>
                  </a:lnTo>
                  <a:close/>
                  <a:moveTo>
                    <a:pt x="19020" y="1184"/>
                  </a:moveTo>
                  <a:lnTo>
                    <a:pt x="19020" y="16697"/>
                  </a:lnTo>
                  <a:lnTo>
                    <a:pt x="1184" y="16697"/>
                  </a:lnTo>
                  <a:lnTo>
                    <a:pt x="1184" y="5056"/>
                  </a:lnTo>
                  <a:lnTo>
                    <a:pt x="11722" y="5056"/>
                  </a:lnTo>
                  <a:lnTo>
                    <a:pt x="14931" y="1184"/>
                  </a:lnTo>
                  <a:close/>
                  <a:moveTo>
                    <a:pt x="1" y="1"/>
                  </a:moveTo>
                  <a:lnTo>
                    <a:pt x="1" y="17882"/>
                  </a:lnTo>
                  <a:lnTo>
                    <a:pt x="20204" y="17882"/>
                  </a:lnTo>
                  <a:lnTo>
                    <a:pt x="20204"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8" name="Google Shape;4298;p53"/>
            <p:cNvSpPr/>
            <p:nvPr/>
          </p:nvSpPr>
          <p:spPr>
            <a:xfrm>
              <a:off x="1201956" y="4281974"/>
              <a:ext cx="22014" cy="22123"/>
            </a:xfrm>
            <a:custGeom>
              <a:rect b="b" l="l" r="r" t="t"/>
              <a:pathLst>
                <a:path extrusionOk="0" h="1191" w="1185">
                  <a:moveTo>
                    <a:pt x="1" y="0"/>
                  </a:moveTo>
                  <a:lnTo>
                    <a:pt x="1" y="1190"/>
                  </a:lnTo>
                  <a:lnTo>
                    <a:pt x="1185" y="1190"/>
                  </a:lnTo>
                  <a:lnTo>
                    <a:pt x="118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9" name="Google Shape;4299;p53"/>
            <p:cNvSpPr/>
            <p:nvPr/>
          </p:nvSpPr>
          <p:spPr>
            <a:xfrm>
              <a:off x="1242529" y="4281974"/>
              <a:ext cx="22014" cy="22123"/>
            </a:xfrm>
            <a:custGeom>
              <a:rect b="b" l="l" r="r" t="t"/>
              <a:pathLst>
                <a:path extrusionOk="0" h="1191" w="1185">
                  <a:moveTo>
                    <a:pt x="1" y="0"/>
                  </a:moveTo>
                  <a:lnTo>
                    <a:pt x="1" y="1190"/>
                  </a:lnTo>
                  <a:lnTo>
                    <a:pt x="1185" y="1190"/>
                  </a:lnTo>
                  <a:lnTo>
                    <a:pt x="118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0" name="Google Shape;4300;p53"/>
            <p:cNvSpPr/>
            <p:nvPr/>
          </p:nvSpPr>
          <p:spPr>
            <a:xfrm>
              <a:off x="1283084" y="4281974"/>
              <a:ext cx="22014" cy="22123"/>
            </a:xfrm>
            <a:custGeom>
              <a:rect b="b" l="l" r="r" t="t"/>
              <a:pathLst>
                <a:path extrusionOk="0" h="1191" w="1185">
                  <a:moveTo>
                    <a:pt x="1" y="0"/>
                  </a:moveTo>
                  <a:lnTo>
                    <a:pt x="1" y="1190"/>
                  </a:lnTo>
                  <a:lnTo>
                    <a:pt x="1185" y="1190"/>
                  </a:lnTo>
                  <a:lnTo>
                    <a:pt x="118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1" name="Google Shape;4301;p53"/>
            <p:cNvSpPr/>
            <p:nvPr/>
          </p:nvSpPr>
          <p:spPr>
            <a:xfrm>
              <a:off x="1203405" y="4359488"/>
              <a:ext cx="278179" cy="175738"/>
            </a:xfrm>
            <a:custGeom>
              <a:rect b="b" l="l" r="r" t="t"/>
              <a:pathLst>
                <a:path extrusionOk="0" h="9461" w="14974">
                  <a:moveTo>
                    <a:pt x="13790" y="1184"/>
                  </a:moveTo>
                  <a:lnTo>
                    <a:pt x="13790" y="8276"/>
                  </a:lnTo>
                  <a:lnTo>
                    <a:pt x="1184" y="8276"/>
                  </a:lnTo>
                  <a:lnTo>
                    <a:pt x="1184" y="1184"/>
                  </a:lnTo>
                  <a:close/>
                  <a:moveTo>
                    <a:pt x="0" y="0"/>
                  </a:moveTo>
                  <a:lnTo>
                    <a:pt x="0" y="9460"/>
                  </a:lnTo>
                  <a:lnTo>
                    <a:pt x="14974" y="9460"/>
                  </a:lnTo>
                  <a:lnTo>
                    <a:pt x="14974"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02" name="Google Shape;4302;p53"/>
          <p:cNvGrpSpPr/>
          <p:nvPr/>
        </p:nvGrpSpPr>
        <p:grpSpPr>
          <a:xfrm>
            <a:off x="1759513" y="2311403"/>
            <a:ext cx="362709" cy="362660"/>
            <a:chOff x="5644784" y="1994946"/>
            <a:chExt cx="375358" cy="375308"/>
          </a:xfrm>
        </p:grpSpPr>
        <p:sp>
          <p:nvSpPr>
            <p:cNvPr id="4303" name="Google Shape;4303;p53"/>
            <p:cNvSpPr/>
            <p:nvPr/>
          </p:nvSpPr>
          <p:spPr>
            <a:xfrm>
              <a:off x="5644784" y="1994946"/>
              <a:ext cx="375358" cy="375308"/>
            </a:xfrm>
            <a:custGeom>
              <a:rect b="b" l="l" r="r" t="t"/>
              <a:pathLst>
                <a:path extrusionOk="0" h="20205" w="20205">
                  <a:moveTo>
                    <a:pt x="8419" y="8813"/>
                  </a:moveTo>
                  <a:lnTo>
                    <a:pt x="8419" y="10607"/>
                  </a:lnTo>
                  <a:lnTo>
                    <a:pt x="6624" y="10607"/>
                  </a:lnTo>
                  <a:lnTo>
                    <a:pt x="8419" y="8813"/>
                  </a:lnTo>
                  <a:close/>
                  <a:moveTo>
                    <a:pt x="9895" y="1185"/>
                  </a:moveTo>
                  <a:cubicBezTo>
                    <a:pt x="12011" y="1185"/>
                    <a:pt x="13817" y="2763"/>
                    <a:pt x="14097" y="4856"/>
                  </a:cubicBezTo>
                  <a:lnTo>
                    <a:pt x="14173" y="5429"/>
                  </a:lnTo>
                  <a:lnTo>
                    <a:pt x="14747" y="5367"/>
                  </a:lnTo>
                  <a:cubicBezTo>
                    <a:pt x="14888" y="5352"/>
                    <a:pt x="15028" y="5344"/>
                    <a:pt x="15170" y="5344"/>
                  </a:cubicBezTo>
                  <a:cubicBezTo>
                    <a:pt x="17293" y="5344"/>
                    <a:pt x="19021" y="7072"/>
                    <a:pt x="19021" y="9196"/>
                  </a:cubicBezTo>
                  <a:cubicBezTo>
                    <a:pt x="19021" y="11319"/>
                    <a:pt x="17293" y="13048"/>
                    <a:pt x="15169" y="13048"/>
                  </a:cubicBezTo>
                  <a:lnTo>
                    <a:pt x="14925" y="13048"/>
                  </a:lnTo>
                  <a:lnTo>
                    <a:pt x="14925" y="7469"/>
                  </a:lnTo>
                  <a:lnTo>
                    <a:pt x="8089" y="7469"/>
                  </a:lnTo>
                  <a:lnTo>
                    <a:pt x="5280" y="10276"/>
                  </a:lnTo>
                  <a:lnTo>
                    <a:pt x="5280" y="13048"/>
                  </a:lnTo>
                  <a:lnTo>
                    <a:pt x="4337" y="13048"/>
                  </a:lnTo>
                  <a:cubicBezTo>
                    <a:pt x="2599" y="13048"/>
                    <a:pt x="1185" y="11634"/>
                    <a:pt x="1185" y="9896"/>
                  </a:cubicBezTo>
                  <a:cubicBezTo>
                    <a:pt x="1185" y="8159"/>
                    <a:pt x="2599" y="6745"/>
                    <a:pt x="4337" y="6745"/>
                  </a:cubicBezTo>
                  <a:cubicBezTo>
                    <a:pt x="4562" y="6745"/>
                    <a:pt x="4786" y="6769"/>
                    <a:pt x="5007" y="6816"/>
                  </a:cubicBezTo>
                  <a:lnTo>
                    <a:pt x="5861" y="7003"/>
                  </a:lnTo>
                  <a:lnTo>
                    <a:pt x="5716" y="6140"/>
                  </a:lnTo>
                  <a:cubicBezTo>
                    <a:pt x="5676" y="5904"/>
                    <a:pt x="5656" y="5664"/>
                    <a:pt x="5656" y="5423"/>
                  </a:cubicBezTo>
                  <a:cubicBezTo>
                    <a:pt x="5656" y="3085"/>
                    <a:pt x="7559" y="1185"/>
                    <a:pt x="9895" y="1185"/>
                  </a:cubicBezTo>
                  <a:close/>
                  <a:moveTo>
                    <a:pt x="13741" y="8653"/>
                  </a:moveTo>
                  <a:lnTo>
                    <a:pt x="13741" y="19020"/>
                  </a:lnTo>
                  <a:lnTo>
                    <a:pt x="6464" y="19020"/>
                  </a:lnTo>
                  <a:lnTo>
                    <a:pt x="6464" y="11791"/>
                  </a:lnTo>
                  <a:lnTo>
                    <a:pt x="9603" y="11791"/>
                  </a:lnTo>
                  <a:lnTo>
                    <a:pt x="9603" y="8653"/>
                  </a:lnTo>
                  <a:close/>
                  <a:moveTo>
                    <a:pt x="9895" y="1"/>
                  </a:moveTo>
                  <a:cubicBezTo>
                    <a:pt x="6905" y="1"/>
                    <a:pt x="4472" y="2433"/>
                    <a:pt x="4472" y="5423"/>
                  </a:cubicBezTo>
                  <a:cubicBezTo>
                    <a:pt x="4472" y="5470"/>
                    <a:pt x="4472" y="5516"/>
                    <a:pt x="4474" y="5562"/>
                  </a:cubicBezTo>
                  <a:cubicBezTo>
                    <a:pt x="4428" y="5561"/>
                    <a:pt x="4383" y="5561"/>
                    <a:pt x="4337" y="5561"/>
                  </a:cubicBezTo>
                  <a:cubicBezTo>
                    <a:pt x="1946" y="5561"/>
                    <a:pt x="1" y="7505"/>
                    <a:pt x="1" y="9896"/>
                  </a:cubicBezTo>
                  <a:cubicBezTo>
                    <a:pt x="1" y="12287"/>
                    <a:pt x="1946" y="14232"/>
                    <a:pt x="4337" y="14232"/>
                  </a:cubicBezTo>
                  <a:lnTo>
                    <a:pt x="5280" y="14232"/>
                  </a:lnTo>
                  <a:lnTo>
                    <a:pt x="5280" y="20204"/>
                  </a:lnTo>
                  <a:lnTo>
                    <a:pt x="14925" y="20204"/>
                  </a:lnTo>
                  <a:lnTo>
                    <a:pt x="14925" y="14232"/>
                  </a:lnTo>
                  <a:lnTo>
                    <a:pt x="15169" y="14232"/>
                  </a:lnTo>
                  <a:cubicBezTo>
                    <a:pt x="17946" y="14232"/>
                    <a:pt x="20205" y="11975"/>
                    <a:pt x="20205" y="9196"/>
                  </a:cubicBezTo>
                  <a:cubicBezTo>
                    <a:pt x="20205" y="6418"/>
                    <a:pt x="17947" y="4160"/>
                    <a:pt x="15170" y="4160"/>
                  </a:cubicBezTo>
                  <a:cubicBezTo>
                    <a:pt x="14585" y="1721"/>
                    <a:pt x="12403" y="1"/>
                    <a:pt x="989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4" name="Google Shape;4304;p53"/>
            <p:cNvSpPr/>
            <p:nvPr/>
          </p:nvSpPr>
          <p:spPr>
            <a:xfrm>
              <a:off x="5793682" y="2246098"/>
              <a:ext cx="77561" cy="22011"/>
            </a:xfrm>
            <a:custGeom>
              <a:rect b="b" l="l" r="r" t="t"/>
              <a:pathLst>
                <a:path extrusionOk="0" h="1185" w="4175">
                  <a:moveTo>
                    <a:pt x="0" y="1"/>
                  </a:moveTo>
                  <a:lnTo>
                    <a:pt x="0" y="1184"/>
                  </a:lnTo>
                  <a:lnTo>
                    <a:pt x="4175" y="1184"/>
                  </a:lnTo>
                  <a:lnTo>
                    <a:pt x="417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5" name="Google Shape;4305;p53"/>
            <p:cNvSpPr/>
            <p:nvPr/>
          </p:nvSpPr>
          <p:spPr>
            <a:xfrm>
              <a:off x="5793682" y="2290585"/>
              <a:ext cx="77561" cy="22011"/>
            </a:xfrm>
            <a:custGeom>
              <a:rect b="b" l="l" r="r" t="t"/>
              <a:pathLst>
                <a:path extrusionOk="0" h="1185" w="4175">
                  <a:moveTo>
                    <a:pt x="0" y="0"/>
                  </a:moveTo>
                  <a:lnTo>
                    <a:pt x="0" y="1184"/>
                  </a:lnTo>
                  <a:lnTo>
                    <a:pt x="4175" y="1184"/>
                  </a:lnTo>
                  <a:lnTo>
                    <a:pt x="417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06" name="Google Shape;4306;p53"/>
          <p:cNvGrpSpPr/>
          <p:nvPr/>
        </p:nvGrpSpPr>
        <p:grpSpPr>
          <a:xfrm>
            <a:off x="994989" y="2335030"/>
            <a:ext cx="362727" cy="320946"/>
            <a:chOff x="5089669" y="1976817"/>
            <a:chExt cx="375377" cy="332140"/>
          </a:xfrm>
        </p:grpSpPr>
        <p:sp>
          <p:nvSpPr>
            <p:cNvPr id="4307" name="Google Shape;4307;p53"/>
            <p:cNvSpPr/>
            <p:nvPr/>
          </p:nvSpPr>
          <p:spPr>
            <a:xfrm>
              <a:off x="5089669" y="1976817"/>
              <a:ext cx="375377" cy="332140"/>
            </a:xfrm>
            <a:custGeom>
              <a:rect b="b" l="l" r="r" t="t"/>
              <a:pathLst>
                <a:path extrusionOk="0" h="17881" w="20206">
                  <a:moveTo>
                    <a:pt x="13394" y="1184"/>
                  </a:moveTo>
                  <a:lnTo>
                    <a:pt x="11167" y="3872"/>
                  </a:lnTo>
                  <a:lnTo>
                    <a:pt x="1184" y="3872"/>
                  </a:lnTo>
                  <a:lnTo>
                    <a:pt x="1184" y="1184"/>
                  </a:lnTo>
                  <a:close/>
                  <a:moveTo>
                    <a:pt x="19022" y="1184"/>
                  </a:moveTo>
                  <a:lnTo>
                    <a:pt x="19022" y="16697"/>
                  </a:lnTo>
                  <a:lnTo>
                    <a:pt x="1184" y="16697"/>
                  </a:lnTo>
                  <a:lnTo>
                    <a:pt x="1184" y="5056"/>
                  </a:lnTo>
                  <a:lnTo>
                    <a:pt x="11724" y="5056"/>
                  </a:lnTo>
                  <a:lnTo>
                    <a:pt x="14932" y="1184"/>
                  </a:lnTo>
                  <a:close/>
                  <a:moveTo>
                    <a:pt x="0" y="0"/>
                  </a:moveTo>
                  <a:lnTo>
                    <a:pt x="0" y="17881"/>
                  </a:lnTo>
                  <a:lnTo>
                    <a:pt x="20206" y="17881"/>
                  </a:lnTo>
                  <a:lnTo>
                    <a:pt x="20206" y="2"/>
                  </a:lnTo>
                  <a:lnTo>
                    <a:pt x="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8" name="Google Shape;4308;p53"/>
            <p:cNvSpPr/>
            <p:nvPr/>
          </p:nvSpPr>
          <p:spPr>
            <a:xfrm>
              <a:off x="5136856" y="2012815"/>
              <a:ext cx="22014" cy="22123"/>
            </a:xfrm>
            <a:custGeom>
              <a:rect b="b" l="l" r="r" t="t"/>
              <a:pathLst>
                <a:path extrusionOk="0" h="1191" w="1185">
                  <a:moveTo>
                    <a:pt x="0" y="0"/>
                  </a:moveTo>
                  <a:lnTo>
                    <a:pt x="0" y="1190"/>
                  </a:lnTo>
                  <a:lnTo>
                    <a:pt x="1184" y="1190"/>
                  </a:lnTo>
                  <a:lnTo>
                    <a:pt x="1184"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9" name="Google Shape;4309;p53"/>
            <p:cNvSpPr/>
            <p:nvPr/>
          </p:nvSpPr>
          <p:spPr>
            <a:xfrm>
              <a:off x="5177392" y="2012815"/>
              <a:ext cx="22014" cy="22123"/>
            </a:xfrm>
            <a:custGeom>
              <a:rect b="b" l="l" r="r" t="t"/>
              <a:pathLst>
                <a:path extrusionOk="0" h="1191" w="1185">
                  <a:moveTo>
                    <a:pt x="1" y="0"/>
                  </a:moveTo>
                  <a:lnTo>
                    <a:pt x="1" y="1190"/>
                  </a:lnTo>
                  <a:lnTo>
                    <a:pt x="1185" y="1190"/>
                  </a:lnTo>
                  <a:lnTo>
                    <a:pt x="118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0" name="Google Shape;4310;p53"/>
            <p:cNvSpPr/>
            <p:nvPr/>
          </p:nvSpPr>
          <p:spPr>
            <a:xfrm>
              <a:off x="5217984" y="2012815"/>
              <a:ext cx="22014" cy="22123"/>
            </a:xfrm>
            <a:custGeom>
              <a:rect b="b" l="l" r="r" t="t"/>
              <a:pathLst>
                <a:path extrusionOk="0" h="1191" w="1185">
                  <a:moveTo>
                    <a:pt x="0" y="0"/>
                  </a:moveTo>
                  <a:lnTo>
                    <a:pt x="0" y="1190"/>
                  </a:lnTo>
                  <a:lnTo>
                    <a:pt x="1184" y="1190"/>
                  </a:lnTo>
                  <a:lnTo>
                    <a:pt x="1184"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1" name="Google Shape;4311;p53"/>
            <p:cNvSpPr/>
            <p:nvPr/>
          </p:nvSpPr>
          <p:spPr>
            <a:xfrm>
              <a:off x="5155397" y="2105486"/>
              <a:ext cx="243923" cy="77736"/>
            </a:xfrm>
            <a:custGeom>
              <a:rect b="b" l="l" r="r" t="t"/>
              <a:pathLst>
                <a:path extrusionOk="0" h="4185" w="13130">
                  <a:moveTo>
                    <a:pt x="11945" y="1185"/>
                  </a:moveTo>
                  <a:lnTo>
                    <a:pt x="11945" y="3000"/>
                  </a:lnTo>
                  <a:lnTo>
                    <a:pt x="1185" y="3000"/>
                  </a:lnTo>
                  <a:lnTo>
                    <a:pt x="1185" y="1185"/>
                  </a:lnTo>
                  <a:close/>
                  <a:moveTo>
                    <a:pt x="1" y="1"/>
                  </a:moveTo>
                  <a:lnTo>
                    <a:pt x="1" y="4184"/>
                  </a:lnTo>
                  <a:lnTo>
                    <a:pt x="13129" y="4184"/>
                  </a:lnTo>
                  <a:lnTo>
                    <a:pt x="1312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12" name="Google Shape;4312;p53"/>
          <p:cNvGrpSpPr/>
          <p:nvPr/>
        </p:nvGrpSpPr>
        <p:grpSpPr>
          <a:xfrm>
            <a:off x="7824349" y="1769211"/>
            <a:ext cx="286720" cy="362660"/>
            <a:chOff x="4609051" y="1919234"/>
            <a:chExt cx="296720" cy="375308"/>
          </a:xfrm>
        </p:grpSpPr>
        <p:sp>
          <p:nvSpPr>
            <p:cNvPr id="4313" name="Google Shape;4313;p53"/>
            <p:cNvSpPr/>
            <p:nvPr/>
          </p:nvSpPr>
          <p:spPr>
            <a:xfrm>
              <a:off x="4609051" y="2058547"/>
              <a:ext cx="296720" cy="235995"/>
            </a:xfrm>
            <a:custGeom>
              <a:rect b="b" l="l" r="r" t="t"/>
              <a:pathLst>
                <a:path extrusionOk="0" h="12705" w="15972">
                  <a:moveTo>
                    <a:pt x="5492" y="1184"/>
                  </a:moveTo>
                  <a:cubicBezTo>
                    <a:pt x="6541" y="1186"/>
                    <a:pt x="7392" y="2037"/>
                    <a:pt x="7394" y="3086"/>
                  </a:cubicBezTo>
                  <a:lnTo>
                    <a:pt x="7394" y="9684"/>
                  </a:lnTo>
                  <a:cubicBezTo>
                    <a:pt x="6852" y="9257"/>
                    <a:pt x="6181" y="9026"/>
                    <a:pt x="5492" y="9026"/>
                  </a:cubicBezTo>
                  <a:lnTo>
                    <a:pt x="1184" y="9026"/>
                  </a:lnTo>
                  <a:lnTo>
                    <a:pt x="1184" y="1184"/>
                  </a:lnTo>
                  <a:close/>
                  <a:moveTo>
                    <a:pt x="14786" y="1184"/>
                  </a:moveTo>
                  <a:lnTo>
                    <a:pt x="14786" y="9026"/>
                  </a:lnTo>
                  <a:lnTo>
                    <a:pt x="10480" y="9026"/>
                  </a:lnTo>
                  <a:cubicBezTo>
                    <a:pt x="9789" y="9026"/>
                    <a:pt x="9120" y="9257"/>
                    <a:pt x="8578" y="9684"/>
                  </a:cubicBezTo>
                  <a:lnTo>
                    <a:pt x="8578" y="3086"/>
                  </a:lnTo>
                  <a:cubicBezTo>
                    <a:pt x="8578" y="2037"/>
                    <a:pt x="9429" y="1186"/>
                    <a:pt x="10480" y="1184"/>
                  </a:cubicBezTo>
                  <a:close/>
                  <a:moveTo>
                    <a:pt x="5492" y="10209"/>
                  </a:moveTo>
                  <a:cubicBezTo>
                    <a:pt x="6313" y="10211"/>
                    <a:pt x="7041" y="10740"/>
                    <a:pt x="7298" y="11520"/>
                  </a:cubicBezTo>
                  <a:lnTo>
                    <a:pt x="1184" y="11520"/>
                  </a:lnTo>
                  <a:lnTo>
                    <a:pt x="1184" y="10209"/>
                  </a:lnTo>
                  <a:close/>
                  <a:moveTo>
                    <a:pt x="14786" y="10209"/>
                  </a:moveTo>
                  <a:lnTo>
                    <a:pt x="14786" y="11520"/>
                  </a:lnTo>
                  <a:lnTo>
                    <a:pt x="8672" y="11520"/>
                  </a:lnTo>
                  <a:cubicBezTo>
                    <a:pt x="8929" y="10740"/>
                    <a:pt x="9657" y="10211"/>
                    <a:pt x="10480" y="10209"/>
                  </a:cubicBezTo>
                  <a:close/>
                  <a:moveTo>
                    <a:pt x="0" y="0"/>
                  </a:moveTo>
                  <a:lnTo>
                    <a:pt x="0" y="12704"/>
                  </a:lnTo>
                  <a:lnTo>
                    <a:pt x="15971" y="12704"/>
                  </a:lnTo>
                  <a:lnTo>
                    <a:pt x="15971" y="0"/>
                  </a:lnTo>
                  <a:lnTo>
                    <a:pt x="10480" y="0"/>
                  </a:lnTo>
                  <a:cubicBezTo>
                    <a:pt x="9493" y="0"/>
                    <a:pt x="8566" y="473"/>
                    <a:pt x="7985" y="1272"/>
                  </a:cubicBezTo>
                  <a:cubicBezTo>
                    <a:pt x="7406" y="473"/>
                    <a:pt x="6479" y="0"/>
                    <a:pt x="549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4" name="Google Shape;4314;p53"/>
            <p:cNvSpPr/>
            <p:nvPr/>
          </p:nvSpPr>
          <p:spPr>
            <a:xfrm>
              <a:off x="4656145" y="2122630"/>
              <a:ext cx="65170" cy="21993"/>
            </a:xfrm>
            <a:custGeom>
              <a:rect b="b" l="l" r="r" t="t"/>
              <a:pathLst>
                <a:path extrusionOk="0" h="1184" w="3508">
                  <a:moveTo>
                    <a:pt x="1" y="1"/>
                  </a:moveTo>
                  <a:lnTo>
                    <a:pt x="1" y="1183"/>
                  </a:lnTo>
                  <a:lnTo>
                    <a:pt x="3508" y="1183"/>
                  </a:lnTo>
                  <a:lnTo>
                    <a:pt x="3508"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5" name="Google Shape;4315;p53"/>
            <p:cNvSpPr/>
            <p:nvPr/>
          </p:nvSpPr>
          <p:spPr>
            <a:xfrm>
              <a:off x="4656145" y="2169588"/>
              <a:ext cx="65170" cy="22011"/>
            </a:xfrm>
            <a:custGeom>
              <a:rect b="b" l="l" r="r" t="t"/>
              <a:pathLst>
                <a:path extrusionOk="0" h="1185" w="3508">
                  <a:moveTo>
                    <a:pt x="1" y="0"/>
                  </a:moveTo>
                  <a:lnTo>
                    <a:pt x="1" y="1184"/>
                  </a:lnTo>
                  <a:lnTo>
                    <a:pt x="3508" y="1184"/>
                  </a:lnTo>
                  <a:lnTo>
                    <a:pt x="3508"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6" name="Google Shape;4316;p53"/>
            <p:cNvSpPr/>
            <p:nvPr/>
          </p:nvSpPr>
          <p:spPr>
            <a:xfrm>
              <a:off x="4794194" y="2122630"/>
              <a:ext cx="65170" cy="21993"/>
            </a:xfrm>
            <a:custGeom>
              <a:rect b="b" l="l" r="r" t="t"/>
              <a:pathLst>
                <a:path extrusionOk="0" h="1184" w="3508">
                  <a:moveTo>
                    <a:pt x="0" y="1"/>
                  </a:moveTo>
                  <a:lnTo>
                    <a:pt x="0" y="1183"/>
                  </a:lnTo>
                  <a:lnTo>
                    <a:pt x="3507" y="1183"/>
                  </a:lnTo>
                  <a:lnTo>
                    <a:pt x="350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7" name="Google Shape;4317;p53"/>
            <p:cNvSpPr/>
            <p:nvPr/>
          </p:nvSpPr>
          <p:spPr>
            <a:xfrm>
              <a:off x="4794194" y="2169588"/>
              <a:ext cx="65170" cy="22011"/>
            </a:xfrm>
            <a:custGeom>
              <a:rect b="b" l="l" r="r" t="t"/>
              <a:pathLst>
                <a:path extrusionOk="0" h="1185" w="3508">
                  <a:moveTo>
                    <a:pt x="0" y="0"/>
                  </a:moveTo>
                  <a:lnTo>
                    <a:pt x="0" y="1184"/>
                  </a:lnTo>
                  <a:lnTo>
                    <a:pt x="3507" y="1184"/>
                  </a:lnTo>
                  <a:lnTo>
                    <a:pt x="3507"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8" name="Google Shape;4318;p53"/>
            <p:cNvSpPr/>
            <p:nvPr/>
          </p:nvSpPr>
          <p:spPr>
            <a:xfrm>
              <a:off x="4726071" y="2006704"/>
              <a:ext cx="62680" cy="29051"/>
            </a:xfrm>
            <a:custGeom>
              <a:rect b="b" l="l" r="r" t="t"/>
              <a:pathLst>
                <a:path extrusionOk="0" h="1564" w="3374">
                  <a:moveTo>
                    <a:pt x="1686" y="1"/>
                  </a:moveTo>
                  <a:cubicBezTo>
                    <a:pt x="1002" y="1"/>
                    <a:pt x="366" y="352"/>
                    <a:pt x="0" y="931"/>
                  </a:cubicBezTo>
                  <a:lnTo>
                    <a:pt x="999" y="1564"/>
                  </a:lnTo>
                  <a:cubicBezTo>
                    <a:pt x="1159" y="1312"/>
                    <a:pt x="1423" y="1185"/>
                    <a:pt x="1687" y="1185"/>
                  </a:cubicBezTo>
                  <a:cubicBezTo>
                    <a:pt x="1950" y="1185"/>
                    <a:pt x="2214" y="1312"/>
                    <a:pt x="2373" y="1564"/>
                  </a:cubicBezTo>
                  <a:lnTo>
                    <a:pt x="3373" y="931"/>
                  </a:lnTo>
                  <a:cubicBezTo>
                    <a:pt x="3007" y="352"/>
                    <a:pt x="2370" y="1"/>
                    <a:pt x="168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9" name="Google Shape;4319;p53"/>
            <p:cNvSpPr/>
            <p:nvPr/>
          </p:nvSpPr>
          <p:spPr>
            <a:xfrm>
              <a:off x="4689659" y="1963888"/>
              <a:ext cx="135486" cy="49112"/>
            </a:xfrm>
            <a:custGeom>
              <a:rect b="b" l="l" r="r" t="t"/>
              <a:pathLst>
                <a:path extrusionOk="0" h="2644" w="7293">
                  <a:moveTo>
                    <a:pt x="3646" y="0"/>
                  </a:moveTo>
                  <a:cubicBezTo>
                    <a:pt x="2166" y="0"/>
                    <a:pt x="790" y="759"/>
                    <a:pt x="0" y="2010"/>
                  </a:cubicBezTo>
                  <a:lnTo>
                    <a:pt x="1000" y="2643"/>
                  </a:lnTo>
                  <a:cubicBezTo>
                    <a:pt x="1574" y="1735"/>
                    <a:pt x="2573" y="1184"/>
                    <a:pt x="3646" y="1184"/>
                  </a:cubicBezTo>
                  <a:cubicBezTo>
                    <a:pt x="4720" y="1184"/>
                    <a:pt x="5718" y="1735"/>
                    <a:pt x="6292" y="2643"/>
                  </a:cubicBezTo>
                  <a:lnTo>
                    <a:pt x="7292" y="2010"/>
                  </a:lnTo>
                  <a:cubicBezTo>
                    <a:pt x="6502" y="759"/>
                    <a:pt x="5126" y="0"/>
                    <a:pt x="364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0" name="Google Shape;4320;p53"/>
            <p:cNvSpPr/>
            <p:nvPr/>
          </p:nvSpPr>
          <p:spPr>
            <a:xfrm>
              <a:off x="4651482" y="1919234"/>
              <a:ext cx="211839" cy="70139"/>
            </a:xfrm>
            <a:custGeom>
              <a:rect b="b" l="l" r="r" t="t"/>
              <a:pathLst>
                <a:path extrusionOk="0" h="3776" w="11403">
                  <a:moveTo>
                    <a:pt x="5701" y="1"/>
                  </a:moveTo>
                  <a:cubicBezTo>
                    <a:pt x="3376" y="1"/>
                    <a:pt x="1246" y="1174"/>
                    <a:pt x="1" y="3142"/>
                  </a:cubicBezTo>
                  <a:lnTo>
                    <a:pt x="1001" y="3775"/>
                  </a:lnTo>
                  <a:cubicBezTo>
                    <a:pt x="2028" y="2152"/>
                    <a:pt x="3785" y="1183"/>
                    <a:pt x="5702" y="1183"/>
                  </a:cubicBezTo>
                  <a:lnTo>
                    <a:pt x="5702" y="1183"/>
                  </a:lnTo>
                  <a:cubicBezTo>
                    <a:pt x="7619" y="1183"/>
                    <a:pt x="9376" y="2152"/>
                    <a:pt x="10403" y="3775"/>
                  </a:cubicBezTo>
                  <a:lnTo>
                    <a:pt x="11403" y="3142"/>
                  </a:lnTo>
                  <a:cubicBezTo>
                    <a:pt x="10156" y="1174"/>
                    <a:pt x="8026" y="1"/>
                    <a:pt x="570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21" name="Google Shape;4321;p53"/>
          <p:cNvGrpSpPr/>
          <p:nvPr/>
        </p:nvGrpSpPr>
        <p:grpSpPr>
          <a:xfrm>
            <a:off x="6275792" y="1769382"/>
            <a:ext cx="362691" cy="362319"/>
            <a:chOff x="4055571" y="1936453"/>
            <a:chExt cx="375340" cy="374955"/>
          </a:xfrm>
        </p:grpSpPr>
        <p:sp>
          <p:nvSpPr>
            <p:cNvPr id="4322" name="Google Shape;4322;p53"/>
            <p:cNvSpPr/>
            <p:nvPr/>
          </p:nvSpPr>
          <p:spPr>
            <a:xfrm>
              <a:off x="4055571" y="1936453"/>
              <a:ext cx="375340" cy="374955"/>
            </a:xfrm>
            <a:custGeom>
              <a:rect b="b" l="l" r="r" t="t"/>
              <a:pathLst>
                <a:path extrusionOk="0" h="20186" w="20204">
                  <a:moveTo>
                    <a:pt x="13392" y="1185"/>
                  </a:moveTo>
                  <a:lnTo>
                    <a:pt x="11165" y="3872"/>
                  </a:lnTo>
                  <a:lnTo>
                    <a:pt x="1183" y="3872"/>
                  </a:lnTo>
                  <a:lnTo>
                    <a:pt x="1183" y="1185"/>
                  </a:lnTo>
                  <a:close/>
                  <a:moveTo>
                    <a:pt x="19018" y="1185"/>
                  </a:moveTo>
                  <a:lnTo>
                    <a:pt x="19020" y="16696"/>
                  </a:lnTo>
                  <a:lnTo>
                    <a:pt x="14405" y="16696"/>
                  </a:lnTo>
                  <a:lnTo>
                    <a:pt x="14088" y="16126"/>
                  </a:lnTo>
                  <a:lnTo>
                    <a:pt x="16074" y="15028"/>
                  </a:lnTo>
                  <a:lnTo>
                    <a:pt x="8407" y="9413"/>
                  </a:lnTo>
                  <a:lnTo>
                    <a:pt x="8927" y="16696"/>
                  </a:lnTo>
                  <a:lnTo>
                    <a:pt x="1183" y="16696"/>
                  </a:lnTo>
                  <a:lnTo>
                    <a:pt x="1183" y="5055"/>
                  </a:lnTo>
                  <a:lnTo>
                    <a:pt x="11720" y="5055"/>
                  </a:lnTo>
                  <a:lnTo>
                    <a:pt x="14929" y="1185"/>
                  </a:lnTo>
                  <a:close/>
                  <a:moveTo>
                    <a:pt x="9770" y="11878"/>
                  </a:moveTo>
                  <a:lnTo>
                    <a:pt x="13879" y="14888"/>
                  </a:lnTo>
                  <a:lnTo>
                    <a:pt x="12479" y="15661"/>
                  </a:lnTo>
                  <a:lnTo>
                    <a:pt x="13800" y="18053"/>
                  </a:lnTo>
                  <a:lnTo>
                    <a:pt x="12855" y="18577"/>
                  </a:lnTo>
                  <a:lnTo>
                    <a:pt x="11532" y="16185"/>
                  </a:lnTo>
                  <a:lnTo>
                    <a:pt x="10133" y="16959"/>
                  </a:lnTo>
                  <a:lnTo>
                    <a:pt x="9770" y="11878"/>
                  </a:lnTo>
                  <a:close/>
                  <a:moveTo>
                    <a:pt x="0" y="1"/>
                  </a:moveTo>
                  <a:lnTo>
                    <a:pt x="0" y="17880"/>
                  </a:lnTo>
                  <a:lnTo>
                    <a:pt x="9012" y="17880"/>
                  </a:lnTo>
                  <a:lnTo>
                    <a:pt x="9084" y="18891"/>
                  </a:lnTo>
                  <a:lnTo>
                    <a:pt x="11069" y="17793"/>
                  </a:lnTo>
                  <a:lnTo>
                    <a:pt x="12391" y="20185"/>
                  </a:lnTo>
                  <a:lnTo>
                    <a:pt x="15410" y="18517"/>
                  </a:lnTo>
                  <a:lnTo>
                    <a:pt x="15057" y="17880"/>
                  </a:lnTo>
                  <a:lnTo>
                    <a:pt x="20202" y="17880"/>
                  </a:lnTo>
                  <a:lnTo>
                    <a:pt x="20204"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3" name="Google Shape;4323;p53"/>
            <p:cNvSpPr/>
            <p:nvPr/>
          </p:nvSpPr>
          <p:spPr>
            <a:xfrm>
              <a:off x="4102721" y="1972433"/>
              <a:ext cx="22014" cy="22123"/>
            </a:xfrm>
            <a:custGeom>
              <a:rect b="b" l="l" r="r" t="t"/>
              <a:pathLst>
                <a:path extrusionOk="0" h="1191" w="1185">
                  <a:moveTo>
                    <a:pt x="0" y="0"/>
                  </a:moveTo>
                  <a:lnTo>
                    <a:pt x="0" y="1190"/>
                  </a:lnTo>
                  <a:lnTo>
                    <a:pt x="1184" y="1190"/>
                  </a:lnTo>
                  <a:lnTo>
                    <a:pt x="1184"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4" name="Google Shape;4324;p53"/>
            <p:cNvSpPr/>
            <p:nvPr/>
          </p:nvSpPr>
          <p:spPr>
            <a:xfrm>
              <a:off x="4143257" y="1972433"/>
              <a:ext cx="22014" cy="22123"/>
            </a:xfrm>
            <a:custGeom>
              <a:rect b="b" l="l" r="r" t="t"/>
              <a:pathLst>
                <a:path extrusionOk="0" h="1191" w="1185">
                  <a:moveTo>
                    <a:pt x="1" y="0"/>
                  </a:moveTo>
                  <a:lnTo>
                    <a:pt x="1" y="1190"/>
                  </a:lnTo>
                  <a:lnTo>
                    <a:pt x="1185" y="1190"/>
                  </a:lnTo>
                  <a:lnTo>
                    <a:pt x="118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5" name="Google Shape;4325;p53"/>
            <p:cNvSpPr/>
            <p:nvPr/>
          </p:nvSpPr>
          <p:spPr>
            <a:xfrm>
              <a:off x="4183849" y="1972433"/>
              <a:ext cx="22014" cy="22123"/>
            </a:xfrm>
            <a:custGeom>
              <a:rect b="b" l="l" r="r" t="t"/>
              <a:pathLst>
                <a:path extrusionOk="0" h="1191" w="1185">
                  <a:moveTo>
                    <a:pt x="0" y="0"/>
                  </a:moveTo>
                  <a:lnTo>
                    <a:pt x="0" y="1190"/>
                  </a:lnTo>
                  <a:lnTo>
                    <a:pt x="1184" y="1190"/>
                  </a:lnTo>
                  <a:lnTo>
                    <a:pt x="1184"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6" name="Google Shape;4326;p53"/>
            <p:cNvSpPr/>
            <p:nvPr/>
          </p:nvSpPr>
          <p:spPr>
            <a:xfrm>
              <a:off x="4174858" y="2056522"/>
              <a:ext cx="38493" cy="45416"/>
            </a:xfrm>
            <a:custGeom>
              <a:rect b="b" l="l" r="r" t="t"/>
              <a:pathLst>
                <a:path extrusionOk="0" h="2445" w="2072">
                  <a:moveTo>
                    <a:pt x="1037" y="0"/>
                  </a:moveTo>
                  <a:lnTo>
                    <a:pt x="1" y="574"/>
                  </a:lnTo>
                  <a:lnTo>
                    <a:pt x="1035" y="2444"/>
                  </a:lnTo>
                  <a:lnTo>
                    <a:pt x="2071" y="1871"/>
                  </a:lnTo>
                  <a:lnTo>
                    <a:pt x="1037"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7" name="Google Shape;4327;p53"/>
            <p:cNvSpPr/>
            <p:nvPr/>
          </p:nvSpPr>
          <p:spPr>
            <a:xfrm>
              <a:off x="4225481" y="2051822"/>
              <a:ext cx="32195" cy="44320"/>
            </a:xfrm>
            <a:custGeom>
              <a:rect b="b" l="l" r="r" t="t"/>
              <a:pathLst>
                <a:path extrusionOk="0" h="2386" w="1733">
                  <a:moveTo>
                    <a:pt x="595" y="1"/>
                  </a:moveTo>
                  <a:lnTo>
                    <a:pt x="0" y="2055"/>
                  </a:lnTo>
                  <a:lnTo>
                    <a:pt x="1138" y="2385"/>
                  </a:lnTo>
                  <a:lnTo>
                    <a:pt x="1732" y="331"/>
                  </a:lnTo>
                  <a:lnTo>
                    <a:pt x="59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8" name="Google Shape;4328;p53"/>
            <p:cNvSpPr/>
            <p:nvPr/>
          </p:nvSpPr>
          <p:spPr>
            <a:xfrm>
              <a:off x="4256468" y="2085035"/>
              <a:ext cx="45422" cy="38395"/>
            </a:xfrm>
            <a:custGeom>
              <a:rect b="b" l="l" r="r" t="t"/>
              <a:pathLst>
                <a:path extrusionOk="0" h="2067" w="2445">
                  <a:moveTo>
                    <a:pt x="1874" y="0"/>
                  </a:moveTo>
                  <a:lnTo>
                    <a:pt x="0" y="1027"/>
                  </a:lnTo>
                  <a:lnTo>
                    <a:pt x="569" y="2066"/>
                  </a:lnTo>
                  <a:lnTo>
                    <a:pt x="2444" y="1038"/>
                  </a:lnTo>
                  <a:lnTo>
                    <a:pt x="1874"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9" name="Google Shape;4329;p53"/>
            <p:cNvSpPr/>
            <p:nvPr/>
          </p:nvSpPr>
          <p:spPr>
            <a:xfrm>
              <a:off x="4142235" y="2100675"/>
              <a:ext cx="44233" cy="32135"/>
            </a:xfrm>
            <a:custGeom>
              <a:rect b="b" l="l" r="r" t="t"/>
              <a:pathLst>
                <a:path extrusionOk="0" h="1730" w="2381">
                  <a:moveTo>
                    <a:pt x="326" y="0"/>
                  </a:moveTo>
                  <a:lnTo>
                    <a:pt x="1" y="1139"/>
                  </a:lnTo>
                  <a:lnTo>
                    <a:pt x="2055" y="1729"/>
                  </a:lnTo>
                  <a:lnTo>
                    <a:pt x="2381" y="590"/>
                  </a:lnTo>
                  <a:lnTo>
                    <a:pt x="32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0" name="Google Shape;4330;p53"/>
            <p:cNvSpPr/>
            <p:nvPr/>
          </p:nvSpPr>
          <p:spPr>
            <a:xfrm>
              <a:off x="4147400" y="2145255"/>
              <a:ext cx="45422" cy="38580"/>
            </a:xfrm>
            <a:custGeom>
              <a:rect b="b" l="l" r="r" t="t"/>
              <a:pathLst>
                <a:path extrusionOk="0" h="2077" w="2445">
                  <a:moveTo>
                    <a:pt x="1868" y="1"/>
                  </a:moveTo>
                  <a:lnTo>
                    <a:pt x="0" y="1040"/>
                  </a:lnTo>
                  <a:lnTo>
                    <a:pt x="577" y="2076"/>
                  </a:lnTo>
                  <a:lnTo>
                    <a:pt x="2445" y="1036"/>
                  </a:lnTo>
                  <a:lnTo>
                    <a:pt x="1868"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31" name="Google Shape;4331;p53"/>
          <p:cNvGrpSpPr/>
          <p:nvPr/>
        </p:nvGrpSpPr>
        <p:grpSpPr>
          <a:xfrm>
            <a:off x="5520877" y="1769211"/>
            <a:ext cx="362601" cy="362660"/>
            <a:chOff x="3543204" y="1938403"/>
            <a:chExt cx="375247" cy="375308"/>
          </a:xfrm>
        </p:grpSpPr>
        <p:sp>
          <p:nvSpPr>
            <p:cNvPr id="4332" name="Google Shape;4332;p53"/>
            <p:cNvSpPr/>
            <p:nvPr/>
          </p:nvSpPr>
          <p:spPr>
            <a:xfrm>
              <a:off x="3543204" y="1938403"/>
              <a:ext cx="375247" cy="375308"/>
            </a:xfrm>
            <a:custGeom>
              <a:rect b="b" l="l" r="r" t="t"/>
              <a:pathLst>
                <a:path extrusionOk="0" h="20205" w="20199">
                  <a:moveTo>
                    <a:pt x="4447" y="1626"/>
                  </a:moveTo>
                  <a:lnTo>
                    <a:pt x="4447" y="4447"/>
                  </a:lnTo>
                  <a:lnTo>
                    <a:pt x="1627" y="4447"/>
                  </a:lnTo>
                  <a:lnTo>
                    <a:pt x="4447" y="1626"/>
                  </a:lnTo>
                  <a:close/>
                  <a:moveTo>
                    <a:pt x="19015" y="8654"/>
                  </a:moveTo>
                  <a:lnTo>
                    <a:pt x="19015" y="16009"/>
                  </a:lnTo>
                  <a:lnTo>
                    <a:pt x="3947" y="16009"/>
                  </a:lnTo>
                  <a:lnTo>
                    <a:pt x="3947" y="8654"/>
                  </a:lnTo>
                  <a:close/>
                  <a:moveTo>
                    <a:pt x="13931" y="1184"/>
                  </a:moveTo>
                  <a:lnTo>
                    <a:pt x="13931" y="7470"/>
                  </a:lnTo>
                  <a:lnTo>
                    <a:pt x="2763" y="7470"/>
                  </a:lnTo>
                  <a:lnTo>
                    <a:pt x="2763" y="17193"/>
                  </a:lnTo>
                  <a:lnTo>
                    <a:pt x="13931" y="17193"/>
                  </a:lnTo>
                  <a:lnTo>
                    <a:pt x="13931" y="19020"/>
                  </a:lnTo>
                  <a:lnTo>
                    <a:pt x="1183" y="19020"/>
                  </a:lnTo>
                  <a:lnTo>
                    <a:pt x="1183" y="5631"/>
                  </a:lnTo>
                  <a:lnTo>
                    <a:pt x="5630" y="5631"/>
                  </a:lnTo>
                  <a:lnTo>
                    <a:pt x="5630" y="1184"/>
                  </a:lnTo>
                  <a:close/>
                  <a:moveTo>
                    <a:pt x="4398" y="0"/>
                  </a:moveTo>
                  <a:lnTo>
                    <a:pt x="1" y="4399"/>
                  </a:lnTo>
                  <a:lnTo>
                    <a:pt x="1" y="20204"/>
                  </a:lnTo>
                  <a:lnTo>
                    <a:pt x="15113" y="20204"/>
                  </a:lnTo>
                  <a:lnTo>
                    <a:pt x="15113" y="17193"/>
                  </a:lnTo>
                  <a:lnTo>
                    <a:pt x="20199" y="17193"/>
                  </a:lnTo>
                  <a:lnTo>
                    <a:pt x="20199" y="7470"/>
                  </a:lnTo>
                  <a:lnTo>
                    <a:pt x="15113" y="7470"/>
                  </a:lnTo>
                  <a:lnTo>
                    <a:pt x="1511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3" name="Google Shape;4333;p53"/>
            <p:cNvSpPr/>
            <p:nvPr/>
          </p:nvSpPr>
          <p:spPr>
            <a:xfrm>
              <a:off x="3673748" y="2020988"/>
              <a:ext cx="100746" cy="22011"/>
            </a:xfrm>
            <a:custGeom>
              <a:rect b="b" l="l" r="r" t="t"/>
              <a:pathLst>
                <a:path extrusionOk="0" h="1185" w="5423">
                  <a:moveTo>
                    <a:pt x="0" y="1"/>
                  </a:moveTo>
                  <a:lnTo>
                    <a:pt x="0" y="1185"/>
                  </a:lnTo>
                  <a:lnTo>
                    <a:pt x="5423" y="1185"/>
                  </a:lnTo>
                  <a:lnTo>
                    <a:pt x="5423"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4" name="Google Shape;4334;p53"/>
            <p:cNvSpPr/>
            <p:nvPr/>
          </p:nvSpPr>
          <p:spPr>
            <a:xfrm>
              <a:off x="3635831" y="2120030"/>
              <a:ext cx="67696" cy="95476"/>
            </a:xfrm>
            <a:custGeom>
              <a:rect b="b" l="l" r="r" t="t"/>
              <a:pathLst>
                <a:path extrusionOk="0" h="5140" w="3644">
                  <a:moveTo>
                    <a:pt x="0" y="0"/>
                  </a:moveTo>
                  <a:lnTo>
                    <a:pt x="0" y="1184"/>
                  </a:lnTo>
                  <a:lnTo>
                    <a:pt x="1229" y="1184"/>
                  </a:lnTo>
                  <a:lnTo>
                    <a:pt x="1229" y="5139"/>
                  </a:lnTo>
                  <a:lnTo>
                    <a:pt x="2413" y="5139"/>
                  </a:lnTo>
                  <a:lnTo>
                    <a:pt x="2413" y="1184"/>
                  </a:lnTo>
                  <a:lnTo>
                    <a:pt x="3643" y="1184"/>
                  </a:lnTo>
                  <a:lnTo>
                    <a:pt x="364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5" name="Google Shape;4335;p53"/>
            <p:cNvSpPr/>
            <p:nvPr/>
          </p:nvSpPr>
          <p:spPr>
            <a:xfrm>
              <a:off x="3809420" y="2120030"/>
              <a:ext cx="67734" cy="95476"/>
            </a:xfrm>
            <a:custGeom>
              <a:rect b="b" l="l" r="r" t="t"/>
              <a:pathLst>
                <a:path extrusionOk="0" h="5140" w="3646">
                  <a:moveTo>
                    <a:pt x="1" y="0"/>
                  </a:moveTo>
                  <a:lnTo>
                    <a:pt x="1" y="1184"/>
                  </a:lnTo>
                  <a:lnTo>
                    <a:pt x="1231" y="1184"/>
                  </a:lnTo>
                  <a:lnTo>
                    <a:pt x="1231" y="5139"/>
                  </a:lnTo>
                  <a:lnTo>
                    <a:pt x="2415" y="5139"/>
                  </a:lnTo>
                  <a:lnTo>
                    <a:pt x="2415" y="1184"/>
                  </a:lnTo>
                  <a:lnTo>
                    <a:pt x="3645" y="1184"/>
                  </a:lnTo>
                  <a:lnTo>
                    <a:pt x="364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6" name="Google Shape;4336;p53"/>
            <p:cNvSpPr/>
            <p:nvPr/>
          </p:nvSpPr>
          <p:spPr>
            <a:xfrm>
              <a:off x="3718613" y="2120141"/>
              <a:ext cx="77190" cy="95494"/>
            </a:xfrm>
            <a:custGeom>
              <a:rect b="b" l="l" r="r" t="t"/>
              <a:pathLst>
                <a:path extrusionOk="0" h="5141" w="4155">
                  <a:moveTo>
                    <a:pt x="2791" y="0"/>
                  </a:moveTo>
                  <a:lnTo>
                    <a:pt x="2078" y="1316"/>
                  </a:lnTo>
                  <a:lnTo>
                    <a:pt x="1364" y="2"/>
                  </a:lnTo>
                  <a:lnTo>
                    <a:pt x="16" y="2"/>
                  </a:lnTo>
                  <a:lnTo>
                    <a:pt x="1403" y="2558"/>
                  </a:lnTo>
                  <a:lnTo>
                    <a:pt x="1" y="5141"/>
                  </a:lnTo>
                  <a:lnTo>
                    <a:pt x="1350" y="5139"/>
                  </a:lnTo>
                  <a:lnTo>
                    <a:pt x="2078" y="3798"/>
                  </a:lnTo>
                  <a:lnTo>
                    <a:pt x="2806" y="5139"/>
                  </a:lnTo>
                  <a:lnTo>
                    <a:pt x="4154" y="5139"/>
                  </a:lnTo>
                  <a:lnTo>
                    <a:pt x="2752" y="2558"/>
                  </a:lnTo>
                  <a:lnTo>
                    <a:pt x="413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37" name="Google Shape;4337;p53"/>
          <p:cNvGrpSpPr/>
          <p:nvPr/>
        </p:nvGrpSpPr>
        <p:grpSpPr>
          <a:xfrm>
            <a:off x="4776190" y="1758079"/>
            <a:ext cx="362709" cy="362642"/>
            <a:chOff x="3043674" y="1916113"/>
            <a:chExt cx="375358" cy="375289"/>
          </a:xfrm>
        </p:grpSpPr>
        <p:sp>
          <p:nvSpPr>
            <p:cNvPr id="4338" name="Google Shape;4338;p53"/>
            <p:cNvSpPr/>
            <p:nvPr/>
          </p:nvSpPr>
          <p:spPr>
            <a:xfrm>
              <a:off x="3043674" y="1916113"/>
              <a:ext cx="375358" cy="375289"/>
            </a:xfrm>
            <a:custGeom>
              <a:rect b="b" l="l" r="r" t="t"/>
              <a:pathLst>
                <a:path extrusionOk="0" h="20204" w="20205">
                  <a:moveTo>
                    <a:pt x="5428" y="1184"/>
                  </a:moveTo>
                  <a:lnTo>
                    <a:pt x="5428" y="3085"/>
                  </a:lnTo>
                  <a:cubicBezTo>
                    <a:pt x="5428" y="3429"/>
                    <a:pt x="5147" y="3710"/>
                    <a:pt x="4802" y="3710"/>
                  </a:cubicBezTo>
                  <a:cubicBezTo>
                    <a:pt x="4457" y="3710"/>
                    <a:pt x="4177" y="3429"/>
                    <a:pt x="4177" y="3085"/>
                  </a:cubicBezTo>
                  <a:lnTo>
                    <a:pt x="4177" y="1184"/>
                  </a:lnTo>
                  <a:close/>
                  <a:moveTo>
                    <a:pt x="16028" y="1184"/>
                  </a:moveTo>
                  <a:lnTo>
                    <a:pt x="16028" y="3085"/>
                  </a:lnTo>
                  <a:cubicBezTo>
                    <a:pt x="16034" y="3434"/>
                    <a:pt x="15753" y="3721"/>
                    <a:pt x="15404" y="3721"/>
                  </a:cubicBezTo>
                  <a:cubicBezTo>
                    <a:pt x="15055" y="3721"/>
                    <a:pt x="14773" y="3434"/>
                    <a:pt x="14778" y="3085"/>
                  </a:cubicBezTo>
                  <a:lnTo>
                    <a:pt x="14778" y="1184"/>
                  </a:lnTo>
                  <a:close/>
                  <a:moveTo>
                    <a:pt x="19022" y="3276"/>
                  </a:moveTo>
                  <a:lnTo>
                    <a:pt x="19022" y="5974"/>
                  </a:lnTo>
                  <a:lnTo>
                    <a:pt x="1184" y="5974"/>
                  </a:lnTo>
                  <a:lnTo>
                    <a:pt x="1184" y="3276"/>
                  </a:lnTo>
                  <a:lnTo>
                    <a:pt x="3003" y="3276"/>
                  </a:lnTo>
                  <a:cubicBezTo>
                    <a:pt x="3100" y="4195"/>
                    <a:pt x="3876" y="4893"/>
                    <a:pt x="4802" y="4893"/>
                  </a:cubicBezTo>
                  <a:cubicBezTo>
                    <a:pt x="5726" y="4893"/>
                    <a:pt x="6503" y="4195"/>
                    <a:pt x="6600" y="3276"/>
                  </a:cubicBezTo>
                  <a:lnTo>
                    <a:pt x="13605" y="3276"/>
                  </a:lnTo>
                  <a:cubicBezTo>
                    <a:pt x="13703" y="4195"/>
                    <a:pt x="14478" y="4893"/>
                    <a:pt x="15404" y="4893"/>
                  </a:cubicBezTo>
                  <a:cubicBezTo>
                    <a:pt x="16328" y="4893"/>
                    <a:pt x="17105" y="4195"/>
                    <a:pt x="17202" y="3276"/>
                  </a:cubicBezTo>
                  <a:close/>
                  <a:moveTo>
                    <a:pt x="19022" y="7158"/>
                  </a:moveTo>
                  <a:lnTo>
                    <a:pt x="19022" y="19020"/>
                  </a:lnTo>
                  <a:lnTo>
                    <a:pt x="1184" y="19020"/>
                  </a:lnTo>
                  <a:lnTo>
                    <a:pt x="1184" y="7158"/>
                  </a:lnTo>
                  <a:close/>
                  <a:moveTo>
                    <a:pt x="2994" y="0"/>
                  </a:moveTo>
                  <a:lnTo>
                    <a:pt x="2994" y="2092"/>
                  </a:lnTo>
                  <a:lnTo>
                    <a:pt x="1" y="2092"/>
                  </a:lnTo>
                  <a:lnTo>
                    <a:pt x="1" y="20204"/>
                  </a:lnTo>
                  <a:lnTo>
                    <a:pt x="20204" y="20204"/>
                  </a:lnTo>
                  <a:lnTo>
                    <a:pt x="20204" y="2092"/>
                  </a:lnTo>
                  <a:lnTo>
                    <a:pt x="17212" y="2092"/>
                  </a:lnTo>
                  <a:lnTo>
                    <a:pt x="17212" y="0"/>
                  </a:lnTo>
                  <a:lnTo>
                    <a:pt x="13595" y="0"/>
                  </a:lnTo>
                  <a:lnTo>
                    <a:pt x="13595" y="2092"/>
                  </a:lnTo>
                  <a:lnTo>
                    <a:pt x="6610" y="2092"/>
                  </a:lnTo>
                  <a:lnTo>
                    <a:pt x="661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9" name="Google Shape;4339;p53"/>
            <p:cNvSpPr/>
            <p:nvPr/>
          </p:nvSpPr>
          <p:spPr>
            <a:xfrm>
              <a:off x="3098644" y="2076899"/>
              <a:ext cx="69666" cy="69656"/>
            </a:xfrm>
            <a:custGeom>
              <a:rect b="b" l="l" r="r" t="t"/>
              <a:pathLst>
                <a:path extrusionOk="0" h="3750" w="3750">
                  <a:moveTo>
                    <a:pt x="2566" y="1185"/>
                  </a:moveTo>
                  <a:lnTo>
                    <a:pt x="2566" y="2566"/>
                  </a:lnTo>
                  <a:lnTo>
                    <a:pt x="1185" y="2566"/>
                  </a:lnTo>
                  <a:lnTo>
                    <a:pt x="1185" y="1185"/>
                  </a:lnTo>
                  <a:close/>
                  <a:moveTo>
                    <a:pt x="1" y="1"/>
                  </a:moveTo>
                  <a:lnTo>
                    <a:pt x="1" y="3750"/>
                  </a:lnTo>
                  <a:lnTo>
                    <a:pt x="3750" y="3750"/>
                  </a:lnTo>
                  <a:lnTo>
                    <a:pt x="3750"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0" name="Google Shape;4340;p53"/>
            <p:cNvSpPr/>
            <p:nvPr/>
          </p:nvSpPr>
          <p:spPr>
            <a:xfrm>
              <a:off x="3196529" y="2076899"/>
              <a:ext cx="69666" cy="69656"/>
            </a:xfrm>
            <a:custGeom>
              <a:rect b="b" l="l" r="r" t="t"/>
              <a:pathLst>
                <a:path extrusionOk="0" h="3750" w="3750">
                  <a:moveTo>
                    <a:pt x="2566" y="1185"/>
                  </a:moveTo>
                  <a:lnTo>
                    <a:pt x="2566" y="2566"/>
                  </a:lnTo>
                  <a:lnTo>
                    <a:pt x="1185" y="2566"/>
                  </a:lnTo>
                  <a:lnTo>
                    <a:pt x="1185" y="1185"/>
                  </a:lnTo>
                  <a:close/>
                  <a:moveTo>
                    <a:pt x="1" y="1"/>
                  </a:moveTo>
                  <a:lnTo>
                    <a:pt x="1" y="3750"/>
                  </a:lnTo>
                  <a:lnTo>
                    <a:pt x="3750" y="3750"/>
                  </a:lnTo>
                  <a:lnTo>
                    <a:pt x="3750"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1" name="Google Shape;4341;p53"/>
            <p:cNvSpPr/>
            <p:nvPr/>
          </p:nvSpPr>
          <p:spPr>
            <a:xfrm>
              <a:off x="3294377" y="2076899"/>
              <a:ext cx="69666" cy="69656"/>
            </a:xfrm>
            <a:custGeom>
              <a:rect b="b" l="l" r="r" t="t"/>
              <a:pathLst>
                <a:path extrusionOk="0" h="3750" w="3750">
                  <a:moveTo>
                    <a:pt x="2566" y="1185"/>
                  </a:moveTo>
                  <a:lnTo>
                    <a:pt x="2566" y="2566"/>
                  </a:lnTo>
                  <a:lnTo>
                    <a:pt x="1185" y="2566"/>
                  </a:lnTo>
                  <a:lnTo>
                    <a:pt x="1185" y="1185"/>
                  </a:lnTo>
                  <a:close/>
                  <a:moveTo>
                    <a:pt x="1" y="1"/>
                  </a:moveTo>
                  <a:lnTo>
                    <a:pt x="1" y="3750"/>
                  </a:lnTo>
                  <a:lnTo>
                    <a:pt x="3750" y="3750"/>
                  </a:lnTo>
                  <a:lnTo>
                    <a:pt x="3750"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2" name="Google Shape;4342;p53"/>
            <p:cNvSpPr/>
            <p:nvPr/>
          </p:nvSpPr>
          <p:spPr>
            <a:xfrm>
              <a:off x="3098644" y="2173656"/>
              <a:ext cx="69666" cy="69656"/>
            </a:xfrm>
            <a:custGeom>
              <a:rect b="b" l="l" r="r" t="t"/>
              <a:pathLst>
                <a:path extrusionOk="0" h="3750" w="3750">
                  <a:moveTo>
                    <a:pt x="2566" y="1183"/>
                  </a:moveTo>
                  <a:lnTo>
                    <a:pt x="2566" y="2564"/>
                  </a:lnTo>
                  <a:lnTo>
                    <a:pt x="1185" y="2564"/>
                  </a:lnTo>
                  <a:lnTo>
                    <a:pt x="1185" y="1183"/>
                  </a:lnTo>
                  <a:close/>
                  <a:moveTo>
                    <a:pt x="1" y="1"/>
                  </a:moveTo>
                  <a:lnTo>
                    <a:pt x="1" y="3750"/>
                  </a:lnTo>
                  <a:lnTo>
                    <a:pt x="3750" y="3750"/>
                  </a:lnTo>
                  <a:lnTo>
                    <a:pt x="3750"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3" name="Google Shape;4343;p53"/>
            <p:cNvSpPr/>
            <p:nvPr/>
          </p:nvSpPr>
          <p:spPr>
            <a:xfrm>
              <a:off x="3196529" y="2173656"/>
              <a:ext cx="69666" cy="69656"/>
            </a:xfrm>
            <a:custGeom>
              <a:rect b="b" l="l" r="r" t="t"/>
              <a:pathLst>
                <a:path extrusionOk="0" h="3750" w="3750">
                  <a:moveTo>
                    <a:pt x="2566" y="1183"/>
                  </a:moveTo>
                  <a:lnTo>
                    <a:pt x="2566" y="2564"/>
                  </a:lnTo>
                  <a:lnTo>
                    <a:pt x="1185" y="2564"/>
                  </a:lnTo>
                  <a:lnTo>
                    <a:pt x="1185" y="1183"/>
                  </a:lnTo>
                  <a:close/>
                  <a:moveTo>
                    <a:pt x="1" y="1"/>
                  </a:moveTo>
                  <a:lnTo>
                    <a:pt x="1" y="3750"/>
                  </a:lnTo>
                  <a:lnTo>
                    <a:pt x="3750" y="3750"/>
                  </a:lnTo>
                  <a:lnTo>
                    <a:pt x="3750"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4" name="Google Shape;4344;p53"/>
            <p:cNvSpPr/>
            <p:nvPr/>
          </p:nvSpPr>
          <p:spPr>
            <a:xfrm>
              <a:off x="3294377" y="2173656"/>
              <a:ext cx="69666" cy="69656"/>
            </a:xfrm>
            <a:custGeom>
              <a:rect b="b" l="l" r="r" t="t"/>
              <a:pathLst>
                <a:path extrusionOk="0" h="3750" w="3750">
                  <a:moveTo>
                    <a:pt x="2566" y="1183"/>
                  </a:moveTo>
                  <a:lnTo>
                    <a:pt x="2566" y="2564"/>
                  </a:lnTo>
                  <a:lnTo>
                    <a:pt x="1185" y="2564"/>
                  </a:lnTo>
                  <a:lnTo>
                    <a:pt x="1185" y="1183"/>
                  </a:lnTo>
                  <a:close/>
                  <a:moveTo>
                    <a:pt x="1" y="1"/>
                  </a:moveTo>
                  <a:lnTo>
                    <a:pt x="1" y="3750"/>
                  </a:lnTo>
                  <a:lnTo>
                    <a:pt x="3750" y="3750"/>
                  </a:lnTo>
                  <a:lnTo>
                    <a:pt x="3750"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45" name="Google Shape;4345;p53"/>
          <p:cNvGrpSpPr/>
          <p:nvPr/>
        </p:nvGrpSpPr>
        <p:grpSpPr>
          <a:xfrm>
            <a:off x="4064883" y="1765567"/>
            <a:ext cx="271300" cy="362660"/>
            <a:chOff x="2614478" y="1975201"/>
            <a:chExt cx="280762" cy="375308"/>
          </a:xfrm>
        </p:grpSpPr>
        <p:sp>
          <p:nvSpPr>
            <p:cNvPr id="4346" name="Google Shape;4346;p53"/>
            <p:cNvSpPr/>
            <p:nvPr/>
          </p:nvSpPr>
          <p:spPr>
            <a:xfrm>
              <a:off x="2614478" y="1975201"/>
              <a:ext cx="280762" cy="375308"/>
            </a:xfrm>
            <a:custGeom>
              <a:rect b="b" l="l" r="r" t="t"/>
              <a:pathLst>
                <a:path extrusionOk="0" h="20205" w="15113">
                  <a:moveTo>
                    <a:pt x="4447" y="1627"/>
                  </a:moveTo>
                  <a:lnTo>
                    <a:pt x="4447" y="4447"/>
                  </a:lnTo>
                  <a:lnTo>
                    <a:pt x="1626" y="4447"/>
                  </a:lnTo>
                  <a:lnTo>
                    <a:pt x="4447" y="1627"/>
                  </a:lnTo>
                  <a:close/>
                  <a:moveTo>
                    <a:pt x="13929" y="1185"/>
                  </a:moveTo>
                  <a:lnTo>
                    <a:pt x="13930" y="19020"/>
                  </a:lnTo>
                  <a:lnTo>
                    <a:pt x="1183" y="19020"/>
                  </a:lnTo>
                  <a:lnTo>
                    <a:pt x="1183" y="5631"/>
                  </a:lnTo>
                  <a:lnTo>
                    <a:pt x="5629" y="5631"/>
                  </a:lnTo>
                  <a:lnTo>
                    <a:pt x="5629" y="1185"/>
                  </a:lnTo>
                  <a:close/>
                  <a:moveTo>
                    <a:pt x="4397" y="1"/>
                  </a:moveTo>
                  <a:lnTo>
                    <a:pt x="0" y="4399"/>
                  </a:lnTo>
                  <a:lnTo>
                    <a:pt x="0" y="20204"/>
                  </a:lnTo>
                  <a:lnTo>
                    <a:pt x="15113" y="20204"/>
                  </a:lnTo>
                  <a:lnTo>
                    <a:pt x="15113"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7" name="Google Shape;4347;p53"/>
            <p:cNvSpPr/>
            <p:nvPr/>
          </p:nvSpPr>
          <p:spPr>
            <a:xfrm>
              <a:off x="2696051" y="2106526"/>
              <a:ext cx="117614" cy="139591"/>
            </a:xfrm>
            <a:custGeom>
              <a:rect b="b" l="l" r="r" t="t"/>
              <a:pathLst>
                <a:path extrusionOk="0" h="7515" w="6331">
                  <a:moveTo>
                    <a:pt x="2574" y="0"/>
                  </a:moveTo>
                  <a:lnTo>
                    <a:pt x="2574" y="5248"/>
                  </a:lnTo>
                  <a:lnTo>
                    <a:pt x="838" y="3513"/>
                  </a:lnTo>
                  <a:lnTo>
                    <a:pt x="0" y="4349"/>
                  </a:lnTo>
                  <a:lnTo>
                    <a:pt x="3166" y="7515"/>
                  </a:lnTo>
                  <a:lnTo>
                    <a:pt x="6331" y="4349"/>
                  </a:lnTo>
                  <a:lnTo>
                    <a:pt x="5493" y="3512"/>
                  </a:lnTo>
                  <a:lnTo>
                    <a:pt x="3758" y="5248"/>
                  </a:lnTo>
                  <a:lnTo>
                    <a:pt x="3758"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8" name="Google Shape;4348;p53"/>
            <p:cNvSpPr/>
            <p:nvPr/>
          </p:nvSpPr>
          <p:spPr>
            <a:xfrm>
              <a:off x="2673591" y="2246507"/>
              <a:ext cx="162553" cy="50022"/>
            </a:xfrm>
            <a:custGeom>
              <a:rect b="b" l="l" r="r" t="t"/>
              <a:pathLst>
                <a:path extrusionOk="0" h="2693" w="8750">
                  <a:moveTo>
                    <a:pt x="0" y="1"/>
                  </a:moveTo>
                  <a:lnTo>
                    <a:pt x="0" y="2693"/>
                  </a:lnTo>
                  <a:lnTo>
                    <a:pt x="8749" y="2693"/>
                  </a:lnTo>
                  <a:lnTo>
                    <a:pt x="8749" y="1"/>
                  </a:lnTo>
                  <a:lnTo>
                    <a:pt x="7565" y="1"/>
                  </a:lnTo>
                  <a:lnTo>
                    <a:pt x="7565" y="1509"/>
                  </a:lnTo>
                  <a:lnTo>
                    <a:pt x="1184" y="1509"/>
                  </a:lnTo>
                  <a:lnTo>
                    <a:pt x="1184"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49" name="Google Shape;4349;p53"/>
          <p:cNvGrpSpPr/>
          <p:nvPr/>
        </p:nvGrpSpPr>
        <p:grpSpPr>
          <a:xfrm>
            <a:off x="2510686" y="1781552"/>
            <a:ext cx="362727" cy="337980"/>
            <a:chOff x="2053418" y="1994444"/>
            <a:chExt cx="375377" cy="349767"/>
          </a:xfrm>
        </p:grpSpPr>
        <p:sp>
          <p:nvSpPr>
            <p:cNvPr id="4350" name="Google Shape;4350;p53"/>
            <p:cNvSpPr/>
            <p:nvPr/>
          </p:nvSpPr>
          <p:spPr>
            <a:xfrm>
              <a:off x="2142368" y="2103015"/>
              <a:ext cx="197479" cy="197489"/>
            </a:xfrm>
            <a:custGeom>
              <a:rect b="b" l="l" r="r" t="t"/>
              <a:pathLst>
                <a:path extrusionOk="0" h="10632" w="10630">
                  <a:moveTo>
                    <a:pt x="3696" y="1516"/>
                  </a:moveTo>
                  <a:cubicBezTo>
                    <a:pt x="3341" y="2394"/>
                    <a:pt x="3146" y="3556"/>
                    <a:pt x="3099" y="4723"/>
                  </a:cubicBezTo>
                  <a:lnTo>
                    <a:pt x="1226" y="4723"/>
                  </a:lnTo>
                  <a:cubicBezTo>
                    <a:pt x="1435" y="3278"/>
                    <a:pt x="2394" y="2073"/>
                    <a:pt x="3694" y="1516"/>
                  </a:cubicBezTo>
                  <a:close/>
                  <a:moveTo>
                    <a:pt x="6936" y="1516"/>
                  </a:moveTo>
                  <a:lnTo>
                    <a:pt x="6936" y="1516"/>
                  </a:lnTo>
                  <a:cubicBezTo>
                    <a:pt x="8236" y="2073"/>
                    <a:pt x="9196" y="3278"/>
                    <a:pt x="9404" y="4723"/>
                  </a:cubicBezTo>
                  <a:lnTo>
                    <a:pt x="7533" y="4723"/>
                  </a:lnTo>
                  <a:cubicBezTo>
                    <a:pt x="7484" y="3556"/>
                    <a:pt x="7290" y="2394"/>
                    <a:pt x="6936" y="1516"/>
                  </a:cubicBezTo>
                  <a:close/>
                  <a:moveTo>
                    <a:pt x="5313" y="1185"/>
                  </a:moveTo>
                  <a:cubicBezTo>
                    <a:pt x="5371" y="1195"/>
                    <a:pt x="5664" y="1412"/>
                    <a:pt x="5938" y="2245"/>
                  </a:cubicBezTo>
                  <a:cubicBezTo>
                    <a:pt x="6162" y="2927"/>
                    <a:pt x="6304" y="3792"/>
                    <a:pt x="6348" y="4725"/>
                  </a:cubicBezTo>
                  <a:lnTo>
                    <a:pt x="4281" y="4725"/>
                  </a:lnTo>
                  <a:cubicBezTo>
                    <a:pt x="4324" y="3792"/>
                    <a:pt x="4465" y="2927"/>
                    <a:pt x="4690" y="2245"/>
                  </a:cubicBezTo>
                  <a:cubicBezTo>
                    <a:pt x="4965" y="1412"/>
                    <a:pt x="5258" y="1195"/>
                    <a:pt x="5313" y="1185"/>
                  </a:cubicBezTo>
                  <a:close/>
                  <a:moveTo>
                    <a:pt x="9402" y="5907"/>
                  </a:moveTo>
                  <a:cubicBezTo>
                    <a:pt x="9195" y="7352"/>
                    <a:pt x="8236" y="8558"/>
                    <a:pt x="6936" y="9115"/>
                  </a:cubicBezTo>
                  <a:lnTo>
                    <a:pt x="6936" y="9115"/>
                  </a:lnTo>
                  <a:cubicBezTo>
                    <a:pt x="7288" y="8236"/>
                    <a:pt x="7484" y="7075"/>
                    <a:pt x="7533" y="5907"/>
                  </a:cubicBezTo>
                  <a:close/>
                  <a:moveTo>
                    <a:pt x="3099" y="5907"/>
                  </a:moveTo>
                  <a:cubicBezTo>
                    <a:pt x="3146" y="7075"/>
                    <a:pt x="3342" y="8237"/>
                    <a:pt x="3696" y="9116"/>
                  </a:cubicBezTo>
                  <a:cubicBezTo>
                    <a:pt x="2394" y="8559"/>
                    <a:pt x="1435" y="7353"/>
                    <a:pt x="1226" y="5907"/>
                  </a:cubicBezTo>
                  <a:close/>
                  <a:moveTo>
                    <a:pt x="6349" y="5907"/>
                  </a:moveTo>
                  <a:cubicBezTo>
                    <a:pt x="6307" y="6841"/>
                    <a:pt x="6165" y="7706"/>
                    <a:pt x="5940" y="8387"/>
                  </a:cubicBezTo>
                  <a:cubicBezTo>
                    <a:pt x="5665" y="9222"/>
                    <a:pt x="5373" y="9438"/>
                    <a:pt x="5317" y="9447"/>
                  </a:cubicBezTo>
                  <a:lnTo>
                    <a:pt x="5316" y="9447"/>
                  </a:lnTo>
                  <a:cubicBezTo>
                    <a:pt x="5258" y="9438"/>
                    <a:pt x="4966" y="9222"/>
                    <a:pt x="4690" y="8387"/>
                  </a:cubicBezTo>
                  <a:cubicBezTo>
                    <a:pt x="4466" y="7706"/>
                    <a:pt x="4324" y="6842"/>
                    <a:pt x="4283" y="5907"/>
                  </a:cubicBezTo>
                  <a:close/>
                  <a:moveTo>
                    <a:pt x="5316" y="1"/>
                  </a:moveTo>
                  <a:cubicBezTo>
                    <a:pt x="2385" y="1"/>
                    <a:pt x="1" y="2387"/>
                    <a:pt x="1" y="5316"/>
                  </a:cubicBezTo>
                  <a:cubicBezTo>
                    <a:pt x="1" y="8247"/>
                    <a:pt x="2384" y="10631"/>
                    <a:pt x="5314" y="10631"/>
                  </a:cubicBezTo>
                  <a:cubicBezTo>
                    <a:pt x="8245" y="10631"/>
                    <a:pt x="10630" y="8247"/>
                    <a:pt x="10630" y="5316"/>
                  </a:cubicBezTo>
                  <a:cubicBezTo>
                    <a:pt x="10630" y="2387"/>
                    <a:pt x="8245" y="1"/>
                    <a:pt x="531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1" name="Google Shape;4351;p53"/>
            <p:cNvSpPr/>
            <p:nvPr/>
          </p:nvSpPr>
          <p:spPr>
            <a:xfrm>
              <a:off x="2053418" y="1994444"/>
              <a:ext cx="375377" cy="349767"/>
            </a:xfrm>
            <a:custGeom>
              <a:rect b="b" l="l" r="r" t="t"/>
              <a:pathLst>
                <a:path extrusionOk="0" h="18830" w="20206">
                  <a:moveTo>
                    <a:pt x="17720" y="2061"/>
                  </a:moveTo>
                  <a:lnTo>
                    <a:pt x="17720" y="3327"/>
                  </a:lnTo>
                  <a:lnTo>
                    <a:pt x="10865" y="3327"/>
                  </a:lnTo>
                  <a:lnTo>
                    <a:pt x="10144" y="2061"/>
                  </a:lnTo>
                  <a:close/>
                  <a:moveTo>
                    <a:pt x="8282" y="1185"/>
                  </a:moveTo>
                  <a:lnTo>
                    <a:pt x="10177" y="4511"/>
                  </a:lnTo>
                  <a:lnTo>
                    <a:pt x="19022" y="4511"/>
                  </a:lnTo>
                  <a:lnTo>
                    <a:pt x="19022" y="17645"/>
                  </a:lnTo>
                  <a:lnTo>
                    <a:pt x="1185" y="17645"/>
                  </a:lnTo>
                  <a:lnTo>
                    <a:pt x="1185" y="1185"/>
                  </a:lnTo>
                  <a:close/>
                  <a:moveTo>
                    <a:pt x="1" y="1"/>
                  </a:moveTo>
                  <a:lnTo>
                    <a:pt x="1" y="18829"/>
                  </a:lnTo>
                  <a:lnTo>
                    <a:pt x="20206" y="18829"/>
                  </a:lnTo>
                  <a:lnTo>
                    <a:pt x="20206" y="3327"/>
                  </a:lnTo>
                  <a:lnTo>
                    <a:pt x="18902" y="3327"/>
                  </a:lnTo>
                  <a:lnTo>
                    <a:pt x="18902" y="879"/>
                  </a:lnTo>
                  <a:lnTo>
                    <a:pt x="9471" y="879"/>
                  </a:lnTo>
                  <a:lnTo>
                    <a:pt x="897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52" name="Google Shape;4352;p53"/>
          <p:cNvGrpSpPr/>
          <p:nvPr/>
        </p:nvGrpSpPr>
        <p:grpSpPr>
          <a:xfrm>
            <a:off x="1758490" y="1768157"/>
            <a:ext cx="362709" cy="352285"/>
            <a:chOff x="1542890" y="2024629"/>
            <a:chExt cx="375358" cy="364572"/>
          </a:xfrm>
        </p:grpSpPr>
        <p:sp>
          <p:nvSpPr>
            <p:cNvPr id="4353" name="Google Shape;4353;p53"/>
            <p:cNvSpPr/>
            <p:nvPr/>
          </p:nvSpPr>
          <p:spPr>
            <a:xfrm>
              <a:off x="1542890" y="2024629"/>
              <a:ext cx="375358" cy="364572"/>
            </a:xfrm>
            <a:custGeom>
              <a:rect b="b" l="l" r="r" t="t"/>
              <a:pathLst>
                <a:path extrusionOk="0" h="19627" w="20205">
                  <a:moveTo>
                    <a:pt x="7426" y="1693"/>
                  </a:moveTo>
                  <a:lnTo>
                    <a:pt x="7426" y="3681"/>
                  </a:lnTo>
                  <a:lnTo>
                    <a:pt x="5440" y="3681"/>
                  </a:lnTo>
                  <a:lnTo>
                    <a:pt x="7426" y="1693"/>
                  </a:lnTo>
                  <a:close/>
                  <a:moveTo>
                    <a:pt x="3745" y="6671"/>
                  </a:moveTo>
                  <a:lnTo>
                    <a:pt x="3745" y="15744"/>
                  </a:lnTo>
                  <a:lnTo>
                    <a:pt x="2372" y="15744"/>
                  </a:lnTo>
                  <a:lnTo>
                    <a:pt x="2372" y="6671"/>
                  </a:lnTo>
                  <a:close/>
                  <a:moveTo>
                    <a:pt x="15276" y="1184"/>
                  </a:moveTo>
                  <a:lnTo>
                    <a:pt x="15276" y="15744"/>
                  </a:lnTo>
                  <a:lnTo>
                    <a:pt x="4929" y="15744"/>
                  </a:lnTo>
                  <a:lnTo>
                    <a:pt x="4929" y="4864"/>
                  </a:lnTo>
                  <a:lnTo>
                    <a:pt x="8610" y="4864"/>
                  </a:lnTo>
                  <a:lnTo>
                    <a:pt x="8610" y="1184"/>
                  </a:lnTo>
                  <a:close/>
                  <a:moveTo>
                    <a:pt x="17819" y="6671"/>
                  </a:moveTo>
                  <a:lnTo>
                    <a:pt x="17819" y="15744"/>
                  </a:lnTo>
                  <a:lnTo>
                    <a:pt x="16460" y="15744"/>
                  </a:lnTo>
                  <a:lnTo>
                    <a:pt x="16460" y="6671"/>
                  </a:lnTo>
                  <a:close/>
                  <a:moveTo>
                    <a:pt x="19021" y="16928"/>
                  </a:moveTo>
                  <a:lnTo>
                    <a:pt x="19021" y="17687"/>
                  </a:lnTo>
                  <a:cubicBezTo>
                    <a:pt x="19021" y="18103"/>
                    <a:pt x="18682" y="18442"/>
                    <a:pt x="18265" y="18442"/>
                  </a:cubicBezTo>
                  <a:lnTo>
                    <a:pt x="1940" y="18442"/>
                  </a:lnTo>
                  <a:cubicBezTo>
                    <a:pt x="1522" y="18442"/>
                    <a:pt x="1185" y="18103"/>
                    <a:pt x="1185" y="17687"/>
                  </a:cubicBezTo>
                  <a:lnTo>
                    <a:pt x="1185" y="16928"/>
                  </a:lnTo>
                  <a:close/>
                  <a:moveTo>
                    <a:pt x="7445" y="0"/>
                  </a:moveTo>
                  <a:lnTo>
                    <a:pt x="3745" y="3700"/>
                  </a:lnTo>
                  <a:lnTo>
                    <a:pt x="3745" y="5487"/>
                  </a:lnTo>
                  <a:lnTo>
                    <a:pt x="1186" y="5487"/>
                  </a:lnTo>
                  <a:lnTo>
                    <a:pt x="1186" y="15744"/>
                  </a:lnTo>
                  <a:lnTo>
                    <a:pt x="1" y="15744"/>
                  </a:lnTo>
                  <a:lnTo>
                    <a:pt x="1" y="17687"/>
                  </a:lnTo>
                  <a:cubicBezTo>
                    <a:pt x="2" y="18757"/>
                    <a:pt x="870" y="19625"/>
                    <a:pt x="1940" y="19626"/>
                  </a:cubicBezTo>
                  <a:lnTo>
                    <a:pt x="18265" y="19626"/>
                  </a:lnTo>
                  <a:cubicBezTo>
                    <a:pt x="19336" y="19625"/>
                    <a:pt x="20205" y="18757"/>
                    <a:pt x="20205" y="17687"/>
                  </a:cubicBezTo>
                  <a:lnTo>
                    <a:pt x="20205" y="15744"/>
                  </a:lnTo>
                  <a:lnTo>
                    <a:pt x="19003" y="15744"/>
                  </a:lnTo>
                  <a:lnTo>
                    <a:pt x="19003" y="5487"/>
                  </a:lnTo>
                  <a:lnTo>
                    <a:pt x="16460" y="5487"/>
                  </a:lnTo>
                  <a:lnTo>
                    <a:pt x="1646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4" name="Google Shape;4354;p53"/>
            <p:cNvSpPr/>
            <p:nvPr/>
          </p:nvSpPr>
          <p:spPr>
            <a:xfrm>
              <a:off x="1652813" y="2135131"/>
              <a:ext cx="62606" cy="52994"/>
            </a:xfrm>
            <a:custGeom>
              <a:rect b="b" l="l" r="r" t="t"/>
              <a:pathLst>
                <a:path extrusionOk="0" h="2853" w="3370">
                  <a:moveTo>
                    <a:pt x="2506" y="1"/>
                  </a:moveTo>
                  <a:lnTo>
                    <a:pt x="1397" y="1177"/>
                  </a:lnTo>
                  <a:lnTo>
                    <a:pt x="814" y="626"/>
                  </a:lnTo>
                  <a:lnTo>
                    <a:pt x="1" y="1486"/>
                  </a:lnTo>
                  <a:lnTo>
                    <a:pt x="1446" y="2853"/>
                  </a:lnTo>
                  <a:lnTo>
                    <a:pt x="3369" y="812"/>
                  </a:lnTo>
                  <a:lnTo>
                    <a:pt x="250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5" name="Google Shape;4355;p53"/>
            <p:cNvSpPr/>
            <p:nvPr/>
          </p:nvSpPr>
          <p:spPr>
            <a:xfrm>
              <a:off x="1727978" y="2165706"/>
              <a:ext cx="75165" cy="22011"/>
            </a:xfrm>
            <a:custGeom>
              <a:rect b="b" l="l" r="r" t="t"/>
              <a:pathLst>
                <a:path extrusionOk="0" h="1185" w="4046">
                  <a:moveTo>
                    <a:pt x="1" y="0"/>
                  </a:moveTo>
                  <a:lnTo>
                    <a:pt x="1" y="1184"/>
                  </a:lnTo>
                  <a:lnTo>
                    <a:pt x="4045" y="1184"/>
                  </a:lnTo>
                  <a:lnTo>
                    <a:pt x="404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6" name="Google Shape;4356;p53"/>
            <p:cNvSpPr/>
            <p:nvPr/>
          </p:nvSpPr>
          <p:spPr>
            <a:xfrm>
              <a:off x="1727978" y="2210732"/>
              <a:ext cx="75165" cy="22011"/>
            </a:xfrm>
            <a:custGeom>
              <a:rect b="b" l="l" r="r" t="t"/>
              <a:pathLst>
                <a:path extrusionOk="0" h="1185" w="4046">
                  <a:moveTo>
                    <a:pt x="1" y="1"/>
                  </a:moveTo>
                  <a:lnTo>
                    <a:pt x="1" y="1185"/>
                  </a:lnTo>
                  <a:lnTo>
                    <a:pt x="4045" y="1185"/>
                  </a:lnTo>
                  <a:lnTo>
                    <a:pt x="404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7" name="Google Shape;4357;p53"/>
            <p:cNvSpPr/>
            <p:nvPr/>
          </p:nvSpPr>
          <p:spPr>
            <a:xfrm>
              <a:off x="1672450" y="2210732"/>
              <a:ext cx="22850" cy="22011"/>
            </a:xfrm>
            <a:custGeom>
              <a:rect b="b" l="l" r="r" t="t"/>
              <a:pathLst>
                <a:path extrusionOk="0" h="1185" w="1230">
                  <a:moveTo>
                    <a:pt x="1" y="1"/>
                  </a:moveTo>
                  <a:lnTo>
                    <a:pt x="1" y="1185"/>
                  </a:lnTo>
                  <a:lnTo>
                    <a:pt x="1230" y="1185"/>
                  </a:lnTo>
                  <a:lnTo>
                    <a:pt x="1230"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8" name="Google Shape;4358;p53"/>
            <p:cNvSpPr/>
            <p:nvPr/>
          </p:nvSpPr>
          <p:spPr>
            <a:xfrm>
              <a:off x="1672450" y="2255757"/>
              <a:ext cx="22850" cy="22011"/>
            </a:xfrm>
            <a:custGeom>
              <a:rect b="b" l="l" r="r" t="t"/>
              <a:pathLst>
                <a:path extrusionOk="0" h="1185" w="1230">
                  <a:moveTo>
                    <a:pt x="1" y="0"/>
                  </a:moveTo>
                  <a:lnTo>
                    <a:pt x="1" y="1184"/>
                  </a:lnTo>
                  <a:lnTo>
                    <a:pt x="1230" y="1184"/>
                  </a:lnTo>
                  <a:lnTo>
                    <a:pt x="123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9" name="Google Shape;4359;p53"/>
            <p:cNvSpPr/>
            <p:nvPr/>
          </p:nvSpPr>
          <p:spPr>
            <a:xfrm>
              <a:off x="1727978" y="2255757"/>
              <a:ext cx="75165" cy="22011"/>
            </a:xfrm>
            <a:custGeom>
              <a:rect b="b" l="l" r="r" t="t"/>
              <a:pathLst>
                <a:path extrusionOk="0" h="1185" w="4046">
                  <a:moveTo>
                    <a:pt x="1" y="0"/>
                  </a:moveTo>
                  <a:lnTo>
                    <a:pt x="1" y="1184"/>
                  </a:lnTo>
                  <a:lnTo>
                    <a:pt x="4045" y="1184"/>
                  </a:lnTo>
                  <a:lnTo>
                    <a:pt x="404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60" name="Google Shape;4360;p53"/>
          <p:cNvGrpSpPr/>
          <p:nvPr/>
        </p:nvGrpSpPr>
        <p:grpSpPr>
          <a:xfrm>
            <a:off x="1050541" y="1765750"/>
            <a:ext cx="249579" cy="362642"/>
            <a:chOff x="1119713" y="2060738"/>
            <a:chExt cx="258283" cy="375289"/>
          </a:xfrm>
        </p:grpSpPr>
        <p:sp>
          <p:nvSpPr>
            <p:cNvPr id="4361" name="Google Shape;4361;p53"/>
            <p:cNvSpPr/>
            <p:nvPr/>
          </p:nvSpPr>
          <p:spPr>
            <a:xfrm>
              <a:off x="1204018" y="2115553"/>
              <a:ext cx="100671" cy="116224"/>
            </a:xfrm>
            <a:custGeom>
              <a:rect b="b" l="l" r="r" t="t"/>
              <a:pathLst>
                <a:path extrusionOk="0" h="6257" w="5419">
                  <a:moveTo>
                    <a:pt x="1184" y="2052"/>
                  </a:moveTo>
                  <a:lnTo>
                    <a:pt x="3050" y="3130"/>
                  </a:lnTo>
                  <a:lnTo>
                    <a:pt x="1184" y="4205"/>
                  </a:lnTo>
                  <a:lnTo>
                    <a:pt x="1184" y="2052"/>
                  </a:lnTo>
                  <a:close/>
                  <a:moveTo>
                    <a:pt x="0" y="1"/>
                  </a:moveTo>
                  <a:lnTo>
                    <a:pt x="0" y="6257"/>
                  </a:lnTo>
                  <a:lnTo>
                    <a:pt x="5418" y="3130"/>
                  </a:lnTo>
                  <a:lnTo>
                    <a:pt x="0"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2" name="Google Shape;4362;p53"/>
            <p:cNvSpPr/>
            <p:nvPr/>
          </p:nvSpPr>
          <p:spPr>
            <a:xfrm>
              <a:off x="1237848" y="2380136"/>
              <a:ext cx="22014" cy="22011"/>
            </a:xfrm>
            <a:custGeom>
              <a:rect b="b" l="l" r="r" t="t"/>
              <a:pathLst>
                <a:path extrusionOk="0" h="1185" w="1185">
                  <a:moveTo>
                    <a:pt x="1" y="0"/>
                  </a:moveTo>
                  <a:lnTo>
                    <a:pt x="1" y="1184"/>
                  </a:lnTo>
                  <a:lnTo>
                    <a:pt x="1185" y="1184"/>
                  </a:lnTo>
                  <a:lnTo>
                    <a:pt x="118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3" name="Google Shape;4363;p53"/>
            <p:cNvSpPr/>
            <p:nvPr/>
          </p:nvSpPr>
          <p:spPr>
            <a:xfrm>
              <a:off x="1119713" y="2060738"/>
              <a:ext cx="258283" cy="375289"/>
            </a:xfrm>
            <a:custGeom>
              <a:rect b="b" l="l" r="r" t="t"/>
              <a:pathLst>
                <a:path extrusionOk="0" h="20204" w="13903">
                  <a:moveTo>
                    <a:pt x="12718" y="1184"/>
                  </a:moveTo>
                  <a:lnTo>
                    <a:pt x="12718" y="15381"/>
                  </a:lnTo>
                  <a:lnTo>
                    <a:pt x="1185" y="15381"/>
                  </a:lnTo>
                  <a:lnTo>
                    <a:pt x="1185" y="1184"/>
                  </a:lnTo>
                  <a:close/>
                  <a:moveTo>
                    <a:pt x="12718" y="16565"/>
                  </a:moveTo>
                  <a:lnTo>
                    <a:pt x="12718" y="19020"/>
                  </a:lnTo>
                  <a:lnTo>
                    <a:pt x="1185" y="19020"/>
                  </a:lnTo>
                  <a:lnTo>
                    <a:pt x="1185" y="16565"/>
                  </a:lnTo>
                  <a:close/>
                  <a:moveTo>
                    <a:pt x="1" y="0"/>
                  </a:moveTo>
                  <a:lnTo>
                    <a:pt x="1" y="20204"/>
                  </a:lnTo>
                  <a:lnTo>
                    <a:pt x="13902" y="20204"/>
                  </a:lnTo>
                  <a:lnTo>
                    <a:pt x="13902"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4" name="Google Shape;4364;p53"/>
            <p:cNvSpPr/>
            <p:nvPr/>
          </p:nvSpPr>
          <p:spPr>
            <a:xfrm>
              <a:off x="1182134" y="2252507"/>
              <a:ext cx="133461" cy="22011"/>
            </a:xfrm>
            <a:custGeom>
              <a:rect b="b" l="l" r="r" t="t"/>
              <a:pathLst>
                <a:path extrusionOk="0" h="1185" w="7184">
                  <a:moveTo>
                    <a:pt x="0" y="0"/>
                  </a:moveTo>
                  <a:lnTo>
                    <a:pt x="0" y="1184"/>
                  </a:lnTo>
                  <a:lnTo>
                    <a:pt x="7183" y="1184"/>
                  </a:lnTo>
                  <a:lnTo>
                    <a:pt x="718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5" name="Google Shape;4365;p53"/>
            <p:cNvSpPr/>
            <p:nvPr/>
          </p:nvSpPr>
          <p:spPr>
            <a:xfrm>
              <a:off x="1182134" y="2294932"/>
              <a:ext cx="133461" cy="22011"/>
            </a:xfrm>
            <a:custGeom>
              <a:rect b="b" l="l" r="r" t="t"/>
              <a:pathLst>
                <a:path extrusionOk="0" h="1185" w="7184">
                  <a:moveTo>
                    <a:pt x="0" y="1"/>
                  </a:moveTo>
                  <a:lnTo>
                    <a:pt x="0" y="1185"/>
                  </a:lnTo>
                  <a:lnTo>
                    <a:pt x="7183" y="1185"/>
                  </a:lnTo>
                  <a:lnTo>
                    <a:pt x="7183"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66" name="Google Shape;4366;p53"/>
          <p:cNvGrpSpPr/>
          <p:nvPr/>
        </p:nvGrpSpPr>
        <p:grpSpPr>
          <a:xfrm>
            <a:off x="3268968" y="2901696"/>
            <a:ext cx="362727" cy="303554"/>
            <a:chOff x="5588977" y="2492013"/>
            <a:chExt cx="375377" cy="314140"/>
          </a:xfrm>
        </p:grpSpPr>
        <p:sp>
          <p:nvSpPr>
            <p:cNvPr id="4367" name="Google Shape;4367;p53"/>
            <p:cNvSpPr/>
            <p:nvPr/>
          </p:nvSpPr>
          <p:spPr>
            <a:xfrm>
              <a:off x="5588977" y="2492013"/>
              <a:ext cx="375377" cy="314140"/>
            </a:xfrm>
            <a:custGeom>
              <a:rect b="b" l="l" r="r" t="t"/>
              <a:pathLst>
                <a:path extrusionOk="0" h="16912" w="20206">
                  <a:moveTo>
                    <a:pt x="19022" y="1183"/>
                  </a:moveTo>
                  <a:lnTo>
                    <a:pt x="19022" y="13258"/>
                  </a:lnTo>
                  <a:lnTo>
                    <a:pt x="1185" y="13258"/>
                  </a:lnTo>
                  <a:lnTo>
                    <a:pt x="1185" y="1183"/>
                  </a:lnTo>
                  <a:close/>
                  <a:moveTo>
                    <a:pt x="12678" y="14442"/>
                  </a:moveTo>
                  <a:lnTo>
                    <a:pt x="12678" y="15728"/>
                  </a:lnTo>
                  <a:lnTo>
                    <a:pt x="7529" y="15728"/>
                  </a:lnTo>
                  <a:lnTo>
                    <a:pt x="7529" y="14442"/>
                  </a:lnTo>
                  <a:close/>
                  <a:moveTo>
                    <a:pt x="1" y="0"/>
                  </a:moveTo>
                  <a:lnTo>
                    <a:pt x="1" y="14442"/>
                  </a:lnTo>
                  <a:lnTo>
                    <a:pt x="6345" y="14442"/>
                  </a:lnTo>
                  <a:lnTo>
                    <a:pt x="6345" y="16912"/>
                  </a:lnTo>
                  <a:lnTo>
                    <a:pt x="13862" y="16912"/>
                  </a:lnTo>
                  <a:lnTo>
                    <a:pt x="13862" y="14442"/>
                  </a:lnTo>
                  <a:lnTo>
                    <a:pt x="20205" y="14442"/>
                  </a:lnTo>
                  <a:lnTo>
                    <a:pt x="2020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8" name="Google Shape;4368;p53"/>
            <p:cNvSpPr/>
            <p:nvPr/>
          </p:nvSpPr>
          <p:spPr>
            <a:xfrm>
              <a:off x="5632968" y="2535961"/>
              <a:ext cx="287413" cy="180345"/>
            </a:xfrm>
            <a:custGeom>
              <a:rect b="b" l="l" r="r" t="t"/>
              <a:pathLst>
                <a:path extrusionOk="0" h="9709" w="15471">
                  <a:moveTo>
                    <a:pt x="14286" y="1185"/>
                  </a:moveTo>
                  <a:lnTo>
                    <a:pt x="14286" y="8524"/>
                  </a:lnTo>
                  <a:lnTo>
                    <a:pt x="1185" y="8524"/>
                  </a:lnTo>
                  <a:lnTo>
                    <a:pt x="1185" y="1185"/>
                  </a:lnTo>
                  <a:close/>
                  <a:moveTo>
                    <a:pt x="1" y="1"/>
                  </a:moveTo>
                  <a:lnTo>
                    <a:pt x="1" y="9708"/>
                  </a:lnTo>
                  <a:lnTo>
                    <a:pt x="15470" y="9708"/>
                  </a:lnTo>
                  <a:lnTo>
                    <a:pt x="15470"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9" name="Google Shape;4369;p53"/>
            <p:cNvSpPr/>
            <p:nvPr/>
          </p:nvSpPr>
          <p:spPr>
            <a:xfrm>
              <a:off x="5786976" y="2579037"/>
              <a:ext cx="67251" cy="95661"/>
            </a:xfrm>
            <a:custGeom>
              <a:rect b="b" l="l" r="r" t="t"/>
              <a:pathLst>
                <a:path extrusionOk="0" h="5150" w="3620">
                  <a:moveTo>
                    <a:pt x="1880" y="1184"/>
                  </a:moveTo>
                  <a:cubicBezTo>
                    <a:pt x="2186" y="1184"/>
                    <a:pt x="2434" y="1434"/>
                    <a:pt x="2435" y="1740"/>
                  </a:cubicBezTo>
                  <a:lnTo>
                    <a:pt x="2435" y="3412"/>
                  </a:lnTo>
                  <a:cubicBezTo>
                    <a:pt x="2434" y="3718"/>
                    <a:pt x="2186" y="3966"/>
                    <a:pt x="1880" y="3966"/>
                  </a:cubicBezTo>
                  <a:lnTo>
                    <a:pt x="1184" y="3966"/>
                  </a:lnTo>
                  <a:lnTo>
                    <a:pt x="1184" y="1184"/>
                  </a:lnTo>
                  <a:close/>
                  <a:moveTo>
                    <a:pt x="0" y="0"/>
                  </a:moveTo>
                  <a:lnTo>
                    <a:pt x="0" y="5150"/>
                  </a:lnTo>
                  <a:lnTo>
                    <a:pt x="1880" y="5150"/>
                  </a:lnTo>
                  <a:cubicBezTo>
                    <a:pt x="2840" y="5148"/>
                    <a:pt x="3618" y="4370"/>
                    <a:pt x="3619" y="3412"/>
                  </a:cubicBezTo>
                  <a:lnTo>
                    <a:pt x="3619" y="1740"/>
                  </a:lnTo>
                  <a:cubicBezTo>
                    <a:pt x="3618" y="780"/>
                    <a:pt x="2840" y="2"/>
                    <a:pt x="188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0" name="Google Shape;4370;p53"/>
            <p:cNvSpPr/>
            <p:nvPr/>
          </p:nvSpPr>
          <p:spPr>
            <a:xfrm>
              <a:off x="5699160" y="2578721"/>
              <a:ext cx="67251" cy="95903"/>
            </a:xfrm>
            <a:custGeom>
              <a:rect b="b" l="l" r="r" t="t"/>
              <a:pathLst>
                <a:path extrusionOk="0" h="5163" w="3620">
                  <a:moveTo>
                    <a:pt x="0" y="1"/>
                  </a:moveTo>
                  <a:lnTo>
                    <a:pt x="0" y="5162"/>
                  </a:lnTo>
                  <a:lnTo>
                    <a:pt x="1184" y="5162"/>
                  </a:lnTo>
                  <a:lnTo>
                    <a:pt x="1184" y="3184"/>
                  </a:lnTo>
                  <a:lnTo>
                    <a:pt x="2435" y="3184"/>
                  </a:lnTo>
                  <a:lnTo>
                    <a:pt x="2435" y="5162"/>
                  </a:lnTo>
                  <a:lnTo>
                    <a:pt x="3619" y="5162"/>
                  </a:lnTo>
                  <a:lnTo>
                    <a:pt x="3619" y="1"/>
                  </a:lnTo>
                  <a:lnTo>
                    <a:pt x="2435" y="1"/>
                  </a:lnTo>
                  <a:lnTo>
                    <a:pt x="2435" y="2000"/>
                  </a:lnTo>
                  <a:lnTo>
                    <a:pt x="1184" y="2000"/>
                  </a:lnTo>
                  <a:lnTo>
                    <a:pt x="1184"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71" name="Google Shape;4371;p53"/>
          <p:cNvGrpSpPr/>
          <p:nvPr/>
        </p:nvGrpSpPr>
        <p:grpSpPr>
          <a:xfrm>
            <a:off x="994023" y="2896036"/>
            <a:ext cx="362727" cy="315095"/>
            <a:chOff x="5100704" y="2438907"/>
            <a:chExt cx="375377" cy="326084"/>
          </a:xfrm>
        </p:grpSpPr>
        <p:sp>
          <p:nvSpPr>
            <p:cNvPr id="4372" name="Google Shape;4372;p53"/>
            <p:cNvSpPr/>
            <p:nvPr/>
          </p:nvSpPr>
          <p:spPr>
            <a:xfrm>
              <a:off x="5100704" y="2438907"/>
              <a:ext cx="375377" cy="326084"/>
            </a:xfrm>
            <a:custGeom>
              <a:rect b="b" l="l" r="r" t="t"/>
              <a:pathLst>
                <a:path extrusionOk="0" h="17555" w="20206">
                  <a:moveTo>
                    <a:pt x="18629" y="1182"/>
                  </a:moveTo>
                  <a:cubicBezTo>
                    <a:pt x="18846" y="1182"/>
                    <a:pt x="19020" y="1359"/>
                    <a:pt x="19020" y="1574"/>
                  </a:cubicBezTo>
                  <a:lnTo>
                    <a:pt x="19020" y="5787"/>
                  </a:lnTo>
                  <a:cubicBezTo>
                    <a:pt x="19020" y="6003"/>
                    <a:pt x="18846" y="6178"/>
                    <a:pt x="18629" y="6178"/>
                  </a:cubicBezTo>
                  <a:lnTo>
                    <a:pt x="14686" y="6178"/>
                  </a:lnTo>
                  <a:lnTo>
                    <a:pt x="13072" y="7259"/>
                  </a:lnTo>
                  <a:lnTo>
                    <a:pt x="13072" y="6178"/>
                  </a:lnTo>
                  <a:lnTo>
                    <a:pt x="11796" y="6178"/>
                  </a:lnTo>
                  <a:cubicBezTo>
                    <a:pt x="11579" y="6178"/>
                    <a:pt x="11404" y="6003"/>
                    <a:pt x="11404" y="5787"/>
                  </a:cubicBezTo>
                  <a:lnTo>
                    <a:pt x="11404" y="1574"/>
                  </a:lnTo>
                  <a:cubicBezTo>
                    <a:pt x="11404" y="1359"/>
                    <a:pt x="11579" y="1182"/>
                    <a:pt x="11796" y="1182"/>
                  </a:cubicBezTo>
                  <a:close/>
                  <a:moveTo>
                    <a:pt x="7355" y="7366"/>
                  </a:moveTo>
                  <a:cubicBezTo>
                    <a:pt x="7633" y="7366"/>
                    <a:pt x="7907" y="7475"/>
                    <a:pt x="8112" y="7680"/>
                  </a:cubicBezTo>
                  <a:cubicBezTo>
                    <a:pt x="8418" y="7985"/>
                    <a:pt x="8509" y="8445"/>
                    <a:pt x="8344" y="8845"/>
                  </a:cubicBezTo>
                  <a:cubicBezTo>
                    <a:pt x="8178" y="9245"/>
                    <a:pt x="7788" y="9505"/>
                    <a:pt x="7355" y="9505"/>
                  </a:cubicBezTo>
                  <a:cubicBezTo>
                    <a:pt x="6766" y="9505"/>
                    <a:pt x="6288" y="9025"/>
                    <a:pt x="6286" y="8436"/>
                  </a:cubicBezTo>
                  <a:cubicBezTo>
                    <a:pt x="6286" y="8003"/>
                    <a:pt x="6548" y="7613"/>
                    <a:pt x="6946" y="7447"/>
                  </a:cubicBezTo>
                  <a:cubicBezTo>
                    <a:pt x="7078" y="7392"/>
                    <a:pt x="7217" y="7366"/>
                    <a:pt x="7355" y="7366"/>
                  </a:cubicBezTo>
                  <a:close/>
                  <a:moveTo>
                    <a:pt x="10220" y="4600"/>
                  </a:moveTo>
                  <a:lnTo>
                    <a:pt x="10220" y="5787"/>
                  </a:lnTo>
                  <a:cubicBezTo>
                    <a:pt x="10222" y="6656"/>
                    <a:pt x="10927" y="7361"/>
                    <a:pt x="11796" y="7362"/>
                  </a:cubicBezTo>
                  <a:lnTo>
                    <a:pt x="11888" y="7362"/>
                  </a:lnTo>
                  <a:lnTo>
                    <a:pt x="11888" y="9475"/>
                  </a:lnTo>
                  <a:lnTo>
                    <a:pt x="15046" y="7362"/>
                  </a:lnTo>
                  <a:lnTo>
                    <a:pt x="17818" y="7362"/>
                  </a:lnTo>
                  <a:lnTo>
                    <a:pt x="17818" y="13673"/>
                  </a:lnTo>
                  <a:lnTo>
                    <a:pt x="11021" y="13673"/>
                  </a:lnTo>
                  <a:lnTo>
                    <a:pt x="11021" y="13170"/>
                  </a:lnTo>
                  <a:cubicBezTo>
                    <a:pt x="11021" y="11759"/>
                    <a:pt x="10220" y="10532"/>
                    <a:pt x="9048" y="9920"/>
                  </a:cubicBezTo>
                  <a:cubicBezTo>
                    <a:pt x="9632" y="9255"/>
                    <a:pt x="9774" y="8310"/>
                    <a:pt x="9408" y="7504"/>
                  </a:cubicBezTo>
                  <a:cubicBezTo>
                    <a:pt x="9044" y="6698"/>
                    <a:pt x="8241" y="6180"/>
                    <a:pt x="7355" y="6180"/>
                  </a:cubicBezTo>
                  <a:cubicBezTo>
                    <a:pt x="6471" y="6180"/>
                    <a:pt x="5668" y="6698"/>
                    <a:pt x="5304" y="7504"/>
                  </a:cubicBezTo>
                  <a:cubicBezTo>
                    <a:pt x="4938" y="8310"/>
                    <a:pt x="5078" y="9255"/>
                    <a:pt x="5662" y="9920"/>
                  </a:cubicBezTo>
                  <a:cubicBezTo>
                    <a:pt x="4492" y="10532"/>
                    <a:pt x="3690" y="11759"/>
                    <a:pt x="3690" y="13170"/>
                  </a:cubicBezTo>
                  <a:lnTo>
                    <a:pt x="3690" y="13673"/>
                  </a:lnTo>
                  <a:lnTo>
                    <a:pt x="2372" y="13673"/>
                  </a:lnTo>
                  <a:lnTo>
                    <a:pt x="2372" y="4600"/>
                  </a:lnTo>
                  <a:close/>
                  <a:moveTo>
                    <a:pt x="7356" y="10689"/>
                  </a:moveTo>
                  <a:cubicBezTo>
                    <a:pt x="8725" y="10689"/>
                    <a:pt x="9837" y="11803"/>
                    <a:pt x="9837" y="13171"/>
                  </a:cubicBezTo>
                  <a:lnTo>
                    <a:pt x="9837" y="13675"/>
                  </a:lnTo>
                  <a:lnTo>
                    <a:pt x="4874" y="13675"/>
                  </a:lnTo>
                  <a:lnTo>
                    <a:pt x="4874" y="13171"/>
                  </a:lnTo>
                  <a:cubicBezTo>
                    <a:pt x="4874" y="11803"/>
                    <a:pt x="5987" y="10689"/>
                    <a:pt x="7356" y="10689"/>
                  </a:cubicBezTo>
                  <a:close/>
                  <a:moveTo>
                    <a:pt x="19020" y="14857"/>
                  </a:moveTo>
                  <a:lnTo>
                    <a:pt x="19020" y="15616"/>
                  </a:lnTo>
                  <a:cubicBezTo>
                    <a:pt x="19020" y="16034"/>
                    <a:pt x="18681" y="16371"/>
                    <a:pt x="18265" y="16371"/>
                  </a:cubicBezTo>
                  <a:lnTo>
                    <a:pt x="1940" y="16371"/>
                  </a:lnTo>
                  <a:cubicBezTo>
                    <a:pt x="1524" y="16371"/>
                    <a:pt x="1185" y="16034"/>
                    <a:pt x="1185" y="15616"/>
                  </a:cubicBezTo>
                  <a:lnTo>
                    <a:pt x="1185" y="14857"/>
                  </a:lnTo>
                  <a:close/>
                  <a:moveTo>
                    <a:pt x="11796" y="0"/>
                  </a:moveTo>
                  <a:cubicBezTo>
                    <a:pt x="10927" y="0"/>
                    <a:pt x="10222" y="705"/>
                    <a:pt x="10220" y="1574"/>
                  </a:cubicBezTo>
                  <a:lnTo>
                    <a:pt x="10220" y="3416"/>
                  </a:lnTo>
                  <a:lnTo>
                    <a:pt x="1188" y="3416"/>
                  </a:lnTo>
                  <a:lnTo>
                    <a:pt x="1188" y="13673"/>
                  </a:lnTo>
                  <a:lnTo>
                    <a:pt x="1" y="13673"/>
                  </a:lnTo>
                  <a:lnTo>
                    <a:pt x="1" y="15616"/>
                  </a:lnTo>
                  <a:cubicBezTo>
                    <a:pt x="2" y="16686"/>
                    <a:pt x="870" y="17554"/>
                    <a:pt x="1942" y="17555"/>
                  </a:cubicBezTo>
                  <a:lnTo>
                    <a:pt x="18265" y="17555"/>
                  </a:lnTo>
                  <a:cubicBezTo>
                    <a:pt x="19337" y="17554"/>
                    <a:pt x="20204" y="16686"/>
                    <a:pt x="20206" y="15616"/>
                  </a:cubicBezTo>
                  <a:lnTo>
                    <a:pt x="20206" y="13673"/>
                  </a:lnTo>
                  <a:lnTo>
                    <a:pt x="19004" y="13673"/>
                  </a:lnTo>
                  <a:lnTo>
                    <a:pt x="19004" y="7317"/>
                  </a:lnTo>
                  <a:cubicBezTo>
                    <a:pt x="19709" y="7144"/>
                    <a:pt x="20204" y="6513"/>
                    <a:pt x="20206" y="5787"/>
                  </a:cubicBezTo>
                  <a:lnTo>
                    <a:pt x="20204" y="5787"/>
                  </a:lnTo>
                  <a:lnTo>
                    <a:pt x="20204" y="1574"/>
                  </a:lnTo>
                  <a:cubicBezTo>
                    <a:pt x="20203" y="705"/>
                    <a:pt x="19500" y="0"/>
                    <a:pt x="1862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3" name="Google Shape;4373;p53"/>
            <p:cNvSpPr/>
            <p:nvPr/>
          </p:nvSpPr>
          <p:spPr>
            <a:xfrm>
              <a:off x="5333109" y="2494725"/>
              <a:ext cx="21996" cy="21807"/>
            </a:xfrm>
            <a:custGeom>
              <a:rect b="b" l="l" r="r" t="t"/>
              <a:pathLst>
                <a:path extrusionOk="0" h="1174" w="1184">
                  <a:moveTo>
                    <a:pt x="1" y="0"/>
                  </a:moveTo>
                  <a:lnTo>
                    <a:pt x="1" y="1174"/>
                  </a:lnTo>
                  <a:lnTo>
                    <a:pt x="1183" y="1174"/>
                  </a:lnTo>
                  <a:lnTo>
                    <a:pt x="118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4" name="Google Shape;4374;p53"/>
            <p:cNvSpPr/>
            <p:nvPr/>
          </p:nvSpPr>
          <p:spPr>
            <a:xfrm>
              <a:off x="5372307" y="2494725"/>
              <a:ext cx="22014" cy="21807"/>
            </a:xfrm>
            <a:custGeom>
              <a:rect b="b" l="l" r="r" t="t"/>
              <a:pathLst>
                <a:path extrusionOk="0" h="1174" w="1185">
                  <a:moveTo>
                    <a:pt x="0" y="0"/>
                  </a:moveTo>
                  <a:lnTo>
                    <a:pt x="0" y="1174"/>
                  </a:lnTo>
                  <a:lnTo>
                    <a:pt x="1184" y="1174"/>
                  </a:lnTo>
                  <a:lnTo>
                    <a:pt x="1184"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5" name="Google Shape;4375;p53"/>
            <p:cNvSpPr/>
            <p:nvPr/>
          </p:nvSpPr>
          <p:spPr>
            <a:xfrm>
              <a:off x="5411525" y="2494725"/>
              <a:ext cx="22014" cy="21807"/>
            </a:xfrm>
            <a:custGeom>
              <a:rect b="b" l="l" r="r" t="t"/>
              <a:pathLst>
                <a:path extrusionOk="0" h="1174" w="1185">
                  <a:moveTo>
                    <a:pt x="1" y="0"/>
                  </a:moveTo>
                  <a:lnTo>
                    <a:pt x="1" y="1174"/>
                  </a:lnTo>
                  <a:lnTo>
                    <a:pt x="1185" y="1174"/>
                  </a:lnTo>
                  <a:lnTo>
                    <a:pt x="118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76" name="Google Shape;4376;p53"/>
          <p:cNvGrpSpPr/>
          <p:nvPr/>
        </p:nvGrpSpPr>
        <p:grpSpPr>
          <a:xfrm>
            <a:off x="7787311" y="2317658"/>
            <a:ext cx="362727" cy="362660"/>
            <a:chOff x="4534444" y="2479828"/>
            <a:chExt cx="375377" cy="375308"/>
          </a:xfrm>
        </p:grpSpPr>
        <p:sp>
          <p:nvSpPr>
            <p:cNvPr id="4377" name="Google Shape;4377;p53"/>
            <p:cNvSpPr/>
            <p:nvPr/>
          </p:nvSpPr>
          <p:spPr>
            <a:xfrm>
              <a:off x="4534444" y="2479828"/>
              <a:ext cx="375377" cy="375308"/>
            </a:xfrm>
            <a:custGeom>
              <a:rect b="b" l="l" r="r" t="t"/>
              <a:pathLst>
                <a:path extrusionOk="0" h="20205" w="20206">
                  <a:moveTo>
                    <a:pt x="2579" y="1188"/>
                  </a:moveTo>
                  <a:lnTo>
                    <a:pt x="2579" y="2585"/>
                  </a:lnTo>
                  <a:lnTo>
                    <a:pt x="1184" y="2585"/>
                  </a:lnTo>
                  <a:lnTo>
                    <a:pt x="1184" y="1188"/>
                  </a:lnTo>
                  <a:close/>
                  <a:moveTo>
                    <a:pt x="16443" y="1188"/>
                  </a:moveTo>
                  <a:lnTo>
                    <a:pt x="16443" y="2585"/>
                  </a:lnTo>
                  <a:lnTo>
                    <a:pt x="3763" y="2585"/>
                  </a:lnTo>
                  <a:lnTo>
                    <a:pt x="3763" y="1188"/>
                  </a:lnTo>
                  <a:close/>
                  <a:moveTo>
                    <a:pt x="19021" y="1188"/>
                  </a:moveTo>
                  <a:lnTo>
                    <a:pt x="19021" y="2585"/>
                  </a:lnTo>
                  <a:lnTo>
                    <a:pt x="17627" y="2585"/>
                  </a:lnTo>
                  <a:lnTo>
                    <a:pt x="17627" y="1188"/>
                  </a:lnTo>
                  <a:close/>
                  <a:moveTo>
                    <a:pt x="2579" y="3771"/>
                  </a:moveTo>
                  <a:lnTo>
                    <a:pt x="2579" y="11282"/>
                  </a:lnTo>
                  <a:lnTo>
                    <a:pt x="1184" y="11282"/>
                  </a:lnTo>
                  <a:lnTo>
                    <a:pt x="1184" y="3771"/>
                  </a:lnTo>
                  <a:close/>
                  <a:moveTo>
                    <a:pt x="16443" y="3771"/>
                  </a:moveTo>
                  <a:lnTo>
                    <a:pt x="16443" y="11282"/>
                  </a:lnTo>
                  <a:lnTo>
                    <a:pt x="12453" y="11282"/>
                  </a:lnTo>
                  <a:lnTo>
                    <a:pt x="9191" y="8571"/>
                  </a:lnTo>
                  <a:lnTo>
                    <a:pt x="9223" y="11282"/>
                  </a:lnTo>
                  <a:lnTo>
                    <a:pt x="3763" y="11282"/>
                  </a:lnTo>
                  <a:lnTo>
                    <a:pt x="3763" y="3771"/>
                  </a:lnTo>
                  <a:close/>
                  <a:moveTo>
                    <a:pt x="19021" y="3772"/>
                  </a:moveTo>
                  <a:lnTo>
                    <a:pt x="19021" y="11282"/>
                  </a:lnTo>
                  <a:lnTo>
                    <a:pt x="17627" y="11282"/>
                  </a:lnTo>
                  <a:lnTo>
                    <a:pt x="17627" y="3772"/>
                  </a:lnTo>
                  <a:close/>
                  <a:moveTo>
                    <a:pt x="2579" y="12469"/>
                  </a:moveTo>
                  <a:lnTo>
                    <a:pt x="2579" y="13866"/>
                  </a:lnTo>
                  <a:lnTo>
                    <a:pt x="1184" y="13866"/>
                  </a:lnTo>
                  <a:lnTo>
                    <a:pt x="1184" y="12469"/>
                  </a:lnTo>
                  <a:close/>
                  <a:moveTo>
                    <a:pt x="9236" y="12469"/>
                  </a:moveTo>
                  <a:lnTo>
                    <a:pt x="9252" y="13866"/>
                  </a:lnTo>
                  <a:lnTo>
                    <a:pt x="3763" y="13866"/>
                  </a:lnTo>
                  <a:lnTo>
                    <a:pt x="3763" y="12469"/>
                  </a:lnTo>
                  <a:close/>
                  <a:moveTo>
                    <a:pt x="16443" y="12469"/>
                  </a:moveTo>
                  <a:lnTo>
                    <a:pt x="16443" y="13866"/>
                  </a:lnTo>
                  <a:lnTo>
                    <a:pt x="15563" y="13866"/>
                  </a:lnTo>
                  <a:lnTo>
                    <a:pt x="13882" y="12469"/>
                  </a:lnTo>
                  <a:close/>
                  <a:moveTo>
                    <a:pt x="19021" y="12469"/>
                  </a:moveTo>
                  <a:lnTo>
                    <a:pt x="19021" y="13866"/>
                  </a:lnTo>
                  <a:lnTo>
                    <a:pt x="17627" y="13866"/>
                  </a:lnTo>
                  <a:lnTo>
                    <a:pt x="17627" y="12469"/>
                  </a:lnTo>
                  <a:close/>
                  <a:moveTo>
                    <a:pt x="10404" y="11119"/>
                  </a:moveTo>
                  <a:lnTo>
                    <a:pt x="14709" y="14698"/>
                  </a:lnTo>
                  <a:lnTo>
                    <a:pt x="13146" y="15445"/>
                  </a:lnTo>
                  <a:lnTo>
                    <a:pt x="14405" y="18089"/>
                  </a:lnTo>
                  <a:lnTo>
                    <a:pt x="13288" y="18623"/>
                  </a:lnTo>
                  <a:lnTo>
                    <a:pt x="12031" y="15981"/>
                  </a:lnTo>
                  <a:lnTo>
                    <a:pt x="10468" y="16727"/>
                  </a:lnTo>
                  <a:lnTo>
                    <a:pt x="10404" y="11119"/>
                  </a:lnTo>
                  <a:close/>
                  <a:moveTo>
                    <a:pt x="0" y="1"/>
                  </a:moveTo>
                  <a:lnTo>
                    <a:pt x="0" y="15053"/>
                  </a:lnTo>
                  <a:lnTo>
                    <a:pt x="9264" y="15053"/>
                  </a:lnTo>
                  <a:lnTo>
                    <a:pt x="9305" y="18598"/>
                  </a:lnTo>
                  <a:lnTo>
                    <a:pt x="11471" y="17562"/>
                  </a:lnTo>
                  <a:lnTo>
                    <a:pt x="12728" y="20204"/>
                  </a:lnTo>
                  <a:lnTo>
                    <a:pt x="15981" y="18649"/>
                  </a:lnTo>
                  <a:lnTo>
                    <a:pt x="14726" y="16006"/>
                  </a:lnTo>
                  <a:lnTo>
                    <a:pt x="16721" y="15053"/>
                  </a:lnTo>
                  <a:lnTo>
                    <a:pt x="20205" y="15053"/>
                  </a:lnTo>
                  <a:lnTo>
                    <a:pt x="2020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8" name="Google Shape;4378;p53"/>
            <p:cNvSpPr/>
            <p:nvPr/>
          </p:nvSpPr>
          <p:spPr>
            <a:xfrm>
              <a:off x="4667180" y="2574263"/>
              <a:ext cx="113267" cy="22067"/>
            </a:xfrm>
            <a:custGeom>
              <a:rect b="b" l="l" r="r" t="t"/>
              <a:pathLst>
                <a:path extrusionOk="0" h="1188" w="6097">
                  <a:moveTo>
                    <a:pt x="1" y="0"/>
                  </a:moveTo>
                  <a:lnTo>
                    <a:pt x="1" y="1187"/>
                  </a:lnTo>
                  <a:lnTo>
                    <a:pt x="6097" y="1187"/>
                  </a:lnTo>
                  <a:lnTo>
                    <a:pt x="6097"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9" name="Google Shape;4379;p53"/>
            <p:cNvSpPr/>
            <p:nvPr/>
          </p:nvSpPr>
          <p:spPr>
            <a:xfrm>
              <a:off x="4646299" y="2615481"/>
              <a:ext cx="155029" cy="22067"/>
            </a:xfrm>
            <a:custGeom>
              <a:rect b="b" l="l" r="r" t="t"/>
              <a:pathLst>
                <a:path extrusionOk="0" h="1188" w="8345">
                  <a:moveTo>
                    <a:pt x="0" y="0"/>
                  </a:moveTo>
                  <a:lnTo>
                    <a:pt x="0" y="1187"/>
                  </a:lnTo>
                  <a:lnTo>
                    <a:pt x="8345" y="1187"/>
                  </a:lnTo>
                  <a:lnTo>
                    <a:pt x="834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380" name="Google Shape;4380;p53"/>
          <p:cNvSpPr/>
          <p:nvPr/>
        </p:nvSpPr>
        <p:spPr>
          <a:xfrm>
            <a:off x="7058464" y="2317599"/>
            <a:ext cx="326951" cy="362680"/>
          </a:xfrm>
          <a:custGeom>
            <a:rect b="b" l="l" r="r" t="t"/>
            <a:pathLst>
              <a:path extrusionOk="0" h="20205" w="18212">
                <a:moveTo>
                  <a:pt x="15699" y="1737"/>
                </a:moveTo>
                <a:lnTo>
                  <a:pt x="15699" y="2979"/>
                </a:lnTo>
                <a:lnTo>
                  <a:pt x="9825" y="2979"/>
                </a:lnTo>
                <a:lnTo>
                  <a:pt x="9117" y="1737"/>
                </a:lnTo>
                <a:close/>
                <a:moveTo>
                  <a:pt x="9107" y="6608"/>
                </a:moveTo>
                <a:cubicBezTo>
                  <a:pt x="10681" y="6608"/>
                  <a:pt x="11962" y="7889"/>
                  <a:pt x="11962" y="9462"/>
                </a:cubicBezTo>
                <a:cubicBezTo>
                  <a:pt x="11962" y="11036"/>
                  <a:pt x="10681" y="12317"/>
                  <a:pt x="9107" y="12317"/>
                </a:cubicBezTo>
                <a:cubicBezTo>
                  <a:pt x="7533" y="12317"/>
                  <a:pt x="6254" y="11036"/>
                  <a:pt x="6254" y="9462"/>
                </a:cubicBezTo>
                <a:cubicBezTo>
                  <a:pt x="6254" y="7889"/>
                  <a:pt x="7533" y="6608"/>
                  <a:pt x="9107" y="6608"/>
                </a:cubicBezTo>
                <a:close/>
                <a:moveTo>
                  <a:pt x="7441" y="1185"/>
                </a:moveTo>
                <a:lnTo>
                  <a:pt x="9137" y="4163"/>
                </a:lnTo>
                <a:lnTo>
                  <a:pt x="17029" y="4163"/>
                </a:lnTo>
                <a:lnTo>
                  <a:pt x="17029" y="15797"/>
                </a:lnTo>
                <a:lnTo>
                  <a:pt x="10970" y="15797"/>
                </a:lnTo>
                <a:lnTo>
                  <a:pt x="10970" y="14547"/>
                </a:lnTo>
                <a:lnTo>
                  <a:pt x="9698" y="14547"/>
                </a:lnTo>
                <a:lnTo>
                  <a:pt x="9698" y="13462"/>
                </a:lnTo>
                <a:lnTo>
                  <a:pt x="9661" y="13462"/>
                </a:lnTo>
                <a:cubicBezTo>
                  <a:pt x="11626" y="13192"/>
                  <a:pt x="13144" y="11500"/>
                  <a:pt x="13144" y="9462"/>
                </a:cubicBezTo>
                <a:cubicBezTo>
                  <a:pt x="13144" y="7236"/>
                  <a:pt x="11335" y="5425"/>
                  <a:pt x="9107" y="5425"/>
                </a:cubicBezTo>
                <a:cubicBezTo>
                  <a:pt x="6879" y="5425"/>
                  <a:pt x="5070" y="7236"/>
                  <a:pt x="5070" y="9462"/>
                </a:cubicBezTo>
                <a:cubicBezTo>
                  <a:pt x="5070" y="11500"/>
                  <a:pt x="6588" y="13192"/>
                  <a:pt x="8553" y="13462"/>
                </a:cubicBezTo>
                <a:lnTo>
                  <a:pt x="8516" y="13462"/>
                </a:lnTo>
                <a:lnTo>
                  <a:pt x="8516" y="14547"/>
                </a:lnTo>
                <a:lnTo>
                  <a:pt x="7244" y="14547"/>
                </a:lnTo>
                <a:lnTo>
                  <a:pt x="7244" y="15797"/>
                </a:lnTo>
                <a:lnTo>
                  <a:pt x="1185" y="15797"/>
                </a:lnTo>
                <a:lnTo>
                  <a:pt x="1185" y="1185"/>
                </a:lnTo>
                <a:close/>
                <a:moveTo>
                  <a:pt x="9788" y="15731"/>
                </a:moveTo>
                <a:lnTo>
                  <a:pt x="9788" y="18429"/>
                </a:lnTo>
                <a:cubicBezTo>
                  <a:pt x="9786" y="18756"/>
                  <a:pt x="9522" y="19021"/>
                  <a:pt x="9195" y="19021"/>
                </a:cubicBezTo>
                <a:lnTo>
                  <a:pt x="9017" y="19021"/>
                </a:lnTo>
                <a:cubicBezTo>
                  <a:pt x="8690" y="19021"/>
                  <a:pt x="8426" y="18756"/>
                  <a:pt x="8426" y="18429"/>
                </a:cubicBezTo>
                <a:lnTo>
                  <a:pt x="8426" y="15731"/>
                </a:lnTo>
                <a:close/>
                <a:moveTo>
                  <a:pt x="1" y="1"/>
                </a:moveTo>
                <a:lnTo>
                  <a:pt x="1" y="16983"/>
                </a:lnTo>
                <a:lnTo>
                  <a:pt x="7242" y="16983"/>
                </a:lnTo>
                <a:lnTo>
                  <a:pt x="7242" y="18429"/>
                </a:lnTo>
                <a:cubicBezTo>
                  <a:pt x="7244" y="19410"/>
                  <a:pt x="8038" y="20205"/>
                  <a:pt x="9017" y="20205"/>
                </a:cubicBezTo>
                <a:lnTo>
                  <a:pt x="9195" y="20205"/>
                </a:lnTo>
                <a:cubicBezTo>
                  <a:pt x="10176" y="20205"/>
                  <a:pt x="10970" y="19410"/>
                  <a:pt x="10970" y="18429"/>
                </a:cubicBezTo>
                <a:lnTo>
                  <a:pt x="10970" y="16983"/>
                </a:lnTo>
                <a:lnTo>
                  <a:pt x="18211" y="16983"/>
                </a:lnTo>
                <a:lnTo>
                  <a:pt x="18211" y="2979"/>
                </a:lnTo>
                <a:lnTo>
                  <a:pt x="16883" y="2979"/>
                </a:lnTo>
                <a:lnTo>
                  <a:pt x="16883" y="553"/>
                </a:lnTo>
                <a:lnTo>
                  <a:pt x="8444" y="553"/>
                </a:lnTo>
                <a:lnTo>
                  <a:pt x="812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381" name="Google Shape;4381;p53"/>
          <p:cNvGrpSpPr/>
          <p:nvPr/>
        </p:nvGrpSpPr>
        <p:grpSpPr>
          <a:xfrm>
            <a:off x="6311183" y="2317667"/>
            <a:ext cx="293829" cy="362642"/>
            <a:chOff x="3646495" y="2459618"/>
            <a:chExt cx="304077" cy="375289"/>
          </a:xfrm>
        </p:grpSpPr>
        <p:sp>
          <p:nvSpPr>
            <p:cNvPr id="4382" name="Google Shape;4382;p53"/>
            <p:cNvSpPr/>
            <p:nvPr/>
          </p:nvSpPr>
          <p:spPr>
            <a:xfrm>
              <a:off x="3646495" y="2459618"/>
              <a:ext cx="304077" cy="375289"/>
            </a:xfrm>
            <a:custGeom>
              <a:rect b="b" l="l" r="r" t="t"/>
              <a:pathLst>
                <a:path extrusionOk="0" h="20204" w="16368">
                  <a:moveTo>
                    <a:pt x="10255" y="1408"/>
                  </a:moveTo>
                  <a:lnTo>
                    <a:pt x="11515" y="3198"/>
                  </a:lnTo>
                  <a:lnTo>
                    <a:pt x="13607" y="3845"/>
                  </a:lnTo>
                  <a:lnTo>
                    <a:pt x="13577" y="6032"/>
                  </a:lnTo>
                  <a:lnTo>
                    <a:pt x="14888" y="7786"/>
                  </a:lnTo>
                  <a:lnTo>
                    <a:pt x="13578" y="9541"/>
                  </a:lnTo>
                  <a:lnTo>
                    <a:pt x="13608" y="11728"/>
                  </a:lnTo>
                  <a:lnTo>
                    <a:pt x="11517" y="12374"/>
                  </a:lnTo>
                  <a:lnTo>
                    <a:pt x="10257" y="14163"/>
                  </a:lnTo>
                  <a:lnTo>
                    <a:pt x="8184" y="13455"/>
                  </a:lnTo>
                  <a:lnTo>
                    <a:pt x="6113" y="14163"/>
                  </a:lnTo>
                  <a:lnTo>
                    <a:pt x="4853" y="12374"/>
                  </a:lnTo>
                  <a:lnTo>
                    <a:pt x="2762" y="11728"/>
                  </a:lnTo>
                  <a:lnTo>
                    <a:pt x="2790" y="9541"/>
                  </a:lnTo>
                  <a:lnTo>
                    <a:pt x="1479" y="7786"/>
                  </a:lnTo>
                  <a:lnTo>
                    <a:pt x="2790" y="6032"/>
                  </a:lnTo>
                  <a:lnTo>
                    <a:pt x="2760" y="3845"/>
                  </a:lnTo>
                  <a:lnTo>
                    <a:pt x="4852" y="3198"/>
                  </a:lnTo>
                  <a:lnTo>
                    <a:pt x="6112" y="1408"/>
                  </a:lnTo>
                  <a:lnTo>
                    <a:pt x="8184" y="2116"/>
                  </a:lnTo>
                  <a:lnTo>
                    <a:pt x="10255" y="1408"/>
                  </a:lnTo>
                  <a:close/>
                  <a:moveTo>
                    <a:pt x="3987" y="13348"/>
                  </a:moveTo>
                  <a:lnTo>
                    <a:pt x="4116" y="13387"/>
                  </a:lnTo>
                  <a:lnTo>
                    <a:pt x="5655" y="15573"/>
                  </a:lnTo>
                  <a:lnTo>
                    <a:pt x="6379" y="15326"/>
                  </a:lnTo>
                  <a:lnTo>
                    <a:pt x="6378" y="18430"/>
                  </a:lnTo>
                  <a:lnTo>
                    <a:pt x="5183" y="17935"/>
                  </a:lnTo>
                  <a:lnTo>
                    <a:pt x="3987" y="18430"/>
                  </a:lnTo>
                  <a:lnTo>
                    <a:pt x="3987" y="13348"/>
                  </a:lnTo>
                  <a:close/>
                  <a:moveTo>
                    <a:pt x="12383" y="13348"/>
                  </a:moveTo>
                  <a:lnTo>
                    <a:pt x="12381" y="18430"/>
                  </a:lnTo>
                  <a:lnTo>
                    <a:pt x="11187" y="17935"/>
                  </a:lnTo>
                  <a:lnTo>
                    <a:pt x="9991" y="18430"/>
                  </a:lnTo>
                  <a:lnTo>
                    <a:pt x="9991" y="15326"/>
                  </a:lnTo>
                  <a:lnTo>
                    <a:pt x="10713" y="15573"/>
                  </a:lnTo>
                  <a:lnTo>
                    <a:pt x="12253" y="13387"/>
                  </a:lnTo>
                  <a:lnTo>
                    <a:pt x="12383" y="13348"/>
                  </a:lnTo>
                  <a:close/>
                  <a:moveTo>
                    <a:pt x="5655" y="0"/>
                  </a:moveTo>
                  <a:lnTo>
                    <a:pt x="4117" y="2185"/>
                  </a:lnTo>
                  <a:lnTo>
                    <a:pt x="1564" y="2974"/>
                  </a:lnTo>
                  <a:lnTo>
                    <a:pt x="1601" y="5647"/>
                  </a:lnTo>
                  <a:lnTo>
                    <a:pt x="1" y="7786"/>
                  </a:lnTo>
                  <a:lnTo>
                    <a:pt x="1600" y="9926"/>
                  </a:lnTo>
                  <a:lnTo>
                    <a:pt x="1563" y="12597"/>
                  </a:lnTo>
                  <a:lnTo>
                    <a:pt x="2845" y="12994"/>
                  </a:lnTo>
                  <a:lnTo>
                    <a:pt x="2800" y="12994"/>
                  </a:lnTo>
                  <a:lnTo>
                    <a:pt x="2800" y="20204"/>
                  </a:lnTo>
                  <a:lnTo>
                    <a:pt x="5183" y="19217"/>
                  </a:lnTo>
                  <a:lnTo>
                    <a:pt x="7563" y="20204"/>
                  </a:lnTo>
                  <a:lnTo>
                    <a:pt x="7563" y="14920"/>
                  </a:lnTo>
                  <a:lnTo>
                    <a:pt x="8184" y="14708"/>
                  </a:lnTo>
                  <a:lnTo>
                    <a:pt x="8805" y="14920"/>
                  </a:lnTo>
                  <a:lnTo>
                    <a:pt x="8805" y="20204"/>
                  </a:lnTo>
                  <a:lnTo>
                    <a:pt x="11187" y="19217"/>
                  </a:lnTo>
                  <a:lnTo>
                    <a:pt x="13567" y="20204"/>
                  </a:lnTo>
                  <a:lnTo>
                    <a:pt x="13567" y="12981"/>
                  </a:lnTo>
                  <a:lnTo>
                    <a:pt x="14806" y="12597"/>
                  </a:lnTo>
                  <a:lnTo>
                    <a:pt x="14768" y="9926"/>
                  </a:lnTo>
                  <a:lnTo>
                    <a:pt x="16367" y="7786"/>
                  </a:lnTo>
                  <a:lnTo>
                    <a:pt x="14768" y="5647"/>
                  </a:lnTo>
                  <a:lnTo>
                    <a:pt x="14806" y="2974"/>
                  </a:lnTo>
                  <a:lnTo>
                    <a:pt x="12253" y="2185"/>
                  </a:lnTo>
                  <a:lnTo>
                    <a:pt x="10715" y="0"/>
                  </a:lnTo>
                  <a:lnTo>
                    <a:pt x="8184" y="863"/>
                  </a:lnTo>
                  <a:lnTo>
                    <a:pt x="565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3" name="Google Shape;4383;p53"/>
            <p:cNvSpPr/>
            <p:nvPr/>
          </p:nvSpPr>
          <p:spPr>
            <a:xfrm>
              <a:off x="3713931" y="2519652"/>
              <a:ext cx="169204" cy="169200"/>
            </a:xfrm>
            <a:custGeom>
              <a:rect b="b" l="l" r="r" t="t"/>
              <a:pathLst>
                <a:path extrusionOk="0" h="9109" w="9108">
                  <a:moveTo>
                    <a:pt x="4554" y="1185"/>
                  </a:moveTo>
                  <a:cubicBezTo>
                    <a:pt x="6412" y="1185"/>
                    <a:pt x="7922" y="2697"/>
                    <a:pt x="7922" y="4554"/>
                  </a:cubicBezTo>
                  <a:cubicBezTo>
                    <a:pt x="7922" y="6412"/>
                    <a:pt x="6412" y="7923"/>
                    <a:pt x="4554" y="7923"/>
                  </a:cubicBezTo>
                  <a:cubicBezTo>
                    <a:pt x="2697" y="7923"/>
                    <a:pt x="1186" y="6412"/>
                    <a:pt x="1186" y="4554"/>
                  </a:cubicBezTo>
                  <a:cubicBezTo>
                    <a:pt x="1186" y="2697"/>
                    <a:pt x="2697" y="1185"/>
                    <a:pt x="4554" y="1185"/>
                  </a:cubicBezTo>
                  <a:close/>
                  <a:moveTo>
                    <a:pt x="4554" y="1"/>
                  </a:moveTo>
                  <a:cubicBezTo>
                    <a:pt x="2043" y="1"/>
                    <a:pt x="0" y="2043"/>
                    <a:pt x="0" y="4554"/>
                  </a:cubicBezTo>
                  <a:cubicBezTo>
                    <a:pt x="0" y="7064"/>
                    <a:pt x="2043" y="9108"/>
                    <a:pt x="4554" y="9108"/>
                  </a:cubicBezTo>
                  <a:cubicBezTo>
                    <a:pt x="7065" y="9108"/>
                    <a:pt x="9108" y="7064"/>
                    <a:pt x="9108" y="4554"/>
                  </a:cubicBezTo>
                  <a:cubicBezTo>
                    <a:pt x="9108" y="2043"/>
                    <a:pt x="7065" y="1"/>
                    <a:pt x="455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4" name="Google Shape;4384;p53"/>
            <p:cNvSpPr/>
            <p:nvPr/>
          </p:nvSpPr>
          <p:spPr>
            <a:xfrm>
              <a:off x="3768233" y="2559867"/>
              <a:ext cx="53559" cy="86039"/>
            </a:xfrm>
            <a:custGeom>
              <a:rect b="b" l="l" r="r" t="t"/>
              <a:pathLst>
                <a:path extrusionOk="0" h="4632" w="2883">
                  <a:moveTo>
                    <a:pt x="1382" y="1"/>
                  </a:moveTo>
                  <a:lnTo>
                    <a:pt x="1" y="719"/>
                  </a:lnTo>
                  <a:lnTo>
                    <a:pt x="549" y="1770"/>
                  </a:lnTo>
                  <a:lnTo>
                    <a:pt x="1038" y="1515"/>
                  </a:lnTo>
                  <a:lnTo>
                    <a:pt x="1038" y="3446"/>
                  </a:lnTo>
                  <a:lnTo>
                    <a:pt x="382" y="3446"/>
                  </a:lnTo>
                  <a:lnTo>
                    <a:pt x="382" y="4632"/>
                  </a:lnTo>
                  <a:lnTo>
                    <a:pt x="2882" y="4632"/>
                  </a:lnTo>
                  <a:lnTo>
                    <a:pt x="2882" y="3446"/>
                  </a:lnTo>
                  <a:lnTo>
                    <a:pt x="2224" y="3446"/>
                  </a:lnTo>
                  <a:lnTo>
                    <a:pt x="2224"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85" name="Google Shape;4385;p53"/>
          <p:cNvGrpSpPr/>
          <p:nvPr/>
        </p:nvGrpSpPr>
        <p:grpSpPr>
          <a:xfrm>
            <a:off x="5521910" y="2317650"/>
            <a:ext cx="362457" cy="362678"/>
            <a:chOff x="3189544" y="2501969"/>
            <a:chExt cx="375098" cy="375326"/>
          </a:xfrm>
        </p:grpSpPr>
        <p:sp>
          <p:nvSpPr>
            <p:cNvPr id="4386" name="Google Shape;4386;p53"/>
            <p:cNvSpPr/>
            <p:nvPr/>
          </p:nvSpPr>
          <p:spPr>
            <a:xfrm>
              <a:off x="3361702" y="2540401"/>
              <a:ext cx="202941" cy="191453"/>
            </a:xfrm>
            <a:custGeom>
              <a:rect b="b" l="l" r="r" t="t"/>
              <a:pathLst>
                <a:path extrusionOk="0" h="10307" w="10924">
                  <a:moveTo>
                    <a:pt x="9244" y="1184"/>
                  </a:moveTo>
                  <a:cubicBezTo>
                    <a:pt x="9519" y="1184"/>
                    <a:pt x="9741" y="1407"/>
                    <a:pt x="9741" y="1680"/>
                  </a:cubicBezTo>
                  <a:lnTo>
                    <a:pt x="9741" y="6343"/>
                  </a:lnTo>
                  <a:cubicBezTo>
                    <a:pt x="9741" y="6618"/>
                    <a:pt x="9519" y="6840"/>
                    <a:pt x="9244" y="6840"/>
                  </a:cubicBezTo>
                  <a:lnTo>
                    <a:pt x="4898" y="6840"/>
                  </a:lnTo>
                  <a:lnTo>
                    <a:pt x="3028" y="8090"/>
                  </a:lnTo>
                  <a:lnTo>
                    <a:pt x="3028" y="6840"/>
                  </a:lnTo>
                  <a:lnTo>
                    <a:pt x="1680" y="6840"/>
                  </a:lnTo>
                  <a:cubicBezTo>
                    <a:pt x="1405" y="6840"/>
                    <a:pt x="1185" y="6618"/>
                    <a:pt x="1185" y="6343"/>
                  </a:cubicBezTo>
                  <a:lnTo>
                    <a:pt x="1185" y="1680"/>
                  </a:lnTo>
                  <a:cubicBezTo>
                    <a:pt x="1185" y="1407"/>
                    <a:pt x="1405" y="1184"/>
                    <a:pt x="1680" y="1184"/>
                  </a:cubicBezTo>
                  <a:close/>
                  <a:moveTo>
                    <a:pt x="1680" y="0"/>
                  </a:moveTo>
                  <a:cubicBezTo>
                    <a:pt x="753" y="2"/>
                    <a:pt x="1" y="753"/>
                    <a:pt x="1" y="1680"/>
                  </a:cubicBezTo>
                  <a:lnTo>
                    <a:pt x="1" y="6343"/>
                  </a:lnTo>
                  <a:cubicBezTo>
                    <a:pt x="2" y="7270"/>
                    <a:pt x="753" y="8023"/>
                    <a:pt x="1680" y="8023"/>
                  </a:cubicBezTo>
                  <a:lnTo>
                    <a:pt x="1846" y="8023"/>
                  </a:lnTo>
                  <a:lnTo>
                    <a:pt x="1846" y="10307"/>
                  </a:lnTo>
                  <a:lnTo>
                    <a:pt x="5257" y="8023"/>
                  </a:lnTo>
                  <a:lnTo>
                    <a:pt x="9244" y="8023"/>
                  </a:lnTo>
                  <a:cubicBezTo>
                    <a:pt x="10171" y="8023"/>
                    <a:pt x="10924" y="7270"/>
                    <a:pt x="10924" y="6343"/>
                  </a:cubicBezTo>
                  <a:lnTo>
                    <a:pt x="10924" y="1680"/>
                  </a:lnTo>
                  <a:cubicBezTo>
                    <a:pt x="10924" y="753"/>
                    <a:pt x="10171" y="2"/>
                    <a:pt x="924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7" name="Google Shape;4387;p53"/>
            <p:cNvSpPr/>
            <p:nvPr/>
          </p:nvSpPr>
          <p:spPr>
            <a:xfrm>
              <a:off x="3408777" y="2601029"/>
              <a:ext cx="22014" cy="22420"/>
            </a:xfrm>
            <a:custGeom>
              <a:rect b="b" l="l" r="r" t="t"/>
              <a:pathLst>
                <a:path extrusionOk="0" h="1207" w="1185">
                  <a:moveTo>
                    <a:pt x="0" y="0"/>
                  </a:moveTo>
                  <a:lnTo>
                    <a:pt x="0" y="1207"/>
                  </a:lnTo>
                  <a:lnTo>
                    <a:pt x="1184" y="1207"/>
                  </a:lnTo>
                  <a:lnTo>
                    <a:pt x="1184"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8" name="Google Shape;4388;p53"/>
            <p:cNvSpPr/>
            <p:nvPr/>
          </p:nvSpPr>
          <p:spPr>
            <a:xfrm>
              <a:off x="3452174" y="2601029"/>
              <a:ext cx="21996" cy="22420"/>
            </a:xfrm>
            <a:custGeom>
              <a:rect b="b" l="l" r="r" t="t"/>
              <a:pathLst>
                <a:path extrusionOk="0" h="1207" w="1184">
                  <a:moveTo>
                    <a:pt x="1" y="0"/>
                  </a:moveTo>
                  <a:lnTo>
                    <a:pt x="1" y="1207"/>
                  </a:lnTo>
                  <a:lnTo>
                    <a:pt x="1183" y="1207"/>
                  </a:lnTo>
                  <a:lnTo>
                    <a:pt x="118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9" name="Google Shape;4389;p53"/>
            <p:cNvSpPr/>
            <p:nvPr/>
          </p:nvSpPr>
          <p:spPr>
            <a:xfrm>
              <a:off x="3495590" y="2601029"/>
              <a:ext cx="21977" cy="22420"/>
            </a:xfrm>
            <a:custGeom>
              <a:rect b="b" l="l" r="r" t="t"/>
              <a:pathLst>
                <a:path extrusionOk="0" h="1207" w="1183">
                  <a:moveTo>
                    <a:pt x="0" y="0"/>
                  </a:moveTo>
                  <a:lnTo>
                    <a:pt x="0" y="1207"/>
                  </a:lnTo>
                  <a:lnTo>
                    <a:pt x="1183" y="1207"/>
                  </a:lnTo>
                  <a:lnTo>
                    <a:pt x="118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0" name="Google Shape;4390;p53"/>
            <p:cNvSpPr/>
            <p:nvPr/>
          </p:nvSpPr>
          <p:spPr>
            <a:xfrm>
              <a:off x="3189544" y="2501969"/>
              <a:ext cx="151072" cy="375326"/>
            </a:xfrm>
            <a:custGeom>
              <a:rect b="b" l="l" r="r" t="t"/>
              <a:pathLst>
                <a:path extrusionOk="0" h="20206" w="8132">
                  <a:moveTo>
                    <a:pt x="6949" y="1184"/>
                  </a:moveTo>
                  <a:lnTo>
                    <a:pt x="6949" y="3274"/>
                  </a:lnTo>
                  <a:lnTo>
                    <a:pt x="1184" y="3274"/>
                  </a:lnTo>
                  <a:lnTo>
                    <a:pt x="1184" y="1184"/>
                  </a:lnTo>
                  <a:close/>
                  <a:moveTo>
                    <a:pt x="3475" y="4457"/>
                  </a:moveTo>
                  <a:lnTo>
                    <a:pt x="3475" y="12660"/>
                  </a:lnTo>
                  <a:lnTo>
                    <a:pt x="1184" y="12660"/>
                  </a:lnTo>
                  <a:lnTo>
                    <a:pt x="1184" y="4457"/>
                  </a:lnTo>
                  <a:close/>
                  <a:moveTo>
                    <a:pt x="6949" y="4457"/>
                  </a:moveTo>
                  <a:lnTo>
                    <a:pt x="6949" y="12660"/>
                  </a:lnTo>
                  <a:lnTo>
                    <a:pt x="4657" y="12660"/>
                  </a:lnTo>
                  <a:lnTo>
                    <a:pt x="4657" y="4457"/>
                  </a:lnTo>
                  <a:close/>
                  <a:moveTo>
                    <a:pt x="6825" y="13842"/>
                  </a:moveTo>
                  <a:lnTo>
                    <a:pt x="5817" y="15380"/>
                  </a:lnTo>
                  <a:lnTo>
                    <a:pt x="2316" y="15380"/>
                  </a:lnTo>
                  <a:lnTo>
                    <a:pt x="1307" y="13842"/>
                  </a:lnTo>
                  <a:close/>
                  <a:moveTo>
                    <a:pt x="5039" y="16564"/>
                  </a:moveTo>
                  <a:lnTo>
                    <a:pt x="4066" y="18048"/>
                  </a:lnTo>
                  <a:lnTo>
                    <a:pt x="3092" y="16564"/>
                  </a:lnTo>
                  <a:close/>
                  <a:moveTo>
                    <a:pt x="0" y="0"/>
                  </a:moveTo>
                  <a:lnTo>
                    <a:pt x="0" y="14006"/>
                  </a:lnTo>
                  <a:lnTo>
                    <a:pt x="4066" y="20205"/>
                  </a:lnTo>
                  <a:lnTo>
                    <a:pt x="8131" y="14006"/>
                  </a:lnTo>
                  <a:lnTo>
                    <a:pt x="813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91" name="Google Shape;4391;p53"/>
          <p:cNvGrpSpPr/>
          <p:nvPr/>
        </p:nvGrpSpPr>
        <p:grpSpPr>
          <a:xfrm>
            <a:off x="4777160" y="2317659"/>
            <a:ext cx="362691" cy="362660"/>
            <a:chOff x="2648047" y="2517516"/>
            <a:chExt cx="375340" cy="375308"/>
          </a:xfrm>
        </p:grpSpPr>
        <p:sp>
          <p:nvSpPr>
            <p:cNvPr id="4392" name="Google Shape;4392;p53"/>
            <p:cNvSpPr/>
            <p:nvPr/>
          </p:nvSpPr>
          <p:spPr>
            <a:xfrm>
              <a:off x="2648047" y="2517516"/>
              <a:ext cx="375340" cy="375308"/>
            </a:xfrm>
            <a:custGeom>
              <a:rect b="b" l="l" r="r" t="t"/>
              <a:pathLst>
                <a:path extrusionOk="0" h="20205" w="20204">
                  <a:moveTo>
                    <a:pt x="6893" y="1185"/>
                  </a:moveTo>
                  <a:cubicBezTo>
                    <a:pt x="8337" y="1185"/>
                    <a:pt x="9511" y="2358"/>
                    <a:pt x="9511" y="3800"/>
                  </a:cubicBezTo>
                  <a:lnTo>
                    <a:pt x="9511" y="12657"/>
                  </a:lnTo>
                  <a:cubicBezTo>
                    <a:pt x="8806" y="11985"/>
                    <a:pt x="7872" y="11610"/>
                    <a:pt x="6899" y="11610"/>
                  </a:cubicBezTo>
                  <a:cubicBezTo>
                    <a:pt x="6897" y="11610"/>
                    <a:pt x="6895" y="11610"/>
                    <a:pt x="6893" y="11610"/>
                  </a:cubicBezTo>
                  <a:lnTo>
                    <a:pt x="1185" y="11610"/>
                  </a:lnTo>
                  <a:lnTo>
                    <a:pt x="1184" y="1185"/>
                  </a:lnTo>
                  <a:close/>
                  <a:moveTo>
                    <a:pt x="19020" y="1185"/>
                  </a:moveTo>
                  <a:lnTo>
                    <a:pt x="19020" y="11610"/>
                  </a:lnTo>
                  <a:lnTo>
                    <a:pt x="13310" y="11610"/>
                  </a:lnTo>
                  <a:cubicBezTo>
                    <a:pt x="13308" y="11610"/>
                    <a:pt x="13306" y="11610"/>
                    <a:pt x="13305" y="11610"/>
                  </a:cubicBezTo>
                  <a:cubicBezTo>
                    <a:pt x="12332" y="11610"/>
                    <a:pt x="11398" y="11985"/>
                    <a:pt x="10695" y="12657"/>
                  </a:cubicBezTo>
                  <a:lnTo>
                    <a:pt x="10695" y="3800"/>
                  </a:lnTo>
                  <a:cubicBezTo>
                    <a:pt x="10695" y="2358"/>
                    <a:pt x="11868" y="1185"/>
                    <a:pt x="13310" y="1185"/>
                  </a:cubicBezTo>
                  <a:close/>
                  <a:moveTo>
                    <a:pt x="6893" y="12794"/>
                  </a:moveTo>
                  <a:cubicBezTo>
                    <a:pt x="8133" y="12794"/>
                    <a:pt x="9173" y="13660"/>
                    <a:pt x="9442" y="14818"/>
                  </a:cubicBezTo>
                  <a:lnTo>
                    <a:pt x="1185" y="14818"/>
                  </a:lnTo>
                  <a:lnTo>
                    <a:pt x="1184" y="12794"/>
                  </a:lnTo>
                  <a:close/>
                  <a:moveTo>
                    <a:pt x="19020" y="12794"/>
                  </a:moveTo>
                  <a:lnTo>
                    <a:pt x="19020" y="14818"/>
                  </a:lnTo>
                  <a:lnTo>
                    <a:pt x="10762" y="14818"/>
                  </a:lnTo>
                  <a:cubicBezTo>
                    <a:pt x="11032" y="13659"/>
                    <a:pt x="12071" y="12794"/>
                    <a:pt x="13310" y="12794"/>
                  </a:cubicBezTo>
                  <a:close/>
                  <a:moveTo>
                    <a:pt x="11472" y="16001"/>
                  </a:moveTo>
                  <a:lnTo>
                    <a:pt x="11472" y="17560"/>
                  </a:lnTo>
                  <a:cubicBezTo>
                    <a:pt x="11471" y="18080"/>
                    <a:pt x="11625" y="18587"/>
                    <a:pt x="11913" y="19020"/>
                  </a:cubicBezTo>
                  <a:lnTo>
                    <a:pt x="8292" y="19020"/>
                  </a:lnTo>
                  <a:cubicBezTo>
                    <a:pt x="8580" y="18587"/>
                    <a:pt x="8734" y="18080"/>
                    <a:pt x="8733" y="17560"/>
                  </a:cubicBezTo>
                  <a:lnTo>
                    <a:pt x="8733" y="16001"/>
                  </a:lnTo>
                  <a:close/>
                  <a:moveTo>
                    <a:pt x="0" y="1"/>
                  </a:moveTo>
                  <a:lnTo>
                    <a:pt x="0" y="16001"/>
                  </a:lnTo>
                  <a:lnTo>
                    <a:pt x="7549" y="16001"/>
                  </a:lnTo>
                  <a:lnTo>
                    <a:pt x="7549" y="17560"/>
                  </a:lnTo>
                  <a:cubicBezTo>
                    <a:pt x="7547" y="18366"/>
                    <a:pt x="6895" y="19019"/>
                    <a:pt x="6089" y="19020"/>
                  </a:cubicBezTo>
                  <a:lnTo>
                    <a:pt x="4263" y="19020"/>
                  </a:lnTo>
                  <a:lnTo>
                    <a:pt x="4263" y="20204"/>
                  </a:lnTo>
                  <a:lnTo>
                    <a:pt x="15943" y="20204"/>
                  </a:lnTo>
                  <a:lnTo>
                    <a:pt x="15943" y="19020"/>
                  </a:lnTo>
                  <a:lnTo>
                    <a:pt x="14115" y="19020"/>
                  </a:lnTo>
                  <a:cubicBezTo>
                    <a:pt x="13310" y="19019"/>
                    <a:pt x="12656" y="18366"/>
                    <a:pt x="12656" y="17560"/>
                  </a:cubicBezTo>
                  <a:lnTo>
                    <a:pt x="12656" y="16001"/>
                  </a:lnTo>
                  <a:lnTo>
                    <a:pt x="20204" y="16001"/>
                  </a:lnTo>
                  <a:lnTo>
                    <a:pt x="20204" y="1"/>
                  </a:lnTo>
                  <a:lnTo>
                    <a:pt x="13310" y="1"/>
                  </a:lnTo>
                  <a:cubicBezTo>
                    <a:pt x="12010" y="1"/>
                    <a:pt x="10799" y="667"/>
                    <a:pt x="10102" y="1765"/>
                  </a:cubicBezTo>
                  <a:cubicBezTo>
                    <a:pt x="9405" y="667"/>
                    <a:pt x="8195" y="1"/>
                    <a:pt x="689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3" name="Google Shape;4393;p53"/>
            <p:cNvSpPr/>
            <p:nvPr/>
          </p:nvSpPr>
          <p:spPr>
            <a:xfrm>
              <a:off x="2705452" y="2580560"/>
              <a:ext cx="83840" cy="21974"/>
            </a:xfrm>
            <a:custGeom>
              <a:rect b="b" l="l" r="r" t="t"/>
              <a:pathLst>
                <a:path extrusionOk="0" h="1183" w="4513">
                  <a:moveTo>
                    <a:pt x="1" y="0"/>
                  </a:moveTo>
                  <a:lnTo>
                    <a:pt x="1" y="1183"/>
                  </a:lnTo>
                  <a:lnTo>
                    <a:pt x="4512" y="1183"/>
                  </a:lnTo>
                  <a:lnTo>
                    <a:pt x="4512"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4" name="Google Shape;4394;p53"/>
            <p:cNvSpPr/>
            <p:nvPr/>
          </p:nvSpPr>
          <p:spPr>
            <a:xfrm>
              <a:off x="2705452" y="2624731"/>
              <a:ext cx="83840" cy="22011"/>
            </a:xfrm>
            <a:custGeom>
              <a:rect b="b" l="l" r="r" t="t"/>
              <a:pathLst>
                <a:path extrusionOk="0" h="1185" w="4513">
                  <a:moveTo>
                    <a:pt x="1" y="1"/>
                  </a:moveTo>
                  <a:lnTo>
                    <a:pt x="1" y="1185"/>
                  </a:lnTo>
                  <a:lnTo>
                    <a:pt x="4512" y="1185"/>
                  </a:lnTo>
                  <a:lnTo>
                    <a:pt x="451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5" name="Google Shape;4395;p53"/>
            <p:cNvSpPr/>
            <p:nvPr/>
          </p:nvSpPr>
          <p:spPr>
            <a:xfrm>
              <a:off x="2705452" y="2668977"/>
              <a:ext cx="83840" cy="22011"/>
            </a:xfrm>
            <a:custGeom>
              <a:rect b="b" l="l" r="r" t="t"/>
              <a:pathLst>
                <a:path extrusionOk="0" h="1185" w="4513">
                  <a:moveTo>
                    <a:pt x="1" y="0"/>
                  </a:moveTo>
                  <a:lnTo>
                    <a:pt x="1" y="1184"/>
                  </a:lnTo>
                  <a:lnTo>
                    <a:pt x="4512" y="1184"/>
                  </a:lnTo>
                  <a:lnTo>
                    <a:pt x="4512"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6" name="Google Shape;4396;p53"/>
            <p:cNvSpPr/>
            <p:nvPr/>
          </p:nvSpPr>
          <p:spPr>
            <a:xfrm>
              <a:off x="2882142" y="2580560"/>
              <a:ext cx="83840" cy="21974"/>
            </a:xfrm>
            <a:custGeom>
              <a:rect b="b" l="l" r="r" t="t"/>
              <a:pathLst>
                <a:path extrusionOk="0" h="1183" w="4513">
                  <a:moveTo>
                    <a:pt x="0" y="0"/>
                  </a:moveTo>
                  <a:lnTo>
                    <a:pt x="0" y="1183"/>
                  </a:lnTo>
                  <a:lnTo>
                    <a:pt x="4512" y="1183"/>
                  </a:lnTo>
                  <a:lnTo>
                    <a:pt x="4512"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7" name="Google Shape;4397;p53"/>
            <p:cNvSpPr/>
            <p:nvPr/>
          </p:nvSpPr>
          <p:spPr>
            <a:xfrm>
              <a:off x="2882142" y="2624731"/>
              <a:ext cx="83840" cy="22011"/>
            </a:xfrm>
            <a:custGeom>
              <a:rect b="b" l="l" r="r" t="t"/>
              <a:pathLst>
                <a:path extrusionOk="0" h="1185" w="4513">
                  <a:moveTo>
                    <a:pt x="0" y="1"/>
                  </a:moveTo>
                  <a:lnTo>
                    <a:pt x="0" y="1185"/>
                  </a:lnTo>
                  <a:lnTo>
                    <a:pt x="4512" y="1185"/>
                  </a:lnTo>
                  <a:lnTo>
                    <a:pt x="451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8" name="Google Shape;4398;p53"/>
            <p:cNvSpPr/>
            <p:nvPr/>
          </p:nvSpPr>
          <p:spPr>
            <a:xfrm>
              <a:off x="2882142" y="2668977"/>
              <a:ext cx="83840" cy="22011"/>
            </a:xfrm>
            <a:custGeom>
              <a:rect b="b" l="l" r="r" t="t"/>
              <a:pathLst>
                <a:path extrusionOk="0" h="1185" w="4513">
                  <a:moveTo>
                    <a:pt x="0" y="0"/>
                  </a:moveTo>
                  <a:lnTo>
                    <a:pt x="0" y="1184"/>
                  </a:lnTo>
                  <a:lnTo>
                    <a:pt x="4512" y="1184"/>
                  </a:lnTo>
                  <a:lnTo>
                    <a:pt x="4512"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99" name="Google Shape;4399;p53"/>
          <p:cNvGrpSpPr/>
          <p:nvPr/>
        </p:nvGrpSpPr>
        <p:grpSpPr>
          <a:xfrm>
            <a:off x="4020121" y="2359263"/>
            <a:ext cx="362745" cy="272161"/>
            <a:chOff x="2121338" y="2542667"/>
            <a:chExt cx="375396" cy="281653"/>
          </a:xfrm>
        </p:grpSpPr>
        <p:sp>
          <p:nvSpPr>
            <p:cNvPr id="4400" name="Google Shape;4400;p53"/>
            <p:cNvSpPr/>
            <p:nvPr/>
          </p:nvSpPr>
          <p:spPr>
            <a:xfrm>
              <a:off x="2263363" y="2591296"/>
              <a:ext cx="102306" cy="118100"/>
            </a:xfrm>
            <a:custGeom>
              <a:rect b="b" l="l" r="r" t="t"/>
              <a:pathLst>
                <a:path extrusionOk="0" h="6358" w="5507">
                  <a:moveTo>
                    <a:pt x="1184" y="2050"/>
                  </a:moveTo>
                  <a:lnTo>
                    <a:pt x="3139" y="3179"/>
                  </a:lnTo>
                  <a:lnTo>
                    <a:pt x="1186" y="4308"/>
                  </a:lnTo>
                  <a:lnTo>
                    <a:pt x="1184" y="2050"/>
                  </a:lnTo>
                  <a:close/>
                  <a:moveTo>
                    <a:pt x="0" y="0"/>
                  </a:moveTo>
                  <a:lnTo>
                    <a:pt x="0" y="6357"/>
                  </a:lnTo>
                  <a:lnTo>
                    <a:pt x="5507" y="3179"/>
                  </a:lnTo>
                  <a:lnTo>
                    <a:pt x="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1" name="Google Shape;4401;p53"/>
            <p:cNvSpPr/>
            <p:nvPr/>
          </p:nvSpPr>
          <p:spPr>
            <a:xfrm>
              <a:off x="2121338" y="2542667"/>
              <a:ext cx="375396" cy="281653"/>
            </a:xfrm>
            <a:custGeom>
              <a:rect b="b" l="l" r="r" t="t"/>
              <a:pathLst>
                <a:path extrusionOk="0" h="15163" w="20207">
                  <a:moveTo>
                    <a:pt x="19022" y="1185"/>
                  </a:moveTo>
                  <a:lnTo>
                    <a:pt x="19022" y="10442"/>
                  </a:lnTo>
                  <a:cubicBezTo>
                    <a:pt x="18716" y="10285"/>
                    <a:pt x="18379" y="10203"/>
                    <a:pt x="18035" y="10203"/>
                  </a:cubicBezTo>
                  <a:lnTo>
                    <a:pt x="18022" y="10203"/>
                  </a:lnTo>
                  <a:cubicBezTo>
                    <a:pt x="17425" y="10203"/>
                    <a:pt x="16853" y="10451"/>
                    <a:pt x="16444" y="10887"/>
                  </a:cubicBezTo>
                  <a:cubicBezTo>
                    <a:pt x="16035" y="10451"/>
                    <a:pt x="15463" y="10203"/>
                    <a:pt x="14866" y="10203"/>
                  </a:cubicBezTo>
                  <a:lnTo>
                    <a:pt x="14852" y="10203"/>
                  </a:lnTo>
                  <a:cubicBezTo>
                    <a:pt x="14253" y="10203"/>
                    <a:pt x="13683" y="10451"/>
                    <a:pt x="13274" y="10887"/>
                  </a:cubicBezTo>
                  <a:cubicBezTo>
                    <a:pt x="12865" y="10451"/>
                    <a:pt x="12293" y="10203"/>
                    <a:pt x="11696" y="10203"/>
                  </a:cubicBezTo>
                  <a:lnTo>
                    <a:pt x="11682" y="10203"/>
                  </a:lnTo>
                  <a:cubicBezTo>
                    <a:pt x="11084" y="10203"/>
                    <a:pt x="10513" y="10451"/>
                    <a:pt x="10104" y="10887"/>
                  </a:cubicBezTo>
                  <a:cubicBezTo>
                    <a:pt x="9694" y="10451"/>
                    <a:pt x="9123" y="10203"/>
                    <a:pt x="8525" y="10203"/>
                  </a:cubicBezTo>
                  <a:lnTo>
                    <a:pt x="8513" y="10203"/>
                  </a:lnTo>
                  <a:cubicBezTo>
                    <a:pt x="7914" y="10203"/>
                    <a:pt x="7342" y="10451"/>
                    <a:pt x="6933" y="10887"/>
                  </a:cubicBezTo>
                  <a:cubicBezTo>
                    <a:pt x="6524" y="10451"/>
                    <a:pt x="5952" y="10203"/>
                    <a:pt x="5355" y="10203"/>
                  </a:cubicBezTo>
                  <a:lnTo>
                    <a:pt x="5342" y="10203"/>
                  </a:lnTo>
                  <a:cubicBezTo>
                    <a:pt x="4744" y="10203"/>
                    <a:pt x="4172" y="10451"/>
                    <a:pt x="3763" y="10887"/>
                  </a:cubicBezTo>
                  <a:cubicBezTo>
                    <a:pt x="3354" y="10451"/>
                    <a:pt x="2782" y="10203"/>
                    <a:pt x="2185" y="10203"/>
                  </a:cubicBezTo>
                  <a:lnTo>
                    <a:pt x="2172" y="10203"/>
                  </a:lnTo>
                  <a:cubicBezTo>
                    <a:pt x="1846" y="10203"/>
                    <a:pt x="1524" y="10276"/>
                    <a:pt x="1230" y="10418"/>
                  </a:cubicBezTo>
                  <a:lnTo>
                    <a:pt x="1230" y="1185"/>
                  </a:lnTo>
                  <a:close/>
                  <a:moveTo>
                    <a:pt x="2185" y="11387"/>
                  </a:moveTo>
                  <a:cubicBezTo>
                    <a:pt x="2729" y="11387"/>
                    <a:pt x="3171" y="11829"/>
                    <a:pt x="3171" y="12374"/>
                  </a:cubicBezTo>
                  <a:lnTo>
                    <a:pt x="3171" y="13980"/>
                  </a:lnTo>
                  <a:lnTo>
                    <a:pt x="1185" y="13980"/>
                  </a:lnTo>
                  <a:lnTo>
                    <a:pt x="1185" y="12374"/>
                  </a:lnTo>
                  <a:cubicBezTo>
                    <a:pt x="1185" y="11829"/>
                    <a:pt x="1627" y="11388"/>
                    <a:pt x="2172" y="11387"/>
                  </a:cubicBezTo>
                  <a:close/>
                  <a:moveTo>
                    <a:pt x="5355" y="11387"/>
                  </a:moveTo>
                  <a:cubicBezTo>
                    <a:pt x="5900" y="11388"/>
                    <a:pt x="6340" y="11829"/>
                    <a:pt x="6342" y="12374"/>
                  </a:cubicBezTo>
                  <a:lnTo>
                    <a:pt x="6342" y="13980"/>
                  </a:lnTo>
                  <a:lnTo>
                    <a:pt x="4355" y="13980"/>
                  </a:lnTo>
                  <a:lnTo>
                    <a:pt x="4355" y="12374"/>
                  </a:lnTo>
                  <a:cubicBezTo>
                    <a:pt x="4356" y="11829"/>
                    <a:pt x="4797" y="11388"/>
                    <a:pt x="5342" y="11387"/>
                  </a:cubicBezTo>
                  <a:close/>
                  <a:moveTo>
                    <a:pt x="8525" y="11387"/>
                  </a:moveTo>
                  <a:cubicBezTo>
                    <a:pt x="9070" y="11388"/>
                    <a:pt x="9510" y="11829"/>
                    <a:pt x="9512" y="12374"/>
                  </a:cubicBezTo>
                  <a:lnTo>
                    <a:pt x="9512" y="13980"/>
                  </a:lnTo>
                  <a:lnTo>
                    <a:pt x="7526" y="13980"/>
                  </a:lnTo>
                  <a:lnTo>
                    <a:pt x="7526" y="12374"/>
                  </a:lnTo>
                  <a:cubicBezTo>
                    <a:pt x="7526" y="11829"/>
                    <a:pt x="7966" y="11388"/>
                    <a:pt x="8511" y="11387"/>
                  </a:cubicBezTo>
                  <a:close/>
                  <a:moveTo>
                    <a:pt x="11694" y="11387"/>
                  </a:moveTo>
                  <a:cubicBezTo>
                    <a:pt x="12239" y="11388"/>
                    <a:pt x="12681" y="11829"/>
                    <a:pt x="12681" y="12374"/>
                  </a:cubicBezTo>
                  <a:lnTo>
                    <a:pt x="12681" y="13980"/>
                  </a:lnTo>
                  <a:lnTo>
                    <a:pt x="10696" y="13980"/>
                  </a:lnTo>
                  <a:lnTo>
                    <a:pt x="10696" y="12374"/>
                  </a:lnTo>
                  <a:cubicBezTo>
                    <a:pt x="10696" y="11829"/>
                    <a:pt x="11137" y="11387"/>
                    <a:pt x="11682" y="11387"/>
                  </a:cubicBezTo>
                  <a:close/>
                  <a:moveTo>
                    <a:pt x="14866" y="11387"/>
                  </a:moveTo>
                  <a:cubicBezTo>
                    <a:pt x="15409" y="11388"/>
                    <a:pt x="15851" y="11829"/>
                    <a:pt x="15851" y="12374"/>
                  </a:cubicBezTo>
                  <a:lnTo>
                    <a:pt x="15851" y="13980"/>
                  </a:lnTo>
                  <a:lnTo>
                    <a:pt x="13865" y="13980"/>
                  </a:lnTo>
                  <a:lnTo>
                    <a:pt x="13865" y="12374"/>
                  </a:lnTo>
                  <a:cubicBezTo>
                    <a:pt x="13865" y="11829"/>
                    <a:pt x="14307" y="11388"/>
                    <a:pt x="14852" y="11387"/>
                  </a:cubicBezTo>
                  <a:close/>
                  <a:moveTo>
                    <a:pt x="18035" y="11387"/>
                  </a:moveTo>
                  <a:cubicBezTo>
                    <a:pt x="18580" y="11388"/>
                    <a:pt x="19021" y="11829"/>
                    <a:pt x="19022" y="12374"/>
                  </a:cubicBezTo>
                  <a:lnTo>
                    <a:pt x="19022" y="13980"/>
                  </a:lnTo>
                  <a:lnTo>
                    <a:pt x="17035" y="13980"/>
                  </a:lnTo>
                  <a:lnTo>
                    <a:pt x="17035" y="12374"/>
                  </a:lnTo>
                  <a:cubicBezTo>
                    <a:pt x="17036" y="11829"/>
                    <a:pt x="17477" y="11388"/>
                    <a:pt x="18022" y="11387"/>
                  </a:cubicBezTo>
                  <a:close/>
                  <a:moveTo>
                    <a:pt x="1" y="1"/>
                  </a:moveTo>
                  <a:lnTo>
                    <a:pt x="1" y="15163"/>
                  </a:lnTo>
                  <a:lnTo>
                    <a:pt x="20206" y="15163"/>
                  </a:lnTo>
                  <a:lnTo>
                    <a:pt x="2020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02" name="Google Shape;4402;p53"/>
          <p:cNvGrpSpPr/>
          <p:nvPr/>
        </p:nvGrpSpPr>
        <p:grpSpPr>
          <a:xfrm>
            <a:off x="3275450" y="2337436"/>
            <a:ext cx="362727" cy="315939"/>
            <a:chOff x="1617405" y="2556487"/>
            <a:chExt cx="375377" cy="326957"/>
          </a:xfrm>
        </p:grpSpPr>
        <p:sp>
          <p:nvSpPr>
            <p:cNvPr id="4403" name="Google Shape;4403;p53"/>
            <p:cNvSpPr/>
            <p:nvPr/>
          </p:nvSpPr>
          <p:spPr>
            <a:xfrm>
              <a:off x="1617405" y="2556487"/>
              <a:ext cx="375377" cy="326957"/>
            </a:xfrm>
            <a:custGeom>
              <a:rect b="b" l="l" r="r" t="t"/>
              <a:pathLst>
                <a:path extrusionOk="0" h="17602" w="20206">
                  <a:moveTo>
                    <a:pt x="15050" y="3552"/>
                  </a:moveTo>
                  <a:cubicBezTo>
                    <a:pt x="15292" y="4314"/>
                    <a:pt x="15890" y="4910"/>
                    <a:pt x="16653" y="5147"/>
                  </a:cubicBezTo>
                  <a:lnTo>
                    <a:pt x="16653" y="7906"/>
                  </a:lnTo>
                  <a:cubicBezTo>
                    <a:pt x="16010" y="7333"/>
                    <a:pt x="15177" y="7016"/>
                    <a:pt x="14315" y="7016"/>
                  </a:cubicBezTo>
                  <a:cubicBezTo>
                    <a:pt x="12374" y="7016"/>
                    <a:pt x="10793" y="8596"/>
                    <a:pt x="10793" y="10537"/>
                  </a:cubicBezTo>
                  <a:lnTo>
                    <a:pt x="5156" y="10537"/>
                  </a:lnTo>
                  <a:cubicBezTo>
                    <a:pt x="4914" y="9775"/>
                    <a:pt x="4315" y="9180"/>
                    <a:pt x="3552" y="8942"/>
                  </a:cubicBezTo>
                  <a:lnTo>
                    <a:pt x="3552" y="5147"/>
                  </a:lnTo>
                  <a:cubicBezTo>
                    <a:pt x="4315" y="4910"/>
                    <a:pt x="4914" y="4314"/>
                    <a:pt x="5156" y="3552"/>
                  </a:cubicBezTo>
                  <a:close/>
                  <a:moveTo>
                    <a:pt x="14317" y="8200"/>
                  </a:moveTo>
                  <a:cubicBezTo>
                    <a:pt x="14617" y="8200"/>
                    <a:pt x="14921" y="8258"/>
                    <a:pt x="15210" y="8378"/>
                  </a:cubicBezTo>
                  <a:cubicBezTo>
                    <a:pt x="16083" y="8741"/>
                    <a:pt x="16653" y="9593"/>
                    <a:pt x="16653" y="10538"/>
                  </a:cubicBezTo>
                  <a:cubicBezTo>
                    <a:pt x="16652" y="11828"/>
                    <a:pt x="15605" y="12875"/>
                    <a:pt x="14315" y="12876"/>
                  </a:cubicBezTo>
                  <a:cubicBezTo>
                    <a:pt x="13370" y="12876"/>
                    <a:pt x="12518" y="12306"/>
                    <a:pt x="12155" y="11433"/>
                  </a:cubicBezTo>
                  <a:cubicBezTo>
                    <a:pt x="11794" y="10559"/>
                    <a:pt x="11994" y="9553"/>
                    <a:pt x="12663" y="8885"/>
                  </a:cubicBezTo>
                  <a:cubicBezTo>
                    <a:pt x="13110" y="8438"/>
                    <a:pt x="13708" y="8200"/>
                    <a:pt x="14317" y="8200"/>
                  </a:cubicBezTo>
                  <a:close/>
                  <a:moveTo>
                    <a:pt x="19020" y="1184"/>
                  </a:moveTo>
                  <a:lnTo>
                    <a:pt x="19020" y="12905"/>
                  </a:lnTo>
                  <a:lnTo>
                    <a:pt x="16921" y="12905"/>
                  </a:lnTo>
                  <a:cubicBezTo>
                    <a:pt x="17510" y="12257"/>
                    <a:pt x="17837" y="11413"/>
                    <a:pt x="17836" y="10538"/>
                  </a:cubicBezTo>
                  <a:lnTo>
                    <a:pt x="17836" y="4111"/>
                  </a:lnTo>
                  <a:lnTo>
                    <a:pt x="17286" y="4070"/>
                  </a:lnTo>
                  <a:cubicBezTo>
                    <a:pt x="16668" y="4023"/>
                    <a:pt x="16174" y="3533"/>
                    <a:pt x="16122" y="2913"/>
                  </a:cubicBezTo>
                  <a:lnTo>
                    <a:pt x="16079" y="2368"/>
                  </a:lnTo>
                  <a:lnTo>
                    <a:pt x="4125" y="2368"/>
                  </a:lnTo>
                  <a:lnTo>
                    <a:pt x="4082" y="2913"/>
                  </a:lnTo>
                  <a:cubicBezTo>
                    <a:pt x="4030" y="3533"/>
                    <a:pt x="3537" y="4023"/>
                    <a:pt x="2918" y="4070"/>
                  </a:cubicBezTo>
                  <a:lnTo>
                    <a:pt x="2368" y="4111"/>
                  </a:lnTo>
                  <a:lnTo>
                    <a:pt x="2368" y="9978"/>
                  </a:lnTo>
                  <a:lnTo>
                    <a:pt x="2918" y="10019"/>
                  </a:lnTo>
                  <a:cubicBezTo>
                    <a:pt x="3537" y="10066"/>
                    <a:pt x="4030" y="10556"/>
                    <a:pt x="4082" y="11176"/>
                  </a:cubicBezTo>
                  <a:lnTo>
                    <a:pt x="4125" y="11721"/>
                  </a:lnTo>
                  <a:lnTo>
                    <a:pt x="10998" y="11721"/>
                  </a:lnTo>
                  <a:cubicBezTo>
                    <a:pt x="11155" y="12158"/>
                    <a:pt x="11396" y="12560"/>
                    <a:pt x="11708" y="12905"/>
                  </a:cubicBezTo>
                  <a:lnTo>
                    <a:pt x="1184" y="12905"/>
                  </a:lnTo>
                  <a:lnTo>
                    <a:pt x="1184" y="1184"/>
                  </a:lnTo>
                  <a:close/>
                  <a:moveTo>
                    <a:pt x="15305" y="13918"/>
                  </a:moveTo>
                  <a:lnTo>
                    <a:pt x="15305" y="15744"/>
                  </a:lnTo>
                  <a:lnTo>
                    <a:pt x="14315" y="15283"/>
                  </a:lnTo>
                  <a:lnTo>
                    <a:pt x="13324" y="15744"/>
                  </a:lnTo>
                  <a:lnTo>
                    <a:pt x="13324" y="13918"/>
                  </a:lnTo>
                  <a:cubicBezTo>
                    <a:pt x="13648" y="14012"/>
                    <a:pt x="13982" y="14060"/>
                    <a:pt x="14315" y="14060"/>
                  </a:cubicBezTo>
                  <a:cubicBezTo>
                    <a:pt x="14649" y="14060"/>
                    <a:pt x="14982" y="14012"/>
                    <a:pt x="15305" y="13918"/>
                  </a:cubicBezTo>
                  <a:close/>
                  <a:moveTo>
                    <a:pt x="0" y="0"/>
                  </a:moveTo>
                  <a:lnTo>
                    <a:pt x="0" y="14089"/>
                  </a:lnTo>
                  <a:lnTo>
                    <a:pt x="12140" y="14089"/>
                  </a:lnTo>
                  <a:lnTo>
                    <a:pt x="12140" y="17602"/>
                  </a:lnTo>
                  <a:lnTo>
                    <a:pt x="14315" y="16589"/>
                  </a:lnTo>
                  <a:lnTo>
                    <a:pt x="16489" y="17602"/>
                  </a:lnTo>
                  <a:lnTo>
                    <a:pt x="16489" y="14089"/>
                  </a:lnTo>
                  <a:lnTo>
                    <a:pt x="20205" y="14089"/>
                  </a:lnTo>
                  <a:lnTo>
                    <a:pt x="2020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4" name="Google Shape;4404;p53"/>
            <p:cNvSpPr/>
            <p:nvPr/>
          </p:nvSpPr>
          <p:spPr>
            <a:xfrm>
              <a:off x="1733718" y="2648730"/>
              <a:ext cx="142731" cy="22011"/>
            </a:xfrm>
            <a:custGeom>
              <a:rect b="b" l="l" r="r" t="t"/>
              <a:pathLst>
                <a:path extrusionOk="0" h="1185" w="7683">
                  <a:moveTo>
                    <a:pt x="1" y="0"/>
                  </a:moveTo>
                  <a:lnTo>
                    <a:pt x="1" y="1184"/>
                  </a:lnTo>
                  <a:lnTo>
                    <a:pt x="7683" y="1184"/>
                  </a:lnTo>
                  <a:lnTo>
                    <a:pt x="768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5" name="Google Shape;4405;p53"/>
            <p:cNvSpPr/>
            <p:nvPr/>
          </p:nvSpPr>
          <p:spPr>
            <a:xfrm>
              <a:off x="1712484" y="2694183"/>
              <a:ext cx="94076" cy="21974"/>
            </a:xfrm>
            <a:custGeom>
              <a:rect b="b" l="l" r="r" t="t"/>
              <a:pathLst>
                <a:path extrusionOk="0" h="1183" w="5064">
                  <a:moveTo>
                    <a:pt x="0" y="0"/>
                  </a:moveTo>
                  <a:lnTo>
                    <a:pt x="0" y="1183"/>
                  </a:lnTo>
                  <a:lnTo>
                    <a:pt x="5063" y="1183"/>
                  </a:lnTo>
                  <a:lnTo>
                    <a:pt x="506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06" name="Google Shape;4406;p53"/>
          <p:cNvGrpSpPr/>
          <p:nvPr/>
        </p:nvGrpSpPr>
        <p:grpSpPr>
          <a:xfrm>
            <a:off x="2511639" y="2317650"/>
            <a:ext cx="362727" cy="362678"/>
            <a:chOff x="1129652" y="2517386"/>
            <a:chExt cx="375377" cy="375326"/>
          </a:xfrm>
        </p:grpSpPr>
        <p:sp>
          <p:nvSpPr>
            <p:cNvPr id="4407" name="Google Shape;4407;p53"/>
            <p:cNvSpPr/>
            <p:nvPr/>
          </p:nvSpPr>
          <p:spPr>
            <a:xfrm>
              <a:off x="1129652" y="2517386"/>
              <a:ext cx="375377" cy="375326"/>
            </a:xfrm>
            <a:custGeom>
              <a:rect b="b" l="l" r="r" t="t"/>
              <a:pathLst>
                <a:path extrusionOk="0" h="20206" w="20206">
                  <a:moveTo>
                    <a:pt x="8523" y="1528"/>
                  </a:moveTo>
                  <a:cubicBezTo>
                    <a:pt x="8216" y="2329"/>
                    <a:pt x="8045" y="3361"/>
                    <a:pt x="7998" y="4400"/>
                  </a:cubicBezTo>
                  <a:lnTo>
                    <a:pt x="6341" y="4400"/>
                  </a:lnTo>
                  <a:cubicBezTo>
                    <a:pt x="6541" y="3121"/>
                    <a:pt x="7382" y="2050"/>
                    <a:pt x="8523" y="1528"/>
                  </a:cubicBezTo>
                  <a:close/>
                  <a:moveTo>
                    <a:pt x="10102" y="1187"/>
                  </a:moveTo>
                  <a:cubicBezTo>
                    <a:pt x="10177" y="1225"/>
                    <a:pt x="10432" y="1463"/>
                    <a:pt x="10668" y="2211"/>
                  </a:cubicBezTo>
                  <a:cubicBezTo>
                    <a:pt x="10861" y="2821"/>
                    <a:pt x="10983" y="3582"/>
                    <a:pt x="11022" y="4400"/>
                  </a:cubicBezTo>
                  <a:lnTo>
                    <a:pt x="9182" y="4400"/>
                  </a:lnTo>
                  <a:cubicBezTo>
                    <a:pt x="9223" y="3582"/>
                    <a:pt x="9345" y="2821"/>
                    <a:pt x="9538" y="2211"/>
                  </a:cubicBezTo>
                  <a:cubicBezTo>
                    <a:pt x="9774" y="1463"/>
                    <a:pt x="10028" y="1223"/>
                    <a:pt x="10102" y="1187"/>
                  </a:cubicBezTo>
                  <a:close/>
                  <a:moveTo>
                    <a:pt x="11683" y="1528"/>
                  </a:moveTo>
                  <a:cubicBezTo>
                    <a:pt x="12824" y="2050"/>
                    <a:pt x="13665" y="3121"/>
                    <a:pt x="13865" y="4400"/>
                  </a:cubicBezTo>
                  <a:lnTo>
                    <a:pt x="12207" y="4400"/>
                  </a:lnTo>
                  <a:cubicBezTo>
                    <a:pt x="12161" y="3361"/>
                    <a:pt x="11989" y="2329"/>
                    <a:pt x="11683" y="1528"/>
                  </a:cubicBezTo>
                  <a:close/>
                  <a:moveTo>
                    <a:pt x="7998" y="5584"/>
                  </a:moveTo>
                  <a:cubicBezTo>
                    <a:pt x="8045" y="6623"/>
                    <a:pt x="8216" y="7654"/>
                    <a:pt x="8523" y="8457"/>
                  </a:cubicBezTo>
                  <a:cubicBezTo>
                    <a:pt x="7382" y="7934"/>
                    <a:pt x="6541" y="6864"/>
                    <a:pt x="6341" y="5584"/>
                  </a:cubicBezTo>
                  <a:close/>
                  <a:moveTo>
                    <a:pt x="13866" y="5584"/>
                  </a:moveTo>
                  <a:cubicBezTo>
                    <a:pt x="13665" y="6864"/>
                    <a:pt x="12824" y="7934"/>
                    <a:pt x="11683" y="8457"/>
                  </a:cubicBezTo>
                  <a:lnTo>
                    <a:pt x="11682" y="8457"/>
                  </a:lnTo>
                  <a:cubicBezTo>
                    <a:pt x="11988" y="7654"/>
                    <a:pt x="12160" y="6623"/>
                    <a:pt x="12207" y="5584"/>
                  </a:cubicBezTo>
                  <a:close/>
                  <a:moveTo>
                    <a:pt x="11023" y="5584"/>
                  </a:moveTo>
                  <a:cubicBezTo>
                    <a:pt x="10983" y="6401"/>
                    <a:pt x="10861" y="7162"/>
                    <a:pt x="10668" y="7773"/>
                  </a:cubicBezTo>
                  <a:cubicBezTo>
                    <a:pt x="10432" y="8521"/>
                    <a:pt x="10178" y="8760"/>
                    <a:pt x="10104" y="8797"/>
                  </a:cubicBezTo>
                  <a:cubicBezTo>
                    <a:pt x="10029" y="8760"/>
                    <a:pt x="9774" y="8521"/>
                    <a:pt x="9538" y="7773"/>
                  </a:cubicBezTo>
                  <a:cubicBezTo>
                    <a:pt x="9345" y="7162"/>
                    <a:pt x="9223" y="6401"/>
                    <a:pt x="9182" y="5584"/>
                  </a:cubicBezTo>
                  <a:close/>
                  <a:moveTo>
                    <a:pt x="19021" y="12233"/>
                  </a:moveTo>
                  <a:lnTo>
                    <a:pt x="19020" y="19020"/>
                  </a:lnTo>
                  <a:lnTo>
                    <a:pt x="1184" y="19020"/>
                  </a:lnTo>
                  <a:lnTo>
                    <a:pt x="1184" y="12233"/>
                  </a:lnTo>
                  <a:close/>
                  <a:moveTo>
                    <a:pt x="10104" y="0"/>
                  </a:moveTo>
                  <a:cubicBezTo>
                    <a:pt x="7351" y="0"/>
                    <a:pt x="5111" y="2240"/>
                    <a:pt x="5111" y="4993"/>
                  </a:cubicBezTo>
                  <a:cubicBezTo>
                    <a:pt x="5111" y="7745"/>
                    <a:pt x="7351" y="9984"/>
                    <a:pt x="10104" y="9984"/>
                  </a:cubicBezTo>
                  <a:cubicBezTo>
                    <a:pt x="12716" y="9984"/>
                    <a:pt x="14866" y="7967"/>
                    <a:pt x="15077" y="5407"/>
                  </a:cubicBezTo>
                  <a:lnTo>
                    <a:pt x="17600" y="5407"/>
                  </a:lnTo>
                  <a:cubicBezTo>
                    <a:pt x="18188" y="5407"/>
                    <a:pt x="18666" y="5884"/>
                    <a:pt x="18666" y="6473"/>
                  </a:cubicBezTo>
                  <a:cubicBezTo>
                    <a:pt x="18666" y="7061"/>
                    <a:pt x="18188" y="7537"/>
                    <a:pt x="17600" y="7537"/>
                  </a:cubicBezTo>
                  <a:lnTo>
                    <a:pt x="17463" y="7537"/>
                  </a:lnTo>
                  <a:cubicBezTo>
                    <a:pt x="16231" y="7539"/>
                    <a:pt x="15234" y="8536"/>
                    <a:pt x="15232" y="9768"/>
                  </a:cubicBezTo>
                  <a:lnTo>
                    <a:pt x="15232" y="11050"/>
                  </a:lnTo>
                  <a:lnTo>
                    <a:pt x="0" y="11050"/>
                  </a:lnTo>
                  <a:lnTo>
                    <a:pt x="0" y="20205"/>
                  </a:lnTo>
                  <a:lnTo>
                    <a:pt x="20205" y="20205"/>
                  </a:lnTo>
                  <a:lnTo>
                    <a:pt x="20205" y="11049"/>
                  </a:lnTo>
                  <a:lnTo>
                    <a:pt x="16416" y="11049"/>
                  </a:lnTo>
                  <a:lnTo>
                    <a:pt x="16416" y="9766"/>
                  </a:lnTo>
                  <a:cubicBezTo>
                    <a:pt x="16418" y="9190"/>
                    <a:pt x="16885" y="8723"/>
                    <a:pt x="17461" y="8721"/>
                  </a:cubicBezTo>
                  <a:lnTo>
                    <a:pt x="17600" y="8721"/>
                  </a:lnTo>
                  <a:cubicBezTo>
                    <a:pt x="18835" y="8711"/>
                    <a:pt x="19829" y="7707"/>
                    <a:pt x="19829" y="6473"/>
                  </a:cubicBezTo>
                  <a:cubicBezTo>
                    <a:pt x="19829" y="5238"/>
                    <a:pt x="18835" y="4234"/>
                    <a:pt x="17600" y="4223"/>
                  </a:cubicBezTo>
                  <a:lnTo>
                    <a:pt x="15035" y="4223"/>
                  </a:lnTo>
                  <a:cubicBezTo>
                    <a:pt x="14665" y="1834"/>
                    <a:pt x="12594" y="0"/>
                    <a:pt x="1010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8" name="Google Shape;4408;p53"/>
            <p:cNvSpPr/>
            <p:nvPr/>
          </p:nvSpPr>
          <p:spPr>
            <a:xfrm>
              <a:off x="1265640" y="2835112"/>
              <a:ext cx="103402" cy="22011"/>
            </a:xfrm>
            <a:custGeom>
              <a:rect b="b" l="l" r="r" t="t"/>
              <a:pathLst>
                <a:path extrusionOk="0" h="1185" w="5566">
                  <a:moveTo>
                    <a:pt x="1" y="1"/>
                  </a:moveTo>
                  <a:lnTo>
                    <a:pt x="1" y="1185"/>
                  </a:lnTo>
                  <a:lnTo>
                    <a:pt x="5565" y="1185"/>
                  </a:lnTo>
                  <a:lnTo>
                    <a:pt x="556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9" name="Google Shape;4409;p53"/>
            <p:cNvSpPr/>
            <p:nvPr/>
          </p:nvSpPr>
          <p:spPr>
            <a:xfrm>
              <a:off x="1185366" y="2761462"/>
              <a:ext cx="22014" cy="22011"/>
            </a:xfrm>
            <a:custGeom>
              <a:rect b="b" l="l" r="r" t="t"/>
              <a:pathLst>
                <a:path extrusionOk="0" h="1185" w="1185">
                  <a:moveTo>
                    <a:pt x="1" y="0"/>
                  </a:moveTo>
                  <a:lnTo>
                    <a:pt x="1" y="1184"/>
                  </a:lnTo>
                  <a:lnTo>
                    <a:pt x="1185" y="1184"/>
                  </a:lnTo>
                  <a:lnTo>
                    <a:pt x="118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0" name="Google Shape;4410;p53"/>
            <p:cNvSpPr/>
            <p:nvPr/>
          </p:nvSpPr>
          <p:spPr>
            <a:xfrm>
              <a:off x="1225698" y="2761462"/>
              <a:ext cx="21996" cy="22011"/>
            </a:xfrm>
            <a:custGeom>
              <a:rect b="b" l="l" r="r" t="t"/>
              <a:pathLst>
                <a:path extrusionOk="0" h="1185" w="1184">
                  <a:moveTo>
                    <a:pt x="1" y="0"/>
                  </a:moveTo>
                  <a:lnTo>
                    <a:pt x="1" y="1184"/>
                  </a:lnTo>
                  <a:lnTo>
                    <a:pt x="1183" y="1184"/>
                  </a:lnTo>
                  <a:lnTo>
                    <a:pt x="118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1" name="Google Shape;4411;p53"/>
            <p:cNvSpPr/>
            <p:nvPr/>
          </p:nvSpPr>
          <p:spPr>
            <a:xfrm>
              <a:off x="1266011" y="2761462"/>
              <a:ext cx="22014" cy="22011"/>
            </a:xfrm>
            <a:custGeom>
              <a:rect b="b" l="l" r="r" t="t"/>
              <a:pathLst>
                <a:path extrusionOk="0" h="1185" w="1185">
                  <a:moveTo>
                    <a:pt x="0" y="0"/>
                  </a:moveTo>
                  <a:lnTo>
                    <a:pt x="0" y="1184"/>
                  </a:lnTo>
                  <a:lnTo>
                    <a:pt x="1184" y="1184"/>
                  </a:lnTo>
                  <a:lnTo>
                    <a:pt x="1184"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2" name="Google Shape;4412;p53"/>
            <p:cNvSpPr/>
            <p:nvPr/>
          </p:nvSpPr>
          <p:spPr>
            <a:xfrm>
              <a:off x="1306324" y="2761462"/>
              <a:ext cx="22014" cy="22011"/>
            </a:xfrm>
            <a:custGeom>
              <a:rect b="b" l="l" r="r" t="t"/>
              <a:pathLst>
                <a:path extrusionOk="0" h="1185" w="1185">
                  <a:moveTo>
                    <a:pt x="1" y="0"/>
                  </a:moveTo>
                  <a:lnTo>
                    <a:pt x="1" y="1184"/>
                  </a:lnTo>
                  <a:lnTo>
                    <a:pt x="1185" y="1184"/>
                  </a:lnTo>
                  <a:lnTo>
                    <a:pt x="118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3" name="Google Shape;4413;p53"/>
            <p:cNvSpPr/>
            <p:nvPr/>
          </p:nvSpPr>
          <p:spPr>
            <a:xfrm>
              <a:off x="1346656" y="2761462"/>
              <a:ext cx="21996" cy="22011"/>
            </a:xfrm>
            <a:custGeom>
              <a:rect b="b" l="l" r="r" t="t"/>
              <a:pathLst>
                <a:path extrusionOk="0" h="1185" w="1184">
                  <a:moveTo>
                    <a:pt x="1" y="0"/>
                  </a:moveTo>
                  <a:lnTo>
                    <a:pt x="1" y="1184"/>
                  </a:lnTo>
                  <a:lnTo>
                    <a:pt x="1183" y="1184"/>
                  </a:lnTo>
                  <a:lnTo>
                    <a:pt x="118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4" name="Google Shape;4414;p53"/>
            <p:cNvSpPr/>
            <p:nvPr/>
          </p:nvSpPr>
          <p:spPr>
            <a:xfrm>
              <a:off x="1386969" y="2761462"/>
              <a:ext cx="22014" cy="22011"/>
            </a:xfrm>
            <a:custGeom>
              <a:rect b="b" l="l" r="r" t="t"/>
              <a:pathLst>
                <a:path extrusionOk="0" h="1185" w="1185">
                  <a:moveTo>
                    <a:pt x="0" y="0"/>
                  </a:moveTo>
                  <a:lnTo>
                    <a:pt x="0" y="1184"/>
                  </a:lnTo>
                  <a:lnTo>
                    <a:pt x="1184" y="1184"/>
                  </a:lnTo>
                  <a:lnTo>
                    <a:pt x="1184"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5" name="Google Shape;4415;p53"/>
            <p:cNvSpPr/>
            <p:nvPr/>
          </p:nvSpPr>
          <p:spPr>
            <a:xfrm>
              <a:off x="1427301" y="2761462"/>
              <a:ext cx="21996" cy="22011"/>
            </a:xfrm>
            <a:custGeom>
              <a:rect b="b" l="l" r="r" t="t"/>
              <a:pathLst>
                <a:path extrusionOk="0" h="1185" w="1184">
                  <a:moveTo>
                    <a:pt x="0" y="0"/>
                  </a:moveTo>
                  <a:lnTo>
                    <a:pt x="0" y="1184"/>
                  </a:lnTo>
                  <a:lnTo>
                    <a:pt x="1184" y="1184"/>
                  </a:lnTo>
                  <a:lnTo>
                    <a:pt x="1184"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6" name="Google Shape;4416;p53"/>
            <p:cNvSpPr/>
            <p:nvPr/>
          </p:nvSpPr>
          <p:spPr>
            <a:xfrm>
              <a:off x="1185366" y="2796661"/>
              <a:ext cx="22014" cy="21993"/>
            </a:xfrm>
            <a:custGeom>
              <a:rect b="b" l="l" r="r" t="t"/>
              <a:pathLst>
                <a:path extrusionOk="0" h="1184" w="1185">
                  <a:moveTo>
                    <a:pt x="1" y="0"/>
                  </a:moveTo>
                  <a:lnTo>
                    <a:pt x="1" y="1184"/>
                  </a:lnTo>
                  <a:lnTo>
                    <a:pt x="1185" y="1184"/>
                  </a:lnTo>
                  <a:lnTo>
                    <a:pt x="118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7" name="Google Shape;4417;p53"/>
            <p:cNvSpPr/>
            <p:nvPr/>
          </p:nvSpPr>
          <p:spPr>
            <a:xfrm>
              <a:off x="1225698" y="2796661"/>
              <a:ext cx="21996" cy="21993"/>
            </a:xfrm>
            <a:custGeom>
              <a:rect b="b" l="l" r="r" t="t"/>
              <a:pathLst>
                <a:path extrusionOk="0" h="1184" w="1184">
                  <a:moveTo>
                    <a:pt x="1" y="0"/>
                  </a:moveTo>
                  <a:lnTo>
                    <a:pt x="1" y="1184"/>
                  </a:lnTo>
                  <a:lnTo>
                    <a:pt x="1183" y="1184"/>
                  </a:lnTo>
                  <a:lnTo>
                    <a:pt x="118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8" name="Google Shape;4418;p53"/>
            <p:cNvSpPr/>
            <p:nvPr/>
          </p:nvSpPr>
          <p:spPr>
            <a:xfrm>
              <a:off x="1266011" y="2796661"/>
              <a:ext cx="22014" cy="21993"/>
            </a:xfrm>
            <a:custGeom>
              <a:rect b="b" l="l" r="r" t="t"/>
              <a:pathLst>
                <a:path extrusionOk="0" h="1184" w="1185">
                  <a:moveTo>
                    <a:pt x="0" y="0"/>
                  </a:moveTo>
                  <a:lnTo>
                    <a:pt x="0" y="1184"/>
                  </a:lnTo>
                  <a:lnTo>
                    <a:pt x="1184" y="1184"/>
                  </a:lnTo>
                  <a:lnTo>
                    <a:pt x="1184"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9" name="Google Shape;4419;p53"/>
            <p:cNvSpPr/>
            <p:nvPr/>
          </p:nvSpPr>
          <p:spPr>
            <a:xfrm>
              <a:off x="1306324" y="2796661"/>
              <a:ext cx="22014" cy="21993"/>
            </a:xfrm>
            <a:custGeom>
              <a:rect b="b" l="l" r="r" t="t"/>
              <a:pathLst>
                <a:path extrusionOk="0" h="1184" w="1185">
                  <a:moveTo>
                    <a:pt x="1" y="0"/>
                  </a:moveTo>
                  <a:lnTo>
                    <a:pt x="1" y="1184"/>
                  </a:lnTo>
                  <a:lnTo>
                    <a:pt x="1185" y="1184"/>
                  </a:lnTo>
                  <a:lnTo>
                    <a:pt x="118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0" name="Google Shape;4420;p53"/>
            <p:cNvSpPr/>
            <p:nvPr/>
          </p:nvSpPr>
          <p:spPr>
            <a:xfrm>
              <a:off x="1346656" y="2796661"/>
              <a:ext cx="21996" cy="21993"/>
            </a:xfrm>
            <a:custGeom>
              <a:rect b="b" l="l" r="r" t="t"/>
              <a:pathLst>
                <a:path extrusionOk="0" h="1184" w="1184">
                  <a:moveTo>
                    <a:pt x="1" y="0"/>
                  </a:moveTo>
                  <a:lnTo>
                    <a:pt x="1" y="1184"/>
                  </a:lnTo>
                  <a:lnTo>
                    <a:pt x="1183" y="1184"/>
                  </a:lnTo>
                  <a:lnTo>
                    <a:pt x="118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1" name="Google Shape;4421;p53"/>
            <p:cNvSpPr/>
            <p:nvPr/>
          </p:nvSpPr>
          <p:spPr>
            <a:xfrm>
              <a:off x="1386969" y="2796661"/>
              <a:ext cx="22014" cy="21993"/>
            </a:xfrm>
            <a:custGeom>
              <a:rect b="b" l="l" r="r" t="t"/>
              <a:pathLst>
                <a:path extrusionOk="0" h="1184" w="1185">
                  <a:moveTo>
                    <a:pt x="0" y="0"/>
                  </a:moveTo>
                  <a:lnTo>
                    <a:pt x="0" y="1184"/>
                  </a:lnTo>
                  <a:lnTo>
                    <a:pt x="1184" y="1184"/>
                  </a:lnTo>
                  <a:lnTo>
                    <a:pt x="1184"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2" name="Google Shape;4422;p53"/>
            <p:cNvSpPr/>
            <p:nvPr/>
          </p:nvSpPr>
          <p:spPr>
            <a:xfrm>
              <a:off x="1225698" y="2835112"/>
              <a:ext cx="21996" cy="22011"/>
            </a:xfrm>
            <a:custGeom>
              <a:rect b="b" l="l" r="r" t="t"/>
              <a:pathLst>
                <a:path extrusionOk="0" h="1185" w="1184">
                  <a:moveTo>
                    <a:pt x="1" y="1"/>
                  </a:moveTo>
                  <a:lnTo>
                    <a:pt x="1" y="1185"/>
                  </a:lnTo>
                  <a:lnTo>
                    <a:pt x="1183" y="1185"/>
                  </a:lnTo>
                  <a:lnTo>
                    <a:pt x="1183"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3" name="Google Shape;4423;p53"/>
            <p:cNvSpPr/>
            <p:nvPr/>
          </p:nvSpPr>
          <p:spPr>
            <a:xfrm>
              <a:off x="1386969" y="2835112"/>
              <a:ext cx="22014" cy="22011"/>
            </a:xfrm>
            <a:custGeom>
              <a:rect b="b" l="l" r="r" t="t"/>
              <a:pathLst>
                <a:path extrusionOk="0" h="1185" w="1185">
                  <a:moveTo>
                    <a:pt x="0" y="1"/>
                  </a:moveTo>
                  <a:lnTo>
                    <a:pt x="0" y="1185"/>
                  </a:lnTo>
                  <a:lnTo>
                    <a:pt x="1184" y="1185"/>
                  </a:lnTo>
                  <a:lnTo>
                    <a:pt x="1184"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4" name="Google Shape;4424;p53"/>
            <p:cNvSpPr/>
            <p:nvPr/>
          </p:nvSpPr>
          <p:spPr>
            <a:xfrm>
              <a:off x="1427301" y="2796661"/>
              <a:ext cx="21996" cy="21993"/>
            </a:xfrm>
            <a:custGeom>
              <a:rect b="b" l="l" r="r" t="t"/>
              <a:pathLst>
                <a:path extrusionOk="0" h="1184" w="1184">
                  <a:moveTo>
                    <a:pt x="0" y="0"/>
                  </a:moveTo>
                  <a:lnTo>
                    <a:pt x="0" y="1184"/>
                  </a:lnTo>
                  <a:lnTo>
                    <a:pt x="1184" y="1184"/>
                  </a:lnTo>
                  <a:lnTo>
                    <a:pt x="1184"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25" name="Google Shape;4425;p53"/>
          <p:cNvGrpSpPr/>
          <p:nvPr/>
        </p:nvGrpSpPr>
        <p:grpSpPr>
          <a:xfrm>
            <a:off x="5526469" y="3431520"/>
            <a:ext cx="362619" cy="362642"/>
            <a:chOff x="5802785" y="3126070"/>
            <a:chExt cx="375265" cy="375289"/>
          </a:xfrm>
        </p:grpSpPr>
        <p:sp>
          <p:nvSpPr>
            <p:cNvPr id="4426" name="Google Shape;4426;p53"/>
            <p:cNvSpPr/>
            <p:nvPr/>
          </p:nvSpPr>
          <p:spPr>
            <a:xfrm>
              <a:off x="5802785" y="3126070"/>
              <a:ext cx="375265" cy="375289"/>
            </a:xfrm>
            <a:custGeom>
              <a:rect b="b" l="l" r="r" t="t"/>
              <a:pathLst>
                <a:path extrusionOk="0" h="20204" w="20200">
                  <a:moveTo>
                    <a:pt x="8860" y="3718"/>
                  </a:moveTo>
                  <a:cubicBezTo>
                    <a:pt x="11697" y="3718"/>
                    <a:pt x="14003" y="6025"/>
                    <a:pt x="14003" y="8861"/>
                  </a:cubicBezTo>
                  <a:cubicBezTo>
                    <a:pt x="14002" y="9164"/>
                    <a:pt x="13975" y="9467"/>
                    <a:pt x="13923" y="9768"/>
                  </a:cubicBezTo>
                  <a:lnTo>
                    <a:pt x="12479" y="8570"/>
                  </a:lnTo>
                  <a:lnTo>
                    <a:pt x="12524" y="12465"/>
                  </a:lnTo>
                  <a:cubicBezTo>
                    <a:pt x="11559" y="13449"/>
                    <a:pt x="10238" y="14003"/>
                    <a:pt x="8860" y="14003"/>
                  </a:cubicBezTo>
                  <a:cubicBezTo>
                    <a:pt x="6025" y="14003"/>
                    <a:pt x="3718" y="11697"/>
                    <a:pt x="3718" y="8861"/>
                  </a:cubicBezTo>
                  <a:cubicBezTo>
                    <a:pt x="3718" y="6025"/>
                    <a:pt x="6025" y="3718"/>
                    <a:pt x="8860" y="3718"/>
                  </a:cubicBezTo>
                  <a:close/>
                  <a:moveTo>
                    <a:pt x="8860" y="1187"/>
                  </a:moveTo>
                  <a:cubicBezTo>
                    <a:pt x="13092" y="1187"/>
                    <a:pt x="16534" y="4629"/>
                    <a:pt x="16534" y="8861"/>
                  </a:cubicBezTo>
                  <a:cubicBezTo>
                    <a:pt x="16535" y="9774"/>
                    <a:pt x="16371" y="10678"/>
                    <a:pt x="16053" y="11534"/>
                  </a:cubicBezTo>
                  <a:lnTo>
                    <a:pt x="14942" y="10613"/>
                  </a:lnTo>
                  <a:cubicBezTo>
                    <a:pt x="15107" y="10044"/>
                    <a:pt x="15190" y="9454"/>
                    <a:pt x="15189" y="8861"/>
                  </a:cubicBezTo>
                  <a:cubicBezTo>
                    <a:pt x="15189" y="5371"/>
                    <a:pt x="12350" y="2532"/>
                    <a:pt x="8860" y="2532"/>
                  </a:cubicBezTo>
                  <a:cubicBezTo>
                    <a:pt x="5371" y="2532"/>
                    <a:pt x="2531" y="5371"/>
                    <a:pt x="2531" y="8861"/>
                  </a:cubicBezTo>
                  <a:cubicBezTo>
                    <a:pt x="2531" y="12350"/>
                    <a:pt x="5371" y="15190"/>
                    <a:pt x="8860" y="15190"/>
                  </a:cubicBezTo>
                  <a:cubicBezTo>
                    <a:pt x="8862" y="15190"/>
                    <a:pt x="8865" y="15190"/>
                    <a:pt x="8867" y="15190"/>
                  </a:cubicBezTo>
                  <a:cubicBezTo>
                    <a:pt x="10186" y="15190"/>
                    <a:pt x="11470" y="14775"/>
                    <a:pt x="12542" y="14006"/>
                  </a:cubicBezTo>
                  <a:lnTo>
                    <a:pt x="12559" y="15583"/>
                  </a:lnTo>
                  <a:cubicBezTo>
                    <a:pt x="11430" y="16207"/>
                    <a:pt x="10160" y="16534"/>
                    <a:pt x="8870" y="16534"/>
                  </a:cubicBezTo>
                  <a:cubicBezTo>
                    <a:pt x="8867" y="16534"/>
                    <a:pt x="8864" y="16534"/>
                    <a:pt x="8861" y="16534"/>
                  </a:cubicBezTo>
                  <a:lnTo>
                    <a:pt x="8860" y="16535"/>
                  </a:lnTo>
                  <a:cubicBezTo>
                    <a:pt x="4629" y="16535"/>
                    <a:pt x="1187" y="13093"/>
                    <a:pt x="1187" y="8861"/>
                  </a:cubicBezTo>
                  <a:cubicBezTo>
                    <a:pt x="1187" y="4629"/>
                    <a:pt x="4629" y="1187"/>
                    <a:pt x="8860" y="1187"/>
                  </a:cubicBezTo>
                  <a:close/>
                  <a:moveTo>
                    <a:pt x="13694" y="11120"/>
                  </a:moveTo>
                  <a:lnTo>
                    <a:pt x="18011" y="14699"/>
                  </a:lnTo>
                  <a:lnTo>
                    <a:pt x="16443" y="15447"/>
                  </a:lnTo>
                  <a:lnTo>
                    <a:pt x="17704" y="18088"/>
                  </a:lnTo>
                  <a:lnTo>
                    <a:pt x="16585" y="18623"/>
                  </a:lnTo>
                  <a:lnTo>
                    <a:pt x="15326" y="15980"/>
                  </a:lnTo>
                  <a:lnTo>
                    <a:pt x="13758" y="16727"/>
                  </a:lnTo>
                  <a:lnTo>
                    <a:pt x="13694" y="11120"/>
                  </a:lnTo>
                  <a:close/>
                  <a:moveTo>
                    <a:pt x="8860" y="0"/>
                  </a:moveTo>
                  <a:cubicBezTo>
                    <a:pt x="6493" y="0"/>
                    <a:pt x="4269" y="921"/>
                    <a:pt x="2595" y="2595"/>
                  </a:cubicBezTo>
                  <a:cubicBezTo>
                    <a:pt x="920" y="4269"/>
                    <a:pt x="0" y="6493"/>
                    <a:pt x="0" y="8861"/>
                  </a:cubicBezTo>
                  <a:cubicBezTo>
                    <a:pt x="0" y="11228"/>
                    <a:pt x="921" y="13452"/>
                    <a:pt x="2595" y="15126"/>
                  </a:cubicBezTo>
                  <a:cubicBezTo>
                    <a:pt x="4269" y="16800"/>
                    <a:pt x="6493" y="17721"/>
                    <a:pt x="8860" y="17721"/>
                  </a:cubicBezTo>
                  <a:cubicBezTo>
                    <a:pt x="8867" y="17721"/>
                    <a:pt x="8873" y="17721"/>
                    <a:pt x="8880" y="17721"/>
                  </a:cubicBezTo>
                  <a:cubicBezTo>
                    <a:pt x="10156" y="17721"/>
                    <a:pt x="11416" y="17443"/>
                    <a:pt x="12574" y="16910"/>
                  </a:cubicBezTo>
                  <a:lnTo>
                    <a:pt x="12592" y="18597"/>
                  </a:lnTo>
                  <a:lnTo>
                    <a:pt x="14765" y="17563"/>
                  </a:lnTo>
                  <a:lnTo>
                    <a:pt x="16025" y="20204"/>
                  </a:lnTo>
                  <a:lnTo>
                    <a:pt x="19287" y="18650"/>
                  </a:lnTo>
                  <a:lnTo>
                    <a:pt x="18027" y="16007"/>
                  </a:lnTo>
                  <a:lnTo>
                    <a:pt x="20199" y="14971"/>
                  </a:lnTo>
                  <a:lnTo>
                    <a:pt x="17016" y="12333"/>
                  </a:lnTo>
                  <a:cubicBezTo>
                    <a:pt x="17482" y="11234"/>
                    <a:pt x="17722" y="10054"/>
                    <a:pt x="17721" y="8861"/>
                  </a:cubicBezTo>
                  <a:cubicBezTo>
                    <a:pt x="17721" y="6493"/>
                    <a:pt x="16800" y="4270"/>
                    <a:pt x="15126" y="2595"/>
                  </a:cubicBezTo>
                  <a:cubicBezTo>
                    <a:pt x="13452" y="921"/>
                    <a:pt x="11228" y="0"/>
                    <a:pt x="886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7" name="Google Shape;4427;p53"/>
            <p:cNvSpPr/>
            <p:nvPr/>
          </p:nvSpPr>
          <p:spPr>
            <a:xfrm>
              <a:off x="5922573" y="3217905"/>
              <a:ext cx="87890" cy="110317"/>
            </a:xfrm>
            <a:custGeom>
              <a:rect b="b" l="l" r="r" t="t"/>
              <a:pathLst>
                <a:path extrusionOk="0" h="5939" w="4731">
                  <a:moveTo>
                    <a:pt x="2352" y="1"/>
                  </a:moveTo>
                  <a:cubicBezTo>
                    <a:pt x="1060" y="1"/>
                    <a:pt x="2" y="1048"/>
                    <a:pt x="1" y="2351"/>
                  </a:cubicBezTo>
                  <a:lnTo>
                    <a:pt x="1187" y="2351"/>
                  </a:lnTo>
                  <a:cubicBezTo>
                    <a:pt x="1187" y="1705"/>
                    <a:pt x="1712" y="1187"/>
                    <a:pt x="2351" y="1187"/>
                  </a:cubicBezTo>
                  <a:cubicBezTo>
                    <a:pt x="2366" y="1187"/>
                    <a:pt x="2382" y="1187"/>
                    <a:pt x="2397" y="1188"/>
                  </a:cubicBezTo>
                  <a:cubicBezTo>
                    <a:pt x="3003" y="1213"/>
                    <a:pt x="3488" y="1699"/>
                    <a:pt x="3514" y="2305"/>
                  </a:cubicBezTo>
                  <a:cubicBezTo>
                    <a:pt x="3533" y="2721"/>
                    <a:pt x="3326" y="3114"/>
                    <a:pt x="2973" y="3335"/>
                  </a:cubicBezTo>
                  <a:cubicBezTo>
                    <a:pt x="2213" y="3817"/>
                    <a:pt x="1758" y="4656"/>
                    <a:pt x="1758" y="5579"/>
                  </a:cubicBezTo>
                  <a:lnTo>
                    <a:pt x="1758" y="5939"/>
                  </a:lnTo>
                  <a:lnTo>
                    <a:pt x="2945" y="5939"/>
                  </a:lnTo>
                  <a:lnTo>
                    <a:pt x="2945" y="5579"/>
                  </a:lnTo>
                  <a:cubicBezTo>
                    <a:pt x="2945" y="5073"/>
                    <a:pt x="3199" y="4597"/>
                    <a:pt x="3609" y="4337"/>
                  </a:cubicBezTo>
                  <a:cubicBezTo>
                    <a:pt x="4315" y="3887"/>
                    <a:pt x="4730" y="3098"/>
                    <a:pt x="4701" y="2260"/>
                  </a:cubicBezTo>
                  <a:cubicBezTo>
                    <a:pt x="4654" y="1040"/>
                    <a:pt x="3661" y="49"/>
                    <a:pt x="2442" y="3"/>
                  </a:cubicBezTo>
                  <a:lnTo>
                    <a:pt x="2443" y="3"/>
                  </a:lnTo>
                  <a:cubicBezTo>
                    <a:pt x="2413" y="1"/>
                    <a:pt x="2382" y="1"/>
                    <a:pt x="23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8" name="Google Shape;4428;p53"/>
            <p:cNvSpPr/>
            <p:nvPr/>
          </p:nvSpPr>
          <p:spPr>
            <a:xfrm>
              <a:off x="5955214" y="3341466"/>
              <a:ext cx="22051" cy="19745"/>
            </a:xfrm>
            <a:custGeom>
              <a:rect b="b" l="l" r="r" t="t"/>
              <a:pathLst>
                <a:path extrusionOk="0" h="1063" w="1187">
                  <a:moveTo>
                    <a:pt x="1" y="1"/>
                  </a:moveTo>
                  <a:lnTo>
                    <a:pt x="1" y="1062"/>
                  </a:lnTo>
                  <a:lnTo>
                    <a:pt x="1186" y="1062"/>
                  </a:lnTo>
                  <a:lnTo>
                    <a:pt x="118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29" name="Google Shape;4429;p53"/>
          <p:cNvGrpSpPr/>
          <p:nvPr/>
        </p:nvGrpSpPr>
        <p:grpSpPr>
          <a:xfrm>
            <a:off x="3274597" y="3427925"/>
            <a:ext cx="362601" cy="362660"/>
            <a:chOff x="5308401" y="3064494"/>
            <a:chExt cx="375247" cy="375308"/>
          </a:xfrm>
        </p:grpSpPr>
        <p:sp>
          <p:nvSpPr>
            <p:cNvPr id="4430" name="Google Shape;4430;p53"/>
            <p:cNvSpPr/>
            <p:nvPr/>
          </p:nvSpPr>
          <p:spPr>
            <a:xfrm>
              <a:off x="5308401" y="3064494"/>
              <a:ext cx="375247" cy="375308"/>
            </a:xfrm>
            <a:custGeom>
              <a:rect b="b" l="l" r="r" t="t"/>
              <a:pathLst>
                <a:path extrusionOk="0" h="20205" w="20199">
                  <a:moveTo>
                    <a:pt x="8860" y="3718"/>
                  </a:moveTo>
                  <a:cubicBezTo>
                    <a:pt x="11695" y="3718"/>
                    <a:pt x="14002" y="6025"/>
                    <a:pt x="14002" y="8860"/>
                  </a:cubicBezTo>
                  <a:cubicBezTo>
                    <a:pt x="14002" y="9165"/>
                    <a:pt x="13975" y="9468"/>
                    <a:pt x="13921" y="9768"/>
                  </a:cubicBezTo>
                  <a:lnTo>
                    <a:pt x="12479" y="8571"/>
                  </a:lnTo>
                  <a:lnTo>
                    <a:pt x="12522" y="12466"/>
                  </a:lnTo>
                  <a:cubicBezTo>
                    <a:pt x="11558" y="13450"/>
                    <a:pt x="10238" y="14004"/>
                    <a:pt x="8860" y="14004"/>
                  </a:cubicBezTo>
                  <a:cubicBezTo>
                    <a:pt x="6023" y="14004"/>
                    <a:pt x="3717" y="11696"/>
                    <a:pt x="3717" y="8860"/>
                  </a:cubicBezTo>
                  <a:cubicBezTo>
                    <a:pt x="3717" y="6025"/>
                    <a:pt x="6023" y="3718"/>
                    <a:pt x="8860" y="3718"/>
                  </a:cubicBezTo>
                  <a:close/>
                  <a:moveTo>
                    <a:pt x="8860" y="1186"/>
                  </a:moveTo>
                  <a:cubicBezTo>
                    <a:pt x="13091" y="1186"/>
                    <a:pt x="16533" y="4629"/>
                    <a:pt x="16533" y="8860"/>
                  </a:cubicBezTo>
                  <a:cubicBezTo>
                    <a:pt x="16534" y="9773"/>
                    <a:pt x="16371" y="10679"/>
                    <a:pt x="16052" y="11534"/>
                  </a:cubicBezTo>
                  <a:lnTo>
                    <a:pt x="14941" y="10613"/>
                  </a:lnTo>
                  <a:cubicBezTo>
                    <a:pt x="15105" y="10043"/>
                    <a:pt x="15189" y="9453"/>
                    <a:pt x="15189" y="8860"/>
                  </a:cubicBezTo>
                  <a:cubicBezTo>
                    <a:pt x="15189" y="5371"/>
                    <a:pt x="12349" y="2531"/>
                    <a:pt x="8860" y="2531"/>
                  </a:cubicBezTo>
                  <a:cubicBezTo>
                    <a:pt x="5369" y="2531"/>
                    <a:pt x="2530" y="5371"/>
                    <a:pt x="2530" y="8860"/>
                  </a:cubicBezTo>
                  <a:cubicBezTo>
                    <a:pt x="2530" y="12351"/>
                    <a:pt x="5369" y="15189"/>
                    <a:pt x="8859" y="15189"/>
                  </a:cubicBezTo>
                  <a:cubicBezTo>
                    <a:pt x="8861" y="15189"/>
                    <a:pt x="8863" y="15189"/>
                    <a:pt x="8866" y="15189"/>
                  </a:cubicBezTo>
                  <a:cubicBezTo>
                    <a:pt x="10185" y="15189"/>
                    <a:pt x="11470" y="14776"/>
                    <a:pt x="12540" y="14005"/>
                  </a:cubicBezTo>
                  <a:lnTo>
                    <a:pt x="12558" y="15582"/>
                  </a:lnTo>
                  <a:cubicBezTo>
                    <a:pt x="11429" y="16206"/>
                    <a:pt x="10160" y="16534"/>
                    <a:pt x="8869" y="16534"/>
                  </a:cubicBezTo>
                  <a:cubicBezTo>
                    <a:pt x="8866" y="16534"/>
                    <a:pt x="8863" y="16534"/>
                    <a:pt x="8860" y="16534"/>
                  </a:cubicBezTo>
                  <a:cubicBezTo>
                    <a:pt x="4627" y="16534"/>
                    <a:pt x="1186" y="13092"/>
                    <a:pt x="1186" y="8860"/>
                  </a:cubicBezTo>
                  <a:cubicBezTo>
                    <a:pt x="1186" y="4629"/>
                    <a:pt x="4627" y="1186"/>
                    <a:pt x="8860" y="1186"/>
                  </a:cubicBezTo>
                  <a:close/>
                  <a:moveTo>
                    <a:pt x="13693" y="11121"/>
                  </a:moveTo>
                  <a:lnTo>
                    <a:pt x="18009" y="14699"/>
                  </a:lnTo>
                  <a:lnTo>
                    <a:pt x="16442" y="15446"/>
                  </a:lnTo>
                  <a:lnTo>
                    <a:pt x="17705" y="18089"/>
                  </a:lnTo>
                  <a:lnTo>
                    <a:pt x="16585" y="18623"/>
                  </a:lnTo>
                  <a:lnTo>
                    <a:pt x="15325" y="15981"/>
                  </a:lnTo>
                  <a:lnTo>
                    <a:pt x="13757" y="16727"/>
                  </a:lnTo>
                  <a:lnTo>
                    <a:pt x="13693" y="11121"/>
                  </a:lnTo>
                  <a:close/>
                  <a:moveTo>
                    <a:pt x="8860" y="1"/>
                  </a:moveTo>
                  <a:cubicBezTo>
                    <a:pt x="6494" y="1"/>
                    <a:pt x="4269" y="922"/>
                    <a:pt x="2595" y="2596"/>
                  </a:cubicBezTo>
                  <a:cubicBezTo>
                    <a:pt x="920" y="4269"/>
                    <a:pt x="0" y="6494"/>
                    <a:pt x="0" y="8862"/>
                  </a:cubicBezTo>
                  <a:cubicBezTo>
                    <a:pt x="0" y="11228"/>
                    <a:pt x="922" y="13453"/>
                    <a:pt x="2595" y="15126"/>
                  </a:cubicBezTo>
                  <a:cubicBezTo>
                    <a:pt x="4269" y="16800"/>
                    <a:pt x="6494" y="17721"/>
                    <a:pt x="8860" y="17721"/>
                  </a:cubicBezTo>
                  <a:cubicBezTo>
                    <a:pt x="8867" y="17721"/>
                    <a:pt x="8874" y="17721"/>
                    <a:pt x="8881" y="17721"/>
                  </a:cubicBezTo>
                  <a:cubicBezTo>
                    <a:pt x="10156" y="17721"/>
                    <a:pt x="11416" y="17444"/>
                    <a:pt x="12575" y="16911"/>
                  </a:cubicBezTo>
                  <a:lnTo>
                    <a:pt x="12593" y="18598"/>
                  </a:lnTo>
                  <a:lnTo>
                    <a:pt x="14765" y="17563"/>
                  </a:lnTo>
                  <a:lnTo>
                    <a:pt x="16025" y="20204"/>
                  </a:lnTo>
                  <a:lnTo>
                    <a:pt x="19286" y="18649"/>
                  </a:lnTo>
                  <a:lnTo>
                    <a:pt x="18026" y="16007"/>
                  </a:lnTo>
                  <a:lnTo>
                    <a:pt x="20198" y="14971"/>
                  </a:lnTo>
                  <a:lnTo>
                    <a:pt x="17015" y="12333"/>
                  </a:lnTo>
                  <a:cubicBezTo>
                    <a:pt x="17482" y="11234"/>
                    <a:pt x="17721" y="10053"/>
                    <a:pt x="17720" y="8862"/>
                  </a:cubicBezTo>
                  <a:cubicBezTo>
                    <a:pt x="17720" y="6494"/>
                    <a:pt x="16799" y="4271"/>
                    <a:pt x="15126" y="2596"/>
                  </a:cubicBezTo>
                  <a:cubicBezTo>
                    <a:pt x="13453" y="922"/>
                    <a:pt x="11227" y="1"/>
                    <a:pt x="886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1" name="Google Shape;4431;p53"/>
            <p:cNvSpPr/>
            <p:nvPr/>
          </p:nvSpPr>
          <p:spPr>
            <a:xfrm>
              <a:off x="5460811" y="3279890"/>
              <a:ext cx="22070" cy="19745"/>
            </a:xfrm>
            <a:custGeom>
              <a:rect b="b" l="l" r="r" t="t"/>
              <a:pathLst>
                <a:path extrusionOk="0" h="1063" w="1188">
                  <a:moveTo>
                    <a:pt x="1" y="1"/>
                  </a:moveTo>
                  <a:lnTo>
                    <a:pt x="1" y="1063"/>
                  </a:lnTo>
                  <a:lnTo>
                    <a:pt x="1188" y="1063"/>
                  </a:lnTo>
                  <a:lnTo>
                    <a:pt x="1188"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2" name="Google Shape;4432;p53"/>
            <p:cNvSpPr/>
            <p:nvPr/>
          </p:nvSpPr>
          <p:spPr>
            <a:xfrm>
              <a:off x="5460811" y="3161957"/>
              <a:ext cx="22070" cy="99766"/>
            </a:xfrm>
            <a:custGeom>
              <a:rect b="b" l="l" r="r" t="t"/>
              <a:pathLst>
                <a:path extrusionOk="0" h="5371" w="1188">
                  <a:moveTo>
                    <a:pt x="1" y="0"/>
                  </a:moveTo>
                  <a:lnTo>
                    <a:pt x="1" y="5371"/>
                  </a:lnTo>
                  <a:lnTo>
                    <a:pt x="1188" y="5371"/>
                  </a:lnTo>
                  <a:lnTo>
                    <a:pt x="1188"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433" name="Google Shape;4433;p53"/>
          <p:cNvSpPr/>
          <p:nvPr/>
        </p:nvSpPr>
        <p:spPr>
          <a:xfrm>
            <a:off x="2510649" y="3431634"/>
            <a:ext cx="362766" cy="362285"/>
          </a:xfrm>
          <a:custGeom>
            <a:rect b="b" l="l" r="r" t="t"/>
            <a:pathLst>
              <a:path extrusionOk="0" h="20183" w="20207">
                <a:moveTo>
                  <a:pt x="10104" y="1289"/>
                </a:moveTo>
                <a:lnTo>
                  <a:pt x="18265" y="4784"/>
                </a:lnTo>
                <a:lnTo>
                  <a:pt x="14734" y="6295"/>
                </a:lnTo>
                <a:lnTo>
                  <a:pt x="5473" y="6295"/>
                </a:lnTo>
                <a:lnTo>
                  <a:pt x="1942" y="4784"/>
                </a:lnTo>
                <a:lnTo>
                  <a:pt x="10104" y="1289"/>
                </a:lnTo>
                <a:close/>
                <a:moveTo>
                  <a:pt x="14086" y="7480"/>
                </a:moveTo>
                <a:lnTo>
                  <a:pt x="14086" y="10095"/>
                </a:lnTo>
                <a:lnTo>
                  <a:pt x="5945" y="10095"/>
                </a:lnTo>
                <a:lnTo>
                  <a:pt x="5945" y="7480"/>
                </a:lnTo>
                <a:close/>
                <a:moveTo>
                  <a:pt x="7808" y="11279"/>
                </a:moveTo>
                <a:cubicBezTo>
                  <a:pt x="7681" y="11983"/>
                  <a:pt x="7606" y="12695"/>
                  <a:pt x="7584" y="13411"/>
                </a:cubicBezTo>
                <a:lnTo>
                  <a:pt x="5141" y="13411"/>
                </a:lnTo>
                <a:cubicBezTo>
                  <a:pt x="5233" y="12649"/>
                  <a:pt x="5497" y="11921"/>
                  <a:pt x="5916" y="11279"/>
                </a:cubicBezTo>
                <a:close/>
                <a:moveTo>
                  <a:pt x="11193" y="11279"/>
                </a:moveTo>
                <a:cubicBezTo>
                  <a:pt x="11326" y="11925"/>
                  <a:pt x="11409" y="12649"/>
                  <a:pt x="11438" y="13411"/>
                </a:cubicBezTo>
                <a:lnTo>
                  <a:pt x="8767" y="13411"/>
                </a:lnTo>
                <a:cubicBezTo>
                  <a:pt x="8795" y="12649"/>
                  <a:pt x="8879" y="11925"/>
                  <a:pt x="9013" y="11279"/>
                </a:cubicBezTo>
                <a:close/>
                <a:moveTo>
                  <a:pt x="14291" y="11279"/>
                </a:moveTo>
                <a:cubicBezTo>
                  <a:pt x="14710" y="11921"/>
                  <a:pt x="14975" y="12649"/>
                  <a:pt x="15066" y="13411"/>
                </a:cubicBezTo>
                <a:lnTo>
                  <a:pt x="12623" y="13411"/>
                </a:lnTo>
                <a:cubicBezTo>
                  <a:pt x="12601" y="12695"/>
                  <a:pt x="12526" y="11983"/>
                  <a:pt x="12399" y="11279"/>
                </a:cubicBezTo>
                <a:close/>
                <a:moveTo>
                  <a:pt x="7583" y="14595"/>
                </a:moveTo>
                <a:cubicBezTo>
                  <a:pt x="7630" y="15929"/>
                  <a:pt x="7835" y="17175"/>
                  <a:pt x="8172" y="18148"/>
                </a:cubicBezTo>
                <a:cubicBezTo>
                  <a:pt x="8242" y="18350"/>
                  <a:pt x="8316" y="18532"/>
                  <a:pt x="8390" y="18697"/>
                </a:cubicBezTo>
                <a:cubicBezTo>
                  <a:pt x="6655" y="18061"/>
                  <a:pt x="5367" y="16489"/>
                  <a:pt x="5141" y="14595"/>
                </a:cubicBezTo>
                <a:close/>
                <a:moveTo>
                  <a:pt x="15064" y="14595"/>
                </a:moveTo>
                <a:cubicBezTo>
                  <a:pt x="14840" y="16489"/>
                  <a:pt x="13552" y="18061"/>
                  <a:pt x="11815" y="18697"/>
                </a:cubicBezTo>
                <a:cubicBezTo>
                  <a:pt x="11890" y="18532"/>
                  <a:pt x="11963" y="18350"/>
                  <a:pt x="12033" y="18148"/>
                </a:cubicBezTo>
                <a:cubicBezTo>
                  <a:pt x="12371" y="17175"/>
                  <a:pt x="12577" y="15929"/>
                  <a:pt x="12623" y="14595"/>
                </a:cubicBezTo>
                <a:close/>
                <a:moveTo>
                  <a:pt x="11439" y="14595"/>
                </a:moveTo>
                <a:cubicBezTo>
                  <a:pt x="11394" y="15796"/>
                  <a:pt x="11212" y="16904"/>
                  <a:pt x="10915" y="17760"/>
                </a:cubicBezTo>
                <a:cubicBezTo>
                  <a:pt x="10564" y="18772"/>
                  <a:pt x="10203" y="18999"/>
                  <a:pt x="10104" y="18999"/>
                </a:cubicBezTo>
                <a:cubicBezTo>
                  <a:pt x="10004" y="18999"/>
                  <a:pt x="9643" y="18772"/>
                  <a:pt x="9292" y="17760"/>
                </a:cubicBezTo>
                <a:cubicBezTo>
                  <a:pt x="8995" y="16904"/>
                  <a:pt x="8813" y="15796"/>
                  <a:pt x="8768" y="14595"/>
                </a:cubicBezTo>
                <a:close/>
                <a:moveTo>
                  <a:pt x="10104" y="0"/>
                </a:moveTo>
                <a:lnTo>
                  <a:pt x="1" y="4327"/>
                </a:lnTo>
                <a:lnTo>
                  <a:pt x="1" y="5241"/>
                </a:lnTo>
                <a:lnTo>
                  <a:pt x="4761" y="7279"/>
                </a:lnTo>
                <a:lnTo>
                  <a:pt x="4761" y="10901"/>
                </a:lnTo>
                <a:cubicBezTo>
                  <a:pt x="4211" y="11841"/>
                  <a:pt x="3923" y="12912"/>
                  <a:pt x="3925" y="14002"/>
                </a:cubicBezTo>
                <a:cubicBezTo>
                  <a:pt x="3925" y="17410"/>
                  <a:pt x="6697" y="20183"/>
                  <a:pt x="10104" y="20183"/>
                </a:cubicBezTo>
                <a:cubicBezTo>
                  <a:pt x="13513" y="20183"/>
                  <a:pt x="16284" y="17410"/>
                  <a:pt x="16284" y="14002"/>
                </a:cubicBezTo>
                <a:cubicBezTo>
                  <a:pt x="16285" y="12798"/>
                  <a:pt x="15933" y="11620"/>
                  <a:pt x="15270" y="10616"/>
                </a:cubicBezTo>
                <a:lnTo>
                  <a:pt x="15270" y="7355"/>
                </a:lnTo>
                <a:lnTo>
                  <a:pt x="17571" y="6370"/>
                </a:lnTo>
                <a:lnTo>
                  <a:pt x="17571" y="10280"/>
                </a:lnTo>
                <a:lnTo>
                  <a:pt x="18755" y="10280"/>
                </a:lnTo>
                <a:lnTo>
                  <a:pt x="18755" y="5862"/>
                </a:lnTo>
                <a:lnTo>
                  <a:pt x="20206" y="5241"/>
                </a:lnTo>
                <a:lnTo>
                  <a:pt x="20206" y="4327"/>
                </a:lnTo>
                <a:lnTo>
                  <a:pt x="10104"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4" name="Google Shape;4434;p53"/>
          <p:cNvSpPr/>
          <p:nvPr/>
        </p:nvSpPr>
        <p:spPr>
          <a:xfrm>
            <a:off x="1758469" y="3483101"/>
            <a:ext cx="362730" cy="257995"/>
          </a:xfrm>
          <a:custGeom>
            <a:rect b="b" l="l" r="r" t="t"/>
            <a:pathLst>
              <a:path extrusionOk="0" h="14373" w="20205">
                <a:moveTo>
                  <a:pt x="15173" y="1184"/>
                </a:moveTo>
                <a:lnTo>
                  <a:pt x="15173" y="4333"/>
                </a:lnTo>
                <a:lnTo>
                  <a:pt x="12224" y="4333"/>
                </a:lnTo>
                <a:lnTo>
                  <a:pt x="10336" y="2767"/>
                </a:lnTo>
                <a:lnTo>
                  <a:pt x="10352" y="4333"/>
                </a:lnTo>
                <a:lnTo>
                  <a:pt x="1183" y="4333"/>
                </a:lnTo>
                <a:lnTo>
                  <a:pt x="1183" y="1184"/>
                </a:lnTo>
                <a:close/>
                <a:moveTo>
                  <a:pt x="19020" y="1184"/>
                </a:moveTo>
                <a:lnTo>
                  <a:pt x="19020" y="4333"/>
                </a:lnTo>
                <a:lnTo>
                  <a:pt x="16357" y="4333"/>
                </a:lnTo>
                <a:lnTo>
                  <a:pt x="16357" y="1184"/>
                </a:lnTo>
                <a:close/>
                <a:moveTo>
                  <a:pt x="11548" y="5311"/>
                </a:moveTo>
                <a:lnTo>
                  <a:pt x="15854" y="8881"/>
                </a:lnTo>
                <a:lnTo>
                  <a:pt x="14291" y="9626"/>
                </a:lnTo>
                <a:lnTo>
                  <a:pt x="15548" y="12263"/>
                </a:lnTo>
                <a:lnTo>
                  <a:pt x="14431" y="12794"/>
                </a:lnTo>
                <a:lnTo>
                  <a:pt x="13174" y="10159"/>
                </a:lnTo>
                <a:lnTo>
                  <a:pt x="11611" y="10904"/>
                </a:lnTo>
                <a:lnTo>
                  <a:pt x="11548" y="5311"/>
                </a:lnTo>
                <a:close/>
                <a:moveTo>
                  <a:pt x="1" y="0"/>
                </a:moveTo>
                <a:lnTo>
                  <a:pt x="1" y="5517"/>
                </a:lnTo>
                <a:lnTo>
                  <a:pt x="10365" y="5517"/>
                </a:lnTo>
                <a:lnTo>
                  <a:pt x="10448" y="12770"/>
                </a:lnTo>
                <a:lnTo>
                  <a:pt x="12615" y="11737"/>
                </a:lnTo>
                <a:lnTo>
                  <a:pt x="13873" y="14372"/>
                </a:lnTo>
                <a:lnTo>
                  <a:pt x="17126" y="12821"/>
                </a:lnTo>
                <a:lnTo>
                  <a:pt x="15869" y="10186"/>
                </a:lnTo>
                <a:lnTo>
                  <a:pt x="18035" y="9153"/>
                </a:lnTo>
                <a:lnTo>
                  <a:pt x="13652" y="5517"/>
                </a:lnTo>
                <a:lnTo>
                  <a:pt x="20204" y="5517"/>
                </a:lnTo>
                <a:lnTo>
                  <a:pt x="20204"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435" name="Google Shape;4435;p53"/>
          <p:cNvGrpSpPr/>
          <p:nvPr/>
        </p:nvGrpSpPr>
        <p:grpSpPr>
          <a:xfrm>
            <a:off x="994015" y="3447160"/>
            <a:ext cx="362709" cy="324411"/>
            <a:chOff x="3852891" y="3033047"/>
            <a:chExt cx="375358" cy="335725"/>
          </a:xfrm>
        </p:grpSpPr>
        <p:sp>
          <p:nvSpPr>
            <p:cNvPr id="4436" name="Google Shape;4436;p53"/>
            <p:cNvSpPr/>
            <p:nvPr/>
          </p:nvSpPr>
          <p:spPr>
            <a:xfrm>
              <a:off x="3852891" y="3033047"/>
              <a:ext cx="375358" cy="335725"/>
            </a:xfrm>
            <a:custGeom>
              <a:rect b="b" l="l" r="r" t="t"/>
              <a:pathLst>
                <a:path extrusionOk="0" h="18074" w="20205">
                  <a:moveTo>
                    <a:pt x="8905" y="1185"/>
                  </a:moveTo>
                  <a:lnTo>
                    <a:pt x="8905" y="2558"/>
                  </a:lnTo>
                  <a:lnTo>
                    <a:pt x="6958" y="2558"/>
                  </a:lnTo>
                  <a:lnTo>
                    <a:pt x="6958" y="1185"/>
                  </a:lnTo>
                  <a:close/>
                  <a:moveTo>
                    <a:pt x="9419" y="7436"/>
                  </a:moveTo>
                  <a:cubicBezTo>
                    <a:pt x="9419" y="7436"/>
                    <a:pt x="9419" y="7436"/>
                    <a:pt x="9419" y="7436"/>
                  </a:cubicBezTo>
                  <a:lnTo>
                    <a:pt x="9419" y="7436"/>
                  </a:lnTo>
                  <a:cubicBezTo>
                    <a:pt x="9420" y="7436"/>
                    <a:pt x="9420" y="7436"/>
                    <a:pt x="9420" y="7436"/>
                  </a:cubicBezTo>
                  <a:close/>
                  <a:moveTo>
                    <a:pt x="8905" y="3742"/>
                  </a:moveTo>
                  <a:lnTo>
                    <a:pt x="8905" y="5749"/>
                  </a:lnTo>
                  <a:lnTo>
                    <a:pt x="9248" y="5907"/>
                  </a:lnTo>
                  <a:cubicBezTo>
                    <a:pt x="10059" y="6283"/>
                    <a:pt x="10673" y="6985"/>
                    <a:pt x="10938" y="7837"/>
                  </a:cubicBezTo>
                  <a:cubicBezTo>
                    <a:pt x="10580" y="7626"/>
                    <a:pt x="10121" y="7436"/>
                    <a:pt x="9419" y="7436"/>
                  </a:cubicBezTo>
                  <a:lnTo>
                    <a:pt x="9419" y="7436"/>
                  </a:lnTo>
                  <a:cubicBezTo>
                    <a:pt x="8470" y="7436"/>
                    <a:pt x="7963" y="7784"/>
                    <a:pt x="7554" y="8063"/>
                  </a:cubicBezTo>
                  <a:cubicBezTo>
                    <a:pt x="7197" y="8306"/>
                    <a:pt x="6939" y="8482"/>
                    <a:pt x="6356" y="8482"/>
                  </a:cubicBezTo>
                  <a:cubicBezTo>
                    <a:pt x="5773" y="8482"/>
                    <a:pt x="5516" y="8306"/>
                    <a:pt x="5159" y="8063"/>
                  </a:cubicBezTo>
                  <a:cubicBezTo>
                    <a:pt x="5078" y="8009"/>
                    <a:pt x="4995" y="7951"/>
                    <a:pt x="4907" y="7896"/>
                  </a:cubicBezTo>
                  <a:cubicBezTo>
                    <a:pt x="5160" y="7016"/>
                    <a:pt x="5783" y="6292"/>
                    <a:pt x="6613" y="5907"/>
                  </a:cubicBezTo>
                  <a:lnTo>
                    <a:pt x="6958" y="5749"/>
                  </a:lnTo>
                  <a:lnTo>
                    <a:pt x="6958" y="3742"/>
                  </a:lnTo>
                  <a:close/>
                  <a:moveTo>
                    <a:pt x="9420" y="8620"/>
                  </a:moveTo>
                  <a:cubicBezTo>
                    <a:pt x="10001" y="8620"/>
                    <a:pt x="10259" y="8796"/>
                    <a:pt x="10617" y="9041"/>
                  </a:cubicBezTo>
                  <a:cubicBezTo>
                    <a:pt x="10743" y="9127"/>
                    <a:pt x="10879" y="9220"/>
                    <a:pt x="11034" y="9306"/>
                  </a:cubicBezTo>
                  <a:lnTo>
                    <a:pt x="11034" y="9306"/>
                  </a:lnTo>
                  <a:cubicBezTo>
                    <a:pt x="10778" y="10787"/>
                    <a:pt x="9485" y="11918"/>
                    <a:pt x="7931" y="11918"/>
                  </a:cubicBezTo>
                  <a:cubicBezTo>
                    <a:pt x="6361" y="11918"/>
                    <a:pt x="5054" y="10761"/>
                    <a:pt x="4820" y="9256"/>
                  </a:cubicBezTo>
                  <a:lnTo>
                    <a:pt x="4820" y="9256"/>
                  </a:lnTo>
                  <a:cubicBezTo>
                    <a:pt x="5180" y="9471"/>
                    <a:pt x="5644" y="9666"/>
                    <a:pt x="6356" y="9666"/>
                  </a:cubicBezTo>
                  <a:cubicBezTo>
                    <a:pt x="7304" y="9666"/>
                    <a:pt x="7814" y="9320"/>
                    <a:pt x="8221" y="9041"/>
                  </a:cubicBezTo>
                  <a:cubicBezTo>
                    <a:pt x="8579" y="8797"/>
                    <a:pt x="8838" y="8620"/>
                    <a:pt x="9420" y="8620"/>
                  </a:cubicBezTo>
                  <a:close/>
                  <a:moveTo>
                    <a:pt x="17818" y="5119"/>
                  </a:moveTo>
                  <a:lnTo>
                    <a:pt x="17818" y="14192"/>
                  </a:lnTo>
                  <a:lnTo>
                    <a:pt x="2370" y="14192"/>
                  </a:lnTo>
                  <a:lnTo>
                    <a:pt x="2370" y="5119"/>
                  </a:lnTo>
                  <a:lnTo>
                    <a:pt x="5596" y="5119"/>
                  </a:lnTo>
                  <a:cubicBezTo>
                    <a:pt x="4366" y="5908"/>
                    <a:pt x="3599" y="7284"/>
                    <a:pt x="3599" y="8768"/>
                  </a:cubicBezTo>
                  <a:cubicBezTo>
                    <a:pt x="3599" y="11156"/>
                    <a:pt x="5543" y="13102"/>
                    <a:pt x="7931" y="13102"/>
                  </a:cubicBezTo>
                  <a:cubicBezTo>
                    <a:pt x="10320" y="13102"/>
                    <a:pt x="12264" y="11158"/>
                    <a:pt x="12264" y="8768"/>
                  </a:cubicBezTo>
                  <a:cubicBezTo>
                    <a:pt x="12264" y="7284"/>
                    <a:pt x="11497" y="5908"/>
                    <a:pt x="10267" y="5119"/>
                  </a:cubicBezTo>
                  <a:close/>
                  <a:moveTo>
                    <a:pt x="19020" y="15376"/>
                  </a:moveTo>
                  <a:lnTo>
                    <a:pt x="19020" y="16134"/>
                  </a:lnTo>
                  <a:cubicBezTo>
                    <a:pt x="19020" y="16551"/>
                    <a:pt x="18681" y="16890"/>
                    <a:pt x="18265" y="16890"/>
                  </a:cubicBezTo>
                  <a:lnTo>
                    <a:pt x="1940" y="16890"/>
                  </a:lnTo>
                  <a:cubicBezTo>
                    <a:pt x="1522" y="16890"/>
                    <a:pt x="1184" y="16551"/>
                    <a:pt x="1183" y="16134"/>
                  </a:cubicBezTo>
                  <a:lnTo>
                    <a:pt x="1183" y="15376"/>
                  </a:lnTo>
                  <a:close/>
                  <a:moveTo>
                    <a:pt x="5774" y="1"/>
                  </a:moveTo>
                  <a:lnTo>
                    <a:pt x="5774" y="3935"/>
                  </a:lnTo>
                  <a:lnTo>
                    <a:pt x="1186" y="3935"/>
                  </a:lnTo>
                  <a:lnTo>
                    <a:pt x="1186" y="14192"/>
                  </a:lnTo>
                  <a:lnTo>
                    <a:pt x="1" y="14192"/>
                  </a:lnTo>
                  <a:lnTo>
                    <a:pt x="1" y="16134"/>
                  </a:lnTo>
                  <a:cubicBezTo>
                    <a:pt x="1" y="17205"/>
                    <a:pt x="869" y="18072"/>
                    <a:pt x="1940" y="18074"/>
                  </a:cubicBezTo>
                  <a:lnTo>
                    <a:pt x="18265" y="18074"/>
                  </a:lnTo>
                  <a:cubicBezTo>
                    <a:pt x="19335" y="18072"/>
                    <a:pt x="20203" y="17205"/>
                    <a:pt x="20204" y="16134"/>
                  </a:cubicBezTo>
                  <a:lnTo>
                    <a:pt x="20204" y="14192"/>
                  </a:lnTo>
                  <a:lnTo>
                    <a:pt x="19002" y="14192"/>
                  </a:lnTo>
                  <a:lnTo>
                    <a:pt x="19002" y="3935"/>
                  </a:lnTo>
                  <a:lnTo>
                    <a:pt x="10089" y="3935"/>
                  </a:lnTo>
                  <a:lnTo>
                    <a:pt x="1008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7" name="Google Shape;4437;p53"/>
            <p:cNvSpPr/>
            <p:nvPr/>
          </p:nvSpPr>
          <p:spPr>
            <a:xfrm>
              <a:off x="4105043" y="3158521"/>
              <a:ext cx="56494" cy="21993"/>
            </a:xfrm>
            <a:custGeom>
              <a:rect b="b" l="l" r="r" t="t"/>
              <a:pathLst>
                <a:path extrusionOk="0" h="1184" w="3041">
                  <a:moveTo>
                    <a:pt x="1" y="0"/>
                  </a:moveTo>
                  <a:lnTo>
                    <a:pt x="1" y="1184"/>
                  </a:lnTo>
                  <a:lnTo>
                    <a:pt x="3040" y="1184"/>
                  </a:lnTo>
                  <a:lnTo>
                    <a:pt x="304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8" name="Google Shape;4438;p53"/>
            <p:cNvSpPr/>
            <p:nvPr/>
          </p:nvSpPr>
          <p:spPr>
            <a:xfrm>
              <a:off x="4105043" y="3201392"/>
              <a:ext cx="56494" cy="22011"/>
            </a:xfrm>
            <a:custGeom>
              <a:rect b="b" l="l" r="r" t="t"/>
              <a:pathLst>
                <a:path extrusionOk="0" h="1185" w="3041">
                  <a:moveTo>
                    <a:pt x="1" y="0"/>
                  </a:moveTo>
                  <a:lnTo>
                    <a:pt x="1" y="1184"/>
                  </a:lnTo>
                  <a:lnTo>
                    <a:pt x="3040" y="1184"/>
                  </a:lnTo>
                  <a:lnTo>
                    <a:pt x="304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9" name="Google Shape;4439;p53"/>
            <p:cNvSpPr/>
            <p:nvPr/>
          </p:nvSpPr>
          <p:spPr>
            <a:xfrm>
              <a:off x="4105043" y="3244263"/>
              <a:ext cx="56494" cy="22011"/>
            </a:xfrm>
            <a:custGeom>
              <a:rect b="b" l="l" r="r" t="t"/>
              <a:pathLst>
                <a:path extrusionOk="0" h="1185" w="3041">
                  <a:moveTo>
                    <a:pt x="1" y="0"/>
                  </a:moveTo>
                  <a:lnTo>
                    <a:pt x="1" y="1184"/>
                  </a:lnTo>
                  <a:lnTo>
                    <a:pt x="3040" y="1184"/>
                  </a:lnTo>
                  <a:lnTo>
                    <a:pt x="304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40" name="Google Shape;4440;p53"/>
          <p:cNvGrpSpPr/>
          <p:nvPr/>
        </p:nvGrpSpPr>
        <p:grpSpPr>
          <a:xfrm>
            <a:off x="7786348" y="2923233"/>
            <a:ext cx="362691" cy="267674"/>
            <a:chOff x="3435046" y="3034626"/>
            <a:chExt cx="375340" cy="277009"/>
          </a:xfrm>
        </p:grpSpPr>
        <p:sp>
          <p:nvSpPr>
            <p:cNvPr id="4441" name="Google Shape;4441;p53"/>
            <p:cNvSpPr/>
            <p:nvPr/>
          </p:nvSpPr>
          <p:spPr>
            <a:xfrm>
              <a:off x="3435046" y="3121408"/>
              <a:ext cx="375340" cy="190227"/>
            </a:xfrm>
            <a:custGeom>
              <a:rect b="b" l="l" r="r" t="t"/>
              <a:pathLst>
                <a:path extrusionOk="0" h="10241" w="20204">
                  <a:moveTo>
                    <a:pt x="9608" y="2059"/>
                  </a:moveTo>
                  <a:cubicBezTo>
                    <a:pt x="8725" y="3470"/>
                    <a:pt x="8725" y="5263"/>
                    <a:pt x="9608" y="6676"/>
                  </a:cubicBezTo>
                  <a:lnTo>
                    <a:pt x="1183" y="6676"/>
                  </a:lnTo>
                  <a:lnTo>
                    <a:pt x="1184" y="2059"/>
                  </a:lnTo>
                  <a:close/>
                  <a:moveTo>
                    <a:pt x="19020" y="2059"/>
                  </a:moveTo>
                  <a:lnTo>
                    <a:pt x="19020" y="6676"/>
                  </a:lnTo>
                  <a:lnTo>
                    <a:pt x="17016" y="6676"/>
                  </a:lnTo>
                  <a:cubicBezTo>
                    <a:pt x="17898" y="5263"/>
                    <a:pt x="17898" y="3470"/>
                    <a:pt x="17016" y="2059"/>
                  </a:cubicBezTo>
                  <a:close/>
                  <a:moveTo>
                    <a:pt x="13312" y="1184"/>
                  </a:moveTo>
                  <a:cubicBezTo>
                    <a:pt x="15066" y="1184"/>
                    <a:pt x="16495" y="2612"/>
                    <a:pt x="16495" y="4367"/>
                  </a:cubicBezTo>
                  <a:cubicBezTo>
                    <a:pt x="16495" y="6122"/>
                    <a:pt x="15066" y="7549"/>
                    <a:pt x="13312" y="7549"/>
                  </a:cubicBezTo>
                  <a:cubicBezTo>
                    <a:pt x="11558" y="7549"/>
                    <a:pt x="10129" y="6122"/>
                    <a:pt x="10129" y="4367"/>
                  </a:cubicBezTo>
                  <a:cubicBezTo>
                    <a:pt x="10129" y="2612"/>
                    <a:pt x="11558" y="1184"/>
                    <a:pt x="13312" y="1184"/>
                  </a:cubicBezTo>
                  <a:close/>
                  <a:moveTo>
                    <a:pt x="4803" y="7860"/>
                  </a:moveTo>
                  <a:lnTo>
                    <a:pt x="4805" y="9056"/>
                  </a:lnTo>
                  <a:lnTo>
                    <a:pt x="2495" y="9056"/>
                  </a:lnTo>
                  <a:lnTo>
                    <a:pt x="2495" y="7860"/>
                  </a:lnTo>
                  <a:close/>
                  <a:moveTo>
                    <a:pt x="17707" y="7860"/>
                  </a:moveTo>
                  <a:lnTo>
                    <a:pt x="17707" y="9056"/>
                  </a:lnTo>
                  <a:lnTo>
                    <a:pt x="15399" y="9056"/>
                  </a:lnTo>
                  <a:lnTo>
                    <a:pt x="15399" y="8202"/>
                  </a:lnTo>
                  <a:cubicBezTo>
                    <a:pt x="15584" y="8100"/>
                    <a:pt x="15762" y="7987"/>
                    <a:pt x="15931" y="7860"/>
                  </a:cubicBezTo>
                  <a:close/>
                  <a:moveTo>
                    <a:pt x="13312" y="1"/>
                  </a:moveTo>
                  <a:cubicBezTo>
                    <a:pt x="12390" y="1"/>
                    <a:pt x="11469" y="292"/>
                    <a:pt x="10693" y="875"/>
                  </a:cubicBezTo>
                  <a:lnTo>
                    <a:pt x="0" y="875"/>
                  </a:lnTo>
                  <a:lnTo>
                    <a:pt x="0" y="7860"/>
                  </a:lnTo>
                  <a:lnTo>
                    <a:pt x="1312" y="7860"/>
                  </a:lnTo>
                  <a:lnTo>
                    <a:pt x="1312" y="10241"/>
                  </a:lnTo>
                  <a:lnTo>
                    <a:pt x="5989" y="10241"/>
                  </a:lnTo>
                  <a:lnTo>
                    <a:pt x="5989" y="7860"/>
                  </a:lnTo>
                  <a:lnTo>
                    <a:pt x="10693" y="7860"/>
                  </a:lnTo>
                  <a:cubicBezTo>
                    <a:pt x="11456" y="8432"/>
                    <a:pt x="12377" y="8734"/>
                    <a:pt x="13315" y="8734"/>
                  </a:cubicBezTo>
                  <a:cubicBezTo>
                    <a:pt x="13615" y="8734"/>
                    <a:pt x="13917" y="8703"/>
                    <a:pt x="14215" y="8640"/>
                  </a:cubicBezTo>
                  <a:lnTo>
                    <a:pt x="14215" y="10241"/>
                  </a:lnTo>
                  <a:lnTo>
                    <a:pt x="18891" y="10241"/>
                  </a:lnTo>
                  <a:lnTo>
                    <a:pt x="18891" y="7860"/>
                  </a:lnTo>
                  <a:lnTo>
                    <a:pt x="20204" y="7860"/>
                  </a:lnTo>
                  <a:lnTo>
                    <a:pt x="20204" y="875"/>
                  </a:lnTo>
                  <a:lnTo>
                    <a:pt x="15931" y="875"/>
                  </a:lnTo>
                  <a:cubicBezTo>
                    <a:pt x="15155" y="292"/>
                    <a:pt x="14233" y="1"/>
                    <a:pt x="1331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2" name="Google Shape;4442;p53"/>
            <p:cNvSpPr/>
            <p:nvPr/>
          </p:nvSpPr>
          <p:spPr>
            <a:xfrm>
              <a:off x="3644303" y="3164502"/>
              <a:ext cx="79047" cy="76027"/>
            </a:xfrm>
            <a:custGeom>
              <a:rect b="b" l="l" r="r" t="t"/>
              <a:pathLst>
                <a:path extrusionOk="0" h="4093" w="4255">
                  <a:moveTo>
                    <a:pt x="2048" y="1184"/>
                  </a:moveTo>
                  <a:cubicBezTo>
                    <a:pt x="2396" y="1184"/>
                    <a:pt x="2711" y="1395"/>
                    <a:pt x="2844" y="1717"/>
                  </a:cubicBezTo>
                  <a:cubicBezTo>
                    <a:pt x="2978" y="2038"/>
                    <a:pt x="2903" y="2410"/>
                    <a:pt x="2657" y="2657"/>
                  </a:cubicBezTo>
                  <a:cubicBezTo>
                    <a:pt x="2492" y="2821"/>
                    <a:pt x="2271" y="2909"/>
                    <a:pt x="2047" y="2909"/>
                  </a:cubicBezTo>
                  <a:cubicBezTo>
                    <a:pt x="1935" y="2909"/>
                    <a:pt x="1823" y="2888"/>
                    <a:pt x="1716" y="2843"/>
                  </a:cubicBezTo>
                  <a:cubicBezTo>
                    <a:pt x="1395" y="2710"/>
                    <a:pt x="1185" y="2395"/>
                    <a:pt x="1185" y="2047"/>
                  </a:cubicBezTo>
                  <a:cubicBezTo>
                    <a:pt x="1185" y="1571"/>
                    <a:pt x="1572" y="1184"/>
                    <a:pt x="2048" y="1184"/>
                  </a:cubicBezTo>
                  <a:close/>
                  <a:moveTo>
                    <a:pt x="2047" y="0"/>
                  </a:moveTo>
                  <a:cubicBezTo>
                    <a:pt x="1783" y="0"/>
                    <a:pt x="1517" y="51"/>
                    <a:pt x="1264" y="156"/>
                  </a:cubicBezTo>
                  <a:cubicBezTo>
                    <a:pt x="498" y="474"/>
                    <a:pt x="1" y="1219"/>
                    <a:pt x="1" y="2047"/>
                  </a:cubicBezTo>
                  <a:cubicBezTo>
                    <a:pt x="1" y="3176"/>
                    <a:pt x="918" y="4091"/>
                    <a:pt x="2046" y="4093"/>
                  </a:cubicBezTo>
                  <a:lnTo>
                    <a:pt x="2048" y="4093"/>
                  </a:lnTo>
                  <a:cubicBezTo>
                    <a:pt x="2875" y="4093"/>
                    <a:pt x="3620" y="3594"/>
                    <a:pt x="3938" y="2830"/>
                  </a:cubicBezTo>
                  <a:cubicBezTo>
                    <a:pt x="4255" y="2065"/>
                    <a:pt x="4078" y="1184"/>
                    <a:pt x="3493" y="599"/>
                  </a:cubicBezTo>
                  <a:cubicBezTo>
                    <a:pt x="3102" y="208"/>
                    <a:pt x="2579" y="0"/>
                    <a:pt x="20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3" name="Google Shape;4443;p53"/>
            <p:cNvSpPr/>
            <p:nvPr/>
          </p:nvSpPr>
          <p:spPr>
            <a:xfrm>
              <a:off x="3650991" y="3077497"/>
              <a:ext cx="62680" cy="29033"/>
            </a:xfrm>
            <a:custGeom>
              <a:rect b="b" l="l" r="r" t="t"/>
              <a:pathLst>
                <a:path extrusionOk="0" h="1563" w="3374">
                  <a:moveTo>
                    <a:pt x="1686" y="1"/>
                  </a:moveTo>
                  <a:cubicBezTo>
                    <a:pt x="1003" y="1"/>
                    <a:pt x="365" y="352"/>
                    <a:pt x="1" y="930"/>
                  </a:cubicBezTo>
                  <a:lnTo>
                    <a:pt x="1001" y="1563"/>
                  </a:lnTo>
                  <a:cubicBezTo>
                    <a:pt x="1160" y="1310"/>
                    <a:pt x="1424" y="1184"/>
                    <a:pt x="1687" y="1184"/>
                  </a:cubicBezTo>
                  <a:cubicBezTo>
                    <a:pt x="1951" y="1184"/>
                    <a:pt x="2214" y="1310"/>
                    <a:pt x="2373" y="1563"/>
                  </a:cubicBezTo>
                  <a:lnTo>
                    <a:pt x="3374" y="930"/>
                  </a:lnTo>
                  <a:cubicBezTo>
                    <a:pt x="3008" y="352"/>
                    <a:pt x="2370" y="1"/>
                    <a:pt x="168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4" name="Google Shape;4444;p53"/>
            <p:cNvSpPr/>
            <p:nvPr/>
          </p:nvSpPr>
          <p:spPr>
            <a:xfrm>
              <a:off x="3614579" y="3034626"/>
              <a:ext cx="135504" cy="49112"/>
            </a:xfrm>
            <a:custGeom>
              <a:rect b="b" l="l" r="r" t="t"/>
              <a:pathLst>
                <a:path extrusionOk="0" h="2644" w="7294">
                  <a:moveTo>
                    <a:pt x="3648" y="1"/>
                  </a:moveTo>
                  <a:cubicBezTo>
                    <a:pt x="2168" y="1"/>
                    <a:pt x="792" y="759"/>
                    <a:pt x="0" y="2010"/>
                  </a:cubicBezTo>
                  <a:lnTo>
                    <a:pt x="1001" y="2643"/>
                  </a:lnTo>
                  <a:cubicBezTo>
                    <a:pt x="1572" y="1735"/>
                    <a:pt x="2570" y="1185"/>
                    <a:pt x="3644" y="1185"/>
                  </a:cubicBezTo>
                  <a:cubicBezTo>
                    <a:pt x="3645" y="1185"/>
                    <a:pt x="3646" y="1185"/>
                    <a:pt x="3648" y="1185"/>
                  </a:cubicBezTo>
                  <a:cubicBezTo>
                    <a:pt x="3649" y="1185"/>
                    <a:pt x="3651" y="1185"/>
                    <a:pt x="3652" y="1185"/>
                  </a:cubicBezTo>
                  <a:cubicBezTo>
                    <a:pt x="4724" y="1185"/>
                    <a:pt x="5722" y="1735"/>
                    <a:pt x="6294" y="2643"/>
                  </a:cubicBezTo>
                  <a:lnTo>
                    <a:pt x="7294" y="2010"/>
                  </a:lnTo>
                  <a:cubicBezTo>
                    <a:pt x="6503" y="759"/>
                    <a:pt x="5126" y="1"/>
                    <a:pt x="36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5" name="Google Shape;4445;p53"/>
            <p:cNvSpPr/>
            <p:nvPr/>
          </p:nvSpPr>
          <p:spPr>
            <a:xfrm>
              <a:off x="3477700" y="3191510"/>
              <a:ext cx="63535" cy="22011"/>
            </a:xfrm>
            <a:custGeom>
              <a:rect b="b" l="l" r="r" t="t"/>
              <a:pathLst>
                <a:path extrusionOk="0" h="1185" w="3420">
                  <a:moveTo>
                    <a:pt x="0" y="1"/>
                  </a:moveTo>
                  <a:lnTo>
                    <a:pt x="0" y="1185"/>
                  </a:lnTo>
                  <a:lnTo>
                    <a:pt x="3419" y="1185"/>
                  </a:lnTo>
                  <a:lnTo>
                    <a:pt x="341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6" name="Google Shape;4446;p53"/>
            <p:cNvSpPr/>
            <p:nvPr/>
          </p:nvSpPr>
          <p:spPr>
            <a:xfrm>
              <a:off x="3558159" y="3191510"/>
              <a:ext cx="21011" cy="22011"/>
            </a:xfrm>
            <a:custGeom>
              <a:rect b="b" l="l" r="r" t="t"/>
              <a:pathLst>
                <a:path extrusionOk="0" h="1185" w="1131">
                  <a:moveTo>
                    <a:pt x="1" y="1"/>
                  </a:moveTo>
                  <a:lnTo>
                    <a:pt x="1" y="1185"/>
                  </a:lnTo>
                  <a:lnTo>
                    <a:pt x="1131" y="1185"/>
                  </a:lnTo>
                  <a:lnTo>
                    <a:pt x="113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47" name="Google Shape;4447;p53"/>
          <p:cNvGrpSpPr/>
          <p:nvPr/>
        </p:nvGrpSpPr>
        <p:grpSpPr>
          <a:xfrm>
            <a:off x="7039641" y="2875750"/>
            <a:ext cx="362727" cy="362642"/>
            <a:chOff x="2970552" y="3052941"/>
            <a:chExt cx="375377" cy="375289"/>
          </a:xfrm>
        </p:grpSpPr>
        <p:sp>
          <p:nvSpPr>
            <p:cNvPr id="4448" name="Google Shape;4448;p53"/>
            <p:cNvSpPr/>
            <p:nvPr/>
          </p:nvSpPr>
          <p:spPr>
            <a:xfrm>
              <a:off x="3012166" y="3113328"/>
              <a:ext cx="114958" cy="135337"/>
            </a:xfrm>
            <a:custGeom>
              <a:rect b="b" l="l" r="r" t="t"/>
              <a:pathLst>
                <a:path extrusionOk="0" h="7286" w="6188">
                  <a:moveTo>
                    <a:pt x="3095" y="1186"/>
                  </a:moveTo>
                  <a:cubicBezTo>
                    <a:pt x="3292" y="1186"/>
                    <a:pt x="3487" y="1263"/>
                    <a:pt x="3631" y="1409"/>
                  </a:cubicBezTo>
                  <a:cubicBezTo>
                    <a:pt x="3849" y="1627"/>
                    <a:pt x="3915" y="1954"/>
                    <a:pt x="3797" y="2237"/>
                  </a:cubicBezTo>
                  <a:cubicBezTo>
                    <a:pt x="3679" y="2523"/>
                    <a:pt x="3402" y="2708"/>
                    <a:pt x="3094" y="2708"/>
                  </a:cubicBezTo>
                  <a:cubicBezTo>
                    <a:pt x="2674" y="2708"/>
                    <a:pt x="2334" y="2367"/>
                    <a:pt x="2334" y="1948"/>
                  </a:cubicBezTo>
                  <a:cubicBezTo>
                    <a:pt x="2333" y="1639"/>
                    <a:pt x="2519" y="1363"/>
                    <a:pt x="2803" y="1245"/>
                  </a:cubicBezTo>
                  <a:cubicBezTo>
                    <a:pt x="2897" y="1205"/>
                    <a:pt x="2996" y="1186"/>
                    <a:pt x="3095" y="1186"/>
                  </a:cubicBezTo>
                  <a:close/>
                  <a:moveTo>
                    <a:pt x="3094" y="3910"/>
                  </a:moveTo>
                  <a:cubicBezTo>
                    <a:pt x="4142" y="3910"/>
                    <a:pt x="4993" y="4753"/>
                    <a:pt x="5004" y="5801"/>
                  </a:cubicBezTo>
                  <a:lnTo>
                    <a:pt x="5004" y="6101"/>
                  </a:lnTo>
                  <a:lnTo>
                    <a:pt x="1184" y="6101"/>
                  </a:lnTo>
                  <a:lnTo>
                    <a:pt x="1184" y="5801"/>
                  </a:lnTo>
                  <a:cubicBezTo>
                    <a:pt x="1195" y="4753"/>
                    <a:pt x="2046" y="3910"/>
                    <a:pt x="3094" y="3910"/>
                  </a:cubicBezTo>
                  <a:close/>
                  <a:moveTo>
                    <a:pt x="3094" y="1"/>
                  </a:moveTo>
                  <a:cubicBezTo>
                    <a:pt x="2355" y="1"/>
                    <a:pt x="1680" y="419"/>
                    <a:pt x="1352" y="1082"/>
                  </a:cubicBezTo>
                  <a:cubicBezTo>
                    <a:pt x="1023" y="1745"/>
                    <a:pt x="1099" y="2536"/>
                    <a:pt x="1547" y="3124"/>
                  </a:cubicBezTo>
                  <a:cubicBezTo>
                    <a:pt x="590" y="3677"/>
                    <a:pt x="0" y="4696"/>
                    <a:pt x="0" y="5801"/>
                  </a:cubicBezTo>
                  <a:lnTo>
                    <a:pt x="0" y="7285"/>
                  </a:lnTo>
                  <a:lnTo>
                    <a:pt x="6188" y="7285"/>
                  </a:lnTo>
                  <a:lnTo>
                    <a:pt x="6188" y="5801"/>
                  </a:lnTo>
                  <a:cubicBezTo>
                    <a:pt x="6188" y="4696"/>
                    <a:pt x="5598" y="3677"/>
                    <a:pt x="4641" y="3124"/>
                  </a:cubicBezTo>
                  <a:cubicBezTo>
                    <a:pt x="5089" y="2536"/>
                    <a:pt x="5165" y="1745"/>
                    <a:pt x="4836" y="1082"/>
                  </a:cubicBezTo>
                  <a:cubicBezTo>
                    <a:pt x="4508" y="419"/>
                    <a:pt x="3833" y="1"/>
                    <a:pt x="309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9" name="Google Shape;4449;p53"/>
            <p:cNvSpPr/>
            <p:nvPr/>
          </p:nvSpPr>
          <p:spPr>
            <a:xfrm>
              <a:off x="3189656" y="3113328"/>
              <a:ext cx="114976" cy="135337"/>
            </a:xfrm>
            <a:custGeom>
              <a:rect b="b" l="l" r="r" t="t"/>
              <a:pathLst>
                <a:path extrusionOk="0" h="7286" w="6189">
                  <a:moveTo>
                    <a:pt x="3094" y="1187"/>
                  </a:moveTo>
                  <a:cubicBezTo>
                    <a:pt x="3292" y="1187"/>
                    <a:pt x="3487" y="1264"/>
                    <a:pt x="3633" y="1410"/>
                  </a:cubicBezTo>
                  <a:cubicBezTo>
                    <a:pt x="3851" y="1627"/>
                    <a:pt x="3915" y="1954"/>
                    <a:pt x="3797" y="2239"/>
                  </a:cubicBezTo>
                  <a:cubicBezTo>
                    <a:pt x="3679" y="2523"/>
                    <a:pt x="3403" y="2708"/>
                    <a:pt x="3095" y="2708"/>
                  </a:cubicBezTo>
                  <a:cubicBezTo>
                    <a:pt x="2674" y="2708"/>
                    <a:pt x="2335" y="2367"/>
                    <a:pt x="2334" y="1948"/>
                  </a:cubicBezTo>
                  <a:cubicBezTo>
                    <a:pt x="2334" y="1640"/>
                    <a:pt x="2519" y="1363"/>
                    <a:pt x="2804" y="1245"/>
                  </a:cubicBezTo>
                  <a:cubicBezTo>
                    <a:pt x="2898" y="1206"/>
                    <a:pt x="2996" y="1187"/>
                    <a:pt x="3094" y="1187"/>
                  </a:cubicBezTo>
                  <a:close/>
                  <a:moveTo>
                    <a:pt x="3095" y="3910"/>
                  </a:moveTo>
                  <a:cubicBezTo>
                    <a:pt x="4142" y="3910"/>
                    <a:pt x="4994" y="4755"/>
                    <a:pt x="5005" y="5801"/>
                  </a:cubicBezTo>
                  <a:lnTo>
                    <a:pt x="5005" y="6101"/>
                  </a:lnTo>
                  <a:lnTo>
                    <a:pt x="1184" y="6101"/>
                  </a:lnTo>
                  <a:lnTo>
                    <a:pt x="1184" y="5801"/>
                  </a:lnTo>
                  <a:cubicBezTo>
                    <a:pt x="1195" y="4755"/>
                    <a:pt x="2047" y="3910"/>
                    <a:pt x="3095" y="3910"/>
                  </a:cubicBezTo>
                  <a:close/>
                  <a:moveTo>
                    <a:pt x="3095" y="1"/>
                  </a:moveTo>
                  <a:cubicBezTo>
                    <a:pt x="2356" y="1"/>
                    <a:pt x="1680" y="420"/>
                    <a:pt x="1353" y="1082"/>
                  </a:cubicBezTo>
                  <a:cubicBezTo>
                    <a:pt x="1025" y="1745"/>
                    <a:pt x="1101" y="2536"/>
                    <a:pt x="1549" y="3124"/>
                  </a:cubicBezTo>
                  <a:cubicBezTo>
                    <a:pt x="592" y="3675"/>
                    <a:pt x="2" y="4696"/>
                    <a:pt x="0" y="5801"/>
                  </a:cubicBezTo>
                  <a:lnTo>
                    <a:pt x="0" y="7285"/>
                  </a:lnTo>
                  <a:lnTo>
                    <a:pt x="6189" y="7285"/>
                  </a:lnTo>
                  <a:lnTo>
                    <a:pt x="6189" y="5801"/>
                  </a:lnTo>
                  <a:cubicBezTo>
                    <a:pt x="6187" y="4696"/>
                    <a:pt x="5598" y="3677"/>
                    <a:pt x="4642" y="3124"/>
                  </a:cubicBezTo>
                  <a:cubicBezTo>
                    <a:pt x="5089" y="2536"/>
                    <a:pt x="5165" y="1745"/>
                    <a:pt x="4838" y="1082"/>
                  </a:cubicBezTo>
                  <a:cubicBezTo>
                    <a:pt x="4509" y="420"/>
                    <a:pt x="3834" y="1"/>
                    <a:pt x="309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0" name="Google Shape;4450;p53"/>
            <p:cNvSpPr/>
            <p:nvPr/>
          </p:nvSpPr>
          <p:spPr>
            <a:xfrm>
              <a:off x="2970552" y="3052941"/>
              <a:ext cx="375377" cy="375289"/>
            </a:xfrm>
            <a:custGeom>
              <a:rect b="b" l="l" r="r" t="t"/>
              <a:pathLst>
                <a:path extrusionOk="0" h="20204" w="20206">
                  <a:moveTo>
                    <a:pt x="9511" y="1184"/>
                  </a:moveTo>
                  <a:lnTo>
                    <a:pt x="9511" y="12667"/>
                  </a:lnTo>
                  <a:lnTo>
                    <a:pt x="1185" y="12667"/>
                  </a:lnTo>
                  <a:lnTo>
                    <a:pt x="1185" y="1184"/>
                  </a:lnTo>
                  <a:close/>
                  <a:moveTo>
                    <a:pt x="19022" y="1184"/>
                  </a:moveTo>
                  <a:lnTo>
                    <a:pt x="19022" y="12667"/>
                  </a:lnTo>
                  <a:lnTo>
                    <a:pt x="10695" y="12667"/>
                  </a:lnTo>
                  <a:lnTo>
                    <a:pt x="10695" y="1184"/>
                  </a:lnTo>
                  <a:close/>
                  <a:moveTo>
                    <a:pt x="19022" y="13851"/>
                  </a:moveTo>
                  <a:lnTo>
                    <a:pt x="19022" y="15666"/>
                  </a:lnTo>
                  <a:lnTo>
                    <a:pt x="1185" y="15666"/>
                  </a:lnTo>
                  <a:lnTo>
                    <a:pt x="1185" y="13851"/>
                  </a:lnTo>
                  <a:close/>
                  <a:moveTo>
                    <a:pt x="11473" y="16850"/>
                  </a:moveTo>
                  <a:lnTo>
                    <a:pt x="11473" y="17561"/>
                  </a:lnTo>
                  <a:cubicBezTo>
                    <a:pt x="11473" y="18079"/>
                    <a:pt x="11627" y="18588"/>
                    <a:pt x="11915" y="19020"/>
                  </a:cubicBezTo>
                  <a:lnTo>
                    <a:pt x="8293" y="19020"/>
                  </a:lnTo>
                  <a:cubicBezTo>
                    <a:pt x="8581" y="18588"/>
                    <a:pt x="8735" y="18079"/>
                    <a:pt x="8734" y="17561"/>
                  </a:cubicBezTo>
                  <a:lnTo>
                    <a:pt x="8734" y="16850"/>
                  </a:lnTo>
                  <a:close/>
                  <a:moveTo>
                    <a:pt x="1" y="0"/>
                  </a:moveTo>
                  <a:lnTo>
                    <a:pt x="1" y="16850"/>
                  </a:lnTo>
                  <a:lnTo>
                    <a:pt x="7550" y="16850"/>
                  </a:lnTo>
                  <a:lnTo>
                    <a:pt x="7550" y="17560"/>
                  </a:lnTo>
                  <a:cubicBezTo>
                    <a:pt x="7550" y="18366"/>
                    <a:pt x="6896" y="19020"/>
                    <a:pt x="6089" y="19020"/>
                  </a:cubicBezTo>
                  <a:lnTo>
                    <a:pt x="4263" y="19020"/>
                  </a:lnTo>
                  <a:lnTo>
                    <a:pt x="4263" y="20204"/>
                  </a:lnTo>
                  <a:lnTo>
                    <a:pt x="15943" y="20204"/>
                  </a:lnTo>
                  <a:lnTo>
                    <a:pt x="15943" y="19020"/>
                  </a:lnTo>
                  <a:lnTo>
                    <a:pt x="14117" y="19020"/>
                  </a:lnTo>
                  <a:cubicBezTo>
                    <a:pt x="13311" y="19020"/>
                    <a:pt x="12657" y="18366"/>
                    <a:pt x="12657" y="17560"/>
                  </a:cubicBezTo>
                  <a:lnTo>
                    <a:pt x="12657" y="16850"/>
                  </a:lnTo>
                  <a:lnTo>
                    <a:pt x="20206" y="16850"/>
                  </a:lnTo>
                  <a:lnTo>
                    <a:pt x="2020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51" name="Google Shape;4451;p53"/>
          <p:cNvGrpSpPr/>
          <p:nvPr/>
        </p:nvGrpSpPr>
        <p:grpSpPr>
          <a:xfrm>
            <a:off x="6275770" y="2875742"/>
            <a:ext cx="362691" cy="362660"/>
            <a:chOff x="2477933" y="3080134"/>
            <a:chExt cx="375340" cy="375308"/>
          </a:xfrm>
        </p:grpSpPr>
        <p:sp>
          <p:nvSpPr>
            <p:cNvPr id="4452" name="Google Shape;4452;p53"/>
            <p:cNvSpPr/>
            <p:nvPr/>
          </p:nvSpPr>
          <p:spPr>
            <a:xfrm>
              <a:off x="2716487" y="3155233"/>
              <a:ext cx="75685" cy="111097"/>
            </a:xfrm>
            <a:custGeom>
              <a:rect b="b" l="l" r="r" t="t"/>
              <a:pathLst>
                <a:path extrusionOk="0" h="5981" w="4074">
                  <a:moveTo>
                    <a:pt x="2037" y="1165"/>
                  </a:moveTo>
                  <a:cubicBezTo>
                    <a:pt x="2508" y="1165"/>
                    <a:pt x="2890" y="1546"/>
                    <a:pt x="2890" y="2018"/>
                  </a:cubicBezTo>
                  <a:lnTo>
                    <a:pt x="2890" y="2908"/>
                  </a:lnTo>
                  <a:lnTo>
                    <a:pt x="1185" y="2908"/>
                  </a:lnTo>
                  <a:lnTo>
                    <a:pt x="1185" y="2018"/>
                  </a:lnTo>
                  <a:cubicBezTo>
                    <a:pt x="1186" y="1548"/>
                    <a:pt x="1567" y="1165"/>
                    <a:pt x="2037" y="1165"/>
                  </a:cubicBezTo>
                  <a:close/>
                  <a:moveTo>
                    <a:pt x="2037" y="1"/>
                  </a:moveTo>
                  <a:cubicBezTo>
                    <a:pt x="920" y="1"/>
                    <a:pt x="11" y="901"/>
                    <a:pt x="1" y="2018"/>
                  </a:cubicBezTo>
                  <a:lnTo>
                    <a:pt x="1" y="5980"/>
                  </a:lnTo>
                  <a:lnTo>
                    <a:pt x="1185" y="5980"/>
                  </a:lnTo>
                  <a:lnTo>
                    <a:pt x="1185" y="4093"/>
                  </a:lnTo>
                  <a:lnTo>
                    <a:pt x="2890" y="4093"/>
                  </a:lnTo>
                  <a:lnTo>
                    <a:pt x="2890" y="5980"/>
                  </a:lnTo>
                  <a:lnTo>
                    <a:pt x="4074" y="5980"/>
                  </a:lnTo>
                  <a:lnTo>
                    <a:pt x="4074" y="2018"/>
                  </a:lnTo>
                  <a:cubicBezTo>
                    <a:pt x="4063" y="901"/>
                    <a:pt x="3154" y="1"/>
                    <a:pt x="203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3" name="Google Shape;4453;p53"/>
            <p:cNvSpPr/>
            <p:nvPr/>
          </p:nvSpPr>
          <p:spPr>
            <a:xfrm>
              <a:off x="2536508" y="3154880"/>
              <a:ext cx="91773" cy="112193"/>
            </a:xfrm>
            <a:custGeom>
              <a:rect b="b" l="l" r="r" t="t"/>
              <a:pathLst>
                <a:path extrusionOk="0" h="6040" w="4940">
                  <a:moveTo>
                    <a:pt x="2037" y="1186"/>
                  </a:moveTo>
                  <a:cubicBezTo>
                    <a:pt x="2507" y="1186"/>
                    <a:pt x="2890" y="1567"/>
                    <a:pt x="2890" y="2038"/>
                  </a:cubicBezTo>
                  <a:lnTo>
                    <a:pt x="2890" y="4003"/>
                  </a:lnTo>
                  <a:cubicBezTo>
                    <a:pt x="2890" y="4474"/>
                    <a:pt x="2507" y="4856"/>
                    <a:pt x="2037" y="4856"/>
                  </a:cubicBezTo>
                  <a:cubicBezTo>
                    <a:pt x="1565" y="4856"/>
                    <a:pt x="1185" y="4474"/>
                    <a:pt x="1185" y="4003"/>
                  </a:cubicBezTo>
                  <a:lnTo>
                    <a:pt x="1185" y="2038"/>
                  </a:lnTo>
                  <a:cubicBezTo>
                    <a:pt x="1185" y="1567"/>
                    <a:pt x="1565" y="1186"/>
                    <a:pt x="2037" y="1186"/>
                  </a:cubicBezTo>
                  <a:close/>
                  <a:moveTo>
                    <a:pt x="2037" y="0"/>
                  </a:moveTo>
                  <a:cubicBezTo>
                    <a:pt x="913" y="0"/>
                    <a:pt x="1" y="913"/>
                    <a:pt x="1" y="2037"/>
                  </a:cubicBezTo>
                  <a:lnTo>
                    <a:pt x="1" y="4002"/>
                  </a:lnTo>
                  <a:cubicBezTo>
                    <a:pt x="2" y="5126"/>
                    <a:pt x="913" y="6038"/>
                    <a:pt x="2037" y="6040"/>
                  </a:cubicBezTo>
                  <a:cubicBezTo>
                    <a:pt x="2583" y="6040"/>
                    <a:pt x="3108" y="5819"/>
                    <a:pt x="3490" y="5428"/>
                  </a:cubicBezTo>
                  <a:lnTo>
                    <a:pt x="4199" y="5998"/>
                  </a:lnTo>
                  <a:lnTo>
                    <a:pt x="4939" y="5075"/>
                  </a:lnTo>
                  <a:lnTo>
                    <a:pt x="4042" y="4354"/>
                  </a:lnTo>
                  <a:cubicBezTo>
                    <a:pt x="4063" y="4238"/>
                    <a:pt x="4074" y="4120"/>
                    <a:pt x="4074" y="4003"/>
                  </a:cubicBezTo>
                  <a:lnTo>
                    <a:pt x="4074" y="2037"/>
                  </a:lnTo>
                  <a:cubicBezTo>
                    <a:pt x="4074" y="913"/>
                    <a:pt x="3161" y="0"/>
                    <a:pt x="20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4" name="Google Shape;4454;p53"/>
            <p:cNvSpPr/>
            <p:nvPr/>
          </p:nvSpPr>
          <p:spPr>
            <a:xfrm>
              <a:off x="2477933" y="3080134"/>
              <a:ext cx="375340" cy="375308"/>
            </a:xfrm>
            <a:custGeom>
              <a:rect b="b" l="l" r="r" t="t"/>
              <a:pathLst>
                <a:path extrusionOk="0" h="20205" w="20204">
                  <a:moveTo>
                    <a:pt x="9509" y="1183"/>
                  </a:moveTo>
                  <a:lnTo>
                    <a:pt x="9509" y="12668"/>
                  </a:lnTo>
                  <a:lnTo>
                    <a:pt x="1184" y="12668"/>
                  </a:lnTo>
                  <a:lnTo>
                    <a:pt x="1184" y="1183"/>
                  </a:lnTo>
                  <a:close/>
                  <a:moveTo>
                    <a:pt x="19020" y="1183"/>
                  </a:moveTo>
                  <a:lnTo>
                    <a:pt x="19020" y="12668"/>
                  </a:lnTo>
                  <a:lnTo>
                    <a:pt x="10695" y="12668"/>
                  </a:lnTo>
                  <a:lnTo>
                    <a:pt x="10695" y="1183"/>
                  </a:lnTo>
                  <a:close/>
                  <a:moveTo>
                    <a:pt x="19020" y="13852"/>
                  </a:moveTo>
                  <a:lnTo>
                    <a:pt x="19020" y="15667"/>
                  </a:lnTo>
                  <a:lnTo>
                    <a:pt x="1184" y="15667"/>
                  </a:lnTo>
                  <a:lnTo>
                    <a:pt x="1184" y="13852"/>
                  </a:lnTo>
                  <a:close/>
                  <a:moveTo>
                    <a:pt x="11473" y="16851"/>
                  </a:moveTo>
                  <a:lnTo>
                    <a:pt x="11473" y="17562"/>
                  </a:lnTo>
                  <a:cubicBezTo>
                    <a:pt x="11473" y="18080"/>
                    <a:pt x="11625" y="18589"/>
                    <a:pt x="11913" y="19022"/>
                  </a:cubicBezTo>
                  <a:lnTo>
                    <a:pt x="8293" y="19022"/>
                  </a:lnTo>
                  <a:cubicBezTo>
                    <a:pt x="8581" y="18589"/>
                    <a:pt x="8734" y="18081"/>
                    <a:pt x="8734" y="17562"/>
                  </a:cubicBezTo>
                  <a:lnTo>
                    <a:pt x="8734" y="16851"/>
                  </a:lnTo>
                  <a:close/>
                  <a:moveTo>
                    <a:pt x="0" y="1"/>
                  </a:moveTo>
                  <a:lnTo>
                    <a:pt x="0" y="16850"/>
                  </a:lnTo>
                  <a:lnTo>
                    <a:pt x="7549" y="16850"/>
                  </a:lnTo>
                  <a:lnTo>
                    <a:pt x="7549" y="17560"/>
                  </a:lnTo>
                  <a:cubicBezTo>
                    <a:pt x="7548" y="18366"/>
                    <a:pt x="6895" y="19019"/>
                    <a:pt x="6089" y="19020"/>
                  </a:cubicBezTo>
                  <a:lnTo>
                    <a:pt x="4263" y="19020"/>
                  </a:lnTo>
                  <a:lnTo>
                    <a:pt x="4263" y="20204"/>
                  </a:lnTo>
                  <a:lnTo>
                    <a:pt x="15943" y="20204"/>
                  </a:lnTo>
                  <a:lnTo>
                    <a:pt x="15943" y="19022"/>
                  </a:lnTo>
                  <a:lnTo>
                    <a:pt x="14117" y="19022"/>
                  </a:lnTo>
                  <a:cubicBezTo>
                    <a:pt x="13311" y="19020"/>
                    <a:pt x="12657" y="18366"/>
                    <a:pt x="12657" y="17562"/>
                  </a:cubicBezTo>
                  <a:lnTo>
                    <a:pt x="12657" y="16851"/>
                  </a:lnTo>
                  <a:lnTo>
                    <a:pt x="20204" y="16850"/>
                  </a:lnTo>
                  <a:lnTo>
                    <a:pt x="20204"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55" name="Google Shape;4455;p53"/>
          <p:cNvGrpSpPr/>
          <p:nvPr/>
        </p:nvGrpSpPr>
        <p:grpSpPr>
          <a:xfrm>
            <a:off x="5556863" y="2875742"/>
            <a:ext cx="301728" cy="362660"/>
            <a:chOff x="2085093" y="3098579"/>
            <a:chExt cx="312251" cy="375308"/>
          </a:xfrm>
        </p:grpSpPr>
        <p:sp>
          <p:nvSpPr>
            <p:cNvPr id="4456" name="Google Shape;4456;p53"/>
            <p:cNvSpPr/>
            <p:nvPr/>
          </p:nvSpPr>
          <p:spPr>
            <a:xfrm>
              <a:off x="2125443" y="3209119"/>
              <a:ext cx="62606" cy="53013"/>
            </a:xfrm>
            <a:custGeom>
              <a:rect b="b" l="l" r="r" t="t"/>
              <a:pathLst>
                <a:path extrusionOk="0" h="2854" w="3370">
                  <a:moveTo>
                    <a:pt x="2506" y="1"/>
                  </a:moveTo>
                  <a:lnTo>
                    <a:pt x="1398" y="1179"/>
                  </a:lnTo>
                  <a:lnTo>
                    <a:pt x="815" y="626"/>
                  </a:lnTo>
                  <a:lnTo>
                    <a:pt x="1" y="1488"/>
                  </a:lnTo>
                  <a:lnTo>
                    <a:pt x="1446" y="2854"/>
                  </a:lnTo>
                  <a:lnTo>
                    <a:pt x="3369" y="813"/>
                  </a:lnTo>
                  <a:lnTo>
                    <a:pt x="250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7" name="Google Shape;4457;p53"/>
            <p:cNvSpPr/>
            <p:nvPr/>
          </p:nvSpPr>
          <p:spPr>
            <a:xfrm>
              <a:off x="2145080" y="3284719"/>
              <a:ext cx="22887" cy="22011"/>
            </a:xfrm>
            <a:custGeom>
              <a:rect b="b" l="l" r="r" t="t"/>
              <a:pathLst>
                <a:path extrusionOk="0" h="1185" w="1232">
                  <a:moveTo>
                    <a:pt x="1" y="1"/>
                  </a:moveTo>
                  <a:lnTo>
                    <a:pt x="1" y="1185"/>
                  </a:lnTo>
                  <a:lnTo>
                    <a:pt x="1231" y="1185"/>
                  </a:lnTo>
                  <a:lnTo>
                    <a:pt x="123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8" name="Google Shape;4458;p53"/>
            <p:cNvSpPr/>
            <p:nvPr/>
          </p:nvSpPr>
          <p:spPr>
            <a:xfrm>
              <a:off x="2145080" y="3329727"/>
              <a:ext cx="22887" cy="22011"/>
            </a:xfrm>
            <a:custGeom>
              <a:rect b="b" l="l" r="r" t="t"/>
              <a:pathLst>
                <a:path extrusionOk="0" h="1185" w="1232">
                  <a:moveTo>
                    <a:pt x="1" y="1"/>
                  </a:moveTo>
                  <a:lnTo>
                    <a:pt x="1" y="1185"/>
                  </a:lnTo>
                  <a:lnTo>
                    <a:pt x="1231" y="1185"/>
                  </a:lnTo>
                  <a:lnTo>
                    <a:pt x="123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9" name="Google Shape;4459;p53"/>
            <p:cNvSpPr/>
            <p:nvPr/>
          </p:nvSpPr>
          <p:spPr>
            <a:xfrm>
              <a:off x="2085093" y="3098579"/>
              <a:ext cx="312251" cy="375308"/>
            </a:xfrm>
            <a:custGeom>
              <a:rect b="b" l="l" r="r" t="t"/>
              <a:pathLst>
                <a:path extrusionOk="0" h="20205" w="16808">
                  <a:moveTo>
                    <a:pt x="3681" y="1695"/>
                  </a:moveTo>
                  <a:lnTo>
                    <a:pt x="3681" y="3682"/>
                  </a:lnTo>
                  <a:lnTo>
                    <a:pt x="1695" y="3682"/>
                  </a:lnTo>
                  <a:lnTo>
                    <a:pt x="3681" y="1695"/>
                  </a:lnTo>
                  <a:close/>
                  <a:moveTo>
                    <a:pt x="11533" y="1185"/>
                  </a:moveTo>
                  <a:lnTo>
                    <a:pt x="11533" y="10610"/>
                  </a:lnTo>
                  <a:lnTo>
                    <a:pt x="9328" y="8781"/>
                  </a:lnTo>
                  <a:lnTo>
                    <a:pt x="10265" y="8781"/>
                  </a:lnTo>
                  <a:lnTo>
                    <a:pt x="10265" y="7597"/>
                  </a:lnTo>
                  <a:lnTo>
                    <a:pt x="6221" y="7597"/>
                  </a:lnTo>
                  <a:lnTo>
                    <a:pt x="6221" y="8781"/>
                  </a:lnTo>
                  <a:lnTo>
                    <a:pt x="9108" y="8781"/>
                  </a:lnTo>
                  <a:lnTo>
                    <a:pt x="9123" y="10022"/>
                  </a:lnTo>
                  <a:lnTo>
                    <a:pt x="6221" y="10022"/>
                  </a:lnTo>
                  <a:lnTo>
                    <a:pt x="6221" y="11206"/>
                  </a:lnTo>
                  <a:lnTo>
                    <a:pt x="9136" y="11206"/>
                  </a:lnTo>
                  <a:lnTo>
                    <a:pt x="9150" y="12445"/>
                  </a:lnTo>
                  <a:lnTo>
                    <a:pt x="6221" y="12445"/>
                  </a:lnTo>
                  <a:lnTo>
                    <a:pt x="6221" y="13629"/>
                  </a:lnTo>
                  <a:lnTo>
                    <a:pt x="9163" y="13629"/>
                  </a:lnTo>
                  <a:lnTo>
                    <a:pt x="9187" y="15746"/>
                  </a:lnTo>
                  <a:lnTo>
                    <a:pt x="1185" y="15748"/>
                  </a:lnTo>
                  <a:lnTo>
                    <a:pt x="1185" y="4865"/>
                  </a:lnTo>
                  <a:lnTo>
                    <a:pt x="4865" y="4865"/>
                  </a:lnTo>
                  <a:lnTo>
                    <a:pt x="4865" y="1185"/>
                  </a:lnTo>
                  <a:close/>
                  <a:moveTo>
                    <a:pt x="10319" y="11142"/>
                  </a:moveTo>
                  <a:lnTo>
                    <a:pt x="14626" y="14713"/>
                  </a:lnTo>
                  <a:lnTo>
                    <a:pt x="13063" y="15458"/>
                  </a:lnTo>
                  <a:lnTo>
                    <a:pt x="14320" y="18095"/>
                  </a:lnTo>
                  <a:lnTo>
                    <a:pt x="13203" y="18628"/>
                  </a:lnTo>
                  <a:lnTo>
                    <a:pt x="11946" y="15991"/>
                  </a:lnTo>
                  <a:lnTo>
                    <a:pt x="10383" y="16736"/>
                  </a:lnTo>
                  <a:lnTo>
                    <a:pt x="10319" y="11142"/>
                  </a:lnTo>
                  <a:close/>
                  <a:moveTo>
                    <a:pt x="3700" y="1"/>
                  </a:moveTo>
                  <a:lnTo>
                    <a:pt x="1" y="3700"/>
                  </a:lnTo>
                  <a:lnTo>
                    <a:pt x="1" y="16931"/>
                  </a:lnTo>
                  <a:lnTo>
                    <a:pt x="9201" y="16931"/>
                  </a:lnTo>
                  <a:lnTo>
                    <a:pt x="9220" y="18602"/>
                  </a:lnTo>
                  <a:lnTo>
                    <a:pt x="11386" y="17569"/>
                  </a:lnTo>
                  <a:lnTo>
                    <a:pt x="12644" y="20204"/>
                  </a:lnTo>
                  <a:lnTo>
                    <a:pt x="15897" y="18653"/>
                  </a:lnTo>
                  <a:lnTo>
                    <a:pt x="14640" y="16016"/>
                  </a:lnTo>
                  <a:lnTo>
                    <a:pt x="16808" y="14983"/>
                  </a:lnTo>
                  <a:lnTo>
                    <a:pt x="12717" y="11591"/>
                  </a:lnTo>
                  <a:lnTo>
                    <a:pt x="1271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60" name="Google Shape;4460;p53"/>
          <p:cNvGrpSpPr/>
          <p:nvPr/>
        </p:nvGrpSpPr>
        <p:grpSpPr>
          <a:xfrm>
            <a:off x="4776161" y="2875751"/>
            <a:ext cx="362727" cy="362642"/>
            <a:chOff x="1608747" y="3098449"/>
            <a:chExt cx="375377" cy="375289"/>
          </a:xfrm>
        </p:grpSpPr>
        <p:sp>
          <p:nvSpPr>
            <p:cNvPr id="4461" name="Google Shape;4461;p53"/>
            <p:cNvSpPr/>
            <p:nvPr/>
          </p:nvSpPr>
          <p:spPr>
            <a:xfrm>
              <a:off x="1608747" y="3098449"/>
              <a:ext cx="375377" cy="375289"/>
            </a:xfrm>
            <a:custGeom>
              <a:rect b="b" l="l" r="r" t="t"/>
              <a:pathLst>
                <a:path extrusionOk="0" h="20204" w="20206">
                  <a:moveTo>
                    <a:pt x="3270" y="8543"/>
                  </a:moveTo>
                  <a:lnTo>
                    <a:pt x="3270" y="10772"/>
                  </a:lnTo>
                  <a:lnTo>
                    <a:pt x="1641" y="9765"/>
                  </a:lnTo>
                  <a:lnTo>
                    <a:pt x="3270" y="8543"/>
                  </a:lnTo>
                  <a:close/>
                  <a:moveTo>
                    <a:pt x="16936" y="8545"/>
                  </a:moveTo>
                  <a:lnTo>
                    <a:pt x="18565" y="9765"/>
                  </a:lnTo>
                  <a:lnTo>
                    <a:pt x="16936" y="10772"/>
                  </a:lnTo>
                  <a:lnTo>
                    <a:pt x="16936" y="8545"/>
                  </a:lnTo>
                  <a:close/>
                  <a:moveTo>
                    <a:pt x="15752" y="1184"/>
                  </a:moveTo>
                  <a:lnTo>
                    <a:pt x="15752" y="11507"/>
                  </a:lnTo>
                  <a:lnTo>
                    <a:pt x="10102" y="15010"/>
                  </a:lnTo>
                  <a:lnTo>
                    <a:pt x="4453" y="11507"/>
                  </a:lnTo>
                  <a:lnTo>
                    <a:pt x="4453" y="1184"/>
                  </a:lnTo>
                  <a:close/>
                  <a:moveTo>
                    <a:pt x="19022" y="10874"/>
                  </a:moveTo>
                  <a:lnTo>
                    <a:pt x="19022" y="19020"/>
                  </a:lnTo>
                  <a:lnTo>
                    <a:pt x="1184" y="19020"/>
                  </a:lnTo>
                  <a:lnTo>
                    <a:pt x="1184" y="10874"/>
                  </a:lnTo>
                  <a:lnTo>
                    <a:pt x="10102" y="16401"/>
                  </a:lnTo>
                  <a:lnTo>
                    <a:pt x="19022" y="10874"/>
                  </a:lnTo>
                  <a:close/>
                  <a:moveTo>
                    <a:pt x="3270" y="0"/>
                  </a:moveTo>
                  <a:lnTo>
                    <a:pt x="3270" y="7065"/>
                  </a:lnTo>
                  <a:lnTo>
                    <a:pt x="0" y="9514"/>
                  </a:lnTo>
                  <a:lnTo>
                    <a:pt x="0" y="20204"/>
                  </a:lnTo>
                  <a:lnTo>
                    <a:pt x="20205" y="20204"/>
                  </a:lnTo>
                  <a:lnTo>
                    <a:pt x="20205" y="9514"/>
                  </a:lnTo>
                  <a:lnTo>
                    <a:pt x="16936" y="7065"/>
                  </a:lnTo>
                  <a:lnTo>
                    <a:pt x="1693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2" name="Google Shape;4462;p53"/>
            <p:cNvSpPr/>
            <p:nvPr/>
          </p:nvSpPr>
          <p:spPr>
            <a:xfrm>
              <a:off x="1732232" y="3192476"/>
              <a:ext cx="75685" cy="111097"/>
            </a:xfrm>
            <a:custGeom>
              <a:rect b="b" l="l" r="r" t="t"/>
              <a:pathLst>
                <a:path extrusionOk="0" h="5981" w="4074">
                  <a:moveTo>
                    <a:pt x="2037" y="1166"/>
                  </a:moveTo>
                  <a:cubicBezTo>
                    <a:pt x="2507" y="1167"/>
                    <a:pt x="2888" y="1548"/>
                    <a:pt x="2889" y="2018"/>
                  </a:cubicBezTo>
                  <a:lnTo>
                    <a:pt x="2889" y="2909"/>
                  </a:lnTo>
                  <a:lnTo>
                    <a:pt x="1184" y="2909"/>
                  </a:lnTo>
                  <a:lnTo>
                    <a:pt x="1184" y="2018"/>
                  </a:lnTo>
                  <a:cubicBezTo>
                    <a:pt x="1184" y="1548"/>
                    <a:pt x="1565" y="1166"/>
                    <a:pt x="2037" y="1166"/>
                  </a:cubicBezTo>
                  <a:close/>
                  <a:moveTo>
                    <a:pt x="2037" y="1"/>
                  </a:moveTo>
                  <a:cubicBezTo>
                    <a:pt x="919" y="1"/>
                    <a:pt x="11" y="901"/>
                    <a:pt x="0" y="2018"/>
                  </a:cubicBezTo>
                  <a:lnTo>
                    <a:pt x="0" y="5981"/>
                  </a:lnTo>
                  <a:lnTo>
                    <a:pt x="1184" y="5981"/>
                  </a:lnTo>
                  <a:lnTo>
                    <a:pt x="1184" y="4093"/>
                  </a:lnTo>
                  <a:lnTo>
                    <a:pt x="2889" y="4093"/>
                  </a:lnTo>
                  <a:lnTo>
                    <a:pt x="2889" y="5981"/>
                  </a:lnTo>
                  <a:lnTo>
                    <a:pt x="4073" y="5981"/>
                  </a:lnTo>
                  <a:lnTo>
                    <a:pt x="4073" y="2018"/>
                  </a:lnTo>
                  <a:cubicBezTo>
                    <a:pt x="4061" y="901"/>
                    <a:pt x="3154" y="1"/>
                    <a:pt x="203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3" name="Google Shape;4463;p53"/>
            <p:cNvSpPr/>
            <p:nvPr/>
          </p:nvSpPr>
          <p:spPr>
            <a:xfrm>
              <a:off x="1805948" y="3146336"/>
              <a:ext cx="62569" cy="62561"/>
            </a:xfrm>
            <a:custGeom>
              <a:rect b="b" l="l" r="r" t="t"/>
              <a:pathLst>
                <a:path extrusionOk="0" h="3368" w="3368">
                  <a:moveTo>
                    <a:pt x="1092" y="1"/>
                  </a:moveTo>
                  <a:lnTo>
                    <a:pt x="1092" y="1092"/>
                  </a:lnTo>
                  <a:lnTo>
                    <a:pt x="1" y="1092"/>
                  </a:lnTo>
                  <a:lnTo>
                    <a:pt x="1" y="2276"/>
                  </a:lnTo>
                  <a:lnTo>
                    <a:pt x="1092" y="2276"/>
                  </a:lnTo>
                  <a:lnTo>
                    <a:pt x="1092" y="3367"/>
                  </a:lnTo>
                  <a:lnTo>
                    <a:pt x="2276" y="3367"/>
                  </a:lnTo>
                  <a:lnTo>
                    <a:pt x="2276" y="2276"/>
                  </a:lnTo>
                  <a:lnTo>
                    <a:pt x="3368" y="2276"/>
                  </a:lnTo>
                  <a:lnTo>
                    <a:pt x="3368" y="1092"/>
                  </a:lnTo>
                  <a:lnTo>
                    <a:pt x="2276" y="1092"/>
                  </a:lnTo>
                  <a:lnTo>
                    <a:pt x="227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64" name="Google Shape;4464;p53"/>
          <p:cNvGrpSpPr/>
          <p:nvPr/>
        </p:nvGrpSpPr>
        <p:grpSpPr>
          <a:xfrm>
            <a:off x="4019167" y="2872097"/>
            <a:ext cx="362691" cy="362660"/>
            <a:chOff x="1087333" y="3093973"/>
            <a:chExt cx="375340" cy="375308"/>
          </a:xfrm>
        </p:grpSpPr>
        <p:sp>
          <p:nvSpPr>
            <p:cNvPr id="4465" name="Google Shape;4465;p53"/>
            <p:cNvSpPr/>
            <p:nvPr/>
          </p:nvSpPr>
          <p:spPr>
            <a:xfrm>
              <a:off x="1087333" y="3093973"/>
              <a:ext cx="375340" cy="375308"/>
            </a:xfrm>
            <a:custGeom>
              <a:rect b="b" l="l" r="r" t="t"/>
              <a:pathLst>
                <a:path extrusionOk="0" h="20205" w="20204">
                  <a:moveTo>
                    <a:pt x="10102" y="1185"/>
                  </a:moveTo>
                  <a:cubicBezTo>
                    <a:pt x="12153" y="1185"/>
                    <a:pt x="13821" y="2852"/>
                    <a:pt x="13821" y="4904"/>
                  </a:cubicBezTo>
                  <a:cubicBezTo>
                    <a:pt x="13821" y="6030"/>
                    <a:pt x="13213" y="6951"/>
                    <a:pt x="12477" y="7953"/>
                  </a:cubicBezTo>
                  <a:cubicBezTo>
                    <a:pt x="12477" y="7953"/>
                    <a:pt x="10154" y="11128"/>
                    <a:pt x="10105" y="11197"/>
                  </a:cubicBezTo>
                  <a:lnTo>
                    <a:pt x="7726" y="7953"/>
                  </a:lnTo>
                  <a:cubicBezTo>
                    <a:pt x="6992" y="6949"/>
                    <a:pt x="6384" y="6030"/>
                    <a:pt x="6384" y="4904"/>
                  </a:cubicBezTo>
                  <a:cubicBezTo>
                    <a:pt x="6384" y="2861"/>
                    <a:pt x="8038" y="1197"/>
                    <a:pt x="10079" y="1185"/>
                  </a:cubicBezTo>
                  <a:close/>
                  <a:moveTo>
                    <a:pt x="11320" y="11537"/>
                  </a:moveTo>
                  <a:cubicBezTo>
                    <a:pt x="11838" y="11619"/>
                    <a:pt x="12313" y="11752"/>
                    <a:pt x="12698" y="11929"/>
                  </a:cubicBezTo>
                  <a:cubicBezTo>
                    <a:pt x="13201" y="12158"/>
                    <a:pt x="13528" y="12457"/>
                    <a:pt x="13528" y="12687"/>
                  </a:cubicBezTo>
                  <a:cubicBezTo>
                    <a:pt x="13528" y="12918"/>
                    <a:pt x="13203" y="13216"/>
                    <a:pt x="12698" y="13447"/>
                  </a:cubicBezTo>
                  <a:cubicBezTo>
                    <a:pt x="12025" y="13754"/>
                    <a:pt x="11078" y="13931"/>
                    <a:pt x="10102" y="13931"/>
                  </a:cubicBezTo>
                  <a:cubicBezTo>
                    <a:pt x="9127" y="13931"/>
                    <a:pt x="8180" y="13754"/>
                    <a:pt x="7507" y="13447"/>
                  </a:cubicBezTo>
                  <a:cubicBezTo>
                    <a:pt x="7002" y="13216"/>
                    <a:pt x="6675" y="12918"/>
                    <a:pt x="6675" y="12687"/>
                  </a:cubicBezTo>
                  <a:cubicBezTo>
                    <a:pt x="6675" y="12457"/>
                    <a:pt x="7002" y="12158"/>
                    <a:pt x="7507" y="11929"/>
                  </a:cubicBezTo>
                  <a:cubicBezTo>
                    <a:pt x="7892" y="11752"/>
                    <a:pt x="8368" y="11619"/>
                    <a:pt x="8888" y="11537"/>
                  </a:cubicBezTo>
                  <a:lnTo>
                    <a:pt x="10091" y="13180"/>
                  </a:lnTo>
                  <a:lnTo>
                    <a:pt x="10572" y="12554"/>
                  </a:lnTo>
                  <a:cubicBezTo>
                    <a:pt x="10793" y="12267"/>
                    <a:pt x="11005" y="11972"/>
                    <a:pt x="11213" y="11687"/>
                  </a:cubicBezTo>
                  <a:cubicBezTo>
                    <a:pt x="11247" y="11637"/>
                    <a:pt x="11284" y="11588"/>
                    <a:pt x="11320" y="11537"/>
                  </a:cubicBezTo>
                  <a:close/>
                  <a:moveTo>
                    <a:pt x="17827" y="7249"/>
                  </a:moveTo>
                  <a:lnTo>
                    <a:pt x="17827" y="16322"/>
                  </a:lnTo>
                  <a:lnTo>
                    <a:pt x="2378" y="16322"/>
                  </a:lnTo>
                  <a:lnTo>
                    <a:pt x="2378" y="7249"/>
                  </a:lnTo>
                  <a:lnTo>
                    <a:pt x="5848" y="7249"/>
                  </a:lnTo>
                  <a:cubicBezTo>
                    <a:pt x="6112" y="7733"/>
                    <a:pt x="6435" y="8193"/>
                    <a:pt x="6771" y="8651"/>
                  </a:cubicBezTo>
                  <a:lnTo>
                    <a:pt x="8115" y="10483"/>
                  </a:lnTo>
                  <a:cubicBezTo>
                    <a:pt x="7737" y="10570"/>
                    <a:pt x="7370" y="10694"/>
                    <a:pt x="7016" y="10851"/>
                  </a:cubicBezTo>
                  <a:cubicBezTo>
                    <a:pt x="6033" y="11298"/>
                    <a:pt x="5493" y="11952"/>
                    <a:pt x="5493" y="12687"/>
                  </a:cubicBezTo>
                  <a:cubicBezTo>
                    <a:pt x="5493" y="13422"/>
                    <a:pt x="6033" y="14075"/>
                    <a:pt x="7016" y="14523"/>
                  </a:cubicBezTo>
                  <a:cubicBezTo>
                    <a:pt x="7850" y="14904"/>
                    <a:pt x="8946" y="15115"/>
                    <a:pt x="10103" y="15115"/>
                  </a:cubicBezTo>
                  <a:cubicBezTo>
                    <a:pt x="11259" y="15115"/>
                    <a:pt x="12356" y="14904"/>
                    <a:pt x="13191" y="14523"/>
                  </a:cubicBezTo>
                  <a:cubicBezTo>
                    <a:pt x="14172" y="14075"/>
                    <a:pt x="14714" y="13422"/>
                    <a:pt x="14714" y="12687"/>
                  </a:cubicBezTo>
                  <a:cubicBezTo>
                    <a:pt x="14714" y="11952"/>
                    <a:pt x="14172" y="11300"/>
                    <a:pt x="13191" y="10851"/>
                  </a:cubicBezTo>
                  <a:cubicBezTo>
                    <a:pt x="12837" y="10694"/>
                    <a:pt x="12468" y="10570"/>
                    <a:pt x="12091" y="10483"/>
                  </a:cubicBezTo>
                  <a:lnTo>
                    <a:pt x="13434" y="8653"/>
                  </a:lnTo>
                  <a:cubicBezTo>
                    <a:pt x="13770" y="8193"/>
                    <a:pt x="14093" y="7733"/>
                    <a:pt x="14357" y="7249"/>
                  </a:cubicBezTo>
                  <a:close/>
                  <a:moveTo>
                    <a:pt x="19020" y="17506"/>
                  </a:moveTo>
                  <a:lnTo>
                    <a:pt x="19021" y="18265"/>
                  </a:lnTo>
                  <a:cubicBezTo>
                    <a:pt x="19020" y="18681"/>
                    <a:pt x="18682" y="19020"/>
                    <a:pt x="18264" y="19020"/>
                  </a:cubicBezTo>
                  <a:lnTo>
                    <a:pt x="1939" y="19020"/>
                  </a:lnTo>
                  <a:cubicBezTo>
                    <a:pt x="1523" y="19020"/>
                    <a:pt x="1184" y="18681"/>
                    <a:pt x="1184" y="18265"/>
                  </a:cubicBezTo>
                  <a:lnTo>
                    <a:pt x="1184" y="17506"/>
                  </a:lnTo>
                  <a:close/>
                  <a:moveTo>
                    <a:pt x="10102" y="1"/>
                  </a:moveTo>
                  <a:cubicBezTo>
                    <a:pt x="7398" y="1"/>
                    <a:pt x="5199" y="2200"/>
                    <a:pt x="5199" y="4904"/>
                  </a:cubicBezTo>
                  <a:cubicBezTo>
                    <a:pt x="5199" y="5297"/>
                    <a:pt x="5252" y="5688"/>
                    <a:pt x="5357" y="6065"/>
                  </a:cubicBezTo>
                  <a:lnTo>
                    <a:pt x="1194" y="6065"/>
                  </a:lnTo>
                  <a:lnTo>
                    <a:pt x="1194" y="16322"/>
                  </a:lnTo>
                  <a:lnTo>
                    <a:pt x="0" y="16322"/>
                  </a:lnTo>
                  <a:lnTo>
                    <a:pt x="0" y="18265"/>
                  </a:lnTo>
                  <a:cubicBezTo>
                    <a:pt x="1" y="19335"/>
                    <a:pt x="869" y="20203"/>
                    <a:pt x="1939" y="20204"/>
                  </a:cubicBezTo>
                  <a:lnTo>
                    <a:pt x="18264" y="20204"/>
                  </a:lnTo>
                  <a:cubicBezTo>
                    <a:pt x="19335" y="20203"/>
                    <a:pt x="20202" y="19335"/>
                    <a:pt x="20204" y="18265"/>
                  </a:cubicBezTo>
                  <a:lnTo>
                    <a:pt x="20204" y="16322"/>
                  </a:lnTo>
                  <a:lnTo>
                    <a:pt x="19011" y="16322"/>
                  </a:lnTo>
                  <a:lnTo>
                    <a:pt x="19011" y="6065"/>
                  </a:lnTo>
                  <a:lnTo>
                    <a:pt x="14847" y="6065"/>
                  </a:lnTo>
                  <a:cubicBezTo>
                    <a:pt x="14951" y="5688"/>
                    <a:pt x="15005" y="5297"/>
                    <a:pt x="15005" y="4904"/>
                  </a:cubicBezTo>
                  <a:cubicBezTo>
                    <a:pt x="15005" y="2213"/>
                    <a:pt x="12827" y="22"/>
                    <a:pt x="1014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6" name="Google Shape;4466;p53"/>
            <p:cNvSpPr/>
            <p:nvPr/>
          </p:nvSpPr>
          <p:spPr>
            <a:xfrm>
              <a:off x="1229358" y="3139407"/>
              <a:ext cx="91271" cy="91278"/>
            </a:xfrm>
            <a:custGeom>
              <a:rect b="b" l="l" r="r" t="t"/>
              <a:pathLst>
                <a:path extrusionOk="0" h="4914" w="4913">
                  <a:moveTo>
                    <a:pt x="2457" y="1184"/>
                  </a:moveTo>
                  <a:cubicBezTo>
                    <a:pt x="2972" y="1184"/>
                    <a:pt x="3436" y="1495"/>
                    <a:pt x="3632" y="1970"/>
                  </a:cubicBezTo>
                  <a:cubicBezTo>
                    <a:pt x="3829" y="2446"/>
                    <a:pt x="3720" y="2992"/>
                    <a:pt x="3357" y="3357"/>
                  </a:cubicBezTo>
                  <a:cubicBezTo>
                    <a:pt x="3113" y="3600"/>
                    <a:pt x="2788" y="3730"/>
                    <a:pt x="2456" y="3730"/>
                  </a:cubicBezTo>
                  <a:cubicBezTo>
                    <a:pt x="2292" y="3730"/>
                    <a:pt x="2127" y="3698"/>
                    <a:pt x="1970" y="3633"/>
                  </a:cubicBezTo>
                  <a:cubicBezTo>
                    <a:pt x="1495" y="3436"/>
                    <a:pt x="1185" y="2971"/>
                    <a:pt x="1185" y="2458"/>
                  </a:cubicBezTo>
                  <a:cubicBezTo>
                    <a:pt x="1185" y="1755"/>
                    <a:pt x="1755" y="1186"/>
                    <a:pt x="2457" y="1184"/>
                  </a:cubicBezTo>
                  <a:close/>
                  <a:moveTo>
                    <a:pt x="2457" y="0"/>
                  </a:moveTo>
                  <a:cubicBezTo>
                    <a:pt x="1101" y="0"/>
                    <a:pt x="1" y="1102"/>
                    <a:pt x="1" y="2458"/>
                  </a:cubicBezTo>
                  <a:cubicBezTo>
                    <a:pt x="1" y="3812"/>
                    <a:pt x="1101" y="4914"/>
                    <a:pt x="2457" y="4914"/>
                  </a:cubicBezTo>
                  <a:cubicBezTo>
                    <a:pt x="3811" y="4914"/>
                    <a:pt x="4913" y="3812"/>
                    <a:pt x="4913" y="2458"/>
                  </a:cubicBezTo>
                  <a:cubicBezTo>
                    <a:pt x="4913" y="1102"/>
                    <a:pt x="3812" y="0"/>
                    <a:pt x="245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67" name="Google Shape;4467;p53"/>
          <p:cNvGrpSpPr/>
          <p:nvPr/>
        </p:nvGrpSpPr>
        <p:grpSpPr>
          <a:xfrm>
            <a:off x="6313296" y="3431523"/>
            <a:ext cx="287600" cy="362660"/>
            <a:chOff x="1103328" y="3671562"/>
            <a:chExt cx="297630" cy="375308"/>
          </a:xfrm>
        </p:grpSpPr>
        <p:sp>
          <p:nvSpPr>
            <p:cNvPr id="4468" name="Google Shape;4468;p53"/>
            <p:cNvSpPr/>
            <p:nvPr/>
          </p:nvSpPr>
          <p:spPr>
            <a:xfrm>
              <a:off x="1103328" y="3671562"/>
              <a:ext cx="297630" cy="375308"/>
            </a:xfrm>
            <a:custGeom>
              <a:rect b="b" l="l" r="r" t="t"/>
              <a:pathLst>
                <a:path extrusionOk="0" h="20205" w="16021">
                  <a:moveTo>
                    <a:pt x="8011" y="1185"/>
                  </a:moveTo>
                  <a:cubicBezTo>
                    <a:pt x="11574" y="1185"/>
                    <a:pt x="14510" y="3931"/>
                    <a:pt x="14811" y="7418"/>
                  </a:cubicBezTo>
                  <a:lnTo>
                    <a:pt x="12454" y="7418"/>
                  </a:lnTo>
                  <a:cubicBezTo>
                    <a:pt x="12163" y="5227"/>
                    <a:pt x="10281" y="3530"/>
                    <a:pt x="8011" y="3530"/>
                  </a:cubicBezTo>
                  <a:cubicBezTo>
                    <a:pt x="5740" y="3530"/>
                    <a:pt x="3858" y="5227"/>
                    <a:pt x="3569" y="7420"/>
                  </a:cubicBezTo>
                  <a:lnTo>
                    <a:pt x="1210" y="7420"/>
                  </a:lnTo>
                  <a:cubicBezTo>
                    <a:pt x="1510" y="3932"/>
                    <a:pt x="4445" y="1185"/>
                    <a:pt x="8011" y="1185"/>
                  </a:cubicBezTo>
                  <a:close/>
                  <a:moveTo>
                    <a:pt x="8011" y="4713"/>
                  </a:moveTo>
                  <a:cubicBezTo>
                    <a:pt x="9829" y="4713"/>
                    <a:pt x="11309" y="6193"/>
                    <a:pt x="11309" y="8011"/>
                  </a:cubicBezTo>
                  <a:cubicBezTo>
                    <a:pt x="11309" y="9830"/>
                    <a:pt x="9829" y="11309"/>
                    <a:pt x="8011" y="11309"/>
                  </a:cubicBezTo>
                  <a:cubicBezTo>
                    <a:pt x="6192" y="11309"/>
                    <a:pt x="4712" y="9830"/>
                    <a:pt x="4712" y="8011"/>
                  </a:cubicBezTo>
                  <a:cubicBezTo>
                    <a:pt x="4712" y="6193"/>
                    <a:pt x="6192" y="4713"/>
                    <a:pt x="8011" y="4713"/>
                  </a:cubicBezTo>
                  <a:close/>
                  <a:moveTo>
                    <a:pt x="14811" y="8602"/>
                  </a:moveTo>
                  <a:cubicBezTo>
                    <a:pt x="14510" y="12091"/>
                    <a:pt x="11576" y="14837"/>
                    <a:pt x="8011" y="14837"/>
                  </a:cubicBezTo>
                  <a:cubicBezTo>
                    <a:pt x="4445" y="14837"/>
                    <a:pt x="1510" y="12091"/>
                    <a:pt x="1210" y="8602"/>
                  </a:cubicBezTo>
                  <a:lnTo>
                    <a:pt x="3567" y="8602"/>
                  </a:lnTo>
                  <a:cubicBezTo>
                    <a:pt x="3858" y="10796"/>
                    <a:pt x="5740" y="12493"/>
                    <a:pt x="8009" y="12493"/>
                  </a:cubicBezTo>
                  <a:cubicBezTo>
                    <a:pt x="10280" y="12493"/>
                    <a:pt x="12161" y="10796"/>
                    <a:pt x="12451" y="8602"/>
                  </a:cubicBezTo>
                  <a:close/>
                  <a:moveTo>
                    <a:pt x="9380" y="15903"/>
                  </a:moveTo>
                  <a:lnTo>
                    <a:pt x="9380" y="17560"/>
                  </a:lnTo>
                  <a:cubicBezTo>
                    <a:pt x="9380" y="18080"/>
                    <a:pt x="9533" y="18588"/>
                    <a:pt x="9822" y="19021"/>
                  </a:cubicBezTo>
                  <a:lnTo>
                    <a:pt x="6201" y="19021"/>
                  </a:lnTo>
                  <a:cubicBezTo>
                    <a:pt x="6488" y="18588"/>
                    <a:pt x="6641" y="18080"/>
                    <a:pt x="6641" y="17560"/>
                  </a:cubicBezTo>
                  <a:lnTo>
                    <a:pt x="6640" y="17560"/>
                  </a:lnTo>
                  <a:lnTo>
                    <a:pt x="6640" y="15903"/>
                  </a:lnTo>
                  <a:cubicBezTo>
                    <a:pt x="7093" y="15982"/>
                    <a:pt x="7551" y="16021"/>
                    <a:pt x="8010" y="16021"/>
                  </a:cubicBezTo>
                  <a:cubicBezTo>
                    <a:pt x="8468" y="16021"/>
                    <a:pt x="8927" y="15982"/>
                    <a:pt x="9380" y="15903"/>
                  </a:cubicBezTo>
                  <a:close/>
                  <a:moveTo>
                    <a:pt x="8011" y="1"/>
                  </a:moveTo>
                  <a:cubicBezTo>
                    <a:pt x="3593" y="1"/>
                    <a:pt x="0" y="3593"/>
                    <a:pt x="0" y="8011"/>
                  </a:cubicBezTo>
                  <a:cubicBezTo>
                    <a:pt x="0" y="11536"/>
                    <a:pt x="2288" y="14536"/>
                    <a:pt x="5457" y="15605"/>
                  </a:cubicBezTo>
                  <a:lnTo>
                    <a:pt x="5457" y="17560"/>
                  </a:lnTo>
                  <a:cubicBezTo>
                    <a:pt x="5456" y="18367"/>
                    <a:pt x="4802" y="19019"/>
                    <a:pt x="3997" y="19021"/>
                  </a:cubicBezTo>
                  <a:lnTo>
                    <a:pt x="2170" y="19021"/>
                  </a:lnTo>
                  <a:lnTo>
                    <a:pt x="2170" y="20205"/>
                  </a:lnTo>
                  <a:lnTo>
                    <a:pt x="13851" y="20205"/>
                  </a:lnTo>
                  <a:lnTo>
                    <a:pt x="13851" y="19021"/>
                  </a:lnTo>
                  <a:lnTo>
                    <a:pt x="12024" y="19021"/>
                  </a:lnTo>
                  <a:cubicBezTo>
                    <a:pt x="11218" y="19019"/>
                    <a:pt x="10565" y="18365"/>
                    <a:pt x="10564" y="17560"/>
                  </a:cubicBezTo>
                  <a:lnTo>
                    <a:pt x="10564" y="15605"/>
                  </a:lnTo>
                  <a:cubicBezTo>
                    <a:pt x="13732" y="14537"/>
                    <a:pt x="16021" y="11536"/>
                    <a:pt x="16021" y="8011"/>
                  </a:cubicBezTo>
                  <a:cubicBezTo>
                    <a:pt x="16021" y="3595"/>
                    <a:pt x="12427" y="1"/>
                    <a:pt x="801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9" name="Google Shape;4469;p53"/>
            <p:cNvSpPr/>
            <p:nvPr/>
          </p:nvSpPr>
          <p:spPr>
            <a:xfrm>
              <a:off x="1211338" y="3782529"/>
              <a:ext cx="78620" cy="75637"/>
            </a:xfrm>
            <a:custGeom>
              <a:rect b="b" l="l" r="r" t="t"/>
              <a:pathLst>
                <a:path extrusionOk="0" h="4072" w="4232">
                  <a:moveTo>
                    <a:pt x="2198" y="1184"/>
                  </a:moveTo>
                  <a:cubicBezTo>
                    <a:pt x="2308" y="1184"/>
                    <a:pt x="2418" y="1205"/>
                    <a:pt x="2524" y="1249"/>
                  </a:cubicBezTo>
                  <a:cubicBezTo>
                    <a:pt x="2842" y="1382"/>
                    <a:pt x="3049" y="1692"/>
                    <a:pt x="3049" y="2037"/>
                  </a:cubicBezTo>
                  <a:cubicBezTo>
                    <a:pt x="3048" y="2507"/>
                    <a:pt x="2667" y="2888"/>
                    <a:pt x="2197" y="2888"/>
                  </a:cubicBezTo>
                  <a:cubicBezTo>
                    <a:pt x="1852" y="2888"/>
                    <a:pt x="1541" y="2681"/>
                    <a:pt x="1410" y="2361"/>
                  </a:cubicBezTo>
                  <a:cubicBezTo>
                    <a:pt x="1278" y="2043"/>
                    <a:pt x="1352" y="1677"/>
                    <a:pt x="1595" y="1434"/>
                  </a:cubicBezTo>
                  <a:cubicBezTo>
                    <a:pt x="1758" y="1271"/>
                    <a:pt x="1976" y="1184"/>
                    <a:pt x="2198" y="1184"/>
                  </a:cubicBezTo>
                  <a:close/>
                  <a:moveTo>
                    <a:pt x="2197" y="1"/>
                  </a:moveTo>
                  <a:cubicBezTo>
                    <a:pt x="1372" y="1"/>
                    <a:pt x="630" y="496"/>
                    <a:pt x="315" y="1258"/>
                  </a:cubicBezTo>
                  <a:cubicBezTo>
                    <a:pt x="0" y="2018"/>
                    <a:pt x="175" y="2893"/>
                    <a:pt x="757" y="3475"/>
                  </a:cubicBezTo>
                  <a:cubicBezTo>
                    <a:pt x="1147" y="3864"/>
                    <a:pt x="1668" y="4072"/>
                    <a:pt x="2198" y="4072"/>
                  </a:cubicBezTo>
                  <a:cubicBezTo>
                    <a:pt x="2460" y="4072"/>
                    <a:pt x="2724" y="4021"/>
                    <a:pt x="2976" y="3917"/>
                  </a:cubicBezTo>
                  <a:cubicBezTo>
                    <a:pt x="3736" y="3602"/>
                    <a:pt x="4232" y="2860"/>
                    <a:pt x="4232" y="2036"/>
                  </a:cubicBezTo>
                  <a:cubicBezTo>
                    <a:pt x="4230" y="913"/>
                    <a:pt x="3319" y="2"/>
                    <a:pt x="219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0" name="Google Shape;4470;p53"/>
            <p:cNvSpPr/>
            <p:nvPr/>
          </p:nvSpPr>
          <p:spPr>
            <a:xfrm>
              <a:off x="1241117" y="3704180"/>
              <a:ext cx="22014" cy="21826"/>
            </a:xfrm>
            <a:custGeom>
              <a:rect b="b" l="l" r="r" t="t"/>
              <a:pathLst>
                <a:path extrusionOk="0" h="1175" w="1185">
                  <a:moveTo>
                    <a:pt x="1" y="1"/>
                  </a:moveTo>
                  <a:lnTo>
                    <a:pt x="1" y="1174"/>
                  </a:lnTo>
                  <a:lnTo>
                    <a:pt x="1185" y="1174"/>
                  </a:lnTo>
                  <a:lnTo>
                    <a:pt x="118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471" name="Google Shape;4471;p53"/>
          <p:cNvSpPr/>
          <p:nvPr/>
        </p:nvSpPr>
        <p:spPr>
          <a:xfrm>
            <a:off x="7039610" y="3431436"/>
            <a:ext cx="362730" cy="362680"/>
          </a:xfrm>
          <a:custGeom>
            <a:rect b="b" l="l" r="r" t="t"/>
            <a:pathLst>
              <a:path extrusionOk="0" h="20205" w="20205">
                <a:moveTo>
                  <a:pt x="10103" y="1291"/>
                </a:moveTo>
                <a:lnTo>
                  <a:pt x="18264" y="4790"/>
                </a:lnTo>
                <a:lnTo>
                  <a:pt x="14733" y="6304"/>
                </a:lnTo>
                <a:lnTo>
                  <a:pt x="5471" y="6304"/>
                </a:lnTo>
                <a:lnTo>
                  <a:pt x="1940" y="4790"/>
                </a:lnTo>
                <a:lnTo>
                  <a:pt x="10103" y="1291"/>
                </a:lnTo>
                <a:close/>
                <a:moveTo>
                  <a:pt x="14086" y="7490"/>
                </a:moveTo>
                <a:lnTo>
                  <a:pt x="14086" y="10107"/>
                </a:lnTo>
                <a:lnTo>
                  <a:pt x="12727" y="10107"/>
                </a:lnTo>
                <a:lnTo>
                  <a:pt x="10896" y="8585"/>
                </a:lnTo>
                <a:lnTo>
                  <a:pt x="10912" y="10107"/>
                </a:lnTo>
                <a:lnTo>
                  <a:pt x="5942" y="10107"/>
                </a:lnTo>
                <a:lnTo>
                  <a:pt x="5942" y="7490"/>
                </a:lnTo>
                <a:close/>
                <a:moveTo>
                  <a:pt x="12108" y="11133"/>
                </a:moveTo>
                <a:lnTo>
                  <a:pt x="16414" y="14707"/>
                </a:lnTo>
                <a:lnTo>
                  <a:pt x="14851" y="15453"/>
                </a:lnTo>
                <a:lnTo>
                  <a:pt x="16108" y="18092"/>
                </a:lnTo>
                <a:lnTo>
                  <a:pt x="14991" y="18625"/>
                </a:lnTo>
                <a:lnTo>
                  <a:pt x="13734" y="15985"/>
                </a:lnTo>
                <a:lnTo>
                  <a:pt x="12171" y="16731"/>
                </a:lnTo>
                <a:lnTo>
                  <a:pt x="12108" y="11133"/>
                </a:lnTo>
                <a:close/>
                <a:moveTo>
                  <a:pt x="10103" y="1"/>
                </a:moveTo>
                <a:lnTo>
                  <a:pt x="1" y="4332"/>
                </a:lnTo>
                <a:lnTo>
                  <a:pt x="1" y="5247"/>
                </a:lnTo>
                <a:lnTo>
                  <a:pt x="4759" y="7288"/>
                </a:lnTo>
                <a:lnTo>
                  <a:pt x="4759" y="11292"/>
                </a:lnTo>
                <a:lnTo>
                  <a:pt x="10925" y="11292"/>
                </a:lnTo>
                <a:lnTo>
                  <a:pt x="11009" y="18601"/>
                </a:lnTo>
                <a:lnTo>
                  <a:pt x="13175" y="17566"/>
                </a:lnTo>
                <a:lnTo>
                  <a:pt x="14432" y="20204"/>
                </a:lnTo>
                <a:lnTo>
                  <a:pt x="17686" y="18651"/>
                </a:lnTo>
                <a:lnTo>
                  <a:pt x="16430" y="16012"/>
                </a:lnTo>
                <a:lnTo>
                  <a:pt x="18597" y="14979"/>
                </a:lnTo>
                <a:lnTo>
                  <a:pt x="14156" y="11292"/>
                </a:lnTo>
                <a:lnTo>
                  <a:pt x="15270" y="11292"/>
                </a:lnTo>
                <a:lnTo>
                  <a:pt x="15270" y="7364"/>
                </a:lnTo>
                <a:lnTo>
                  <a:pt x="17571" y="6376"/>
                </a:lnTo>
                <a:lnTo>
                  <a:pt x="17571" y="10292"/>
                </a:lnTo>
                <a:lnTo>
                  <a:pt x="18755" y="10292"/>
                </a:lnTo>
                <a:lnTo>
                  <a:pt x="18755" y="5868"/>
                </a:lnTo>
                <a:lnTo>
                  <a:pt x="20205" y="5247"/>
                </a:lnTo>
                <a:lnTo>
                  <a:pt x="20205" y="4332"/>
                </a:lnTo>
                <a:lnTo>
                  <a:pt x="10103"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472" name="Google Shape;4472;p53"/>
          <p:cNvGrpSpPr/>
          <p:nvPr/>
        </p:nvGrpSpPr>
        <p:grpSpPr>
          <a:xfrm>
            <a:off x="7786309" y="3431514"/>
            <a:ext cx="362727" cy="362678"/>
            <a:chOff x="1911245" y="3660176"/>
            <a:chExt cx="375377" cy="375326"/>
          </a:xfrm>
        </p:grpSpPr>
        <p:sp>
          <p:nvSpPr>
            <p:cNvPr id="4473" name="Google Shape;4473;p53"/>
            <p:cNvSpPr/>
            <p:nvPr/>
          </p:nvSpPr>
          <p:spPr>
            <a:xfrm>
              <a:off x="1911245" y="3660176"/>
              <a:ext cx="375377" cy="375326"/>
            </a:xfrm>
            <a:custGeom>
              <a:rect b="b" l="l" r="r" t="t"/>
              <a:pathLst>
                <a:path extrusionOk="0" h="20206" w="20206">
                  <a:moveTo>
                    <a:pt x="9511" y="3605"/>
                  </a:moveTo>
                  <a:lnTo>
                    <a:pt x="9511" y="7721"/>
                  </a:lnTo>
                  <a:lnTo>
                    <a:pt x="3679" y="7721"/>
                  </a:lnTo>
                  <a:lnTo>
                    <a:pt x="3679" y="3605"/>
                  </a:lnTo>
                  <a:close/>
                  <a:moveTo>
                    <a:pt x="16525" y="3605"/>
                  </a:moveTo>
                  <a:lnTo>
                    <a:pt x="16527" y="7721"/>
                  </a:lnTo>
                  <a:lnTo>
                    <a:pt x="10693" y="7721"/>
                  </a:lnTo>
                  <a:lnTo>
                    <a:pt x="10693" y="3605"/>
                  </a:lnTo>
                  <a:close/>
                  <a:moveTo>
                    <a:pt x="9511" y="8905"/>
                  </a:moveTo>
                  <a:lnTo>
                    <a:pt x="9511" y="13023"/>
                  </a:lnTo>
                  <a:lnTo>
                    <a:pt x="3679" y="13023"/>
                  </a:lnTo>
                  <a:lnTo>
                    <a:pt x="3679" y="8905"/>
                  </a:lnTo>
                  <a:close/>
                  <a:moveTo>
                    <a:pt x="16527" y="8905"/>
                  </a:moveTo>
                  <a:lnTo>
                    <a:pt x="16527" y="13023"/>
                  </a:lnTo>
                  <a:lnTo>
                    <a:pt x="10693" y="13023"/>
                  </a:lnTo>
                  <a:lnTo>
                    <a:pt x="10695" y="8905"/>
                  </a:lnTo>
                  <a:close/>
                  <a:moveTo>
                    <a:pt x="19021" y="1184"/>
                  </a:moveTo>
                  <a:lnTo>
                    <a:pt x="19021" y="13023"/>
                  </a:lnTo>
                  <a:lnTo>
                    <a:pt x="17711" y="13023"/>
                  </a:lnTo>
                  <a:lnTo>
                    <a:pt x="17711" y="2421"/>
                  </a:lnTo>
                  <a:lnTo>
                    <a:pt x="2495" y="2421"/>
                  </a:lnTo>
                  <a:lnTo>
                    <a:pt x="2495" y="13023"/>
                  </a:lnTo>
                  <a:lnTo>
                    <a:pt x="1184" y="13023"/>
                  </a:lnTo>
                  <a:lnTo>
                    <a:pt x="1184" y="1184"/>
                  </a:lnTo>
                  <a:close/>
                  <a:moveTo>
                    <a:pt x="19021" y="14205"/>
                  </a:moveTo>
                  <a:lnTo>
                    <a:pt x="19021" y="15665"/>
                  </a:lnTo>
                  <a:lnTo>
                    <a:pt x="1184" y="15665"/>
                  </a:lnTo>
                  <a:lnTo>
                    <a:pt x="1184" y="14205"/>
                  </a:lnTo>
                  <a:close/>
                  <a:moveTo>
                    <a:pt x="11473" y="16851"/>
                  </a:moveTo>
                  <a:lnTo>
                    <a:pt x="11473" y="17561"/>
                  </a:lnTo>
                  <a:cubicBezTo>
                    <a:pt x="11473" y="18081"/>
                    <a:pt x="11626" y="18589"/>
                    <a:pt x="11915" y="19021"/>
                  </a:cubicBezTo>
                  <a:lnTo>
                    <a:pt x="11913" y="19020"/>
                  </a:lnTo>
                  <a:lnTo>
                    <a:pt x="8293" y="19020"/>
                  </a:lnTo>
                  <a:cubicBezTo>
                    <a:pt x="8581" y="18589"/>
                    <a:pt x="8734" y="18081"/>
                    <a:pt x="8734" y="17561"/>
                  </a:cubicBezTo>
                  <a:lnTo>
                    <a:pt x="8734" y="16851"/>
                  </a:lnTo>
                  <a:close/>
                  <a:moveTo>
                    <a:pt x="0" y="0"/>
                  </a:moveTo>
                  <a:lnTo>
                    <a:pt x="0" y="16851"/>
                  </a:lnTo>
                  <a:lnTo>
                    <a:pt x="7549" y="16851"/>
                  </a:lnTo>
                  <a:lnTo>
                    <a:pt x="7549" y="17561"/>
                  </a:lnTo>
                  <a:cubicBezTo>
                    <a:pt x="7548" y="18368"/>
                    <a:pt x="6895" y="19020"/>
                    <a:pt x="6089" y="19021"/>
                  </a:cubicBezTo>
                  <a:lnTo>
                    <a:pt x="4261" y="19021"/>
                  </a:lnTo>
                  <a:lnTo>
                    <a:pt x="4261" y="20205"/>
                  </a:lnTo>
                  <a:lnTo>
                    <a:pt x="15943" y="20205"/>
                  </a:lnTo>
                  <a:lnTo>
                    <a:pt x="15943" y="19021"/>
                  </a:lnTo>
                  <a:lnTo>
                    <a:pt x="14115" y="19021"/>
                  </a:lnTo>
                  <a:cubicBezTo>
                    <a:pt x="13309" y="19020"/>
                    <a:pt x="12657" y="18368"/>
                    <a:pt x="12655" y="17561"/>
                  </a:cubicBezTo>
                  <a:lnTo>
                    <a:pt x="12655" y="16851"/>
                  </a:lnTo>
                  <a:lnTo>
                    <a:pt x="20205" y="16851"/>
                  </a:lnTo>
                  <a:lnTo>
                    <a:pt x="2020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4" name="Google Shape;4474;p53"/>
            <p:cNvSpPr/>
            <p:nvPr/>
          </p:nvSpPr>
          <p:spPr>
            <a:xfrm>
              <a:off x="2005191" y="3852279"/>
              <a:ext cx="57423" cy="22011"/>
            </a:xfrm>
            <a:custGeom>
              <a:rect b="b" l="l" r="r" t="t"/>
              <a:pathLst>
                <a:path extrusionOk="0" h="1185" w="3091">
                  <a:moveTo>
                    <a:pt x="0" y="1"/>
                  </a:moveTo>
                  <a:lnTo>
                    <a:pt x="0" y="1184"/>
                  </a:lnTo>
                  <a:lnTo>
                    <a:pt x="3091" y="1184"/>
                  </a:lnTo>
                  <a:lnTo>
                    <a:pt x="309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5" name="Google Shape;4475;p53"/>
            <p:cNvSpPr/>
            <p:nvPr/>
          </p:nvSpPr>
          <p:spPr>
            <a:xfrm>
              <a:off x="2135661" y="3835951"/>
              <a:ext cx="56160" cy="56152"/>
            </a:xfrm>
            <a:custGeom>
              <a:rect b="b" l="l" r="r" t="t"/>
              <a:pathLst>
                <a:path extrusionOk="0" h="3023" w="3023">
                  <a:moveTo>
                    <a:pt x="2186" y="0"/>
                  </a:moveTo>
                  <a:lnTo>
                    <a:pt x="0" y="2186"/>
                  </a:lnTo>
                  <a:lnTo>
                    <a:pt x="838" y="3022"/>
                  </a:lnTo>
                  <a:lnTo>
                    <a:pt x="3022" y="838"/>
                  </a:lnTo>
                  <a:lnTo>
                    <a:pt x="218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6" name="Google Shape;4476;p53"/>
            <p:cNvSpPr/>
            <p:nvPr/>
          </p:nvSpPr>
          <p:spPr>
            <a:xfrm>
              <a:off x="2005191" y="3736724"/>
              <a:ext cx="57460" cy="57415"/>
            </a:xfrm>
            <a:custGeom>
              <a:rect b="b" l="l" r="r" t="t"/>
              <a:pathLst>
                <a:path extrusionOk="0" h="3091" w="3093">
                  <a:moveTo>
                    <a:pt x="954" y="0"/>
                  </a:moveTo>
                  <a:lnTo>
                    <a:pt x="954" y="954"/>
                  </a:lnTo>
                  <a:lnTo>
                    <a:pt x="0" y="954"/>
                  </a:lnTo>
                  <a:lnTo>
                    <a:pt x="0" y="2138"/>
                  </a:lnTo>
                  <a:lnTo>
                    <a:pt x="954" y="2138"/>
                  </a:lnTo>
                  <a:lnTo>
                    <a:pt x="954" y="3091"/>
                  </a:lnTo>
                  <a:lnTo>
                    <a:pt x="2138" y="3091"/>
                  </a:lnTo>
                  <a:lnTo>
                    <a:pt x="2138" y="2138"/>
                  </a:lnTo>
                  <a:lnTo>
                    <a:pt x="3092" y="2138"/>
                  </a:lnTo>
                  <a:lnTo>
                    <a:pt x="3092" y="954"/>
                  </a:lnTo>
                  <a:lnTo>
                    <a:pt x="2138" y="954"/>
                  </a:lnTo>
                  <a:lnTo>
                    <a:pt x="2138"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7" name="Google Shape;4477;p53"/>
            <p:cNvSpPr/>
            <p:nvPr/>
          </p:nvSpPr>
          <p:spPr>
            <a:xfrm>
              <a:off x="2135717" y="3737355"/>
              <a:ext cx="56160" cy="56152"/>
            </a:xfrm>
            <a:custGeom>
              <a:rect b="b" l="l" r="r" t="t"/>
              <a:pathLst>
                <a:path extrusionOk="0" h="3023" w="3023">
                  <a:moveTo>
                    <a:pt x="838" y="0"/>
                  </a:moveTo>
                  <a:lnTo>
                    <a:pt x="0" y="838"/>
                  </a:lnTo>
                  <a:lnTo>
                    <a:pt x="674" y="1511"/>
                  </a:lnTo>
                  <a:lnTo>
                    <a:pt x="0" y="2186"/>
                  </a:lnTo>
                  <a:lnTo>
                    <a:pt x="838" y="3022"/>
                  </a:lnTo>
                  <a:lnTo>
                    <a:pt x="1511" y="2349"/>
                  </a:lnTo>
                  <a:lnTo>
                    <a:pt x="2186" y="3022"/>
                  </a:lnTo>
                  <a:lnTo>
                    <a:pt x="3022" y="2186"/>
                  </a:lnTo>
                  <a:lnTo>
                    <a:pt x="2349" y="1511"/>
                  </a:lnTo>
                  <a:lnTo>
                    <a:pt x="3022" y="838"/>
                  </a:lnTo>
                  <a:lnTo>
                    <a:pt x="2186" y="0"/>
                  </a:lnTo>
                  <a:lnTo>
                    <a:pt x="1511" y="674"/>
                  </a:lnTo>
                  <a:lnTo>
                    <a:pt x="838"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478" name="Google Shape;4478;p53"/>
          <p:cNvSpPr/>
          <p:nvPr/>
        </p:nvSpPr>
        <p:spPr>
          <a:xfrm>
            <a:off x="993962" y="3991264"/>
            <a:ext cx="362730" cy="362680"/>
          </a:xfrm>
          <a:custGeom>
            <a:rect b="b" l="l" r="r" t="t"/>
            <a:pathLst>
              <a:path extrusionOk="0" h="20205" w="20205">
                <a:moveTo>
                  <a:pt x="16149" y="1183"/>
                </a:moveTo>
                <a:lnTo>
                  <a:pt x="16149" y="2999"/>
                </a:lnTo>
                <a:lnTo>
                  <a:pt x="4056" y="2999"/>
                </a:lnTo>
                <a:lnTo>
                  <a:pt x="4056" y="1185"/>
                </a:lnTo>
                <a:lnTo>
                  <a:pt x="16149" y="1183"/>
                </a:lnTo>
                <a:close/>
                <a:moveTo>
                  <a:pt x="18129" y="2473"/>
                </a:moveTo>
                <a:cubicBezTo>
                  <a:pt x="18622" y="2473"/>
                  <a:pt x="19020" y="2872"/>
                  <a:pt x="19020" y="3365"/>
                </a:cubicBezTo>
                <a:lnTo>
                  <a:pt x="19020" y="5432"/>
                </a:lnTo>
                <a:cubicBezTo>
                  <a:pt x="19019" y="5925"/>
                  <a:pt x="18620" y="6322"/>
                  <a:pt x="18129" y="6324"/>
                </a:cubicBezTo>
                <a:lnTo>
                  <a:pt x="17041" y="6324"/>
                </a:lnTo>
                <a:cubicBezTo>
                  <a:pt x="17235" y="5791"/>
                  <a:pt x="17333" y="5228"/>
                  <a:pt x="17333" y="4662"/>
                </a:cubicBezTo>
                <a:lnTo>
                  <a:pt x="17333" y="2473"/>
                </a:lnTo>
                <a:close/>
                <a:moveTo>
                  <a:pt x="2870" y="2473"/>
                </a:moveTo>
                <a:lnTo>
                  <a:pt x="2870" y="4663"/>
                </a:lnTo>
                <a:cubicBezTo>
                  <a:pt x="2870" y="5229"/>
                  <a:pt x="2969" y="5792"/>
                  <a:pt x="3165" y="6325"/>
                </a:cubicBezTo>
                <a:lnTo>
                  <a:pt x="2075" y="6324"/>
                </a:lnTo>
                <a:cubicBezTo>
                  <a:pt x="1583" y="6324"/>
                  <a:pt x="1183" y="5925"/>
                  <a:pt x="1183" y="5432"/>
                </a:cubicBezTo>
                <a:lnTo>
                  <a:pt x="1183" y="3365"/>
                </a:lnTo>
                <a:cubicBezTo>
                  <a:pt x="1185" y="2872"/>
                  <a:pt x="1583" y="2473"/>
                  <a:pt x="2075" y="2473"/>
                </a:cubicBezTo>
                <a:close/>
                <a:moveTo>
                  <a:pt x="16148" y="4184"/>
                </a:moveTo>
                <a:lnTo>
                  <a:pt x="16148" y="4663"/>
                </a:lnTo>
                <a:cubicBezTo>
                  <a:pt x="16151" y="6028"/>
                  <a:pt x="15389" y="7279"/>
                  <a:pt x="14176" y="7903"/>
                </a:cubicBezTo>
                <a:lnTo>
                  <a:pt x="14176" y="7902"/>
                </a:lnTo>
                <a:lnTo>
                  <a:pt x="11269" y="9404"/>
                </a:lnTo>
                <a:lnTo>
                  <a:pt x="11269" y="12648"/>
                </a:lnTo>
                <a:lnTo>
                  <a:pt x="8934" y="12648"/>
                </a:lnTo>
                <a:lnTo>
                  <a:pt x="8934" y="9404"/>
                </a:lnTo>
                <a:lnTo>
                  <a:pt x="6028" y="7903"/>
                </a:lnTo>
                <a:cubicBezTo>
                  <a:pt x="4814" y="7279"/>
                  <a:pt x="4051" y="6028"/>
                  <a:pt x="4054" y="4663"/>
                </a:cubicBezTo>
                <a:lnTo>
                  <a:pt x="4054" y="4184"/>
                </a:lnTo>
                <a:close/>
                <a:moveTo>
                  <a:pt x="12450" y="16100"/>
                </a:moveTo>
                <a:lnTo>
                  <a:pt x="12450" y="19020"/>
                </a:lnTo>
                <a:lnTo>
                  <a:pt x="7656" y="19020"/>
                </a:lnTo>
                <a:lnTo>
                  <a:pt x="7656" y="16100"/>
                </a:lnTo>
                <a:close/>
                <a:moveTo>
                  <a:pt x="14800" y="13832"/>
                </a:moveTo>
                <a:lnTo>
                  <a:pt x="14800" y="19020"/>
                </a:lnTo>
                <a:lnTo>
                  <a:pt x="13634" y="19020"/>
                </a:lnTo>
                <a:lnTo>
                  <a:pt x="13634" y="14916"/>
                </a:lnTo>
                <a:lnTo>
                  <a:pt x="6472" y="14916"/>
                </a:lnTo>
                <a:lnTo>
                  <a:pt x="6472" y="19020"/>
                </a:lnTo>
                <a:lnTo>
                  <a:pt x="5403" y="19020"/>
                </a:lnTo>
                <a:lnTo>
                  <a:pt x="5403" y="13832"/>
                </a:lnTo>
                <a:close/>
                <a:moveTo>
                  <a:pt x="2872" y="1"/>
                </a:moveTo>
                <a:lnTo>
                  <a:pt x="2872" y="1289"/>
                </a:lnTo>
                <a:lnTo>
                  <a:pt x="2076" y="1289"/>
                </a:lnTo>
                <a:cubicBezTo>
                  <a:pt x="929" y="1291"/>
                  <a:pt x="1" y="2219"/>
                  <a:pt x="1" y="3365"/>
                </a:cubicBezTo>
                <a:lnTo>
                  <a:pt x="1" y="5432"/>
                </a:lnTo>
                <a:cubicBezTo>
                  <a:pt x="1" y="6577"/>
                  <a:pt x="929" y="7506"/>
                  <a:pt x="2076" y="7508"/>
                </a:cubicBezTo>
                <a:lnTo>
                  <a:pt x="3796" y="7508"/>
                </a:lnTo>
                <a:cubicBezTo>
                  <a:pt x="4239" y="8114"/>
                  <a:pt x="4817" y="8610"/>
                  <a:pt x="5486" y="8954"/>
                </a:cubicBezTo>
                <a:lnTo>
                  <a:pt x="7751" y="10123"/>
                </a:lnTo>
                <a:lnTo>
                  <a:pt x="7751" y="12648"/>
                </a:lnTo>
                <a:lnTo>
                  <a:pt x="4219" y="12648"/>
                </a:lnTo>
                <a:lnTo>
                  <a:pt x="4219" y="19020"/>
                </a:lnTo>
                <a:lnTo>
                  <a:pt x="2430" y="19020"/>
                </a:lnTo>
                <a:lnTo>
                  <a:pt x="2430" y="20204"/>
                </a:lnTo>
                <a:lnTo>
                  <a:pt x="17774" y="20204"/>
                </a:lnTo>
                <a:lnTo>
                  <a:pt x="17774" y="19020"/>
                </a:lnTo>
                <a:lnTo>
                  <a:pt x="15984" y="19020"/>
                </a:lnTo>
                <a:lnTo>
                  <a:pt x="15984" y="12648"/>
                </a:lnTo>
                <a:lnTo>
                  <a:pt x="12453" y="12648"/>
                </a:lnTo>
                <a:lnTo>
                  <a:pt x="12453" y="10123"/>
                </a:lnTo>
                <a:lnTo>
                  <a:pt x="14719" y="8954"/>
                </a:lnTo>
                <a:cubicBezTo>
                  <a:pt x="15386" y="8610"/>
                  <a:pt x="15964" y="8114"/>
                  <a:pt x="16408" y="7508"/>
                </a:cubicBezTo>
                <a:lnTo>
                  <a:pt x="18129" y="7508"/>
                </a:lnTo>
                <a:cubicBezTo>
                  <a:pt x="19274" y="7506"/>
                  <a:pt x="20203" y="6577"/>
                  <a:pt x="20204" y="5432"/>
                </a:cubicBezTo>
                <a:lnTo>
                  <a:pt x="20204" y="3365"/>
                </a:lnTo>
                <a:cubicBezTo>
                  <a:pt x="20203" y="2219"/>
                  <a:pt x="19274" y="1291"/>
                  <a:pt x="18129" y="1289"/>
                </a:cubicBezTo>
                <a:lnTo>
                  <a:pt x="17333" y="1289"/>
                </a:lnTo>
                <a:lnTo>
                  <a:pt x="17333"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479" name="Google Shape;4479;p53"/>
          <p:cNvGrpSpPr/>
          <p:nvPr/>
        </p:nvGrpSpPr>
        <p:grpSpPr>
          <a:xfrm>
            <a:off x="1758499" y="3988579"/>
            <a:ext cx="362727" cy="362660"/>
            <a:chOff x="2833989" y="3631440"/>
            <a:chExt cx="375377" cy="375308"/>
          </a:xfrm>
        </p:grpSpPr>
        <p:sp>
          <p:nvSpPr>
            <p:cNvPr id="4480" name="Google Shape;4480;p53"/>
            <p:cNvSpPr/>
            <p:nvPr/>
          </p:nvSpPr>
          <p:spPr>
            <a:xfrm>
              <a:off x="2833989" y="3631440"/>
              <a:ext cx="375377" cy="375308"/>
            </a:xfrm>
            <a:custGeom>
              <a:rect b="b" l="l" r="r" t="t"/>
              <a:pathLst>
                <a:path extrusionOk="0" h="20205" w="20206">
                  <a:moveTo>
                    <a:pt x="13394" y="1185"/>
                  </a:moveTo>
                  <a:lnTo>
                    <a:pt x="11167" y="3872"/>
                  </a:lnTo>
                  <a:lnTo>
                    <a:pt x="1184" y="3872"/>
                  </a:lnTo>
                  <a:lnTo>
                    <a:pt x="1184" y="1185"/>
                  </a:lnTo>
                  <a:close/>
                  <a:moveTo>
                    <a:pt x="19021" y="1185"/>
                  </a:moveTo>
                  <a:lnTo>
                    <a:pt x="19021" y="16697"/>
                  </a:lnTo>
                  <a:lnTo>
                    <a:pt x="16132" y="16697"/>
                  </a:lnTo>
                  <a:cubicBezTo>
                    <a:pt x="16730" y="15652"/>
                    <a:pt x="17045" y="14468"/>
                    <a:pt x="17043" y="13265"/>
                  </a:cubicBezTo>
                  <a:cubicBezTo>
                    <a:pt x="17043" y="9438"/>
                    <a:pt x="13929" y="6325"/>
                    <a:pt x="10102" y="6325"/>
                  </a:cubicBezTo>
                  <a:cubicBezTo>
                    <a:pt x="6275" y="6325"/>
                    <a:pt x="3162" y="9438"/>
                    <a:pt x="3162" y="13265"/>
                  </a:cubicBezTo>
                  <a:cubicBezTo>
                    <a:pt x="3161" y="14468"/>
                    <a:pt x="3475" y="15652"/>
                    <a:pt x="4072" y="16697"/>
                  </a:cubicBezTo>
                  <a:lnTo>
                    <a:pt x="1184" y="16697"/>
                  </a:lnTo>
                  <a:lnTo>
                    <a:pt x="1184" y="5056"/>
                  </a:lnTo>
                  <a:lnTo>
                    <a:pt x="11723" y="5056"/>
                  </a:lnTo>
                  <a:lnTo>
                    <a:pt x="14932" y="1185"/>
                  </a:lnTo>
                  <a:close/>
                  <a:moveTo>
                    <a:pt x="10102" y="7509"/>
                  </a:moveTo>
                  <a:cubicBezTo>
                    <a:pt x="13276" y="7509"/>
                    <a:pt x="15859" y="10090"/>
                    <a:pt x="15859" y="13265"/>
                  </a:cubicBezTo>
                  <a:cubicBezTo>
                    <a:pt x="15859" y="16439"/>
                    <a:pt x="13276" y="19020"/>
                    <a:pt x="10102" y="19020"/>
                  </a:cubicBezTo>
                  <a:cubicBezTo>
                    <a:pt x="6929" y="19020"/>
                    <a:pt x="4346" y="16439"/>
                    <a:pt x="4346" y="13265"/>
                  </a:cubicBezTo>
                  <a:cubicBezTo>
                    <a:pt x="4346" y="10090"/>
                    <a:pt x="6928" y="7509"/>
                    <a:pt x="10102" y="7509"/>
                  </a:cubicBezTo>
                  <a:close/>
                  <a:moveTo>
                    <a:pt x="0" y="1"/>
                  </a:moveTo>
                  <a:lnTo>
                    <a:pt x="0" y="17881"/>
                  </a:lnTo>
                  <a:lnTo>
                    <a:pt x="4926" y="17881"/>
                  </a:lnTo>
                  <a:cubicBezTo>
                    <a:pt x="6196" y="19305"/>
                    <a:pt x="8046" y="20204"/>
                    <a:pt x="10102" y="20204"/>
                  </a:cubicBezTo>
                  <a:cubicBezTo>
                    <a:pt x="12158" y="20204"/>
                    <a:pt x="14008" y="19305"/>
                    <a:pt x="15280" y="17881"/>
                  </a:cubicBezTo>
                  <a:lnTo>
                    <a:pt x="20205" y="17881"/>
                  </a:lnTo>
                  <a:lnTo>
                    <a:pt x="2020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1" name="Google Shape;4481;p53"/>
            <p:cNvSpPr/>
            <p:nvPr/>
          </p:nvSpPr>
          <p:spPr>
            <a:xfrm>
              <a:off x="2881139" y="3667439"/>
              <a:ext cx="22014" cy="22123"/>
            </a:xfrm>
            <a:custGeom>
              <a:rect b="b" l="l" r="r" t="t"/>
              <a:pathLst>
                <a:path extrusionOk="0" h="1191" w="1185">
                  <a:moveTo>
                    <a:pt x="0" y="1"/>
                  </a:moveTo>
                  <a:lnTo>
                    <a:pt x="0" y="1190"/>
                  </a:lnTo>
                  <a:lnTo>
                    <a:pt x="1184" y="1190"/>
                  </a:lnTo>
                  <a:lnTo>
                    <a:pt x="1184"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2" name="Google Shape;4482;p53"/>
            <p:cNvSpPr/>
            <p:nvPr/>
          </p:nvSpPr>
          <p:spPr>
            <a:xfrm>
              <a:off x="2921712" y="3667439"/>
              <a:ext cx="22014" cy="22123"/>
            </a:xfrm>
            <a:custGeom>
              <a:rect b="b" l="l" r="r" t="t"/>
              <a:pathLst>
                <a:path extrusionOk="0" h="1191" w="1185">
                  <a:moveTo>
                    <a:pt x="1" y="1"/>
                  </a:moveTo>
                  <a:lnTo>
                    <a:pt x="1" y="1190"/>
                  </a:lnTo>
                  <a:lnTo>
                    <a:pt x="1185" y="1190"/>
                  </a:lnTo>
                  <a:lnTo>
                    <a:pt x="118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3" name="Google Shape;4483;p53"/>
            <p:cNvSpPr/>
            <p:nvPr/>
          </p:nvSpPr>
          <p:spPr>
            <a:xfrm>
              <a:off x="2962267" y="3667439"/>
              <a:ext cx="22014" cy="22123"/>
            </a:xfrm>
            <a:custGeom>
              <a:rect b="b" l="l" r="r" t="t"/>
              <a:pathLst>
                <a:path extrusionOk="0" h="1191" w="1185">
                  <a:moveTo>
                    <a:pt x="0" y="1"/>
                  </a:moveTo>
                  <a:lnTo>
                    <a:pt x="0" y="1190"/>
                  </a:lnTo>
                  <a:lnTo>
                    <a:pt x="1184" y="1190"/>
                  </a:lnTo>
                  <a:lnTo>
                    <a:pt x="1184"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4" name="Google Shape;4484;p53"/>
            <p:cNvSpPr/>
            <p:nvPr/>
          </p:nvSpPr>
          <p:spPr>
            <a:xfrm>
              <a:off x="2935813" y="3791966"/>
              <a:ext cx="171730" cy="171726"/>
            </a:xfrm>
            <a:custGeom>
              <a:rect b="b" l="l" r="r" t="t"/>
              <a:pathLst>
                <a:path extrusionOk="0" h="9245" w="9244">
                  <a:moveTo>
                    <a:pt x="4621" y="1184"/>
                  </a:moveTo>
                  <a:cubicBezTo>
                    <a:pt x="6517" y="1184"/>
                    <a:pt x="8059" y="2726"/>
                    <a:pt x="8059" y="4623"/>
                  </a:cubicBezTo>
                  <a:cubicBezTo>
                    <a:pt x="8059" y="6519"/>
                    <a:pt x="6517" y="8061"/>
                    <a:pt x="4621" y="8061"/>
                  </a:cubicBezTo>
                  <a:cubicBezTo>
                    <a:pt x="2726" y="8061"/>
                    <a:pt x="1184" y="6519"/>
                    <a:pt x="1184" y="4623"/>
                  </a:cubicBezTo>
                  <a:cubicBezTo>
                    <a:pt x="1184" y="2726"/>
                    <a:pt x="2726" y="1184"/>
                    <a:pt x="4621" y="1184"/>
                  </a:cubicBezTo>
                  <a:close/>
                  <a:moveTo>
                    <a:pt x="4621" y="0"/>
                  </a:moveTo>
                  <a:cubicBezTo>
                    <a:pt x="2072" y="0"/>
                    <a:pt x="0" y="2074"/>
                    <a:pt x="0" y="4623"/>
                  </a:cubicBezTo>
                  <a:cubicBezTo>
                    <a:pt x="0" y="7171"/>
                    <a:pt x="2072" y="9245"/>
                    <a:pt x="4621" y="9245"/>
                  </a:cubicBezTo>
                  <a:cubicBezTo>
                    <a:pt x="7170" y="9245"/>
                    <a:pt x="9243" y="7171"/>
                    <a:pt x="9243" y="4623"/>
                  </a:cubicBezTo>
                  <a:cubicBezTo>
                    <a:pt x="9243" y="2074"/>
                    <a:pt x="7170" y="0"/>
                    <a:pt x="462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5" name="Google Shape;4485;p53"/>
            <p:cNvSpPr/>
            <p:nvPr/>
          </p:nvSpPr>
          <p:spPr>
            <a:xfrm>
              <a:off x="3010661" y="3835951"/>
              <a:ext cx="46202" cy="52902"/>
            </a:xfrm>
            <a:custGeom>
              <a:rect b="b" l="l" r="r" t="t"/>
              <a:pathLst>
                <a:path extrusionOk="0" h="2848" w="2487">
                  <a:moveTo>
                    <a:pt x="1" y="0"/>
                  </a:moveTo>
                  <a:lnTo>
                    <a:pt x="1" y="2847"/>
                  </a:lnTo>
                  <a:lnTo>
                    <a:pt x="2487" y="2847"/>
                  </a:lnTo>
                  <a:lnTo>
                    <a:pt x="2487" y="1663"/>
                  </a:lnTo>
                  <a:lnTo>
                    <a:pt x="1185" y="1663"/>
                  </a:lnTo>
                  <a:lnTo>
                    <a:pt x="118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486" name="Google Shape;4486;p53"/>
          <p:cNvSpPr/>
          <p:nvPr/>
        </p:nvSpPr>
        <p:spPr>
          <a:xfrm>
            <a:off x="2510658" y="3989167"/>
            <a:ext cx="362748" cy="362680"/>
          </a:xfrm>
          <a:custGeom>
            <a:rect b="b" l="l" r="r" t="t"/>
            <a:pathLst>
              <a:path extrusionOk="0" h="20205" w="20206">
                <a:moveTo>
                  <a:pt x="12497" y="7252"/>
                </a:moveTo>
                <a:lnTo>
                  <a:pt x="12497" y="7302"/>
                </a:lnTo>
                <a:cubicBezTo>
                  <a:pt x="12495" y="7888"/>
                  <a:pt x="12021" y="8365"/>
                  <a:pt x="11434" y="8366"/>
                </a:cubicBezTo>
                <a:lnTo>
                  <a:pt x="10695" y="8366"/>
                </a:lnTo>
                <a:lnTo>
                  <a:pt x="10695" y="8315"/>
                </a:lnTo>
                <a:cubicBezTo>
                  <a:pt x="10695" y="7729"/>
                  <a:pt x="11171" y="7254"/>
                  <a:pt x="11758" y="7252"/>
                </a:cubicBezTo>
                <a:close/>
                <a:moveTo>
                  <a:pt x="9894" y="1185"/>
                </a:moveTo>
                <a:cubicBezTo>
                  <a:pt x="12010" y="1185"/>
                  <a:pt x="13817" y="2763"/>
                  <a:pt x="14096" y="4858"/>
                </a:cubicBezTo>
                <a:lnTo>
                  <a:pt x="14172" y="5429"/>
                </a:lnTo>
                <a:lnTo>
                  <a:pt x="14747" y="5367"/>
                </a:lnTo>
                <a:cubicBezTo>
                  <a:pt x="14886" y="5352"/>
                  <a:pt x="15027" y="5344"/>
                  <a:pt x="15168" y="5344"/>
                </a:cubicBezTo>
                <a:cubicBezTo>
                  <a:pt x="17292" y="5344"/>
                  <a:pt x="19020" y="7072"/>
                  <a:pt x="19020" y="9196"/>
                </a:cubicBezTo>
                <a:cubicBezTo>
                  <a:pt x="19020" y="11183"/>
                  <a:pt x="17509" y="12823"/>
                  <a:pt x="15575" y="13027"/>
                </a:cubicBezTo>
                <a:cubicBezTo>
                  <a:pt x="15319" y="12347"/>
                  <a:pt x="14871" y="11754"/>
                  <a:pt x="14284" y="11322"/>
                </a:cubicBezTo>
                <a:cubicBezTo>
                  <a:pt x="13649" y="10857"/>
                  <a:pt x="12904" y="10615"/>
                  <a:pt x="12131" y="10615"/>
                </a:cubicBezTo>
                <a:cubicBezTo>
                  <a:pt x="11890" y="10615"/>
                  <a:pt x="11646" y="10639"/>
                  <a:pt x="11402" y="10686"/>
                </a:cubicBezTo>
                <a:cubicBezTo>
                  <a:pt x="11190" y="10736"/>
                  <a:pt x="10980" y="10795"/>
                  <a:pt x="10772" y="10865"/>
                </a:cubicBezTo>
                <a:lnTo>
                  <a:pt x="10772" y="10431"/>
                </a:lnTo>
                <a:cubicBezTo>
                  <a:pt x="10772" y="10134"/>
                  <a:pt x="10735" y="9837"/>
                  <a:pt x="10659" y="9550"/>
                </a:cubicBezTo>
                <a:lnTo>
                  <a:pt x="11434" y="9550"/>
                </a:lnTo>
                <a:cubicBezTo>
                  <a:pt x="12674" y="9549"/>
                  <a:pt x="13681" y="8542"/>
                  <a:pt x="13682" y="7302"/>
                </a:cubicBezTo>
                <a:lnTo>
                  <a:pt x="13682" y="6067"/>
                </a:lnTo>
                <a:lnTo>
                  <a:pt x="11759" y="6067"/>
                </a:lnTo>
                <a:cubicBezTo>
                  <a:pt x="10692" y="6067"/>
                  <a:pt x="9796" y="6815"/>
                  <a:pt x="9567" y="7814"/>
                </a:cubicBezTo>
                <a:cubicBezTo>
                  <a:pt x="8945" y="7278"/>
                  <a:pt x="8149" y="6984"/>
                  <a:pt x="7328" y="6984"/>
                </a:cubicBezTo>
                <a:lnTo>
                  <a:pt x="7328" y="8168"/>
                </a:lnTo>
                <a:cubicBezTo>
                  <a:pt x="8576" y="8171"/>
                  <a:pt x="9587" y="9183"/>
                  <a:pt x="9588" y="10431"/>
                </a:cubicBezTo>
                <a:lnTo>
                  <a:pt x="9588" y="10865"/>
                </a:lnTo>
                <a:cubicBezTo>
                  <a:pt x="9382" y="10795"/>
                  <a:pt x="9172" y="10736"/>
                  <a:pt x="8958" y="10686"/>
                </a:cubicBezTo>
                <a:cubicBezTo>
                  <a:pt x="8715" y="10639"/>
                  <a:pt x="8471" y="10615"/>
                  <a:pt x="8230" y="10615"/>
                </a:cubicBezTo>
                <a:cubicBezTo>
                  <a:pt x="7458" y="10615"/>
                  <a:pt x="6712" y="10857"/>
                  <a:pt x="6077" y="11322"/>
                </a:cubicBezTo>
                <a:cubicBezTo>
                  <a:pt x="5486" y="11758"/>
                  <a:pt x="5033" y="12358"/>
                  <a:pt x="4778" y="13048"/>
                </a:cubicBezTo>
                <a:lnTo>
                  <a:pt x="4336" y="13048"/>
                </a:lnTo>
                <a:cubicBezTo>
                  <a:pt x="2598" y="13048"/>
                  <a:pt x="1184" y="11634"/>
                  <a:pt x="1184" y="9897"/>
                </a:cubicBezTo>
                <a:cubicBezTo>
                  <a:pt x="1184" y="8159"/>
                  <a:pt x="2598" y="6745"/>
                  <a:pt x="4336" y="6745"/>
                </a:cubicBezTo>
                <a:cubicBezTo>
                  <a:pt x="4561" y="6745"/>
                  <a:pt x="4785" y="6769"/>
                  <a:pt x="5006" y="6816"/>
                </a:cubicBezTo>
                <a:lnTo>
                  <a:pt x="5860" y="7003"/>
                </a:lnTo>
                <a:lnTo>
                  <a:pt x="5715" y="6140"/>
                </a:lnTo>
                <a:cubicBezTo>
                  <a:pt x="5675" y="5904"/>
                  <a:pt x="5656" y="5664"/>
                  <a:pt x="5656" y="5423"/>
                </a:cubicBezTo>
                <a:cubicBezTo>
                  <a:pt x="5656" y="3087"/>
                  <a:pt x="7556" y="1185"/>
                  <a:pt x="9894" y="1185"/>
                </a:cubicBezTo>
                <a:close/>
                <a:moveTo>
                  <a:pt x="12125" y="11799"/>
                </a:moveTo>
                <a:cubicBezTo>
                  <a:pt x="12649" y="11799"/>
                  <a:pt x="13154" y="11963"/>
                  <a:pt x="13584" y="12276"/>
                </a:cubicBezTo>
                <a:cubicBezTo>
                  <a:pt x="14162" y="12702"/>
                  <a:pt x="14542" y="13365"/>
                  <a:pt x="14626" y="14098"/>
                </a:cubicBezTo>
                <a:cubicBezTo>
                  <a:pt x="14720" y="14919"/>
                  <a:pt x="14583" y="15848"/>
                  <a:pt x="14242" y="16711"/>
                </a:cubicBezTo>
                <a:cubicBezTo>
                  <a:pt x="13851" y="17698"/>
                  <a:pt x="13248" y="18449"/>
                  <a:pt x="12543" y="18825"/>
                </a:cubicBezTo>
                <a:cubicBezTo>
                  <a:pt x="12301" y="18955"/>
                  <a:pt x="12029" y="19020"/>
                  <a:pt x="11755" y="19020"/>
                </a:cubicBezTo>
                <a:cubicBezTo>
                  <a:pt x="11497" y="19020"/>
                  <a:pt x="11237" y="18962"/>
                  <a:pt x="10995" y="18847"/>
                </a:cubicBezTo>
                <a:lnTo>
                  <a:pt x="10180" y="18456"/>
                </a:lnTo>
                <a:lnTo>
                  <a:pt x="9366" y="18847"/>
                </a:lnTo>
                <a:cubicBezTo>
                  <a:pt x="9125" y="18962"/>
                  <a:pt x="8865" y="19020"/>
                  <a:pt x="8607" y="19020"/>
                </a:cubicBezTo>
                <a:cubicBezTo>
                  <a:pt x="8332" y="19020"/>
                  <a:pt x="8061" y="18955"/>
                  <a:pt x="7818" y="18825"/>
                </a:cubicBezTo>
                <a:cubicBezTo>
                  <a:pt x="7113" y="18449"/>
                  <a:pt x="6510" y="17698"/>
                  <a:pt x="6119" y="16711"/>
                </a:cubicBezTo>
                <a:cubicBezTo>
                  <a:pt x="5777" y="15848"/>
                  <a:pt x="5639" y="14921"/>
                  <a:pt x="5733" y="14098"/>
                </a:cubicBezTo>
                <a:cubicBezTo>
                  <a:pt x="5817" y="13365"/>
                  <a:pt x="6196" y="12702"/>
                  <a:pt x="6776" y="12276"/>
                </a:cubicBezTo>
                <a:cubicBezTo>
                  <a:pt x="7205" y="11963"/>
                  <a:pt x="7710" y="11799"/>
                  <a:pt x="8235" y="11799"/>
                </a:cubicBezTo>
                <a:cubicBezTo>
                  <a:pt x="8399" y="11799"/>
                  <a:pt x="8565" y="11815"/>
                  <a:pt x="8731" y="11848"/>
                </a:cubicBezTo>
                <a:cubicBezTo>
                  <a:pt x="8937" y="11888"/>
                  <a:pt x="9591" y="12100"/>
                  <a:pt x="9745" y="12224"/>
                </a:cubicBezTo>
                <a:lnTo>
                  <a:pt x="10180" y="12718"/>
                </a:lnTo>
                <a:lnTo>
                  <a:pt x="10616" y="12224"/>
                </a:lnTo>
                <a:cubicBezTo>
                  <a:pt x="10768" y="12100"/>
                  <a:pt x="11422" y="11888"/>
                  <a:pt x="11628" y="11848"/>
                </a:cubicBezTo>
                <a:cubicBezTo>
                  <a:pt x="11794" y="11815"/>
                  <a:pt x="11960" y="11799"/>
                  <a:pt x="12125" y="11799"/>
                </a:cubicBezTo>
                <a:close/>
                <a:moveTo>
                  <a:pt x="9894" y="1"/>
                </a:moveTo>
                <a:cubicBezTo>
                  <a:pt x="6904" y="1"/>
                  <a:pt x="4472" y="2433"/>
                  <a:pt x="4472" y="5423"/>
                </a:cubicBezTo>
                <a:cubicBezTo>
                  <a:pt x="4472" y="5470"/>
                  <a:pt x="4472" y="5516"/>
                  <a:pt x="4473" y="5562"/>
                </a:cubicBezTo>
                <a:cubicBezTo>
                  <a:pt x="4427" y="5561"/>
                  <a:pt x="4382" y="5561"/>
                  <a:pt x="4336" y="5561"/>
                </a:cubicBezTo>
                <a:cubicBezTo>
                  <a:pt x="1946" y="5561"/>
                  <a:pt x="0" y="7506"/>
                  <a:pt x="0" y="9897"/>
                </a:cubicBezTo>
                <a:cubicBezTo>
                  <a:pt x="0" y="12287"/>
                  <a:pt x="1946" y="14232"/>
                  <a:pt x="4336" y="14232"/>
                </a:cubicBezTo>
                <a:lnTo>
                  <a:pt x="4536" y="14232"/>
                </a:lnTo>
                <a:cubicBezTo>
                  <a:pt x="4475" y="15173"/>
                  <a:pt x="4642" y="16197"/>
                  <a:pt x="5018" y="17145"/>
                </a:cubicBezTo>
                <a:cubicBezTo>
                  <a:pt x="5368" y="18029"/>
                  <a:pt x="6041" y="19217"/>
                  <a:pt x="7261" y="19870"/>
                </a:cubicBezTo>
                <a:cubicBezTo>
                  <a:pt x="7676" y="20092"/>
                  <a:pt x="8139" y="20203"/>
                  <a:pt x="8605" y="20203"/>
                </a:cubicBezTo>
                <a:cubicBezTo>
                  <a:pt x="9039" y="20203"/>
                  <a:pt x="9475" y="20107"/>
                  <a:pt x="9878" y="19913"/>
                </a:cubicBezTo>
                <a:lnTo>
                  <a:pt x="10181" y="19768"/>
                </a:lnTo>
                <a:lnTo>
                  <a:pt x="10484" y="19915"/>
                </a:lnTo>
                <a:cubicBezTo>
                  <a:pt x="10881" y="20106"/>
                  <a:pt x="11316" y="20204"/>
                  <a:pt x="11756" y="20204"/>
                </a:cubicBezTo>
                <a:cubicBezTo>
                  <a:pt x="11759" y="20204"/>
                  <a:pt x="11762" y="20204"/>
                  <a:pt x="11765" y="20204"/>
                </a:cubicBezTo>
                <a:cubicBezTo>
                  <a:pt x="12231" y="20204"/>
                  <a:pt x="12691" y="20089"/>
                  <a:pt x="13103" y="19870"/>
                </a:cubicBezTo>
                <a:cubicBezTo>
                  <a:pt x="14321" y="19219"/>
                  <a:pt x="14995" y="18029"/>
                  <a:pt x="15344" y="17147"/>
                </a:cubicBezTo>
                <a:cubicBezTo>
                  <a:pt x="15726" y="16182"/>
                  <a:pt x="15893" y="15143"/>
                  <a:pt x="15825" y="14190"/>
                </a:cubicBezTo>
                <a:cubicBezTo>
                  <a:pt x="18293" y="13868"/>
                  <a:pt x="20205" y="11751"/>
                  <a:pt x="20205" y="9196"/>
                </a:cubicBezTo>
                <a:lnTo>
                  <a:pt x="20204" y="9196"/>
                </a:lnTo>
                <a:cubicBezTo>
                  <a:pt x="20204" y="6419"/>
                  <a:pt x="17946" y="4160"/>
                  <a:pt x="15169" y="4160"/>
                </a:cubicBezTo>
                <a:cubicBezTo>
                  <a:pt x="14584" y="1721"/>
                  <a:pt x="12403" y="1"/>
                  <a:pt x="989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7" name="Google Shape;4487;p53"/>
          <p:cNvSpPr/>
          <p:nvPr/>
        </p:nvSpPr>
        <p:spPr>
          <a:xfrm>
            <a:off x="3295276" y="3985583"/>
            <a:ext cx="321116" cy="362680"/>
          </a:xfrm>
          <a:custGeom>
            <a:rect b="b" l="l" r="r" t="t"/>
            <a:pathLst>
              <a:path extrusionOk="0" h="20205" w="17887">
                <a:moveTo>
                  <a:pt x="8084" y="6417"/>
                </a:moveTo>
                <a:cubicBezTo>
                  <a:pt x="8258" y="6417"/>
                  <a:pt x="8399" y="6558"/>
                  <a:pt x="8400" y="6732"/>
                </a:cubicBezTo>
                <a:lnTo>
                  <a:pt x="8400" y="7489"/>
                </a:lnTo>
                <a:cubicBezTo>
                  <a:pt x="8399" y="7969"/>
                  <a:pt x="8011" y="8357"/>
                  <a:pt x="7531" y="8358"/>
                </a:cubicBezTo>
                <a:cubicBezTo>
                  <a:pt x="6995" y="8358"/>
                  <a:pt x="6561" y="7922"/>
                  <a:pt x="6561" y="7388"/>
                </a:cubicBezTo>
                <a:cubicBezTo>
                  <a:pt x="6561" y="6852"/>
                  <a:pt x="6995" y="6417"/>
                  <a:pt x="7531" y="6417"/>
                </a:cubicBezTo>
                <a:close/>
                <a:moveTo>
                  <a:pt x="7454" y="1181"/>
                </a:moveTo>
                <a:cubicBezTo>
                  <a:pt x="10912" y="1181"/>
                  <a:pt x="13724" y="3994"/>
                  <a:pt x="13724" y="7452"/>
                </a:cubicBezTo>
                <a:cubicBezTo>
                  <a:pt x="13726" y="8618"/>
                  <a:pt x="13400" y="9762"/>
                  <a:pt x="12785" y="10752"/>
                </a:cubicBezTo>
                <a:lnTo>
                  <a:pt x="10661" y="8990"/>
                </a:lnTo>
                <a:cubicBezTo>
                  <a:pt x="11386" y="8761"/>
                  <a:pt x="11881" y="8090"/>
                  <a:pt x="11882" y="7328"/>
                </a:cubicBezTo>
                <a:lnTo>
                  <a:pt x="11882" y="6943"/>
                </a:lnTo>
                <a:cubicBezTo>
                  <a:pt x="11882" y="4699"/>
                  <a:pt x="10056" y="2873"/>
                  <a:pt x="7812" y="2873"/>
                </a:cubicBezTo>
                <a:lnTo>
                  <a:pt x="7177" y="2873"/>
                </a:lnTo>
                <a:cubicBezTo>
                  <a:pt x="4933" y="2873"/>
                  <a:pt x="3108" y="4699"/>
                  <a:pt x="3108" y="6943"/>
                </a:cubicBezTo>
                <a:lnTo>
                  <a:pt x="3108" y="7716"/>
                </a:lnTo>
                <a:cubicBezTo>
                  <a:pt x="3108" y="10053"/>
                  <a:pt x="5010" y="11955"/>
                  <a:pt x="7346" y="11955"/>
                </a:cubicBezTo>
                <a:lnTo>
                  <a:pt x="8008" y="11955"/>
                </a:lnTo>
                <a:lnTo>
                  <a:pt x="8008" y="10771"/>
                </a:lnTo>
                <a:lnTo>
                  <a:pt x="7346" y="10771"/>
                </a:lnTo>
                <a:cubicBezTo>
                  <a:pt x="5662" y="10771"/>
                  <a:pt x="4291" y="9401"/>
                  <a:pt x="4291" y="7716"/>
                </a:cubicBezTo>
                <a:lnTo>
                  <a:pt x="4291" y="6943"/>
                </a:lnTo>
                <a:cubicBezTo>
                  <a:pt x="4291" y="5351"/>
                  <a:pt x="5586" y="4057"/>
                  <a:pt x="7177" y="4057"/>
                </a:cubicBezTo>
                <a:lnTo>
                  <a:pt x="7812" y="4057"/>
                </a:lnTo>
                <a:cubicBezTo>
                  <a:pt x="9404" y="4057"/>
                  <a:pt x="10698" y="5351"/>
                  <a:pt x="10698" y="6943"/>
                </a:cubicBezTo>
                <a:lnTo>
                  <a:pt x="10698" y="7328"/>
                </a:lnTo>
                <a:cubicBezTo>
                  <a:pt x="10698" y="7636"/>
                  <a:pt x="10449" y="7885"/>
                  <a:pt x="10141" y="7885"/>
                </a:cubicBezTo>
                <a:cubicBezTo>
                  <a:pt x="9834" y="7885"/>
                  <a:pt x="9584" y="7636"/>
                  <a:pt x="9584" y="7328"/>
                </a:cubicBezTo>
                <a:lnTo>
                  <a:pt x="9584" y="6734"/>
                </a:lnTo>
                <a:cubicBezTo>
                  <a:pt x="9583" y="5905"/>
                  <a:pt x="8912" y="5235"/>
                  <a:pt x="8084" y="5233"/>
                </a:cubicBezTo>
                <a:lnTo>
                  <a:pt x="7531" y="5233"/>
                </a:lnTo>
                <a:cubicBezTo>
                  <a:pt x="6341" y="5233"/>
                  <a:pt x="5377" y="6198"/>
                  <a:pt x="5377" y="7388"/>
                </a:cubicBezTo>
                <a:cubicBezTo>
                  <a:pt x="5377" y="8578"/>
                  <a:pt x="6341" y="9542"/>
                  <a:pt x="7531" y="9542"/>
                </a:cubicBezTo>
                <a:cubicBezTo>
                  <a:pt x="8161" y="9542"/>
                  <a:pt x="8756" y="9253"/>
                  <a:pt x="9145" y="8757"/>
                </a:cubicBezTo>
                <a:cubicBezTo>
                  <a:pt x="9434" y="8959"/>
                  <a:pt x="9780" y="9069"/>
                  <a:pt x="10133" y="9069"/>
                </a:cubicBezTo>
                <a:cubicBezTo>
                  <a:pt x="10135" y="9069"/>
                  <a:pt x="10137" y="9069"/>
                  <a:pt x="10140" y="9069"/>
                </a:cubicBezTo>
                <a:lnTo>
                  <a:pt x="10190" y="9069"/>
                </a:lnTo>
                <a:lnTo>
                  <a:pt x="10237" y="13070"/>
                </a:lnTo>
                <a:cubicBezTo>
                  <a:pt x="9375" y="13499"/>
                  <a:pt x="8426" y="13723"/>
                  <a:pt x="7463" y="13723"/>
                </a:cubicBezTo>
                <a:cubicBezTo>
                  <a:pt x="7460" y="13723"/>
                  <a:pt x="7457" y="13723"/>
                  <a:pt x="7454" y="13723"/>
                </a:cubicBezTo>
                <a:cubicBezTo>
                  <a:pt x="3997" y="13723"/>
                  <a:pt x="1184" y="10910"/>
                  <a:pt x="1184" y="7452"/>
                </a:cubicBezTo>
                <a:cubicBezTo>
                  <a:pt x="1184" y="3996"/>
                  <a:pt x="3997" y="1181"/>
                  <a:pt x="7454" y="1181"/>
                </a:cubicBezTo>
                <a:close/>
                <a:moveTo>
                  <a:pt x="11398" y="11140"/>
                </a:moveTo>
                <a:lnTo>
                  <a:pt x="15706" y="14711"/>
                </a:lnTo>
                <a:lnTo>
                  <a:pt x="14142" y="15456"/>
                </a:lnTo>
                <a:lnTo>
                  <a:pt x="15398" y="18093"/>
                </a:lnTo>
                <a:lnTo>
                  <a:pt x="14281" y="18624"/>
                </a:lnTo>
                <a:lnTo>
                  <a:pt x="13024" y="15989"/>
                </a:lnTo>
                <a:lnTo>
                  <a:pt x="11461" y="16734"/>
                </a:lnTo>
                <a:lnTo>
                  <a:pt x="11398" y="11140"/>
                </a:lnTo>
                <a:close/>
                <a:moveTo>
                  <a:pt x="7454" y="0"/>
                </a:moveTo>
                <a:cubicBezTo>
                  <a:pt x="3345" y="0"/>
                  <a:pt x="1" y="3343"/>
                  <a:pt x="1" y="7454"/>
                </a:cubicBezTo>
                <a:cubicBezTo>
                  <a:pt x="1" y="11564"/>
                  <a:pt x="3343" y="14907"/>
                  <a:pt x="7454" y="14907"/>
                </a:cubicBezTo>
                <a:cubicBezTo>
                  <a:pt x="7458" y="14907"/>
                  <a:pt x="7461" y="14907"/>
                  <a:pt x="7465" y="14907"/>
                </a:cubicBezTo>
                <a:cubicBezTo>
                  <a:pt x="8420" y="14907"/>
                  <a:pt x="9365" y="14722"/>
                  <a:pt x="10250" y="14362"/>
                </a:cubicBezTo>
                <a:lnTo>
                  <a:pt x="10299" y="18602"/>
                </a:lnTo>
                <a:lnTo>
                  <a:pt x="12466" y="17567"/>
                </a:lnTo>
                <a:lnTo>
                  <a:pt x="13723" y="20204"/>
                </a:lnTo>
                <a:lnTo>
                  <a:pt x="16978" y="18653"/>
                </a:lnTo>
                <a:lnTo>
                  <a:pt x="15721" y="16016"/>
                </a:lnTo>
                <a:lnTo>
                  <a:pt x="17887" y="14981"/>
                </a:lnTo>
                <a:lnTo>
                  <a:pt x="13702" y="11513"/>
                </a:lnTo>
                <a:cubicBezTo>
                  <a:pt x="14490" y="10307"/>
                  <a:pt x="14910" y="8896"/>
                  <a:pt x="14908" y="7454"/>
                </a:cubicBezTo>
                <a:cubicBezTo>
                  <a:pt x="14908" y="3343"/>
                  <a:pt x="11564" y="0"/>
                  <a:pt x="745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488" name="Google Shape;4488;p53"/>
          <p:cNvGrpSpPr/>
          <p:nvPr/>
        </p:nvGrpSpPr>
        <p:grpSpPr>
          <a:xfrm>
            <a:off x="4019192" y="3985616"/>
            <a:ext cx="362727" cy="362642"/>
            <a:chOff x="4234881" y="3611342"/>
            <a:chExt cx="375377" cy="375289"/>
          </a:xfrm>
        </p:grpSpPr>
        <p:sp>
          <p:nvSpPr>
            <p:cNvPr id="4489" name="Google Shape;4489;p53"/>
            <p:cNvSpPr/>
            <p:nvPr/>
          </p:nvSpPr>
          <p:spPr>
            <a:xfrm>
              <a:off x="4234881" y="3611342"/>
              <a:ext cx="375377" cy="375289"/>
            </a:xfrm>
            <a:custGeom>
              <a:rect b="b" l="l" r="r" t="t"/>
              <a:pathLst>
                <a:path extrusionOk="0" h="20204" w="20206">
                  <a:moveTo>
                    <a:pt x="19022" y="1184"/>
                  </a:moveTo>
                  <a:lnTo>
                    <a:pt x="19022" y="13022"/>
                  </a:lnTo>
                  <a:lnTo>
                    <a:pt x="1184" y="13022"/>
                  </a:lnTo>
                  <a:lnTo>
                    <a:pt x="1184" y="1184"/>
                  </a:lnTo>
                  <a:close/>
                  <a:moveTo>
                    <a:pt x="19022" y="14206"/>
                  </a:moveTo>
                  <a:lnTo>
                    <a:pt x="19022" y="15666"/>
                  </a:lnTo>
                  <a:lnTo>
                    <a:pt x="1184" y="15666"/>
                  </a:lnTo>
                  <a:lnTo>
                    <a:pt x="1184" y="14206"/>
                  </a:lnTo>
                  <a:close/>
                  <a:moveTo>
                    <a:pt x="11473" y="16850"/>
                  </a:moveTo>
                  <a:lnTo>
                    <a:pt x="11473" y="17560"/>
                  </a:lnTo>
                  <a:cubicBezTo>
                    <a:pt x="11473" y="18079"/>
                    <a:pt x="11627" y="18588"/>
                    <a:pt x="11915" y="19020"/>
                  </a:cubicBezTo>
                  <a:lnTo>
                    <a:pt x="11913" y="19021"/>
                  </a:lnTo>
                  <a:lnTo>
                    <a:pt x="8293" y="19021"/>
                  </a:lnTo>
                  <a:cubicBezTo>
                    <a:pt x="8581" y="18588"/>
                    <a:pt x="8735" y="18081"/>
                    <a:pt x="8733" y="17561"/>
                  </a:cubicBezTo>
                  <a:lnTo>
                    <a:pt x="8733" y="16850"/>
                  </a:lnTo>
                  <a:close/>
                  <a:moveTo>
                    <a:pt x="0" y="0"/>
                  </a:moveTo>
                  <a:lnTo>
                    <a:pt x="0" y="16850"/>
                  </a:lnTo>
                  <a:lnTo>
                    <a:pt x="7549" y="16850"/>
                  </a:lnTo>
                  <a:lnTo>
                    <a:pt x="7549" y="17560"/>
                  </a:lnTo>
                  <a:cubicBezTo>
                    <a:pt x="7548" y="18366"/>
                    <a:pt x="6894" y="19020"/>
                    <a:pt x="6089" y="19020"/>
                  </a:cubicBezTo>
                  <a:lnTo>
                    <a:pt x="4262" y="19020"/>
                  </a:lnTo>
                  <a:lnTo>
                    <a:pt x="4262" y="20204"/>
                  </a:lnTo>
                  <a:lnTo>
                    <a:pt x="15943" y="20204"/>
                  </a:lnTo>
                  <a:lnTo>
                    <a:pt x="15943" y="19020"/>
                  </a:lnTo>
                  <a:lnTo>
                    <a:pt x="14116" y="19020"/>
                  </a:lnTo>
                  <a:cubicBezTo>
                    <a:pt x="13309" y="19020"/>
                    <a:pt x="12657" y="18366"/>
                    <a:pt x="12655" y="17560"/>
                  </a:cubicBezTo>
                  <a:lnTo>
                    <a:pt x="12655" y="16850"/>
                  </a:lnTo>
                  <a:lnTo>
                    <a:pt x="20206" y="16850"/>
                  </a:lnTo>
                  <a:lnTo>
                    <a:pt x="2020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0" name="Google Shape;4490;p53"/>
            <p:cNvSpPr/>
            <p:nvPr/>
          </p:nvSpPr>
          <p:spPr>
            <a:xfrm>
              <a:off x="4281009" y="3688280"/>
              <a:ext cx="283065" cy="116075"/>
            </a:xfrm>
            <a:custGeom>
              <a:rect b="b" l="l" r="r" t="t"/>
              <a:pathLst>
                <a:path extrusionOk="0" h="6249" w="15237">
                  <a:moveTo>
                    <a:pt x="3939" y="1185"/>
                  </a:moveTo>
                  <a:cubicBezTo>
                    <a:pt x="4724" y="1185"/>
                    <a:pt x="5432" y="1657"/>
                    <a:pt x="5732" y="2383"/>
                  </a:cubicBezTo>
                  <a:cubicBezTo>
                    <a:pt x="6032" y="3107"/>
                    <a:pt x="5865" y="3941"/>
                    <a:pt x="5311" y="4497"/>
                  </a:cubicBezTo>
                  <a:cubicBezTo>
                    <a:pt x="4940" y="4867"/>
                    <a:pt x="4443" y="5064"/>
                    <a:pt x="3939" y="5064"/>
                  </a:cubicBezTo>
                  <a:cubicBezTo>
                    <a:pt x="3689" y="5064"/>
                    <a:pt x="3437" y="5016"/>
                    <a:pt x="3197" y="4916"/>
                  </a:cubicBezTo>
                  <a:cubicBezTo>
                    <a:pt x="2471" y="4616"/>
                    <a:pt x="2000" y="3909"/>
                    <a:pt x="2000" y="3125"/>
                  </a:cubicBezTo>
                  <a:cubicBezTo>
                    <a:pt x="2001" y="2054"/>
                    <a:pt x="2868" y="1187"/>
                    <a:pt x="3939" y="1185"/>
                  </a:cubicBezTo>
                  <a:close/>
                  <a:moveTo>
                    <a:pt x="11300" y="1185"/>
                  </a:moveTo>
                  <a:cubicBezTo>
                    <a:pt x="12083" y="1185"/>
                    <a:pt x="12791" y="1657"/>
                    <a:pt x="13091" y="2383"/>
                  </a:cubicBezTo>
                  <a:cubicBezTo>
                    <a:pt x="13391" y="3107"/>
                    <a:pt x="13226" y="3941"/>
                    <a:pt x="12670" y="4497"/>
                  </a:cubicBezTo>
                  <a:cubicBezTo>
                    <a:pt x="12300" y="4867"/>
                    <a:pt x="11804" y="5064"/>
                    <a:pt x="11299" y="5064"/>
                  </a:cubicBezTo>
                  <a:cubicBezTo>
                    <a:pt x="11049" y="5064"/>
                    <a:pt x="10796" y="5016"/>
                    <a:pt x="10556" y="4916"/>
                  </a:cubicBezTo>
                  <a:cubicBezTo>
                    <a:pt x="9832" y="4616"/>
                    <a:pt x="9359" y="3909"/>
                    <a:pt x="9359" y="3125"/>
                  </a:cubicBezTo>
                  <a:cubicBezTo>
                    <a:pt x="9360" y="2054"/>
                    <a:pt x="10228" y="1187"/>
                    <a:pt x="11300" y="1185"/>
                  </a:cubicBezTo>
                  <a:close/>
                  <a:moveTo>
                    <a:pt x="3942" y="1"/>
                  </a:moveTo>
                  <a:cubicBezTo>
                    <a:pt x="3926" y="1"/>
                    <a:pt x="3909" y="1"/>
                    <a:pt x="3893" y="1"/>
                  </a:cubicBezTo>
                  <a:cubicBezTo>
                    <a:pt x="2761" y="18"/>
                    <a:pt x="1726" y="646"/>
                    <a:pt x="1190" y="1644"/>
                  </a:cubicBezTo>
                  <a:lnTo>
                    <a:pt x="0" y="1644"/>
                  </a:lnTo>
                  <a:lnTo>
                    <a:pt x="0" y="2828"/>
                  </a:lnTo>
                  <a:lnTo>
                    <a:pt x="830" y="2828"/>
                  </a:lnTo>
                  <a:cubicBezTo>
                    <a:pt x="822" y="2925"/>
                    <a:pt x="816" y="3023"/>
                    <a:pt x="816" y="3123"/>
                  </a:cubicBezTo>
                  <a:lnTo>
                    <a:pt x="816" y="3125"/>
                  </a:lnTo>
                  <a:cubicBezTo>
                    <a:pt x="816" y="4848"/>
                    <a:pt x="2217" y="6248"/>
                    <a:pt x="3939" y="6248"/>
                  </a:cubicBezTo>
                  <a:cubicBezTo>
                    <a:pt x="5662" y="6248"/>
                    <a:pt x="7062" y="4848"/>
                    <a:pt x="7062" y="3125"/>
                  </a:cubicBezTo>
                  <a:lnTo>
                    <a:pt x="7062" y="3004"/>
                  </a:lnTo>
                  <a:cubicBezTo>
                    <a:pt x="7062" y="2696"/>
                    <a:pt x="7312" y="2447"/>
                    <a:pt x="7619" y="2447"/>
                  </a:cubicBezTo>
                  <a:cubicBezTo>
                    <a:pt x="7927" y="2447"/>
                    <a:pt x="8175" y="2696"/>
                    <a:pt x="8175" y="3004"/>
                  </a:cubicBezTo>
                  <a:lnTo>
                    <a:pt x="8175" y="3123"/>
                  </a:lnTo>
                  <a:cubicBezTo>
                    <a:pt x="8175" y="4846"/>
                    <a:pt x="9577" y="6248"/>
                    <a:pt x="11300" y="6248"/>
                  </a:cubicBezTo>
                  <a:cubicBezTo>
                    <a:pt x="13021" y="6248"/>
                    <a:pt x="14423" y="4846"/>
                    <a:pt x="14423" y="3123"/>
                  </a:cubicBezTo>
                  <a:cubicBezTo>
                    <a:pt x="14423" y="3023"/>
                    <a:pt x="14417" y="2925"/>
                    <a:pt x="14408" y="2828"/>
                  </a:cubicBezTo>
                  <a:lnTo>
                    <a:pt x="15237" y="2828"/>
                  </a:lnTo>
                  <a:lnTo>
                    <a:pt x="15237" y="1644"/>
                  </a:lnTo>
                  <a:lnTo>
                    <a:pt x="14048" y="1644"/>
                  </a:lnTo>
                  <a:cubicBezTo>
                    <a:pt x="13512" y="646"/>
                    <a:pt x="12478" y="18"/>
                    <a:pt x="11344" y="1"/>
                  </a:cubicBezTo>
                  <a:cubicBezTo>
                    <a:pt x="11328" y="1"/>
                    <a:pt x="11311" y="1"/>
                    <a:pt x="11295" y="1"/>
                  </a:cubicBezTo>
                  <a:cubicBezTo>
                    <a:pt x="10182" y="1"/>
                    <a:pt x="9152" y="596"/>
                    <a:pt x="8594" y="1563"/>
                  </a:cubicBezTo>
                  <a:cubicBezTo>
                    <a:pt x="8300" y="1363"/>
                    <a:pt x="7960" y="1263"/>
                    <a:pt x="7619" y="1263"/>
                  </a:cubicBezTo>
                  <a:cubicBezTo>
                    <a:pt x="7278" y="1263"/>
                    <a:pt x="6938" y="1363"/>
                    <a:pt x="6643" y="1563"/>
                  </a:cubicBezTo>
                  <a:cubicBezTo>
                    <a:pt x="6087" y="596"/>
                    <a:pt x="5056" y="1"/>
                    <a:pt x="394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91" name="Google Shape;4491;p53"/>
          <p:cNvGrpSpPr/>
          <p:nvPr/>
        </p:nvGrpSpPr>
        <p:grpSpPr>
          <a:xfrm>
            <a:off x="4776222" y="4014156"/>
            <a:ext cx="362691" cy="312851"/>
            <a:chOff x="4712342" y="3632889"/>
            <a:chExt cx="375340" cy="323762"/>
          </a:xfrm>
        </p:grpSpPr>
        <p:sp>
          <p:nvSpPr>
            <p:cNvPr id="4492" name="Google Shape;4492;p53"/>
            <p:cNvSpPr/>
            <p:nvPr/>
          </p:nvSpPr>
          <p:spPr>
            <a:xfrm>
              <a:off x="4712342" y="3632889"/>
              <a:ext cx="375340" cy="323762"/>
            </a:xfrm>
            <a:custGeom>
              <a:rect b="b" l="l" r="r" t="t"/>
              <a:pathLst>
                <a:path extrusionOk="0" h="17430" w="20204">
                  <a:moveTo>
                    <a:pt x="10102" y="1184"/>
                  </a:moveTo>
                  <a:cubicBezTo>
                    <a:pt x="12663" y="1184"/>
                    <a:pt x="14747" y="3268"/>
                    <a:pt x="14747" y="5829"/>
                  </a:cubicBezTo>
                  <a:cubicBezTo>
                    <a:pt x="14747" y="8391"/>
                    <a:pt x="12663" y="10475"/>
                    <a:pt x="10102" y="10475"/>
                  </a:cubicBezTo>
                  <a:cubicBezTo>
                    <a:pt x="7540" y="10475"/>
                    <a:pt x="5456" y="8391"/>
                    <a:pt x="5456" y="5829"/>
                  </a:cubicBezTo>
                  <a:cubicBezTo>
                    <a:pt x="5456" y="3268"/>
                    <a:pt x="7540" y="1184"/>
                    <a:pt x="10102" y="1184"/>
                  </a:cubicBezTo>
                  <a:close/>
                  <a:moveTo>
                    <a:pt x="19020" y="2612"/>
                  </a:moveTo>
                  <a:lnTo>
                    <a:pt x="19020" y="13037"/>
                  </a:lnTo>
                  <a:lnTo>
                    <a:pt x="13309" y="13037"/>
                  </a:lnTo>
                  <a:cubicBezTo>
                    <a:pt x="12336" y="13037"/>
                    <a:pt x="11398" y="13412"/>
                    <a:pt x="10693" y="14084"/>
                  </a:cubicBezTo>
                  <a:lnTo>
                    <a:pt x="10693" y="11629"/>
                  </a:lnTo>
                  <a:cubicBezTo>
                    <a:pt x="13630" y="11331"/>
                    <a:pt x="15931" y="8843"/>
                    <a:pt x="15931" y="5829"/>
                  </a:cubicBezTo>
                  <a:cubicBezTo>
                    <a:pt x="15932" y="4684"/>
                    <a:pt x="15594" y="3564"/>
                    <a:pt x="14960" y="2612"/>
                  </a:cubicBezTo>
                  <a:close/>
                  <a:moveTo>
                    <a:pt x="5244" y="2612"/>
                  </a:moveTo>
                  <a:cubicBezTo>
                    <a:pt x="4609" y="3564"/>
                    <a:pt x="4272" y="4684"/>
                    <a:pt x="4273" y="5829"/>
                  </a:cubicBezTo>
                  <a:cubicBezTo>
                    <a:pt x="4273" y="8843"/>
                    <a:pt x="6573" y="11331"/>
                    <a:pt x="9511" y="11629"/>
                  </a:cubicBezTo>
                  <a:lnTo>
                    <a:pt x="9511" y="14085"/>
                  </a:lnTo>
                  <a:cubicBezTo>
                    <a:pt x="8806" y="13413"/>
                    <a:pt x="7872" y="13039"/>
                    <a:pt x="6899" y="13039"/>
                  </a:cubicBezTo>
                  <a:cubicBezTo>
                    <a:pt x="6898" y="13039"/>
                    <a:pt x="6896" y="13039"/>
                    <a:pt x="6894" y="13039"/>
                  </a:cubicBezTo>
                  <a:lnTo>
                    <a:pt x="1183" y="13039"/>
                  </a:lnTo>
                  <a:lnTo>
                    <a:pt x="1183" y="2612"/>
                  </a:lnTo>
                  <a:close/>
                  <a:moveTo>
                    <a:pt x="6894" y="14221"/>
                  </a:moveTo>
                  <a:cubicBezTo>
                    <a:pt x="8133" y="14221"/>
                    <a:pt x="9174" y="15087"/>
                    <a:pt x="9442" y="16246"/>
                  </a:cubicBezTo>
                  <a:lnTo>
                    <a:pt x="1183" y="16246"/>
                  </a:lnTo>
                  <a:lnTo>
                    <a:pt x="1183" y="14221"/>
                  </a:lnTo>
                  <a:close/>
                  <a:moveTo>
                    <a:pt x="19020" y="14221"/>
                  </a:moveTo>
                  <a:lnTo>
                    <a:pt x="19020" y="16246"/>
                  </a:lnTo>
                  <a:lnTo>
                    <a:pt x="10762" y="16246"/>
                  </a:lnTo>
                  <a:cubicBezTo>
                    <a:pt x="11031" y="15087"/>
                    <a:pt x="12070" y="14221"/>
                    <a:pt x="13309" y="14221"/>
                  </a:cubicBezTo>
                  <a:close/>
                  <a:moveTo>
                    <a:pt x="10102" y="1"/>
                  </a:moveTo>
                  <a:cubicBezTo>
                    <a:pt x="8741" y="1"/>
                    <a:pt x="7380" y="476"/>
                    <a:pt x="6286" y="1428"/>
                  </a:cubicBezTo>
                  <a:lnTo>
                    <a:pt x="0" y="1428"/>
                  </a:lnTo>
                  <a:lnTo>
                    <a:pt x="0" y="17430"/>
                  </a:lnTo>
                  <a:lnTo>
                    <a:pt x="20204" y="17430"/>
                  </a:lnTo>
                  <a:lnTo>
                    <a:pt x="20204" y="1428"/>
                  </a:lnTo>
                  <a:lnTo>
                    <a:pt x="13918" y="1428"/>
                  </a:lnTo>
                  <a:cubicBezTo>
                    <a:pt x="12824" y="476"/>
                    <a:pt x="11463" y="1"/>
                    <a:pt x="1010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3" name="Google Shape;4493;p53"/>
            <p:cNvSpPr/>
            <p:nvPr/>
          </p:nvSpPr>
          <p:spPr>
            <a:xfrm>
              <a:off x="4863916" y="3681964"/>
              <a:ext cx="103848" cy="119883"/>
            </a:xfrm>
            <a:custGeom>
              <a:rect b="b" l="l" r="r" t="t"/>
              <a:pathLst>
                <a:path extrusionOk="0" h="6454" w="5590">
                  <a:moveTo>
                    <a:pt x="1185" y="2051"/>
                  </a:moveTo>
                  <a:lnTo>
                    <a:pt x="3221" y="3227"/>
                  </a:lnTo>
                  <a:lnTo>
                    <a:pt x="1185" y="4402"/>
                  </a:lnTo>
                  <a:lnTo>
                    <a:pt x="1185" y="2051"/>
                  </a:lnTo>
                  <a:close/>
                  <a:moveTo>
                    <a:pt x="1" y="1"/>
                  </a:moveTo>
                  <a:lnTo>
                    <a:pt x="1" y="6454"/>
                  </a:lnTo>
                  <a:lnTo>
                    <a:pt x="5589" y="3227"/>
                  </a:lnTo>
                  <a:lnTo>
                    <a:pt x="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94" name="Google Shape;4494;p53"/>
          <p:cNvGrpSpPr/>
          <p:nvPr/>
        </p:nvGrpSpPr>
        <p:grpSpPr>
          <a:xfrm>
            <a:off x="5520854" y="3989261"/>
            <a:ext cx="362691" cy="362642"/>
            <a:chOff x="5172859" y="3605268"/>
            <a:chExt cx="375340" cy="375289"/>
          </a:xfrm>
        </p:grpSpPr>
        <p:sp>
          <p:nvSpPr>
            <p:cNvPr id="4495" name="Google Shape;4495;p53"/>
            <p:cNvSpPr/>
            <p:nvPr/>
          </p:nvSpPr>
          <p:spPr>
            <a:xfrm>
              <a:off x="5172859" y="3605268"/>
              <a:ext cx="375340" cy="375289"/>
            </a:xfrm>
            <a:custGeom>
              <a:rect b="b" l="l" r="r" t="t"/>
              <a:pathLst>
                <a:path extrusionOk="0" h="20204" w="20204">
                  <a:moveTo>
                    <a:pt x="19020" y="1183"/>
                  </a:moveTo>
                  <a:lnTo>
                    <a:pt x="19020" y="12665"/>
                  </a:lnTo>
                  <a:lnTo>
                    <a:pt x="1184" y="12665"/>
                  </a:lnTo>
                  <a:lnTo>
                    <a:pt x="1184" y="1183"/>
                  </a:lnTo>
                  <a:close/>
                  <a:moveTo>
                    <a:pt x="19020" y="13849"/>
                  </a:moveTo>
                  <a:lnTo>
                    <a:pt x="19020" y="15665"/>
                  </a:lnTo>
                  <a:lnTo>
                    <a:pt x="1184" y="15665"/>
                  </a:lnTo>
                  <a:lnTo>
                    <a:pt x="1184" y="13849"/>
                  </a:lnTo>
                  <a:close/>
                  <a:moveTo>
                    <a:pt x="11472" y="16849"/>
                  </a:moveTo>
                  <a:lnTo>
                    <a:pt x="11472" y="17560"/>
                  </a:lnTo>
                  <a:cubicBezTo>
                    <a:pt x="11472" y="18079"/>
                    <a:pt x="11626" y="18587"/>
                    <a:pt x="11914" y="19020"/>
                  </a:cubicBezTo>
                  <a:lnTo>
                    <a:pt x="8292" y="19020"/>
                  </a:lnTo>
                  <a:cubicBezTo>
                    <a:pt x="8580" y="18587"/>
                    <a:pt x="8734" y="18079"/>
                    <a:pt x="8734" y="17560"/>
                  </a:cubicBezTo>
                  <a:lnTo>
                    <a:pt x="8734" y="16849"/>
                  </a:lnTo>
                  <a:close/>
                  <a:moveTo>
                    <a:pt x="0" y="0"/>
                  </a:moveTo>
                  <a:lnTo>
                    <a:pt x="0" y="16849"/>
                  </a:lnTo>
                  <a:lnTo>
                    <a:pt x="7549" y="16849"/>
                  </a:lnTo>
                  <a:lnTo>
                    <a:pt x="7549" y="17560"/>
                  </a:lnTo>
                  <a:cubicBezTo>
                    <a:pt x="7547" y="18366"/>
                    <a:pt x="6895" y="19018"/>
                    <a:pt x="6089" y="19020"/>
                  </a:cubicBezTo>
                  <a:lnTo>
                    <a:pt x="4263" y="19020"/>
                  </a:lnTo>
                  <a:lnTo>
                    <a:pt x="4263" y="20204"/>
                  </a:lnTo>
                  <a:lnTo>
                    <a:pt x="15943" y="20204"/>
                  </a:lnTo>
                  <a:lnTo>
                    <a:pt x="15943" y="19020"/>
                  </a:lnTo>
                  <a:lnTo>
                    <a:pt x="14117" y="19020"/>
                  </a:lnTo>
                  <a:cubicBezTo>
                    <a:pt x="13310" y="19018"/>
                    <a:pt x="12656" y="18366"/>
                    <a:pt x="12656" y="17560"/>
                  </a:cubicBezTo>
                  <a:lnTo>
                    <a:pt x="12656" y="16849"/>
                  </a:lnTo>
                  <a:lnTo>
                    <a:pt x="20204" y="16849"/>
                  </a:lnTo>
                  <a:lnTo>
                    <a:pt x="20204"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6" name="Google Shape;4496;p53"/>
            <p:cNvSpPr/>
            <p:nvPr/>
          </p:nvSpPr>
          <p:spPr>
            <a:xfrm>
              <a:off x="5366530" y="3674144"/>
              <a:ext cx="128909" cy="123858"/>
            </a:xfrm>
            <a:custGeom>
              <a:rect b="b" l="l" r="r" t="t"/>
              <a:pathLst>
                <a:path extrusionOk="0" h="6668" w="6939">
                  <a:moveTo>
                    <a:pt x="3033" y="1183"/>
                  </a:moveTo>
                  <a:cubicBezTo>
                    <a:pt x="3236" y="1183"/>
                    <a:pt x="3441" y="1222"/>
                    <a:pt x="3636" y="1303"/>
                  </a:cubicBezTo>
                  <a:cubicBezTo>
                    <a:pt x="4226" y="1548"/>
                    <a:pt x="4610" y="2122"/>
                    <a:pt x="4610" y="2761"/>
                  </a:cubicBezTo>
                  <a:cubicBezTo>
                    <a:pt x="4610" y="3400"/>
                    <a:pt x="4226" y="3975"/>
                    <a:pt x="3636" y="4220"/>
                  </a:cubicBezTo>
                  <a:cubicBezTo>
                    <a:pt x="3441" y="4301"/>
                    <a:pt x="3236" y="4340"/>
                    <a:pt x="3033" y="4340"/>
                  </a:cubicBezTo>
                  <a:cubicBezTo>
                    <a:pt x="2622" y="4340"/>
                    <a:pt x="2218" y="4180"/>
                    <a:pt x="1916" y="3878"/>
                  </a:cubicBezTo>
                  <a:cubicBezTo>
                    <a:pt x="1297" y="3262"/>
                    <a:pt x="1297" y="2261"/>
                    <a:pt x="1916" y="1645"/>
                  </a:cubicBezTo>
                  <a:cubicBezTo>
                    <a:pt x="2218" y="1343"/>
                    <a:pt x="2622" y="1183"/>
                    <a:pt x="3033" y="1183"/>
                  </a:cubicBezTo>
                  <a:close/>
                  <a:moveTo>
                    <a:pt x="3032" y="0"/>
                  </a:moveTo>
                  <a:cubicBezTo>
                    <a:pt x="2324" y="0"/>
                    <a:pt x="1617" y="270"/>
                    <a:pt x="1079" y="809"/>
                  </a:cubicBezTo>
                  <a:cubicBezTo>
                    <a:pt x="1" y="1885"/>
                    <a:pt x="1" y="3638"/>
                    <a:pt x="1079" y="4714"/>
                  </a:cubicBezTo>
                  <a:cubicBezTo>
                    <a:pt x="1596" y="5231"/>
                    <a:pt x="2295" y="5522"/>
                    <a:pt x="3026" y="5522"/>
                  </a:cubicBezTo>
                  <a:cubicBezTo>
                    <a:pt x="3028" y="5522"/>
                    <a:pt x="3030" y="5522"/>
                    <a:pt x="3032" y="5522"/>
                  </a:cubicBezTo>
                  <a:cubicBezTo>
                    <a:pt x="3560" y="5522"/>
                    <a:pt x="4077" y="5371"/>
                    <a:pt x="4522" y="5088"/>
                  </a:cubicBezTo>
                  <a:lnTo>
                    <a:pt x="6101" y="6667"/>
                  </a:lnTo>
                  <a:lnTo>
                    <a:pt x="6939" y="5831"/>
                  </a:lnTo>
                  <a:lnTo>
                    <a:pt x="5358" y="4250"/>
                  </a:lnTo>
                  <a:cubicBezTo>
                    <a:pt x="6043" y="3181"/>
                    <a:pt x="5918" y="1742"/>
                    <a:pt x="4985" y="809"/>
                  </a:cubicBezTo>
                  <a:cubicBezTo>
                    <a:pt x="4446" y="270"/>
                    <a:pt x="3739" y="0"/>
                    <a:pt x="303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7" name="Google Shape;4497;p53"/>
            <p:cNvSpPr/>
            <p:nvPr/>
          </p:nvSpPr>
          <p:spPr>
            <a:xfrm>
              <a:off x="5234685" y="3657668"/>
              <a:ext cx="109979" cy="22011"/>
            </a:xfrm>
            <a:custGeom>
              <a:rect b="b" l="l" r="r" t="t"/>
              <a:pathLst>
                <a:path extrusionOk="0" h="1185" w="5920">
                  <a:moveTo>
                    <a:pt x="0" y="1"/>
                  </a:moveTo>
                  <a:lnTo>
                    <a:pt x="0" y="1185"/>
                  </a:lnTo>
                  <a:lnTo>
                    <a:pt x="5920" y="1185"/>
                  </a:lnTo>
                  <a:lnTo>
                    <a:pt x="5920"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8" name="Google Shape;4498;p53"/>
            <p:cNvSpPr/>
            <p:nvPr/>
          </p:nvSpPr>
          <p:spPr>
            <a:xfrm>
              <a:off x="5234685" y="3701654"/>
              <a:ext cx="109979" cy="22011"/>
            </a:xfrm>
            <a:custGeom>
              <a:rect b="b" l="l" r="r" t="t"/>
              <a:pathLst>
                <a:path extrusionOk="0" h="1185" w="5920">
                  <a:moveTo>
                    <a:pt x="0" y="1"/>
                  </a:moveTo>
                  <a:lnTo>
                    <a:pt x="0" y="1185"/>
                  </a:lnTo>
                  <a:lnTo>
                    <a:pt x="5920" y="1185"/>
                  </a:lnTo>
                  <a:lnTo>
                    <a:pt x="5920"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9" name="Google Shape;4499;p53"/>
            <p:cNvSpPr/>
            <p:nvPr/>
          </p:nvSpPr>
          <p:spPr>
            <a:xfrm>
              <a:off x="5234685" y="3745640"/>
              <a:ext cx="109979" cy="22011"/>
            </a:xfrm>
            <a:custGeom>
              <a:rect b="b" l="l" r="r" t="t"/>
              <a:pathLst>
                <a:path extrusionOk="0" h="1185" w="5920">
                  <a:moveTo>
                    <a:pt x="0" y="1"/>
                  </a:moveTo>
                  <a:lnTo>
                    <a:pt x="0" y="1185"/>
                  </a:lnTo>
                  <a:lnTo>
                    <a:pt x="5920" y="1185"/>
                  </a:lnTo>
                  <a:lnTo>
                    <a:pt x="5920"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0" name="Google Shape;4500;p53"/>
            <p:cNvSpPr/>
            <p:nvPr/>
          </p:nvSpPr>
          <p:spPr>
            <a:xfrm>
              <a:off x="5234685" y="3788901"/>
              <a:ext cx="109979" cy="22011"/>
            </a:xfrm>
            <a:custGeom>
              <a:rect b="b" l="l" r="r" t="t"/>
              <a:pathLst>
                <a:path extrusionOk="0" h="1185" w="5920">
                  <a:moveTo>
                    <a:pt x="0" y="1"/>
                  </a:moveTo>
                  <a:lnTo>
                    <a:pt x="0" y="1185"/>
                  </a:lnTo>
                  <a:lnTo>
                    <a:pt x="5920" y="1185"/>
                  </a:lnTo>
                  <a:lnTo>
                    <a:pt x="5920"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01" name="Google Shape;4501;p53"/>
          <p:cNvGrpSpPr/>
          <p:nvPr/>
        </p:nvGrpSpPr>
        <p:grpSpPr>
          <a:xfrm>
            <a:off x="6275812" y="3989261"/>
            <a:ext cx="362691" cy="362642"/>
            <a:chOff x="5591262" y="3608259"/>
            <a:chExt cx="375340" cy="375289"/>
          </a:xfrm>
        </p:grpSpPr>
        <p:sp>
          <p:nvSpPr>
            <p:cNvPr id="4502" name="Google Shape;4502;p53"/>
            <p:cNvSpPr/>
            <p:nvPr/>
          </p:nvSpPr>
          <p:spPr>
            <a:xfrm>
              <a:off x="5855954" y="3651279"/>
              <a:ext cx="45645" cy="37819"/>
            </a:xfrm>
            <a:custGeom>
              <a:rect b="b" l="l" r="r" t="t"/>
              <a:pathLst>
                <a:path extrusionOk="0" h="2036" w="2457">
                  <a:moveTo>
                    <a:pt x="1914" y="0"/>
                  </a:moveTo>
                  <a:lnTo>
                    <a:pt x="0" y="982"/>
                  </a:lnTo>
                  <a:lnTo>
                    <a:pt x="542" y="2035"/>
                  </a:lnTo>
                  <a:lnTo>
                    <a:pt x="2456" y="1054"/>
                  </a:lnTo>
                  <a:lnTo>
                    <a:pt x="1914"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3" name="Google Shape;4503;p53"/>
            <p:cNvSpPr/>
            <p:nvPr/>
          </p:nvSpPr>
          <p:spPr>
            <a:xfrm>
              <a:off x="5656469" y="3651186"/>
              <a:ext cx="45608" cy="37856"/>
            </a:xfrm>
            <a:custGeom>
              <a:rect b="b" l="l" r="r" t="t"/>
              <a:pathLst>
                <a:path extrusionOk="0" h="2038" w="2455">
                  <a:moveTo>
                    <a:pt x="541" y="1"/>
                  </a:moveTo>
                  <a:lnTo>
                    <a:pt x="0" y="1055"/>
                  </a:lnTo>
                  <a:lnTo>
                    <a:pt x="1915" y="2037"/>
                  </a:lnTo>
                  <a:lnTo>
                    <a:pt x="2455" y="983"/>
                  </a:lnTo>
                  <a:lnTo>
                    <a:pt x="54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504" name="Google Shape;4504;p53"/>
            <p:cNvGrpSpPr/>
            <p:nvPr/>
          </p:nvGrpSpPr>
          <p:grpSpPr>
            <a:xfrm>
              <a:off x="5591262" y="3608259"/>
              <a:ext cx="375340" cy="375289"/>
              <a:chOff x="5591262" y="3608259"/>
              <a:chExt cx="375340" cy="375289"/>
            </a:xfrm>
          </p:grpSpPr>
          <p:sp>
            <p:nvSpPr>
              <p:cNvPr id="4505" name="Google Shape;4505;p53"/>
              <p:cNvSpPr/>
              <p:nvPr/>
            </p:nvSpPr>
            <p:spPr>
              <a:xfrm>
                <a:off x="5591262" y="3608259"/>
                <a:ext cx="375340" cy="375289"/>
              </a:xfrm>
              <a:custGeom>
                <a:rect b="b" l="l" r="r" t="t"/>
                <a:pathLst>
                  <a:path extrusionOk="0" h="20204" w="20204">
                    <a:moveTo>
                      <a:pt x="19020" y="1184"/>
                    </a:moveTo>
                    <a:lnTo>
                      <a:pt x="19020" y="12667"/>
                    </a:lnTo>
                    <a:lnTo>
                      <a:pt x="1184" y="12667"/>
                    </a:lnTo>
                    <a:lnTo>
                      <a:pt x="1184" y="1184"/>
                    </a:lnTo>
                    <a:close/>
                    <a:moveTo>
                      <a:pt x="19021" y="13851"/>
                    </a:moveTo>
                    <a:lnTo>
                      <a:pt x="19021" y="15667"/>
                    </a:lnTo>
                    <a:lnTo>
                      <a:pt x="1184" y="15667"/>
                    </a:lnTo>
                    <a:lnTo>
                      <a:pt x="1184" y="13851"/>
                    </a:lnTo>
                    <a:close/>
                    <a:moveTo>
                      <a:pt x="11473" y="16851"/>
                    </a:moveTo>
                    <a:lnTo>
                      <a:pt x="11473" y="17560"/>
                    </a:lnTo>
                    <a:cubicBezTo>
                      <a:pt x="11473" y="18079"/>
                      <a:pt x="11627" y="18589"/>
                      <a:pt x="11913" y="19020"/>
                    </a:cubicBezTo>
                    <a:lnTo>
                      <a:pt x="8293" y="19020"/>
                    </a:lnTo>
                    <a:cubicBezTo>
                      <a:pt x="8581" y="18589"/>
                      <a:pt x="8735" y="18079"/>
                      <a:pt x="8733" y="17560"/>
                    </a:cubicBezTo>
                    <a:lnTo>
                      <a:pt x="8733" y="16851"/>
                    </a:lnTo>
                    <a:close/>
                    <a:moveTo>
                      <a:pt x="0" y="0"/>
                    </a:moveTo>
                    <a:lnTo>
                      <a:pt x="0" y="16851"/>
                    </a:lnTo>
                    <a:lnTo>
                      <a:pt x="7549" y="16851"/>
                    </a:lnTo>
                    <a:lnTo>
                      <a:pt x="7549" y="17560"/>
                    </a:lnTo>
                    <a:cubicBezTo>
                      <a:pt x="7548" y="18366"/>
                      <a:pt x="6894" y="19020"/>
                      <a:pt x="6089" y="19020"/>
                    </a:cubicBezTo>
                    <a:lnTo>
                      <a:pt x="4261" y="19020"/>
                    </a:lnTo>
                    <a:lnTo>
                      <a:pt x="4261" y="20204"/>
                    </a:lnTo>
                    <a:lnTo>
                      <a:pt x="15941" y="20204"/>
                    </a:lnTo>
                    <a:lnTo>
                      <a:pt x="15941" y="19020"/>
                    </a:lnTo>
                    <a:lnTo>
                      <a:pt x="14115" y="19020"/>
                    </a:lnTo>
                    <a:cubicBezTo>
                      <a:pt x="13309" y="19020"/>
                      <a:pt x="12657" y="18366"/>
                      <a:pt x="12655" y="17560"/>
                    </a:cubicBezTo>
                    <a:lnTo>
                      <a:pt x="12655" y="16851"/>
                    </a:lnTo>
                    <a:lnTo>
                      <a:pt x="20204" y="16851"/>
                    </a:lnTo>
                    <a:lnTo>
                      <a:pt x="20204"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6" name="Google Shape;4506;p53"/>
              <p:cNvSpPr/>
              <p:nvPr/>
            </p:nvSpPr>
            <p:spPr>
              <a:xfrm>
                <a:off x="5715137" y="3655402"/>
                <a:ext cx="127609" cy="162754"/>
              </a:xfrm>
              <a:custGeom>
                <a:rect b="b" l="l" r="r" t="t"/>
                <a:pathLst>
                  <a:path extrusionOk="0" h="8762" w="6869">
                    <a:moveTo>
                      <a:pt x="3434" y="1185"/>
                    </a:moveTo>
                    <a:cubicBezTo>
                      <a:pt x="4433" y="1185"/>
                      <a:pt x="5312" y="1843"/>
                      <a:pt x="5593" y="2801"/>
                    </a:cubicBezTo>
                    <a:cubicBezTo>
                      <a:pt x="5874" y="3760"/>
                      <a:pt x="5490" y="4789"/>
                      <a:pt x="4649" y="5328"/>
                    </a:cubicBezTo>
                    <a:lnTo>
                      <a:pt x="4027" y="5328"/>
                    </a:lnTo>
                    <a:lnTo>
                      <a:pt x="4027" y="3249"/>
                    </a:lnTo>
                    <a:lnTo>
                      <a:pt x="2843" y="3249"/>
                    </a:lnTo>
                    <a:lnTo>
                      <a:pt x="2843" y="5328"/>
                    </a:lnTo>
                    <a:lnTo>
                      <a:pt x="2219" y="5328"/>
                    </a:lnTo>
                    <a:cubicBezTo>
                      <a:pt x="1378" y="4789"/>
                      <a:pt x="993" y="3758"/>
                      <a:pt x="1275" y="2800"/>
                    </a:cubicBezTo>
                    <a:cubicBezTo>
                      <a:pt x="1556" y="1841"/>
                      <a:pt x="2435" y="1185"/>
                      <a:pt x="3434" y="1185"/>
                    </a:cubicBezTo>
                    <a:close/>
                    <a:moveTo>
                      <a:pt x="4219" y="6512"/>
                    </a:moveTo>
                    <a:lnTo>
                      <a:pt x="4219" y="7578"/>
                    </a:lnTo>
                    <a:lnTo>
                      <a:pt x="2649" y="7578"/>
                    </a:lnTo>
                    <a:lnTo>
                      <a:pt x="2649" y="6512"/>
                    </a:lnTo>
                    <a:close/>
                    <a:moveTo>
                      <a:pt x="3434" y="1"/>
                    </a:moveTo>
                    <a:cubicBezTo>
                      <a:pt x="1540" y="1"/>
                      <a:pt x="0" y="1540"/>
                      <a:pt x="0" y="3435"/>
                    </a:cubicBezTo>
                    <a:cubicBezTo>
                      <a:pt x="0" y="4554"/>
                      <a:pt x="547" y="5604"/>
                      <a:pt x="1463" y="6246"/>
                    </a:cubicBezTo>
                    <a:lnTo>
                      <a:pt x="1465" y="6246"/>
                    </a:lnTo>
                    <a:lnTo>
                      <a:pt x="1465" y="8762"/>
                    </a:lnTo>
                    <a:lnTo>
                      <a:pt x="5403" y="8762"/>
                    </a:lnTo>
                    <a:lnTo>
                      <a:pt x="5403" y="6246"/>
                    </a:lnTo>
                    <a:cubicBezTo>
                      <a:pt x="6320" y="5604"/>
                      <a:pt x="6867" y="4554"/>
                      <a:pt x="6868" y="3435"/>
                    </a:cubicBezTo>
                    <a:cubicBezTo>
                      <a:pt x="6868" y="1541"/>
                      <a:pt x="5327" y="1"/>
                      <a:pt x="343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7" name="Google Shape;4507;p53"/>
              <p:cNvSpPr/>
              <p:nvPr/>
            </p:nvSpPr>
            <p:spPr>
              <a:xfrm>
                <a:off x="5870575" y="3704775"/>
                <a:ext cx="39960" cy="22011"/>
              </a:xfrm>
              <a:custGeom>
                <a:rect b="b" l="l" r="r" t="t"/>
                <a:pathLst>
                  <a:path extrusionOk="0" h="1185" w="2151">
                    <a:moveTo>
                      <a:pt x="0" y="0"/>
                    </a:moveTo>
                    <a:lnTo>
                      <a:pt x="0" y="1184"/>
                    </a:lnTo>
                    <a:lnTo>
                      <a:pt x="2150" y="1184"/>
                    </a:lnTo>
                    <a:lnTo>
                      <a:pt x="215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8" name="Google Shape;4508;p53"/>
              <p:cNvSpPr/>
              <p:nvPr/>
            </p:nvSpPr>
            <p:spPr>
              <a:xfrm>
                <a:off x="5855898" y="3742315"/>
                <a:ext cx="45645" cy="37856"/>
              </a:xfrm>
              <a:custGeom>
                <a:rect b="b" l="l" r="r" t="t"/>
                <a:pathLst>
                  <a:path extrusionOk="0" h="2038" w="2457">
                    <a:moveTo>
                      <a:pt x="542" y="1"/>
                    </a:moveTo>
                    <a:lnTo>
                      <a:pt x="0" y="1053"/>
                    </a:lnTo>
                    <a:lnTo>
                      <a:pt x="1914" y="2037"/>
                    </a:lnTo>
                    <a:lnTo>
                      <a:pt x="2456" y="983"/>
                    </a:lnTo>
                    <a:lnTo>
                      <a:pt x="54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9" name="Google Shape;4509;p53"/>
              <p:cNvSpPr/>
              <p:nvPr/>
            </p:nvSpPr>
            <p:spPr>
              <a:xfrm>
                <a:off x="5647347" y="3704775"/>
                <a:ext cx="39960" cy="22011"/>
              </a:xfrm>
              <a:custGeom>
                <a:rect b="b" l="l" r="r" t="t"/>
                <a:pathLst>
                  <a:path extrusionOk="0" h="1185" w="2151">
                    <a:moveTo>
                      <a:pt x="0" y="0"/>
                    </a:moveTo>
                    <a:lnTo>
                      <a:pt x="0" y="1184"/>
                    </a:lnTo>
                    <a:lnTo>
                      <a:pt x="2150" y="1184"/>
                    </a:lnTo>
                    <a:lnTo>
                      <a:pt x="215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0" name="Google Shape;4510;p53"/>
              <p:cNvSpPr/>
              <p:nvPr/>
            </p:nvSpPr>
            <p:spPr>
              <a:xfrm>
                <a:off x="5656469" y="3742538"/>
                <a:ext cx="45645" cy="37856"/>
              </a:xfrm>
              <a:custGeom>
                <a:rect b="b" l="l" r="r" t="t"/>
                <a:pathLst>
                  <a:path extrusionOk="0" h="2038" w="2457">
                    <a:moveTo>
                      <a:pt x="1916" y="1"/>
                    </a:moveTo>
                    <a:lnTo>
                      <a:pt x="0" y="983"/>
                    </a:lnTo>
                    <a:lnTo>
                      <a:pt x="542" y="2037"/>
                    </a:lnTo>
                    <a:lnTo>
                      <a:pt x="2456" y="1053"/>
                    </a:lnTo>
                    <a:lnTo>
                      <a:pt x="191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511" name="Google Shape;4511;p53"/>
          <p:cNvGrpSpPr/>
          <p:nvPr/>
        </p:nvGrpSpPr>
        <p:grpSpPr>
          <a:xfrm>
            <a:off x="7786428" y="3989253"/>
            <a:ext cx="362601" cy="362660"/>
            <a:chOff x="6020346" y="3627168"/>
            <a:chExt cx="375247" cy="375308"/>
          </a:xfrm>
        </p:grpSpPr>
        <p:sp>
          <p:nvSpPr>
            <p:cNvPr id="4512" name="Google Shape;4512;p53"/>
            <p:cNvSpPr/>
            <p:nvPr/>
          </p:nvSpPr>
          <p:spPr>
            <a:xfrm>
              <a:off x="6020346" y="3627168"/>
              <a:ext cx="375247" cy="375308"/>
            </a:xfrm>
            <a:custGeom>
              <a:rect b="b" l="l" r="r" t="t"/>
              <a:pathLst>
                <a:path extrusionOk="0" h="20205" w="20199">
                  <a:moveTo>
                    <a:pt x="4447" y="1627"/>
                  </a:moveTo>
                  <a:lnTo>
                    <a:pt x="4447" y="4445"/>
                  </a:lnTo>
                  <a:lnTo>
                    <a:pt x="1628" y="4445"/>
                  </a:lnTo>
                  <a:lnTo>
                    <a:pt x="4447" y="1627"/>
                  </a:lnTo>
                  <a:close/>
                  <a:moveTo>
                    <a:pt x="19016" y="8653"/>
                  </a:moveTo>
                  <a:lnTo>
                    <a:pt x="19016" y="16009"/>
                  </a:lnTo>
                  <a:lnTo>
                    <a:pt x="3948" y="16009"/>
                  </a:lnTo>
                  <a:lnTo>
                    <a:pt x="3948" y="8653"/>
                  </a:lnTo>
                  <a:close/>
                  <a:moveTo>
                    <a:pt x="13930" y="1185"/>
                  </a:moveTo>
                  <a:lnTo>
                    <a:pt x="13930" y="7469"/>
                  </a:lnTo>
                  <a:lnTo>
                    <a:pt x="2764" y="7469"/>
                  </a:lnTo>
                  <a:lnTo>
                    <a:pt x="2764" y="17193"/>
                  </a:lnTo>
                  <a:lnTo>
                    <a:pt x="13930" y="17193"/>
                  </a:lnTo>
                  <a:lnTo>
                    <a:pt x="13930" y="19020"/>
                  </a:lnTo>
                  <a:lnTo>
                    <a:pt x="1184" y="19020"/>
                  </a:lnTo>
                  <a:lnTo>
                    <a:pt x="1184" y="5629"/>
                  </a:lnTo>
                  <a:lnTo>
                    <a:pt x="5631" y="5629"/>
                  </a:lnTo>
                  <a:lnTo>
                    <a:pt x="5631" y="1185"/>
                  </a:lnTo>
                  <a:close/>
                  <a:moveTo>
                    <a:pt x="4399" y="1"/>
                  </a:moveTo>
                  <a:lnTo>
                    <a:pt x="0" y="4399"/>
                  </a:lnTo>
                  <a:lnTo>
                    <a:pt x="0" y="20204"/>
                  </a:lnTo>
                  <a:lnTo>
                    <a:pt x="15114" y="20204"/>
                  </a:lnTo>
                  <a:lnTo>
                    <a:pt x="15114" y="17193"/>
                  </a:lnTo>
                  <a:lnTo>
                    <a:pt x="20198" y="17193"/>
                  </a:lnTo>
                  <a:lnTo>
                    <a:pt x="20198" y="7469"/>
                  </a:lnTo>
                  <a:lnTo>
                    <a:pt x="15114" y="7469"/>
                  </a:lnTo>
                  <a:lnTo>
                    <a:pt x="15114"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3" name="Google Shape;4513;p53"/>
            <p:cNvSpPr/>
            <p:nvPr/>
          </p:nvSpPr>
          <p:spPr>
            <a:xfrm>
              <a:off x="6117284" y="3808795"/>
              <a:ext cx="67251" cy="95977"/>
            </a:xfrm>
            <a:custGeom>
              <a:rect b="b" l="l" r="r" t="t"/>
              <a:pathLst>
                <a:path extrusionOk="0" h="5167" w="3620">
                  <a:moveTo>
                    <a:pt x="1894" y="1184"/>
                  </a:moveTo>
                  <a:cubicBezTo>
                    <a:pt x="2198" y="1184"/>
                    <a:pt x="2446" y="1431"/>
                    <a:pt x="2446" y="1737"/>
                  </a:cubicBezTo>
                  <a:cubicBezTo>
                    <a:pt x="2446" y="2041"/>
                    <a:pt x="2198" y="2288"/>
                    <a:pt x="1894" y="2288"/>
                  </a:cubicBezTo>
                  <a:cubicBezTo>
                    <a:pt x="1891" y="2288"/>
                    <a:pt x="1887" y="2288"/>
                    <a:pt x="1883" y="2288"/>
                  </a:cubicBezTo>
                  <a:lnTo>
                    <a:pt x="1185" y="2288"/>
                  </a:lnTo>
                  <a:lnTo>
                    <a:pt x="1185" y="1184"/>
                  </a:lnTo>
                  <a:lnTo>
                    <a:pt x="1883" y="1184"/>
                  </a:lnTo>
                  <a:cubicBezTo>
                    <a:pt x="1887" y="1184"/>
                    <a:pt x="1891" y="1184"/>
                    <a:pt x="1894" y="1184"/>
                  </a:cubicBezTo>
                  <a:close/>
                  <a:moveTo>
                    <a:pt x="1" y="0"/>
                  </a:moveTo>
                  <a:lnTo>
                    <a:pt x="1" y="5166"/>
                  </a:lnTo>
                  <a:lnTo>
                    <a:pt x="1185" y="5166"/>
                  </a:lnTo>
                  <a:lnTo>
                    <a:pt x="1185" y="3472"/>
                  </a:lnTo>
                  <a:lnTo>
                    <a:pt x="1883" y="3472"/>
                  </a:lnTo>
                  <a:cubicBezTo>
                    <a:pt x="2842" y="3472"/>
                    <a:pt x="3620" y="2695"/>
                    <a:pt x="3620" y="1737"/>
                  </a:cubicBezTo>
                  <a:cubicBezTo>
                    <a:pt x="3620" y="777"/>
                    <a:pt x="2842" y="0"/>
                    <a:pt x="188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4" name="Google Shape;4514;p53"/>
            <p:cNvSpPr/>
            <p:nvPr/>
          </p:nvSpPr>
          <p:spPr>
            <a:xfrm>
              <a:off x="6288420" y="3808795"/>
              <a:ext cx="60117" cy="95977"/>
            </a:xfrm>
            <a:custGeom>
              <a:rect b="b" l="l" r="r" t="t"/>
              <a:pathLst>
                <a:path extrusionOk="0" h="5167" w="3236">
                  <a:moveTo>
                    <a:pt x="1" y="0"/>
                  </a:moveTo>
                  <a:lnTo>
                    <a:pt x="1" y="5166"/>
                  </a:lnTo>
                  <a:lnTo>
                    <a:pt x="1184" y="5166"/>
                  </a:lnTo>
                  <a:lnTo>
                    <a:pt x="1184" y="3472"/>
                  </a:lnTo>
                  <a:lnTo>
                    <a:pt x="2815" y="3472"/>
                  </a:lnTo>
                  <a:lnTo>
                    <a:pt x="2815" y="2288"/>
                  </a:lnTo>
                  <a:lnTo>
                    <a:pt x="1184" y="2288"/>
                  </a:lnTo>
                  <a:lnTo>
                    <a:pt x="1184" y="1184"/>
                  </a:lnTo>
                  <a:lnTo>
                    <a:pt x="3236" y="1184"/>
                  </a:lnTo>
                  <a:lnTo>
                    <a:pt x="323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5" name="Google Shape;4515;p53"/>
            <p:cNvSpPr/>
            <p:nvPr/>
          </p:nvSpPr>
          <p:spPr>
            <a:xfrm>
              <a:off x="6201718" y="3808795"/>
              <a:ext cx="67251" cy="95661"/>
            </a:xfrm>
            <a:custGeom>
              <a:rect b="b" l="l" r="r" t="t"/>
              <a:pathLst>
                <a:path extrusionOk="0" h="5150" w="3620">
                  <a:moveTo>
                    <a:pt x="1882" y="1184"/>
                  </a:moveTo>
                  <a:cubicBezTo>
                    <a:pt x="2188" y="1184"/>
                    <a:pt x="2435" y="1434"/>
                    <a:pt x="2437" y="1740"/>
                  </a:cubicBezTo>
                  <a:lnTo>
                    <a:pt x="2437" y="3412"/>
                  </a:lnTo>
                  <a:cubicBezTo>
                    <a:pt x="2435" y="3718"/>
                    <a:pt x="2188" y="3966"/>
                    <a:pt x="1882" y="3966"/>
                  </a:cubicBezTo>
                  <a:lnTo>
                    <a:pt x="1184" y="3966"/>
                  </a:lnTo>
                  <a:lnTo>
                    <a:pt x="1184" y="1184"/>
                  </a:lnTo>
                  <a:close/>
                  <a:moveTo>
                    <a:pt x="0" y="0"/>
                  </a:moveTo>
                  <a:lnTo>
                    <a:pt x="0" y="5150"/>
                  </a:lnTo>
                  <a:lnTo>
                    <a:pt x="1882" y="5150"/>
                  </a:lnTo>
                  <a:cubicBezTo>
                    <a:pt x="2842" y="5150"/>
                    <a:pt x="3619" y="4372"/>
                    <a:pt x="3619" y="3412"/>
                  </a:cubicBezTo>
                  <a:lnTo>
                    <a:pt x="3619" y="1740"/>
                  </a:lnTo>
                  <a:cubicBezTo>
                    <a:pt x="3619" y="780"/>
                    <a:pt x="2842" y="2"/>
                    <a:pt x="188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6" name="Google Shape;4516;p53"/>
            <p:cNvSpPr/>
            <p:nvPr/>
          </p:nvSpPr>
          <p:spPr>
            <a:xfrm>
              <a:off x="6150909" y="3709753"/>
              <a:ext cx="100746" cy="21993"/>
            </a:xfrm>
            <a:custGeom>
              <a:rect b="b" l="l" r="r" t="t"/>
              <a:pathLst>
                <a:path extrusionOk="0" h="1184" w="5423">
                  <a:moveTo>
                    <a:pt x="0" y="1"/>
                  </a:moveTo>
                  <a:lnTo>
                    <a:pt x="0" y="1183"/>
                  </a:lnTo>
                  <a:lnTo>
                    <a:pt x="5423" y="1183"/>
                  </a:lnTo>
                  <a:lnTo>
                    <a:pt x="5423"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0" name="Shape 4520"/>
        <p:cNvGrpSpPr/>
        <p:nvPr/>
      </p:nvGrpSpPr>
      <p:grpSpPr>
        <a:xfrm>
          <a:off x="0" y="0"/>
          <a:ext cx="0" cy="0"/>
          <a:chOff x="0" y="0"/>
          <a:chExt cx="0" cy="0"/>
        </a:xfrm>
      </p:grpSpPr>
      <p:sp>
        <p:nvSpPr>
          <p:cNvPr id="4521" name="Google Shape;4521;p54"/>
          <p:cNvSpPr txBox="1"/>
          <p:nvPr/>
        </p:nvSpPr>
        <p:spPr>
          <a:xfrm>
            <a:off x="713225" y="1190513"/>
            <a:ext cx="3171000" cy="48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lt1"/>
                </a:solidFill>
                <a:latin typeface="Inter"/>
                <a:ea typeface="Inter"/>
                <a:cs typeface="Inter"/>
                <a:sym typeface="Inter"/>
              </a:rPr>
              <a:t>Laboratory</a:t>
            </a:r>
            <a:endParaRPr sz="1600">
              <a:solidFill>
                <a:schemeClr val="lt1"/>
              </a:solidFill>
              <a:latin typeface="Inter"/>
              <a:ea typeface="Inter"/>
              <a:cs typeface="Inter"/>
              <a:sym typeface="Inter"/>
            </a:endParaRPr>
          </a:p>
        </p:txBody>
      </p:sp>
      <p:sp>
        <p:nvSpPr>
          <p:cNvPr id="4522" name="Google Shape;4522;p54"/>
          <p:cNvSpPr txBox="1"/>
          <p:nvPr>
            <p:ph type="title"/>
          </p:nvPr>
        </p:nvSpPr>
        <p:spPr>
          <a:xfrm>
            <a:off x="713225" y="539500"/>
            <a:ext cx="7717500" cy="48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Premium icons</a:t>
            </a:r>
            <a:endParaRPr/>
          </a:p>
        </p:txBody>
      </p:sp>
      <p:grpSp>
        <p:nvGrpSpPr>
          <p:cNvPr id="4523" name="Google Shape;4523;p54"/>
          <p:cNvGrpSpPr/>
          <p:nvPr/>
        </p:nvGrpSpPr>
        <p:grpSpPr>
          <a:xfrm>
            <a:off x="8430787" y="228418"/>
            <a:ext cx="346490" cy="311075"/>
            <a:chOff x="5655285" y="1922218"/>
            <a:chExt cx="2946347" cy="2645192"/>
          </a:xfrm>
        </p:grpSpPr>
        <p:sp>
          <p:nvSpPr>
            <p:cNvPr id="4524" name="Google Shape;4524;p54"/>
            <p:cNvSpPr/>
            <p:nvPr/>
          </p:nvSpPr>
          <p:spPr>
            <a:xfrm>
              <a:off x="5944020" y="4048928"/>
              <a:ext cx="2362667" cy="518482"/>
            </a:xfrm>
            <a:custGeom>
              <a:rect b="b" l="l" r="r" t="t"/>
              <a:pathLst>
                <a:path extrusionOk="0" h="518482" w="2362667">
                  <a:moveTo>
                    <a:pt x="0" y="0"/>
                  </a:moveTo>
                  <a:lnTo>
                    <a:pt x="2362667" y="0"/>
                  </a:lnTo>
                  <a:lnTo>
                    <a:pt x="2362667" y="518483"/>
                  </a:lnTo>
                  <a:lnTo>
                    <a:pt x="0" y="518483"/>
                  </a:lnTo>
                  <a:lnTo>
                    <a:pt x="0" y="0"/>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525" name="Google Shape;4525;p54"/>
            <p:cNvSpPr/>
            <p:nvPr/>
          </p:nvSpPr>
          <p:spPr>
            <a:xfrm>
              <a:off x="5928497" y="1922218"/>
              <a:ext cx="2412342" cy="1716891"/>
            </a:xfrm>
            <a:custGeom>
              <a:rect b="b" l="l" r="r" t="t"/>
              <a:pathLst>
                <a:path extrusionOk="0" h="1716891" w="2412342">
                  <a:moveTo>
                    <a:pt x="0" y="1716892"/>
                  </a:moveTo>
                  <a:lnTo>
                    <a:pt x="1195305" y="0"/>
                  </a:lnTo>
                  <a:lnTo>
                    <a:pt x="2412342" y="1716892"/>
                  </a:lnTo>
                  <a:lnTo>
                    <a:pt x="0" y="1716892"/>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526" name="Google Shape;4526;p54"/>
            <p:cNvSpPr/>
            <p:nvPr/>
          </p:nvSpPr>
          <p:spPr>
            <a:xfrm>
              <a:off x="6235861" y="2397235"/>
              <a:ext cx="2365771" cy="1518191"/>
            </a:xfrm>
            <a:custGeom>
              <a:rect b="b" l="l" r="r" t="t"/>
              <a:pathLst>
                <a:path extrusionOk="0" h="1518191" w="2365771">
                  <a:moveTo>
                    <a:pt x="2086350" y="1518192"/>
                  </a:moveTo>
                  <a:lnTo>
                    <a:pt x="2365772" y="0"/>
                  </a:lnTo>
                  <a:lnTo>
                    <a:pt x="0" y="1518192"/>
                  </a:lnTo>
                  <a:lnTo>
                    <a:pt x="2086350" y="1518192"/>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527" name="Google Shape;4527;p54"/>
            <p:cNvSpPr/>
            <p:nvPr/>
          </p:nvSpPr>
          <p:spPr>
            <a:xfrm>
              <a:off x="5655285" y="2394130"/>
              <a:ext cx="2207432" cy="1521296"/>
            </a:xfrm>
            <a:custGeom>
              <a:rect b="b" l="l" r="r" t="t"/>
              <a:pathLst>
                <a:path extrusionOk="0" h="1521296" w="2207432">
                  <a:moveTo>
                    <a:pt x="270108" y="1521297"/>
                  </a:moveTo>
                  <a:lnTo>
                    <a:pt x="0" y="0"/>
                  </a:lnTo>
                  <a:lnTo>
                    <a:pt x="2207433" y="1521297"/>
                  </a:lnTo>
                  <a:lnTo>
                    <a:pt x="270108" y="1521297"/>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4528" name="Google Shape;4528;p54"/>
          <p:cNvGrpSpPr/>
          <p:nvPr/>
        </p:nvGrpSpPr>
        <p:grpSpPr>
          <a:xfrm>
            <a:off x="1830107" y="1748560"/>
            <a:ext cx="205336" cy="367422"/>
            <a:chOff x="6536359" y="2033634"/>
            <a:chExt cx="214651" cy="384092"/>
          </a:xfrm>
        </p:grpSpPr>
        <p:sp>
          <p:nvSpPr>
            <p:cNvPr id="4529" name="Google Shape;4529;p54"/>
            <p:cNvSpPr/>
            <p:nvPr/>
          </p:nvSpPr>
          <p:spPr>
            <a:xfrm>
              <a:off x="6583544" y="2078663"/>
              <a:ext cx="87400" cy="290285"/>
            </a:xfrm>
            <a:custGeom>
              <a:rect b="b" l="l" r="r" t="t"/>
              <a:pathLst>
                <a:path extrusionOk="0" h="14408" w="4338">
                  <a:moveTo>
                    <a:pt x="2169" y="11428"/>
                  </a:moveTo>
                  <a:cubicBezTo>
                    <a:pt x="2289" y="11428"/>
                    <a:pt x="2410" y="11451"/>
                    <a:pt x="2525" y="11499"/>
                  </a:cubicBezTo>
                  <a:cubicBezTo>
                    <a:pt x="2873" y="11644"/>
                    <a:pt x="3100" y="11983"/>
                    <a:pt x="3100" y="12360"/>
                  </a:cubicBezTo>
                  <a:cubicBezTo>
                    <a:pt x="3098" y="12874"/>
                    <a:pt x="2683" y="13289"/>
                    <a:pt x="2169" y="13291"/>
                  </a:cubicBezTo>
                  <a:cubicBezTo>
                    <a:pt x="1792" y="13291"/>
                    <a:pt x="1453" y="13064"/>
                    <a:pt x="1310" y="12715"/>
                  </a:cubicBezTo>
                  <a:cubicBezTo>
                    <a:pt x="1165" y="12369"/>
                    <a:pt x="1244" y="11968"/>
                    <a:pt x="1511" y="11701"/>
                  </a:cubicBezTo>
                  <a:cubicBezTo>
                    <a:pt x="1689" y="11523"/>
                    <a:pt x="1927" y="11428"/>
                    <a:pt x="2169" y="11428"/>
                  </a:cubicBezTo>
                  <a:close/>
                  <a:moveTo>
                    <a:pt x="2169" y="0"/>
                  </a:moveTo>
                  <a:cubicBezTo>
                    <a:pt x="1861" y="0"/>
                    <a:pt x="1610" y="250"/>
                    <a:pt x="1611" y="558"/>
                  </a:cubicBezTo>
                  <a:lnTo>
                    <a:pt x="1611" y="10390"/>
                  </a:lnTo>
                  <a:cubicBezTo>
                    <a:pt x="628" y="10669"/>
                    <a:pt x="0" y="11630"/>
                    <a:pt x="141" y="12642"/>
                  </a:cubicBezTo>
                  <a:cubicBezTo>
                    <a:pt x="281" y="13654"/>
                    <a:pt x="1147" y="14407"/>
                    <a:pt x="2169" y="14407"/>
                  </a:cubicBezTo>
                  <a:cubicBezTo>
                    <a:pt x="3191" y="14407"/>
                    <a:pt x="4056" y="13654"/>
                    <a:pt x="4197" y="12642"/>
                  </a:cubicBezTo>
                  <a:cubicBezTo>
                    <a:pt x="4337" y="11630"/>
                    <a:pt x="3711" y="10669"/>
                    <a:pt x="2728" y="10390"/>
                  </a:cubicBezTo>
                  <a:lnTo>
                    <a:pt x="2728" y="558"/>
                  </a:lnTo>
                  <a:cubicBezTo>
                    <a:pt x="2728" y="250"/>
                    <a:pt x="2477" y="0"/>
                    <a:pt x="216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0" name="Google Shape;4530;p54"/>
            <p:cNvSpPr/>
            <p:nvPr/>
          </p:nvSpPr>
          <p:spPr>
            <a:xfrm>
              <a:off x="6536359" y="2033634"/>
              <a:ext cx="180925" cy="384092"/>
            </a:xfrm>
            <a:custGeom>
              <a:rect b="b" l="l" r="r" t="t"/>
              <a:pathLst>
                <a:path extrusionOk="0" h="19064" w="8980">
                  <a:moveTo>
                    <a:pt x="4512" y="1117"/>
                  </a:moveTo>
                  <a:cubicBezTo>
                    <a:pt x="5437" y="1117"/>
                    <a:pt x="6188" y="1868"/>
                    <a:pt x="6188" y="2793"/>
                  </a:cubicBezTo>
                  <a:lnTo>
                    <a:pt x="6188" y="11386"/>
                  </a:lnTo>
                  <a:cubicBezTo>
                    <a:pt x="6188" y="11568"/>
                    <a:pt x="6276" y="11740"/>
                    <a:pt x="6427" y="11845"/>
                  </a:cubicBezTo>
                  <a:cubicBezTo>
                    <a:pt x="7634" y="12686"/>
                    <a:pt x="8153" y="14218"/>
                    <a:pt x="7702" y="15620"/>
                  </a:cubicBezTo>
                  <a:cubicBezTo>
                    <a:pt x="7255" y="17008"/>
                    <a:pt x="5963" y="17946"/>
                    <a:pt x="4509" y="17946"/>
                  </a:cubicBezTo>
                  <a:cubicBezTo>
                    <a:pt x="4494" y="17946"/>
                    <a:pt x="4479" y="17946"/>
                    <a:pt x="4465" y="17945"/>
                  </a:cubicBezTo>
                  <a:cubicBezTo>
                    <a:pt x="2697" y="17920"/>
                    <a:pt x="1216" y="16463"/>
                    <a:pt x="1163" y="14698"/>
                  </a:cubicBezTo>
                  <a:cubicBezTo>
                    <a:pt x="1127" y="13565"/>
                    <a:pt x="1667" y="12490"/>
                    <a:pt x="2598" y="11845"/>
                  </a:cubicBezTo>
                  <a:cubicBezTo>
                    <a:pt x="2747" y="11740"/>
                    <a:pt x="2837" y="11568"/>
                    <a:pt x="2837" y="11386"/>
                  </a:cubicBezTo>
                  <a:lnTo>
                    <a:pt x="2837" y="2793"/>
                  </a:lnTo>
                  <a:cubicBezTo>
                    <a:pt x="2837" y="1868"/>
                    <a:pt x="3587" y="1117"/>
                    <a:pt x="4512" y="1117"/>
                  </a:cubicBezTo>
                  <a:close/>
                  <a:moveTo>
                    <a:pt x="4511" y="1"/>
                  </a:moveTo>
                  <a:cubicBezTo>
                    <a:pt x="2970" y="1"/>
                    <a:pt x="1719" y="1252"/>
                    <a:pt x="1719" y="2793"/>
                  </a:cubicBezTo>
                  <a:lnTo>
                    <a:pt x="1719" y="11107"/>
                  </a:lnTo>
                  <a:cubicBezTo>
                    <a:pt x="621" y="11984"/>
                    <a:pt x="0" y="13327"/>
                    <a:pt x="45" y="14731"/>
                  </a:cubicBezTo>
                  <a:cubicBezTo>
                    <a:pt x="117" y="17131"/>
                    <a:pt x="2097" y="19063"/>
                    <a:pt x="4512" y="19063"/>
                  </a:cubicBezTo>
                  <a:cubicBezTo>
                    <a:pt x="6962" y="19063"/>
                    <a:pt x="8979" y="17085"/>
                    <a:pt x="8979" y="14596"/>
                  </a:cubicBezTo>
                  <a:cubicBezTo>
                    <a:pt x="8978" y="13239"/>
                    <a:pt x="8362" y="11957"/>
                    <a:pt x="7304" y="11108"/>
                  </a:cubicBezTo>
                  <a:lnTo>
                    <a:pt x="7304" y="2793"/>
                  </a:lnTo>
                  <a:cubicBezTo>
                    <a:pt x="7304" y="1253"/>
                    <a:pt x="6052" y="1"/>
                    <a:pt x="451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1" name="Google Shape;4531;p54"/>
            <p:cNvSpPr/>
            <p:nvPr/>
          </p:nvSpPr>
          <p:spPr>
            <a:xfrm>
              <a:off x="6706001" y="2102659"/>
              <a:ext cx="45010" cy="22505"/>
            </a:xfrm>
            <a:custGeom>
              <a:rect b="b" l="l" r="r" t="t"/>
              <a:pathLst>
                <a:path extrusionOk="0" h="1117" w="2234">
                  <a:moveTo>
                    <a:pt x="559" y="0"/>
                  </a:moveTo>
                  <a:cubicBezTo>
                    <a:pt x="250" y="0"/>
                    <a:pt x="0" y="250"/>
                    <a:pt x="0" y="558"/>
                  </a:cubicBezTo>
                  <a:cubicBezTo>
                    <a:pt x="0" y="867"/>
                    <a:pt x="250" y="1117"/>
                    <a:pt x="559" y="1117"/>
                  </a:cubicBezTo>
                  <a:lnTo>
                    <a:pt x="1676" y="1117"/>
                  </a:lnTo>
                  <a:cubicBezTo>
                    <a:pt x="1984" y="1117"/>
                    <a:pt x="2233" y="867"/>
                    <a:pt x="2233" y="558"/>
                  </a:cubicBezTo>
                  <a:cubicBezTo>
                    <a:pt x="2233" y="250"/>
                    <a:pt x="1984" y="0"/>
                    <a:pt x="167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2" name="Google Shape;4532;p54"/>
            <p:cNvSpPr/>
            <p:nvPr/>
          </p:nvSpPr>
          <p:spPr>
            <a:xfrm>
              <a:off x="6706202" y="2147648"/>
              <a:ext cx="44627" cy="22525"/>
            </a:xfrm>
            <a:custGeom>
              <a:rect b="b" l="l" r="r" t="t"/>
              <a:pathLst>
                <a:path extrusionOk="0" h="1118" w="2215">
                  <a:moveTo>
                    <a:pt x="548" y="0"/>
                  </a:moveTo>
                  <a:cubicBezTo>
                    <a:pt x="245" y="6"/>
                    <a:pt x="1" y="254"/>
                    <a:pt x="1" y="559"/>
                  </a:cubicBezTo>
                  <a:cubicBezTo>
                    <a:pt x="1" y="864"/>
                    <a:pt x="245" y="1112"/>
                    <a:pt x="548" y="1118"/>
                  </a:cubicBezTo>
                  <a:lnTo>
                    <a:pt x="1666" y="1118"/>
                  </a:lnTo>
                  <a:cubicBezTo>
                    <a:pt x="1971" y="1112"/>
                    <a:pt x="2214" y="864"/>
                    <a:pt x="2214" y="559"/>
                  </a:cubicBezTo>
                  <a:cubicBezTo>
                    <a:pt x="2214" y="254"/>
                    <a:pt x="1971" y="6"/>
                    <a:pt x="166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3" name="Google Shape;4533;p54"/>
            <p:cNvSpPr/>
            <p:nvPr/>
          </p:nvSpPr>
          <p:spPr>
            <a:xfrm>
              <a:off x="6706202" y="2192658"/>
              <a:ext cx="44627" cy="22505"/>
            </a:xfrm>
            <a:custGeom>
              <a:rect b="b" l="l" r="r" t="t"/>
              <a:pathLst>
                <a:path extrusionOk="0" h="1117" w="2215">
                  <a:moveTo>
                    <a:pt x="548" y="0"/>
                  </a:moveTo>
                  <a:cubicBezTo>
                    <a:pt x="245" y="6"/>
                    <a:pt x="1" y="254"/>
                    <a:pt x="1" y="559"/>
                  </a:cubicBezTo>
                  <a:cubicBezTo>
                    <a:pt x="1" y="863"/>
                    <a:pt x="245" y="1112"/>
                    <a:pt x="548" y="1117"/>
                  </a:cubicBezTo>
                  <a:lnTo>
                    <a:pt x="1666" y="1117"/>
                  </a:lnTo>
                  <a:cubicBezTo>
                    <a:pt x="1971" y="1112"/>
                    <a:pt x="2214" y="863"/>
                    <a:pt x="2214" y="559"/>
                  </a:cubicBezTo>
                  <a:cubicBezTo>
                    <a:pt x="2214" y="254"/>
                    <a:pt x="1971" y="6"/>
                    <a:pt x="166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34" name="Google Shape;4534;p54"/>
          <p:cNvSpPr/>
          <p:nvPr/>
        </p:nvSpPr>
        <p:spPr>
          <a:xfrm>
            <a:off x="2540712" y="1748609"/>
            <a:ext cx="280227" cy="367325"/>
          </a:xfrm>
          <a:custGeom>
            <a:rect b="b" l="l" r="r" t="t"/>
            <a:pathLst>
              <a:path extrusionOk="0" h="19062" w="14544">
                <a:moveTo>
                  <a:pt x="10749" y="2280"/>
                </a:moveTo>
                <a:cubicBezTo>
                  <a:pt x="10506" y="2816"/>
                  <a:pt x="10169" y="3380"/>
                  <a:pt x="9769" y="3958"/>
                </a:cubicBezTo>
                <a:lnTo>
                  <a:pt x="4759" y="3958"/>
                </a:lnTo>
                <a:cubicBezTo>
                  <a:pt x="4362" y="3384"/>
                  <a:pt x="4024" y="2821"/>
                  <a:pt x="3780" y="2280"/>
                </a:cubicBezTo>
                <a:close/>
                <a:moveTo>
                  <a:pt x="8935" y="5077"/>
                </a:moveTo>
                <a:cubicBezTo>
                  <a:pt x="8421" y="5725"/>
                  <a:pt x="7851" y="6385"/>
                  <a:pt x="7263" y="7049"/>
                </a:cubicBezTo>
                <a:lnTo>
                  <a:pt x="7261" y="7049"/>
                </a:lnTo>
                <a:cubicBezTo>
                  <a:pt x="6690" y="6405"/>
                  <a:pt x="6116" y="5741"/>
                  <a:pt x="5592" y="5077"/>
                </a:cubicBezTo>
                <a:close/>
                <a:moveTo>
                  <a:pt x="2277" y="1162"/>
                </a:moveTo>
                <a:cubicBezTo>
                  <a:pt x="2577" y="3268"/>
                  <a:pt x="4493" y="5621"/>
                  <a:pt x="6511" y="7886"/>
                </a:cubicBezTo>
                <a:cubicBezTo>
                  <a:pt x="6255" y="8167"/>
                  <a:pt x="6021" y="8425"/>
                  <a:pt x="5755" y="8718"/>
                </a:cubicBezTo>
                <a:cubicBezTo>
                  <a:pt x="3471" y="6161"/>
                  <a:pt x="1421" y="3610"/>
                  <a:pt x="1150" y="1162"/>
                </a:cubicBezTo>
                <a:close/>
                <a:moveTo>
                  <a:pt x="7261" y="12057"/>
                </a:moveTo>
                <a:cubicBezTo>
                  <a:pt x="7835" y="12702"/>
                  <a:pt x="8407" y="13366"/>
                  <a:pt x="8929" y="14028"/>
                </a:cubicBezTo>
                <a:lnTo>
                  <a:pt x="5590" y="14028"/>
                </a:lnTo>
                <a:cubicBezTo>
                  <a:pt x="6103" y="13381"/>
                  <a:pt x="6672" y="12720"/>
                  <a:pt x="7261" y="12057"/>
                </a:cubicBezTo>
                <a:close/>
                <a:moveTo>
                  <a:pt x="9761" y="15146"/>
                </a:moveTo>
                <a:cubicBezTo>
                  <a:pt x="10159" y="15721"/>
                  <a:pt x="10497" y="16286"/>
                  <a:pt x="10742" y="16824"/>
                </a:cubicBezTo>
                <a:lnTo>
                  <a:pt x="3774" y="16824"/>
                </a:lnTo>
                <a:cubicBezTo>
                  <a:pt x="4018" y="16288"/>
                  <a:pt x="4354" y="15726"/>
                  <a:pt x="4755" y="15146"/>
                </a:cubicBezTo>
                <a:close/>
                <a:moveTo>
                  <a:pt x="13378" y="1120"/>
                </a:moveTo>
                <a:cubicBezTo>
                  <a:pt x="12812" y="6645"/>
                  <a:pt x="3008" y="12862"/>
                  <a:pt x="2277" y="17944"/>
                </a:cubicBezTo>
                <a:lnTo>
                  <a:pt x="1150" y="17944"/>
                </a:lnTo>
                <a:cubicBezTo>
                  <a:pt x="1760" y="12420"/>
                  <a:pt x="11574" y="6189"/>
                  <a:pt x="12253" y="1120"/>
                </a:cubicBezTo>
                <a:close/>
                <a:moveTo>
                  <a:pt x="8768" y="10387"/>
                </a:moveTo>
                <a:cubicBezTo>
                  <a:pt x="11047" y="12940"/>
                  <a:pt x="13102" y="15493"/>
                  <a:pt x="13374" y="17944"/>
                </a:cubicBezTo>
                <a:lnTo>
                  <a:pt x="12247" y="17944"/>
                </a:lnTo>
                <a:cubicBezTo>
                  <a:pt x="11945" y="15851"/>
                  <a:pt x="10039" y="13494"/>
                  <a:pt x="8013" y="11220"/>
                </a:cubicBezTo>
                <a:cubicBezTo>
                  <a:pt x="8262" y="10943"/>
                  <a:pt x="8506" y="10676"/>
                  <a:pt x="8768" y="10387"/>
                </a:cubicBezTo>
                <a:close/>
                <a:moveTo>
                  <a:pt x="11730" y="1"/>
                </a:moveTo>
                <a:cubicBezTo>
                  <a:pt x="11417" y="1"/>
                  <a:pt x="11166" y="256"/>
                  <a:pt x="11171" y="567"/>
                </a:cubicBezTo>
                <a:cubicBezTo>
                  <a:pt x="11172" y="767"/>
                  <a:pt x="11154" y="966"/>
                  <a:pt x="11117" y="1162"/>
                </a:cubicBezTo>
                <a:lnTo>
                  <a:pt x="3408" y="1162"/>
                </a:lnTo>
                <a:cubicBezTo>
                  <a:pt x="3372" y="977"/>
                  <a:pt x="3353" y="790"/>
                  <a:pt x="3353" y="601"/>
                </a:cubicBezTo>
                <a:cubicBezTo>
                  <a:pt x="3353" y="294"/>
                  <a:pt x="3102" y="42"/>
                  <a:pt x="2794" y="42"/>
                </a:cubicBezTo>
                <a:lnTo>
                  <a:pt x="560" y="42"/>
                </a:lnTo>
                <a:cubicBezTo>
                  <a:pt x="252" y="42"/>
                  <a:pt x="1" y="294"/>
                  <a:pt x="1" y="601"/>
                </a:cubicBezTo>
                <a:cubicBezTo>
                  <a:pt x="1" y="3841"/>
                  <a:pt x="2725" y="7010"/>
                  <a:pt x="5001" y="9552"/>
                </a:cubicBezTo>
                <a:cubicBezTo>
                  <a:pt x="2313" y="12556"/>
                  <a:pt x="1" y="15466"/>
                  <a:pt x="1" y="18502"/>
                </a:cubicBezTo>
                <a:cubicBezTo>
                  <a:pt x="1" y="18812"/>
                  <a:pt x="252" y="19061"/>
                  <a:pt x="560" y="19061"/>
                </a:cubicBezTo>
                <a:lnTo>
                  <a:pt x="2794" y="19061"/>
                </a:lnTo>
                <a:cubicBezTo>
                  <a:pt x="3102" y="19061"/>
                  <a:pt x="3353" y="18812"/>
                  <a:pt x="3353" y="18502"/>
                </a:cubicBezTo>
                <a:cubicBezTo>
                  <a:pt x="3353" y="18316"/>
                  <a:pt x="3371" y="18127"/>
                  <a:pt x="3407" y="17944"/>
                </a:cubicBezTo>
                <a:lnTo>
                  <a:pt x="11114" y="17944"/>
                </a:lnTo>
                <a:cubicBezTo>
                  <a:pt x="11151" y="18127"/>
                  <a:pt x="11169" y="18314"/>
                  <a:pt x="11171" y="18502"/>
                </a:cubicBezTo>
                <a:cubicBezTo>
                  <a:pt x="11171" y="18812"/>
                  <a:pt x="11420" y="19061"/>
                  <a:pt x="11730" y="19061"/>
                </a:cubicBezTo>
                <a:lnTo>
                  <a:pt x="13963" y="19061"/>
                </a:lnTo>
                <a:cubicBezTo>
                  <a:pt x="14272" y="19061"/>
                  <a:pt x="14521" y="18812"/>
                  <a:pt x="14521" y="18502"/>
                </a:cubicBezTo>
                <a:cubicBezTo>
                  <a:pt x="14521" y="15262"/>
                  <a:pt x="11798" y="12096"/>
                  <a:pt x="9521" y="9552"/>
                </a:cubicBezTo>
                <a:cubicBezTo>
                  <a:pt x="12223" y="6533"/>
                  <a:pt x="14544" y="3610"/>
                  <a:pt x="14521" y="555"/>
                </a:cubicBezTo>
                <a:cubicBezTo>
                  <a:pt x="14520" y="249"/>
                  <a:pt x="14270" y="1"/>
                  <a:pt x="1396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5" name="Google Shape;4535;p54"/>
          <p:cNvSpPr/>
          <p:nvPr/>
        </p:nvSpPr>
        <p:spPr>
          <a:xfrm>
            <a:off x="3283681" y="1748618"/>
            <a:ext cx="300766" cy="367305"/>
          </a:xfrm>
          <a:custGeom>
            <a:rect b="b" l="l" r="r" t="t"/>
            <a:pathLst>
              <a:path extrusionOk="0" h="19061" w="15610">
                <a:moveTo>
                  <a:pt x="9448" y="1116"/>
                </a:moveTo>
                <a:lnTo>
                  <a:pt x="9448" y="2308"/>
                </a:lnTo>
                <a:lnTo>
                  <a:pt x="8889" y="2308"/>
                </a:lnTo>
                <a:cubicBezTo>
                  <a:pt x="8585" y="2314"/>
                  <a:pt x="8340" y="2562"/>
                  <a:pt x="8340" y="2867"/>
                </a:cubicBezTo>
                <a:cubicBezTo>
                  <a:pt x="8340" y="3171"/>
                  <a:pt x="8585" y="3420"/>
                  <a:pt x="8889" y="3425"/>
                </a:cubicBezTo>
                <a:lnTo>
                  <a:pt x="9448" y="3425"/>
                </a:lnTo>
                <a:lnTo>
                  <a:pt x="9448" y="4542"/>
                </a:lnTo>
                <a:lnTo>
                  <a:pt x="7772" y="4542"/>
                </a:lnTo>
                <a:cubicBezTo>
                  <a:pt x="7464" y="4542"/>
                  <a:pt x="7213" y="4791"/>
                  <a:pt x="7213" y="5101"/>
                </a:cubicBezTo>
                <a:cubicBezTo>
                  <a:pt x="7213" y="5409"/>
                  <a:pt x="7464" y="5658"/>
                  <a:pt x="7772" y="5658"/>
                </a:cubicBezTo>
                <a:lnTo>
                  <a:pt x="9448" y="5658"/>
                </a:lnTo>
                <a:lnTo>
                  <a:pt x="9448" y="6776"/>
                </a:lnTo>
                <a:lnTo>
                  <a:pt x="8889" y="6776"/>
                </a:lnTo>
                <a:cubicBezTo>
                  <a:pt x="8585" y="6781"/>
                  <a:pt x="8340" y="7030"/>
                  <a:pt x="8340" y="7334"/>
                </a:cubicBezTo>
                <a:cubicBezTo>
                  <a:pt x="8340" y="7638"/>
                  <a:pt x="8585" y="7887"/>
                  <a:pt x="8889" y="7893"/>
                </a:cubicBezTo>
                <a:lnTo>
                  <a:pt x="9448" y="7893"/>
                </a:lnTo>
                <a:lnTo>
                  <a:pt x="9448" y="8451"/>
                </a:lnTo>
                <a:cubicBezTo>
                  <a:pt x="9448" y="8658"/>
                  <a:pt x="9165" y="8088"/>
                  <a:pt x="13873" y="16562"/>
                </a:cubicBezTo>
                <a:cubicBezTo>
                  <a:pt x="14218" y="17182"/>
                  <a:pt x="13770" y="17945"/>
                  <a:pt x="13060" y="17945"/>
                </a:cubicBezTo>
                <a:lnTo>
                  <a:pt x="13060" y="17943"/>
                </a:lnTo>
                <a:lnTo>
                  <a:pt x="2543" y="17943"/>
                </a:lnTo>
                <a:cubicBezTo>
                  <a:pt x="1836" y="17943"/>
                  <a:pt x="1386" y="17187"/>
                  <a:pt x="1727" y="16565"/>
                </a:cubicBezTo>
                <a:cubicBezTo>
                  <a:pt x="6376" y="8082"/>
                  <a:pt x="6097" y="8655"/>
                  <a:pt x="6097" y="8450"/>
                </a:cubicBezTo>
                <a:lnTo>
                  <a:pt x="6097" y="1116"/>
                </a:lnTo>
                <a:close/>
                <a:moveTo>
                  <a:pt x="4423" y="0"/>
                </a:moveTo>
                <a:cubicBezTo>
                  <a:pt x="4118" y="5"/>
                  <a:pt x="3875" y="254"/>
                  <a:pt x="3875" y="558"/>
                </a:cubicBezTo>
                <a:cubicBezTo>
                  <a:pt x="3875" y="862"/>
                  <a:pt x="4118" y="1111"/>
                  <a:pt x="4423" y="1116"/>
                </a:cubicBezTo>
                <a:lnTo>
                  <a:pt x="4981" y="1116"/>
                </a:lnTo>
                <a:lnTo>
                  <a:pt x="4981" y="8308"/>
                </a:lnTo>
                <a:lnTo>
                  <a:pt x="748" y="16030"/>
                </a:lnTo>
                <a:cubicBezTo>
                  <a:pt x="1" y="17393"/>
                  <a:pt x="986" y="19061"/>
                  <a:pt x="2545" y="19061"/>
                </a:cubicBezTo>
                <a:lnTo>
                  <a:pt x="13061" y="19061"/>
                </a:lnTo>
                <a:cubicBezTo>
                  <a:pt x="14622" y="19061"/>
                  <a:pt x="15609" y="17386"/>
                  <a:pt x="14852" y="16020"/>
                </a:cubicBezTo>
                <a:lnTo>
                  <a:pt x="14850" y="16020"/>
                </a:lnTo>
                <a:lnTo>
                  <a:pt x="10566" y="8307"/>
                </a:lnTo>
                <a:lnTo>
                  <a:pt x="10566" y="1116"/>
                </a:lnTo>
                <a:lnTo>
                  <a:pt x="11124" y="1116"/>
                </a:lnTo>
                <a:cubicBezTo>
                  <a:pt x="11428" y="1111"/>
                  <a:pt x="11673" y="862"/>
                  <a:pt x="11673" y="558"/>
                </a:cubicBezTo>
                <a:cubicBezTo>
                  <a:pt x="11673" y="254"/>
                  <a:pt x="11428" y="5"/>
                  <a:pt x="1112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536" name="Google Shape;4536;p54"/>
          <p:cNvGrpSpPr/>
          <p:nvPr/>
        </p:nvGrpSpPr>
        <p:grpSpPr>
          <a:xfrm>
            <a:off x="4030769" y="1748955"/>
            <a:ext cx="338031" cy="366632"/>
            <a:chOff x="5308731" y="1817028"/>
            <a:chExt cx="353367" cy="383266"/>
          </a:xfrm>
        </p:grpSpPr>
        <p:sp>
          <p:nvSpPr>
            <p:cNvPr id="4537" name="Google Shape;4537;p54"/>
            <p:cNvSpPr/>
            <p:nvPr/>
          </p:nvSpPr>
          <p:spPr>
            <a:xfrm>
              <a:off x="5308731" y="1975669"/>
              <a:ext cx="222630" cy="224624"/>
            </a:xfrm>
            <a:custGeom>
              <a:rect b="b" l="l" r="r" t="t"/>
              <a:pathLst>
                <a:path extrusionOk="0" h="11149" w="11050">
                  <a:moveTo>
                    <a:pt x="7196" y="1116"/>
                  </a:moveTo>
                  <a:lnTo>
                    <a:pt x="7196" y="4459"/>
                  </a:lnTo>
                  <a:cubicBezTo>
                    <a:pt x="7196" y="4644"/>
                    <a:pt x="7225" y="4655"/>
                    <a:pt x="7727" y="5574"/>
                  </a:cubicBezTo>
                  <a:lnTo>
                    <a:pt x="3321" y="5574"/>
                  </a:lnTo>
                  <a:cubicBezTo>
                    <a:pt x="3822" y="4656"/>
                    <a:pt x="3852" y="4644"/>
                    <a:pt x="3852" y="4459"/>
                  </a:cubicBezTo>
                  <a:lnTo>
                    <a:pt x="3852" y="1116"/>
                  </a:lnTo>
                  <a:close/>
                  <a:moveTo>
                    <a:pt x="8335" y="6689"/>
                  </a:moveTo>
                  <a:lnTo>
                    <a:pt x="9259" y="8385"/>
                  </a:lnTo>
                  <a:cubicBezTo>
                    <a:pt x="9664" y="9128"/>
                    <a:pt x="9129" y="10034"/>
                    <a:pt x="8281" y="10034"/>
                  </a:cubicBezTo>
                  <a:lnTo>
                    <a:pt x="2767" y="10034"/>
                  </a:lnTo>
                  <a:cubicBezTo>
                    <a:pt x="1921" y="10034"/>
                    <a:pt x="1383" y="9128"/>
                    <a:pt x="1788" y="8385"/>
                  </a:cubicBezTo>
                  <a:lnTo>
                    <a:pt x="2713" y="6689"/>
                  </a:lnTo>
                  <a:close/>
                  <a:moveTo>
                    <a:pt x="8507" y="1"/>
                  </a:moveTo>
                  <a:cubicBezTo>
                    <a:pt x="8504" y="1"/>
                    <a:pt x="8500" y="1"/>
                    <a:pt x="8496" y="1"/>
                  </a:cubicBezTo>
                  <a:lnTo>
                    <a:pt x="2551" y="1"/>
                  </a:lnTo>
                  <a:cubicBezTo>
                    <a:pt x="2248" y="7"/>
                    <a:pt x="2004" y="254"/>
                    <a:pt x="2004" y="558"/>
                  </a:cubicBezTo>
                  <a:cubicBezTo>
                    <a:pt x="2004" y="862"/>
                    <a:pt x="2248" y="1110"/>
                    <a:pt x="2551" y="1116"/>
                  </a:cubicBezTo>
                  <a:lnTo>
                    <a:pt x="2737" y="1116"/>
                  </a:lnTo>
                  <a:lnTo>
                    <a:pt x="2737" y="4317"/>
                  </a:lnTo>
                  <a:cubicBezTo>
                    <a:pt x="2469" y="4809"/>
                    <a:pt x="1079" y="7357"/>
                    <a:pt x="810" y="7852"/>
                  </a:cubicBezTo>
                  <a:cubicBezTo>
                    <a:pt x="0" y="9336"/>
                    <a:pt x="1073" y="11148"/>
                    <a:pt x="2767" y="11148"/>
                  </a:cubicBezTo>
                  <a:lnTo>
                    <a:pt x="8281" y="11148"/>
                  </a:lnTo>
                  <a:cubicBezTo>
                    <a:pt x="9971" y="11148"/>
                    <a:pt x="11049" y="9339"/>
                    <a:pt x="10238" y="7852"/>
                  </a:cubicBezTo>
                  <a:lnTo>
                    <a:pt x="8311" y="4317"/>
                  </a:lnTo>
                  <a:lnTo>
                    <a:pt x="8311" y="1116"/>
                  </a:lnTo>
                  <a:lnTo>
                    <a:pt x="8496" y="1116"/>
                  </a:lnTo>
                  <a:cubicBezTo>
                    <a:pt x="8500" y="1116"/>
                    <a:pt x="8504" y="1116"/>
                    <a:pt x="8507" y="1116"/>
                  </a:cubicBezTo>
                  <a:cubicBezTo>
                    <a:pt x="8815" y="1116"/>
                    <a:pt x="9064" y="866"/>
                    <a:pt x="9064" y="558"/>
                  </a:cubicBezTo>
                  <a:cubicBezTo>
                    <a:pt x="9064" y="250"/>
                    <a:pt x="8815" y="1"/>
                    <a:pt x="850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8" name="Google Shape;4538;p54"/>
            <p:cNvSpPr/>
            <p:nvPr/>
          </p:nvSpPr>
          <p:spPr>
            <a:xfrm>
              <a:off x="5437232" y="1817028"/>
              <a:ext cx="224866" cy="217674"/>
            </a:xfrm>
            <a:custGeom>
              <a:rect b="b" l="l" r="r" t="t"/>
              <a:pathLst>
                <a:path extrusionOk="0" h="10804" w="11161">
                  <a:moveTo>
                    <a:pt x="4160" y="1710"/>
                  </a:moveTo>
                  <a:lnTo>
                    <a:pt x="6943" y="4494"/>
                  </a:lnTo>
                  <a:lnTo>
                    <a:pt x="2213" y="4494"/>
                  </a:lnTo>
                  <a:lnTo>
                    <a:pt x="1796" y="4076"/>
                  </a:lnTo>
                  <a:lnTo>
                    <a:pt x="4160" y="1710"/>
                  </a:lnTo>
                  <a:close/>
                  <a:moveTo>
                    <a:pt x="8058" y="5608"/>
                  </a:moveTo>
                  <a:lnTo>
                    <a:pt x="9283" y="6835"/>
                  </a:lnTo>
                  <a:cubicBezTo>
                    <a:pt x="9936" y="7488"/>
                    <a:pt x="9936" y="8546"/>
                    <a:pt x="9283" y="9199"/>
                  </a:cubicBezTo>
                  <a:cubicBezTo>
                    <a:pt x="8957" y="9526"/>
                    <a:pt x="8529" y="9689"/>
                    <a:pt x="8101" y="9689"/>
                  </a:cubicBezTo>
                  <a:cubicBezTo>
                    <a:pt x="7673" y="9689"/>
                    <a:pt x="7245" y="9526"/>
                    <a:pt x="6919" y="9199"/>
                  </a:cubicBezTo>
                  <a:lnTo>
                    <a:pt x="3327" y="5608"/>
                  </a:lnTo>
                  <a:close/>
                  <a:moveTo>
                    <a:pt x="4525" y="1"/>
                  </a:moveTo>
                  <a:cubicBezTo>
                    <a:pt x="4383" y="1"/>
                    <a:pt x="4242" y="54"/>
                    <a:pt x="4135" y="160"/>
                  </a:cubicBezTo>
                  <a:lnTo>
                    <a:pt x="219" y="4076"/>
                  </a:lnTo>
                  <a:cubicBezTo>
                    <a:pt x="1" y="4293"/>
                    <a:pt x="1" y="4645"/>
                    <a:pt x="219" y="4864"/>
                  </a:cubicBezTo>
                  <a:cubicBezTo>
                    <a:pt x="328" y="4973"/>
                    <a:pt x="471" y="5027"/>
                    <a:pt x="613" y="5027"/>
                  </a:cubicBezTo>
                  <a:cubicBezTo>
                    <a:pt x="756" y="5027"/>
                    <a:pt x="898" y="4973"/>
                    <a:pt x="1007" y="4864"/>
                  </a:cubicBezTo>
                  <a:lnTo>
                    <a:pt x="6131" y="9987"/>
                  </a:lnTo>
                  <a:cubicBezTo>
                    <a:pt x="6675" y="10531"/>
                    <a:pt x="7388" y="10804"/>
                    <a:pt x="8102" y="10804"/>
                  </a:cubicBezTo>
                  <a:cubicBezTo>
                    <a:pt x="8815" y="10804"/>
                    <a:pt x="9528" y="10531"/>
                    <a:pt x="10072" y="9987"/>
                  </a:cubicBezTo>
                  <a:cubicBezTo>
                    <a:pt x="11160" y="8899"/>
                    <a:pt x="11160" y="7134"/>
                    <a:pt x="10072" y="6046"/>
                  </a:cubicBezTo>
                  <a:lnTo>
                    <a:pt x="10071" y="6046"/>
                  </a:lnTo>
                  <a:lnTo>
                    <a:pt x="4946" y="921"/>
                  </a:lnTo>
                  <a:cubicBezTo>
                    <a:pt x="5142" y="695"/>
                    <a:pt x="5124" y="355"/>
                    <a:pt x="4906" y="151"/>
                  </a:cubicBezTo>
                  <a:cubicBezTo>
                    <a:pt x="4798" y="51"/>
                    <a:pt x="4661" y="1"/>
                    <a:pt x="452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9" name="Google Shape;4539;p54"/>
            <p:cNvSpPr/>
            <p:nvPr/>
          </p:nvSpPr>
          <p:spPr>
            <a:xfrm>
              <a:off x="5405258" y="1930760"/>
              <a:ext cx="26272" cy="22485"/>
            </a:xfrm>
            <a:custGeom>
              <a:rect b="b" l="l" r="r" t="t"/>
              <a:pathLst>
                <a:path extrusionOk="0" h="1116" w="1304">
                  <a:moveTo>
                    <a:pt x="746" y="0"/>
                  </a:moveTo>
                  <a:cubicBezTo>
                    <a:pt x="250" y="0"/>
                    <a:pt x="1" y="601"/>
                    <a:pt x="352" y="952"/>
                  </a:cubicBezTo>
                  <a:cubicBezTo>
                    <a:pt x="459" y="1059"/>
                    <a:pt x="602" y="1115"/>
                    <a:pt x="747" y="1115"/>
                  </a:cubicBezTo>
                  <a:cubicBezTo>
                    <a:pt x="819" y="1115"/>
                    <a:pt x="891" y="1101"/>
                    <a:pt x="960" y="1073"/>
                  </a:cubicBezTo>
                  <a:cubicBezTo>
                    <a:pt x="1168" y="987"/>
                    <a:pt x="1304" y="783"/>
                    <a:pt x="1304" y="558"/>
                  </a:cubicBezTo>
                  <a:cubicBezTo>
                    <a:pt x="1304" y="250"/>
                    <a:pt x="1054" y="0"/>
                    <a:pt x="74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0" name="Google Shape;4540;p54"/>
            <p:cNvSpPr/>
            <p:nvPr/>
          </p:nvSpPr>
          <p:spPr>
            <a:xfrm>
              <a:off x="5382834" y="1885832"/>
              <a:ext cx="26232" cy="22505"/>
            </a:xfrm>
            <a:custGeom>
              <a:rect b="b" l="l" r="r" t="t"/>
              <a:pathLst>
                <a:path extrusionOk="0" h="1117" w="1302">
                  <a:moveTo>
                    <a:pt x="744" y="0"/>
                  </a:moveTo>
                  <a:cubicBezTo>
                    <a:pt x="248" y="0"/>
                    <a:pt x="0" y="601"/>
                    <a:pt x="351" y="952"/>
                  </a:cubicBezTo>
                  <a:cubicBezTo>
                    <a:pt x="457" y="1059"/>
                    <a:pt x="600" y="1116"/>
                    <a:pt x="745" y="1116"/>
                  </a:cubicBezTo>
                  <a:cubicBezTo>
                    <a:pt x="817" y="1116"/>
                    <a:pt x="889" y="1102"/>
                    <a:pt x="958" y="1073"/>
                  </a:cubicBezTo>
                  <a:cubicBezTo>
                    <a:pt x="1166" y="987"/>
                    <a:pt x="1302" y="784"/>
                    <a:pt x="1302" y="558"/>
                  </a:cubicBezTo>
                  <a:cubicBezTo>
                    <a:pt x="1302" y="250"/>
                    <a:pt x="1052" y="0"/>
                    <a:pt x="74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41" name="Google Shape;4541;p54"/>
          <p:cNvGrpSpPr/>
          <p:nvPr/>
        </p:nvGrpSpPr>
        <p:grpSpPr>
          <a:xfrm>
            <a:off x="4754628" y="1792310"/>
            <a:ext cx="377483" cy="279922"/>
            <a:chOff x="4835930" y="1910754"/>
            <a:chExt cx="394609" cy="292622"/>
          </a:xfrm>
        </p:grpSpPr>
        <p:sp>
          <p:nvSpPr>
            <p:cNvPr id="4542" name="Google Shape;4542;p54"/>
            <p:cNvSpPr/>
            <p:nvPr/>
          </p:nvSpPr>
          <p:spPr>
            <a:xfrm>
              <a:off x="4835930" y="1910754"/>
              <a:ext cx="394609" cy="292622"/>
            </a:xfrm>
            <a:custGeom>
              <a:rect b="b" l="l" r="r" t="t"/>
              <a:pathLst>
                <a:path extrusionOk="0" h="14524" w="19586">
                  <a:moveTo>
                    <a:pt x="8320" y="1117"/>
                  </a:moveTo>
                  <a:lnTo>
                    <a:pt x="8320" y="6517"/>
                  </a:lnTo>
                  <a:cubicBezTo>
                    <a:pt x="8320" y="6720"/>
                    <a:pt x="8353" y="6725"/>
                    <a:pt x="9009" y="7819"/>
                  </a:cubicBezTo>
                  <a:lnTo>
                    <a:pt x="4282" y="7819"/>
                  </a:lnTo>
                  <a:cubicBezTo>
                    <a:pt x="4941" y="6720"/>
                    <a:pt x="4970" y="6720"/>
                    <a:pt x="4970" y="6517"/>
                  </a:cubicBezTo>
                  <a:lnTo>
                    <a:pt x="4970" y="1117"/>
                  </a:lnTo>
                  <a:close/>
                  <a:moveTo>
                    <a:pt x="16237" y="1117"/>
                  </a:moveTo>
                  <a:lnTo>
                    <a:pt x="16237" y="5623"/>
                  </a:lnTo>
                  <a:cubicBezTo>
                    <a:pt x="16237" y="5823"/>
                    <a:pt x="16343" y="6007"/>
                    <a:pt x="16516" y="6107"/>
                  </a:cubicBezTo>
                  <a:cubicBezTo>
                    <a:pt x="17870" y="6892"/>
                    <a:pt x="18662" y="8442"/>
                    <a:pt x="18431" y="10051"/>
                  </a:cubicBezTo>
                  <a:lnTo>
                    <a:pt x="11655" y="10051"/>
                  </a:lnTo>
                  <a:lnTo>
                    <a:pt x="10762" y="8566"/>
                  </a:lnTo>
                  <a:cubicBezTo>
                    <a:pt x="11018" y="7530"/>
                    <a:pt x="11683" y="6641"/>
                    <a:pt x="12608" y="6107"/>
                  </a:cubicBezTo>
                  <a:cubicBezTo>
                    <a:pt x="12780" y="6007"/>
                    <a:pt x="12886" y="5823"/>
                    <a:pt x="12886" y="5623"/>
                  </a:cubicBezTo>
                  <a:lnTo>
                    <a:pt x="12886" y="1117"/>
                  </a:lnTo>
                  <a:close/>
                  <a:moveTo>
                    <a:pt x="18090" y="11169"/>
                  </a:moveTo>
                  <a:cubicBezTo>
                    <a:pt x="17412" y="12592"/>
                    <a:pt x="16005" y="13403"/>
                    <a:pt x="14553" y="13403"/>
                  </a:cubicBezTo>
                  <a:cubicBezTo>
                    <a:pt x="13930" y="13403"/>
                    <a:pt x="13298" y="13253"/>
                    <a:pt x="12713" y="12939"/>
                  </a:cubicBezTo>
                  <a:cubicBezTo>
                    <a:pt x="12922" y="12058"/>
                    <a:pt x="12496" y="11459"/>
                    <a:pt x="12323" y="11169"/>
                  </a:cubicBezTo>
                  <a:close/>
                  <a:moveTo>
                    <a:pt x="9680" y="8935"/>
                  </a:moveTo>
                  <a:lnTo>
                    <a:pt x="11516" y="11994"/>
                  </a:lnTo>
                  <a:cubicBezTo>
                    <a:pt x="11888" y="12614"/>
                    <a:pt x="11441" y="13404"/>
                    <a:pt x="10718" y="13404"/>
                  </a:cubicBezTo>
                  <a:lnTo>
                    <a:pt x="2576" y="13404"/>
                  </a:lnTo>
                  <a:cubicBezTo>
                    <a:pt x="1852" y="13404"/>
                    <a:pt x="1405" y="12614"/>
                    <a:pt x="1778" y="11994"/>
                  </a:cubicBezTo>
                  <a:lnTo>
                    <a:pt x="3613" y="8935"/>
                  </a:lnTo>
                  <a:close/>
                  <a:moveTo>
                    <a:pt x="9448" y="1"/>
                  </a:moveTo>
                  <a:cubicBezTo>
                    <a:pt x="9444" y="1"/>
                    <a:pt x="9440" y="1"/>
                    <a:pt x="9437" y="1"/>
                  </a:cubicBezTo>
                  <a:lnTo>
                    <a:pt x="3853" y="1"/>
                  </a:lnTo>
                  <a:cubicBezTo>
                    <a:pt x="3548" y="5"/>
                    <a:pt x="3305" y="255"/>
                    <a:pt x="3305" y="558"/>
                  </a:cubicBezTo>
                  <a:cubicBezTo>
                    <a:pt x="3305" y="863"/>
                    <a:pt x="3548" y="1111"/>
                    <a:pt x="3853" y="1117"/>
                  </a:cubicBezTo>
                  <a:lnTo>
                    <a:pt x="3853" y="6360"/>
                  </a:lnTo>
                  <a:lnTo>
                    <a:pt x="820" y="11419"/>
                  </a:lnTo>
                  <a:cubicBezTo>
                    <a:pt x="1" y="12783"/>
                    <a:pt x="982" y="14520"/>
                    <a:pt x="2576" y="14520"/>
                  </a:cubicBezTo>
                  <a:lnTo>
                    <a:pt x="10718" y="14520"/>
                  </a:lnTo>
                  <a:cubicBezTo>
                    <a:pt x="10721" y="14520"/>
                    <a:pt x="10725" y="14520"/>
                    <a:pt x="10729" y="14520"/>
                  </a:cubicBezTo>
                  <a:cubicBezTo>
                    <a:pt x="11272" y="14520"/>
                    <a:pt x="11792" y="14302"/>
                    <a:pt x="12172" y="13916"/>
                  </a:cubicBezTo>
                  <a:cubicBezTo>
                    <a:pt x="12942" y="14333"/>
                    <a:pt x="13753" y="14524"/>
                    <a:pt x="14545" y="14524"/>
                  </a:cubicBezTo>
                  <a:cubicBezTo>
                    <a:pt x="17173" y="14524"/>
                    <a:pt x="19586" y="12418"/>
                    <a:pt x="19586" y="9494"/>
                  </a:cubicBezTo>
                  <a:cubicBezTo>
                    <a:pt x="19583" y="7816"/>
                    <a:pt x="18746" y="6249"/>
                    <a:pt x="17353" y="5314"/>
                  </a:cubicBezTo>
                  <a:lnTo>
                    <a:pt x="17353" y="1117"/>
                  </a:lnTo>
                  <a:cubicBezTo>
                    <a:pt x="17357" y="1117"/>
                    <a:pt x="17360" y="1117"/>
                    <a:pt x="17364" y="1117"/>
                  </a:cubicBezTo>
                  <a:cubicBezTo>
                    <a:pt x="17671" y="1117"/>
                    <a:pt x="17921" y="867"/>
                    <a:pt x="17921" y="558"/>
                  </a:cubicBezTo>
                  <a:cubicBezTo>
                    <a:pt x="17921" y="250"/>
                    <a:pt x="17671" y="1"/>
                    <a:pt x="17364" y="1"/>
                  </a:cubicBezTo>
                  <a:cubicBezTo>
                    <a:pt x="17360" y="1"/>
                    <a:pt x="17357" y="1"/>
                    <a:pt x="17353" y="1"/>
                  </a:cubicBezTo>
                  <a:lnTo>
                    <a:pt x="11767" y="1"/>
                  </a:lnTo>
                  <a:cubicBezTo>
                    <a:pt x="11462" y="5"/>
                    <a:pt x="11218" y="255"/>
                    <a:pt x="11218" y="558"/>
                  </a:cubicBezTo>
                  <a:cubicBezTo>
                    <a:pt x="11218" y="863"/>
                    <a:pt x="11462" y="1111"/>
                    <a:pt x="11767" y="1117"/>
                  </a:cubicBezTo>
                  <a:lnTo>
                    <a:pt x="11767" y="5314"/>
                  </a:lnTo>
                  <a:cubicBezTo>
                    <a:pt x="11014" y="5817"/>
                    <a:pt x="10411" y="6515"/>
                    <a:pt x="10021" y="7333"/>
                  </a:cubicBezTo>
                  <a:lnTo>
                    <a:pt x="9437" y="6360"/>
                  </a:lnTo>
                  <a:lnTo>
                    <a:pt x="9437" y="1117"/>
                  </a:lnTo>
                  <a:cubicBezTo>
                    <a:pt x="9440" y="1117"/>
                    <a:pt x="9444" y="1117"/>
                    <a:pt x="9448" y="1117"/>
                  </a:cubicBezTo>
                  <a:cubicBezTo>
                    <a:pt x="9755" y="1117"/>
                    <a:pt x="10006" y="867"/>
                    <a:pt x="10006" y="558"/>
                  </a:cubicBezTo>
                  <a:cubicBezTo>
                    <a:pt x="10006" y="250"/>
                    <a:pt x="9755" y="1"/>
                    <a:pt x="94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3" name="Google Shape;4543;p54"/>
            <p:cNvSpPr/>
            <p:nvPr/>
          </p:nvSpPr>
          <p:spPr>
            <a:xfrm>
              <a:off x="4932275" y="2114405"/>
              <a:ext cx="26313" cy="22525"/>
            </a:xfrm>
            <a:custGeom>
              <a:rect b="b" l="l" r="r" t="t"/>
              <a:pathLst>
                <a:path extrusionOk="0" h="1118" w="1306">
                  <a:moveTo>
                    <a:pt x="747" y="0"/>
                  </a:moveTo>
                  <a:cubicBezTo>
                    <a:pt x="249" y="0"/>
                    <a:pt x="1" y="601"/>
                    <a:pt x="352" y="954"/>
                  </a:cubicBezTo>
                  <a:cubicBezTo>
                    <a:pt x="459" y="1061"/>
                    <a:pt x="602" y="1117"/>
                    <a:pt x="747" y="1117"/>
                  </a:cubicBezTo>
                  <a:cubicBezTo>
                    <a:pt x="819" y="1117"/>
                    <a:pt x="892" y="1103"/>
                    <a:pt x="960" y="1075"/>
                  </a:cubicBezTo>
                  <a:cubicBezTo>
                    <a:pt x="1170" y="988"/>
                    <a:pt x="1306" y="785"/>
                    <a:pt x="1306" y="558"/>
                  </a:cubicBezTo>
                  <a:cubicBezTo>
                    <a:pt x="1306" y="250"/>
                    <a:pt x="1056" y="0"/>
                    <a:pt x="7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4" name="Google Shape;4544;p54"/>
            <p:cNvSpPr/>
            <p:nvPr/>
          </p:nvSpPr>
          <p:spPr>
            <a:xfrm>
              <a:off x="4977265" y="2136527"/>
              <a:ext cx="26313" cy="22525"/>
            </a:xfrm>
            <a:custGeom>
              <a:rect b="b" l="l" r="r" t="t"/>
              <a:pathLst>
                <a:path extrusionOk="0" h="1118" w="1306">
                  <a:moveTo>
                    <a:pt x="748" y="1"/>
                  </a:moveTo>
                  <a:cubicBezTo>
                    <a:pt x="250" y="1"/>
                    <a:pt x="1" y="601"/>
                    <a:pt x="352" y="954"/>
                  </a:cubicBezTo>
                  <a:cubicBezTo>
                    <a:pt x="459" y="1061"/>
                    <a:pt x="602" y="1118"/>
                    <a:pt x="747" y="1118"/>
                  </a:cubicBezTo>
                  <a:cubicBezTo>
                    <a:pt x="820" y="1118"/>
                    <a:pt x="892" y="1104"/>
                    <a:pt x="962" y="1075"/>
                  </a:cubicBezTo>
                  <a:cubicBezTo>
                    <a:pt x="1169" y="988"/>
                    <a:pt x="1305" y="784"/>
                    <a:pt x="1305" y="558"/>
                  </a:cubicBezTo>
                  <a:cubicBezTo>
                    <a:pt x="1305" y="250"/>
                    <a:pt x="1056" y="1"/>
                    <a:pt x="7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5" name="Google Shape;4545;p54"/>
            <p:cNvSpPr/>
            <p:nvPr/>
          </p:nvSpPr>
          <p:spPr>
            <a:xfrm>
              <a:off x="5091723" y="2068267"/>
              <a:ext cx="26313" cy="22525"/>
            </a:xfrm>
            <a:custGeom>
              <a:rect b="b" l="l" r="r" t="t"/>
              <a:pathLst>
                <a:path extrusionOk="0" h="1118" w="1306">
                  <a:moveTo>
                    <a:pt x="748" y="1"/>
                  </a:moveTo>
                  <a:cubicBezTo>
                    <a:pt x="250" y="1"/>
                    <a:pt x="0" y="601"/>
                    <a:pt x="352" y="954"/>
                  </a:cubicBezTo>
                  <a:cubicBezTo>
                    <a:pt x="458" y="1061"/>
                    <a:pt x="601" y="1118"/>
                    <a:pt x="747" y="1118"/>
                  </a:cubicBezTo>
                  <a:cubicBezTo>
                    <a:pt x="819" y="1118"/>
                    <a:pt x="892" y="1104"/>
                    <a:pt x="961" y="1075"/>
                  </a:cubicBezTo>
                  <a:cubicBezTo>
                    <a:pt x="1169" y="988"/>
                    <a:pt x="1305" y="785"/>
                    <a:pt x="1305" y="558"/>
                  </a:cubicBezTo>
                  <a:cubicBezTo>
                    <a:pt x="1305" y="250"/>
                    <a:pt x="1055" y="1"/>
                    <a:pt x="7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6" name="Google Shape;4546;p54"/>
            <p:cNvSpPr/>
            <p:nvPr/>
          </p:nvSpPr>
          <p:spPr>
            <a:xfrm>
              <a:off x="5136732" y="2051766"/>
              <a:ext cx="26313" cy="22505"/>
            </a:xfrm>
            <a:custGeom>
              <a:rect b="b" l="l" r="r" t="t"/>
              <a:pathLst>
                <a:path extrusionOk="0" h="1117" w="1306">
                  <a:moveTo>
                    <a:pt x="746" y="1"/>
                  </a:moveTo>
                  <a:cubicBezTo>
                    <a:pt x="249" y="1"/>
                    <a:pt x="1" y="601"/>
                    <a:pt x="352" y="953"/>
                  </a:cubicBezTo>
                  <a:cubicBezTo>
                    <a:pt x="459" y="1060"/>
                    <a:pt x="601" y="1116"/>
                    <a:pt x="746" y="1116"/>
                  </a:cubicBezTo>
                  <a:cubicBezTo>
                    <a:pt x="818" y="1116"/>
                    <a:pt x="891" y="1102"/>
                    <a:pt x="960" y="1074"/>
                  </a:cubicBezTo>
                  <a:cubicBezTo>
                    <a:pt x="1169" y="988"/>
                    <a:pt x="1305" y="784"/>
                    <a:pt x="1305" y="558"/>
                  </a:cubicBezTo>
                  <a:cubicBezTo>
                    <a:pt x="1305" y="250"/>
                    <a:pt x="1054" y="1"/>
                    <a:pt x="7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47" name="Google Shape;4547;p54"/>
          <p:cNvSpPr/>
          <p:nvPr/>
        </p:nvSpPr>
        <p:spPr>
          <a:xfrm>
            <a:off x="5602829" y="1748599"/>
            <a:ext cx="193696" cy="367344"/>
          </a:xfrm>
          <a:custGeom>
            <a:rect b="b" l="l" r="r" t="t"/>
            <a:pathLst>
              <a:path extrusionOk="0" h="19063" w="10053">
                <a:moveTo>
                  <a:pt x="7818" y="1118"/>
                </a:moveTo>
                <a:lnTo>
                  <a:pt x="7818" y="3351"/>
                </a:lnTo>
                <a:lnTo>
                  <a:pt x="6515" y="3351"/>
                </a:lnTo>
                <a:cubicBezTo>
                  <a:pt x="6207" y="3351"/>
                  <a:pt x="5957" y="3602"/>
                  <a:pt x="5957" y="3910"/>
                </a:cubicBezTo>
                <a:cubicBezTo>
                  <a:pt x="5957" y="4218"/>
                  <a:pt x="6207" y="4467"/>
                  <a:pt x="6515" y="4469"/>
                </a:cubicBezTo>
                <a:lnTo>
                  <a:pt x="7818" y="4469"/>
                </a:lnTo>
                <a:lnTo>
                  <a:pt x="7818" y="5585"/>
                </a:lnTo>
                <a:lnTo>
                  <a:pt x="7261" y="5585"/>
                </a:lnTo>
                <a:cubicBezTo>
                  <a:pt x="7257" y="5585"/>
                  <a:pt x="7253" y="5585"/>
                  <a:pt x="7250" y="5585"/>
                </a:cubicBezTo>
                <a:cubicBezTo>
                  <a:pt x="6941" y="5585"/>
                  <a:pt x="6691" y="5834"/>
                  <a:pt x="6691" y="6144"/>
                </a:cubicBezTo>
                <a:cubicBezTo>
                  <a:pt x="6691" y="6453"/>
                  <a:pt x="6941" y="6702"/>
                  <a:pt x="7250" y="6702"/>
                </a:cubicBezTo>
                <a:cubicBezTo>
                  <a:pt x="7253" y="6702"/>
                  <a:pt x="7257" y="6702"/>
                  <a:pt x="7261" y="6702"/>
                </a:cubicBezTo>
                <a:lnTo>
                  <a:pt x="7818" y="6702"/>
                </a:lnTo>
                <a:lnTo>
                  <a:pt x="7818" y="7819"/>
                </a:lnTo>
                <a:lnTo>
                  <a:pt x="6515" y="7819"/>
                </a:lnTo>
                <a:cubicBezTo>
                  <a:pt x="6211" y="7824"/>
                  <a:pt x="5966" y="8072"/>
                  <a:pt x="5966" y="8377"/>
                </a:cubicBezTo>
                <a:cubicBezTo>
                  <a:pt x="5966" y="8682"/>
                  <a:pt x="6211" y="8930"/>
                  <a:pt x="6515" y="8936"/>
                </a:cubicBezTo>
                <a:lnTo>
                  <a:pt x="7818" y="8936"/>
                </a:lnTo>
                <a:lnTo>
                  <a:pt x="7818" y="10052"/>
                </a:lnTo>
                <a:lnTo>
                  <a:pt x="7261" y="10052"/>
                </a:lnTo>
                <a:cubicBezTo>
                  <a:pt x="6951" y="10052"/>
                  <a:pt x="6702" y="10303"/>
                  <a:pt x="6702" y="10611"/>
                </a:cubicBezTo>
                <a:cubicBezTo>
                  <a:pt x="6702" y="10918"/>
                  <a:pt x="6950" y="11169"/>
                  <a:pt x="7258" y="11169"/>
                </a:cubicBezTo>
                <a:cubicBezTo>
                  <a:pt x="7259" y="11169"/>
                  <a:pt x="7260" y="11169"/>
                  <a:pt x="7261" y="11169"/>
                </a:cubicBezTo>
                <a:lnTo>
                  <a:pt x="7818" y="11169"/>
                </a:lnTo>
                <a:lnTo>
                  <a:pt x="7818" y="12286"/>
                </a:lnTo>
                <a:lnTo>
                  <a:pt x="6515" y="12286"/>
                </a:lnTo>
                <a:cubicBezTo>
                  <a:pt x="6211" y="12291"/>
                  <a:pt x="5966" y="12539"/>
                  <a:pt x="5966" y="12844"/>
                </a:cubicBezTo>
                <a:cubicBezTo>
                  <a:pt x="5966" y="13149"/>
                  <a:pt x="6211" y="13397"/>
                  <a:pt x="6515" y="13403"/>
                </a:cubicBezTo>
                <a:lnTo>
                  <a:pt x="7818" y="13403"/>
                </a:lnTo>
                <a:lnTo>
                  <a:pt x="7818" y="15153"/>
                </a:lnTo>
                <a:cubicBezTo>
                  <a:pt x="7818" y="16692"/>
                  <a:pt x="6566" y="17945"/>
                  <a:pt x="5026" y="17945"/>
                </a:cubicBezTo>
                <a:cubicBezTo>
                  <a:pt x="3487" y="17945"/>
                  <a:pt x="2235" y="16692"/>
                  <a:pt x="2235" y="15153"/>
                </a:cubicBezTo>
                <a:lnTo>
                  <a:pt x="2235" y="1118"/>
                </a:lnTo>
                <a:close/>
                <a:moveTo>
                  <a:pt x="559" y="0"/>
                </a:moveTo>
                <a:cubicBezTo>
                  <a:pt x="250" y="0"/>
                  <a:pt x="0" y="251"/>
                  <a:pt x="0" y="559"/>
                </a:cubicBezTo>
                <a:cubicBezTo>
                  <a:pt x="0" y="867"/>
                  <a:pt x="250" y="1118"/>
                  <a:pt x="559" y="1118"/>
                </a:cubicBezTo>
                <a:lnTo>
                  <a:pt x="1117" y="1118"/>
                </a:lnTo>
                <a:lnTo>
                  <a:pt x="1117" y="15153"/>
                </a:lnTo>
                <a:cubicBezTo>
                  <a:pt x="1117" y="17308"/>
                  <a:pt x="2871" y="19063"/>
                  <a:pt x="5026" y="19063"/>
                </a:cubicBezTo>
                <a:cubicBezTo>
                  <a:pt x="7181" y="19063"/>
                  <a:pt x="8936" y="17308"/>
                  <a:pt x="8936" y="15153"/>
                </a:cubicBezTo>
                <a:lnTo>
                  <a:pt x="8936" y="1118"/>
                </a:lnTo>
                <a:lnTo>
                  <a:pt x="9493" y="1118"/>
                </a:lnTo>
                <a:cubicBezTo>
                  <a:pt x="9801" y="1118"/>
                  <a:pt x="10052" y="867"/>
                  <a:pt x="10052" y="559"/>
                </a:cubicBezTo>
                <a:cubicBezTo>
                  <a:pt x="10052" y="251"/>
                  <a:pt x="9801" y="0"/>
                  <a:pt x="949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548" name="Google Shape;4548;p54"/>
          <p:cNvGrpSpPr/>
          <p:nvPr/>
        </p:nvGrpSpPr>
        <p:grpSpPr>
          <a:xfrm>
            <a:off x="6266371" y="1748579"/>
            <a:ext cx="386426" cy="367384"/>
            <a:chOff x="4038693" y="1874811"/>
            <a:chExt cx="403957" cy="384052"/>
          </a:xfrm>
        </p:grpSpPr>
        <p:sp>
          <p:nvSpPr>
            <p:cNvPr id="4549" name="Google Shape;4549;p54"/>
            <p:cNvSpPr/>
            <p:nvPr/>
          </p:nvSpPr>
          <p:spPr>
            <a:xfrm>
              <a:off x="4038693" y="1874811"/>
              <a:ext cx="403957" cy="384052"/>
            </a:xfrm>
            <a:custGeom>
              <a:rect b="b" l="l" r="r" t="t"/>
              <a:pathLst>
                <a:path extrusionOk="0" h="19062" w="20050">
                  <a:moveTo>
                    <a:pt x="11635" y="3388"/>
                  </a:moveTo>
                  <a:cubicBezTo>
                    <a:pt x="13275" y="3388"/>
                    <a:pt x="14608" y="4722"/>
                    <a:pt x="14608" y="6361"/>
                  </a:cubicBezTo>
                  <a:cubicBezTo>
                    <a:pt x="14608" y="8006"/>
                    <a:pt x="13266" y="9334"/>
                    <a:pt x="11635" y="9334"/>
                  </a:cubicBezTo>
                  <a:cubicBezTo>
                    <a:pt x="9997" y="9334"/>
                    <a:pt x="8664" y="8000"/>
                    <a:pt x="8664" y="6361"/>
                  </a:cubicBezTo>
                  <a:cubicBezTo>
                    <a:pt x="8664" y="4722"/>
                    <a:pt x="9997" y="3388"/>
                    <a:pt x="11635" y="3388"/>
                  </a:cubicBezTo>
                  <a:close/>
                  <a:moveTo>
                    <a:pt x="9415" y="1117"/>
                  </a:moveTo>
                  <a:lnTo>
                    <a:pt x="9415" y="2930"/>
                  </a:lnTo>
                  <a:cubicBezTo>
                    <a:pt x="8291" y="3659"/>
                    <a:pt x="7546" y="4925"/>
                    <a:pt x="7546" y="6361"/>
                  </a:cubicBezTo>
                  <a:cubicBezTo>
                    <a:pt x="7546" y="8205"/>
                    <a:pt x="8773" y="9767"/>
                    <a:pt x="10453" y="10275"/>
                  </a:cubicBezTo>
                  <a:lnTo>
                    <a:pt x="11029" y="11208"/>
                  </a:lnTo>
                  <a:lnTo>
                    <a:pt x="4486" y="11208"/>
                  </a:lnTo>
                  <a:cubicBezTo>
                    <a:pt x="6151" y="8516"/>
                    <a:pt x="6101" y="8655"/>
                    <a:pt x="6101" y="8437"/>
                  </a:cubicBezTo>
                  <a:lnTo>
                    <a:pt x="6101" y="1117"/>
                  </a:lnTo>
                  <a:close/>
                  <a:moveTo>
                    <a:pt x="14893" y="8830"/>
                  </a:moveTo>
                  <a:lnTo>
                    <a:pt x="18607" y="12544"/>
                  </a:lnTo>
                  <a:cubicBezTo>
                    <a:pt x="18824" y="12759"/>
                    <a:pt x="18824" y="13109"/>
                    <a:pt x="18607" y="13325"/>
                  </a:cubicBezTo>
                  <a:cubicBezTo>
                    <a:pt x="18500" y="13433"/>
                    <a:pt x="18358" y="13487"/>
                    <a:pt x="18217" y="13487"/>
                  </a:cubicBezTo>
                  <a:cubicBezTo>
                    <a:pt x="18076" y="13487"/>
                    <a:pt x="17935" y="13433"/>
                    <a:pt x="17827" y="13325"/>
                  </a:cubicBezTo>
                  <a:lnTo>
                    <a:pt x="14106" y="9619"/>
                  </a:lnTo>
                  <a:cubicBezTo>
                    <a:pt x="14402" y="9392"/>
                    <a:pt x="14668" y="9127"/>
                    <a:pt x="14893" y="8830"/>
                  </a:cubicBezTo>
                  <a:close/>
                  <a:moveTo>
                    <a:pt x="11721" y="12326"/>
                  </a:moveTo>
                  <a:lnTo>
                    <a:pt x="13263" y="14820"/>
                  </a:lnTo>
                  <a:cubicBezTo>
                    <a:pt x="14104" y="16183"/>
                    <a:pt x="13131" y="17945"/>
                    <a:pt x="11517" y="17945"/>
                  </a:cubicBezTo>
                  <a:lnTo>
                    <a:pt x="3994" y="17945"/>
                  </a:lnTo>
                  <a:cubicBezTo>
                    <a:pt x="2389" y="17945"/>
                    <a:pt x="1408" y="16184"/>
                    <a:pt x="2253" y="14820"/>
                  </a:cubicBezTo>
                  <a:lnTo>
                    <a:pt x="3795" y="12326"/>
                  </a:lnTo>
                  <a:close/>
                  <a:moveTo>
                    <a:pt x="4798" y="0"/>
                  </a:moveTo>
                  <a:cubicBezTo>
                    <a:pt x="4489" y="0"/>
                    <a:pt x="4239" y="250"/>
                    <a:pt x="4239" y="558"/>
                  </a:cubicBezTo>
                  <a:cubicBezTo>
                    <a:pt x="4239" y="867"/>
                    <a:pt x="4489" y="1117"/>
                    <a:pt x="4798" y="1117"/>
                  </a:cubicBezTo>
                  <a:lnTo>
                    <a:pt x="4985" y="1117"/>
                  </a:lnTo>
                  <a:lnTo>
                    <a:pt x="4985" y="8278"/>
                  </a:lnTo>
                  <a:cubicBezTo>
                    <a:pt x="4811" y="8558"/>
                    <a:pt x="1304" y="14231"/>
                    <a:pt x="1304" y="14233"/>
                  </a:cubicBezTo>
                  <a:cubicBezTo>
                    <a:pt x="1" y="16338"/>
                    <a:pt x="1509" y="19061"/>
                    <a:pt x="3998" y="19061"/>
                  </a:cubicBezTo>
                  <a:lnTo>
                    <a:pt x="11522" y="19061"/>
                  </a:lnTo>
                  <a:cubicBezTo>
                    <a:pt x="14003" y="19061"/>
                    <a:pt x="15517" y="16341"/>
                    <a:pt x="14212" y="14233"/>
                  </a:cubicBezTo>
                  <a:lnTo>
                    <a:pt x="11870" y="10444"/>
                  </a:lnTo>
                  <a:cubicBezTo>
                    <a:pt x="12287" y="10420"/>
                    <a:pt x="12699" y="10332"/>
                    <a:pt x="13089" y="10182"/>
                  </a:cubicBezTo>
                  <a:lnTo>
                    <a:pt x="17038" y="14117"/>
                  </a:lnTo>
                  <a:cubicBezTo>
                    <a:pt x="17364" y="14442"/>
                    <a:pt x="17791" y="14605"/>
                    <a:pt x="18218" y="14605"/>
                  </a:cubicBezTo>
                  <a:cubicBezTo>
                    <a:pt x="18645" y="14605"/>
                    <a:pt x="19073" y="14441"/>
                    <a:pt x="19399" y="14114"/>
                  </a:cubicBezTo>
                  <a:cubicBezTo>
                    <a:pt x="20049" y="13461"/>
                    <a:pt x="20049" y="12405"/>
                    <a:pt x="19396" y="11753"/>
                  </a:cubicBezTo>
                  <a:lnTo>
                    <a:pt x="15457" y="7815"/>
                  </a:lnTo>
                  <a:cubicBezTo>
                    <a:pt x="15635" y="7350"/>
                    <a:pt x="15724" y="6859"/>
                    <a:pt x="15724" y="6361"/>
                  </a:cubicBezTo>
                  <a:cubicBezTo>
                    <a:pt x="15724" y="4106"/>
                    <a:pt x="13891" y="2272"/>
                    <a:pt x="11635" y="2272"/>
                  </a:cubicBezTo>
                  <a:cubicBezTo>
                    <a:pt x="11262" y="2272"/>
                    <a:pt x="10890" y="2323"/>
                    <a:pt x="10531" y="2423"/>
                  </a:cubicBezTo>
                  <a:lnTo>
                    <a:pt x="10531" y="1117"/>
                  </a:lnTo>
                  <a:lnTo>
                    <a:pt x="10718" y="1117"/>
                  </a:lnTo>
                  <a:cubicBezTo>
                    <a:pt x="11026" y="1117"/>
                    <a:pt x="11277" y="867"/>
                    <a:pt x="11277" y="558"/>
                  </a:cubicBezTo>
                  <a:cubicBezTo>
                    <a:pt x="11277" y="250"/>
                    <a:pt x="11026" y="0"/>
                    <a:pt x="1071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0" name="Google Shape;4550;p54"/>
            <p:cNvSpPr/>
            <p:nvPr/>
          </p:nvSpPr>
          <p:spPr>
            <a:xfrm>
              <a:off x="4220263" y="2145593"/>
              <a:ext cx="26333" cy="22545"/>
            </a:xfrm>
            <a:custGeom>
              <a:rect b="b" l="l" r="r" t="t"/>
              <a:pathLst>
                <a:path extrusionOk="0" h="1119" w="1307">
                  <a:moveTo>
                    <a:pt x="743" y="1"/>
                  </a:moveTo>
                  <a:cubicBezTo>
                    <a:pt x="606" y="1"/>
                    <a:pt x="467" y="51"/>
                    <a:pt x="353" y="165"/>
                  </a:cubicBezTo>
                  <a:cubicBezTo>
                    <a:pt x="0" y="516"/>
                    <a:pt x="250" y="1118"/>
                    <a:pt x="748" y="1118"/>
                  </a:cubicBezTo>
                  <a:cubicBezTo>
                    <a:pt x="1056" y="1118"/>
                    <a:pt x="1307" y="869"/>
                    <a:pt x="1305" y="559"/>
                  </a:cubicBezTo>
                  <a:lnTo>
                    <a:pt x="1305" y="559"/>
                  </a:lnTo>
                  <a:lnTo>
                    <a:pt x="1307" y="561"/>
                  </a:lnTo>
                  <a:cubicBezTo>
                    <a:pt x="1307" y="224"/>
                    <a:pt x="1031" y="1"/>
                    <a:pt x="74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1" name="Google Shape;4551;p54"/>
            <p:cNvSpPr/>
            <p:nvPr/>
          </p:nvSpPr>
          <p:spPr>
            <a:xfrm>
              <a:off x="4132158" y="2146379"/>
              <a:ext cx="69428" cy="66769"/>
            </a:xfrm>
            <a:custGeom>
              <a:rect b="b" l="l" r="r" t="t"/>
              <a:pathLst>
                <a:path extrusionOk="0" h="3314" w="3446">
                  <a:moveTo>
                    <a:pt x="1784" y="1116"/>
                  </a:moveTo>
                  <a:cubicBezTo>
                    <a:pt x="2061" y="1116"/>
                    <a:pt x="2328" y="1332"/>
                    <a:pt x="2328" y="1658"/>
                  </a:cubicBezTo>
                  <a:cubicBezTo>
                    <a:pt x="2328" y="1955"/>
                    <a:pt x="2085" y="2196"/>
                    <a:pt x="1788" y="2197"/>
                  </a:cubicBezTo>
                  <a:cubicBezTo>
                    <a:pt x="1307" y="2197"/>
                    <a:pt x="1066" y="1616"/>
                    <a:pt x="1407" y="1275"/>
                  </a:cubicBezTo>
                  <a:cubicBezTo>
                    <a:pt x="1517" y="1166"/>
                    <a:pt x="1651" y="1116"/>
                    <a:pt x="1784" y="1116"/>
                  </a:cubicBezTo>
                  <a:close/>
                  <a:moveTo>
                    <a:pt x="1788" y="0"/>
                  </a:moveTo>
                  <a:cubicBezTo>
                    <a:pt x="1118" y="0"/>
                    <a:pt x="513" y="404"/>
                    <a:pt x="256" y="1023"/>
                  </a:cubicBezTo>
                  <a:cubicBezTo>
                    <a:pt x="1" y="1641"/>
                    <a:pt x="143" y="2354"/>
                    <a:pt x="616" y="2828"/>
                  </a:cubicBezTo>
                  <a:cubicBezTo>
                    <a:pt x="933" y="3146"/>
                    <a:pt x="1357" y="3314"/>
                    <a:pt x="1788" y="3314"/>
                  </a:cubicBezTo>
                  <a:cubicBezTo>
                    <a:pt x="2002" y="3314"/>
                    <a:pt x="2217" y="3273"/>
                    <a:pt x="2422" y="3188"/>
                  </a:cubicBezTo>
                  <a:cubicBezTo>
                    <a:pt x="3040" y="2931"/>
                    <a:pt x="3444" y="2327"/>
                    <a:pt x="3445" y="1658"/>
                  </a:cubicBezTo>
                  <a:cubicBezTo>
                    <a:pt x="3444" y="743"/>
                    <a:pt x="2703" y="2"/>
                    <a:pt x="178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52" name="Google Shape;4552;p54"/>
          <p:cNvGrpSpPr/>
          <p:nvPr/>
        </p:nvGrpSpPr>
        <p:grpSpPr>
          <a:xfrm>
            <a:off x="7047477" y="1748676"/>
            <a:ext cx="311935" cy="367191"/>
            <a:chOff x="3607053" y="1848397"/>
            <a:chExt cx="326087" cy="383850"/>
          </a:xfrm>
        </p:grpSpPr>
        <p:sp>
          <p:nvSpPr>
            <p:cNvPr id="4553" name="Google Shape;4553;p54"/>
            <p:cNvSpPr/>
            <p:nvPr/>
          </p:nvSpPr>
          <p:spPr>
            <a:xfrm>
              <a:off x="3724936" y="2052230"/>
              <a:ext cx="70214" cy="67514"/>
            </a:xfrm>
            <a:custGeom>
              <a:rect b="b" l="l" r="r" t="t"/>
              <a:pathLst>
                <a:path extrusionOk="0" h="3351" w="3485">
                  <a:moveTo>
                    <a:pt x="1804" y="1115"/>
                  </a:moveTo>
                  <a:cubicBezTo>
                    <a:pt x="2091" y="1115"/>
                    <a:pt x="2367" y="1338"/>
                    <a:pt x="2367" y="1675"/>
                  </a:cubicBezTo>
                  <a:cubicBezTo>
                    <a:pt x="2367" y="1983"/>
                    <a:pt x="2117" y="2233"/>
                    <a:pt x="1809" y="2234"/>
                  </a:cubicBezTo>
                  <a:cubicBezTo>
                    <a:pt x="1312" y="2234"/>
                    <a:pt x="1062" y="1632"/>
                    <a:pt x="1413" y="1279"/>
                  </a:cubicBezTo>
                  <a:cubicBezTo>
                    <a:pt x="1527" y="1166"/>
                    <a:pt x="1667" y="1115"/>
                    <a:pt x="1804" y="1115"/>
                  </a:cubicBezTo>
                  <a:close/>
                  <a:moveTo>
                    <a:pt x="1809" y="0"/>
                  </a:moveTo>
                  <a:cubicBezTo>
                    <a:pt x="1131" y="0"/>
                    <a:pt x="520" y="408"/>
                    <a:pt x="261" y="1034"/>
                  </a:cubicBezTo>
                  <a:cubicBezTo>
                    <a:pt x="1" y="1660"/>
                    <a:pt x="144" y="2381"/>
                    <a:pt x="624" y="2860"/>
                  </a:cubicBezTo>
                  <a:cubicBezTo>
                    <a:pt x="944" y="3181"/>
                    <a:pt x="1373" y="3351"/>
                    <a:pt x="1810" y="3351"/>
                  </a:cubicBezTo>
                  <a:cubicBezTo>
                    <a:pt x="2026" y="3351"/>
                    <a:pt x="2243" y="3309"/>
                    <a:pt x="2450" y="3224"/>
                  </a:cubicBezTo>
                  <a:cubicBezTo>
                    <a:pt x="3075" y="2964"/>
                    <a:pt x="3485" y="2352"/>
                    <a:pt x="3485" y="1675"/>
                  </a:cubicBezTo>
                  <a:cubicBezTo>
                    <a:pt x="3483" y="750"/>
                    <a:pt x="2733" y="2"/>
                    <a:pt x="180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4" name="Google Shape;4554;p54"/>
            <p:cNvSpPr/>
            <p:nvPr/>
          </p:nvSpPr>
          <p:spPr>
            <a:xfrm>
              <a:off x="3689719" y="1933702"/>
              <a:ext cx="70174" cy="67534"/>
            </a:xfrm>
            <a:custGeom>
              <a:rect b="b" l="l" r="r" t="t"/>
              <a:pathLst>
                <a:path extrusionOk="0" h="3352" w="3483">
                  <a:moveTo>
                    <a:pt x="1802" y="1116"/>
                  </a:moveTo>
                  <a:cubicBezTo>
                    <a:pt x="2089" y="1116"/>
                    <a:pt x="2365" y="1339"/>
                    <a:pt x="2365" y="1676"/>
                  </a:cubicBezTo>
                  <a:cubicBezTo>
                    <a:pt x="2365" y="1984"/>
                    <a:pt x="2115" y="2233"/>
                    <a:pt x="1807" y="2235"/>
                  </a:cubicBezTo>
                  <a:cubicBezTo>
                    <a:pt x="1310" y="2235"/>
                    <a:pt x="1060" y="1633"/>
                    <a:pt x="1411" y="1280"/>
                  </a:cubicBezTo>
                  <a:cubicBezTo>
                    <a:pt x="1525" y="1167"/>
                    <a:pt x="1665" y="1116"/>
                    <a:pt x="1802" y="1116"/>
                  </a:cubicBezTo>
                  <a:close/>
                  <a:moveTo>
                    <a:pt x="1808" y="1"/>
                  </a:moveTo>
                  <a:cubicBezTo>
                    <a:pt x="1372" y="1"/>
                    <a:pt x="943" y="171"/>
                    <a:pt x="622" y="491"/>
                  </a:cubicBezTo>
                  <a:cubicBezTo>
                    <a:pt x="144" y="971"/>
                    <a:pt x="0" y="1691"/>
                    <a:pt x="259" y="2317"/>
                  </a:cubicBezTo>
                  <a:cubicBezTo>
                    <a:pt x="519" y="2943"/>
                    <a:pt x="1129" y="3351"/>
                    <a:pt x="1807" y="3351"/>
                  </a:cubicBezTo>
                  <a:cubicBezTo>
                    <a:pt x="2732" y="3350"/>
                    <a:pt x="3481" y="2601"/>
                    <a:pt x="3483" y="1676"/>
                  </a:cubicBezTo>
                  <a:cubicBezTo>
                    <a:pt x="3483" y="998"/>
                    <a:pt x="3075" y="388"/>
                    <a:pt x="2448" y="128"/>
                  </a:cubicBezTo>
                  <a:cubicBezTo>
                    <a:pt x="2241" y="42"/>
                    <a:pt x="2024" y="1"/>
                    <a:pt x="180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5" name="Google Shape;4555;p54"/>
            <p:cNvSpPr/>
            <p:nvPr/>
          </p:nvSpPr>
          <p:spPr>
            <a:xfrm>
              <a:off x="3772585" y="2007200"/>
              <a:ext cx="26292" cy="22525"/>
            </a:xfrm>
            <a:custGeom>
              <a:rect b="b" l="l" r="r" t="t"/>
              <a:pathLst>
                <a:path extrusionOk="0" h="1118" w="1305">
                  <a:moveTo>
                    <a:pt x="748" y="1"/>
                  </a:moveTo>
                  <a:cubicBezTo>
                    <a:pt x="250" y="1"/>
                    <a:pt x="0" y="603"/>
                    <a:pt x="351" y="954"/>
                  </a:cubicBezTo>
                  <a:cubicBezTo>
                    <a:pt x="458" y="1061"/>
                    <a:pt x="601" y="1118"/>
                    <a:pt x="747" y="1118"/>
                  </a:cubicBezTo>
                  <a:cubicBezTo>
                    <a:pt x="818" y="1118"/>
                    <a:pt x="891" y="1104"/>
                    <a:pt x="960" y="1075"/>
                  </a:cubicBezTo>
                  <a:cubicBezTo>
                    <a:pt x="1169" y="989"/>
                    <a:pt x="1305" y="785"/>
                    <a:pt x="1305" y="560"/>
                  </a:cubicBezTo>
                  <a:cubicBezTo>
                    <a:pt x="1305" y="250"/>
                    <a:pt x="1055" y="1"/>
                    <a:pt x="7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6" name="Google Shape;4556;p54"/>
            <p:cNvSpPr/>
            <p:nvPr/>
          </p:nvSpPr>
          <p:spPr>
            <a:xfrm>
              <a:off x="3682586" y="2029725"/>
              <a:ext cx="26292" cy="22505"/>
            </a:xfrm>
            <a:custGeom>
              <a:rect b="b" l="l" r="r" t="t"/>
              <a:pathLst>
                <a:path extrusionOk="0" h="1117" w="1305">
                  <a:moveTo>
                    <a:pt x="749" y="1"/>
                  </a:moveTo>
                  <a:cubicBezTo>
                    <a:pt x="748" y="1"/>
                    <a:pt x="747" y="1"/>
                    <a:pt x="746" y="1"/>
                  </a:cubicBezTo>
                  <a:cubicBezTo>
                    <a:pt x="248" y="1"/>
                    <a:pt x="0" y="601"/>
                    <a:pt x="351" y="953"/>
                  </a:cubicBezTo>
                  <a:cubicBezTo>
                    <a:pt x="458" y="1060"/>
                    <a:pt x="601" y="1116"/>
                    <a:pt x="746" y="1116"/>
                  </a:cubicBezTo>
                  <a:cubicBezTo>
                    <a:pt x="818" y="1116"/>
                    <a:pt x="890" y="1102"/>
                    <a:pt x="960" y="1074"/>
                  </a:cubicBezTo>
                  <a:cubicBezTo>
                    <a:pt x="1169" y="987"/>
                    <a:pt x="1305" y="784"/>
                    <a:pt x="1305" y="558"/>
                  </a:cubicBezTo>
                  <a:cubicBezTo>
                    <a:pt x="1305" y="251"/>
                    <a:pt x="1055" y="1"/>
                    <a:pt x="7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7" name="Google Shape;4557;p54"/>
            <p:cNvSpPr/>
            <p:nvPr/>
          </p:nvSpPr>
          <p:spPr>
            <a:xfrm>
              <a:off x="3607053" y="1848397"/>
              <a:ext cx="326087" cy="383850"/>
            </a:xfrm>
            <a:custGeom>
              <a:rect b="b" l="l" r="r" t="t"/>
              <a:pathLst>
                <a:path extrusionOk="0" h="19052" w="16185">
                  <a:moveTo>
                    <a:pt x="6692" y="2782"/>
                  </a:moveTo>
                  <a:cubicBezTo>
                    <a:pt x="8847" y="2782"/>
                    <a:pt x="10601" y="4537"/>
                    <a:pt x="10601" y="6692"/>
                  </a:cubicBezTo>
                  <a:lnTo>
                    <a:pt x="10601" y="11233"/>
                  </a:lnTo>
                  <a:cubicBezTo>
                    <a:pt x="10601" y="13390"/>
                    <a:pt x="8847" y="15143"/>
                    <a:pt x="6692" y="15143"/>
                  </a:cubicBezTo>
                  <a:cubicBezTo>
                    <a:pt x="4537" y="15143"/>
                    <a:pt x="2782" y="13390"/>
                    <a:pt x="2782" y="11233"/>
                  </a:cubicBezTo>
                  <a:lnTo>
                    <a:pt x="2782" y="6692"/>
                  </a:lnTo>
                  <a:cubicBezTo>
                    <a:pt x="2782" y="4537"/>
                    <a:pt x="4537" y="2782"/>
                    <a:pt x="6692" y="2782"/>
                  </a:cubicBezTo>
                  <a:close/>
                  <a:moveTo>
                    <a:pt x="6692" y="1"/>
                  </a:moveTo>
                  <a:cubicBezTo>
                    <a:pt x="6387" y="1"/>
                    <a:pt x="6139" y="244"/>
                    <a:pt x="6133" y="549"/>
                  </a:cubicBezTo>
                  <a:lnTo>
                    <a:pt x="6133" y="1697"/>
                  </a:lnTo>
                  <a:cubicBezTo>
                    <a:pt x="5567" y="1760"/>
                    <a:pt x="5017" y="1918"/>
                    <a:pt x="4504" y="2168"/>
                  </a:cubicBezTo>
                  <a:lnTo>
                    <a:pt x="3929" y="1193"/>
                  </a:lnTo>
                  <a:cubicBezTo>
                    <a:pt x="3827" y="1010"/>
                    <a:pt x="3637" y="908"/>
                    <a:pt x="3441" y="908"/>
                  </a:cubicBezTo>
                  <a:cubicBezTo>
                    <a:pt x="3345" y="908"/>
                    <a:pt x="3247" y="933"/>
                    <a:pt x="3157" y="986"/>
                  </a:cubicBezTo>
                  <a:cubicBezTo>
                    <a:pt x="2888" y="1144"/>
                    <a:pt x="2802" y="1495"/>
                    <a:pt x="2968" y="1761"/>
                  </a:cubicBezTo>
                  <a:lnTo>
                    <a:pt x="3559" y="2764"/>
                  </a:lnTo>
                  <a:cubicBezTo>
                    <a:pt x="3117" y="3118"/>
                    <a:pt x="2736" y="3543"/>
                    <a:pt x="2436" y="4024"/>
                  </a:cubicBezTo>
                  <a:lnTo>
                    <a:pt x="1464" y="3475"/>
                  </a:lnTo>
                  <a:cubicBezTo>
                    <a:pt x="1378" y="3427"/>
                    <a:pt x="1284" y="3404"/>
                    <a:pt x="1191" y="3404"/>
                  </a:cubicBezTo>
                  <a:cubicBezTo>
                    <a:pt x="995" y="3404"/>
                    <a:pt x="806" y="3506"/>
                    <a:pt x="703" y="3688"/>
                  </a:cubicBezTo>
                  <a:cubicBezTo>
                    <a:pt x="551" y="3957"/>
                    <a:pt x="647" y="4297"/>
                    <a:pt x="916" y="4448"/>
                  </a:cubicBezTo>
                  <a:lnTo>
                    <a:pt x="1948" y="5031"/>
                  </a:lnTo>
                  <a:cubicBezTo>
                    <a:pt x="1762" y="5565"/>
                    <a:pt x="1666" y="6127"/>
                    <a:pt x="1666" y="6692"/>
                  </a:cubicBezTo>
                  <a:lnTo>
                    <a:pt x="549" y="6692"/>
                  </a:lnTo>
                  <a:cubicBezTo>
                    <a:pt x="245" y="6698"/>
                    <a:pt x="1" y="6946"/>
                    <a:pt x="1" y="7251"/>
                  </a:cubicBezTo>
                  <a:cubicBezTo>
                    <a:pt x="1" y="7554"/>
                    <a:pt x="245" y="7804"/>
                    <a:pt x="549" y="7808"/>
                  </a:cubicBezTo>
                  <a:lnTo>
                    <a:pt x="1666" y="7808"/>
                  </a:lnTo>
                  <a:lnTo>
                    <a:pt x="1666" y="10117"/>
                  </a:lnTo>
                  <a:lnTo>
                    <a:pt x="549" y="10117"/>
                  </a:lnTo>
                  <a:cubicBezTo>
                    <a:pt x="245" y="10122"/>
                    <a:pt x="1" y="10371"/>
                    <a:pt x="1" y="10674"/>
                  </a:cubicBezTo>
                  <a:cubicBezTo>
                    <a:pt x="1" y="10979"/>
                    <a:pt x="245" y="11227"/>
                    <a:pt x="549" y="11233"/>
                  </a:cubicBezTo>
                  <a:lnTo>
                    <a:pt x="1666" y="11233"/>
                  </a:lnTo>
                  <a:cubicBezTo>
                    <a:pt x="1666" y="11800"/>
                    <a:pt x="1762" y="12360"/>
                    <a:pt x="1948" y="12894"/>
                  </a:cubicBezTo>
                  <a:lnTo>
                    <a:pt x="916" y="13477"/>
                  </a:lnTo>
                  <a:cubicBezTo>
                    <a:pt x="648" y="13628"/>
                    <a:pt x="552" y="13968"/>
                    <a:pt x="703" y="14236"/>
                  </a:cubicBezTo>
                  <a:cubicBezTo>
                    <a:pt x="806" y="14418"/>
                    <a:pt x="996" y="14520"/>
                    <a:pt x="1191" y="14520"/>
                  </a:cubicBezTo>
                  <a:cubicBezTo>
                    <a:pt x="1283" y="14520"/>
                    <a:pt x="1377" y="14498"/>
                    <a:pt x="1463" y="14450"/>
                  </a:cubicBezTo>
                  <a:lnTo>
                    <a:pt x="2434" y="13903"/>
                  </a:lnTo>
                  <a:cubicBezTo>
                    <a:pt x="2736" y="14382"/>
                    <a:pt x="3117" y="14807"/>
                    <a:pt x="3559" y="15161"/>
                  </a:cubicBezTo>
                  <a:lnTo>
                    <a:pt x="3080" y="15975"/>
                  </a:lnTo>
                  <a:cubicBezTo>
                    <a:pt x="2923" y="16241"/>
                    <a:pt x="3011" y="16584"/>
                    <a:pt x="3277" y="16741"/>
                  </a:cubicBezTo>
                  <a:cubicBezTo>
                    <a:pt x="3366" y="16793"/>
                    <a:pt x="3463" y="16818"/>
                    <a:pt x="3560" y="16818"/>
                  </a:cubicBezTo>
                  <a:cubicBezTo>
                    <a:pt x="3751" y="16818"/>
                    <a:pt x="3938" y="16720"/>
                    <a:pt x="4042" y="16543"/>
                  </a:cubicBezTo>
                  <a:lnTo>
                    <a:pt x="4504" y="15757"/>
                  </a:lnTo>
                  <a:cubicBezTo>
                    <a:pt x="5030" y="16013"/>
                    <a:pt x="5595" y="16173"/>
                    <a:pt x="6176" y="16232"/>
                  </a:cubicBezTo>
                  <a:cubicBezTo>
                    <a:pt x="6432" y="17829"/>
                    <a:pt x="7817" y="19051"/>
                    <a:pt x="9484" y="19051"/>
                  </a:cubicBezTo>
                  <a:lnTo>
                    <a:pt x="11531" y="19051"/>
                  </a:lnTo>
                  <a:cubicBezTo>
                    <a:pt x="14097" y="19051"/>
                    <a:pt x="16185" y="16963"/>
                    <a:pt x="16185" y="14397"/>
                  </a:cubicBezTo>
                  <a:lnTo>
                    <a:pt x="16185" y="10676"/>
                  </a:lnTo>
                  <a:cubicBezTo>
                    <a:pt x="16185" y="10368"/>
                    <a:pt x="15935" y="10117"/>
                    <a:pt x="15627" y="10117"/>
                  </a:cubicBezTo>
                  <a:cubicBezTo>
                    <a:pt x="15318" y="10117"/>
                    <a:pt x="15069" y="10367"/>
                    <a:pt x="15069" y="10674"/>
                  </a:cubicBezTo>
                  <a:lnTo>
                    <a:pt x="15069" y="14399"/>
                  </a:lnTo>
                  <a:cubicBezTo>
                    <a:pt x="15069" y="16349"/>
                    <a:pt x="13481" y="17935"/>
                    <a:pt x="11531" y="17935"/>
                  </a:cubicBezTo>
                  <a:lnTo>
                    <a:pt x="9484" y="17935"/>
                  </a:lnTo>
                  <a:cubicBezTo>
                    <a:pt x="8451" y="17933"/>
                    <a:pt x="7554" y="17225"/>
                    <a:pt x="7312" y="16222"/>
                  </a:cubicBezTo>
                  <a:cubicBezTo>
                    <a:pt x="7856" y="16155"/>
                    <a:pt x="8385" y="15998"/>
                    <a:pt x="8880" y="15759"/>
                  </a:cubicBezTo>
                  <a:lnTo>
                    <a:pt x="9343" y="16543"/>
                  </a:lnTo>
                  <a:cubicBezTo>
                    <a:pt x="9447" y="16720"/>
                    <a:pt x="9633" y="16818"/>
                    <a:pt x="9825" y="16818"/>
                  </a:cubicBezTo>
                  <a:cubicBezTo>
                    <a:pt x="9921" y="16818"/>
                    <a:pt x="10019" y="16793"/>
                    <a:pt x="10108" y="16741"/>
                  </a:cubicBezTo>
                  <a:cubicBezTo>
                    <a:pt x="10373" y="16584"/>
                    <a:pt x="10461" y="16241"/>
                    <a:pt x="10304" y="15975"/>
                  </a:cubicBezTo>
                  <a:lnTo>
                    <a:pt x="9824" y="15161"/>
                  </a:lnTo>
                  <a:cubicBezTo>
                    <a:pt x="10267" y="14808"/>
                    <a:pt x="10646" y="14382"/>
                    <a:pt x="10948" y="13903"/>
                  </a:cubicBezTo>
                  <a:lnTo>
                    <a:pt x="11920" y="14450"/>
                  </a:lnTo>
                  <a:cubicBezTo>
                    <a:pt x="12005" y="14496"/>
                    <a:pt x="12097" y="14518"/>
                    <a:pt x="12188" y="14518"/>
                  </a:cubicBezTo>
                  <a:cubicBezTo>
                    <a:pt x="12383" y="14518"/>
                    <a:pt x="12572" y="14416"/>
                    <a:pt x="12674" y="14233"/>
                  </a:cubicBezTo>
                  <a:cubicBezTo>
                    <a:pt x="12824" y="13967"/>
                    <a:pt x="12733" y="13631"/>
                    <a:pt x="12468" y="13477"/>
                  </a:cubicBezTo>
                  <a:lnTo>
                    <a:pt x="11435" y="12894"/>
                  </a:lnTo>
                  <a:cubicBezTo>
                    <a:pt x="11622" y="12360"/>
                    <a:pt x="11718" y="11800"/>
                    <a:pt x="11718" y="11233"/>
                  </a:cubicBezTo>
                  <a:lnTo>
                    <a:pt x="12834" y="11233"/>
                  </a:lnTo>
                  <a:cubicBezTo>
                    <a:pt x="13139" y="11227"/>
                    <a:pt x="13383" y="10979"/>
                    <a:pt x="13383" y="10674"/>
                  </a:cubicBezTo>
                  <a:cubicBezTo>
                    <a:pt x="13383" y="10371"/>
                    <a:pt x="13139" y="10122"/>
                    <a:pt x="12834" y="10117"/>
                  </a:cubicBezTo>
                  <a:lnTo>
                    <a:pt x="11718" y="10117"/>
                  </a:lnTo>
                  <a:lnTo>
                    <a:pt x="11718" y="7808"/>
                  </a:lnTo>
                  <a:lnTo>
                    <a:pt x="12834" y="7808"/>
                  </a:lnTo>
                  <a:cubicBezTo>
                    <a:pt x="13139" y="7804"/>
                    <a:pt x="13383" y="7554"/>
                    <a:pt x="13383" y="7251"/>
                  </a:cubicBezTo>
                  <a:cubicBezTo>
                    <a:pt x="13383" y="6946"/>
                    <a:pt x="13139" y="6698"/>
                    <a:pt x="12834" y="6692"/>
                  </a:cubicBezTo>
                  <a:lnTo>
                    <a:pt x="11718" y="6692"/>
                  </a:lnTo>
                  <a:cubicBezTo>
                    <a:pt x="11718" y="6127"/>
                    <a:pt x="11622" y="5565"/>
                    <a:pt x="11435" y="5031"/>
                  </a:cubicBezTo>
                  <a:lnTo>
                    <a:pt x="12468" y="4448"/>
                  </a:lnTo>
                  <a:cubicBezTo>
                    <a:pt x="12733" y="4294"/>
                    <a:pt x="12824" y="3958"/>
                    <a:pt x="12674" y="3692"/>
                  </a:cubicBezTo>
                  <a:cubicBezTo>
                    <a:pt x="12572" y="3510"/>
                    <a:pt x="12382" y="3407"/>
                    <a:pt x="12187" y="3407"/>
                  </a:cubicBezTo>
                  <a:cubicBezTo>
                    <a:pt x="12096" y="3407"/>
                    <a:pt x="12005" y="3429"/>
                    <a:pt x="11920" y="3475"/>
                  </a:cubicBezTo>
                  <a:lnTo>
                    <a:pt x="10948" y="4022"/>
                  </a:lnTo>
                  <a:cubicBezTo>
                    <a:pt x="10646" y="3543"/>
                    <a:pt x="10267" y="3118"/>
                    <a:pt x="9824" y="2764"/>
                  </a:cubicBezTo>
                  <a:lnTo>
                    <a:pt x="10416" y="1761"/>
                  </a:lnTo>
                  <a:cubicBezTo>
                    <a:pt x="10573" y="1495"/>
                    <a:pt x="10485" y="1153"/>
                    <a:pt x="10219" y="996"/>
                  </a:cubicBezTo>
                  <a:cubicBezTo>
                    <a:pt x="10130" y="943"/>
                    <a:pt x="10032" y="918"/>
                    <a:pt x="9935" y="918"/>
                  </a:cubicBezTo>
                  <a:cubicBezTo>
                    <a:pt x="9744" y="918"/>
                    <a:pt x="9558" y="1017"/>
                    <a:pt x="9454" y="1193"/>
                  </a:cubicBezTo>
                  <a:lnTo>
                    <a:pt x="8880" y="2168"/>
                  </a:lnTo>
                  <a:cubicBezTo>
                    <a:pt x="8367" y="1918"/>
                    <a:pt x="7816" y="1760"/>
                    <a:pt x="7251" y="1697"/>
                  </a:cubicBezTo>
                  <a:lnTo>
                    <a:pt x="7251" y="549"/>
                  </a:lnTo>
                  <a:cubicBezTo>
                    <a:pt x="7245" y="244"/>
                    <a:pt x="6997" y="1"/>
                    <a:pt x="669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58" name="Google Shape;4558;p54"/>
          <p:cNvGrpSpPr/>
          <p:nvPr/>
        </p:nvGrpSpPr>
        <p:grpSpPr>
          <a:xfrm>
            <a:off x="7779758" y="1748570"/>
            <a:ext cx="381260" cy="367403"/>
            <a:chOff x="3126576" y="1814328"/>
            <a:chExt cx="398558" cy="384072"/>
          </a:xfrm>
        </p:grpSpPr>
        <p:sp>
          <p:nvSpPr>
            <p:cNvPr id="4559" name="Google Shape;4559;p54"/>
            <p:cNvSpPr/>
            <p:nvPr/>
          </p:nvSpPr>
          <p:spPr>
            <a:xfrm>
              <a:off x="3269563" y="1950122"/>
              <a:ext cx="112504" cy="112483"/>
            </a:xfrm>
            <a:custGeom>
              <a:rect b="b" l="l" r="r" t="t"/>
              <a:pathLst>
                <a:path extrusionOk="0" h="5583" w="5584">
                  <a:moveTo>
                    <a:pt x="2792" y="1116"/>
                  </a:moveTo>
                  <a:cubicBezTo>
                    <a:pt x="3008" y="1116"/>
                    <a:pt x="3225" y="1158"/>
                    <a:pt x="3433" y="1244"/>
                  </a:cubicBezTo>
                  <a:cubicBezTo>
                    <a:pt x="4059" y="1502"/>
                    <a:pt x="4467" y="2113"/>
                    <a:pt x="4467" y="2790"/>
                  </a:cubicBezTo>
                  <a:cubicBezTo>
                    <a:pt x="4466" y="3716"/>
                    <a:pt x="3717" y="4464"/>
                    <a:pt x="2792" y="4466"/>
                  </a:cubicBezTo>
                  <a:cubicBezTo>
                    <a:pt x="2115" y="4466"/>
                    <a:pt x="1504" y="4058"/>
                    <a:pt x="1245" y="3432"/>
                  </a:cubicBezTo>
                  <a:cubicBezTo>
                    <a:pt x="986" y="2805"/>
                    <a:pt x="1128" y="2085"/>
                    <a:pt x="1608" y="1607"/>
                  </a:cubicBezTo>
                  <a:cubicBezTo>
                    <a:pt x="1929" y="1286"/>
                    <a:pt x="2357" y="1116"/>
                    <a:pt x="2792" y="1116"/>
                  </a:cubicBezTo>
                  <a:close/>
                  <a:moveTo>
                    <a:pt x="2792" y="0"/>
                  </a:moveTo>
                  <a:cubicBezTo>
                    <a:pt x="1253" y="0"/>
                    <a:pt x="0" y="1251"/>
                    <a:pt x="0" y="2790"/>
                  </a:cubicBezTo>
                  <a:cubicBezTo>
                    <a:pt x="0" y="4330"/>
                    <a:pt x="1253" y="5582"/>
                    <a:pt x="2792" y="5582"/>
                  </a:cubicBezTo>
                  <a:cubicBezTo>
                    <a:pt x="4331" y="5582"/>
                    <a:pt x="5584" y="4331"/>
                    <a:pt x="5584" y="2790"/>
                  </a:cubicBezTo>
                  <a:cubicBezTo>
                    <a:pt x="5584" y="1251"/>
                    <a:pt x="4333" y="0"/>
                    <a:pt x="279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0" name="Google Shape;4560;p54"/>
            <p:cNvSpPr/>
            <p:nvPr/>
          </p:nvSpPr>
          <p:spPr>
            <a:xfrm>
              <a:off x="3126576" y="1814328"/>
              <a:ext cx="398558" cy="384072"/>
            </a:xfrm>
            <a:custGeom>
              <a:rect b="b" l="l" r="r" t="t"/>
              <a:pathLst>
                <a:path extrusionOk="0" h="19063" w="19782">
                  <a:moveTo>
                    <a:pt x="9891" y="1125"/>
                  </a:moveTo>
                  <a:cubicBezTo>
                    <a:pt x="10787" y="1125"/>
                    <a:pt x="11687" y="1820"/>
                    <a:pt x="12443" y="3236"/>
                  </a:cubicBezTo>
                  <a:cubicBezTo>
                    <a:pt x="11615" y="3390"/>
                    <a:pt x="10754" y="3639"/>
                    <a:pt x="9889" y="3974"/>
                  </a:cubicBezTo>
                  <a:cubicBezTo>
                    <a:pt x="9022" y="3639"/>
                    <a:pt x="8161" y="3390"/>
                    <a:pt x="7335" y="3236"/>
                  </a:cubicBezTo>
                  <a:cubicBezTo>
                    <a:pt x="8082" y="1837"/>
                    <a:pt x="8985" y="1125"/>
                    <a:pt x="9891" y="1125"/>
                  </a:cubicBezTo>
                  <a:close/>
                  <a:moveTo>
                    <a:pt x="6859" y="4286"/>
                  </a:moveTo>
                  <a:cubicBezTo>
                    <a:pt x="7375" y="4370"/>
                    <a:pt x="7885" y="4488"/>
                    <a:pt x="8385" y="4637"/>
                  </a:cubicBezTo>
                  <a:cubicBezTo>
                    <a:pt x="7701" y="4978"/>
                    <a:pt x="7039" y="5361"/>
                    <a:pt x="6401" y="5784"/>
                  </a:cubicBezTo>
                  <a:cubicBezTo>
                    <a:pt x="6520" y="5274"/>
                    <a:pt x="6674" y="4775"/>
                    <a:pt x="6859" y="4286"/>
                  </a:cubicBezTo>
                  <a:close/>
                  <a:moveTo>
                    <a:pt x="12918" y="4286"/>
                  </a:moveTo>
                  <a:cubicBezTo>
                    <a:pt x="13104" y="4775"/>
                    <a:pt x="13256" y="5274"/>
                    <a:pt x="13377" y="5784"/>
                  </a:cubicBezTo>
                  <a:cubicBezTo>
                    <a:pt x="12739" y="5361"/>
                    <a:pt x="12075" y="4978"/>
                    <a:pt x="11392" y="4637"/>
                  </a:cubicBezTo>
                  <a:cubicBezTo>
                    <a:pt x="11893" y="4488"/>
                    <a:pt x="12403" y="4370"/>
                    <a:pt x="12918" y="4286"/>
                  </a:cubicBezTo>
                  <a:close/>
                  <a:moveTo>
                    <a:pt x="5451" y="4167"/>
                  </a:moveTo>
                  <a:cubicBezTo>
                    <a:pt x="5535" y="4167"/>
                    <a:pt x="5621" y="4168"/>
                    <a:pt x="5709" y="4171"/>
                  </a:cubicBezTo>
                  <a:cubicBezTo>
                    <a:pt x="5432" y="4954"/>
                    <a:pt x="5216" y="5823"/>
                    <a:pt x="5072" y="6754"/>
                  </a:cubicBezTo>
                  <a:cubicBezTo>
                    <a:pt x="4349" y="7336"/>
                    <a:pt x="3705" y="7957"/>
                    <a:pt x="3158" y="8595"/>
                  </a:cubicBezTo>
                  <a:cubicBezTo>
                    <a:pt x="1553" y="6021"/>
                    <a:pt x="2399" y="4167"/>
                    <a:pt x="5451" y="4167"/>
                  </a:cubicBezTo>
                  <a:close/>
                  <a:moveTo>
                    <a:pt x="14326" y="4167"/>
                  </a:moveTo>
                  <a:cubicBezTo>
                    <a:pt x="17312" y="4167"/>
                    <a:pt x="18258" y="5964"/>
                    <a:pt x="16620" y="8595"/>
                  </a:cubicBezTo>
                  <a:cubicBezTo>
                    <a:pt x="16073" y="7955"/>
                    <a:pt x="15427" y="7336"/>
                    <a:pt x="14706" y="6754"/>
                  </a:cubicBezTo>
                  <a:cubicBezTo>
                    <a:pt x="14561" y="5823"/>
                    <a:pt x="14345" y="4953"/>
                    <a:pt x="14069" y="4171"/>
                  </a:cubicBezTo>
                  <a:cubicBezTo>
                    <a:pt x="14156" y="4168"/>
                    <a:pt x="14242" y="4167"/>
                    <a:pt x="14326" y="4167"/>
                  </a:cubicBezTo>
                  <a:close/>
                  <a:moveTo>
                    <a:pt x="14880" y="8386"/>
                  </a:moveTo>
                  <a:lnTo>
                    <a:pt x="14880" y="8386"/>
                  </a:lnTo>
                  <a:cubicBezTo>
                    <a:pt x="15260" y="8744"/>
                    <a:pt x="15617" y="9127"/>
                    <a:pt x="15948" y="9532"/>
                  </a:cubicBezTo>
                  <a:cubicBezTo>
                    <a:pt x="15617" y="9935"/>
                    <a:pt x="15260" y="10318"/>
                    <a:pt x="14880" y="10677"/>
                  </a:cubicBezTo>
                  <a:cubicBezTo>
                    <a:pt x="14925" y="9914"/>
                    <a:pt x="14925" y="9149"/>
                    <a:pt x="14880" y="8386"/>
                  </a:cubicBezTo>
                  <a:close/>
                  <a:moveTo>
                    <a:pt x="4897" y="8386"/>
                  </a:moveTo>
                  <a:lnTo>
                    <a:pt x="4897" y="8386"/>
                  </a:lnTo>
                  <a:cubicBezTo>
                    <a:pt x="4851" y="9149"/>
                    <a:pt x="4851" y="9914"/>
                    <a:pt x="4897" y="10677"/>
                  </a:cubicBezTo>
                  <a:cubicBezTo>
                    <a:pt x="4518" y="10318"/>
                    <a:pt x="4160" y="9935"/>
                    <a:pt x="3830" y="9532"/>
                  </a:cubicBezTo>
                  <a:cubicBezTo>
                    <a:pt x="4160" y="9127"/>
                    <a:pt x="4518" y="8744"/>
                    <a:pt x="4897" y="8386"/>
                  </a:cubicBezTo>
                  <a:close/>
                  <a:moveTo>
                    <a:pt x="9889" y="5177"/>
                  </a:moveTo>
                  <a:cubicBezTo>
                    <a:pt x="11232" y="5742"/>
                    <a:pt x="12500" y="6473"/>
                    <a:pt x="13662" y="7354"/>
                  </a:cubicBezTo>
                  <a:cubicBezTo>
                    <a:pt x="13843" y="8800"/>
                    <a:pt x="13843" y="10263"/>
                    <a:pt x="13662" y="11709"/>
                  </a:cubicBezTo>
                  <a:cubicBezTo>
                    <a:pt x="12500" y="12590"/>
                    <a:pt x="11232" y="13320"/>
                    <a:pt x="9889" y="13887"/>
                  </a:cubicBezTo>
                  <a:cubicBezTo>
                    <a:pt x="8545" y="13320"/>
                    <a:pt x="7278" y="12590"/>
                    <a:pt x="6115" y="11709"/>
                  </a:cubicBezTo>
                  <a:cubicBezTo>
                    <a:pt x="5933" y="10263"/>
                    <a:pt x="5933" y="8800"/>
                    <a:pt x="6115" y="7354"/>
                  </a:cubicBezTo>
                  <a:cubicBezTo>
                    <a:pt x="7278" y="6474"/>
                    <a:pt x="8545" y="5742"/>
                    <a:pt x="9889" y="5177"/>
                  </a:cubicBezTo>
                  <a:close/>
                  <a:moveTo>
                    <a:pt x="6401" y="13280"/>
                  </a:moveTo>
                  <a:lnTo>
                    <a:pt x="6401" y="13280"/>
                  </a:lnTo>
                  <a:cubicBezTo>
                    <a:pt x="7039" y="13702"/>
                    <a:pt x="7701" y="14084"/>
                    <a:pt x="8385" y="14425"/>
                  </a:cubicBezTo>
                  <a:cubicBezTo>
                    <a:pt x="7885" y="14576"/>
                    <a:pt x="7375" y="14692"/>
                    <a:pt x="6859" y="14778"/>
                  </a:cubicBezTo>
                  <a:cubicBezTo>
                    <a:pt x="6674" y="14289"/>
                    <a:pt x="6520" y="13788"/>
                    <a:pt x="6401" y="13280"/>
                  </a:cubicBezTo>
                  <a:close/>
                  <a:moveTo>
                    <a:pt x="13377" y="13280"/>
                  </a:moveTo>
                  <a:cubicBezTo>
                    <a:pt x="13256" y="13788"/>
                    <a:pt x="13104" y="14289"/>
                    <a:pt x="12918" y="14778"/>
                  </a:cubicBezTo>
                  <a:cubicBezTo>
                    <a:pt x="12403" y="14692"/>
                    <a:pt x="11893" y="14576"/>
                    <a:pt x="11392" y="14425"/>
                  </a:cubicBezTo>
                  <a:cubicBezTo>
                    <a:pt x="12075" y="14084"/>
                    <a:pt x="12739" y="13702"/>
                    <a:pt x="13377" y="13280"/>
                  </a:cubicBezTo>
                  <a:close/>
                  <a:moveTo>
                    <a:pt x="16620" y="10467"/>
                  </a:moveTo>
                  <a:lnTo>
                    <a:pt x="16620" y="10467"/>
                  </a:lnTo>
                  <a:cubicBezTo>
                    <a:pt x="18256" y="13094"/>
                    <a:pt x="17316" y="14894"/>
                    <a:pt x="14326" y="14894"/>
                  </a:cubicBezTo>
                  <a:cubicBezTo>
                    <a:pt x="14242" y="14894"/>
                    <a:pt x="14156" y="14893"/>
                    <a:pt x="14069" y="14890"/>
                  </a:cubicBezTo>
                  <a:cubicBezTo>
                    <a:pt x="14345" y="14108"/>
                    <a:pt x="14561" y="13240"/>
                    <a:pt x="14706" y="12309"/>
                  </a:cubicBezTo>
                  <a:cubicBezTo>
                    <a:pt x="15427" y="11726"/>
                    <a:pt x="16073" y="11106"/>
                    <a:pt x="16620" y="10467"/>
                  </a:cubicBezTo>
                  <a:close/>
                  <a:moveTo>
                    <a:pt x="3158" y="10467"/>
                  </a:moveTo>
                  <a:lnTo>
                    <a:pt x="3158" y="10467"/>
                  </a:lnTo>
                  <a:cubicBezTo>
                    <a:pt x="3705" y="11106"/>
                    <a:pt x="4349" y="11726"/>
                    <a:pt x="5071" y="12309"/>
                  </a:cubicBezTo>
                  <a:cubicBezTo>
                    <a:pt x="5216" y="13240"/>
                    <a:pt x="5432" y="14108"/>
                    <a:pt x="5709" y="14890"/>
                  </a:cubicBezTo>
                  <a:cubicBezTo>
                    <a:pt x="5621" y="14893"/>
                    <a:pt x="5536" y="14894"/>
                    <a:pt x="5452" y="14894"/>
                  </a:cubicBezTo>
                  <a:cubicBezTo>
                    <a:pt x="2471" y="14894"/>
                    <a:pt x="1515" y="13104"/>
                    <a:pt x="3158" y="10467"/>
                  </a:cubicBezTo>
                  <a:close/>
                  <a:moveTo>
                    <a:pt x="9889" y="15088"/>
                  </a:moveTo>
                  <a:cubicBezTo>
                    <a:pt x="10754" y="15423"/>
                    <a:pt x="11615" y="15673"/>
                    <a:pt x="12443" y="15827"/>
                  </a:cubicBezTo>
                  <a:cubicBezTo>
                    <a:pt x="11696" y="17225"/>
                    <a:pt x="10793" y="17937"/>
                    <a:pt x="9887" y="17937"/>
                  </a:cubicBezTo>
                  <a:cubicBezTo>
                    <a:pt x="8991" y="17937"/>
                    <a:pt x="8091" y="17242"/>
                    <a:pt x="7335" y="15827"/>
                  </a:cubicBezTo>
                  <a:cubicBezTo>
                    <a:pt x="8161" y="15673"/>
                    <a:pt x="9022" y="15423"/>
                    <a:pt x="9889" y="15088"/>
                  </a:cubicBezTo>
                  <a:close/>
                  <a:moveTo>
                    <a:pt x="9889" y="0"/>
                  </a:moveTo>
                  <a:cubicBezTo>
                    <a:pt x="8518" y="0"/>
                    <a:pt x="7147" y="1027"/>
                    <a:pt x="6160" y="3079"/>
                  </a:cubicBezTo>
                  <a:cubicBezTo>
                    <a:pt x="5920" y="3060"/>
                    <a:pt x="5689" y="3051"/>
                    <a:pt x="5465" y="3051"/>
                  </a:cubicBezTo>
                  <a:cubicBezTo>
                    <a:pt x="1439" y="3051"/>
                    <a:pt x="1" y="5980"/>
                    <a:pt x="2437" y="9530"/>
                  </a:cubicBezTo>
                  <a:cubicBezTo>
                    <a:pt x="12" y="13067"/>
                    <a:pt x="1427" y="16011"/>
                    <a:pt x="5464" y="16011"/>
                  </a:cubicBezTo>
                  <a:cubicBezTo>
                    <a:pt x="5688" y="16011"/>
                    <a:pt x="5920" y="16002"/>
                    <a:pt x="6160" y="15984"/>
                  </a:cubicBezTo>
                  <a:cubicBezTo>
                    <a:pt x="7146" y="18036"/>
                    <a:pt x="8517" y="19062"/>
                    <a:pt x="9888" y="19062"/>
                  </a:cubicBezTo>
                  <a:cubicBezTo>
                    <a:pt x="11260" y="19062"/>
                    <a:pt x="12631" y="18036"/>
                    <a:pt x="13618" y="15984"/>
                  </a:cubicBezTo>
                  <a:cubicBezTo>
                    <a:pt x="13857" y="16002"/>
                    <a:pt x="14089" y="16011"/>
                    <a:pt x="14313" y="16011"/>
                  </a:cubicBezTo>
                  <a:cubicBezTo>
                    <a:pt x="18331" y="16011"/>
                    <a:pt x="19781" y="13088"/>
                    <a:pt x="17342" y="9530"/>
                  </a:cubicBezTo>
                  <a:cubicBezTo>
                    <a:pt x="19770" y="5991"/>
                    <a:pt x="18346" y="3051"/>
                    <a:pt x="14314" y="3051"/>
                  </a:cubicBezTo>
                  <a:cubicBezTo>
                    <a:pt x="14090" y="3051"/>
                    <a:pt x="13858" y="3060"/>
                    <a:pt x="13618" y="3079"/>
                  </a:cubicBezTo>
                  <a:cubicBezTo>
                    <a:pt x="12631" y="1026"/>
                    <a:pt x="11260" y="0"/>
                    <a:pt x="988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61" name="Google Shape;4561;p54"/>
          <p:cNvGrpSpPr/>
          <p:nvPr/>
        </p:nvGrpSpPr>
        <p:grpSpPr>
          <a:xfrm>
            <a:off x="7830456" y="2324746"/>
            <a:ext cx="279865" cy="367403"/>
            <a:chOff x="2721672" y="1830909"/>
            <a:chExt cx="292562" cy="384072"/>
          </a:xfrm>
        </p:grpSpPr>
        <p:sp>
          <p:nvSpPr>
            <p:cNvPr id="4562" name="Google Shape;4562;p54"/>
            <p:cNvSpPr/>
            <p:nvPr/>
          </p:nvSpPr>
          <p:spPr>
            <a:xfrm>
              <a:off x="2721672" y="1830909"/>
              <a:ext cx="292562" cy="384072"/>
            </a:xfrm>
            <a:custGeom>
              <a:rect b="b" l="l" r="r" t="t"/>
              <a:pathLst>
                <a:path extrusionOk="0" h="19063" w="14521">
                  <a:moveTo>
                    <a:pt x="12288" y="1118"/>
                  </a:moveTo>
                  <a:lnTo>
                    <a:pt x="12288" y="3353"/>
                  </a:lnTo>
                  <a:lnTo>
                    <a:pt x="2234" y="3353"/>
                  </a:lnTo>
                  <a:lnTo>
                    <a:pt x="2234" y="1118"/>
                  </a:lnTo>
                  <a:close/>
                  <a:moveTo>
                    <a:pt x="11170" y="4469"/>
                  </a:moveTo>
                  <a:lnTo>
                    <a:pt x="11170" y="5585"/>
                  </a:lnTo>
                  <a:lnTo>
                    <a:pt x="3352" y="5585"/>
                  </a:lnTo>
                  <a:lnTo>
                    <a:pt x="3352" y="4469"/>
                  </a:lnTo>
                  <a:close/>
                  <a:moveTo>
                    <a:pt x="12473" y="6703"/>
                  </a:moveTo>
                  <a:cubicBezTo>
                    <a:pt x="12987" y="6703"/>
                    <a:pt x="13403" y="7120"/>
                    <a:pt x="13404" y="7634"/>
                  </a:cubicBezTo>
                  <a:lnTo>
                    <a:pt x="13404" y="17015"/>
                  </a:lnTo>
                  <a:cubicBezTo>
                    <a:pt x="13404" y="17529"/>
                    <a:pt x="12987" y="17946"/>
                    <a:pt x="12473" y="17946"/>
                  </a:cubicBezTo>
                  <a:lnTo>
                    <a:pt x="2049" y="17946"/>
                  </a:lnTo>
                  <a:cubicBezTo>
                    <a:pt x="1535" y="17946"/>
                    <a:pt x="1120" y="17529"/>
                    <a:pt x="1118" y="17015"/>
                  </a:cubicBezTo>
                  <a:lnTo>
                    <a:pt x="1118" y="7634"/>
                  </a:lnTo>
                  <a:cubicBezTo>
                    <a:pt x="1120" y="7120"/>
                    <a:pt x="1535" y="6703"/>
                    <a:pt x="2049" y="6703"/>
                  </a:cubicBezTo>
                  <a:close/>
                  <a:moveTo>
                    <a:pt x="1677" y="0"/>
                  </a:moveTo>
                  <a:cubicBezTo>
                    <a:pt x="1368" y="0"/>
                    <a:pt x="1118" y="252"/>
                    <a:pt x="1118" y="559"/>
                  </a:cubicBezTo>
                  <a:lnTo>
                    <a:pt x="1118" y="3910"/>
                  </a:lnTo>
                  <a:cubicBezTo>
                    <a:pt x="1118" y="4219"/>
                    <a:pt x="1368" y="4469"/>
                    <a:pt x="1677" y="4469"/>
                  </a:cubicBezTo>
                  <a:lnTo>
                    <a:pt x="2234" y="4469"/>
                  </a:lnTo>
                  <a:lnTo>
                    <a:pt x="2234" y="5585"/>
                  </a:lnTo>
                  <a:lnTo>
                    <a:pt x="2048" y="5585"/>
                  </a:lnTo>
                  <a:cubicBezTo>
                    <a:pt x="918" y="5587"/>
                    <a:pt x="2" y="6503"/>
                    <a:pt x="0" y="7633"/>
                  </a:cubicBezTo>
                  <a:lnTo>
                    <a:pt x="0" y="17015"/>
                  </a:lnTo>
                  <a:cubicBezTo>
                    <a:pt x="2" y="18145"/>
                    <a:pt x="918" y="19061"/>
                    <a:pt x="2048" y="19063"/>
                  </a:cubicBezTo>
                  <a:lnTo>
                    <a:pt x="12473" y="19063"/>
                  </a:lnTo>
                  <a:cubicBezTo>
                    <a:pt x="13603" y="19061"/>
                    <a:pt x="14519" y="18145"/>
                    <a:pt x="14521" y="17015"/>
                  </a:cubicBezTo>
                  <a:lnTo>
                    <a:pt x="14521" y="7634"/>
                  </a:lnTo>
                  <a:cubicBezTo>
                    <a:pt x="14519" y="6503"/>
                    <a:pt x="13603" y="5587"/>
                    <a:pt x="12473" y="5585"/>
                  </a:cubicBezTo>
                  <a:lnTo>
                    <a:pt x="12286" y="5585"/>
                  </a:lnTo>
                  <a:lnTo>
                    <a:pt x="12286" y="4469"/>
                  </a:lnTo>
                  <a:lnTo>
                    <a:pt x="12845" y="4469"/>
                  </a:lnTo>
                  <a:cubicBezTo>
                    <a:pt x="13153" y="4469"/>
                    <a:pt x="13404" y="4219"/>
                    <a:pt x="13404" y="3910"/>
                  </a:cubicBezTo>
                  <a:lnTo>
                    <a:pt x="13404" y="559"/>
                  </a:lnTo>
                  <a:cubicBezTo>
                    <a:pt x="13404" y="252"/>
                    <a:pt x="13153" y="0"/>
                    <a:pt x="1284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3" name="Google Shape;4563;p54"/>
            <p:cNvSpPr/>
            <p:nvPr/>
          </p:nvSpPr>
          <p:spPr>
            <a:xfrm>
              <a:off x="2789206" y="1988443"/>
              <a:ext cx="157594" cy="180058"/>
            </a:xfrm>
            <a:custGeom>
              <a:rect b="b" l="l" r="r" t="t"/>
              <a:pathLst>
                <a:path extrusionOk="0" h="8937" w="7822">
                  <a:moveTo>
                    <a:pt x="3911" y="1117"/>
                  </a:moveTo>
                  <a:cubicBezTo>
                    <a:pt x="5454" y="1117"/>
                    <a:pt x="6703" y="2367"/>
                    <a:pt x="6703" y="3910"/>
                  </a:cubicBezTo>
                  <a:lnTo>
                    <a:pt x="6702" y="5027"/>
                  </a:lnTo>
                  <a:cubicBezTo>
                    <a:pt x="6702" y="5335"/>
                    <a:pt x="6451" y="5584"/>
                    <a:pt x="6143" y="5584"/>
                  </a:cubicBezTo>
                  <a:cubicBezTo>
                    <a:pt x="5835" y="5584"/>
                    <a:pt x="5584" y="5835"/>
                    <a:pt x="5585" y="6143"/>
                  </a:cubicBezTo>
                  <a:lnTo>
                    <a:pt x="5585" y="7259"/>
                  </a:lnTo>
                  <a:cubicBezTo>
                    <a:pt x="5584" y="7569"/>
                    <a:pt x="5334" y="7818"/>
                    <a:pt x="5026" y="7818"/>
                  </a:cubicBezTo>
                  <a:lnTo>
                    <a:pt x="2792" y="7818"/>
                  </a:lnTo>
                  <a:cubicBezTo>
                    <a:pt x="2484" y="7818"/>
                    <a:pt x="2235" y="7569"/>
                    <a:pt x="2233" y="7259"/>
                  </a:cubicBezTo>
                  <a:lnTo>
                    <a:pt x="2233" y="6145"/>
                  </a:lnTo>
                  <a:cubicBezTo>
                    <a:pt x="2235" y="5835"/>
                    <a:pt x="1984" y="5586"/>
                    <a:pt x="1676" y="5586"/>
                  </a:cubicBezTo>
                  <a:cubicBezTo>
                    <a:pt x="1368" y="5586"/>
                    <a:pt x="1117" y="5335"/>
                    <a:pt x="1117" y="5027"/>
                  </a:cubicBezTo>
                  <a:lnTo>
                    <a:pt x="1117" y="3952"/>
                  </a:lnTo>
                  <a:cubicBezTo>
                    <a:pt x="1117" y="2395"/>
                    <a:pt x="2369" y="1117"/>
                    <a:pt x="3908" y="1117"/>
                  </a:cubicBezTo>
                  <a:cubicBezTo>
                    <a:pt x="3909" y="1117"/>
                    <a:pt x="3910" y="1117"/>
                    <a:pt x="3911" y="1117"/>
                  </a:cubicBezTo>
                  <a:close/>
                  <a:moveTo>
                    <a:pt x="3913" y="1"/>
                  </a:moveTo>
                  <a:cubicBezTo>
                    <a:pt x="3902" y="1"/>
                    <a:pt x="3891" y="1"/>
                    <a:pt x="3880" y="1"/>
                  </a:cubicBezTo>
                  <a:cubicBezTo>
                    <a:pt x="1740" y="17"/>
                    <a:pt x="0" y="1790"/>
                    <a:pt x="0" y="3952"/>
                  </a:cubicBezTo>
                  <a:lnTo>
                    <a:pt x="0" y="5027"/>
                  </a:lnTo>
                  <a:cubicBezTo>
                    <a:pt x="0" y="5737"/>
                    <a:pt x="449" y="6369"/>
                    <a:pt x="1117" y="6606"/>
                  </a:cubicBezTo>
                  <a:lnTo>
                    <a:pt x="1117" y="7261"/>
                  </a:lnTo>
                  <a:cubicBezTo>
                    <a:pt x="1118" y="8185"/>
                    <a:pt x="1867" y="8935"/>
                    <a:pt x="2792" y="8936"/>
                  </a:cubicBezTo>
                  <a:lnTo>
                    <a:pt x="5026" y="8936"/>
                  </a:lnTo>
                  <a:cubicBezTo>
                    <a:pt x="5951" y="8935"/>
                    <a:pt x="6702" y="8186"/>
                    <a:pt x="6703" y="7261"/>
                  </a:cubicBezTo>
                  <a:lnTo>
                    <a:pt x="6703" y="6606"/>
                  </a:lnTo>
                  <a:cubicBezTo>
                    <a:pt x="7371" y="6369"/>
                    <a:pt x="7818" y="5737"/>
                    <a:pt x="7820" y="5027"/>
                  </a:cubicBezTo>
                  <a:lnTo>
                    <a:pt x="7820" y="3910"/>
                  </a:lnTo>
                  <a:cubicBezTo>
                    <a:pt x="7821" y="1750"/>
                    <a:pt x="6069" y="1"/>
                    <a:pt x="391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4" name="Google Shape;4564;p54"/>
            <p:cNvSpPr/>
            <p:nvPr/>
          </p:nvSpPr>
          <p:spPr>
            <a:xfrm>
              <a:off x="2830387" y="2055957"/>
              <a:ext cx="26353" cy="22525"/>
            </a:xfrm>
            <a:custGeom>
              <a:rect b="b" l="l" r="r" t="t"/>
              <a:pathLst>
                <a:path extrusionOk="0" h="1118" w="1308">
                  <a:moveTo>
                    <a:pt x="748" y="0"/>
                  </a:moveTo>
                  <a:cubicBezTo>
                    <a:pt x="250" y="0"/>
                    <a:pt x="1" y="603"/>
                    <a:pt x="354" y="954"/>
                  </a:cubicBezTo>
                  <a:cubicBezTo>
                    <a:pt x="460" y="1061"/>
                    <a:pt x="603" y="1118"/>
                    <a:pt x="749" y="1118"/>
                  </a:cubicBezTo>
                  <a:cubicBezTo>
                    <a:pt x="821" y="1118"/>
                    <a:pt x="893" y="1104"/>
                    <a:pt x="962" y="1075"/>
                  </a:cubicBezTo>
                  <a:cubicBezTo>
                    <a:pt x="1171" y="988"/>
                    <a:pt x="1307" y="785"/>
                    <a:pt x="1307" y="559"/>
                  </a:cubicBezTo>
                  <a:cubicBezTo>
                    <a:pt x="1307" y="250"/>
                    <a:pt x="1056" y="0"/>
                    <a:pt x="74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5" name="Google Shape;4565;p54"/>
            <p:cNvSpPr/>
            <p:nvPr/>
          </p:nvSpPr>
          <p:spPr>
            <a:xfrm>
              <a:off x="2875417" y="2055957"/>
              <a:ext cx="26333" cy="22525"/>
            </a:xfrm>
            <a:custGeom>
              <a:rect b="b" l="l" r="r" t="t"/>
              <a:pathLst>
                <a:path extrusionOk="0" h="1118" w="1307">
                  <a:moveTo>
                    <a:pt x="747" y="0"/>
                  </a:moveTo>
                  <a:cubicBezTo>
                    <a:pt x="250" y="0"/>
                    <a:pt x="0" y="601"/>
                    <a:pt x="351" y="954"/>
                  </a:cubicBezTo>
                  <a:cubicBezTo>
                    <a:pt x="458" y="1061"/>
                    <a:pt x="601" y="1118"/>
                    <a:pt x="747" y="1118"/>
                  </a:cubicBezTo>
                  <a:cubicBezTo>
                    <a:pt x="819" y="1118"/>
                    <a:pt x="892" y="1104"/>
                    <a:pt x="961" y="1075"/>
                  </a:cubicBezTo>
                  <a:cubicBezTo>
                    <a:pt x="1169" y="988"/>
                    <a:pt x="1305" y="785"/>
                    <a:pt x="1306" y="559"/>
                  </a:cubicBezTo>
                  <a:cubicBezTo>
                    <a:pt x="1305" y="250"/>
                    <a:pt x="1055" y="0"/>
                    <a:pt x="7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6" name="Google Shape;4566;p54"/>
            <p:cNvSpPr/>
            <p:nvPr/>
          </p:nvSpPr>
          <p:spPr>
            <a:xfrm>
              <a:off x="2852912" y="2100967"/>
              <a:ext cx="26313" cy="22505"/>
            </a:xfrm>
            <a:custGeom>
              <a:rect b="b" l="l" r="r" t="t"/>
              <a:pathLst>
                <a:path extrusionOk="0" h="1117" w="1306">
                  <a:moveTo>
                    <a:pt x="746" y="1"/>
                  </a:moveTo>
                  <a:cubicBezTo>
                    <a:pt x="250" y="1"/>
                    <a:pt x="1" y="601"/>
                    <a:pt x="352" y="954"/>
                  </a:cubicBezTo>
                  <a:cubicBezTo>
                    <a:pt x="459" y="1060"/>
                    <a:pt x="603" y="1117"/>
                    <a:pt x="748" y="1117"/>
                  </a:cubicBezTo>
                  <a:cubicBezTo>
                    <a:pt x="820" y="1117"/>
                    <a:pt x="892" y="1103"/>
                    <a:pt x="960" y="1075"/>
                  </a:cubicBezTo>
                  <a:cubicBezTo>
                    <a:pt x="1169" y="988"/>
                    <a:pt x="1305" y="785"/>
                    <a:pt x="1305" y="560"/>
                  </a:cubicBezTo>
                  <a:cubicBezTo>
                    <a:pt x="1305" y="250"/>
                    <a:pt x="1056" y="1"/>
                    <a:pt x="7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67" name="Google Shape;4567;p54"/>
          <p:cNvGrpSpPr/>
          <p:nvPr/>
        </p:nvGrpSpPr>
        <p:grpSpPr>
          <a:xfrm>
            <a:off x="7063512" y="2324766"/>
            <a:ext cx="279865" cy="367365"/>
            <a:chOff x="2345498" y="1877229"/>
            <a:chExt cx="292562" cy="384031"/>
          </a:xfrm>
        </p:grpSpPr>
        <p:sp>
          <p:nvSpPr>
            <p:cNvPr id="4568" name="Google Shape;4568;p54"/>
            <p:cNvSpPr/>
            <p:nvPr/>
          </p:nvSpPr>
          <p:spPr>
            <a:xfrm>
              <a:off x="2345498" y="1877229"/>
              <a:ext cx="292562" cy="384031"/>
            </a:xfrm>
            <a:custGeom>
              <a:rect b="b" l="l" r="r" t="t"/>
              <a:pathLst>
                <a:path extrusionOk="0" h="19061" w="14521">
                  <a:moveTo>
                    <a:pt x="12846" y="1116"/>
                  </a:moveTo>
                  <a:cubicBezTo>
                    <a:pt x="13153" y="1118"/>
                    <a:pt x="13403" y="1367"/>
                    <a:pt x="13403" y="1675"/>
                  </a:cubicBezTo>
                  <a:lnTo>
                    <a:pt x="13403" y="7855"/>
                  </a:lnTo>
                  <a:lnTo>
                    <a:pt x="1118" y="7855"/>
                  </a:lnTo>
                  <a:lnTo>
                    <a:pt x="1118" y="1675"/>
                  </a:lnTo>
                  <a:cubicBezTo>
                    <a:pt x="1118" y="1367"/>
                    <a:pt x="1368" y="1118"/>
                    <a:pt x="1676" y="1116"/>
                  </a:cubicBezTo>
                  <a:close/>
                  <a:moveTo>
                    <a:pt x="3351" y="8973"/>
                  </a:moveTo>
                  <a:lnTo>
                    <a:pt x="3351" y="11207"/>
                  </a:lnTo>
                  <a:lnTo>
                    <a:pt x="1118" y="11207"/>
                  </a:lnTo>
                  <a:lnTo>
                    <a:pt x="1118" y="8973"/>
                  </a:lnTo>
                  <a:close/>
                  <a:moveTo>
                    <a:pt x="6702" y="8973"/>
                  </a:moveTo>
                  <a:lnTo>
                    <a:pt x="6702" y="11207"/>
                  </a:lnTo>
                  <a:lnTo>
                    <a:pt x="4469" y="11207"/>
                  </a:lnTo>
                  <a:lnTo>
                    <a:pt x="4469" y="8973"/>
                  </a:lnTo>
                  <a:close/>
                  <a:moveTo>
                    <a:pt x="10052" y="8973"/>
                  </a:moveTo>
                  <a:lnTo>
                    <a:pt x="10052" y="11207"/>
                  </a:lnTo>
                  <a:lnTo>
                    <a:pt x="7820" y="11207"/>
                  </a:lnTo>
                  <a:lnTo>
                    <a:pt x="7820" y="8973"/>
                  </a:lnTo>
                  <a:close/>
                  <a:moveTo>
                    <a:pt x="13403" y="8973"/>
                  </a:moveTo>
                  <a:lnTo>
                    <a:pt x="13403" y="11207"/>
                  </a:lnTo>
                  <a:lnTo>
                    <a:pt x="11170" y="11207"/>
                  </a:lnTo>
                  <a:lnTo>
                    <a:pt x="11170" y="8973"/>
                  </a:lnTo>
                  <a:close/>
                  <a:moveTo>
                    <a:pt x="3351" y="12324"/>
                  </a:moveTo>
                  <a:lnTo>
                    <a:pt x="3351" y="14556"/>
                  </a:lnTo>
                  <a:lnTo>
                    <a:pt x="1118" y="14556"/>
                  </a:lnTo>
                  <a:lnTo>
                    <a:pt x="1118" y="12324"/>
                  </a:lnTo>
                  <a:close/>
                  <a:moveTo>
                    <a:pt x="6702" y="12324"/>
                  </a:moveTo>
                  <a:lnTo>
                    <a:pt x="6702" y="14556"/>
                  </a:lnTo>
                  <a:lnTo>
                    <a:pt x="4469" y="14556"/>
                  </a:lnTo>
                  <a:lnTo>
                    <a:pt x="4469" y="12324"/>
                  </a:lnTo>
                  <a:close/>
                  <a:moveTo>
                    <a:pt x="10052" y="12324"/>
                  </a:moveTo>
                  <a:lnTo>
                    <a:pt x="10052" y="14558"/>
                  </a:lnTo>
                  <a:lnTo>
                    <a:pt x="7820" y="14558"/>
                  </a:lnTo>
                  <a:lnTo>
                    <a:pt x="7820" y="12324"/>
                  </a:lnTo>
                  <a:close/>
                  <a:moveTo>
                    <a:pt x="3351" y="15674"/>
                  </a:moveTo>
                  <a:lnTo>
                    <a:pt x="3351" y="17944"/>
                  </a:lnTo>
                  <a:lnTo>
                    <a:pt x="1676" y="17944"/>
                  </a:lnTo>
                  <a:cubicBezTo>
                    <a:pt x="1368" y="17944"/>
                    <a:pt x="1118" y="17695"/>
                    <a:pt x="1118" y="17385"/>
                  </a:cubicBezTo>
                  <a:lnTo>
                    <a:pt x="1118" y="15674"/>
                  </a:lnTo>
                  <a:close/>
                  <a:moveTo>
                    <a:pt x="13403" y="12324"/>
                  </a:moveTo>
                  <a:lnTo>
                    <a:pt x="13403" y="17385"/>
                  </a:lnTo>
                  <a:cubicBezTo>
                    <a:pt x="13403" y="17693"/>
                    <a:pt x="13153" y="17943"/>
                    <a:pt x="12846" y="17944"/>
                  </a:cubicBezTo>
                  <a:lnTo>
                    <a:pt x="11170" y="17944"/>
                  </a:lnTo>
                  <a:lnTo>
                    <a:pt x="11170" y="12324"/>
                  </a:lnTo>
                  <a:close/>
                  <a:moveTo>
                    <a:pt x="6702" y="15674"/>
                  </a:moveTo>
                  <a:lnTo>
                    <a:pt x="6702" y="17946"/>
                  </a:lnTo>
                  <a:lnTo>
                    <a:pt x="4469" y="17946"/>
                  </a:lnTo>
                  <a:lnTo>
                    <a:pt x="4469" y="15674"/>
                  </a:lnTo>
                  <a:close/>
                  <a:moveTo>
                    <a:pt x="10052" y="15674"/>
                  </a:moveTo>
                  <a:lnTo>
                    <a:pt x="10052" y="17946"/>
                  </a:lnTo>
                  <a:lnTo>
                    <a:pt x="7820" y="17946"/>
                  </a:lnTo>
                  <a:lnTo>
                    <a:pt x="7820" y="15674"/>
                  </a:lnTo>
                  <a:close/>
                  <a:moveTo>
                    <a:pt x="1676" y="0"/>
                  </a:moveTo>
                  <a:cubicBezTo>
                    <a:pt x="752" y="1"/>
                    <a:pt x="2" y="750"/>
                    <a:pt x="0" y="1675"/>
                  </a:cubicBezTo>
                  <a:lnTo>
                    <a:pt x="0" y="17385"/>
                  </a:lnTo>
                  <a:cubicBezTo>
                    <a:pt x="2" y="18311"/>
                    <a:pt x="752" y="19061"/>
                    <a:pt x="1676" y="19061"/>
                  </a:cubicBezTo>
                  <a:lnTo>
                    <a:pt x="12846" y="19061"/>
                  </a:lnTo>
                  <a:cubicBezTo>
                    <a:pt x="13771" y="19061"/>
                    <a:pt x="14519" y="18311"/>
                    <a:pt x="14521" y="17385"/>
                  </a:cubicBezTo>
                  <a:lnTo>
                    <a:pt x="14521" y="1675"/>
                  </a:lnTo>
                  <a:cubicBezTo>
                    <a:pt x="14519" y="750"/>
                    <a:pt x="13771" y="1"/>
                    <a:pt x="1284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9" name="Google Shape;4569;p54"/>
            <p:cNvSpPr/>
            <p:nvPr/>
          </p:nvSpPr>
          <p:spPr>
            <a:xfrm>
              <a:off x="2525536" y="1922963"/>
              <a:ext cx="68280" cy="90039"/>
            </a:xfrm>
            <a:custGeom>
              <a:rect b="b" l="l" r="r" t="t"/>
              <a:pathLst>
                <a:path extrusionOk="0" h="4469" w="3389">
                  <a:moveTo>
                    <a:pt x="1917" y="1118"/>
                  </a:moveTo>
                  <a:cubicBezTo>
                    <a:pt x="2113" y="1118"/>
                    <a:pt x="2270" y="1276"/>
                    <a:pt x="2272" y="1472"/>
                  </a:cubicBezTo>
                  <a:lnTo>
                    <a:pt x="2272" y="2998"/>
                  </a:lnTo>
                  <a:cubicBezTo>
                    <a:pt x="2270" y="3192"/>
                    <a:pt x="2112" y="3351"/>
                    <a:pt x="1917" y="3351"/>
                  </a:cubicBezTo>
                  <a:lnTo>
                    <a:pt x="1471" y="3351"/>
                  </a:lnTo>
                  <a:cubicBezTo>
                    <a:pt x="1275" y="3351"/>
                    <a:pt x="1118" y="3192"/>
                    <a:pt x="1116" y="2997"/>
                  </a:cubicBezTo>
                  <a:lnTo>
                    <a:pt x="1116" y="1472"/>
                  </a:lnTo>
                  <a:cubicBezTo>
                    <a:pt x="1118" y="1276"/>
                    <a:pt x="1275" y="1118"/>
                    <a:pt x="1471" y="1118"/>
                  </a:cubicBezTo>
                  <a:close/>
                  <a:moveTo>
                    <a:pt x="1471" y="0"/>
                  </a:moveTo>
                  <a:cubicBezTo>
                    <a:pt x="659" y="2"/>
                    <a:pt x="2" y="659"/>
                    <a:pt x="0" y="1472"/>
                  </a:cubicBezTo>
                  <a:lnTo>
                    <a:pt x="0" y="2998"/>
                  </a:lnTo>
                  <a:cubicBezTo>
                    <a:pt x="2" y="3810"/>
                    <a:pt x="659" y="4467"/>
                    <a:pt x="1471" y="4469"/>
                  </a:cubicBezTo>
                  <a:lnTo>
                    <a:pt x="1917" y="4469"/>
                  </a:lnTo>
                  <a:cubicBezTo>
                    <a:pt x="2729" y="4467"/>
                    <a:pt x="3387" y="3810"/>
                    <a:pt x="3388" y="2998"/>
                  </a:cubicBezTo>
                  <a:lnTo>
                    <a:pt x="3388" y="1472"/>
                  </a:lnTo>
                  <a:cubicBezTo>
                    <a:pt x="3387" y="659"/>
                    <a:pt x="2729" y="2"/>
                    <a:pt x="191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70" name="Google Shape;4570;p54"/>
          <p:cNvSpPr/>
          <p:nvPr/>
        </p:nvSpPr>
        <p:spPr>
          <a:xfrm>
            <a:off x="6274991" y="2325142"/>
            <a:ext cx="369185" cy="366612"/>
          </a:xfrm>
          <a:custGeom>
            <a:rect b="b" l="l" r="r" t="t"/>
            <a:pathLst>
              <a:path extrusionOk="0" h="19025" w="19161">
                <a:moveTo>
                  <a:pt x="17394" y="1115"/>
                </a:moveTo>
                <a:lnTo>
                  <a:pt x="11052" y="8918"/>
                </a:lnTo>
                <a:cubicBezTo>
                  <a:pt x="8348" y="8918"/>
                  <a:pt x="8244" y="8919"/>
                  <a:pt x="8241" y="8919"/>
                </a:cubicBezTo>
                <a:lnTo>
                  <a:pt x="8241" y="8919"/>
                </a:lnTo>
                <a:lnTo>
                  <a:pt x="1900" y="1115"/>
                </a:lnTo>
                <a:close/>
                <a:moveTo>
                  <a:pt x="10761" y="10033"/>
                </a:moveTo>
                <a:lnTo>
                  <a:pt x="10761" y="16450"/>
                </a:lnTo>
                <a:lnTo>
                  <a:pt x="8531" y="17565"/>
                </a:lnTo>
                <a:lnTo>
                  <a:pt x="8531" y="10033"/>
                </a:lnTo>
                <a:close/>
                <a:moveTo>
                  <a:pt x="728" y="0"/>
                </a:moveTo>
                <a:cubicBezTo>
                  <a:pt x="261" y="0"/>
                  <a:pt x="1" y="546"/>
                  <a:pt x="297" y="909"/>
                </a:cubicBezTo>
                <a:lnTo>
                  <a:pt x="7416" y="9672"/>
                </a:lnTo>
                <a:lnTo>
                  <a:pt x="7416" y="18468"/>
                </a:lnTo>
                <a:cubicBezTo>
                  <a:pt x="7418" y="18790"/>
                  <a:pt x="7682" y="19025"/>
                  <a:pt x="7974" y="19025"/>
                </a:cubicBezTo>
                <a:cubicBezTo>
                  <a:pt x="8057" y="19025"/>
                  <a:pt x="8142" y="19006"/>
                  <a:pt x="8223" y="18965"/>
                </a:cubicBezTo>
                <a:lnTo>
                  <a:pt x="11568" y="17293"/>
                </a:lnTo>
                <a:cubicBezTo>
                  <a:pt x="11756" y="17199"/>
                  <a:pt x="11876" y="17006"/>
                  <a:pt x="11876" y="16795"/>
                </a:cubicBezTo>
                <a:lnTo>
                  <a:pt x="11876" y="9672"/>
                </a:lnTo>
                <a:lnTo>
                  <a:pt x="18997" y="910"/>
                </a:lnTo>
                <a:cubicBezTo>
                  <a:pt x="19132" y="743"/>
                  <a:pt x="19160" y="513"/>
                  <a:pt x="19068" y="318"/>
                </a:cubicBezTo>
                <a:cubicBezTo>
                  <a:pt x="18975" y="124"/>
                  <a:pt x="18779" y="0"/>
                  <a:pt x="1856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1" name="Google Shape;4571;p54"/>
          <p:cNvSpPr/>
          <p:nvPr/>
        </p:nvSpPr>
        <p:spPr>
          <a:xfrm>
            <a:off x="5516742" y="2324786"/>
            <a:ext cx="365871" cy="367325"/>
          </a:xfrm>
          <a:custGeom>
            <a:rect b="b" l="l" r="r" t="t"/>
            <a:pathLst>
              <a:path extrusionOk="0" h="19062" w="18989">
                <a:moveTo>
                  <a:pt x="16200" y="1118"/>
                </a:moveTo>
                <a:cubicBezTo>
                  <a:pt x="16650" y="1118"/>
                  <a:pt x="17056" y="1391"/>
                  <a:pt x="17228" y="1807"/>
                </a:cubicBezTo>
                <a:cubicBezTo>
                  <a:pt x="17401" y="2224"/>
                  <a:pt x="17305" y="2705"/>
                  <a:pt x="16986" y="3024"/>
                </a:cubicBezTo>
                <a:cubicBezTo>
                  <a:pt x="16773" y="3238"/>
                  <a:pt x="16487" y="3351"/>
                  <a:pt x="16197" y="3351"/>
                </a:cubicBezTo>
                <a:cubicBezTo>
                  <a:pt x="16053" y="3351"/>
                  <a:pt x="15907" y="3323"/>
                  <a:pt x="15769" y="3266"/>
                </a:cubicBezTo>
                <a:cubicBezTo>
                  <a:pt x="15352" y="3094"/>
                  <a:pt x="15080" y="2686"/>
                  <a:pt x="15080" y="2235"/>
                </a:cubicBezTo>
                <a:cubicBezTo>
                  <a:pt x="15080" y="1617"/>
                  <a:pt x="15579" y="1118"/>
                  <a:pt x="16197" y="1118"/>
                </a:cubicBezTo>
                <a:cubicBezTo>
                  <a:pt x="16198" y="1118"/>
                  <a:pt x="16199" y="1118"/>
                  <a:pt x="16200" y="1118"/>
                </a:cubicBezTo>
                <a:close/>
                <a:moveTo>
                  <a:pt x="2794" y="4542"/>
                </a:moveTo>
                <a:cubicBezTo>
                  <a:pt x="3010" y="4542"/>
                  <a:pt x="3228" y="4584"/>
                  <a:pt x="3435" y="4669"/>
                </a:cubicBezTo>
                <a:cubicBezTo>
                  <a:pt x="4061" y="4929"/>
                  <a:pt x="4469" y="5541"/>
                  <a:pt x="4469" y="6218"/>
                </a:cubicBezTo>
                <a:cubicBezTo>
                  <a:pt x="4468" y="7143"/>
                  <a:pt x="3717" y="7891"/>
                  <a:pt x="2794" y="7893"/>
                </a:cubicBezTo>
                <a:lnTo>
                  <a:pt x="2792" y="7893"/>
                </a:lnTo>
                <a:cubicBezTo>
                  <a:pt x="2115" y="7893"/>
                  <a:pt x="1504" y="7483"/>
                  <a:pt x="1246" y="6857"/>
                </a:cubicBezTo>
                <a:cubicBezTo>
                  <a:pt x="986" y="6232"/>
                  <a:pt x="1129" y="5511"/>
                  <a:pt x="1609" y="5032"/>
                </a:cubicBezTo>
                <a:cubicBezTo>
                  <a:pt x="1930" y="4712"/>
                  <a:pt x="2358" y="4542"/>
                  <a:pt x="2794" y="4542"/>
                </a:cubicBezTo>
                <a:close/>
                <a:moveTo>
                  <a:pt x="10612" y="5660"/>
                </a:moveTo>
                <a:cubicBezTo>
                  <a:pt x="12152" y="5660"/>
                  <a:pt x="13405" y="6911"/>
                  <a:pt x="13405" y="8452"/>
                </a:cubicBezTo>
                <a:cubicBezTo>
                  <a:pt x="13405" y="9993"/>
                  <a:pt x="12151" y="11244"/>
                  <a:pt x="10612" y="11244"/>
                </a:cubicBezTo>
                <a:cubicBezTo>
                  <a:pt x="9073" y="11244"/>
                  <a:pt x="7820" y="9992"/>
                  <a:pt x="7820" y="8451"/>
                </a:cubicBezTo>
                <a:lnTo>
                  <a:pt x="7820" y="8451"/>
                </a:lnTo>
                <a:cubicBezTo>
                  <a:pt x="7820" y="6912"/>
                  <a:pt x="9071" y="5660"/>
                  <a:pt x="10612" y="5660"/>
                </a:cubicBezTo>
                <a:close/>
                <a:moveTo>
                  <a:pt x="5622" y="14631"/>
                </a:moveTo>
                <a:cubicBezTo>
                  <a:pt x="5766" y="14631"/>
                  <a:pt x="5912" y="14659"/>
                  <a:pt x="6050" y="14717"/>
                </a:cubicBezTo>
                <a:cubicBezTo>
                  <a:pt x="6467" y="14890"/>
                  <a:pt x="6739" y="15297"/>
                  <a:pt x="6739" y="15749"/>
                </a:cubicBezTo>
                <a:cubicBezTo>
                  <a:pt x="6739" y="16365"/>
                  <a:pt x="6239" y="16866"/>
                  <a:pt x="5623" y="16866"/>
                </a:cubicBezTo>
                <a:cubicBezTo>
                  <a:pt x="5170" y="16866"/>
                  <a:pt x="4764" y="16594"/>
                  <a:pt x="4590" y="16177"/>
                </a:cubicBezTo>
                <a:cubicBezTo>
                  <a:pt x="4418" y="15758"/>
                  <a:pt x="4514" y="15279"/>
                  <a:pt x="4832" y="14959"/>
                </a:cubicBezTo>
                <a:cubicBezTo>
                  <a:pt x="5046" y="14745"/>
                  <a:pt x="5332" y="14631"/>
                  <a:pt x="5622" y="14631"/>
                </a:cubicBezTo>
                <a:close/>
                <a:moveTo>
                  <a:pt x="16196" y="14595"/>
                </a:moveTo>
                <a:cubicBezTo>
                  <a:pt x="16412" y="14595"/>
                  <a:pt x="16630" y="14637"/>
                  <a:pt x="16838" y="14723"/>
                </a:cubicBezTo>
                <a:cubicBezTo>
                  <a:pt x="17464" y="14981"/>
                  <a:pt x="17872" y="15593"/>
                  <a:pt x="17872" y="16270"/>
                </a:cubicBezTo>
                <a:cubicBezTo>
                  <a:pt x="17870" y="17195"/>
                  <a:pt x="17122" y="17945"/>
                  <a:pt x="16197" y="17945"/>
                </a:cubicBezTo>
                <a:cubicBezTo>
                  <a:pt x="15518" y="17945"/>
                  <a:pt x="14908" y="17537"/>
                  <a:pt x="14648" y="16911"/>
                </a:cubicBezTo>
                <a:cubicBezTo>
                  <a:pt x="14390" y="16284"/>
                  <a:pt x="14533" y="15564"/>
                  <a:pt x="15011" y="15086"/>
                </a:cubicBezTo>
                <a:cubicBezTo>
                  <a:pt x="15332" y="14765"/>
                  <a:pt x="15761" y="14595"/>
                  <a:pt x="16196" y="14595"/>
                </a:cubicBezTo>
                <a:close/>
                <a:moveTo>
                  <a:pt x="16197" y="0"/>
                </a:moveTo>
                <a:cubicBezTo>
                  <a:pt x="14403" y="0"/>
                  <a:pt x="13344" y="2018"/>
                  <a:pt x="14351" y="3490"/>
                </a:cubicBezTo>
                <a:lnTo>
                  <a:pt x="12803" y="5215"/>
                </a:lnTo>
                <a:cubicBezTo>
                  <a:pt x="12132" y="4759"/>
                  <a:pt x="11370" y="4542"/>
                  <a:pt x="10617" y="4542"/>
                </a:cubicBezTo>
                <a:cubicBezTo>
                  <a:pt x="9218" y="4542"/>
                  <a:pt x="7847" y="5292"/>
                  <a:pt x="7138" y="6657"/>
                </a:cubicBezTo>
                <a:lnTo>
                  <a:pt x="5584" y="6295"/>
                </a:lnTo>
                <a:cubicBezTo>
                  <a:pt x="5627" y="4714"/>
                  <a:pt x="4354" y="3424"/>
                  <a:pt x="2794" y="3424"/>
                </a:cubicBezTo>
                <a:cubicBezTo>
                  <a:pt x="1253" y="3424"/>
                  <a:pt x="1" y="4677"/>
                  <a:pt x="1" y="6218"/>
                </a:cubicBezTo>
                <a:cubicBezTo>
                  <a:pt x="1" y="7758"/>
                  <a:pt x="1253" y="9009"/>
                  <a:pt x="2794" y="9009"/>
                </a:cubicBezTo>
                <a:cubicBezTo>
                  <a:pt x="3883" y="9008"/>
                  <a:pt x="4874" y="8373"/>
                  <a:pt x="5330" y="7383"/>
                </a:cubicBezTo>
                <a:lnTo>
                  <a:pt x="6771" y="7720"/>
                </a:lnTo>
                <a:cubicBezTo>
                  <a:pt x="6517" y="9048"/>
                  <a:pt x="6970" y="10414"/>
                  <a:pt x="7968" y="11329"/>
                </a:cubicBezTo>
                <a:lnTo>
                  <a:pt x="6382" y="13648"/>
                </a:lnTo>
                <a:cubicBezTo>
                  <a:pt x="6128" y="13556"/>
                  <a:pt x="5872" y="13513"/>
                  <a:pt x="5621" y="13513"/>
                </a:cubicBezTo>
                <a:cubicBezTo>
                  <a:pt x="4439" y="13513"/>
                  <a:pt x="3389" y="14472"/>
                  <a:pt x="3389" y="15748"/>
                </a:cubicBezTo>
                <a:cubicBezTo>
                  <a:pt x="3390" y="16981"/>
                  <a:pt x="4390" y="17981"/>
                  <a:pt x="5623" y="17982"/>
                </a:cubicBezTo>
                <a:cubicBezTo>
                  <a:pt x="7539" y="17982"/>
                  <a:pt x="8561" y="15717"/>
                  <a:pt x="7304" y="14279"/>
                </a:cubicBezTo>
                <a:lnTo>
                  <a:pt x="8890" y="11959"/>
                </a:lnTo>
                <a:cubicBezTo>
                  <a:pt x="9434" y="12227"/>
                  <a:pt x="10024" y="12360"/>
                  <a:pt x="10612" y="12360"/>
                </a:cubicBezTo>
                <a:cubicBezTo>
                  <a:pt x="11315" y="12360"/>
                  <a:pt x="12015" y="12171"/>
                  <a:pt x="12634" y="11795"/>
                </a:cubicBezTo>
                <a:lnTo>
                  <a:pt x="14240" y="14277"/>
                </a:lnTo>
                <a:cubicBezTo>
                  <a:pt x="12463" y="16023"/>
                  <a:pt x="13704" y="19061"/>
                  <a:pt x="16195" y="19061"/>
                </a:cubicBezTo>
                <a:cubicBezTo>
                  <a:pt x="17734" y="19061"/>
                  <a:pt x="18988" y="17810"/>
                  <a:pt x="18988" y="16270"/>
                </a:cubicBezTo>
                <a:cubicBezTo>
                  <a:pt x="18988" y="14674"/>
                  <a:pt x="17675" y="13475"/>
                  <a:pt x="16197" y="13475"/>
                </a:cubicBezTo>
                <a:cubicBezTo>
                  <a:pt x="15862" y="13475"/>
                  <a:pt x="15518" y="13537"/>
                  <a:pt x="15179" y="13670"/>
                </a:cubicBezTo>
                <a:lnTo>
                  <a:pt x="15179" y="13670"/>
                </a:lnTo>
                <a:lnTo>
                  <a:pt x="13502" y="11081"/>
                </a:lnTo>
                <a:cubicBezTo>
                  <a:pt x="14811" y="9646"/>
                  <a:pt x="14865" y="7465"/>
                  <a:pt x="13628" y="5968"/>
                </a:cubicBezTo>
                <a:lnTo>
                  <a:pt x="15191" y="4227"/>
                </a:lnTo>
                <a:cubicBezTo>
                  <a:pt x="15519" y="4393"/>
                  <a:pt x="15860" y="4469"/>
                  <a:pt x="16193" y="4469"/>
                </a:cubicBezTo>
                <a:cubicBezTo>
                  <a:pt x="17364" y="4469"/>
                  <a:pt x="18429" y="3526"/>
                  <a:pt x="18429" y="2233"/>
                </a:cubicBezTo>
                <a:cubicBezTo>
                  <a:pt x="18428" y="1000"/>
                  <a:pt x="17430" y="0"/>
                  <a:pt x="1619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572" name="Google Shape;4572;p54"/>
          <p:cNvGrpSpPr/>
          <p:nvPr/>
        </p:nvGrpSpPr>
        <p:grpSpPr>
          <a:xfrm>
            <a:off x="4759659" y="2324746"/>
            <a:ext cx="367422" cy="367403"/>
            <a:chOff x="1004460" y="1968940"/>
            <a:chExt cx="384092" cy="384072"/>
          </a:xfrm>
        </p:grpSpPr>
        <p:sp>
          <p:nvSpPr>
            <p:cNvPr id="4573" name="Google Shape;4573;p54"/>
            <p:cNvSpPr/>
            <p:nvPr/>
          </p:nvSpPr>
          <p:spPr>
            <a:xfrm>
              <a:off x="1050235" y="2014695"/>
              <a:ext cx="292582" cy="274490"/>
            </a:xfrm>
            <a:custGeom>
              <a:rect b="b" l="l" r="r" t="t"/>
              <a:pathLst>
                <a:path extrusionOk="0" h="13624" w="14522">
                  <a:moveTo>
                    <a:pt x="7260" y="1117"/>
                  </a:moveTo>
                  <a:cubicBezTo>
                    <a:pt x="8139" y="1117"/>
                    <a:pt x="9018" y="1305"/>
                    <a:pt x="9836" y="1681"/>
                  </a:cubicBezTo>
                  <a:lnTo>
                    <a:pt x="7859" y="5108"/>
                  </a:lnTo>
                  <a:cubicBezTo>
                    <a:pt x="7663" y="5053"/>
                    <a:pt x="7461" y="5026"/>
                    <a:pt x="7260" y="5026"/>
                  </a:cubicBezTo>
                  <a:cubicBezTo>
                    <a:pt x="7059" y="5026"/>
                    <a:pt x="6858" y="5053"/>
                    <a:pt x="6663" y="5108"/>
                  </a:cubicBezTo>
                  <a:lnTo>
                    <a:pt x="4684" y="1681"/>
                  </a:lnTo>
                  <a:cubicBezTo>
                    <a:pt x="5502" y="1305"/>
                    <a:pt x="6381" y="1117"/>
                    <a:pt x="7260" y="1117"/>
                  </a:cubicBezTo>
                  <a:close/>
                  <a:moveTo>
                    <a:pt x="7260" y="6143"/>
                  </a:moveTo>
                  <a:cubicBezTo>
                    <a:pt x="7551" y="6143"/>
                    <a:pt x="7836" y="6257"/>
                    <a:pt x="8050" y="6471"/>
                  </a:cubicBezTo>
                  <a:cubicBezTo>
                    <a:pt x="8370" y="6790"/>
                    <a:pt x="8465" y="7270"/>
                    <a:pt x="8292" y="7689"/>
                  </a:cubicBezTo>
                  <a:cubicBezTo>
                    <a:pt x="8119" y="8106"/>
                    <a:pt x="7712" y="8378"/>
                    <a:pt x="7261" y="8378"/>
                  </a:cubicBezTo>
                  <a:cubicBezTo>
                    <a:pt x="6644" y="8376"/>
                    <a:pt x="6144" y="7877"/>
                    <a:pt x="6143" y="7261"/>
                  </a:cubicBezTo>
                  <a:cubicBezTo>
                    <a:pt x="6143" y="6808"/>
                    <a:pt x="6415" y="6402"/>
                    <a:pt x="6833" y="6228"/>
                  </a:cubicBezTo>
                  <a:cubicBezTo>
                    <a:pt x="6971" y="6171"/>
                    <a:pt x="7117" y="6143"/>
                    <a:pt x="7260" y="6143"/>
                  </a:cubicBezTo>
                  <a:close/>
                  <a:moveTo>
                    <a:pt x="5097" y="7819"/>
                  </a:moveTo>
                  <a:cubicBezTo>
                    <a:pt x="5198" y="8210"/>
                    <a:pt x="5406" y="8567"/>
                    <a:pt x="5696" y="8853"/>
                  </a:cubicBezTo>
                  <a:lnTo>
                    <a:pt x="3719" y="12278"/>
                  </a:lnTo>
                  <a:cubicBezTo>
                    <a:pt x="2251" y="11238"/>
                    <a:pt x="1311" y="9609"/>
                    <a:pt x="1142" y="7819"/>
                  </a:cubicBezTo>
                  <a:close/>
                  <a:moveTo>
                    <a:pt x="13378" y="7819"/>
                  </a:moveTo>
                  <a:cubicBezTo>
                    <a:pt x="13210" y="9609"/>
                    <a:pt x="12270" y="11238"/>
                    <a:pt x="10803" y="12278"/>
                  </a:cubicBezTo>
                  <a:lnTo>
                    <a:pt x="10803" y="12280"/>
                  </a:lnTo>
                  <a:lnTo>
                    <a:pt x="8824" y="8853"/>
                  </a:lnTo>
                  <a:cubicBezTo>
                    <a:pt x="9114" y="8569"/>
                    <a:pt x="9322" y="8210"/>
                    <a:pt x="9423" y="7819"/>
                  </a:cubicBezTo>
                  <a:close/>
                  <a:moveTo>
                    <a:pt x="7261" y="1"/>
                  </a:moveTo>
                  <a:cubicBezTo>
                    <a:pt x="6007" y="1"/>
                    <a:pt x="4754" y="324"/>
                    <a:pt x="3631" y="972"/>
                  </a:cubicBezTo>
                  <a:cubicBezTo>
                    <a:pt x="3363" y="1126"/>
                    <a:pt x="3272" y="1467"/>
                    <a:pt x="3426" y="1734"/>
                  </a:cubicBezTo>
                  <a:lnTo>
                    <a:pt x="5696" y="5667"/>
                  </a:lnTo>
                  <a:cubicBezTo>
                    <a:pt x="5406" y="5950"/>
                    <a:pt x="5198" y="6308"/>
                    <a:pt x="5097" y="6701"/>
                  </a:cubicBezTo>
                  <a:lnTo>
                    <a:pt x="559" y="6701"/>
                  </a:lnTo>
                  <a:cubicBezTo>
                    <a:pt x="250" y="6701"/>
                    <a:pt x="0" y="6952"/>
                    <a:pt x="0" y="7261"/>
                  </a:cubicBezTo>
                  <a:cubicBezTo>
                    <a:pt x="0" y="9939"/>
                    <a:pt x="1455" y="12290"/>
                    <a:pt x="3629" y="13548"/>
                  </a:cubicBezTo>
                  <a:cubicBezTo>
                    <a:pt x="3717" y="13599"/>
                    <a:pt x="3813" y="13623"/>
                    <a:pt x="3908" y="13623"/>
                  </a:cubicBezTo>
                  <a:cubicBezTo>
                    <a:pt x="4102" y="13623"/>
                    <a:pt x="4290" y="13523"/>
                    <a:pt x="4393" y="13344"/>
                  </a:cubicBezTo>
                  <a:lnTo>
                    <a:pt x="6663" y="9412"/>
                  </a:lnTo>
                  <a:cubicBezTo>
                    <a:pt x="6858" y="9466"/>
                    <a:pt x="7059" y="9494"/>
                    <a:pt x="7260" y="9494"/>
                  </a:cubicBezTo>
                  <a:cubicBezTo>
                    <a:pt x="7461" y="9494"/>
                    <a:pt x="7663" y="9466"/>
                    <a:pt x="7859" y="9412"/>
                  </a:cubicBezTo>
                  <a:lnTo>
                    <a:pt x="10129" y="13344"/>
                  </a:lnTo>
                  <a:cubicBezTo>
                    <a:pt x="10232" y="13523"/>
                    <a:pt x="10419" y="13623"/>
                    <a:pt x="10612" y="13623"/>
                  </a:cubicBezTo>
                  <a:cubicBezTo>
                    <a:pt x="10707" y="13623"/>
                    <a:pt x="10804" y="13598"/>
                    <a:pt x="10892" y="13547"/>
                  </a:cubicBezTo>
                  <a:cubicBezTo>
                    <a:pt x="13068" y="12289"/>
                    <a:pt x="14521" y="9936"/>
                    <a:pt x="14521" y="7260"/>
                  </a:cubicBezTo>
                  <a:cubicBezTo>
                    <a:pt x="14521" y="6952"/>
                    <a:pt x="14270" y="6701"/>
                    <a:pt x="13962" y="6701"/>
                  </a:cubicBezTo>
                  <a:lnTo>
                    <a:pt x="9423" y="6701"/>
                  </a:lnTo>
                  <a:cubicBezTo>
                    <a:pt x="9322" y="6308"/>
                    <a:pt x="9114" y="5950"/>
                    <a:pt x="8824" y="5667"/>
                  </a:cubicBezTo>
                  <a:lnTo>
                    <a:pt x="11096" y="1734"/>
                  </a:lnTo>
                  <a:cubicBezTo>
                    <a:pt x="11250" y="1467"/>
                    <a:pt x="11158" y="1126"/>
                    <a:pt x="10892" y="972"/>
                  </a:cubicBezTo>
                  <a:cubicBezTo>
                    <a:pt x="9769" y="324"/>
                    <a:pt x="8515" y="1"/>
                    <a:pt x="726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4" name="Google Shape;4574;p54"/>
            <p:cNvSpPr/>
            <p:nvPr/>
          </p:nvSpPr>
          <p:spPr>
            <a:xfrm>
              <a:off x="1004460" y="1968940"/>
              <a:ext cx="384092" cy="384072"/>
            </a:xfrm>
            <a:custGeom>
              <a:rect b="b" l="l" r="r" t="t"/>
              <a:pathLst>
                <a:path extrusionOk="0" h="19063" w="19064">
                  <a:moveTo>
                    <a:pt x="9533" y="1117"/>
                  </a:moveTo>
                  <a:cubicBezTo>
                    <a:pt x="14173" y="1117"/>
                    <a:pt x="17947" y="4892"/>
                    <a:pt x="17947" y="9532"/>
                  </a:cubicBezTo>
                  <a:cubicBezTo>
                    <a:pt x="17947" y="14173"/>
                    <a:pt x="14173" y="17946"/>
                    <a:pt x="9533" y="17946"/>
                  </a:cubicBezTo>
                  <a:lnTo>
                    <a:pt x="9533" y="17945"/>
                  </a:lnTo>
                  <a:cubicBezTo>
                    <a:pt x="4892" y="17945"/>
                    <a:pt x="1119" y="14171"/>
                    <a:pt x="1119" y="9531"/>
                  </a:cubicBezTo>
                  <a:cubicBezTo>
                    <a:pt x="1119" y="4890"/>
                    <a:pt x="4892" y="1117"/>
                    <a:pt x="9533" y="1117"/>
                  </a:cubicBezTo>
                  <a:close/>
                  <a:moveTo>
                    <a:pt x="9533" y="0"/>
                  </a:moveTo>
                  <a:cubicBezTo>
                    <a:pt x="4265" y="0"/>
                    <a:pt x="1" y="4264"/>
                    <a:pt x="1" y="9532"/>
                  </a:cubicBezTo>
                  <a:cubicBezTo>
                    <a:pt x="1" y="14800"/>
                    <a:pt x="4265" y="19063"/>
                    <a:pt x="9533" y="19063"/>
                  </a:cubicBezTo>
                  <a:cubicBezTo>
                    <a:pt x="14801" y="19063"/>
                    <a:pt x="19063" y="14800"/>
                    <a:pt x="19063" y="9532"/>
                  </a:cubicBezTo>
                  <a:cubicBezTo>
                    <a:pt x="19063" y="4264"/>
                    <a:pt x="14801" y="0"/>
                    <a:pt x="95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75" name="Google Shape;4575;p54"/>
          <p:cNvGrpSpPr/>
          <p:nvPr/>
        </p:nvGrpSpPr>
        <p:grpSpPr>
          <a:xfrm>
            <a:off x="4014050" y="2336243"/>
            <a:ext cx="371470" cy="344410"/>
            <a:chOff x="6011658" y="2644889"/>
            <a:chExt cx="388323" cy="360036"/>
          </a:xfrm>
        </p:grpSpPr>
        <p:sp>
          <p:nvSpPr>
            <p:cNvPr id="4576" name="Google Shape;4576;p54"/>
            <p:cNvSpPr/>
            <p:nvPr/>
          </p:nvSpPr>
          <p:spPr>
            <a:xfrm>
              <a:off x="6011658" y="2644889"/>
              <a:ext cx="388323" cy="360036"/>
            </a:xfrm>
            <a:custGeom>
              <a:rect b="b" l="l" r="r" t="t"/>
              <a:pathLst>
                <a:path extrusionOk="0" h="17870" w="19274">
                  <a:moveTo>
                    <a:pt x="17002" y="1118"/>
                  </a:moveTo>
                  <a:lnTo>
                    <a:pt x="17002" y="2234"/>
                  </a:lnTo>
                  <a:lnTo>
                    <a:pt x="2484" y="2234"/>
                  </a:lnTo>
                  <a:lnTo>
                    <a:pt x="2484" y="1118"/>
                  </a:lnTo>
                  <a:close/>
                  <a:moveTo>
                    <a:pt x="11418" y="3351"/>
                  </a:moveTo>
                  <a:lnTo>
                    <a:pt x="11418" y="4469"/>
                  </a:lnTo>
                  <a:lnTo>
                    <a:pt x="8068" y="4469"/>
                  </a:lnTo>
                  <a:lnTo>
                    <a:pt x="8068" y="3351"/>
                  </a:lnTo>
                  <a:close/>
                  <a:moveTo>
                    <a:pt x="15026" y="5585"/>
                  </a:moveTo>
                  <a:lnTo>
                    <a:pt x="18156" y="10332"/>
                  </a:lnTo>
                  <a:lnTo>
                    <a:pt x="18156" y="16753"/>
                  </a:lnTo>
                  <a:lnTo>
                    <a:pt x="1329" y="16753"/>
                  </a:lnTo>
                  <a:lnTo>
                    <a:pt x="1329" y="10223"/>
                  </a:lnTo>
                  <a:lnTo>
                    <a:pt x="4455" y="5585"/>
                  </a:lnTo>
                  <a:close/>
                  <a:moveTo>
                    <a:pt x="1927" y="0"/>
                  </a:moveTo>
                  <a:cubicBezTo>
                    <a:pt x="1617" y="0"/>
                    <a:pt x="1368" y="250"/>
                    <a:pt x="1368" y="559"/>
                  </a:cubicBezTo>
                  <a:lnTo>
                    <a:pt x="1368" y="2792"/>
                  </a:lnTo>
                  <a:cubicBezTo>
                    <a:pt x="1368" y="3100"/>
                    <a:pt x="1617" y="3351"/>
                    <a:pt x="1927" y="3351"/>
                  </a:cubicBezTo>
                  <a:lnTo>
                    <a:pt x="6951" y="3351"/>
                  </a:lnTo>
                  <a:lnTo>
                    <a:pt x="6951" y="4467"/>
                  </a:lnTo>
                  <a:lnTo>
                    <a:pt x="4160" y="4467"/>
                  </a:lnTo>
                  <a:cubicBezTo>
                    <a:pt x="3974" y="4467"/>
                    <a:pt x="3801" y="4560"/>
                    <a:pt x="3696" y="4714"/>
                  </a:cubicBezTo>
                  <a:cubicBezTo>
                    <a:pt x="0" y="10197"/>
                    <a:pt x="214" y="9815"/>
                    <a:pt x="214" y="10052"/>
                  </a:cubicBezTo>
                  <a:lnTo>
                    <a:pt x="214" y="17312"/>
                  </a:lnTo>
                  <a:cubicBezTo>
                    <a:pt x="214" y="17620"/>
                    <a:pt x="464" y="17870"/>
                    <a:pt x="771" y="17870"/>
                  </a:cubicBezTo>
                  <a:lnTo>
                    <a:pt x="18714" y="17870"/>
                  </a:lnTo>
                  <a:cubicBezTo>
                    <a:pt x="19022" y="17870"/>
                    <a:pt x="19273" y="17620"/>
                    <a:pt x="19273" y="17312"/>
                  </a:cubicBezTo>
                  <a:lnTo>
                    <a:pt x="19273" y="10164"/>
                  </a:lnTo>
                  <a:cubicBezTo>
                    <a:pt x="19273" y="10054"/>
                    <a:pt x="19241" y="9948"/>
                    <a:pt x="19181" y="9856"/>
                  </a:cubicBezTo>
                  <a:lnTo>
                    <a:pt x="15793" y="4718"/>
                  </a:lnTo>
                  <a:cubicBezTo>
                    <a:pt x="15690" y="4561"/>
                    <a:pt x="15513" y="4467"/>
                    <a:pt x="15326" y="4467"/>
                  </a:cubicBezTo>
                  <a:lnTo>
                    <a:pt x="12533" y="4467"/>
                  </a:lnTo>
                  <a:lnTo>
                    <a:pt x="12533" y="3351"/>
                  </a:lnTo>
                  <a:lnTo>
                    <a:pt x="17559" y="3351"/>
                  </a:lnTo>
                  <a:cubicBezTo>
                    <a:pt x="17867" y="3351"/>
                    <a:pt x="18118" y="3101"/>
                    <a:pt x="18118" y="2792"/>
                  </a:cubicBezTo>
                  <a:lnTo>
                    <a:pt x="18118" y="559"/>
                  </a:lnTo>
                  <a:cubicBezTo>
                    <a:pt x="18118" y="250"/>
                    <a:pt x="17867" y="0"/>
                    <a:pt x="1755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7" name="Google Shape;4577;p54"/>
            <p:cNvSpPr/>
            <p:nvPr/>
          </p:nvSpPr>
          <p:spPr>
            <a:xfrm>
              <a:off x="6117936" y="2779897"/>
              <a:ext cx="180018" cy="180058"/>
            </a:xfrm>
            <a:custGeom>
              <a:rect b="b" l="l" r="r" t="t"/>
              <a:pathLst>
                <a:path extrusionOk="0" h="8937" w="8935">
                  <a:moveTo>
                    <a:pt x="4468" y="1117"/>
                  </a:moveTo>
                  <a:cubicBezTo>
                    <a:pt x="6315" y="1117"/>
                    <a:pt x="7819" y="2620"/>
                    <a:pt x="7819" y="4468"/>
                  </a:cubicBezTo>
                  <a:cubicBezTo>
                    <a:pt x="7819" y="6315"/>
                    <a:pt x="6315" y="7818"/>
                    <a:pt x="4468" y="7818"/>
                  </a:cubicBezTo>
                  <a:cubicBezTo>
                    <a:pt x="2621" y="7818"/>
                    <a:pt x="1117" y="6315"/>
                    <a:pt x="1117" y="4468"/>
                  </a:cubicBezTo>
                  <a:cubicBezTo>
                    <a:pt x="1117" y="2620"/>
                    <a:pt x="2621" y="1117"/>
                    <a:pt x="4468" y="1117"/>
                  </a:cubicBezTo>
                  <a:close/>
                  <a:moveTo>
                    <a:pt x="4468" y="1"/>
                  </a:moveTo>
                  <a:cubicBezTo>
                    <a:pt x="2005" y="1"/>
                    <a:pt x="1" y="2005"/>
                    <a:pt x="1" y="4468"/>
                  </a:cubicBezTo>
                  <a:cubicBezTo>
                    <a:pt x="1" y="6930"/>
                    <a:pt x="2005" y="8936"/>
                    <a:pt x="4468" y="8936"/>
                  </a:cubicBezTo>
                  <a:cubicBezTo>
                    <a:pt x="6931" y="8936"/>
                    <a:pt x="8935" y="6930"/>
                    <a:pt x="8935" y="4468"/>
                  </a:cubicBezTo>
                  <a:cubicBezTo>
                    <a:pt x="8935" y="2005"/>
                    <a:pt x="6931" y="1"/>
                    <a:pt x="446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8" name="Google Shape;4578;p54"/>
            <p:cNvSpPr/>
            <p:nvPr/>
          </p:nvSpPr>
          <p:spPr>
            <a:xfrm>
              <a:off x="6195503" y="2834738"/>
              <a:ext cx="48737" cy="46480"/>
            </a:xfrm>
            <a:custGeom>
              <a:rect b="b" l="l" r="r" t="t"/>
              <a:pathLst>
                <a:path extrusionOk="0" h="2307" w="2419">
                  <a:moveTo>
                    <a:pt x="1805" y="0"/>
                  </a:moveTo>
                  <a:cubicBezTo>
                    <a:pt x="1661" y="0"/>
                    <a:pt x="1517" y="55"/>
                    <a:pt x="1407" y="166"/>
                  </a:cubicBezTo>
                  <a:lnTo>
                    <a:pt x="223" y="1351"/>
                  </a:lnTo>
                  <a:cubicBezTo>
                    <a:pt x="2" y="1568"/>
                    <a:pt x="1" y="1923"/>
                    <a:pt x="220" y="2143"/>
                  </a:cubicBezTo>
                  <a:cubicBezTo>
                    <a:pt x="330" y="2252"/>
                    <a:pt x="473" y="2306"/>
                    <a:pt x="616" y="2306"/>
                  </a:cubicBezTo>
                  <a:cubicBezTo>
                    <a:pt x="759" y="2306"/>
                    <a:pt x="903" y="2251"/>
                    <a:pt x="1013" y="2140"/>
                  </a:cubicBezTo>
                  <a:lnTo>
                    <a:pt x="2198" y="955"/>
                  </a:lnTo>
                  <a:cubicBezTo>
                    <a:pt x="2417" y="738"/>
                    <a:pt x="2419" y="383"/>
                    <a:pt x="2199" y="163"/>
                  </a:cubicBezTo>
                  <a:cubicBezTo>
                    <a:pt x="2091" y="54"/>
                    <a:pt x="1948" y="0"/>
                    <a:pt x="180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79" name="Google Shape;4579;p54"/>
          <p:cNvSpPr/>
          <p:nvPr/>
        </p:nvSpPr>
        <p:spPr>
          <a:xfrm>
            <a:off x="3250435" y="2411587"/>
            <a:ext cx="367258" cy="193721"/>
          </a:xfrm>
          <a:custGeom>
            <a:rect b="b" l="l" r="r" t="t"/>
            <a:pathLst>
              <a:path extrusionOk="0" h="10053" w="19061">
                <a:moveTo>
                  <a:pt x="2270" y="3351"/>
                </a:moveTo>
                <a:lnTo>
                  <a:pt x="2270" y="6701"/>
                </a:lnTo>
                <a:lnTo>
                  <a:pt x="1117" y="6701"/>
                </a:lnTo>
                <a:lnTo>
                  <a:pt x="1117" y="3351"/>
                </a:lnTo>
                <a:close/>
                <a:moveTo>
                  <a:pt x="17945" y="3351"/>
                </a:moveTo>
                <a:lnTo>
                  <a:pt x="17945" y="6701"/>
                </a:lnTo>
                <a:lnTo>
                  <a:pt x="16791" y="6701"/>
                </a:lnTo>
                <a:lnTo>
                  <a:pt x="16791" y="3351"/>
                </a:lnTo>
                <a:close/>
                <a:moveTo>
                  <a:pt x="13998" y="1118"/>
                </a:moveTo>
                <a:cubicBezTo>
                  <a:pt x="14923" y="1118"/>
                  <a:pt x="15673" y="1868"/>
                  <a:pt x="15673" y="2793"/>
                </a:cubicBezTo>
                <a:lnTo>
                  <a:pt x="15673" y="7260"/>
                </a:lnTo>
                <a:cubicBezTo>
                  <a:pt x="15673" y="8185"/>
                  <a:pt x="14923" y="8934"/>
                  <a:pt x="13998" y="8936"/>
                </a:cubicBezTo>
                <a:lnTo>
                  <a:pt x="12091" y="8936"/>
                </a:lnTo>
                <a:cubicBezTo>
                  <a:pt x="11690" y="8936"/>
                  <a:pt x="11336" y="8680"/>
                  <a:pt x="11209" y="8302"/>
                </a:cubicBezTo>
                <a:lnTo>
                  <a:pt x="10802" y="7093"/>
                </a:lnTo>
                <a:cubicBezTo>
                  <a:pt x="10597" y="6484"/>
                  <a:pt x="10064" y="6179"/>
                  <a:pt x="9531" y="6179"/>
                </a:cubicBezTo>
                <a:cubicBezTo>
                  <a:pt x="8997" y="6179"/>
                  <a:pt x="8464" y="6484"/>
                  <a:pt x="8259" y="7093"/>
                </a:cubicBezTo>
                <a:lnTo>
                  <a:pt x="7854" y="8302"/>
                </a:lnTo>
                <a:cubicBezTo>
                  <a:pt x="7725" y="8680"/>
                  <a:pt x="7371" y="8936"/>
                  <a:pt x="6971" y="8936"/>
                </a:cubicBezTo>
                <a:lnTo>
                  <a:pt x="5064" y="8936"/>
                </a:lnTo>
                <a:cubicBezTo>
                  <a:pt x="4138" y="8934"/>
                  <a:pt x="3388" y="8185"/>
                  <a:pt x="3388" y="7260"/>
                </a:cubicBezTo>
                <a:lnTo>
                  <a:pt x="3388" y="2793"/>
                </a:lnTo>
                <a:cubicBezTo>
                  <a:pt x="3388" y="1868"/>
                  <a:pt x="4138" y="1118"/>
                  <a:pt x="5064" y="1118"/>
                </a:cubicBezTo>
                <a:close/>
                <a:moveTo>
                  <a:pt x="5064" y="0"/>
                </a:moveTo>
                <a:cubicBezTo>
                  <a:pt x="3714" y="0"/>
                  <a:pt x="2586" y="961"/>
                  <a:pt x="2327" y="2234"/>
                </a:cubicBezTo>
                <a:lnTo>
                  <a:pt x="558" y="2234"/>
                </a:lnTo>
                <a:cubicBezTo>
                  <a:pt x="250" y="2234"/>
                  <a:pt x="0" y="2484"/>
                  <a:pt x="0" y="2793"/>
                </a:cubicBezTo>
                <a:lnTo>
                  <a:pt x="0" y="7260"/>
                </a:lnTo>
                <a:cubicBezTo>
                  <a:pt x="0" y="7568"/>
                  <a:pt x="250" y="7819"/>
                  <a:pt x="558" y="7819"/>
                </a:cubicBezTo>
                <a:lnTo>
                  <a:pt x="2327" y="7819"/>
                </a:lnTo>
                <a:cubicBezTo>
                  <a:pt x="2586" y="9091"/>
                  <a:pt x="3714" y="10052"/>
                  <a:pt x="5064" y="10052"/>
                </a:cubicBezTo>
                <a:lnTo>
                  <a:pt x="6971" y="10052"/>
                </a:lnTo>
                <a:cubicBezTo>
                  <a:pt x="6972" y="10052"/>
                  <a:pt x="6973" y="10052"/>
                  <a:pt x="6974" y="10052"/>
                </a:cubicBezTo>
                <a:cubicBezTo>
                  <a:pt x="7853" y="10052"/>
                  <a:pt x="8633" y="9490"/>
                  <a:pt x="8912" y="8658"/>
                </a:cubicBezTo>
                <a:lnTo>
                  <a:pt x="9318" y="7449"/>
                </a:lnTo>
                <a:cubicBezTo>
                  <a:pt x="9352" y="7346"/>
                  <a:pt x="9441" y="7295"/>
                  <a:pt x="9531" y="7295"/>
                </a:cubicBezTo>
                <a:cubicBezTo>
                  <a:pt x="9620" y="7295"/>
                  <a:pt x="9709" y="7346"/>
                  <a:pt x="9743" y="7449"/>
                </a:cubicBezTo>
                <a:lnTo>
                  <a:pt x="10149" y="8658"/>
                </a:lnTo>
                <a:cubicBezTo>
                  <a:pt x="10429" y="9492"/>
                  <a:pt x="11210" y="10052"/>
                  <a:pt x="12091" y="10052"/>
                </a:cubicBezTo>
                <a:lnTo>
                  <a:pt x="13998" y="10052"/>
                </a:lnTo>
                <a:cubicBezTo>
                  <a:pt x="15347" y="10052"/>
                  <a:pt x="16474" y="9091"/>
                  <a:pt x="16734" y="7819"/>
                </a:cubicBezTo>
                <a:lnTo>
                  <a:pt x="18502" y="7819"/>
                </a:lnTo>
                <a:cubicBezTo>
                  <a:pt x="18811" y="7819"/>
                  <a:pt x="19061" y="7568"/>
                  <a:pt x="19061" y="7260"/>
                </a:cubicBezTo>
                <a:lnTo>
                  <a:pt x="19061" y="2793"/>
                </a:lnTo>
                <a:cubicBezTo>
                  <a:pt x="19061" y="2484"/>
                  <a:pt x="18811" y="2234"/>
                  <a:pt x="18502" y="2234"/>
                </a:cubicBezTo>
                <a:lnTo>
                  <a:pt x="16734" y="2234"/>
                </a:lnTo>
                <a:cubicBezTo>
                  <a:pt x="16474" y="961"/>
                  <a:pt x="15347" y="0"/>
                  <a:pt x="1399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580" name="Google Shape;4580;p54"/>
          <p:cNvGrpSpPr/>
          <p:nvPr/>
        </p:nvGrpSpPr>
        <p:grpSpPr>
          <a:xfrm>
            <a:off x="2495390" y="2325113"/>
            <a:ext cx="370872" cy="366671"/>
            <a:chOff x="5044497" y="2523057"/>
            <a:chExt cx="387698" cy="383306"/>
          </a:xfrm>
        </p:grpSpPr>
        <p:sp>
          <p:nvSpPr>
            <p:cNvPr id="4581" name="Google Shape;4581;p54"/>
            <p:cNvSpPr/>
            <p:nvPr/>
          </p:nvSpPr>
          <p:spPr>
            <a:xfrm>
              <a:off x="5183313" y="2568348"/>
              <a:ext cx="203590" cy="203550"/>
            </a:xfrm>
            <a:custGeom>
              <a:rect b="b" l="l" r="r" t="t"/>
              <a:pathLst>
                <a:path extrusionOk="0" h="10103" w="10105">
                  <a:moveTo>
                    <a:pt x="5052" y="1115"/>
                  </a:moveTo>
                  <a:cubicBezTo>
                    <a:pt x="7224" y="1115"/>
                    <a:pt x="8990" y="2880"/>
                    <a:pt x="8990" y="5052"/>
                  </a:cubicBezTo>
                  <a:cubicBezTo>
                    <a:pt x="8990" y="7223"/>
                    <a:pt x="7224" y="8988"/>
                    <a:pt x="5052" y="8988"/>
                  </a:cubicBezTo>
                  <a:cubicBezTo>
                    <a:pt x="2882" y="8988"/>
                    <a:pt x="1115" y="7222"/>
                    <a:pt x="1115" y="5052"/>
                  </a:cubicBezTo>
                  <a:cubicBezTo>
                    <a:pt x="1115" y="2880"/>
                    <a:pt x="2882" y="1115"/>
                    <a:pt x="5052" y="1115"/>
                  </a:cubicBezTo>
                  <a:close/>
                  <a:moveTo>
                    <a:pt x="5054" y="0"/>
                  </a:moveTo>
                  <a:cubicBezTo>
                    <a:pt x="2268" y="0"/>
                    <a:pt x="2" y="2266"/>
                    <a:pt x="2" y="5052"/>
                  </a:cubicBezTo>
                  <a:lnTo>
                    <a:pt x="1" y="5052"/>
                  </a:lnTo>
                  <a:cubicBezTo>
                    <a:pt x="1" y="7837"/>
                    <a:pt x="2268" y="10103"/>
                    <a:pt x="5052" y="10103"/>
                  </a:cubicBezTo>
                  <a:cubicBezTo>
                    <a:pt x="7838" y="10103"/>
                    <a:pt x="10105" y="7837"/>
                    <a:pt x="10105" y="5052"/>
                  </a:cubicBezTo>
                  <a:cubicBezTo>
                    <a:pt x="10105" y="2266"/>
                    <a:pt x="7839" y="0"/>
                    <a:pt x="505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2" name="Google Shape;4582;p54"/>
            <p:cNvSpPr/>
            <p:nvPr/>
          </p:nvSpPr>
          <p:spPr>
            <a:xfrm>
              <a:off x="5044497" y="2523057"/>
              <a:ext cx="387698" cy="383306"/>
            </a:xfrm>
            <a:custGeom>
              <a:rect b="b" l="l" r="r" t="t"/>
              <a:pathLst>
                <a:path extrusionOk="0" h="19025" w="19243">
                  <a:moveTo>
                    <a:pt x="11944" y="1117"/>
                  </a:moveTo>
                  <a:cubicBezTo>
                    <a:pt x="15352" y="1117"/>
                    <a:pt x="18128" y="3891"/>
                    <a:pt x="18128" y="7300"/>
                  </a:cubicBezTo>
                  <a:cubicBezTo>
                    <a:pt x="18128" y="10710"/>
                    <a:pt x="15352" y="13484"/>
                    <a:pt x="11944" y="13484"/>
                  </a:cubicBezTo>
                  <a:cubicBezTo>
                    <a:pt x="8533" y="13484"/>
                    <a:pt x="5759" y="10709"/>
                    <a:pt x="5759" y="7300"/>
                  </a:cubicBezTo>
                  <a:cubicBezTo>
                    <a:pt x="5759" y="3891"/>
                    <a:pt x="8533" y="1117"/>
                    <a:pt x="11944" y="1117"/>
                  </a:cubicBezTo>
                  <a:close/>
                  <a:moveTo>
                    <a:pt x="6048" y="11599"/>
                  </a:moveTo>
                  <a:cubicBezTo>
                    <a:pt x="6495" y="12209"/>
                    <a:pt x="7033" y="12747"/>
                    <a:pt x="7644" y="13194"/>
                  </a:cubicBezTo>
                  <a:lnTo>
                    <a:pt x="6184" y="14654"/>
                  </a:lnTo>
                  <a:lnTo>
                    <a:pt x="4589" y="13058"/>
                  </a:lnTo>
                  <a:lnTo>
                    <a:pt x="6048" y="11599"/>
                  </a:lnTo>
                  <a:close/>
                  <a:moveTo>
                    <a:pt x="3800" y="13847"/>
                  </a:moveTo>
                  <a:lnTo>
                    <a:pt x="5396" y="15442"/>
                  </a:lnTo>
                  <a:lnTo>
                    <a:pt x="3257" y="17579"/>
                  </a:lnTo>
                  <a:cubicBezTo>
                    <a:pt x="3036" y="17804"/>
                    <a:pt x="2744" y="17917"/>
                    <a:pt x="2452" y="17917"/>
                  </a:cubicBezTo>
                  <a:cubicBezTo>
                    <a:pt x="2163" y="17917"/>
                    <a:pt x="1874" y="17807"/>
                    <a:pt x="1654" y="17586"/>
                  </a:cubicBezTo>
                  <a:cubicBezTo>
                    <a:pt x="1210" y="17144"/>
                    <a:pt x="1214" y="16422"/>
                    <a:pt x="1663" y="15984"/>
                  </a:cubicBezTo>
                  <a:lnTo>
                    <a:pt x="3800" y="13847"/>
                  </a:lnTo>
                  <a:close/>
                  <a:moveTo>
                    <a:pt x="11944" y="0"/>
                  </a:moveTo>
                  <a:cubicBezTo>
                    <a:pt x="7919" y="0"/>
                    <a:pt x="4644" y="3273"/>
                    <a:pt x="4644" y="7298"/>
                  </a:cubicBezTo>
                  <a:cubicBezTo>
                    <a:pt x="4643" y="8455"/>
                    <a:pt x="4918" y="9595"/>
                    <a:pt x="5447" y="10623"/>
                  </a:cubicBezTo>
                  <a:lnTo>
                    <a:pt x="875" y="15196"/>
                  </a:lnTo>
                  <a:cubicBezTo>
                    <a:pt x="1" y="16072"/>
                    <a:pt x="1" y="17491"/>
                    <a:pt x="875" y="18368"/>
                  </a:cubicBezTo>
                  <a:lnTo>
                    <a:pt x="874" y="18368"/>
                  </a:lnTo>
                  <a:cubicBezTo>
                    <a:pt x="1312" y="18806"/>
                    <a:pt x="1886" y="19025"/>
                    <a:pt x="2460" y="19025"/>
                  </a:cubicBezTo>
                  <a:cubicBezTo>
                    <a:pt x="3034" y="19025"/>
                    <a:pt x="3609" y="18806"/>
                    <a:pt x="4047" y="18368"/>
                  </a:cubicBezTo>
                  <a:lnTo>
                    <a:pt x="8618" y="13796"/>
                  </a:lnTo>
                  <a:cubicBezTo>
                    <a:pt x="9644" y="14324"/>
                    <a:pt x="10781" y="14599"/>
                    <a:pt x="11934" y="14599"/>
                  </a:cubicBezTo>
                  <a:cubicBezTo>
                    <a:pt x="11937" y="14599"/>
                    <a:pt x="11940" y="14599"/>
                    <a:pt x="11944" y="14599"/>
                  </a:cubicBezTo>
                  <a:cubicBezTo>
                    <a:pt x="15968" y="14599"/>
                    <a:pt x="19243" y="11324"/>
                    <a:pt x="19243" y="7300"/>
                  </a:cubicBezTo>
                  <a:cubicBezTo>
                    <a:pt x="19243" y="3275"/>
                    <a:pt x="15968" y="0"/>
                    <a:pt x="1194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83" name="Google Shape;4583;p54"/>
          <p:cNvGrpSpPr/>
          <p:nvPr/>
        </p:nvGrpSpPr>
        <p:grpSpPr>
          <a:xfrm>
            <a:off x="1778214" y="2324872"/>
            <a:ext cx="309121" cy="367153"/>
            <a:chOff x="4627021" y="2557952"/>
            <a:chExt cx="323146" cy="383810"/>
          </a:xfrm>
        </p:grpSpPr>
        <p:sp>
          <p:nvSpPr>
            <p:cNvPr id="4584" name="Google Shape;4584;p54"/>
            <p:cNvSpPr/>
            <p:nvPr/>
          </p:nvSpPr>
          <p:spPr>
            <a:xfrm>
              <a:off x="4653374" y="2557952"/>
              <a:ext cx="296793" cy="290386"/>
            </a:xfrm>
            <a:custGeom>
              <a:rect b="b" l="l" r="r" t="t"/>
              <a:pathLst>
                <a:path extrusionOk="0" h="14413" w="14731">
                  <a:moveTo>
                    <a:pt x="11668" y="1118"/>
                  </a:moveTo>
                  <a:cubicBezTo>
                    <a:pt x="12096" y="1118"/>
                    <a:pt x="12525" y="1282"/>
                    <a:pt x="12852" y="1609"/>
                  </a:cubicBezTo>
                  <a:cubicBezTo>
                    <a:pt x="13502" y="2259"/>
                    <a:pt x="13505" y="3314"/>
                    <a:pt x="12856" y="3967"/>
                  </a:cubicBezTo>
                  <a:lnTo>
                    <a:pt x="10825" y="5998"/>
                  </a:lnTo>
                  <a:lnTo>
                    <a:pt x="8461" y="3634"/>
                  </a:lnTo>
                  <a:lnTo>
                    <a:pt x="10492" y="1603"/>
                  </a:lnTo>
                  <a:cubicBezTo>
                    <a:pt x="10817" y="1279"/>
                    <a:pt x="11242" y="1118"/>
                    <a:pt x="11668" y="1118"/>
                  </a:cubicBezTo>
                  <a:close/>
                  <a:moveTo>
                    <a:pt x="6884" y="3634"/>
                  </a:moveTo>
                  <a:cubicBezTo>
                    <a:pt x="7057" y="3807"/>
                    <a:pt x="10655" y="7403"/>
                    <a:pt x="10827" y="7575"/>
                  </a:cubicBezTo>
                  <a:lnTo>
                    <a:pt x="10037" y="8364"/>
                  </a:lnTo>
                  <a:lnTo>
                    <a:pt x="6096" y="4421"/>
                  </a:lnTo>
                  <a:lnTo>
                    <a:pt x="6884" y="3634"/>
                  </a:lnTo>
                  <a:close/>
                  <a:moveTo>
                    <a:pt x="6095" y="5998"/>
                  </a:moveTo>
                  <a:lnTo>
                    <a:pt x="8461" y="8364"/>
                  </a:lnTo>
                  <a:lnTo>
                    <a:pt x="4647" y="12178"/>
                  </a:lnTo>
                  <a:lnTo>
                    <a:pt x="2308" y="13192"/>
                  </a:lnTo>
                  <a:lnTo>
                    <a:pt x="1268" y="12152"/>
                  </a:lnTo>
                  <a:lnTo>
                    <a:pt x="2282" y="9813"/>
                  </a:lnTo>
                  <a:lnTo>
                    <a:pt x="2943" y="9151"/>
                  </a:lnTo>
                  <a:lnTo>
                    <a:pt x="3329" y="9534"/>
                  </a:lnTo>
                  <a:cubicBezTo>
                    <a:pt x="3438" y="9650"/>
                    <a:pt x="3586" y="9709"/>
                    <a:pt x="3734" y="9709"/>
                  </a:cubicBezTo>
                  <a:cubicBezTo>
                    <a:pt x="3877" y="9709"/>
                    <a:pt x="4020" y="9654"/>
                    <a:pt x="4130" y="9544"/>
                  </a:cubicBezTo>
                  <a:cubicBezTo>
                    <a:pt x="4352" y="9320"/>
                    <a:pt x="4343" y="8957"/>
                    <a:pt x="4113" y="8742"/>
                  </a:cubicBezTo>
                  <a:lnTo>
                    <a:pt x="3731" y="8364"/>
                  </a:lnTo>
                  <a:lnTo>
                    <a:pt x="4520" y="7575"/>
                  </a:lnTo>
                  <a:lnTo>
                    <a:pt x="4904" y="7957"/>
                  </a:lnTo>
                  <a:cubicBezTo>
                    <a:pt x="5012" y="8059"/>
                    <a:pt x="5150" y="8110"/>
                    <a:pt x="5288" y="8110"/>
                  </a:cubicBezTo>
                  <a:cubicBezTo>
                    <a:pt x="5431" y="8110"/>
                    <a:pt x="5574" y="8055"/>
                    <a:pt x="5682" y="7945"/>
                  </a:cubicBezTo>
                  <a:cubicBezTo>
                    <a:pt x="5896" y="7730"/>
                    <a:pt x="5899" y="7383"/>
                    <a:pt x="5688" y="7165"/>
                  </a:cubicBezTo>
                  <a:lnTo>
                    <a:pt x="5307" y="6787"/>
                  </a:lnTo>
                  <a:lnTo>
                    <a:pt x="6095" y="5998"/>
                  </a:lnTo>
                  <a:close/>
                  <a:moveTo>
                    <a:pt x="11674" y="0"/>
                  </a:moveTo>
                  <a:cubicBezTo>
                    <a:pt x="10961" y="0"/>
                    <a:pt x="10247" y="272"/>
                    <a:pt x="9703" y="815"/>
                  </a:cubicBezTo>
                  <a:lnTo>
                    <a:pt x="7672" y="2845"/>
                  </a:lnTo>
                  <a:lnTo>
                    <a:pt x="7277" y="2452"/>
                  </a:lnTo>
                  <a:cubicBezTo>
                    <a:pt x="7169" y="2342"/>
                    <a:pt x="7026" y="2288"/>
                    <a:pt x="6884" y="2288"/>
                  </a:cubicBezTo>
                  <a:cubicBezTo>
                    <a:pt x="6741" y="2288"/>
                    <a:pt x="6599" y="2342"/>
                    <a:pt x="6490" y="2452"/>
                  </a:cubicBezTo>
                  <a:lnTo>
                    <a:pt x="4913" y="4027"/>
                  </a:lnTo>
                  <a:cubicBezTo>
                    <a:pt x="4696" y="4245"/>
                    <a:pt x="4696" y="4598"/>
                    <a:pt x="4913" y="4816"/>
                  </a:cubicBezTo>
                  <a:lnTo>
                    <a:pt x="5307" y="5210"/>
                  </a:lnTo>
                  <a:lnTo>
                    <a:pt x="1419" y="9099"/>
                  </a:lnTo>
                  <a:cubicBezTo>
                    <a:pt x="1313" y="9205"/>
                    <a:pt x="1405" y="9033"/>
                    <a:pt x="93" y="12057"/>
                  </a:cubicBezTo>
                  <a:cubicBezTo>
                    <a:pt x="0" y="12266"/>
                    <a:pt x="48" y="12511"/>
                    <a:pt x="210" y="12672"/>
                  </a:cubicBezTo>
                  <a:lnTo>
                    <a:pt x="1786" y="14249"/>
                  </a:lnTo>
                  <a:cubicBezTo>
                    <a:pt x="1892" y="14356"/>
                    <a:pt x="2035" y="14413"/>
                    <a:pt x="2179" y="14413"/>
                  </a:cubicBezTo>
                  <a:cubicBezTo>
                    <a:pt x="2254" y="14413"/>
                    <a:pt x="2330" y="14397"/>
                    <a:pt x="2402" y="14366"/>
                  </a:cubicBezTo>
                  <a:cubicBezTo>
                    <a:pt x="5433" y="13051"/>
                    <a:pt x="5255" y="13145"/>
                    <a:pt x="5360" y="13040"/>
                  </a:cubicBezTo>
                  <a:lnTo>
                    <a:pt x="9248" y="9151"/>
                  </a:lnTo>
                  <a:lnTo>
                    <a:pt x="9643" y="9546"/>
                  </a:lnTo>
                  <a:cubicBezTo>
                    <a:pt x="9751" y="9654"/>
                    <a:pt x="9894" y="9708"/>
                    <a:pt x="10036" y="9708"/>
                  </a:cubicBezTo>
                  <a:cubicBezTo>
                    <a:pt x="10179" y="9708"/>
                    <a:pt x="10321" y="9654"/>
                    <a:pt x="10431" y="9546"/>
                  </a:cubicBezTo>
                  <a:lnTo>
                    <a:pt x="12007" y="7969"/>
                  </a:lnTo>
                  <a:cubicBezTo>
                    <a:pt x="12224" y="7751"/>
                    <a:pt x="12224" y="7398"/>
                    <a:pt x="12007" y="7180"/>
                  </a:cubicBezTo>
                  <a:lnTo>
                    <a:pt x="11613" y="6787"/>
                  </a:lnTo>
                  <a:lnTo>
                    <a:pt x="13644" y="4756"/>
                  </a:lnTo>
                  <a:cubicBezTo>
                    <a:pt x="14730" y="3670"/>
                    <a:pt x="14730" y="1902"/>
                    <a:pt x="13644" y="814"/>
                  </a:cubicBezTo>
                  <a:lnTo>
                    <a:pt x="13644" y="814"/>
                  </a:lnTo>
                  <a:cubicBezTo>
                    <a:pt x="13644" y="814"/>
                    <a:pt x="13645" y="815"/>
                    <a:pt x="13645" y="815"/>
                  </a:cubicBezTo>
                  <a:lnTo>
                    <a:pt x="13644" y="814"/>
                  </a:lnTo>
                  <a:lnTo>
                    <a:pt x="13644" y="814"/>
                  </a:lnTo>
                  <a:cubicBezTo>
                    <a:pt x="13644" y="814"/>
                    <a:pt x="13644" y="814"/>
                    <a:pt x="13644" y="814"/>
                  </a:cubicBezTo>
                  <a:lnTo>
                    <a:pt x="13644" y="814"/>
                  </a:lnTo>
                  <a:cubicBezTo>
                    <a:pt x="13101" y="271"/>
                    <a:pt x="12388" y="0"/>
                    <a:pt x="1167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5" name="Google Shape;4585;p54"/>
            <p:cNvSpPr/>
            <p:nvPr/>
          </p:nvSpPr>
          <p:spPr>
            <a:xfrm>
              <a:off x="4627021" y="2852891"/>
              <a:ext cx="67958" cy="88871"/>
            </a:xfrm>
            <a:custGeom>
              <a:rect b="b" l="l" r="r" t="t"/>
              <a:pathLst>
                <a:path extrusionOk="0" h="4411" w="3373">
                  <a:moveTo>
                    <a:pt x="1686" y="1398"/>
                  </a:moveTo>
                  <a:cubicBezTo>
                    <a:pt x="1958" y="1756"/>
                    <a:pt x="2244" y="2252"/>
                    <a:pt x="2244" y="2713"/>
                  </a:cubicBezTo>
                  <a:cubicBezTo>
                    <a:pt x="2244" y="3021"/>
                    <a:pt x="1994" y="3270"/>
                    <a:pt x="1686" y="3270"/>
                  </a:cubicBezTo>
                  <a:cubicBezTo>
                    <a:pt x="1379" y="3270"/>
                    <a:pt x="1129" y="3021"/>
                    <a:pt x="1129" y="2713"/>
                  </a:cubicBezTo>
                  <a:cubicBezTo>
                    <a:pt x="1129" y="2252"/>
                    <a:pt x="1414" y="1756"/>
                    <a:pt x="1686" y="1398"/>
                  </a:cubicBezTo>
                  <a:close/>
                  <a:moveTo>
                    <a:pt x="1686" y="1"/>
                  </a:moveTo>
                  <a:cubicBezTo>
                    <a:pt x="1550" y="1"/>
                    <a:pt x="1413" y="50"/>
                    <a:pt x="1305" y="150"/>
                  </a:cubicBezTo>
                  <a:cubicBezTo>
                    <a:pt x="1174" y="274"/>
                    <a:pt x="14" y="1395"/>
                    <a:pt x="14" y="2713"/>
                  </a:cubicBezTo>
                  <a:cubicBezTo>
                    <a:pt x="1" y="3645"/>
                    <a:pt x="752" y="4410"/>
                    <a:pt x="1686" y="4410"/>
                  </a:cubicBezTo>
                  <a:cubicBezTo>
                    <a:pt x="2619" y="4410"/>
                    <a:pt x="3372" y="3645"/>
                    <a:pt x="3359" y="2713"/>
                  </a:cubicBezTo>
                  <a:cubicBezTo>
                    <a:pt x="3359" y="1395"/>
                    <a:pt x="2199" y="274"/>
                    <a:pt x="2066" y="150"/>
                  </a:cubicBezTo>
                  <a:cubicBezTo>
                    <a:pt x="1959" y="50"/>
                    <a:pt x="1823" y="1"/>
                    <a:pt x="168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86" name="Google Shape;4586;p54"/>
          <p:cNvGrpSpPr/>
          <p:nvPr/>
        </p:nvGrpSpPr>
        <p:grpSpPr>
          <a:xfrm>
            <a:off x="986874" y="2371956"/>
            <a:ext cx="376558" cy="272984"/>
            <a:chOff x="4124623" y="2577314"/>
            <a:chExt cx="393642" cy="285369"/>
          </a:xfrm>
        </p:grpSpPr>
        <p:sp>
          <p:nvSpPr>
            <p:cNvPr id="4587" name="Google Shape;4587;p54"/>
            <p:cNvSpPr/>
            <p:nvPr/>
          </p:nvSpPr>
          <p:spPr>
            <a:xfrm>
              <a:off x="4124623" y="2577314"/>
              <a:ext cx="393642" cy="285369"/>
            </a:xfrm>
            <a:custGeom>
              <a:rect b="b" l="l" r="r" t="t"/>
              <a:pathLst>
                <a:path extrusionOk="0" h="14164" w="19538">
                  <a:moveTo>
                    <a:pt x="13701" y="1117"/>
                  </a:moveTo>
                  <a:cubicBezTo>
                    <a:pt x="14514" y="1117"/>
                    <a:pt x="15175" y="1758"/>
                    <a:pt x="15175" y="2546"/>
                  </a:cubicBezTo>
                  <a:cubicBezTo>
                    <a:pt x="15175" y="3248"/>
                    <a:pt x="14658" y="3840"/>
                    <a:pt x="13946" y="3955"/>
                  </a:cubicBezTo>
                  <a:cubicBezTo>
                    <a:pt x="13459" y="4034"/>
                    <a:pt x="13305" y="4662"/>
                    <a:pt x="13703" y="4956"/>
                  </a:cubicBezTo>
                  <a:cubicBezTo>
                    <a:pt x="15432" y="6236"/>
                    <a:pt x="16901" y="7587"/>
                    <a:pt x="17796" y="8456"/>
                  </a:cubicBezTo>
                  <a:lnTo>
                    <a:pt x="8170" y="8456"/>
                  </a:lnTo>
                  <a:cubicBezTo>
                    <a:pt x="7961" y="6980"/>
                    <a:pt x="6947" y="5742"/>
                    <a:pt x="5541" y="5243"/>
                  </a:cubicBezTo>
                  <a:cubicBezTo>
                    <a:pt x="5480" y="5222"/>
                    <a:pt x="5418" y="5212"/>
                    <a:pt x="5357" y="5212"/>
                  </a:cubicBezTo>
                  <a:cubicBezTo>
                    <a:pt x="5126" y="5212"/>
                    <a:pt x="4910" y="5355"/>
                    <a:pt x="4830" y="5584"/>
                  </a:cubicBezTo>
                  <a:cubicBezTo>
                    <a:pt x="4727" y="5875"/>
                    <a:pt x="4879" y="6194"/>
                    <a:pt x="5170" y="6297"/>
                  </a:cubicBezTo>
                  <a:cubicBezTo>
                    <a:pt x="6130" y="6638"/>
                    <a:pt x="6840" y="7458"/>
                    <a:pt x="7039" y="8458"/>
                  </a:cubicBezTo>
                  <a:lnTo>
                    <a:pt x="2095" y="8458"/>
                  </a:lnTo>
                  <a:cubicBezTo>
                    <a:pt x="80" y="4638"/>
                    <a:pt x="2074" y="1543"/>
                    <a:pt x="5930" y="1543"/>
                  </a:cubicBezTo>
                  <a:cubicBezTo>
                    <a:pt x="7423" y="1543"/>
                    <a:pt x="9203" y="2139"/>
                    <a:pt x="11225" y="3314"/>
                  </a:cubicBezTo>
                  <a:cubicBezTo>
                    <a:pt x="11280" y="3496"/>
                    <a:pt x="11353" y="3674"/>
                    <a:pt x="11443" y="3843"/>
                  </a:cubicBezTo>
                  <a:cubicBezTo>
                    <a:pt x="11543" y="4032"/>
                    <a:pt x="11737" y="4140"/>
                    <a:pt x="11937" y="4140"/>
                  </a:cubicBezTo>
                  <a:cubicBezTo>
                    <a:pt x="12026" y="4140"/>
                    <a:pt x="12115" y="4119"/>
                    <a:pt x="12199" y="4075"/>
                  </a:cubicBezTo>
                  <a:cubicBezTo>
                    <a:pt x="12471" y="3930"/>
                    <a:pt x="12576" y="3592"/>
                    <a:pt x="12431" y="3320"/>
                  </a:cubicBezTo>
                  <a:cubicBezTo>
                    <a:pt x="11825" y="2177"/>
                    <a:pt x="12662" y="1117"/>
                    <a:pt x="13701" y="1117"/>
                  </a:cubicBezTo>
                  <a:close/>
                  <a:moveTo>
                    <a:pt x="13701" y="1"/>
                  </a:moveTo>
                  <a:cubicBezTo>
                    <a:pt x="12496" y="1"/>
                    <a:pt x="11431" y="828"/>
                    <a:pt x="11168" y="2002"/>
                  </a:cubicBezTo>
                  <a:cubicBezTo>
                    <a:pt x="9221" y="956"/>
                    <a:pt x="7462" y="425"/>
                    <a:pt x="5930" y="425"/>
                  </a:cubicBezTo>
                  <a:cubicBezTo>
                    <a:pt x="2253" y="425"/>
                    <a:pt x="1" y="2846"/>
                    <a:pt x="188" y="5913"/>
                  </a:cubicBezTo>
                  <a:cubicBezTo>
                    <a:pt x="289" y="7570"/>
                    <a:pt x="1176" y="9181"/>
                    <a:pt x="1324" y="9364"/>
                  </a:cubicBezTo>
                  <a:cubicBezTo>
                    <a:pt x="3419" y="12901"/>
                    <a:pt x="8920" y="14164"/>
                    <a:pt x="13392" y="14164"/>
                  </a:cubicBezTo>
                  <a:cubicBezTo>
                    <a:pt x="13700" y="14164"/>
                    <a:pt x="13949" y="13913"/>
                    <a:pt x="13949" y="13605"/>
                  </a:cubicBezTo>
                  <a:cubicBezTo>
                    <a:pt x="13949" y="13297"/>
                    <a:pt x="13700" y="13046"/>
                    <a:pt x="13392" y="13046"/>
                  </a:cubicBezTo>
                  <a:cubicBezTo>
                    <a:pt x="9886" y="13046"/>
                    <a:pt x="5139" y="12199"/>
                    <a:pt x="2849" y="9574"/>
                  </a:cubicBezTo>
                  <a:lnTo>
                    <a:pt x="18347" y="9574"/>
                  </a:lnTo>
                  <a:cubicBezTo>
                    <a:pt x="19138" y="9574"/>
                    <a:pt x="19537" y="8616"/>
                    <a:pt x="18977" y="8056"/>
                  </a:cubicBezTo>
                  <a:lnTo>
                    <a:pt x="18978" y="8056"/>
                  </a:lnTo>
                  <a:cubicBezTo>
                    <a:pt x="18253" y="7330"/>
                    <a:pt x="16865" y="6001"/>
                    <a:pt x="15154" y="4657"/>
                  </a:cubicBezTo>
                  <a:cubicBezTo>
                    <a:pt x="15864" y="4191"/>
                    <a:pt x="16291" y="3396"/>
                    <a:pt x="16291" y="2546"/>
                  </a:cubicBezTo>
                  <a:cubicBezTo>
                    <a:pt x="16291" y="1142"/>
                    <a:pt x="15130" y="1"/>
                    <a:pt x="1370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8" name="Google Shape;4588;p54"/>
            <p:cNvSpPr/>
            <p:nvPr/>
          </p:nvSpPr>
          <p:spPr>
            <a:xfrm>
              <a:off x="4376627" y="2700455"/>
              <a:ext cx="24076" cy="23149"/>
            </a:xfrm>
            <a:custGeom>
              <a:rect b="b" l="l" r="r" t="t"/>
              <a:pathLst>
                <a:path extrusionOk="0" h="1149" w="1195">
                  <a:moveTo>
                    <a:pt x="620" y="0"/>
                  </a:moveTo>
                  <a:cubicBezTo>
                    <a:pt x="470" y="0"/>
                    <a:pt x="324" y="59"/>
                    <a:pt x="214" y="168"/>
                  </a:cubicBezTo>
                  <a:cubicBezTo>
                    <a:pt x="50" y="333"/>
                    <a:pt x="0" y="579"/>
                    <a:pt x="89" y="795"/>
                  </a:cubicBezTo>
                  <a:cubicBezTo>
                    <a:pt x="178" y="1008"/>
                    <a:pt x="388" y="1149"/>
                    <a:pt x="619" y="1149"/>
                  </a:cubicBezTo>
                  <a:cubicBezTo>
                    <a:pt x="936" y="1149"/>
                    <a:pt x="1193" y="892"/>
                    <a:pt x="1193" y="575"/>
                  </a:cubicBezTo>
                  <a:cubicBezTo>
                    <a:pt x="1195" y="342"/>
                    <a:pt x="1054" y="133"/>
                    <a:pt x="840" y="44"/>
                  </a:cubicBezTo>
                  <a:cubicBezTo>
                    <a:pt x="769" y="15"/>
                    <a:pt x="694" y="0"/>
                    <a:pt x="62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89" name="Google Shape;4589;p54"/>
          <p:cNvSpPr/>
          <p:nvPr/>
        </p:nvSpPr>
        <p:spPr>
          <a:xfrm>
            <a:off x="990464" y="2876823"/>
            <a:ext cx="369377" cy="367325"/>
          </a:xfrm>
          <a:custGeom>
            <a:rect b="b" l="l" r="r" t="t"/>
            <a:pathLst>
              <a:path extrusionOk="0" h="19062" w="19171">
                <a:moveTo>
                  <a:pt x="14585" y="3753"/>
                </a:moveTo>
                <a:lnTo>
                  <a:pt x="15377" y="4543"/>
                </a:lnTo>
                <a:lnTo>
                  <a:pt x="14320" y="5598"/>
                </a:lnTo>
                <a:lnTo>
                  <a:pt x="13530" y="4808"/>
                </a:lnTo>
                <a:lnTo>
                  <a:pt x="14585" y="3753"/>
                </a:lnTo>
                <a:close/>
                <a:moveTo>
                  <a:pt x="11153" y="4551"/>
                </a:moveTo>
                <a:cubicBezTo>
                  <a:pt x="11487" y="4551"/>
                  <a:pt x="11821" y="4678"/>
                  <a:pt x="12076" y="4933"/>
                </a:cubicBezTo>
                <a:lnTo>
                  <a:pt x="14183" y="7042"/>
                </a:lnTo>
                <a:cubicBezTo>
                  <a:pt x="14642" y="7499"/>
                  <a:pt x="14694" y="8226"/>
                  <a:pt x="14305" y="8746"/>
                </a:cubicBezTo>
                <a:lnTo>
                  <a:pt x="13926" y="8366"/>
                </a:lnTo>
                <a:cubicBezTo>
                  <a:pt x="13817" y="8257"/>
                  <a:pt x="13674" y="8202"/>
                  <a:pt x="13531" y="8202"/>
                </a:cubicBezTo>
                <a:cubicBezTo>
                  <a:pt x="13387" y="8202"/>
                  <a:pt x="13244" y="8257"/>
                  <a:pt x="13135" y="8366"/>
                </a:cubicBezTo>
                <a:cubicBezTo>
                  <a:pt x="12917" y="8584"/>
                  <a:pt x="12917" y="8937"/>
                  <a:pt x="13135" y="9157"/>
                </a:cubicBezTo>
                <a:lnTo>
                  <a:pt x="13524" y="9545"/>
                </a:lnTo>
                <a:lnTo>
                  <a:pt x="12733" y="10336"/>
                </a:lnTo>
                <a:lnTo>
                  <a:pt x="12345" y="9947"/>
                </a:lnTo>
                <a:cubicBezTo>
                  <a:pt x="12236" y="9838"/>
                  <a:pt x="12092" y="9784"/>
                  <a:pt x="11949" y="9784"/>
                </a:cubicBezTo>
                <a:cubicBezTo>
                  <a:pt x="11806" y="9784"/>
                  <a:pt x="11663" y="9838"/>
                  <a:pt x="11554" y="9947"/>
                </a:cubicBezTo>
                <a:cubicBezTo>
                  <a:pt x="11336" y="10165"/>
                  <a:pt x="11336" y="10520"/>
                  <a:pt x="11554" y="10738"/>
                </a:cubicBezTo>
                <a:lnTo>
                  <a:pt x="11943" y="11126"/>
                </a:lnTo>
                <a:lnTo>
                  <a:pt x="11152" y="11917"/>
                </a:lnTo>
                <a:lnTo>
                  <a:pt x="7199" y="7964"/>
                </a:lnTo>
                <a:lnTo>
                  <a:pt x="10230" y="4933"/>
                </a:lnTo>
                <a:cubicBezTo>
                  <a:pt x="10485" y="4678"/>
                  <a:pt x="10819" y="4551"/>
                  <a:pt x="11153" y="4551"/>
                </a:cubicBezTo>
                <a:close/>
                <a:moveTo>
                  <a:pt x="6410" y="8753"/>
                </a:moveTo>
                <a:lnTo>
                  <a:pt x="10363" y="12706"/>
                </a:lnTo>
                <a:lnTo>
                  <a:pt x="9581" y="13489"/>
                </a:lnTo>
                <a:lnTo>
                  <a:pt x="9193" y="13101"/>
                </a:lnTo>
                <a:cubicBezTo>
                  <a:pt x="9083" y="12987"/>
                  <a:pt x="8937" y="12930"/>
                  <a:pt x="8791" y="12930"/>
                </a:cubicBezTo>
                <a:cubicBezTo>
                  <a:pt x="8648" y="12930"/>
                  <a:pt x="8506" y="12985"/>
                  <a:pt x="8396" y="13093"/>
                </a:cubicBezTo>
                <a:cubicBezTo>
                  <a:pt x="8177" y="13314"/>
                  <a:pt x="8180" y="13673"/>
                  <a:pt x="8402" y="13890"/>
                </a:cubicBezTo>
                <a:lnTo>
                  <a:pt x="8792" y="14278"/>
                </a:lnTo>
                <a:lnTo>
                  <a:pt x="7201" y="15870"/>
                </a:lnTo>
                <a:lnTo>
                  <a:pt x="3248" y="11916"/>
                </a:lnTo>
                <a:lnTo>
                  <a:pt x="6410" y="8753"/>
                </a:lnTo>
                <a:close/>
                <a:moveTo>
                  <a:pt x="4038" y="14287"/>
                </a:moveTo>
                <a:lnTo>
                  <a:pt x="4829" y="15078"/>
                </a:lnTo>
                <a:lnTo>
                  <a:pt x="3248" y="16659"/>
                </a:lnTo>
                <a:lnTo>
                  <a:pt x="2457" y="15868"/>
                </a:lnTo>
                <a:lnTo>
                  <a:pt x="4038" y="14287"/>
                </a:lnTo>
                <a:close/>
                <a:moveTo>
                  <a:pt x="18557" y="1"/>
                </a:moveTo>
                <a:cubicBezTo>
                  <a:pt x="18415" y="1"/>
                  <a:pt x="18272" y="55"/>
                  <a:pt x="18163" y="164"/>
                </a:cubicBezTo>
                <a:lnTo>
                  <a:pt x="15370" y="2958"/>
                </a:lnTo>
                <a:lnTo>
                  <a:pt x="14980" y="2567"/>
                </a:lnTo>
                <a:cubicBezTo>
                  <a:pt x="14870" y="2458"/>
                  <a:pt x="14727" y="2404"/>
                  <a:pt x="14584" y="2404"/>
                </a:cubicBezTo>
                <a:cubicBezTo>
                  <a:pt x="14441" y="2404"/>
                  <a:pt x="14299" y="2458"/>
                  <a:pt x="14190" y="2567"/>
                </a:cubicBezTo>
                <a:lnTo>
                  <a:pt x="12735" y="4023"/>
                </a:lnTo>
                <a:cubicBezTo>
                  <a:pt x="12281" y="3632"/>
                  <a:pt x="11716" y="3436"/>
                  <a:pt x="11152" y="3436"/>
                </a:cubicBezTo>
                <a:cubicBezTo>
                  <a:pt x="10532" y="3436"/>
                  <a:pt x="9913" y="3671"/>
                  <a:pt x="9441" y="4143"/>
                </a:cubicBezTo>
                <a:lnTo>
                  <a:pt x="2457" y="11126"/>
                </a:lnTo>
                <a:lnTo>
                  <a:pt x="2061" y="10730"/>
                </a:lnTo>
                <a:cubicBezTo>
                  <a:pt x="1953" y="10625"/>
                  <a:pt x="1813" y="10573"/>
                  <a:pt x="1673" y="10573"/>
                </a:cubicBezTo>
                <a:cubicBezTo>
                  <a:pt x="1530" y="10573"/>
                  <a:pt x="1387" y="10628"/>
                  <a:pt x="1278" y="10736"/>
                </a:cubicBezTo>
                <a:cubicBezTo>
                  <a:pt x="1063" y="10953"/>
                  <a:pt x="1060" y="11301"/>
                  <a:pt x="1272" y="11521"/>
                </a:cubicBezTo>
                <a:lnTo>
                  <a:pt x="3249" y="13498"/>
                </a:lnTo>
                <a:lnTo>
                  <a:pt x="1666" y="15079"/>
                </a:lnTo>
                <a:lnTo>
                  <a:pt x="1007" y="14420"/>
                </a:lnTo>
                <a:cubicBezTo>
                  <a:pt x="898" y="14311"/>
                  <a:pt x="756" y="14257"/>
                  <a:pt x="613" y="14257"/>
                </a:cubicBezTo>
                <a:cubicBezTo>
                  <a:pt x="470" y="14257"/>
                  <a:pt x="327" y="14311"/>
                  <a:pt x="218" y="14420"/>
                </a:cubicBezTo>
                <a:cubicBezTo>
                  <a:pt x="0" y="14639"/>
                  <a:pt x="0" y="14991"/>
                  <a:pt x="218" y="15209"/>
                </a:cubicBezTo>
                <a:lnTo>
                  <a:pt x="3907" y="18898"/>
                </a:lnTo>
                <a:cubicBezTo>
                  <a:pt x="4016" y="19007"/>
                  <a:pt x="4159" y="19061"/>
                  <a:pt x="4301" y="19061"/>
                </a:cubicBezTo>
                <a:cubicBezTo>
                  <a:pt x="4444" y="19061"/>
                  <a:pt x="4587" y="19007"/>
                  <a:pt x="4696" y="18898"/>
                </a:cubicBezTo>
                <a:cubicBezTo>
                  <a:pt x="4914" y="18680"/>
                  <a:pt x="4914" y="18327"/>
                  <a:pt x="4697" y="18109"/>
                </a:cubicBezTo>
                <a:lnTo>
                  <a:pt x="4038" y="17450"/>
                </a:lnTo>
                <a:lnTo>
                  <a:pt x="5619" y="15868"/>
                </a:lnTo>
                <a:cubicBezTo>
                  <a:pt x="5619" y="15868"/>
                  <a:pt x="6805" y="17054"/>
                  <a:pt x="6806" y="17054"/>
                </a:cubicBezTo>
                <a:cubicBezTo>
                  <a:pt x="6806" y="17054"/>
                  <a:pt x="6806" y="17054"/>
                  <a:pt x="6806" y="17054"/>
                </a:cubicBezTo>
                <a:lnTo>
                  <a:pt x="7595" y="17844"/>
                </a:lnTo>
                <a:cubicBezTo>
                  <a:pt x="7704" y="17953"/>
                  <a:pt x="7847" y="18008"/>
                  <a:pt x="7990" y="18008"/>
                </a:cubicBezTo>
                <a:cubicBezTo>
                  <a:pt x="8134" y="18008"/>
                  <a:pt x="8277" y="17953"/>
                  <a:pt x="8386" y="17844"/>
                </a:cubicBezTo>
                <a:cubicBezTo>
                  <a:pt x="8604" y="17626"/>
                  <a:pt x="8604" y="17273"/>
                  <a:pt x="8386" y="17055"/>
                </a:cubicBezTo>
                <a:lnTo>
                  <a:pt x="7990" y="16659"/>
                </a:lnTo>
                <a:cubicBezTo>
                  <a:pt x="8040" y="16609"/>
                  <a:pt x="8083" y="16566"/>
                  <a:pt x="8121" y="16528"/>
                </a:cubicBezTo>
                <a:lnTo>
                  <a:pt x="8121" y="16528"/>
                </a:lnTo>
                <a:cubicBezTo>
                  <a:pt x="8121" y="16528"/>
                  <a:pt x="9073" y="15576"/>
                  <a:pt x="14974" y="9675"/>
                </a:cubicBezTo>
                <a:cubicBezTo>
                  <a:pt x="15870" y="8779"/>
                  <a:pt x="15914" y="7345"/>
                  <a:pt x="15104" y="6395"/>
                </a:cubicBezTo>
                <a:lnTo>
                  <a:pt x="16561" y="4938"/>
                </a:lnTo>
                <a:cubicBezTo>
                  <a:pt x="16779" y="4720"/>
                  <a:pt x="16779" y="4365"/>
                  <a:pt x="16561" y="4147"/>
                </a:cubicBezTo>
                <a:lnTo>
                  <a:pt x="16159" y="3747"/>
                </a:lnTo>
                <a:lnTo>
                  <a:pt x="18953" y="953"/>
                </a:lnTo>
                <a:cubicBezTo>
                  <a:pt x="19170" y="735"/>
                  <a:pt x="19170" y="381"/>
                  <a:pt x="18953" y="163"/>
                </a:cubicBezTo>
                <a:lnTo>
                  <a:pt x="18952" y="164"/>
                </a:lnTo>
                <a:cubicBezTo>
                  <a:pt x="18843" y="55"/>
                  <a:pt x="18700" y="1"/>
                  <a:pt x="1855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0" name="Google Shape;4590;p54"/>
          <p:cNvSpPr/>
          <p:nvPr/>
        </p:nvSpPr>
        <p:spPr>
          <a:xfrm>
            <a:off x="1747537" y="2880745"/>
            <a:ext cx="370475" cy="359482"/>
          </a:xfrm>
          <a:custGeom>
            <a:rect b="b" l="l" r="r" t="t"/>
            <a:pathLst>
              <a:path extrusionOk="0" h="18655" w="19228">
                <a:moveTo>
                  <a:pt x="11142" y="8556"/>
                </a:moveTo>
                <a:cubicBezTo>
                  <a:pt x="11434" y="8556"/>
                  <a:pt x="11721" y="8670"/>
                  <a:pt x="11936" y="8884"/>
                </a:cubicBezTo>
                <a:cubicBezTo>
                  <a:pt x="12256" y="9204"/>
                  <a:pt x="12351" y="9687"/>
                  <a:pt x="12178" y="10105"/>
                </a:cubicBezTo>
                <a:cubicBezTo>
                  <a:pt x="12005" y="10525"/>
                  <a:pt x="11597" y="10797"/>
                  <a:pt x="11142" y="10797"/>
                </a:cubicBezTo>
                <a:cubicBezTo>
                  <a:pt x="10524" y="10797"/>
                  <a:pt x="10023" y="10295"/>
                  <a:pt x="10021" y="9677"/>
                </a:cubicBezTo>
                <a:cubicBezTo>
                  <a:pt x="10021" y="9224"/>
                  <a:pt x="10295" y="8814"/>
                  <a:pt x="10713" y="8641"/>
                </a:cubicBezTo>
                <a:cubicBezTo>
                  <a:pt x="10852" y="8583"/>
                  <a:pt x="10998" y="8556"/>
                  <a:pt x="11142" y="8556"/>
                </a:cubicBezTo>
                <a:close/>
                <a:moveTo>
                  <a:pt x="15850" y="1969"/>
                </a:moveTo>
                <a:lnTo>
                  <a:pt x="17472" y="4917"/>
                </a:lnTo>
                <a:lnTo>
                  <a:pt x="12301" y="7762"/>
                </a:lnTo>
                <a:cubicBezTo>
                  <a:pt x="11932" y="7538"/>
                  <a:pt x="11537" y="7437"/>
                  <a:pt x="11151" y="7437"/>
                </a:cubicBezTo>
                <a:cubicBezTo>
                  <a:pt x="10001" y="7437"/>
                  <a:pt x="8932" y="8343"/>
                  <a:pt x="8905" y="9630"/>
                </a:cubicBezTo>
                <a:lnTo>
                  <a:pt x="6678" y="10857"/>
                </a:lnTo>
                <a:cubicBezTo>
                  <a:pt x="6493" y="10521"/>
                  <a:pt x="5244" y="8249"/>
                  <a:pt x="5057" y="7910"/>
                </a:cubicBezTo>
                <a:lnTo>
                  <a:pt x="15850" y="1969"/>
                </a:lnTo>
                <a:close/>
                <a:moveTo>
                  <a:pt x="4619" y="9431"/>
                </a:moveTo>
                <a:lnTo>
                  <a:pt x="5160" y="10415"/>
                </a:lnTo>
                <a:lnTo>
                  <a:pt x="2216" y="12036"/>
                </a:lnTo>
                <a:lnTo>
                  <a:pt x="1673" y="11051"/>
                </a:lnTo>
                <a:lnTo>
                  <a:pt x="4619" y="9431"/>
                </a:lnTo>
                <a:close/>
                <a:moveTo>
                  <a:pt x="15712" y="0"/>
                </a:moveTo>
                <a:cubicBezTo>
                  <a:pt x="15621" y="0"/>
                  <a:pt x="15529" y="23"/>
                  <a:pt x="15443" y="70"/>
                </a:cubicBezTo>
                <a:cubicBezTo>
                  <a:pt x="15173" y="218"/>
                  <a:pt x="15074" y="557"/>
                  <a:pt x="15222" y="828"/>
                </a:cubicBezTo>
                <a:lnTo>
                  <a:pt x="15313" y="992"/>
                </a:lnTo>
                <a:lnTo>
                  <a:pt x="4031" y="7202"/>
                </a:lnTo>
                <a:cubicBezTo>
                  <a:pt x="3761" y="7350"/>
                  <a:pt x="3662" y="7690"/>
                  <a:pt x="3812" y="7959"/>
                </a:cubicBezTo>
                <a:lnTo>
                  <a:pt x="4082" y="8453"/>
                </a:lnTo>
                <a:lnTo>
                  <a:pt x="1135" y="10074"/>
                </a:lnTo>
                <a:cubicBezTo>
                  <a:pt x="1035" y="9884"/>
                  <a:pt x="841" y="9775"/>
                  <a:pt x="640" y="9775"/>
                </a:cubicBezTo>
                <a:cubicBezTo>
                  <a:pt x="550" y="9775"/>
                  <a:pt x="458" y="9797"/>
                  <a:pt x="373" y="9844"/>
                </a:cubicBezTo>
                <a:cubicBezTo>
                  <a:pt x="99" y="9995"/>
                  <a:pt x="1" y="10340"/>
                  <a:pt x="156" y="10612"/>
                </a:cubicBezTo>
                <a:cubicBezTo>
                  <a:pt x="340" y="10947"/>
                  <a:pt x="1586" y="13211"/>
                  <a:pt x="1776" y="13555"/>
                </a:cubicBezTo>
                <a:cubicBezTo>
                  <a:pt x="1876" y="13744"/>
                  <a:pt x="2069" y="13852"/>
                  <a:pt x="2269" y="13852"/>
                </a:cubicBezTo>
                <a:cubicBezTo>
                  <a:pt x="2360" y="13852"/>
                  <a:pt x="2453" y="13829"/>
                  <a:pt x="2538" y="13782"/>
                </a:cubicBezTo>
                <a:cubicBezTo>
                  <a:pt x="2812" y="13631"/>
                  <a:pt x="2909" y="13286"/>
                  <a:pt x="2754" y="13015"/>
                </a:cubicBezTo>
                <a:lnTo>
                  <a:pt x="5699" y="11394"/>
                </a:lnTo>
                <a:lnTo>
                  <a:pt x="5970" y="11885"/>
                </a:lnTo>
                <a:cubicBezTo>
                  <a:pt x="6071" y="12071"/>
                  <a:pt x="6262" y="12175"/>
                  <a:pt x="6460" y="12175"/>
                </a:cubicBezTo>
                <a:cubicBezTo>
                  <a:pt x="6550" y="12175"/>
                  <a:pt x="6642" y="12153"/>
                  <a:pt x="6728" y="12107"/>
                </a:cubicBezTo>
                <a:lnTo>
                  <a:pt x="9182" y="10756"/>
                </a:lnTo>
                <a:cubicBezTo>
                  <a:pt x="9282" y="10935"/>
                  <a:pt x="9406" y="11101"/>
                  <a:pt x="9551" y="11247"/>
                </a:cubicBezTo>
                <a:lnTo>
                  <a:pt x="5626" y="17789"/>
                </a:lnTo>
                <a:cubicBezTo>
                  <a:pt x="5451" y="18055"/>
                  <a:pt x="5533" y="18412"/>
                  <a:pt x="5805" y="18575"/>
                </a:cubicBezTo>
                <a:cubicBezTo>
                  <a:pt x="5895" y="18629"/>
                  <a:pt x="5994" y="18654"/>
                  <a:pt x="6092" y="18654"/>
                </a:cubicBezTo>
                <a:cubicBezTo>
                  <a:pt x="6289" y="18654"/>
                  <a:pt x="6481" y="18550"/>
                  <a:pt x="6583" y="18363"/>
                </a:cubicBezTo>
                <a:lnTo>
                  <a:pt x="10506" y="11823"/>
                </a:lnTo>
                <a:cubicBezTo>
                  <a:pt x="10713" y="11884"/>
                  <a:pt x="10926" y="11915"/>
                  <a:pt x="11139" y="11915"/>
                </a:cubicBezTo>
                <a:cubicBezTo>
                  <a:pt x="11351" y="11915"/>
                  <a:pt x="11563" y="11884"/>
                  <a:pt x="11769" y="11824"/>
                </a:cubicBezTo>
                <a:lnTo>
                  <a:pt x="15653" y="18361"/>
                </a:lnTo>
                <a:cubicBezTo>
                  <a:pt x="15757" y="18537"/>
                  <a:pt x="15943" y="18635"/>
                  <a:pt x="16134" y="18635"/>
                </a:cubicBezTo>
                <a:cubicBezTo>
                  <a:pt x="16231" y="18635"/>
                  <a:pt x="16330" y="18610"/>
                  <a:pt x="16419" y="18557"/>
                </a:cubicBezTo>
                <a:cubicBezTo>
                  <a:pt x="16684" y="18398"/>
                  <a:pt x="16772" y="18055"/>
                  <a:pt x="16615" y="17790"/>
                </a:cubicBezTo>
                <a:lnTo>
                  <a:pt x="12729" y="11253"/>
                </a:lnTo>
                <a:cubicBezTo>
                  <a:pt x="13430" y="10549"/>
                  <a:pt x="13583" y="9467"/>
                  <a:pt x="13103" y="8596"/>
                </a:cubicBezTo>
                <a:lnTo>
                  <a:pt x="18011" y="5895"/>
                </a:lnTo>
                <a:lnTo>
                  <a:pt x="18101" y="6060"/>
                </a:lnTo>
                <a:cubicBezTo>
                  <a:pt x="18203" y="6245"/>
                  <a:pt x="18395" y="6350"/>
                  <a:pt x="18592" y="6350"/>
                </a:cubicBezTo>
                <a:cubicBezTo>
                  <a:pt x="18683" y="6350"/>
                  <a:pt x="18775" y="6328"/>
                  <a:pt x="18860" y="6281"/>
                </a:cubicBezTo>
                <a:cubicBezTo>
                  <a:pt x="19129" y="6132"/>
                  <a:pt x="19228" y="5792"/>
                  <a:pt x="19080" y="5522"/>
                </a:cubicBezTo>
                <a:lnTo>
                  <a:pt x="19081" y="5522"/>
                </a:lnTo>
                <a:lnTo>
                  <a:pt x="16201" y="290"/>
                </a:lnTo>
                <a:cubicBezTo>
                  <a:pt x="16100" y="105"/>
                  <a:pt x="15909" y="0"/>
                  <a:pt x="1571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591" name="Google Shape;4591;p54"/>
          <p:cNvGrpSpPr/>
          <p:nvPr/>
        </p:nvGrpSpPr>
        <p:grpSpPr>
          <a:xfrm>
            <a:off x="2493443" y="2877931"/>
            <a:ext cx="374765" cy="365110"/>
            <a:chOff x="2664453" y="2500753"/>
            <a:chExt cx="391768" cy="381674"/>
          </a:xfrm>
        </p:grpSpPr>
        <p:sp>
          <p:nvSpPr>
            <p:cNvPr id="4592" name="Google Shape;4592;p54"/>
            <p:cNvSpPr/>
            <p:nvPr/>
          </p:nvSpPr>
          <p:spPr>
            <a:xfrm>
              <a:off x="2664453" y="2500753"/>
              <a:ext cx="391768" cy="381674"/>
            </a:xfrm>
            <a:custGeom>
              <a:rect b="b" l="l" r="r" t="t"/>
              <a:pathLst>
                <a:path extrusionOk="0" h="18944" w="19445">
                  <a:moveTo>
                    <a:pt x="16377" y="1117"/>
                  </a:moveTo>
                  <a:cubicBezTo>
                    <a:pt x="16762" y="1117"/>
                    <a:pt x="17148" y="1252"/>
                    <a:pt x="17459" y="1526"/>
                  </a:cubicBezTo>
                  <a:cubicBezTo>
                    <a:pt x="18136" y="2124"/>
                    <a:pt x="18199" y="3158"/>
                    <a:pt x="17603" y="3835"/>
                  </a:cubicBezTo>
                  <a:lnTo>
                    <a:pt x="10053" y="12388"/>
                  </a:lnTo>
                  <a:lnTo>
                    <a:pt x="7602" y="10224"/>
                  </a:lnTo>
                  <a:lnTo>
                    <a:pt x="15152" y="1669"/>
                  </a:lnTo>
                  <a:cubicBezTo>
                    <a:pt x="15475" y="1304"/>
                    <a:pt x="15925" y="1117"/>
                    <a:pt x="16377" y="1117"/>
                  </a:cubicBezTo>
                  <a:close/>
                  <a:moveTo>
                    <a:pt x="6862" y="11061"/>
                  </a:moveTo>
                  <a:lnTo>
                    <a:pt x="8474" y="12485"/>
                  </a:lnTo>
                  <a:lnTo>
                    <a:pt x="7859" y="13183"/>
                  </a:lnTo>
                  <a:cubicBezTo>
                    <a:pt x="7760" y="13295"/>
                    <a:pt x="7711" y="13440"/>
                    <a:pt x="7720" y="13588"/>
                  </a:cubicBezTo>
                  <a:lnTo>
                    <a:pt x="7803" y="14935"/>
                  </a:lnTo>
                  <a:lnTo>
                    <a:pt x="6396" y="16531"/>
                  </a:lnTo>
                  <a:cubicBezTo>
                    <a:pt x="5636" y="17391"/>
                    <a:pt x="4581" y="17826"/>
                    <a:pt x="3525" y="17826"/>
                  </a:cubicBezTo>
                  <a:cubicBezTo>
                    <a:pt x="2799" y="17826"/>
                    <a:pt x="2071" y="17620"/>
                    <a:pt x="1438" y="17206"/>
                  </a:cubicBezTo>
                  <a:lnTo>
                    <a:pt x="6862" y="11061"/>
                  </a:lnTo>
                  <a:close/>
                  <a:moveTo>
                    <a:pt x="16379" y="1"/>
                  </a:moveTo>
                  <a:cubicBezTo>
                    <a:pt x="15617" y="1"/>
                    <a:pt x="14858" y="316"/>
                    <a:pt x="14313" y="933"/>
                  </a:cubicBezTo>
                  <a:lnTo>
                    <a:pt x="205" y="16916"/>
                  </a:lnTo>
                  <a:cubicBezTo>
                    <a:pt x="1" y="17148"/>
                    <a:pt x="23" y="17501"/>
                    <a:pt x="255" y="17705"/>
                  </a:cubicBezTo>
                  <a:cubicBezTo>
                    <a:pt x="1195" y="18535"/>
                    <a:pt x="2362" y="18943"/>
                    <a:pt x="3524" y="18943"/>
                  </a:cubicBezTo>
                  <a:cubicBezTo>
                    <a:pt x="4893" y="18943"/>
                    <a:pt x="6255" y="18378"/>
                    <a:pt x="7233" y="17270"/>
                  </a:cubicBezTo>
                  <a:lnTo>
                    <a:pt x="8794" y="15501"/>
                  </a:lnTo>
                  <a:cubicBezTo>
                    <a:pt x="8891" y="15390"/>
                    <a:pt x="8942" y="15245"/>
                    <a:pt x="8933" y="15097"/>
                  </a:cubicBezTo>
                  <a:lnTo>
                    <a:pt x="8850" y="13749"/>
                  </a:lnTo>
                  <a:lnTo>
                    <a:pt x="9313" y="13225"/>
                  </a:lnTo>
                  <a:lnTo>
                    <a:pt x="9731" y="13595"/>
                  </a:lnTo>
                  <a:cubicBezTo>
                    <a:pt x="9838" y="13689"/>
                    <a:pt x="9969" y="13734"/>
                    <a:pt x="10101" y="13734"/>
                  </a:cubicBezTo>
                  <a:cubicBezTo>
                    <a:pt x="10255" y="13734"/>
                    <a:pt x="10410" y="13671"/>
                    <a:pt x="10520" y="13546"/>
                  </a:cubicBezTo>
                  <a:lnTo>
                    <a:pt x="18440" y="4573"/>
                  </a:lnTo>
                  <a:cubicBezTo>
                    <a:pt x="19444" y="3436"/>
                    <a:pt x="19335" y="1695"/>
                    <a:pt x="18196" y="690"/>
                  </a:cubicBezTo>
                  <a:lnTo>
                    <a:pt x="18198" y="689"/>
                  </a:lnTo>
                  <a:cubicBezTo>
                    <a:pt x="17675" y="227"/>
                    <a:pt x="17026" y="1"/>
                    <a:pt x="1637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3" name="Google Shape;4593;p54"/>
            <p:cNvSpPr/>
            <p:nvPr/>
          </p:nvSpPr>
          <p:spPr>
            <a:xfrm>
              <a:off x="2936283" y="2545864"/>
              <a:ext cx="69851" cy="73196"/>
            </a:xfrm>
            <a:custGeom>
              <a:rect b="b" l="l" r="r" t="t"/>
              <a:pathLst>
                <a:path extrusionOk="0" h="3633" w="3467">
                  <a:moveTo>
                    <a:pt x="2844" y="1"/>
                  </a:moveTo>
                  <a:cubicBezTo>
                    <a:pt x="2690" y="1"/>
                    <a:pt x="2536" y="64"/>
                    <a:pt x="2425" y="190"/>
                  </a:cubicBezTo>
                  <a:lnTo>
                    <a:pt x="206" y="2705"/>
                  </a:lnTo>
                  <a:cubicBezTo>
                    <a:pt x="1" y="2935"/>
                    <a:pt x="23" y="3288"/>
                    <a:pt x="255" y="3492"/>
                  </a:cubicBezTo>
                  <a:cubicBezTo>
                    <a:pt x="361" y="3586"/>
                    <a:pt x="493" y="3633"/>
                    <a:pt x="625" y="3633"/>
                  </a:cubicBezTo>
                  <a:cubicBezTo>
                    <a:pt x="779" y="3633"/>
                    <a:pt x="933" y="3568"/>
                    <a:pt x="1044" y="3443"/>
                  </a:cubicBezTo>
                  <a:lnTo>
                    <a:pt x="3262" y="929"/>
                  </a:lnTo>
                  <a:cubicBezTo>
                    <a:pt x="3467" y="698"/>
                    <a:pt x="3444" y="345"/>
                    <a:pt x="3214" y="140"/>
                  </a:cubicBezTo>
                  <a:cubicBezTo>
                    <a:pt x="3108" y="47"/>
                    <a:pt x="2976" y="1"/>
                    <a:pt x="284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94" name="Google Shape;4594;p54"/>
          <p:cNvSpPr/>
          <p:nvPr/>
        </p:nvSpPr>
        <p:spPr>
          <a:xfrm>
            <a:off x="3272660" y="2876813"/>
            <a:ext cx="322808" cy="367344"/>
          </a:xfrm>
          <a:custGeom>
            <a:rect b="b" l="l" r="r" t="t"/>
            <a:pathLst>
              <a:path extrusionOk="0" h="19063" w="16754">
                <a:moveTo>
                  <a:pt x="12845" y="1117"/>
                </a:moveTo>
                <a:cubicBezTo>
                  <a:pt x="13133" y="1117"/>
                  <a:pt x="13431" y="1195"/>
                  <a:pt x="13714" y="1367"/>
                </a:cubicBezTo>
                <a:cubicBezTo>
                  <a:pt x="14938" y="2115"/>
                  <a:pt x="14708" y="3945"/>
                  <a:pt x="13366" y="4388"/>
                </a:cubicBezTo>
                <a:cubicBezTo>
                  <a:pt x="13219" y="4436"/>
                  <a:pt x="13100" y="4542"/>
                  <a:pt x="13034" y="4682"/>
                </a:cubicBezTo>
                <a:lnTo>
                  <a:pt x="11536" y="7895"/>
                </a:lnTo>
                <a:lnTo>
                  <a:pt x="7651" y="7895"/>
                </a:lnTo>
                <a:lnTo>
                  <a:pt x="11075" y="3487"/>
                </a:lnTo>
                <a:cubicBezTo>
                  <a:pt x="11169" y="3364"/>
                  <a:pt x="11209" y="3209"/>
                  <a:pt x="11185" y="3058"/>
                </a:cubicBezTo>
                <a:cubicBezTo>
                  <a:pt x="11017" y="1985"/>
                  <a:pt x="11879" y="1117"/>
                  <a:pt x="12845" y="1117"/>
                </a:cubicBezTo>
                <a:close/>
                <a:moveTo>
                  <a:pt x="15636" y="9013"/>
                </a:moveTo>
                <a:lnTo>
                  <a:pt x="15636" y="11061"/>
                </a:lnTo>
                <a:cubicBezTo>
                  <a:pt x="15636" y="13625"/>
                  <a:pt x="13548" y="15712"/>
                  <a:pt x="10982" y="15712"/>
                </a:cubicBezTo>
                <a:lnTo>
                  <a:pt x="5771" y="15713"/>
                </a:lnTo>
                <a:cubicBezTo>
                  <a:pt x="3205" y="15713"/>
                  <a:pt x="1117" y="13625"/>
                  <a:pt x="1117" y="11061"/>
                </a:cubicBezTo>
                <a:lnTo>
                  <a:pt x="1117" y="9013"/>
                </a:lnTo>
                <a:close/>
                <a:moveTo>
                  <a:pt x="14519" y="16829"/>
                </a:moveTo>
                <a:lnTo>
                  <a:pt x="14519" y="17946"/>
                </a:lnTo>
                <a:lnTo>
                  <a:pt x="2235" y="17946"/>
                </a:lnTo>
                <a:lnTo>
                  <a:pt x="2235" y="16829"/>
                </a:lnTo>
                <a:close/>
                <a:moveTo>
                  <a:pt x="12848" y="1"/>
                </a:moveTo>
                <a:cubicBezTo>
                  <a:pt x="11326" y="1"/>
                  <a:pt x="9944" y="1280"/>
                  <a:pt x="10055" y="2980"/>
                </a:cubicBezTo>
                <a:lnTo>
                  <a:pt x="6237" y="7897"/>
                </a:lnTo>
                <a:lnTo>
                  <a:pt x="559" y="7897"/>
                </a:lnTo>
                <a:cubicBezTo>
                  <a:pt x="250" y="7897"/>
                  <a:pt x="0" y="8146"/>
                  <a:pt x="0" y="8454"/>
                </a:cubicBezTo>
                <a:lnTo>
                  <a:pt x="0" y="11061"/>
                </a:lnTo>
                <a:cubicBezTo>
                  <a:pt x="0" y="12968"/>
                  <a:pt x="931" y="14661"/>
                  <a:pt x="2363" y="15712"/>
                </a:cubicBezTo>
                <a:lnTo>
                  <a:pt x="1676" y="15712"/>
                </a:lnTo>
                <a:cubicBezTo>
                  <a:pt x="1368" y="15712"/>
                  <a:pt x="1117" y="15961"/>
                  <a:pt x="1117" y="16270"/>
                </a:cubicBezTo>
                <a:lnTo>
                  <a:pt x="1117" y="18505"/>
                </a:lnTo>
                <a:cubicBezTo>
                  <a:pt x="1117" y="18813"/>
                  <a:pt x="1368" y="19062"/>
                  <a:pt x="1676" y="19062"/>
                </a:cubicBezTo>
                <a:lnTo>
                  <a:pt x="15078" y="19062"/>
                </a:lnTo>
                <a:cubicBezTo>
                  <a:pt x="15386" y="19062"/>
                  <a:pt x="15637" y="18813"/>
                  <a:pt x="15637" y="18505"/>
                </a:cubicBezTo>
                <a:lnTo>
                  <a:pt x="15637" y="16270"/>
                </a:lnTo>
                <a:cubicBezTo>
                  <a:pt x="15637" y="15963"/>
                  <a:pt x="15386" y="15713"/>
                  <a:pt x="15078" y="15713"/>
                </a:cubicBezTo>
                <a:lnTo>
                  <a:pt x="14391" y="15713"/>
                </a:lnTo>
                <a:cubicBezTo>
                  <a:pt x="15823" y="14661"/>
                  <a:pt x="16754" y="12968"/>
                  <a:pt x="16754" y="11061"/>
                </a:cubicBezTo>
                <a:lnTo>
                  <a:pt x="16754" y="8454"/>
                </a:lnTo>
                <a:cubicBezTo>
                  <a:pt x="16754" y="8146"/>
                  <a:pt x="16504" y="7897"/>
                  <a:pt x="16195" y="7897"/>
                </a:cubicBezTo>
                <a:lnTo>
                  <a:pt x="12769" y="7897"/>
                </a:lnTo>
                <a:lnTo>
                  <a:pt x="13951" y="5359"/>
                </a:lnTo>
                <a:cubicBezTo>
                  <a:pt x="16009" y="4467"/>
                  <a:pt x="16237" y="1599"/>
                  <a:pt x="14297" y="415"/>
                </a:cubicBezTo>
                <a:cubicBezTo>
                  <a:pt x="13829" y="130"/>
                  <a:pt x="13331" y="1"/>
                  <a:pt x="128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595" name="Google Shape;4595;p54"/>
          <p:cNvGrpSpPr/>
          <p:nvPr/>
        </p:nvGrpSpPr>
        <p:grpSpPr>
          <a:xfrm>
            <a:off x="4038334" y="2876774"/>
            <a:ext cx="322901" cy="367422"/>
            <a:chOff x="1775686" y="2493178"/>
            <a:chExt cx="337551" cy="384092"/>
          </a:xfrm>
        </p:grpSpPr>
        <p:sp>
          <p:nvSpPr>
            <p:cNvPr id="4596" name="Google Shape;4596;p54"/>
            <p:cNvSpPr/>
            <p:nvPr/>
          </p:nvSpPr>
          <p:spPr>
            <a:xfrm>
              <a:off x="1775686" y="2607213"/>
              <a:ext cx="337551" cy="270057"/>
            </a:xfrm>
            <a:custGeom>
              <a:rect b="b" l="l" r="r" t="t"/>
              <a:pathLst>
                <a:path extrusionOk="0" h="13404" w="16754">
                  <a:moveTo>
                    <a:pt x="3356" y="1117"/>
                  </a:moveTo>
                  <a:lnTo>
                    <a:pt x="3356" y="3351"/>
                  </a:lnTo>
                  <a:lnTo>
                    <a:pt x="1117" y="3351"/>
                  </a:lnTo>
                  <a:lnTo>
                    <a:pt x="1117" y="1117"/>
                  </a:lnTo>
                  <a:close/>
                  <a:moveTo>
                    <a:pt x="15636" y="1117"/>
                  </a:moveTo>
                  <a:lnTo>
                    <a:pt x="15636" y="3351"/>
                  </a:lnTo>
                  <a:lnTo>
                    <a:pt x="13397" y="3351"/>
                  </a:lnTo>
                  <a:lnTo>
                    <a:pt x="13397" y="1117"/>
                  </a:lnTo>
                  <a:close/>
                  <a:moveTo>
                    <a:pt x="15636" y="4468"/>
                  </a:moveTo>
                  <a:lnTo>
                    <a:pt x="15636" y="5027"/>
                  </a:lnTo>
                  <a:cubicBezTo>
                    <a:pt x="15636" y="9029"/>
                    <a:pt x="12380" y="12285"/>
                    <a:pt x="8376" y="12285"/>
                  </a:cubicBezTo>
                  <a:lnTo>
                    <a:pt x="8376" y="12285"/>
                  </a:lnTo>
                  <a:cubicBezTo>
                    <a:pt x="4373" y="12285"/>
                    <a:pt x="1117" y="9029"/>
                    <a:pt x="1117" y="5027"/>
                  </a:cubicBezTo>
                  <a:lnTo>
                    <a:pt x="1117" y="4468"/>
                  </a:lnTo>
                  <a:lnTo>
                    <a:pt x="3356" y="4468"/>
                  </a:lnTo>
                  <a:lnTo>
                    <a:pt x="3356" y="5027"/>
                  </a:lnTo>
                  <a:cubicBezTo>
                    <a:pt x="3356" y="7794"/>
                    <a:pt x="5608" y="10047"/>
                    <a:pt x="8376" y="10047"/>
                  </a:cubicBezTo>
                  <a:cubicBezTo>
                    <a:pt x="11145" y="10047"/>
                    <a:pt x="13397" y="7794"/>
                    <a:pt x="13397" y="5027"/>
                  </a:cubicBezTo>
                  <a:lnTo>
                    <a:pt x="13397" y="4468"/>
                  </a:lnTo>
                  <a:close/>
                  <a:moveTo>
                    <a:pt x="558" y="1"/>
                  </a:moveTo>
                  <a:cubicBezTo>
                    <a:pt x="250" y="1"/>
                    <a:pt x="0" y="250"/>
                    <a:pt x="0" y="560"/>
                  </a:cubicBezTo>
                  <a:lnTo>
                    <a:pt x="0" y="5027"/>
                  </a:lnTo>
                  <a:cubicBezTo>
                    <a:pt x="0" y="9657"/>
                    <a:pt x="3746" y="13403"/>
                    <a:pt x="8377" y="13403"/>
                  </a:cubicBezTo>
                  <a:cubicBezTo>
                    <a:pt x="13007" y="13403"/>
                    <a:pt x="16754" y="9657"/>
                    <a:pt x="16754" y="5027"/>
                  </a:cubicBezTo>
                  <a:lnTo>
                    <a:pt x="16754" y="560"/>
                  </a:lnTo>
                  <a:cubicBezTo>
                    <a:pt x="16754" y="250"/>
                    <a:pt x="16503" y="1"/>
                    <a:pt x="16195" y="1"/>
                  </a:cubicBezTo>
                  <a:lnTo>
                    <a:pt x="12840" y="1"/>
                  </a:lnTo>
                  <a:cubicBezTo>
                    <a:pt x="12530" y="1"/>
                    <a:pt x="12281" y="250"/>
                    <a:pt x="12281" y="560"/>
                  </a:cubicBezTo>
                  <a:lnTo>
                    <a:pt x="12281" y="5027"/>
                  </a:lnTo>
                  <a:cubicBezTo>
                    <a:pt x="12281" y="7179"/>
                    <a:pt x="10529" y="8930"/>
                    <a:pt x="8376" y="8930"/>
                  </a:cubicBezTo>
                  <a:cubicBezTo>
                    <a:pt x="6224" y="8930"/>
                    <a:pt x="4472" y="7179"/>
                    <a:pt x="4472" y="5027"/>
                  </a:cubicBezTo>
                  <a:lnTo>
                    <a:pt x="4472" y="560"/>
                  </a:lnTo>
                  <a:cubicBezTo>
                    <a:pt x="4472" y="250"/>
                    <a:pt x="4222" y="1"/>
                    <a:pt x="391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7" name="Google Shape;4597;p54"/>
            <p:cNvSpPr/>
            <p:nvPr/>
          </p:nvSpPr>
          <p:spPr>
            <a:xfrm>
              <a:off x="1872998" y="2493178"/>
              <a:ext cx="142926" cy="180844"/>
            </a:xfrm>
            <a:custGeom>
              <a:rect b="b" l="l" r="r" t="t"/>
              <a:pathLst>
                <a:path extrusionOk="0" h="8976" w="7094">
                  <a:moveTo>
                    <a:pt x="4457" y="1981"/>
                  </a:moveTo>
                  <a:lnTo>
                    <a:pt x="4111" y="4429"/>
                  </a:lnTo>
                  <a:cubicBezTo>
                    <a:pt x="4063" y="4764"/>
                    <a:pt x="4324" y="5064"/>
                    <a:pt x="4664" y="5066"/>
                  </a:cubicBezTo>
                  <a:lnTo>
                    <a:pt x="4852" y="5066"/>
                  </a:lnTo>
                  <a:lnTo>
                    <a:pt x="2637" y="7004"/>
                  </a:lnTo>
                  <a:lnTo>
                    <a:pt x="2982" y="4586"/>
                  </a:lnTo>
                  <a:cubicBezTo>
                    <a:pt x="3030" y="4251"/>
                    <a:pt x="2770" y="3949"/>
                    <a:pt x="2432" y="3949"/>
                  </a:cubicBezTo>
                  <a:cubicBezTo>
                    <a:pt x="2431" y="3949"/>
                    <a:pt x="2430" y="3949"/>
                    <a:pt x="2429" y="3949"/>
                  </a:cubicBezTo>
                  <a:lnTo>
                    <a:pt x="2229" y="3949"/>
                  </a:lnTo>
                  <a:lnTo>
                    <a:pt x="4457" y="1981"/>
                  </a:lnTo>
                  <a:close/>
                  <a:moveTo>
                    <a:pt x="5217" y="0"/>
                  </a:moveTo>
                  <a:cubicBezTo>
                    <a:pt x="5091" y="0"/>
                    <a:pt x="4963" y="43"/>
                    <a:pt x="4852" y="141"/>
                  </a:cubicBezTo>
                  <a:lnTo>
                    <a:pt x="385" y="4088"/>
                  </a:lnTo>
                  <a:cubicBezTo>
                    <a:pt x="1" y="4428"/>
                    <a:pt x="241" y="5064"/>
                    <a:pt x="754" y="5064"/>
                  </a:cubicBezTo>
                  <a:lnTo>
                    <a:pt x="1785" y="5064"/>
                  </a:lnTo>
                  <a:lnTo>
                    <a:pt x="1319" y="8337"/>
                  </a:lnTo>
                  <a:cubicBezTo>
                    <a:pt x="1266" y="8703"/>
                    <a:pt x="1562" y="8975"/>
                    <a:pt x="1877" y="8975"/>
                  </a:cubicBezTo>
                  <a:cubicBezTo>
                    <a:pt x="2002" y="8975"/>
                    <a:pt x="2129" y="8933"/>
                    <a:pt x="2239" y="8836"/>
                  </a:cubicBezTo>
                  <a:lnTo>
                    <a:pt x="6708" y="4927"/>
                  </a:lnTo>
                  <a:cubicBezTo>
                    <a:pt x="7094" y="4589"/>
                    <a:pt x="6854" y="3948"/>
                    <a:pt x="6339" y="3948"/>
                  </a:cubicBezTo>
                  <a:lnTo>
                    <a:pt x="5306" y="3948"/>
                  </a:lnTo>
                  <a:lnTo>
                    <a:pt x="5774" y="639"/>
                  </a:lnTo>
                  <a:cubicBezTo>
                    <a:pt x="5826" y="273"/>
                    <a:pt x="5531" y="0"/>
                    <a:pt x="521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98" name="Google Shape;4598;p54"/>
          <p:cNvSpPr/>
          <p:nvPr/>
        </p:nvSpPr>
        <p:spPr>
          <a:xfrm>
            <a:off x="4819239" y="2876823"/>
            <a:ext cx="248262" cy="367325"/>
          </a:xfrm>
          <a:custGeom>
            <a:rect b="b" l="l" r="r" t="t"/>
            <a:pathLst>
              <a:path extrusionOk="0" h="19062" w="12885">
                <a:moveTo>
                  <a:pt x="6443" y="6582"/>
                </a:moveTo>
                <a:lnTo>
                  <a:pt x="7383" y="6896"/>
                </a:lnTo>
                <a:cubicBezTo>
                  <a:pt x="7440" y="6915"/>
                  <a:pt x="7500" y="6924"/>
                  <a:pt x="7559" y="6924"/>
                </a:cubicBezTo>
                <a:cubicBezTo>
                  <a:pt x="7619" y="6924"/>
                  <a:pt x="7679" y="6915"/>
                  <a:pt x="7736" y="6896"/>
                </a:cubicBezTo>
                <a:lnTo>
                  <a:pt x="7980" y="6814"/>
                </a:lnTo>
                <a:lnTo>
                  <a:pt x="7103" y="11206"/>
                </a:lnTo>
                <a:lnTo>
                  <a:pt x="5783" y="11206"/>
                </a:lnTo>
                <a:lnTo>
                  <a:pt x="4906" y="6814"/>
                </a:lnTo>
                <a:lnTo>
                  <a:pt x="4906" y="6814"/>
                </a:lnTo>
                <a:cubicBezTo>
                  <a:pt x="5112" y="6882"/>
                  <a:pt x="5207" y="6923"/>
                  <a:pt x="5319" y="6923"/>
                </a:cubicBezTo>
                <a:cubicBezTo>
                  <a:pt x="5493" y="6923"/>
                  <a:pt x="5709" y="6826"/>
                  <a:pt x="6443" y="6582"/>
                </a:cubicBezTo>
                <a:close/>
                <a:moveTo>
                  <a:pt x="6443" y="1117"/>
                </a:moveTo>
                <a:cubicBezTo>
                  <a:pt x="9379" y="1117"/>
                  <a:pt x="11767" y="3505"/>
                  <a:pt x="11767" y="6440"/>
                </a:cubicBezTo>
                <a:cubicBezTo>
                  <a:pt x="11767" y="8477"/>
                  <a:pt x="10639" y="10297"/>
                  <a:pt x="8818" y="11206"/>
                </a:cubicBezTo>
                <a:lnTo>
                  <a:pt x="8241" y="11206"/>
                </a:lnTo>
                <a:cubicBezTo>
                  <a:pt x="9305" y="5884"/>
                  <a:pt x="9252" y="6234"/>
                  <a:pt x="9226" y="6087"/>
                </a:cubicBezTo>
                <a:cubicBezTo>
                  <a:pt x="9287" y="5733"/>
                  <a:pt x="9009" y="5433"/>
                  <a:pt x="8678" y="5433"/>
                </a:cubicBezTo>
                <a:cubicBezTo>
                  <a:pt x="8620" y="5433"/>
                  <a:pt x="8560" y="5443"/>
                  <a:pt x="8500" y="5463"/>
                </a:cubicBezTo>
                <a:lnTo>
                  <a:pt x="7560" y="5776"/>
                </a:lnTo>
                <a:lnTo>
                  <a:pt x="6618" y="5463"/>
                </a:lnTo>
                <a:cubicBezTo>
                  <a:pt x="6562" y="5444"/>
                  <a:pt x="6502" y="5435"/>
                  <a:pt x="6443" y="5435"/>
                </a:cubicBezTo>
                <a:cubicBezTo>
                  <a:pt x="6383" y="5435"/>
                  <a:pt x="6323" y="5444"/>
                  <a:pt x="6266" y="5463"/>
                </a:cubicBezTo>
                <a:lnTo>
                  <a:pt x="5326" y="5776"/>
                </a:lnTo>
                <a:lnTo>
                  <a:pt x="4386" y="5463"/>
                </a:lnTo>
                <a:cubicBezTo>
                  <a:pt x="4326" y="5443"/>
                  <a:pt x="4266" y="5433"/>
                  <a:pt x="4208" y="5433"/>
                </a:cubicBezTo>
                <a:cubicBezTo>
                  <a:pt x="3877" y="5433"/>
                  <a:pt x="3598" y="5734"/>
                  <a:pt x="3658" y="6087"/>
                </a:cubicBezTo>
                <a:cubicBezTo>
                  <a:pt x="3634" y="6234"/>
                  <a:pt x="3583" y="5899"/>
                  <a:pt x="4644" y="11206"/>
                </a:cubicBezTo>
                <a:lnTo>
                  <a:pt x="4067" y="11206"/>
                </a:lnTo>
                <a:cubicBezTo>
                  <a:pt x="2247" y="10297"/>
                  <a:pt x="1119" y="8478"/>
                  <a:pt x="1119" y="6440"/>
                </a:cubicBezTo>
                <a:cubicBezTo>
                  <a:pt x="1119" y="3505"/>
                  <a:pt x="3507" y="1117"/>
                  <a:pt x="6443" y="1117"/>
                </a:cubicBezTo>
                <a:close/>
                <a:moveTo>
                  <a:pt x="9235" y="12322"/>
                </a:moveTo>
                <a:lnTo>
                  <a:pt x="9235" y="13439"/>
                </a:lnTo>
                <a:lnTo>
                  <a:pt x="3650" y="13439"/>
                </a:lnTo>
                <a:lnTo>
                  <a:pt x="3650" y="12322"/>
                </a:lnTo>
                <a:close/>
                <a:moveTo>
                  <a:pt x="9235" y="14557"/>
                </a:moveTo>
                <a:lnTo>
                  <a:pt x="9235" y="15673"/>
                </a:lnTo>
                <a:lnTo>
                  <a:pt x="3650" y="15673"/>
                </a:lnTo>
                <a:lnTo>
                  <a:pt x="3650" y="14557"/>
                </a:lnTo>
                <a:close/>
                <a:moveTo>
                  <a:pt x="9235" y="16791"/>
                </a:moveTo>
                <a:lnTo>
                  <a:pt x="9235" y="17156"/>
                </a:lnTo>
                <a:lnTo>
                  <a:pt x="8445" y="17945"/>
                </a:lnTo>
                <a:lnTo>
                  <a:pt x="4439" y="17945"/>
                </a:lnTo>
                <a:lnTo>
                  <a:pt x="3650" y="17156"/>
                </a:lnTo>
                <a:lnTo>
                  <a:pt x="3650" y="16791"/>
                </a:lnTo>
                <a:close/>
                <a:moveTo>
                  <a:pt x="6442" y="0"/>
                </a:moveTo>
                <a:cubicBezTo>
                  <a:pt x="2891" y="0"/>
                  <a:pt x="2" y="2889"/>
                  <a:pt x="2" y="6440"/>
                </a:cubicBezTo>
                <a:cubicBezTo>
                  <a:pt x="1" y="8462"/>
                  <a:pt x="950" y="10366"/>
                  <a:pt x="2564" y="11583"/>
                </a:cubicBezTo>
                <a:cubicBezTo>
                  <a:pt x="2544" y="11641"/>
                  <a:pt x="2534" y="11702"/>
                  <a:pt x="2532" y="11763"/>
                </a:cubicBezTo>
                <a:lnTo>
                  <a:pt x="2532" y="13439"/>
                </a:lnTo>
                <a:cubicBezTo>
                  <a:pt x="2229" y="13445"/>
                  <a:pt x="1985" y="13693"/>
                  <a:pt x="1985" y="13998"/>
                </a:cubicBezTo>
                <a:cubicBezTo>
                  <a:pt x="1985" y="14303"/>
                  <a:pt x="2229" y="14551"/>
                  <a:pt x="2532" y="14557"/>
                </a:cubicBezTo>
                <a:lnTo>
                  <a:pt x="2532" y="15673"/>
                </a:lnTo>
                <a:cubicBezTo>
                  <a:pt x="2229" y="15679"/>
                  <a:pt x="1985" y="15927"/>
                  <a:pt x="1985" y="16232"/>
                </a:cubicBezTo>
                <a:cubicBezTo>
                  <a:pt x="1985" y="16537"/>
                  <a:pt x="2229" y="16785"/>
                  <a:pt x="2532" y="16791"/>
                </a:cubicBezTo>
                <a:cubicBezTo>
                  <a:pt x="2532" y="17396"/>
                  <a:pt x="2492" y="17575"/>
                  <a:pt x="2697" y="17780"/>
                </a:cubicBezTo>
                <a:lnTo>
                  <a:pt x="3813" y="18897"/>
                </a:lnTo>
                <a:cubicBezTo>
                  <a:pt x="3918" y="19003"/>
                  <a:pt x="4060" y="19061"/>
                  <a:pt x="4209" y="19061"/>
                </a:cubicBezTo>
                <a:lnTo>
                  <a:pt x="8676" y="19061"/>
                </a:lnTo>
                <a:cubicBezTo>
                  <a:pt x="8824" y="19061"/>
                  <a:pt x="8966" y="19003"/>
                  <a:pt x="9071" y="18897"/>
                </a:cubicBezTo>
                <a:lnTo>
                  <a:pt x="10189" y="17782"/>
                </a:lnTo>
                <a:cubicBezTo>
                  <a:pt x="10395" y="17575"/>
                  <a:pt x="10353" y="17398"/>
                  <a:pt x="10353" y="16791"/>
                </a:cubicBezTo>
                <a:cubicBezTo>
                  <a:pt x="10656" y="16785"/>
                  <a:pt x="10900" y="16537"/>
                  <a:pt x="10900" y="16232"/>
                </a:cubicBezTo>
                <a:cubicBezTo>
                  <a:pt x="10900" y="15929"/>
                  <a:pt x="10656" y="15679"/>
                  <a:pt x="10353" y="15674"/>
                </a:cubicBezTo>
                <a:lnTo>
                  <a:pt x="10353" y="14557"/>
                </a:lnTo>
                <a:cubicBezTo>
                  <a:pt x="10656" y="14551"/>
                  <a:pt x="10900" y="14303"/>
                  <a:pt x="10900" y="13998"/>
                </a:cubicBezTo>
                <a:cubicBezTo>
                  <a:pt x="10900" y="13694"/>
                  <a:pt x="10656" y="13445"/>
                  <a:pt x="10353" y="13440"/>
                </a:cubicBezTo>
                <a:lnTo>
                  <a:pt x="10353" y="11765"/>
                </a:lnTo>
                <a:cubicBezTo>
                  <a:pt x="10352" y="11702"/>
                  <a:pt x="10341" y="11641"/>
                  <a:pt x="10322" y="11583"/>
                </a:cubicBezTo>
                <a:cubicBezTo>
                  <a:pt x="11936" y="10366"/>
                  <a:pt x="12885" y="8462"/>
                  <a:pt x="12883" y="6440"/>
                </a:cubicBezTo>
                <a:cubicBezTo>
                  <a:pt x="12883" y="2889"/>
                  <a:pt x="9994" y="0"/>
                  <a:pt x="644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9" name="Google Shape;4599;p54"/>
          <p:cNvSpPr/>
          <p:nvPr/>
        </p:nvSpPr>
        <p:spPr>
          <a:xfrm>
            <a:off x="5570489" y="2876823"/>
            <a:ext cx="258377" cy="367325"/>
          </a:xfrm>
          <a:custGeom>
            <a:rect b="b" l="l" r="r" t="t"/>
            <a:pathLst>
              <a:path extrusionOk="0" h="19062" w="13410">
                <a:moveTo>
                  <a:pt x="5597" y="1676"/>
                </a:moveTo>
                <a:lnTo>
                  <a:pt x="5597" y="2465"/>
                </a:lnTo>
                <a:cubicBezTo>
                  <a:pt x="5599" y="2788"/>
                  <a:pt x="5865" y="3024"/>
                  <a:pt x="6158" y="3024"/>
                </a:cubicBezTo>
                <a:cubicBezTo>
                  <a:pt x="6244" y="3024"/>
                  <a:pt x="6332" y="3003"/>
                  <a:pt x="6416" y="2959"/>
                </a:cubicBezTo>
                <a:lnTo>
                  <a:pt x="7388" y="2450"/>
                </a:lnTo>
                <a:cubicBezTo>
                  <a:pt x="8035" y="3293"/>
                  <a:pt x="8125" y="3907"/>
                  <a:pt x="8202" y="4254"/>
                </a:cubicBezTo>
                <a:cubicBezTo>
                  <a:pt x="8464" y="5428"/>
                  <a:pt x="7720" y="6455"/>
                  <a:pt x="6703" y="6733"/>
                </a:cubicBezTo>
                <a:lnTo>
                  <a:pt x="6703" y="6177"/>
                </a:lnTo>
                <a:cubicBezTo>
                  <a:pt x="6697" y="5872"/>
                  <a:pt x="6449" y="5629"/>
                  <a:pt x="6144" y="5629"/>
                </a:cubicBezTo>
                <a:cubicBezTo>
                  <a:pt x="5840" y="5629"/>
                  <a:pt x="5591" y="5872"/>
                  <a:pt x="5585" y="6177"/>
                </a:cubicBezTo>
                <a:lnTo>
                  <a:pt x="5585" y="6737"/>
                </a:lnTo>
                <a:cubicBezTo>
                  <a:pt x="4693" y="6498"/>
                  <a:pt x="4034" y="5691"/>
                  <a:pt x="4034" y="4735"/>
                </a:cubicBezTo>
                <a:lnTo>
                  <a:pt x="4033" y="4735"/>
                </a:lnTo>
                <a:cubicBezTo>
                  <a:pt x="4033" y="3376"/>
                  <a:pt x="4907" y="2308"/>
                  <a:pt x="5597" y="1676"/>
                </a:cubicBezTo>
                <a:close/>
                <a:moveTo>
                  <a:pt x="6702" y="10124"/>
                </a:moveTo>
                <a:lnTo>
                  <a:pt x="6702" y="11242"/>
                </a:lnTo>
                <a:lnTo>
                  <a:pt x="5585" y="11242"/>
                </a:lnTo>
                <a:lnTo>
                  <a:pt x="5585" y="10124"/>
                </a:lnTo>
                <a:close/>
                <a:moveTo>
                  <a:pt x="12844" y="12358"/>
                </a:moveTo>
                <a:cubicBezTo>
                  <a:pt x="12845" y="12358"/>
                  <a:pt x="12845" y="12358"/>
                  <a:pt x="12845" y="12358"/>
                </a:cubicBezTo>
                <a:lnTo>
                  <a:pt x="12845" y="12358"/>
                </a:lnTo>
                <a:cubicBezTo>
                  <a:pt x="12845" y="12358"/>
                  <a:pt x="12846" y="12358"/>
                  <a:pt x="12846" y="12358"/>
                </a:cubicBezTo>
                <a:close/>
                <a:moveTo>
                  <a:pt x="8749" y="12358"/>
                </a:moveTo>
                <a:cubicBezTo>
                  <a:pt x="9468" y="12360"/>
                  <a:pt x="10053" y="12943"/>
                  <a:pt x="10053" y="13661"/>
                </a:cubicBezTo>
                <a:lnTo>
                  <a:pt x="10053" y="15710"/>
                </a:lnTo>
                <a:lnTo>
                  <a:pt x="2235" y="15710"/>
                </a:lnTo>
                <a:lnTo>
                  <a:pt x="2235" y="15709"/>
                </a:lnTo>
                <a:lnTo>
                  <a:pt x="2235" y="13661"/>
                </a:lnTo>
                <a:cubicBezTo>
                  <a:pt x="2235" y="12943"/>
                  <a:pt x="2818" y="12360"/>
                  <a:pt x="3538" y="12358"/>
                </a:cubicBezTo>
                <a:close/>
                <a:moveTo>
                  <a:pt x="11169" y="16827"/>
                </a:moveTo>
                <a:lnTo>
                  <a:pt x="11169" y="17945"/>
                </a:lnTo>
                <a:lnTo>
                  <a:pt x="1117" y="17945"/>
                </a:lnTo>
                <a:lnTo>
                  <a:pt x="1117" y="16827"/>
                </a:lnTo>
                <a:close/>
                <a:moveTo>
                  <a:pt x="6130" y="0"/>
                </a:moveTo>
                <a:cubicBezTo>
                  <a:pt x="6034" y="0"/>
                  <a:pt x="5937" y="24"/>
                  <a:pt x="5847" y="78"/>
                </a:cubicBezTo>
                <a:cubicBezTo>
                  <a:pt x="5727" y="150"/>
                  <a:pt x="2916" y="1862"/>
                  <a:pt x="2916" y="4735"/>
                </a:cubicBezTo>
                <a:cubicBezTo>
                  <a:pt x="2916" y="6310"/>
                  <a:pt x="4072" y="7622"/>
                  <a:pt x="5585" y="7881"/>
                </a:cubicBezTo>
                <a:lnTo>
                  <a:pt x="5585" y="9008"/>
                </a:lnTo>
                <a:lnTo>
                  <a:pt x="5027" y="9008"/>
                </a:lnTo>
                <a:cubicBezTo>
                  <a:pt x="4719" y="9008"/>
                  <a:pt x="4468" y="9257"/>
                  <a:pt x="4468" y="9567"/>
                </a:cubicBezTo>
                <a:lnTo>
                  <a:pt x="4468" y="11242"/>
                </a:lnTo>
                <a:lnTo>
                  <a:pt x="3538" y="11242"/>
                </a:lnTo>
                <a:cubicBezTo>
                  <a:pt x="2203" y="11242"/>
                  <a:pt x="1117" y="12328"/>
                  <a:pt x="1117" y="13663"/>
                </a:cubicBezTo>
                <a:lnTo>
                  <a:pt x="1117" y="15710"/>
                </a:lnTo>
                <a:lnTo>
                  <a:pt x="559" y="15710"/>
                </a:lnTo>
                <a:cubicBezTo>
                  <a:pt x="250" y="15710"/>
                  <a:pt x="1" y="15960"/>
                  <a:pt x="1" y="16269"/>
                </a:cubicBezTo>
                <a:lnTo>
                  <a:pt x="1" y="18504"/>
                </a:lnTo>
                <a:cubicBezTo>
                  <a:pt x="1" y="18811"/>
                  <a:pt x="250" y="19061"/>
                  <a:pt x="559" y="19061"/>
                </a:cubicBezTo>
                <a:lnTo>
                  <a:pt x="11728" y="19061"/>
                </a:lnTo>
                <a:cubicBezTo>
                  <a:pt x="12037" y="19061"/>
                  <a:pt x="12287" y="18811"/>
                  <a:pt x="12287" y="18504"/>
                </a:cubicBezTo>
                <a:lnTo>
                  <a:pt x="12287" y="16268"/>
                </a:lnTo>
                <a:cubicBezTo>
                  <a:pt x="12287" y="15960"/>
                  <a:pt x="12037" y="15709"/>
                  <a:pt x="11728" y="15709"/>
                </a:cubicBezTo>
                <a:lnTo>
                  <a:pt x="11170" y="15709"/>
                </a:lnTo>
                <a:lnTo>
                  <a:pt x="11170" y="14593"/>
                </a:lnTo>
                <a:lnTo>
                  <a:pt x="12287" y="14593"/>
                </a:lnTo>
                <a:lnTo>
                  <a:pt x="12287" y="15151"/>
                </a:lnTo>
                <a:cubicBezTo>
                  <a:pt x="12281" y="15464"/>
                  <a:pt x="12532" y="15719"/>
                  <a:pt x="12844" y="15719"/>
                </a:cubicBezTo>
                <a:cubicBezTo>
                  <a:pt x="13157" y="15719"/>
                  <a:pt x="13409" y="15464"/>
                  <a:pt x="13403" y="15151"/>
                </a:cubicBezTo>
                <a:lnTo>
                  <a:pt x="13403" y="12917"/>
                </a:lnTo>
                <a:cubicBezTo>
                  <a:pt x="13403" y="12608"/>
                  <a:pt x="13154" y="12359"/>
                  <a:pt x="12845" y="12358"/>
                </a:cubicBezTo>
                <a:lnTo>
                  <a:pt x="12845" y="12358"/>
                </a:lnTo>
                <a:cubicBezTo>
                  <a:pt x="12536" y="12359"/>
                  <a:pt x="12287" y="12608"/>
                  <a:pt x="12287" y="12917"/>
                </a:cubicBezTo>
                <a:lnTo>
                  <a:pt x="12287" y="13476"/>
                </a:lnTo>
                <a:lnTo>
                  <a:pt x="11161" y="13476"/>
                </a:lnTo>
                <a:cubicBezTo>
                  <a:pt x="11066" y="12228"/>
                  <a:pt x="10023" y="11242"/>
                  <a:pt x="8749" y="11242"/>
                </a:cubicBezTo>
                <a:lnTo>
                  <a:pt x="7818" y="11242"/>
                </a:lnTo>
                <a:lnTo>
                  <a:pt x="7818" y="9567"/>
                </a:lnTo>
                <a:cubicBezTo>
                  <a:pt x="7818" y="9257"/>
                  <a:pt x="7569" y="9008"/>
                  <a:pt x="7261" y="9008"/>
                </a:cubicBezTo>
                <a:lnTo>
                  <a:pt x="6702" y="9008"/>
                </a:lnTo>
                <a:lnTo>
                  <a:pt x="6702" y="7878"/>
                </a:lnTo>
                <a:cubicBezTo>
                  <a:pt x="8465" y="7568"/>
                  <a:pt x="9694" y="5860"/>
                  <a:pt x="9295" y="4026"/>
                </a:cubicBezTo>
                <a:cubicBezTo>
                  <a:pt x="9141" y="3095"/>
                  <a:pt x="8687" y="2203"/>
                  <a:pt x="7942" y="1374"/>
                </a:cubicBezTo>
                <a:cubicBezTo>
                  <a:pt x="7834" y="1252"/>
                  <a:pt x="7681" y="1188"/>
                  <a:pt x="7526" y="1188"/>
                </a:cubicBezTo>
                <a:cubicBezTo>
                  <a:pt x="7438" y="1188"/>
                  <a:pt x="7349" y="1208"/>
                  <a:pt x="7267" y="1251"/>
                </a:cubicBezTo>
                <a:lnTo>
                  <a:pt x="6715" y="1541"/>
                </a:lnTo>
                <a:lnTo>
                  <a:pt x="6715" y="571"/>
                </a:lnTo>
                <a:cubicBezTo>
                  <a:pt x="6715" y="239"/>
                  <a:pt x="6429" y="0"/>
                  <a:pt x="613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600" name="Google Shape;4600;p54"/>
          <p:cNvGrpSpPr/>
          <p:nvPr/>
        </p:nvGrpSpPr>
        <p:grpSpPr>
          <a:xfrm>
            <a:off x="6292360" y="2877141"/>
            <a:ext cx="334446" cy="366690"/>
            <a:chOff x="5895749" y="3204445"/>
            <a:chExt cx="349620" cy="383326"/>
          </a:xfrm>
        </p:grpSpPr>
        <p:sp>
          <p:nvSpPr>
            <p:cNvPr id="4601" name="Google Shape;4601;p54"/>
            <p:cNvSpPr/>
            <p:nvPr/>
          </p:nvSpPr>
          <p:spPr>
            <a:xfrm>
              <a:off x="5895749" y="3234747"/>
              <a:ext cx="298727" cy="262401"/>
            </a:xfrm>
            <a:custGeom>
              <a:rect b="b" l="l" r="r" t="t"/>
              <a:pathLst>
                <a:path extrusionOk="0" h="13024" w="14827">
                  <a:moveTo>
                    <a:pt x="7422" y="1115"/>
                  </a:moveTo>
                  <a:cubicBezTo>
                    <a:pt x="7563" y="1115"/>
                    <a:pt x="7703" y="1121"/>
                    <a:pt x="7844" y="1132"/>
                  </a:cubicBezTo>
                  <a:cubicBezTo>
                    <a:pt x="7396" y="1496"/>
                    <a:pt x="6965" y="1960"/>
                    <a:pt x="6571" y="2480"/>
                  </a:cubicBezTo>
                  <a:lnTo>
                    <a:pt x="4900" y="1738"/>
                  </a:lnTo>
                  <a:cubicBezTo>
                    <a:pt x="5679" y="1328"/>
                    <a:pt x="6545" y="1115"/>
                    <a:pt x="7422" y="1115"/>
                  </a:cubicBezTo>
                  <a:close/>
                  <a:moveTo>
                    <a:pt x="9404" y="1496"/>
                  </a:moveTo>
                  <a:cubicBezTo>
                    <a:pt x="9546" y="1553"/>
                    <a:pt x="9649" y="1598"/>
                    <a:pt x="9793" y="1668"/>
                  </a:cubicBezTo>
                  <a:cubicBezTo>
                    <a:pt x="10032" y="2199"/>
                    <a:pt x="10068" y="3007"/>
                    <a:pt x="9918" y="3965"/>
                  </a:cubicBezTo>
                  <a:lnTo>
                    <a:pt x="7618" y="2945"/>
                  </a:lnTo>
                  <a:cubicBezTo>
                    <a:pt x="8228" y="2191"/>
                    <a:pt x="8851" y="1676"/>
                    <a:pt x="9404" y="1496"/>
                  </a:cubicBezTo>
                  <a:close/>
                  <a:moveTo>
                    <a:pt x="3825" y="2480"/>
                  </a:moveTo>
                  <a:lnTo>
                    <a:pt x="3825" y="2481"/>
                  </a:lnTo>
                  <a:lnTo>
                    <a:pt x="5927" y="3412"/>
                  </a:lnTo>
                  <a:cubicBezTo>
                    <a:pt x="5629" y="3888"/>
                    <a:pt x="5359" y="4378"/>
                    <a:pt x="5114" y="4881"/>
                  </a:cubicBezTo>
                  <a:lnTo>
                    <a:pt x="2731" y="3825"/>
                  </a:lnTo>
                  <a:cubicBezTo>
                    <a:pt x="3021" y="3320"/>
                    <a:pt x="3390" y="2865"/>
                    <a:pt x="3825" y="2480"/>
                  </a:cubicBezTo>
                  <a:close/>
                  <a:moveTo>
                    <a:pt x="11113" y="2580"/>
                  </a:moveTo>
                  <a:lnTo>
                    <a:pt x="11113" y="2580"/>
                  </a:lnTo>
                  <a:cubicBezTo>
                    <a:pt x="11857" y="3282"/>
                    <a:pt x="12387" y="4182"/>
                    <a:pt x="12641" y="5174"/>
                  </a:cubicBezTo>
                  <a:lnTo>
                    <a:pt x="10968" y="4432"/>
                  </a:lnTo>
                  <a:cubicBezTo>
                    <a:pt x="11087" y="3787"/>
                    <a:pt x="11144" y="3158"/>
                    <a:pt x="11113" y="2580"/>
                  </a:cubicBezTo>
                  <a:close/>
                  <a:moveTo>
                    <a:pt x="6953" y="3870"/>
                  </a:moveTo>
                  <a:lnTo>
                    <a:pt x="9681" y="5080"/>
                  </a:lnTo>
                  <a:cubicBezTo>
                    <a:pt x="9533" y="5621"/>
                    <a:pt x="9355" y="6152"/>
                    <a:pt x="9144" y="6672"/>
                  </a:cubicBezTo>
                  <a:lnTo>
                    <a:pt x="6133" y="5336"/>
                  </a:lnTo>
                  <a:cubicBezTo>
                    <a:pt x="6377" y="4831"/>
                    <a:pt x="6650" y="4342"/>
                    <a:pt x="6953" y="3870"/>
                  </a:cubicBezTo>
                  <a:close/>
                  <a:moveTo>
                    <a:pt x="2280" y="4844"/>
                  </a:moveTo>
                  <a:lnTo>
                    <a:pt x="4662" y="5901"/>
                  </a:lnTo>
                  <a:cubicBezTo>
                    <a:pt x="4452" y="6419"/>
                    <a:pt x="4271" y="6950"/>
                    <a:pt x="4117" y="7488"/>
                  </a:cubicBezTo>
                  <a:lnTo>
                    <a:pt x="4117" y="7489"/>
                  </a:lnTo>
                  <a:lnTo>
                    <a:pt x="2013" y="6555"/>
                  </a:lnTo>
                  <a:cubicBezTo>
                    <a:pt x="2008" y="5974"/>
                    <a:pt x="2098" y="5396"/>
                    <a:pt x="2280" y="4844"/>
                  </a:cubicBezTo>
                  <a:close/>
                  <a:moveTo>
                    <a:pt x="10708" y="5534"/>
                  </a:moveTo>
                  <a:lnTo>
                    <a:pt x="10708" y="5536"/>
                  </a:lnTo>
                  <a:lnTo>
                    <a:pt x="12812" y="6470"/>
                  </a:lnTo>
                  <a:cubicBezTo>
                    <a:pt x="12816" y="7051"/>
                    <a:pt x="12727" y="7628"/>
                    <a:pt x="12546" y="8181"/>
                  </a:cubicBezTo>
                  <a:lnTo>
                    <a:pt x="10164" y="7123"/>
                  </a:lnTo>
                  <a:cubicBezTo>
                    <a:pt x="10373" y="6603"/>
                    <a:pt x="10555" y="6074"/>
                    <a:pt x="10708" y="5534"/>
                  </a:cubicBezTo>
                  <a:close/>
                  <a:moveTo>
                    <a:pt x="5680" y="6355"/>
                  </a:moveTo>
                  <a:lnTo>
                    <a:pt x="8691" y="7691"/>
                  </a:lnTo>
                  <a:cubicBezTo>
                    <a:pt x="8448" y="8195"/>
                    <a:pt x="8174" y="8683"/>
                    <a:pt x="7873" y="9156"/>
                  </a:cubicBezTo>
                  <a:lnTo>
                    <a:pt x="5145" y="7945"/>
                  </a:lnTo>
                  <a:cubicBezTo>
                    <a:pt x="5292" y="7406"/>
                    <a:pt x="5471" y="6874"/>
                    <a:pt x="5680" y="6355"/>
                  </a:cubicBezTo>
                  <a:close/>
                  <a:moveTo>
                    <a:pt x="2183" y="7849"/>
                  </a:moveTo>
                  <a:lnTo>
                    <a:pt x="3858" y="8592"/>
                  </a:lnTo>
                  <a:cubicBezTo>
                    <a:pt x="3739" y="9236"/>
                    <a:pt x="3682" y="9867"/>
                    <a:pt x="3713" y="10444"/>
                  </a:cubicBezTo>
                  <a:cubicBezTo>
                    <a:pt x="2968" y="9742"/>
                    <a:pt x="2437" y="8842"/>
                    <a:pt x="2183" y="7849"/>
                  </a:cubicBezTo>
                  <a:close/>
                  <a:moveTo>
                    <a:pt x="9711" y="8144"/>
                  </a:moveTo>
                  <a:lnTo>
                    <a:pt x="12093" y="9199"/>
                  </a:lnTo>
                  <a:cubicBezTo>
                    <a:pt x="11805" y="9704"/>
                    <a:pt x="11435" y="10158"/>
                    <a:pt x="11001" y="10544"/>
                  </a:cubicBezTo>
                  <a:lnTo>
                    <a:pt x="8899" y="9613"/>
                  </a:lnTo>
                  <a:cubicBezTo>
                    <a:pt x="9195" y="9138"/>
                    <a:pt x="9467" y="8648"/>
                    <a:pt x="9711" y="8144"/>
                  </a:cubicBezTo>
                  <a:close/>
                  <a:moveTo>
                    <a:pt x="4906" y="9059"/>
                  </a:moveTo>
                  <a:lnTo>
                    <a:pt x="7207" y="10079"/>
                  </a:lnTo>
                  <a:cubicBezTo>
                    <a:pt x="6596" y="10834"/>
                    <a:pt x="5974" y="11348"/>
                    <a:pt x="5420" y="11529"/>
                  </a:cubicBezTo>
                  <a:cubicBezTo>
                    <a:pt x="5280" y="11472"/>
                    <a:pt x="5175" y="11426"/>
                    <a:pt x="5031" y="11356"/>
                  </a:cubicBezTo>
                  <a:cubicBezTo>
                    <a:pt x="4792" y="10825"/>
                    <a:pt x="4756" y="10018"/>
                    <a:pt x="4906" y="9059"/>
                  </a:cubicBezTo>
                  <a:close/>
                  <a:moveTo>
                    <a:pt x="8254" y="10546"/>
                  </a:moveTo>
                  <a:lnTo>
                    <a:pt x="9924" y="11287"/>
                  </a:lnTo>
                  <a:cubicBezTo>
                    <a:pt x="9146" y="11696"/>
                    <a:pt x="8282" y="11909"/>
                    <a:pt x="7406" y="11909"/>
                  </a:cubicBezTo>
                  <a:cubicBezTo>
                    <a:pt x="7264" y="11909"/>
                    <a:pt x="7122" y="11903"/>
                    <a:pt x="6980" y="11892"/>
                  </a:cubicBezTo>
                  <a:cubicBezTo>
                    <a:pt x="7429" y="11529"/>
                    <a:pt x="7859" y="11064"/>
                    <a:pt x="8254" y="10546"/>
                  </a:cubicBezTo>
                  <a:close/>
                  <a:moveTo>
                    <a:pt x="7422" y="0"/>
                  </a:moveTo>
                  <a:cubicBezTo>
                    <a:pt x="4925" y="0"/>
                    <a:pt x="2537" y="1443"/>
                    <a:pt x="1460" y="3871"/>
                  </a:cubicBezTo>
                  <a:cubicBezTo>
                    <a:pt x="1" y="7161"/>
                    <a:pt x="1481" y="11004"/>
                    <a:pt x="4771" y="12464"/>
                  </a:cubicBezTo>
                  <a:cubicBezTo>
                    <a:pt x="5628" y="12844"/>
                    <a:pt x="6522" y="13024"/>
                    <a:pt x="7403" y="13024"/>
                  </a:cubicBezTo>
                  <a:cubicBezTo>
                    <a:pt x="9902" y="13024"/>
                    <a:pt x="12289" y="11578"/>
                    <a:pt x="13365" y="9153"/>
                  </a:cubicBezTo>
                  <a:cubicBezTo>
                    <a:pt x="14826" y="5857"/>
                    <a:pt x="13338" y="2016"/>
                    <a:pt x="10053" y="559"/>
                  </a:cubicBezTo>
                  <a:cubicBezTo>
                    <a:pt x="9198" y="180"/>
                    <a:pt x="8303" y="0"/>
                    <a:pt x="742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2" name="Google Shape;4602;p54"/>
            <p:cNvSpPr/>
            <p:nvPr/>
          </p:nvSpPr>
          <p:spPr>
            <a:xfrm>
              <a:off x="5965621" y="3204445"/>
              <a:ext cx="279748" cy="383326"/>
            </a:xfrm>
            <a:custGeom>
              <a:rect b="b" l="l" r="r" t="t"/>
              <a:pathLst>
                <a:path extrusionOk="0" h="19026" w="13885">
                  <a:moveTo>
                    <a:pt x="7263" y="0"/>
                  </a:moveTo>
                  <a:cubicBezTo>
                    <a:pt x="7050" y="0"/>
                    <a:pt x="6847" y="124"/>
                    <a:pt x="6754" y="333"/>
                  </a:cubicBezTo>
                  <a:cubicBezTo>
                    <a:pt x="6628" y="614"/>
                    <a:pt x="6755" y="942"/>
                    <a:pt x="7038" y="1068"/>
                  </a:cubicBezTo>
                  <a:cubicBezTo>
                    <a:pt x="10885" y="2775"/>
                    <a:pt x="12617" y="7270"/>
                    <a:pt x="10909" y="11115"/>
                  </a:cubicBezTo>
                  <a:cubicBezTo>
                    <a:pt x="9649" y="13954"/>
                    <a:pt x="6858" y="15642"/>
                    <a:pt x="3938" y="15642"/>
                  </a:cubicBezTo>
                  <a:cubicBezTo>
                    <a:pt x="2907" y="15642"/>
                    <a:pt x="1860" y="15432"/>
                    <a:pt x="860" y="14988"/>
                  </a:cubicBezTo>
                  <a:cubicBezTo>
                    <a:pt x="786" y="14955"/>
                    <a:pt x="709" y="14939"/>
                    <a:pt x="634" y="14939"/>
                  </a:cubicBezTo>
                  <a:cubicBezTo>
                    <a:pt x="420" y="14939"/>
                    <a:pt x="217" y="15063"/>
                    <a:pt x="124" y="15272"/>
                  </a:cubicBezTo>
                  <a:cubicBezTo>
                    <a:pt x="0" y="15553"/>
                    <a:pt x="126" y="15881"/>
                    <a:pt x="408" y="16007"/>
                  </a:cubicBezTo>
                  <a:cubicBezTo>
                    <a:pt x="1345" y="16424"/>
                    <a:pt x="2348" y="16674"/>
                    <a:pt x="3372" y="16742"/>
                  </a:cubicBezTo>
                  <a:lnTo>
                    <a:pt x="3372" y="17911"/>
                  </a:lnTo>
                  <a:lnTo>
                    <a:pt x="1142" y="17911"/>
                  </a:lnTo>
                  <a:cubicBezTo>
                    <a:pt x="1138" y="17911"/>
                    <a:pt x="1135" y="17911"/>
                    <a:pt x="1131" y="17911"/>
                  </a:cubicBezTo>
                  <a:cubicBezTo>
                    <a:pt x="825" y="17911"/>
                    <a:pt x="574" y="18160"/>
                    <a:pt x="574" y="18468"/>
                  </a:cubicBezTo>
                  <a:cubicBezTo>
                    <a:pt x="574" y="18777"/>
                    <a:pt x="827" y="19026"/>
                    <a:pt x="1134" y="19026"/>
                  </a:cubicBezTo>
                  <a:cubicBezTo>
                    <a:pt x="1137" y="19026"/>
                    <a:pt x="1139" y="19026"/>
                    <a:pt x="1142" y="19026"/>
                  </a:cubicBezTo>
                  <a:lnTo>
                    <a:pt x="6715" y="19026"/>
                  </a:lnTo>
                  <a:cubicBezTo>
                    <a:pt x="6718" y="19026"/>
                    <a:pt x="6721" y="19026"/>
                    <a:pt x="6723" y="19026"/>
                  </a:cubicBezTo>
                  <a:cubicBezTo>
                    <a:pt x="7032" y="19026"/>
                    <a:pt x="7283" y="18777"/>
                    <a:pt x="7283" y="18468"/>
                  </a:cubicBezTo>
                  <a:cubicBezTo>
                    <a:pt x="7283" y="18160"/>
                    <a:pt x="7033" y="17911"/>
                    <a:pt x="6726" y="17911"/>
                  </a:cubicBezTo>
                  <a:cubicBezTo>
                    <a:pt x="6722" y="17911"/>
                    <a:pt x="6719" y="17911"/>
                    <a:pt x="6715" y="17911"/>
                  </a:cubicBezTo>
                  <a:lnTo>
                    <a:pt x="4487" y="17911"/>
                  </a:lnTo>
                  <a:lnTo>
                    <a:pt x="4487" y="16744"/>
                  </a:lnTo>
                  <a:cubicBezTo>
                    <a:pt x="7589" y="16549"/>
                    <a:pt x="10542" y="14690"/>
                    <a:pt x="11928" y="11568"/>
                  </a:cubicBezTo>
                  <a:cubicBezTo>
                    <a:pt x="13884" y="7158"/>
                    <a:pt x="11899" y="2007"/>
                    <a:pt x="7489" y="49"/>
                  </a:cubicBezTo>
                  <a:cubicBezTo>
                    <a:pt x="7416" y="16"/>
                    <a:pt x="7339" y="0"/>
                    <a:pt x="726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03" name="Google Shape;4603;p54"/>
          <p:cNvGrpSpPr/>
          <p:nvPr/>
        </p:nvGrpSpPr>
        <p:grpSpPr>
          <a:xfrm>
            <a:off x="7085031" y="2876784"/>
            <a:ext cx="236828" cy="367403"/>
            <a:chOff x="5521509" y="3195520"/>
            <a:chExt cx="247572" cy="384072"/>
          </a:xfrm>
        </p:grpSpPr>
        <p:sp>
          <p:nvSpPr>
            <p:cNvPr id="4604" name="Google Shape;4604;p54"/>
            <p:cNvSpPr/>
            <p:nvPr/>
          </p:nvSpPr>
          <p:spPr>
            <a:xfrm>
              <a:off x="5521509" y="3195520"/>
              <a:ext cx="247572" cy="384072"/>
            </a:xfrm>
            <a:custGeom>
              <a:rect b="b" l="l" r="r" t="t"/>
              <a:pathLst>
                <a:path extrusionOk="0" h="19063" w="12288">
                  <a:moveTo>
                    <a:pt x="7819" y="1118"/>
                  </a:moveTo>
                  <a:lnTo>
                    <a:pt x="7819" y="2309"/>
                  </a:lnTo>
                  <a:lnTo>
                    <a:pt x="4468" y="2309"/>
                  </a:lnTo>
                  <a:lnTo>
                    <a:pt x="4468" y="1118"/>
                  </a:lnTo>
                  <a:close/>
                  <a:moveTo>
                    <a:pt x="10240" y="3425"/>
                  </a:moveTo>
                  <a:cubicBezTo>
                    <a:pt x="10752" y="3427"/>
                    <a:pt x="11169" y="3842"/>
                    <a:pt x="11169" y="4357"/>
                  </a:cubicBezTo>
                  <a:lnTo>
                    <a:pt x="11169" y="9010"/>
                  </a:lnTo>
                  <a:lnTo>
                    <a:pt x="1117" y="9010"/>
                  </a:lnTo>
                  <a:lnTo>
                    <a:pt x="1117" y="4357"/>
                  </a:lnTo>
                  <a:cubicBezTo>
                    <a:pt x="1119" y="3842"/>
                    <a:pt x="1534" y="3427"/>
                    <a:pt x="2048" y="3425"/>
                  </a:cubicBezTo>
                  <a:close/>
                  <a:moveTo>
                    <a:pt x="11169" y="10127"/>
                  </a:moveTo>
                  <a:lnTo>
                    <a:pt x="11169" y="17015"/>
                  </a:lnTo>
                  <a:cubicBezTo>
                    <a:pt x="11169" y="17529"/>
                    <a:pt x="10752" y="17944"/>
                    <a:pt x="10240" y="17946"/>
                  </a:cubicBezTo>
                  <a:lnTo>
                    <a:pt x="2048" y="17946"/>
                  </a:lnTo>
                  <a:cubicBezTo>
                    <a:pt x="1534" y="17944"/>
                    <a:pt x="1119" y="17529"/>
                    <a:pt x="1117" y="17015"/>
                  </a:cubicBezTo>
                  <a:lnTo>
                    <a:pt x="1117" y="10127"/>
                  </a:lnTo>
                  <a:close/>
                  <a:moveTo>
                    <a:pt x="4283" y="0"/>
                  </a:moveTo>
                  <a:cubicBezTo>
                    <a:pt x="3768" y="2"/>
                    <a:pt x="3353" y="417"/>
                    <a:pt x="3351" y="931"/>
                  </a:cubicBezTo>
                  <a:lnTo>
                    <a:pt x="3351" y="2309"/>
                  </a:lnTo>
                  <a:lnTo>
                    <a:pt x="2048" y="2309"/>
                  </a:lnTo>
                  <a:cubicBezTo>
                    <a:pt x="918" y="2311"/>
                    <a:pt x="2" y="3227"/>
                    <a:pt x="1" y="4357"/>
                  </a:cubicBezTo>
                  <a:lnTo>
                    <a:pt x="1" y="17015"/>
                  </a:lnTo>
                  <a:cubicBezTo>
                    <a:pt x="2" y="18145"/>
                    <a:pt x="918" y="19061"/>
                    <a:pt x="2048" y="19062"/>
                  </a:cubicBezTo>
                  <a:lnTo>
                    <a:pt x="10240" y="19062"/>
                  </a:lnTo>
                  <a:cubicBezTo>
                    <a:pt x="11369" y="19061"/>
                    <a:pt x="12286" y="18145"/>
                    <a:pt x="12287" y="17015"/>
                  </a:cubicBezTo>
                  <a:lnTo>
                    <a:pt x="12287" y="4357"/>
                  </a:lnTo>
                  <a:cubicBezTo>
                    <a:pt x="12286" y="3227"/>
                    <a:pt x="11369" y="2311"/>
                    <a:pt x="10240" y="2309"/>
                  </a:cubicBezTo>
                  <a:lnTo>
                    <a:pt x="8936" y="2309"/>
                  </a:lnTo>
                  <a:lnTo>
                    <a:pt x="8936" y="931"/>
                  </a:lnTo>
                  <a:cubicBezTo>
                    <a:pt x="8936" y="417"/>
                    <a:pt x="8519" y="2"/>
                    <a:pt x="800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5" name="Google Shape;4605;p54"/>
            <p:cNvSpPr/>
            <p:nvPr/>
          </p:nvSpPr>
          <p:spPr>
            <a:xfrm>
              <a:off x="5607761" y="3422038"/>
              <a:ext cx="75049" cy="112483"/>
            </a:xfrm>
            <a:custGeom>
              <a:rect b="b" l="l" r="r" t="t"/>
              <a:pathLst>
                <a:path extrusionOk="0" h="5583" w="3725">
                  <a:moveTo>
                    <a:pt x="2979" y="1"/>
                  </a:moveTo>
                  <a:cubicBezTo>
                    <a:pt x="2836" y="1"/>
                    <a:pt x="2693" y="55"/>
                    <a:pt x="2584" y="165"/>
                  </a:cubicBezTo>
                  <a:lnTo>
                    <a:pt x="351" y="2399"/>
                  </a:lnTo>
                  <a:cubicBezTo>
                    <a:pt x="0" y="2749"/>
                    <a:pt x="248" y="3351"/>
                    <a:pt x="746" y="3351"/>
                  </a:cubicBezTo>
                  <a:lnTo>
                    <a:pt x="1631" y="3351"/>
                  </a:lnTo>
                  <a:lnTo>
                    <a:pt x="351" y="4632"/>
                  </a:lnTo>
                  <a:cubicBezTo>
                    <a:pt x="135" y="4850"/>
                    <a:pt x="136" y="5202"/>
                    <a:pt x="353" y="5419"/>
                  </a:cubicBezTo>
                  <a:cubicBezTo>
                    <a:pt x="462" y="5528"/>
                    <a:pt x="606" y="5583"/>
                    <a:pt x="749" y="5583"/>
                  </a:cubicBezTo>
                  <a:cubicBezTo>
                    <a:pt x="890" y="5583"/>
                    <a:pt x="1032" y="5529"/>
                    <a:pt x="1140" y="5422"/>
                  </a:cubicBezTo>
                  <a:lnTo>
                    <a:pt x="3375" y="3188"/>
                  </a:lnTo>
                  <a:cubicBezTo>
                    <a:pt x="3724" y="2837"/>
                    <a:pt x="3476" y="2234"/>
                    <a:pt x="2980" y="2234"/>
                  </a:cubicBezTo>
                  <a:lnTo>
                    <a:pt x="2094" y="2234"/>
                  </a:lnTo>
                  <a:lnTo>
                    <a:pt x="3375" y="955"/>
                  </a:lnTo>
                  <a:cubicBezTo>
                    <a:pt x="3593" y="737"/>
                    <a:pt x="3593" y="383"/>
                    <a:pt x="3375" y="165"/>
                  </a:cubicBezTo>
                  <a:cubicBezTo>
                    <a:pt x="3266" y="55"/>
                    <a:pt x="3122" y="1"/>
                    <a:pt x="297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6" name="Google Shape;4606;p54"/>
            <p:cNvSpPr/>
            <p:nvPr/>
          </p:nvSpPr>
          <p:spPr>
            <a:xfrm>
              <a:off x="5611730" y="3286828"/>
              <a:ext cx="67131" cy="67534"/>
            </a:xfrm>
            <a:custGeom>
              <a:rect b="b" l="l" r="r" t="t"/>
              <a:pathLst>
                <a:path extrusionOk="0" h="3352" w="3332">
                  <a:moveTo>
                    <a:pt x="1665" y="1"/>
                  </a:moveTo>
                  <a:cubicBezTo>
                    <a:pt x="1353" y="1"/>
                    <a:pt x="1102" y="256"/>
                    <a:pt x="1106" y="569"/>
                  </a:cubicBezTo>
                  <a:lnTo>
                    <a:pt x="1106" y="1128"/>
                  </a:lnTo>
                  <a:lnTo>
                    <a:pt x="549" y="1128"/>
                  </a:lnTo>
                  <a:cubicBezTo>
                    <a:pt x="244" y="1134"/>
                    <a:pt x="0" y="1382"/>
                    <a:pt x="0" y="1687"/>
                  </a:cubicBezTo>
                  <a:cubicBezTo>
                    <a:pt x="0" y="1990"/>
                    <a:pt x="244" y="2240"/>
                    <a:pt x="549" y="2244"/>
                  </a:cubicBezTo>
                  <a:lnTo>
                    <a:pt x="1106" y="2244"/>
                  </a:lnTo>
                  <a:lnTo>
                    <a:pt x="1106" y="2803"/>
                  </a:lnTo>
                  <a:cubicBezTo>
                    <a:pt x="1112" y="3108"/>
                    <a:pt x="1360" y="3352"/>
                    <a:pt x="1665" y="3352"/>
                  </a:cubicBezTo>
                  <a:cubicBezTo>
                    <a:pt x="1970" y="3352"/>
                    <a:pt x="2218" y="3108"/>
                    <a:pt x="2224" y="2803"/>
                  </a:cubicBezTo>
                  <a:lnTo>
                    <a:pt x="2224" y="2244"/>
                  </a:lnTo>
                  <a:lnTo>
                    <a:pt x="2783" y="2244"/>
                  </a:lnTo>
                  <a:cubicBezTo>
                    <a:pt x="3086" y="2240"/>
                    <a:pt x="3332" y="1990"/>
                    <a:pt x="3332" y="1687"/>
                  </a:cubicBezTo>
                  <a:cubicBezTo>
                    <a:pt x="3332" y="1382"/>
                    <a:pt x="3086" y="1134"/>
                    <a:pt x="2783" y="1128"/>
                  </a:cubicBezTo>
                  <a:lnTo>
                    <a:pt x="2224" y="1128"/>
                  </a:lnTo>
                  <a:lnTo>
                    <a:pt x="2224" y="569"/>
                  </a:lnTo>
                  <a:cubicBezTo>
                    <a:pt x="2230" y="256"/>
                    <a:pt x="1978" y="1"/>
                    <a:pt x="166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07" name="Google Shape;4607;p54"/>
          <p:cNvSpPr/>
          <p:nvPr/>
        </p:nvSpPr>
        <p:spPr>
          <a:xfrm>
            <a:off x="7786730" y="2899061"/>
            <a:ext cx="367316" cy="322850"/>
          </a:xfrm>
          <a:custGeom>
            <a:rect b="b" l="l" r="r" t="t"/>
            <a:pathLst>
              <a:path extrusionOk="0" h="16754" w="19064">
                <a:moveTo>
                  <a:pt x="4505" y="1119"/>
                </a:moveTo>
                <a:lnTo>
                  <a:pt x="4505" y="4469"/>
                </a:lnTo>
                <a:lnTo>
                  <a:pt x="3426" y="4469"/>
                </a:lnTo>
                <a:lnTo>
                  <a:pt x="3426" y="1119"/>
                </a:lnTo>
                <a:close/>
                <a:moveTo>
                  <a:pt x="10090" y="1119"/>
                </a:moveTo>
                <a:lnTo>
                  <a:pt x="10090" y="4469"/>
                </a:lnTo>
                <a:lnTo>
                  <a:pt x="9010" y="4469"/>
                </a:lnTo>
                <a:lnTo>
                  <a:pt x="9010" y="1119"/>
                </a:lnTo>
                <a:close/>
                <a:moveTo>
                  <a:pt x="15675" y="1119"/>
                </a:moveTo>
                <a:lnTo>
                  <a:pt x="15675" y="4469"/>
                </a:lnTo>
                <a:lnTo>
                  <a:pt x="14595" y="4469"/>
                </a:lnTo>
                <a:lnTo>
                  <a:pt x="14595" y="1119"/>
                </a:lnTo>
                <a:close/>
                <a:moveTo>
                  <a:pt x="17945" y="5587"/>
                </a:moveTo>
                <a:lnTo>
                  <a:pt x="17945" y="7820"/>
                </a:lnTo>
                <a:lnTo>
                  <a:pt x="1117" y="7820"/>
                </a:lnTo>
                <a:lnTo>
                  <a:pt x="1117" y="5587"/>
                </a:lnTo>
                <a:close/>
                <a:moveTo>
                  <a:pt x="15674" y="8938"/>
                </a:moveTo>
                <a:lnTo>
                  <a:pt x="15674" y="9944"/>
                </a:lnTo>
                <a:lnTo>
                  <a:pt x="14595" y="9944"/>
                </a:lnTo>
                <a:lnTo>
                  <a:pt x="14595" y="8938"/>
                </a:lnTo>
                <a:close/>
                <a:moveTo>
                  <a:pt x="4505" y="8938"/>
                </a:moveTo>
                <a:lnTo>
                  <a:pt x="4505" y="10054"/>
                </a:lnTo>
                <a:lnTo>
                  <a:pt x="3426" y="10054"/>
                </a:lnTo>
                <a:lnTo>
                  <a:pt x="3426" y="8938"/>
                </a:lnTo>
                <a:close/>
                <a:moveTo>
                  <a:pt x="10090" y="8938"/>
                </a:moveTo>
                <a:lnTo>
                  <a:pt x="10090" y="10054"/>
                </a:lnTo>
                <a:lnTo>
                  <a:pt x="9010" y="10054"/>
                </a:lnTo>
                <a:lnTo>
                  <a:pt x="9010" y="8938"/>
                </a:lnTo>
                <a:close/>
                <a:moveTo>
                  <a:pt x="4505" y="11172"/>
                </a:moveTo>
                <a:lnTo>
                  <a:pt x="4505" y="12865"/>
                </a:lnTo>
                <a:cubicBezTo>
                  <a:pt x="4505" y="13164"/>
                  <a:pt x="4263" y="13405"/>
                  <a:pt x="3966" y="13405"/>
                </a:cubicBezTo>
                <a:cubicBezTo>
                  <a:pt x="3667" y="13405"/>
                  <a:pt x="3426" y="13164"/>
                  <a:pt x="3426" y="12865"/>
                </a:cubicBezTo>
                <a:lnTo>
                  <a:pt x="3426" y="11172"/>
                </a:lnTo>
                <a:close/>
                <a:moveTo>
                  <a:pt x="15674" y="11060"/>
                </a:moveTo>
                <a:lnTo>
                  <a:pt x="15674" y="12865"/>
                </a:lnTo>
                <a:cubicBezTo>
                  <a:pt x="15675" y="13164"/>
                  <a:pt x="15433" y="13405"/>
                  <a:pt x="15134" y="13405"/>
                </a:cubicBezTo>
                <a:cubicBezTo>
                  <a:pt x="14837" y="13405"/>
                  <a:pt x="14595" y="13164"/>
                  <a:pt x="14595" y="12865"/>
                </a:cubicBezTo>
                <a:lnTo>
                  <a:pt x="14595" y="11060"/>
                </a:lnTo>
                <a:close/>
                <a:moveTo>
                  <a:pt x="10090" y="11172"/>
                </a:moveTo>
                <a:lnTo>
                  <a:pt x="10090" y="12865"/>
                </a:lnTo>
                <a:cubicBezTo>
                  <a:pt x="10096" y="13167"/>
                  <a:pt x="9853" y="13415"/>
                  <a:pt x="9551" y="13415"/>
                </a:cubicBezTo>
                <a:cubicBezTo>
                  <a:pt x="9247" y="13415"/>
                  <a:pt x="9005" y="13167"/>
                  <a:pt x="9010" y="12865"/>
                </a:cubicBezTo>
                <a:lnTo>
                  <a:pt x="9010" y="11172"/>
                </a:lnTo>
                <a:close/>
                <a:moveTo>
                  <a:pt x="17945" y="8936"/>
                </a:moveTo>
                <a:lnTo>
                  <a:pt x="17945" y="15079"/>
                </a:lnTo>
                <a:cubicBezTo>
                  <a:pt x="17945" y="15387"/>
                  <a:pt x="17696" y="15636"/>
                  <a:pt x="17388" y="15638"/>
                </a:cubicBezTo>
                <a:lnTo>
                  <a:pt x="1676" y="15638"/>
                </a:lnTo>
                <a:cubicBezTo>
                  <a:pt x="1368" y="15636"/>
                  <a:pt x="1119" y="15387"/>
                  <a:pt x="1117" y="15079"/>
                </a:cubicBezTo>
                <a:lnTo>
                  <a:pt x="1117" y="8936"/>
                </a:lnTo>
                <a:lnTo>
                  <a:pt x="2310" y="8936"/>
                </a:lnTo>
                <a:lnTo>
                  <a:pt x="2310" y="12864"/>
                </a:lnTo>
                <a:cubicBezTo>
                  <a:pt x="2310" y="13778"/>
                  <a:pt x="3051" y="14520"/>
                  <a:pt x="3966" y="14520"/>
                </a:cubicBezTo>
                <a:cubicBezTo>
                  <a:pt x="4880" y="14520"/>
                  <a:pt x="5623" y="13778"/>
                  <a:pt x="5623" y="12864"/>
                </a:cubicBezTo>
                <a:lnTo>
                  <a:pt x="5623" y="8936"/>
                </a:lnTo>
                <a:lnTo>
                  <a:pt x="7893" y="8936"/>
                </a:lnTo>
                <a:lnTo>
                  <a:pt x="7893" y="12864"/>
                </a:lnTo>
                <a:cubicBezTo>
                  <a:pt x="7904" y="13772"/>
                  <a:pt x="8642" y="14503"/>
                  <a:pt x="9551" y="14503"/>
                </a:cubicBezTo>
                <a:cubicBezTo>
                  <a:pt x="10458" y="14503"/>
                  <a:pt x="11198" y="13772"/>
                  <a:pt x="11207" y="12864"/>
                </a:cubicBezTo>
                <a:lnTo>
                  <a:pt x="11207" y="8936"/>
                </a:lnTo>
                <a:lnTo>
                  <a:pt x="13478" y="8936"/>
                </a:lnTo>
                <a:lnTo>
                  <a:pt x="13478" y="12864"/>
                </a:lnTo>
                <a:cubicBezTo>
                  <a:pt x="13487" y="13772"/>
                  <a:pt x="14227" y="14503"/>
                  <a:pt x="15134" y="14503"/>
                </a:cubicBezTo>
                <a:cubicBezTo>
                  <a:pt x="16043" y="14503"/>
                  <a:pt x="16781" y="13772"/>
                  <a:pt x="16791" y="12864"/>
                </a:cubicBezTo>
                <a:lnTo>
                  <a:pt x="16791" y="8936"/>
                </a:lnTo>
                <a:close/>
                <a:moveTo>
                  <a:pt x="2272" y="1"/>
                </a:moveTo>
                <a:cubicBezTo>
                  <a:pt x="1963" y="1"/>
                  <a:pt x="1713" y="252"/>
                  <a:pt x="1713" y="560"/>
                </a:cubicBezTo>
                <a:cubicBezTo>
                  <a:pt x="1713" y="867"/>
                  <a:pt x="1963" y="1117"/>
                  <a:pt x="2272" y="1119"/>
                </a:cubicBezTo>
                <a:lnTo>
                  <a:pt x="2310" y="1119"/>
                </a:lnTo>
                <a:lnTo>
                  <a:pt x="2310" y="4469"/>
                </a:lnTo>
                <a:lnTo>
                  <a:pt x="560" y="4469"/>
                </a:lnTo>
                <a:cubicBezTo>
                  <a:pt x="250" y="4469"/>
                  <a:pt x="1" y="4719"/>
                  <a:pt x="1" y="5027"/>
                </a:cubicBezTo>
                <a:lnTo>
                  <a:pt x="1" y="15079"/>
                </a:lnTo>
                <a:cubicBezTo>
                  <a:pt x="2" y="16004"/>
                  <a:pt x="751" y="16754"/>
                  <a:pt x="1676" y="16754"/>
                </a:cubicBezTo>
                <a:lnTo>
                  <a:pt x="17388" y="16754"/>
                </a:lnTo>
                <a:cubicBezTo>
                  <a:pt x="18311" y="16754"/>
                  <a:pt x="19062" y="16004"/>
                  <a:pt x="19063" y="15079"/>
                </a:cubicBezTo>
                <a:lnTo>
                  <a:pt x="19063" y="5027"/>
                </a:lnTo>
                <a:cubicBezTo>
                  <a:pt x="19063" y="4719"/>
                  <a:pt x="18812" y="4469"/>
                  <a:pt x="18504" y="4469"/>
                </a:cubicBezTo>
                <a:lnTo>
                  <a:pt x="16791" y="4469"/>
                </a:lnTo>
                <a:lnTo>
                  <a:pt x="16791" y="1119"/>
                </a:lnTo>
                <a:cubicBezTo>
                  <a:pt x="17099" y="1119"/>
                  <a:pt x="17349" y="867"/>
                  <a:pt x="17349" y="560"/>
                </a:cubicBezTo>
                <a:cubicBezTo>
                  <a:pt x="17349" y="252"/>
                  <a:pt x="17099" y="1"/>
                  <a:pt x="16791" y="1"/>
                </a:cubicBezTo>
                <a:lnTo>
                  <a:pt x="13441" y="1"/>
                </a:lnTo>
                <a:cubicBezTo>
                  <a:pt x="13131" y="1"/>
                  <a:pt x="12882" y="252"/>
                  <a:pt x="12882" y="560"/>
                </a:cubicBezTo>
                <a:cubicBezTo>
                  <a:pt x="12882" y="867"/>
                  <a:pt x="13131" y="1119"/>
                  <a:pt x="13441" y="1119"/>
                </a:cubicBezTo>
                <a:lnTo>
                  <a:pt x="13478" y="1119"/>
                </a:lnTo>
                <a:lnTo>
                  <a:pt x="13478" y="4469"/>
                </a:lnTo>
                <a:lnTo>
                  <a:pt x="11207" y="4469"/>
                </a:lnTo>
                <a:lnTo>
                  <a:pt x="11207" y="1119"/>
                </a:lnTo>
                <a:cubicBezTo>
                  <a:pt x="11516" y="1119"/>
                  <a:pt x="11765" y="867"/>
                  <a:pt x="11765" y="560"/>
                </a:cubicBezTo>
                <a:cubicBezTo>
                  <a:pt x="11765" y="252"/>
                  <a:pt x="11516" y="1"/>
                  <a:pt x="11207" y="1"/>
                </a:cubicBezTo>
                <a:lnTo>
                  <a:pt x="7856" y="1"/>
                </a:lnTo>
                <a:cubicBezTo>
                  <a:pt x="7548" y="1"/>
                  <a:pt x="7298" y="252"/>
                  <a:pt x="7298" y="560"/>
                </a:cubicBezTo>
                <a:cubicBezTo>
                  <a:pt x="7298" y="842"/>
                  <a:pt x="7511" y="1119"/>
                  <a:pt x="7893" y="1119"/>
                </a:cubicBezTo>
                <a:lnTo>
                  <a:pt x="7893" y="4469"/>
                </a:lnTo>
                <a:lnTo>
                  <a:pt x="5623" y="4469"/>
                </a:lnTo>
                <a:lnTo>
                  <a:pt x="5623" y="1119"/>
                </a:lnTo>
                <a:cubicBezTo>
                  <a:pt x="5931" y="1119"/>
                  <a:pt x="6181" y="867"/>
                  <a:pt x="6181" y="560"/>
                </a:cubicBezTo>
                <a:cubicBezTo>
                  <a:pt x="6181" y="252"/>
                  <a:pt x="5931" y="1"/>
                  <a:pt x="562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8" name="Google Shape;4608;p54"/>
          <p:cNvSpPr/>
          <p:nvPr/>
        </p:nvSpPr>
        <p:spPr>
          <a:xfrm>
            <a:off x="7786740" y="3460204"/>
            <a:ext cx="367296" cy="322850"/>
          </a:xfrm>
          <a:custGeom>
            <a:rect b="b" l="l" r="r" t="t"/>
            <a:pathLst>
              <a:path extrusionOk="0" h="16754" w="19063">
                <a:moveTo>
                  <a:pt x="3908" y="1117"/>
                </a:moveTo>
                <a:cubicBezTo>
                  <a:pt x="5449" y="1117"/>
                  <a:pt x="6702" y="2369"/>
                  <a:pt x="6702" y="3909"/>
                </a:cubicBezTo>
                <a:lnTo>
                  <a:pt x="6702" y="7818"/>
                </a:lnTo>
                <a:lnTo>
                  <a:pt x="1117" y="7818"/>
                </a:lnTo>
                <a:lnTo>
                  <a:pt x="1117" y="3909"/>
                </a:lnTo>
                <a:cubicBezTo>
                  <a:pt x="1117" y="2369"/>
                  <a:pt x="2369" y="1117"/>
                  <a:pt x="3908" y="1117"/>
                </a:cubicBezTo>
                <a:close/>
                <a:moveTo>
                  <a:pt x="12360" y="4468"/>
                </a:moveTo>
                <a:cubicBezTo>
                  <a:pt x="15252" y="4468"/>
                  <a:pt x="17635" y="6675"/>
                  <a:pt x="17916" y="9494"/>
                </a:cubicBezTo>
                <a:lnTo>
                  <a:pt x="7820" y="9494"/>
                </a:lnTo>
                <a:lnTo>
                  <a:pt x="7820" y="6798"/>
                </a:lnTo>
                <a:cubicBezTo>
                  <a:pt x="7831" y="6783"/>
                  <a:pt x="7843" y="6768"/>
                  <a:pt x="7855" y="6753"/>
                </a:cubicBezTo>
                <a:lnTo>
                  <a:pt x="7854" y="6753"/>
                </a:lnTo>
                <a:cubicBezTo>
                  <a:pt x="8909" y="5320"/>
                  <a:pt x="10581" y="4472"/>
                  <a:pt x="12360" y="4468"/>
                </a:cubicBezTo>
                <a:close/>
                <a:moveTo>
                  <a:pt x="6702" y="8935"/>
                </a:moveTo>
                <a:lnTo>
                  <a:pt x="6702" y="12844"/>
                </a:lnTo>
                <a:cubicBezTo>
                  <a:pt x="6702" y="14384"/>
                  <a:pt x="5449" y="15636"/>
                  <a:pt x="3908" y="15636"/>
                </a:cubicBezTo>
                <a:cubicBezTo>
                  <a:pt x="2369" y="15636"/>
                  <a:pt x="1117" y="14385"/>
                  <a:pt x="1117" y="12844"/>
                </a:cubicBezTo>
                <a:lnTo>
                  <a:pt x="1117" y="8935"/>
                </a:lnTo>
                <a:close/>
                <a:moveTo>
                  <a:pt x="17916" y="10610"/>
                </a:moveTo>
                <a:cubicBezTo>
                  <a:pt x="17637" y="13429"/>
                  <a:pt x="15252" y="15636"/>
                  <a:pt x="12360" y="15636"/>
                </a:cubicBezTo>
                <a:cubicBezTo>
                  <a:pt x="10544" y="15635"/>
                  <a:pt x="8843" y="14753"/>
                  <a:pt x="7796" y="13269"/>
                </a:cubicBezTo>
                <a:cubicBezTo>
                  <a:pt x="7825" y="12985"/>
                  <a:pt x="7818" y="13051"/>
                  <a:pt x="7818" y="10610"/>
                </a:cubicBezTo>
                <a:close/>
                <a:moveTo>
                  <a:pt x="3910" y="1"/>
                </a:moveTo>
                <a:cubicBezTo>
                  <a:pt x="1755" y="1"/>
                  <a:pt x="0" y="1754"/>
                  <a:pt x="0" y="3909"/>
                </a:cubicBezTo>
                <a:lnTo>
                  <a:pt x="0" y="12844"/>
                </a:lnTo>
                <a:cubicBezTo>
                  <a:pt x="0" y="14999"/>
                  <a:pt x="1755" y="16754"/>
                  <a:pt x="3910" y="16754"/>
                </a:cubicBezTo>
                <a:cubicBezTo>
                  <a:pt x="5445" y="16754"/>
                  <a:pt x="6776" y="15863"/>
                  <a:pt x="7414" y="14573"/>
                </a:cubicBezTo>
                <a:cubicBezTo>
                  <a:pt x="8685" y="15960"/>
                  <a:pt x="10480" y="16752"/>
                  <a:pt x="12361" y="16754"/>
                </a:cubicBezTo>
                <a:cubicBezTo>
                  <a:pt x="16056" y="16754"/>
                  <a:pt x="19063" y="13747"/>
                  <a:pt x="19063" y="10053"/>
                </a:cubicBezTo>
                <a:cubicBezTo>
                  <a:pt x="19063" y="6357"/>
                  <a:pt x="16056" y="3351"/>
                  <a:pt x="12361" y="3351"/>
                </a:cubicBezTo>
                <a:lnTo>
                  <a:pt x="12360" y="3351"/>
                </a:lnTo>
                <a:cubicBezTo>
                  <a:pt x="12356" y="3351"/>
                  <a:pt x="12352" y="3351"/>
                  <a:pt x="12348" y="3351"/>
                </a:cubicBezTo>
                <a:cubicBezTo>
                  <a:pt x="10669" y="3351"/>
                  <a:pt x="9051" y="3986"/>
                  <a:pt x="7820" y="5127"/>
                </a:cubicBezTo>
                <a:lnTo>
                  <a:pt x="7820" y="3909"/>
                </a:lnTo>
                <a:cubicBezTo>
                  <a:pt x="7820" y="1754"/>
                  <a:pt x="6065" y="1"/>
                  <a:pt x="391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9" name="Google Shape;4609;p54"/>
          <p:cNvSpPr/>
          <p:nvPr/>
        </p:nvSpPr>
        <p:spPr>
          <a:xfrm>
            <a:off x="7040567" y="3437957"/>
            <a:ext cx="325756" cy="367344"/>
          </a:xfrm>
          <a:custGeom>
            <a:rect b="b" l="l" r="r" t="t"/>
            <a:pathLst>
              <a:path extrusionOk="0" h="19063" w="16907">
                <a:moveTo>
                  <a:pt x="15152" y="1117"/>
                </a:moveTo>
                <a:cubicBezTo>
                  <a:pt x="13344" y="3831"/>
                  <a:pt x="13403" y="3678"/>
                  <a:pt x="13403" y="3910"/>
                </a:cubicBezTo>
                <a:lnTo>
                  <a:pt x="13402" y="3910"/>
                </a:lnTo>
                <a:lnTo>
                  <a:pt x="13402" y="4467"/>
                </a:lnTo>
                <a:lnTo>
                  <a:pt x="11354" y="4467"/>
                </a:lnTo>
                <a:cubicBezTo>
                  <a:pt x="11051" y="4473"/>
                  <a:pt x="10806" y="4721"/>
                  <a:pt x="10806" y="5026"/>
                </a:cubicBezTo>
                <a:cubicBezTo>
                  <a:pt x="10806" y="5331"/>
                  <a:pt x="11051" y="5579"/>
                  <a:pt x="11354" y="5585"/>
                </a:cubicBezTo>
                <a:lnTo>
                  <a:pt x="13402" y="5585"/>
                </a:lnTo>
                <a:lnTo>
                  <a:pt x="13402" y="6702"/>
                </a:lnTo>
                <a:lnTo>
                  <a:pt x="12472" y="6702"/>
                </a:lnTo>
                <a:cubicBezTo>
                  <a:pt x="12163" y="6702"/>
                  <a:pt x="11913" y="6951"/>
                  <a:pt x="11913" y="7259"/>
                </a:cubicBezTo>
                <a:cubicBezTo>
                  <a:pt x="11913" y="7568"/>
                  <a:pt x="12163" y="7818"/>
                  <a:pt x="12472" y="7818"/>
                </a:cubicBezTo>
                <a:lnTo>
                  <a:pt x="13402" y="7818"/>
                </a:lnTo>
                <a:lnTo>
                  <a:pt x="13402" y="8936"/>
                </a:lnTo>
                <a:lnTo>
                  <a:pt x="11354" y="8936"/>
                </a:lnTo>
                <a:cubicBezTo>
                  <a:pt x="11051" y="8940"/>
                  <a:pt x="10806" y="9189"/>
                  <a:pt x="10806" y="9493"/>
                </a:cubicBezTo>
                <a:cubicBezTo>
                  <a:pt x="10806" y="9798"/>
                  <a:pt x="11051" y="10046"/>
                  <a:pt x="11354" y="10052"/>
                </a:cubicBezTo>
                <a:lnTo>
                  <a:pt x="13402" y="10052"/>
                </a:lnTo>
                <a:lnTo>
                  <a:pt x="13402" y="11169"/>
                </a:lnTo>
                <a:lnTo>
                  <a:pt x="12472" y="11169"/>
                </a:lnTo>
                <a:cubicBezTo>
                  <a:pt x="12167" y="11175"/>
                  <a:pt x="11924" y="11423"/>
                  <a:pt x="11924" y="11728"/>
                </a:cubicBezTo>
                <a:cubicBezTo>
                  <a:pt x="11924" y="12033"/>
                  <a:pt x="12167" y="12281"/>
                  <a:pt x="12472" y="12287"/>
                </a:cubicBezTo>
                <a:lnTo>
                  <a:pt x="13402" y="12287"/>
                </a:lnTo>
                <a:lnTo>
                  <a:pt x="13402" y="13403"/>
                </a:lnTo>
                <a:lnTo>
                  <a:pt x="11354" y="13403"/>
                </a:lnTo>
                <a:cubicBezTo>
                  <a:pt x="11047" y="13403"/>
                  <a:pt x="10797" y="13653"/>
                  <a:pt x="10797" y="13962"/>
                </a:cubicBezTo>
                <a:cubicBezTo>
                  <a:pt x="10797" y="14270"/>
                  <a:pt x="11047" y="14519"/>
                  <a:pt x="11354" y="14519"/>
                </a:cubicBezTo>
                <a:lnTo>
                  <a:pt x="13402" y="14519"/>
                </a:lnTo>
                <a:lnTo>
                  <a:pt x="13402" y="15525"/>
                </a:lnTo>
                <a:cubicBezTo>
                  <a:pt x="13400" y="16861"/>
                  <a:pt x="12318" y="17943"/>
                  <a:pt x="10982" y="17945"/>
                </a:cubicBezTo>
                <a:lnTo>
                  <a:pt x="3538" y="17945"/>
                </a:lnTo>
                <a:cubicBezTo>
                  <a:pt x="2204" y="17945"/>
                  <a:pt x="1117" y="16860"/>
                  <a:pt x="1117" y="15525"/>
                </a:cubicBezTo>
                <a:lnTo>
                  <a:pt x="1117" y="1117"/>
                </a:lnTo>
                <a:close/>
                <a:moveTo>
                  <a:pt x="558" y="0"/>
                </a:moveTo>
                <a:cubicBezTo>
                  <a:pt x="250" y="0"/>
                  <a:pt x="1" y="250"/>
                  <a:pt x="1" y="559"/>
                </a:cubicBezTo>
                <a:lnTo>
                  <a:pt x="1" y="15525"/>
                </a:lnTo>
                <a:cubicBezTo>
                  <a:pt x="1" y="17475"/>
                  <a:pt x="1586" y="19063"/>
                  <a:pt x="3537" y="19063"/>
                </a:cubicBezTo>
                <a:lnTo>
                  <a:pt x="10982" y="19063"/>
                </a:lnTo>
                <a:cubicBezTo>
                  <a:pt x="12933" y="19063"/>
                  <a:pt x="14520" y="17475"/>
                  <a:pt x="14520" y="15525"/>
                </a:cubicBezTo>
                <a:lnTo>
                  <a:pt x="14520" y="4079"/>
                </a:lnTo>
                <a:lnTo>
                  <a:pt x="16660" y="869"/>
                </a:lnTo>
                <a:cubicBezTo>
                  <a:pt x="16906" y="498"/>
                  <a:pt x="16640" y="0"/>
                  <a:pt x="1619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610" name="Google Shape;4610;p54"/>
          <p:cNvGrpSpPr/>
          <p:nvPr/>
        </p:nvGrpSpPr>
        <p:grpSpPr>
          <a:xfrm>
            <a:off x="6273164" y="3443844"/>
            <a:ext cx="372838" cy="355569"/>
            <a:chOff x="3625106" y="3012822"/>
            <a:chExt cx="389753" cy="371701"/>
          </a:xfrm>
        </p:grpSpPr>
        <p:sp>
          <p:nvSpPr>
            <p:cNvPr id="4611" name="Google Shape;4611;p54"/>
            <p:cNvSpPr/>
            <p:nvPr/>
          </p:nvSpPr>
          <p:spPr>
            <a:xfrm>
              <a:off x="3734466" y="3046872"/>
              <a:ext cx="280393" cy="258331"/>
            </a:xfrm>
            <a:custGeom>
              <a:rect b="b" l="l" r="r" t="t"/>
              <a:pathLst>
                <a:path extrusionOk="0" h="12822" w="13917">
                  <a:moveTo>
                    <a:pt x="3992" y="1765"/>
                  </a:moveTo>
                  <a:lnTo>
                    <a:pt x="8338" y="5613"/>
                  </a:lnTo>
                  <a:lnTo>
                    <a:pt x="3294" y="5613"/>
                  </a:lnTo>
                  <a:lnTo>
                    <a:pt x="1774" y="4268"/>
                  </a:lnTo>
                  <a:lnTo>
                    <a:pt x="3992" y="1765"/>
                  </a:lnTo>
                  <a:close/>
                  <a:moveTo>
                    <a:pt x="9598" y="6726"/>
                  </a:moveTo>
                  <a:lnTo>
                    <a:pt x="11920" y="8783"/>
                  </a:lnTo>
                  <a:cubicBezTo>
                    <a:pt x="12611" y="9396"/>
                    <a:pt x="12674" y="10452"/>
                    <a:pt x="12064" y="11144"/>
                  </a:cubicBezTo>
                  <a:cubicBezTo>
                    <a:pt x="11733" y="11518"/>
                    <a:pt x="11273" y="11708"/>
                    <a:pt x="10811" y="11708"/>
                  </a:cubicBezTo>
                  <a:cubicBezTo>
                    <a:pt x="10417" y="11708"/>
                    <a:pt x="10021" y="11570"/>
                    <a:pt x="9703" y="11288"/>
                  </a:cubicBezTo>
                  <a:lnTo>
                    <a:pt x="4552" y="6726"/>
                  </a:lnTo>
                  <a:close/>
                  <a:moveTo>
                    <a:pt x="4312" y="1"/>
                  </a:moveTo>
                  <a:cubicBezTo>
                    <a:pt x="4158" y="1"/>
                    <a:pt x="4005" y="65"/>
                    <a:pt x="3895" y="190"/>
                  </a:cubicBezTo>
                  <a:lnTo>
                    <a:pt x="200" y="4362"/>
                  </a:lnTo>
                  <a:cubicBezTo>
                    <a:pt x="0" y="4592"/>
                    <a:pt x="23" y="4942"/>
                    <a:pt x="251" y="5144"/>
                  </a:cubicBezTo>
                  <a:cubicBezTo>
                    <a:pt x="357" y="5238"/>
                    <a:pt x="489" y="5284"/>
                    <a:pt x="621" y="5284"/>
                  </a:cubicBezTo>
                  <a:cubicBezTo>
                    <a:pt x="773" y="5284"/>
                    <a:pt x="925" y="5222"/>
                    <a:pt x="1034" y="5100"/>
                  </a:cubicBezTo>
                  <a:lnTo>
                    <a:pt x="8964" y="12120"/>
                  </a:lnTo>
                  <a:cubicBezTo>
                    <a:pt x="9495" y="12590"/>
                    <a:pt x="10154" y="12821"/>
                    <a:pt x="10811" y="12821"/>
                  </a:cubicBezTo>
                  <a:cubicBezTo>
                    <a:pt x="11581" y="12821"/>
                    <a:pt x="12347" y="12504"/>
                    <a:pt x="12898" y="11881"/>
                  </a:cubicBezTo>
                  <a:cubicBezTo>
                    <a:pt x="13917" y="10732"/>
                    <a:pt x="13809" y="8967"/>
                    <a:pt x="12659" y="7947"/>
                  </a:cubicBezTo>
                  <a:lnTo>
                    <a:pt x="4730" y="928"/>
                  </a:lnTo>
                  <a:cubicBezTo>
                    <a:pt x="4934" y="698"/>
                    <a:pt x="4913" y="345"/>
                    <a:pt x="4682" y="142"/>
                  </a:cubicBezTo>
                  <a:cubicBezTo>
                    <a:pt x="4576" y="47"/>
                    <a:pt x="4444" y="1"/>
                    <a:pt x="431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2" name="Google Shape;4612;p54"/>
            <p:cNvSpPr/>
            <p:nvPr/>
          </p:nvSpPr>
          <p:spPr>
            <a:xfrm>
              <a:off x="3714923" y="3199630"/>
              <a:ext cx="67635" cy="89898"/>
            </a:xfrm>
            <a:custGeom>
              <a:rect b="b" l="l" r="r" t="t"/>
              <a:pathLst>
                <a:path extrusionOk="0" h="4462" w="3357">
                  <a:moveTo>
                    <a:pt x="1679" y="1328"/>
                  </a:moveTo>
                  <a:cubicBezTo>
                    <a:pt x="2565" y="2346"/>
                    <a:pt x="2273" y="3347"/>
                    <a:pt x="1679" y="3347"/>
                  </a:cubicBezTo>
                  <a:cubicBezTo>
                    <a:pt x="1368" y="3347"/>
                    <a:pt x="1114" y="3035"/>
                    <a:pt x="1114" y="2651"/>
                  </a:cubicBezTo>
                  <a:cubicBezTo>
                    <a:pt x="1114" y="2090"/>
                    <a:pt x="1423" y="1621"/>
                    <a:pt x="1677" y="1328"/>
                  </a:cubicBezTo>
                  <a:close/>
                  <a:moveTo>
                    <a:pt x="1678" y="0"/>
                  </a:moveTo>
                  <a:cubicBezTo>
                    <a:pt x="1561" y="0"/>
                    <a:pt x="1444" y="37"/>
                    <a:pt x="1345" y="111"/>
                  </a:cubicBezTo>
                  <a:cubicBezTo>
                    <a:pt x="1290" y="152"/>
                    <a:pt x="0" y="1134"/>
                    <a:pt x="0" y="2651"/>
                  </a:cubicBezTo>
                  <a:cubicBezTo>
                    <a:pt x="0" y="3649"/>
                    <a:pt x="754" y="4462"/>
                    <a:pt x="1679" y="4462"/>
                  </a:cubicBezTo>
                  <a:cubicBezTo>
                    <a:pt x="2604" y="4462"/>
                    <a:pt x="3357" y="3649"/>
                    <a:pt x="3357" y="2651"/>
                  </a:cubicBezTo>
                  <a:cubicBezTo>
                    <a:pt x="3357" y="1134"/>
                    <a:pt x="2066" y="152"/>
                    <a:pt x="2012" y="111"/>
                  </a:cubicBezTo>
                  <a:cubicBezTo>
                    <a:pt x="1913" y="37"/>
                    <a:pt x="1795" y="0"/>
                    <a:pt x="16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3" name="Google Shape;4613;p54"/>
            <p:cNvSpPr/>
            <p:nvPr/>
          </p:nvSpPr>
          <p:spPr>
            <a:xfrm>
              <a:off x="3625106" y="3294666"/>
              <a:ext cx="247109" cy="89858"/>
            </a:xfrm>
            <a:custGeom>
              <a:rect b="b" l="l" r="r" t="t"/>
              <a:pathLst>
                <a:path extrusionOk="0" h="4460" w="12265">
                  <a:moveTo>
                    <a:pt x="11148" y="1115"/>
                  </a:moveTo>
                  <a:lnTo>
                    <a:pt x="11149" y="3345"/>
                  </a:lnTo>
                  <a:lnTo>
                    <a:pt x="1115" y="3345"/>
                  </a:lnTo>
                  <a:lnTo>
                    <a:pt x="1115" y="1115"/>
                  </a:lnTo>
                  <a:lnTo>
                    <a:pt x="3608" y="1115"/>
                  </a:lnTo>
                  <a:cubicBezTo>
                    <a:pt x="4201" y="1864"/>
                    <a:pt x="5168" y="2241"/>
                    <a:pt x="6135" y="2241"/>
                  </a:cubicBezTo>
                  <a:cubicBezTo>
                    <a:pt x="7098" y="2241"/>
                    <a:pt x="8062" y="1867"/>
                    <a:pt x="8656" y="1115"/>
                  </a:cubicBezTo>
                  <a:close/>
                  <a:moveTo>
                    <a:pt x="559" y="0"/>
                  </a:moveTo>
                  <a:cubicBezTo>
                    <a:pt x="251" y="0"/>
                    <a:pt x="0" y="250"/>
                    <a:pt x="2" y="558"/>
                  </a:cubicBezTo>
                  <a:lnTo>
                    <a:pt x="2" y="3903"/>
                  </a:lnTo>
                  <a:cubicBezTo>
                    <a:pt x="2" y="4210"/>
                    <a:pt x="250" y="4460"/>
                    <a:pt x="559" y="4460"/>
                  </a:cubicBezTo>
                  <a:lnTo>
                    <a:pt x="11707" y="4460"/>
                  </a:lnTo>
                  <a:cubicBezTo>
                    <a:pt x="12014" y="4460"/>
                    <a:pt x="12264" y="4210"/>
                    <a:pt x="12264" y="3903"/>
                  </a:cubicBezTo>
                  <a:lnTo>
                    <a:pt x="12264" y="559"/>
                  </a:lnTo>
                  <a:cubicBezTo>
                    <a:pt x="12264" y="251"/>
                    <a:pt x="12014" y="2"/>
                    <a:pt x="11707" y="2"/>
                  </a:cubicBezTo>
                  <a:lnTo>
                    <a:pt x="11707" y="0"/>
                  </a:lnTo>
                  <a:lnTo>
                    <a:pt x="8362" y="0"/>
                  </a:lnTo>
                  <a:cubicBezTo>
                    <a:pt x="8151" y="0"/>
                    <a:pt x="7957" y="120"/>
                    <a:pt x="7863" y="310"/>
                  </a:cubicBezTo>
                  <a:cubicBezTo>
                    <a:pt x="7858" y="317"/>
                    <a:pt x="7423" y="1120"/>
                    <a:pt x="6137" y="1120"/>
                  </a:cubicBezTo>
                  <a:cubicBezTo>
                    <a:pt x="4884" y="1120"/>
                    <a:pt x="4439" y="376"/>
                    <a:pt x="4400" y="307"/>
                  </a:cubicBezTo>
                  <a:cubicBezTo>
                    <a:pt x="4309" y="111"/>
                    <a:pt x="4119" y="0"/>
                    <a:pt x="390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4" name="Google Shape;4614;p54"/>
            <p:cNvSpPr/>
            <p:nvPr/>
          </p:nvSpPr>
          <p:spPr>
            <a:xfrm>
              <a:off x="3891617" y="3197353"/>
              <a:ext cx="26232" cy="22485"/>
            </a:xfrm>
            <a:custGeom>
              <a:rect b="b" l="l" r="r" t="t"/>
              <a:pathLst>
                <a:path extrusionOk="0" h="1116" w="1302">
                  <a:moveTo>
                    <a:pt x="744" y="0"/>
                  </a:moveTo>
                  <a:cubicBezTo>
                    <a:pt x="248" y="0"/>
                    <a:pt x="0" y="601"/>
                    <a:pt x="351" y="952"/>
                  </a:cubicBezTo>
                  <a:cubicBezTo>
                    <a:pt x="457" y="1059"/>
                    <a:pt x="600" y="1116"/>
                    <a:pt x="745" y="1116"/>
                  </a:cubicBezTo>
                  <a:cubicBezTo>
                    <a:pt x="817" y="1116"/>
                    <a:pt x="889" y="1102"/>
                    <a:pt x="958" y="1073"/>
                  </a:cubicBezTo>
                  <a:cubicBezTo>
                    <a:pt x="1166" y="987"/>
                    <a:pt x="1302" y="783"/>
                    <a:pt x="1302" y="558"/>
                  </a:cubicBezTo>
                  <a:cubicBezTo>
                    <a:pt x="1302" y="250"/>
                    <a:pt x="1052" y="0"/>
                    <a:pt x="74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5" name="Google Shape;4615;p54"/>
            <p:cNvSpPr/>
            <p:nvPr/>
          </p:nvSpPr>
          <p:spPr>
            <a:xfrm>
              <a:off x="3715648" y="3058476"/>
              <a:ext cx="26272" cy="22485"/>
            </a:xfrm>
            <a:custGeom>
              <a:rect b="b" l="l" r="r" t="t"/>
              <a:pathLst>
                <a:path extrusionOk="0" h="1116" w="1304">
                  <a:moveTo>
                    <a:pt x="746" y="1"/>
                  </a:moveTo>
                  <a:cubicBezTo>
                    <a:pt x="250" y="1"/>
                    <a:pt x="0" y="601"/>
                    <a:pt x="351" y="953"/>
                  </a:cubicBezTo>
                  <a:cubicBezTo>
                    <a:pt x="458" y="1060"/>
                    <a:pt x="601" y="1116"/>
                    <a:pt x="746" y="1116"/>
                  </a:cubicBezTo>
                  <a:cubicBezTo>
                    <a:pt x="818" y="1116"/>
                    <a:pt x="890" y="1102"/>
                    <a:pt x="960" y="1074"/>
                  </a:cubicBezTo>
                  <a:cubicBezTo>
                    <a:pt x="1167" y="987"/>
                    <a:pt x="1303" y="784"/>
                    <a:pt x="1303" y="558"/>
                  </a:cubicBezTo>
                  <a:cubicBezTo>
                    <a:pt x="1303" y="250"/>
                    <a:pt x="1054" y="1"/>
                    <a:pt x="7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6" name="Google Shape;4616;p54"/>
            <p:cNvSpPr/>
            <p:nvPr/>
          </p:nvSpPr>
          <p:spPr>
            <a:xfrm>
              <a:off x="3726145" y="3012822"/>
              <a:ext cx="26252" cy="22485"/>
            </a:xfrm>
            <a:custGeom>
              <a:rect b="b" l="l" r="r" t="t"/>
              <a:pathLst>
                <a:path extrusionOk="0" h="1116" w="1303">
                  <a:moveTo>
                    <a:pt x="748" y="1"/>
                  </a:moveTo>
                  <a:cubicBezTo>
                    <a:pt x="747" y="1"/>
                    <a:pt x="746" y="1"/>
                    <a:pt x="745" y="1"/>
                  </a:cubicBezTo>
                  <a:cubicBezTo>
                    <a:pt x="249" y="1"/>
                    <a:pt x="1" y="600"/>
                    <a:pt x="352" y="951"/>
                  </a:cubicBezTo>
                  <a:cubicBezTo>
                    <a:pt x="458" y="1058"/>
                    <a:pt x="601" y="1115"/>
                    <a:pt x="746" y="1115"/>
                  </a:cubicBezTo>
                  <a:cubicBezTo>
                    <a:pt x="817" y="1115"/>
                    <a:pt x="890" y="1101"/>
                    <a:pt x="959" y="1072"/>
                  </a:cubicBezTo>
                  <a:cubicBezTo>
                    <a:pt x="1166" y="986"/>
                    <a:pt x="1302" y="783"/>
                    <a:pt x="1302" y="557"/>
                  </a:cubicBezTo>
                  <a:cubicBezTo>
                    <a:pt x="1302" y="250"/>
                    <a:pt x="1054" y="1"/>
                    <a:pt x="7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17" name="Google Shape;4617;p54"/>
          <p:cNvGrpSpPr/>
          <p:nvPr/>
        </p:nvGrpSpPr>
        <p:grpSpPr>
          <a:xfrm>
            <a:off x="5514569" y="3436973"/>
            <a:ext cx="370217" cy="369311"/>
            <a:chOff x="3136549" y="3042701"/>
            <a:chExt cx="387013" cy="386066"/>
          </a:xfrm>
        </p:grpSpPr>
        <p:sp>
          <p:nvSpPr>
            <p:cNvPr id="4618" name="Google Shape;4618;p54"/>
            <p:cNvSpPr/>
            <p:nvPr/>
          </p:nvSpPr>
          <p:spPr>
            <a:xfrm>
              <a:off x="3136549" y="3042701"/>
              <a:ext cx="387013" cy="386066"/>
            </a:xfrm>
            <a:custGeom>
              <a:rect b="b" l="l" r="r" t="t"/>
              <a:pathLst>
                <a:path extrusionOk="0" h="19162" w="19209">
                  <a:moveTo>
                    <a:pt x="11207" y="2003"/>
                  </a:moveTo>
                  <a:lnTo>
                    <a:pt x="12677" y="3460"/>
                  </a:lnTo>
                  <a:lnTo>
                    <a:pt x="11207" y="3460"/>
                  </a:lnTo>
                  <a:lnTo>
                    <a:pt x="11207" y="2003"/>
                  </a:lnTo>
                  <a:close/>
                  <a:moveTo>
                    <a:pt x="15115" y="10174"/>
                  </a:moveTo>
                  <a:lnTo>
                    <a:pt x="15115" y="14014"/>
                  </a:lnTo>
                  <a:cubicBezTo>
                    <a:pt x="15115" y="14212"/>
                    <a:pt x="15190" y="14292"/>
                    <a:pt x="15408" y="14648"/>
                  </a:cubicBezTo>
                  <a:lnTo>
                    <a:pt x="12626" y="14648"/>
                  </a:lnTo>
                  <a:cubicBezTo>
                    <a:pt x="12843" y="14297"/>
                    <a:pt x="12919" y="14213"/>
                    <a:pt x="12919" y="14014"/>
                  </a:cubicBezTo>
                  <a:lnTo>
                    <a:pt x="12919" y="10174"/>
                  </a:lnTo>
                  <a:close/>
                  <a:moveTo>
                    <a:pt x="10090" y="1221"/>
                  </a:moveTo>
                  <a:lnTo>
                    <a:pt x="10090" y="4019"/>
                  </a:lnTo>
                  <a:cubicBezTo>
                    <a:pt x="10090" y="4329"/>
                    <a:pt x="10340" y="4578"/>
                    <a:pt x="10649" y="4578"/>
                  </a:cubicBezTo>
                  <a:lnTo>
                    <a:pt x="13478" y="4578"/>
                  </a:lnTo>
                  <a:lnTo>
                    <a:pt x="13478" y="9054"/>
                  </a:lnTo>
                  <a:lnTo>
                    <a:pt x="11803" y="9054"/>
                  </a:lnTo>
                  <a:cubicBezTo>
                    <a:pt x="11498" y="9060"/>
                    <a:pt x="11253" y="9308"/>
                    <a:pt x="11253" y="9613"/>
                  </a:cubicBezTo>
                  <a:cubicBezTo>
                    <a:pt x="11253" y="9918"/>
                    <a:pt x="11498" y="10168"/>
                    <a:pt x="11803" y="10174"/>
                  </a:cubicBezTo>
                  <a:lnTo>
                    <a:pt x="11803" y="13856"/>
                  </a:lnTo>
                  <a:lnTo>
                    <a:pt x="9930" y="16890"/>
                  </a:lnTo>
                  <a:cubicBezTo>
                    <a:pt x="9897" y="16886"/>
                    <a:pt x="10095" y="16885"/>
                    <a:pt x="7661" y="16885"/>
                  </a:cubicBezTo>
                  <a:cubicBezTo>
                    <a:pt x="6444" y="16885"/>
                    <a:pt x="4568" y="16885"/>
                    <a:pt x="1676" y="16885"/>
                  </a:cubicBezTo>
                  <a:cubicBezTo>
                    <a:pt x="1368" y="16885"/>
                    <a:pt x="1119" y="16634"/>
                    <a:pt x="1119" y="16326"/>
                  </a:cubicBezTo>
                  <a:lnTo>
                    <a:pt x="1119" y="1782"/>
                  </a:lnTo>
                  <a:cubicBezTo>
                    <a:pt x="1117" y="1473"/>
                    <a:pt x="1368" y="1221"/>
                    <a:pt x="1676" y="1221"/>
                  </a:cubicBezTo>
                  <a:close/>
                  <a:moveTo>
                    <a:pt x="16098" y="15767"/>
                  </a:moveTo>
                  <a:lnTo>
                    <a:pt x="17502" y="18042"/>
                  </a:lnTo>
                  <a:lnTo>
                    <a:pt x="10533" y="18042"/>
                  </a:lnTo>
                  <a:lnTo>
                    <a:pt x="11936" y="15767"/>
                  </a:lnTo>
                  <a:close/>
                  <a:moveTo>
                    <a:pt x="8888" y="100"/>
                  </a:moveTo>
                  <a:cubicBezTo>
                    <a:pt x="7581" y="100"/>
                    <a:pt x="5386" y="104"/>
                    <a:pt x="1676" y="104"/>
                  </a:cubicBezTo>
                  <a:cubicBezTo>
                    <a:pt x="751" y="105"/>
                    <a:pt x="1" y="855"/>
                    <a:pt x="1" y="1782"/>
                  </a:cubicBezTo>
                  <a:lnTo>
                    <a:pt x="1" y="16326"/>
                  </a:lnTo>
                  <a:cubicBezTo>
                    <a:pt x="1" y="17251"/>
                    <a:pt x="750" y="18003"/>
                    <a:pt x="1676" y="18005"/>
                  </a:cubicBezTo>
                  <a:lnTo>
                    <a:pt x="9243" y="18005"/>
                  </a:lnTo>
                  <a:lnTo>
                    <a:pt x="9056" y="18308"/>
                  </a:lnTo>
                  <a:cubicBezTo>
                    <a:pt x="8826" y="18680"/>
                    <a:pt x="9095" y="19161"/>
                    <a:pt x="9531" y="19161"/>
                  </a:cubicBezTo>
                  <a:lnTo>
                    <a:pt x="18503" y="19161"/>
                  </a:lnTo>
                  <a:cubicBezTo>
                    <a:pt x="18941" y="19161"/>
                    <a:pt x="19208" y="18679"/>
                    <a:pt x="18978" y="18308"/>
                  </a:cubicBezTo>
                  <a:lnTo>
                    <a:pt x="18980" y="18308"/>
                  </a:lnTo>
                  <a:cubicBezTo>
                    <a:pt x="18655" y="17785"/>
                    <a:pt x="16529" y="14334"/>
                    <a:pt x="16233" y="13856"/>
                  </a:cubicBezTo>
                  <a:lnTo>
                    <a:pt x="16233" y="10174"/>
                  </a:lnTo>
                  <a:cubicBezTo>
                    <a:pt x="16538" y="10168"/>
                    <a:pt x="16783" y="9918"/>
                    <a:pt x="16783" y="9613"/>
                  </a:cubicBezTo>
                  <a:cubicBezTo>
                    <a:pt x="16783" y="9308"/>
                    <a:pt x="16538" y="9060"/>
                    <a:pt x="16233" y="9054"/>
                  </a:cubicBezTo>
                  <a:lnTo>
                    <a:pt x="14595" y="9054"/>
                  </a:lnTo>
                  <a:cubicBezTo>
                    <a:pt x="14595" y="3655"/>
                    <a:pt x="14596" y="4006"/>
                    <a:pt x="14592" y="3964"/>
                  </a:cubicBezTo>
                  <a:cubicBezTo>
                    <a:pt x="14578" y="3834"/>
                    <a:pt x="14521" y="3713"/>
                    <a:pt x="14429" y="3622"/>
                  </a:cubicBezTo>
                  <a:cubicBezTo>
                    <a:pt x="10775" y="0"/>
                    <a:pt x="11014" y="222"/>
                    <a:pt x="10899" y="163"/>
                  </a:cubicBezTo>
                  <a:cubicBezTo>
                    <a:pt x="10792" y="110"/>
                    <a:pt x="10993" y="100"/>
                    <a:pt x="8888" y="10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9" name="Google Shape;4619;p54"/>
            <p:cNvSpPr/>
            <p:nvPr/>
          </p:nvSpPr>
          <p:spPr>
            <a:xfrm>
              <a:off x="3203378" y="3218347"/>
              <a:ext cx="70073" cy="51114"/>
            </a:xfrm>
            <a:custGeom>
              <a:rect b="b" l="l" r="r" t="t"/>
              <a:pathLst>
                <a:path extrusionOk="0" h="2537" w="3478">
                  <a:moveTo>
                    <a:pt x="2864" y="1"/>
                  </a:moveTo>
                  <a:cubicBezTo>
                    <a:pt x="2721" y="1"/>
                    <a:pt x="2578" y="55"/>
                    <a:pt x="2469" y="164"/>
                  </a:cubicBezTo>
                  <a:lnTo>
                    <a:pt x="1448" y="1187"/>
                  </a:lnTo>
                  <a:lnTo>
                    <a:pt x="1015" y="752"/>
                  </a:lnTo>
                  <a:cubicBezTo>
                    <a:pt x="906" y="640"/>
                    <a:pt x="761" y="583"/>
                    <a:pt x="616" y="583"/>
                  </a:cubicBezTo>
                  <a:cubicBezTo>
                    <a:pt x="472" y="583"/>
                    <a:pt x="329" y="638"/>
                    <a:pt x="220" y="747"/>
                  </a:cubicBezTo>
                  <a:cubicBezTo>
                    <a:pt x="0" y="968"/>
                    <a:pt x="3" y="1325"/>
                    <a:pt x="226" y="1542"/>
                  </a:cubicBezTo>
                  <a:lnTo>
                    <a:pt x="1054" y="2373"/>
                  </a:lnTo>
                  <a:cubicBezTo>
                    <a:pt x="1163" y="2482"/>
                    <a:pt x="1306" y="2537"/>
                    <a:pt x="1449" y="2537"/>
                  </a:cubicBezTo>
                  <a:cubicBezTo>
                    <a:pt x="1592" y="2537"/>
                    <a:pt x="1735" y="2482"/>
                    <a:pt x="1844" y="2373"/>
                  </a:cubicBezTo>
                  <a:lnTo>
                    <a:pt x="3258" y="955"/>
                  </a:lnTo>
                  <a:cubicBezTo>
                    <a:pt x="3476" y="737"/>
                    <a:pt x="3478" y="384"/>
                    <a:pt x="3260" y="164"/>
                  </a:cubicBezTo>
                  <a:cubicBezTo>
                    <a:pt x="3151" y="55"/>
                    <a:pt x="3008" y="1"/>
                    <a:pt x="286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0" name="Google Shape;4620;p54"/>
            <p:cNvSpPr/>
            <p:nvPr/>
          </p:nvSpPr>
          <p:spPr>
            <a:xfrm>
              <a:off x="3203519" y="3286586"/>
              <a:ext cx="70053" cy="51255"/>
            </a:xfrm>
            <a:custGeom>
              <a:rect b="b" l="l" r="r" t="t"/>
              <a:pathLst>
                <a:path extrusionOk="0" h="2544" w="3477">
                  <a:moveTo>
                    <a:pt x="2865" y="0"/>
                  </a:moveTo>
                  <a:cubicBezTo>
                    <a:pt x="2724" y="0"/>
                    <a:pt x="2583" y="53"/>
                    <a:pt x="2474" y="159"/>
                  </a:cubicBezTo>
                  <a:lnTo>
                    <a:pt x="1441" y="1192"/>
                  </a:lnTo>
                  <a:lnTo>
                    <a:pt x="1008" y="759"/>
                  </a:lnTo>
                  <a:cubicBezTo>
                    <a:pt x="899" y="650"/>
                    <a:pt x="756" y="595"/>
                    <a:pt x="613" y="595"/>
                  </a:cubicBezTo>
                  <a:cubicBezTo>
                    <a:pt x="470" y="595"/>
                    <a:pt x="326" y="650"/>
                    <a:pt x="217" y="759"/>
                  </a:cubicBezTo>
                  <a:cubicBezTo>
                    <a:pt x="1" y="977"/>
                    <a:pt x="1" y="1331"/>
                    <a:pt x="219" y="1549"/>
                  </a:cubicBezTo>
                  <a:lnTo>
                    <a:pt x="1047" y="2379"/>
                  </a:lnTo>
                  <a:cubicBezTo>
                    <a:pt x="1156" y="2488"/>
                    <a:pt x="1299" y="2543"/>
                    <a:pt x="1442" y="2543"/>
                  </a:cubicBezTo>
                  <a:cubicBezTo>
                    <a:pt x="1585" y="2543"/>
                    <a:pt x="1728" y="2488"/>
                    <a:pt x="1837" y="2379"/>
                  </a:cubicBezTo>
                  <a:lnTo>
                    <a:pt x="3263" y="950"/>
                  </a:lnTo>
                  <a:cubicBezTo>
                    <a:pt x="3477" y="730"/>
                    <a:pt x="3475" y="380"/>
                    <a:pt x="3260" y="164"/>
                  </a:cubicBezTo>
                  <a:cubicBezTo>
                    <a:pt x="3151" y="55"/>
                    <a:pt x="3008" y="0"/>
                    <a:pt x="286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1" name="Google Shape;4621;p54"/>
            <p:cNvSpPr/>
            <p:nvPr/>
          </p:nvSpPr>
          <p:spPr>
            <a:xfrm>
              <a:off x="3294989" y="3157481"/>
              <a:ext cx="67353" cy="22565"/>
            </a:xfrm>
            <a:custGeom>
              <a:rect b="b" l="l" r="r" t="t"/>
              <a:pathLst>
                <a:path extrusionOk="0" h="1120" w="3343">
                  <a:moveTo>
                    <a:pt x="551" y="0"/>
                  </a:moveTo>
                  <a:cubicBezTo>
                    <a:pt x="245" y="6"/>
                    <a:pt x="1" y="255"/>
                    <a:pt x="1" y="559"/>
                  </a:cubicBezTo>
                  <a:cubicBezTo>
                    <a:pt x="1" y="864"/>
                    <a:pt x="245" y="1114"/>
                    <a:pt x="551" y="1120"/>
                  </a:cubicBezTo>
                  <a:lnTo>
                    <a:pt x="2784" y="1120"/>
                  </a:lnTo>
                  <a:cubicBezTo>
                    <a:pt x="3093" y="1118"/>
                    <a:pt x="3343" y="867"/>
                    <a:pt x="3343" y="559"/>
                  </a:cubicBezTo>
                  <a:cubicBezTo>
                    <a:pt x="3343" y="252"/>
                    <a:pt x="3093" y="0"/>
                    <a:pt x="278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2" name="Google Shape;4622;p54"/>
            <p:cNvSpPr/>
            <p:nvPr/>
          </p:nvSpPr>
          <p:spPr>
            <a:xfrm>
              <a:off x="3294989" y="3225116"/>
              <a:ext cx="44647" cy="22565"/>
            </a:xfrm>
            <a:custGeom>
              <a:rect b="b" l="l" r="r" t="t"/>
              <a:pathLst>
                <a:path extrusionOk="0" h="1120" w="2216">
                  <a:moveTo>
                    <a:pt x="551" y="0"/>
                  </a:moveTo>
                  <a:cubicBezTo>
                    <a:pt x="245" y="6"/>
                    <a:pt x="1" y="254"/>
                    <a:pt x="1" y="559"/>
                  </a:cubicBezTo>
                  <a:cubicBezTo>
                    <a:pt x="1" y="864"/>
                    <a:pt x="245" y="1114"/>
                    <a:pt x="551" y="1120"/>
                  </a:cubicBezTo>
                  <a:lnTo>
                    <a:pt x="1667" y="1120"/>
                  </a:lnTo>
                  <a:cubicBezTo>
                    <a:pt x="1972" y="1114"/>
                    <a:pt x="2216" y="864"/>
                    <a:pt x="2216" y="559"/>
                  </a:cubicBezTo>
                  <a:cubicBezTo>
                    <a:pt x="2216" y="254"/>
                    <a:pt x="1972" y="6"/>
                    <a:pt x="166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3" name="Google Shape;4623;p54"/>
            <p:cNvSpPr/>
            <p:nvPr/>
          </p:nvSpPr>
          <p:spPr>
            <a:xfrm>
              <a:off x="3294989" y="3293497"/>
              <a:ext cx="44647" cy="22565"/>
            </a:xfrm>
            <a:custGeom>
              <a:rect b="b" l="l" r="r" t="t"/>
              <a:pathLst>
                <a:path extrusionOk="0" h="1120" w="2216">
                  <a:moveTo>
                    <a:pt x="551" y="0"/>
                  </a:moveTo>
                  <a:cubicBezTo>
                    <a:pt x="245" y="6"/>
                    <a:pt x="1" y="254"/>
                    <a:pt x="1" y="559"/>
                  </a:cubicBezTo>
                  <a:cubicBezTo>
                    <a:pt x="1" y="864"/>
                    <a:pt x="245" y="1114"/>
                    <a:pt x="551" y="1120"/>
                  </a:cubicBezTo>
                  <a:lnTo>
                    <a:pt x="1667" y="1120"/>
                  </a:lnTo>
                  <a:cubicBezTo>
                    <a:pt x="1972" y="1114"/>
                    <a:pt x="2216" y="864"/>
                    <a:pt x="2216" y="559"/>
                  </a:cubicBezTo>
                  <a:cubicBezTo>
                    <a:pt x="2216" y="254"/>
                    <a:pt x="1972" y="6"/>
                    <a:pt x="166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4" name="Google Shape;4624;p54"/>
            <p:cNvSpPr/>
            <p:nvPr/>
          </p:nvSpPr>
          <p:spPr>
            <a:xfrm>
              <a:off x="3203378" y="3151477"/>
              <a:ext cx="70073" cy="51114"/>
            </a:xfrm>
            <a:custGeom>
              <a:rect b="b" l="l" r="r" t="t"/>
              <a:pathLst>
                <a:path extrusionOk="0" h="2537" w="3478">
                  <a:moveTo>
                    <a:pt x="2864" y="0"/>
                  </a:moveTo>
                  <a:cubicBezTo>
                    <a:pt x="2721" y="0"/>
                    <a:pt x="2578" y="55"/>
                    <a:pt x="2469" y="164"/>
                  </a:cubicBezTo>
                  <a:lnTo>
                    <a:pt x="1448" y="1186"/>
                  </a:lnTo>
                  <a:lnTo>
                    <a:pt x="1015" y="751"/>
                  </a:lnTo>
                  <a:cubicBezTo>
                    <a:pt x="906" y="639"/>
                    <a:pt x="761" y="583"/>
                    <a:pt x="616" y="583"/>
                  </a:cubicBezTo>
                  <a:cubicBezTo>
                    <a:pt x="472" y="583"/>
                    <a:pt x="329" y="638"/>
                    <a:pt x="220" y="747"/>
                  </a:cubicBezTo>
                  <a:cubicBezTo>
                    <a:pt x="0" y="968"/>
                    <a:pt x="3" y="1325"/>
                    <a:pt x="226" y="1542"/>
                  </a:cubicBezTo>
                  <a:lnTo>
                    <a:pt x="1054" y="2373"/>
                  </a:lnTo>
                  <a:cubicBezTo>
                    <a:pt x="1163" y="2482"/>
                    <a:pt x="1306" y="2537"/>
                    <a:pt x="1449" y="2537"/>
                  </a:cubicBezTo>
                  <a:cubicBezTo>
                    <a:pt x="1592" y="2537"/>
                    <a:pt x="1735" y="2482"/>
                    <a:pt x="1844" y="2373"/>
                  </a:cubicBezTo>
                  <a:lnTo>
                    <a:pt x="3258" y="955"/>
                  </a:lnTo>
                  <a:cubicBezTo>
                    <a:pt x="3476" y="736"/>
                    <a:pt x="3478" y="384"/>
                    <a:pt x="3260" y="164"/>
                  </a:cubicBezTo>
                  <a:cubicBezTo>
                    <a:pt x="3151" y="55"/>
                    <a:pt x="3008" y="0"/>
                    <a:pt x="286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25" name="Google Shape;4625;p54"/>
          <p:cNvSpPr/>
          <p:nvPr/>
        </p:nvSpPr>
        <p:spPr>
          <a:xfrm>
            <a:off x="4786937" y="3438314"/>
            <a:ext cx="312866" cy="366631"/>
          </a:xfrm>
          <a:custGeom>
            <a:rect b="b" l="l" r="r" t="t"/>
            <a:pathLst>
              <a:path extrusionOk="0" h="19026" w="16238">
                <a:moveTo>
                  <a:pt x="10614" y="2161"/>
                </a:moveTo>
                <a:lnTo>
                  <a:pt x="10614" y="5612"/>
                </a:lnTo>
                <a:lnTo>
                  <a:pt x="9499" y="5612"/>
                </a:lnTo>
                <a:lnTo>
                  <a:pt x="9499" y="2391"/>
                </a:lnTo>
                <a:lnTo>
                  <a:pt x="10614" y="2161"/>
                </a:lnTo>
                <a:close/>
                <a:moveTo>
                  <a:pt x="11914" y="6727"/>
                </a:moveTo>
                <a:cubicBezTo>
                  <a:pt x="12427" y="6727"/>
                  <a:pt x="12842" y="7142"/>
                  <a:pt x="12844" y="7655"/>
                </a:cubicBezTo>
                <a:lnTo>
                  <a:pt x="12842" y="7655"/>
                </a:lnTo>
                <a:lnTo>
                  <a:pt x="12842" y="8955"/>
                </a:lnTo>
                <a:lnTo>
                  <a:pt x="7269" y="8955"/>
                </a:lnTo>
                <a:lnTo>
                  <a:pt x="7269" y="7655"/>
                </a:lnTo>
                <a:cubicBezTo>
                  <a:pt x="7271" y="7142"/>
                  <a:pt x="7686" y="6727"/>
                  <a:pt x="8199" y="6727"/>
                </a:cubicBezTo>
                <a:close/>
                <a:moveTo>
                  <a:pt x="2855" y="8957"/>
                </a:moveTo>
                <a:lnTo>
                  <a:pt x="3319" y="14530"/>
                </a:lnTo>
                <a:lnTo>
                  <a:pt x="1184" y="14530"/>
                </a:lnTo>
                <a:lnTo>
                  <a:pt x="1617" y="8957"/>
                </a:lnTo>
                <a:close/>
                <a:moveTo>
                  <a:pt x="12844" y="10072"/>
                </a:moveTo>
                <a:lnTo>
                  <a:pt x="12842" y="14530"/>
                </a:lnTo>
                <a:lnTo>
                  <a:pt x="7269" y="14530"/>
                </a:lnTo>
                <a:lnTo>
                  <a:pt x="7269" y="10072"/>
                </a:lnTo>
                <a:close/>
                <a:moveTo>
                  <a:pt x="12844" y="15644"/>
                </a:moveTo>
                <a:lnTo>
                  <a:pt x="12844" y="16982"/>
                </a:lnTo>
                <a:cubicBezTo>
                  <a:pt x="12842" y="17495"/>
                  <a:pt x="12427" y="17910"/>
                  <a:pt x="11914" y="17910"/>
                </a:cubicBezTo>
                <a:lnTo>
                  <a:pt x="8199" y="17910"/>
                </a:lnTo>
                <a:cubicBezTo>
                  <a:pt x="7686" y="17910"/>
                  <a:pt x="7271" y="17495"/>
                  <a:pt x="7269" y="16982"/>
                </a:cubicBezTo>
                <a:lnTo>
                  <a:pt x="7269" y="15644"/>
                </a:lnTo>
                <a:close/>
                <a:moveTo>
                  <a:pt x="15629" y="1"/>
                </a:moveTo>
                <a:cubicBezTo>
                  <a:pt x="15592" y="1"/>
                  <a:pt x="15555" y="4"/>
                  <a:pt x="15518" y="12"/>
                </a:cubicBezTo>
                <a:lnTo>
                  <a:pt x="8830" y="1391"/>
                </a:lnTo>
                <a:cubicBezTo>
                  <a:pt x="8570" y="1445"/>
                  <a:pt x="8384" y="1672"/>
                  <a:pt x="8384" y="1937"/>
                </a:cubicBezTo>
                <a:lnTo>
                  <a:pt x="8384" y="3382"/>
                </a:lnTo>
                <a:lnTo>
                  <a:pt x="6712" y="3382"/>
                </a:lnTo>
                <a:cubicBezTo>
                  <a:pt x="4134" y="3382"/>
                  <a:pt x="2004" y="5337"/>
                  <a:pt x="1728" y="7842"/>
                </a:cubicBezTo>
                <a:lnTo>
                  <a:pt x="1102" y="7842"/>
                </a:lnTo>
                <a:cubicBezTo>
                  <a:pt x="810" y="7842"/>
                  <a:pt x="568" y="8066"/>
                  <a:pt x="546" y="8356"/>
                </a:cubicBezTo>
                <a:lnTo>
                  <a:pt x="26" y="15044"/>
                </a:lnTo>
                <a:cubicBezTo>
                  <a:pt x="0" y="15367"/>
                  <a:pt x="256" y="15644"/>
                  <a:pt x="582" y="15644"/>
                </a:cubicBezTo>
                <a:lnTo>
                  <a:pt x="3925" y="15644"/>
                </a:lnTo>
                <a:cubicBezTo>
                  <a:pt x="4251" y="15643"/>
                  <a:pt x="4508" y="15365"/>
                  <a:pt x="4481" y="15041"/>
                </a:cubicBezTo>
                <a:lnTo>
                  <a:pt x="3923" y="8353"/>
                </a:lnTo>
                <a:cubicBezTo>
                  <a:pt x="3899" y="8063"/>
                  <a:pt x="3657" y="7842"/>
                  <a:pt x="3367" y="7842"/>
                </a:cubicBezTo>
                <a:lnTo>
                  <a:pt x="2850" y="7842"/>
                </a:lnTo>
                <a:cubicBezTo>
                  <a:pt x="3122" y="5953"/>
                  <a:pt x="4750" y="4497"/>
                  <a:pt x="6712" y="4497"/>
                </a:cubicBezTo>
                <a:lnTo>
                  <a:pt x="8384" y="4497"/>
                </a:lnTo>
                <a:lnTo>
                  <a:pt x="8384" y="5612"/>
                </a:lnTo>
                <a:lnTo>
                  <a:pt x="8198" y="5612"/>
                </a:lnTo>
                <a:cubicBezTo>
                  <a:pt x="7069" y="5612"/>
                  <a:pt x="6155" y="6527"/>
                  <a:pt x="6153" y="7655"/>
                </a:cubicBezTo>
                <a:lnTo>
                  <a:pt x="6153" y="16981"/>
                </a:lnTo>
                <a:cubicBezTo>
                  <a:pt x="6155" y="18109"/>
                  <a:pt x="7069" y="19024"/>
                  <a:pt x="8198" y="19025"/>
                </a:cubicBezTo>
                <a:lnTo>
                  <a:pt x="11913" y="19025"/>
                </a:lnTo>
                <a:cubicBezTo>
                  <a:pt x="13041" y="19024"/>
                  <a:pt x="13956" y="18109"/>
                  <a:pt x="13957" y="16981"/>
                </a:cubicBezTo>
                <a:lnTo>
                  <a:pt x="13957" y="7655"/>
                </a:lnTo>
                <a:cubicBezTo>
                  <a:pt x="13956" y="6528"/>
                  <a:pt x="13043" y="5613"/>
                  <a:pt x="11914" y="5612"/>
                </a:cubicBezTo>
                <a:lnTo>
                  <a:pt x="11729" y="5612"/>
                </a:lnTo>
                <a:lnTo>
                  <a:pt x="11729" y="4497"/>
                </a:lnTo>
                <a:lnTo>
                  <a:pt x="15630" y="4497"/>
                </a:lnTo>
                <a:cubicBezTo>
                  <a:pt x="15935" y="4491"/>
                  <a:pt x="16177" y="4243"/>
                  <a:pt x="16177" y="3940"/>
                </a:cubicBezTo>
                <a:cubicBezTo>
                  <a:pt x="16177" y="3635"/>
                  <a:pt x="15935" y="3387"/>
                  <a:pt x="15630" y="3382"/>
                </a:cubicBezTo>
                <a:lnTo>
                  <a:pt x="11729" y="3382"/>
                </a:lnTo>
                <a:lnTo>
                  <a:pt x="11729" y="1932"/>
                </a:lnTo>
                <a:lnTo>
                  <a:pt x="15742" y="1105"/>
                </a:lnTo>
                <a:cubicBezTo>
                  <a:pt x="16044" y="1042"/>
                  <a:pt x="16238" y="747"/>
                  <a:pt x="16175" y="445"/>
                </a:cubicBezTo>
                <a:cubicBezTo>
                  <a:pt x="16122" y="182"/>
                  <a:pt x="15888" y="1"/>
                  <a:pt x="1562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6" name="Google Shape;4626;p54"/>
          <p:cNvSpPr/>
          <p:nvPr/>
        </p:nvSpPr>
        <p:spPr>
          <a:xfrm>
            <a:off x="4078650" y="3437947"/>
            <a:ext cx="242270" cy="367363"/>
          </a:xfrm>
          <a:custGeom>
            <a:rect b="b" l="l" r="r" t="t"/>
            <a:pathLst>
              <a:path extrusionOk="0" h="19064" w="12574">
                <a:moveTo>
                  <a:pt x="3136" y="1119"/>
                </a:moveTo>
                <a:cubicBezTo>
                  <a:pt x="3951" y="1119"/>
                  <a:pt x="4611" y="1779"/>
                  <a:pt x="4613" y="2595"/>
                </a:cubicBezTo>
                <a:lnTo>
                  <a:pt x="4613" y="3679"/>
                </a:lnTo>
                <a:lnTo>
                  <a:pt x="3332" y="2398"/>
                </a:lnTo>
                <a:cubicBezTo>
                  <a:pt x="3223" y="2291"/>
                  <a:pt x="3081" y="2237"/>
                  <a:pt x="2940" y="2237"/>
                </a:cubicBezTo>
                <a:cubicBezTo>
                  <a:pt x="2797" y="2237"/>
                  <a:pt x="2654" y="2291"/>
                  <a:pt x="2544" y="2401"/>
                </a:cubicBezTo>
                <a:cubicBezTo>
                  <a:pt x="2328" y="2618"/>
                  <a:pt x="2326" y="2969"/>
                  <a:pt x="2543" y="3187"/>
                </a:cubicBezTo>
                <a:lnTo>
                  <a:pt x="3822" y="4468"/>
                </a:lnTo>
                <a:lnTo>
                  <a:pt x="2739" y="4469"/>
                </a:lnTo>
                <a:cubicBezTo>
                  <a:pt x="1924" y="4468"/>
                  <a:pt x="1262" y="3807"/>
                  <a:pt x="1262" y="2991"/>
                </a:cubicBezTo>
                <a:lnTo>
                  <a:pt x="1262" y="1119"/>
                </a:lnTo>
                <a:close/>
                <a:moveTo>
                  <a:pt x="11314" y="1119"/>
                </a:moveTo>
                <a:lnTo>
                  <a:pt x="11314" y="2991"/>
                </a:lnTo>
                <a:cubicBezTo>
                  <a:pt x="11313" y="3807"/>
                  <a:pt x="10652" y="4468"/>
                  <a:pt x="9837" y="4469"/>
                </a:cubicBezTo>
                <a:lnTo>
                  <a:pt x="8754" y="4469"/>
                </a:lnTo>
                <a:lnTo>
                  <a:pt x="10035" y="3189"/>
                </a:lnTo>
                <a:cubicBezTo>
                  <a:pt x="10250" y="2969"/>
                  <a:pt x="10248" y="2618"/>
                  <a:pt x="10032" y="2401"/>
                </a:cubicBezTo>
                <a:cubicBezTo>
                  <a:pt x="9923" y="2292"/>
                  <a:pt x="9780" y="2237"/>
                  <a:pt x="9636" y="2237"/>
                </a:cubicBezTo>
                <a:cubicBezTo>
                  <a:pt x="9494" y="2237"/>
                  <a:pt x="9353" y="2291"/>
                  <a:pt x="9244" y="2398"/>
                </a:cubicBezTo>
                <a:lnTo>
                  <a:pt x="7963" y="3679"/>
                </a:lnTo>
                <a:lnTo>
                  <a:pt x="7963" y="2595"/>
                </a:lnTo>
                <a:cubicBezTo>
                  <a:pt x="7965" y="1779"/>
                  <a:pt x="8625" y="1119"/>
                  <a:pt x="9440" y="1119"/>
                </a:cubicBezTo>
                <a:close/>
                <a:moveTo>
                  <a:pt x="5729" y="8977"/>
                </a:moveTo>
                <a:lnTo>
                  <a:pt x="5729" y="13444"/>
                </a:lnTo>
                <a:lnTo>
                  <a:pt x="3969" y="13444"/>
                </a:lnTo>
                <a:cubicBezTo>
                  <a:pt x="4580" y="12411"/>
                  <a:pt x="4611" y="12404"/>
                  <a:pt x="4611" y="12203"/>
                </a:cubicBezTo>
                <a:lnTo>
                  <a:pt x="4611" y="8977"/>
                </a:lnTo>
                <a:close/>
                <a:moveTo>
                  <a:pt x="7963" y="8977"/>
                </a:moveTo>
                <a:lnTo>
                  <a:pt x="7963" y="12203"/>
                </a:lnTo>
                <a:cubicBezTo>
                  <a:pt x="7963" y="12404"/>
                  <a:pt x="7996" y="12413"/>
                  <a:pt x="8606" y="13444"/>
                </a:cubicBezTo>
                <a:lnTo>
                  <a:pt x="6847" y="13444"/>
                </a:lnTo>
                <a:lnTo>
                  <a:pt x="6847" y="8977"/>
                </a:lnTo>
                <a:close/>
                <a:moveTo>
                  <a:pt x="9267" y="14562"/>
                </a:moveTo>
                <a:lnTo>
                  <a:pt x="11100" y="17666"/>
                </a:lnTo>
                <a:cubicBezTo>
                  <a:pt x="11172" y="17790"/>
                  <a:pt x="11082" y="17945"/>
                  <a:pt x="10940" y="17945"/>
                </a:cubicBezTo>
                <a:lnTo>
                  <a:pt x="1636" y="17945"/>
                </a:lnTo>
                <a:cubicBezTo>
                  <a:pt x="1492" y="17945"/>
                  <a:pt x="1404" y="17790"/>
                  <a:pt x="1476" y="17666"/>
                </a:cubicBezTo>
                <a:lnTo>
                  <a:pt x="3309" y="14562"/>
                </a:lnTo>
                <a:close/>
                <a:moveTo>
                  <a:pt x="703" y="1"/>
                </a:moveTo>
                <a:cubicBezTo>
                  <a:pt x="394" y="1"/>
                  <a:pt x="144" y="250"/>
                  <a:pt x="144" y="560"/>
                </a:cubicBezTo>
                <a:lnTo>
                  <a:pt x="144" y="2991"/>
                </a:lnTo>
                <a:cubicBezTo>
                  <a:pt x="144" y="4422"/>
                  <a:pt x="1308" y="5586"/>
                  <a:pt x="2739" y="5586"/>
                </a:cubicBezTo>
                <a:lnTo>
                  <a:pt x="4939" y="5586"/>
                </a:lnTo>
                <a:lnTo>
                  <a:pt x="5729" y="6375"/>
                </a:lnTo>
                <a:lnTo>
                  <a:pt x="5729" y="7860"/>
                </a:lnTo>
                <a:lnTo>
                  <a:pt x="3495" y="7860"/>
                </a:lnTo>
                <a:cubicBezTo>
                  <a:pt x="3187" y="7860"/>
                  <a:pt x="2937" y="8110"/>
                  <a:pt x="2937" y="8418"/>
                </a:cubicBezTo>
                <a:cubicBezTo>
                  <a:pt x="2937" y="8726"/>
                  <a:pt x="3187" y="8977"/>
                  <a:pt x="3495" y="8977"/>
                </a:cubicBezTo>
                <a:lnTo>
                  <a:pt x="3495" y="12051"/>
                </a:lnTo>
                <a:lnTo>
                  <a:pt x="513" y="17096"/>
                </a:lnTo>
                <a:cubicBezTo>
                  <a:pt x="1" y="17966"/>
                  <a:pt x="625" y="19063"/>
                  <a:pt x="1636" y="19063"/>
                </a:cubicBezTo>
                <a:lnTo>
                  <a:pt x="10939" y="19063"/>
                </a:lnTo>
                <a:cubicBezTo>
                  <a:pt x="11948" y="19063"/>
                  <a:pt x="12574" y="17966"/>
                  <a:pt x="12061" y="17096"/>
                </a:cubicBezTo>
                <a:lnTo>
                  <a:pt x="9078" y="12051"/>
                </a:lnTo>
                <a:lnTo>
                  <a:pt x="9078" y="8977"/>
                </a:lnTo>
                <a:cubicBezTo>
                  <a:pt x="9388" y="8977"/>
                  <a:pt x="9637" y="8726"/>
                  <a:pt x="9637" y="8418"/>
                </a:cubicBezTo>
                <a:cubicBezTo>
                  <a:pt x="9637" y="8110"/>
                  <a:pt x="9388" y="7859"/>
                  <a:pt x="9078" y="7859"/>
                </a:cubicBezTo>
                <a:lnTo>
                  <a:pt x="6845" y="7859"/>
                </a:lnTo>
                <a:lnTo>
                  <a:pt x="6845" y="6375"/>
                </a:lnTo>
                <a:lnTo>
                  <a:pt x="7636" y="5586"/>
                </a:lnTo>
                <a:lnTo>
                  <a:pt x="9836" y="5586"/>
                </a:lnTo>
                <a:cubicBezTo>
                  <a:pt x="11266" y="5586"/>
                  <a:pt x="12430" y="4422"/>
                  <a:pt x="12430" y="2991"/>
                </a:cubicBezTo>
                <a:lnTo>
                  <a:pt x="12430" y="560"/>
                </a:lnTo>
                <a:cubicBezTo>
                  <a:pt x="12430" y="250"/>
                  <a:pt x="12179" y="1"/>
                  <a:pt x="11871" y="1"/>
                </a:cubicBezTo>
                <a:lnTo>
                  <a:pt x="9440" y="1"/>
                </a:lnTo>
                <a:cubicBezTo>
                  <a:pt x="8010" y="1"/>
                  <a:pt x="6845" y="1165"/>
                  <a:pt x="6845" y="2595"/>
                </a:cubicBezTo>
                <a:lnTo>
                  <a:pt x="6845" y="4797"/>
                </a:lnTo>
                <a:lnTo>
                  <a:pt x="6287" y="5354"/>
                </a:lnTo>
                <a:lnTo>
                  <a:pt x="5729" y="4797"/>
                </a:lnTo>
                <a:lnTo>
                  <a:pt x="5729" y="2595"/>
                </a:lnTo>
                <a:cubicBezTo>
                  <a:pt x="5729" y="1165"/>
                  <a:pt x="4565" y="1"/>
                  <a:pt x="313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7" name="Google Shape;4627;p54"/>
          <p:cNvSpPr/>
          <p:nvPr/>
        </p:nvSpPr>
        <p:spPr>
          <a:xfrm>
            <a:off x="3265550" y="3437967"/>
            <a:ext cx="337027" cy="367325"/>
          </a:xfrm>
          <a:custGeom>
            <a:rect b="b" l="l" r="r" t="t"/>
            <a:pathLst>
              <a:path extrusionOk="0" h="19062" w="17492">
                <a:moveTo>
                  <a:pt x="16006" y="1117"/>
                </a:moveTo>
                <a:lnTo>
                  <a:pt x="16006" y="2233"/>
                </a:lnTo>
                <a:lnTo>
                  <a:pt x="1487" y="2233"/>
                </a:lnTo>
                <a:lnTo>
                  <a:pt x="1487" y="1117"/>
                </a:lnTo>
                <a:close/>
                <a:moveTo>
                  <a:pt x="12655" y="3350"/>
                </a:moveTo>
                <a:lnTo>
                  <a:pt x="12655" y="4505"/>
                </a:lnTo>
                <a:lnTo>
                  <a:pt x="4838" y="4505"/>
                </a:lnTo>
                <a:lnTo>
                  <a:pt x="4838" y="3350"/>
                </a:lnTo>
                <a:close/>
                <a:moveTo>
                  <a:pt x="12617" y="5621"/>
                </a:moveTo>
                <a:cubicBezTo>
                  <a:pt x="12348" y="7533"/>
                  <a:pt x="10716" y="9009"/>
                  <a:pt x="8746" y="9009"/>
                </a:cubicBezTo>
                <a:cubicBezTo>
                  <a:pt x="6778" y="9009"/>
                  <a:pt x="5146" y="7534"/>
                  <a:pt x="4877" y="5621"/>
                </a:cubicBezTo>
                <a:close/>
                <a:moveTo>
                  <a:pt x="2045" y="8972"/>
                </a:moveTo>
                <a:cubicBezTo>
                  <a:pt x="2270" y="8972"/>
                  <a:pt x="2473" y="9108"/>
                  <a:pt x="2560" y="9316"/>
                </a:cubicBezTo>
                <a:cubicBezTo>
                  <a:pt x="2647" y="9525"/>
                  <a:pt x="2599" y="9766"/>
                  <a:pt x="2439" y="9926"/>
                </a:cubicBezTo>
                <a:cubicBezTo>
                  <a:pt x="2332" y="10032"/>
                  <a:pt x="2190" y="10089"/>
                  <a:pt x="2045" y="10089"/>
                </a:cubicBezTo>
                <a:cubicBezTo>
                  <a:pt x="1973" y="10089"/>
                  <a:pt x="1900" y="10075"/>
                  <a:pt x="1831" y="10047"/>
                </a:cubicBezTo>
                <a:cubicBezTo>
                  <a:pt x="1622" y="9960"/>
                  <a:pt x="1486" y="9757"/>
                  <a:pt x="1486" y="9531"/>
                </a:cubicBezTo>
                <a:cubicBezTo>
                  <a:pt x="1486" y="9222"/>
                  <a:pt x="1737" y="8972"/>
                  <a:pt x="2045" y="8972"/>
                </a:cubicBezTo>
                <a:close/>
                <a:moveTo>
                  <a:pt x="15444" y="8972"/>
                </a:moveTo>
                <a:cubicBezTo>
                  <a:pt x="15731" y="8972"/>
                  <a:pt x="16006" y="9194"/>
                  <a:pt x="16006" y="9531"/>
                </a:cubicBezTo>
                <a:cubicBezTo>
                  <a:pt x="16006" y="9840"/>
                  <a:pt x="15757" y="10090"/>
                  <a:pt x="15447" y="10090"/>
                </a:cubicBezTo>
                <a:cubicBezTo>
                  <a:pt x="14950" y="10090"/>
                  <a:pt x="14701" y="9488"/>
                  <a:pt x="15053" y="9136"/>
                </a:cubicBezTo>
                <a:cubicBezTo>
                  <a:pt x="15166" y="9023"/>
                  <a:pt x="15306" y="8972"/>
                  <a:pt x="15444" y="8972"/>
                </a:cubicBezTo>
                <a:close/>
                <a:moveTo>
                  <a:pt x="3720" y="3351"/>
                </a:moveTo>
                <a:lnTo>
                  <a:pt x="3720" y="5064"/>
                </a:lnTo>
                <a:cubicBezTo>
                  <a:pt x="3718" y="6929"/>
                  <a:pt x="4742" y="8646"/>
                  <a:pt x="6386" y="9532"/>
                </a:cubicBezTo>
                <a:cubicBezTo>
                  <a:pt x="4745" y="10419"/>
                  <a:pt x="3721" y="12133"/>
                  <a:pt x="3720" y="13998"/>
                </a:cubicBezTo>
                <a:lnTo>
                  <a:pt x="3720" y="15711"/>
                </a:lnTo>
                <a:lnTo>
                  <a:pt x="2603" y="15711"/>
                </a:lnTo>
                <a:lnTo>
                  <a:pt x="2603" y="11109"/>
                </a:lnTo>
                <a:cubicBezTo>
                  <a:pt x="4088" y="10583"/>
                  <a:pt x="4089" y="8477"/>
                  <a:pt x="2603" y="7951"/>
                </a:cubicBezTo>
                <a:lnTo>
                  <a:pt x="2603" y="3351"/>
                </a:lnTo>
                <a:close/>
                <a:moveTo>
                  <a:pt x="8176" y="10094"/>
                </a:moveTo>
                <a:lnTo>
                  <a:pt x="8188" y="10096"/>
                </a:lnTo>
                <a:lnTo>
                  <a:pt x="8188" y="12680"/>
                </a:lnTo>
                <a:lnTo>
                  <a:pt x="5660" y="15711"/>
                </a:lnTo>
                <a:lnTo>
                  <a:pt x="4838" y="15711"/>
                </a:lnTo>
                <a:lnTo>
                  <a:pt x="4838" y="13998"/>
                </a:lnTo>
                <a:cubicBezTo>
                  <a:pt x="4839" y="12054"/>
                  <a:pt x="6255" y="10398"/>
                  <a:pt x="8176" y="10094"/>
                </a:cubicBezTo>
                <a:close/>
                <a:moveTo>
                  <a:pt x="8746" y="13753"/>
                </a:moveTo>
                <a:lnTo>
                  <a:pt x="10381" y="15711"/>
                </a:lnTo>
                <a:lnTo>
                  <a:pt x="7114" y="15711"/>
                </a:lnTo>
                <a:lnTo>
                  <a:pt x="8746" y="13753"/>
                </a:lnTo>
                <a:close/>
                <a:moveTo>
                  <a:pt x="9315" y="10094"/>
                </a:moveTo>
                <a:cubicBezTo>
                  <a:pt x="11224" y="10377"/>
                  <a:pt x="12655" y="12043"/>
                  <a:pt x="12655" y="13998"/>
                </a:cubicBezTo>
                <a:lnTo>
                  <a:pt x="12655" y="15711"/>
                </a:lnTo>
                <a:lnTo>
                  <a:pt x="11834" y="15711"/>
                </a:lnTo>
                <a:lnTo>
                  <a:pt x="9305" y="12680"/>
                </a:lnTo>
                <a:lnTo>
                  <a:pt x="9305" y="10094"/>
                </a:lnTo>
                <a:close/>
                <a:moveTo>
                  <a:pt x="14890" y="3351"/>
                </a:moveTo>
                <a:lnTo>
                  <a:pt x="14890" y="7953"/>
                </a:lnTo>
                <a:cubicBezTo>
                  <a:pt x="13406" y="8479"/>
                  <a:pt x="13403" y="10583"/>
                  <a:pt x="14890" y="11111"/>
                </a:cubicBezTo>
                <a:lnTo>
                  <a:pt x="14890" y="15712"/>
                </a:lnTo>
                <a:lnTo>
                  <a:pt x="13772" y="15712"/>
                </a:lnTo>
                <a:lnTo>
                  <a:pt x="13772" y="14000"/>
                </a:lnTo>
                <a:cubicBezTo>
                  <a:pt x="13772" y="12134"/>
                  <a:pt x="12750" y="10419"/>
                  <a:pt x="11109" y="9531"/>
                </a:cubicBezTo>
                <a:cubicBezTo>
                  <a:pt x="12751" y="8645"/>
                  <a:pt x="13773" y="6929"/>
                  <a:pt x="13772" y="5064"/>
                </a:cubicBezTo>
                <a:lnTo>
                  <a:pt x="13772" y="3351"/>
                </a:lnTo>
                <a:close/>
                <a:moveTo>
                  <a:pt x="16006" y="16827"/>
                </a:moveTo>
                <a:lnTo>
                  <a:pt x="16006" y="17944"/>
                </a:lnTo>
                <a:lnTo>
                  <a:pt x="1487" y="17944"/>
                </a:lnTo>
                <a:lnTo>
                  <a:pt x="1487" y="16827"/>
                </a:lnTo>
                <a:close/>
                <a:moveTo>
                  <a:pt x="928" y="1"/>
                </a:moveTo>
                <a:cubicBezTo>
                  <a:pt x="619" y="1"/>
                  <a:pt x="369" y="250"/>
                  <a:pt x="369" y="558"/>
                </a:cubicBezTo>
                <a:lnTo>
                  <a:pt x="369" y="2792"/>
                </a:lnTo>
                <a:cubicBezTo>
                  <a:pt x="369" y="3100"/>
                  <a:pt x="619" y="3351"/>
                  <a:pt x="928" y="3351"/>
                </a:cubicBezTo>
                <a:lnTo>
                  <a:pt x="1486" y="3351"/>
                </a:lnTo>
                <a:lnTo>
                  <a:pt x="1486" y="7951"/>
                </a:lnTo>
                <a:cubicBezTo>
                  <a:pt x="2" y="8477"/>
                  <a:pt x="0" y="10583"/>
                  <a:pt x="1486" y="11111"/>
                </a:cubicBezTo>
                <a:lnTo>
                  <a:pt x="1486" y="15711"/>
                </a:lnTo>
                <a:lnTo>
                  <a:pt x="928" y="15711"/>
                </a:lnTo>
                <a:cubicBezTo>
                  <a:pt x="619" y="15711"/>
                  <a:pt x="369" y="15960"/>
                  <a:pt x="369" y="16270"/>
                </a:cubicBezTo>
                <a:lnTo>
                  <a:pt x="369" y="18502"/>
                </a:lnTo>
                <a:cubicBezTo>
                  <a:pt x="369" y="18812"/>
                  <a:pt x="619" y="19061"/>
                  <a:pt x="928" y="19061"/>
                </a:cubicBezTo>
                <a:lnTo>
                  <a:pt x="16564" y="19061"/>
                </a:lnTo>
                <a:cubicBezTo>
                  <a:pt x="16871" y="19061"/>
                  <a:pt x="17123" y="18812"/>
                  <a:pt x="17123" y="18502"/>
                </a:cubicBezTo>
                <a:lnTo>
                  <a:pt x="17123" y="16270"/>
                </a:lnTo>
                <a:cubicBezTo>
                  <a:pt x="17123" y="15960"/>
                  <a:pt x="16871" y="15711"/>
                  <a:pt x="16564" y="15711"/>
                </a:cubicBezTo>
                <a:lnTo>
                  <a:pt x="16005" y="15711"/>
                </a:lnTo>
                <a:lnTo>
                  <a:pt x="16005" y="11111"/>
                </a:lnTo>
                <a:cubicBezTo>
                  <a:pt x="17490" y="10583"/>
                  <a:pt x="17492" y="8479"/>
                  <a:pt x="16005" y="7951"/>
                </a:cubicBezTo>
                <a:lnTo>
                  <a:pt x="16005" y="3351"/>
                </a:lnTo>
                <a:lnTo>
                  <a:pt x="16565" y="3351"/>
                </a:lnTo>
                <a:cubicBezTo>
                  <a:pt x="16873" y="3351"/>
                  <a:pt x="17123" y="3100"/>
                  <a:pt x="17123" y="2792"/>
                </a:cubicBezTo>
                <a:lnTo>
                  <a:pt x="17123" y="558"/>
                </a:lnTo>
                <a:cubicBezTo>
                  <a:pt x="17123" y="250"/>
                  <a:pt x="16873" y="1"/>
                  <a:pt x="1656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628" name="Google Shape;4628;p54"/>
          <p:cNvGrpSpPr/>
          <p:nvPr/>
        </p:nvGrpSpPr>
        <p:grpSpPr>
          <a:xfrm>
            <a:off x="2482448" y="3437927"/>
            <a:ext cx="396756" cy="367403"/>
            <a:chOff x="1376423" y="3108744"/>
            <a:chExt cx="414756" cy="384072"/>
          </a:xfrm>
        </p:grpSpPr>
        <p:sp>
          <p:nvSpPr>
            <p:cNvPr id="4629" name="Google Shape;4629;p54"/>
            <p:cNvSpPr/>
            <p:nvPr/>
          </p:nvSpPr>
          <p:spPr>
            <a:xfrm>
              <a:off x="1376423" y="3108744"/>
              <a:ext cx="414756" cy="384072"/>
            </a:xfrm>
            <a:custGeom>
              <a:rect b="b" l="l" r="r" t="t"/>
              <a:pathLst>
                <a:path extrusionOk="0" h="19063" w="20586">
                  <a:moveTo>
                    <a:pt x="18002" y="1119"/>
                  </a:moveTo>
                  <a:cubicBezTo>
                    <a:pt x="18260" y="1119"/>
                    <a:pt x="18442" y="1177"/>
                    <a:pt x="18544" y="1279"/>
                  </a:cubicBezTo>
                  <a:lnTo>
                    <a:pt x="18546" y="1279"/>
                  </a:lnTo>
                  <a:cubicBezTo>
                    <a:pt x="18836" y="1571"/>
                    <a:pt x="18765" y="2502"/>
                    <a:pt x="18046" y="3989"/>
                  </a:cubicBezTo>
                  <a:cubicBezTo>
                    <a:pt x="17435" y="3135"/>
                    <a:pt x="16688" y="2390"/>
                    <a:pt x="15836" y="1777"/>
                  </a:cubicBezTo>
                  <a:cubicBezTo>
                    <a:pt x="16798" y="1313"/>
                    <a:pt x="17528" y="1119"/>
                    <a:pt x="18002" y="1119"/>
                  </a:cubicBezTo>
                  <a:close/>
                  <a:moveTo>
                    <a:pt x="8168" y="1390"/>
                  </a:moveTo>
                  <a:lnTo>
                    <a:pt x="5950" y="3609"/>
                  </a:lnTo>
                  <a:cubicBezTo>
                    <a:pt x="4771" y="4788"/>
                    <a:pt x="4566" y="6573"/>
                    <a:pt x="3581" y="7558"/>
                  </a:cubicBezTo>
                  <a:lnTo>
                    <a:pt x="1885" y="9252"/>
                  </a:lnTo>
                  <a:cubicBezTo>
                    <a:pt x="2009" y="5471"/>
                    <a:pt x="4641" y="2312"/>
                    <a:pt x="8168" y="1390"/>
                  </a:cubicBezTo>
                  <a:close/>
                  <a:moveTo>
                    <a:pt x="10298" y="1119"/>
                  </a:moveTo>
                  <a:cubicBezTo>
                    <a:pt x="10704" y="1119"/>
                    <a:pt x="11110" y="1148"/>
                    <a:pt x="11511" y="1207"/>
                  </a:cubicBezTo>
                  <a:lnTo>
                    <a:pt x="8319" y="4398"/>
                  </a:lnTo>
                  <a:cubicBezTo>
                    <a:pt x="6128" y="6591"/>
                    <a:pt x="8449" y="9007"/>
                    <a:pt x="6741" y="10715"/>
                  </a:cubicBezTo>
                  <a:lnTo>
                    <a:pt x="3281" y="14175"/>
                  </a:lnTo>
                  <a:cubicBezTo>
                    <a:pt x="2596" y="13144"/>
                    <a:pt x="2148" y="11974"/>
                    <a:pt x="1969" y="10750"/>
                  </a:cubicBezTo>
                  <a:lnTo>
                    <a:pt x="4370" y="8347"/>
                  </a:lnTo>
                  <a:cubicBezTo>
                    <a:pt x="5549" y="7168"/>
                    <a:pt x="5754" y="5385"/>
                    <a:pt x="6741" y="4398"/>
                  </a:cubicBezTo>
                  <a:lnTo>
                    <a:pt x="10015" y="1124"/>
                  </a:lnTo>
                  <a:cubicBezTo>
                    <a:pt x="10109" y="1121"/>
                    <a:pt x="10204" y="1119"/>
                    <a:pt x="10298" y="1119"/>
                  </a:cubicBezTo>
                  <a:close/>
                  <a:moveTo>
                    <a:pt x="12798" y="1499"/>
                  </a:moveTo>
                  <a:cubicBezTo>
                    <a:pt x="13556" y="1737"/>
                    <a:pt x="14276" y="2080"/>
                    <a:pt x="14936" y="2520"/>
                  </a:cubicBezTo>
                  <a:lnTo>
                    <a:pt x="12348" y="5108"/>
                  </a:lnTo>
                  <a:cubicBezTo>
                    <a:pt x="12131" y="5326"/>
                    <a:pt x="12133" y="5679"/>
                    <a:pt x="12349" y="5896"/>
                  </a:cubicBezTo>
                  <a:cubicBezTo>
                    <a:pt x="12459" y="6005"/>
                    <a:pt x="12602" y="6059"/>
                    <a:pt x="12745" y="6059"/>
                  </a:cubicBezTo>
                  <a:cubicBezTo>
                    <a:pt x="12887" y="6059"/>
                    <a:pt x="13029" y="6006"/>
                    <a:pt x="13137" y="5899"/>
                  </a:cubicBezTo>
                  <a:lnTo>
                    <a:pt x="15832" y="3204"/>
                  </a:lnTo>
                  <a:cubicBezTo>
                    <a:pt x="16459" y="3754"/>
                    <a:pt x="17003" y="4395"/>
                    <a:pt x="17444" y="5105"/>
                  </a:cubicBezTo>
                  <a:cubicBezTo>
                    <a:pt x="15046" y="9160"/>
                    <a:pt x="9982" y="14248"/>
                    <a:pt x="5866" y="16683"/>
                  </a:cubicBezTo>
                  <a:cubicBezTo>
                    <a:pt x="5156" y="16242"/>
                    <a:pt x="4517" y="15698"/>
                    <a:pt x="3965" y="15069"/>
                  </a:cubicBezTo>
                  <a:lnTo>
                    <a:pt x="7530" y="11506"/>
                  </a:lnTo>
                  <a:cubicBezTo>
                    <a:pt x="9721" y="9314"/>
                    <a:pt x="7400" y="6897"/>
                    <a:pt x="9109" y="5189"/>
                  </a:cubicBezTo>
                  <a:lnTo>
                    <a:pt x="12798" y="1499"/>
                  </a:lnTo>
                  <a:close/>
                  <a:moveTo>
                    <a:pt x="18045" y="6262"/>
                  </a:moveTo>
                  <a:cubicBezTo>
                    <a:pt x="18519" y="7383"/>
                    <a:pt x="18743" y="8595"/>
                    <a:pt x="18701" y="9811"/>
                  </a:cubicBezTo>
                  <a:lnTo>
                    <a:pt x="18701" y="9810"/>
                  </a:lnTo>
                  <a:lnTo>
                    <a:pt x="16990" y="11521"/>
                  </a:lnTo>
                  <a:cubicBezTo>
                    <a:pt x="16005" y="12507"/>
                    <a:pt x="14221" y="12712"/>
                    <a:pt x="13041" y="13891"/>
                  </a:cubicBezTo>
                  <a:lnTo>
                    <a:pt x="9075" y="17858"/>
                  </a:lnTo>
                  <a:cubicBezTo>
                    <a:pt x="8370" y="17755"/>
                    <a:pt x="7679" y="17562"/>
                    <a:pt x="7023" y="17284"/>
                  </a:cubicBezTo>
                  <a:cubicBezTo>
                    <a:pt x="10954" y="14785"/>
                    <a:pt x="15545" y="10194"/>
                    <a:pt x="18045" y="6262"/>
                  </a:cubicBezTo>
                  <a:close/>
                  <a:moveTo>
                    <a:pt x="18435" y="11657"/>
                  </a:moveTo>
                  <a:cubicBezTo>
                    <a:pt x="17513" y="15184"/>
                    <a:pt x="14354" y="17817"/>
                    <a:pt x="10572" y="17940"/>
                  </a:cubicBezTo>
                  <a:lnTo>
                    <a:pt x="10571" y="17940"/>
                  </a:lnTo>
                  <a:lnTo>
                    <a:pt x="13832" y="14682"/>
                  </a:lnTo>
                  <a:cubicBezTo>
                    <a:pt x="14817" y="13695"/>
                    <a:pt x="16600" y="13491"/>
                    <a:pt x="17779" y="12312"/>
                  </a:cubicBezTo>
                  <a:lnTo>
                    <a:pt x="18435" y="11657"/>
                  </a:lnTo>
                  <a:close/>
                  <a:moveTo>
                    <a:pt x="2540" y="15075"/>
                  </a:moveTo>
                  <a:cubicBezTo>
                    <a:pt x="3151" y="15927"/>
                    <a:pt x="3898" y="16674"/>
                    <a:pt x="4750" y="17285"/>
                  </a:cubicBezTo>
                  <a:cubicBezTo>
                    <a:pt x="3787" y="17751"/>
                    <a:pt x="3058" y="17944"/>
                    <a:pt x="2584" y="17944"/>
                  </a:cubicBezTo>
                  <a:cubicBezTo>
                    <a:pt x="2326" y="17944"/>
                    <a:pt x="2144" y="17887"/>
                    <a:pt x="2042" y="17784"/>
                  </a:cubicBezTo>
                  <a:lnTo>
                    <a:pt x="2040" y="17784"/>
                  </a:lnTo>
                  <a:cubicBezTo>
                    <a:pt x="1750" y="17493"/>
                    <a:pt x="1822" y="16562"/>
                    <a:pt x="2540" y="15075"/>
                  </a:cubicBezTo>
                  <a:close/>
                  <a:moveTo>
                    <a:pt x="10289" y="1"/>
                  </a:moveTo>
                  <a:cubicBezTo>
                    <a:pt x="7876" y="1"/>
                    <a:pt x="5438" y="909"/>
                    <a:pt x="3554" y="2793"/>
                  </a:cubicBezTo>
                  <a:cubicBezTo>
                    <a:pt x="468" y="5879"/>
                    <a:pt x="0" y="10449"/>
                    <a:pt x="1854" y="13966"/>
                  </a:cubicBezTo>
                  <a:cubicBezTo>
                    <a:pt x="1123" y="15308"/>
                    <a:pt x="168" y="17490"/>
                    <a:pt x="1251" y="18574"/>
                  </a:cubicBezTo>
                  <a:cubicBezTo>
                    <a:pt x="1603" y="18925"/>
                    <a:pt x="2069" y="19062"/>
                    <a:pt x="2585" y="19062"/>
                  </a:cubicBezTo>
                  <a:cubicBezTo>
                    <a:pt x="3660" y="19062"/>
                    <a:pt x="4950" y="18466"/>
                    <a:pt x="5859" y="17971"/>
                  </a:cubicBezTo>
                  <a:cubicBezTo>
                    <a:pt x="7228" y="18693"/>
                    <a:pt x="8757" y="19063"/>
                    <a:pt x="10297" y="19063"/>
                  </a:cubicBezTo>
                  <a:cubicBezTo>
                    <a:pt x="12710" y="19063"/>
                    <a:pt x="15148" y="18155"/>
                    <a:pt x="17032" y="16270"/>
                  </a:cubicBezTo>
                  <a:cubicBezTo>
                    <a:pt x="20118" y="13184"/>
                    <a:pt x="20586" y="8613"/>
                    <a:pt x="18732" y="5098"/>
                  </a:cubicBezTo>
                  <a:cubicBezTo>
                    <a:pt x="19465" y="3753"/>
                    <a:pt x="20418" y="1574"/>
                    <a:pt x="19335" y="490"/>
                  </a:cubicBezTo>
                  <a:cubicBezTo>
                    <a:pt x="18984" y="139"/>
                    <a:pt x="18517" y="2"/>
                    <a:pt x="18001" y="2"/>
                  </a:cubicBezTo>
                  <a:cubicBezTo>
                    <a:pt x="16925" y="2"/>
                    <a:pt x="15634" y="598"/>
                    <a:pt x="14727" y="1092"/>
                  </a:cubicBezTo>
                  <a:cubicBezTo>
                    <a:pt x="13358" y="371"/>
                    <a:pt x="11829" y="1"/>
                    <a:pt x="1028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0" name="Google Shape;4630;p54"/>
            <p:cNvSpPr/>
            <p:nvPr/>
          </p:nvSpPr>
          <p:spPr>
            <a:xfrm>
              <a:off x="1570000" y="3247520"/>
              <a:ext cx="67071" cy="64532"/>
            </a:xfrm>
            <a:custGeom>
              <a:rect b="b" l="l" r="r" t="t"/>
              <a:pathLst>
                <a:path extrusionOk="0" h="3203" w="3329">
                  <a:moveTo>
                    <a:pt x="1724" y="1117"/>
                  </a:moveTo>
                  <a:cubicBezTo>
                    <a:pt x="1973" y="1117"/>
                    <a:pt x="2211" y="1309"/>
                    <a:pt x="2211" y="1601"/>
                  </a:cubicBezTo>
                  <a:cubicBezTo>
                    <a:pt x="2211" y="1868"/>
                    <a:pt x="1994" y="2085"/>
                    <a:pt x="1728" y="2085"/>
                  </a:cubicBezTo>
                  <a:cubicBezTo>
                    <a:pt x="1296" y="2085"/>
                    <a:pt x="1081" y="1563"/>
                    <a:pt x="1386" y="1258"/>
                  </a:cubicBezTo>
                  <a:cubicBezTo>
                    <a:pt x="1484" y="1160"/>
                    <a:pt x="1605" y="1117"/>
                    <a:pt x="1724" y="1117"/>
                  </a:cubicBezTo>
                  <a:close/>
                  <a:moveTo>
                    <a:pt x="1728" y="0"/>
                  </a:moveTo>
                  <a:cubicBezTo>
                    <a:pt x="1080" y="0"/>
                    <a:pt x="497" y="390"/>
                    <a:pt x="249" y="989"/>
                  </a:cubicBezTo>
                  <a:cubicBezTo>
                    <a:pt x="1" y="1587"/>
                    <a:pt x="138" y="2276"/>
                    <a:pt x="595" y="2733"/>
                  </a:cubicBezTo>
                  <a:cubicBezTo>
                    <a:pt x="902" y="3039"/>
                    <a:pt x="1312" y="3202"/>
                    <a:pt x="1728" y="3202"/>
                  </a:cubicBezTo>
                  <a:cubicBezTo>
                    <a:pt x="1934" y="3202"/>
                    <a:pt x="2142" y="3162"/>
                    <a:pt x="2339" y="3080"/>
                  </a:cubicBezTo>
                  <a:cubicBezTo>
                    <a:pt x="2939" y="2832"/>
                    <a:pt x="3329" y="2249"/>
                    <a:pt x="3329" y="1601"/>
                  </a:cubicBezTo>
                  <a:cubicBezTo>
                    <a:pt x="3327" y="717"/>
                    <a:pt x="2611" y="2"/>
                    <a:pt x="172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31" name="Google Shape;4631;p54"/>
          <p:cNvSpPr/>
          <p:nvPr/>
        </p:nvSpPr>
        <p:spPr>
          <a:xfrm>
            <a:off x="1792893" y="3438063"/>
            <a:ext cx="279764" cy="367132"/>
          </a:xfrm>
          <a:custGeom>
            <a:rect b="b" l="l" r="r" t="t"/>
            <a:pathLst>
              <a:path extrusionOk="0" h="19052" w="14520">
                <a:moveTo>
                  <a:pt x="11168" y="1118"/>
                </a:moveTo>
                <a:lnTo>
                  <a:pt x="11168" y="3351"/>
                </a:lnTo>
                <a:lnTo>
                  <a:pt x="8936" y="3351"/>
                </a:lnTo>
                <a:lnTo>
                  <a:pt x="8936" y="1118"/>
                </a:lnTo>
                <a:close/>
                <a:moveTo>
                  <a:pt x="4467" y="4469"/>
                </a:moveTo>
                <a:lnTo>
                  <a:pt x="4467" y="5585"/>
                </a:lnTo>
                <a:lnTo>
                  <a:pt x="3351" y="5585"/>
                </a:lnTo>
                <a:lnTo>
                  <a:pt x="3351" y="4469"/>
                </a:lnTo>
                <a:close/>
                <a:moveTo>
                  <a:pt x="12286" y="4469"/>
                </a:moveTo>
                <a:lnTo>
                  <a:pt x="12286" y="5585"/>
                </a:lnTo>
                <a:lnTo>
                  <a:pt x="7818" y="5585"/>
                </a:lnTo>
                <a:lnTo>
                  <a:pt x="7818" y="4469"/>
                </a:lnTo>
                <a:close/>
                <a:moveTo>
                  <a:pt x="11168" y="6701"/>
                </a:moveTo>
                <a:lnTo>
                  <a:pt x="11168" y="10089"/>
                </a:lnTo>
                <a:lnTo>
                  <a:pt x="8936" y="10089"/>
                </a:lnTo>
                <a:lnTo>
                  <a:pt x="8936" y="6701"/>
                </a:lnTo>
                <a:close/>
                <a:moveTo>
                  <a:pt x="11168" y="11207"/>
                </a:moveTo>
                <a:lnTo>
                  <a:pt x="11168" y="13403"/>
                </a:lnTo>
                <a:cubicBezTo>
                  <a:pt x="11168" y="13993"/>
                  <a:pt x="10710" y="14482"/>
                  <a:pt x="10121" y="14518"/>
                </a:cubicBezTo>
                <a:cubicBezTo>
                  <a:pt x="10099" y="14519"/>
                  <a:pt x="10077" y="14520"/>
                  <a:pt x="10055" y="14520"/>
                </a:cubicBezTo>
                <a:cubicBezTo>
                  <a:pt x="9427" y="14520"/>
                  <a:pt x="8936" y="13985"/>
                  <a:pt x="8936" y="13368"/>
                </a:cubicBezTo>
                <a:lnTo>
                  <a:pt x="8936" y="11207"/>
                </a:lnTo>
                <a:close/>
                <a:moveTo>
                  <a:pt x="7809" y="0"/>
                </a:moveTo>
                <a:cubicBezTo>
                  <a:pt x="7501" y="0"/>
                  <a:pt x="7250" y="249"/>
                  <a:pt x="7250" y="559"/>
                </a:cubicBezTo>
                <a:cubicBezTo>
                  <a:pt x="7250" y="868"/>
                  <a:pt x="7499" y="1118"/>
                  <a:pt x="7807" y="1118"/>
                </a:cubicBezTo>
                <a:cubicBezTo>
                  <a:pt x="7810" y="1118"/>
                  <a:pt x="7814" y="1118"/>
                  <a:pt x="7818" y="1118"/>
                </a:cubicBezTo>
                <a:lnTo>
                  <a:pt x="7818" y="3351"/>
                </a:lnTo>
                <a:lnTo>
                  <a:pt x="7260" y="3351"/>
                </a:lnTo>
                <a:cubicBezTo>
                  <a:pt x="6951" y="3351"/>
                  <a:pt x="6701" y="3602"/>
                  <a:pt x="6701" y="3910"/>
                </a:cubicBezTo>
                <a:lnTo>
                  <a:pt x="6701" y="4469"/>
                </a:lnTo>
                <a:lnTo>
                  <a:pt x="5585" y="4469"/>
                </a:lnTo>
                <a:lnTo>
                  <a:pt x="5585" y="3910"/>
                </a:lnTo>
                <a:cubicBezTo>
                  <a:pt x="5585" y="3600"/>
                  <a:pt x="5334" y="3351"/>
                  <a:pt x="5026" y="3351"/>
                </a:cubicBezTo>
                <a:lnTo>
                  <a:pt x="4467" y="3351"/>
                </a:lnTo>
                <a:lnTo>
                  <a:pt x="4467" y="559"/>
                </a:lnTo>
                <a:cubicBezTo>
                  <a:pt x="4463" y="254"/>
                  <a:pt x="4213" y="11"/>
                  <a:pt x="3910" y="11"/>
                </a:cubicBezTo>
                <a:cubicBezTo>
                  <a:pt x="3605" y="11"/>
                  <a:pt x="3357" y="254"/>
                  <a:pt x="3351" y="559"/>
                </a:cubicBezTo>
                <a:lnTo>
                  <a:pt x="3351" y="3351"/>
                </a:lnTo>
                <a:lnTo>
                  <a:pt x="2792" y="3351"/>
                </a:lnTo>
                <a:cubicBezTo>
                  <a:pt x="2484" y="3351"/>
                  <a:pt x="2234" y="3602"/>
                  <a:pt x="2234" y="3910"/>
                </a:cubicBezTo>
                <a:lnTo>
                  <a:pt x="2234" y="4469"/>
                </a:lnTo>
                <a:lnTo>
                  <a:pt x="1675" y="4469"/>
                </a:lnTo>
                <a:cubicBezTo>
                  <a:pt x="1367" y="4469"/>
                  <a:pt x="1116" y="4718"/>
                  <a:pt x="1116" y="5026"/>
                </a:cubicBezTo>
                <a:cubicBezTo>
                  <a:pt x="1116" y="5335"/>
                  <a:pt x="1367" y="5585"/>
                  <a:pt x="1675" y="5585"/>
                </a:cubicBezTo>
                <a:lnTo>
                  <a:pt x="2234" y="5585"/>
                </a:lnTo>
                <a:lnTo>
                  <a:pt x="2234" y="6144"/>
                </a:lnTo>
                <a:cubicBezTo>
                  <a:pt x="2234" y="6452"/>
                  <a:pt x="2484" y="6701"/>
                  <a:pt x="2792" y="6701"/>
                </a:cubicBezTo>
                <a:lnTo>
                  <a:pt x="3351" y="6701"/>
                </a:lnTo>
                <a:lnTo>
                  <a:pt x="3351" y="16828"/>
                </a:lnTo>
                <a:lnTo>
                  <a:pt x="559" y="16828"/>
                </a:lnTo>
                <a:cubicBezTo>
                  <a:pt x="250" y="16828"/>
                  <a:pt x="0" y="17079"/>
                  <a:pt x="0" y="17387"/>
                </a:cubicBezTo>
                <a:lnTo>
                  <a:pt x="0" y="18503"/>
                </a:lnTo>
                <a:cubicBezTo>
                  <a:pt x="6" y="18808"/>
                  <a:pt x="254" y="19052"/>
                  <a:pt x="559" y="19052"/>
                </a:cubicBezTo>
                <a:cubicBezTo>
                  <a:pt x="862" y="19052"/>
                  <a:pt x="1112" y="18808"/>
                  <a:pt x="1116" y="18503"/>
                </a:cubicBezTo>
                <a:lnTo>
                  <a:pt x="1116" y="17946"/>
                </a:lnTo>
                <a:lnTo>
                  <a:pt x="13403" y="17946"/>
                </a:lnTo>
                <a:lnTo>
                  <a:pt x="13403" y="18503"/>
                </a:lnTo>
                <a:cubicBezTo>
                  <a:pt x="13409" y="18808"/>
                  <a:pt x="13657" y="19052"/>
                  <a:pt x="13962" y="19052"/>
                </a:cubicBezTo>
                <a:cubicBezTo>
                  <a:pt x="14265" y="19052"/>
                  <a:pt x="14515" y="18808"/>
                  <a:pt x="14519" y="18503"/>
                </a:cubicBezTo>
                <a:lnTo>
                  <a:pt x="14519" y="17387"/>
                </a:lnTo>
                <a:cubicBezTo>
                  <a:pt x="14519" y="17079"/>
                  <a:pt x="14269" y="16828"/>
                  <a:pt x="13962" y="16828"/>
                </a:cubicBezTo>
                <a:lnTo>
                  <a:pt x="4467" y="16828"/>
                </a:lnTo>
                <a:lnTo>
                  <a:pt x="4467" y="6701"/>
                </a:lnTo>
                <a:lnTo>
                  <a:pt x="5026" y="6701"/>
                </a:lnTo>
                <a:cubicBezTo>
                  <a:pt x="5334" y="6701"/>
                  <a:pt x="5583" y="6452"/>
                  <a:pt x="5583" y="6143"/>
                </a:cubicBezTo>
                <a:lnTo>
                  <a:pt x="5583" y="5585"/>
                </a:lnTo>
                <a:lnTo>
                  <a:pt x="6701" y="5585"/>
                </a:lnTo>
                <a:lnTo>
                  <a:pt x="6701" y="6143"/>
                </a:lnTo>
                <a:cubicBezTo>
                  <a:pt x="6700" y="6452"/>
                  <a:pt x="6951" y="6701"/>
                  <a:pt x="7260" y="6701"/>
                </a:cubicBezTo>
                <a:lnTo>
                  <a:pt x="7818" y="6701"/>
                </a:lnTo>
                <a:lnTo>
                  <a:pt x="7818" y="13367"/>
                </a:lnTo>
                <a:cubicBezTo>
                  <a:pt x="7818" y="14593"/>
                  <a:pt x="8803" y="15637"/>
                  <a:pt x="10052" y="15637"/>
                </a:cubicBezTo>
                <a:cubicBezTo>
                  <a:pt x="10097" y="15637"/>
                  <a:pt x="10142" y="15635"/>
                  <a:pt x="10188" y="15633"/>
                </a:cubicBezTo>
                <a:cubicBezTo>
                  <a:pt x="11366" y="15559"/>
                  <a:pt x="12285" y="14583"/>
                  <a:pt x="12286" y="13403"/>
                </a:cubicBezTo>
                <a:lnTo>
                  <a:pt x="12286" y="6701"/>
                </a:lnTo>
                <a:lnTo>
                  <a:pt x="12844" y="6701"/>
                </a:lnTo>
                <a:cubicBezTo>
                  <a:pt x="13153" y="6701"/>
                  <a:pt x="13403" y="6452"/>
                  <a:pt x="13403" y="6143"/>
                </a:cubicBezTo>
                <a:lnTo>
                  <a:pt x="13403" y="3910"/>
                </a:lnTo>
                <a:cubicBezTo>
                  <a:pt x="13403" y="3602"/>
                  <a:pt x="13153" y="3351"/>
                  <a:pt x="12844" y="3351"/>
                </a:cubicBezTo>
                <a:lnTo>
                  <a:pt x="12286" y="3351"/>
                </a:lnTo>
                <a:lnTo>
                  <a:pt x="12286" y="1118"/>
                </a:lnTo>
                <a:cubicBezTo>
                  <a:pt x="12590" y="1112"/>
                  <a:pt x="12835" y="864"/>
                  <a:pt x="12835" y="559"/>
                </a:cubicBezTo>
                <a:cubicBezTo>
                  <a:pt x="12835" y="254"/>
                  <a:pt x="12590" y="6"/>
                  <a:pt x="12286" y="0"/>
                </a:cubicBezTo>
                <a:lnTo>
                  <a:pt x="7818" y="0"/>
                </a:lnTo>
                <a:cubicBezTo>
                  <a:pt x="7815" y="0"/>
                  <a:pt x="7812" y="0"/>
                  <a:pt x="780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632" name="Google Shape;4632;p54"/>
          <p:cNvGrpSpPr/>
          <p:nvPr/>
        </p:nvGrpSpPr>
        <p:grpSpPr>
          <a:xfrm>
            <a:off x="986623" y="3449058"/>
            <a:ext cx="377059" cy="345143"/>
            <a:chOff x="1003855" y="3800791"/>
            <a:chExt cx="394166" cy="360801"/>
          </a:xfrm>
        </p:grpSpPr>
        <p:sp>
          <p:nvSpPr>
            <p:cNvPr id="4633" name="Google Shape;4633;p54"/>
            <p:cNvSpPr/>
            <p:nvPr/>
          </p:nvSpPr>
          <p:spPr>
            <a:xfrm>
              <a:off x="1003855" y="3800791"/>
              <a:ext cx="394166" cy="360801"/>
            </a:xfrm>
            <a:custGeom>
              <a:rect b="b" l="l" r="r" t="t"/>
              <a:pathLst>
                <a:path extrusionOk="0" h="17908" w="19564">
                  <a:moveTo>
                    <a:pt x="1851" y="6705"/>
                  </a:moveTo>
                  <a:lnTo>
                    <a:pt x="4085" y="6706"/>
                  </a:lnTo>
                  <a:lnTo>
                    <a:pt x="4084" y="8935"/>
                  </a:lnTo>
                  <a:lnTo>
                    <a:pt x="1850" y="8935"/>
                  </a:lnTo>
                  <a:lnTo>
                    <a:pt x="1851" y="6705"/>
                  </a:lnTo>
                  <a:close/>
                  <a:moveTo>
                    <a:pt x="15080" y="6702"/>
                  </a:moveTo>
                  <a:lnTo>
                    <a:pt x="15080" y="10537"/>
                  </a:lnTo>
                  <a:cubicBezTo>
                    <a:pt x="15080" y="10735"/>
                    <a:pt x="15083" y="10691"/>
                    <a:pt x="16007" y="12285"/>
                  </a:cubicBezTo>
                  <a:lnTo>
                    <a:pt x="14553" y="12285"/>
                  </a:lnTo>
                  <a:cubicBezTo>
                    <a:pt x="14559" y="11973"/>
                    <a:pt x="14308" y="11717"/>
                    <a:pt x="13994" y="11717"/>
                  </a:cubicBezTo>
                  <a:cubicBezTo>
                    <a:pt x="13682" y="11717"/>
                    <a:pt x="13431" y="11973"/>
                    <a:pt x="13436" y="12285"/>
                  </a:cubicBezTo>
                  <a:lnTo>
                    <a:pt x="11966" y="12285"/>
                  </a:lnTo>
                  <a:cubicBezTo>
                    <a:pt x="12881" y="10691"/>
                    <a:pt x="12884" y="10735"/>
                    <a:pt x="12884" y="10537"/>
                  </a:cubicBezTo>
                  <a:lnTo>
                    <a:pt x="12884" y="6702"/>
                  </a:lnTo>
                  <a:close/>
                  <a:moveTo>
                    <a:pt x="4082" y="10052"/>
                  </a:moveTo>
                  <a:lnTo>
                    <a:pt x="4078" y="15675"/>
                  </a:lnTo>
                  <a:cubicBezTo>
                    <a:pt x="4078" y="16292"/>
                    <a:pt x="3579" y="16791"/>
                    <a:pt x="2962" y="16791"/>
                  </a:cubicBezTo>
                  <a:cubicBezTo>
                    <a:pt x="2344" y="16791"/>
                    <a:pt x="1844" y="16290"/>
                    <a:pt x="1845" y="15673"/>
                  </a:cubicBezTo>
                  <a:lnTo>
                    <a:pt x="1850" y="10052"/>
                  </a:lnTo>
                  <a:close/>
                  <a:moveTo>
                    <a:pt x="16654" y="13403"/>
                  </a:moveTo>
                  <a:lnTo>
                    <a:pt x="17806" y="15394"/>
                  </a:lnTo>
                  <a:cubicBezTo>
                    <a:pt x="18167" y="16014"/>
                    <a:pt x="17718" y="16791"/>
                    <a:pt x="17001" y="16791"/>
                  </a:cubicBezTo>
                  <a:lnTo>
                    <a:pt x="10987" y="16791"/>
                  </a:lnTo>
                  <a:cubicBezTo>
                    <a:pt x="10273" y="16791"/>
                    <a:pt x="9824" y="16017"/>
                    <a:pt x="10180" y="15397"/>
                  </a:cubicBezTo>
                  <a:lnTo>
                    <a:pt x="11326" y="13403"/>
                  </a:lnTo>
                  <a:close/>
                  <a:moveTo>
                    <a:pt x="4075" y="0"/>
                  </a:moveTo>
                  <a:cubicBezTo>
                    <a:pt x="3274" y="0"/>
                    <a:pt x="2412" y="523"/>
                    <a:pt x="2412" y="1676"/>
                  </a:cubicBezTo>
                  <a:cubicBezTo>
                    <a:pt x="2412" y="2182"/>
                    <a:pt x="2413" y="3498"/>
                    <a:pt x="2418" y="5588"/>
                  </a:cubicBezTo>
                  <a:lnTo>
                    <a:pt x="549" y="5587"/>
                  </a:lnTo>
                  <a:cubicBezTo>
                    <a:pt x="245" y="5591"/>
                    <a:pt x="1" y="5841"/>
                    <a:pt x="1" y="6144"/>
                  </a:cubicBezTo>
                  <a:cubicBezTo>
                    <a:pt x="1" y="6449"/>
                    <a:pt x="245" y="6697"/>
                    <a:pt x="549" y="6703"/>
                  </a:cubicBezTo>
                  <a:lnTo>
                    <a:pt x="736" y="6703"/>
                  </a:lnTo>
                  <a:cubicBezTo>
                    <a:pt x="736" y="7098"/>
                    <a:pt x="729" y="15295"/>
                    <a:pt x="729" y="15672"/>
                  </a:cubicBezTo>
                  <a:cubicBezTo>
                    <a:pt x="729" y="16905"/>
                    <a:pt x="1727" y="17906"/>
                    <a:pt x="2962" y="17907"/>
                  </a:cubicBezTo>
                  <a:cubicBezTo>
                    <a:pt x="4195" y="17907"/>
                    <a:pt x="5196" y="16909"/>
                    <a:pt x="5197" y="15675"/>
                  </a:cubicBezTo>
                  <a:cubicBezTo>
                    <a:pt x="5197" y="15280"/>
                    <a:pt x="5203" y="6981"/>
                    <a:pt x="5203" y="6706"/>
                  </a:cubicBezTo>
                  <a:lnTo>
                    <a:pt x="5390" y="6706"/>
                  </a:lnTo>
                  <a:cubicBezTo>
                    <a:pt x="5695" y="6700"/>
                    <a:pt x="5939" y="6452"/>
                    <a:pt x="5939" y="6147"/>
                  </a:cubicBezTo>
                  <a:cubicBezTo>
                    <a:pt x="5939" y="5842"/>
                    <a:pt x="5695" y="5594"/>
                    <a:pt x="5390" y="5588"/>
                  </a:cubicBezTo>
                  <a:lnTo>
                    <a:pt x="3534" y="5588"/>
                  </a:lnTo>
                  <a:cubicBezTo>
                    <a:pt x="3531" y="3496"/>
                    <a:pt x="3529" y="2181"/>
                    <a:pt x="3529" y="1674"/>
                  </a:cubicBezTo>
                  <a:cubicBezTo>
                    <a:pt x="3529" y="1212"/>
                    <a:pt x="3827" y="1117"/>
                    <a:pt x="4075" y="1117"/>
                  </a:cubicBezTo>
                  <a:cubicBezTo>
                    <a:pt x="4931" y="1117"/>
                    <a:pt x="4744" y="3350"/>
                    <a:pt x="6276" y="3350"/>
                  </a:cubicBezTo>
                  <a:cubicBezTo>
                    <a:pt x="7739" y="3350"/>
                    <a:pt x="7938" y="1117"/>
                    <a:pt x="8478" y="1117"/>
                  </a:cubicBezTo>
                  <a:cubicBezTo>
                    <a:pt x="9017" y="1117"/>
                    <a:pt x="9216" y="3350"/>
                    <a:pt x="10678" y="3350"/>
                  </a:cubicBezTo>
                  <a:cubicBezTo>
                    <a:pt x="12195" y="3350"/>
                    <a:pt x="12081" y="1117"/>
                    <a:pt x="12879" y="1117"/>
                  </a:cubicBezTo>
                  <a:cubicBezTo>
                    <a:pt x="13127" y="1117"/>
                    <a:pt x="13425" y="1212"/>
                    <a:pt x="13425" y="1674"/>
                  </a:cubicBezTo>
                  <a:cubicBezTo>
                    <a:pt x="13425" y="2502"/>
                    <a:pt x="13420" y="4581"/>
                    <a:pt x="13417" y="5584"/>
                  </a:cubicBezTo>
                  <a:lnTo>
                    <a:pt x="11580" y="5584"/>
                  </a:lnTo>
                  <a:cubicBezTo>
                    <a:pt x="11272" y="5584"/>
                    <a:pt x="11023" y="5833"/>
                    <a:pt x="11023" y="6143"/>
                  </a:cubicBezTo>
                  <a:cubicBezTo>
                    <a:pt x="11023" y="6451"/>
                    <a:pt x="11272" y="6700"/>
                    <a:pt x="11580" y="6700"/>
                  </a:cubicBezTo>
                  <a:lnTo>
                    <a:pt x="11767" y="6700"/>
                  </a:lnTo>
                  <a:lnTo>
                    <a:pt x="11767" y="10387"/>
                  </a:lnTo>
                  <a:lnTo>
                    <a:pt x="9212" y="14841"/>
                  </a:lnTo>
                  <a:cubicBezTo>
                    <a:pt x="8428" y="16205"/>
                    <a:pt x="9413" y="17907"/>
                    <a:pt x="10989" y="17907"/>
                  </a:cubicBezTo>
                  <a:lnTo>
                    <a:pt x="17001" y="17907"/>
                  </a:lnTo>
                  <a:cubicBezTo>
                    <a:pt x="18579" y="17907"/>
                    <a:pt x="19564" y="16199"/>
                    <a:pt x="18773" y="14833"/>
                  </a:cubicBezTo>
                  <a:lnTo>
                    <a:pt x="16197" y="10386"/>
                  </a:lnTo>
                  <a:lnTo>
                    <a:pt x="16197" y="6702"/>
                  </a:lnTo>
                  <a:lnTo>
                    <a:pt x="16384" y="6702"/>
                  </a:lnTo>
                  <a:cubicBezTo>
                    <a:pt x="16692" y="6700"/>
                    <a:pt x="16943" y="6451"/>
                    <a:pt x="16943" y="6143"/>
                  </a:cubicBezTo>
                  <a:cubicBezTo>
                    <a:pt x="16943" y="5835"/>
                    <a:pt x="16692" y="5584"/>
                    <a:pt x="16384" y="5584"/>
                  </a:cubicBezTo>
                  <a:lnTo>
                    <a:pt x="14533" y="5584"/>
                  </a:lnTo>
                  <a:cubicBezTo>
                    <a:pt x="14535" y="4581"/>
                    <a:pt x="14541" y="2504"/>
                    <a:pt x="14541" y="1676"/>
                  </a:cubicBezTo>
                  <a:cubicBezTo>
                    <a:pt x="14541" y="523"/>
                    <a:pt x="13679" y="0"/>
                    <a:pt x="12878" y="0"/>
                  </a:cubicBezTo>
                  <a:cubicBezTo>
                    <a:pt x="11220" y="0"/>
                    <a:pt x="11135" y="2233"/>
                    <a:pt x="10676" y="2233"/>
                  </a:cubicBezTo>
                  <a:cubicBezTo>
                    <a:pt x="10138" y="2233"/>
                    <a:pt x="9938" y="0"/>
                    <a:pt x="8476" y="0"/>
                  </a:cubicBezTo>
                  <a:cubicBezTo>
                    <a:pt x="7015" y="0"/>
                    <a:pt x="6814" y="2233"/>
                    <a:pt x="6275" y="2233"/>
                  </a:cubicBezTo>
                  <a:cubicBezTo>
                    <a:pt x="5835" y="2233"/>
                    <a:pt x="5776" y="0"/>
                    <a:pt x="407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4" name="Google Shape;4634;p54"/>
            <p:cNvSpPr/>
            <p:nvPr/>
          </p:nvSpPr>
          <p:spPr>
            <a:xfrm>
              <a:off x="1248124" y="4093313"/>
              <a:ext cx="26333" cy="22525"/>
            </a:xfrm>
            <a:custGeom>
              <a:rect b="b" l="l" r="r" t="t"/>
              <a:pathLst>
                <a:path extrusionOk="0" h="1118" w="1307">
                  <a:moveTo>
                    <a:pt x="748" y="0"/>
                  </a:moveTo>
                  <a:cubicBezTo>
                    <a:pt x="250" y="0"/>
                    <a:pt x="0" y="601"/>
                    <a:pt x="352" y="954"/>
                  </a:cubicBezTo>
                  <a:cubicBezTo>
                    <a:pt x="458" y="1061"/>
                    <a:pt x="601" y="1118"/>
                    <a:pt x="747" y="1118"/>
                  </a:cubicBezTo>
                  <a:cubicBezTo>
                    <a:pt x="819" y="1118"/>
                    <a:pt x="892" y="1104"/>
                    <a:pt x="961" y="1075"/>
                  </a:cubicBezTo>
                  <a:cubicBezTo>
                    <a:pt x="1169" y="988"/>
                    <a:pt x="1307" y="785"/>
                    <a:pt x="1307" y="559"/>
                  </a:cubicBezTo>
                  <a:cubicBezTo>
                    <a:pt x="1307" y="250"/>
                    <a:pt x="1055" y="0"/>
                    <a:pt x="74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35" name="Google Shape;4635;p54"/>
          <p:cNvSpPr/>
          <p:nvPr/>
        </p:nvSpPr>
        <p:spPr>
          <a:xfrm>
            <a:off x="987873" y="4018461"/>
            <a:ext cx="374560" cy="322291"/>
          </a:xfrm>
          <a:custGeom>
            <a:rect b="b" l="l" r="r" t="t"/>
            <a:pathLst>
              <a:path extrusionOk="0" h="16725" w="19440">
                <a:moveTo>
                  <a:pt x="6294" y="5614"/>
                </a:moveTo>
                <a:lnTo>
                  <a:pt x="6296" y="7842"/>
                </a:lnTo>
                <a:lnTo>
                  <a:pt x="5181" y="7842"/>
                </a:lnTo>
                <a:lnTo>
                  <a:pt x="5181" y="5614"/>
                </a:lnTo>
                <a:close/>
                <a:moveTo>
                  <a:pt x="6530" y="8957"/>
                </a:moveTo>
                <a:lnTo>
                  <a:pt x="7984" y="11490"/>
                </a:lnTo>
                <a:cubicBezTo>
                  <a:pt x="6200" y="11673"/>
                  <a:pt x="5974" y="12339"/>
                  <a:pt x="3909" y="12339"/>
                </a:cubicBezTo>
                <a:cubicBezTo>
                  <a:pt x="3897" y="12339"/>
                  <a:pt x="3884" y="12339"/>
                  <a:pt x="3872" y="12339"/>
                </a:cubicBezTo>
                <a:cubicBezTo>
                  <a:pt x="3592" y="12339"/>
                  <a:pt x="3311" y="12323"/>
                  <a:pt x="3032" y="12291"/>
                </a:cubicBezTo>
                <a:lnTo>
                  <a:pt x="4946" y="8957"/>
                </a:lnTo>
                <a:close/>
                <a:moveTo>
                  <a:pt x="16058" y="6727"/>
                </a:moveTo>
                <a:cubicBezTo>
                  <a:pt x="16058" y="9812"/>
                  <a:pt x="16058" y="9664"/>
                  <a:pt x="16061" y="9700"/>
                </a:cubicBezTo>
                <a:cubicBezTo>
                  <a:pt x="16077" y="9954"/>
                  <a:pt x="16264" y="10165"/>
                  <a:pt x="16514" y="10211"/>
                </a:cubicBezTo>
                <a:cubicBezTo>
                  <a:pt x="17800" y="10691"/>
                  <a:pt x="18545" y="12036"/>
                  <a:pt x="18270" y="13381"/>
                </a:cubicBezTo>
                <a:lnTo>
                  <a:pt x="12809" y="13381"/>
                </a:lnTo>
                <a:cubicBezTo>
                  <a:pt x="12529" y="12015"/>
                  <a:pt x="13308" y="10671"/>
                  <a:pt x="14580" y="10205"/>
                </a:cubicBezTo>
                <a:cubicBezTo>
                  <a:pt x="14801" y="10123"/>
                  <a:pt x="14947" y="9909"/>
                  <a:pt x="14944" y="9673"/>
                </a:cubicBezTo>
                <a:lnTo>
                  <a:pt x="14944" y="6727"/>
                </a:lnTo>
                <a:close/>
                <a:moveTo>
                  <a:pt x="17766" y="14494"/>
                </a:moveTo>
                <a:cubicBezTo>
                  <a:pt x="17207" y="15237"/>
                  <a:pt x="16373" y="15608"/>
                  <a:pt x="15538" y="15608"/>
                </a:cubicBezTo>
                <a:cubicBezTo>
                  <a:pt x="14704" y="15608"/>
                  <a:pt x="13870" y="15237"/>
                  <a:pt x="13311" y="14494"/>
                </a:cubicBezTo>
                <a:close/>
                <a:moveTo>
                  <a:pt x="8602" y="12566"/>
                </a:moveTo>
                <a:lnTo>
                  <a:pt x="9869" y="14774"/>
                </a:lnTo>
                <a:cubicBezTo>
                  <a:pt x="10083" y="15146"/>
                  <a:pt x="9814" y="15609"/>
                  <a:pt x="9386" y="15609"/>
                </a:cubicBezTo>
                <a:lnTo>
                  <a:pt x="9386" y="15608"/>
                </a:lnTo>
                <a:lnTo>
                  <a:pt x="2090" y="15608"/>
                </a:lnTo>
                <a:cubicBezTo>
                  <a:pt x="1661" y="15608"/>
                  <a:pt x="1394" y="15144"/>
                  <a:pt x="1607" y="14774"/>
                </a:cubicBezTo>
                <a:lnTo>
                  <a:pt x="2438" y="13326"/>
                </a:lnTo>
                <a:cubicBezTo>
                  <a:pt x="2885" y="13412"/>
                  <a:pt x="3362" y="13453"/>
                  <a:pt x="3910" y="13453"/>
                </a:cubicBezTo>
                <a:cubicBezTo>
                  <a:pt x="6408" y="13453"/>
                  <a:pt x="6533" y="12631"/>
                  <a:pt x="8602" y="12566"/>
                </a:cubicBezTo>
                <a:close/>
                <a:moveTo>
                  <a:pt x="9983" y="0"/>
                </a:moveTo>
                <a:cubicBezTo>
                  <a:pt x="9966" y="0"/>
                  <a:pt x="9951" y="2"/>
                  <a:pt x="9929" y="2"/>
                </a:cubicBezTo>
                <a:lnTo>
                  <a:pt x="5729" y="2"/>
                </a:lnTo>
                <a:cubicBezTo>
                  <a:pt x="5421" y="2"/>
                  <a:pt x="5172" y="253"/>
                  <a:pt x="5172" y="561"/>
                </a:cubicBezTo>
                <a:lnTo>
                  <a:pt x="5179" y="4499"/>
                </a:lnTo>
                <a:lnTo>
                  <a:pt x="4066" y="4499"/>
                </a:lnTo>
                <a:cubicBezTo>
                  <a:pt x="3758" y="4499"/>
                  <a:pt x="3508" y="4749"/>
                  <a:pt x="3508" y="5057"/>
                </a:cubicBezTo>
                <a:cubicBezTo>
                  <a:pt x="3508" y="5364"/>
                  <a:pt x="3756" y="5613"/>
                  <a:pt x="4063" y="5613"/>
                </a:cubicBezTo>
                <a:cubicBezTo>
                  <a:pt x="4064" y="5613"/>
                  <a:pt x="4065" y="5613"/>
                  <a:pt x="4066" y="5613"/>
                </a:cubicBezTo>
                <a:lnTo>
                  <a:pt x="4066" y="8252"/>
                </a:lnTo>
                <a:lnTo>
                  <a:pt x="640" y="14219"/>
                </a:lnTo>
                <a:cubicBezTo>
                  <a:pt x="1" y="15333"/>
                  <a:pt x="805" y="16724"/>
                  <a:pt x="2090" y="16724"/>
                </a:cubicBezTo>
                <a:lnTo>
                  <a:pt x="9386" y="16724"/>
                </a:lnTo>
                <a:cubicBezTo>
                  <a:pt x="10672" y="16724"/>
                  <a:pt x="11477" y="15334"/>
                  <a:pt x="10836" y="14219"/>
                </a:cubicBezTo>
                <a:lnTo>
                  <a:pt x="7411" y="8252"/>
                </a:lnTo>
                <a:lnTo>
                  <a:pt x="7411" y="5614"/>
                </a:lnTo>
                <a:cubicBezTo>
                  <a:pt x="7718" y="5614"/>
                  <a:pt x="7968" y="5364"/>
                  <a:pt x="7968" y="5057"/>
                </a:cubicBezTo>
                <a:cubicBezTo>
                  <a:pt x="7968" y="4749"/>
                  <a:pt x="7718" y="4499"/>
                  <a:pt x="7411" y="4499"/>
                </a:cubicBezTo>
                <a:lnTo>
                  <a:pt x="6294" y="4499"/>
                </a:lnTo>
                <a:lnTo>
                  <a:pt x="6288" y="1117"/>
                </a:lnTo>
                <a:lnTo>
                  <a:pt x="9773" y="1117"/>
                </a:lnTo>
                <a:lnTo>
                  <a:pt x="14944" y="4220"/>
                </a:lnTo>
                <a:lnTo>
                  <a:pt x="14944" y="5614"/>
                </a:lnTo>
                <a:lnTo>
                  <a:pt x="13829" y="5614"/>
                </a:lnTo>
                <a:cubicBezTo>
                  <a:pt x="13522" y="5614"/>
                  <a:pt x="13272" y="5864"/>
                  <a:pt x="13272" y="6171"/>
                </a:cubicBezTo>
                <a:cubicBezTo>
                  <a:pt x="13272" y="6479"/>
                  <a:pt x="13522" y="6729"/>
                  <a:pt x="13829" y="6729"/>
                </a:cubicBezTo>
                <a:lnTo>
                  <a:pt x="13829" y="9314"/>
                </a:lnTo>
                <a:cubicBezTo>
                  <a:pt x="12504" y="9963"/>
                  <a:pt x="11637" y="11326"/>
                  <a:pt x="11637" y="12822"/>
                </a:cubicBezTo>
                <a:cubicBezTo>
                  <a:pt x="11637" y="14970"/>
                  <a:pt x="13384" y="16724"/>
                  <a:pt x="15539" y="16724"/>
                </a:cubicBezTo>
                <a:cubicBezTo>
                  <a:pt x="17690" y="16724"/>
                  <a:pt x="19440" y="14974"/>
                  <a:pt x="19440" y="12822"/>
                </a:cubicBezTo>
                <a:cubicBezTo>
                  <a:pt x="19440" y="11301"/>
                  <a:pt x="18555" y="9917"/>
                  <a:pt x="17174" y="9280"/>
                </a:cubicBezTo>
                <a:lnTo>
                  <a:pt x="17174" y="6729"/>
                </a:lnTo>
                <a:cubicBezTo>
                  <a:pt x="17482" y="6729"/>
                  <a:pt x="17730" y="6479"/>
                  <a:pt x="17730" y="6171"/>
                </a:cubicBezTo>
                <a:cubicBezTo>
                  <a:pt x="17730" y="5862"/>
                  <a:pt x="17482" y="5614"/>
                  <a:pt x="17174" y="5614"/>
                </a:cubicBezTo>
                <a:lnTo>
                  <a:pt x="16059" y="5614"/>
                </a:lnTo>
                <a:lnTo>
                  <a:pt x="16059" y="3904"/>
                </a:lnTo>
                <a:cubicBezTo>
                  <a:pt x="16059" y="3709"/>
                  <a:pt x="15956" y="3528"/>
                  <a:pt x="15789" y="3426"/>
                </a:cubicBezTo>
                <a:cubicBezTo>
                  <a:pt x="10350" y="163"/>
                  <a:pt x="10133" y="0"/>
                  <a:pt x="998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636" name="Google Shape;4636;p54"/>
          <p:cNvGrpSpPr/>
          <p:nvPr/>
        </p:nvGrpSpPr>
        <p:grpSpPr>
          <a:xfrm>
            <a:off x="1761610" y="3995924"/>
            <a:ext cx="342329" cy="367365"/>
            <a:chOff x="2004279" y="3772343"/>
            <a:chExt cx="357860" cy="384031"/>
          </a:xfrm>
        </p:grpSpPr>
        <p:sp>
          <p:nvSpPr>
            <p:cNvPr id="4637" name="Google Shape;4637;p54"/>
            <p:cNvSpPr/>
            <p:nvPr/>
          </p:nvSpPr>
          <p:spPr>
            <a:xfrm>
              <a:off x="2004279" y="3772343"/>
              <a:ext cx="357860" cy="384031"/>
            </a:xfrm>
            <a:custGeom>
              <a:rect b="b" l="l" r="r" t="t"/>
              <a:pathLst>
                <a:path extrusionOk="0" h="19061" w="17762">
                  <a:moveTo>
                    <a:pt x="10556" y="1117"/>
                  </a:moveTo>
                  <a:lnTo>
                    <a:pt x="10556" y="7334"/>
                  </a:lnTo>
                  <a:cubicBezTo>
                    <a:pt x="10556" y="7547"/>
                    <a:pt x="10503" y="7399"/>
                    <a:pt x="12139" y="10127"/>
                  </a:cubicBezTo>
                  <a:lnTo>
                    <a:pt x="5623" y="10127"/>
                  </a:lnTo>
                  <a:cubicBezTo>
                    <a:pt x="7246" y="7422"/>
                    <a:pt x="7206" y="7547"/>
                    <a:pt x="7206" y="7334"/>
                  </a:cubicBezTo>
                  <a:lnTo>
                    <a:pt x="7206" y="1117"/>
                  </a:lnTo>
                  <a:close/>
                  <a:moveTo>
                    <a:pt x="12810" y="11243"/>
                  </a:moveTo>
                  <a:lnTo>
                    <a:pt x="15986" y="16534"/>
                  </a:lnTo>
                  <a:cubicBezTo>
                    <a:pt x="16358" y="17155"/>
                    <a:pt x="15911" y="17945"/>
                    <a:pt x="15188" y="17945"/>
                  </a:cubicBezTo>
                  <a:lnTo>
                    <a:pt x="2576" y="17945"/>
                  </a:lnTo>
                  <a:cubicBezTo>
                    <a:pt x="1852" y="17945"/>
                    <a:pt x="1406" y="17155"/>
                    <a:pt x="1778" y="16534"/>
                  </a:cubicBezTo>
                  <a:lnTo>
                    <a:pt x="4953" y="11243"/>
                  </a:lnTo>
                  <a:close/>
                  <a:moveTo>
                    <a:pt x="6088" y="0"/>
                  </a:moveTo>
                  <a:cubicBezTo>
                    <a:pt x="5784" y="5"/>
                    <a:pt x="5539" y="254"/>
                    <a:pt x="5539" y="558"/>
                  </a:cubicBezTo>
                  <a:cubicBezTo>
                    <a:pt x="5539" y="862"/>
                    <a:pt x="5784" y="1111"/>
                    <a:pt x="6088" y="1117"/>
                  </a:cubicBezTo>
                  <a:lnTo>
                    <a:pt x="6088" y="7180"/>
                  </a:lnTo>
                  <a:lnTo>
                    <a:pt x="820" y="15960"/>
                  </a:lnTo>
                  <a:cubicBezTo>
                    <a:pt x="1" y="17324"/>
                    <a:pt x="983" y="19061"/>
                    <a:pt x="2576" y="19061"/>
                  </a:cubicBezTo>
                  <a:lnTo>
                    <a:pt x="15186" y="19061"/>
                  </a:lnTo>
                  <a:cubicBezTo>
                    <a:pt x="16778" y="19061"/>
                    <a:pt x="17761" y="17326"/>
                    <a:pt x="16942" y="15960"/>
                  </a:cubicBezTo>
                  <a:lnTo>
                    <a:pt x="16941" y="15960"/>
                  </a:lnTo>
                  <a:lnTo>
                    <a:pt x="11673" y="7180"/>
                  </a:lnTo>
                  <a:lnTo>
                    <a:pt x="11673" y="1117"/>
                  </a:lnTo>
                  <a:cubicBezTo>
                    <a:pt x="11978" y="1111"/>
                    <a:pt x="12221" y="862"/>
                    <a:pt x="12221" y="558"/>
                  </a:cubicBezTo>
                  <a:cubicBezTo>
                    <a:pt x="12221" y="254"/>
                    <a:pt x="11978" y="5"/>
                    <a:pt x="116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8" name="Google Shape;4638;p54"/>
            <p:cNvSpPr/>
            <p:nvPr/>
          </p:nvSpPr>
          <p:spPr>
            <a:xfrm>
              <a:off x="2190644" y="4088860"/>
              <a:ext cx="26333" cy="22505"/>
            </a:xfrm>
            <a:custGeom>
              <a:rect b="b" l="l" r="r" t="t"/>
              <a:pathLst>
                <a:path extrusionOk="0" h="1117" w="1307">
                  <a:moveTo>
                    <a:pt x="750" y="0"/>
                  </a:moveTo>
                  <a:cubicBezTo>
                    <a:pt x="749" y="0"/>
                    <a:pt x="748" y="0"/>
                    <a:pt x="747" y="0"/>
                  </a:cubicBezTo>
                  <a:cubicBezTo>
                    <a:pt x="747" y="0"/>
                    <a:pt x="746" y="0"/>
                    <a:pt x="746" y="0"/>
                  </a:cubicBezTo>
                  <a:cubicBezTo>
                    <a:pt x="249" y="0"/>
                    <a:pt x="1" y="601"/>
                    <a:pt x="353" y="952"/>
                  </a:cubicBezTo>
                  <a:cubicBezTo>
                    <a:pt x="460" y="1060"/>
                    <a:pt x="603" y="1116"/>
                    <a:pt x="749" y="1116"/>
                  </a:cubicBezTo>
                  <a:cubicBezTo>
                    <a:pt x="820" y="1116"/>
                    <a:pt x="892" y="1103"/>
                    <a:pt x="961" y="1075"/>
                  </a:cubicBezTo>
                  <a:cubicBezTo>
                    <a:pt x="1170" y="988"/>
                    <a:pt x="1306" y="783"/>
                    <a:pt x="1306" y="558"/>
                  </a:cubicBezTo>
                  <a:cubicBezTo>
                    <a:pt x="1306" y="251"/>
                    <a:pt x="1058" y="0"/>
                    <a:pt x="75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9" name="Google Shape;4639;p54"/>
            <p:cNvSpPr/>
            <p:nvPr/>
          </p:nvSpPr>
          <p:spPr>
            <a:xfrm>
              <a:off x="2213169" y="4021346"/>
              <a:ext cx="26292" cy="22505"/>
            </a:xfrm>
            <a:custGeom>
              <a:rect b="b" l="l" r="r" t="t"/>
              <a:pathLst>
                <a:path extrusionOk="0" h="1117" w="1305">
                  <a:moveTo>
                    <a:pt x="746" y="1"/>
                  </a:moveTo>
                  <a:cubicBezTo>
                    <a:pt x="248" y="1"/>
                    <a:pt x="0" y="601"/>
                    <a:pt x="351" y="954"/>
                  </a:cubicBezTo>
                  <a:cubicBezTo>
                    <a:pt x="459" y="1060"/>
                    <a:pt x="602" y="1117"/>
                    <a:pt x="748" y="1117"/>
                  </a:cubicBezTo>
                  <a:cubicBezTo>
                    <a:pt x="819" y="1117"/>
                    <a:pt x="891" y="1103"/>
                    <a:pt x="960" y="1075"/>
                  </a:cubicBezTo>
                  <a:cubicBezTo>
                    <a:pt x="1169" y="988"/>
                    <a:pt x="1305" y="784"/>
                    <a:pt x="1305" y="558"/>
                  </a:cubicBezTo>
                  <a:cubicBezTo>
                    <a:pt x="1305" y="250"/>
                    <a:pt x="1055" y="1"/>
                    <a:pt x="7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0" name="Google Shape;4640;p54"/>
            <p:cNvSpPr/>
            <p:nvPr/>
          </p:nvSpPr>
          <p:spPr>
            <a:xfrm>
              <a:off x="2113036" y="4021346"/>
              <a:ext cx="70194" cy="67514"/>
            </a:xfrm>
            <a:custGeom>
              <a:rect b="b" l="l" r="r" t="t"/>
              <a:pathLst>
                <a:path extrusionOk="0" h="3351" w="3484">
                  <a:moveTo>
                    <a:pt x="1803" y="1115"/>
                  </a:moveTo>
                  <a:cubicBezTo>
                    <a:pt x="2090" y="1115"/>
                    <a:pt x="2365" y="1338"/>
                    <a:pt x="2365" y="1676"/>
                  </a:cubicBezTo>
                  <a:cubicBezTo>
                    <a:pt x="2365" y="1984"/>
                    <a:pt x="2116" y="2233"/>
                    <a:pt x="1808" y="2233"/>
                  </a:cubicBezTo>
                  <a:cubicBezTo>
                    <a:pt x="1310" y="2233"/>
                    <a:pt x="1060" y="1633"/>
                    <a:pt x="1412" y="1280"/>
                  </a:cubicBezTo>
                  <a:cubicBezTo>
                    <a:pt x="1526" y="1166"/>
                    <a:pt x="1666" y="1115"/>
                    <a:pt x="1803" y="1115"/>
                  </a:cubicBezTo>
                  <a:close/>
                  <a:moveTo>
                    <a:pt x="1808" y="1"/>
                  </a:moveTo>
                  <a:cubicBezTo>
                    <a:pt x="1129" y="1"/>
                    <a:pt x="519" y="409"/>
                    <a:pt x="259" y="1035"/>
                  </a:cubicBezTo>
                  <a:cubicBezTo>
                    <a:pt x="1" y="1659"/>
                    <a:pt x="144" y="2381"/>
                    <a:pt x="623" y="2860"/>
                  </a:cubicBezTo>
                  <a:cubicBezTo>
                    <a:pt x="943" y="3180"/>
                    <a:pt x="1372" y="3351"/>
                    <a:pt x="1807" y="3351"/>
                  </a:cubicBezTo>
                  <a:cubicBezTo>
                    <a:pt x="2023" y="3351"/>
                    <a:pt x="2241" y="3309"/>
                    <a:pt x="2449" y="3223"/>
                  </a:cubicBezTo>
                  <a:cubicBezTo>
                    <a:pt x="3075" y="2964"/>
                    <a:pt x="3483" y="2353"/>
                    <a:pt x="3483" y="1676"/>
                  </a:cubicBezTo>
                  <a:cubicBezTo>
                    <a:pt x="3482" y="751"/>
                    <a:pt x="2733" y="1"/>
                    <a:pt x="180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41" name="Google Shape;4641;p54"/>
          <p:cNvSpPr/>
          <p:nvPr/>
        </p:nvSpPr>
        <p:spPr>
          <a:xfrm>
            <a:off x="2519017" y="3995963"/>
            <a:ext cx="323617" cy="367286"/>
          </a:xfrm>
          <a:custGeom>
            <a:rect b="b" l="l" r="r" t="t"/>
            <a:pathLst>
              <a:path extrusionOk="0" h="19060" w="16796">
                <a:moveTo>
                  <a:pt x="13963" y="1121"/>
                </a:moveTo>
                <a:cubicBezTo>
                  <a:pt x="14887" y="1121"/>
                  <a:pt x="15639" y="1874"/>
                  <a:pt x="15639" y="2802"/>
                </a:cubicBezTo>
                <a:cubicBezTo>
                  <a:pt x="15639" y="3729"/>
                  <a:pt x="14887" y="4484"/>
                  <a:pt x="13963" y="4484"/>
                </a:cubicBezTo>
                <a:lnTo>
                  <a:pt x="13443" y="4484"/>
                </a:lnTo>
                <a:lnTo>
                  <a:pt x="13443" y="3923"/>
                </a:lnTo>
                <a:cubicBezTo>
                  <a:pt x="13443" y="3614"/>
                  <a:pt x="13192" y="3363"/>
                  <a:pt x="12884" y="3363"/>
                </a:cubicBezTo>
                <a:lnTo>
                  <a:pt x="9533" y="3363"/>
                </a:lnTo>
                <a:cubicBezTo>
                  <a:pt x="9224" y="3363"/>
                  <a:pt x="8975" y="3614"/>
                  <a:pt x="8975" y="3923"/>
                </a:cubicBezTo>
                <a:lnTo>
                  <a:pt x="8975" y="4484"/>
                </a:lnTo>
                <a:lnTo>
                  <a:pt x="2236" y="4484"/>
                </a:lnTo>
                <a:lnTo>
                  <a:pt x="2236" y="1121"/>
                </a:lnTo>
                <a:close/>
                <a:moveTo>
                  <a:pt x="12325" y="4484"/>
                </a:moveTo>
                <a:lnTo>
                  <a:pt x="12325" y="7631"/>
                </a:lnTo>
                <a:cubicBezTo>
                  <a:pt x="11575" y="7380"/>
                  <a:pt x="11351" y="7285"/>
                  <a:pt x="11191" y="7285"/>
                </a:cubicBezTo>
                <a:cubicBezTo>
                  <a:pt x="11137" y="7285"/>
                  <a:pt x="11090" y="7296"/>
                  <a:pt x="11032" y="7316"/>
                </a:cubicBezTo>
                <a:lnTo>
                  <a:pt x="10092" y="7631"/>
                </a:lnTo>
                <a:lnTo>
                  <a:pt x="10092" y="4484"/>
                </a:lnTo>
                <a:close/>
                <a:moveTo>
                  <a:pt x="14559" y="7849"/>
                </a:moveTo>
                <a:lnTo>
                  <a:pt x="14559" y="11213"/>
                </a:lnTo>
                <a:lnTo>
                  <a:pt x="7858" y="11213"/>
                </a:lnTo>
                <a:lnTo>
                  <a:pt x="7858" y="10653"/>
                </a:lnTo>
                <a:cubicBezTo>
                  <a:pt x="7858" y="10343"/>
                  <a:pt x="7609" y="10092"/>
                  <a:pt x="7299" y="10092"/>
                </a:cubicBezTo>
                <a:lnTo>
                  <a:pt x="3949" y="10092"/>
                </a:lnTo>
                <a:cubicBezTo>
                  <a:pt x="3641" y="10092"/>
                  <a:pt x="3390" y="10343"/>
                  <a:pt x="3391" y="10653"/>
                </a:cubicBezTo>
                <a:lnTo>
                  <a:pt x="3391" y="11213"/>
                </a:lnTo>
                <a:lnTo>
                  <a:pt x="2832" y="11212"/>
                </a:lnTo>
                <a:cubicBezTo>
                  <a:pt x="1909" y="11212"/>
                  <a:pt x="1157" y="10457"/>
                  <a:pt x="1157" y="9530"/>
                </a:cubicBezTo>
                <a:cubicBezTo>
                  <a:pt x="1157" y="8604"/>
                  <a:pt x="1909" y="7849"/>
                  <a:pt x="2832" y="7849"/>
                </a:cubicBezTo>
                <a:lnTo>
                  <a:pt x="8975" y="7849"/>
                </a:lnTo>
                <a:lnTo>
                  <a:pt x="8975" y="8410"/>
                </a:lnTo>
                <a:cubicBezTo>
                  <a:pt x="8975" y="8729"/>
                  <a:pt x="9236" y="8970"/>
                  <a:pt x="9534" y="8970"/>
                </a:cubicBezTo>
                <a:cubicBezTo>
                  <a:pt x="9592" y="8970"/>
                  <a:pt x="9651" y="8961"/>
                  <a:pt x="9710" y="8942"/>
                </a:cubicBezTo>
                <a:lnTo>
                  <a:pt x="11209" y="8439"/>
                </a:lnTo>
                <a:lnTo>
                  <a:pt x="12708" y="8942"/>
                </a:lnTo>
                <a:cubicBezTo>
                  <a:pt x="12767" y="8961"/>
                  <a:pt x="12826" y="8970"/>
                  <a:pt x="12884" y="8970"/>
                </a:cubicBezTo>
                <a:cubicBezTo>
                  <a:pt x="13181" y="8970"/>
                  <a:pt x="13443" y="8729"/>
                  <a:pt x="13443" y="8410"/>
                </a:cubicBezTo>
                <a:lnTo>
                  <a:pt x="13443" y="7849"/>
                </a:lnTo>
                <a:close/>
                <a:moveTo>
                  <a:pt x="6742" y="11212"/>
                </a:moveTo>
                <a:lnTo>
                  <a:pt x="6742" y="14358"/>
                </a:lnTo>
                <a:cubicBezTo>
                  <a:pt x="5994" y="14107"/>
                  <a:pt x="5768" y="14013"/>
                  <a:pt x="5608" y="14013"/>
                </a:cubicBezTo>
                <a:cubicBezTo>
                  <a:pt x="5553" y="14013"/>
                  <a:pt x="5505" y="14024"/>
                  <a:pt x="5448" y="14044"/>
                </a:cubicBezTo>
                <a:lnTo>
                  <a:pt x="4507" y="14358"/>
                </a:lnTo>
                <a:lnTo>
                  <a:pt x="4507" y="11212"/>
                </a:lnTo>
                <a:close/>
                <a:moveTo>
                  <a:pt x="14001" y="14576"/>
                </a:moveTo>
                <a:cubicBezTo>
                  <a:pt x="14924" y="14576"/>
                  <a:pt x="15676" y="15331"/>
                  <a:pt x="15676" y="16257"/>
                </a:cubicBezTo>
                <a:cubicBezTo>
                  <a:pt x="15676" y="17184"/>
                  <a:pt x="14924" y="17938"/>
                  <a:pt x="14001" y="17938"/>
                </a:cubicBezTo>
                <a:lnTo>
                  <a:pt x="2273" y="17938"/>
                </a:lnTo>
                <a:lnTo>
                  <a:pt x="2273" y="14588"/>
                </a:lnTo>
                <a:lnTo>
                  <a:pt x="3391" y="14588"/>
                </a:lnTo>
                <a:lnTo>
                  <a:pt x="3391" y="15136"/>
                </a:lnTo>
                <a:cubicBezTo>
                  <a:pt x="3390" y="15455"/>
                  <a:pt x="3652" y="15697"/>
                  <a:pt x="3949" y="15697"/>
                </a:cubicBezTo>
                <a:cubicBezTo>
                  <a:pt x="4007" y="15697"/>
                  <a:pt x="4066" y="15688"/>
                  <a:pt x="4125" y="15668"/>
                </a:cubicBezTo>
                <a:lnTo>
                  <a:pt x="5624" y="15166"/>
                </a:lnTo>
                <a:lnTo>
                  <a:pt x="7123" y="15668"/>
                </a:lnTo>
                <a:cubicBezTo>
                  <a:pt x="7182" y="15688"/>
                  <a:pt x="7241" y="15697"/>
                  <a:pt x="7299" y="15697"/>
                </a:cubicBezTo>
                <a:cubicBezTo>
                  <a:pt x="7596" y="15697"/>
                  <a:pt x="7858" y="15455"/>
                  <a:pt x="7858" y="15136"/>
                </a:cubicBezTo>
                <a:lnTo>
                  <a:pt x="7858" y="14576"/>
                </a:lnTo>
                <a:close/>
                <a:moveTo>
                  <a:pt x="561" y="0"/>
                </a:moveTo>
                <a:cubicBezTo>
                  <a:pt x="251" y="0"/>
                  <a:pt x="0" y="251"/>
                  <a:pt x="0" y="560"/>
                </a:cubicBezTo>
                <a:cubicBezTo>
                  <a:pt x="0" y="870"/>
                  <a:pt x="251" y="1121"/>
                  <a:pt x="561" y="1121"/>
                </a:cubicBezTo>
                <a:lnTo>
                  <a:pt x="1119" y="1121"/>
                </a:lnTo>
                <a:lnTo>
                  <a:pt x="1119" y="4485"/>
                </a:lnTo>
                <a:lnTo>
                  <a:pt x="561" y="4485"/>
                </a:lnTo>
                <a:cubicBezTo>
                  <a:pt x="251" y="4485"/>
                  <a:pt x="0" y="4736"/>
                  <a:pt x="0" y="5045"/>
                </a:cubicBezTo>
                <a:cubicBezTo>
                  <a:pt x="0" y="5355"/>
                  <a:pt x="251" y="5606"/>
                  <a:pt x="561" y="5606"/>
                </a:cubicBezTo>
                <a:lnTo>
                  <a:pt x="8975" y="5606"/>
                </a:lnTo>
                <a:lnTo>
                  <a:pt x="8975" y="6727"/>
                </a:lnTo>
                <a:lnTo>
                  <a:pt x="2832" y="6727"/>
                </a:lnTo>
                <a:cubicBezTo>
                  <a:pt x="1293" y="6727"/>
                  <a:pt x="40" y="7984"/>
                  <a:pt x="40" y="9529"/>
                </a:cubicBezTo>
                <a:cubicBezTo>
                  <a:pt x="40" y="11076"/>
                  <a:pt x="1291" y="12333"/>
                  <a:pt x="2832" y="12333"/>
                </a:cubicBezTo>
                <a:lnTo>
                  <a:pt x="3391" y="12333"/>
                </a:lnTo>
                <a:lnTo>
                  <a:pt x="3391" y="13467"/>
                </a:lnTo>
                <a:lnTo>
                  <a:pt x="598" y="13467"/>
                </a:lnTo>
                <a:cubicBezTo>
                  <a:pt x="289" y="13467"/>
                  <a:pt x="37" y="13718"/>
                  <a:pt x="37" y="14027"/>
                </a:cubicBezTo>
                <a:cubicBezTo>
                  <a:pt x="37" y="14337"/>
                  <a:pt x="289" y="14588"/>
                  <a:pt x="598" y="14588"/>
                </a:cubicBezTo>
                <a:lnTo>
                  <a:pt x="1157" y="14588"/>
                </a:lnTo>
                <a:lnTo>
                  <a:pt x="1157" y="17938"/>
                </a:lnTo>
                <a:lnTo>
                  <a:pt x="598" y="17938"/>
                </a:lnTo>
                <a:cubicBezTo>
                  <a:pt x="289" y="17938"/>
                  <a:pt x="37" y="18190"/>
                  <a:pt x="37" y="18499"/>
                </a:cubicBezTo>
                <a:cubicBezTo>
                  <a:pt x="37" y="18808"/>
                  <a:pt x="289" y="19059"/>
                  <a:pt x="598" y="19059"/>
                </a:cubicBezTo>
                <a:lnTo>
                  <a:pt x="14001" y="19059"/>
                </a:lnTo>
                <a:cubicBezTo>
                  <a:pt x="15540" y="19059"/>
                  <a:pt x="16794" y="17802"/>
                  <a:pt x="16794" y="16256"/>
                </a:cubicBezTo>
                <a:cubicBezTo>
                  <a:pt x="16794" y="14710"/>
                  <a:pt x="15540" y="13453"/>
                  <a:pt x="14001" y="13453"/>
                </a:cubicBezTo>
                <a:lnTo>
                  <a:pt x="7858" y="13453"/>
                </a:lnTo>
                <a:lnTo>
                  <a:pt x="7858" y="12333"/>
                </a:lnTo>
                <a:lnTo>
                  <a:pt x="16235" y="12333"/>
                </a:lnTo>
                <a:cubicBezTo>
                  <a:pt x="16544" y="12333"/>
                  <a:pt x="16795" y="12082"/>
                  <a:pt x="16795" y="11772"/>
                </a:cubicBezTo>
                <a:cubicBezTo>
                  <a:pt x="16795" y="11463"/>
                  <a:pt x="16544" y="11212"/>
                  <a:pt x="16235" y="11212"/>
                </a:cubicBezTo>
                <a:lnTo>
                  <a:pt x="15676" y="11212"/>
                </a:lnTo>
                <a:lnTo>
                  <a:pt x="15676" y="7848"/>
                </a:lnTo>
                <a:lnTo>
                  <a:pt x="16235" y="7848"/>
                </a:lnTo>
                <a:cubicBezTo>
                  <a:pt x="16544" y="7848"/>
                  <a:pt x="16795" y="7597"/>
                  <a:pt x="16795" y="7287"/>
                </a:cubicBezTo>
                <a:cubicBezTo>
                  <a:pt x="16795" y="6978"/>
                  <a:pt x="16544" y="6727"/>
                  <a:pt x="16235" y="6727"/>
                </a:cubicBezTo>
                <a:lnTo>
                  <a:pt x="13443" y="6727"/>
                </a:lnTo>
                <a:lnTo>
                  <a:pt x="13443" y="5606"/>
                </a:lnTo>
                <a:lnTo>
                  <a:pt x="13963" y="5606"/>
                </a:lnTo>
                <a:cubicBezTo>
                  <a:pt x="15503" y="5606"/>
                  <a:pt x="16756" y="4349"/>
                  <a:pt x="16756" y="2804"/>
                </a:cubicBezTo>
                <a:cubicBezTo>
                  <a:pt x="16756" y="1257"/>
                  <a:pt x="15504" y="0"/>
                  <a:pt x="1396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642" name="Google Shape;4642;p54"/>
          <p:cNvGrpSpPr/>
          <p:nvPr/>
        </p:nvGrpSpPr>
        <p:grpSpPr>
          <a:xfrm>
            <a:off x="3250372" y="3995905"/>
            <a:ext cx="367384" cy="367403"/>
            <a:chOff x="2849387" y="3775647"/>
            <a:chExt cx="384052" cy="384072"/>
          </a:xfrm>
        </p:grpSpPr>
        <p:sp>
          <p:nvSpPr>
            <p:cNvPr id="4643" name="Google Shape;4643;p54"/>
            <p:cNvSpPr/>
            <p:nvPr/>
          </p:nvSpPr>
          <p:spPr>
            <a:xfrm>
              <a:off x="2849387" y="3775647"/>
              <a:ext cx="384052" cy="384072"/>
            </a:xfrm>
            <a:custGeom>
              <a:rect b="b" l="l" r="r" t="t"/>
              <a:pathLst>
                <a:path extrusionOk="0" h="19063" w="19062">
                  <a:moveTo>
                    <a:pt x="9531" y="1118"/>
                  </a:moveTo>
                  <a:cubicBezTo>
                    <a:pt x="14172" y="1118"/>
                    <a:pt x="17945" y="4892"/>
                    <a:pt x="17945" y="9532"/>
                  </a:cubicBezTo>
                  <a:cubicBezTo>
                    <a:pt x="17945" y="14171"/>
                    <a:pt x="14170" y="17946"/>
                    <a:pt x="9531" y="17946"/>
                  </a:cubicBezTo>
                  <a:cubicBezTo>
                    <a:pt x="4891" y="17946"/>
                    <a:pt x="1117" y="14171"/>
                    <a:pt x="1117" y="9532"/>
                  </a:cubicBezTo>
                  <a:cubicBezTo>
                    <a:pt x="1117" y="4892"/>
                    <a:pt x="4891" y="1118"/>
                    <a:pt x="9531" y="1118"/>
                  </a:cubicBezTo>
                  <a:close/>
                  <a:moveTo>
                    <a:pt x="9531" y="1"/>
                  </a:moveTo>
                  <a:cubicBezTo>
                    <a:pt x="4263" y="1"/>
                    <a:pt x="1" y="4264"/>
                    <a:pt x="1" y="9532"/>
                  </a:cubicBezTo>
                  <a:cubicBezTo>
                    <a:pt x="1" y="14801"/>
                    <a:pt x="4263" y="19063"/>
                    <a:pt x="9531" y="19063"/>
                  </a:cubicBezTo>
                  <a:cubicBezTo>
                    <a:pt x="14799" y="19063"/>
                    <a:pt x="19062" y="14801"/>
                    <a:pt x="19062" y="9532"/>
                  </a:cubicBezTo>
                  <a:cubicBezTo>
                    <a:pt x="19062" y="4264"/>
                    <a:pt x="14799" y="1"/>
                    <a:pt x="953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4" name="Google Shape;4644;p54"/>
            <p:cNvSpPr/>
            <p:nvPr/>
          </p:nvSpPr>
          <p:spPr>
            <a:xfrm>
              <a:off x="2948734" y="4002447"/>
              <a:ext cx="70194" cy="67514"/>
            </a:xfrm>
            <a:custGeom>
              <a:rect b="b" l="l" r="r" t="t"/>
              <a:pathLst>
                <a:path extrusionOk="0" h="3351" w="3484">
                  <a:moveTo>
                    <a:pt x="1803" y="1116"/>
                  </a:moveTo>
                  <a:cubicBezTo>
                    <a:pt x="2090" y="1116"/>
                    <a:pt x="2366" y="1339"/>
                    <a:pt x="2366" y="1675"/>
                  </a:cubicBezTo>
                  <a:cubicBezTo>
                    <a:pt x="2366" y="1983"/>
                    <a:pt x="2116" y="2233"/>
                    <a:pt x="1809" y="2234"/>
                  </a:cubicBezTo>
                  <a:cubicBezTo>
                    <a:pt x="1309" y="2234"/>
                    <a:pt x="1061" y="1632"/>
                    <a:pt x="1413" y="1281"/>
                  </a:cubicBezTo>
                  <a:cubicBezTo>
                    <a:pt x="1526" y="1167"/>
                    <a:pt x="1666" y="1116"/>
                    <a:pt x="1803" y="1116"/>
                  </a:cubicBezTo>
                  <a:close/>
                  <a:moveTo>
                    <a:pt x="1809" y="0"/>
                  </a:moveTo>
                  <a:cubicBezTo>
                    <a:pt x="1130" y="0"/>
                    <a:pt x="519" y="408"/>
                    <a:pt x="260" y="1034"/>
                  </a:cubicBezTo>
                  <a:cubicBezTo>
                    <a:pt x="0" y="1660"/>
                    <a:pt x="144" y="2381"/>
                    <a:pt x="623" y="2861"/>
                  </a:cubicBezTo>
                  <a:cubicBezTo>
                    <a:pt x="944" y="3181"/>
                    <a:pt x="1373" y="3351"/>
                    <a:pt x="1809" y="3351"/>
                  </a:cubicBezTo>
                  <a:cubicBezTo>
                    <a:pt x="2024" y="3351"/>
                    <a:pt x="2242" y="3309"/>
                    <a:pt x="2448" y="3224"/>
                  </a:cubicBezTo>
                  <a:cubicBezTo>
                    <a:pt x="3074" y="2964"/>
                    <a:pt x="3484" y="2352"/>
                    <a:pt x="3484" y="1675"/>
                  </a:cubicBezTo>
                  <a:cubicBezTo>
                    <a:pt x="3482" y="750"/>
                    <a:pt x="2732" y="2"/>
                    <a:pt x="180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5" name="Google Shape;4645;p54"/>
            <p:cNvSpPr/>
            <p:nvPr/>
          </p:nvSpPr>
          <p:spPr>
            <a:xfrm>
              <a:off x="3081748" y="3993179"/>
              <a:ext cx="64774" cy="75332"/>
            </a:xfrm>
            <a:custGeom>
              <a:rect b="b" l="l" r="r" t="t"/>
              <a:pathLst>
                <a:path extrusionOk="0" h="3739" w="3215">
                  <a:moveTo>
                    <a:pt x="695" y="0"/>
                  </a:moveTo>
                  <a:cubicBezTo>
                    <a:pt x="415" y="0"/>
                    <a:pt x="175" y="210"/>
                    <a:pt x="141" y="494"/>
                  </a:cubicBezTo>
                  <a:cubicBezTo>
                    <a:pt x="107" y="792"/>
                    <a:pt x="1" y="1284"/>
                    <a:pt x="401" y="1808"/>
                  </a:cubicBezTo>
                  <a:cubicBezTo>
                    <a:pt x="769" y="2292"/>
                    <a:pt x="1220" y="2357"/>
                    <a:pt x="1521" y="2400"/>
                  </a:cubicBezTo>
                  <a:cubicBezTo>
                    <a:pt x="1770" y="2436"/>
                    <a:pt x="1827" y="2452"/>
                    <a:pt x="1909" y="2561"/>
                  </a:cubicBezTo>
                  <a:cubicBezTo>
                    <a:pt x="2020" y="2708"/>
                    <a:pt x="1978" y="2784"/>
                    <a:pt x="1944" y="3125"/>
                  </a:cubicBezTo>
                  <a:cubicBezTo>
                    <a:pt x="1912" y="3431"/>
                    <a:pt x="2137" y="3705"/>
                    <a:pt x="2443" y="3736"/>
                  </a:cubicBezTo>
                  <a:cubicBezTo>
                    <a:pt x="2462" y="3738"/>
                    <a:pt x="2481" y="3739"/>
                    <a:pt x="2500" y="3739"/>
                  </a:cubicBezTo>
                  <a:cubicBezTo>
                    <a:pt x="2784" y="3739"/>
                    <a:pt x="3026" y="3524"/>
                    <a:pt x="3056" y="3237"/>
                  </a:cubicBezTo>
                  <a:cubicBezTo>
                    <a:pt x="3086" y="2938"/>
                    <a:pt x="3214" y="2431"/>
                    <a:pt x="2799" y="1886"/>
                  </a:cubicBezTo>
                  <a:cubicBezTo>
                    <a:pt x="2431" y="1403"/>
                    <a:pt x="1980" y="1337"/>
                    <a:pt x="1679" y="1294"/>
                  </a:cubicBezTo>
                  <a:cubicBezTo>
                    <a:pt x="1430" y="1258"/>
                    <a:pt x="1374" y="1242"/>
                    <a:pt x="1291" y="1133"/>
                  </a:cubicBezTo>
                  <a:cubicBezTo>
                    <a:pt x="1191" y="1001"/>
                    <a:pt x="1214" y="934"/>
                    <a:pt x="1250" y="624"/>
                  </a:cubicBezTo>
                  <a:cubicBezTo>
                    <a:pt x="1286" y="318"/>
                    <a:pt x="1067" y="40"/>
                    <a:pt x="760" y="4"/>
                  </a:cubicBezTo>
                  <a:cubicBezTo>
                    <a:pt x="738" y="2"/>
                    <a:pt x="716" y="0"/>
                    <a:pt x="69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6" name="Google Shape;4646;p54"/>
            <p:cNvSpPr/>
            <p:nvPr/>
          </p:nvSpPr>
          <p:spPr>
            <a:xfrm>
              <a:off x="2905497" y="3933926"/>
              <a:ext cx="69509" cy="39932"/>
            </a:xfrm>
            <a:custGeom>
              <a:rect b="b" l="l" r="r" t="t"/>
              <a:pathLst>
                <a:path extrusionOk="0" h="1982" w="3450">
                  <a:moveTo>
                    <a:pt x="2359" y="0"/>
                  </a:moveTo>
                  <a:cubicBezTo>
                    <a:pt x="2253" y="0"/>
                    <a:pt x="2138" y="15"/>
                    <a:pt x="2013" y="52"/>
                  </a:cubicBezTo>
                  <a:cubicBezTo>
                    <a:pt x="1538" y="192"/>
                    <a:pt x="1356" y="523"/>
                    <a:pt x="1247" y="720"/>
                  </a:cubicBezTo>
                  <a:cubicBezTo>
                    <a:pt x="1190" y="822"/>
                    <a:pt x="1165" y="863"/>
                    <a:pt x="1123" y="863"/>
                  </a:cubicBezTo>
                  <a:cubicBezTo>
                    <a:pt x="1079" y="863"/>
                    <a:pt x="1016" y="819"/>
                    <a:pt x="879" y="751"/>
                  </a:cubicBezTo>
                  <a:cubicBezTo>
                    <a:pt x="801" y="714"/>
                    <a:pt x="718" y="696"/>
                    <a:pt x="637" y="696"/>
                  </a:cubicBezTo>
                  <a:cubicBezTo>
                    <a:pt x="432" y="696"/>
                    <a:pt x="235" y="809"/>
                    <a:pt x="138" y="1004"/>
                  </a:cubicBezTo>
                  <a:cubicBezTo>
                    <a:pt x="0" y="1277"/>
                    <a:pt x="108" y="1609"/>
                    <a:pt x="378" y="1750"/>
                  </a:cubicBezTo>
                  <a:cubicBezTo>
                    <a:pt x="523" y="1822"/>
                    <a:pt x="765" y="1981"/>
                    <a:pt x="1109" y="1981"/>
                  </a:cubicBezTo>
                  <a:cubicBezTo>
                    <a:pt x="1214" y="1981"/>
                    <a:pt x="1329" y="1966"/>
                    <a:pt x="1454" y="1929"/>
                  </a:cubicBezTo>
                  <a:cubicBezTo>
                    <a:pt x="1930" y="1788"/>
                    <a:pt x="2113" y="1458"/>
                    <a:pt x="2222" y="1261"/>
                  </a:cubicBezTo>
                  <a:cubicBezTo>
                    <a:pt x="2278" y="1161"/>
                    <a:pt x="2301" y="1118"/>
                    <a:pt x="2345" y="1118"/>
                  </a:cubicBezTo>
                  <a:cubicBezTo>
                    <a:pt x="2385" y="1118"/>
                    <a:pt x="2441" y="1153"/>
                    <a:pt x="2554" y="1212"/>
                  </a:cubicBezTo>
                  <a:cubicBezTo>
                    <a:pt x="2637" y="1255"/>
                    <a:pt x="2725" y="1275"/>
                    <a:pt x="2811" y="1275"/>
                  </a:cubicBezTo>
                  <a:cubicBezTo>
                    <a:pt x="3013" y="1275"/>
                    <a:pt x="3207" y="1165"/>
                    <a:pt x="3306" y="974"/>
                  </a:cubicBezTo>
                  <a:cubicBezTo>
                    <a:pt x="3449" y="701"/>
                    <a:pt x="3342" y="363"/>
                    <a:pt x="3068" y="221"/>
                  </a:cubicBezTo>
                  <a:cubicBezTo>
                    <a:pt x="2923" y="146"/>
                    <a:pt x="2688" y="0"/>
                    <a:pt x="235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7" name="Google Shape;4647;p54"/>
            <p:cNvSpPr/>
            <p:nvPr/>
          </p:nvSpPr>
          <p:spPr>
            <a:xfrm>
              <a:off x="2947082" y="3877654"/>
              <a:ext cx="26333" cy="22545"/>
            </a:xfrm>
            <a:custGeom>
              <a:rect b="b" l="l" r="r" t="t"/>
              <a:pathLst>
                <a:path extrusionOk="0" h="1119" w="1307">
                  <a:moveTo>
                    <a:pt x="747" y="1"/>
                  </a:moveTo>
                  <a:cubicBezTo>
                    <a:pt x="250" y="1"/>
                    <a:pt x="0" y="603"/>
                    <a:pt x="353" y="954"/>
                  </a:cubicBezTo>
                  <a:cubicBezTo>
                    <a:pt x="459" y="1061"/>
                    <a:pt x="601" y="1118"/>
                    <a:pt x="747" y="1118"/>
                  </a:cubicBezTo>
                  <a:cubicBezTo>
                    <a:pt x="819" y="1118"/>
                    <a:pt x="892" y="1104"/>
                    <a:pt x="961" y="1075"/>
                  </a:cubicBezTo>
                  <a:cubicBezTo>
                    <a:pt x="1170" y="989"/>
                    <a:pt x="1306" y="785"/>
                    <a:pt x="1306" y="560"/>
                  </a:cubicBezTo>
                  <a:cubicBezTo>
                    <a:pt x="1306" y="252"/>
                    <a:pt x="1055" y="1"/>
                    <a:pt x="7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8" name="Google Shape;4648;p54"/>
            <p:cNvSpPr/>
            <p:nvPr/>
          </p:nvSpPr>
          <p:spPr>
            <a:xfrm>
              <a:off x="3015744" y="3967693"/>
              <a:ext cx="26313" cy="22505"/>
            </a:xfrm>
            <a:custGeom>
              <a:rect b="b" l="l" r="r" t="t"/>
              <a:pathLst>
                <a:path extrusionOk="0" h="1117" w="1306">
                  <a:moveTo>
                    <a:pt x="749" y="0"/>
                  </a:moveTo>
                  <a:cubicBezTo>
                    <a:pt x="749" y="0"/>
                    <a:pt x="748" y="0"/>
                    <a:pt x="747" y="0"/>
                  </a:cubicBezTo>
                  <a:cubicBezTo>
                    <a:pt x="249" y="0"/>
                    <a:pt x="1" y="601"/>
                    <a:pt x="352" y="954"/>
                  </a:cubicBezTo>
                  <a:cubicBezTo>
                    <a:pt x="459" y="1060"/>
                    <a:pt x="603" y="1117"/>
                    <a:pt x="749" y="1117"/>
                  </a:cubicBezTo>
                  <a:cubicBezTo>
                    <a:pt x="820" y="1117"/>
                    <a:pt x="892" y="1103"/>
                    <a:pt x="960" y="1075"/>
                  </a:cubicBezTo>
                  <a:cubicBezTo>
                    <a:pt x="1170" y="988"/>
                    <a:pt x="1306" y="784"/>
                    <a:pt x="1306" y="558"/>
                  </a:cubicBezTo>
                  <a:cubicBezTo>
                    <a:pt x="1306" y="251"/>
                    <a:pt x="1058" y="0"/>
                    <a:pt x="74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9" name="Google Shape;4649;p54"/>
            <p:cNvSpPr/>
            <p:nvPr/>
          </p:nvSpPr>
          <p:spPr>
            <a:xfrm>
              <a:off x="3138866" y="3945168"/>
              <a:ext cx="26313" cy="22525"/>
            </a:xfrm>
            <a:custGeom>
              <a:rect b="b" l="l" r="r" t="t"/>
              <a:pathLst>
                <a:path extrusionOk="0" h="1118" w="1306">
                  <a:moveTo>
                    <a:pt x="748" y="1"/>
                  </a:moveTo>
                  <a:cubicBezTo>
                    <a:pt x="249" y="1"/>
                    <a:pt x="1" y="603"/>
                    <a:pt x="352" y="954"/>
                  </a:cubicBezTo>
                  <a:cubicBezTo>
                    <a:pt x="459" y="1061"/>
                    <a:pt x="602" y="1118"/>
                    <a:pt x="747" y="1118"/>
                  </a:cubicBezTo>
                  <a:cubicBezTo>
                    <a:pt x="819" y="1118"/>
                    <a:pt x="892" y="1104"/>
                    <a:pt x="960" y="1075"/>
                  </a:cubicBezTo>
                  <a:cubicBezTo>
                    <a:pt x="1170" y="988"/>
                    <a:pt x="1306" y="785"/>
                    <a:pt x="1306" y="559"/>
                  </a:cubicBezTo>
                  <a:cubicBezTo>
                    <a:pt x="1306" y="250"/>
                    <a:pt x="1056" y="1"/>
                    <a:pt x="7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0" name="Google Shape;4650;p54"/>
            <p:cNvSpPr/>
            <p:nvPr/>
          </p:nvSpPr>
          <p:spPr>
            <a:xfrm>
              <a:off x="3037604" y="4080176"/>
              <a:ext cx="26313" cy="22545"/>
            </a:xfrm>
            <a:custGeom>
              <a:rect b="b" l="l" r="r" t="t"/>
              <a:pathLst>
                <a:path extrusionOk="0" h="1119" w="1306">
                  <a:moveTo>
                    <a:pt x="748" y="1"/>
                  </a:moveTo>
                  <a:cubicBezTo>
                    <a:pt x="249" y="1"/>
                    <a:pt x="1" y="603"/>
                    <a:pt x="352" y="954"/>
                  </a:cubicBezTo>
                  <a:cubicBezTo>
                    <a:pt x="459" y="1061"/>
                    <a:pt x="602" y="1118"/>
                    <a:pt x="747" y="1118"/>
                  </a:cubicBezTo>
                  <a:cubicBezTo>
                    <a:pt x="819" y="1118"/>
                    <a:pt x="892" y="1104"/>
                    <a:pt x="960" y="1075"/>
                  </a:cubicBezTo>
                  <a:cubicBezTo>
                    <a:pt x="1170" y="989"/>
                    <a:pt x="1306" y="785"/>
                    <a:pt x="1306" y="560"/>
                  </a:cubicBezTo>
                  <a:cubicBezTo>
                    <a:pt x="1306" y="252"/>
                    <a:pt x="1056" y="1"/>
                    <a:pt x="7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1" name="Google Shape;4651;p54"/>
            <p:cNvSpPr/>
            <p:nvPr/>
          </p:nvSpPr>
          <p:spPr>
            <a:xfrm>
              <a:off x="3016832" y="3830992"/>
              <a:ext cx="116291" cy="116271"/>
            </a:xfrm>
            <a:custGeom>
              <a:rect b="b" l="l" r="r" t="t"/>
              <a:pathLst>
                <a:path extrusionOk="0" h="5771" w="5772">
                  <a:moveTo>
                    <a:pt x="2894" y="1759"/>
                  </a:moveTo>
                  <a:cubicBezTo>
                    <a:pt x="3185" y="1759"/>
                    <a:pt x="3472" y="1872"/>
                    <a:pt x="3685" y="2085"/>
                  </a:cubicBezTo>
                  <a:cubicBezTo>
                    <a:pt x="4005" y="2405"/>
                    <a:pt x="4100" y="2886"/>
                    <a:pt x="3927" y="3303"/>
                  </a:cubicBezTo>
                  <a:cubicBezTo>
                    <a:pt x="3755" y="3720"/>
                    <a:pt x="3347" y="3992"/>
                    <a:pt x="2896" y="3992"/>
                  </a:cubicBezTo>
                  <a:cubicBezTo>
                    <a:pt x="2278" y="3992"/>
                    <a:pt x="1779" y="3492"/>
                    <a:pt x="1779" y="2876"/>
                  </a:cubicBezTo>
                  <a:cubicBezTo>
                    <a:pt x="1778" y="2424"/>
                    <a:pt x="2051" y="2016"/>
                    <a:pt x="2468" y="1843"/>
                  </a:cubicBezTo>
                  <a:cubicBezTo>
                    <a:pt x="2606" y="1786"/>
                    <a:pt x="2751" y="1759"/>
                    <a:pt x="2894" y="1759"/>
                  </a:cubicBezTo>
                  <a:close/>
                  <a:moveTo>
                    <a:pt x="2896" y="0"/>
                  </a:moveTo>
                  <a:cubicBezTo>
                    <a:pt x="2592" y="0"/>
                    <a:pt x="2343" y="244"/>
                    <a:pt x="2338" y="549"/>
                  </a:cubicBezTo>
                  <a:lnTo>
                    <a:pt x="2338" y="713"/>
                  </a:lnTo>
                  <a:cubicBezTo>
                    <a:pt x="2136" y="766"/>
                    <a:pt x="1942" y="845"/>
                    <a:pt x="1763" y="952"/>
                  </a:cubicBezTo>
                  <a:lnTo>
                    <a:pt x="1646" y="836"/>
                  </a:lnTo>
                  <a:cubicBezTo>
                    <a:pt x="1538" y="731"/>
                    <a:pt x="1398" y="679"/>
                    <a:pt x="1258" y="679"/>
                  </a:cubicBezTo>
                  <a:cubicBezTo>
                    <a:pt x="1115" y="679"/>
                    <a:pt x="972" y="733"/>
                    <a:pt x="863" y="842"/>
                  </a:cubicBezTo>
                  <a:cubicBezTo>
                    <a:pt x="646" y="1058"/>
                    <a:pt x="645" y="1407"/>
                    <a:pt x="857" y="1626"/>
                  </a:cubicBezTo>
                  <a:lnTo>
                    <a:pt x="972" y="1741"/>
                  </a:lnTo>
                  <a:cubicBezTo>
                    <a:pt x="866" y="1921"/>
                    <a:pt x="785" y="2115"/>
                    <a:pt x="733" y="2317"/>
                  </a:cubicBezTo>
                  <a:lnTo>
                    <a:pt x="570" y="2317"/>
                  </a:lnTo>
                  <a:cubicBezTo>
                    <a:pt x="567" y="2317"/>
                    <a:pt x="563" y="2317"/>
                    <a:pt x="559" y="2317"/>
                  </a:cubicBezTo>
                  <a:cubicBezTo>
                    <a:pt x="250" y="2317"/>
                    <a:pt x="1" y="2567"/>
                    <a:pt x="1" y="2876"/>
                  </a:cubicBezTo>
                  <a:cubicBezTo>
                    <a:pt x="1" y="3185"/>
                    <a:pt x="252" y="3435"/>
                    <a:pt x="562" y="3435"/>
                  </a:cubicBezTo>
                  <a:cubicBezTo>
                    <a:pt x="565" y="3435"/>
                    <a:pt x="567" y="3435"/>
                    <a:pt x="570" y="3435"/>
                  </a:cubicBezTo>
                  <a:lnTo>
                    <a:pt x="733" y="3435"/>
                  </a:lnTo>
                  <a:cubicBezTo>
                    <a:pt x="785" y="3637"/>
                    <a:pt x="866" y="3829"/>
                    <a:pt x="972" y="4010"/>
                  </a:cubicBezTo>
                  <a:lnTo>
                    <a:pt x="857" y="4125"/>
                  </a:lnTo>
                  <a:cubicBezTo>
                    <a:pt x="645" y="4345"/>
                    <a:pt x="646" y="4693"/>
                    <a:pt x="863" y="4908"/>
                  </a:cubicBezTo>
                  <a:cubicBezTo>
                    <a:pt x="972" y="5018"/>
                    <a:pt x="1115" y="5073"/>
                    <a:pt x="1259" y="5073"/>
                  </a:cubicBezTo>
                  <a:cubicBezTo>
                    <a:pt x="1399" y="5073"/>
                    <a:pt x="1538" y="5021"/>
                    <a:pt x="1646" y="4916"/>
                  </a:cubicBezTo>
                  <a:lnTo>
                    <a:pt x="1763" y="4799"/>
                  </a:lnTo>
                  <a:cubicBezTo>
                    <a:pt x="1942" y="4905"/>
                    <a:pt x="2136" y="4986"/>
                    <a:pt x="2338" y="5038"/>
                  </a:cubicBezTo>
                  <a:lnTo>
                    <a:pt x="2338" y="5203"/>
                  </a:lnTo>
                  <a:cubicBezTo>
                    <a:pt x="2332" y="5515"/>
                    <a:pt x="2583" y="5771"/>
                    <a:pt x="2896" y="5771"/>
                  </a:cubicBezTo>
                  <a:cubicBezTo>
                    <a:pt x="3209" y="5771"/>
                    <a:pt x="3461" y="5515"/>
                    <a:pt x="3455" y="5203"/>
                  </a:cubicBezTo>
                  <a:lnTo>
                    <a:pt x="3455" y="5038"/>
                  </a:lnTo>
                  <a:cubicBezTo>
                    <a:pt x="3656" y="4986"/>
                    <a:pt x="3849" y="4905"/>
                    <a:pt x="4028" y="4799"/>
                  </a:cubicBezTo>
                  <a:lnTo>
                    <a:pt x="4145" y="4916"/>
                  </a:lnTo>
                  <a:cubicBezTo>
                    <a:pt x="4254" y="5028"/>
                    <a:pt x="4400" y="5085"/>
                    <a:pt x="4546" y="5085"/>
                  </a:cubicBezTo>
                  <a:cubicBezTo>
                    <a:pt x="4689" y="5085"/>
                    <a:pt x="4832" y="5031"/>
                    <a:pt x="4942" y="4922"/>
                  </a:cubicBezTo>
                  <a:cubicBezTo>
                    <a:pt x="5161" y="4701"/>
                    <a:pt x="5158" y="4342"/>
                    <a:pt x="4936" y="4125"/>
                  </a:cubicBezTo>
                  <a:lnTo>
                    <a:pt x="4819" y="4010"/>
                  </a:lnTo>
                  <a:cubicBezTo>
                    <a:pt x="4925" y="3829"/>
                    <a:pt x="5006" y="3637"/>
                    <a:pt x="5058" y="3435"/>
                  </a:cubicBezTo>
                  <a:lnTo>
                    <a:pt x="5223" y="3435"/>
                  </a:lnTo>
                  <a:cubicBezTo>
                    <a:pt x="5526" y="3429"/>
                    <a:pt x="5771" y="3181"/>
                    <a:pt x="5771" y="2876"/>
                  </a:cubicBezTo>
                  <a:cubicBezTo>
                    <a:pt x="5771" y="2571"/>
                    <a:pt x="5526" y="2323"/>
                    <a:pt x="5223" y="2317"/>
                  </a:cubicBezTo>
                  <a:lnTo>
                    <a:pt x="5058" y="2317"/>
                  </a:lnTo>
                  <a:cubicBezTo>
                    <a:pt x="5006" y="2115"/>
                    <a:pt x="4927" y="1921"/>
                    <a:pt x="4821" y="1741"/>
                  </a:cubicBezTo>
                  <a:lnTo>
                    <a:pt x="4936" y="1626"/>
                  </a:lnTo>
                  <a:cubicBezTo>
                    <a:pt x="5148" y="1407"/>
                    <a:pt x="5145" y="1058"/>
                    <a:pt x="4930" y="842"/>
                  </a:cubicBezTo>
                  <a:cubicBezTo>
                    <a:pt x="4821" y="733"/>
                    <a:pt x="4678" y="679"/>
                    <a:pt x="4535" y="679"/>
                  </a:cubicBezTo>
                  <a:cubicBezTo>
                    <a:pt x="4395" y="679"/>
                    <a:pt x="4254" y="731"/>
                    <a:pt x="4147" y="836"/>
                  </a:cubicBezTo>
                  <a:lnTo>
                    <a:pt x="4030" y="952"/>
                  </a:lnTo>
                  <a:cubicBezTo>
                    <a:pt x="3851" y="845"/>
                    <a:pt x="3656" y="766"/>
                    <a:pt x="3455" y="713"/>
                  </a:cubicBezTo>
                  <a:lnTo>
                    <a:pt x="3455" y="549"/>
                  </a:lnTo>
                  <a:cubicBezTo>
                    <a:pt x="3449" y="244"/>
                    <a:pt x="3201" y="0"/>
                    <a:pt x="289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52" name="Google Shape;4652;p54"/>
          <p:cNvGrpSpPr/>
          <p:nvPr/>
        </p:nvGrpSpPr>
        <p:grpSpPr>
          <a:xfrm>
            <a:off x="4016093" y="3995905"/>
            <a:ext cx="367384" cy="367403"/>
            <a:chOff x="3362140" y="3787635"/>
            <a:chExt cx="384052" cy="384072"/>
          </a:xfrm>
        </p:grpSpPr>
        <p:sp>
          <p:nvSpPr>
            <p:cNvPr id="4653" name="Google Shape;4653;p54"/>
            <p:cNvSpPr/>
            <p:nvPr/>
          </p:nvSpPr>
          <p:spPr>
            <a:xfrm>
              <a:off x="3362140" y="3787635"/>
              <a:ext cx="384052" cy="384072"/>
            </a:xfrm>
            <a:custGeom>
              <a:rect b="b" l="l" r="r" t="t"/>
              <a:pathLst>
                <a:path extrusionOk="0" h="19063" w="19062">
                  <a:moveTo>
                    <a:pt x="10090" y="1138"/>
                  </a:moveTo>
                  <a:cubicBezTo>
                    <a:pt x="11931" y="1259"/>
                    <a:pt x="13683" y="1985"/>
                    <a:pt x="15070" y="3203"/>
                  </a:cubicBezTo>
                  <a:lnTo>
                    <a:pt x="14665" y="3608"/>
                  </a:lnTo>
                  <a:cubicBezTo>
                    <a:pt x="14447" y="3826"/>
                    <a:pt x="14447" y="4180"/>
                    <a:pt x="14665" y="4397"/>
                  </a:cubicBezTo>
                  <a:cubicBezTo>
                    <a:pt x="14774" y="4506"/>
                    <a:pt x="14917" y="4561"/>
                    <a:pt x="15059" y="4561"/>
                  </a:cubicBezTo>
                  <a:cubicBezTo>
                    <a:pt x="15202" y="4561"/>
                    <a:pt x="15345" y="4506"/>
                    <a:pt x="15454" y="4397"/>
                  </a:cubicBezTo>
                  <a:lnTo>
                    <a:pt x="15859" y="3992"/>
                  </a:lnTo>
                  <a:cubicBezTo>
                    <a:pt x="17078" y="5379"/>
                    <a:pt x="17805" y="7131"/>
                    <a:pt x="17926" y="8973"/>
                  </a:cubicBezTo>
                  <a:lnTo>
                    <a:pt x="16232" y="8973"/>
                  </a:lnTo>
                  <a:cubicBezTo>
                    <a:pt x="15928" y="8978"/>
                    <a:pt x="15684" y="9226"/>
                    <a:pt x="15684" y="9531"/>
                  </a:cubicBezTo>
                  <a:cubicBezTo>
                    <a:pt x="15684" y="9836"/>
                    <a:pt x="15928" y="10084"/>
                    <a:pt x="16232" y="10090"/>
                  </a:cubicBezTo>
                  <a:lnTo>
                    <a:pt x="16232" y="10091"/>
                  </a:lnTo>
                  <a:lnTo>
                    <a:pt x="17926" y="10091"/>
                  </a:lnTo>
                  <a:cubicBezTo>
                    <a:pt x="17805" y="11932"/>
                    <a:pt x="17078" y="13684"/>
                    <a:pt x="15859" y="15071"/>
                  </a:cubicBezTo>
                  <a:lnTo>
                    <a:pt x="15454" y="14666"/>
                  </a:lnTo>
                  <a:cubicBezTo>
                    <a:pt x="15345" y="14557"/>
                    <a:pt x="15202" y="14502"/>
                    <a:pt x="15059" y="14502"/>
                  </a:cubicBezTo>
                  <a:cubicBezTo>
                    <a:pt x="14917" y="14502"/>
                    <a:pt x="14774" y="14557"/>
                    <a:pt x="14665" y="14666"/>
                  </a:cubicBezTo>
                  <a:cubicBezTo>
                    <a:pt x="14447" y="14884"/>
                    <a:pt x="14447" y="15237"/>
                    <a:pt x="14665" y="15455"/>
                  </a:cubicBezTo>
                  <a:lnTo>
                    <a:pt x="15070" y="15860"/>
                  </a:lnTo>
                  <a:cubicBezTo>
                    <a:pt x="13683" y="17079"/>
                    <a:pt x="11931" y="17806"/>
                    <a:pt x="10090" y="17927"/>
                  </a:cubicBezTo>
                  <a:lnTo>
                    <a:pt x="10090" y="16234"/>
                  </a:lnTo>
                  <a:cubicBezTo>
                    <a:pt x="10090" y="15926"/>
                    <a:pt x="9839" y="15675"/>
                    <a:pt x="9531" y="15675"/>
                  </a:cubicBezTo>
                  <a:cubicBezTo>
                    <a:pt x="9223" y="15675"/>
                    <a:pt x="8972" y="15926"/>
                    <a:pt x="8972" y="16234"/>
                  </a:cubicBezTo>
                  <a:lnTo>
                    <a:pt x="8972" y="17927"/>
                  </a:lnTo>
                  <a:cubicBezTo>
                    <a:pt x="7129" y="17806"/>
                    <a:pt x="5379" y="17079"/>
                    <a:pt x="3993" y="15860"/>
                  </a:cubicBezTo>
                  <a:lnTo>
                    <a:pt x="4398" y="15455"/>
                  </a:lnTo>
                  <a:cubicBezTo>
                    <a:pt x="4616" y="15237"/>
                    <a:pt x="4616" y="14884"/>
                    <a:pt x="4398" y="14666"/>
                  </a:cubicBezTo>
                  <a:cubicBezTo>
                    <a:pt x="4288" y="14557"/>
                    <a:pt x="4145" y="14502"/>
                    <a:pt x="4002" y="14502"/>
                  </a:cubicBezTo>
                  <a:cubicBezTo>
                    <a:pt x="3860" y="14502"/>
                    <a:pt x="3717" y="14557"/>
                    <a:pt x="3608" y="14666"/>
                  </a:cubicBezTo>
                  <a:lnTo>
                    <a:pt x="3202" y="15071"/>
                  </a:lnTo>
                  <a:cubicBezTo>
                    <a:pt x="1984" y="13684"/>
                    <a:pt x="1258" y="11932"/>
                    <a:pt x="1137" y="10091"/>
                  </a:cubicBezTo>
                  <a:lnTo>
                    <a:pt x="2830" y="10091"/>
                  </a:lnTo>
                  <a:cubicBezTo>
                    <a:pt x="3135" y="10085"/>
                    <a:pt x="3378" y="9837"/>
                    <a:pt x="3378" y="9532"/>
                  </a:cubicBezTo>
                  <a:cubicBezTo>
                    <a:pt x="3378" y="9227"/>
                    <a:pt x="3135" y="8979"/>
                    <a:pt x="2830" y="8973"/>
                  </a:cubicBezTo>
                  <a:lnTo>
                    <a:pt x="1137" y="8973"/>
                  </a:lnTo>
                  <a:cubicBezTo>
                    <a:pt x="1258" y="7131"/>
                    <a:pt x="1984" y="5381"/>
                    <a:pt x="3203" y="3994"/>
                  </a:cubicBezTo>
                  <a:lnTo>
                    <a:pt x="3608" y="4399"/>
                  </a:lnTo>
                  <a:cubicBezTo>
                    <a:pt x="3718" y="4508"/>
                    <a:pt x="3860" y="4562"/>
                    <a:pt x="4003" y="4562"/>
                  </a:cubicBezTo>
                  <a:cubicBezTo>
                    <a:pt x="4146" y="4562"/>
                    <a:pt x="4288" y="4508"/>
                    <a:pt x="4398" y="4399"/>
                  </a:cubicBezTo>
                  <a:cubicBezTo>
                    <a:pt x="4616" y="4180"/>
                    <a:pt x="4616" y="3826"/>
                    <a:pt x="4398" y="3608"/>
                  </a:cubicBezTo>
                  <a:lnTo>
                    <a:pt x="3993" y="3203"/>
                  </a:lnTo>
                  <a:cubicBezTo>
                    <a:pt x="5379" y="1985"/>
                    <a:pt x="7131" y="1259"/>
                    <a:pt x="8972" y="1138"/>
                  </a:cubicBezTo>
                  <a:lnTo>
                    <a:pt x="8972" y="2831"/>
                  </a:lnTo>
                  <a:cubicBezTo>
                    <a:pt x="8972" y="3139"/>
                    <a:pt x="9223" y="3388"/>
                    <a:pt x="9531" y="3388"/>
                  </a:cubicBezTo>
                  <a:cubicBezTo>
                    <a:pt x="9839" y="3388"/>
                    <a:pt x="10090" y="3139"/>
                    <a:pt x="10090" y="2831"/>
                  </a:cubicBezTo>
                  <a:lnTo>
                    <a:pt x="10090" y="1138"/>
                  </a:lnTo>
                  <a:close/>
                  <a:moveTo>
                    <a:pt x="9531" y="0"/>
                  </a:moveTo>
                  <a:cubicBezTo>
                    <a:pt x="4263" y="0"/>
                    <a:pt x="1" y="4263"/>
                    <a:pt x="1" y="9531"/>
                  </a:cubicBezTo>
                  <a:cubicBezTo>
                    <a:pt x="1" y="14799"/>
                    <a:pt x="4263" y="19063"/>
                    <a:pt x="9531" y="19063"/>
                  </a:cubicBezTo>
                  <a:cubicBezTo>
                    <a:pt x="14799" y="19063"/>
                    <a:pt x="19062" y="14799"/>
                    <a:pt x="19062" y="9531"/>
                  </a:cubicBezTo>
                  <a:cubicBezTo>
                    <a:pt x="19062" y="4263"/>
                    <a:pt x="14799" y="0"/>
                    <a:pt x="953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4" name="Google Shape;4654;p54"/>
            <p:cNvSpPr/>
            <p:nvPr/>
          </p:nvSpPr>
          <p:spPr>
            <a:xfrm>
              <a:off x="3461871" y="3889621"/>
              <a:ext cx="184612" cy="180099"/>
            </a:xfrm>
            <a:custGeom>
              <a:rect b="b" l="l" r="r" t="t"/>
              <a:pathLst>
                <a:path extrusionOk="0" h="8939" w="9163">
                  <a:moveTo>
                    <a:pt x="7488" y="1562"/>
                  </a:moveTo>
                  <a:lnTo>
                    <a:pt x="6053" y="5152"/>
                  </a:lnTo>
                  <a:lnTo>
                    <a:pt x="3900" y="2998"/>
                  </a:lnTo>
                  <a:lnTo>
                    <a:pt x="7488" y="1562"/>
                  </a:lnTo>
                  <a:close/>
                  <a:moveTo>
                    <a:pt x="3111" y="3787"/>
                  </a:moveTo>
                  <a:lnTo>
                    <a:pt x="5263" y="5941"/>
                  </a:lnTo>
                  <a:lnTo>
                    <a:pt x="1674" y="7376"/>
                  </a:lnTo>
                  <a:lnTo>
                    <a:pt x="3111" y="3787"/>
                  </a:lnTo>
                  <a:close/>
                  <a:moveTo>
                    <a:pt x="8493" y="1"/>
                  </a:moveTo>
                  <a:cubicBezTo>
                    <a:pt x="8424" y="1"/>
                    <a:pt x="8354" y="14"/>
                    <a:pt x="8283" y="42"/>
                  </a:cubicBezTo>
                  <a:cubicBezTo>
                    <a:pt x="2241" y="2459"/>
                    <a:pt x="2649" y="2284"/>
                    <a:pt x="2553" y="2361"/>
                  </a:cubicBezTo>
                  <a:cubicBezTo>
                    <a:pt x="2393" y="2492"/>
                    <a:pt x="2583" y="2097"/>
                    <a:pt x="153" y="8171"/>
                  </a:cubicBezTo>
                  <a:cubicBezTo>
                    <a:pt x="0" y="8554"/>
                    <a:pt x="299" y="8938"/>
                    <a:pt x="670" y="8938"/>
                  </a:cubicBezTo>
                  <a:cubicBezTo>
                    <a:pt x="738" y="8938"/>
                    <a:pt x="809" y="8925"/>
                    <a:pt x="879" y="8897"/>
                  </a:cubicBezTo>
                  <a:cubicBezTo>
                    <a:pt x="6925" y="6479"/>
                    <a:pt x="6514" y="6655"/>
                    <a:pt x="6609" y="6577"/>
                  </a:cubicBezTo>
                  <a:cubicBezTo>
                    <a:pt x="6769" y="6446"/>
                    <a:pt x="6579" y="6840"/>
                    <a:pt x="9009" y="767"/>
                  </a:cubicBezTo>
                  <a:cubicBezTo>
                    <a:pt x="9162" y="384"/>
                    <a:pt x="8864" y="1"/>
                    <a:pt x="849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55" name="Google Shape;4655;p54"/>
          <p:cNvGrpSpPr/>
          <p:nvPr/>
        </p:nvGrpSpPr>
        <p:grpSpPr>
          <a:xfrm>
            <a:off x="4759668" y="3995905"/>
            <a:ext cx="367403" cy="367403"/>
            <a:chOff x="3832444" y="3779717"/>
            <a:chExt cx="384072" cy="384072"/>
          </a:xfrm>
        </p:grpSpPr>
        <p:sp>
          <p:nvSpPr>
            <p:cNvPr id="4656" name="Google Shape;4656;p54"/>
            <p:cNvSpPr/>
            <p:nvPr/>
          </p:nvSpPr>
          <p:spPr>
            <a:xfrm>
              <a:off x="3832444" y="3779717"/>
              <a:ext cx="384072" cy="384072"/>
            </a:xfrm>
            <a:custGeom>
              <a:rect b="b" l="l" r="r" t="t"/>
              <a:pathLst>
                <a:path extrusionOk="0" h="19063" w="19063">
                  <a:moveTo>
                    <a:pt x="9549" y="1118"/>
                  </a:moveTo>
                  <a:cubicBezTo>
                    <a:pt x="12324" y="1118"/>
                    <a:pt x="14582" y="3376"/>
                    <a:pt x="14582" y="6153"/>
                  </a:cubicBezTo>
                  <a:lnTo>
                    <a:pt x="14582" y="6775"/>
                  </a:lnTo>
                  <a:lnTo>
                    <a:pt x="13387" y="6775"/>
                  </a:lnTo>
                  <a:cubicBezTo>
                    <a:pt x="13121" y="6008"/>
                    <a:pt x="12444" y="5623"/>
                    <a:pt x="11766" y="5623"/>
                  </a:cubicBezTo>
                  <a:cubicBezTo>
                    <a:pt x="11090" y="5623"/>
                    <a:pt x="10414" y="6006"/>
                    <a:pt x="10148" y="6775"/>
                  </a:cubicBezTo>
                  <a:lnTo>
                    <a:pt x="8955" y="6775"/>
                  </a:lnTo>
                  <a:cubicBezTo>
                    <a:pt x="8690" y="6008"/>
                    <a:pt x="8013" y="5623"/>
                    <a:pt x="7336" y="5623"/>
                  </a:cubicBezTo>
                  <a:cubicBezTo>
                    <a:pt x="6660" y="5623"/>
                    <a:pt x="5984" y="6006"/>
                    <a:pt x="5718" y="6775"/>
                  </a:cubicBezTo>
                  <a:lnTo>
                    <a:pt x="4484" y="6775"/>
                  </a:lnTo>
                  <a:lnTo>
                    <a:pt x="4484" y="6153"/>
                  </a:lnTo>
                  <a:cubicBezTo>
                    <a:pt x="4484" y="3376"/>
                    <a:pt x="6742" y="1118"/>
                    <a:pt x="9519" y="1118"/>
                  </a:cubicBezTo>
                  <a:close/>
                  <a:moveTo>
                    <a:pt x="7337" y="6737"/>
                  </a:moveTo>
                  <a:cubicBezTo>
                    <a:pt x="7492" y="6737"/>
                    <a:pt x="7644" y="6797"/>
                    <a:pt x="7758" y="6911"/>
                  </a:cubicBezTo>
                  <a:cubicBezTo>
                    <a:pt x="7929" y="7081"/>
                    <a:pt x="7979" y="7338"/>
                    <a:pt x="7887" y="7561"/>
                  </a:cubicBezTo>
                  <a:cubicBezTo>
                    <a:pt x="7794" y="7784"/>
                    <a:pt x="7577" y="7929"/>
                    <a:pt x="7337" y="7929"/>
                  </a:cubicBezTo>
                  <a:cubicBezTo>
                    <a:pt x="7008" y="7927"/>
                    <a:pt x="6741" y="7661"/>
                    <a:pt x="6741" y="7332"/>
                  </a:cubicBezTo>
                  <a:cubicBezTo>
                    <a:pt x="6741" y="7092"/>
                    <a:pt x="6885" y="6873"/>
                    <a:pt x="7108" y="6782"/>
                  </a:cubicBezTo>
                  <a:cubicBezTo>
                    <a:pt x="7182" y="6752"/>
                    <a:pt x="7260" y="6737"/>
                    <a:pt x="7337" y="6737"/>
                  </a:cubicBezTo>
                  <a:close/>
                  <a:moveTo>
                    <a:pt x="11768" y="6737"/>
                  </a:moveTo>
                  <a:cubicBezTo>
                    <a:pt x="11922" y="6737"/>
                    <a:pt x="12074" y="6797"/>
                    <a:pt x="12188" y="6911"/>
                  </a:cubicBezTo>
                  <a:cubicBezTo>
                    <a:pt x="12358" y="7081"/>
                    <a:pt x="12409" y="7338"/>
                    <a:pt x="12318" y="7561"/>
                  </a:cubicBezTo>
                  <a:cubicBezTo>
                    <a:pt x="12225" y="7784"/>
                    <a:pt x="12007" y="7929"/>
                    <a:pt x="11767" y="7929"/>
                  </a:cubicBezTo>
                  <a:cubicBezTo>
                    <a:pt x="11438" y="7927"/>
                    <a:pt x="11172" y="7661"/>
                    <a:pt x="11172" y="7332"/>
                  </a:cubicBezTo>
                  <a:cubicBezTo>
                    <a:pt x="11172" y="7092"/>
                    <a:pt x="11317" y="6873"/>
                    <a:pt x="11539" y="6782"/>
                  </a:cubicBezTo>
                  <a:cubicBezTo>
                    <a:pt x="11613" y="6752"/>
                    <a:pt x="11691" y="6737"/>
                    <a:pt x="11768" y="6737"/>
                  </a:cubicBezTo>
                  <a:close/>
                  <a:moveTo>
                    <a:pt x="15238" y="3063"/>
                  </a:moveTo>
                  <a:cubicBezTo>
                    <a:pt x="16702" y="3063"/>
                    <a:pt x="17910" y="4255"/>
                    <a:pt x="17910" y="5738"/>
                  </a:cubicBezTo>
                  <a:lnTo>
                    <a:pt x="17910" y="5739"/>
                  </a:lnTo>
                  <a:cubicBezTo>
                    <a:pt x="17910" y="7081"/>
                    <a:pt x="16935" y="8159"/>
                    <a:pt x="15700" y="8372"/>
                  </a:cubicBezTo>
                  <a:lnTo>
                    <a:pt x="15700" y="6153"/>
                  </a:lnTo>
                  <a:cubicBezTo>
                    <a:pt x="15700" y="5077"/>
                    <a:pt x="15418" y="4019"/>
                    <a:pt x="14880" y="3086"/>
                  </a:cubicBezTo>
                  <a:cubicBezTo>
                    <a:pt x="15000" y="3070"/>
                    <a:pt x="15120" y="3063"/>
                    <a:pt x="15238" y="3063"/>
                  </a:cubicBezTo>
                  <a:close/>
                  <a:moveTo>
                    <a:pt x="3829" y="3387"/>
                  </a:moveTo>
                  <a:cubicBezTo>
                    <a:pt x="3893" y="3387"/>
                    <a:pt x="3957" y="3390"/>
                    <a:pt x="4022" y="3394"/>
                  </a:cubicBezTo>
                  <a:cubicBezTo>
                    <a:pt x="3590" y="4249"/>
                    <a:pt x="3366" y="5195"/>
                    <a:pt x="3367" y="6153"/>
                  </a:cubicBezTo>
                  <a:cubicBezTo>
                    <a:pt x="3367" y="8609"/>
                    <a:pt x="3364" y="8492"/>
                    <a:pt x="3375" y="8697"/>
                  </a:cubicBezTo>
                  <a:cubicBezTo>
                    <a:pt x="2149" y="8488"/>
                    <a:pt x="1157" y="7419"/>
                    <a:pt x="1157" y="6060"/>
                  </a:cubicBezTo>
                  <a:cubicBezTo>
                    <a:pt x="1157" y="4589"/>
                    <a:pt x="2354" y="3387"/>
                    <a:pt x="3829" y="3387"/>
                  </a:cubicBezTo>
                  <a:close/>
                  <a:moveTo>
                    <a:pt x="14582" y="7891"/>
                  </a:moveTo>
                  <a:lnTo>
                    <a:pt x="14582" y="8389"/>
                  </a:lnTo>
                  <a:cubicBezTo>
                    <a:pt x="14555" y="11167"/>
                    <a:pt x="12291" y="13430"/>
                    <a:pt x="9534" y="13430"/>
                  </a:cubicBezTo>
                  <a:cubicBezTo>
                    <a:pt x="6718" y="13430"/>
                    <a:pt x="4484" y="11148"/>
                    <a:pt x="4484" y="8392"/>
                  </a:cubicBezTo>
                  <a:lnTo>
                    <a:pt x="4484" y="7891"/>
                  </a:lnTo>
                  <a:lnTo>
                    <a:pt x="5718" y="7891"/>
                  </a:lnTo>
                  <a:cubicBezTo>
                    <a:pt x="5984" y="8658"/>
                    <a:pt x="6660" y="9042"/>
                    <a:pt x="7337" y="9042"/>
                  </a:cubicBezTo>
                  <a:cubicBezTo>
                    <a:pt x="8013" y="9042"/>
                    <a:pt x="8689" y="8659"/>
                    <a:pt x="8955" y="7891"/>
                  </a:cubicBezTo>
                  <a:lnTo>
                    <a:pt x="10148" y="7891"/>
                  </a:lnTo>
                  <a:cubicBezTo>
                    <a:pt x="10413" y="8658"/>
                    <a:pt x="11090" y="9042"/>
                    <a:pt x="11767" y="9042"/>
                  </a:cubicBezTo>
                  <a:cubicBezTo>
                    <a:pt x="12443" y="9042"/>
                    <a:pt x="13119" y="8659"/>
                    <a:pt x="13385" y="7891"/>
                  </a:cubicBezTo>
                  <a:close/>
                  <a:moveTo>
                    <a:pt x="11406" y="14255"/>
                  </a:moveTo>
                  <a:lnTo>
                    <a:pt x="9547" y="17380"/>
                  </a:lnTo>
                  <a:lnTo>
                    <a:pt x="7661" y="14259"/>
                  </a:lnTo>
                  <a:lnTo>
                    <a:pt x="7661" y="14259"/>
                  </a:lnTo>
                  <a:cubicBezTo>
                    <a:pt x="8268" y="14451"/>
                    <a:pt x="8898" y="14547"/>
                    <a:pt x="9527" y="14547"/>
                  </a:cubicBezTo>
                  <a:cubicBezTo>
                    <a:pt x="10161" y="14547"/>
                    <a:pt x="10794" y="14450"/>
                    <a:pt x="11405" y="14255"/>
                  </a:cubicBezTo>
                  <a:close/>
                  <a:moveTo>
                    <a:pt x="14020" y="13428"/>
                  </a:moveTo>
                  <a:cubicBezTo>
                    <a:pt x="16186" y="13428"/>
                    <a:pt x="17948" y="15186"/>
                    <a:pt x="17948" y="17347"/>
                  </a:cubicBezTo>
                  <a:lnTo>
                    <a:pt x="17948" y="17945"/>
                  </a:lnTo>
                  <a:lnTo>
                    <a:pt x="10513" y="17945"/>
                  </a:lnTo>
                  <a:lnTo>
                    <a:pt x="13198" y="13428"/>
                  </a:lnTo>
                  <a:close/>
                  <a:moveTo>
                    <a:pt x="5853" y="13428"/>
                  </a:moveTo>
                  <a:lnTo>
                    <a:pt x="8585" y="17946"/>
                  </a:lnTo>
                  <a:lnTo>
                    <a:pt x="1120" y="17946"/>
                  </a:lnTo>
                  <a:lnTo>
                    <a:pt x="1120" y="17347"/>
                  </a:lnTo>
                  <a:cubicBezTo>
                    <a:pt x="1120" y="15186"/>
                    <a:pt x="2882" y="13428"/>
                    <a:pt x="5047" y="13428"/>
                  </a:cubicBezTo>
                  <a:close/>
                  <a:moveTo>
                    <a:pt x="9517" y="0"/>
                  </a:moveTo>
                  <a:cubicBezTo>
                    <a:pt x="7554" y="0"/>
                    <a:pt x="5800" y="927"/>
                    <a:pt x="4674" y="2365"/>
                  </a:cubicBezTo>
                  <a:cubicBezTo>
                    <a:pt x="4387" y="2299"/>
                    <a:pt x="4102" y="2268"/>
                    <a:pt x="3822" y="2268"/>
                  </a:cubicBezTo>
                  <a:cubicBezTo>
                    <a:pt x="1778" y="2268"/>
                    <a:pt x="38" y="3936"/>
                    <a:pt x="38" y="6060"/>
                  </a:cubicBezTo>
                  <a:cubicBezTo>
                    <a:pt x="38" y="8084"/>
                    <a:pt x="1604" y="9697"/>
                    <a:pt x="3538" y="9842"/>
                  </a:cubicBezTo>
                  <a:cubicBezTo>
                    <a:pt x="3756" y="10752"/>
                    <a:pt x="4182" y="11599"/>
                    <a:pt x="4783" y="12318"/>
                  </a:cubicBezTo>
                  <a:cubicBezTo>
                    <a:pt x="2123" y="12455"/>
                    <a:pt x="2" y="14658"/>
                    <a:pt x="2" y="17347"/>
                  </a:cubicBezTo>
                  <a:lnTo>
                    <a:pt x="2" y="18504"/>
                  </a:lnTo>
                  <a:cubicBezTo>
                    <a:pt x="0" y="18813"/>
                    <a:pt x="251" y="19063"/>
                    <a:pt x="559" y="19063"/>
                  </a:cubicBezTo>
                  <a:lnTo>
                    <a:pt x="18504" y="19063"/>
                  </a:lnTo>
                  <a:cubicBezTo>
                    <a:pt x="18813" y="19063"/>
                    <a:pt x="19063" y="18813"/>
                    <a:pt x="19063" y="18504"/>
                  </a:cubicBezTo>
                  <a:lnTo>
                    <a:pt x="19063" y="17347"/>
                  </a:lnTo>
                  <a:cubicBezTo>
                    <a:pt x="19063" y="14652"/>
                    <a:pt x="16930" y="12445"/>
                    <a:pt x="14262" y="12318"/>
                  </a:cubicBezTo>
                  <a:lnTo>
                    <a:pt x="14264" y="12316"/>
                  </a:lnTo>
                  <a:cubicBezTo>
                    <a:pt x="14936" y="11509"/>
                    <a:pt x="15392" y="10545"/>
                    <a:pt x="15589" y="9514"/>
                  </a:cubicBezTo>
                  <a:cubicBezTo>
                    <a:pt x="17492" y="9341"/>
                    <a:pt x="19027" y="7740"/>
                    <a:pt x="19027" y="5739"/>
                  </a:cubicBezTo>
                  <a:cubicBezTo>
                    <a:pt x="19027" y="3595"/>
                    <a:pt x="17266" y="1944"/>
                    <a:pt x="15240" y="1944"/>
                  </a:cubicBezTo>
                  <a:cubicBezTo>
                    <a:pt x="14888" y="1944"/>
                    <a:pt x="14529" y="1993"/>
                    <a:pt x="14170" y="2099"/>
                  </a:cubicBezTo>
                  <a:cubicBezTo>
                    <a:pt x="13041" y="813"/>
                    <a:pt x="11387" y="0"/>
                    <a:pt x="95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7" name="Google Shape;4657;p54"/>
            <p:cNvSpPr/>
            <p:nvPr/>
          </p:nvSpPr>
          <p:spPr>
            <a:xfrm>
              <a:off x="3990763" y="3982965"/>
              <a:ext cx="67534" cy="22505"/>
            </a:xfrm>
            <a:custGeom>
              <a:rect b="b" l="l" r="r" t="t"/>
              <a:pathLst>
                <a:path extrusionOk="0" h="1117" w="3352">
                  <a:moveTo>
                    <a:pt x="558" y="0"/>
                  </a:moveTo>
                  <a:cubicBezTo>
                    <a:pt x="250" y="0"/>
                    <a:pt x="0" y="250"/>
                    <a:pt x="0" y="558"/>
                  </a:cubicBezTo>
                  <a:cubicBezTo>
                    <a:pt x="0" y="867"/>
                    <a:pt x="250" y="1117"/>
                    <a:pt x="558" y="1117"/>
                  </a:cubicBezTo>
                  <a:lnTo>
                    <a:pt x="2792" y="1117"/>
                  </a:lnTo>
                  <a:cubicBezTo>
                    <a:pt x="3101" y="1117"/>
                    <a:pt x="3351" y="867"/>
                    <a:pt x="3351" y="558"/>
                  </a:cubicBezTo>
                  <a:cubicBezTo>
                    <a:pt x="3351" y="250"/>
                    <a:pt x="3101" y="0"/>
                    <a:pt x="279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58" name="Google Shape;4658;p54"/>
          <p:cNvGrpSpPr/>
          <p:nvPr/>
        </p:nvGrpSpPr>
        <p:grpSpPr>
          <a:xfrm>
            <a:off x="5515022" y="3995915"/>
            <a:ext cx="369311" cy="367384"/>
            <a:chOff x="4323539" y="3796097"/>
            <a:chExt cx="386066" cy="384052"/>
          </a:xfrm>
        </p:grpSpPr>
        <p:sp>
          <p:nvSpPr>
            <p:cNvPr id="4659" name="Google Shape;4659;p54"/>
            <p:cNvSpPr/>
            <p:nvPr/>
          </p:nvSpPr>
          <p:spPr>
            <a:xfrm>
              <a:off x="4323539" y="3796097"/>
              <a:ext cx="386066" cy="384052"/>
            </a:xfrm>
            <a:custGeom>
              <a:rect b="b" l="l" r="r" t="t"/>
              <a:pathLst>
                <a:path extrusionOk="0" h="19062" w="19162">
                  <a:moveTo>
                    <a:pt x="9533" y="1117"/>
                  </a:moveTo>
                  <a:cubicBezTo>
                    <a:pt x="9758" y="1117"/>
                    <a:pt x="9961" y="1253"/>
                    <a:pt x="10048" y="1462"/>
                  </a:cubicBezTo>
                  <a:cubicBezTo>
                    <a:pt x="10133" y="1670"/>
                    <a:pt x="10086" y="1910"/>
                    <a:pt x="9927" y="2070"/>
                  </a:cubicBezTo>
                  <a:cubicBezTo>
                    <a:pt x="9820" y="2177"/>
                    <a:pt x="9677" y="2234"/>
                    <a:pt x="9532" y="2234"/>
                  </a:cubicBezTo>
                  <a:cubicBezTo>
                    <a:pt x="9459" y="2234"/>
                    <a:pt x="9387" y="2220"/>
                    <a:pt x="9317" y="2191"/>
                  </a:cubicBezTo>
                  <a:cubicBezTo>
                    <a:pt x="9110" y="2105"/>
                    <a:pt x="8974" y="1901"/>
                    <a:pt x="8974" y="1676"/>
                  </a:cubicBezTo>
                  <a:cubicBezTo>
                    <a:pt x="8974" y="1366"/>
                    <a:pt x="9223" y="1117"/>
                    <a:pt x="9533" y="1117"/>
                  </a:cubicBezTo>
                  <a:close/>
                  <a:moveTo>
                    <a:pt x="4003" y="3444"/>
                  </a:moveTo>
                  <a:cubicBezTo>
                    <a:pt x="4229" y="3444"/>
                    <a:pt x="4433" y="3580"/>
                    <a:pt x="4519" y="3789"/>
                  </a:cubicBezTo>
                  <a:cubicBezTo>
                    <a:pt x="4605" y="3998"/>
                    <a:pt x="4557" y="4237"/>
                    <a:pt x="4399" y="4397"/>
                  </a:cubicBezTo>
                  <a:cubicBezTo>
                    <a:pt x="4290" y="4506"/>
                    <a:pt x="4147" y="4561"/>
                    <a:pt x="4004" y="4561"/>
                  </a:cubicBezTo>
                  <a:cubicBezTo>
                    <a:pt x="3861" y="4561"/>
                    <a:pt x="3717" y="4506"/>
                    <a:pt x="3608" y="4397"/>
                  </a:cubicBezTo>
                  <a:cubicBezTo>
                    <a:pt x="3257" y="4046"/>
                    <a:pt x="3505" y="3444"/>
                    <a:pt x="4003" y="3444"/>
                  </a:cubicBezTo>
                  <a:close/>
                  <a:moveTo>
                    <a:pt x="15056" y="3443"/>
                  </a:moveTo>
                  <a:cubicBezTo>
                    <a:pt x="15343" y="3443"/>
                    <a:pt x="15618" y="3666"/>
                    <a:pt x="15618" y="4003"/>
                  </a:cubicBezTo>
                  <a:cubicBezTo>
                    <a:pt x="15618" y="4228"/>
                    <a:pt x="15482" y="4431"/>
                    <a:pt x="15274" y="4518"/>
                  </a:cubicBezTo>
                  <a:cubicBezTo>
                    <a:pt x="15205" y="4547"/>
                    <a:pt x="15132" y="4561"/>
                    <a:pt x="15060" y="4561"/>
                  </a:cubicBezTo>
                  <a:cubicBezTo>
                    <a:pt x="14915" y="4561"/>
                    <a:pt x="14772" y="4504"/>
                    <a:pt x="14665" y="4397"/>
                  </a:cubicBezTo>
                  <a:cubicBezTo>
                    <a:pt x="14448" y="4179"/>
                    <a:pt x="14448" y="3826"/>
                    <a:pt x="14665" y="3608"/>
                  </a:cubicBezTo>
                  <a:cubicBezTo>
                    <a:pt x="14779" y="3494"/>
                    <a:pt x="14919" y="3443"/>
                    <a:pt x="15056" y="3443"/>
                  </a:cubicBezTo>
                  <a:close/>
                  <a:moveTo>
                    <a:pt x="17386" y="7855"/>
                  </a:moveTo>
                  <a:cubicBezTo>
                    <a:pt x="17387" y="7855"/>
                    <a:pt x="17387" y="7855"/>
                    <a:pt x="17387" y="7855"/>
                  </a:cubicBezTo>
                  <a:lnTo>
                    <a:pt x="17387" y="7855"/>
                  </a:lnTo>
                  <a:cubicBezTo>
                    <a:pt x="17387" y="7855"/>
                    <a:pt x="17388" y="7855"/>
                    <a:pt x="17388" y="7855"/>
                  </a:cubicBezTo>
                  <a:close/>
                  <a:moveTo>
                    <a:pt x="1672" y="8971"/>
                  </a:moveTo>
                  <a:cubicBezTo>
                    <a:pt x="1959" y="8971"/>
                    <a:pt x="2235" y="9194"/>
                    <a:pt x="2235" y="9531"/>
                  </a:cubicBezTo>
                  <a:cubicBezTo>
                    <a:pt x="2235" y="9839"/>
                    <a:pt x="1984" y="10090"/>
                    <a:pt x="1676" y="10090"/>
                  </a:cubicBezTo>
                  <a:cubicBezTo>
                    <a:pt x="1178" y="10090"/>
                    <a:pt x="929" y="9487"/>
                    <a:pt x="1281" y="9136"/>
                  </a:cubicBezTo>
                  <a:cubicBezTo>
                    <a:pt x="1395" y="9022"/>
                    <a:pt x="1535" y="8971"/>
                    <a:pt x="1672" y="8971"/>
                  </a:cubicBezTo>
                  <a:close/>
                  <a:moveTo>
                    <a:pt x="17383" y="8971"/>
                  </a:moveTo>
                  <a:cubicBezTo>
                    <a:pt x="17670" y="8971"/>
                    <a:pt x="17945" y="9194"/>
                    <a:pt x="17945" y="9531"/>
                  </a:cubicBezTo>
                  <a:cubicBezTo>
                    <a:pt x="17945" y="9839"/>
                    <a:pt x="17696" y="10088"/>
                    <a:pt x="17388" y="10090"/>
                  </a:cubicBezTo>
                  <a:cubicBezTo>
                    <a:pt x="16890" y="10090"/>
                    <a:pt x="16640" y="9487"/>
                    <a:pt x="16992" y="9136"/>
                  </a:cubicBezTo>
                  <a:cubicBezTo>
                    <a:pt x="17106" y="9022"/>
                    <a:pt x="17246" y="8971"/>
                    <a:pt x="17383" y="8971"/>
                  </a:cubicBezTo>
                  <a:close/>
                  <a:moveTo>
                    <a:pt x="9533" y="5621"/>
                  </a:moveTo>
                  <a:cubicBezTo>
                    <a:pt x="11688" y="5621"/>
                    <a:pt x="13441" y="7376"/>
                    <a:pt x="13441" y="9531"/>
                  </a:cubicBezTo>
                  <a:cubicBezTo>
                    <a:pt x="13441" y="11686"/>
                    <a:pt x="11688" y="13440"/>
                    <a:pt x="9533" y="13440"/>
                  </a:cubicBezTo>
                  <a:cubicBezTo>
                    <a:pt x="7376" y="13440"/>
                    <a:pt x="5623" y="11686"/>
                    <a:pt x="5623" y="9531"/>
                  </a:cubicBezTo>
                  <a:cubicBezTo>
                    <a:pt x="5623" y="7376"/>
                    <a:pt x="7376" y="5621"/>
                    <a:pt x="9533" y="5621"/>
                  </a:cubicBezTo>
                  <a:close/>
                  <a:moveTo>
                    <a:pt x="4007" y="14500"/>
                  </a:moveTo>
                  <a:cubicBezTo>
                    <a:pt x="4144" y="14500"/>
                    <a:pt x="4284" y="14551"/>
                    <a:pt x="4397" y="14664"/>
                  </a:cubicBezTo>
                  <a:cubicBezTo>
                    <a:pt x="4616" y="14882"/>
                    <a:pt x="4616" y="15235"/>
                    <a:pt x="4397" y="15453"/>
                  </a:cubicBezTo>
                  <a:cubicBezTo>
                    <a:pt x="4292" y="15560"/>
                    <a:pt x="4149" y="15617"/>
                    <a:pt x="4003" y="15617"/>
                  </a:cubicBezTo>
                  <a:cubicBezTo>
                    <a:pt x="3931" y="15617"/>
                    <a:pt x="3859" y="15603"/>
                    <a:pt x="3789" y="15574"/>
                  </a:cubicBezTo>
                  <a:cubicBezTo>
                    <a:pt x="3581" y="15489"/>
                    <a:pt x="3445" y="15284"/>
                    <a:pt x="3445" y="15059"/>
                  </a:cubicBezTo>
                  <a:cubicBezTo>
                    <a:pt x="3445" y="14722"/>
                    <a:pt x="3720" y="14500"/>
                    <a:pt x="4007" y="14500"/>
                  </a:cubicBezTo>
                  <a:close/>
                  <a:moveTo>
                    <a:pt x="15060" y="14501"/>
                  </a:moveTo>
                  <a:cubicBezTo>
                    <a:pt x="15203" y="14501"/>
                    <a:pt x="15346" y="14555"/>
                    <a:pt x="15455" y="14664"/>
                  </a:cubicBezTo>
                  <a:cubicBezTo>
                    <a:pt x="15615" y="14824"/>
                    <a:pt x="15663" y="15065"/>
                    <a:pt x="15576" y="15273"/>
                  </a:cubicBezTo>
                  <a:cubicBezTo>
                    <a:pt x="15490" y="15482"/>
                    <a:pt x="15286" y="15618"/>
                    <a:pt x="15061" y="15618"/>
                  </a:cubicBezTo>
                  <a:cubicBezTo>
                    <a:pt x="14563" y="15618"/>
                    <a:pt x="14313" y="15015"/>
                    <a:pt x="14665" y="14664"/>
                  </a:cubicBezTo>
                  <a:cubicBezTo>
                    <a:pt x="14774" y="14555"/>
                    <a:pt x="14917" y="14501"/>
                    <a:pt x="15060" y="14501"/>
                  </a:cubicBezTo>
                  <a:close/>
                  <a:moveTo>
                    <a:pt x="9527" y="16827"/>
                  </a:moveTo>
                  <a:cubicBezTo>
                    <a:pt x="9814" y="16827"/>
                    <a:pt x="10090" y="17049"/>
                    <a:pt x="10090" y="17386"/>
                  </a:cubicBezTo>
                  <a:cubicBezTo>
                    <a:pt x="10090" y="17695"/>
                    <a:pt x="9840" y="17945"/>
                    <a:pt x="9533" y="17945"/>
                  </a:cubicBezTo>
                  <a:cubicBezTo>
                    <a:pt x="9033" y="17945"/>
                    <a:pt x="8785" y="17344"/>
                    <a:pt x="9137" y="16991"/>
                  </a:cubicBezTo>
                  <a:cubicBezTo>
                    <a:pt x="9250" y="16878"/>
                    <a:pt x="9390" y="16827"/>
                    <a:pt x="9527" y="16827"/>
                  </a:cubicBezTo>
                  <a:close/>
                  <a:moveTo>
                    <a:pt x="9531" y="0"/>
                  </a:moveTo>
                  <a:cubicBezTo>
                    <a:pt x="8715" y="0"/>
                    <a:pt x="8017" y="588"/>
                    <a:pt x="7880" y="1392"/>
                  </a:cubicBezTo>
                  <a:cubicBezTo>
                    <a:pt x="7742" y="2196"/>
                    <a:pt x="8202" y="2983"/>
                    <a:pt x="8972" y="3255"/>
                  </a:cubicBezTo>
                  <a:lnTo>
                    <a:pt x="8972" y="4536"/>
                  </a:lnTo>
                  <a:cubicBezTo>
                    <a:pt x="8029" y="4641"/>
                    <a:pt x="7135" y="5011"/>
                    <a:pt x="6396" y="5606"/>
                  </a:cubicBezTo>
                  <a:lnTo>
                    <a:pt x="5515" y="4724"/>
                  </a:lnTo>
                  <a:cubicBezTo>
                    <a:pt x="5867" y="3988"/>
                    <a:pt x="5636" y="3106"/>
                    <a:pt x="4971" y="2635"/>
                  </a:cubicBezTo>
                  <a:cubicBezTo>
                    <a:pt x="4680" y="2428"/>
                    <a:pt x="4342" y="2327"/>
                    <a:pt x="4005" y="2327"/>
                  </a:cubicBezTo>
                  <a:cubicBezTo>
                    <a:pt x="3573" y="2327"/>
                    <a:pt x="3144" y="2494"/>
                    <a:pt x="2819" y="2819"/>
                  </a:cubicBezTo>
                  <a:cubicBezTo>
                    <a:pt x="2242" y="3396"/>
                    <a:pt x="2165" y="4304"/>
                    <a:pt x="2635" y="4969"/>
                  </a:cubicBezTo>
                  <a:cubicBezTo>
                    <a:pt x="2958" y="5426"/>
                    <a:pt x="3474" y="5678"/>
                    <a:pt x="4004" y="5678"/>
                  </a:cubicBezTo>
                  <a:cubicBezTo>
                    <a:pt x="4247" y="5678"/>
                    <a:pt x="4494" y="5625"/>
                    <a:pt x="4726" y="5513"/>
                  </a:cubicBezTo>
                  <a:lnTo>
                    <a:pt x="5606" y="6395"/>
                  </a:lnTo>
                  <a:cubicBezTo>
                    <a:pt x="5013" y="7135"/>
                    <a:pt x="4643" y="8029"/>
                    <a:pt x="4538" y="8972"/>
                  </a:cubicBezTo>
                  <a:lnTo>
                    <a:pt x="3256" y="8972"/>
                  </a:lnTo>
                  <a:cubicBezTo>
                    <a:pt x="3016" y="8294"/>
                    <a:pt x="2375" y="7855"/>
                    <a:pt x="1675" y="7855"/>
                  </a:cubicBezTo>
                  <a:cubicBezTo>
                    <a:pt x="1582" y="7855"/>
                    <a:pt x="1487" y="7863"/>
                    <a:pt x="1392" y="7879"/>
                  </a:cubicBezTo>
                  <a:cubicBezTo>
                    <a:pt x="588" y="8018"/>
                    <a:pt x="1" y="8715"/>
                    <a:pt x="1" y="9531"/>
                  </a:cubicBezTo>
                  <a:cubicBezTo>
                    <a:pt x="1" y="10347"/>
                    <a:pt x="588" y="11045"/>
                    <a:pt x="1392" y="11182"/>
                  </a:cubicBezTo>
                  <a:cubicBezTo>
                    <a:pt x="1487" y="11198"/>
                    <a:pt x="1582" y="11206"/>
                    <a:pt x="1675" y="11206"/>
                  </a:cubicBezTo>
                  <a:cubicBezTo>
                    <a:pt x="2375" y="11206"/>
                    <a:pt x="3016" y="10767"/>
                    <a:pt x="3256" y="10090"/>
                  </a:cubicBezTo>
                  <a:lnTo>
                    <a:pt x="4536" y="10090"/>
                  </a:lnTo>
                  <a:cubicBezTo>
                    <a:pt x="4641" y="11033"/>
                    <a:pt x="5012" y="11926"/>
                    <a:pt x="5606" y="12666"/>
                  </a:cubicBezTo>
                  <a:lnTo>
                    <a:pt x="4725" y="13548"/>
                  </a:lnTo>
                  <a:cubicBezTo>
                    <a:pt x="4493" y="13437"/>
                    <a:pt x="4246" y="13384"/>
                    <a:pt x="4003" y="13384"/>
                  </a:cubicBezTo>
                  <a:cubicBezTo>
                    <a:pt x="3473" y="13384"/>
                    <a:pt x="2957" y="13635"/>
                    <a:pt x="2634" y="14092"/>
                  </a:cubicBezTo>
                  <a:cubicBezTo>
                    <a:pt x="2163" y="14758"/>
                    <a:pt x="2241" y="15667"/>
                    <a:pt x="2818" y="16244"/>
                  </a:cubicBezTo>
                  <a:cubicBezTo>
                    <a:pt x="3143" y="16568"/>
                    <a:pt x="3572" y="16735"/>
                    <a:pt x="4004" y="16735"/>
                  </a:cubicBezTo>
                  <a:cubicBezTo>
                    <a:pt x="4340" y="16735"/>
                    <a:pt x="4678" y="16634"/>
                    <a:pt x="4970" y="16428"/>
                  </a:cubicBezTo>
                  <a:cubicBezTo>
                    <a:pt x="5636" y="15956"/>
                    <a:pt x="5867" y="15074"/>
                    <a:pt x="5514" y="14337"/>
                  </a:cubicBezTo>
                  <a:lnTo>
                    <a:pt x="6396" y="13455"/>
                  </a:lnTo>
                  <a:cubicBezTo>
                    <a:pt x="7135" y="14050"/>
                    <a:pt x="8029" y="14421"/>
                    <a:pt x="8972" y="14525"/>
                  </a:cubicBezTo>
                  <a:lnTo>
                    <a:pt x="8972" y="15808"/>
                  </a:lnTo>
                  <a:cubicBezTo>
                    <a:pt x="8202" y="16080"/>
                    <a:pt x="7742" y="16866"/>
                    <a:pt x="7880" y="17670"/>
                  </a:cubicBezTo>
                  <a:cubicBezTo>
                    <a:pt x="8017" y="18474"/>
                    <a:pt x="8715" y="19061"/>
                    <a:pt x="9531" y="19061"/>
                  </a:cubicBezTo>
                  <a:cubicBezTo>
                    <a:pt x="10347" y="19061"/>
                    <a:pt x="11045" y="18474"/>
                    <a:pt x="11182" y="17670"/>
                  </a:cubicBezTo>
                  <a:cubicBezTo>
                    <a:pt x="11320" y="16866"/>
                    <a:pt x="10858" y="16080"/>
                    <a:pt x="10090" y="15808"/>
                  </a:cubicBezTo>
                  <a:lnTo>
                    <a:pt x="10090" y="14525"/>
                  </a:lnTo>
                  <a:cubicBezTo>
                    <a:pt x="11033" y="14421"/>
                    <a:pt x="11927" y="14050"/>
                    <a:pt x="12667" y="13455"/>
                  </a:cubicBezTo>
                  <a:lnTo>
                    <a:pt x="13548" y="14337"/>
                  </a:lnTo>
                  <a:cubicBezTo>
                    <a:pt x="13196" y="15074"/>
                    <a:pt x="13426" y="15956"/>
                    <a:pt x="14092" y="16428"/>
                  </a:cubicBezTo>
                  <a:cubicBezTo>
                    <a:pt x="14384" y="16634"/>
                    <a:pt x="14722" y="16735"/>
                    <a:pt x="15058" y="16735"/>
                  </a:cubicBezTo>
                  <a:cubicBezTo>
                    <a:pt x="15490" y="16735"/>
                    <a:pt x="15919" y="16568"/>
                    <a:pt x="16244" y="16244"/>
                  </a:cubicBezTo>
                  <a:cubicBezTo>
                    <a:pt x="16821" y="15667"/>
                    <a:pt x="16899" y="14758"/>
                    <a:pt x="16427" y="14092"/>
                  </a:cubicBezTo>
                  <a:cubicBezTo>
                    <a:pt x="16104" y="13635"/>
                    <a:pt x="15589" y="13384"/>
                    <a:pt x="15059" y="13384"/>
                  </a:cubicBezTo>
                  <a:cubicBezTo>
                    <a:pt x="14816" y="13384"/>
                    <a:pt x="14569" y="13437"/>
                    <a:pt x="14337" y="13548"/>
                  </a:cubicBezTo>
                  <a:lnTo>
                    <a:pt x="13456" y="12666"/>
                  </a:lnTo>
                  <a:cubicBezTo>
                    <a:pt x="14050" y="11926"/>
                    <a:pt x="14421" y="11033"/>
                    <a:pt x="14526" y="10090"/>
                  </a:cubicBezTo>
                  <a:lnTo>
                    <a:pt x="15806" y="10090"/>
                  </a:lnTo>
                  <a:cubicBezTo>
                    <a:pt x="16016" y="10680"/>
                    <a:pt x="16536" y="11104"/>
                    <a:pt x="17156" y="11190"/>
                  </a:cubicBezTo>
                  <a:cubicBezTo>
                    <a:pt x="17233" y="11200"/>
                    <a:pt x="17311" y="11206"/>
                    <a:pt x="17388" y="11206"/>
                  </a:cubicBezTo>
                  <a:cubicBezTo>
                    <a:pt x="17926" y="11206"/>
                    <a:pt x="18439" y="10945"/>
                    <a:pt x="18755" y="10498"/>
                  </a:cubicBezTo>
                  <a:cubicBezTo>
                    <a:pt x="19115" y="9986"/>
                    <a:pt x="19162" y="9317"/>
                    <a:pt x="18875" y="8761"/>
                  </a:cubicBezTo>
                  <a:cubicBezTo>
                    <a:pt x="18586" y="8205"/>
                    <a:pt x="18013" y="7856"/>
                    <a:pt x="17387" y="7855"/>
                  </a:cubicBezTo>
                  <a:lnTo>
                    <a:pt x="17387" y="7855"/>
                  </a:lnTo>
                  <a:cubicBezTo>
                    <a:pt x="16678" y="7857"/>
                    <a:pt x="16046" y="8304"/>
                    <a:pt x="15808" y="8972"/>
                  </a:cubicBezTo>
                  <a:lnTo>
                    <a:pt x="14526" y="8972"/>
                  </a:lnTo>
                  <a:cubicBezTo>
                    <a:pt x="14421" y="8029"/>
                    <a:pt x="14050" y="7135"/>
                    <a:pt x="13457" y="6395"/>
                  </a:cubicBezTo>
                  <a:lnTo>
                    <a:pt x="14339" y="5513"/>
                  </a:lnTo>
                  <a:cubicBezTo>
                    <a:pt x="14571" y="5625"/>
                    <a:pt x="14817" y="5678"/>
                    <a:pt x="15060" y="5678"/>
                  </a:cubicBezTo>
                  <a:cubicBezTo>
                    <a:pt x="15590" y="5678"/>
                    <a:pt x="16106" y="5426"/>
                    <a:pt x="16428" y="4969"/>
                  </a:cubicBezTo>
                  <a:cubicBezTo>
                    <a:pt x="16899" y="4303"/>
                    <a:pt x="16821" y="3394"/>
                    <a:pt x="16244" y="2817"/>
                  </a:cubicBezTo>
                  <a:cubicBezTo>
                    <a:pt x="15920" y="2493"/>
                    <a:pt x="15491" y="2327"/>
                    <a:pt x="15060" y="2327"/>
                  </a:cubicBezTo>
                  <a:cubicBezTo>
                    <a:pt x="14723" y="2327"/>
                    <a:pt x="14384" y="2428"/>
                    <a:pt x="14092" y="2635"/>
                  </a:cubicBezTo>
                  <a:cubicBezTo>
                    <a:pt x="13427" y="3106"/>
                    <a:pt x="13197" y="3988"/>
                    <a:pt x="13548" y="4724"/>
                  </a:cubicBezTo>
                  <a:lnTo>
                    <a:pt x="12667" y="5606"/>
                  </a:lnTo>
                  <a:cubicBezTo>
                    <a:pt x="11927" y="5011"/>
                    <a:pt x="11033" y="4641"/>
                    <a:pt x="10089" y="4536"/>
                  </a:cubicBezTo>
                  <a:lnTo>
                    <a:pt x="10089" y="3255"/>
                  </a:lnTo>
                  <a:cubicBezTo>
                    <a:pt x="10858" y="2983"/>
                    <a:pt x="11320" y="2196"/>
                    <a:pt x="11182" y="1392"/>
                  </a:cubicBezTo>
                  <a:cubicBezTo>
                    <a:pt x="11043" y="588"/>
                    <a:pt x="10347" y="0"/>
                    <a:pt x="953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0" name="Google Shape;4660;p54"/>
            <p:cNvSpPr/>
            <p:nvPr/>
          </p:nvSpPr>
          <p:spPr>
            <a:xfrm>
              <a:off x="4495437" y="3931850"/>
              <a:ext cx="40275" cy="112524"/>
            </a:xfrm>
            <a:custGeom>
              <a:rect b="b" l="l" r="r" t="t"/>
              <a:pathLst>
                <a:path extrusionOk="0" h="5585" w="1999">
                  <a:moveTo>
                    <a:pt x="1372" y="1"/>
                  </a:moveTo>
                  <a:cubicBezTo>
                    <a:pt x="1211" y="1"/>
                    <a:pt x="1053" y="69"/>
                    <a:pt x="942" y="201"/>
                  </a:cubicBezTo>
                  <a:lnTo>
                    <a:pt x="198" y="1095"/>
                  </a:lnTo>
                  <a:cubicBezTo>
                    <a:pt x="26" y="1303"/>
                    <a:pt x="26" y="1603"/>
                    <a:pt x="198" y="1811"/>
                  </a:cubicBezTo>
                  <a:lnTo>
                    <a:pt x="645" y="2346"/>
                  </a:lnTo>
                  <a:lnTo>
                    <a:pt x="198" y="2882"/>
                  </a:lnTo>
                  <a:cubicBezTo>
                    <a:pt x="26" y="3089"/>
                    <a:pt x="26" y="3389"/>
                    <a:pt x="198" y="3597"/>
                  </a:cubicBezTo>
                  <a:lnTo>
                    <a:pt x="645" y="4133"/>
                  </a:lnTo>
                  <a:lnTo>
                    <a:pt x="198" y="4670"/>
                  </a:lnTo>
                  <a:cubicBezTo>
                    <a:pt x="1" y="4906"/>
                    <a:pt x="32" y="5259"/>
                    <a:pt x="270" y="5456"/>
                  </a:cubicBezTo>
                  <a:cubicBezTo>
                    <a:pt x="374" y="5543"/>
                    <a:pt x="501" y="5585"/>
                    <a:pt x="626" y="5585"/>
                  </a:cubicBezTo>
                  <a:cubicBezTo>
                    <a:pt x="787" y="5585"/>
                    <a:pt x="945" y="5516"/>
                    <a:pt x="1056" y="5384"/>
                  </a:cubicBezTo>
                  <a:lnTo>
                    <a:pt x="1802" y="4490"/>
                  </a:lnTo>
                  <a:cubicBezTo>
                    <a:pt x="1973" y="4283"/>
                    <a:pt x="1973" y="3982"/>
                    <a:pt x="1802" y="3776"/>
                  </a:cubicBezTo>
                  <a:lnTo>
                    <a:pt x="1355" y="3240"/>
                  </a:lnTo>
                  <a:lnTo>
                    <a:pt x="1802" y="2703"/>
                  </a:lnTo>
                  <a:cubicBezTo>
                    <a:pt x="1973" y="2497"/>
                    <a:pt x="1973" y="2195"/>
                    <a:pt x="1802" y="1989"/>
                  </a:cubicBezTo>
                  <a:lnTo>
                    <a:pt x="1355" y="1452"/>
                  </a:lnTo>
                  <a:lnTo>
                    <a:pt x="1802" y="917"/>
                  </a:lnTo>
                  <a:cubicBezTo>
                    <a:pt x="1999" y="679"/>
                    <a:pt x="1967" y="327"/>
                    <a:pt x="1730" y="129"/>
                  </a:cubicBezTo>
                  <a:lnTo>
                    <a:pt x="1730" y="131"/>
                  </a:lnTo>
                  <a:cubicBezTo>
                    <a:pt x="1625" y="43"/>
                    <a:pt x="1498" y="1"/>
                    <a:pt x="137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61" name="Google Shape;4661;p54"/>
          <p:cNvGrpSpPr/>
          <p:nvPr/>
        </p:nvGrpSpPr>
        <p:grpSpPr>
          <a:xfrm>
            <a:off x="6276961" y="3996262"/>
            <a:ext cx="365244" cy="366690"/>
            <a:chOff x="4770471" y="3807319"/>
            <a:chExt cx="381815" cy="383326"/>
          </a:xfrm>
        </p:grpSpPr>
        <p:sp>
          <p:nvSpPr>
            <p:cNvPr id="4662" name="Google Shape;4662;p54"/>
            <p:cNvSpPr/>
            <p:nvPr/>
          </p:nvSpPr>
          <p:spPr>
            <a:xfrm>
              <a:off x="4770471" y="3807319"/>
              <a:ext cx="381815" cy="383326"/>
            </a:xfrm>
            <a:custGeom>
              <a:rect b="b" l="l" r="r" t="t"/>
              <a:pathLst>
                <a:path extrusionOk="0" h="19026" w="18951">
                  <a:moveTo>
                    <a:pt x="10559" y="1116"/>
                  </a:moveTo>
                  <a:lnTo>
                    <a:pt x="10559" y="3865"/>
                  </a:lnTo>
                  <a:cubicBezTo>
                    <a:pt x="10559" y="4060"/>
                    <a:pt x="10559" y="4012"/>
                    <a:pt x="11454" y="5613"/>
                  </a:cubicBezTo>
                  <a:lnTo>
                    <a:pt x="7476" y="5613"/>
                  </a:lnTo>
                  <a:cubicBezTo>
                    <a:pt x="8365" y="4012"/>
                    <a:pt x="8367" y="4058"/>
                    <a:pt x="8367" y="3865"/>
                  </a:cubicBezTo>
                  <a:lnTo>
                    <a:pt x="8367" y="1116"/>
                  </a:lnTo>
                  <a:close/>
                  <a:moveTo>
                    <a:pt x="12076" y="6727"/>
                  </a:moveTo>
                  <a:lnTo>
                    <a:pt x="14379" y="10845"/>
                  </a:lnTo>
                  <a:cubicBezTo>
                    <a:pt x="14753" y="11513"/>
                    <a:pt x="14270" y="12338"/>
                    <a:pt x="13503" y="12338"/>
                  </a:cubicBezTo>
                  <a:lnTo>
                    <a:pt x="5440" y="12338"/>
                  </a:lnTo>
                  <a:cubicBezTo>
                    <a:pt x="4675" y="12338"/>
                    <a:pt x="4193" y="11516"/>
                    <a:pt x="4565" y="10846"/>
                  </a:cubicBezTo>
                  <a:lnTo>
                    <a:pt x="6856" y="6727"/>
                  </a:lnTo>
                  <a:close/>
                  <a:moveTo>
                    <a:pt x="16721" y="13453"/>
                  </a:moveTo>
                  <a:lnTo>
                    <a:pt x="16721" y="16796"/>
                  </a:lnTo>
                  <a:lnTo>
                    <a:pt x="7803" y="16796"/>
                  </a:lnTo>
                  <a:lnTo>
                    <a:pt x="7803" y="15124"/>
                  </a:lnTo>
                  <a:cubicBezTo>
                    <a:pt x="7803" y="14816"/>
                    <a:pt x="7554" y="14566"/>
                    <a:pt x="7246" y="14566"/>
                  </a:cubicBezTo>
                  <a:lnTo>
                    <a:pt x="3901" y="14566"/>
                  </a:lnTo>
                  <a:cubicBezTo>
                    <a:pt x="3593" y="14566"/>
                    <a:pt x="3344" y="14816"/>
                    <a:pt x="3344" y="15124"/>
                  </a:cubicBezTo>
                  <a:lnTo>
                    <a:pt x="3344" y="16796"/>
                  </a:lnTo>
                  <a:lnTo>
                    <a:pt x="2788" y="16796"/>
                  </a:lnTo>
                  <a:cubicBezTo>
                    <a:pt x="1873" y="16782"/>
                    <a:pt x="1139" y="16038"/>
                    <a:pt x="1139" y="15124"/>
                  </a:cubicBezTo>
                  <a:cubicBezTo>
                    <a:pt x="1139" y="14210"/>
                    <a:pt x="1873" y="13466"/>
                    <a:pt x="2788" y="13453"/>
                  </a:cubicBezTo>
                  <a:close/>
                  <a:moveTo>
                    <a:pt x="6688" y="15681"/>
                  </a:moveTo>
                  <a:lnTo>
                    <a:pt x="6688" y="17696"/>
                  </a:lnTo>
                  <a:lnTo>
                    <a:pt x="5750" y="17382"/>
                  </a:lnTo>
                  <a:cubicBezTo>
                    <a:pt x="5692" y="17362"/>
                    <a:pt x="5642" y="17352"/>
                    <a:pt x="5587" y="17352"/>
                  </a:cubicBezTo>
                  <a:cubicBezTo>
                    <a:pt x="5410" y="17352"/>
                    <a:pt x="5179" y="17456"/>
                    <a:pt x="4459" y="17696"/>
                  </a:cubicBezTo>
                  <a:lnTo>
                    <a:pt x="4459" y="15681"/>
                  </a:lnTo>
                  <a:close/>
                  <a:moveTo>
                    <a:pt x="7258" y="1"/>
                  </a:moveTo>
                  <a:cubicBezTo>
                    <a:pt x="6954" y="1"/>
                    <a:pt x="6705" y="246"/>
                    <a:pt x="6700" y="552"/>
                  </a:cubicBezTo>
                  <a:cubicBezTo>
                    <a:pt x="6697" y="860"/>
                    <a:pt x="6944" y="1113"/>
                    <a:pt x="7252" y="1116"/>
                  </a:cubicBezTo>
                  <a:lnTo>
                    <a:pt x="7252" y="3722"/>
                  </a:lnTo>
                  <a:lnTo>
                    <a:pt x="3590" y="10304"/>
                  </a:lnTo>
                  <a:cubicBezTo>
                    <a:pt x="3236" y="10934"/>
                    <a:pt x="3230" y="11703"/>
                    <a:pt x="3575" y="12338"/>
                  </a:cubicBezTo>
                  <a:lnTo>
                    <a:pt x="2788" y="12338"/>
                  </a:lnTo>
                  <a:cubicBezTo>
                    <a:pt x="1251" y="12338"/>
                    <a:pt x="0" y="13587"/>
                    <a:pt x="0" y="15124"/>
                  </a:cubicBezTo>
                  <a:cubicBezTo>
                    <a:pt x="0" y="16661"/>
                    <a:pt x="1251" y="17911"/>
                    <a:pt x="2788" y="17911"/>
                  </a:cubicBezTo>
                  <a:lnTo>
                    <a:pt x="3345" y="17911"/>
                  </a:lnTo>
                  <a:lnTo>
                    <a:pt x="3345" y="18468"/>
                  </a:lnTo>
                  <a:cubicBezTo>
                    <a:pt x="3345" y="18786"/>
                    <a:pt x="3606" y="19026"/>
                    <a:pt x="3903" y="19026"/>
                  </a:cubicBezTo>
                  <a:cubicBezTo>
                    <a:pt x="3961" y="19026"/>
                    <a:pt x="4020" y="19017"/>
                    <a:pt x="4079" y="18997"/>
                  </a:cubicBezTo>
                  <a:lnTo>
                    <a:pt x="5573" y="18498"/>
                  </a:lnTo>
                  <a:cubicBezTo>
                    <a:pt x="7110" y="19010"/>
                    <a:pt x="7126" y="19026"/>
                    <a:pt x="7225" y="19026"/>
                  </a:cubicBezTo>
                  <a:cubicBezTo>
                    <a:pt x="7231" y="19026"/>
                    <a:pt x="7238" y="19026"/>
                    <a:pt x="7246" y="19026"/>
                  </a:cubicBezTo>
                  <a:cubicBezTo>
                    <a:pt x="7554" y="19026"/>
                    <a:pt x="7803" y="18776"/>
                    <a:pt x="7803" y="18468"/>
                  </a:cubicBezTo>
                  <a:lnTo>
                    <a:pt x="7803" y="17911"/>
                  </a:lnTo>
                  <a:lnTo>
                    <a:pt x="18393" y="17911"/>
                  </a:lnTo>
                  <a:cubicBezTo>
                    <a:pt x="18701" y="17911"/>
                    <a:pt x="18951" y="17661"/>
                    <a:pt x="18951" y="17353"/>
                  </a:cubicBezTo>
                  <a:cubicBezTo>
                    <a:pt x="18951" y="17045"/>
                    <a:pt x="18701" y="16796"/>
                    <a:pt x="18393" y="16796"/>
                  </a:cubicBezTo>
                  <a:lnTo>
                    <a:pt x="17836" y="16796"/>
                  </a:lnTo>
                  <a:lnTo>
                    <a:pt x="17836" y="13453"/>
                  </a:lnTo>
                  <a:lnTo>
                    <a:pt x="18393" y="13453"/>
                  </a:lnTo>
                  <a:cubicBezTo>
                    <a:pt x="18697" y="13447"/>
                    <a:pt x="18940" y="13199"/>
                    <a:pt x="18940" y="12895"/>
                  </a:cubicBezTo>
                  <a:cubicBezTo>
                    <a:pt x="18940" y="12590"/>
                    <a:pt x="18697" y="12342"/>
                    <a:pt x="18393" y="12338"/>
                  </a:cubicBezTo>
                  <a:lnTo>
                    <a:pt x="15368" y="12338"/>
                  </a:lnTo>
                  <a:cubicBezTo>
                    <a:pt x="15715" y="11701"/>
                    <a:pt x="15709" y="10931"/>
                    <a:pt x="15352" y="10301"/>
                  </a:cubicBezTo>
                  <a:cubicBezTo>
                    <a:pt x="15223" y="10071"/>
                    <a:pt x="11850" y="4039"/>
                    <a:pt x="11674" y="3722"/>
                  </a:cubicBezTo>
                  <a:lnTo>
                    <a:pt x="11674" y="1116"/>
                  </a:lnTo>
                  <a:cubicBezTo>
                    <a:pt x="12421" y="1116"/>
                    <a:pt x="12448" y="1"/>
                    <a:pt x="11649" y="1"/>
                  </a:cubicBezTo>
                  <a:lnTo>
                    <a:pt x="7264" y="1"/>
                  </a:lnTo>
                  <a:cubicBezTo>
                    <a:pt x="7262" y="1"/>
                    <a:pt x="7260" y="1"/>
                    <a:pt x="725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3" name="Google Shape;4663;p54"/>
            <p:cNvSpPr/>
            <p:nvPr/>
          </p:nvSpPr>
          <p:spPr>
            <a:xfrm>
              <a:off x="4923874" y="3966041"/>
              <a:ext cx="26292" cy="22485"/>
            </a:xfrm>
            <a:custGeom>
              <a:rect b="b" l="l" r="r" t="t"/>
              <a:pathLst>
                <a:path extrusionOk="0" h="1116" w="1305">
                  <a:moveTo>
                    <a:pt x="747" y="0"/>
                  </a:moveTo>
                  <a:cubicBezTo>
                    <a:pt x="251" y="0"/>
                    <a:pt x="1" y="601"/>
                    <a:pt x="352" y="952"/>
                  </a:cubicBezTo>
                  <a:cubicBezTo>
                    <a:pt x="459" y="1059"/>
                    <a:pt x="601" y="1115"/>
                    <a:pt x="746" y="1115"/>
                  </a:cubicBezTo>
                  <a:cubicBezTo>
                    <a:pt x="818" y="1115"/>
                    <a:pt x="890" y="1101"/>
                    <a:pt x="959" y="1073"/>
                  </a:cubicBezTo>
                  <a:cubicBezTo>
                    <a:pt x="1168" y="987"/>
                    <a:pt x="1304" y="783"/>
                    <a:pt x="1304" y="558"/>
                  </a:cubicBezTo>
                  <a:cubicBezTo>
                    <a:pt x="1304" y="250"/>
                    <a:pt x="1055" y="0"/>
                    <a:pt x="7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4" name="Google Shape;4664;p54"/>
            <p:cNvSpPr/>
            <p:nvPr/>
          </p:nvSpPr>
          <p:spPr>
            <a:xfrm>
              <a:off x="4968803" y="3988505"/>
              <a:ext cx="26272" cy="22464"/>
            </a:xfrm>
            <a:custGeom>
              <a:rect b="b" l="l" r="r" t="t"/>
              <a:pathLst>
                <a:path extrusionOk="0" h="1115" w="1304">
                  <a:moveTo>
                    <a:pt x="747" y="0"/>
                  </a:moveTo>
                  <a:cubicBezTo>
                    <a:pt x="249" y="0"/>
                    <a:pt x="1" y="601"/>
                    <a:pt x="352" y="952"/>
                  </a:cubicBezTo>
                  <a:cubicBezTo>
                    <a:pt x="458" y="1058"/>
                    <a:pt x="601" y="1115"/>
                    <a:pt x="747" y="1115"/>
                  </a:cubicBezTo>
                  <a:cubicBezTo>
                    <a:pt x="818" y="1115"/>
                    <a:pt x="890" y="1101"/>
                    <a:pt x="959" y="1073"/>
                  </a:cubicBezTo>
                  <a:cubicBezTo>
                    <a:pt x="1168" y="986"/>
                    <a:pt x="1302" y="783"/>
                    <a:pt x="1304" y="558"/>
                  </a:cubicBezTo>
                  <a:cubicBezTo>
                    <a:pt x="1304" y="250"/>
                    <a:pt x="1054" y="0"/>
                    <a:pt x="7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65" name="Google Shape;4665;p54"/>
          <p:cNvGrpSpPr/>
          <p:nvPr/>
        </p:nvGrpSpPr>
        <p:grpSpPr>
          <a:xfrm>
            <a:off x="7063474" y="3995915"/>
            <a:ext cx="279942" cy="367384"/>
            <a:chOff x="5265152" y="3808850"/>
            <a:chExt cx="292642" cy="384052"/>
          </a:xfrm>
        </p:grpSpPr>
        <p:sp>
          <p:nvSpPr>
            <p:cNvPr id="4666" name="Google Shape;4666;p54"/>
            <p:cNvSpPr/>
            <p:nvPr/>
          </p:nvSpPr>
          <p:spPr>
            <a:xfrm>
              <a:off x="5265152" y="3808850"/>
              <a:ext cx="292642" cy="384052"/>
            </a:xfrm>
            <a:custGeom>
              <a:rect b="b" l="l" r="r" t="t"/>
              <a:pathLst>
                <a:path extrusionOk="0" h="19062" w="14525">
                  <a:moveTo>
                    <a:pt x="12103" y="1117"/>
                  </a:moveTo>
                  <a:cubicBezTo>
                    <a:pt x="12206" y="1117"/>
                    <a:pt x="12290" y="1200"/>
                    <a:pt x="12290" y="1304"/>
                  </a:cubicBezTo>
                  <a:lnTo>
                    <a:pt x="12290" y="3389"/>
                  </a:lnTo>
                  <a:lnTo>
                    <a:pt x="2238" y="3389"/>
                  </a:lnTo>
                  <a:lnTo>
                    <a:pt x="2236" y="1304"/>
                  </a:lnTo>
                  <a:cubicBezTo>
                    <a:pt x="2236" y="1200"/>
                    <a:pt x="2320" y="1117"/>
                    <a:pt x="2423" y="1117"/>
                  </a:cubicBezTo>
                  <a:close/>
                  <a:moveTo>
                    <a:pt x="11172" y="4505"/>
                  </a:moveTo>
                  <a:lnTo>
                    <a:pt x="11172" y="6680"/>
                  </a:lnTo>
                  <a:cubicBezTo>
                    <a:pt x="11171" y="7224"/>
                    <a:pt x="11386" y="7745"/>
                    <a:pt x="11771" y="8128"/>
                  </a:cubicBezTo>
                  <a:lnTo>
                    <a:pt x="13133" y="9489"/>
                  </a:lnTo>
                  <a:cubicBezTo>
                    <a:pt x="13308" y="9663"/>
                    <a:pt x="13406" y="9900"/>
                    <a:pt x="13406" y="10147"/>
                  </a:cubicBezTo>
                  <a:lnTo>
                    <a:pt x="13405" y="17014"/>
                  </a:lnTo>
                  <a:cubicBezTo>
                    <a:pt x="13405" y="17528"/>
                    <a:pt x="12988" y="17944"/>
                    <a:pt x="12475" y="17945"/>
                  </a:cubicBezTo>
                  <a:lnTo>
                    <a:pt x="2051" y="17945"/>
                  </a:lnTo>
                  <a:cubicBezTo>
                    <a:pt x="1537" y="17944"/>
                    <a:pt x="1120" y="17528"/>
                    <a:pt x="1120" y="17014"/>
                  </a:cubicBezTo>
                  <a:lnTo>
                    <a:pt x="1120" y="10147"/>
                  </a:lnTo>
                  <a:cubicBezTo>
                    <a:pt x="1119" y="9900"/>
                    <a:pt x="1217" y="9663"/>
                    <a:pt x="1392" y="9489"/>
                  </a:cubicBezTo>
                  <a:lnTo>
                    <a:pt x="2754" y="8128"/>
                  </a:lnTo>
                  <a:cubicBezTo>
                    <a:pt x="3139" y="7744"/>
                    <a:pt x="3354" y="7224"/>
                    <a:pt x="3354" y="6680"/>
                  </a:cubicBezTo>
                  <a:lnTo>
                    <a:pt x="3354" y="4505"/>
                  </a:lnTo>
                  <a:close/>
                  <a:moveTo>
                    <a:pt x="2423" y="1"/>
                  </a:moveTo>
                  <a:cubicBezTo>
                    <a:pt x="1703" y="1"/>
                    <a:pt x="1120" y="584"/>
                    <a:pt x="1120" y="1304"/>
                  </a:cubicBezTo>
                  <a:lnTo>
                    <a:pt x="1120" y="3946"/>
                  </a:lnTo>
                  <a:cubicBezTo>
                    <a:pt x="1120" y="4256"/>
                    <a:pt x="1370" y="4505"/>
                    <a:pt x="1677" y="4505"/>
                  </a:cubicBezTo>
                  <a:lnTo>
                    <a:pt x="2236" y="4505"/>
                  </a:lnTo>
                  <a:lnTo>
                    <a:pt x="2236" y="6681"/>
                  </a:lnTo>
                  <a:cubicBezTo>
                    <a:pt x="2236" y="6928"/>
                    <a:pt x="2139" y="7164"/>
                    <a:pt x="1964" y="7339"/>
                  </a:cubicBezTo>
                  <a:lnTo>
                    <a:pt x="603" y="8700"/>
                  </a:lnTo>
                  <a:cubicBezTo>
                    <a:pt x="217" y="9083"/>
                    <a:pt x="1" y="9605"/>
                    <a:pt x="2" y="10149"/>
                  </a:cubicBezTo>
                  <a:lnTo>
                    <a:pt x="2" y="17014"/>
                  </a:lnTo>
                  <a:cubicBezTo>
                    <a:pt x="4" y="18144"/>
                    <a:pt x="920" y="19060"/>
                    <a:pt x="2051" y="19062"/>
                  </a:cubicBezTo>
                  <a:lnTo>
                    <a:pt x="12475" y="19062"/>
                  </a:lnTo>
                  <a:cubicBezTo>
                    <a:pt x="13605" y="19060"/>
                    <a:pt x="14521" y="18144"/>
                    <a:pt x="14523" y="17014"/>
                  </a:cubicBezTo>
                  <a:lnTo>
                    <a:pt x="14523" y="10147"/>
                  </a:lnTo>
                  <a:cubicBezTo>
                    <a:pt x="14524" y="9605"/>
                    <a:pt x="14308" y="9083"/>
                    <a:pt x="13922" y="8700"/>
                  </a:cubicBezTo>
                  <a:lnTo>
                    <a:pt x="12562" y="7339"/>
                  </a:lnTo>
                  <a:cubicBezTo>
                    <a:pt x="12386" y="7164"/>
                    <a:pt x="12288" y="6926"/>
                    <a:pt x="12288" y="6680"/>
                  </a:cubicBezTo>
                  <a:lnTo>
                    <a:pt x="12288" y="4505"/>
                  </a:lnTo>
                  <a:lnTo>
                    <a:pt x="12847" y="4505"/>
                  </a:lnTo>
                  <a:cubicBezTo>
                    <a:pt x="13155" y="4505"/>
                    <a:pt x="13405" y="4254"/>
                    <a:pt x="13405" y="3946"/>
                  </a:cubicBezTo>
                  <a:lnTo>
                    <a:pt x="13405" y="1304"/>
                  </a:lnTo>
                  <a:cubicBezTo>
                    <a:pt x="13405" y="584"/>
                    <a:pt x="12822" y="1"/>
                    <a:pt x="1210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7" name="Google Shape;4667;p54"/>
            <p:cNvSpPr/>
            <p:nvPr/>
          </p:nvSpPr>
          <p:spPr>
            <a:xfrm>
              <a:off x="5332687" y="3989613"/>
              <a:ext cx="157533" cy="157553"/>
            </a:xfrm>
            <a:custGeom>
              <a:rect b="b" l="l" r="r" t="t"/>
              <a:pathLst>
                <a:path extrusionOk="0" h="7820" w="7819">
                  <a:moveTo>
                    <a:pt x="4469" y="1117"/>
                  </a:moveTo>
                  <a:lnTo>
                    <a:pt x="4469" y="2794"/>
                  </a:lnTo>
                  <a:cubicBezTo>
                    <a:pt x="4469" y="3101"/>
                    <a:pt x="4719" y="3351"/>
                    <a:pt x="5027" y="3351"/>
                  </a:cubicBezTo>
                  <a:lnTo>
                    <a:pt x="6702" y="3351"/>
                  </a:lnTo>
                  <a:lnTo>
                    <a:pt x="6702" y="4467"/>
                  </a:lnTo>
                  <a:lnTo>
                    <a:pt x="5027" y="4467"/>
                  </a:lnTo>
                  <a:cubicBezTo>
                    <a:pt x="4719" y="4467"/>
                    <a:pt x="4469" y="4719"/>
                    <a:pt x="4469" y="5026"/>
                  </a:cubicBezTo>
                  <a:lnTo>
                    <a:pt x="4469" y="6702"/>
                  </a:lnTo>
                  <a:lnTo>
                    <a:pt x="3351" y="6702"/>
                  </a:lnTo>
                  <a:lnTo>
                    <a:pt x="3351" y="5026"/>
                  </a:lnTo>
                  <a:cubicBezTo>
                    <a:pt x="3351" y="4719"/>
                    <a:pt x="3102" y="4467"/>
                    <a:pt x="2794" y="4467"/>
                  </a:cubicBezTo>
                  <a:lnTo>
                    <a:pt x="1119" y="4467"/>
                  </a:lnTo>
                  <a:lnTo>
                    <a:pt x="1119" y="3351"/>
                  </a:lnTo>
                  <a:lnTo>
                    <a:pt x="2794" y="3351"/>
                  </a:lnTo>
                  <a:cubicBezTo>
                    <a:pt x="3102" y="3351"/>
                    <a:pt x="3351" y="3101"/>
                    <a:pt x="3351" y="2792"/>
                  </a:cubicBezTo>
                  <a:lnTo>
                    <a:pt x="3351" y="1117"/>
                  </a:lnTo>
                  <a:close/>
                  <a:moveTo>
                    <a:pt x="2794" y="0"/>
                  </a:moveTo>
                  <a:cubicBezTo>
                    <a:pt x="2485" y="0"/>
                    <a:pt x="2235" y="250"/>
                    <a:pt x="2235" y="559"/>
                  </a:cubicBezTo>
                  <a:lnTo>
                    <a:pt x="2235" y="2235"/>
                  </a:lnTo>
                  <a:lnTo>
                    <a:pt x="560" y="2235"/>
                  </a:lnTo>
                  <a:cubicBezTo>
                    <a:pt x="559" y="2235"/>
                    <a:pt x="558" y="2235"/>
                    <a:pt x="557" y="2235"/>
                  </a:cubicBezTo>
                  <a:cubicBezTo>
                    <a:pt x="249" y="2235"/>
                    <a:pt x="1" y="2485"/>
                    <a:pt x="1" y="2794"/>
                  </a:cubicBezTo>
                  <a:lnTo>
                    <a:pt x="1" y="5026"/>
                  </a:lnTo>
                  <a:cubicBezTo>
                    <a:pt x="1" y="5336"/>
                    <a:pt x="250" y="5585"/>
                    <a:pt x="560" y="5585"/>
                  </a:cubicBezTo>
                  <a:lnTo>
                    <a:pt x="2235" y="5585"/>
                  </a:lnTo>
                  <a:lnTo>
                    <a:pt x="2235" y="7261"/>
                  </a:lnTo>
                  <a:cubicBezTo>
                    <a:pt x="2235" y="7569"/>
                    <a:pt x="2485" y="7820"/>
                    <a:pt x="2793" y="7820"/>
                  </a:cubicBezTo>
                  <a:lnTo>
                    <a:pt x="5027" y="7820"/>
                  </a:lnTo>
                  <a:cubicBezTo>
                    <a:pt x="5335" y="7820"/>
                    <a:pt x="5586" y="7569"/>
                    <a:pt x="5586" y="7261"/>
                  </a:cubicBezTo>
                  <a:lnTo>
                    <a:pt x="5586" y="5585"/>
                  </a:lnTo>
                  <a:lnTo>
                    <a:pt x="7261" y="5585"/>
                  </a:lnTo>
                  <a:cubicBezTo>
                    <a:pt x="7569" y="5585"/>
                    <a:pt x="7819" y="5336"/>
                    <a:pt x="7819" y="5026"/>
                  </a:cubicBezTo>
                  <a:lnTo>
                    <a:pt x="7819" y="2794"/>
                  </a:lnTo>
                  <a:cubicBezTo>
                    <a:pt x="7819" y="2484"/>
                    <a:pt x="7569" y="2235"/>
                    <a:pt x="7261" y="2235"/>
                  </a:cubicBezTo>
                  <a:lnTo>
                    <a:pt x="5587" y="2235"/>
                  </a:lnTo>
                  <a:lnTo>
                    <a:pt x="5587" y="559"/>
                  </a:lnTo>
                  <a:cubicBezTo>
                    <a:pt x="5587" y="250"/>
                    <a:pt x="5336" y="0"/>
                    <a:pt x="502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68" name="Google Shape;4668;p54"/>
          <p:cNvSpPr/>
          <p:nvPr/>
        </p:nvSpPr>
        <p:spPr>
          <a:xfrm>
            <a:off x="7786740" y="4017816"/>
            <a:ext cx="367296" cy="323582"/>
          </a:xfrm>
          <a:custGeom>
            <a:rect b="b" l="l" r="r" t="t"/>
            <a:pathLst>
              <a:path extrusionOk="0" h="16792" w="19063">
                <a:moveTo>
                  <a:pt x="6144" y="1117"/>
                </a:moveTo>
                <a:cubicBezTo>
                  <a:pt x="6370" y="1117"/>
                  <a:pt x="6573" y="1253"/>
                  <a:pt x="6660" y="1463"/>
                </a:cubicBezTo>
                <a:cubicBezTo>
                  <a:pt x="6747" y="1670"/>
                  <a:pt x="6699" y="1911"/>
                  <a:pt x="6539" y="2071"/>
                </a:cubicBezTo>
                <a:cubicBezTo>
                  <a:pt x="6432" y="2178"/>
                  <a:pt x="6290" y="2235"/>
                  <a:pt x="6145" y="2235"/>
                </a:cubicBezTo>
                <a:cubicBezTo>
                  <a:pt x="6073" y="2235"/>
                  <a:pt x="6000" y="2221"/>
                  <a:pt x="5931" y="2192"/>
                </a:cubicBezTo>
                <a:cubicBezTo>
                  <a:pt x="5722" y="2105"/>
                  <a:pt x="5586" y="1902"/>
                  <a:pt x="5586" y="1676"/>
                </a:cubicBezTo>
                <a:cubicBezTo>
                  <a:pt x="5587" y="1367"/>
                  <a:pt x="5837" y="1117"/>
                  <a:pt x="6144" y="1117"/>
                </a:cubicBezTo>
                <a:close/>
                <a:moveTo>
                  <a:pt x="12883" y="1117"/>
                </a:moveTo>
                <a:cubicBezTo>
                  <a:pt x="13109" y="1117"/>
                  <a:pt x="13312" y="1253"/>
                  <a:pt x="13399" y="1463"/>
                </a:cubicBezTo>
                <a:cubicBezTo>
                  <a:pt x="13485" y="1670"/>
                  <a:pt x="13438" y="1911"/>
                  <a:pt x="13278" y="2071"/>
                </a:cubicBezTo>
                <a:cubicBezTo>
                  <a:pt x="13171" y="2178"/>
                  <a:pt x="13028" y="2235"/>
                  <a:pt x="12883" y="2235"/>
                </a:cubicBezTo>
                <a:cubicBezTo>
                  <a:pt x="12811" y="2235"/>
                  <a:pt x="12739" y="2221"/>
                  <a:pt x="12669" y="2192"/>
                </a:cubicBezTo>
                <a:cubicBezTo>
                  <a:pt x="12460" y="2105"/>
                  <a:pt x="12324" y="1902"/>
                  <a:pt x="12324" y="1676"/>
                </a:cubicBezTo>
                <a:cubicBezTo>
                  <a:pt x="12326" y="1367"/>
                  <a:pt x="12575" y="1117"/>
                  <a:pt x="12883" y="1117"/>
                </a:cubicBezTo>
                <a:close/>
                <a:moveTo>
                  <a:pt x="11303" y="2235"/>
                </a:moveTo>
                <a:cubicBezTo>
                  <a:pt x="11383" y="2458"/>
                  <a:pt x="11508" y="2661"/>
                  <a:pt x="11673" y="2833"/>
                </a:cubicBezTo>
                <a:lnTo>
                  <a:pt x="9700" y="6734"/>
                </a:lnTo>
                <a:cubicBezTo>
                  <a:pt x="9632" y="6725"/>
                  <a:pt x="9564" y="6720"/>
                  <a:pt x="9495" y="6720"/>
                </a:cubicBezTo>
                <a:cubicBezTo>
                  <a:pt x="9427" y="6720"/>
                  <a:pt x="9358" y="6725"/>
                  <a:pt x="9290" y="6734"/>
                </a:cubicBezTo>
                <a:lnTo>
                  <a:pt x="7349" y="2841"/>
                </a:lnTo>
                <a:cubicBezTo>
                  <a:pt x="7515" y="2667"/>
                  <a:pt x="7643" y="2461"/>
                  <a:pt x="7724" y="2235"/>
                </a:cubicBezTo>
                <a:close/>
                <a:moveTo>
                  <a:pt x="5732" y="3299"/>
                </a:moveTo>
                <a:cubicBezTo>
                  <a:pt x="5866" y="3334"/>
                  <a:pt x="6003" y="3351"/>
                  <a:pt x="6141" y="3351"/>
                </a:cubicBezTo>
                <a:cubicBezTo>
                  <a:pt x="6210" y="3351"/>
                  <a:pt x="6280" y="3347"/>
                  <a:pt x="6349" y="3338"/>
                </a:cubicBezTo>
                <a:lnTo>
                  <a:pt x="8291" y="7233"/>
                </a:lnTo>
                <a:cubicBezTo>
                  <a:pt x="8123" y="7405"/>
                  <a:pt x="7996" y="7611"/>
                  <a:pt x="7915" y="7838"/>
                </a:cubicBezTo>
                <a:lnTo>
                  <a:pt x="3250" y="7838"/>
                </a:lnTo>
                <a:cubicBezTo>
                  <a:pt x="3190" y="7678"/>
                  <a:pt x="3108" y="7527"/>
                  <a:pt x="3003" y="7393"/>
                </a:cubicBezTo>
                <a:lnTo>
                  <a:pt x="5732" y="3299"/>
                </a:lnTo>
                <a:close/>
                <a:moveTo>
                  <a:pt x="13294" y="3299"/>
                </a:moveTo>
                <a:lnTo>
                  <a:pt x="16028" y="7400"/>
                </a:lnTo>
                <a:cubicBezTo>
                  <a:pt x="15932" y="7535"/>
                  <a:pt x="15856" y="7681"/>
                  <a:pt x="15802" y="7838"/>
                </a:cubicBezTo>
                <a:lnTo>
                  <a:pt x="11075" y="7838"/>
                </a:lnTo>
                <a:cubicBezTo>
                  <a:pt x="10994" y="7611"/>
                  <a:pt x="10866" y="7405"/>
                  <a:pt x="10700" y="7233"/>
                </a:cubicBezTo>
                <a:lnTo>
                  <a:pt x="12669" y="3337"/>
                </a:lnTo>
                <a:cubicBezTo>
                  <a:pt x="12741" y="3346"/>
                  <a:pt x="12813" y="3351"/>
                  <a:pt x="12885" y="3351"/>
                </a:cubicBezTo>
                <a:cubicBezTo>
                  <a:pt x="13022" y="3351"/>
                  <a:pt x="13160" y="3334"/>
                  <a:pt x="13294" y="3299"/>
                </a:cubicBezTo>
                <a:close/>
                <a:moveTo>
                  <a:pt x="17383" y="7817"/>
                </a:moveTo>
                <a:cubicBezTo>
                  <a:pt x="17670" y="7817"/>
                  <a:pt x="17947" y="8041"/>
                  <a:pt x="17947" y="8378"/>
                </a:cubicBezTo>
                <a:cubicBezTo>
                  <a:pt x="17945" y="8685"/>
                  <a:pt x="17695" y="8935"/>
                  <a:pt x="17388" y="8935"/>
                </a:cubicBezTo>
                <a:cubicBezTo>
                  <a:pt x="16890" y="8935"/>
                  <a:pt x="16640" y="8334"/>
                  <a:pt x="16993" y="7982"/>
                </a:cubicBezTo>
                <a:cubicBezTo>
                  <a:pt x="17106" y="7868"/>
                  <a:pt x="17246" y="7817"/>
                  <a:pt x="17383" y="7817"/>
                </a:cubicBezTo>
                <a:close/>
                <a:moveTo>
                  <a:pt x="9499" y="7836"/>
                </a:moveTo>
                <a:cubicBezTo>
                  <a:pt x="9636" y="7836"/>
                  <a:pt x="9776" y="7887"/>
                  <a:pt x="9890" y="8001"/>
                </a:cubicBezTo>
                <a:cubicBezTo>
                  <a:pt x="10050" y="8161"/>
                  <a:pt x="10097" y="8400"/>
                  <a:pt x="10011" y="8609"/>
                </a:cubicBezTo>
                <a:cubicBezTo>
                  <a:pt x="9924" y="8818"/>
                  <a:pt x="9721" y="8954"/>
                  <a:pt x="9495" y="8954"/>
                </a:cubicBezTo>
                <a:cubicBezTo>
                  <a:pt x="9186" y="8953"/>
                  <a:pt x="8936" y="8703"/>
                  <a:pt x="8936" y="8396"/>
                </a:cubicBezTo>
                <a:cubicBezTo>
                  <a:pt x="8936" y="8059"/>
                  <a:pt x="9212" y="7836"/>
                  <a:pt x="9499" y="7836"/>
                </a:cubicBezTo>
                <a:close/>
                <a:moveTo>
                  <a:pt x="1682" y="7855"/>
                </a:moveTo>
                <a:cubicBezTo>
                  <a:pt x="1819" y="7855"/>
                  <a:pt x="1959" y="7906"/>
                  <a:pt x="2072" y="8019"/>
                </a:cubicBezTo>
                <a:cubicBezTo>
                  <a:pt x="2232" y="8179"/>
                  <a:pt x="2280" y="8419"/>
                  <a:pt x="2193" y="8629"/>
                </a:cubicBezTo>
                <a:cubicBezTo>
                  <a:pt x="2108" y="8836"/>
                  <a:pt x="1903" y="8972"/>
                  <a:pt x="1677" y="8972"/>
                </a:cubicBezTo>
                <a:cubicBezTo>
                  <a:pt x="1370" y="8972"/>
                  <a:pt x="1120" y="8723"/>
                  <a:pt x="1118" y="8415"/>
                </a:cubicBezTo>
                <a:cubicBezTo>
                  <a:pt x="1118" y="8078"/>
                  <a:pt x="1395" y="7855"/>
                  <a:pt x="1682" y="7855"/>
                </a:cubicBezTo>
                <a:close/>
                <a:moveTo>
                  <a:pt x="7915" y="8954"/>
                </a:moveTo>
                <a:cubicBezTo>
                  <a:pt x="7996" y="9180"/>
                  <a:pt x="8123" y="9386"/>
                  <a:pt x="8291" y="9558"/>
                </a:cubicBezTo>
                <a:lnTo>
                  <a:pt x="6349" y="13453"/>
                </a:lnTo>
                <a:cubicBezTo>
                  <a:pt x="6281" y="13445"/>
                  <a:pt x="6213" y="13440"/>
                  <a:pt x="6145" y="13440"/>
                </a:cubicBezTo>
                <a:cubicBezTo>
                  <a:pt x="6008" y="13440"/>
                  <a:pt x="5870" y="13457"/>
                  <a:pt x="5736" y="13490"/>
                </a:cubicBezTo>
                <a:lnTo>
                  <a:pt x="3028" y="9404"/>
                </a:lnTo>
                <a:cubicBezTo>
                  <a:pt x="3129" y="9267"/>
                  <a:pt x="3208" y="9114"/>
                  <a:pt x="3263" y="8954"/>
                </a:cubicBezTo>
                <a:close/>
                <a:moveTo>
                  <a:pt x="15815" y="8954"/>
                </a:moveTo>
                <a:cubicBezTo>
                  <a:pt x="15868" y="9098"/>
                  <a:pt x="15941" y="9234"/>
                  <a:pt x="16031" y="9358"/>
                </a:cubicBezTo>
                <a:lnTo>
                  <a:pt x="13290" y="13490"/>
                </a:lnTo>
                <a:cubicBezTo>
                  <a:pt x="13158" y="13457"/>
                  <a:pt x="13022" y="13440"/>
                  <a:pt x="12886" y="13440"/>
                </a:cubicBezTo>
                <a:cubicBezTo>
                  <a:pt x="12814" y="13440"/>
                  <a:pt x="12742" y="13445"/>
                  <a:pt x="12671" y="13454"/>
                </a:cubicBezTo>
                <a:lnTo>
                  <a:pt x="10704" y="9554"/>
                </a:lnTo>
                <a:cubicBezTo>
                  <a:pt x="10869" y="9382"/>
                  <a:pt x="10994" y="9177"/>
                  <a:pt x="11075" y="8954"/>
                </a:cubicBezTo>
                <a:close/>
                <a:moveTo>
                  <a:pt x="9709" y="10059"/>
                </a:moveTo>
                <a:lnTo>
                  <a:pt x="11674" y="13960"/>
                </a:lnTo>
                <a:cubicBezTo>
                  <a:pt x="11510" y="14130"/>
                  <a:pt x="11384" y="14335"/>
                  <a:pt x="11305" y="14559"/>
                </a:cubicBezTo>
                <a:lnTo>
                  <a:pt x="7724" y="14559"/>
                </a:lnTo>
                <a:cubicBezTo>
                  <a:pt x="7645" y="14332"/>
                  <a:pt x="7516" y="14125"/>
                  <a:pt x="7349" y="13954"/>
                </a:cubicBezTo>
                <a:lnTo>
                  <a:pt x="7349" y="13952"/>
                </a:lnTo>
                <a:lnTo>
                  <a:pt x="9292" y="10059"/>
                </a:lnTo>
                <a:cubicBezTo>
                  <a:pt x="9361" y="10067"/>
                  <a:pt x="9430" y="10071"/>
                  <a:pt x="9500" y="10071"/>
                </a:cubicBezTo>
                <a:cubicBezTo>
                  <a:pt x="9569" y="10071"/>
                  <a:pt x="9639" y="10067"/>
                  <a:pt x="9709" y="10059"/>
                </a:cubicBezTo>
                <a:close/>
                <a:moveTo>
                  <a:pt x="6140" y="14556"/>
                </a:moveTo>
                <a:cubicBezTo>
                  <a:pt x="6427" y="14556"/>
                  <a:pt x="6703" y="14779"/>
                  <a:pt x="6703" y="15116"/>
                </a:cubicBezTo>
                <a:cubicBezTo>
                  <a:pt x="6702" y="15424"/>
                  <a:pt x="6452" y="15674"/>
                  <a:pt x="6144" y="15674"/>
                </a:cubicBezTo>
                <a:cubicBezTo>
                  <a:pt x="5647" y="15674"/>
                  <a:pt x="5397" y="15073"/>
                  <a:pt x="5750" y="14720"/>
                </a:cubicBezTo>
                <a:cubicBezTo>
                  <a:pt x="5863" y="14607"/>
                  <a:pt x="6003" y="14556"/>
                  <a:pt x="6140" y="14556"/>
                </a:cubicBezTo>
                <a:close/>
                <a:moveTo>
                  <a:pt x="12879" y="14556"/>
                </a:moveTo>
                <a:cubicBezTo>
                  <a:pt x="13166" y="14556"/>
                  <a:pt x="13442" y="14779"/>
                  <a:pt x="13442" y="15116"/>
                </a:cubicBezTo>
                <a:cubicBezTo>
                  <a:pt x="13441" y="15424"/>
                  <a:pt x="13191" y="15674"/>
                  <a:pt x="12883" y="15674"/>
                </a:cubicBezTo>
                <a:cubicBezTo>
                  <a:pt x="12385" y="15674"/>
                  <a:pt x="12136" y="15073"/>
                  <a:pt x="12489" y="14720"/>
                </a:cubicBezTo>
                <a:cubicBezTo>
                  <a:pt x="12602" y="14607"/>
                  <a:pt x="12742" y="14556"/>
                  <a:pt x="12879" y="14556"/>
                </a:cubicBezTo>
                <a:close/>
                <a:moveTo>
                  <a:pt x="6144" y="1"/>
                </a:moveTo>
                <a:cubicBezTo>
                  <a:pt x="4765" y="1"/>
                  <a:pt x="3979" y="1582"/>
                  <a:pt x="4804" y="2679"/>
                </a:cubicBezTo>
                <a:lnTo>
                  <a:pt x="2066" y="6786"/>
                </a:lnTo>
                <a:cubicBezTo>
                  <a:pt x="1933" y="6754"/>
                  <a:pt x="1801" y="6739"/>
                  <a:pt x="1672" y="6739"/>
                </a:cubicBezTo>
                <a:cubicBezTo>
                  <a:pt x="771" y="6739"/>
                  <a:pt x="1" y="7475"/>
                  <a:pt x="1" y="8415"/>
                </a:cubicBezTo>
                <a:cubicBezTo>
                  <a:pt x="1" y="9359"/>
                  <a:pt x="775" y="10090"/>
                  <a:pt x="1673" y="10090"/>
                </a:cubicBezTo>
                <a:cubicBezTo>
                  <a:pt x="1815" y="10090"/>
                  <a:pt x="1960" y="10072"/>
                  <a:pt x="2105" y="10034"/>
                </a:cubicBezTo>
                <a:lnTo>
                  <a:pt x="4807" y="14109"/>
                </a:lnTo>
                <a:cubicBezTo>
                  <a:pt x="3977" y="15206"/>
                  <a:pt x="4764" y="16792"/>
                  <a:pt x="6144" y="16792"/>
                </a:cubicBezTo>
                <a:cubicBezTo>
                  <a:pt x="6854" y="16790"/>
                  <a:pt x="7487" y="16343"/>
                  <a:pt x="7724" y="15674"/>
                </a:cubicBezTo>
                <a:lnTo>
                  <a:pt x="11303" y="15674"/>
                </a:lnTo>
                <a:cubicBezTo>
                  <a:pt x="11541" y="16343"/>
                  <a:pt x="12173" y="16790"/>
                  <a:pt x="12883" y="16792"/>
                </a:cubicBezTo>
                <a:cubicBezTo>
                  <a:pt x="14263" y="16792"/>
                  <a:pt x="15050" y="15206"/>
                  <a:pt x="14221" y="14109"/>
                </a:cubicBezTo>
                <a:lnTo>
                  <a:pt x="16948" y="9993"/>
                </a:lnTo>
                <a:cubicBezTo>
                  <a:pt x="17097" y="10034"/>
                  <a:pt x="17246" y="10053"/>
                  <a:pt x="17391" y="10053"/>
                </a:cubicBezTo>
                <a:cubicBezTo>
                  <a:pt x="18288" y="10053"/>
                  <a:pt x="19063" y="9322"/>
                  <a:pt x="19063" y="8378"/>
                </a:cubicBezTo>
                <a:cubicBezTo>
                  <a:pt x="19063" y="7434"/>
                  <a:pt x="18287" y="6701"/>
                  <a:pt x="17390" y="6701"/>
                </a:cubicBezTo>
                <a:cubicBezTo>
                  <a:pt x="17244" y="6701"/>
                  <a:pt x="17095" y="6721"/>
                  <a:pt x="16945" y="6762"/>
                </a:cubicBezTo>
                <a:lnTo>
                  <a:pt x="16945" y="6762"/>
                </a:lnTo>
                <a:lnTo>
                  <a:pt x="14224" y="2679"/>
                </a:lnTo>
                <a:cubicBezTo>
                  <a:pt x="15046" y="1584"/>
                  <a:pt x="14264" y="1"/>
                  <a:pt x="12883" y="1"/>
                </a:cubicBezTo>
                <a:cubicBezTo>
                  <a:pt x="12173" y="1"/>
                  <a:pt x="11541" y="448"/>
                  <a:pt x="11303" y="1117"/>
                </a:cubicBezTo>
                <a:lnTo>
                  <a:pt x="7724" y="1117"/>
                </a:lnTo>
                <a:cubicBezTo>
                  <a:pt x="7487" y="448"/>
                  <a:pt x="6854" y="1"/>
                  <a:pt x="614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9" name="Google Shape;4669;p54"/>
          <p:cNvSpPr/>
          <p:nvPr/>
        </p:nvSpPr>
        <p:spPr>
          <a:xfrm>
            <a:off x="1017111" y="1748599"/>
            <a:ext cx="316083" cy="367344"/>
          </a:xfrm>
          <a:custGeom>
            <a:rect b="b" l="l" r="r" t="t"/>
            <a:pathLst>
              <a:path extrusionOk="0" h="19063" w="16405">
                <a:moveTo>
                  <a:pt x="12663" y="1347"/>
                </a:moveTo>
                <a:lnTo>
                  <a:pt x="13451" y="2130"/>
                </a:lnTo>
                <a:lnTo>
                  <a:pt x="12663" y="2918"/>
                </a:lnTo>
                <a:lnTo>
                  <a:pt x="11874" y="2130"/>
                </a:lnTo>
                <a:lnTo>
                  <a:pt x="12663" y="1347"/>
                </a:lnTo>
                <a:close/>
                <a:moveTo>
                  <a:pt x="10293" y="2129"/>
                </a:moveTo>
                <a:lnTo>
                  <a:pt x="12663" y="4497"/>
                </a:lnTo>
                <a:lnTo>
                  <a:pt x="8713" y="8446"/>
                </a:lnTo>
                <a:lnTo>
                  <a:pt x="6345" y="6077"/>
                </a:lnTo>
                <a:lnTo>
                  <a:pt x="10293" y="2129"/>
                </a:lnTo>
                <a:close/>
                <a:moveTo>
                  <a:pt x="6345" y="7657"/>
                </a:moveTo>
                <a:lnTo>
                  <a:pt x="7134" y="8446"/>
                </a:lnTo>
                <a:lnTo>
                  <a:pt x="6345" y="9236"/>
                </a:lnTo>
                <a:lnTo>
                  <a:pt x="5556" y="8446"/>
                </a:lnTo>
                <a:lnTo>
                  <a:pt x="6345" y="7657"/>
                </a:lnTo>
                <a:close/>
                <a:moveTo>
                  <a:pt x="3649" y="12287"/>
                </a:moveTo>
                <a:cubicBezTo>
                  <a:pt x="3959" y="13170"/>
                  <a:pt x="4511" y="13947"/>
                  <a:pt x="5243" y="14533"/>
                </a:cubicBezTo>
                <a:cubicBezTo>
                  <a:pt x="4959" y="14777"/>
                  <a:pt x="4711" y="15060"/>
                  <a:pt x="4506" y="15373"/>
                </a:cubicBezTo>
                <a:cubicBezTo>
                  <a:pt x="3528" y="14578"/>
                  <a:pt x="2819" y="13500"/>
                  <a:pt x="2475" y="12287"/>
                </a:cubicBezTo>
                <a:close/>
                <a:moveTo>
                  <a:pt x="12599" y="6140"/>
                </a:moveTo>
                <a:cubicBezTo>
                  <a:pt x="15318" y="8697"/>
                  <a:pt x="15125" y="13049"/>
                  <a:pt x="12270" y="15377"/>
                </a:cubicBezTo>
                <a:cubicBezTo>
                  <a:pt x="12064" y="15060"/>
                  <a:pt x="11813" y="14775"/>
                  <a:pt x="11526" y="14528"/>
                </a:cubicBezTo>
                <a:cubicBezTo>
                  <a:pt x="13944" y="12584"/>
                  <a:pt x="14034" y="9002"/>
                  <a:pt x="11809" y="6930"/>
                </a:cubicBezTo>
                <a:lnTo>
                  <a:pt x="12599" y="6140"/>
                </a:lnTo>
                <a:close/>
                <a:moveTo>
                  <a:pt x="8382" y="14521"/>
                </a:moveTo>
                <a:cubicBezTo>
                  <a:pt x="9387" y="14521"/>
                  <a:pt x="10393" y="14892"/>
                  <a:pt x="11066" y="15637"/>
                </a:cubicBezTo>
                <a:lnTo>
                  <a:pt x="5705" y="15637"/>
                </a:lnTo>
                <a:cubicBezTo>
                  <a:pt x="6371" y="14894"/>
                  <a:pt x="7376" y="14521"/>
                  <a:pt x="8382" y="14521"/>
                </a:cubicBezTo>
                <a:close/>
                <a:moveTo>
                  <a:pt x="14530" y="16754"/>
                </a:moveTo>
                <a:lnTo>
                  <a:pt x="14530" y="17946"/>
                </a:lnTo>
                <a:lnTo>
                  <a:pt x="2245" y="17946"/>
                </a:lnTo>
                <a:lnTo>
                  <a:pt x="2245" y="16754"/>
                </a:lnTo>
                <a:close/>
                <a:moveTo>
                  <a:pt x="12663" y="1"/>
                </a:moveTo>
                <a:cubicBezTo>
                  <a:pt x="12520" y="1"/>
                  <a:pt x="12378" y="55"/>
                  <a:pt x="12269" y="163"/>
                </a:cubicBezTo>
                <a:lnTo>
                  <a:pt x="11084" y="1340"/>
                </a:lnTo>
                <a:cubicBezTo>
                  <a:pt x="10688" y="943"/>
                  <a:pt x="10585" y="779"/>
                  <a:pt x="10293" y="779"/>
                </a:cubicBezTo>
                <a:cubicBezTo>
                  <a:pt x="10145" y="779"/>
                  <a:pt x="10003" y="839"/>
                  <a:pt x="9899" y="943"/>
                </a:cubicBezTo>
                <a:lnTo>
                  <a:pt x="5161" y="5683"/>
                </a:lnTo>
                <a:cubicBezTo>
                  <a:pt x="4943" y="5901"/>
                  <a:pt x="4943" y="6253"/>
                  <a:pt x="5161" y="6472"/>
                </a:cubicBezTo>
                <a:lnTo>
                  <a:pt x="5556" y="6868"/>
                </a:lnTo>
                <a:lnTo>
                  <a:pt x="4372" y="8051"/>
                </a:lnTo>
                <a:cubicBezTo>
                  <a:pt x="4154" y="8269"/>
                  <a:pt x="4154" y="8624"/>
                  <a:pt x="4372" y="8842"/>
                </a:cubicBezTo>
                <a:lnTo>
                  <a:pt x="5950" y="10422"/>
                </a:lnTo>
                <a:cubicBezTo>
                  <a:pt x="6059" y="10530"/>
                  <a:pt x="6202" y="10584"/>
                  <a:pt x="6345" y="10584"/>
                </a:cubicBezTo>
                <a:cubicBezTo>
                  <a:pt x="6489" y="10584"/>
                  <a:pt x="6632" y="10530"/>
                  <a:pt x="6741" y="10422"/>
                </a:cubicBezTo>
                <a:lnTo>
                  <a:pt x="7926" y="9236"/>
                </a:lnTo>
                <a:lnTo>
                  <a:pt x="8320" y="9631"/>
                </a:lnTo>
                <a:cubicBezTo>
                  <a:pt x="8429" y="9740"/>
                  <a:pt x="8572" y="9795"/>
                  <a:pt x="8715" y="9795"/>
                </a:cubicBezTo>
                <a:cubicBezTo>
                  <a:pt x="8858" y="9795"/>
                  <a:pt x="9000" y="9740"/>
                  <a:pt x="9109" y="9631"/>
                </a:cubicBezTo>
                <a:lnTo>
                  <a:pt x="11019" y="7721"/>
                </a:lnTo>
                <a:lnTo>
                  <a:pt x="11019" y="7721"/>
                </a:lnTo>
                <a:cubicBezTo>
                  <a:pt x="12883" y="9420"/>
                  <a:pt x="12696" y="12453"/>
                  <a:pt x="10526" y="13878"/>
                </a:cubicBezTo>
                <a:cubicBezTo>
                  <a:pt x="9862" y="13561"/>
                  <a:pt x="9125" y="13403"/>
                  <a:pt x="8388" y="13403"/>
                </a:cubicBezTo>
                <a:cubicBezTo>
                  <a:pt x="7649" y="13403"/>
                  <a:pt x="6910" y="13562"/>
                  <a:pt x="6245" y="13880"/>
                </a:cubicBezTo>
                <a:cubicBezTo>
                  <a:pt x="5644" y="13487"/>
                  <a:pt x="5163" y="12935"/>
                  <a:pt x="4855" y="12287"/>
                </a:cubicBezTo>
                <a:lnTo>
                  <a:pt x="5334" y="12287"/>
                </a:lnTo>
                <a:cubicBezTo>
                  <a:pt x="5639" y="12281"/>
                  <a:pt x="5883" y="12033"/>
                  <a:pt x="5883" y="11728"/>
                </a:cubicBezTo>
                <a:cubicBezTo>
                  <a:pt x="5883" y="11424"/>
                  <a:pt x="5639" y="11175"/>
                  <a:pt x="5334" y="11170"/>
                </a:cubicBezTo>
                <a:lnTo>
                  <a:pt x="570" y="11170"/>
                </a:lnTo>
                <a:cubicBezTo>
                  <a:pt x="566" y="11170"/>
                  <a:pt x="563" y="11170"/>
                  <a:pt x="559" y="11170"/>
                </a:cubicBezTo>
                <a:cubicBezTo>
                  <a:pt x="252" y="11170"/>
                  <a:pt x="1" y="11419"/>
                  <a:pt x="1" y="11728"/>
                </a:cubicBezTo>
                <a:cubicBezTo>
                  <a:pt x="1" y="12036"/>
                  <a:pt x="252" y="12287"/>
                  <a:pt x="559" y="12287"/>
                </a:cubicBezTo>
                <a:cubicBezTo>
                  <a:pt x="563" y="12287"/>
                  <a:pt x="566" y="12287"/>
                  <a:pt x="570" y="12287"/>
                </a:cubicBezTo>
                <a:lnTo>
                  <a:pt x="1323" y="12287"/>
                </a:lnTo>
                <a:cubicBezTo>
                  <a:pt x="1619" y="13547"/>
                  <a:pt x="2250" y="14705"/>
                  <a:pt x="3148" y="15637"/>
                </a:cubicBezTo>
                <a:lnTo>
                  <a:pt x="1686" y="15637"/>
                </a:lnTo>
                <a:cubicBezTo>
                  <a:pt x="1378" y="15637"/>
                  <a:pt x="1127" y="15887"/>
                  <a:pt x="1127" y="16196"/>
                </a:cubicBezTo>
                <a:lnTo>
                  <a:pt x="1127" y="18504"/>
                </a:lnTo>
                <a:cubicBezTo>
                  <a:pt x="1127" y="18812"/>
                  <a:pt x="1378" y="19063"/>
                  <a:pt x="1686" y="19063"/>
                </a:cubicBezTo>
                <a:lnTo>
                  <a:pt x="15089" y="19063"/>
                </a:lnTo>
                <a:cubicBezTo>
                  <a:pt x="15397" y="19063"/>
                  <a:pt x="15648" y="18812"/>
                  <a:pt x="15648" y="18504"/>
                </a:cubicBezTo>
                <a:lnTo>
                  <a:pt x="15648" y="16196"/>
                </a:lnTo>
                <a:cubicBezTo>
                  <a:pt x="15648" y="15887"/>
                  <a:pt x="15397" y="15637"/>
                  <a:pt x="15089" y="15637"/>
                </a:cubicBezTo>
                <a:lnTo>
                  <a:pt x="13632" y="15637"/>
                </a:lnTo>
                <a:cubicBezTo>
                  <a:pt x="16404" y="12743"/>
                  <a:pt x="16309" y="8122"/>
                  <a:pt x="13390" y="5351"/>
                </a:cubicBezTo>
                <a:lnTo>
                  <a:pt x="13847" y="4893"/>
                </a:lnTo>
                <a:cubicBezTo>
                  <a:pt x="14065" y="4675"/>
                  <a:pt x="14065" y="4321"/>
                  <a:pt x="13847" y="4103"/>
                </a:cubicBezTo>
                <a:lnTo>
                  <a:pt x="13453" y="3708"/>
                </a:lnTo>
                <a:lnTo>
                  <a:pt x="14638" y="2523"/>
                </a:lnTo>
                <a:cubicBezTo>
                  <a:pt x="14856" y="2305"/>
                  <a:pt x="14854" y="1951"/>
                  <a:pt x="14636" y="1733"/>
                </a:cubicBezTo>
                <a:lnTo>
                  <a:pt x="13056" y="163"/>
                </a:lnTo>
                <a:cubicBezTo>
                  <a:pt x="12947" y="55"/>
                  <a:pt x="12805" y="1"/>
                  <a:pt x="1266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3" name="Shape 4673"/>
        <p:cNvGrpSpPr/>
        <p:nvPr/>
      </p:nvGrpSpPr>
      <p:grpSpPr>
        <a:xfrm>
          <a:off x="0" y="0"/>
          <a:ext cx="0" cy="0"/>
          <a:chOff x="0" y="0"/>
          <a:chExt cx="0" cy="0"/>
        </a:xfrm>
      </p:grpSpPr>
      <p:sp>
        <p:nvSpPr>
          <p:cNvPr id="4674" name="Google Shape;4674;p55"/>
          <p:cNvSpPr txBox="1"/>
          <p:nvPr/>
        </p:nvSpPr>
        <p:spPr>
          <a:xfrm>
            <a:off x="713225" y="1187975"/>
            <a:ext cx="3171000" cy="48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lt1"/>
                </a:solidFill>
                <a:latin typeface="Inter"/>
                <a:ea typeface="Inter"/>
                <a:cs typeface="Inter"/>
                <a:sym typeface="Inter"/>
              </a:rPr>
              <a:t>Goals &amp; results</a:t>
            </a:r>
            <a:endParaRPr sz="1600">
              <a:solidFill>
                <a:schemeClr val="lt1"/>
              </a:solidFill>
              <a:latin typeface="Inter"/>
              <a:ea typeface="Inter"/>
              <a:cs typeface="Inter"/>
              <a:sym typeface="Inter"/>
            </a:endParaRPr>
          </a:p>
        </p:txBody>
      </p:sp>
      <p:sp>
        <p:nvSpPr>
          <p:cNvPr id="4675" name="Google Shape;4675;p55"/>
          <p:cNvSpPr txBox="1"/>
          <p:nvPr>
            <p:ph type="title"/>
          </p:nvPr>
        </p:nvSpPr>
        <p:spPr>
          <a:xfrm>
            <a:off x="713225" y="539500"/>
            <a:ext cx="7717500" cy="48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Premium icons</a:t>
            </a:r>
            <a:endParaRPr/>
          </a:p>
        </p:txBody>
      </p:sp>
      <p:grpSp>
        <p:nvGrpSpPr>
          <p:cNvPr id="4676" name="Google Shape;4676;p55"/>
          <p:cNvGrpSpPr/>
          <p:nvPr/>
        </p:nvGrpSpPr>
        <p:grpSpPr>
          <a:xfrm>
            <a:off x="8430787" y="228418"/>
            <a:ext cx="346490" cy="311075"/>
            <a:chOff x="5655285" y="1922218"/>
            <a:chExt cx="2946347" cy="2645192"/>
          </a:xfrm>
        </p:grpSpPr>
        <p:sp>
          <p:nvSpPr>
            <p:cNvPr id="4677" name="Google Shape;4677;p55"/>
            <p:cNvSpPr/>
            <p:nvPr/>
          </p:nvSpPr>
          <p:spPr>
            <a:xfrm>
              <a:off x="5944020" y="4048928"/>
              <a:ext cx="2362667" cy="518482"/>
            </a:xfrm>
            <a:custGeom>
              <a:rect b="b" l="l" r="r" t="t"/>
              <a:pathLst>
                <a:path extrusionOk="0" h="518482" w="2362667">
                  <a:moveTo>
                    <a:pt x="0" y="0"/>
                  </a:moveTo>
                  <a:lnTo>
                    <a:pt x="2362667" y="0"/>
                  </a:lnTo>
                  <a:lnTo>
                    <a:pt x="2362667" y="518483"/>
                  </a:lnTo>
                  <a:lnTo>
                    <a:pt x="0" y="518483"/>
                  </a:lnTo>
                  <a:lnTo>
                    <a:pt x="0" y="0"/>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78" name="Google Shape;4678;p55"/>
            <p:cNvSpPr/>
            <p:nvPr/>
          </p:nvSpPr>
          <p:spPr>
            <a:xfrm>
              <a:off x="5928497" y="1922218"/>
              <a:ext cx="2412342" cy="1716891"/>
            </a:xfrm>
            <a:custGeom>
              <a:rect b="b" l="l" r="r" t="t"/>
              <a:pathLst>
                <a:path extrusionOk="0" h="1716891" w="2412342">
                  <a:moveTo>
                    <a:pt x="0" y="1716892"/>
                  </a:moveTo>
                  <a:lnTo>
                    <a:pt x="1195305" y="0"/>
                  </a:lnTo>
                  <a:lnTo>
                    <a:pt x="2412342" y="1716892"/>
                  </a:lnTo>
                  <a:lnTo>
                    <a:pt x="0" y="1716892"/>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79" name="Google Shape;4679;p55"/>
            <p:cNvSpPr/>
            <p:nvPr/>
          </p:nvSpPr>
          <p:spPr>
            <a:xfrm>
              <a:off x="6235861" y="2397235"/>
              <a:ext cx="2365771" cy="1518191"/>
            </a:xfrm>
            <a:custGeom>
              <a:rect b="b" l="l" r="r" t="t"/>
              <a:pathLst>
                <a:path extrusionOk="0" h="1518191" w="2365771">
                  <a:moveTo>
                    <a:pt x="2086350" y="1518192"/>
                  </a:moveTo>
                  <a:lnTo>
                    <a:pt x="2365772" y="0"/>
                  </a:lnTo>
                  <a:lnTo>
                    <a:pt x="0" y="1518192"/>
                  </a:lnTo>
                  <a:lnTo>
                    <a:pt x="2086350" y="1518192"/>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80" name="Google Shape;4680;p55"/>
            <p:cNvSpPr/>
            <p:nvPr/>
          </p:nvSpPr>
          <p:spPr>
            <a:xfrm>
              <a:off x="5655285" y="2394130"/>
              <a:ext cx="2207432" cy="1521296"/>
            </a:xfrm>
            <a:custGeom>
              <a:rect b="b" l="l" r="r" t="t"/>
              <a:pathLst>
                <a:path extrusionOk="0" h="1521296" w="2207432">
                  <a:moveTo>
                    <a:pt x="270108" y="1521297"/>
                  </a:moveTo>
                  <a:lnTo>
                    <a:pt x="0" y="0"/>
                  </a:lnTo>
                  <a:lnTo>
                    <a:pt x="2207433" y="1521297"/>
                  </a:lnTo>
                  <a:lnTo>
                    <a:pt x="270108" y="1521297"/>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4681" name="Google Shape;4681;p55"/>
          <p:cNvSpPr/>
          <p:nvPr/>
        </p:nvSpPr>
        <p:spPr>
          <a:xfrm>
            <a:off x="1756843" y="1765774"/>
            <a:ext cx="354827" cy="354849"/>
          </a:xfrm>
          <a:custGeom>
            <a:rect b="b" l="l" r="r" t="t"/>
            <a:pathLst>
              <a:path extrusionOk="0" h="16413" w="16412">
                <a:moveTo>
                  <a:pt x="8205" y="6796"/>
                </a:moveTo>
                <a:cubicBezTo>
                  <a:pt x="8456" y="6796"/>
                  <a:pt x="8702" y="6894"/>
                  <a:pt x="8885" y="7077"/>
                </a:cubicBezTo>
                <a:cubicBezTo>
                  <a:pt x="9161" y="7352"/>
                  <a:pt x="9243" y="7767"/>
                  <a:pt x="9095" y="8126"/>
                </a:cubicBezTo>
                <a:cubicBezTo>
                  <a:pt x="8945" y="8484"/>
                  <a:pt x="8595" y="8719"/>
                  <a:pt x="8206" y="8719"/>
                </a:cubicBezTo>
                <a:cubicBezTo>
                  <a:pt x="7676" y="8719"/>
                  <a:pt x="7245" y="8288"/>
                  <a:pt x="7245" y="7758"/>
                </a:cubicBezTo>
                <a:cubicBezTo>
                  <a:pt x="7245" y="7368"/>
                  <a:pt x="7478" y="7018"/>
                  <a:pt x="7838" y="6869"/>
                </a:cubicBezTo>
                <a:cubicBezTo>
                  <a:pt x="7957" y="6820"/>
                  <a:pt x="8082" y="6796"/>
                  <a:pt x="8205" y="6796"/>
                </a:cubicBezTo>
                <a:close/>
                <a:moveTo>
                  <a:pt x="8206" y="9676"/>
                </a:moveTo>
                <a:cubicBezTo>
                  <a:pt x="9297" y="9676"/>
                  <a:pt x="10202" y="10517"/>
                  <a:pt x="10284" y="11604"/>
                </a:cubicBezTo>
                <a:lnTo>
                  <a:pt x="6129" y="11604"/>
                </a:lnTo>
                <a:cubicBezTo>
                  <a:pt x="6210" y="10517"/>
                  <a:pt x="7116" y="9676"/>
                  <a:pt x="8206" y="9676"/>
                </a:cubicBezTo>
                <a:close/>
                <a:moveTo>
                  <a:pt x="15451" y="8046"/>
                </a:moveTo>
                <a:lnTo>
                  <a:pt x="15451" y="15449"/>
                </a:lnTo>
                <a:lnTo>
                  <a:pt x="11571" y="15449"/>
                </a:lnTo>
                <a:lnTo>
                  <a:pt x="11571" y="14489"/>
                </a:lnTo>
                <a:lnTo>
                  <a:pt x="14008" y="14489"/>
                </a:lnTo>
                <a:cubicBezTo>
                  <a:pt x="14273" y="14489"/>
                  <a:pt x="14488" y="14273"/>
                  <a:pt x="14488" y="14008"/>
                </a:cubicBezTo>
                <a:lnTo>
                  <a:pt x="14488" y="8046"/>
                </a:lnTo>
                <a:close/>
                <a:moveTo>
                  <a:pt x="7256" y="1"/>
                </a:moveTo>
                <a:cubicBezTo>
                  <a:pt x="7252" y="1"/>
                  <a:pt x="7249" y="1"/>
                  <a:pt x="7245" y="1"/>
                </a:cubicBezTo>
                <a:lnTo>
                  <a:pt x="482" y="1"/>
                </a:lnTo>
                <a:cubicBezTo>
                  <a:pt x="216" y="1"/>
                  <a:pt x="0" y="216"/>
                  <a:pt x="0" y="483"/>
                </a:cubicBezTo>
                <a:lnTo>
                  <a:pt x="0" y="15933"/>
                </a:lnTo>
                <a:cubicBezTo>
                  <a:pt x="0" y="16198"/>
                  <a:pt x="216" y="16413"/>
                  <a:pt x="481" y="16413"/>
                </a:cubicBezTo>
                <a:lnTo>
                  <a:pt x="15931" y="16413"/>
                </a:lnTo>
                <a:cubicBezTo>
                  <a:pt x="16196" y="16413"/>
                  <a:pt x="16411" y="16198"/>
                  <a:pt x="16411" y="15933"/>
                </a:cubicBezTo>
                <a:lnTo>
                  <a:pt x="16411" y="483"/>
                </a:lnTo>
                <a:cubicBezTo>
                  <a:pt x="16411" y="216"/>
                  <a:pt x="16196" y="1"/>
                  <a:pt x="15931" y="1"/>
                </a:cubicBezTo>
                <a:lnTo>
                  <a:pt x="9168" y="1"/>
                </a:lnTo>
                <a:cubicBezTo>
                  <a:pt x="8906" y="5"/>
                  <a:pt x="8696" y="219"/>
                  <a:pt x="8696" y="481"/>
                </a:cubicBezTo>
                <a:cubicBezTo>
                  <a:pt x="8696" y="743"/>
                  <a:pt x="8906" y="957"/>
                  <a:pt x="9168" y="963"/>
                </a:cubicBezTo>
                <a:lnTo>
                  <a:pt x="15451" y="963"/>
                </a:lnTo>
                <a:lnTo>
                  <a:pt x="15451" y="7084"/>
                </a:lnTo>
                <a:lnTo>
                  <a:pt x="14490" y="7084"/>
                </a:lnTo>
                <a:lnTo>
                  <a:pt x="14490" y="6283"/>
                </a:lnTo>
                <a:cubicBezTo>
                  <a:pt x="14494" y="6014"/>
                  <a:pt x="14277" y="5793"/>
                  <a:pt x="14008" y="5793"/>
                </a:cubicBezTo>
                <a:cubicBezTo>
                  <a:pt x="13739" y="5793"/>
                  <a:pt x="13522" y="6014"/>
                  <a:pt x="13528" y="6283"/>
                </a:cubicBezTo>
                <a:lnTo>
                  <a:pt x="13528" y="9969"/>
                </a:lnTo>
                <a:lnTo>
                  <a:pt x="12566" y="9969"/>
                </a:lnTo>
                <a:lnTo>
                  <a:pt x="12566" y="9168"/>
                </a:lnTo>
                <a:cubicBezTo>
                  <a:pt x="12561" y="8906"/>
                  <a:pt x="12347" y="8697"/>
                  <a:pt x="12085" y="8697"/>
                </a:cubicBezTo>
                <a:cubicBezTo>
                  <a:pt x="11823" y="8697"/>
                  <a:pt x="11609" y="8906"/>
                  <a:pt x="11605" y="9168"/>
                </a:cubicBezTo>
                <a:lnTo>
                  <a:pt x="11605" y="11604"/>
                </a:lnTo>
                <a:lnTo>
                  <a:pt x="11248" y="11604"/>
                </a:lnTo>
                <a:cubicBezTo>
                  <a:pt x="11190" y="10529"/>
                  <a:pt x="10569" y="9564"/>
                  <a:pt x="9615" y="9066"/>
                </a:cubicBezTo>
                <a:cubicBezTo>
                  <a:pt x="10136" y="8505"/>
                  <a:pt x="10275" y="7689"/>
                  <a:pt x="9969" y="6988"/>
                </a:cubicBezTo>
                <a:cubicBezTo>
                  <a:pt x="9664" y="6286"/>
                  <a:pt x="8972" y="5832"/>
                  <a:pt x="8207" y="5832"/>
                </a:cubicBezTo>
                <a:cubicBezTo>
                  <a:pt x="7441" y="5832"/>
                  <a:pt x="6750" y="6286"/>
                  <a:pt x="6444" y="6988"/>
                </a:cubicBezTo>
                <a:cubicBezTo>
                  <a:pt x="6138" y="7689"/>
                  <a:pt x="6277" y="8505"/>
                  <a:pt x="6798" y="9066"/>
                </a:cubicBezTo>
                <a:cubicBezTo>
                  <a:pt x="5844" y="9564"/>
                  <a:pt x="5224" y="10529"/>
                  <a:pt x="5166" y="11604"/>
                </a:cubicBezTo>
                <a:lnTo>
                  <a:pt x="4810" y="11604"/>
                </a:lnTo>
                <a:lnTo>
                  <a:pt x="4810" y="7565"/>
                </a:lnTo>
                <a:cubicBezTo>
                  <a:pt x="4804" y="7302"/>
                  <a:pt x="4590" y="7093"/>
                  <a:pt x="4328" y="7093"/>
                </a:cubicBezTo>
                <a:cubicBezTo>
                  <a:pt x="4066" y="7093"/>
                  <a:pt x="3852" y="7302"/>
                  <a:pt x="3848" y="7565"/>
                </a:cubicBezTo>
                <a:lnTo>
                  <a:pt x="3848" y="12084"/>
                </a:lnTo>
                <a:cubicBezTo>
                  <a:pt x="3848" y="12350"/>
                  <a:pt x="4063" y="12566"/>
                  <a:pt x="4328" y="12566"/>
                </a:cubicBezTo>
                <a:lnTo>
                  <a:pt x="12085" y="12566"/>
                </a:lnTo>
                <a:cubicBezTo>
                  <a:pt x="12350" y="12566"/>
                  <a:pt x="12566" y="12350"/>
                  <a:pt x="12566" y="12084"/>
                </a:cubicBezTo>
                <a:lnTo>
                  <a:pt x="12566" y="10931"/>
                </a:lnTo>
                <a:lnTo>
                  <a:pt x="13528" y="10931"/>
                </a:lnTo>
                <a:lnTo>
                  <a:pt x="13528" y="13528"/>
                </a:lnTo>
                <a:lnTo>
                  <a:pt x="6283" y="13528"/>
                </a:lnTo>
                <a:cubicBezTo>
                  <a:pt x="6279" y="13528"/>
                  <a:pt x="6276" y="13528"/>
                  <a:pt x="6272" y="13528"/>
                </a:cubicBezTo>
                <a:cubicBezTo>
                  <a:pt x="6008" y="13528"/>
                  <a:pt x="5792" y="13742"/>
                  <a:pt x="5792" y="14008"/>
                </a:cubicBezTo>
                <a:cubicBezTo>
                  <a:pt x="5792" y="14274"/>
                  <a:pt x="6008" y="14489"/>
                  <a:pt x="6272" y="14489"/>
                </a:cubicBezTo>
                <a:cubicBezTo>
                  <a:pt x="6276" y="14489"/>
                  <a:pt x="6279" y="14489"/>
                  <a:pt x="6283" y="14489"/>
                </a:cubicBezTo>
                <a:lnTo>
                  <a:pt x="10610" y="14489"/>
                </a:lnTo>
                <a:lnTo>
                  <a:pt x="10610" y="15451"/>
                </a:lnTo>
                <a:lnTo>
                  <a:pt x="963" y="15451"/>
                </a:lnTo>
                <a:lnTo>
                  <a:pt x="963" y="4841"/>
                </a:lnTo>
                <a:lnTo>
                  <a:pt x="1925" y="4841"/>
                </a:lnTo>
                <a:lnTo>
                  <a:pt x="1925" y="14008"/>
                </a:lnTo>
                <a:cubicBezTo>
                  <a:pt x="1925" y="14273"/>
                  <a:pt x="2140" y="14489"/>
                  <a:pt x="2405" y="14489"/>
                </a:cubicBezTo>
                <a:lnTo>
                  <a:pt x="4360" y="14489"/>
                </a:lnTo>
                <a:cubicBezTo>
                  <a:pt x="4622" y="14483"/>
                  <a:pt x="4832" y="14269"/>
                  <a:pt x="4832" y="14008"/>
                </a:cubicBezTo>
                <a:cubicBezTo>
                  <a:pt x="4832" y="13746"/>
                  <a:pt x="4622" y="13532"/>
                  <a:pt x="4360" y="13526"/>
                </a:cubicBezTo>
                <a:lnTo>
                  <a:pt x="2885" y="13526"/>
                </a:lnTo>
                <a:lnTo>
                  <a:pt x="2885" y="2886"/>
                </a:lnTo>
                <a:lnTo>
                  <a:pt x="7725" y="2886"/>
                </a:lnTo>
                <a:lnTo>
                  <a:pt x="7725" y="3846"/>
                </a:lnTo>
                <a:lnTo>
                  <a:pt x="4328" y="3846"/>
                </a:lnTo>
                <a:cubicBezTo>
                  <a:pt x="4063" y="3846"/>
                  <a:pt x="3848" y="4062"/>
                  <a:pt x="3848" y="4328"/>
                </a:cubicBezTo>
                <a:lnTo>
                  <a:pt x="3848" y="5642"/>
                </a:lnTo>
                <a:cubicBezTo>
                  <a:pt x="3852" y="5904"/>
                  <a:pt x="4066" y="6113"/>
                  <a:pt x="4328" y="6113"/>
                </a:cubicBezTo>
                <a:cubicBezTo>
                  <a:pt x="4590" y="6113"/>
                  <a:pt x="4804" y="5904"/>
                  <a:pt x="4808" y="5642"/>
                </a:cubicBezTo>
                <a:lnTo>
                  <a:pt x="4808" y="4809"/>
                </a:lnTo>
                <a:lnTo>
                  <a:pt x="11603" y="4809"/>
                </a:lnTo>
                <a:lnTo>
                  <a:pt x="11603" y="7244"/>
                </a:lnTo>
                <a:cubicBezTo>
                  <a:pt x="11599" y="7513"/>
                  <a:pt x="11816" y="7735"/>
                  <a:pt x="12085" y="7735"/>
                </a:cubicBezTo>
                <a:cubicBezTo>
                  <a:pt x="12353" y="7735"/>
                  <a:pt x="12570" y="7513"/>
                  <a:pt x="12566" y="7244"/>
                </a:cubicBezTo>
                <a:lnTo>
                  <a:pt x="12566" y="4328"/>
                </a:lnTo>
                <a:cubicBezTo>
                  <a:pt x="12566" y="4062"/>
                  <a:pt x="12350" y="3846"/>
                  <a:pt x="12085" y="3846"/>
                </a:cubicBezTo>
                <a:lnTo>
                  <a:pt x="8688" y="3846"/>
                </a:lnTo>
                <a:lnTo>
                  <a:pt x="8688" y="2886"/>
                </a:lnTo>
                <a:lnTo>
                  <a:pt x="13528" y="2886"/>
                </a:lnTo>
                <a:lnTo>
                  <a:pt x="13528" y="4360"/>
                </a:lnTo>
                <a:cubicBezTo>
                  <a:pt x="13532" y="4621"/>
                  <a:pt x="13746" y="4832"/>
                  <a:pt x="14008" y="4832"/>
                </a:cubicBezTo>
                <a:cubicBezTo>
                  <a:pt x="14270" y="4832"/>
                  <a:pt x="14484" y="4621"/>
                  <a:pt x="14488" y="4360"/>
                </a:cubicBezTo>
                <a:lnTo>
                  <a:pt x="14488" y="2404"/>
                </a:lnTo>
                <a:cubicBezTo>
                  <a:pt x="14488" y="2139"/>
                  <a:pt x="14273" y="1924"/>
                  <a:pt x="14008" y="1924"/>
                </a:cubicBezTo>
                <a:lnTo>
                  <a:pt x="2405" y="1924"/>
                </a:lnTo>
                <a:cubicBezTo>
                  <a:pt x="2139" y="1924"/>
                  <a:pt x="1923" y="2139"/>
                  <a:pt x="1925" y="2404"/>
                </a:cubicBezTo>
                <a:lnTo>
                  <a:pt x="1925" y="3879"/>
                </a:lnTo>
                <a:lnTo>
                  <a:pt x="963" y="3879"/>
                </a:lnTo>
                <a:lnTo>
                  <a:pt x="963" y="963"/>
                </a:lnTo>
                <a:lnTo>
                  <a:pt x="7245" y="963"/>
                </a:lnTo>
                <a:cubicBezTo>
                  <a:pt x="7248" y="963"/>
                  <a:pt x="7250" y="963"/>
                  <a:pt x="7253" y="963"/>
                </a:cubicBezTo>
                <a:cubicBezTo>
                  <a:pt x="7518" y="963"/>
                  <a:pt x="7734" y="748"/>
                  <a:pt x="7734" y="481"/>
                </a:cubicBezTo>
                <a:cubicBezTo>
                  <a:pt x="7734" y="215"/>
                  <a:pt x="7519" y="1"/>
                  <a:pt x="725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2" name="Google Shape;4682;p55"/>
          <p:cNvSpPr/>
          <p:nvPr/>
        </p:nvSpPr>
        <p:spPr>
          <a:xfrm>
            <a:off x="2517186" y="1765806"/>
            <a:ext cx="359951" cy="354784"/>
          </a:xfrm>
          <a:custGeom>
            <a:rect b="b" l="l" r="r" t="t"/>
            <a:pathLst>
              <a:path extrusionOk="0" h="16410" w="16649">
                <a:moveTo>
                  <a:pt x="4452" y="960"/>
                </a:moveTo>
                <a:cubicBezTo>
                  <a:pt x="4699" y="960"/>
                  <a:pt x="4937" y="1152"/>
                  <a:pt x="4937" y="1442"/>
                </a:cubicBezTo>
                <a:cubicBezTo>
                  <a:pt x="4937" y="1707"/>
                  <a:pt x="4722" y="1922"/>
                  <a:pt x="4457" y="1923"/>
                </a:cubicBezTo>
                <a:cubicBezTo>
                  <a:pt x="4028" y="1923"/>
                  <a:pt x="3814" y="1405"/>
                  <a:pt x="4117" y="1102"/>
                </a:cubicBezTo>
                <a:cubicBezTo>
                  <a:pt x="4214" y="1004"/>
                  <a:pt x="4335" y="960"/>
                  <a:pt x="4452" y="960"/>
                </a:cubicBezTo>
                <a:close/>
                <a:moveTo>
                  <a:pt x="10077" y="1222"/>
                </a:moveTo>
                <a:cubicBezTo>
                  <a:pt x="10087" y="1222"/>
                  <a:pt x="10098" y="1223"/>
                  <a:pt x="10108" y="1223"/>
                </a:cubicBezTo>
                <a:cubicBezTo>
                  <a:pt x="10338" y="1238"/>
                  <a:pt x="10524" y="1414"/>
                  <a:pt x="10553" y="1641"/>
                </a:cubicBezTo>
                <a:cubicBezTo>
                  <a:pt x="10584" y="1868"/>
                  <a:pt x="10449" y="2084"/>
                  <a:pt x="10231" y="2159"/>
                </a:cubicBezTo>
                <a:cubicBezTo>
                  <a:pt x="10181" y="2176"/>
                  <a:pt x="10129" y="2184"/>
                  <a:pt x="10078" y="2184"/>
                </a:cubicBezTo>
                <a:cubicBezTo>
                  <a:pt x="9910" y="2184"/>
                  <a:pt x="9749" y="2096"/>
                  <a:pt x="9661" y="1944"/>
                </a:cubicBezTo>
                <a:cubicBezTo>
                  <a:pt x="9597" y="1833"/>
                  <a:pt x="9579" y="1702"/>
                  <a:pt x="9613" y="1579"/>
                </a:cubicBezTo>
                <a:cubicBezTo>
                  <a:pt x="9669" y="1367"/>
                  <a:pt x="9861" y="1222"/>
                  <a:pt x="10077" y="1222"/>
                </a:cubicBezTo>
                <a:close/>
                <a:moveTo>
                  <a:pt x="14002" y="2058"/>
                </a:moveTo>
                <a:cubicBezTo>
                  <a:pt x="14094" y="2058"/>
                  <a:pt x="14187" y="2084"/>
                  <a:pt x="14269" y="2139"/>
                </a:cubicBezTo>
                <a:cubicBezTo>
                  <a:pt x="14459" y="2266"/>
                  <a:pt x="14532" y="2511"/>
                  <a:pt x="14444" y="2723"/>
                </a:cubicBezTo>
                <a:cubicBezTo>
                  <a:pt x="14369" y="2905"/>
                  <a:pt x="14192" y="3019"/>
                  <a:pt x="14000" y="3019"/>
                </a:cubicBezTo>
                <a:cubicBezTo>
                  <a:pt x="13969" y="3019"/>
                  <a:pt x="13938" y="3016"/>
                  <a:pt x="13907" y="3010"/>
                </a:cubicBezTo>
                <a:cubicBezTo>
                  <a:pt x="13683" y="2965"/>
                  <a:pt x="13520" y="2768"/>
                  <a:pt x="13520" y="2538"/>
                </a:cubicBezTo>
                <a:cubicBezTo>
                  <a:pt x="13520" y="2411"/>
                  <a:pt x="13571" y="2288"/>
                  <a:pt x="13661" y="2199"/>
                </a:cubicBezTo>
                <a:cubicBezTo>
                  <a:pt x="13754" y="2106"/>
                  <a:pt x="13877" y="2058"/>
                  <a:pt x="14002" y="2058"/>
                </a:cubicBezTo>
                <a:close/>
                <a:moveTo>
                  <a:pt x="1569" y="3845"/>
                </a:moveTo>
                <a:cubicBezTo>
                  <a:pt x="1816" y="3845"/>
                  <a:pt x="2052" y="4036"/>
                  <a:pt x="2052" y="4327"/>
                </a:cubicBezTo>
                <a:cubicBezTo>
                  <a:pt x="2052" y="4592"/>
                  <a:pt x="1837" y="4807"/>
                  <a:pt x="1572" y="4807"/>
                </a:cubicBezTo>
                <a:cubicBezTo>
                  <a:pt x="1143" y="4807"/>
                  <a:pt x="929" y="4288"/>
                  <a:pt x="1232" y="3987"/>
                </a:cubicBezTo>
                <a:cubicBezTo>
                  <a:pt x="1330" y="3889"/>
                  <a:pt x="1451" y="3845"/>
                  <a:pt x="1569" y="3845"/>
                </a:cubicBezTo>
                <a:close/>
                <a:moveTo>
                  <a:pt x="5414" y="4806"/>
                </a:moveTo>
                <a:cubicBezTo>
                  <a:pt x="5662" y="4806"/>
                  <a:pt x="5899" y="4998"/>
                  <a:pt x="5899" y="5289"/>
                </a:cubicBezTo>
                <a:cubicBezTo>
                  <a:pt x="5899" y="5554"/>
                  <a:pt x="5684" y="5769"/>
                  <a:pt x="5417" y="5769"/>
                </a:cubicBezTo>
                <a:cubicBezTo>
                  <a:pt x="4990" y="5769"/>
                  <a:pt x="4774" y="5251"/>
                  <a:pt x="5078" y="4947"/>
                </a:cubicBezTo>
                <a:cubicBezTo>
                  <a:pt x="5175" y="4850"/>
                  <a:pt x="5296" y="4806"/>
                  <a:pt x="5414" y="4806"/>
                </a:cubicBezTo>
                <a:close/>
                <a:moveTo>
                  <a:pt x="14841" y="5982"/>
                </a:moveTo>
                <a:cubicBezTo>
                  <a:pt x="15193" y="5982"/>
                  <a:pt x="15444" y="6372"/>
                  <a:pt x="15253" y="6703"/>
                </a:cubicBezTo>
                <a:cubicBezTo>
                  <a:pt x="15166" y="6854"/>
                  <a:pt x="15007" y="6943"/>
                  <a:pt x="14836" y="6943"/>
                </a:cubicBezTo>
                <a:cubicBezTo>
                  <a:pt x="14816" y="6943"/>
                  <a:pt x="14795" y="6942"/>
                  <a:pt x="14774" y="6939"/>
                </a:cubicBezTo>
                <a:cubicBezTo>
                  <a:pt x="14580" y="6914"/>
                  <a:pt x="14422" y="6775"/>
                  <a:pt x="14373" y="6588"/>
                </a:cubicBezTo>
                <a:cubicBezTo>
                  <a:pt x="14304" y="6331"/>
                  <a:pt x="14456" y="6068"/>
                  <a:pt x="14712" y="5999"/>
                </a:cubicBezTo>
                <a:cubicBezTo>
                  <a:pt x="14756" y="5987"/>
                  <a:pt x="14800" y="5982"/>
                  <a:pt x="14841" y="5982"/>
                </a:cubicBezTo>
                <a:close/>
                <a:moveTo>
                  <a:pt x="8335" y="7404"/>
                </a:moveTo>
                <a:cubicBezTo>
                  <a:pt x="8438" y="7404"/>
                  <a:pt x="8543" y="7424"/>
                  <a:pt x="8642" y="7465"/>
                </a:cubicBezTo>
                <a:cubicBezTo>
                  <a:pt x="8941" y="7588"/>
                  <a:pt x="9136" y="7881"/>
                  <a:pt x="9136" y="8204"/>
                </a:cubicBezTo>
                <a:cubicBezTo>
                  <a:pt x="9136" y="8647"/>
                  <a:pt x="8777" y="9006"/>
                  <a:pt x="8335" y="9006"/>
                </a:cubicBezTo>
                <a:cubicBezTo>
                  <a:pt x="8011" y="9006"/>
                  <a:pt x="7718" y="8811"/>
                  <a:pt x="7595" y="8512"/>
                </a:cubicBezTo>
                <a:cubicBezTo>
                  <a:pt x="7470" y="8212"/>
                  <a:pt x="7539" y="7868"/>
                  <a:pt x="7768" y="7638"/>
                </a:cubicBezTo>
                <a:cubicBezTo>
                  <a:pt x="7921" y="7485"/>
                  <a:pt x="8126" y="7404"/>
                  <a:pt x="8335" y="7404"/>
                </a:cubicBezTo>
                <a:close/>
                <a:moveTo>
                  <a:pt x="1832" y="9466"/>
                </a:moveTo>
                <a:cubicBezTo>
                  <a:pt x="2048" y="9466"/>
                  <a:pt x="2241" y="9612"/>
                  <a:pt x="2298" y="9823"/>
                </a:cubicBezTo>
                <a:cubicBezTo>
                  <a:pt x="2330" y="9946"/>
                  <a:pt x="2314" y="10077"/>
                  <a:pt x="2250" y="10187"/>
                </a:cubicBezTo>
                <a:cubicBezTo>
                  <a:pt x="2162" y="10340"/>
                  <a:pt x="2001" y="10428"/>
                  <a:pt x="1833" y="10428"/>
                </a:cubicBezTo>
                <a:cubicBezTo>
                  <a:pt x="1781" y="10428"/>
                  <a:pt x="1729" y="10420"/>
                  <a:pt x="1679" y="10403"/>
                </a:cubicBezTo>
                <a:cubicBezTo>
                  <a:pt x="1462" y="10329"/>
                  <a:pt x="1327" y="10111"/>
                  <a:pt x="1356" y="9884"/>
                </a:cubicBezTo>
                <a:cubicBezTo>
                  <a:pt x="1386" y="9657"/>
                  <a:pt x="1573" y="9483"/>
                  <a:pt x="1802" y="9467"/>
                </a:cubicBezTo>
                <a:cubicBezTo>
                  <a:pt x="1812" y="9466"/>
                  <a:pt x="1822" y="9466"/>
                  <a:pt x="1832" y="9466"/>
                </a:cubicBezTo>
                <a:close/>
                <a:moveTo>
                  <a:pt x="11248" y="10640"/>
                </a:moveTo>
                <a:cubicBezTo>
                  <a:pt x="11495" y="10640"/>
                  <a:pt x="11732" y="10831"/>
                  <a:pt x="11732" y="11122"/>
                </a:cubicBezTo>
                <a:cubicBezTo>
                  <a:pt x="11732" y="11387"/>
                  <a:pt x="11517" y="11602"/>
                  <a:pt x="11252" y="11602"/>
                </a:cubicBezTo>
                <a:cubicBezTo>
                  <a:pt x="10823" y="11602"/>
                  <a:pt x="10609" y="11085"/>
                  <a:pt x="10912" y="10782"/>
                </a:cubicBezTo>
                <a:cubicBezTo>
                  <a:pt x="11010" y="10684"/>
                  <a:pt x="11130" y="10640"/>
                  <a:pt x="11248" y="10640"/>
                </a:cubicBezTo>
                <a:close/>
                <a:moveTo>
                  <a:pt x="15095" y="11602"/>
                </a:moveTo>
                <a:cubicBezTo>
                  <a:pt x="15342" y="11602"/>
                  <a:pt x="15579" y="11794"/>
                  <a:pt x="15579" y="12084"/>
                </a:cubicBezTo>
                <a:cubicBezTo>
                  <a:pt x="15578" y="12349"/>
                  <a:pt x="15364" y="12564"/>
                  <a:pt x="15099" y="12564"/>
                </a:cubicBezTo>
                <a:cubicBezTo>
                  <a:pt x="14670" y="12564"/>
                  <a:pt x="14455" y="12047"/>
                  <a:pt x="14758" y="11744"/>
                </a:cubicBezTo>
                <a:cubicBezTo>
                  <a:pt x="14856" y="11646"/>
                  <a:pt x="14977" y="11602"/>
                  <a:pt x="15095" y="11602"/>
                </a:cubicBezTo>
                <a:close/>
                <a:moveTo>
                  <a:pt x="2667" y="13391"/>
                </a:moveTo>
                <a:cubicBezTo>
                  <a:pt x="2699" y="13391"/>
                  <a:pt x="2730" y="13394"/>
                  <a:pt x="2762" y="13400"/>
                </a:cubicBezTo>
                <a:cubicBezTo>
                  <a:pt x="2988" y="13444"/>
                  <a:pt x="3149" y="13642"/>
                  <a:pt x="3149" y="13870"/>
                </a:cubicBezTo>
                <a:cubicBezTo>
                  <a:pt x="3150" y="13998"/>
                  <a:pt x="3099" y="14121"/>
                  <a:pt x="3008" y="14212"/>
                </a:cubicBezTo>
                <a:cubicBezTo>
                  <a:pt x="2915" y="14304"/>
                  <a:pt x="2793" y="14351"/>
                  <a:pt x="2669" y="14351"/>
                </a:cubicBezTo>
                <a:cubicBezTo>
                  <a:pt x="2576" y="14351"/>
                  <a:pt x="2483" y="14325"/>
                  <a:pt x="2402" y="14270"/>
                </a:cubicBezTo>
                <a:cubicBezTo>
                  <a:pt x="2212" y="14143"/>
                  <a:pt x="2137" y="13898"/>
                  <a:pt x="2225" y="13687"/>
                </a:cubicBezTo>
                <a:cubicBezTo>
                  <a:pt x="2300" y="13505"/>
                  <a:pt x="2477" y="13391"/>
                  <a:pt x="2667" y="13391"/>
                </a:cubicBezTo>
                <a:close/>
                <a:moveTo>
                  <a:pt x="6592" y="14225"/>
                </a:moveTo>
                <a:cubicBezTo>
                  <a:pt x="6634" y="14225"/>
                  <a:pt x="6677" y="14231"/>
                  <a:pt x="6718" y="14242"/>
                </a:cubicBezTo>
                <a:cubicBezTo>
                  <a:pt x="6974" y="14311"/>
                  <a:pt x="7125" y="14575"/>
                  <a:pt x="7058" y="14831"/>
                </a:cubicBezTo>
                <a:cubicBezTo>
                  <a:pt x="6996" y="15059"/>
                  <a:pt x="6795" y="15187"/>
                  <a:pt x="6591" y="15187"/>
                </a:cubicBezTo>
                <a:cubicBezTo>
                  <a:pt x="6452" y="15187"/>
                  <a:pt x="6311" y="15127"/>
                  <a:pt x="6213" y="14998"/>
                </a:cubicBezTo>
                <a:cubicBezTo>
                  <a:pt x="5969" y="14683"/>
                  <a:pt x="6193" y="14226"/>
                  <a:pt x="6592" y="14225"/>
                </a:cubicBezTo>
                <a:close/>
                <a:moveTo>
                  <a:pt x="12217" y="14488"/>
                </a:moveTo>
                <a:cubicBezTo>
                  <a:pt x="12409" y="14488"/>
                  <a:pt x="12583" y="14605"/>
                  <a:pt x="12658" y="14784"/>
                </a:cubicBezTo>
                <a:cubicBezTo>
                  <a:pt x="12732" y="14964"/>
                  <a:pt x="12691" y="15171"/>
                  <a:pt x="12554" y="15309"/>
                </a:cubicBezTo>
                <a:cubicBezTo>
                  <a:pt x="12462" y="15401"/>
                  <a:pt x="12339" y="15449"/>
                  <a:pt x="12214" y="15449"/>
                </a:cubicBezTo>
                <a:cubicBezTo>
                  <a:pt x="12152" y="15449"/>
                  <a:pt x="12089" y="15437"/>
                  <a:pt x="12029" y="15413"/>
                </a:cubicBezTo>
                <a:cubicBezTo>
                  <a:pt x="11849" y="15338"/>
                  <a:pt x="11732" y="15164"/>
                  <a:pt x="11732" y="14969"/>
                </a:cubicBezTo>
                <a:cubicBezTo>
                  <a:pt x="11734" y="14704"/>
                  <a:pt x="11947" y="14488"/>
                  <a:pt x="12214" y="14488"/>
                </a:cubicBezTo>
                <a:cubicBezTo>
                  <a:pt x="12215" y="14488"/>
                  <a:pt x="12216" y="14488"/>
                  <a:pt x="12217" y="14488"/>
                </a:cubicBezTo>
                <a:close/>
                <a:moveTo>
                  <a:pt x="4458" y="1"/>
                </a:moveTo>
                <a:cubicBezTo>
                  <a:pt x="4342" y="1"/>
                  <a:pt x="4224" y="15"/>
                  <a:pt x="4107" y="44"/>
                </a:cubicBezTo>
                <a:cubicBezTo>
                  <a:pt x="3426" y="214"/>
                  <a:pt x="2966" y="851"/>
                  <a:pt x="3019" y="1551"/>
                </a:cubicBezTo>
                <a:cubicBezTo>
                  <a:pt x="3071" y="2251"/>
                  <a:pt x="3620" y="2811"/>
                  <a:pt x="4319" y="2878"/>
                </a:cubicBezTo>
                <a:lnTo>
                  <a:pt x="4622" y="4086"/>
                </a:lnTo>
                <a:cubicBezTo>
                  <a:pt x="4461" y="4193"/>
                  <a:pt x="4322" y="4331"/>
                  <a:pt x="4215" y="4492"/>
                </a:cubicBezTo>
                <a:lnTo>
                  <a:pt x="3007" y="4190"/>
                </a:lnTo>
                <a:cubicBezTo>
                  <a:pt x="2941" y="3490"/>
                  <a:pt x="2380" y="2940"/>
                  <a:pt x="1679" y="2887"/>
                </a:cubicBezTo>
                <a:cubicBezTo>
                  <a:pt x="1642" y="2884"/>
                  <a:pt x="1606" y="2883"/>
                  <a:pt x="1569" y="2883"/>
                </a:cubicBezTo>
                <a:cubicBezTo>
                  <a:pt x="913" y="2883"/>
                  <a:pt x="333" y="3330"/>
                  <a:pt x="170" y="3975"/>
                </a:cubicBezTo>
                <a:cubicBezTo>
                  <a:pt x="0" y="4658"/>
                  <a:pt x="344" y="5363"/>
                  <a:pt x="989" y="5646"/>
                </a:cubicBezTo>
                <a:cubicBezTo>
                  <a:pt x="1177" y="5729"/>
                  <a:pt x="1375" y="5769"/>
                  <a:pt x="1571" y="5769"/>
                </a:cubicBezTo>
                <a:cubicBezTo>
                  <a:pt x="2042" y="5769"/>
                  <a:pt x="2500" y="5537"/>
                  <a:pt x="2774" y="5123"/>
                </a:cubicBezTo>
                <a:lnTo>
                  <a:pt x="3982" y="5425"/>
                </a:lnTo>
                <a:cubicBezTo>
                  <a:pt x="4055" y="6198"/>
                  <a:pt x="4707" y="6733"/>
                  <a:pt x="5419" y="6733"/>
                </a:cubicBezTo>
                <a:cubicBezTo>
                  <a:pt x="5625" y="6733"/>
                  <a:pt x="5836" y="6688"/>
                  <a:pt x="6040" y="6591"/>
                </a:cubicBezTo>
                <a:lnTo>
                  <a:pt x="6795" y="7346"/>
                </a:lnTo>
                <a:cubicBezTo>
                  <a:pt x="6652" y="7601"/>
                  <a:pt x="6576" y="7888"/>
                  <a:pt x="6573" y="8180"/>
                </a:cubicBezTo>
                <a:lnTo>
                  <a:pt x="3023" y="9131"/>
                </a:lnTo>
                <a:cubicBezTo>
                  <a:pt x="2746" y="8729"/>
                  <a:pt x="2295" y="8505"/>
                  <a:pt x="1832" y="8505"/>
                </a:cubicBezTo>
                <a:cubicBezTo>
                  <a:pt x="1630" y="8505"/>
                  <a:pt x="1424" y="8548"/>
                  <a:pt x="1230" y="8638"/>
                </a:cubicBezTo>
                <a:cubicBezTo>
                  <a:pt x="592" y="8931"/>
                  <a:pt x="259" y="9643"/>
                  <a:pt x="441" y="10321"/>
                </a:cubicBezTo>
                <a:cubicBezTo>
                  <a:pt x="611" y="10955"/>
                  <a:pt x="1185" y="11390"/>
                  <a:pt x="1832" y="11390"/>
                </a:cubicBezTo>
                <a:cubicBezTo>
                  <a:pt x="1876" y="11390"/>
                  <a:pt x="1921" y="11388"/>
                  <a:pt x="1966" y="11384"/>
                </a:cubicBezTo>
                <a:cubicBezTo>
                  <a:pt x="2664" y="11319"/>
                  <a:pt x="3216" y="10761"/>
                  <a:pt x="3270" y="10060"/>
                </a:cubicBezTo>
                <a:lnTo>
                  <a:pt x="6725" y="9134"/>
                </a:lnTo>
                <a:lnTo>
                  <a:pt x="3291" y="12570"/>
                </a:lnTo>
                <a:cubicBezTo>
                  <a:pt x="3092" y="12475"/>
                  <a:pt x="2880" y="12430"/>
                  <a:pt x="2671" y="12430"/>
                </a:cubicBezTo>
                <a:cubicBezTo>
                  <a:pt x="2215" y="12430"/>
                  <a:pt x="1771" y="12646"/>
                  <a:pt x="1494" y="13039"/>
                </a:cubicBezTo>
                <a:cubicBezTo>
                  <a:pt x="1088" y="13611"/>
                  <a:pt x="1156" y="14393"/>
                  <a:pt x="1652" y="14888"/>
                </a:cubicBezTo>
                <a:cubicBezTo>
                  <a:pt x="1930" y="15167"/>
                  <a:pt x="2300" y="15311"/>
                  <a:pt x="2671" y="15311"/>
                </a:cubicBezTo>
                <a:cubicBezTo>
                  <a:pt x="2960" y="15311"/>
                  <a:pt x="3251" y="15224"/>
                  <a:pt x="3502" y="15046"/>
                </a:cubicBezTo>
                <a:cubicBezTo>
                  <a:pt x="4074" y="14642"/>
                  <a:pt x="4272" y="13884"/>
                  <a:pt x="3970" y="13250"/>
                </a:cubicBezTo>
                <a:lnTo>
                  <a:pt x="7405" y="9815"/>
                </a:lnTo>
                <a:lnTo>
                  <a:pt x="6481" y="13270"/>
                </a:lnTo>
                <a:cubicBezTo>
                  <a:pt x="5780" y="13324"/>
                  <a:pt x="5223" y="13875"/>
                  <a:pt x="5158" y="14573"/>
                </a:cubicBezTo>
                <a:cubicBezTo>
                  <a:pt x="5095" y="15272"/>
                  <a:pt x="5543" y="15915"/>
                  <a:pt x="6220" y="16096"/>
                </a:cubicBezTo>
                <a:cubicBezTo>
                  <a:pt x="6344" y="16130"/>
                  <a:pt x="6469" y="16146"/>
                  <a:pt x="6593" y="16146"/>
                </a:cubicBezTo>
                <a:cubicBezTo>
                  <a:pt x="7144" y="16146"/>
                  <a:pt x="7662" y="15828"/>
                  <a:pt x="7901" y="15309"/>
                </a:cubicBezTo>
                <a:cubicBezTo>
                  <a:pt x="8194" y="14671"/>
                  <a:pt x="7986" y="13916"/>
                  <a:pt x="7409" y="13518"/>
                </a:cubicBezTo>
                <a:lnTo>
                  <a:pt x="8361" y="9968"/>
                </a:lnTo>
                <a:cubicBezTo>
                  <a:pt x="8652" y="9965"/>
                  <a:pt x="8939" y="9887"/>
                  <a:pt x="9194" y="9745"/>
                </a:cubicBezTo>
                <a:lnTo>
                  <a:pt x="9950" y="10501"/>
                </a:lnTo>
                <a:cubicBezTo>
                  <a:pt x="9518" y="11406"/>
                  <a:pt x="10117" y="12465"/>
                  <a:pt x="11116" y="12558"/>
                </a:cubicBezTo>
                <a:lnTo>
                  <a:pt x="11417" y="13766"/>
                </a:lnTo>
                <a:cubicBezTo>
                  <a:pt x="10831" y="14155"/>
                  <a:pt x="10612" y="14907"/>
                  <a:pt x="10894" y="15550"/>
                </a:cubicBezTo>
                <a:cubicBezTo>
                  <a:pt x="11130" y="16081"/>
                  <a:pt x="11653" y="16410"/>
                  <a:pt x="12213" y="16410"/>
                </a:cubicBezTo>
                <a:cubicBezTo>
                  <a:pt x="12329" y="16410"/>
                  <a:pt x="12447" y="16395"/>
                  <a:pt x="12564" y="16366"/>
                </a:cubicBezTo>
                <a:cubicBezTo>
                  <a:pt x="13245" y="16196"/>
                  <a:pt x="13705" y="15560"/>
                  <a:pt x="13652" y="14860"/>
                </a:cubicBezTo>
                <a:cubicBezTo>
                  <a:pt x="13599" y="14160"/>
                  <a:pt x="13050" y="13600"/>
                  <a:pt x="12350" y="13534"/>
                </a:cubicBezTo>
                <a:lnTo>
                  <a:pt x="12048" y="12325"/>
                </a:lnTo>
                <a:cubicBezTo>
                  <a:pt x="12210" y="12217"/>
                  <a:pt x="12347" y="12079"/>
                  <a:pt x="12454" y="11918"/>
                </a:cubicBezTo>
                <a:lnTo>
                  <a:pt x="13662" y="12221"/>
                </a:lnTo>
                <a:cubicBezTo>
                  <a:pt x="13716" y="12790"/>
                  <a:pt x="14102" y="13271"/>
                  <a:pt x="14643" y="13453"/>
                </a:cubicBezTo>
                <a:cubicBezTo>
                  <a:pt x="14793" y="13503"/>
                  <a:pt x="14946" y="13527"/>
                  <a:pt x="15098" y="13527"/>
                </a:cubicBezTo>
                <a:cubicBezTo>
                  <a:pt x="15498" y="13527"/>
                  <a:pt x="15887" y="13360"/>
                  <a:pt x="16165" y="13055"/>
                </a:cubicBezTo>
                <a:cubicBezTo>
                  <a:pt x="16550" y="12632"/>
                  <a:pt x="16648" y="12022"/>
                  <a:pt x="16417" y="11501"/>
                </a:cubicBezTo>
                <a:cubicBezTo>
                  <a:pt x="16187" y="10978"/>
                  <a:pt x="15670" y="10641"/>
                  <a:pt x="15099" y="10641"/>
                </a:cubicBezTo>
                <a:cubicBezTo>
                  <a:pt x="14614" y="10641"/>
                  <a:pt x="14163" y="10883"/>
                  <a:pt x="13897" y="11287"/>
                </a:cubicBezTo>
                <a:lnTo>
                  <a:pt x="12688" y="10985"/>
                </a:lnTo>
                <a:cubicBezTo>
                  <a:pt x="12615" y="10211"/>
                  <a:pt x="11962" y="9678"/>
                  <a:pt x="11252" y="9678"/>
                </a:cubicBezTo>
                <a:cubicBezTo>
                  <a:pt x="11045" y="9678"/>
                  <a:pt x="10834" y="9723"/>
                  <a:pt x="10631" y="9820"/>
                </a:cubicBezTo>
                <a:lnTo>
                  <a:pt x="9874" y="9063"/>
                </a:lnTo>
                <a:cubicBezTo>
                  <a:pt x="10017" y="8808"/>
                  <a:pt x="10093" y="8522"/>
                  <a:pt x="10098" y="8231"/>
                </a:cubicBezTo>
                <a:lnTo>
                  <a:pt x="13649" y="7279"/>
                </a:lnTo>
                <a:cubicBezTo>
                  <a:pt x="13925" y="7681"/>
                  <a:pt x="14375" y="7905"/>
                  <a:pt x="14839" y="7905"/>
                </a:cubicBezTo>
                <a:cubicBezTo>
                  <a:pt x="15042" y="7905"/>
                  <a:pt x="15247" y="7862"/>
                  <a:pt x="15442" y="7772"/>
                </a:cubicBezTo>
                <a:cubicBezTo>
                  <a:pt x="16080" y="7478"/>
                  <a:pt x="16413" y="6766"/>
                  <a:pt x="16231" y="6088"/>
                </a:cubicBezTo>
                <a:cubicBezTo>
                  <a:pt x="16061" y="5454"/>
                  <a:pt x="15485" y="5019"/>
                  <a:pt x="14838" y="5019"/>
                </a:cubicBezTo>
                <a:cubicBezTo>
                  <a:pt x="14794" y="5019"/>
                  <a:pt x="14750" y="5021"/>
                  <a:pt x="14705" y="5025"/>
                </a:cubicBezTo>
                <a:cubicBezTo>
                  <a:pt x="14005" y="5090"/>
                  <a:pt x="13454" y="5649"/>
                  <a:pt x="13399" y="6349"/>
                </a:cubicBezTo>
                <a:lnTo>
                  <a:pt x="9944" y="7276"/>
                </a:lnTo>
                <a:lnTo>
                  <a:pt x="13380" y="3840"/>
                </a:lnTo>
                <a:cubicBezTo>
                  <a:pt x="13577" y="3934"/>
                  <a:pt x="13787" y="3979"/>
                  <a:pt x="13995" y="3979"/>
                </a:cubicBezTo>
                <a:cubicBezTo>
                  <a:pt x="14450" y="3979"/>
                  <a:pt x="14894" y="3763"/>
                  <a:pt x="15172" y="3370"/>
                </a:cubicBezTo>
                <a:cubicBezTo>
                  <a:pt x="15575" y="2798"/>
                  <a:pt x="15507" y="2019"/>
                  <a:pt x="15011" y="1524"/>
                </a:cubicBezTo>
                <a:cubicBezTo>
                  <a:pt x="14733" y="1246"/>
                  <a:pt x="14365" y="1103"/>
                  <a:pt x="13995" y="1103"/>
                </a:cubicBezTo>
                <a:cubicBezTo>
                  <a:pt x="13706" y="1103"/>
                  <a:pt x="13416" y="1190"/>
                  <a:pt x="13166" y="1367"/>
                </a:cubicBezTo>
                <a:cubicBezTo>
                  <a:pt x="12593" y="1771"/>
                  <a:pt x="12397" y="2530"/>
                  <a:pt x="12699" y="3161"/>
                </a:cubicBezTo>
                <a:lnTo>
                  <a:pt x="9263" y="6596"/>
                </a:lnTo>
                <a:lnTo>
                  <a:pt x="10189" y="3142"/>
                </a:lnTo>
                <a:cubicBezTo>
                  <a:pt x="10887" y="3086"/>
                  <a:pt x="11444" y="2536"/>
                  <a:pt x="11508" y="1838"/>
                </a:cubicBezTo>
                <a:cubicBezTo>
                  <a:pt x="11571" y="1140"/>
                  <a:pt x="11123" y="498"/>
                  <a:pt x="10446" y="317"/>
                </a:cubicBezTo>
                <a:cubicBezTo>
                  <a:pt x="10323" y="284"/>
                  <a:pt x="10198" y="268"/>
                  <a:pt x="10075" y="268"/>
                </a:cubicBezTo>
                <a:cubicBezTo>
                  <a:pt x="9525" y="268"/>
                  <a:pt x="9007" y="585"/>
                  <a:pt x="8768" y="1105"/>
                </a:cubicBezTo>
                <a:cubicBezTo>
                  <a:pt x="8475" y="1742"/>
                  <a:pt x="8683" y="2496"/>
                  <a:pt x="9260" y="2893"/>
                </a:cubicBezTo>
                <a:lnTo>
                  <a:pt x="8308" y="6443"/>
                </a:lnTo>
                <a:cubicBezTo>
                  <a:pt x="8015" y="6447"/>
                  <a:pt x="7730" y="6523"/>
                  <a:pt x="7475" y="6667"/>
                </a:cubicBezTo>
                <a:lnTo>
                  <a:pt x="6718" y="5910"/>
                </a:lnTo>
                <a:cubicBezTo>
                  <a:pt x="7151" y="5006"/>
                  <a:pt x="6552" y="3947"/>
                  <a:pt x="5555" y="3852"/>
                </a:cubicBezTo>
                <a:lnTo>
                  <a:pt x="5253" y="2644"/>
                </a:lnTo>
                <a:cubicBezTo>
                  <a:pt x="5838" y="2256"/>
                  <a:pt x="6059" y="1503"/>
                  <a:pt x="5775" y="860"/>
                </a:cubicBezTo>
                <a:cubicBezTo>
                  <a:pt x="5541" y="329"/>
                  <a:pt x="5017" y="1"/>
                  <a:pt x="445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683" name="Google Shape;4683;p55"/>
          <p:cNvGrpSpPr/>
          <p:nvPr/>
        </p:nvGrpSpPr>
        <p:grpSpPr>
          <a:xfrm>
            <a:off x="3301873" y="1765820"/>
            <a:ext cx="297988" cy="354633"/>
            <a:chOff x="7253900" y="1797600"/>
            <a:chExt cx="344575" cy="410075"/>
          </a:xfrm>
        </p:grpSpPr>
        <p:sp>
          <p:nvSpPr>
            <p:cNvPr id="4684" name="Google Shape;4684;p55"/>
            <p:cNvSpPr/>
            <p:nvPr/>
          </p:nvSpPr>
          <p:spPr>
            <a:xfrm>
              <a:off x="7253900" y="1869475"/>
              <a:ext cx="344575" cy="338200"/>
            </a:xfrm>
            <a:custGeom>
              <a:rect b="b" l="l" r="r" t="t"/>
              <a:pathLst>
                <a:path extrusionOk="0" h="13528" w="13783">
                  <a:moveTo>
                    <a:pt x="6893" y="964"/>
                  </a:moveTo>
                  <a:cubicBezTo>
                    <a:pt x="7645" y="964"/>
                    <a:pt x="8356" y="1233"/>
                    <a:pt x="8922" y="1740"/>
                  </a:cubicBezTo>
                  <a:cubicBezTo>
                    <a:pt x="10172" y="2857"/>
                    <a:pt x="10282" y="4779"/>
                    <a:pt x="9165" y="6031"/>
                  </a:cubicBezTo>
                  <a:cubicBezTo>
                    <a:pt x="8736" y="6513"/>
                    <a:pt x="8462" y="7091"/>
                    <a:pt x="8368" y="7695"/>
                  </a:cubicBezTo>
                  <a:lnTo>
                    <a:pt x="7372" y="7695"/>
                  </a:lnTo>
                  <a:lnTo>
                    <a:pt x="7372" y="5168"/>
                  </a:lnTo>
                  <a:lnTo>
                    <a:pt x="8192" y="4348"/>
                  </a:lnTo>
                  <a:cubicBezTo>
                    <a:pt x="8380" y="4161"/>
                    <a:pt x="8380" y="3856"/>
                    <a:pt x="8192" y="3669"/>
                  </a:cubicBezTo>
                  <a:cubicBezTo>
                    <a:pt x="8099" y="3574"/>
                    <a:pt x="7976" y="3527"/>
                    <a:pt x="7853" y="3527"/>
                  </a:cubicBezTo>
                  <a:cubicBezTo>
                    <a:pt x="7730" y="3527"/>
                    <a:pt x="7607" y="3574"/>
                    <a:pt x="7513" y="3669"/>
                  </a:cubicBezTo>
                  <a:lnTo>
                    <a:pt x="6891" y="4291"/>
                  </a:lnTo>
                  <a:lnTo>
                    <a:pt x="6268" y="3669"/>
                  </a:lnTo>
                  <a:cubicBezTo>
                    <a:pt x="6175" y="3576"/>
                    <a:pt x="6054" y="3530"/>
                    <a:pt x="5932" y="3530"/>
                  </a:cubicBezTo>
                  <a:cubicBezTo>
                    <a:pt x="5809" y="3530"/>
                    <a:pt x="5686" y="3577"/>
                    <a:pt x="5592" y="3672"/>
                  </a:cubicBezTo>
                  <a:cubicBezTo>
                    <a:pt x="5406" y="3858"/>
                    <a:pt x="5404" y="4159"/>
                    <a:pt x="5589" y="4348"/>
                  </a:cubicBezTo>
                  <a:lnTo>
                    <a:pt x="6410" y="5168"/>
                  </a:lnTo>
                  <a:lnTo>
                    <a:pt x="6410" y="7695"/>
                  </a:lnTo>
                  <a:lnTo>
                    <a:pt x="5413" y="7695"/>
                  </a:lnTo>
                  <a:cubicBezTo>
                    <a:pt x="5318" y="7093"/>
                    <a:pt x="5041" y="6510"/>
                    <a:pt x="4607" y="6019"/>
                  </a:cubicBezTo>
                  <a:cubicBezTo>
                    <a:pt x="4029" y="5365"/>
                    <a:pt x="3767" y="4523"/>
                    <a:pt x="3866" y="3647"/>
                  </a:cubicBezTo>
                  <a:lnTo>
                    <a:pt x="3866" y="3647"/>
                  </a:lnTo>
                  <a:lnTo>
                    <a:pt x="3868" y="3648"/>
                  </a:lnTo>
                  <a:cubicBezTo>
                    <a:pt x="4026" y="2259"/>
                    <a:pt x="5152" y="1138"/>
                    <a:pt x="6542" y="983"/>
                  </a:cubicBezTo>
                  <a:cubicBezTo>
                    <a:pt x="6660" y="970"/>
                    <a:pt x="6777" y="964"/>
                    <a:pt x="6893" y="964"/>
                  </a:cubicBezTo>
                  <a:close/>
                  <a:moveTo>
                    <a:pt x="7667" y="8657"/>
                  </a:moveTo>
                  <a:lnTo>
                    <a:pt x="7346" y="9617"/>
                  </a:lnTo>
                  <a:lnTo>
                    <a:pt x="6437" y="9617"/>
                  </a:lnTo>
                  <a:lnTo>
                    <a:pt x="6116" y="8657"/>
                  </a:lnTo>
                  <a:close/>
                  <a:moveTo>
                    <a:pt x="5102" y="8657"/>
                  </a:moveTo>
                  <a:lnTo>
                    <a:pt x="5593" y="10126"/>
                  </a:lnTo>
                  <a:lnTo>
                    <a:pt x="5061" y="12567"/>
                  </a:lnTo>
                  <a:lnTo>
                    <a:pt x="961" y="12567"/>
                  </a:lnTo>
                  <a:lnTo>
                    <a:pt x="962" y="11634"/>
                  </a:lnTo>
                  <a:cubicBezTo>
                    <a:pt x="965" y="10562"/>
                    <a:pt x="1676" y="9620"/>
                    <a:pt x="2705" y="9322"/>
                  </a:cubicBezTo>
                  <a:lnTo>
                    <a:pt x="5035" y="8657"/>
                  </a:lnTo>
                  <a:close/>
                  <a:moveTo>
                    <a:pt x="7305" y="10580"/>
                  </a:moveTo>
                  <a:lnTo>
                    <a:pt x="7737" y="12567"/>
                  </a:lnTo>
                  <a:lnTo>
                    <a:pt x="6046" y="12567"/>
                  </a:lnTo>
                  <a:lnTo>
                    <a:pt x="6478" y="10580"/>
                  </a:lnTo>
                  <a:close/>
                  <a:moveTo>
                    <a:pt x="8746" y="8657"/>
                  </a:moveTo>
                  <a:lnTo>
                    <a:pt x="11077" y="9323"/>
                  </a:lnTo>
                  <a:cubicBezTo>
                    <a:pt x="12107" y="9620"/>
                    <a:pt x="12817" y="10562"/>
                    <a:pt x="12820" y="11634"/>
                  </a:cubicBezTo>
                  <a:lnTo>
                    <a:pt x="12822" y="12567"/>
                  </a:lnTo>
                  <a:lnTo>
                    <a:pt x="8721" y="12567"/>
                  </a:lnTo>
                  <a:lnTo>
                    <a:pt x="8190" y="10126"/>
                  </a:lnTo>
                  <a:lnTo>
                    <a:pt x="8680" y="8657"/>
                  </a:lnTo>
                  <a:close/>
                  <a:moveTo>
                    <a:pt x="6892" y="1"/>
                  </a:moveTo>
                  <a:cubicBezTo>
                    <a:pt x="6741" y="1"/>
                    <a:pt x="6588" y="9"/>
                    <a:pt x="6435" y="27"/>
                  </a:cubicBezTo>
                  <a:cubicBezTo>
                    <a:pt x="4604" y="230"/>
                    <a:pt x="3122" y="1706"/>
                    <a:pt x="2912" y="3537"/>
                  </a:cubicBezTo>
                  <a:cubicBezTo>
                    <a:pt x="2780" y="4687"/>
                    <a:pt x="3127" y="5795"/>
                    <a:pt x="3887" y="6656"/>
                  </a:cubicBezTo>
                  <a:cubicBezTo>
                    <a:pt x="4193" y="7002"/>
                    <a:pt x="4389" y="7406"/>
                    <a:pt x="4459" y="7821"/>
                  </a:cubicBezTo>
                  <a:lnTo>
                    <a:pt x="2441" y="8398"/>
                  </a:lnTo>
                  <a:cubicBezTo>
                    <a:pt x="996" y="8809"/>
                    <a:pt x="0" y="10130"/>
                    <a:pt x="0" y="11633"/>
                  </a:cubicBezTo>
                  <a:lnTo>
                    <a:pt x="0" y="13047"/>
                  </a:lnTo>
                  <a:cubicBezTo>
                    <a:pt x="0" y="13312"/>
                    <a:pt x="215" y="13528"/>
                    <a:pt x="481" y="13528"/>
                  </a:cubicBezTo>
                  <a:lnTo>
                    <a:pt x="13302" y="13528"/>
                  </a:lnTo>
                  <a:cubicBezTo>
                    <a:pt x="13567" y="13528"/>
                    <a:pt x="13782" y="13312"/>
                    <a:pt x="13782" y="13047"/>
                  </a:cubicBezTo>
                  <a:lnTo>
                    <a:pt x="13782" y="11633"/>
                  </a:lnTo>
                  <a:cubicBezTo>
                    <a:pt x="13782" y="10130"/>
                    <a:pt x="12786" y="8809"/>
                    <a:pt x="11343" y="8398"/>
                  </a:cubicBezTo>
                  <a:lnTo>
                    <a:pt x="9323" y="7821"/>
                  </a:lnTo>
                  <a:cubicBezTo>
                    <a:pt x="9390" y="7406"/>
                    <a:pt x="9584" y="7006"/>
                    <a:pt x="9884" y="6671"/>
                  </a:cubicBezTo>
                  <a:cubicBezTo>
                    <a:pt x="10988" y="5429"/>
                    <a:pt x="11212" y="3637"/>
                    <a:pt x="10446" y="2162"/>
                  </a:cubicBezTo>
                  <a:cubicBezTo>
                    <a:pt x="9753" y="824"/>
                    <a:pt x="8374" y="1"/>
                    <a:pt x="689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5" name="Google Shape;4685;p55"/>
            <p:cNvSpPr/>
            <p:nvPr/>
          </p:nvSpPr>
          <p:spPr>
            <a:xfrm>
              <a:off x="7414150" y="1797600"/>
              <a:ext cx="24075" cy="47875"/>
            </a:xfrm>
            <a:custGeom>
              <a:rect b="b" l="l" r="r" t="t"/>
              <a:pathLst>
                <a:path extrusionOk="0" h="1915" w="963">
                  <a:moveTo>
                    <a:pt x="481" y="1"/>
                  </a:moveTo>
                  <a:cubicBezTo>
                    <a:pt x="220" y="1"/>
                    <a:pt x="6" y="210"/>
                    <a:pt x="0" y="472"/>
                  </a:cubicBezTo>
                  <a:lnTo>
                    <a:pt x="0" y="1434"/>
                  </a:lnTo>
                  <a:cubicBezTo>
                    <a:pt x="0" y="1699"/>
                    <a:pt x="215" y="1915"/>
                    <a:pt x="482" y="1915"/>
                  </a:cubicBezTo>
                  <a:cubicBezTo>
                    <a:pt x="747" y="1915"/>
                    <a:pt x="962" y="1699"/>
                    <a:pt x="962" y="1434"/>
                  </a:cubicBezTo>
                  <a:lnTo>
                    <a:pt x="962" y="472"/>
                  </a:lnTo>
                  <a:cubicBezTo>
                    <a:pt x="956" y="210"/>
                    <a:pt x="743" y="1"/>
                    <a:pt x="48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6" name="Google Shape;4686;p55"/>
            <p:cNvSpPr/>
            <p:nvPr/>
          </p:nvSpPr>
          <p:spPr>
            <a:xfrm>
              <a:off x="7550375" y="1957625"/>
              <a:ext cx="47875" cy="24075"/>
            </a:xfrm>
            <a:custGeom>
              <a:rect b="b" l="l" r="r" t="t"/>
              <a:pathLst>
                <a:path extrusionOk="0" h="963" w="1915">
                  <a:moveTo>
                    <a:pt x="482" y="1"/>
                  </a:moveTo>
                  <a:cubicBezTo>
                    <a:pt x="216" y="1"/>
                    <a:pt x="0" y="216"/>
                    <a:pt x="0" y="483"/>
                  </a:cubicBezTo>
                  <a:cubicBezTo>
                    <a:pt x="0" y="748"/>
                    <a:pt x="216" y="963"/>
                    <a:pt x="482" y="963"/>
                  </a:cubicBezTo>
                  <a:lnTo>
                    <a:pt x="1443" y="963"/>
                  </a:lnTo>
                  <a:cubicBezTo>
                    <a:pt x="1705" y="957"/>
                    <a:pt x="1915" y="743"/>
                    <a:pt x="1915" y="483"/>
                  </a:cubicBezTo>
                  <a:cubicBezTo>
                    <a:pt x="1915" y="220"/>
                    <a:pt x="1705" y="7"/>
                    <a:pt x="144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7" name="Google Shape;4687;p55"/>
            <p:cNvSpPr/>
            <p:nvPr/>
          </p:nvSpPr>
          <p:spPr>
            <a:xfrm>
              <a:off x="7254100" y="1957675"/>
              <a:ext cx="47675" cy="24075"/>
            </a:xfrm>
            <a:custGeom>
              <a:rect b="b" l="l" r="r" t="t"/>
              <a:pathLst>
                <a:path extrusionOk="0" h="963" w="1907">
                  <a:moveTo>
                    <a:pt x="473" y="0"/>
                  </a:moveTo>
                  <a:cubicBezTo>
                    <a:pt x="212" y="5"/>
                    <a:pt x="1" y="218"/>
                    <a:pt x="1" y="481"/>
                  </a:cubicBezTo>
                  <a:cubicBezTo>
                    <a:pt x="1" y="743"/>
                    <a:pt x="212" y="957"/>
                    <a:pt x="473" y="962"/>
                  </a:cubicBezTo>
                  <a:lnTo>
                    <a:pt x="1435" y="962"/>
                  </a:lnTo>
                  <a:cubicBezTo>
                    <a:pt x="1697" y="957"/>
                    <a:pt x="1906" y="743"/>
                    <a:pt x="1906" y="481"/>
                  </a:cubicBezTo>
                  <a:cubicBezTo>
                    <a:pt x="1906" y="218"/>
                    <a:pt x="1697" y="5"/>
                    <a:pt x="143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8" name="Google Shape;4688;p55"/>
            <p:cNvSpPr/>
            <p:nvPr/>
          </p:nvSpPr>
          <p:spPr>
            <a:xfrm>
              <a:off x="7531150" y="1877625"/>
              <a:ext cx="47325" cy="35975"/>
            </a:xfrm>
            <a:custGeom>
              <a:rect b="b" l="l" r="r" t="t"/>
              <a:pathLst>
                <a:path extrusionOk="0" h="1439" w="1893">
                  <a:moveTo>
                    <a:pt x="1345" y="1"/>
                  </a:moveTo>
                  <a:cubicBezTo>
                    <a:pt x="1266" y="1"/>
                    <a:pt x="1186" y="20"/>
                    <a:pt x="1112" y="61"/>
                  </a:cubicBezTo>
                  <a:lnTo>
                    <a:pt x="280" y="541"/>
                  </a:lnTo>
                  <a:cubicBezTo>
                    <a:pt x="91" y="650"/>
                    <a:pt x="1" y="872"/>
                    <a:pt x="56" y="1082"/>
                  </a:cubicBezTo>
                  <a:cubicBezTo>
                    <a:pt x="113" y="1293"/>
                    <a:pt x="304" y="1438"/>
                    <a:pt x="521" y="1438"/>
                  </a:cubicBezTo>
                  <a:lnTo>
                    <a:pt x="521" y="1439"/>
                  </a:lnTo>
                  <a:cubicBezTo>
                    <a:pt x="605" y="1439"/>
                    <a:pt x="687" y="1416"/>
                    <a:pt x="761" y="1375"/>
                  </a:cubicBezTo>
                  <a:lnTo>
                    <a:pt x="1594" y="893"/>
                  </a:lnTo>
                  <a:cubicBezTo>
                    <a:pt x="1818" y="758"/>
                    <a:pt x="1893" y="468"/>
                    <a:pt x="1762" y="241"/>
                  </a:cubicBezTo>
                  <a:cubicBezTo>
                    <a:pt x="1673" y="87"/>
                    <a:pt x="1511" y="1"/>
                    <a:pt x="134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9" name="Google Shape;4689;p55"/>
            <p:cNvSpPr/>
            <p:nvPr/>
          </p:nvSpPr>
          <p:spPr>
            <a:xfrm>
              <a:off x="7480550" y="1818850"/>
              <a:ext cx="39500" cy="44900"/>
            </a:xfrm>
            <a:custGeom>
              <a:rect b="b" l="l" r="r" t="t"/>
              <a:pathLst>
                <a:path extrusionOk="0" h="1796" w="1580">
                  <a:moveTo>
                    <a:pt x="1033" y="1"/>
                  </a:moveTo>
                  <a:cubicBezTo>
                    <a:pt x="866" y="1"/>
                    <a:pt x="704" y="87"/>
                    <a:pt x="614" y="242"/>
                  </a:cubicBezTo>
                  <a:lnTo>
                    <a:pt x="134" y="1073"/>
                  </a:lnTo>
                  <a:cubicBezTo>
                    <a:pt x="1" y="1303"/>
                    <a:pt x="80" y="1598"/>
                    <a:pt x="310" y="1731"/>
                  </a:cubicBezTo>
                  <a:cubicBezTo>
                    <a:pt x="385" y="1774"/>
                    <a:pt x="468" y="1795"/>
                    <a:pt x="550" y="1795"/>
                  </a:cubicBezTo>
                  <a:cubicBezTo>
                    <a:pt x="716" y="1795"/>
                    <a:pt x="877" y="1709"/>
                    <a:pt x="966" y="1554"/>
                  </a:cubicBezTo>
                  <a:lnTo>
                    <a:pt x="1448" y="722"/>
                  </a:lnTo>
                  <a:cubicBezTo>
                    <a:pt x="1579" y="492"/>
                    <a:pt x="1502" y="198"/>
                    <a:pt x="1272" y="64"/>
                  </a:cubicBezTo>
                  <a:cubicBezTo>
                    <a:pt x="1197" y="21"/>
                    <a:pt x="1114" y="1"/>
                    <a:pt x="103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0" name="Google Shape;4690;p55"/>
            <p:cNvSpPr/>
            <p:nvPr/>
          </p:nvSpPr>
          <p:spPr>
            <a:xfrm>
              <a:off x="7332325" y="1818825"/>
              <a:ext cx="39475" cy="44900"/>
            </a:xfrm>
            <a:custGeom>
              <a:rect b="b" l="l" r="r" t="t"/>
              <a:pathLst>
                <a:path extrusionOk="0" h="1796" w="1579">
                  <a:moveTo>
                    <a:pt x="549" y="1"/>
                  </a:moveTo>
                  <a:cubicBezTo>
                    <a:pt x="468" y="1"/>
                    <a:pt x="385" y="22"/>
                    <a:pt x="309" y="65"/>
                  </a:cubicBezTo>
                  <a:cubicBezTo>
                    <a:pt x="79" y="199"/>
                    <a:pt x="0" y="492"/>
                    <a:pt x="133" y="721"/>
                  </a:cubicBezTo>
                  <a:lnTo>
                    <a:pt x="614" y="1555"/>
                  </a:lnTo>
                  <a:cubicBezTo>
                    <a:pt x="703" y="1709"/>
                    <a:pt x="864" y="1795"/>
                    <a:pt x="1030" y="1795"/>
                  </a:cubicBezTo>
                  <a:cubicBezTo>
                    <a:pt x="1111" y="1795"/>
                    <a:pt x="1194" y="1774"/>
                    <a:pt x="1270" y="1731"/>
                  </a:cubicBezTo>
                  <a:cubicBezTo>
                    <a:pt x="1500" y="1599"/>
                    <a:pt x="1579" y="1304"/>
                    <a:pt x="1447" y="1074"/>
                  </a:cubicBezTo>
                  <a:lnTo>
                    <a:pt x="965" y="241"/>
                  </a:lnTo>
                  <a:cubicBezTo>
                    <a:pt x="877" y="87"/>
                    <a:pt x="715" y="1"/>
                    <a:pt x="5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1" name="Google Shape;4691;p55"/>
            <p:cNvSpPr/>
            <p:nvPr/>
          </p:nvSpPr>
          <p:spPr>
            <a:xfrm>
              <a:off x="7273675" y="1877525"/>
              <a:ext cx="48275" cy="36075"/>
            </a:xfrm>
            <a:custGeom>
              <a:rect b="b" l="l" r="r" t="t"/>
              <a:pathLst>
                <a:path extrusionOk="0" h="1443" w="1931">
                  <a:moveTo>
                    <a:pt x="549" y="0"/>
                  </a:moveTo>
                  <a:cubicBezTo>
                    <a:pt x="383" y="0"/>
                    <a:pt x="222" y="87"/>
                    <a:pt x="133" y="241"/>
                  </a:cubicBezTo>
                  <a:cubicBezTo>
                    <a:pt x="0" y="471"/>
                    <a:pt x="79" y="765"/>
                    <a:pt x="309" y="897"/>
                  </a:cubicBezTo>
                  <a:lnTo>
                    <a:pt x="1141" y="1379"/>
                  </a:lnTo>
                  <a:cubicBezTo>
                    <a:pt x="1216" y="1422"/>
                    <a:pt x="1298" y="1442"/>
                    <a:pt x="1380" y="1442"/>
                  </a:cubicBezTo>
                  <a:cubicBezTo>
                    <a:pt x="1546" y="1442"/>
                    <a:pt x="1709" y="1356"/>
                    <a:pt x="1798" y="1201"/>
                  </a:cubicBezTo>
                  <a:cubicBezTo>
                    <a:pt x="1930" y="971"/>
                    <a:pt x="1853" y="679"/>
                    <a:pt x="1623" y="545"/>
                  </a:cubicBezTo>
                  <a:lnTo>
                    <a:pt x="789" y="65"/>
                  </a:lnTo>
                  <a:cubicBezTo>
                    <a:pt x="714" y="21"/>
                    <a:pt x="631" y="0"/>
                    <a:pt x="54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92" name="Google Shape;4692;p55"/>
          <p:cNvGrpSpPr/>
          <p:nvPr/>
        </p:nvGrpSpPr>
        <p:grpSpPr>
          <a:xfrm>
            <a:off x="4028322" y="1765657"/>
            <a:ext cx="354827" cy="354957"/>
            <a:chOff x="6659825" y="1814575"/>
            <a:chExt cx="410300" cy="410450"/>
          </a:xfrm>
        </p:grpSpPr>
        <p:sp>
          <p:nvSpPr>
            <p:cNvPr id="4693" name="Google Shape;4693;p55"/>
            <p:cNvSpPr/>
            <p:nvPr/>
          </p:nvSpPr>
          <p:spPr>
            <a:xfrm>
              <a:off x="6659825" y="1814575"/>
              <a:ext cx="410300" cy="410450"/>
            </a:xfrm>
            <a:custGeom>
              <a:rect b="b" l="l" r="r" t="t"/>
              <a:pathLst>
                <a:path extrusionOk="0" h="16418" w="16412">
                  <a:moveTo>
                    <a:pt x="8688" y="4878"/>
                  </a:moveTo>
                  <a:lnTo>
                    <a:pt x="8688" y="7121"/>
                  </a:lnTo>
                  <a:lnTo>
                    <a:pt x="7726" y="7121"/>
                  </a:lnTo>
                  <a:lnTo>
                    <a:pt x="7726" y="6322"/>
                  </a:lnTo>
                  <a:lnTo>
                    <a:pt x="7726" y="6320"/>
                  </a:lnTo>
                  <a:lnTo>
                    <a:pt x="7726" y="6319"/>
                  </a:lnTo>
                  <a:lnTo>
                    <a:pt x="7726" y="4878"/>
                  </a:lnTo>
                  <a:close/>
                  <a:moveTo>
                    <a:pt x="14650" y="6801"/>
                  </a:moveTo>
                  <a:cubicBezTo>
                    <a:pt x="15092" y="6802"/>
                    <a:pt x="15449" y="7161"/>
                    <a:pt x="15451" y="7603"/>
                  </a:cubicBezTo>
                  <a:lnTo>
                    <a:pt x="15451" y="14654"/>
                  </a:lnTo>
                  <a:cubicBezTo>
                    <a:pt x="15449" y="15097"/>
                    <a:pt x="15092" y="15456"/>
                    <a:pt x="14650" y="15456"/>
                  </a:cubicBezTo>
                  <a:lnTo>
                    <a:pt x="1764" y="15456"/>
                  </a:lnTo>
                  <a:cubicBezTo>
                    <a:pt x="1322" y="15456"/>
                    <a:pt x="963" y="15097"/>
                    <a:pt x="963" y="14654"/>
                  </a:cubicBezTo>
                  <a:lnTo>
                    <a:pt x="963" y="7603"/>
                  </a:lnTo>
                  <a:cubicBezTo>
                    <a:pt x="963" y="7161"/>
                    <a:pt x="1322" y="6802"/>
                    <a:pt x="1764" y="6801"/>
                  </a:cubicBezTo>
                  <a:lnTo>
                    <a:pt x="6764" y="6801"/>
                  </a:lnTo>
                  <a:lnTo>
                    <a:pt x="6764" y="7603"/>
                  </a:lnTo>
                  <a:cubicBezTo>
                    <a:pt x="6764" y="7868"/>
                    <a:pt x="6979" y="8083"/>
                    <a:pt x="7245" y="8083"/>
                  </a:cubicBezTo>
                  <a:lnTo>
                    <a:pt x="9168" y="8083"/>
                  </a:lnTo>
                  <a:cubicBezTo>
                    <a:pt x="9433" y="8083"/>
                    <a:pt x="9649" y="7868"/>
                    <a:pt x="9649" y="7603"/>
                  </a:cubicBezTo>
                  <a:lnTo>
                    <a:pt x="9649" y="6801"/>
                  </a:lnTo>
                  <a:close/>
                  <a:moveTo>
                    <a:pt x="13084" y="1"/>
                  </a:moveTo>
                  <a:cubicBezTo>
                    <a:pt x="12958" y="1"/>
                    <a:pt x="12833" y="50"/>
                    <a:pt x="12739" y="148"/>
                  </a:cubicBezTo>
                  <a:lnTo>
                    <a:pt x="8969" y="3917"/>
                  </a:lnTo>
                  <a:lnTo>
                    <a:pt x="7443" y="3917"/>
                  </a:lnTo>
                  <a:lnTo>
                    <a:pt x="3674" y="148"/>
                  </a:lnTo>
                  <a:cubicBezTo>
                    <a:pt x="3580" y="54"/>
                    <a:pt x="3457" y="7"/>
                    <a:pt x="3334" y="7"/>
                  </a:cubicBezTo>
                  <a:cubicBezTo>
                    <a:pt x="3211" y="7"/>
                    <a:pt x="3088" y="54"/>
                    <a:pt x="2994" y="148"/>
                  </a:cubicBezTo>
                  <a:cubicBezTo>
                    <a:pt x="2807" y="335"/>
                    <a:pt x="2807" y="640"/>
                    <a:pt x="2994" y="829"/>
                  </a:cubicBezTo>
                  <a:lnTo>
                    <a:pt x="6764" y="4597"/>
                  </a:lnTo>
                  <a:lnTo>
                    <a:pt x="6764" y="5840"/>
                  </a:lnTo>
                  <a:lnTo>
                    <a:pt x="1764" y="5840"/>
                  </a:lnTo>
                  <a:cubicBezTo>
                    <a:pt x="790" y="5841"/>
                    <a:pt x="2" y="6631"/>
                    <a:pt x="1" y="7603"/>
                  </a:cubicBezTo>
                  <a:lnTo>
                    <a:pt x="1" y="14654"/>
                  </a:lnTo>
                  <a:cubicBezTo>
                    <a:pt x="2" y="15628"/>
                    <a:pt x="790" y="16416"/>
                    <a:pt x="1764" y="16418"/>
                  </a:cubicBezTo>
                  <a:lnTo>
                    <a:pt x="14648" y="16418"/>
                  </a:lnTo>
                  <a:cubicBezTo>
                    <a:pt x="15622" y="16416"/>
                    <a:pt x="16410" y="15628"/>
                    <a:pt x="16412" y="14654"/>
                  </a:cubicBezTo>
                  <a:lnTo>
                    <a:pt x="16412" y="7603"/>
                  </a:lnTo>
                  <a:cubicBezTo>
                    <a:pt x="16410" y="6629"/>
                    <a:pt x="15622" y="5841"/>
                    <a:pt x="14648" y="5840"/>
                  </a:cubicBezTo>
                  <a:lnTo>
                    <a:pt x="9649" y="5840"/>
                  </a:lnTo>
                  <a:lnTo>
                    <a:pt x="9649" y="4597"/>
                  </a:lnTo>
                  <a:lnTo>
                    <a:pt x="13418" y="829"/>
                  </a:lnTo>
                  <a:cubicBezTo>
                    <a:pt x="13611" y="641"/>
                    <a:pt x="13614" y="332"/>
                    <a:pt x="13424" y="142"/>
                  </a:cubicBezTo>
                  <a:cubicBezTo>
                    <a:pt x="13330" y="48"/>
                    <a:pt x="13207" y="1"/>
                    <a:pt x="1308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4" name="Google Shape;4694;p55"/>
            <p:cNvSpPr/>
            <p:nvPr/>
          </p:nvSpPr>
          <p:spPr>
            <a:xfrm>
              <a:off x="6708700" y="2008600"/>
              <a:ext cx="152300" cy="168325"/>
            </a:xfrm>
            <a:custGeom>
              <a:rect b="b" l="l" r="r" t="t"/>
              <a:pathLst>
                <a:path extrusionOk="0" h="6733" w="6092">
                  <a:moveTo>
                    <a:pt x="3046" y="963"/>
                  </a:moveTo>
                  <a:cubicBezTo>
                    <a:pt x="3296" y="963"/>
                    <a:pt x="3542" y="1061"/>
                    <a:pt x="3726" y="1245"/>
                  </a:cubicBezTo>
                  <a:cubicBezTo>
                    <a:pt x="4000" y="1520"/>
                    <a:pt x="4084" y="1933"/>
                    <a:pt x="3934" y="2292"/>
                  </a:cubicBezTo>
                  <a:cubicBezTo>
                    <a:pt x="3785" y="2652"/>
                    <a:pt x="3435" y="2887"/>
                    <a:pt x="3045" y="2887"/>
                  </a:cubicBezTo>
                  <a:cubicBezTo>
                    <a:pt x="2515" y="2885"/>
                    <a:pt x="2085" y="2456"/>
                    <a:pt x="2085" y="1925"/>
                  </a:cubicBezTo>
                  <a:cubicBezTo>
                    <a:pt x="2085" y="1536"/>
                    <a:pt x="2319" y="1185"/>
                    <a:pt x="2678" y="1037"/>
                  </a:cubicBezTo>
                  <a:cubicBezTo>
                    <a:pt x="2797" y="988"/>
                    <a:pt x="2922" y="963"/>
                    <a:pt x="3046" y="963"/>
                  </a:cubicBezTo>
                  <a:close/>
                  <a:moveTo>
                    <a:pt x="3045" y="3843"/>
                  </a:moveTo>
                  <a:cubicBezTo>
                    <a:pt x="4135" y="3843"/>
                    <a:pt x="5041" y="4684"/>
                    <a:pt x="5124" y="5772"/>
                  </a:cubicBezTo>
                  <a:lnTo>
                    <a:pt x="967" y="5772"/>
                  </a:lnTo>
                  <a:cubicBezTo>
                    <a:pt x="1049" y="4684"/>
                    <a:pt x="1956" y="3843"/>
                    <a:pt x="3045" y="3843"/>
                  </a:cubicBezTo>
                  <a:close/>
                  <a:moveTo>
                    <a:pt x="3045" y="0"/>
                  </a:moveTo>
                  <a:cubicBezTo>
                    <a:pt x="2281" y="0"/>
                    <a:pt x="1588" y="453"/>
                    <a:pt x="1282" y="1154"/>
                  </a:cubicBezTo>
                  <a:cubicBezTo>
                    <a:pt x="978" y="1856"/>
                    <a:pt x="1117" y="2671"/>
                    <a:pt x="1638" y="3232"/>
                  </a:cubicBezTo>
                  <a:cubicBezTo>
                    <a:pt x="632" y="3758"/>
                    <a:pt x="2" y="4798"/>
                    <a:pt x="1" y="5931"/>
                  </a:cubicBezTo>
                  <a:lnTo>
                    <a:pt x="1" y="6252"/>
                  </a:lnTo>
                  <a:cubicBezTo>
                    <a:pt x="1" y="6517"/>
                    <a:pt x="216" y="6732"/>
                    <a:pt x="481" y="6732"/>
                  </a:cubicBezTo>
                  <a:lnTo>
                    <a:pt x="5610" y="6732"/>
                  </a:lnTo>
                  <a:cubicBezTo>
                    <a:pt x="5876" y="6732"/>
                    <a:pt x="6092" y="6517"/>
                    <a:pt x="6092" y="6252"/>
                  </a:cubicBezTo>
                  <a:lnTo>
                    <a:pt x="6092" y="5931"/>
                  </a:lnTo>
                  <a:cubicBezTo>
                    <a:pt x="6090" y="4798"/>
                    <a:pt x="5459" y="3758"/>
                    <a:pt x="4454" y="3232"/>
                  </a:cubicBezTo>
                  <a:cubicBezTo>
                    <a:pt x="4976" y="2671"/>
                    <a:pt x="5115" y="1856"/>
                    <a:pt x="4809" y="1154"/>
                  </a:cubicBezTo>
                  <a:cubicBezTo>
                    <a:pt x="4504" y="453"/>
                    <a:pt x="3811" y="0"/>
                    <a:pt x="304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5" name="Google Shape;4695;p55"/>
            <p:cNvSpPr/>
            <p:nvPr/>
          </p:nvSpPr>
          <p:spPr>
            <a:xfrm>
              <a:off x="6884775" y="2152875"/>
              <a:ext cx="136250" cy="24050"/>
            </a:xfrm>
            <a:custGeom>
              <a:rect b="b" l="l" r="r" t="t"/>
              <a:pathLst>
                <a:path extrusionOk="0" h="962" w="5450">
                  <a:moveTo>
                    <a:pt x="480" y="1"/>
                  </a:moveTo>
                  <a:cubicBezTo>
                    <a:pt x="216" y="1"/>
                    <a:pt x="0" y="215"/>
                    <a:pt x="0" y="481"/>
                  </a:cubicBezTo>
                  <a:cubicBezTo>
                    <a:pt x="0" y="747"/>
                    <a:pt x="216" y="962"/>
                    <a:pt x="480" y="962"/>
                  </a:cubicBezTo>
                  <a:cubicBezTo>
                    <a:pt x="484" y="962"/>
                    <a:pt x="487" y="961"/>
                    <a:pt x="491" y="961"/>
                  </a:cubicBezTo>
                  <a:lnTo>
                    <a:pt x="4978" y="961"/>
                  </a:lnTo>
                  <a:cubicBezTo>
                    <a:pt x="5239" y="957"/>
                    <a:pt x="5450" y="743"/>
                    <a:pt x="5450" y="481"/>
                  </a:cubicBezTo>
                  <a:cubicBezTo>
                    <a:pt x="5450" y="219"/>
                    <a:pt x="5239" y="5"/>
                    <a:pt x="4978" y="1"/>
                  </a:cubicBezTo>
                  <a:lnTo>
                    <a:pt x="491" y="1"/>
                  </a:lnTo>
                  <a:cubicBezTo>
                    <a:pt x="487" y="1"/>
                    <a:pt x="484" y="1"/>
                    <a:pt x="48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6" name="Google Shape;4696;p55"/>
            <p:cNvSpPr/>
            <p:nvPr/>
          </p:nvSpPr>
          <p:spPr>
            <a:xfrm>
              <a:off x="6884775" y="2104800"/>
              <a:ext cx="136250" cy="24100"/>
            </a:xfrm>
            <a:custGeom>
              <a:rect b="b" l="l" r="r" t="t"/>
              <a:pathLst>
                <a:path extrusionOk="0" h="964" w="5450">
                  <a:moveTo>
                    <a:pt x="480" y="1"/>
                  </a:moveTo>
                  <a:cubicBezTo>
                    <a:pt x="216" y="1"/>
                    <a:pt x="0" y="215"/>
                    <a:pt x="0" y="481"/>
                  </a:cubicBezTo>
                  <a:cubicBezTo>
                    <a:pt x="0" y="748"/>
                    <a:pt x="217" y="963"/>
                    <a:pt x="483" y="963"/>
                  </a:cubicBezTo>
                  <a:cubicBezTo>
                    <a:pt x="486" y="963"/>
                    <a:pt x="488" y="963"/>
                    <a:pt x="491" y="963"/>
                  </a:cubicBezTo>
                  <a:lnTo>
                    <a:pt x="4978" y="963"/>
                  </a:lnTo>
                  <a:cubicBezTo>
                    <a:pt x="5239" y="957"/>
                    <a:pt x="5450" y="743"/>
                    <a:pt x="5450" y="481"/>
                  </a:cubicBezTo>
                  <a:cubicBezTo>
                    <a:pt x="5450" y="219"/>
                    <a:pt x="5239" y="5"/>
                    <a:pt x="4978" y="1"/>
                  </a:cubicBezTo>
                  <a:lnTo>
                    <a:pt x="491" y="1"/>
                  </a:lnTo>
                  <a:cubicBezTo>
                    <a:pt x="487" y="1"/>
                    <a:pt x="484" y="1"/>
                    <a:pt x="48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7" name="Google Shape;4697;p55"/>
            <p:cNvSpPr/>
            <p:nvPr/>
          </p:nvSpPr>
          <p:spPr>
            <a:xfrm>
              <a:off x="6885000" y="2056700"/>
              <a:ext cx="136250" cy="24075"/>
            </a:xfrm>
            <a:custGeom>
              <a:rect b="b" l="l" r="r" t="t"/>
              <a:pathLst>
                <a:path extrusionOk="0" h="963" w="5450">
                  <a:moveTo>
                    <a:pt x="482" y="1"/>
                  </a:moveTo>
                  <a:cubicBezTo>
                    <a:pt x="215" y="1"/>
                    <a:pt x="0" y="216"/>
                    <a:pt x="0" y="482"/>
                  </a:cubicBezTo>
                  <a:cubicBezTo>
                    <a:pt x="0" y="747"/>
                    <a:pt x="215" y="963"/>
                    <a:pt x="482" y="963"/>
                  </a:cubicBezTo>
                  <a:lnTo>
                    <a:pt x="4969" y="963"/>
                  </a:lnTo>
                  <a:cubicBezTo>
                    <a:pt x="5234" y="963"/>
                    <a:pt x="5449" y="747"/>
                    <a:pt x="5449" y="482"/>
                  </a:cubicBezTo>
                  <a:cubicBezTo>
                    <a:pt x="5449" y="216"/>
                    <a:pt x="5234" y="1"/>
                    <a:pt x="496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98" name="Google Shape;4698;p55"/>
          <p:cNvGrpSpPr/>
          <p:nvPr/>
        </p:nvGrpSpPr>
        <p:grpSpPr>
          <a:xfrm>
            <a:off x="4796437" y="1765714"/>
            <a:ext cx="325338" cy="354849"/>
            <a:chOff x="6116525" y="1736875"/>
            <a:chExt cx="376200" cy="410325"/>
          </a:xfrm>
        </p:grpSpPr>
        <p:sp>
          <p:nvSpPr>
            <p:cNvPr id="4699" name="Google Shape;4699;p55"/>
            <p:cNvSpPr/>
            <p:nvPr/>
          </p:nvSpPr>
          <p:spPr>
            <a:xfrm>
              <a:off x="6292350" y="1833000"/>
              <a:ext cx="152275" cy="168325"/>
            </a:xfrm>
            <a:custGeom>
              <a:rect b="b" l="l" r="r" t="t"/>
              <a:pathLst>
                <a:path extrusionOk="0" h="6733" w="6091">
                  <a:moveTo>
                    <a:pt x="3045" y="963"/>
                  </a:moveTo>
                  <a:cubicBezTo>
                    <a:pt x="3295" y="963"/>
                    <a:pt x="3542" y="1061"/>
                    <a:pt x="3725" y="1246"/>
                  </a:cubicBezTo>
                  <a:cubicBezTo>
                    <a:pt x="4000" y="1521"/>
                    <a:pt x="4082" y="1934"/>
                    <a:pt x="3934" y="2293"/>
                  </a:cubicBezTo>
                  <a:cubicBezTo>
                    <a:pt x="3785" y="2653"/>
                    <a:pt x="3435" y="2887"/>
                    <a:pt x="3045" y="2887"/>
                  </a:cubicBezTo>
                  <a:cubicBezTo>
                    <a:pt x="2515" y="2886"/>
                    <a:pt x="2085" y="2457"/>
                    <a:pt x="2085" y="1925"/>
                  </a:cubicBezTo>
                  <a:cubicBezTo>
                    <a:pt x="2085" y="1537"/>
                    <a:pt x="2318" y="1185"/>
                    <a:pt x="2678" y="1036"/>
                  </a:cubicBezTo>
                  <a:cubicBezTo>
                    <a:pt x="2796" y="987"/>
                    <a:pt x="2921" y="963"/>
                    <a:pt x="3045" y="963"/>
                  </a:cubicBezTo>
                  <a:close/>
                  <a:moveTo>
                    <a:pt x="3045" y="3843"/>
                  </a:moveTo>
                  <a:cubicBezTo>
                    <a:pt x="4137" y="3843"/>
                    <a:pt x="5042" y="4684"/>
                    <a:pt x="5124" y="5771"/>
                  </a:cubicBezTo>
                  <a:lnTo>
                    <a:pt x="969" y="5771"/>
                  </a:lnTo>
                  <a:cubicBezTo>
                    <a:pt x="1049" y="4684"/>
                    <a:pt x="1956" y="3843"/>
                    <a:pt x="3045" y="3843"/>
                  </a:cubicBezTo>
                  <a:close/>
                  <a:moveTo>
                    <a:pt x="3045" y="1"/>
                  </a:moveTo>
                  <a:cubicBezTo>
                    <a:pt x="2281" y="1"/>
                    <a:pt x="1588" y="455"/>
                    <a:pt x="1282" y="1155"/>
                  </a:cubicBezTo>
                  <a:cubicBezTo>
                    <a:pt x="978" y="1856"/>
                    <a:pt x="1117" y="2672"/>
                    <a:pt x="1637" y="3233"/>
                  </a:cubicBezTo>
                  <a:cubicBezTo>
                    <a:pt x="632" y="3759"/>
                    <a:pt x="2" y="4798"/>
                    <a:pt x="1" y="5932"/>
                  </a:cubicBezTo>
                  <a:lnTo>
                    <a:pt x="1" y="6253"/>
                  </a:lnTo>
                  <a:cubicBezTo>
                    <a:pt x="1" y="6518"/>
                    <a:pt x="216" y="6733"/>
                    <a:pt x="481" y="6733"/>
                  </a:cubicBezTo>
                  <a:lnTo>
                    <a:pt x="5610" y="6733"/>
                  </a:lnTo>
                  <a:cubicBezTo>
                    <a:pt x="5875" y="6733"/>
                    <a:pt x="6090" y="6518"/>
                    <a:pt x="6090" y="6253"/>
                  </a:cubicBezTo>
                  <a:lnTo>
                    <a:pt x="6090" y="5932"/>
                  </a:lnTo>
                  <a:cubicBezTo>
                    <a:pt x="6090" y="4798"/>
                    <a:pt x="5459" y="3759"/>
                    <a:pt x="4454" y="3233"/>
                  </a:cubicBezTo>
                  <a:cubicBezTo>
                    <a:pt x="4976" y="2672"/>
                    <a:pt x="5115" y="1856"/>
                    <a:pt x="4809" y="1155"/>
                  </a:cubicBezTo>
                  <a:cubicBezTo>
                    <a:pt x="4503" y="455"/>
                    <a:pt x="3811" y="1"/>
                    <a:pt x="304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0" name="Google Shape;4700;p55"/>
            <p:cNvSpPr/>
            <p:nvPr/>
          </p:nvSpPr>
          <p:spPr>
            <a:xfrm>
              <a:off x="6116525" y="1736875"/>
              <a:ext cx="376200" cy="410325"/>
            </a:xfrm>
            <a:custGeom>
              <a:rect b="b" l="l" r="r" t="t"/>
              <a:pathLst>
                <a:path extrusionOk="0" h="16413" w="15048">
                  <a:moveTo>
                    <a:pt x="12162" y="962"/>
                  </a:moveTo>
                  <a:lnTo>
                    <a:pt x="12162" y="1924"/>
                  </a:lnTo>
                  <a:lnTo>
                    <a:pt x="4310" y="1924"/>
                  </a:lnTo>
                  <a:cubicBezTo>
                    <a:pt x="4043" y="1924"/>
                    <a:pt x="3828" y="2140"/>
                    <a:pt x="3828" y="2405"/>
                  </a:cubicBezTo>
                  <a:lnTo>
                    <a:pt x="3828" y="6411"/>
                  </a:lnTo>
                  <a:lnTo>
                    <a:pt x="2867" y="6411"/>
                  </a:lnTo>
                  <a:lnTo>
                    <a:pt x="2867" y="962"/>
                  </a:lnTo>
                  <a:close/>
                  <a:moveTo>
                    <a:pt x="1732" y="4809"/>
                  </a:moveTo>
                  <a:cubicBezTo>
                    <a:pt x="1737" y="4809"/>
                    <a:pt x="1741" y="4809"/>
                    <a:pt x="1746" y="4809"/>
                  </a:cubicBezTo>
                  <a:lnTo>
                    <a:pt x="1907" y="4809"/>
                  </a:lnTo>
                  <a:lnTo>
                    <a:pt x="1907" y="6411"/>
                  </a:lnTo>
                  <a:lnTo>
                    <a:pt x="1746" y="6411"/>
                  </a:lnTo>
                  <a:cubicBezTo>
                    <a:pt x="1742" y="6412"/>
                    <a:pt x="1739" y="6412"/>
                    <a:pt x="1735" y="6412"/>
                  </a:cubicBezTo>
                  <a:cubicBezTo>
                    <a:pt x="1293" y="6412"/>
                    <a:pt x="933" y="6053"/>
                    <a:pt x="933" y="5610"/>
                  </a:cubicBezTo>
                  <a:cubicBezTo>
                    <a:pt x="933" y="5167"/>
                    <a:pt x="1292" y="4809"/>
                    <a:pt x="1732" y="4809"/>
                  </a:cubicBezTo>
                  <a:close/>
                  <a:moveTo>
                    <a:pt x="4965" y="4809"/>
                  </a:moveTo>
                  <a:cubicBezTo>
                    <a:pt x="5405" y="4809"/>
                    <a:pt x="5764" y="5167"/>
                    <a:pt x="5764" y="5610"/>
                  </a:cubicBezTo>
                  <a:cubicBezTo>
                    <a:pt x="5764" y="6053"/>
                    <a:pt x="5404" y="6412"/>
                    <a:pt x="4962" y="6412"/>
                  </a:cubicBezTo>
                  <a:cubicBezTo>
                    <a:pt x="4959" y="6412"/>
                    <a:pt x="4955" y="6412"/>
                    <a:pt x="4951" y="6411"/>
                  </a:cubicBezTo>
                  <a:lnTo>
                    <a:pt x="4792" y="6411"/>
                  </a:lnTo>
                  <a:lnTo>
                    <a:pt x="4792" y="4809"/>
                  </a:lnTo>
                  <a:lnTo>
                    <a:pt x="4951" y="4809"/>
                  </a:lnTo>
                  <a:cubicBezTo>
                    <a:pt x="4956" y="4809"/>
                    <a:pt x="4960" y="4809"/>
                    <a:pt x="4965" y="4809"/>
                  </a:cubicBezTo>
                  <a:close/>
                  <a:moveTo>
                    <a:pt x="3830" y="7374"/>
                  </a:moveTo>
                  <a:lnTo>
                    <a:pt x="3830" y="13527"/>
                  </a:lnTo>
                  <a:lnTo>
                    <a:pt x="2867" y="13527"/>
                  </a:lnTo>
                  <a:lnTo>
                    <a:pt x="2867" y="7374"/>
                  </a:lnTo>
                  <a:close/>
                  <a:moveTo>
                    <a:pt x="14087" y="2885"/>
                  </a:moveTo>
                  <a:lnTo>
                    <a:pt x="14087" y="15449"/>
                  </a:lnTo>
                  <a:lnTo>
                    <a:pt x="4792" y="15449"/>
                  </a:lnTo>
                  <a:lnTo>
                    <a:pt x="4792" y="7374"/>
                  </a:lnTo>
                  <a:lnTo>
                    <a:pt x="4951" y="7374"/>
                  </a:lnTo>
                  <a:cubicBezTo>
                    <a:pt x="5918" y="7363"/>
                    <a:pt x="6696" y="6577"/>
                    <a:pt x="6696" y="5610"/>
                  </a:cubicBezTo>
                  <a:cubicBezTo>
                    <a:pt x="6696" y="4644"/>
                    <a:pt x="5918" y="3857"/>
                    <a:pt x="4951" y="3847"/>
                  </a:cubicBezTo>
                  <a:lnTo>
                    <a:pt x="4792" y="3847"/>
                  </a:lnTo>
                  <a:lnTo>
                    <a:pt x="4792" y="2885"/>
                  </a:lnTo>
                  <a:close/>
                  <a:moveTo>
                    <a:pt x="2386" y="0"/>
                  </a:moveTo>
                  <a:cubicBezTo>
                    <a:pt x="2121" y="0"/>
                    <a:pt x="1905" y="215"/>
                    <a:pt x="1905" y="480"/>
                  </a:cubicBezTo>
                  <a:lnTo>
                    <a:pt x="1905" y="3847"/>
                  </a:lnTo>
                  <a:lnTo>
                    <a:pt x="1746" y="3847"/>
                  </a:lnTo>
                  <a:cubicBezTo>
                    <a:pt x="779" y="3857"/>
                    <a:pt x="0" y="4644"/>
                    <a:pt x="0" y="5610"/>
                  </a:cubicBezTo>
                  <a:cubicBezTo>
                    <a:pt x="0" y="6577"/>
                    <a:pt x="779" y="7363"/>
                    <a:pt x="1746" y="7374"/>
                  </a:cubicBezTo>
                  <a:lnTo>
                    <a:pt x="1905" y="7374"/>
                  </a:lnTo>
                  <a:lnTo>
                    <a:pt x="1905" y="14008"/>
                  </a:lnTo>
                  <a:cubicBezTo>
                    <a:pt x="1905" y="14273"/>
                    <a:pt x="2121" y="14488"/>
                    <a:pt x="2386" y="14488"/>
                  </a:cubicBezTo>
                  <a:lnTo>
                    <a:pt x="3828" y="14488"/>
                  </a:lnTo>
                  <a:lnTo>
                    <a:pt x="3828" y="15930"/>
                  </a:lnTo>
                  <a:cubicBezTo>
                    <a:pt x="3828" y="16197"/>
                    <a:pt x="4043" y="16412"/>
                    <a:pt x="4310" y="16412"/>
                  </a:cubicBezTo>
                  <a:lnTo>
                    <a:pt x="14567" y="16412"/>
                  </a:lnTo>
                  <a:cubicBezTo>
                    <a:pt x="14832" y="16412"/>
                    <a:pt x="15047" y="16197"/>
                    <a:pt x="15047" y="15930"/>
                  </a:cubicBezTo>
                  <a:lnTo>
                    <a:pt x="15047" y="2405"/>
                  </a:lnTo>
                  <a:cubicBezTo>
                    <a:pt x="15047" y="2140"/>
                    <a:pt x="14832" y="1924"/>
                    <a:pt x="14567" y="1924"/>
                  </a:cubicBezTo>
                  <a:lnTo>
                    <a:pt x="13125" y="1924"/>
                  </a:lnTo>
                  <a:lnTo>
                    <a:pt x="13125" y="482"/>
                  </a:lnTo>
                  <a:cubicBezTo>
                    <a:pt x="13125" y="215"/>
                    <a:pt x="12909" y="0"/>
                    <a:pt x="1264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1" name="Google Shape;4701;p55"/>
            <p:cNvSpPr/>
            <p:nvPr/>
          </p:nvSpPr>
          <p:spPr>
            <a:xfrm>
              <a:off x="6340650" y="2025350"/>
              <a:ext cx="103750" cy="24050"/>
            </a:xfrm>
            <a:custGeom>
              <a:rect b="b" l="l" r="r" t="t"/>
              <a:pathLst>
                <a:path extrusionOk="0" h="962" w="4150">
                  <a:moveTo>
                    <a:pt x="472" y="1"/>
                  </a:moveTo>
                  <a:cubicBezTo>
                    <a:pt x="211" y="5"/>
                    <a:pt x="0" y="219"/>
                    <a:pt x="0" y="481"/>
                  </a:cubicBezTo>
                  <a:cubicBezTo>
                    <a:pt x="0" y="743"/>
                    <a:pt x="211" y="957"/>
                    <a:pt x="472" y="962"/>
                  </a:cubicBezTo>
                  <a:lnTo>
                    <a:pt x="3678" y="962"/>
                  </a:lnTo>
                  <a:cubicBezTo>
                    <a:pt x="3940" y="957"/>
                    <a:pt x="4149" y="743"/>
                    <a:pt x="4149" y="481"/>
                  </a:cubicBezTo>
                  <a:cubicBezTo>
                    <a:pt x="4149" y="219"/>
                    <a:pt x="3940" y="5"/>
                    <a:pt x="367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2" name="Google Shape;4702;p55"/>
            <p:cNvSpPr/>
            <p:nvPr/>
          </p:nvSpPr>
          <p:spPr>
            <a:xfrm>
              <a:off x="6260325" y="2073425"/>
              <a:ext cx="184300" cy="24075"/>
            </a:xfrm>
            <a:custGeom>
              <a:rect b="b" l="l" r="r" t="t"/>
              <a:pathLst>
                <a:path extrusionOk="0" h="963" w="7372">
                  <a:moveTo>
                    <a:pt x="481" y="1"/>
                  </a:moveTo>
                  <a:cubicBezTo>
                    <a:pt x="214" y="1"/>
                    <a:pt x="0" y="216"/>
                    <a:pt x="0" y="481"/>
                  </a:cubicBezTo>
                  <a:cubicBezTo>
                    <a:pt x="0" y="748"/>
                    <a:pt x="214" y="962"/>
                    <a:pt x="481" y="963"/>
                  </a:cubicBezTo>
                  <a:lnTo>
                    <a:pt x="6891" y="963"/>
                  </a:lnTo>
                  <a:cubicBezTo>
                    <a:pt x="7156" y="963"/>
                    <a:pt x="7371" y="748"/>
                    <a:pt x="7371" y="481"/>
                  </a:cubicBezTo>
                  <a:cubicBezTo>
                    <a:pt x="7371" y="216"/>
                    <a:pt x="7156" y="1"/>
                    <a:pt x="689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03" name="Google Shape;4703;p55"/>
          <p:cNvGrpSpPr/>
          <p:nvPr/>
        </p:nvGrpSpPr>
        <p:grpSpPr>
          <a:xfrm>
            <a:off x="5539588" y="1765724"/>
            <a:ext cx="354806" cy="354827"/>
            <a:chOff x="5450975" y="1751175"/>
            <a:chExt cx="410275" cy="410300"/>
          </a:xfrm>
        </p:grpSpPr>
        <p:sp>
          <p:nvSpPr>
            <p:cNvPr id="4704" name="Google Shape;4704;p55"/>
            <p:cNvSpPr/>
            <p:nvPr/>
          </p:nvSpPr>
          <p:spPr>
            <a:xfrm>
              <a:off x="5564750" y="1751175"/>
              <a:ext cx="296500" cy="410300"/>
            </a:xfrm>
            <a:custGeom>
              <a:rect b="b" l="l" r="r" t="t"/>
              <a:pathLst>
                <a:path extrusionOk="0" h="16412" w="11860">
                  <a:moveTo>
                    <a:pt x="10096" y="963"/>
                  </a:moveTo>
                  <a:cubicBezTo>
                    <a:pt x="10538" y="963"/>
                    <a:pt x="10897" y="1322"/>
                    <a:pt x="10899" y="1764"/>
                  </a:cubicBezTo>
                  <a:lnTo>
                    <a:pt x="10899" y="14648"/>
                  </a:lnTo>
                  <a:cubicBezTo>
                    <a:pt x="10897" y="15090"/>
                    <a:pt x="10538" y="15449"/>
                    <a:pt x="10096" y="15449"/>
                  </a:cubicBezTo>
                  <a:lnTo>
                    <a:pt x="1763" y="15449"/>
                  </a:lnTo>
                  <a:cubicBezTo>
                    <a:pt x="1321" y="15449"/>
                    <a:pt x="962" y="15090"/>
                    <a:pt x="961" y="14648"/>
                  </a:cubicBezTo>
                  <a:lnTo>
                    <a:pt x="961" y="1764"/>
                  </a:lnTo>
                  <a:cubicBezTo>
                    <a:pt x="962" y="1322"/>
                    <a:pt x="1321" y="963"/>
                    <a:pt x="1763" y="963"/>
                  </a:cubicBezTo>
                  <a:close/>
                  <a:moveTo>
                    <a:pt x="1763" y="1"/>
                  </a:moveTo>
                  <a:cubicBezTo>
                    <a:pt x="789" y="2"/>
                    <a:pt x="1" y="790"/>
                    <a:pt x="0" y="1764"/>
                  </a:cubicBezTo>
                  <a:lnTo>
                    <a:pt x="0" y="14648"/>
                  </a:lnTo>
                  <a:cubicBezTo>
                    <a:pt x="1" y="15622"/>
                    <a:pt x="789" y="16410"/>
                    <a:pt x="1763" y="16411"/>
                  </a:cubicBezTo>
                  <a:lnTo>
                    <a:pt x="10096" y="16411"/>
                  </a:lnTo>
                  <a:cubicBezTo>
                    <a:pt x="11070" y="16410"/>
                    <a:pt x="11858" y="15622"/>
                    <a:pt x="11859" y="14648"/>
                  </a:cubicBezTo>
                  <a:lnTo>
                    <a:pt x="11859" y="1764"/>
                  </a:lnTo>
                  <a:cubicBezTo>
                    <a:pt x="11858" y="790"/>
                    <a:pt x="11070" y="2"/>
                    <a:pt x="1009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5" name="Google Shape;4705;p55"/>
            <p:cNvSpPr/>
            <p:nvPr/>
          </p:nvSpPr>
          <p:spPr>
            <a:xfrm>
              <a:off x="5604800" y="1799250"/>
              <a:ext cx="216400" cy="121825"/>
            </a:xfrm>
            <a:custGeom>
              <a:rect b="b" l="l" r="r" t="t"/>
              <a:pathLst>
                <a:path extrusionOk="0" h="4873" w="8656">
                  <a:moveTo>
                    <a:pt x="7693" y="963"/>
                  </a:moveTo>
                  <a:lnTo>
                    <a:pt x="7693" y="3912"/>
                  </a:lnTo>
                  <a:lnTo>
                    <a:pt x="962" y="3912"/>
                  </a:lnTo>
                  <a:lnTo>
                    <a:pt x="962" y="963"/>
                  </a:lnTo>
                  <a:close/>
                  <a:moveTo>
                    <a:pt x="482" y="0"/>
                  </a:moveTo>
                  <a:cubicBezTo>
                    <a:pt x="215" y="0"/>
                    <a:pt x="0" y="216"/>
                    <a:pt x="0" y="482"/>
                  </a:cubicBezTo>
                  <a:lnTo>
                    <a:pt x="0" y="4392"/>
                  </a:lnTo>
                  <a:cubicBezTo>
                    <a:pt x="0" y="4657"/>
                    <a:pt x="215" y="4873"/>
                    <a:pt x="482" y="4873"/>
                  </a:cubicBezTo>
                  <a:lnTo>
                    <a:pt x="8173" y="4873"/>
                  </a:lnTo>
                  <a:cubicBezTo>
                    <a:pt x="8440" y="4873"/>
                    <a:pt x="8655" y="4657"/>
                    <a:pt x="8655" y="4392"/>
                  </a:cubicBezTo>
                  <a:lnTo>
                    <a:pt x="8655" y="482"/>
                  </a:lnTo>
                  <a:cubicBezTo>
                    <a:pt x="8655" y="216"/>
                    <a:pt x="8440" y="0"/>
                    <a:pt x="81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6" name="Google Shape;4706;p55"/>
            <p:cNvSpPr/>
            <p:nvPr/>
          </p:nvSpPr>
          <p:spPr>
            <a:xfrm>
              <a:off x="5604800" y="1945100"/>
              <a:ext cx="216400" cy="168300"/>
            </a:xfrm>
            <a:custGeom>
              <a:rect b="b" l="l" r="r" t="t"/>
              <a:pathLst>
                <a:path extrusionOk="0" h="6732" w="8656">
                  <a:moveTo>
                    <a:pt x="1924" y="962"/>
                  </a:moveTo>
                  <a:lnTo>
                    <a:pt x="1924" y="1924"/>
                  </a:lnTo>
                  <a:lnTo>
                    <a:pt x="962" y="1924"/>
                  </a:lnTo>
                  <a:lnTo>
                    <a:pt x="962" y="962"/>
                  </a:lnTo>
                  <a:close/>
                  <a:moveTo>
                    <a:pt x="3847" y="962"/>
                  </a:moveTo>
                  <a:lnTo>
                    <a:pt x="3847" y="1924"/>
                  </a:lnTo>
                  <a:lnTo>
                    <a:pt x="2885" y="1924"/>
                  </a:lnTo>
                  <a:lnTo>
                    <a:pt x="2885" y="962"/>
                  </a:lnTo>
                  <a:close/>
                  <a:moveTo>
                    <a:pt x="5769" y="962"/>
                  </a:moveTo>
                  <a:lnTo>
                    <a:pt x="5769" y="1924"/>
                  </a:lnTo>
                  <a:lnTo>
                    <a:pt x="4808" y="1924"/>
                  </a:lnTo>
                  <a:lnTo>
                    <a:pt x="4808" y="962"/>
                  </a:lnTo>
                  <a:close/>
                  <a:moveTo>
                    <a:pt x="7693" y="962"/>
                  </a:moveTo>
                  <a:lnTo>
                    <a:pt x="7693" y="1924"/>
                  </a:lnTo>
                  <a:lnTo>
                    <a:pt x="6731" y="1924"/>
                  </a:lnTo>
                  <a:lnTo>
                    <a:pt x="6731" y="962"/>
                  </a:lnTo>
                  <a:close/>
                  <a:moveTo>
                    <a:pt x="1923" y="2884"/>
                  </a:moveTo>
                  <a:lnTo>
                    <a:pt x="1923" y="3847"/>
                  </a:lnTo>
                  <a:lnTo>
                    <a:pt x="961" y="3847"/>
                  </a:lnTo>
                  <a:lnTo>
                    <a:pt x="961" y="2884"/>
                  </a:lnTo>
                  <a:close/>
                  <a:moveTo>
                    <a:pt x="3846" y="2884"/>
                  </a:moveTo>
                  <a:lnTo>
                    <a:pt x="3846" y="3847"/>
                  </a:lnTo>
                  <a:lnTo>
                    <a:pt x="2885" y="3847"/>
                  </a:lnTo>
                  <a:lnTo>
                    <a:pt x="2885" y="2884"/>
                  </a:lnTo>
                  <a:close/>
                  <a:moveTo>
                    <a:pt x="5769" y="2884"/>
                  </a:moveTo>
                  <a:lnTo>
                    <a:pt x="5769" y="3847"/>
                  </a:lnTo>
                  <a:lnTo>
                    <a:pt x="4808" y="3847"/>
                  </a:lnTo>
                  <a:lnTo>
                    <a:pt x="4808" y="2884"/>
                  </a:lnTo>
                  <a:close/>
                  <a:moveTo>
                    <a:pt x="7693" y="2884"/>
                  </a:moveTo>
                  <a:lnTo>
                    <a:pt x="7693" y="3847"/>
                  </a:lnTo>
                  <a:lnTo>
                    <a:pt x="6731" y="3847"/>
                  </a:lnTo>
                  <a:lnTo>
                    <a:pt x="6731" y="2884"/>
                  </a:lnTo>
                  <a:close/>
                  <a:moveTo>
                    <a:pt x="1924" y="4809"/>
                  </a:moveTo>
                  <a:lnTo>
                    <a:pt x="1924" y="5769"/>
                  </a:lnTo>
                  <a:lnTo>
                    <a:pt x="962" y="5769"/>
                  </a:lnTo>
                  <a:lnTo>
                    <a:pt x="962" y="4809"/>
                  </a:lnTo>
                  <a:close/>
                  <a:moveTo>
                    <a:pt x="3847" y="4809"/>
                  </a:moveTo>
                  <a:lnTo>
                    <a:pt x="3847" y="5769"/>
                  </a:lnTo>
                  <a:lnTo>
                    <a:pt x="2885" y="5769"/>
                  </a:lnTo>
                  <a:lnTo>
                    <a:pt x="2885" y="4809"/>
                  </a:lnTo>
                  <a:close/>
                  <a:moveTo>
                    <a:pt x="5770" y="4809"/>
                  </a:moveTo>
                  <a:lnTo>
                    <a:pt x="5770" y="5769"/>
                  </a:lnTo>
                  <a:lnTo>
                    <a:pt x="4808" y="5769"/>
                  </a:lnTo>
                  <a:lnTo>
                    <a:pt x="4808" y="4809"/>
                  </a:lnTo>
                  <a:close/>
                  <a:moveTo>
                    <a:pt x="7693" y="4809"/>
                  </a:moveTo>
                  <a:lnTo>
                    <a:pt x="7693" y="5769"/>
                  </a:lnTo>
                  <a:lnTo>
                    <a:pt x="6732" y="5769"/>
                  </a:lnTo>
                  <a:lnTo>
                    <a:pt x="6732" y="4809"/>
                  </a:lnTo>
                  <a:close/>
                  <a:moveTo>
                    <a:pt x="479" y="1"/>
                  </a:moveTo>
                  <a:cubicBezTo>
                    <a:pt x="214" y="1"/>
                    <a:pt x="0" y="216"/>
                    <a:pt x="0" y="481"/>
                  </a:cubicBezTo>
                  <a:lnTo>
                    <a:pt x="0" y="6251"/>
                  </a:lnTo>
                  <a:cubicBezTo>
                    <a:pt x="0" y="6516"/>
                    <a:pt x="215" y="6732"/>
                    <a:pt x="482" y="6732"/>
                  </a:cubicBezTo>
                  <a:lnTo>
                    <a:pt x="8173" y="6732"/>
                  </a:lnTo>
                  <a:cubicBezTo>
                    <a:pt x="8440" y="6732"/>
                    <a:pt x="8655" y="6516"/>
                    <a:pt x="8655" y="6251"/>
                  </a:cubicBezTo>
                  <a:lnTo>
                    <a:pt x="8655" y="481"/>
                  </a:lnTo>
                  <a:cubicBezTo>
                    <a:pt x="8655" y="216"/>
                    <a:pt x="8440" y="1"/>
                    <a:pt x="8173" y="1"/>
                  </a:cubicBezTo>
                  <a:lnTo>
                    <a:pt x="482" y="1"/>
                  </a:lnTo>
                  <a:cubicBezTo>
                    <a:pt x="481" y="1"/>
                    <a:pt x="480" y="1"/>
                    <a:pt x="47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7" name="Google Shape;4707;p55"/>
            <p:cNvSpPr/>
            <p:nvPr/>
          </p:nvSpPr>
          <p:spPr>
            <a:xfrm>
              <a:off x="5450975" y="1751175"/>
              <a:ext cx="88200" cy="410300"/>
            </a:xfrm>
            <a:custGeom>
              <a:rect b="b" l="l" r="r" t="t"/>
              <a:pathLst>
                <a:path extrusionOk="0" h="16412" w="3528">
                  <a:moveTo>
                    <a:pt x="1763" y="2025"/>
                  </a:moveTo>
                  <a:lnTo>
                    <a:pt x="2381" y="3911"/>
                  </a:lnTo>
                  <a:lnTo>
                    <a:pt x="1145" y="3911"/>
                  </a:lnTo>
                  <a:lnTo>
                    <a:pt x="1763" y="2025"/>
                  </a:lnTo>
                  <a:close/>
                  <a:moveTo>
                    <a:pt x="2564" y="4873"/>
                  </a:moveTo>
                  <a:lnTo>
                    <a:pt x="2564" y="12886"/>
                  </a:lnTo>
                  <a:lnTo>
                    <a:pt x="960" y="12886"/>
                  </a:lnTo>
                  <a:lnTo>
                    <a:pt x="962" y="4873"/>
                  </a:lnTo>
                  <a:close/>
                  <a:moveTo>
                    <a:pt x="2564" y="13847"/>
                  </a:moveTo>
                  <a:lnTo>
                    <a:pt x="2564" y="15290"/>
                  </a:lnTo>
                  <a:cubicBezTo>
                    <a:pt x="2562" y="15379"/>
                    <a:pt x="2491" y="15451"/>
                    <a:pt x="2403" y="15451"/>
                  </a:cubicBezTo>
                  <a:lnTo>
                    <a:pt x="1123" y="15451"/>
                  </a:lnTo>
                  <a:cubicBezTo>
                    <a:pt x="1033" y="15451"/>
                    <a:pt x="962" y="15379"/>
                    <a:pt x="962" y="15290"/>
                  </a:cubicBezTo>
                  <a:lnTo>
                    <a:pt x="962" y="13847"/>
                  </a:lnTo>
                  <a:close/>
                  <a:moveTo>
                    <a:pt x="1763" y="1"/>
                  </a:moveTo>
                  <a:cubicBezTo>
                    <a:pt x="1555" y="1"/>
                    <a:pt x="1372" y="134"/>
                    <a:pt x="1306" y="332"/>
                  </a:cubicBezTo>
                  <a:lnTo>
                    <a:pt x="24" y="4243"/>
                  </a:lnTo>
                  <a:cubicBezTo>
                    <a:pt x="10" y="4292"/>
                    <a:pt x="1" y="4341"/>
                    <a:pt x="1" y="4393"/>
                  </a:cubicBezTo>
                  <a:lnTo>
                    <a:pt x="1" y="15290"/>
                  </a:lnTo>
                  <a:cubicBezTo>
                    <a:pt x="2" y="15909"/>
                    <a:pt x="505" y="16411"/>
                    <a:pt x="1124" y="16411"/>
                  </a:cubicBezTo>
                  <a:lnTo>
                    <a:pt x="2406" y="16411"/>
                  </a:lnTo>
                  <a:cubicBezTo>
                    <a:pt x="3024" y="16411"/>
                    <a:pt x="3526" y="15909"/>
                    <a:pt x="3527" y="15290"/>
                  </a:cubicBezTo>
                  <a:lnTo>
                    <a:pt x="3527" y="4393"/>
                  </a:lnTo>
                  <a:cubicBezTo>
                    <a:pt x="3527" y="4341"/>
                    <a:pt x="3519" y="4290"/>
                    <a:pt x="3504" y="4242"/>
                  </a:cubicBezTo>
                  <a:lnTo>
                    <a:pt x="3501" y="4243"/>
                  </a:lnTo>
                  <a:lnTo>
                    <a:pt x="2220" y="332"/>
                  </a:lnTo>
                  <a:cubicBezTo>
                    <a:pt x="2155" y="134"/>
                    <a:pt x="1971" y="1"/>
                    <a:pt x="176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08" name="Google Shape;4708;p55"/>
          <p:cNvGrpSpPr/>
          <p:nvPr/>
        </p:nvGrpSpPr>
        <p:grpSpPr>
          <a:xfrm>
            <a:off x="6296545" y="1765746"/>
            <a:ext cx="354871" cy="354784"/>
            <a:chOff x="4805950" y="1743575"/>
            <a:chExt cx="410350" cy="410250"/>
          </a:xfrm>
        </p:grpSpPr>
        <p:sp>
          <p:nvSpPr>
            <p:cNvPr id="4709" name="Google Shape;4709;p55"/>
            <p:cNvSpPr/>
            <p:nvPr/>
          </p:nvSpPr>
          <p:spPr>
            <a:xfrm>
              <a:off x="4806000" y="1743575"/>
              <a:ext cx="410300" cy="88150"/>
            </a:xfrm>
            <a:custGeom>
              <a:rect b="b" l="l" r="r" t="t"/>
              <a:pathLst>
                <a:path extrusionOk="0" h="3526" w="16412">
                  <a:moveTo>
                    <a:pt x="12501" y="1142"/>
                  </a:moveTo>
                  <a:lnTo>
                    <a:pt x="14386" y="1760"/>
                  </a:lnTo>
                  <a:lnTo>
                    <a:pt x="12501" y="2378"/>
                  </a:lnTo>
                  <a:lnTo>
                    <a:pt x="12501" y="1142"/>
                  </a:lnTo>
                  <a:close/>
                  <a:moveTo>
                    <a:pt x="2565" y="959"/>
                  </a:moveTo>
                  <a:lnTo>
                    <a:pt x="2565" y="2561"/>
                  </a:lnTo>
                  <a:lnTo>
                    <a:pt x="1122" y="2561"/>
                  </a:lnTo>
                  <a:cubicBezTo>
                    <a:pt x="1033" y="2561"/>
                    <a:pt x="961" y="2490"/>
                    <a:pt x="961" y="2402"/>
                  </a:cubicBezTo>
                  <a:lnTo>
                    <a:pt x="961" y="1119"/>
                  </a:lnTo>
                  <a:cubicBezTo>
                    <a:pt x="961" y="1031"/>
                    <a:pt x="1033" y="959"/>
                    <a:pt x="1122" y="959"/>
                  </a:cubicBezTo>
                  <a:close/>
                  <a:moveTo>
                    <a:pt x="11539" y="959"/>
                  </a:moveTo>
                  <a:lnTo>
                    <a:pt x="11539" y="2561"/>
                  </a:lnTo>
                  <a:lnTo>
                    <a:pt x="3525" y="2561"/>
                  </a:lnTo>
                  <a:lnTo>
                    <a:pt x="3525" y="959"/>
                  </a:lnTo>
                  <a:close/>
                  <a:moveTo>
                    <a:pt x="1122" y="0"/>
                  </a:moveTo>
                  <a:cubicBezTo>
                    <a:pt x="503" y="0"/>
                    <a:pt x="0" y="502"/>
                    <a:pt x="0" y="1122"/>
                  </a:cubicBezTo>
                  <a:lnTo>
                    <a:pt x="0" y="2403"/>
                  </a:lnTo>
                  <a:cubicBezTo>
                    <a:pt x="0" y="3023"/>
                    <a:pt x="503" y="3524"/>
                    <a:pt x="1122" y="3525"/>
                  </a:cubicBezTo>
                  <a:lnTo>
                    <a:pt x="1122" y="3524"/>
                  </a:lnTo>
                  <a:lnTo>
                    <a:pt x="12019" y="3524"/>
                  </a:lnTo>
                  <a:cubicBezTo>
                    <a:pt x="12071" y="3524"/>
                    <a:pt x="12120" y="3515"/>
                    <a:pt x="12170" y="3500"/>
                  </a:cubicBezTo>
                  <a:lnTo>
                    <a:pt x="16080" y="2219"/>
                  </a:lnTo>
                  <a:cubicBezTo>
                    <a:pt x="16276" y="2153"/>
                    <a:pt x="16411" y="1968"/>
                    <a:pt x="16411" y="1762"/>
                  </a:cubicBezTo>
                  <a:cubicBezTo>
                    <a:pt x="16411" y="1554"/>
                    <a:pt x="16276" y="1369"/>
                    <a:pt x="16080" y="1305"/>
                  </a:cubicBezTo>
                  <a:lnTo>
                    <a:pt x="12170" y="23"/>
                  </a:lnTo>
                  <a:cubicBezTo>
                    <a:pt x="12120" y="7"/>
                    <a:pt x="12071" y="0"/>
                    <a:pt x="1201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0" name="Google Shape;4710;p55"/>
            <p:cNvSpPr/>
            <p:nvPr/>
          </p:nvSpPr>
          <p:spPr>
            <a:xfrm>
              <a:off x="5096075" y="1841500"/>
              <a:ext cx="120225" cy="312075"/>
            </a:xfrm>
            <a:custGeom>
              <a:rect b="b" l="l" r="r" t="t"/>
              <a:pathLst>
                <a:path extrusionOk="0" h="12483" w="4809">
                  <a:moveTo>
                    <a:pt x="2403" y="1914"/>
                  </a:moveTo>
                  <a:cubicBezTo>
                    <a:pt x="2779" y="1914"/>
                    <a:pt x="3148" y="2061"/>
                    <a:pt x="3423" y="2336"/>
                  </a:cubicBezTo>
                  <a:cubicBezTo>
                    <a:pt x="3836" y="2749"/>
                    <a:pt x="3959" y="3370"/>
                    <a:pt x="3736" y="3909"/>
                  </a:cubicBezTo>
                  <a:cubicBezTo>
                    <a:pt x="3514" y="4448"/>
                    <a:pt x="2986" y="4800"/>
                    <a:pt x="2404" y="4800"/>
                  </a:cubicBezTo>
                  <a:cubicBezTo>
                    <a:pt x="1607" y="4798"/>
                    <a:pt x="963" y="4154"/>
                    <a:pt x="961" y="3357"/>
                  </a:cubicBezTo>
                  <a:cubicBezTo>
                    <a:pt x="961" y="2774"/>
                    <a:pt x="1313" y="2247"/>
                    <a:pt x="1851" y="2024"/>
                  </a:cubicBezTo>
                  <a:cubicBezTo>
                    <a:pt x="2030" y="1950"/>
                    <a:pt x="2217" y="1914"/>
                    <a:pt x="2403" y="1914"/>
                  </a:cubicBezTo>
                  <a:close/>
                  <a:moveTo>
                    <a:pt x="2404" y="7685"/>
                  </a:moveTo>
                  <a:cubicBezTo>
                    <a:pt x="3200" y="7685"/>
                    <a:pt x="3845" y="8330"/>
                    <a:pt x="3846" y="9127"/>
                  </a:cubicBezTo>
                  <a:cubicBezTo>
                    <a:pt x="3846" y="9710"/>
                    <a:pt x="3495" y="10236"/>
                    <a:pt x="2956" y="10460"/>
                  </a:cubicBezTo>
                  <a:cubicBezTo>
                    <a:pt x="2777" y="10533"/>
                    <a:pt x="2590" y="10569"/>
                    <a:pt x="2404" y="10569"/>
                  </a:cubicBezTo>
                  <a:cubicBezTo>
                    <a:pt x="2029" y="10569"/>
                    <a:pt x="1659" y="10423"/>
                    <a:pt x="1383" y="10146"/>
                  </a:cubicBezTo>
                  <a:cubicBezTo>
                    <a:pt x="971" y="9733"/>
                    <a:pt x="847" y="9114"/>
                    <a:pt x="1071" y="8575"/>
                  </a:cubicBezTo>
                  <a:cubicBezTo>
                    <a:pt x="1293" y="8036"/>
                    <a:pt x="1819" y="7685"/>
                    <a:pt x="2404" y="7685"/>
                  </a:cubicBezTo>
                  <a:close/>
                  <a:moveTo>
                    <a:pt x="2405" y="0"/>
                  </a:moveTo>
                  <a:cubicBezTo>
                    <a:pt x="2143" y="0"/>
                    <a:pt x="1929" y="210"/>
                    <a:pt x="1923" y="472"/>
                  </a:cubicBezTo>
                  <a:lnTo>
                    <a:pt x="1923" y="1001"/>
                  </a:lnTo>
                  <a:cubicBezTo>
                    <a:pt x="828" y="1225"/>
                    <a:pt x="0" y="2196"/>
                    <a:pt x="0" y="3357"/>
                  </a:cubicBezTo>
                  <a:cubicBezTo>
                    <a:pt x="0" y="4517"/>
                    <a:pt x="828" y="5489"/>
                    <a:pt x="1923" y="5712"/>
                  </a:cubicBezTo>
                  <a:lnTo>
                    <a:pt x="1923" y="6771"/>
                  </a:lnTo>
                  <a:cubicBezTo>
                    <a:pt x="828" y="6993"/>
                    <a:pt x="0" y="7966"/>
                    <a:pt x="0" y="9126"/>
                  </a:cubicBezTo>
                  <a:cubicBezTo>
                    <a:pt x="0" y="10287"/>
                    <a:pt x="828" y="11258"/>
                    <a:pt x="1923" y="11482"/>
                  </a:cubicBezTo>
                  <a:lnTo>
                    <a:pt x="1923" y="12011"/>
                  </a:lnTo>
                  <a:cubicBezTo>
                    <a:pt x="1929" y="12273"/>
                    <a:pt x="2143" y="12482"/>
                    <a:pt x="2405" y="12482"/>
                  </a:cubicBezTo>
                  <a:cubicBezTo>
                    <a:pt x="2667" y="12482"/>
                    <a:pt x="2881" y="12273"/>
                    <a:pt x="2885" y="12011"/>
                  </a:cubicBezTo>
                  <a:lnTo>
                    <a:pt x="2885" y="11482"/>
                  </a:lnTo>
                  <a:cubicBezTo>
                    <a:pt x="3982" y="11258"/>
                    <a:pt x="4808" y="10287"/>
                    <a:pt x="4808" y="9126"/>
                  </a:cubicBezTo>
                  <a:cubicBezTo>
                    <a:pt x="4808" y="7966"/>
                    <a:pt x="3981" y="6993"/>
                    <a:pt x="2885" y="6771"/>
                  </a:cubicBezTo>
                  <a:lnTo>
                    <a:pt x="2885" y="5712"/>
                  </a:lnTo>
                  <a:cubicBezTo>
                    <a:pt x="3982" y="5488"/>
                    <a:pt x="4808" y="4517"/>
                    <a:pt x="4808" y="3357"/>
                  </a:cubicBezTo>
                  <a:cubicBezTo>
                    <a:pt x="4808" y="2196"/>
                    <a:pt x="3981" y="1225"/>
                    <a:pt x="2885" y="1002"/>
                  </a:cubicBezTo>
                  <a:lnTo>
                    <a:pt x="2885" y="472"/>
                  </a:lnTo>
                  <a:cubicBezTo>
                    <a:pt x="2881" y="210"/>
                    <a:pt x="2667" y="0"/>
                    <a:pt x="240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1" name="Google Shape;4711;p55"/>
            <p:cNvSpPr/>
            <p:nvPr/>
          </p:nvSpPr>
          <p:spPr>
            <a:xfrm>
              <a:off x="4805950" y="1857275"/>
              <a:ext cx="248475" cy="296550"/>
            </a:xfrm>
            <a:custGeom>
              <a:rect b="b" l="l" r="r" t="t"/>
              <a:pathLst>
                <a:path extrusionOk="0" h="11862" w="9939">
                  <a:moveTo>
                    <a:pt x="8977" y="963"/>
                  </a:moveTo>
                  <a:lnTo>
                    <a:pt x="8977" y="10899"/>
                  </a:lnTo>
                  <a:lnTo>
                    <a:pt x="963" y="10899"/>
                  </a:lnTo>
                  <a:lnTo>
                    <a:pt x="963" y="963"/>
                  </a:lnTo>
                  <a:close/>
                  <a:moveTo>
                    <a:pt x="483" y="1"/>
                  </a:moveTo>
                  <a:cubicBezTo>
                    <a:pt x="218" y="1"/>
                    <a:pt x="2" y="216"/>
                    <a:pt x="2" y="481"/>
                  </a:cubicBezTo>
                  <a:lnTo>
                    <a:pt x="2" y="11380"/>
                  </a:lnTo>
                  <a:cubicBezTo>
                    <a:pt x="1" y="11645"/>
                    <a:pt x="218" y="11861"/>
                    <a:pt x="483" y="11861"/>
                  </a:cubicBezTo>
                  <a:lnTo>
                    <a:pt x="9457" y="11861"/>
                  </a:lnTo>
                  <a:cubicBezTo>
                    <a:pt x="9724" y="11861"/>
                    <a:pt x="9939" y="11646"/>
                    <a:pt x="9939" y="11380"/>
                  </a:cubicBezTo>
                  <a:lnTo>
                    <a:pt x="9939" y="481"/>
                  </a:lnTo>
                  <a:cubicBezTo>
                    <a:pt x="9939" y="216"/>
                    <a:pt x="9724" y="1"/>
                    <a:pt x="945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2" name="Google Shape;4712;p55"/>
            <p:cNvSpPr/>
            <p:nvPr/>
          </p:nvSpPr>
          <p:spPr>
            <a:xfrm>
              <a:off x="4949625" y="1921100"/>
              <a:ext cx="66300" cy="128775"/>
            </a:xfrm>
            <a:custGeom>
              <a:rect b="b" l="l" r="r" t="t"/>
              <a:pathLst>
                <a:path extrusionOk="0" h="5151" w="2652">
                  <a:moveTo>
                    <a:pt x="964" y="1227"/>
                  </a:moveTo>
                  <a:lnTo>
                    <a:pt x="964" y="1898"/>
                  </a:lnTo>
                  <a:cubicBezTo>
                    <a:pt x="932" y="1878"/>
                    <a:pt x="903" y="1857"/>
                    <a:pt x="876" y="1835"/>
                  </a:cubicBezTo>
                  <a:cubicBezTo>
                    <a:pt x="800" y="1777"/>
                    <a:pt x="768" y="1649"/>
                    <a:pt x="793" y="1514"/>
                  </a:cubicBezTo>
                  <a:cubicBezTo>
                    <a:pt x="813" y="1402"/>
                    <a:pt x="875" y="1299"/>
                    <a:pt x="964" y="1227"/>
                  </a:cubicBezTo>
                  <a:close/>
                  <a:moveTo>
                    <a:pt x="1604" y="2876"/>
                  </a:moveTo>
                  <a:cubicBezTo>
                    <a:pt x="1953" y="3023"/>
                    <a:pt x="1944" y="3320"/>
                    <a:pt x="1922" y="3446"/>
                  </a:cubicBezTo>
                  <a:cubicBezTo>
                    <a:pt x="1890" y="3638"/>
                    <a:pt x="1772" y="3806"/>
                    <a:pt x="1604" y="3906"/>
                  </a:cubicBezTo>
                  <a:lnTo>
                    <a:pt x="1604" y="2876"/>
                  </a:lnTo>
                  <a:close/>
                  <a:moveTo>
                    <a:pt x="1285" y="0"/>
                  </a:moveTo>
                  <a:cubicBezTo>
                    <a:pt x="1103" y="0"/>
                    <a:pt x="958" y="151"/>
                    <a:pt x="964" y="333"/>
                  </a:cubicBezTo>
                  <a:lnTo>
                    <a:pt x="964" y="532"/>
                  </a:lnTo>
                  <a:cubicBezTo>
                    <a:pt x="944" y="536"/>
                    <a:pt x="925" y="542"/>
                    <a:pt x="904" y="548"/>
                  </a:cubicBezTo>
                  <a:cubicBezTo>
                    <a:pt x="523" y="664"/>
                    <a:pt x="241" y="987"/>
                    <a:pt x="163" y="1394"/>
                  </a:cubicBezTo>
                  <a:cubicBezTo>
                    <a:pt x="93" y="1769"/>
                    <a:pt x="214" y="2131"/>
                    <a:pt x="481" y="2339"/>
                  </a:cubicBezTo>
                  <a:cubicBezTo>
                    <a:pt x="605" y="2439"/>
                    <a:pt x="759" y="2528"/>
                    <a:pt x="964" y="2622"/>
                  </a:cubicBezTo>
                  <a:lnTo>
                    <a:pt x="964" y="3976"/>
                  </a:lnTo>
                  <a:cubicBezTo>
                    <a:pt x="819" y="3956"/>
                    <a:pt x="711" y="3907"/>
                    <a:pt x="536" y="3793"/>
                  </a:cubicBezTo>
                  <a:cubicBezTo>
                    <a:pt x="483" y="3759"/>
                    <a:pt x="424" y="3743"/>
                    <a:pt x="366" y="3743"/>
                  </a:cubicBezTo>
                  <a:cubicBezTo>
                    <a:pt x="261" y="3743"/>
                    <a:pt x="159" y="3795"/>
                    <a:pt x="97" y="3888"/>
                  </a:cubicBezTo>
                  <a:cubicBezTo>
                    <a:pt x="0" y="4036"/>
                    <a:pt x="41" y="4233"/>
                    <a:pt x="186" y="4331"/>
                  </a:cubicBezTo>
                  <a:cubicBezTo>
                    <a:pt x="491" y="4528"/>
                    <a:pt x="705" y="4599"/>
                    <a:pt x="964" y="4621"/>
                  </a:cubicBezTo>
                  <a:lnTo>
                    <a:pt x="964" y="4820"/>
                  </a:lnTo>
                  <a:cubicBezTo>
                    <a:pt x="958" y="5001"/>
                    <a:pt x="1103" y="5151"/>
                    <a:pt x="1285" y="5151"/>
                  </a:cubicBezTo>
                  <a:cubicBezTo>
                    <a:pt x="1465" y="5151"/>
                    <a:pt x="1610" y="5001"/>
                    <a:pt x="1604" y="4820"/>
                  </a:cubicBezTo>
                  <a:lnTo>
                    <a:pt x="1604" y="4590"/>
                  </a:lnTo>
                  <a:cubicBezTo>
                    <a:pt x="2137" y="4455"/>
                    <a:pt x="2478" y="4000"/>
                    <a:pt x="2555" y="3552"/>
                  </a:cubicBezTo>
                  <a:cubicBezTo>
                    <a:pt x="2651" y="2975"/>
                    <a:pt x="2338" y="2453"/>
                    <a:pt x="1774" y="2254"/>
                  </a:cubicBezTo>
                  <a:cubicBezTo>
                    <a:pt x="1720" y="2234"/>
                    <a:pt x="1661" y="2213"/>
                    <a:pt x="1604" y="2193"/>
                  </a:cubicBezTo>
                  <a:lnTo>
                    <a:pt x="1604" y="1157"/>
                  </a:lnTo>
                  <a:cubicBezTo>
                    <a:pt x="1663" y="1176"/>
                    <a:pt x="1715" y="1208"/>
                    <a:pt x="1761" y="1249"/>
                  </a:cubicBezTo>
                  <a:cubicBezTo>
                    <a:pt x="1824" y="1320"/>
                    <a:pt x="1911" y="1355"/>
                    <a:pt x="1999" y="1355"/>
                  </a:cubicBezTo>
                  <a:cubicBezTo>
                    <a:pt x="2074" y="1355"/>
                    <a:pt x="2150" y="1329"/>
                    <a:pt x="2210" y="1276"/>
                  </a:cubicBezTo>
                  <a:cubicBezTo>
                    <a:pt x="2342" y="1160"/>
                    <a:pt x="2357" y="959"/>
                    <a:pt x="2243" y="826"/>
                  </a:cubicBezTo>
                  <a:cubicBezTo>
                    <a:pt x="2136" y="705"/>
                    <a:pt x="1916" y="551"/>
                    <a:pt x="1604" y="497"/>
                  </a:cubicBezTo>
                  <a:lnTo>
                    <a:pt x="1604" y="333"/>
                  </a:lnTo>
                  <a:cubicBezTo>
                    <a:pt x="1610" y="151"/>
                    <a:pt x="1465" y="0"/>
                    <a:pt x="128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3" name="Google Shape;4713;p55"/>
            <p:cNvSpPr/>
            <p:nvPr/>
          </p:nvSpPr>
          <p:spPr>
            <a:xfrm>
              <a:off x="4854325" y="1921375"/>
              <a:ext cx="79700" cy="24100"/>
            </a:xfrm>
            <a:custGeom>
              <a:rect b="b" l="l" r="r" t="t"/>
              <a:pathLst>
                <a:path extrusionOk="0" h="964" w="3188">
                  <a:moveTo>
                    <a:pt x="472" y="1"/>
                  </a:moveTo>
                  <a:cubicBezTo>
                    <a:pt x="210" y="7"/>
                    <a:pt x="0" y="221"/>
                    <a:pt x="0" y="481"/>
                  </a:cubicBezTo>
                  <a:cubicBezTo>
                    <a:pt x="0" y="743"/>
                    <a:pt x="210" y="957"/>
                    <a:pt x="472" y="963"/>
                  </a:cubicBezTo>
                  <a:lnTo>
                    <a:pt x="2716" y="963"/>
                  </a:lnTo>
                  <a:cubicBezTo>
                    <a:pt x="2976" y="957"/>
                    <a:pt x="3187" y="743"/>
                    <a:pt x="3187" y="481"/>
                  </a:cubicBezTo>
                  <a:cubicBezTo>
                    <a:pt x="3187" y="221"/>
                    <a:pt x="2976" y="7"/>
                    <a:pt x="271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4" name="Google Shape;4714;p55"/>
            <p:cNvSpPr/>
            <p:nvPr/>
          </p:nvSpPr>
          <p:spPr>
            <a:xfrm>
              <a:off x="4854325" y="1969450"/>
              <a:ext cx="79700" cy="24075"/>
            </a:xfrm>
            <a:custGeom>
              <a:rect b="b" l="l" r="r" t="t"/>
              <a:pathLst>
                <a:path extrusionOk="0" h="963" w="3188">
                  <a:moveTo>
                    <a:pt x="472" y="1"/>
                  </a:moveTo>
                  <a:cubicBezTo>
                    <a:pt x="210" y="7"/>
                    <a:pt x="0" y="220"/>
                    <a:pt x="0" y="483"/>
                  </a:cubicBezTo>
                  <a:cubicBezTo>
                    <a:pt x="0" y="745"/>
                    <a:pt x="210" y="959"/>
                    <a:pt x="472" y="963"/>
                  </a:cubicBezTo>
                  <a:lnTo>
                    <a:pt x="2716" y="963"/>
                  </a:lnTo>
                  <a:cubicBezTo>
                    <a:pt x="2976" y="959"/>
                    <a:pt x="3187" y="745"/>
                    <a:pt x="3187" y="483"/>
                  </a:cubicBezTo>
                  <a:cubicBezTo>
                    <a:pt x="3187" y="220"/>
                    <a:pt x="2976" y="7"/>
                    <a:pt x="271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5" name="Google Shape;4715;p55"/>
            <p:cNvSpPr/>
            <p:nvPr/>
          </p:nvSpPr>
          <p:spPr>
            <a:xfrm>
              <a:off x="4854325" y="2017575"/>
              <a:ext cx="79700" cy="24025"/>
            </a:xfrm>
            <a:custGeom>
              <a:rect b="b" l="l" r="r" t="t"/>
              <a:pathLst>
                <a:path extrusionOk="0" h="961" w="3188">
                  <a:moveTo>
                    <a:pt x="472" y="0"/>
                  </a:moveTo>
                  <a:cubicBezTo>
                    <a:pt x="210" y="4"/>
                    <a:pt x="0" y="218"/>
                    <a:pt x="0" y="480"/>
                  </a:cubicBezTo>
                  <a:cubicBezTo>
                    <a:pt x="0" y="743"/>
                    <a:pt x="210" y="956"/>
                    <a:pt x="472" y="961"/>
                  </a:cubicBezTo>
                  <a:lnTo>
                    <a:pt x="2716" y="961"/>
                  </a:lnTo>
                  <a:cubicBezTo>
                    <a:pt x="2976" y="956"/>
                    <a:pt x="3187" y="743"/>
                    <a:pt x="3187" y="480"/>
                  </a:cubicBezTo>
                  <a:cubicBezTo>
                    <a:pt x="3187" y="218"/>
                    <a:pt x="2976" y="4"/>
                    <a:pt x="271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6" name="Google Shape;4716;p55"/>
            <p:cNvSpPr/>
            <p:nvPr/>
          </p:nvSpPr>
          <p:spPr>
            <a:xfrm>
              <a:off x="4854325" y="2065625"/>
              <a:ext cx="152250" cy="24050"/>
            </a:xfrm>
            <a:custGeom>
              <a:rect b="b" l="l" r="r" t="t"/>
              <a:pathLst>
                <a:path extrusionOk="0" h="962" w="6090">
                  <a:moveTo>
                    <a:pt x="5610" y="1"/>
                  </a:moveTo>
                  <a:cubicBezTo>
                    <a:pt x="5606" y="1"/>
                    <a:pt x="5603" y="1"/>
                    <a:pt x="5599" y="1"/>
                  </a:cubicBezTo>
                  <a:lnTo>
                    <a:pt x="472" y="1"/>
                  </a:lnTo>
                  <a:cubicBezTo>
                    <a:pt x="210" y="5"/>
                    <a:pt x="0" y="219"/>
                    <a:pt x="0" y="481"/>
                  </a:cubicBezTo>
                  <a:cubicBezTo>
                    <a:pt x="0" y="743"/>
                    <a:pt x="210" y="957"/>
                    <a:pt x="472" y="962"/>
                  </a:cubicBezTo>
                  <a:lnTo>
                    <a:pt x="5599" y="962"/>
                  </a:lnTo>
                  <a:cubicBezTo>
                    <a:pt x="5603" y="962"/>
                    <a:pt x="5606" y="962"/>
                    <a:pt x="5610" y="962"/>
                  </a:cubicBezTo>
                  <a:cubicBezTo>
                    <a:pt x="5874" y="962"/>
                    <a:pt x="6090" y="747"/>
                    <a:pt x="6090" y="481"/>
                  </a:cubicBezTo>
                  <a:cubicBezTo>
                    <a:pt x="6090" y="215"/>
                    <a:pt x="5874" y="1"/>
                    <a:pt x="561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17" name="Google Shape;4717;p55"/>
          <p:cNvGrpSpPr/>
          <p:nvPr/>
        </p:nvGrpSpPr>
        <p:grpSpPr>
          <a:xfrm>
            <a:off x="7050365" y="1765713"/>
            <a:ext cx="354806" cy="354849"/>
            <a:chOff x="4226150" y="1771400"/>
            <a:chExt cx="410275" cy="410325"/>
          </a:xfrm>
        </p:grpSpPr>
        <p:sp>
          <p:nvSpPr>
            <p:cNvPr id="4718" name="Google Shape;4718;p55"/>
            <p:cNvSpPr/>
            <p:nvPr/>
          </p:nvSpPr>
          <p:spPr>
            <a:xfrm>
              <a:off x="4226150" y="1771400"/>
              <a:ext cx="296500" cy="410275"/>
            </a:xfrm>
            <a:custGeom>
              <a:rect b="b" l="l" r="r" t="t"/>
              <a:pathLst>
                <a:path extrusionOk="0" h="16411" w="11860">
                  <a:moveTo>
                    <a:pt x="6511" y="962"/>
                  </a:moveTo>
                  <a:lnTo>
                    <a:pt x="6744" y="1939"/>
                  </a:lnTo>
                  <a:cubicBezTo>
                    <a:pt x="6782" y="2100"/>
                    <a:pt x="6902" y="2230"/>
                    <a:pt x="7060" y="2283"/>
                  </a:cubicBezTo>
                  <a:cubicBezTo>
                    <a:pt x="7438" y="2409"/>
                    <a:pt x="7693" y="2763"/>
                    <a:pt x="7693" y="3162"/>
                  </a:cubicBezTo>
                  <a:lnTo>
                    <a:pt x="7693" y="3270"/>
                  </a:lnTo>
                  <a:lnTo>
                    <a:pt x="4167" y="3270"/>
                  </a:lnTo>
                  <a:lnTo>
                    <a:pt x="4167" y="3162"/>
                  </a:lnTo>
                  <a:cubicBezTo>
                    <a:pt x="4167" y="2763"/>
                    <a:pt x="4421" y="2409"/>
                    <a:pt x="4799" y="2283"/>
                  </a:cubicBezTo>
                  <a:cubicBezTo>
                    <a:pt x="4957" y="2230"/>
                    <a:pt x="5077" y="2100"/>
                    <a:pt x="5116" y="1939"/>
                  </a:cubicBezTo>
                  <a:lnTo>
                    <a:pt x="5348" y="962"/>
                  </a:lnTo>
                  <a:close/>
                  <a:moveTo>
                    <a:pt x="8974" y="4232"/>
                  </a:moveTo>
                  <a:lnTo>
                    <a:pt x="8974" y="13527"/>
                  </a:lnTo>
                  <a:lnTo>
                    <a:pt x="2885" y="13527"/>
                  </a:lnTo>
                  <a:lnTo>
                    <a:pt x="2885" y="4232"/>
                  </a:lnTo>
                  <a:close/>
                  <a:moveTo>
                    <a:pt x="10098" y="2308"/>
                  </a:moveTo>
                  <a:cubicBezTo>
                    <a:pt x="10540" y="2309"/>
                    <a:pt x="10899" y="2667"/>
                    <a:pt x="10899" y="3111"/>
                  </a:cubicBezTo>
                  <a:lnTo>
                    <a:pt x="10899" y="14649"/>
                  </a:lnTo>
                  <a:cubicBezTo>
                    <a:pt x="10899" y="15091"/>
                    <a:pt x="10540" y="15450"/>
                    <a:pt x="10098" y="15450"/>
                  </a:cubicBezTo>
                  <a:lnTo>
                    <a:pt x="1763" y="15450"/>
                  </a:lnTo>
                  <a:cubicBezTo>
                    <a:pt x="1321" y="15450"/>
                    <a:pt x="962" y="15091"/>
                    <a:pt x="962" y="14649"/>
                  </a:cubicBezTo>
                  <a:lnTo>
                    <a:pt x="962" y="3111"/>
                  </a:lnTo>
                  <a:cubicBezTo>
                    <a:pt x="962" y="2667"/>
                    <a:pt x="1321" y="2309"/>
                    <a:pt x="1763" y="2308"/>
                  </a:cubicBezTo>
                  <a:lnTo>
                    <a:pt x="3409" y="2308"/>
                  </a:lnTo>
                  <a:cubicBezTo>
                    <a:pt x="3275" y="2573"/>
                    <a:pt x="3204" y="2866"/>
                    <a:pt x="3206" y="3162"/>
                  </a:cubicBezTo>
                  <a:lnTo>
                    <a:pt x="3206" y="3270"/>
                  </a:lnTo>
                  <a:lnTo>
                    <a:pt x="2405" y="3270"/>
                  </a:lnTo>
                  <a:cubicBezTo>
                    <a:pt x="2140" y="3270"/>
                    <a:pt x="1924" y="3485"/>
                    <a:pt x="1924" y="3751"/>
                  </a:cubicBezTo>
                  <a:lnTo>
                    <a:pt x="1924" y="14008"/>
                  </a:lnTo>
                  <a:cubicBezTo>
                    <a:pt x="1924" y="14273"/>
                    <a:pt x="2140" y="14488"/>
                    <a:pt x="2405" y="14488"/>
                  </a:cubicBezTo>
                  <a:lnTo>
                    <a:pt x="9456" y="14488"/>
                  </a:lnTo>
                  <a:cubicBezTo>
                    <a:pt x="9721" y="14488"/>
                    <a:pt x="9937" y="14273"/>
                    <a:pt x="9937" y="14008"/>
                  </a:cubicBezTo>
                  <a:lnTo>
                    <a:pt x="9937" y="3751"/>
                  </a:lnTo>
                  <a:cubicBezTo>
                    <a:pt x="9937" y="3485"/>
                    <a:pt x="9721" y="3270"/>
                    <a:pt x="9456" y="3270"/>
                  </a:cubicBezTo>
                  <a:lnTo>
                    <a:pt x="8655" y="3270"/>
                  </a:lnTo>
                  <a:lnTo>
                    <a:pt x="8655" y="3162"/>
                  </a:lnTo>
                  <a:cubicBezTo>
                    <a:pt x="8655" y="2866"/>
                    <a:pt x="8585" y="2573"/>
                    <a:pt x="8452" y="2308"/>
                  </a:cubicBezTo>
                  <a:close/>
                  <a:moveTo>
                    <a:pt x="4968" y="0"/>
                  </a:moveTo>
                  <a:cubicBezTo>
                    <a:pt x="4745" y="0"/>
                    <a:pt x="4552" y="154"/>
                    <a:pt x="4500" y="371"/>
                  </a:cubicBezTo>
                  <a:lnTo>
                    <a:pt x="4268" y="1347"/>
                  </a:lnTo>
                  <a:lnTo>
                    <a:pt x="1763" y="1347"/>
                  </a:lnTo>
                  <a:cubicBezTo>
                    <a:pt x="789" y="1347"/>
                    <a:pt x="2" y="2137"/>
                    <a:pt x="0" y="3109"/>
                  </a:cubicBezTo>
                  <a:lnTo>
                    <a:pt x="0" y="14649"/>
                  </a:lnTo>
                  <a:cubicBezTo>
                    <a:pt x="2" y="15621"/>
                    <a:pt x="789" y="16411"/>
                    <a:pt x="1763" y="16411"/>
                  </a:cubicBezTo>
                  <a:lnTo>
                    <a:pt x="10096" y="16411"/>
                  </a:lnTo>
                  <a:cubicBezTo>
                    <a:pt x="11070" y="16411"/>
                    <a:pt x="11858" y="15621"/>
                    <a:pt x="11859" y="14649"/>
                  </a:cubicBezTo>
                  <a:lnTo>
                    <a:pt x="11859" y="3111"/>
                  </a:lnTo>
                  <a:cubicBezTo>
                    <a:pt x="11858" y="2137"/>
                    <a:pt x="11070" y="1349"/>
                    <a:pt x="10096" y="1347"/>
                  </a:cubicBezTo>
                  <a:lnTo>
                    <a:pt x="7592" y="1347"/>
                  </a:lnTo>
                  <a:lnTo>
                    <a:pt x="7359" y="371"/>
                  </a:lnTo>
                  <a:cubicBezTo>
                    <a:pt x="7308" y="154"/>
                    <a:pt x="7115" y="0"/>
                    <a:pt x="689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9" name="Google Shape;4719;p55"/>
            <p:cNvSpPr/>
            <p:nvPr/>
          </p:nvSpPr>
          <p:spPr>
            <a:xfrm>
              <a:off x="4548325" y="1771425"/>
              <a:ext cx="88100" cy="410300"/>
            </a:xfrm>
            <a:custGeom>
              <a:rect b="b" l="l" r="r" t="t"/>
              <a:pathLst>
                <a:path extrusionOk="0" h="16412" w="3524">
                  <a:moveTo>
                    <a:pt x="1761" y="2023"/>
                  </a:moveTo>
                  <a:lnTo>
                    <a:pt x="2380" y="3911"/>
                  </a:lnTo>
                  <a:lnTo>
                    <a:pt x="1143" y="3911"/>
                  </a:lnTo>
                  <a:lnTo>
                    <a:pt x="1761" y="2023"/>
                  </a:lnTo>
                  <a:close/>
                  <a:moveTo>
                    <a:pt x="2562" y="4871"/>
                  </a:moveTo>
                  <a:lnTo>
                    <a:pt x="2562" y="12885"/>
                  </a:lnTo>
                  <a:lnTo>
                    <a:pt x="960" y="12885"/>
                  </a:lnTo>
                  <a:lnTo>
                    <a:pt x="960" y="4871"/>
                  </a:lnTo>
                  <a:close/>
                  <a:moveTo>
                    <a:pt x="2562" y="13847"/>
                  </a:moveTo>
                  <a:lnTo>
                    <a:pt x="2562" y="15289"/>
                  </a:lnTo>
                  <a:cubicBezTo>
                    <a:pt x="2562" y="15377"/>
                    <a:pt x="2490" y="15449"/>
                    <a:pt x="2402" y="15449"/>
                  </a:cubicBezTo>
                  <a:lnTo>
                    <a:pt x="1119" y="15449"/>
                  </a:lnTo>
                  <a:cubicBezTo>
                    <a:pt x="1031" y="15449"/>
                    <a:pt x="960" y="15377"/>
                    <a:pt x="960" y="15289"/>
                  </a:cubicBezTo>
                  <a:lnTo>
                    <a:pt x="960" y="13847"/>
                  </a:lnTo>
                  <a:close/>
                  <a:moveTo>
                    <a:pt x="1762" y="1"/>
                  </a:moveTo>
                  <a:cubicBezTo>
                    <a:pt x="1554" y="1"/>
                    <a:pt x="1370" y="134"/>
                    <a:pt x="1305" y="331"/>
                  </a:cubicBezTo>
                  <a:lnTo>
                    <a:pt x="24" y="4242"/>
                  </a:lnTo>
                  <a:cubicBezTo>
                    <a:pt x="8" y="4290"/>
                    <a:pt x="0" y="4340"/>
                    <a:pt x="0" y="4391"/>
                  </a:cubicBezTo>
                  <a:lnTo>
                    <a:pt x="0" y="15289"/>
                  </a:lnTo>
                  <a:cubicBezTo>
                    <a:pt x="0" y="15907"/>
                    <a:pt x="501" y="16410"/>
                    <a:pt x="1119" y="16411"/>
                  </a:cubicBezTo>
                  <a:lnTo>
                    <a:pt x="2401" y="16411"/>
                  </a:lnTo>
                  <a:cubicBezTo>
                    <a:pt x="3020" y="16411"/>
                    <a:pt x="3522" y="15909"/>
                    <a:pt x="3522" y="15289"/>
                  </a:cubicBezTo>
                  <a:lnTo>
                    <a:pt x="3522" y="4391"/>
                  </a:lnTo>
                  <a:lnTo>
                    <a:pt x="3524" y="4391"/>
                  </a:lnTo>
                  <a:cubicBezTo>
                    <a:pt x="3524" y="4340"/>
                    <a:pt x="3515" y="4290"/>
                    <a:pt x="3501" y="4242"/>
                  </a:cubicBezTo>
                  <a:lnTo>
                    <a:pt x="2219" y="331"/>
                  </a:lnTo>
                  <a:cubicBezTo>
                    <a:pt x="2153" y="134"/>
                    <a:pt x="1970" y="1"/>
                    <a:pt x="17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0" name="Google Shape;4720;p55"/>
            <p:cNvSpPr/>
            <p:nvPr/>
          </p:nvSpPr>
          <p:spPr>
            <a:xfrm>
              <a:off x="4354100" y="1901200"/>
              <a:ext cx="80650" cy="24100"/>
            </a:xfrm>
            <a:custGeom>
              <a:rect b="b" l="l" r="r" t="t"/>
              <a:pathLst>
                <a:path extrusionOk="0" h="964" w="3226">
                  <a:moveTo>
                    <a:pt x="483" y="1"/>
                  </a:moveTo>
                  <a:cubicBezTo>
                    <a:pt x="217" y="1"/>
                    <a:pt x="0" y="216"/>
                    <a:pt x="0" y="481"/>
                  </a:cubicBezTo>
                  <a:cubicBezTo>
                    <a:pt x="0" y="748"/>
                    <a:pt x="217" y="963"/>
                    <a:pt x="483" y="963"/>
                  </a:cubicBezTo>
                  <a:cubicBezTo>
                    <a:pt x="486" y="963"/>
                    <a:pt x="488" y="963"/>
                    <a:pt x="491" y="963"/>
                  </a:cubicBezTo>
                  <a:lnTo>
                    <a:pt x="2735" y="963"/>
                  </a:lnTo>
                  <a:cubicBezTo>
                    <a:pt x="2737" y="963"/>
                    <a:pt x="2740" y="963"/>
                    <a:pt x="2743" y="963"/>
                  </a:cubicBezTo>
                  <a:cubicBezTo>
                    <a:pt x="3008" y="963"/>
                    <a:pt x="3225" y="748"/>
                    <a:pt x="3225" y="481"/>
                  </a:cubicBezTo>
                  <a:cubicBezTo>
                    <a:pt x="3225" y="216"/>
                    <a:pt x="3008" y="1"/>
                    <a:pt x="2743" y="1"/>
                  </a:cubicBezTo>
                  <a:cubicBezTo>
                    <a:pt x="2740" y="1"/>
                    <a:pt x="2737" y="1"/>
                    <a:pt x="2735" y="1"/>
                  </a:cubicBezTo>
                  <a:lnTo>
                    <a:pt x="491" y="1"/>
                  </a:lnTo>
                  <a:cubicBezTo>
                    <a:pt x="488" y="1"/>
                    <a:pt x="486" y="1"/>
                    <a:pt x="48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1" name="Google Shape;4721;p55"/>
            <p:cNvSpPr/>
            <p:nvPr/>
          </p:nvSpPr>
          <p:spPr>
            <a:xfrm>
              <a:off x="4310250" y="1901225"/>
              <a:ext cx="28100" cy="24050"/>
            </a:xfrm>
            <a:custGeom>
              <a:rect b="b" l="l" r="r" t="t"/>
              <a:pathLst>
                <a:path extrusionOk="0" h="962" w="1124">
                  <a:moveTo>
                    <a:pt x="643" y="0"/>
                  </a:moveTo>
                  <a:cubicBezTo>
                    <a:pt x="214" y="0"/>
                    <a:pt x="0" y="518"/>
                    <a:pt x="303" y="820"/>
                  </a:cubicBezTo>
                  <a:cubicBezTo>
                    <a:pt x="395" y="913"/>
                    <a:pt x="518" y="961"/>
                    <a:pt x="644" y="961"/>
                  </a:cubicBezTo>
                  <a:cubicBezTo>
                    <a:pt x="705" y="961"/>
                    <a:pt x="767" y="950"/>
                    <a:pt x="826" y="926"/>
                  </a:cubicBezTo>
                  <a:cubicBezTo>
                    <a:pt x="1006" y="851"/>
                    <a:pt x="1123" y="675"/>
                    <a:pt x="1123" y="482"/>
                  </a:cubicBezTo>
                  <a:cubicBezTo>
                    <a:pt x="1123" y="215"/>
                    <a:pt x="908" y="0"/>
                    <a:pt x="64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2" name="Google Shape;4722;p55"/>
            <p:cNvSpPr/>
            <p:nvPr/>
          </p:nvSpPr>
          <p:spPr>
            <a:xfrm>
              <a:off x="4354100" y="1949275"/>
              <a:ext cx="80650" cy="24100"/>
            </a:xfrm>
            <a:custGeom>
              <a:rect b="b" l="l" r="r" t="t"/>
              <a:pathLst>
                <a:path extrusionOk="0" h="964" w="3226">
                  <a:moveTo>
                    <a:pt x="483" y="1"/>
                  </a:moveTo>
                  <a:cubicBezTo>
                    <a:pt x="217" y="1"/>
                    <a:pt x="0" y="216"/>
                    <a:pt x="0" y="483"/>
                  </a:cubicBezTo>
                  <a:cubicBezTo>
                    <a:pt x="0" y="749"/>
                    <a:pt x="216" y="963"/>
                    <a:pt x="480" y="963"/>
                  </a:cubicBezTo>
                  <a:cubicBezTo>
                    <a:pt x="484" y="963"/>
                    <a:pt x="487" y="963"/>
                    <a:pt x="491" y="963"/>
                  </a:cubicBezTo>
                  <a:lnTo>
                    <a:pt x="2735" y="963"/>
                  </a:lnTo>
                  <a:cubicBezTo>
                    <a:pt x="2738" y="963"/>
                    <a:pt x="2742" y="963"/>
                    <a:pt x="2745" y="963"/>
                  </a:cubicBezTo>
                  <a:cubicBezTo>
                    <a:pt x="3010" y="963"/>
                    <a:pt x="3225" y="749"/>
                    <a:pt x="3225" y="483"/>
                  </a:cubicBezTo>
                  <a:cubicBezTo>
                    <a:pt x="3225" y="216"/>
                    <a:pt x="3008" y="1"/>
                    <a:pt x="2743" y="1"/>
                  </a:cubicBezTo>
                  <a:cubicBezTo>
                    <a:pt x="2740" y="1"/>
                    <a:pt x="2737" y="1"/>
                    <a:pt x="2735" y="1"/>
                  </a:cubicBezTo>
                  <a:lnTo>
                    <a:pt x="491" y="1"/>
                  </a:lnTo>
                  <a:cubicBezTo>
                    <a:pt x="488" y="1"/>
                    <a:pt x="486" y="1"/>
                    <a:pt x="48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3" name="Google Shape;4723;p55"/>
            <p:cNvSpPr/>
            <p:nvPr/>
          </p:nvSpPr>
          <p:spPr>
            <a:xfrm>
              <a:off x="4310250" y="1949275"/>
              <a:ext cx="28100" cy="24100"/>
            </a:xfrm>
            <a:custGeom>
              <a:rect b="b" l="l" r="r" t="t"/>
              <a:pathLst>
                <a:path extrusionOk="0" h="964" w="1124">
                  <a:moveTo>
                    <a:pt x="643" y="1"/>
                  </a:moveTo>
                  <a:cubicBezTo>
                    <a:pt x="214" y="1"/>
                    <a:pt x="0" y="519"/>
                    <a:pt x="303" y="822"/>
                  </a:cubicBezTo>
                  <a:cubicBezTo>
                    <a:pt x="395" y="914"/>
                    <a:pt x="518" y="963"/>
                    <a:pt x="642" y="963"/>
                  </a:cubicBezTo>
                  <a:cubicBezTo>
                    <a:pt x="704" y="963"/>
                    <a:pt x="767" y="951"/>
                    <a:pt x="826" y="926"/>
                  </a:cubicBezTo>
                  <a:cubicBezTo>
                    <a:pt x="1006" y="852"/>
                    <a:pt x="1123" y="676"/>
                    <a:pt x="1123" y="483"/>
                  </a:cubicBezTo>
                  <a:cubicBezTo>
                    <a:pt x="1123" y="216"/>
                    <a:pt x="908" y="1"/>
                    <a:pt x="64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4" name="Google Shape;4724;p55"/>
            <p:cNvSpPr/>
            <p:nvPr/>
          </p:nvSpPr>
          <p:spPr>
            <a:xfrm>
              <a:off x="4354350" y="1997400"/>
              <a:ext cx="80125" cy="24025"/>
            </a:xfrm>
            <a:custGeom>
              <a:rect b="b" l="l" r="r" t="t"/>
              <a:pathLst>
                <a:path extrusionOk="0" h="961" w="3205">
                  <a:moveTo>
                    <a:pt x="481" y="0"/>
                  </a:moveTo>
                  <a:cubicBezTo>
                    <a:pt x="216" y="0"/>
                    <a:pt x="1" y="215"/>
                    <a:pt x="1" y="480"/>
                  </a:cubicBezTo>
                  <a:cubicBezTo>
                    <a:pt x="1" y="746"/>
                    <a:pt x="216" y="961"/>
                    <a:pt x="481" y="961"/>
                  </a:cubicBezTo>
                  <a:lnTo>
                    <a:pt x="2725" y="961"/>
                  </a:lnTo>
                  <a:cubicBezTo>
                    <a:pt x="2990" y="961"/>
                    <a:pt x="3205" y="746"/>
                    <a:pt x="3205" y="480"/>
                  </a:cubicBezTo>
                  <a:cubicBezTo>
                    <a:pt x="3205" y="215"/>
                    <a:pt x="2990" y="0"/>
                    <a:pt x="272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5" name="Google Shape;4725;p55"/>
            <p:cNvSpPr/>
            <p:nvPr/>
          </p:nvSpPr>
          <p:spPr>
            <a:xfrm>
              <a:off x="4310250" y="1997400"/>
              <a:ext cx="28100" cy="24050"/>
            </a:xfrm>
            <a:custGeom>
              <a:rect b="b" l="l" r="r" t="t"/>
              <a:pathLst>
                <a:path extrusionOk="0" h="962" w="1124">
                  <a:moveTo>
                    <a:pt x="643" y="0"/>
                  </a:moveTo>
                  <a:cubicBezTo>
                    <a:pt x="214" y="0"/>
                    <a:pt x="0" y="517"/>
                    <a:pt x="303" y="820"/>
                  </a:cubicBezTo>
                  <a:cubicBezTo>
                    <a:pt x="395" y="912"/>
                    <a:pt x="518" y="961"/>
                    <a:pt x="642" y="961"/>
                  </a:cubicBezTo>
                  <a:cubicBezTo>
                    <a:pt x="704" y="961"/>
                    <a:pt x="767" y="949"/>
                    <a:pt x="826" y="924"/>
                  </a:cubicBezTo>
                  <a:cubicBezTo>
                    <a:pt x="1006" y="850"/>
                    <a:pt x="1123" y="675"/>
                    <a:pt x="1123" y="480"/>
                  </a:cubicBezTo>
                  <a:cubicBezTo>
                    <a:pt x="1123" y="215"/>
                    <a:pt x="908" y="0"/>
                    <a:pt x="64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6" name="Google Shape;4726;p55"/>
            <p:cNvSpPr/>
            <p:nvPr/>
          </p:nvSpPr>
          <p:spPr>
            <a:xfrm>
              <a:off x="4354100" y="2045450"/>
              <a:ext cx="80650" cy="24050"/>
            </a:xfrm>
            <a:custGeom>
              <a:rect b="b" l="l" r="r" t="t"/>
              <a:pathLst>
                <a:path extrusionOk="0" h="962" w="3226">
                  <a:moveTo>
                    <a:pt x="480" y="1"/>
                  </a:moveTo>
                  <a:cubicBezTo>
                    <a:pt x="216" y="1"/>
                    <a:pt x="0" y="215"/>
                    <a:pt x="0" y="481"/>
                  </a:cubicBezTo>
                  <a:cubicBezTo>
                    <a:pt x="0" y="747"/>
                    <a:pt x="216" y="962"/>
                    <a:pt x="480" y="962"/>
                  </a:cubicBezTo>
                  <a:cubicBezTo>
                    <a:pt x="484" y="962"/>
                    <a:pt x="487" y="962"/>
                    <a:pt x="491" y="962"/>
                  </a:cubicBezTo>
                  <a:lnTo>
                    <a:pt x="2735" y="962"/>
                  </a:lnTo>
                  <a:cubicBezTo>
                    <a:pt x="2738" y="962"/>
                    <a:pt x="2742" y="962"/>
                    <a:pt x="2745" y="962"/>
                  </a:cubicBezTo>
                  <a:cubicBezTo>
                    <a:pt x="3010" y="962"/>
                    <a:pt x="3225" y="747"/>
                    <a:pt x="3225" y="481"/>
                  </a:cubicBezTo>
                  <a:cubicBezTo>
                    <a:pt x="3225" y="215"/>
                    <a:pt x="3010" y="1"/>
                    <a:pt x="2745" y="1"/>
                  </a:cubicBezTo>
                  <a:cubicBezTo>
                    <a:pt x="2742" y="1"/>
                    <a:pt x="2738" y="1"/>
                    <a:pt x="2735" y="1"/>
                  </a:cubicBezTo>
                  <a:lnTo>
                    <a:pt x="491" y="1"/>
                  </a:lnTo>
                  <a:cubicBezTo>
                    <a:pt x="487" y="1"/>
                    <a:pt x="484" y="1"/>
                    <a:pt x="48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7" name="Google Shape;4727;p55"/>
            <p:cNvSpPr/>
            <p:nvPr/>
          </p:nvSpPr>
          <p:spPr>
            <a:xfrm>
              <a:off x="4310250" y="2045450"/>
              <a:ext cx="28100" cy="24050"/>
            </a:xfrm>
            <a:custGeom>
              <a:rect b="b" l="l" r="r" t="t"/>
              <a:pathLst>
                <a:path extrusionOk="0" h="962" w="1124">
                  <a:moveTo>
                    <a:pt x="643" y="1"/>
                  </a:moveTo>
                  <a:cubicBezTo>
                    <a:pt x="214" y="1"/>
                    <a:pt x="0" y="518"/>
                    <a:pt x="303" y="821"/>
                  </a:cubicBezTo>
                  <a:cubicBezTo>
                    <a:pt x="394" y="913"/>
                    <a:pt x="517" y="962"/>
                    <a:pt x="642" y="962"/>
                  </a:cubicBezTo>
                  <a:cubicBezTo>
                    <a:pt x="704" y="962"/>
                    <a:pt x="767" y="950"/>
                    <a:pt x="826" y="925"/>
                  </a:cubicBezTo>
                  <a:cubicBezTo>
                    <a:pt x="1006" y="852"/>
                    <a:pt x="1123" y="676"/>
                    <a:pt x="1123" y="481"/>
                  </a:cubicBezTo>
                  <a:cubicBezTo>
                    <a:pt x="1123" y="216"/>
                    <a:pt x="908" y="1"/>
                    <a:pt x="64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28" name="Google Shape;4728;p55"/>
          <p:cNvGrpSpPr/>
          <p:nvPr/>
        </p:nvGrpSpPr>
        <p:grpSpPr>
          <a:xfrm>
            <a:off x="7816225" y="1765736"/>
            <a:ext cx="339607" cy="354806"/>
            <a:chOff x="3644225" y="1732300"/>
            <a:chExt cx="392700" cy="410275"/>
          </a:xfrm>
        </p:grpSpPr>
        <p:sp>
          <p:nvSpPr>
            <p:cNvPr id="4729" name="Google Shape;4729;p55"/>
            <p:cNvSpPr/>
            <p:nvPr/>
          </p:nvSpPr>
          <p:spPr>
            <a:xfrm>
              <a:off x="3644225" y="1732300"/>
              <a:ext cx="392700" cy="410275"/>
            </a:xfrm>
            <a:custGeom>
              <a:rect b="b" l="l" r="r" t="t"/>
              <a:pathLst>
                <a:path extrusionOk="0" h="16411" w="15708">
                  <a:moveTo>
                    <a:pt x="1924" y="2564"/>
                  </a:moveTo>
                  <a:lnTo>
                    <a:pt x="1924" y="3526"/>
                  </a:lnTo>
                  <a:lnTo>
                    <a:pt x="1443" y="3526"/>
                  </a:lnTo>
                  <a:cubicBezTo>
                    <a:pt x="1178" y="3526"/>
                    <a:pt x="963" y="3311"/>
                    <a:pt x="963" y="3045"/>
                  </a:cubicBezTo>
                  <a:cubicBezTo>
                    <a:pt x="963" y="2780"/>
                    <a:pt x="1178" y="2564"/>
                    <a:pt x="1443" y="2564"/>
                  </a:cubicBezTo>
                  <a:close/>
                  <a:moveTo>
                    <a:pt x="13783" y="1044"/>
                  </a:moveTo>
                  <a:cubicBezTo>
                    <a:pt x="14359" y="1248"/>
                    <a:pt x="14744" y="1792"/>
                    <a:pt x="14745" y="2403"/>
                  </a:cubicBezTo>
                  <a:lnTo>
                    <a:pt x="14745" y="2405"/>
                  </a:lnTo>
                  <a:lnTo>
                    <a:pt x="14745" y="4345"/>
                  </a:lnTo>
                  <a:cubicBezTo>
                    <a:pt x="14461" y="4130"/>
                    <a:pt x="14132" y="3982"/>
                    <a:pt x="13783" y="3910"/>
                  </a:cubicBezTo>
                  <a:lnTo>
                    <a:pt x="13783" y="1044"/>
                  </a:lnTo>
                  <a:close/>
                  <a:moveTo>
                    <a:pt x="13783" y="4906"/>
                  </a:moveTo>
                  <a:cubicBezTo>
                    <a:pt x="14359" y="5111"/>
                    <a:pt x="14744" y="5654"/>
                    <a:pt x="14745" y="6266"/>
                  </a:cubicBezTo>
                  <a:lnTo>
                    <a:pt x="14745" y="8207"/>
                  </a:lnTo>
                  <a:cubicBezTo>
                    <a:pt x="14461" y="7992"/>
                    <a:pt x="14132" y="7844"/>
                    <a:pt x="13783" y="7773"/>
                  </a:cubicBezTo>
                  <a:lnTo>
                    <a:pt x="13783" y="4906"/>
                  </a:lnTo>
                  <a:close/>
                  <a:moveTo>
                    <a:pt x="1924" y="7693"/>
                  </a:moveTo>
                  <a:lnTo>
                    <a:pt x="1924" y="8653"/>
                  </a:lnTo>
                  <a:lnTo>
                    <a:pt x="1443" y="8653"/>
                  </a:lnTo>
                  <a:cubicBezTo>
                    <a:pt x="1178" y="8653"/>
                    <a:pt x="963" y="8438"/>
                    <a:pt x="963" y="8173"/>
                  </a:cubicBezTo>
                  <a:cubicBezTo>
                    <a:pt x="963" y="7908"/>
                    <a:pt x="1178" y="7693"/>
                    <a:pt x="1443" y="7693"/>
                  </a:cubicBezTo>
                  <a:close/>
                  <a:moveTo>
                    <a:pt x="13783" y="8769"/>
                  </a:moveTo>
                  <a:cubicBezTo>
                    <a:pt x="14359" y="8973"/>
                    <a:pt x="14744" y="9518"/>
                    <a:pt x="14745" y="10128"/>
                  </a:cubicBezTo>
                  <a:lnTo>
                    <a:pt x="14745" y="12069"/>
                  </a:lnTo>
                  <a:cubicBezTo>
                    <a:pt x="14461" y="11855"/>
                    <a:pt x="14132" y="11707"/>
                    <a:pt x="13783" y="11635"/>
                  </a:cubicBezTo>
                  <a:lnTo>
                    <a:pt x="13783" y="8769"/>
                  </a:lnTo>
                  <a:close/>
                  <a:moveTo>
                    <a:pt x="1924" y="12886"/>
                  </a:moveTo>
                  <a:lnTo>
                    <a:pt x="1924" y="13846"/>
                  </a:lnTo>
                  <a:lnTo>
                    <a:pt x="1443" y="13846"/>
                  </a:lnTo>
                  <a:cubicBezTo>
                    <a:pt x="1178" y="13846"/>
                    <a:pt x="963" y="13631"/>
                    <a:pt x="963" y="13366"/>
                  </a:cubicBezTo>
                  <a:cubicBezTo>
                    <a:pt x="963" y="13101"/>
                    <a:pt x="1178" y="12886"/>
                    <a:pt x="1443" y="12886"/>
                  </a:cubicBezTo>
                  <a:close/>
                  <a:moveTo>
                    <a:pt x="3848" y="962"/>
                  </a:moveTo>
                  <a:lnTo>
                    <a:pt x="3848" y="15450"/>
                  </a:lnTo>
                  <a:lnTo>
                    <a:pt x="3687" y="15450"/>
                  </a:lnTo>
                  <a:cubicBezTo>
                    <a:pt x="3245" y="15450"/>
                    <a:pt x="2886" y="15091"/>
                    <a:pt x="2886" y="14649"/>
                  </a:cubicBezTo>
                  <a:lnTo>
                    <a:pt x="2886" y="14648"/>
                  </a:lnTo>
                  <a:lnTo>
                    <a:pt x="2886" y="1763"/>
                  </a:lnTo>
                  <a:cubicBezTo>
                    <a:pt x="2886" y="1321"/>
                    <a:pt x="3245" y="962"/>
                    <a:pt x="3687" y="962"/>
                  </a:cubicBezTo>
                  <a:close/>
                  <a:moveTo>
                    <a:pt x="12822" y="962"/>
                  </a:moveTo>
                  <a:lnTo>
                    <a:pt x="12822" y="15450"/>
                  </a:lnTo>
                  <a:lnTo>
                    <a:pt x="4809" y="15450"/>
                  </a:lnTo>
                  <a:lnTo>
                    <a:pt x="4809" y="962"/>
                  </a:lnTo>
                  <a:close/>
                  <a:moveTo>
                    <a:pt x="13783" y="12631"/>
                  </a:moveTo>
                  <a:cubicBezTo>
                    <a:pt x="14359" y="12836"/>
                    <a:pt x="14744" y="13379"/>
                    <a:pt x="14745" y="13991"/>
                  </a:cubicBezTo>
                  <a:lnTo>
                    <a:pt x="14745" y="15450"/>
                  </a:lnTo>
                  <a:lnTo>
                    <a:pt x="13783" y="15450"/>
                  </a:lnTo>
                  <a:lnTo>
                    <a:pt x="13783" y="12631"/>
                  </a:lnTo>
                  <a:close/>
                  <a:moveTo>
                    <a:pt x="3687" y="0"/>
                  </a:moveTo>
                  <a:cubicBezTo>
                    <a:pt x="2776" y="1"/>
                    <a:pt x="2016" y="696"/>
                    <a:pt x="1932" y="1602"/>
                  </a:cubicBezTo>
                  <a:lnTo>
                    <a:pt x="1443" y="1602"/>
                  </a:lnTo>
                  <a:cubicBezTo>
                    <a:pt x="647" y="1602"/>
                    <a:pt x="1" y="2248"/>
                    <a:pt x="1" y="3045"/>
                  </a:cubicBezTo>
                  <a:cubicBezTo>
                    <a:pt x="1" y="3841"/>
                    <a:pt x="647" y="4487"/>
                    <a:pt x="1443" y="4487"/>
                  </a:cubicBezTo>
                  <a:lnTo>
                    <a:pt x="1924" y="4487"/>
                  </a:lnTo>
                  <a:lnTo>
                    <a:pt x="1924" y="6731"/>
                  </a:lnTo>
                  <a:lnTo>
                    <a:pt x="1443" y="6731"/>
                  </a:lnTo>
                  <a:cubicBezTo>
                    <a:pt x="647" y="6731"/>
                    <a:pt x="1" y="7376"/>
                    <a:pt x="1" y="8173"/>
                  </a:cubicBezTo>
                  <a:cubicBezTo>
                    <a:pt x="1" y="8970"/>
                    <a:pt x="647" y="9616"/>
                    <a:pt x="1443" y="9616"/>
                  </a:cubicBezTo>
                  <a:lnTo>
                    <a:pt x="1924" y="9616"/>
                  </a:lnTo>
                  <a:lnTo>
                    <a:pt x="1924" y="11924"/>
                  </a:lnTo>
                  <a:lnTo>
                    <a:pt x="1443" y="11924"/>
                  </a:lnTo>
                  <a:cubicBezTo>
                    <a:pt x="647" y="11924"/>
                    <a:pt x="1" y="12569"/>
                    <a:pt x="1" y="13366"/>
                  </a:cubicBezTo>
                  <a:cubicBezTo>
                    <a:pt x="1" y="14163"/>
                    <a:pt x="647" y="14809"/>
                    <a:pt x="1443" y="14809"/>
                  </a:cubicBezTo>
                  <a:lnTo>
                    <a:pt x="1932" y="14809"/>
                  </a:lnTo>
                  <a:cubicBezTo>
                    <a:pt x="2016" y="15715"/>
                    <a:pt x="2776" y="16409"/>
                    <a:pt x="3687" y="16411"/>
                  </a:cubicBezTo>
                  <a:lnTo>
                    <a:pt x="15225" y="16411"/>
                  </a:lnTo>
                  <a:cubicBezTo>
                    <a:pt x="15492" y="16411"/>
                    <a:pt x="15707" y="16195"/>
                    <a:pt x="15707" y="15930"/>
                  </a:cubicBezTo>
                  <a:lnTo>
                    <a:pt x="15707" y="2405"/>
                  </a:lnTo>
                  <a:cubicBezTo>
                    <a:pt x="15707" y="1078"/>
                    <a:pt x="14628" y="0"/>
                    <a:pt x="133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0" name="Google Shape;4730;p55"/>
            <p:cNvSpPr/>
            <p:nvPr/>
          </p:nvSpPr>
          <p:spPr>
            <a:xfrm>
              <a:off x="3788475" y="1804375"/>
              <a:ext cx="152300" cy="168325"/>
            </a:xfrm>
            <a:custGeom>
              <a:rect b="b" l="l" r="r" t="t"/>
              <a:pathLst>
                <a:path extrusionOk="0" h="6733" w="6092">
                  <a:moveTo>
                    <a:pt x="3045" y="963"/>
                  </a:moveTo>
                  <a:cubicBezTo>
                    <a:pt x="3295" y="963"/>
                    <a:pt x="3542" y="1061"/>
                    <a:pt x="3725" y="1245"/>
                  </a:cubicBezTo>
                  <a:cubicBezTo>
                    <a:pt x="4000" y="1521"/>
                    <a:pt x="4082" y="1934"/>
                    <a:pt x="3934" y="2292"/>
                  </a:cubicBezTo>
                  <a:cubicBezTo>
                    <a:pt x="3785" y="2653"/>
                    <a:pt x="3435" y="2887"/>
                    <a:pt x="3045" y="2887"/>
                  </a:cubicBezTo>
                  <a:cubicBezTo>
                    <a:pt x="2515" y="2886"/>
                    <a:pt x="2085" y="2455"/>
                    <a:pt x="2085" y="1925"/>
                  </a:cubicBezTo>
                  <a:cubicBezTo>
                    <a:pt x="2085" y="1535"/>
                    <a:pt x="2318" y="1185"/>
                    <a:pt x="2678" y="1036"/>
                  </a:cubicBezTo>
                  <a:cubicBezTo>
                    <a:pt x="2796" y="987"/>
                    <a:pt x="2921" y="963"/>
                    <a:pt x="3045" y="963"/>
                  </a:cubicBezTo>
                  <a:close/>
                  <a:moveTo>
                    <a:pt x="3045" y="3843"/>
                  </a:moveTo>
                  <a:cubicBezTo>
                    <a:pt x="4135" y="3843"/>
                    <a:pt x="5042" y="4684"/>
                    <a:pt x="5124" y="5770"/>
                  </a:cubicBezTo>
                  <a:lnTo>
                    <a:pt x="967" y="5770"/>
                  </a:lnTo>
                  <a:cubicBezTo>
                    <a:pt x="1049" y="4684"/>
                    <a:pt x="1954" y="3843"/>
                    <a:pt x="3045" y="3843"/>
                  </a:cubicBezTo>
                  <a:close/>
                  <a:moveTo>
                    <a:pt x="3045" y="1"/>
                  </a:moveTo>
                  <a:cubicBezTo>
                    <a:pt x="2281" y="1"/>
                    <a:pt x="1588" y="453"/>
                    <a:pt x="1282" y="1155"/>
                  </a:cubicBezTo>
                  <a:cubicBezTo>
                    <a:pt x="976" y="1856"/>
                    <a:pt x="1117" y="2672"/>
                    <a:pt x="1637" y="3233"/>
                  </a:cubicBezTo>
                  <a:cubicBezTo>
                    <a:pt x="632" y="3758"/>
                    <a:pt x="2" y="4798"/>
                    <a:pt x="1" y="5932"/>
                  </a:cubicBezTo>
                  <a:lnTo>
                    <a:pt x="1" y="6252"/>
                  </a:lnTo>
                  <a:cubicBezTo>
                    <a:pt x="1" y="6517"/>
                    <a:pt x="216" y="6733"/>
                    <a:pt x="481" y="6733"/>
                  </a:cubicBezTo>
                  <a:lnTo>
                    <a:pt x="5610" y="6733"/>
                  </a:lnTo>
                  <a:cubicBezTo>
                    <a:pt x="5875" y="6733"/>
                    <a:pt x="6092" y="6517"/>
                    <a:pt x="6092" y="6252"/>
                  </a:cubicBezTo>
                  <a:lnTo>
                    <a:pt x="6092" y="5932"/>
                  </a:lnTo>
                  <a:cubicBezTo>
                    <a:pt x="6090" y="4798"/>
                    <a:pt x="5459" y="3758"/>
                    <a:pt x="4454" y="3233"/>
                  </a:cubicBezTo>
                  <a:cubicBezTo>
                    <a:pt x="4976" y="2672"/>
                    <a:pt x="5115" y="1856"/>
                    <a:pt x="4809" y="1155"/>
                  </a:cubicBezTo>
                  <a:cubicBezTo>
                    <a:pt x="4503" y="453"/>
                    <a:pt x="3811" y="1"/>
                    <a:pt x="304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1" name="Google Shape;4731;p55"/>
            <p:cNvSpPr/>
            <p:nvPr/>
          </p:nvSpPr>
          <p:spPr>
            <a:xfrm>
              <a:off x="3788700" y="1996725"/>
              <a:ext cx="151825" cy="24050"/>
            </a:xfrm>
            <a:custGeom>
              <a:rect b="b" l="l" r="r" t="t"/>
              <a:pathLst>
                <a:path extrusionOk="0" h="962" w="6073">
                  <a:moveTo>
                    <a:pt x="472" y="1"/>
                  </a:moveTo>
                  <a:cubicBezTo>
                    <a:pt x="210" y="5"/>
                    <a:pt x="1" y="219"/>
                    <a:pt x="1" y="481"/>
                  </a:cubicBezTo>
                  <a:cubicBezTo>
                    <a:pt x="1" y="743"/>
                    <a:pt x="210" y="957"/>
                    <a:pt x="472" y="961"/>
                  </a:cubicBezTo>
                  <a:lnTo>
                    <a:pt x="5601" y="961"/>
                  </a:lnTo>
                  <a:cubicBezTo>
                    <a:pt x="5863" y="957"/>
                    <a:pt x="6072" y="743"/>
                    <a:pt x="6072" y="481"/>
                  </a:cubicBezTo>
                  <a:cubicBezTo>
                    <a:pt x="6072" y="219"/>
                    <a:pt x="5863" y="5"/>
                    <a:pt x="560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2" name="Google Shape;4732;p55"/>
            <p:cNvSpPr/>
            <p:nvPr/>
          </p:nvSpPr>
          <p:spPr>
            <a:xfrm>
              <a:off x="3788475" y="2044800"/>
              <a:ext cx="152275" cy="24050"/>
            </a:xfrm>
            <a:custGeom>
              <a:rect b="b" l="l" r="r" t="t"/>
              <a:pathLst>
                <a:path extrusionOk="0" h="962" w="6091">
                  <a:moveTo>
                    <a:pt x="481" y="1"/>
                  </a:moveTo>
                  <a:cubicBezTo>
                    <a:pt x="216" y="1"/>
                    <a:pt x="1" y="216"/>
                    <a:pt x="1" y="481"/>
                  </a:cubicBezTo>
                  <a:cubicBezTo>
                    <a:pt x="1" y="746"/>
                    <a:pt x="216" y="961"/>
                    <a:pt x="481" y="961"/>
                  </a:cubicBezTo>
                  <a:lnTo>
                    <a:pt x="5610" y="961"/>
                  </a:lnTo>
                  <a:cubicBezTo>
                    <a:pt x="5875" y="961"/>
                    <a:pt x="6090" y="746"/>
                    <a:pt x="6090" y="481"/>
                  </a:cubicBezTo>
                  <a:cubicBezTo>
                    <a:pt x="6090" y="216"/>
                    <a:pt x="5875" y="1"/>
                    <a:pt x="561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33" name="Google Shape;4733;p55"/>
          <p:cNvGrpSpPr/>
          <p:nvPr/>
        </p:nvGrpSpPr>
        <p:grpSpPr>
          <a:xfrm>
            <a:off x="7808615" y="2324005"/>
            <a:ext cx="354827" cy="354784"/>
            <a:chOff x="3066125" y="1753675"/>
            <a:chExt cx="410300" cy="410250"/>
          </a:xfrm>
        </p:grpSpPr>
        <p:sp>
          <p:nvSpPr>
            <p:cNvPr id="4734" name="Google Shape;4734;p55"/>
            <p:cNvSpPr/>
            <p:nvPr/>
          </p:nvSpPr>
          <p:spPr>
            <a:xfrm>
              <a:off x="3371450" y="1947825"/>
              <a:ext cx="66475" cy="127675"/>
            </a:xfrm>
            <a:custGeom>
              <a:rect b="b" l="l" r="r" t="t"/>
              <a:pathLst>
                <a:path extrusionOk="0" h="5107" w="2659">
                  <a:moveTo>
                    <a:pt x="971" y="1204"/>
                  </a:moveTo>
                  <a:lnTo>
                    <a:pt x="971" y="1873"/>
                  </a:lnTo>
                  <a:cubicBezTo>
                    <a:pt x="940" y="1854"/>
                    <a:pt x="911" y="1834"/>
                    <a:pt x="885" y="1812"/>
                  </a:cubicBezTo>
                  <a:cubicBezTo>
                    <a:pt x="808" y="1753"/>
                    <a:pt x="776" y="1627"/>
                    <a:pt x="801" y="1491"/>
                  </a:cubicBezTo>
                  <a:cubicBezTo>
                    <a:pt x="822" y="1378"/>
                    <a:pt x="882" y="1276"/>
                    <a:pt x="971" y="1204"/>
                  </a:cubicBezTo>
                  <a:close/>
                  <a:moveTo>
                    <a:pt x="1612" y="2853"/>
                  </a:moveTo>
                  <a:cubicBezTo>
                    <a:pt x="1960" y="2999"/>
                    <a:pt x="1951" y="3298"/>
                    <a:pt x="1930" y="3423"/>
                  </a:cubicBezTo>
                  <a:cubicBezTo>
                    <a:pt x="1897" y="3616"/>
                    <a:pt x="1781" y="3784"/>
                    <a:pt x="1612" y="3883"/>
                  </a:cubicBezTo>
                  <a:lnTo>
                    <a:pt x="1612" y="2853"/>
                  </a:lnTo>
                  <a:close/>
                  <a:moveTo>
                    <a:pt x="1292" y="0"/>
                  </a:moveTo>
                  <a:cubicBezTo>
                    <a:pt x="1119" y="0"/>
                    <a:pt x="977" y="136"/>
                    <a:pt x="971" y="309"/>
                  </a:cubicBezTo>
                  <a:lnTo>
                    <a:pt x="971" y="508"/>
                  </a:lnTo>
                  <a:cubicBezTo>
                    <a:pt x="952" y="514"/>
                    <a:pt x="932" y="520"/>
                    <a:pt x="911" y="526"/>
                  </a:cubicBezTo>
                  <a:cubicBezTo>
                    <a:pt x="532" y="640"/>
                    <a:pt x="248" y="965"/>
                    <a:pt x="171" y="1372"/>
                  </a:cubicBezTo>
                  <a:cubicBezTo>
                    <a:pt x="101" y="1746"/>
                    <a:pt x="223" y="2108"/>
                    <a:pt x="488" y="2317"/>
                  </a:cubicBezTo>
                  <a:cubicBezTo>
                    <a:pt x="614" y="2415"/>
                    <a:pt x="766" y="2506"/>
                    <a:pt x="971" y="2600"/>
                  </a:cubicBezTo>
                  <a:lnTo>
                    <a:pt x="971" y="3954"/>
                  </a:lnTo>
                  <a:cubicBezTo>
                    <a:pt x="826" y="3934"/>
                    <a:pt x="718" y="3884"/>
                    <a:pt x="545" y="3771"/>
                  </a:cubicBezTo>
                  <a:cubicBezTo>
                    <a:pt x="490" y="3734"/>
                    <a:pt x="427" y="3716"/>
                    <a:pt x="366" y="3716"/>
                  </a:cubicBezTo>
                  <a:cubicBezTo>
                    <a:pt x="261" y="3716"/>
                    <a:pt x="159" y="3767"/>
                    <a:pt x="98" y="3862"/>
                  </a:cubicBezTo>
                  <a:cubicBezTo>
                    <a:pt x="0" y="4011"/>
                    <a:pt x="44" y="4212"/>
                    <a:pt x="195" y="4307"/>
                  </a:cubicBezTo>
                  <a:cubicBezTo>
                    <a:pt x="498" y="4506"/>
                    <a:pt x="713" y="4577"/>
                    <a:pt x="971" y="4599"/>
                  </a:cubicBezTo>
                  <a:lnTo>
                    <a:pt x="971" y="4798"/>
                  </a:lnTo>
                  <a:cubicBezTo>
                    <a:pt x="977" y="4969"/>
                    <a:pt x="1119" y="5107"/>
                    <a:pt x="1292" y="5107"/>
                  </a:cubicBezTo>
                  <a:cubicBezTo>
                    <a:pt x="1465" y="5107"/>
                    <a:pt x="1607" y="4969"/>
                    <a:pt x="1612" y="4798"/>
                  </a:cubicBezTo>
                  <a:lnTo>
                    <a:pt x="1612" y="4568"/>
                  </a:lnTo>
                  <a:cubicBezTo>
                    <a:pt x="2146" y="4433"/>
                    <a:pt x="2487" y="3978"/>
                    <a:pt x="2561" y="3530"/>
                  </a:cubicBezTo>
                  <a:cubicBezTo>
                    <a:pt x="2658" y="2953"/>
                    <a:pt x="2345" y="2431"/>
                    <a:pt x="1782" y="2232"/>
                  </a:cubicBezTo>
                  <a:cubicBezTo>
                    <a:pt x="1725" y="2212"/>
                    <a:pt x="1670" y="2191"/>
                    <a:pt x="1612" y="2171"/>
                  </a:cubicBezTo>
                  <a:lnTo>
                    <a:pt x="1612" y="1134"/>
                  </a:lnTo>
                  <a:cubicBezTo>
                    <a:pt x="1670" y="1154"/>
                    <a:pt x="1724" y="1185"/>
                    <a:pt x="1768" y="1227"/>
                  </a:cubicBezTo>
                  <a:cubicBezTo>
                    <a:pt x="1831" y="1300"/>
                    <a:pt x="1920" y="1336"/>
                    <a:pt x="2009" y="1336"/>
                  </a:cubicBezTo>
                  <a:cubicBezTo>
                    <a:pt x="2084" y="1336"/>
                    <a:pt x="2160" y="1310"/>
                    <a:pt x="2220" y="1257"/>
                  </a:cubicBezTo>
                  <a:cubicBezTo>
                    <a:pt x="2354" y="1140"/>
                    <a:pt x="2367" y="936"/>
                    <a:pt x="2250" y="804"/>
                  </a:cubicBezTo>
                  <a:cubicBezTo>
                    <a:pt x="2143" y="681"/>
                    <a:pt x="1923" y="529"/>
                    <a:pt x="1612" y="475"/>
                  </a:cubicBezTo>
                  <a:lnTo>
                    <a:pt x="1612" y="309"/>
                  </a:lnTo>
                  <a:cubicBezTo>
                    <a:pt x="1607" y="136"/>
                    <a:pt x="1465" y="0"/>
                    <a:pt x="129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5" name="Google Shape;4735;p55"/>
            <p:cNvSpPr/>
            <p:nvPr/>
          </p:nvSpPr>
          <p:spPr>
            <a:xfrm>
              <a:off x="3211750" y="1947550"/>
              <a:ext cx="144275" cy="24050"/>
            </a:xfrm>
            <a:custGeom>
              <a:rect b="b" l="l" r="r" t="t"/>
              <a:pathLst>
                <a:path extrusionOk="0" h="962" w="5771">
                  <a:moveTo>
                    <a:pt x="480" y="1"/>
                  </a:moveTo>
                  <a:cubicBezTo>
                    <a:pt x="215" y="1"/>
                    <a:pt x="0" y="215"/>
                    <a:pt x="0" y="481"/>
                  </a:cubicBezTo>
                  <a:cubicBezTo>
                    <a:pt x="0" y="747"/>
                    <a:pt x="215" y="962"/>
                    <a:pt x="480" y="962"/>
                  </a:cubicBezTo>
                  <a:cubicBezTo>
                    <a:pt x="484" y="962"/>
                    <a:pt x="487" y="962"/>
                    <a:pt x="491" y="962"/>
                  </a:cubicBezTo>
                  <a:lnTo>
                    <a:pt x="5299" y="962"/>
                  </a:lnTo>
                  <a:cubicBezTo>
                    <a:pt x="5561" y="957"/>
                    <a:pt x="5770" y="744"/>
                    <a:pt x="5770" y="481"/>
                  </a:cubicBezTo>
                  <a:cubicBezTo>
                    <a:pt x="5770" y="219"/>
                    <a:pt x="5561" y="5"/>
                    <a:pt x="5299" y="1"/>
                  </a:cubicBezTo>
                  <a:lnTo>
                    <a:pt x="491" y="1"/>
                  </a:lnTo>
                  <a:cubicBezTo>
                    <a:pt x="487" y="1"/>
                    <a:pt x="484" y="1"/>
                    <a:pt x="48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6" name="Google Shape;4736;p55"/>
            <p:cNvSpPr/>
            <p:nvPr/>
          </p:nvSpPr>
          <p:spPr>
            <a:xfrm>
              <a:off x="3211750" y="1995625"/>
              <a:ext cx="144275" cy="24100"/>
            </a:xfrm>
            <a:custGeom>
              <a:rect b="b" l="l" r="r" t="t"/>
              <a:pathLst>
                <a:path extrusionOk="0" h="964" w="5771">
                  <a:moveTo>
                    <a:pt x="483" y="1"/>
                  </a:moveTo>
                  <a:cubicBezTo>
                    <a:pt x="217" y="1"/>
                    <a:pt x="0" y="216"/>
                    <a:pt x="0" y="483"/>
                  </a:cubicBezTo>
                  <a:cubicBezTo>
                    <a:pt x="0" y="749"/>
                    <a:pt x="215" y="963"/>
                    <a:pt x="480" y="963"/>
                  </a:cubicBezTo>
                  <a:cubicBezTo>
                    <a:pt x="484" y="963"/>
                    <a:pt x="487" y="963"/>
                    <a:pt x="491" y="963"/>
                  </a:cubicBezTo>
                  <a:lnTo>
                    <a:pt x="5299" y="963"/>
                  </a:lnTo>
                  <a:cubicBezTo>
                    <a:pt x="5561" y="959"/>
                    <a:pt x="5770" y="745"/>
                    <a:pt x="5770" y="483"/>
                  </a:cubicBezTo>
                  <a:cubicBezTo>
                    <a:pt x="5770" y="221"/>
                    <a:pt x="5561" y="7"/>
                    <a:pt x="5299" y="1"/>
                  </a:cubicBezTo>
                  <a:lnTo>
                    <a:pt x="491" y="1"/>
                  </a:lnTo>
                  <a:cubicBezTo>
                    <a:pt x="488" y="1"/>
                    <a:pt x="485" y="1"/>
                    <a:pt x="48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7" name="Google Shape;4737;p55"/>
            <p:cNvSpPr/>
            <p:nvPr/>
          </p:nvSpPr>
          <p:spPr>
            <a:xfrm>
              <a:off x="3211750" y="2043700"/>
              <a:ext cx="144275" cy="24075"/>
            </a:xfrm>
            <a:custGeom>
              <a:rect b="b" l="l" r="r" t="t"/>
              <a:pathLst>
                <a:path extrusionOk="0" h="963" w="5771">
                  <a:moveTo>
                    <a:pt x="480" y="1"/>
                  </a:moveTo>
                  <a:cubicBezTo>
                    <a:pt x="215" y="1"/>
                    <a:pt x="0" y="215"/>
                    <a:pt x="0" y="481"/>
                  </a:cubicBezTo>
                  <a:cubicBezTo>
                    <a:pt x="0" y="748"/>
                    <a:pt x="217" y="963"/>
                    <a:pt x="483" y="963"/>
                  </a:cubicBezTo>
                  <a:cubicBezTo>
                    <a:pt x="485" y="963"/>
                    <a:pt x="488" y="963"/>
                    <a:pt x="491" y="963"/>
                  </a:cubicBezTo>
                  <a:lnTo>
                    <a:pt x="5299" y="963"/>
                  </a:lnTo>
                  <a:cubicBezTo>
                    <a:pt x="5561" y="957"/>
                    <a:pt x="5770" y="743"/>
                    <a:pt x="5770" y="481"/>
                  </a:cubicBezTo>
                  <a:cubicBezTo>
                    <a:pt x="5770" y="219"/>
                    <a:pt x="5561" y="5"/>
                    <a:pt x="5299" y="1"/>
                  </a:cubicBezTo>
                  <a:lnTo>
                    <a:pt x="491" y="1"/>
                  </a:lnTo>
                  <a:cubicBezTo>
                    <a:pt x="487" y="1"/>
                    <a:pt x="484" y="1"/>
                    <a:pt x="48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8" name="Google Shape;4738;p55"/>
            <p:cNvSpPr/>
            <p:nvPr/>
          </p:nvSpPr>
          <p:spPr>
            <a:xfrm>
              <a:off x="3211750" y="2091775"/>
              <a:ext cx="216825" cy="24075"/>
            </a:xfrm>
            <a:custGeom>
              <a:rect b="b" l="l" r="r" t="t"/>
              <a:pathLst>
                <a:path extrusionOk="0" h="963" w="8673">
                  <a:moveTo>
                    <a:pt x="483" y="0"/>
                  </a:moveTo>
                  <a:cubicBezTo>
                    <a:pt x="217" y="0"/>
                    <a:pt x="0" y="216"/>
                    <a:pt x="0" y="482"/>
                  </a:cubicBezTo>
                  <a:cubicBezTo>
                    <a:pt x="0" y="748"/>
                    <a:pt x="215" y="963"/>
                    <a:pt x="480" y="963"/>
                  </a:cubicBezTo>
                  <a:cubicBezTo>
                    <a:pt x="484" y="963"/>
                    <a:pt x="487" y="963"/>
                    <a:pt x="491" y="963"/>
                  </a:cubicBezTo>
                  <a:lnTo>
                    <a:pt x="8184" y="963"/>
                  </a:lnTo>
                  <a:cubicBezTo>
                    <a:pt x="8187" y="963"/>
                    <a:pt x="8191" y="963"/>
                    <a:pt x="8194" y="963"/>
                  </a:cubicBezTo>
                  <a:cubicBezTo>
                    <a:pt x="8457" y="963"/>
                    <a:pt x="8673" y="748"/>
                    <a:pt x="8673" y="482"/>
                  </a:cubicBezTo>
                  <a:cubicBezTo>
                    <a:pt x="8673" y="216"/>
                    <a:pt x="8456" y="0"/>
                    <a:pt x="8192" y="0"/>
                  </a:cubicBezTo>
                  <a:cubicBezTo>
                    <a:pt x="8189" y="0"/>
                    <a:pt x="8186" y="0"/>
                    <a:pt x="8184" y="1"/>
                  </a:cubicBezTo>
                  <a:lnTo>
                    <a:pt x="491" y="1"/>
                  </a:lnTo>
                  <a:cubicBezTo>
                    <a:pt x="488" y="0"/>
                    <a:pt x="485" y="0"/>
                    <a:pt x="48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9" name="Google Shape;4739;p55"/>
            <p:cNvSpPr/>
            <p:nvPr/>
          </p:nvSpPr>
          <p:spPr>
            <a:xfrm>
              <a:off x="3066125" y="1753675"/>
              <a:ext cx="410300" cy="88150"/>
            </a:xfrm>
            <a:custGeom>
              <a:rect b="b" l="l" r="r" t="t"/>
              <a:pathLst>
                <a:path extrusionOk="0" h="3526" w="16412">
                  <a:moveTo>
                    <a:pt x="12502" y="1144"/>
                  </a:moveTo>
                  <a:lnTo>
                    <a:pt x="14388" y="1763"/>
                  </a:lnTo>
                  <a:lnTo>
                    <a:pt x="12502" y="2380"/>
                  </a:lnTo>
                  <a:lnTo>
                    <a:pt x="12502" y="1144"/>
                  </a:lnTo>
                  <a:close/>
                  <a:moveTo>
                    <a:pt x="2565" y="961"/>
                  </a:moveTo>
                  <a:lnTo>
                    <a:pt x="2565" y="2563"/>
                  </a:lnTo>
                  <a:lnTo>
                    <a:pt x="1123" y="2563"/>
                  </a:lnTo>
                  <a:cubicBezTo>
                    <a:pt x="1035" y="2563"/>
                    <a:pt x="963" y="2491"/>
                    <a:pt x="963" y="2403"/>
                  </a:cubicBezTo>
                  <a:lnTo>
                    <a:pt x="963" y="1121"/>
                  </a:lnTo>
                  <a:cubicBezTo>
                    <a:pt x="963" y="1033"/>
                    <a:pt x="1035" y="961"/>
                    <a:pt x="1123" y="961"/>
                  </a:cubicBezTo>
                  <a:close/>
                  <a:moveTo>
                    <a:pt x="11539" y="961"/>
                  </a:moveTo>
                  <a:lnTo>
                    <a:pt x="11539" y="2563"/>
                  </a:lnTo>
                  <a:lnTo>
                    <a:pt x="3527" y="2563"/>
                  </a:lnTo>
                  <a:lnTo>
                    <a:pt x="3527" y="961"/>
                  </a:lnTo>
                  <a:close/>
                  <a:moveTo>
                    <a:pt x="1123" y="0"/>
                  </a:moveTo>
                  <a:cubicBezTo>
                    <a:pt x="503" y="2"/>
                    <a:pt x="2" y="503"/>
                    <a:pt x="1" y="1122"/>
                  </a:cubicBezTo>
                  <a:lnTo>
                    <a:pt x="1" y="2403"/>
                  </a:lnTo>
                  <a:cubicBezTo>
                    <a:pt x="2" y="3023"/>
                    <a:pt x="503" y="3525"/>
                    <a:pt x="1123" y="3525"/>
                  </a:cubicBezTo>
                  <a:lnTo>
                    <a:pt x="12021" y="3525"/>
                  </a:lnTo>
                  <a:cubicBezTo>
                    <a:pt x="12071" y="3525"/>
                    <a:pt x="12122" y="3516"/>
                    <a:pt x="12171" y="3500"/>
                  </a:cubicBezTo>
                  <a:lnTo>
                    <a:pt x="16081" y="2219"/>
                  </a:lnTo>
                  <a:cubicBezTo>
                    <a:pt x="16278" y="2154"/>
                    <a:pt x="16412" y="1970"/>
                    <a:pt x="16412" y="1762"/>
                  </a:cubicBezTo>
                  <a:cubicBezTo>
                    <a:pt x="16412" y="1554"/>
                    <a:pt x="16278" y="1371"/>
                    <a:pt x="16081" y="1305"/>
                  </a:cubicBezTo>
                  <a:lnTo>
                    <a:pt x="12171" y="24"/>
                  </a:lnTo>
                  <a:cubicBezTo>
                    <a:pt x="12122" y="8"/>
                    <a:pt x="12071" y="0"/>
                    <a:pt x="1202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0" name="Google Shape;4740;p55"/>
            <p:cNvSpPr/>
            <p:nvPr/>
          </p:nvSpPr>
          <p:spPr>
            <a:xfrm>
              <a:off x="3066125" y="1867425"/>
              <a:ext cx="410300" cy="296500"/>
            </a:xfrm>
            <a:custGeom>
              <a:rect b="b" l="l" r="r" t="t"/>
              <a:pathLst>
                <a:path extrusionOk="0" h="11860" w="16412">
                  <a:moveTo>
                    <a:pt x="3911" y="962"/>
                  </a:moveTo>
                  <a:lnTo>
                    <a:pt x="3911" y="8975"/>
                  </a:lnTo>
                  <a:lnTo>
                    <a:pt x="3431" y="8975"/>
                  </a:lnTo>
                  <a:cubicBezTo>
                    <a:pt x="3267" y="8975"/>
                    <a:pt x="3104" y="9002"/>
                    <a:pt x="2950" y="9058"/>
                  </a:cubicBezTo>
                  <a:lnTo>
                    <a:pt x="2950" y="1764"/>
                  </a:lnTo>
                  <a:cubicBezTo>
                    <a:pt x="2950" y="1321"/>
                    <a:pt x="3309" y="962"/>
                    <a:pt x="3751" y="962"/>
                  </a:cubicBezTo>
                  <a:close/>
                  <a:moveTo>
                    <a:pt x="1988" y="2244"/>
                  </a:moveTo>
                  <a:lnTo>
                    <a:pt x="1988" y="10417"/>
                  </a:lnTo>
                  <a:cubicBezTo>
                    <a:pt x="1988" y="10581"/>
                    <a:pt x="2016" y="10744"/>
                    <a:pt x="2072" y="10899"/>
                  </a:cubicBezTo>
                  <a:lnTo>
                    <a:pt x="963" y="10899"/>
                  </a:lnTo>
                  <a:lnTo>
                    <a:pt x="963" y="2244"/>
                  </a:lnTo>
                  <a:close/>
                  <a:moveTo>
                    <a:pt x="15451" y="2244"/>
                  </a:moveTo>
                  <a:lnTo>
                    <a:pt x="15451" y="10899"/>
                  </a:lnTo>
                  <a:lnTo>
                    <a:pt x="3431" y="10899"/>
                  </a:lnTo>
                  <a:cubicBezTo>
                    <a:pt x="3166" y="10899"/>
                    <a:pt x="2950" y="10684"/>
                    <a:pt x="2950" y="10417"/>
                  </a:cubicBezTo>
                  <a:cubicBezTo>
                    <a:pt x="2950" y="10152"/>
                    <a:pt x="3166" y="9937"/>
                    <a:pt x="3431" y="9937"/>
                  </a:cubicBezTo>
                  <a:lnTo>
                    <a:pt x="4393" y="9937"/>
                  </a:lnTo>
                  <a:cubicBezTo>
                    <a:pt x="4645" y="9937"/>
                    <a:pt x="4853" y="9742"/>
                    <a:pt x="4872" y="9491"/>
                  </a:cubicBezTo>
                  <a:cubicBezTo>
                    <a:pt x="4873" y="9480"/>
                    <a:pt x="4873" y="9468"/>
                    <a:pt x="4873" y="9456"/>
                  </a:cubicBezTo>
                  <a:lnTo>
                    <a:pt x="4873" y="2244"/>
                  </a:lnTo>
                  <a:close/>
                  <a:moveTo>
                    <a:pt x="3751" y="0"/>
                  </a:moveTo>
                  <a:cubicBezTo>
                    <a:pt x="2964" y="2"/>
                    <a:pt x="2272" y="525"/>
                    <a:pt x="2056" y="1282"/>
                  </a:cubicBezTo>
                  <a:lnTo>
                    <a:pt x="483" y="1282"/>
                  </a:lnTo>
                  <a:cubicBezTo>
                    <a:pt x="216" y="1282"/>
                    <a:pt x="1" y="1497"/>
                    <a:pt x="1" y="1762"/>
                  </a:cubicBezTo>
                  <a:lnTo>
                    <a:pt x="1" y="11379"/>
                  </a:lnTo>
                  <a:cubicBezTo>
                    <a:pt x="1" y="11644"/>
                    <a:pt x="216" y="11860"/>
                    <a:pt x="483" y="11860"/>
                  </a:cubicBezTo>
                  <a:lnTo>
                    <a:pt x="15931" y="11860"/>
                  </a:lnTo>
                  <a:cubicBezTo>
                    <a:pt x="16196" y="11860"/>
                    <a:pt x="16412" y="11644"/>
                    <a:pt x="16412" y="11379"/>
                  </a:cubicBezTo>
                  <a:lnTo>
                    <a:pt x="16412" y="1764"/>
                  </a:lnTo>
                  <a:cubicBezTo>
                    <a:pt x="16412" y="1499"/>
                    <a:pt x="16198" y="1283"/>
                    <a:pt x="15934" y="1283"/>
                  </a:cubicBezTo>
                  <a:cubicBezTo>
                    <a:pt x="15933" y="1283"/>
                    <a:pt x="15932" y="1283"/>
                    <a:pt x="15931" y="1283"/>
                  </a:cubicBezTo>
                  <a:lnTo>
                    <a:pt x="4873" y="1283"/>
                  </a:lnTo>
                  <a:lnTo>
                    <a:pt x="4873" y="481"/>
                  </a:lnTo>
                  <a:cubicBezTo>
                    <a:pt x="4873" y="216"/>
                    <a:pt x="4658" y="0"/>
                    <a:pt x="439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41" name="Google Shape;4741;p55"/>
          <p:cNvGrpSpPr/>
          <p:nvPr/>
        </p:nvGrpSpPr>
        <p:grpSpPr>
          <a:xfrm>
            <a:off x="7051046" y="2323983"/>
            <a:ext cx="353444" cy="354827"/>
            <a:chOff x="2366775" y="1748950"/>
            <a:chExt cx="408700" cy="410300"/>
          </a:xfrm>
        </p:grpSpPr>
        <p:sp>
          <p:nvSpPr>
            <p:cNvPr id="4742" name="Google Shape;4742;p55"/>
            <p:cNvSpPr/>
            <p:nvPr/>
          </p:nvSpPr>
          <p:spPr>
            <a:xfrm>
              <a:off x="2366775" y="1748950"/>
              <a:ext cx="408700" cy="410300"/>
            </a:xfrm>
            <a:custGeom>
              <a:rect b="b" l="l" r="r" t="t"/>
              <a:pathLst>
                <a:path extrusionOk="0" h="16412" w="16348">
                  <a:moveTo>
                    <a:pt x="10256" y="961"/>
                  </a:moveTo>
                  <a:lnTo>
                    <a:pt x="10256" y="1986"/>
                  </a:lnTo>
                  <a:lnTo>
                    <a:pt x="6090" y="1986"/>
                  </a:lnTo>
                  <a:lnTo>
                    <a:pt x="6090" y="961"/>
                  </a:lnTo>
                  <a:close/>
                  <a:moveTo>
                    <a:pt x="3846" y="6795"/>
                  </a:moveTo>
                  <a:lnTo>
                    <a:pt x="3846" y="15449"/>
                  </a:lnTo>
                  <a:lnTo>
                    <a:pt x="2884" y="15449"/>
                  </a:lnTo>
                  <a:lnTo>
                    <a:pt x="2884" y="14006"/>
                  </a:lnTo>
                  <a:cubicBezTo>
                    <a:pt x="2878" y="13744"/>
                    <a:pt x="2664" y="13535"/>
                    <a:pt x="2404" y="13535"/>
                  </a:cubicBezTo>
                  <a:cubicBezTo>
                    <a:pt x="2142" y="13535"/>
                    <a:pt x="1928" y="13744"/>
                    <a:pt x="1922" y="14006"/>
                  </a:cubicBezTo>
                  <a:lnTo>
                    <a:pt x="1922" y="15449"/>
                  </a:lnTo>
                  <a:lnTo>
                    <a:pt x="961" y="15449"/>
                  </a:lnTo>
                  <a:lnTo>
                    <a:pt x="961" y="6795"/>
                  </a:lnTo>
                  <a:close/>
                  <a:moveTo>
                    <a:pt x="9294" y="12564"/>
                  </a:moveTo>
                  <a:lnTo>
                    <a:pt x="9294" y="15449"/>
                  </a:lnTo>
                  <a:lnTo>
                    <a:pt x="7051" y="15449"/>
                  </a:lnTo>
                  <a:lnTo>
                    <a:pt x="7051" y="12564"/>
                  </a:lnTo>
                  <a:close/>
                  <a:moveTo>
                    <a:pt x="11538" y="2948"/>
                  </a:moveTo>
                  <a:lnTo>
                    <a:pt x="11538" y="15449"/>
                  </a:lnTo>
                  <a:lnTo>
                    <a:pt x="10256" y="15449"/>
                  </a:lnTo>
                  <a:lnTo>
                    <a:pt x="10256" y="12084"/>
                  </a:lnTo>
                  <a:cubicBezTo>
                    <a:pt x="10256" y="11819"/>
                    <a:pt x="10041" y="11603"/>
                    <a:pt x="9776" y="11603"/>
                  </a:cubicBezTo>
                  <a:lnTo>
                    <a:pt x="6570" y="11603"/>
                  </a:lnTo>
                  <a:cubicBezTo>
                    <a:pt x="6305" y="11603"/>
                    <a:pt x="6088" y="11819"/>
                    <a:pt x="6090" y="12084"/>
                  </a:cubicBezTo>
                  <a:lnTo>
                    <a:pt x="6090" y="15449"/>
                  </a:lnTo>
                  <a:lnTo>
                    <a:pt x="4808" y="15449"/>
                  </a:lnTo>
                  <a:lnTo>
                    <a:pt x="4807" y="2948"/>
                  </a:lnTo>
                  <a:close/>
                  <a:moveTo>
                    <a:pt x="15385" y="6795"/>
                  </a:moveTo>
                  <a:lnTo>
                    <a:pt x="15385" y="15449"/>
                  </a:lnTo>
                  <a:lnTo>
                    <a:pt x="14423" y="15449"/>
                  </a:lnTo>
                  <a:lnTo>
                    <a:pt x="14423" y="14006"/>
                  </a:lnTo>
                  <a:cubicBezTo>
                    <a:pt x="14418" y="13744"/>
                    <a:pt x="14205" y="13535"/>
                    <a:pt x="13942" y="13535"/>
                  </a:cubicBezTo>
                  <a:cubicBezTo>
                    <a:pt x="13680" y="13535"/>
                    <a:pt x="13466" y="13744"/>
                    <a:pt x="13461" y="14006"/>
                  </a:cubicBezTo>
                  <a:lnTo>
                    <a:pt x="13461" y="15449"/>
                  </a:lnTo>
                  <a:lnTo>
                    <a:pt x="12500" y="15449"/>
                  </a:lnTo>
                  <a:lnTo>
                    <a:pt x="12500" y="6795"/>
                  </a:lnTo>
                  <a:close/>
                  <a:moveTo>
                    <a:pt x="4327" y="0"/>
                  </a:moveTo>
                  <a:cubicBezTo>
                    <a:pt x="4065" y="5"/>
                    <a:pt x="3855" y="219"/>
                    <a:pt x="3855" y="481"/>
                  </a:cubicBezTo>
                  <a:cubicBezTo>
                    <a:pt x="3855" y="743"/>
                    <a:pt x="4065" y="957"/>
                    <a:pt x="4327" y="962"/>
                  </a:cubicBezTo>
                  <a:lnTo>
                    <a:pt x="5128" y="962"/>
                  </a:lnTo>
                  <a:lnTo>
                    <a:pt x="5128" y="1988"/>
                  </a:lnTo>
                  <a:lnTo>
                    <a:pt x="4327" y="1988"/>
                  </a:lnTo>
                  <a:cubicBezTo>
                    <a:pt x="4060" y="1988"/>
                    <a:pt x="3845" y="2203"/>
                    <a:pt x="3846" y="2468"/>
                  </a:cubicBezTo>
                  <a:lnTo>
                    <a:pt x="3846" y="5833"/>
                  </a:lnTo>
                  <a:lnTo>
                    <a:pt x="481" y="5833"/>
                  </a:lnTo>
                  <a:cubicBezTo>
                    <a:pt x="480" y="5833"/>
                    <a:pt x="479" y="5833"/>
                    <a:pt x="478" y="5833"/>
                  </a:cubicBezTo>
                  <a:cubicBezTo>
                    <a:pt x="214" y="5833"/>
                    <a:pt x="1" y="6048"/>
                    <a:pt x="1" y="6314"/>
                  </a:cubicBezTo>
                  <a:lnTo>
                    <a:pt x="1" y="15929"/>
                  </a:lnTo>
                  <a:cubicBezTo>
                    <a:pt x="1" y="16196"/>
                    <a:pt x="216" y="16411"/>
                    <a:pt x="481" y="16411"/>
                  </a:cubicBezTo>
                  <a:lnTo>
                    <a:pt x="15865" y="16411"/>
                  </a:lnTo>
                  <a:cubicBezTo>
                    <a:pt x="16130" y="16411"/>
                    <a:pt x="16346" y="16196"/>
                    <a:pt x="16346" y="15929"/>
                  </a:cubicBezTo>
                  <a:lnTo>
                    <a:pt x="16346" y="6314"/>
                  </a:lnTo>
                  <a:cubicBezTo>
                    <a:pt x="16347" y="6049"/>
                    <a:pt x="16133" y="5833"/>
                    <a:pt x="15868" y="5833"/>
                  </a:cubicBezTo>
                  <a:cubicBezTo>
                    <a:pt x="15867" y="5833"/>
                    <a:pt x="15866" y="5833"/>
                    <a:pt x="15865" y="5833"/>
                  </a:cubicBezTo>
                  <a:lnTo>
                    <a:pt x="12500" y="5833"/>
                  </a:lnTo>
                  <a:lnTo>
                    <a:pt x="12500" y="2468"/>
                  </a:lnTo>
                  <a:cubicBezTo>
                    <a:pt x="12500" y="2203"/>
                    <a:pt x="12285" y="1988"/>
                    <a:pt x="12020" y="1988"/>
                  </a:cubicBezTo>
                  <a:lnTo>
                    <a:pt x="11217" y="1988"/>
                  </a:lnTo>
                  <a:lnTo>
                    <a:pt x="11217" y="962"/>
                  </a:lnTo>
                  <a:lnTo>
                    <a:pt x="12020" y="962"/>
                  </a:lnTo>
                  <a:cubicBezTo>
                    <a:pt x="12280" y="957"/>
                    <a:pt x="12491" y="743"/>
                    <a:pt x="12491" y="481"/>
                  </a:cubicBezTo>
                  <a:cubicBezTo>
                    <a:pt x="12491" y="219"/>
                    <a:pt x="12280" y="5"/>
                    <a:pt x="1202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3" name="Google Shape;4743;p55"/>
            <p:cNvSpPr/>
            <p:nvPr/>
          </p:nvSpPr>
          <p:spPr>
            <a:xfrm>
              <a:off x="2555000" y="1846700"/>
              <a:ext cx="28150" cy="24075"/>
            </a:xfrm>
            <a:custGeom>
              <a:rect b="b" l="l" r="r" t="t"/>
              <a:pathLst>
                <a:path extrusionOk="0" h="963" w="1126">
                  <a:moveTo>
                    <a:pt x="643" y="0"/>
                  </a:moveTo>
                  <a:cubicBezTo>
                    <a:pt x="214" y="0"/>
                    <a:pt x="0" y="519"/>
                    <a:pt x="304" y="822"/>
                  </a:cubicBezTo>
                  <a:cubicBezTo>
                    <a:pt x="396" y="914"/>
                    <a:pt x="518" y="963"/>
                    <a:pt x="643" y="963"/>
                  </a:cubicBezTo>
                  <a:cubicBezTo>
                    <a:pt x="705" y="963"/>
                    <a:pt x="768" y="951"/>
                    <a:pt x="828" y="926"/>
                  </a:cubicBezTo>
                  <a:cubicBezTo>
                    <a:pt x="1008" y="851"/>
                    <a:pt x="1125" y="676"/>
                    <a:pt x="1125" y="481"/>
                  </a:cubicBezTo>
                  <a:cubicBezTo>
                    <a:pt x="1125" y="216"/>
                    <a:pt x="910" y="0"/>
                    <a:pt x="64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4" name="Google Shape;4744;p55"/>
            <p:cNvSpPr/>
            <p:nvPr/>
          </p:nvSpPr>
          <p:spPr>
            <a:xfrm>
              <a:off x="2603075" y="1846700"/>
              <a:ext cx="28150" cy="24050"/>
            </a:xfrm>
            <a:custGeom>
              <a:rect b="b" l="l" r="r" t="t"/>
              <a:pathLst>
                <a:path extrusionOk="0" h="962" w="1126">
                  <a:moveTo>
                    <a:pt x="643" y="0"/>
                  </a:moveTo>
                  <a:cubicBezTo>
                    <a:pt x="216" y="0"/>
                    <a:pt x="0" y="519"/>
                    <a:pt x="303" y="821"/>
                  </a:cubicBezTo>
                  <a:cubicBezTo>
                    <a:pt x="395" y="913"/>
                    <a:pt x="518" y="961"/>
                    <a:pt x="643" y="961"/>
                  </a:cubicBezTo>
                  <a:cubicBezTo>
                    <a:pt x="705" y="961"/>
                    <a:pt x="768" y="949"/>
                    <a:pt x="828" y="925"/>
                  </a:cubicBezTo>
                  <a:cubicBezTo>
                    <a:pt x="1008" y="851"/>
                    <a:pt x="1125" y="676"/>
                    <a:pt x="1125" y="481"/>
                  </a:cubicBezTo>
                  <a:cubicBezTo>
                    <a:pt x="1125" y="216"/>
                    <a:pt x="910" y="0"/>
                    <a:pt x="64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5" name="Google Shape;4745;p55"/>
            <p:cNvSpPr/>
            <p:nvPr/>
          </p:nvSpPr>
          <p:spPr>
            <a:xfrm>
              <a:off x="2506925" y="1846700"/>
              <a:ext cx="28100" cy="24075"/>
            </a:xfrm>
            <a:custGeom>
              <a:rect b="b" l="l" r="r" t="t"/>
              <a:pathLst>
                <a:path extrusionOk="0" h="963" w="1124">
                  <a:moveTo>
                    <a:pt x="644" y="0"/>
                  </a:moveTo>
                  <a:cubicBezTo>
                    <a:pt x="214" y="0"/>
                    <a:pt x="1" y="519"/>
                    <a:pt x="304" y="822"/>
                  </a:cubicBezTo>
                  <a:cubicBezTo>
                    <a:pt x="396" y="914"/>
                    <a:pt x="518" y="963"/>
                    <a:pt x="643" y="963"/>
                  </a:cubicBezTo>
                  <a:cubicBezTo>
                    <a:pt x="706" y="963"/>
                    <a:pt x="768" y="951"/>
                    <a:pt x="828" y="926"/>
                  </a:cubicBezTo>
                  <a:cubicBezTo>
                    <a:pt x="1007" y="851"/>
                    <a:pt x="1124" y="676"/>
                    <a:pt x="1124" y="481"/>
                  </a:cubicBezTo>
                  <a:cubicBezTo>
                    <a:pt x="1124" y="216"/>
                    <a:pt x="909" y="0"/>
                    <a:pt x="64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6" name="Google Shape;4746;p55"/>
            <p:cNvSpPr/>
            <p:nvPr/>
          </p:nvSpPr>
          <p:spPr>
            <a:xfrm>
              <a:off x="2555000" y="1894775"/>
              <a:ext cx="28150" cy="24050"/>
            </a:xfrm>
            <a:custGeom>
              <a:rect b="b" l="l" r="r" t="t"/>
              <a:pathLst>
                <a:path extrusionOk="0" h="962" w="1126">
                  <a:moveTo>
                    <a:pt x="646" y="0"/>
                  </a:moveTo>
                  <a:cubicBezTo>
                    <a:pt x="645" y="0"/>
                    <a:pt x="644" y="0"/>
                    <a:pt x="643" y="0"/>
                  </a:cubicBezTo>
                  <a:cubicBezTo>
                    <a:pt x="216" y="0"/>
                    <a:pt x="0" y="517"/>
                    <a:pt x="304" y="820"/>
                  </a:cubicBezTo>
                  <a:cubicBezTo>
                    <a:pt x="396" y="912"/>
                    <a:pt x="518" y="961"/>
                    <a:pt x="643" y="961"/>
                  </a:cubicBezTo>
                  <a:cubicBezTo>
                    <a:pt x="705" y="961"/>
                    <a:pt x="768" y="949"/>
                    <a:pt x="828" y="924"/>
                  </a:cubicBezTo>
                  <a:cubicBezTo>
                    <a:pt x="1007" y="851"/>
                    <a:pt x="1124" y="675"/>
                    <a:pt x="1125" y="481"/>
                  </a:cubicBezTo>
                  <a:cubicBezTo>
                    <a:pt x="1124" y="215"/>
                    <a:pt x="910" y="0"/>
                    <a:pt x="64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7" name="Google Shape;4747;p55"/>
            <p:cNvSpPr/>
            <p:nvPr/>
          </p:nvSpPr>
          <p:spPr>
            <a:xfrm>
              <a:off x="2603100" y="1894775"/>
              <a:ext cx="28125" cy="24050"/>
            </a:xfrm>
            <a:custGeom>
              <a:rect b="b" l="l" r="r" t="t"/>
              <a:pathLst>
                <a:path extrusionOk="0" h="962" w="1125">
                  <a:moveTo>
                    <a:pt x="642" y="0"/>
                  </a:moveTo>
                  <a:cubicBezTo>
                    <a:pt x="215" y="0"/>
                    <a:pt x="1" y="517"/>
                    <a:pt x="302" y="820"/>
                  </a:cubicBezTo>
                  <a:cubicBezTo>
                    <a:pt x="394" y="912"/>
                    <a:pt x="517" y="961"/>
                    <a:pt x="642" y="961"/>
                  </a:cubicBezTo>
                  <a:cubicBezTo>
                    <a:pt x="704" y="961"/>
                    <a:pt x="767" y="949"/>
                    <a:pt x="827" y="924"/>
                  </a:cubicBezTo>
                  <a:cubicBezTo>
                    <a:pt x="1005" y="851"/>
                    <a:pt x="1123" y="675"/>
                    <a:pt x="1124" y="481"/>
                  </a:cubicBezTo>
                  <a:cubicBezTo>
                    <a:pt x="1124" y="214"/>
                    <a:pt x="909" y="0"/>
                    <a:pt x="6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8" name="Google Shape;4748;p55"/>
            <p:cNvSpPr/>
            <p:nvPr/>
          </p:nvSpPr>
          <p:spPr>
            <a:xfrm>
              <a:off x="2506950" y="1894775"/>
              <a:ext cx="28075" cy="24050"/>
            </a:xfrm>
            <a:custGeom>
              <a:rect b="b" l="l" r="r" t="t"/>
              <a:pathLst>
                <a:path extrusionOk="0" h="962" w="1123">
                  <a:moveTo>
                    <a:pt x="641" y="0"/>
                  </a:moveTo>
                  <a:cubicBezTo>
                    <a:pt x="213" y="0"/>
                    <a:pt x="0" y="518"/>
                    <a:pt x="303" y="820"/>
                  </a:cubicBezTo>
                  <a:cubicBezTo>
                    <a:pt x="394" y="912"/>
                    <a:pt x="517" y="961"/>
                    <a:pt x="642" y="961"/>
                  </a:cubicBezTo>
                  <a:cubicBezTo>
                    <a:pt x="704" y="961"/>
                    <a:pt x="766" y="949"/>
                    <a:pt x="826" y="924"/>
                  </a:cubicBezTo>
                  <a:cubicBezTo>
                    <a:pt x="1006" y="851"/>
                    <a:pt x="1123" y="675"/>
                    <a:pt x="1123" y="481"/>
                  </a:cubicBezTo>
                  <a:cubicBezTo>
                    <a:pt x="1123" y="214"/>
                    <a:pt x="908" y="0"/>
                    <a:pt x="643" y="0"/>
                  </a:cubicBezTo>
                  <a:cubicBezTo>
                    <a:pt x="642" y="0"/>
                    <a:pt x="641" y="0"/>
                    <a:pt x="64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9" name="Google Shape;4749;p55"/>
            <p:cNvSpPr/>
            <p:nvPr/>
          </p:nvSpPr>
          <p:spPr>
            <a:xfrm>
              <a:off x="2555000" y="1942850"/>
              <a:ext cx="28150" cy="24075"/>
            </a:xfrm>
            <a:custGeom>
              <a:rect b="b" l="l" r="r" t="t"/>
              <a:pathLst>
                <a:path extrusionOk="0" h="963" w="1126">
                  <a:moveTo>
                    <a:pt x="643" y="0"/>
                  </a:moveTo>
                  <a:cubicBezTo>
                    <a:pt x="216" y="0"/>
                    <a:pt x="0" y="519"/>
                    <a:pt x="304" y="822"/>
                  </a:cubicBezTo>
                  <a:cubicBezTo>
                    <a:pt x="396" y="914"/>
                    <a:pt x="518" y="962"/>
                    <a:pt x="643" y="962"/>
                  </a:cubicBezTo>
                  <a:cubicBezTo>
                    <a:pt x="705" y="962"/>
                    <a:pt x="768" y="950"/>
                    <a:pt x="828" y="926"/>
                  </a:cubicBezTo>
                  <a:cubicBezTo>
                    <a:pt x="1008" y="851"/>
                    <a:pt x="1125" y="675"/>
                    <a:pt x="1125" y="482"/>
                  </a:cubicBezTo>
                  <a:cubicBezTo>
                    <a:pt x="1125" y="215"/>
                    <a:pt x="908" y="0"/>
                    <a:pt x="64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0" name="Google Shape;4750;p55"/>
            <p:cNvSpPr/>
            <p:nvPr/>
          </p:nvSpPr>
          <p:spPr>
            <a:xfrm>
              <a:off x="2603100" y="1942850"/>
              <a:ext cx="28125" cy="24075"/>
            </a:xfrm>
            <a:custGeom>
              <a:rect b="b" l="l" r="r" t="t"/>
              <a:pathLst>
                <a:path extrusionOk="0" h="963" w="1125">
                  <a:moveTo>
                    <a:pt x="642" y="0"/>
                  </a:moveTo>
                  <a:cubicBezTo>
                    <a:pt x="215" y="0"/>
                    <a:pt x="1" y="519"/>
                    <a:pt x="302" y="822"/>
                  </a:cubicBezTo>
                  <a:cubicBezTo>
                    <a:pt x="395" y="913"/>
                    <a:pt x="518" y="962"/>
                    <a:pt x="643" y="962"/>
                  </a:cubicBezTo>
                  <a:cubicBezTo>
                    <a:pt x="705" y="962"/>
                    <a:pt x="767" y="950"/>
                    <a:pt x="827" y="926"/>
                  </a:cubicBezTo>
                  <a:cubicBezTo>
                    <a:pt x="1007" y="851"/>
                    <a:pt x="1124" y="675"/>
                    <a:pt x="1124" y="482"/>
                  </a:cubicBezTo>
                  <a:cubicBezTo>
                    <a:pt x="1124" y="215"/>
                    <a:pt x="909" y="0"/>
                    <a:pt x="6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1" name="Google Shape;4751;p55"/>
            <p:cNvSpPr/>
            <p:nvPr/>
          </p:nvSpPr>
          <p:spPr>
            <a:xfrm>
              <a:off x="2506925" y="1942850"/>
              <a:ext cx="28100" cy="24075"/>
            </a:xfrm>
            <a:custGeom>
              <a:rect b="b" l="l" r="r" t="t"/>
              <a:pathLst>
                <a:path extrusionOk="0" h="963" w="1124">
                  <a:moveTo>
                    <a:pt x="644" y="0"/>
                  </a:moveTo>
                  <a:cubicBezTo>
                    <a:pt x="214" y="0"/>
                    <a:pt x="1" y="519"/>
                    <a:pt x="304" y="822"/>
                  </a:cubicBezTo>
                  <a:cubicBezTo>
                    <a:pt x="396" y="914"/>
                    <a:pt x="518" y="962"/>
                    <a:pt x="643" y="962"/>
                  </a:cubicBezTo>
                  <a:cubicBezTo>
                    <a:pt x="706" y="962"/>
                    <a:pt x="768" y="950"/>
                    <a:pt x="828" y="926"/>
                  </a:cubicBezTo>
                  <a:cubicBezTo>
                    <a:pt x="1007" y="851"/>
                    <a:pt x="1124" y="675"/>
                    <a:pt x="1124" y="482"/>
                  </a:cubicBezTo>
                  <a:cubicBezTo>
                    <a:pt x="1124" y="215"/>
                    <a:pt x="909" y="0"/>
                    <a:pt x="64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2" name="Google Shape;4752;p55"/>
            <p:cNvSpPr/>
            <p:nvPr/>
          </p:nvSpPr>
          <p:spPr>
            <a:xfrm>
              <a:off x="2555000" y="1990900"/>
              <a:ext cx="28150" cy="24100"/>
            </a:xfrm>
            <a:custGeom>
              <a:rect b="b" l="l" r="r" t="t"/>
              <a:pathLst>
                <a:path extrusionOk="0" h="964" w="1126">
                  <a:moveTo>
                    <a:pt x="643" y="1"/>
                  </a:moveTo>
                  <a:cubicBezTo>
                    <a:pt x="216" y="1"/>
                    <a:pt x="0" y="519"/>
                    <a:pt x="304" y="823"/>
                  </a:cubicBezTo>
                  <a:cubicBezTo>
                    <a:pt x="396" y="914"/>
                    <a:pt x="518" y="963"/>
                    <a:pt x="643" y="963"/>
                  </a:cubicBezTo>
                  <a:cubicBezTo>
                    <a:pt x="705" y="963"/>
                    <a:pt x="768" y="951"/>
                    <a:pt x="828" y="926"/>
                  </a:cubicBezTo>
                  <a:cubicBezTo>
                    <a:pt x="1007" y="852"/>
                    <a:pt x="1125" y="678"/>
                    <a:pt x="1125" y="483"/>
                  </a:cubicBezTo>
                  <a:cubicBezTo>
                    <a:pt x="1125" y="216"/>
                    <a:pt x="910" y="1"/>
                    <a:pt x="64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3" name="Google Shape;4753;p55"/>
            <p:cNvSpPr/>
            <p:nvPr/>
          </p:nvSpPr>
          <p:spPr>
            <a:xfrm>
              <a:off x="2603100" y="1990900"/>
              <a:ext cx="28125" cy="24100"/>
            </a:xfrm>
            <a:custGeom>
              <a:rect b="b" l="l" r="r" t="t"/>
              <a:pathLst>
                <a:path extrusionOk="0" h="964" w="1125">
                  <a:moveTo>
                    <a:pt x="642" y="1"/>
                  </a:moveTo>
                  <a:cubicBezTo>
                    <a:pt x="215" y="1"/>
                    <a:pt x="1" y="519"/>
                    <a:pt x="302" y="823"/>
                  </a:cubicBezTo>
                  <a:cubicBezTo>
                    <a:pt x="394" y="914"/>
                    <a:pt x="517" y="963"/>
                    <a:pt x="642" y="963"/>
                  </a:cubicBezTo>
                  <a:cubicBezTo>
                    <a:pt x="704" y="963"/>
                    <a:pt x="767" y="951"/>
                    <a:pt x="827" y="926"/>
                  </a:cubicBezTo>
                  <a:cubicBezTo>
                    <a:pt x="1007" y="852"/>
                    <a:pt x="1124" y="678"/>
                    <a:pt x="1124" y="483"/>
                  </a:cubicBezTo>
                  <a:cubicBezTo>
                    <a:pt x="1124" y="216"/>
                    <a:pt x="909" y="1"/>
                    <a:pt x="64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4" name="Google Shape;4754;p55"/>
            <p:cNvSpPr/>
            <p:nvPr/>
          </p:nvSpPr>
          <p:spPr>
            <a:xfrm>
              <a:off x="2506925" y="1990900"/>
              <a:ext cx="28100" cy="24100"/>
            </a:xfrm>
            <a:custGeom>
              <a:rect b="b" l="l" r="r" t="t"/>
              <a:pathLst>
                <a:path extrusionOk="0" h="964" w="1124">
                  <a:moveTo>
                    <a:pt x="644" y="1"/>
                  </a:moveTo>
                  <a:cubicBezTo>
                    <a:pt x="214" y="1"/>
                    <a:pt x="1" y="519"/>
                    <a:pt x="304" y="823"/>
                  </a:cubicBezTo>
                  <a:cubicBezTo>
                    <a:pt x="396" y="914"/>
                    <a:pt x="518" y="963"/>
                    <a:pt x="643" y="963"/>
                  </a:cubicBezTo>
                  <a:cubicBezTo>
                    <a:pt x="706" y="963"/>
                    <a:pt x="768" y="951"/>
                    <a:pt x="828" y="926"/>
                  </a:cubicBezTo>
                  <a:cubicBezTo>
                    <a:pt x="1007" y="852"/>
                    <a:pt x="1124" y="678"/>
                    <a:pt x="1124" y="483"/>
                  </a:cubicBezTo>
                  <a:cubicBezTo>
                    <a:pt x="1124" y="216"/>
                    <a:pt x="909" y="1"/>
                    <a:pt x="64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5" name="Google Shape;4755;p55"/>
            <p:cNvSpPr/>
            <p:nvPr/>
          </p:nvSpPr>
          <p:spPr>
            <a:xfrm>
              <a:off x="2699250" y="1942850"/>
              <a:ext cx="28100" cy="24075"/>
            </a:xfrm>
            <a:custGeom>
              <a:rect b="b" l="l" r="r" t="t"/>
              <a:pathLst>
                <a:path extrusionOk="0" h="963" w="1124">
                  <a:moveTo>
                    <a:pt x="643" y="0"/>
                  </a:moveTo>
                  <a:cubicBezTo>
                    <a:pt x="214" y="0"/>
                    <a:pt x="0" y="519"/>
                    <a:pt x="304" y="822"/>
                  </a:cubicBezTo>
                  <a:cubicBezTo>
                    <a:pt x="396" y="914"/>
                    <a:pt x="518" y="962"/>
                    <a:pt x="643" y="962"/>
                  </a:cubicBezTo>
                  <a:cubicBezTo>
                    <a:pt x="705" y="962"/>
                    <a:pt x="768" y="950"/>
                    <a:pt x="828" y="926"/>
                  </a:cubicBezTo>
                  <a:cubicBezTo>
                    <a:pt x="1007" y="851"/>
                    <a:pt x="1124" y="675"/>
                    <a:pt x="1124" y="482"/>
                  </a:cubicBezTo>
                  <a:cubicBezTo>
                    <a:pt x="1124" y="215"/>
                    <a:pt x="908" y="0"/>
                    <a:pt x="64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6" name="Google Shape;4756;p55"/>
            <p:cNvSpPr/>
            <p:nvPr/>
          </p:nvSpPr>
          <p:spPr>
            <a:xfrm>
              <a:off x="2699250" y="1990900"/>
              <a:ext cx="28100" cy="24100"/>
            </a:xfrm>
            <a:custGeom>
              <a:rect b="b" l="l" r="r" t="t"/>
              <a:pathLst>
                <a:path extrusionOk="0" h="964" w="1124">
                  <a:moveTo>
                    <a:pt x="643" y="1"/>
                  </a:moveTo>
                  <a:cubicBezTo>
                    <a:pt x="214" y="1"/>
                    <a:pt x="0" y="519"/>
                    <a:pt x="304" y="823"/>
                  </a:cubicBezTo>
                  <a:cubicBezTo>
                    <a:pt x="395" y="914"/>
                    <a:pt x="518" y="963"/>
                    <a:pt x="643" y="963"/>
                  </a:cubicBezTo>
                  <a:cubicBezTo>
                    <a:pt x="705" y="963"/>
                    <a:pt x="767" y="951"/>
                    <a:pt x="826" y="926"/>
                  </a:cubicBezTo>
                  <a:cubicBezTo>
                    <a:pt x="1007" y="852"/>
                    <a:pt x="1124" y="678"/>
                    <a:pt x="1124" y="483"/>
                  </a:cubicBezTo>
                  <a:cubicBezTo>
                    <a:pt x="1124" y="216"/>
                    <a:pt x="908" y="1"/>
                    <a:pt x="64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7" name="Google Shape;4757;p55"/>
            <p:cNvSpPr/>
            <p:nvPr/>
          </p:nvSpPr>
          <p:spPr>
            <a:xfrm>
              <a:off x="2699250" y="2039025"/>
              <a:ext cx="28100" cy="24050"/>
            </a:xfrm>
            <a:custGeom>
              <a:rect b="b" l="l" r="r" t="t"/>
              <a:pathLst>
                <a:path extrusionOk="0" h="962" w="1124">
                  <a:moveTo>
                    <a:pt x="643" y="0"/>
                  </a:moveTo>
                  <a:cubicBezTo>
                    <a:pt x="214" y="0"/>
                    <a:pt x="0" y="517"/>
                    <a:pt x="304" y="820"/>
                  </a:cubicBezTo>
                  <a:cubicBezTo>
                    <a:pt x="396" y="912"/>
                    <a:pt x="518" y="961"/>
                    <a:pt x="643" y="961"/>
                  </a:cubicBezTo>
                  <a:cubicBezTo>
                    <a:pt x="705" y="961"/>
                    <a:pt x="768" y="949"/>
                    <a:pt x="828" y="924"/>
                  </a:cubicBezTo>
                  <a:cubicBezTo>
                    <a:pt x="1007" y="850"/>
                    <a:pt x="1124" y="675"/>
                    <a:pt x="1124" y="481"/>
                  </a:cubicBezTo>
                  <a:cubicBezTo>
                    <a:pt x="1124" y="216"/>
                    <a:pt x="908" y="0"/>
                    <a:pt x="64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8" name="Google Shape;4758;p55"/>
            <p:cNvSpPr/>
            <p:nvPr/>
          </p:nvSpPr>
          <p:spPr>
            <a:xfrm>
              <a:off x="2410750" y="1942850"/>
              <a:ext cx="28150" cy="24075"/>
            </a:xfrm>
            <a:custGeom>
              <a:rect b="b" l="l" r="r" t="t"/>
              <a:pathLst>
                <a:path extrusionOk="0" h="963" w="1126">
                  <a:moveTo>
                    <a:pt x="645" y="0"/>
                  </a:moveTo>
                  <a:cubicBezTo>
                    <a:pt x="216" y="0"/>
                    <a:pt x="0" y="519"/>
                    <a:pt x="304" y="822"/>
                  </a:cubicBezTo>
                  <a:cubicBezTo>
                    <a:pt x="396" y="914"/>
                    <a:pt x="519" y="962"/>
                    <a:pt x="644" y="962"/>
                  </a:cubicBezTo>
                  <a:cubicBezTo>
                    <a:pt x="706" y="962"/>
                    <a:pt x="769" y="950"/>
                    <a:pt x="828" y="926"/>
                  </a:cubicBezTo>
                  <a:cubicBezTo>
                    <a:pt x="1008" y="851"/>
                    <a:pt x="1125" y="675"/>
                    <a:pt x="1125" y="482"/>
                  </a:cubicBezTo>
                  <a:cubicBezTo>
                    <a:pt x="1125" y="215"/>
                    <a:pt x="910" y="0"/>
                    <a:pt x="64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9" name="Google Shape;4759;p55"/>
            <p:cNvSpPr/>
            <p:nvPr/>
          </p:nvSpPr>
          <p:spPr>
            <a:xfrm>
              <a:off x="2410750" y="1990900"/>
              <a:ext cx="28150" cy="24100"/>
            </a:xfrm>
            <a:custGeom>
              <a:rect b="b" l="l" r="r" t="t"/>
              <a:pathLst>
                <a:path extrusionOk="0" h="964" w="1126">
                  <a:moveTo>
                    <a:pt x="645" y="1"/>
                  </a:moveTo>
                  <a:cubicBezTo>
                    <a:pt x="216" y="1"/>
                    <a:pt x="0" y="519"/>
                    <a:pt x="304" y="823"/>
                  </a:cubicBezTo>
                  <a:cubicBezTo>
                    <a:pt x="396" y="914"/>
                    <a:pt x="518" y="963"/>
                    <a:pt x="643" y="963"/>
                  </a:cubicBezTo>
                  <a:cubicBezTo>
                    <a:pt x="705" y="963"/>
                    <a:pt x="768" y="951"/>
                    <a:pt x="828" y="926"/>
                  </a:cubicBezTo>
                  <a:cubicBezTo>
                    <a:pt x="1008" y="852"/>
                    <a:pt x="1125" y="678"/>
                    <a:pt x="1125" y="483"/>
                  </a:cubicBezTo>
                  <a:cubicBezTo>
                    <a:pt x="1125" y="216"/>
                    <a:pt x="910" y="1"/>
                    <a:pt x="64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0" name="Google Shape;4760;p55"/>
            <p:cNvSpPr/>
            <p:nvPr/>
          </p:nvSpPr>
          <p:spPr>
            <a:xfrm>
              <a:off x="2410750" y="2039025"/>
              <a:ext cx="28150" cy="24050"/>
            </a:xfrm>
            <a:custGeom>
              <a:rect b="b" l="l" r="r" t="t"/>
              <a:pathLst>
                <a:path extrusionOk="0" h="962" w="1126">
                  <a:moveTo>
                    <a:pt x="645" y="0"/>
                  </a:moveTo>
                  <a:cubicBezTo>
                    <a:pt x="216" y="0"/>
                    <a:pt x="0" y="517"/>
                    <a:pt x="304" y="820"/>
                  </a:cubicBezTo>
                  <a:cubicBezTo>
                    <a:pt x="396" y="912"/>
                    <a:pt x="519" y="961"/>
                    <a:pt x="644" y="961"/>
                  </a:cubicBezTo>
                  <a:cubicBezTo>
                    <a:pt x="706" y="961"/>
                    <a:pt x="769" y="949"/>
                    <a:pt x="828" y="924"/>
                  </a:cubicBezTo>
                  <a:cubicBezTo>
                    <a:pt x="1008" y="850"/>
                    <a:pt x="1125" y="675"/>
                    <a:pt x="1125" y="481"/>
                  </a:cubicBezTo>
                  <a:cubicBezTo>
                    <a:pt x="1125" y="216"/>
                    <a:pt x="910" y="0"/>
                    <a:pt x="64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61" name="Google Shape;4761;p55"/>
          <p:cNvGrpSpPr/>
          <p:nvPr/>
        </p:nvGrpSpPr>
        <p:grpSpPr>
          <a:xfrm>
            <a:off x="6296567" y="2338499"/>
            <a:ext cx="354827" cy="325792"/>
            <a:chOff x="1770125" y="1821150"/>
            <a:chExt cx="410300" cy="376725"/>
          </a:xfrm>
        </p:grpSpPr>
        <p:sp>
          <p:nvSpPr>
            <p:cNvPr id="4762" name="Google Shape;4762;p55"/>
            <p:cNvSpPr/>
            <p:nvPr/>
          </p:nvSpPr>
          <p:spPr>
            <a:xfrm>
              <a:off x="2043600" y="2077575"/>
              <a:ext cx="56125" cy="24075"/>
            </a:xfrm>
            <a:custGeom>
              <a:rect b="b" l="l" r="r" t="t"/>
              <a:pathLst>
                <a:path extrusionOk="0" h="963" w="2245">
                  <a:moveTo>
                    <a:pt x="1764" y="0"/>
                  </a:moveTo>
                  <a:cubicBezTo>
                    <a:pt x="1761" y="0"/>
                    <a:pt x="1757" y="0"/>
                    <a:pt x="1754" y="0"/>
                  </a:cubicBezTo>
                  <a:lnTo>
                    <a:pt x="472" y="0"/>
                  </a:lnTo>
                  <a:cubicBezTo>
                    <a:pt x="210" y="5"/>
                    <a:pt x="1" y="219"/>
                    <a:pt x="1" y="481"/>
                  </a:cubicBezTo>
                  <a:cubicBezTo>
                    <a:pt x="1" y="743"/>
                    <a:pt x="210" y="957"/>
                    <a:pt x="472" y="962"/>
                  </a:cubicBezTo>
                  <a:lnTo>
                    <a:pt x="1754" y="962"/>
                  </a:lnTo>
                  <a:cubicBezTo>
                    <a:pt x="1756" y="963"/>
                    <a:pt x="1759" y="963"/>
                    <a:pt x="1762" y="963"/>
                  </a:cubicBezTo>
                  <a:cubicBezTo>
                    <a:pt x="2028" y="963"/>
                    <a:pt x="2244" y="747"/>
                    <a:pt x="2244" y="481"/>
                  </a:cubicBezTo>
                  <a:cubicBezTo>
                    <a:pt x="2244" y="215"/>
                    <a:pt x="2029" y="0"/>
                    <a:pt x="176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3" name="Google Shape;4763;p55"/>
            <p:cNvSpPr/>
            <p:nvPr/>
          </p:nvSpPr>
          <p:spPr>
            <a:xfrm>
              <a:off x="1770125" y="1821150"/>
              <a:ext cx="410300" cy="376725"/>
            </a:xfrm>
            <a:custGeom>
              <a:rect b="b" l="l" r="r" t="t"/>
              <a:pathLst>
                <a:path extrusionOk="0" h="15069" w="16412">
                  <a:moveTo>
                    <a:pt x="15450" y="962"/>
                  </a:moveTo>
                  <a:lnTo>
                    <a:pt x="15450" y="4487"/>
                  </a:lnTo>
                  <a:lnTo>
                    <a:pt x="9360" y="4487"/>
                  </a:lnTo>
                  <a:lnTo>
                    <a:pt x="9360" y="962"/>
                  </a:lnTo>
                  <a:close/>
                  <a:moveTo>
                    <a:pt x="12959" y="5451"/>
                  </a:moveTo>
                  <a:lnTo>
                    <a:pt x="13120" y="6412"/>
                  </a:lnTo>
                  <a:lnTo>
                    <a:pt x="11691" y="6412"/>
                  </a:lnTo>
                  <a:lnTo>
                    <a:pt x="11851" y="5451"/>
                  </a:lnTo>
                  <a:close/>
                  <a:moveTo>
                    <a:pt x="2597" y="7372"/>
                  </a:moveTo>
                  <a:lnTo>
                    <a:pt x="2597" y="8334"/>
                  </a:lnTo>
                  <a:lnTo>
                    <a:pt x="962" y="8334"/>
                  </a:lnTo>
                  <a:lnTo>
                    <a:pt x="962" y="7372"/>
                  </a:lnTo>
                  <a:close/>
                  <a:moveTo>
                    <a:pt x="15450" y="7372"/>
                  </a:moveTo>
                  <a:lnTo>
                    <a:pt x="15450" y="8334"/>
                  </a:lnTo>
                  <a:lnTo>
                    <a:pt x="8046" y="8334"/>
                  </a:lnTo>
                  <a:lnTo>
                    <a:pt x="8046" y="7372"/>
                  </a:lnTo>
                  <a:close/>
                  <a:moveTo>
                    <a:pt x="5962" y="4808"/>
                  </a:moveTo>
                  <a:cubicBezTo>
                    <a:pt x="6582" y="4808"/>
                    <a:pt x="7084" y="5310"/>
                    <a:pt x="7085" y="5930"/>
                  </a:cubicBezTo>
                  <a:lnTo>
                    <a:pt x="7084" y="9616"/>
                  </a:lnTo>
                  <a:lnTo>
                    <a:pt x="3559" y="9616"/>
                  </a:lnTo>
                  <a:lnTo>
                    <a:pt x="3559" y="5930"/>
                  </a:lnTo>
                  <a:cubicBezTo>
                    <a:pt x="3559" y="5310"/>
                    <a:pt x="4061" y="4810"/>
                    <a:pt x="4681" y="4808"/>
                  </a:cubicBezTo>
                  <a:close/>
                  <a:moveTo>
                    <a:pt x="14456" y="9297"/>
                  </a:moveTo>
                  <a:lnTo>
                    <a:pt x="14456" y="12180"/>
                  </a:lnTo>
                  <a:lnTo>
                    <a:pt x="9648" y="12180"/>
                  </a:lnTo>
                  <a:lnTo>
                    <a:pt x="9648" y="9297"/>
                  </a:lnTo>
                  <a:close/>
                  <a:moveTo>
                    <a:pt x="8879" y="0"/>
                  </a:moveTo>
                  <a:cubicBezTo>
                    <a:pt x="8613" y="0"/>
                    <a:pt x="8397" y="216"/>
                    <a:pt x="8397" y="482"/>
                  </a:cubicBezTo>
                  <a:lnTo>
                    <a:pt x="8397" y="4969"/>
                  </a:lnTo>
                  <a:cubicBezTo>
                    <a:pt x="8397" y="5234"/>
                    <a:pt x="8613" y="5449"/>
                    <a:pt x="8879" y="5449"/>
                  </a:cubicBezTo>
                  <a:lnTo>
                    <a:pt x="10875" y="5449"/>
                  </a:lnTo>
                  <a:lnTo>
                    <a:pt x="10716" y="6412"/>
                  </a:lnTo>
                  <a:lnTo>
                    <a:pt x="8046" y="6412"/>
                  </a:lnTo>
                  <a:lnTo>
                    <a:pt x="8046" y="5930"/>
                  </a:lnTo>
                  <a:cubicBezTo>
                    <a:pt x="8045" y="4780"/>
                    <a:pt x="7113" y="3849"/>
                    <a:pt x="5962" y="3847"/>
                  </a:cubicBezTo>
                  <a:lnTo>
                    <a:pt x="4681" y="3847"/>
                  </a:lnTo>
                  <a:cubicBezTo>
                    <a:pt x="3531" y="3849"/>
                    <a:pt x="2600" y="4780"/>
                    <a:pt x="2597" y="5930"/>
                  </a:cubicBezTo>
                  <a:lnTo>
                    <a:pt x="2597" y="6412"/>
                  </a:lnTo>
                  <a:lnTo>
                    <a:pt x="482" y="6412"/>
                  </a:lnTo>
                  <a:cubicBezTo>
                    <a:pt x="481" y="6412"/>
                    <a:pt x="480" y="6412"/>
                    <a:pt x="479" y="6412"/>
                  </a:cubicBezTo>
                  <a:cubicBezTo>
                    <a:pt x="214" y="6412"/>
                    <a:pt x="0" y="6626"/>
                    <a:pt x="0" y="6892"/>
                  </a:cubicBezTo>
                  <a:lnTo>
                    <a:pt x="0" y="8815"/>
                  </a:lnTo>
                  <a:cubicBezTo>
                    <a:pt x="0" y="9081"/>
                    <a:pt x="215" y="9297"/>
                    <a:pt x="482" y="9297"/>
                  </a:cubicBezTo>
                  <a:lnTo>
                    <a:pt x="995" y="9297"/>
                  </a:lnTo>
                  <a:lnTo>
                    <a:pt x="995" y="14585"/>
                  </a:lnTo>
                  <a:cubicBezTo>
                    <a:pt x="999" y="14847"/>
                    <a:pt x="1213" y="15056"/>
                    <a:pt x="1475" y="15056"/>
                  </a:cubicBezTo>
                  <a:cubicBezTo>
                    <a:pt x="1737" y="15056"/>
                    <a:pt x="1951" y="14847"/>
                    <a:pt x="1955" y="14585"/>
                  </a:cubicBezTo>
                  <a:lnTo>
                    <a:pt x="1955" y="9297"/>
                  </a:lnTo>
                  <a:lnTo>
                    <a:pt x="2597" y="9297"/>
                  </a:lnTo>
                  <a:lnTo>
                    <a:pt x="2597" y="10098"/>
                  </a:lnTo>
                  <a:cubicBezTo>
                    <a:pt x="2597" y="10364"/>
                    <a:pt x="2812" y="10578"/>
                    <a:pt x="3078" y="10578"/>
                  </a:cubicBezTo>
                  <a:lnTo>
                    <a:pt x="4840" y="10578"/>
                  </a:lnTo>
                  <a:lnTo>
                    <a:pt x="4840" y="12782"/>
                  </a:lnTo>
                  <a:lnTo>
                    <a:pt x="3379" y="14245"/>
                  </a:lnTo>
                  <a:cubicBezTo>
                    <a:pt x="3188" y="14431"/>
                    <a:pt x="3187" y="14739"/>
                    <a:pt x="3376" y="14927"/>
                  </a:cubicBezTo>
                  <a:cubicBezTo>
                    <a:pt x="3470" y="15021"/>
                    <a:pt x="3593" y="15068"/>
                    <a:pt x="3716" y="15068"/>
                  </a:cubicBezTo>
                  <a:cubicBezTo>
                    <a:pt x="3841" y="15068"/>
                    <a:pt x="3965" y="15020"/>
                    <a:pt x="4060" y="14925"/>
                  </a:cubicBezTo>
                  <a:lnTo>
                    <a:pt x="4840" y="14143"/>
                  </a:lnTo>
                  <a:lnTo>
                    <a:pt x="4840" y="14585"/>
                  </a:lnTo>
                  <a:cubicBezTo>
                    <a:pt x="4846" y="14847"/>
                    <a:pt x="5060" y="15056"/>
                    <a:pt x="5322" y="15056"/>
                  </a:cubicBezTo>
                  <a:cubicBezTo>
                    <a:pt x="5583" y="15056"/>
                    <a:pt x="5797" y="14847"/>
                    <a:pt x="5802" y="14585"/>
                  </a:cubicBezTo>
                  <a:lnTo>
                    <a:pt x="5802" y="14143"/>
                  </a:lnTo>
                  <a:lnTo>
                    <a:pt x="6584" y="14925"/>
                  </a:lnTo>
                  <a:cubicBezTo>
                    <a:pt x="6678" y="15018"/>
                    <a:pt x="6801" y="15065"/>
                    <a:pt x="6924" y="15065"/>
                  </a:cubicBezTo>
                  <a:cubicBezTo>
                    <a:pt x="7047" y="15065"/>
                    <a:pt x="7170" y="15018"/>
                    <a:pt x="7264" y="14925"/>
                  </a:cubicBezTo>
                  <a:cubicBezTo>
                    <a:pt x="7451" y="14737"/>
                    <a:pt x="7451" y="14432"/>
                    <a:pt x="7264" y="14245"/>
                  </a:cubicBezTo>
                  <a:lnTo>
                    <a:pt x="5804" y="12782"/>
                  </a:lnTo>
                  <a:lnTo>
                    <a:pt x="5804" y="10578"/>
                  </a:lnTo>
                  <a:lnTo>
                    <a:pt x="7566" y="10578"/>
                  </a:lnTo>
                  <a:cubicBezTo>
                    <a:pt x="7832" y="10578"/>
                    <a:pt x="8047" y="10363"/>
                    <a:pt x="8047" y="10098"/>
                  </a:cubicBezTo>
                  <a:lnTo>
                    <a:pt x="8047" y="9297"/>
                  </a:lnTo>
                  <a:lnTo>
                    <a:pt x="8687" y="9297"/>
                  </a:lnTo>
                  <a:lnTo>
                    <a:pt x="8687" y="14585"/>
                  </a:lnTo>
                  <a:cubicBezTo>
                    <a:pt x="8687" y="14850"/>
                    <a:pt x="8903" y="15065"/>
                    <a:pt x="9168" y="15065"/>
                  </a:cubicBezTo>
                  <a:cubicBezTo>
                    <a:pt x="9434" y="15065"/>
                    <a:pt x="9650" y="14850"/>
                    <a:pt x="9650" y="14585"/>
                  </a:cubicBezTo>
                  <a:lnTo>
                    <a:pt x="9650" y="13142"/>
                  </a:lnTo>
                  <a:lnTo>
                    <a:pt x="14456" y="13142"/>
                  </a:lnTo>
                  <a:lnTo>
                    <a:pt x="14456" y="14585"/>
                  </a:lnTo>
                  <a:cubicBezTo>
                    <a:pt x="14462" y="14847"/>
                    <a:pt x="14676" y="15056"/>
                    <a:pt x="14938" y="15056"/>
                  </a:cubicBezTo>
                  <a:cubicBezTo>
                    <a:pt x="15198" y="15056"/>
                    <a:pt x="15412" y="14847"/>
                    <a:pt x="15418" y="14585"/>
                  </a:cubicBezTo>
                  <a:lnTo>
                    <a:pt x="15418" y="9297"/>
                  </a:lnTo>
                  <a:lnTo>
                    <a:pt x="15931" y="9297"/>
                  </a:lnTo>
                  <a:cubicBezTo>
                    <a:pt x="16196" y="9297"/>
                    <a:pt x="16411" y="9081"/>
                    <a:pt x="16411" y="8816"/>
                  </a:cubicBezTo>
                  <a:lnTo>
                    <a:pt x="16411" y="6892"/>
                  </a:lnTo>
                  <a:cubicBezTo>
                    <a:pt x="16411" y="6627"/>
                    <a:pt x="16196" y="6412"/>
                    <a:pt x="15931" y="6412"/>
                  </a:cubicBezTo>
                  <a:lnTo>
                    <a:pt x="14094" y="6412"/>
                  </a:lnTo>
                  <a:lnTo>
                    <a:pt x="13935" y="5449"/>
                  </a:lnTo>
                  <a:lnTo>
                    <a:pt x="15931" y="5449"/>
                  </a:lnTo>
                  <a:cubicBezTo>
                    <a:pt x="16196" y="5449"/>
                    <a:pt x="16411" y="5234"/>
                    <a:pt x="16411" y="4969"/>
                  </a:cubicBezTo>
                  <a:lnTo>
                    <a:pt x="16411" y="482"/>
                  </a:lnTo>
                  <a:cubicBezTo>
                    <a:pt x="16411" y="216"/>
                    <a:pt x="16196" y="0"/>
                    <a:pt x="1593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64" name="Google Shape;4764;p55"/>
          <p:cNvSpPr/>
          <p:nvPr/>
        </p:nvSpPr>
        <p:spPr>
          <a:xfrm>
            <a:off x="5537090" y="2324054"/>
            <a:ext cx="359800" cy="354806"/>
          </a:xfrm>
          <a:custGeom>
            <a:rect b="b" l="l" r="r" t="t"/>
            <a:pathLst>
              <a:path extrusionOk="0" h="16411" w="16642">
                <a:moveTo>
                  <a:pt x="13482" y="962"/>
                </a:moveTo>
                <a:lnTo>
                  <a:pt x="13098" y="1474"/>
                </a:lnTo>
                <a:cubicBezTo>
                  <a:pt x="12970" y="1644"/>
                  <a:pt x="12970" y="1880"/>
                  <a:pt x="13098" y="2050"/>
                </a:cubicBezTo>
                <a:lnTo>
                  <a:pt x="13482" y="2562"/>
                </a:lnTo>
                <a:lnTo>
                  <a:pt x="11079" y="2562"/>
                </a:lnTo>
                <a:lnTo>
                  <a:pt x="11077" y="962"/>
                </a:lnTo>
                <a:close/>
                <a:moveTo>
                  <a:pt x="10597" y="6698"/>
                </a:moveTo>
                <a:lnTo>
                  <a:pt x="11999" y="9334"/>
                </a:lnTo>
                <a:cubicBezTo>
                  <a:pt x="11791" y="9407"/>
                  <a:pt x="11628" y="9501"/>
                  <a:pt x="11483" y="9583"/>
                </a:cubicBezTo>
                <a:cubicBezTo>
                  <a:pt x="11221" y="9732"/>
                  <a:pt x="11031" y="9839"/>
                  <a:pt x="10597" y="9839"/>
                </a:cubicBezTo>
                <a:cubicBezTo>
                  <a:pt x="10164" y="9839"/>
                  <a:pt x="9973" y="9731"/>
                  <a:pt x="9711" y="9583"/>
                </a:cubicBezTo>
                <a:cubicBezTo>
                  <a:pt x="9566" y="9501"/>
                  <a:pt x="9404" y="9409"/>
                  <a:pt x="9196" y="9334"/>
                </a:cubicBezTo>
                <a:lnTo>
                  <a:pt x="10597" y="6698"/>
                </a:lnTo>
                <a:close/>
                <a:moveTo>
                  <a:pt x="4764" y="9246"/>
                </a:moveTo>
                <a:lnTo>
                  <a:pt x="5656" y="10893"/>
                </a:lnTo>
                <a:cubicBezTo>
                  <a:pt x="5570" y="10945"/>
                  <a:pt x="5492" y="10997"/>
                  <a:pt x="5422" y="11046"/>
                </a:cubicBezTo>
                <a:cubicBezTo>
                  <a:pt x="5215" y="11188"/>
                  <a:pt x="5079" y="11282"/>
                  <a:pt x="4764" y="11282"/>
                </a:cubicBezTo>
                <a:cubicBezTo>
                  <a:pt x="4449" y="11282"/>
                  <a:pt x="4313" y="11188"/>
                  <a:pt x="4107" y="11046"/>
                </a:cubicBezTo>
                <a:cubicBezTo>
                  <a:pt x="4035" y="10997"/>
                  <a:pt x="3960" y="10945"/>
                  <a:pt x="3872" y="10893"/>
                </a:cubicBezTo>
                <a:lnTo>
                  <a:pt x="4373" y="9968"/>
                </a:lnTo>
                <a:lnTo>
                  <a:pt x="4764" y="9246"/>
                </a:lnTo>
                <a:close/>
                <a:moveTo>
                  <a:pt x="6113" y="11740"/>
                </a:moveTo>
                <a:lnTo>
                  <a:pt x="6475" y="12406"/>
                </a:lnTo>
                <a:lnTo>
                  <a:pt x="4858" y="15448"/>
                </a:lnTo>
                <a:lnTo>
                  <a:pt x="1405" y="15448"/>
                </a:lnTo>
                <a:lnTo>
                  <a:pt x="3414" y="11740"/>
                </a:lnTo>
                <a:cubicBezTo>
                  <a:pt x="3461" y="11769"/>
                  <a:pt x="3508" y="11801"/>
                  <a:pt x="3560" y="11837"/>
                </a:cubicBezTo>
                <a:cubicBezTo>
                  <a:pt x="3823" y="12018"/>
                  <a:pt x="4149" y="12244"/>
                  <a:pt x="4763" y="12244"/>
                </a:cubicBezTo>
                <a:cubicBezTo>
                  <a:pt x="5378" y="12244"/>
                  <a:pt x="5704" y="12018"/>
                  <a:pt x="5966" y="11837"/>
                </a:cubicBezTo>
                <a:cubicBezTo>
                  <a:pt x="6019" y="11800"/>
                  <a:pt x="6068" y="11769"/>
                  <a:pt x="6113" y="11740"/>
                </a:cubicBezTo>
                <a:close/>
                <a:moveTo>
                  <a:pt x="12458" y="10199"/>
                </a:moveTo>
                <a:lnTo>
                  <a:pt x="15247" y="15448"/>
                </a:lnTo>
                <a:lnTo>
                  <a:pt x="5949" y="15448"/>
                </a:lnTo>
                <a:lnTo>
                  <a:pt x="7446" y="12629"/>
                </a:lnTo>
                <a:lnTo>
                  <a:pt x="8737" y="10199"/>
                </a:lnTo>
                <a:cubicBezTo>
                  <a:pt x="8929" y="10243"/>
                  <a:pt x="9067" y="10321"/>
                  <a:pt x="9237" y="10418"/>
                </a:cubicBezTo>
                <a:cubicBezTo>
                  <a:pt x="9537" y="10587"/>
                  <a:pt x="9909" y="10800"/>
                  <a:pt x="10597" y="10800"/>
                </a:cubicBezTo>
                <a:cubicBezTo>
                  <a:pt x="11285" y="10800"/>
                  <a:pt x="11659" y="10587"/>
                  <a:pt x="11959" y="10418"/>
                </a:cubicBezTo>
                <a:cubicBezTo>
                  <a:pt x="12129" y="10321"/>
                  <a:pt x="12267" y="10243"/>
                  <a:pt x="12458" y="10199"/>
                </a:cubicBezTo>
                <a:close/>
                <a:moveTo>
                  <a:pt x="10597" y="1"/>
                </a:moveTo>
                <a:cubicBezTo>
                  <a:pt x="10332" y="1"/>
                  <a:pt x="10117" y="216"/>
                  <a:pt x="10117" y="481"/>
                </a:cubicBezTo>
                <a:lnTo>
                  <a:pt x="10117" y="5554"/>
                </a:lnTo>
                <a:lnTo>
                  <a:pt x="7017" y="11387"/>
                </a:lnTo>
                <a:lnTo>
                  <a:pt x="5186" y="8007"/>
                </a:lnTo>
                <a:cubicBezTo>
                  <a:pt x="5095" y="7839"/>
                  <a:pt x="4929" y="7755"/>
                  <a:pt x="4763" y="7755"/>
                </a:cubicBezTo>
                <a:cubicBezTo>
                  <a:pt x="4598" y="7755"/>
                  <a:pt x="4432" y="7839"/>
                  <a:pt x="4341" y="8007"/>
                </a:cubicBezTo>
                <a:lnTo>
                  <a:pt x="175" y="15700"/>
                </a:lnTo>
                <a:cubicBezTo>
                  <a:pt x="0" y="16021"/>
                  <a:pt x="233" y="16410"/>
                  <a:pt x="598" y="16410"/>
                </a:cubicBezTo>
                <a:lnTo>
                  <a:pt x="16048" y="16410"/>
                </a:lnTo>
                <a:cubicBezTo>
                  <a:pt x="16410" y="16410"/>
                  <a:pt x="16641" y="16023"/>
                  <a:pt x="16473" y="15704"/>
                </a:cubicBezTo>
                <a:lnTo>
                  <a:pt x="16471" y="15704"/>
                </a:lnTo>
                <a:lnTo>
                  <a:pt x="11079" y="5553"/>
                </a:lnTo>
                <a:lnTo>
                  <a:pt x="11079" y="3526"/>
                </a:lnTo>
                <a:lnTo>
                  <a:pt x="14444" y="3526"/>
                </a:lnTo>
                <a:cubicBezTo>
                  <a:pt x="14840" y="3524"/>
                  <a:pt x="15065" y="3073"/>
                  <a:pt x="14828" y="2757"/>
                </a:cubicBezTo>
                <a:lnTo>
                  <a:pt x="14083" y="1763"/>
                </a:lnTo>
                <a:lnTo>
                  <a:pt x="14828" y="770"/>
                </a:lnTo>
                <a:cubicBezTo>
                  <a:pt x="15065" y="452"/>
                  <a:pt x="14840" y="1"/>
                  <a:pt x="1444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765" name="Google Shape;4765;p55"/>
          <p:cNvGrpSpPr/>
          <p:nvPr/>
        </p:nvGrpSpPr>
        <p:grpSpPr>
          <a:xfrm>
            <a:off x="4781595" y="2323953"/>
            <a:ext cx="355022" cy="354827"/>
            <a:chOff x="7146500" y="2639325"/>
            <a:chExt cx="410525" cy="410300"/>
          </a:xfrm>
        </p:grpSpPr>
        <p:sp>
          <p:nvSpPr>
            <p:cNvPr id="4766" name="Google Shape;4766;p55"/>
            <p:cNvSpPr/>
            <p:nvPr/>
          </p:nvSpPr>
          <p:spPr>
            <a:xfrm>
              <a:off x="7485125" y="2639325"/>
              <a:ext cx="71675" cy="24100"/>
            </a:xfrm>
            <a:custGeom>
              <a:rect b="b" l="l" r="r" t="t"/>
              <a:pathLst>
                <a:path extrusionOk="0" h="964" w="2867">
                  <a:moveTo>
                    <a:pt x="472" y="1"/>
                  </a:moveTo>
                  <a:cubicBezTo>
                    <a:pt x="210" y="5"/>
                    <a:pt x="1" y="219"/>
                    <a:pt x="1" y="481"/>
                  </a:cubicBezTo>
                  <a:cubicBezTo>
                    <a:pt x="1" y="743"/>
                    <a:pt x="210" y="957"/>
                    <a:pt x="472" y="963"/>
                  </a:cubicBezTo>
                  <a:lnTo>
                    <a:pt x="2395" y="963"/>
                  </a:lnTo>
                  <a:cubicBezTo>
                    <a:pt x="2657" y="957"/>
                    <a:pt x="2867" y="743"/>
                    <a:pt x="2867" y="481"/>
                  </a:cubicBezTo>
                  <a:cubicBezTo>
                    <a:pt x="2867" y="219"/>
                    <a:pt x="2657" y="5"/>
                    <a:pt x="239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7" name="Google Shape;4767;p55"/>
            <p:cNvSpPr/>
            <p:nvPr/>
          </p:nvSpPr>
          <p:spPr>
            <a:xfrm>
              <a:off x="7146775" y="2977475"/>
              <a:ext cx="56075" cy="24075"/>
            </a:xfrm>
            <a:custGeom>
              <a:rect b="b" l="l" r="r" t="t"/>
              <a:pathLst>
                <a:path extrusionOk="0" h="963" w="2243">
                  <a:moveTo>
                    <a:pt x="481" y="1"/>
                  </a:moveTo>
                  <a:cubicBezTo>
                    <a:pt x="214" y="1"/>
                    <a:pt x="0" y="216"/>
                    <a:pt x="0" y="481"/>
                  </a:cubicBezTo>
                  <a:cubicBezTo>
                    <a:pt x="0" y="748"/>
                    <a:pt x="214" y="963"/>
                    <a:pt x="481" y="963"/>
                  </a:cubicBezTo>
                  <a:lnTo>
                    <a:pt x="1762" y="963"/>
                  </a:lnTo>
                  <a:cubicBezTo>
                    <a:pt x="2027" y="963"/>
                    <a:pt x="2242" y="748"/>
                    <a:pt x="2242" y="481"/>
                  </a:cubicBezTo>
                  <a:cubicBezTo>
                    <a:pt x="2242" y="216"/>
                    <a:pt x="2027" y="1"/>
                    <a:pt x="17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8" name="Google Shape;4768;p55"/>
            <p:cNvSpPr/>
            <p:nvPr/>
          </p:nvSpPr>
          <p:spPr>
            <a:xfrm>
              <a:off x="7147525" y="2640150"/>
              <a:ext cx="168350" cy="168275"/>
            </a:xfrm>
            <a:custGeom>
              <a:rect b="b" l="l" r="r" t="t"/>
              <a:pathLst>
                <a:path extrusionOk="0" h="6731" w="6734">
                  <a:moveTo>
                    <a:pt x="5771" y="983"/>
                  </a:moveTo>
                  <a:lnTo>
                    <a:pt x="5771" y="1923"/>
                  </a:lnTo>
                  <a:lnTo>
                    <a:pt x="3214" y="1923"/>
                  </a:lnTo>
                  <a:cubicBezTo>
                    <a:pt x="3968" y="1390"/>
                    <a:pt x="4850" y="1066"/>
                    <a:pt x="5771" y="983"/>
                  </a:cubicBezTo>
                  <a:close/>
                  <a:moveTo>
                    <a:pt x="5771" y="2885"/>
                  </a:moveTo>
                  <a:lnTo>
                    <a:pt x="5771" y="3846"/>
                  </a:lnTo>
                  <a:lnTo>
                    <a:pt x="1542" y="3846"/>
                  </a:lnTo>
                  <a:cubicBezTo>
                    <a:pt x="1717" y="3503"/>
                    <a:pt x="1930" y="3181"/>
                    <a:pt x="2176" y="2885"/>
                  </a:cubicBezTo>
                  <a:close/>
                  <a:moveTo>
                    <a:pt x="5771" y="4808"/>
                  </a:moveTo>
                  <a:lnTo>
                    <a:pt x="5771" y="5769"/>
                  </a:lnTo>
                  <a:lnTo>
                    <a:pt x="985" y="5769"/>
                  </a:lnTo>
                  <a:cubicBezTo>
                    <a:pt x="1014" y="5444"/>
                    <a:pt x="1074" y="5121"/>
                    <a:pt x="1164" y="4808"/>
                  </a:cubicBezTo>
                  <a:close/>
                  <a:moveTo>
                    <a:pt x="6251" y="0"/>
                  </a:moveTo>
                  <a:cubicBezTo>
                    <a:pt x="2805" y="0"/>
                    <a:pt x="1" y="2803"/>
                    <a:pt x="1" y="6251"/>
                  </a:cubicBezTo>
                  <a:cubicBezTo>
                    <a:pt x="1" y="6516"/>
                    <a:pt x="216" y="6731"/>
                    <a:pt x="483" y="6731"/>
                  </a:cubicBezTo>
                  <a:lnTo>
                    <a:pt x="6251" y="6731"/>
                  </a:lnTo>
                  <a:cubicBezTo>
                    <a:pt x="6518" y="6731"/>
                    <a:pt x="6733" y="6516"/>
                    <a:pt x="6733" y="6251"/>
                  </a:cubicBezTo>
                  <a:lnTo>
                    <a:pt x="6733" y="481"/>
                  </a:lnTo>
                  <a:cubicBezTo>
                    <a:pt x="6733" y="215"/>
                    <a:pt x="6518" y="0"/>
                    <a:pt x="625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9" name="Google Shape;4769;p55"/>
            <p:cNvSpPr/>
            <p:nvPr/>
          </p:nvSpPr>
          <p:spPr>
            <a:xfrm>
              <a:off x="7146500" y="2687400"/>
              <a:ext cx="410525" cy="362225"/>
            </a:xfrm>
            <a:custGeom>
              <a:rect b="b" l="l" r="r" t="t"/>
              <a:pathLst>
                <a:path extrusionOk="0" h="14489" w="16421">
                  <a:moveTo>
                    <a:pt x="8697" y="1016"/>
                  </a:moveTo>
                  <a:cubicBezTo>
                    <a:pt x="11387" y="1260"/>
                    <a:pt x="13505" y="3529"/>
                    <a:pt x="13505" y="6283"/>
                  </a:cubicBezTo>
                  <a:cubicBezTo>
                    <a:pt x="13505" y="9199"/>
                    <a:pt x="11131" y="11571"/>
                    <a:pt x="8215" y="11571"/>
                  </a:cubicBezTo>
                  <a:cubicBezTo>
                    <a:pt x="5462" y="11571"/>
                    <a:pt x="3192" y="9455"/>
                    <a:pt x="2949" y="6764"/>
                  </a:cubicBezTo>
                  <a:lnTo>
                    <a:pt x="8215" y="6764"/>
                  </a:lnTo>
                  <a:cubicBezTo>
                    <a:pt x="8480" y="6764"/>
                    <a:pt x="8697" y="6548"/>
                    <a:pt x="8697" y="6283"/>
                  </a:cubicBezTo>
                  <a:lnTo>
                    <a:pt x="8697" y="1016"/>
                  </a:lnTo>
                  <a:close/>
                  <a:moveTo>
                    <a:pt x="14017" y="1"/>
                  </a:moveTo>
                  <a:cubicBezTo>
                    <a:pt x="13890" y="1"/>
                    <a:pt x="13767" y="52"/>
                    <a:pt x="13678" y="141"/>
                  </a:cubicBezTo>
                  <a:lnTo>
                    <a:pt x="12280" y="1538"/>
                  </a:lnTo>
                  <a:cubicBezTo>
                    <a:pt x="11151" y="567"/>
                    <a:pt x="9711" y="33"/>
                    <a:pt x="8223" y="33"/>
                  </a:cubicBezTo>
                  <a:cubicBezTo>
                    <a:pt x="8221" y="33"/>
                    <a:pt x="8219" y="33"/>
                    <a:pt x="8217" y="33"/>
                  </a:cubicBezTo>
                  <a:cubicBezTo>
                    <a:pt x="7950" y="33"/>
                    <a:pt x="7735" y="248"/>
                    <a:pt x="7736" y="513"/>
                  </a:cubicBezTo>
                  <a:lnTo>
                    <a:pt x="7736" y="5803"/>
                  </a:lnTo>
                  <a:lnTo>
                    <a:pt x="2447" y="5803"/>
                  </a:lnTo>
                  <a:cubicBezTo>
                    <a:pt x="2180" y="5803"/>
                    <a:pt x="1965" y="6018"/>
                    <a:pt x="1966" y="6283"/>
                  </a:cubicBezTo>
                  <a:cubicBezTo>
                    <a:pt x="1966" y="8323"/>
                    <a:pt x="2947" y="10138"/>
                    <a:pt x="4463" y="11279"/>
                  </a:cubicBezTo>
                  <a:lnTo>
                    <a:pt x="2215" y="13528"/>
                  </a:lnTo>
                  <a:lnTo>
                    <a:pt x="492" y="13528"/>
                  </a:lnTo>
                  <a:cubicBezTo>
                    <a:pt x="488" y="13528"/>
                    <a:pt x="484" y="13528"/>
                    <a:pt x="481" y="13528"/>
                  </a:cubicBezTo>
                  <a:cubicBezTo>
                    <a:pt x="216" y="13528"/>
                    <a:pt x="1" y="13742"/>
                    <a:pt x="1" y="14008"/>
                  </a:cubicBezTo>
                  <a:cubicBezTo>
                    <a:pt x="1" y="14274"/>
                    <a:pt x="216" y="14489"/>
                    <a:pt x="481" y="14489"/>
                  </a:cubicBezTo>
                  <a:cubicBezTo>
                    <a:pt x="484" y="14489"/>
                    <a:pt x="488" y="14489"/>
                    <a:pt x="492" y="14489"/>
                  </a:cubicBezTo>
                  <a:lnTo>
                    <a:pt x="2413" y="14489"/>
                  </a:lnTo>
                  <a:cubicBezTo>
                    <a:pt x="2540" y="14489"/>
                    <a:pt x="2663" y="14439"/>
                    <a:pt x="2753" y="14348"/>
                  </a:cubicBezTo>
                  <a:lnTo>
                    <a:pt x="5295" y="11807"/>
                  </a:lnTo>
                  <a:cubicBezTo>
                    <a:pt x="6192" y="12283"/>
                    <a:pt x="7191" y="12534"/>
                    <a:pt x="8206" y="12534"/>
                  </a:cubicBezTo>
                  <a:cubicBezTo>
                    <a:pt x="8209" y="12534"/>
                    <a:pt x="8212" y="12534"/>
                    <a:pt x="8215" y="12534"/>
                  </a:cubicBezTo>
                  <a:cubicBezTo>
                    <a:pt x="11662" y="12534"/>
                    <a:pt x="14465" y="9729"/>
                    <a:pt x="14465" y="6283"/>
                  </a:cubicBezTo>
                  <a:cubicBezTo>
                    <a:pt x="14467" y="4793"/>
                    <a:pt x="13932" y="3350"/>
                    <a:pt x="12960" y="2219"/>
                  </a:cubicBezTo>
                  <a:lnTo>
                    <a:pt x="14217" y="963"/>
                  </a:lnTo>
                  <a:lnTo>
                    <a:pt x="15940" y="963"/>
                  </a:lnTo>
                  <a:cubicBezTo>
                    <a:pt x="16205" y="963"/>
                    <a:pt x="16421" y="748"/>
                    <a:pt x="16421" y="483"/>
                  </a:cubicBezTo>
                  <a:cubicBezTo>
                    <a:pt x="16421" y="216"/>
                    <a:pt x="16205" y="1"/>
                    <a:pt x="159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70" name="Google Shape;4770;p55"/>
          <p:cNvGrpSpPr/>
          <p:nvPr/>
        </p:nvGrpSpPr>
        <p:grpSpPr>
          <a:xfrm>
            <a:off x="4027598" y="2323934"/>
            <a:ext cx="356276" cy="354871"/>
            <a:chOff x="6475850" y="2546300"/>
            <a:chExt cx="411975" cy="410350"/>
          </a:xfrm>
        </p:grpSpPr>
        <p:sp>
          <p:nvSpPr>
            <p:cNvPr id="4771" name="Google Shape;4771;p55"/>
            <p:cNvSpPr/>
            <p:nvPr/>
          </p:nvSpPr>
          <p:spPr>
            <a:xfrm>
              <a:off x="6476700" y="2546300"/>
              <a:ext cx="104450" cy="104225"/>
            </a:xfrm>
            <a:custGeom>
              <a:rect b="b" l="l" r="r" t="t"/>
              <a:pathLst>
                <a:path extrusionOk="0" h="4169" w="4178">
                  <a:moveTo>
                    <a:pt x="3695" y="1"/>
                  </a:moveTo>
                  <a:cubicBezTo>
                    <a:pt x="3692" y="1"/>
                    <a:pt x="3689" y="1"/>
                    <a:pt x="3687" y="1"/>
                  </a:cubicBezTo>
                  <a:lnTo>
                    <a:pt x="481" y="1"/>
                  </a:lnTo>
                  <a:cubicBezTo>
                    <a:pt x="216" y="1"/>
                    <a:pt x="0" y="216"/>
                    <a:pt x="0" y="483"/>
                  </a:cubicBezTo>
                  <a:lnTo>
                    <a:pt x="0" y="3687"/>
                  </a:lnTo>
                  <a:cubicBezTo>
                    <a:pt x="0" y="3953"/>
                    <a:pt x="216" y="4169"/>
                    <a:pt x="481" y="4169"/>
                  </a:cubicBezTo>
                  <a:cubicBezTo>
                    <a:pt x="746" y="4169"/>
                    <a:pt x="961" y="3953"/>
                    <a:pt x="961" y="3687"/>
                  </a:cubicBezTo>
                  <a:lnTo>
                    <a:pt x="961" y="963"/>
                  </a:lnTo>
                  <a:lnTo>
                    <a:pt x="3687" y="963"/>
                  </a:lnTo>
                  <a:cubicBezTo>
                    <a:pt x="3690" y="963"/>
                    <a:pt x="3694" y="963"/>
                    <a:pt x="3697" y="963"/>
                  </a:cubicBezTo>
                  <a:cubicBezTo>
                    <a:pt x="3962" y="963"/>
                    <a:pt x="4177" y="748"/>
                    <a:pt x="4177" y="483"/>
                  </a:cubicBezTo>
                  <a:cubicBezTo>
                    <a:pt x="4177" y="216"/>
                    <a:pt x="3960" y="1"/>
                    <a:pt x="369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2" name="Google Shape;4772;p55"/>
            <p:cNvSpPr/>
            <p:nvPr/>
          </p:nvSpPr>
          <p:spPr>
            <a:xfrm>
              <a:off x="6782550" y="2546300"/>
              <a:ext cx="104450" cy="104225"/>
            </a:xfrm>
            <a:custGeom>
              <a:rect b="b" l="l" r="r" t="t"/>
              <a:pathLst>
                <a:path extrusionOk="0" h="4169" w="4178">
                  <a:moveTo>
                    <a:pt x="483" y="1"/>
                  </a:moveTo>
                  <a:cubicBezTo>
                    <a:pt x="217" y="1"/>
                    <a:pt x="1" y="216"/>
                    <a:pt x="1" y="483"/>
                  </a:cubicBezTo>
                  <a:cubicBezTo>
                    <a:pt x="1" y="748"/>
                    <a:pt x="216" y="963"/>
                    <a:pt x="481" y="963"/>
                  </a:cubicBezTo>
                  <a:cubicBezTo>
                    <a:pt x="484" y="963"/>
                    <a:pt x="488" y="963"/>
                    <a:pt x="491" y="963"/>
                  </a:cubicBezTo>
                  <a:lnTo>
                    <a:pt x="3215" y="963"/>
                  </a:lnTo>
                  <a:lnTo>
                    <a:pt x="3215" y="3687"/>
                  </a:lnTo>
                  <a:cubicBezTo>
                    <a:pt x="3215" y="3953"/>
                    <a:pt x="3430" y="4169"/>
                    <a:pt x="3697" y="4169"/>
                  </a:cubicBezTo>
                  <a:cubicBezTo>
                    <a:pt x="3962" y="4169"/>
                    <a:pt x="4177" y="3953"/>
                    <a:pt x="4177" y="3687"/>
                  </a:cubicBezTo>
                  <a:lnTo>
                    <a:pt x="4177" y="483"/>
                  </a:lnTo>
                  <a:cubicBezTo>
                    <a:pt x="4177" y="216"/>
                    <a:pt x="3962" y="1"/>
                    <a:pt x="3697" y="1"/>
                  </a:cubicBezTo>
                  <a:lnTo>
                    <a:pt x="491" y="1"/>
                  </a:lnTo>
                  <a:cubicBezTo>
                    <a:pt x="489" y="1"/>
                    <a:pt x="486" y="1"/>
                    <a:pt x="48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3" name="Google Shape;4773;p55"/>
            <p:cNvSpPr/>
            <p:nvPr/>
          </p:nvSpPr>
          <p:spPr>
            <a:xfrm>
              <a:off x="6476700" y="2852625"/>
              <a:ext cx="104450" cy="104025"/>
            </a:xfrm>
            <a:custGeom>
              <a:rect b="b" l="l" r="r" t="t"/>
              <a:pathLst>
                <a:path extrusionOk="0" h="4161" w="4178">
                  <a:moveTo>
                    <a:pt x="481" y="1"/>
                  </a:moveTo>
                  <a:cubicBezTo>
                    <a:pt x="219" y="1"/>
                    <a:pt x="5" y="212"/>
                    <a:pt x="0" y="472"/>
                  </a:cubicBezTo>
                  <a:lnTo>
                    <a:pt x="0" y="3680"/>
                  </a:lnTo>
                  <a:cubicBezTo>
                    <a:pt x="0" y="3945"/>
                    <a:pt x="216" y="4160"/>
                    <a:pt x="481" y="4160"/>
                  </a:cubicBezTo>
                  <a:lnTo>
                    <a:pt x="3687" y="4160"/>
                  </a:lnTo>
                  <a:cubicBezTo>
                    <a:pt x="3689" y="4160"/>
                    <a:pt x="3692" y="4160"/>
                    <a:pt x="3695" y="4160"/>
                  </a:cubicBezTo>
                  <a:cubicBezTo>
                    <a:pt x="3960" y="4160"/>
                    <a:pt x="4177" y="3945"/>
                    <a:pt x="4177" y="3678"/>
                  </a:cubicBezTo>
                  <a:cubicBezTo>
                    <a:pt x="4177" y="3413"/>
                    <a:pt x="3960" y="3198"/>
                    <a:pt x="3695" y="3198"/>
                  </a:cubicBezTo>
                  <a:cubicBezTo>
                    <a:pt x="3692" y="3198"/>
                    <a:pt x="3689" y="3198"/>
                    <a:pt x="3687" y="3198"/>
                  </a:cubicBezTo>
                  <a:lnTo>
                    <a:pt x="961" y="3198"/>
                  </a:lnTo>
                  <a:lnTo>
                    <a:pt x="961" y="472"/>
                  </a:lnTo>
                  <a:cubicBezTo>
                    <a:pt x="957" y="212"/>
                    <a:pt x="743" y="1"/>
                    <a:pt x="48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4" name="Google Shape;4774;p55"/>
            <p:cNvSpPr/>
            <p:nvPr/>
          </p:nvSpPr>
          <p:spPr>
            <a:xfrm>
              <a:off x="6782550" y="2852425"/>
              <a:ext cx="104450" cy="104175"/>
            </a:xfrm>
            <a:custGeom>
              <a:rect b="b" l="l" r="r" t="t"/>
              <a:pathLst>
                <a:path extrusionOk="0" h="4167" w="4178">
                  <a:moveTo>
                    <a:pt x="3697" y="0"/>
                  </a:moveTo>
                  <a:cubicBezTo>
                    <a:pt x="3430" y="0"/>
                    <a:pt x="3215" y="215"/>
                    <a:pt x="3215" y="480"/>
                  </a:cubicBezTo>
                  <a:lnTo>
                    <a:pt x="3215" y="3206"/>
                  </a:lnTo>
                  <a:lnTo>
                    <a:pt x="491" y="3206"/>
                  </a:lnTo>
                  <a:cubicBezTo>
                    <a:pt x="488" y="3206"/>
                    <a:pt x="484" y="3206"/>
                    <a:pt x="481" y="3206"/>
                  </a:cubicBezTo>
                  <a:cubicBezTo>
                    <a:pt x="216" y="3206"/>
                    <a:pt x="1" y="3420"/>
                    <a:pt x="1" y="3686"/>
                  </a:cubicBezTo>
                  <a:cubicBezTo>
                    <a:pt x="1" y="3952"/>
                    <a:pt x="216" y="4167"/>
                    <a:pt x="481" y="4167"/>
                  </a:cubicBezTo>
                  <a:cubicBezTo>
                    <a:pt x="484" y="4167"/>
                    <a:pt x="488" y="4167"/>
                    <a:pt x="491" y="4167"/>
                  </a:cubicBezTo>
                  <a:lnTo>
                    <a:pt x="3697" y="4167"/>
                  </a:lnTo>
                  <a:cubicBezTo>
                    <a:pt x="3962" y="4167"/>
                    <a:pt x="4177" y="3951"/>
                    <a:pt x="4177" y="3686"/>
                  </a:cubicBezTo>
                  <a:lnTo>
                    <a:pt x="4177" y="480"/>
                  </a:lnTo>
                  <a:cubicBezTo>
                    <a:pt x="4177" y="215"/>
                    <a:pt x="3962" y="0"/>
                    <a:pt x="369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5" name="Google Shape;4775;p55"/>
            <p:cNvSpPr/>
            <p:nvPr/>
          </p:nvSpPr>
          <p:spPr>
            <a:xfrm>
              <a:off x="6475850" y="2627250"/>
              <a:ext cx="411975" cy="248400"/>
            </a:xfrm>
            <a:custGeom>
              <a:rect b="b" l="l" r="r" t="t"/>
              <a:pathLst>
                <a:path extrusionOk="0" h="9936" w="16479">
                  <a:moveTo>
                    <a:pt x="3958" y="2455"/>
                  </a:moveTo>
                  <a:lnTo>
                    <a:pt x="3958" y="2455"/>
                  </a:lnTo>
                  <a:cubicBezTo>
                    <a:pt x="3044" y="4006"/>
                    <a:pt x="3044" y="5932"/>
                    <a:pt x="3958" y="7483"/>
                  </a:cubicBezTo>
                  <a:cubicBezTo>
                    <a:pt x="3643" y="7273"/>
                    <a:pt x="3354" y="7058"/>
                    <a:pt x="3097" y="6851"/>
                  </a:cubicBezTo>
                  <a:cubicBezTo>
                    <a:pt x="2389" y="6283"/>
                    <a:pt x="1735" y="5654"/>
                    <a:pt x="1140" y="4970"/>
                  </a:cubicBezTo>
                  <a:cubicBezTo>
                    <a:pt x="1729" y="4290"/>
                    <a:pt x="2378" y="3665"/>
                    <a:pt x="3079" y="3101"/>
                  </a:cubicBezTo>
                  <a:cubicBezTo>
                    <a:pt x="3341" y="2889"/>
                    <a:pt x="3636" y="2669"/>
                    <a:pt x="3958" y="2455"/>
                  </a:cubicBezTo>
                  <a:close/>
                  <a:moveTo>
                    <a:pt x="12523" y="2455"/>
                  </a:moveTo>
                  <a:lnTo>
                    <a:pt x="12523" y="2455"/>
                  </a:lnTo>
                  <a:cubicBezTo>
                    <a:pt x="12837" y="2666"/>
                    <a:pt x="13125" y="2880"/>
                    <a:pt x="13385" y="3086"/>
                  </a:cubicBezTo>
                  <a:cubicBezTo>
                    <a:pt x="14090" y="3655"/>
                    <a:pt x="14745" y="4284"/>
                    <a:pt x="15340" y="4970"/>
                  </a:cubicBezTo>
                  <a:cubicBezTo>
                    <a:pt x="14749" y="5648"/>
                    <a:pt x="14101" y="6273"/>
                    <a:pt x="13401" y="6838"/>
                  </a:cubicBezTo>
                  <a:cubicBezTo>
                    <a:pt x="13139" y="7048"/>
                    <a:pt x="12844" y="7267"/>
                    <a:pt x="12523" y="7483"/>
                  </a:cubicBezTo>
                  <a:cubicBezTo>
                    <a:pt x="13436" y="5930"/>
                    <a:pt x="13436" y="4006"/>
                    <a:pt x="12523" y="2455"/>
                  </a:cubicBezTo>
                  <a:close/>
                  <a:moveTo>
                    <a:pt x="8240" y="961"/>
                  </a:moveTo>
                  <a:cubicBezTo>
                    <a:pt x="10448" y="961"/>
                    <a:pt x="12247" y="2760"/>
                    <a:pt x="12247" y="4968"/>
                  </a:cubicBezTo>
                  <a:cubicBezTo>
                    <a:pt x="12247" y="7178"/>
                    <a:pt x="10448" y="8975"/>
                    <a:pt x="8240" y="8975"/>
                  </a:cubicBezTo>
                  <a:cubicBezTo>
                    <a:pt x="6030" y="8975"/>
                    <a:pt x="4233" y="7178"/>
                    <a:pt x="4233" y="4968"/>
                  </a:cubicBezTo>
                  <a:cubicBezTo>
                    <a:pt x="4233" y="2760"/>
                    <a:pt x="6030" y="961"/>
                    <a:pt x="8240" y="961"/>
                  </a:cubicBezTo>
                  <a:close/>
                  <a:moveTo>
                    <a:pt x="8240" y="1"/>
                  </a:moveTo>
                  <a:cubicBezTo>
                    <a:pt x="7197" y="1"/>
                    <a:pt x="6118" y="251"/>
                    <a:pt x="5034" y="745"/>
                  </a:cubicBezTo>
                  <a:cubicBezTo>
                    <a:pt x="4180" y="1134"/>
                    <a:pt x="3319" y="1675"/>
                    <a:pt x="2477" y="2350"/>
                  </a:cubicBezTo>
                  <a:cubicBezTo>
                    <a:pt x="1051" y="3495"/>
                    <a:pt x="171" y="4627"/>
                    <a:pt x="134" y="4675"/>
                  </a:cubicBezTo>
                  <a:cubicBezTo>
                    <a:pt x="1" y="4848"/>
                    <a:pt x="1" y="5088"/>
                    <a:pt x="134" y="5263"/>
                  </a:cubicBezTo>
                  <a:cubicBezTo>
                    <a:pt x="171" y="5309"/>
                    <a:pt x="1049" y="6443"/>
                    <a:pt x="2477" y="7587"/>
                  </a:cubicBezTo>
                  <a:cubicBezTo>
                    <a:pt x="3319" y="8263"/>
                    <a:pt x="4179" y="8804"/>
                    <a:pt x="5034" y="9192"/>
                  </a:cubicBezTo>
                  <a:cubicBezTo>
                    <a:pt x="6119" y="9685"/>
                    <a:pt x="7197" y="9936"/>
                    <a:pt x="8240" y="9936"/>
                  </a:cubicBezTo>
                  <a:cubicBezTo>
                    <a:pt x="9281" y="9936"/>
                    <a:pt x="10360" y="9685"/>
                    <a:pt x="11446" y="9192"/>
                  </a:cubicBezTo>
                  <a:cubicBezTo>
                    <a:pt x="12299" y="8804"/>
                    <a:pt x="13159" y="8263"/>
                    <a:pt x="14003" y="7587"/>
                  </a:cubicBezTo>
                  <a:cubicBezTo>
                    <a:pt x="15429" y="6443"/>
                    <a:pt x="16309" y="5309"/>
                    <a:pt x="16346" y="5263"/>
                  </a:cubicBezTo>
                  <a:cubicBezTo>
                    <a:pt x="16479" y="5088"/>
                    <a:pt x="16479" y="4848"/>
                    <a:pt x="16346" y="4675"/>
                  </a:cubicBezTo>
                  <a:cubicBezTo>
                    <a:pt x="16309" y="4627"/>
                    <a:pt x="15430" y="3495"/>
                    <a:pt x="14003" y="2350"/>
                  </a:cubicBezTo>
                  <a:cubicBezTo>
                    <a:pt x="13160" y="1675"/>
                    <a:pt x="12301" y="1134"/>
                    <a:pt x="11446" y="745"/>
                  </a:cubicBezTo>
                  <a:cubicBezTo>
                    <a:pt x="10360" y="251"/>
                    <a:pt x="9283" y="1"/>
                    <a:pt x="82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6" name="Google Shape;4776;p55"/>
            <p:cNvSpPr/>
            <p:nvPr/>
          </p:nvSpPr>
          <p:spPr>
            <a:xfrm>
              <a:off x="6605725" y="2675325"/>
              <a:ext cx="152250" cy="152300"/>
            </a:xfrm>
            <a:custGeom>
              <a:rect b="b" l="l" r="r" t="t"/>
              <a:pathLst>
                <a:path extrusionOk="0" h="6092" w="6090">
                  <a:moveTo>
                    <a:pt x="3046" y="962"/>
                  </a:moveTo>
                  <a:cubicBezTo>
                    <a:pt x="3314" y="962"/>
                    <a:pt x="3584" y="1014"/>
                    <a:pt x="3842" y="1121"/>
                  </a:cubicBezTo>
                  <a:cubicBezTo>
                    <a:pt x="4621" y="1443"/>
                    <a:pt x="5129" y="2203"/>
                    <a:pt x="5129" y="3047"/>
                  </a:cubicBezTo>
                  <a:cubicBezTo>
                    <a:pt x="5127" y="4196"/>
                    <a:pt x="4194" y="5128"/>
                    <a:pt x="3045" y="5129"/>
                  </a:cubicBezTo>
                  <a:cubicBezTo>
                    <a:pt x="2201" y="5129"/>
                    <a:pt x="1443" y="4621"/>
                    <a:pt x="1121" y="3843"/>
                  </a:cubicBezTo>
                  <a:cubicBezTo>
                    <a:pt x="797" y="3064"/>
                    <a:pt x="976" y="2168"/>
                    <a:pt x="1572" y="1572"/>
                  </a:cubicBezTo>
                  <a:cubicBezTo>
                    <a:pt x="1970" y="1174"/>
                    <a:pt x="2504" y="962"/>
                    <a:pt x="3046" y="962"/>
                  </a:cubicBezTo>
                  <a:close/>
                  <a:moveTo>
                    <a:pt x="3045" y="1"/>
                  </a:moveTo>
                  <a:cubicBezTo>
                    <a:pt x="1365" y="1"/>
                    <a:pt x="0" y="1367"/>
                    <a:pt x="0" y="3045"/>
                  </a:cubicBezTo>
                  <a:cubicBezTo>
                    <a:pt x="0" y="4725"/>
                    <a:pt x="1365" y="6091"/>
                    <a:pt x="3045" y="6091"/>
                  </a:cubicBezTo>
                  <a:cubicBezTo>
                    <a:pt x="4723" y="6091"/>
                    <a:pt x="6090" y="4725"/>
                    <a:pt x="6090" y="3045"/>
                  </a:cubicBezTo>
                  <a:cubicBezTo>
                    <a:pt x="6090" y="1367"/>
                    <a:pt x="4723" y="1"/>
                    <a:pt x="304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77" name="Google Shape;4777;p55"/>
          <p:cNvSpPr/>
          <p:nvPr/>
        </p:nvSpPr>
        <p:spPr>
          <a:xfrm>
            <a:off x="3301873" y="2324043"/>
            <a:ext cx="297988" cy="354827"/>
          </a:xfrm>
          <a:custGeom>
            <a:rect b="b" l="l" r="r" t="t"/>
            <a:pathLst>
              <a:path extrusionOk="0" h="16412" w="13783">
                <a:moveTo>
                  <a:pt x="9070" y="962"/>
                </a:moveTo>
                <a:lnTo>
                  <a:pt x="6891" y="3577"/>
                </a:lnTo>
                <a:lnTo>
                  <a:pt x="4714" y="962"/>
                </a:lnTo>
                <a:close/>
                <a:moveTo>
                  <a:pt x="3788" y="1354"/>
                </a:moveTo>
                <a:lnTo>
                  <a:pt x="4380" y="2064"/>
                </a:lnTo>
                <a:lnTo>
                  <a:pt x="6155" y="4195"/>
                </a:lnTo>
                <a:lnTo>
                  <a:pt x="4819" y="4958"/>
                </a:lnTo>
                <a:lnTo>
                  <a:pt x="3274" y="2384"/>
                </a:lnTo>
                <a:lnTo>
                  <a:pt x="3788" y="1354"/>
                </a:lnTo>
                <a:close/>
                <a:moveTo>
                  <a:pt x="9996" y="1354"/>
                </a:moveTo>
                <a:lnTo>
                  <a:pt x="10510" y="2384"/>
                </a:lnTo>
                <a:lnTo>
                  <a:pt x="8965" y="4960"/>
                </a:lnTo>
                <a:lnTo>
                  <a:pt x="7628" y="4195"/>
                </a:lnTo>
                <a:lnTo>
                  <a:pt x="9404" y="2064"/>
                </a:lnTo>
                <a:lnTo>
                  <a:pt x="9996" y="1354"/>
                </a:lnTo>
                <a:close/>
                <a:moveTo>
                  <a:pt x="6893" y="4882"/>
                </a:moveTo>
                <a:lnTo>
                  <a:pt x="7613" y="5293"/>
                </a:lnTo>
                <a:lnTo>
                  <a:pt x="7388" y="5769"/>
                </a:lnTo>
                <a:lnTo>
                  <a:pt x="6396" y="5769"/>
                </a:lnTo>
                <a:lnTo>
                  <a:pt x="6171" y="5293"/>
                </a:lnTo>
                <a:lnTo>
                  <a:pt x="6893" y="4882"/>
                </a:lnTo>
                <a:close/>
                <a:moveTo>
                  <a:pt x="7279" y="6732"/>
                </a:moveTo>
                <a:lnTo>
                  <a:pt x="7767" y="9936"/>
                </a:lnTo>
                <a:lnTo>
                  <a:pt x="7533" y="9936"/>
                </a:lnTo>
                <a:cubicBezTo>
                  <a:pt x="7530" y="9936"/>
                  <a:pt x="7527" y="9936"/>
                  <a:pt x="7525" y="9936"/>
                </a:cubicBezTo>
                <a:cubicBezTo>
                  <a:pt x="7259" y="9936"/>
                  <a:pt x="7042" y="10151"/>
                  <a:pt x="7042" y="10418"/>
                </a:cubicBezTo>
                <a:cubicBezTo>
                  <a:pt x="7042" y="10683"/>
                  <a:pt x="7257" y="10898"/>
                  <a:pt x="7522" y="10898"/>
                </a:cubicBezTo>
                <a:cubicBezTo>
                  <a:pt x="7525" y="10898"/>
                  <a:pt x="7529" y="10898"/>
                  <a:pt x="7533" y="10898"/>
                </a:cubicBezTo>
                <a:lnTo>
                  <a:pt x="7913" y="10898"/>
                </a:lnTo>
                <a:lnTo>
                  <a:pt x="8307" y="13481"/>
                </a:lnTo>
                <a:lnTo>
                  <a:pt x="6891" y="15180"/>
                </a:lnTo>
                <a:lnTo>
                  <a:pt x="5476" y="13481"/>
                </a:lnTo>
                <a:lnTo>
                  <a:pt x="6503" y="6732"/>
                </a:lnTo>
                <a:close/>
                <a:moveTo>
                  <a:pt x="2452" y="2886"/>
                </a:moveTo>
                <a:lnTo>
                  <a:pt x="4236" y="5857"/>
                </a:lnTo>
                <a:cubicBezTo>
                  <a:pt x="4325" y="6008"/>
                  <a:pt x="4484" y="6091"/>
                  <a:pt x="4647" y="6091"/>
                </a:cubicBezTo>
                <a:cubicBezTo>
                  <a:pt x="4728" y="6091"/>
                  <a:pt x="4811" y="6070"/>
                  <a:pt x="4886" y="6027"/>
                </a:cubicBezTo>
                <a:lnTo>
                  <a:pt x="5333" y="5772"/>
                </a:lnTo>
                <a:lnTo>
                  <a:pt x="5592" y="6324"/>
                </a:lnTo>
                <a:lnTo>
                  <a:pt x="4494" y="13552"/>
                </a:lnTo>
                <a:cubicBezTo>
                  <a:pt x="4472" y="13686"/>
                  <a:pt x="4511" y="13825"/>
                  <a:pt x="4599" y="13931"/>
                </a:cubicBezTo>
                <a:lnTo>
                  <a:pt x="5865" y="15451"/>
                </a:lnTo>
                <a:lnTo>
                  <a:pt x="962" y="15451"/>
                </a:lnTo>
                <a:lnTo>
                  <a:pt x="962" y="2886"/>
                </a:lnTo>
                <a:close/>
                <a:moveTo>
                  <a:pt x="12821" y="2886"/>
                </a:moveTo>
                <a:lnTo>
                  <a:pt x="12821" y="15451"/>
                </a:lnTo>
                <a:lnTo>
                  <a:pt x="7918" y="15451"/>
                </a:lnTo>
                <a:lnTo>
                  <a:pt x="9185" y="13931"/>
                </a:lnTo>
                <a:cubicBezTo>
                  <a:pt x="9272" y="13825"/>
                  <a:pt x="9310" y="13686"/>
                  <a:pt x="9290" y="13550"/>
                </a:cubicBezTo>
                <a:lnTo>
                  <a:pt x="8887" y="10898"/>
                </a:lnTo>
                <a:lnTo>
                  <a:pt x="9455" y="10898"/>
                </a:lnTo>
                <a:cubicBezTo>
                  <a:pt x="9459" y="10898"/>
                  <a:pt x="9463" y="10898"/>
                  <a:pt x="9466" y="10898"/>
                </a:cubicBezTo>
                <a:cubicBezTo>
                  <a:pt x="9731" y="10898"/>
                  <a:pt x="9946" y="10683"/>
                  <a:pt x="9946" y="10418"/>
                </a:cubicBezTo>
                <a:cubicBezTo>
                  <a:pt x="9946" y="10152"/>
                  <a:pt x="9731" y="9937"/>
                  <a:pt x="9466" y="9937"/>
                </a:cubicBezTo>
                <a:cubicBezTo>
                  <a:pt x="9463" y="9937"/>
                  <a:pt x="9459" y="9937"/>
                  <a:pt x="9455" y="9937"/>
                </a:cubicBezTo>
                <a:lnTo>
                  <a:pt x="8741" y="9937"/>
                </a:lnTo>
                <a:lnTo>
                  <a:pt x="8192" y="6323"/>
                </a:lnTo>
                <a:lnTo>
                  <a:pt x="8452" y="5772"/>
                </a:lnTo>
                <a:lnTo>
                  <a:pt x="8897" y="6027"/>
                </a:lnTo>
                <a:cubicBezTo>
                  <a:pt x="8973" y="6070"/>
                  <a:pt x="9055" y="6091"/>
                  <a:pt x="9136" y="6091"/>
                </a:cubicBezTo>
                <a:cubicBezTo>
                  <a:pt x="9300" y="6091"/>
                  <a:pt x="9459" y="6007"/>
                  <a:pt x="9549" y="5857"/>
                </a:cubicBezTo>
                <a:lnTo>
                  <a:pt x="11331" y="2886"/>
                </a:lnTo>
                <a:close/>
                <a:moveTo>
                  <a:pt x="3687" y="1"/>
                </a:moveTo>
                <a:cubicBezTo>
                  <a:pt x="3504" y="1"/>
                  <a:pt x="3338" y="103"/>
                  <a:pt x="3256" y="266"/>
                </a:cubicBezTo>
                <a:lnTo>
                  <a:pt x="2427" y="1924"/>
                </a:lnTo>
                <a:lnTo>
                  <a:pt x="481" y="1924"/>
                </a:lnTo>
                <a:cubicBezTo>
                  <a:pt x="216" y="1924"/>
                  <a:pt x="1" y="2139"/>
                  <a:pt x="1" y="2404"/>
                </a:cubicBezTo>
                <a:lnTo>
                  <a:pt x="1" y="15930"/>
                </a:lnTo>
                <a:cubicBezTo>
                  <a:pt x="1" y="16196"/>
                  <a:pt x="216" y="16412"/>
                  <a:pt x="481" y="16412"/>
                </a:cubicBezTo>
                <a:lnTo>
                  <a:pt x="13303" y="16412"/>
                </a:lnTo>
                <a:cubicBezTo>
                  <a:pt x="13568" y="16412"/>
                  <a:pt x="13783" y="16196"/>
                  <a:pt x="13783" y="15930"/>
                </a:cubicBezTo>
                <a:lnTo>
                  <a:pt x="13783" y="2404"/>
                </a:lnTo>
                <a:cubicBezTo>
                  <a:pt x="13783" y="2139"/>
                  <a:pt x="13568" y="1924"/>
                  <a:pt x="13303" y="1924"/>
                </a:cubicBezTo>
                <a:lnTo>
                  <a:pt x="11356" y="1924"/>
                </a:lnTo>
                <a:lnTo>
                  <a:pt x="10527" y="266"/>
                </a:lnTo>
                <a:cubicBezTo>
                  <a:pt x="10447" y="103"/>
                  <a:pt x="10280" y="1"/>
                  <a:pt x="100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778" name="Google Shape;4778;p55"/>
          <p:cNvGrpSpPr/>
          <p:nvPr/>
        </p:nvGrpSpPr>
        <p:grpSpPr>
          <a:xfrm>
            <a:off x="2519089" y="2323975"/>
            <a:ext cx="356146" cy="354784"/>
            <a:chOff x="5369350" y="2619200"/>
            <a:chExt cx="411825" cy="410250"/>
          </a:xfrm>
        </p:grpSpPr>
        <p:sp>
          <p:nvSpPr>
            <p:cNvPr id="4779" name="Google Shape;4779;p55"/>
            <p:cNvSpPr/>
            <p:nvPr/>
          </p:nvSpPr>
          <p:spPr>
            <a:xfrm>
              <a:off x="5369350" y="2619200"/>
              <a:ext cx="411825" cy="410250"/>
            </a:xfrm>
            <a:custGeom>
              <a:rect b="b" l="l" r="r" t="t"/>
              <a:pathLst>
                <a:path extrusionOk="0" h="16410" w="16473">
                  <a:moveTo>
                    <a:pt x="8236" y="1282"/>
                  </a:moveTo>
                  <a:lnTo>
                    <a:pt x="9198" y="2563"/>
                  </a:lnTo>
                  <a:cubicBezTo>
                    <a:pt x="8933" y="2563"/>
                    <a:pt x="8718" y="2779"/>
                    <a:pt x="8718" y="3044"/>
                  </a:cubicBezTo>
                  <a:lnTo>
                    <a:pt x="8718" y="8872"/>
                  </a:lnTo>
                  <a:cubicBezTo>
                    <a:pt x="8718" y="9160"/>
                    <a:pt x="8955" y="9354"/>
                    <a:pt x="9202" y="9354"/>
                  </a:cubicBezTo>
                  <a:cubicBezTo>
                    <a:pt x="9316" y="9354"/>
                    <a:pt x="9432" y="9313"/>
                    <a:pt x="9528" y="9222"/>
                  </a:cubicBezTo>
                  <a:cubicBezTo>
                    <a:pt x="10577" y="8235"/>
                    <a:pt x="11938" y="7692"/>
                    <a:pt x="13365" y="7692"/>
                  </a:cubicBezTo>
                  <a:cubicBezTo>
                    <a:pt x="13631" y="7692"/>
                    <a:pt x="13847" y="7477"/>
                    <a:pt x="13847" y="7210"/>
                  </a:cubicBezTo>
                  <a:lnTo>
                    <a:pt x="15128" y="8172"/>
                  </a:lnTo>
                  <a:lnTo>
                    <a:pt x="13847" y="9134"/>
                  </a:lnTo>
                  <a:cubicBezTo>
                    <a:pt x="13847" y="8868"/>
                    <a:pt x="13631" y="8653"/>
                    <a:pt x="13365" y="8653"/>
                  </a:cubicBezTo>
                  <a:cubicBezTo>
                    <a:pt x="10802" y="8653"/>
                    <a:pt x="8718" y="10738"/>
                    <a:pt x="8718" y="13301"/>
                  </a:cubicBezTo>
                  <a:lnTo>
                    <a:pt x="8718" y="15448"/>
                  </a:lnTo>
                  <a:lnTo>
                    <a:pt x="7756" y="15448"/>
                  </a:lnTo>
                  <a:lnTo>
                    <a:pt x="7756" y="10095"/>
                  </a:lnTo>
                  <a:cubicBezTo>
                    <a:pt x="7756" y="7532"/>
                    <a:pt x="5671" y="5448"/>
                    <a:pt x="3109" y="5448"/>
                  </a:cubicBezTo>
                  <a:cubicBezTo>
                    <a:pt x="2843" y="5448"/>
                    <a:pt x="2627" y="5664"/>
                    <a:pt x="2627" y="5929"/>
                  </a:cubicBezTo>
                  <a:lnTo>
                    <a:pt x="1346" y="4967"/>
                  </a:lnTo>
                  <a:lnTo>
                    <a:pt x="2627" y="4006"/>
                  </a:lnTo>
                  <a:cubicBezTo>
                    <a:pt x="2627" y="4271"/>
                    <a:pt x="2843" y="4486"/>
                    <a:pt x="3109" y="4486"/>
                  </a:cubicBezTo>
                  <a:cubicBezTo>
                    <a:pt x="4534" y="4486"/>
                    <a:pt x="5898" y="5029"/>
                    <a:pt x="6946" y="6017"/>
                  </a:cubicBezTo>
                  <a:cubicBezTo>
                    <a:pt x="7043" y="6107"/>
                    <a:pt x="7159" y="6148"/>
                    <a:pt x="7272" y="6148"/>
                  </a:cubicBezTo>
                  <a:cubicBezTo>
                    <a:pt x="7520" y="6148"/>
                    <a:pt x="7756" y="5955"/>
                    <a:pt x="7756" y="5667"/>
                  </a:cubicBezTo>
                  <a:lnTo>
                    <a:pt x="7756" y="3044"/>
                  </a:lnTo>
                  <a:cubicBezTo>
                    <a:pt x="7756" y="2779"/>
                    <a:pt x="7541" y="2563"/>
                    <a:pt x="7276" y="2563"/>
                  </a:cubicBezTo>
                  <a:lnTo>
                    <a:pt x="8236" y="1282"/>
                  </a:lnTo>
                  <a:close/>
                  <a:moveTo>
                    <a:pt x="8237" y="0"/>
                  </a:moveTo>
                  <a:cubicBezTo>
                    <a:pt x="8093" y="0"/>
                    <a:pt x="7949" y="64"/>
                    <a:pt x="7853" y="192"/>
                  </a:cubicBezTo>
                  <a:lnTo>
                    <a:pt x="5928" y="2755"/>
                  </a:lnTo>
                  <a:cubicBezTo>
                    <a:pt x="5691" y="3073"/>
                    <a:pt x="5918" y="3524"/>
                    <a:pt x="6313" y="3524"/>
                  </a:cubicBezTo>
                  <a:lnTo>
                    <a:pt x="6794" y="3524"/>
                  </a:lnTo>
                  <a:lnTo>
                    <a:pt x="6794" y="4665"/>
                  </a:lnTo>
                  <a:cubicBezTo>
                    <a:pt x="5843" y="4013"/>
                    <a:pt x="4738" y="3627"/>
                    <a:pt x="3590" y="3542"/>
                  </a:cubicBezTo>
                  <a:lnTo>
                    <a:pt x="3590" y="3044"/>
                  </a:lnTo>
                  <a:cubicBezTo>
                    <a:pt x="3589" y="2760"/>
                    <a:pt x="3355" y="2563"/>
                    <a:pt x="3107" y="2563"/>
                  </a:cubicBezTo>
                  <a:cubicBezTo>
                    <a:pt x="3009" y="2563"/>
                    <a:pt x="2910" y="2593"/>
                    <a:pt x="2821" y="2660"/>
                  </a:cubicBezTo>
                  <a:lnTo>
                    <a:pt x="255" y="4583"/>
                  </a:lnTo>
                  <a:cubicBezTo>
                    <a:pt x="0" y="4775"/>
                    <a:pt x="0" y="5158"/>
                    <a:pt x="255" y="5352"/>
                  </a:cubicBezTo>
                  <a:lnTo>
                    <a:pt x="2819" y="7274"/>
                  </a:lnTo>
                  <a:cubicBezTo>
                    <a:pt x="2909" y="7341"/>
                    <a:pt x="3009" y="7371"/>
                    <a:pt x="3106" y="7371"/>
                  </a:cubicBezTo>
                  <a:cubicBezTo>
                    <a:pt x="3355" y="7371"/>
                    <a:pt x="3588" y="7175"/>
                    <a:pt x="3588" y="6889"/>
                  </a:cubicBezTo>
                  <a:lnTo>
                    <a:pt x="3588" y="6440"/>
                  </a:lnTo>
                  <a:cubicBezTo>
                    <a:pt x="5395" y="6677"/>
                    <a:pt x="6794" y="8226"/>
                    <a:pt x="6794" y="10095"/>
                  </a:cubicBezTo>
                  <a:lnTo>
                    <a:pt x="6794" y="15929"/>
                  </a:lnTo>
                  <a:cubicBezTo>
                    <a:pt x="6794" y="16195"/>
                    <a:pt x="7009" y="16410"/>
                    <a:pt x="7274" y="16410"/>
                  </a:cubicBezTo>
                  <a:lnTo>
                    <a:pt x="9198" y="16410"/>
                  </a:lnTo>
                  <a:cubicBezTo>
                    <a:pt x="9464" y="16410"/>
                    <a:pt x="9679" y="16195"/>
                    <a:pt x="9679" y="15929"/>
                  </a:cubicBezTo>
                  <a:lnTo>
                    <a:pt x="9679" y="13301"/>
                  </a:lnTo>
                  <a:cubicBezTo>
                    <a:pt x="9679" y="11431"/>
                    <a:pt x="11077" y="9883"/>
                    <a:pt x="12885" y="9645"/>
                  </a:cubicBezTo>
                  <a:lnTo>
                    <a:pt x="12885" y="10095"/>
                  </a:lnTo>
                  <a:cubicBezTo>
                    <a:pt x="12885" y="10380"/>
                    <a:pt x="13118" y="10577"/>
                    <a:pt x="13367" y="10577"/>
                  </a:cubicBezTo>
                  <a:cubicBezTo>
                    <a:pt x="13464" y="10577"/>
                    <a:pt x="13564" y="10547"/>
                    <a:pt x="13653" y="10480"/>
                  </a:cubicBezTo>
                  <a:lnTo>
                    <a:pt x="16216" y="8557"/>
                  </a:lnTo>
                  <a:cubicBezTo>
                    <a:pt x="16472" y="8364"/>
                    <a:pt x="16472" y="7980"/>
                    <a:pt x="16216" y="7789"/>
                  </a:cubicBezTo>
                  <a:lnTo>
                    <a:pt x="16218" y="7789"/>
                  </a:lnTo>
                  <a:lnTo>
                    <a:pt x="13653" y="5864"/>
                  </a:lnTo>
                  <a:cubicBezTo>
                    <a:pt x="13565" y="5798"/>
                    <a:pt x="13465" y="5768"/>
                    <a:pt x="13368" y="5768"/>
                  </a:cubicBezTo>
                  <a:cubicBezTo>
                    <a:pt x="13119" y="5768"/>
                    <a:pt x="12886" y="5965"/>
                    <a:pt x="12885" y="6249"/>
                  </a:cubicBezTo>
                  <a:lnTo>
                    <a:pt x="12885" y="6747"/>
                  </a:lnTo>
                  <a:cubicBezTo>
                    <a:pt x="11736" y="6832"/>
                    <a:pt x="10631" y="7219"/>
                    <a:pt x="9680" y="7869"/>
                  </a:cubicBezTo>
                  <a:lnTo>
                    <a:pt x="9680" y="3525"/>
                  </a:lnTo>
                  <a:lnTo>
                    <a:pt x="10161" y="3525"/>
                  </a:lnTo>
                  <a:cubicBezTo>
                    <a:pt x="10556" y="3524"/>
                    <a:pt x="10782" y="3073"/>
                    <a:pt x="10544" y="2757"/>
                  </a:cubicBezTo>
                  <a:lnTo>
                    <a:pt x="8621" y="192"/>
                  </a:lnTo>
                  <a:cubicBezTo>
                    <a:pt x="8526" y="64"/>
                    <a:pt x="8381" y="0"/>
                    <a:pt x="82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0" name="Google Shape;4780;p55"/>
            <p:cNvSpPr/>
            <p:nvPr/>
          </p:nvSpPr>
          <p:spPr>
            <a:xfrm>
              <a:off x="5427000" y="2897225"/>
              <a:ext cx="88200" cy="24050"/>
            </a:xfrm>
            <a:custGeom>
              <a:rect b="b" l="l" r="r" t="t"/>
              <a:pathLst>
                <a:path extrusionOk="0" h="962" w="3528">
                  <a:moveTo>
                    <a:pt x="482" y="1"/>
                  </a:moveTo>
                  <a:cubicBezTo>
                    <a:pt x="216" y="1"/>
                    <a:pt x="1" y="216"/>
                    <a:pt x="1" y="481"/>
                  </a:cubicBezTo>
                  <a:cubicBezTo>
                    <a:pt x="1" y="746"/>
                    <a:pt x="216" y="961"/>
                    <a:pt x="482" y="961"/>
                  </a:cubicBezTo>
                  <a:lnTo>
                    <a:pt x="3047" y="961"/>
                  </a:lnTo>
                  <a:cubicBezTo>
                    <a:pt x="3312" y="961"/>
                    <a:pt x="3527" y="746"/>
                    <a:pt x="3527" y="481"/>
                  </a:cubicBezTo>
                  <a:cubicBezTo>
                    <a:pt x="3527" y="216"/>
                    <a:pt x="3312" y="1"/>
                    <a:pt x="30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1" name="Google Shape;4781;p55"/>
            <p:cNvSpPr/>
            <p:nvPr/>
          </p:nvSpPr>
          <p:spPr>
            <a:xfrm>
              <a:off x="5378900" y="2897225"/>
              <a:ext cx="28100" cy="24050"/>
            </a:xfrm>
            <a:custGeom>
              <a:rect b="b" l="l" r="r" t="t"/>
              <a:pathLst>
                <a:path extrusionOk="0" h="962" w="1124">
                  <a:moveTo>
                    <a:pt x="643" y="1"/>
                  </a:moveTo>
                  <a:cubicBezTo>
                    <a:pt x="214" y="1"/>
                    <a:pt x="0" y="518"/>
                    <a:pt x="302" y="821"/>
                  </a:cubicBezTo>
                  <a:cubicBezTo>
                    <a:pt x="394" y="913"/>
                    <a:pt x="517" y="962"/>
                    <a:pt x="642" y="962"/>
                  </a:cubicBezTo>
                  <a:cubicBezTo>
                    <a:pt x="705" y="962"/>
                    <a:pt x="767" y="949"/>
                    <a:pt x="826" y="925"/>
                  </a:cubicBezTo>
                  <a:cubicBezTo>
                    <a:pt x="1006" y="851"/>
                    <a:pt x="1124" y="676"/>
                    <a:pt x="1124" y="481"/>
                  </a:cubicBezTo>
                  <a:cubicBezTo>
                    <a:pt x="1124" y="216"/>
                    <a:pt x="908" y="1"/>
                    <a:pt x="64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2" name="Google Shape;4782;p55"/>
            <p:cNvSpPr/>
            <p:nvPr/>
          </p:nvSpPr>
          <p:spPr>
            <a:xfrm>
              <a:off x="5426775" y="2849150"/>
              <a:ext cx="88625" cy="24050"/>
            </a:xfrm>
            <a:custGeom>
              <a:rect b="b" l="l" r="r" t="t"/>
              <a:pathLst>
                <a:path extrusionOk="0" h="962" w="3545">
                  <a:moveTo>
                    <a:pt x="481" y="1"/>
                  </a:moveTo>
                  <a:cubicBezTo>
                    <a:pt x="216" y="1"/>
                    <a:pt x="1" y="215"/>
                    <a:pt x="1" y="481"/>
                  </a:cubicBezTo>
                  <a:cubicBezTo>
                    <a:pt x="1" y="747"/>
                    <a:pt x="216" y="962"/>
                    <a:pt x="481" y="962"/>
                  </a:cubicBezTo>
                  <a:cubicBezTo>
                    <a:pt x="484" y="962"/>
                    <a:pt x="488" y="962"/>
                    <a:pt x="491" y="961"/>
                  </a:cubicBezTo>
                  <a:lnTo>
                    <a:pt x="3056" y="961"/>
                  </a:lnTo>
                  <a:cubicBezTo>
                    <a:pt x="3059" y="962"/>
                    <a:pt x="3063" y="962"/>
                    <a:pt x="3066" y="962"/>
                  </a:cubicBezTo>
                  <a:cubicBezTo>
                    <a:pt x="3330" y="962"/>
                    <a:pt x="3545" y="747"/>
                    <a:pt x="3545" y="481"/>
                  </a:cubicBezTo>
                  <a:cubicBezTo>
                    <a:pt x="3545" y="215"/>
                    <a:pt x="3330" y="1"/>
                    <a:pt x="3066" y="1"/>
                  </a:cubicBezTo>
                  <a:cubicBezTo>
                    <a:pt x="3063" y="1"/>
                    <a:pt x="3059" y="1"/>
                    <a:pt x="3056" y="1"/>
                  </a:cubicBezTo>
                  <a:lnTo>
                    <a:pt x="491" y="1"/>
                  </a:lnTo>
                  <a:cubicBezTo>
                    <a:pt x="488" y="1"/>
                    <a:pt x="484" y="1"/>
                    <a:pt x="48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3" name="Google Shape;4783;p55"/>
            <p:cNvSpPr/>
            <p:nvPr/>
          </p:nvSpPr>
          <p:spPr>
            <a:xfrm>
              <a:off x="5378900" y="2849125"/>
              <a:ext cx="28100" cy="24075"/>
            </a:xfrm>
            <a:custGeom>
              <a:rect b="b" l="l" r="r" t="t"/>
              <a:pathLst>
                <a:path extrusionOk="0" h="963" w="1124">
                  <a:moveTo>
                    <a:pt x="643" y="0"/>
                  </a:moveTo>
                  <a:cubicBezTo>
                    <a:pt x="214" y="0"/>
                    <a:pt x="0" y="519"/>
                    <a:pt x="302" y="822"/>
                  </a:cubicBezTo>
                  <a:cubicBezTo>
                    <a:pt x="394" y="914"/>
                    <a:pt x="517" y="963"/>
                    <a:pt x="642" y="963"/>
                  </a:cubicBezTo>
                  <a:cubicBezTo>
                    <a:pt x="705" y="963"/>
                    <a:pt x="767" y="951"/>
                    <a:pt x="826" y="926"/>
                  </a:cubicBezTo>
                  <a:cubicBezTo>
                    <a:pt x="1006" y="851"/>
                    <a:pt x="1124" y="677"/>
                    <a:pt x="1124" y="482"/>
                  </a:cubicBezTo>
                  <a:cubicBezTo>
                    <a:pt x="1124" y="216"/>
                    <a:pt x="908" y="0"/>
                    <a:pt x="64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4" name="Google Shape;4784;p55"/>
            <p:cNvSpPr/>
            <p:nvPr/>
          </p:nvSpPr>
          <p:spPr>
            <a:xfrm>
              <a:off x="5426775" y="2945300"/>
              <a:ext cx="88625" cy="24075"/>
            </a:xfrm>
            <a:custGeom>
              <a:rect b="b" l="l" r="r" t="t"/>
              <a:pathLst>
                <a:path extrusionOk="0" h="963" w="3545">
                  <a:moveTo>
                    <a:pt x="481" y="0"/>
                  </a:moveTo>
                  <a:cubicBezTo>
                    <a:pt x="216" y="0"/>
                    <a:pt x="1" y="215"/>
                    <a:pt x="1" y="481"/>
                  </a:cubicBezTo>
                  <a:cubicBezTo>
                    <a:pt x="1" y="748"/>
                    <a:pt x="218" y="963"/>
                    <a:pt x="483" y="963"/>
                  </a:cubicBezTo>
                  <a:cubicBezTo>
                    <a:pt x="486" y="963"/>
                    <a:pt x="489" y="963"/>
                    <a:pt x="491" y="963"/>
                  </a:cubicBezTo>
                  <a:lnTo>
                    <a:pt x="3056" y="963"/>
                  </a:lnTo>
                  <a:cubicBezTo>
                    <a:pt x="3058" y="963"/>
                    <a:pt x="3061" y="963"/>
                    <a:pt x="3064" y="963"/>
                  </a:cubicBezTo>
                  <a:cubicBezTo>
                    <a:pt x="3328" y="963"/>
                    <a:pt x="3545" y="748"/>
                    <a:pt x="3545" y="481"/>
                  </a:cubicBezTo>
                  <a:cubicBezTo>
                    <a:pt x="3545" y="215"/>
                    <a:pt x="3330" y="0"/>
                    <a:pt x="3066" y="0"/>
                  </a:cubicBezTo>
                  <a:cubicBezTo>
                    <a:pt x="3063" y="0"/>
                    <a:pt x="3059" y="0"/>
                    <a:pt x="3056" y="0"/>
                  </a:cubicBezTo>
                  <a:lnTo>
                    <a:pt x="491" y="0"/>
                  </a:lnTo>
                  <a:cubicBezTo>
                    <a:pt x="488" y="0"/>
                    <a:pt x="484" y="0"/>
                    <a:pt x="48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5" name="Google Shape;4785;p55"/>
            <p:cNvSpPr/>
            <p:nvPr/>
          </p:nvSpPr>
          <p:spPr>
            <a:xfrm>
              <a:off x="5378900" y="2945300"/>
              <a:ext cx="28100" cy="24050"/>
            </a:xfrm>
            <a:custGeom>
              <a:rect b="b" l="l" r="r" t="t"/>
              <a:pathLst>
                <a:path extrusionOk="0" h="962" w="1124">
                  <a:moveTo>
                    <a:pt x="643" y="0"/>
                  </a:moveTo>
                  <a:cubicBezTo>
                    <a:pt x="214" y="0"/>
                    <a:pt x="0" y="517"/>
                    <a:pt x="302" y="821"/>
                  </a:cubicBezTo>
                  <a:cubicBezTo>
                    <a:pt x="394" y="913"/>
                    <a:pt x="519" y="962"/>
                    <a:pt x="644" y="962"/>
                  </a:cubicBezTo>
                  <a:cubicBezTo>
                    <a:pt x="706" y="962"/>
                    <a:pt x="768" y="950"/>
                    <a:pt x="826" y="926"/>
                  </a:cubicBezTo>
                  <a:cubicBezTo>
                    <a:pt x="1006" y="851"/>
                    <a:pt x="1124" y="676"/>
                    <a:pt x="1124" y="481"/>
                  </a:cubicBezTo>
                  <a:cubicBezTo>
                    <a:pt x="1124" y="216"/>
                    <a:pt x="908" y="0"/>
                    <a:pt x="64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6" name="Google Shape;4786;p55"/>
            <p:cNvSpPr/>
            <p:nvPr/>
          </p:nvSpPr>
          <p:spPr>
            <a:xfrm>
              <a:off x="5426775" y="2993375"/>
              <a:ext cx="88625" cy="24075"/>
            </a:xfrm>
            <a:custGeom>
              <a:rect b="b" l="l" r="r" t="t"/>
              <a:pathLst>
                <a:path extrusionOk="0" h="963" w="3545">
                  <a:moveTo>
                    <a:pt x="483" y="0"/>
                  </a:moveTo>
                  <a:cubicBezTo>
                    <a:pt x="218" y="0"/>
                    <a:pt x="1" y="215"/>
                    <a:pt x="1" y="481"/>
                  </a:cubicBezTo>
                  <a:cubicBezTo>
                    <a:pt x="1" y="747"/>
                    <a:pt x="218" y="963"/>
                    <a:pt x="483" y="963"/>
                  </a:cubicBezTo>
                  <a:cubicBezTo>
                    <a:pt x="486" y="963"/>
                    <a:pt x="489" y="962"/>
                    <a:pt x="491" y="962"/>
                  </a:cubicBezTo>
                  <a:lnTo>
                    <a:pt x="3056" y="962"/>
                  </a:lnTo>
                  <a:cubicBezTo>
                    <a:pt x="3058" y="962"/>
                    <a:pt x="3061" y="963"/>
                    <a:pt x="3064" y="963"/>
                  </a:cubicBezTo>
                  <a:cubicBezTo>
                    <a:pt x="3328" y="963"/>
                    <a:pt x="3545" y="747"/>
                    <a:pt x="3545" y="481"/>
                  </a:cubicBezTo>
                  <a:cubicBezTo>
                    <a:pt x="3545" y="215"/>
                    <a:pt x="3328" y="0"/>
                    <a:pt x="3064" y="0"/>
                  </a:cubicBezTo>
                  <a:cubicBezTo>
                    <a:pt x="3061" y="0"/>
                    <a:pt x="3058" y="0"/>
                    <a:pt x="3056" y="0"/>
                  </a:cubicBezTo>
                  <a:lnTo>
                    <a:pt x="491" y="0"/>
                  </a:lnTo>
                  <a:cubicBezTo>
                    <a:pt x="489" y="0"/>
                    <a:pt x="486" y="0"/>
                    <a:pt x="48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7" name="Google Shape;4787;p55"/>
            <p:cNvSpPr/>
            <p:nvPr/>
          </p:nvSpPr>
          <p:spPr>
            <a:xfrm>
              <a:off x="5378900" y="2993375"/>
              <a:ext cx="28100" cy="24075"/>
            </a:xfrm>
            <a:custGeom>
              <a:rect b="b" l="l" r="r" t="t"/>
              <a:pathLst>
                <a:path extrusionOk="0" h="963" w="1124">
                  <a:moveTo>
                    <a:pt x="643" y="0"/>
                  </a:moveTo>
                  <a:cubicBezTo>
                    <a:pt x="214" y="0"/>
                    <a:pt x="0" y="519"/>
                    <a:pt x="302" y="822"/>
                  </a:cubicBezTo>
                  <a:cubicBezTo>
                    <a:pt x="394" y="914"/>
                    <a:pt x="517" y="963"/>
                    <a:pt x="642" y="963"/>
                  </a:cubicBezTo>
                  <a:cubicBezTo>
                    <a:pt x="705" y="963"/>
                    <a:pt x="767" y="951"/>
                    <a:pt x="826" y="926"/>
                  </a:cubicBezTo>
                  <a:cubicBezTo>
                    <a:pt x="1006" y="851"/>
                    <a:pt x="1124" y="675"/>
                    <a:pt x="1124" y="481"/>
                  </a:cubicBezTo>
                  <a:cubicBezTo>
                    <a:pt x="1124" y="216"/>
                    <a:pt x="908" y="0"/>
                    <a:pt x="64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88" name="Google Shape;4788;p55"/>
          <p:cNvGrpSpPr/>
          <p:nvPr/>
        </p:nvGrpSpPr>
        <p:grpSpPr>
          <a:xfrm>
            <a:off x="1754627" y="2323919"/>
            <a:ext cx="359260" cy="354892"/>
            <a:chOff x="4851100" y="2664550"/>
            <a:chExt cx="415425" cy="410375"/>
          </a:xfrm>
        </p:grpSpPr>
        <p:sp>
          <p:nvSpPr>
            <p:cNvPr id="4789" name="Google Shape;4789;p55"/>
            <p:cNvSpPr/>
            <p:nvPr/>
          </p:nvSpPr>
          <p:spPr>
            <a:xfrm>
              <a:off x="5089050" y="2752875"/>
              <a:ext cx="90375" cy="88000"/>
            </a:xfrm>
            <a:custGeom>
              <a:rect b="b" l="l" r="r" t="t"/>
              <a:pathLst>
                <a:path extrusionOk="0" h="3520" w="3615">
                  <a:moveTo>
                    <a:pt x="3086" y="1"/>
                  </a:moveTo>
                  <a:cubicBezTo>
                    <a:pt x="2966" y="1"/>
                    <a:pt x="2845" y="45"/>
                    <a:pt x="2752" y="135"/>
                  </a:cubicBezTo>
                  <a:lnTo>
                    <a:pt x="188" y="2699"/>
                  </a:lnTo>
                  <a:cubicBezTo>
                    <a:pt x="0" y="2887"/>
                    <a:pt x="0" y="3191"/>
                    <a:pt x="188" y="3379"/>
                  </a:cubicBezTo>
                  <a:cubicBezTo>
                    <a:pt x="281" y="3472"/>
                    <a:pt x="404" y="3519"/>
                    <a:pt x="527" y="3519"/>
                  </a:cubicBezTo>
                  <a:cubicBezTo>
                    <a:pt x="650" y="3519"/>
                    <a:pt x="773" y="3472"/>
                    <a:pt x="867" y="3379"/>
                  </a:cubicBezTo>
                  <a:lnTo>
                    <a:pt x="3433" y="815"/>
                  </a:lnTo>
                  <a:cubicBezTo>
                    <a:pt x="3614" y="626"/>
                    <a:pt x="3612" y="327"/>
                    <a:pt x="3426" y="141"/>
                  </a:cubicBezTo>
                  <a:cubicBezTo>
                    <a:pt x="3332" y="47"/>
                    <a:pt x="3209" y="1"/>
                    <a:pt x="308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0" name="Google Shape;4790;p55"/>
            <p:cNvSpPr/>
            <p:nvPr/>
          </p:nvSpPr>
          <p:spPr>
            <a:xfrm>
              <a:off x="5146275" y="2812800"/>
              <a:ext cx="28100" cy="24075"/>
            </a:xfrm>
            <a:custGeom>
              <a:rect b="b" l="l" r="r" t="t"/>
              <a:pathLst>
                <a:path extrusionOk="0" h="963" w="1124">
                  <a:moveTo>
                    <a:pt x="643" y="1"/>
                  </a:moveTo>
                  <a:cubicBezTo>
                    <a:pt x="214" y="1"/>
                    <a:pt x="0" y="519"/>
                    <a:pt x="303" y="822"/>
                  </a:cubicBezTo>
                  <a:cubicBezTo>
                    <a:pt x="395" y="914"/>
                    <a:pt x="518" y="963"/>
                    <a:pt x="643" y="963"/>
                  </a:cubicBezTo>
                  <a:cubicBezTo>
                    <a:pt x="705" y="963"/>
                    <a:pt x="768" y="951"/>
                    <a:pt x="828" y="926"/>
                  </a:cubicBezTo>
                  <a:cubicBezTo>
                    <a:pt x="1006" y="851"/>
                    <a:pt x="1123" y="676"/>
                    <a:pt x="1123" y="482"/>
                  </a:cubicBezTo>
                  <a:cubicBezTo>
                    <a:pt x="1123" y="216"/>
                    <a:pt x="908" y="1"/>
                    <a:pt x="64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1" name="Google Shape;4791;p55"/>
            <p:cNvSpPr/>
            <p:nvPr/>
          </p:nvSpPr>
          <p:spPr>
            <a:xfrm>
              <a:off x="5090175" y="2756725"/>
              <a:ext cx="28100" cy="24050"/>
            </a:xfrm>
            <a:custGeom>
              <a:rect b="b" l="l" r="r" t="t"/>
              <a:pathLst>
                <a:path extrusionOk="0" h="962" w="1124">
                  <a:moveTo>
                    <a:pt x="643" y="0"/>
                  </a:moveTo>
                  <a:cubicBezTo>
                    <a:pt x="214" y="0"/>
                    <a:pt x="1" y="518"/>
                    <a:pt x="304" y="820"/>
                  </a:cubicBezTo>
                  <a:cubicBezTo>
                    <a:pt x="395" y="913"/>
                    <a:pt x="519" y="961"/>
                    <a:pt x="644" y="961"/>
                  </a:cubicBezTo>
                  <a:cubicBezTo>
                    <a:pt x="706" y="961"/>
                    <a:pt x="768" y="950"/>
                    <a:pt x="827" y="926"/>
                  </a:cubicBezTo>
                  <a:cubicBezTo>
                    <a:pt x="1007" y="851"/>
                    <a:pt x="1124" y="675"/>
                    <a:pt x="1124" y="482"/>
                  </a:cubicBezTo>
                  <a:cubicBezTo>
                    <a:pt x="1124" y="215"/>
                    <a:pt x="909" y="0"/>
                    <a:pt x="64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2" name="Google Shape;4792;p55"/>
            <p:cNvSpPr/>
            <p:nvPr/>
          </p:nvSpPr>
          <p:spPr>
            <a:xfrm>
              <a:off x="4851100" y="2664550"/>
              <a:ext cx="415425" cy="410375"/>
            </a:xfrm>
            <a:custGeom>
              <a:rect b="b" l="l" r="r" t="t"/>
              <a:pathLst>
                <a:path extrusionOk="0" h="16415" w="16617">
                  <a:moveTo>
                    <a:pt x="11328" y="963"/>
                  </a:moveTo>
                  <a:cubicBezTo>
                    <a:pt x="13714" y="963"/>
                    <a:pt x="15656" y="2904"/>
                    <a:pt x="15656" y="5291"/>
                  </a:cubicBezTo>
                  <a:cubicBezTo>
                    <a:pt x="15656" y="7676"/>
                    <a:pt x="13715" y="9618"/>
                    <a:pt x="11328" y="9618"/>
                  </a:cubicBezTo>
                  <a:cubicBezTo>
                    <a:pt x="8941" y="9618"/>
                    <a:pt x="7001" y="7676"/>
                    <a:pt x="7001" y="5291"/>
                  </a:cubicBezTo>
                  <a:cubicBezTo>
                    <a:pt x="7001" y="2904"/>
                    <a:pt x="8941" y="963"/>
                    <a:pt x="11328" y="963"/>
                  </a:cubicBezTo>
                  <a:close/>
                  <a:moveTo>
                    <a:pt x="7266" y="8674"/>
                  </a:moveTo>
                  <a:cubicBezTo>
                    <a:pt x="7471" y="8920"/>
                    <a:pt x="7699" y="9147"/>
                    <a:pt x="7945" y="9353"/>
                  </a:cubicBezTo>
                  <a:lnTo>
                    <a:pt x="5916" y="11383"/>
                  </a:lnTo>
                  <a:lnTo>
                    <a:pt x="5235" y="10703"/>
                  </a:lnTo>
                  <a:lnTo>
                    <a:pt x="7266" y="8674"/>
                  </a:lnTo>
                  <a:close/>
                  <a:moveTo>
                    <a:pt x="4102" y="10996"/>
                  </a:moveTo>
                  <a:cubicBezTo>
                    <a:pt x="4143" y="10996"/>
                    <a:pt x="4184" y="11012"/>
                    <a:pt x="4215" y="11043"/>
                  </a:cubicBezTo>
                  <a:lnTo>
                    <a:pt x="5576" y="12403"/>
                  </a:lnTo>
                  <a:cubicBezTo>
                    <a:pt x="5637" y="12465"/>
                    <a:pt x="5637" y="12568"/>
                    <a:pt x="5576" y="12630"/>
                  </a:cubicBezTo>
                  <a:lnTo>
                    <a:pt x="3082" y="15123"/>
                  </a:lnTo>
                  <a:cubicBezTo>
                    <a:pt x="2863" y="15342"/>
                    <a:pt x="2576" y="15451"/>
                    <a:pt x="2289" y="15451"/>
                  </a:cubicBezTo>
                  <a:cubicBezTo>
                    <a:pt x="2002" y="15451"/>
                    <a:pt x="1715" y="15342"/>
                    <a:pt x="1496" y="15123"/>
                  </a:cubicBezTo>
                  <a:cubicBezTo>
                    <a:pt x="1058" y="14685"/>
                    <a:pt x="1058" y="13975"/>
                    <a:pt x="1496" y="13537"/>
                  </a:cubicBezTo>
                  <a:lnTo>
                    <a:pt x="3988" y="11043"/>
                  </a:lnTo>
                  <a:cubicBezTo>
                    <a:pt x="4020" y="11012"/>
                    <a:pt x="4061" y="10996"/>
                    <a:pt x="4102" y="10996"/>
                  </a:cubicBezTo>
                  <a:close/>
                  <a:moveTo>
                    <a:pt x="11328" y="1"/>
                  </a:moveTo>
                  <a:cubicBezTo>
                    <a:pt x="8411" y="1"/>
                    <a:pt x="6039" y="2373"/>
                    <a:pt x="6039" y="5291"/>
                  </a:cubicBezTo>
                  <a:cubicBezTo>
                    <a:pt x="6037" y="6193"/>
                    <a:pt x="6269" y="7080"/>
                    <a:pt x="6711" y="7867"/>
                  </a:cubicBezTo>
                  <a:lnTo>
                    <a:pt x="4477" y="10100"/>
                  </a:lnTo>
                  <a:cubicBezTo>
                    <a:pt x="4355" y="10056"/>
                    <a:pt x="4228" y="10035"/>
                    <a:pt x="4102" y="10035"/>
                  </a:cubicBezTo>
                  <a:cubicBezTo>
                    <a:pt x="3810" y="10035"/>
                    <a:pt x="3523" y="10150"/>
                    <a:pt x="3309" y="10363"/>
                  </a:cubicBezTo>
                  <a:lnTo>
                    <a:pt x="815" y="12857"/>
                  </a:lnTo>
                  <a:cubicBezTo>
                    <a:pt x="1" y="13670"/>
                    <a:pt x="1" y="14990"/>
                    <a:pt x="815" y="15804"/>
                  </a:cubicBezTo>
                  <a:cubicBezTo>
                    <a:pt x="1222" y="16211"/>
                    <a:pt x="1755" y="16415"/>
                    <a:pt x="2289" y="16415"/>
                  </a:cubicBezTo>
                  <a:cubicBezTo>
                    <a:pt x="2822" y="16415"/>
                    <a:pt x="3356" y="16211"/>
                    <a:pt x="3763" y="15804"/>
                  </a:cubicBezTo>
                  <a:lnTo>
                    <a:pt x="6255" y="13311"/>
                  </a:lnTo>
                  <a:cubicBezTo>
                    <a:pt x="6561" y="13004"/>
                    <a:pt x="6664" y="12548"/>
                    <a:pt x="6519" y="12141"/>
                  </a:cubicBezTo>
                  <a:lnTo>
                    <a:pt x="8751" y="9910"/>
                  </a:lnTo>
                  <a:cubicBezTo>
                    <a:pt x="9539" y="10350"/>
                    <a:pt x="10425" y="10580"/>
                    <a:pt x="11328" y="10580"/>
                  </a:cubicBezTo>
                  <a:cubicBezTo>
                    <a:pt x="14244" y="10580"/>
                    <a:pt x="16616" y="8206"/>
                    <a:pt x="16616" y="5291"/>
                  </a:cubicBezTo>
                  <a:cubicBezTo>
                    <a:pt x="16616" y="2375"/>
                    <a:pt x="14244" y="1"/>
                    <a:pt x="1132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93" name="Google Shape;4793;p55"/>
          <p:cNvGrpSpPr/>
          <p:nvPr/>
        </p:nvGrpSpPr>
        <p:grpSpPr>
          <a:xfrm>
            <a:off x="1010599" y="2323941"/>
            <a:ext cx="354849" cy="354849"/>
            <a:chOff x="4379475" y="2661350"/>
            <a:chExt cx="410325" cy="410325"/>
          </a:xfrm>
        </p:grpSpPr>
        <p:sp>
          <p:nvSpPr>
            <p:cNvPr id="4794" name="Google Shape;4794;p55"/>
            <p:cNvSpPr/>
            <p:nvPr/>
          </p:nvSpPr>
          <p:spPr>
            <a:xfrm>
              <a:off x="4379475" y="2661350"/>
              <a:ext cx="410325" cy="410325"/>
            </a:xfrm>
            <a:custGeom>
              <a:rect b="b" l="l" r="r" t="t"/>
              <a:pathLst>
                <a:path extrusionOk="0" h="16413" w="16413">
                  <a:moveTo>
                    <a:pt x="8206" y="962"/>
                  </a:moveTo>
                  <a:cubicBezTo>
                    <a:pt x="9682" y="962"/>
                    <a:pt x="11154" y="1412"/>
                    <a:pt x="12406" y="2302"/>
                  </a:cubicBezTo>
                  <a:cubicBezTo>
                    <a:pt x="12489" y="2362"/>
                    <a:pt x="12587" y="2391"/>
                    <a:pt x="12684" y="2391"/>
                  </a:cubicBezTo>
                  <a:cubicBezTo>
                    <a:pt x="12808" y="2391"/>
                    <a:pt x="12931" y="2343"/>
                    <a:pt x="13024" y="2250"/>
                  </a:cubicBezTo>
                  <a:lnTo>
                    <a:pt x="13097" y="2176"/>
                  </a:lnTo>
                  <a:lnTo>
                    <a:pt x="13324" y="3764"/>
                  </a:lnTo>
                  <a:lnTo>
                    <a:pt x="13324" y="3764"/>
                  </a:lnTo>
                  <a:lnTo>
                    <a:pt x="11716" y="3534"/>
                  </a:lnTo>
                  <a:cubicBezTo>
                    <a:pt x="11843" y="3310"/>
                    <a:pt x="11773" y="3026"/>
                    <a:pt x="11555" y="2889"/>
                  </a:cubicBezTo>
                  <a:cubicBezTo>
                    <a:pt x="10555" y="2258"/>
                    <a:pt x="9397" y="1923"/>
                    <a:pt x="8215" y="1923"/>
                  </a:cubicBezTo>
                  <a:cubicBezTo>
                    <a:pt x="8212" y="1923"/>
                    <a:pt x="8210" y="1923"/>
                    <a:pt x="8207" y="1923"/>
                  </a:cubicBezTo>
                  <a:cubicBezTo>
                    <a:pt x="4744" y="1923"/>
                    <a:pt x="1925" y="4742"/>
                    <a:pt x="1925" y="8205"/>
                  </a:cubicBezTo>
                  <a:cubicBezTo>
                    <a:pt x="1925" y="11669"/>
                    <a:pt x="4742" y="14488"/>
                    <a:pt x="8207" y="14488"/>
                  </a:cubicBezTo>
                  <a:cubicBezTo>
                    <a:pt x="11510" y="14488"/>
                    <a:pt x="14225" y="11927"/>
                    <a:pt x="14471" y="8686"/>
                  </a:cubicBezTo>
                  <a:lnTo>
                    <a:pt x="15436" y="8686"/>
                  </a:lnTo>
                  <a:cubicBezTo>
                    <a:pt x="15322" y="10440"/>
                    <a:pt x="14583" y="12073"/>
                    <a:pt x="13330" y="13328"/>
                  </a:cubicBezTo>
                  <a:cubicBezTo>
                    <a:pt x="11947" y="14710"/>
                    <a:pt x="10095" y="15450"/>
                    <a:pt x="8206" y="15450"/>
                  </a:cubicBezTo>
                  <a:cubicBezTo>
                    <a:pt x="7371" y="15450"/>
                    <a:pt x="6529" y="15305"/>
                    <a:pt x="5718" y="15008"/>
                  </a:cubicBezTo>
                  <a:cubicBezTo>
                    <a:pt x="3070" y="14038"/>
                    <a:pt x="1225" y="11621"/>
                    <a:pt x="990" y="8810"/>
                  </a:cubicBezTo>
                  <a:cubicBezTo>
                    <a:pt x="755" y="6000"/>
                    <a:pt x="2171" y="3310"/>
                    <a:pt x="4619" y="1913"/>
                  </a:cubicBezTo>
                  <a:cubicBezTo>
                    <a:pt x="5735" y="1277"/>
                    <a:pt x="6972" y="962"/>
                    <a:pt x="8206" y="962"/>
                  </a:cubicBezTo>
                  <a:close/>
                  <a:moveTo>
                    <a:pt x="8222" y="0"/>
                  </a:moveTo>
                  <a:cubicBezTo>
                    <a:pt x="8217" y="0"/>
                    <a:pt x="8212" y="0"/>
                    <a:pt x="8207" y="0"/>
                  </a:cubicBezTo>
                  <a:cubicBezTo>
                    <a:pt x="6015" y="0"/>
                    <a:pt x="3954" y="854"/>
                    <a:pt x="2404" y="2403"/>
                  </a:cubicBezTo>
                  <a:cubicBezTo>
                    <a:pt x="853" y="3953"/>
                    <a:pt x="0" y="6013"/>
                    <a:pt x="0" y="8207"/>
                  </a:cubicBezTo>
                  <a:cubicBezTo>
                    <a:pt x="0" y="10399"/>
                    <a:pt x="854" y="12458"/>
                    <a:pt x="2404" y="14008"/>
                  </a:cubicBezTo>
                  <a:cubicBezTo>
                    <a:pt x="3953" y="15559"/>
                    <a:pt x="6015" y="16412"/>
                    <a:pt x="8207" y="16412"/>
                  </a:cubicBezTo>
                  <a:cubicBezTo>
                    <a:pt x="10400" y="16412"/>
                    <a:pt x="12459" y="15559"/>
                    <a:pt x="14009" y="14008"/>
                  </a:cubicBezTo>
                  <a:cubicBezTo>
                    <a:pt x="15560" y="12458"/>
                    <a:pt x="16413" y="10398"/>
                    <a:pt x="16413" y="8207"/>
                  </a:cubicBezTo>
                  <a:cubicBezTo>
                    <a:pt x="16413" y="7940"/>
                    <a:pt x="16197" y="7725"/>
                    <a:pt x="15932" y="7725"/>
                  </a:cubicBezTo>
                  <a:lnTo>
                    <a:pt x="13047" y="7725"/>
                  </a:lnTo>
                  <a:cubicBezTo>
                    <a:pt x="12785" y="7730"/>
                    <a:pt x="12576" y="7943"/>
                    <a:pt x="12576" y="8205"/>
                  </a:cubicBezTo>
                  <a:cubicBezTo>
                    <a:pt x="12576" y="8468"/>
                    <a:pt x="12785" y="8681"/>
                    <a:pt x="13047" y="8686"/>
                  </a:cubicBezTo>
                  <a:lnTo>
                    <a:pt x="13506" y="8686"/>
                  </a:lnTo>
                  <a:cubicBezTo>
                    <a:pt x="13451" y="9294"/>
                    <a:pt x="13292" y="9885"/>
                    <a:pt x="13036" y="10439"/>
                  </a:cubicBezTo>
                  <a:lnTo>
                    <a:pt x="12639" y="10209"/>
                  </a:lnTo>
                  <a:cubicBezTo>
                    <a:pt x="12562" y="10163"/>
                    <a:pt x="12477" y="10142"/>
                    <a:pt x="12394" y="10142"/>
                  </a:cubicBezTo>
                  <a:cubicBezTo>
                    <a:pt x="12228" y="10142"/>
                    <a:pt x="12066" y="10228"/>
                    <a:pt x="11977" y="10382"/>
                  </a:cubicBezTo>
                  <a:cubicBezTo>
                    <a:pt x="11843" y="10615"/>
                    <a:pt x="11924" y="10910"/>
                    <a:pt x="12158" y="11042"/>
                  </a:cubicBezTo>
                  <a:lnTo>
                    <a:pt x="12554" y="11271"/>
                  </a:lnTo>
                  <a:cubicBezTo>
                    <a:pt x="12202" y="11767"/>
                    <a:pt x="11769" y="12201"/>
                    <a:pt x="11272" y="12552"/>
                  </a:cubicBezTo>
                  <a:lnTo>
                    <a:pt x="11044" y="12155"/>
                  </a:lnTo>
                  <a:cubicBezTo>
                    <a:pt x="10953" y="12006"/>
                    <a:pt x="10795" y="11923"/>
                    <a:pt x="10632" y="11923"/>
                  </a:cubicBezTo>
                  <a:cubicBezTo>
                    <a:pt x="10550" y="11923"/>
                    <a:pt x="10467" y="11944"/>
                    <a:pt x="10391" y="11988"/>
                  </a:cubicBezTo>
                  <a:cubicBezTo>
                    <a:pt x="10164" y="12119"/>
                    <a:pt x="10085" y="12407"/>
                    <a:pt x="10211" y="12637"/>
                  </a:cubicBezTo>
                  <a:lnTo>
                    <a:pt x="10441" y="13034"/>
                  </a:lnTo>
                  <a:cubicBezTo>
                    <a:pt x="9887" y="13290"/>
                    <a:pt x="9295" y="13450"/>
                    <a:pt x="8688" y="13504"/>
                  </a:cubicBezTo>
                  <a:lnTo>
                    <a:pt x="8688" y="13044"/>
                  </a:lnTo>
                  <a:cubicBezTo>
                    <a:pt x="8688" y="12779"/>
                    <a:pt x="8472" y="12564"/>
                    <a:pt x="8207" y="12564"/>
                  </a:cubicBezTo>
                  <a:cubicBezTo>
                    <a:pt x="7942" y="12564"/>
                    <a:pt x="7727" y="12779"/>
                    <a:pt x="7727" y="13044"/>
                  </a:cubicBezTo>
                  <a:lnTo>
                    <a:pt x="7727" y="13504"/>
                  </a:lnTo>
                  <a:cubicBezTo>
                    <a:pt x="7119" y="13450"/>
                    <a:pt x="6526" y="13290"/>
                    <a:pt x="5974" y="13034"/>
                  </a:cubicBezTo>
                  <a:lnTo>
                    <a:pt x="6204" y="12637"/>
                  </a:lnTo>
                  <a:cubicBezTo>
                    <a:pt x="6341" y="12407"/>
                    <a:pt x="6265" y="12107"/>
                    <a:pt x="6032" y="11972"/>
                  </a:cubicBezTo>
                  <a:cubicBezTo>
                    <a:pt x="5956" y="11928"/>
                    <a:pt x="5874" y="11908"/>
                    <a:pt x="5792" y="11908"/>
                  </a:cubicBezTo>
                  <a:cubicBezTo>
                    <a:pt x="5623" y="11908"/>
                    <a:pt x="5459" y="11997"/>
                    <a:pt x="5371" y="12157"/>
                  </a:cubicBezTo>
                  <a:lnTo>
                    <a:pt x="5142" y="12552"/>
                  </a:lnTo>
                  <a:cubicBezTo>
                    <a:pt x="4646" y="12201"/>
                    <a:pt x="4212" y="11767"/>
                    <a:pt x="3861" y="11271"/>
                  </a:cubicBezTo>
                  <a:lnTo>
                    <a:pt x="4256" y="11042"/>
                  </a:lnTo>
                  <a:cubicBezTo>
                    <a:pt x="4483" y="10907"/>
                    <a:pt x="4559" y="10616"/>
                    <a:pt x="4427" y="10389"/>
                  </a:cubicBezTo>
                  <a:cubicBezTo>
                    <a:pt x="4338" y="10235"/>
                    <a:pt x="4177" y="10148"/>
                    <a:pt x="4011" y="10148"/>
                  </a:cubicBezTo>
                  <a:cubicBezTo>
                    <a:pt x="3931" y="10148"/>
                    <a:pt x="3850" y="10168"/>
                    <a:pt x="3776" y="10210"/>
                  </a:cubicBezTo>
                  <a:lnTo>
                    <a:pt x="3379" y="10439"/>
                  </a:lnTo>
                  <a:cubicBezTo>
                    <a:pt x="3123" y="9887"/>
                    <a:pt x="2963" y="9294"/>
                    <a:pt x="2909" y="8687"/>
                  </a:cubicBezTo>
                  <a:lnTo>
                    <a:pt x="3367" y="8687"/>
                  </a:lnTo>
                  <a:cubicBezTo>
                    <a:pt x="3629" y="8681"/>
                    <a:pt x="3839" y="8468"/>
                    <a:pt x="3839" y="8205"/>
                  </a:cubicBezTo>
                  <a:cubicBezTo>
                    <a:pt x="3839" y="7945"/>
                    <a:pt x="3629" y="7731"/>
                    <a:pt x="3367" y="7725"/>
                  </a:cubicBezTo>
                  <a:lnTo>
                    <a:pt x="2909" y="7725"/>
                  </a:lnTo>
                  <a:cubicBezTo>
                    <a:pt x="2963" y="7119"/>
                    <a:pt x="3123" y="6526"/>
                    <a:pt x="3379" y="5974"/>
                  </a:cubicBezTo>
                  <a:lnTo>
                    <a:pt x="3776" y="6202"/>
                  </a:lnTo>
                  <a:cubicBezTo>
                    <a:pt x="3853" y="6248"/>
                    <a:pt x="3937" y="6269"/>
                    <a:pt x="4020" y="6269"/>
                  </a:cubicBezTo>
                  <a:cubicBezTo>
                    <a:pt x="4186" y="6269"/>
                    <a:pt x="4347" y="6183"/>
                    <a:pt x="4436" y="6029"/>
                  </a:cubicBezTo>
                  <a:cubicBezTo>
                    <a:pt x="4571" y="5798"/>
                    <a:pt x="4489" y="5501"/>
                    <a:pt x="4256" y="5370"/>
                  </a:cubicBezTo>
                  <a:lnTo>
                    <a:pt x="3861" y="5142"/>
                  </a:lnTo>
                  <a:cubicBezTo>
                    <a:pt x="4212" y="4644"/>
                    <a:pt x="4646" y="4212"/>
                    <a:pt x="5142" y="3860"/>
                  </a:cubicBezTo>
                  <a:lnTo>
                    <a:pt x="5371" y="4256"/>
                  </a:lnTo>
                  <a:cubicBezTo>
                    <a:pt x="5459" y="4415"/>
                    <a:pt x="5623" y="4505"/>
                    <a:pt x="5792" y="4505"/>
                  </a:cubicBezTo>
                  <a:cubicBezTo>
                    <a:pt x="5874" y="4505"/>
                    <a:pt x="5956" y="4484"/>
                    <a:pt x="6032" y="4440"/>
                  </a:cubicBezTo>
                  <a:cubicBezTo>
                    <a:pt x="6265" y="4306"/>
                    <a:pt x="6341" y="4005"/>
                    <a:pt x="6204" y="3775"/>
                  </a:cubicBezTo>
                  <a:lnTo>
                    <a:pt x="5974" y="3377"/>
                  </a:lnTo>
                  <a:cubicBezTo>
                    <a:pt x="6526" y="3119"/>
                    <a:pt x="7119" y="2961"/>
                    <a:pt x="7725" y="2907"/>
                  </a:cubicBezTo>
                  <a:lnTo>
                    <a:pt x="7725" y="3365"/>
                  </a:lnTo>
                  <a:cubicBezTo>
                    <a:pt x="7725" y="3631"/>
                    <a:pt x="7941" y="3846"/>
                    <a:pt x="8207" y="3846"/>
                  </a:cubicBezTo>
                  <a:cubicBezTo>
                    <a:pt x="8472" y="3846"/>
                    <a:pt x="8688" y="3631"/>
                    <a:pt x="8688" y="3365"/>
                  </a:cubicBezTo>
                  <a:lnTo>
                    <a:pt x="8688" y="2907"/>
                  </a:lnTo>
                  <a:cubicBezTo>
                    <a:pt x="9319" y="2963"/>
                    <a:pt x="9935" y="3133"/>
                    <a:pt x="10506" y="3406"/>
                  </a:cubicBezTo>
                  <a:lnTo>
                    <a:pt x="10378" y="3537"/>
                  </a:lnTo>
                  <a:cubicBezTo>
                    <a:pt x="10096" y="3816"/>
                    <a:pt x="10257" y="4297"/>
                    <a:pt x="10648" y="4352"/>
                  </a:cubicBezTo>
                  <a:lnTo>
                    <a:pt x="13822" y="4806"/>
                  </a:lnTo>
                  <a:cubicBezTo>
                    <a:pt x="13845" y="4810"/>
                    <a:pt x="13867" y="4811"/>
                    <a:pt x="13889" y="4811"/>
                  </a:cubicBezTo>
                  <a:cubicBezTo>
                    <a:pt x="14176" y="4811"/>
                    <a:pt x="14407" y="4557"/>
                    <a:pt x="14365" y="4262"/>
                  </a:cubicBezTo>
                  <a:lnTo>
                    <a:pt x="13913" y="1088"/>
                  </a:lnTo>
                  <a:cubicBezTo>
                    <a:pt x="13876" y="833"/>
                    <a:pt x="13659" y="675"/>
                    <a:pt x="13434" y="675"/>
                  </a:cubicBezTo>
                  <a:cubicBezTo>
                    <a:pt x="13315" y="675"/>
                    <a:pt x="13194" y="720"/>
                    <a:pt x="13097" y="817"/>
                  </a:cubicBezTo>
                  <a:lnTo>
                    <a:pt x="12624" y="1290"/>
                  </a:lnTo>
                  <a:cubicBezTo>
                    <a:pt x="11310" y="447"/>
                    <a:pt x="9783" y="0"/>
                    <a:pt x="822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5" name="Google Shape;4795;p55"/>
            <p:cNvSpPr/>
            <p:nvPr/>
          </p:nvSpPr>
          <p:spPr>
            <a:xfrm>
              <a:off x="4526825" y="2778125"/>
              <a:ext cx="140950" cy="140450"/>
            </a:xfrm>
            <a:custGeom>
              <a:rect b="b" l="l" r="r" t="t"/>
              <a:pathLst>
                <a:path extrusionOk="0" h="5618" w="5638">
                  <a:moveTo>
                    <a:pt x="2310" y="3053"/>
                  </a:moveTo>
                  <a:cubicBezTo>
                    <a:pt x="2557" y="3053"/>
                    <a:pt x="2794" y="3244"/>
                    <a:pt x="2794" y="3534"/>
                  </a:cubicBezTo>
                  <a:cubicBezTo>
                    <a:pt x="2794" y="3800"/>
                    <a:pt x="2578" y="4015"/>
                    <a:pt x="2313" y="4015"/>
                  </a:cubicBezTo>
                  <a:cubicBezTo>
                    <a:pt x="1884" y="4015"/>
                    <a:pt x="1670" y="3498"/>
                    <a:pt x="1973" y="3195"/>
                  </a:cubicBezTo>
                  <a:cubicBezTo>
                    <a:pt x="2072" y="3097"/>
                    <a:pt x="2192" y="3053"/>
                    <a:pt x="2310" y="3053"/>
                  </a:cubicBezTo>
                  <a:close/>
                  <a:moveTo>
                    <a:pt x="550" y="0"/>
                  </a:moveTo>
                  <a:cubicBezTo>
                    <a:pt x="468" y="0"/>
                    <a:pt x="386" y="21"/>
                    <a:pt x="310" y="65"/>
                  </a:cubicBezTo>
                  <a:cubicBezTo>
                    <a:pt x="80" y="197"/>
                    <a:pt x="1" y="491"/>
                    <a:pt x="134" y="721"/>
                  </a:cubicBezTo>
                  <a:lnTo>
                    <a:pt x="1216" y="2599"/>
                  </a:lnTo>
                  <a:cubicBezTo>
                    <a:pt x="729" y="3170"/>
                    <a:pt x="761" y="4021"/>
                    <a:pt x="1294" y="4554"/>
                  </a:cubicBezTo>
                  <a:cubicBezTo>
                    <a:pt x="1574" y="4834"/>
                    <a:pt x="1943" y="4976"/>
                    <a:pt x="2313" y="4976"/>
                  </a:cubicBezTo>
                  <a:cubicBezTo>
                    <a:pt x="2645" y="4976"/>
                    <a:pt x="2978" y="4861"/>
                    <a:pt x="3249" y="4630"/>
                  </a:cubicBezTo>
                  <a:lnTo>
                    <a:pt x="4848" y="5553"/>
                  </a:lnTo>
                  <a:cubicBezTo>
                    <a:pt x="4924" y="5596"/>
                    <a:pt x="5007" y="5617"/>
                    <a:pt x="5088" y="5617"/>
                  </a:cubicBezTo>
                  <a:cubicBezTo>
                    <a:pt x="5254" y="5617"/>
                    <a:pt x="5416" y="5531"/>
                    <a:pt x="5504" y="5377"/>
                  </a:cubicBezTo>
                  <a:cubicBezTo>
                    <a:pt x="5638" y="5147"/>
                    <a:pt x="5558" y="4852"/>
                    <a:pt x="5329" y="4721"/>
                  </a:cubicBezTo>
                  <a:lnTo>
                    <a:pt x="3731" y="3798"/>
                  </a:lnTo>
                  <a:cubicBezTo>
                    <a:pt x="3896" y="2911"/>
                    <a:pt x="3215" y="2092"/>
                    <a:pt x="2313" y="2092"/>
                  </a:cubicBezTo>
                  <a:cubicBezTo>
                    <a:pt x="2224" y="2092"/>
                    <a:pt x="2136" y="2101"/>
                    <a:pt x="2050" y="2117"/>
                  </a:cubicBezTo>
                  <a:lnTo>
                    <a:pt x="966" y="241"/>
                  </a:lnTo>
                  <a:cubicBezTo>
                    <a:pt x="877" y="87"/>
                    <a:pt x="715" y="0"/>
                    <a:pt x="55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96" name="Google Shape;4796;p55"/>
          <p:cNvGrpSpPr/>
          <p:nvPr/>
        </p:nvGrpSpPr>
        <p:grpSpPr>
          <a:xfrm>
            <a:off x="1010112" y="2883902"/>
            <a:ext cx="355822" cy="354827"/>
            <a:chOff x="3868125" y="2689450"/>
            <a:chExt cx="411450" cy="410300"/>
          </a:xfrm>
        </p:grpSpPr>
        <p:sp>
          <p:nvSpPr>
            <p:cNvPr id="4797" name="Google Shape;4797;p55"/>
            <p:cNvSpPr/>
            <p:nvPr/>
          </p:nvSpPr>
          <p:spPr>
            <a:xfrm>
              <a:off x="4160275" y="2953500"/>
              <a:ext cx="55050" cy="108200"/>
            </a:xfrm>
            <a:custGeom>
              <a:rect b="b" l="l" r="r" t="t"/>
              <a:pathLst>
                <a:path extrusionOk="0" h="4328" w="2202">
                  <a:moveTo>
                    <a:pt x="825" y="945"/>
                  </a:moveTo>
                  <a:lnTo>
                    <a:pt x="825" y="1642"/>
                  </a:lnTo>
                  <a:cubicBezTo>
                    <a:pt x="780" y="1617"/>
                    <a:pt x="737" y="1588"/>
                    <a:pt x="695" y="1556"/>
                  </a:cubicBezTo>
                  <a:cubicBezTo>
                    <a:pt x="620" y="1497"/>
                    <a:pt x="588" y="1376"/>
                    <a:pt x="611" y="1247"/>
                  </a:cubicBezTo>
                  <a:cubicBezTo>
                    <a:pt x="632" y="1138"/>
                    <a:pt x="699" y="1010"/>
                    <a:pt x="825" y="945"/>
                  </a:cubicBezTo>
                  <a:close/>
                  <a:moveTo>
                    <a:pt x="1307" y="2370"/>
                  </a:moveTo>
                  <a:lnTo>
                    <a:pt x="1316" y="2373"/>
                  </a:lnTo>
                  <a:cubicBezTo>
                    <a:pt x="1685" y="2505"/>
                    <a:pt x="1663" y="2821"/>
                    <a:pt x="1647" y="2915"/>
                  </a:cubicBezTo>
                  <a:cubicBezTo>
                    <a:pt x="1614" y="3110"/>
                    <a:pt x="1487" y="3276"/>
                    <a:pt x="1307" y="3359"/>
                  </a:cubicBezTo>
                  <a:lnTo>
                    <a:pt x="1307" y="2370"/>
                  </a:lnTo>
                  <a:close/>
                  <a:moveTo>
                    <a:pt x="1067" y="0"/>
                  </a:moveTo>
                  <a:cubicBezTo>
                    <a:pt x="933" y="0"/>
                    <a:pt x="825" y="107"/>
                    <a:pt x="825" y="241"/>
                  </a:cubicBezTo>
                  <a:lnTo>
                    <a:pt x="825" y="438"/>
                  </a:lnTo>
                  <a:cubicBezTo>
                    <a:pt x="802" y="444"/>
                    <a:pt x="775" y="452"/>
                    <a:pt x="750" y="459"/>
                  </a:cubicBezTo>
                  <a:cubicBezTo>
                    <a:pt x="437" y="553"/>
                    <a:pt x="203" y="821"/>
                    <a:pt x="140" y="1157"/>
                  </a:cubicBezTo>
                  <a:cubicBezTo>
                    <a:pt x="81" y="1466"/>
                    <a:pt x="181" y="1764"/>
                    <a:pt x="399" y="1934"/>
                  </a:cubicBezTo>
                  <a:cubicBezTo>
                    <a:pt x="509" y="2020"/>
                    <a:pt x="642" y="2099"/>
                    <a:pt x="825" y="2181"/>
                  </a:cubicBezTo>
                  <a:lnTo>
                    <a:pt x="825" y="3402"/>
                  </a:lnTo>
                  <a:cubicBezTo>
                    <a:pt x="677" y="3388"/>
                    <a:pt x="575" y="3345"/>
                    <a:pt x="408" y="3235"/>
                  </a:cubicBezTo>
                  <a:cubicBezTo>
                    <a:pt x="367" y="3209"/>
                    <a:pt x="322" y="3196"/>
                    <a:pt x="277" y="3196"/>
                  </a:cubicBezTo>
                  <a:cubicBezTo>
                    <a:pt x="198" y="3196"/>
                    <a:pt x="120" y="3235"/>
                    <a:pt x="74" y="3306"/>
                  </a:cubicBezTo>
                  <a:cubicBezTo>
                    <a:pt x="1" y="3417"/>
                    <a:pt x="33" y="3565"/>
                    <a:pt x="144" y="3638"/>
                  </a:cubicBezTo>
                  <a:cubicBezTo>
                    <a:pt x="411" y="3812"/>
                    <a:pt x="595" y="3868"/>
                    <a:pt x="825" y="3884"/>
                  </a:cubicBezTo>
                  <a:lnTo>
                    <a:pt x="825" y="4088"/>
                  </a:lnTo>
                  <a:cubicBezTo>
                    <a:pt x="825" y="4220"/>
                    <a:pt x="933" y="4328"/>
                    <a:pt x="1067" y="4328"/>
                  </a:cubicBezTo>
                  <a:cubicBezTo>
                    <a:pt x="1198" y="4328"/>
                    <a:pt x="1307" y="4220"/>
                    <a:pt x="1307" y="4088"/>
                  </a:cubicBezTo>
                  <a:lnTo>
                    <a:pt x="1307" y="3864"/>
                  </a:lnTo>
                  <a:cubicBezTo>
                    <a:pt x="1764" y="3760"/>
                    <a:pt x="2057" y="3375"/>
                    <a:pt x="2121" y="2994"/>
                  </a:cubicBezTo>
                  <a:cubicBezTo>
                    <a:pt x="2202" y="2509"/>
                    <a:pt x="1948" y="2087"/>
                    <a:pt x="1475" y="1920"/>
                  </a:cubicBezTo>
                  <a:cubicBezTo>
                    <a:pt x="1420" y="1900"/>
                    <a:pt x="1362" y="1879"/>
                    <a:pt x="1307" y="1859"/>
                  </a:cubicBezTo>
                  <a:lnTo>
                    <a:pt x="1307" y="901"/>
                  </a:lnTo>
                  <a:cubicBezTo>
                    <a:pt x="1431" y="935"/>
                    <a:pt x="1496" y="999"/>
                    <a:pt x="1500" y="1004"/>
                  </a:cubicBezTo>
                  <a:cubicBezTo>
                    <a:pt x="1548" y="1058"/>
                    <a:pt x="1614" y="1085"/>
                    <a:pt x="1681" y="1085"/>
                  </a:cubicBezTo>
                  <a:cubicBezTo>
                    <a:pt x="1737" y="1085"/>
                    <a:pt x="1793" y="1066"/>
                    <a:pt x="1838" y="1026"/>
                  </a:cubicBezTo>
                  <a:cubicBezTo>
                    <a:pt x="1939" y="938"/>
                    <a:pt x="1948" y="785"/>
                    <a:pt x="1862" y="686"/>
                  </a:cubicBezTo>
                  <a:cubicBezTo>
                    <a:pt x="1850" y="674"/>
                    <a:pt x="1663" y="463"/>
                    <a:pt x="1307" y="411"/>
                  </a:cubicBezTo>
                  <a:lnTo>
                    <a:pt x="1307" y="241"/>
                  </a:lnTo>
                  <a:cubicBezTo>
                    <a:pt x="1307" y="107"/>
                    <a:pt x="1198" y="0"/>
                    <a:pt x="106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8" name="Google Shape;4798;p55"/>
            <p:cNvSpPr/>
            <p:nvPr/>
          </p:nvSpPr>
          <p:spPr>
            <a:xfrm>
              <a:off x="3868125" y="2689450"/>
              <a:ext cx="411450" cy="410300"/>
            </a:xfrm>
            <a:custGeom>
              <a:rect b="b" l="l" r="r" t="t"/>
              <a:pathLst>
                <a:path extrusionOk="0" h="16412" w="16458">
                  <a:moveTo>
                    <a:pt x="6448" y="963"/>
                  </a:moveTo>
                  <a:cubicBezTo>
                    <a:pt x="6643" y="963"/>
                    <a:pt x="6817" y="1080"/>
                    <a:pt x="6892" y="1259"/>
                  </a:cubicBezTo>
                  <a:cubicBezTo>
                    <a:pt x="6967" y="1439"/>
                    <a:pt x="6926" y="1645"/>
                    <a:pt x="6788" y="1783"/>
                  </a:cubicBezTo>
                  <a:cubicBezTo>
                    <a:pt x="6696" y="1875"/>
                    <a:pt x="6573" y="1924"/>
                    <a:pt x="6448" y="1924"/>
                  </a:cubicBezTo>
                  <a:cubicBezTo>
                    <a:pt x="6386" y="1924"/>
                    <a:pt x="6323" y="1912"/>
                    <a:pt x="6264" y="1887"/>
                  </a:cubicBezTo>
                  <a:cubicBezTo>
                    <a:pt x="6085" y="1812"/>
                    <a:pt x="5968" y="1638"/>
                    <a:pt x="5968" y="1443"/>
                  </a:cubicBezTo>
                  <a:cubicBezTo>
                    <a:pt x="5968" y="1178"/>
                    <a:pt x="6183" y="963"/>
                    <a:pt x="6448" y="963"/>
                  </a:cubicBezTo>
                  <a:close/>
                  <a:moveTo>
                    <a:pt x="6928" y="4895"/>
                  </a:moveTo>
                  <a:cubicBezTo>
                    <a:pt x="7529" y="4949"/>
                    <a:pt x="8116" y="5106"/>
                    <a:pt x="8664" y="5359"/>
                  </a:cubicBezTo>
                  <a:lnTo>
                    <a:pt x="8435" y="5758"/>
                  </a:lnTo>
                  <a:cubicBezTo>
                    <a:pt x="8302" y="5988"/>
                    <a:pt x="8381" y="6282"/>
                    <a:pt x="8611" y="6414"/>
                  </a:cubicBezTo>
                  <a:cubicBezTo>
                    <a:pt x="8687" y="6458"/>
                    <a:pt x="8770" y="6478"/>
                    <a:pt x="8851" y="6478"/>
                  </a:cubicBezTo>
                  <a:cubicBezTo>
                    <a:pt x="9017" y="6478"/>
                    <a:pt x="9178" y="6392"/>
                    <a:pt x="9267" y="6238"/>
                  </a:cubicBezTo>
                  <a:lnTo>
                    <a:pt x="9497" y="5841"/>
                  </a:lnTo>
                  <a:cubicBezTo>
                    <a:pt x="9991" y="6190"/>
                    <a:pt x="10420" y="6619"/>
                    <a:pt x="10768" y="7112"/>
                  </a:cubicBezTo>
                  <a:lnTo>
                    <a:pt x="10370" y="7342"/>
                  </a:lnTo>
                  <a:cubicBezTo>
                    <a:pt x="10140" y="7474"/>
                    <a:pt x="10062" y="7768"/>
                    <a:pt x="10194" y="7998"/>
                  </a:cubicBezTo>
                  <a:cubicBezTo>
                    <a:pt x="10284" y="8152"/>
                    <a:pt x="10445" y="8239"/>
                    <a:pt x="10612" y="8239"/>
                  </a:cubicBezTo>
                  <a:cubicBezTo>
                    <a:pt x="10693" y="8239"/>
                    <a:pt x="10776" y="8218"/>
                    <a:pt x="10852" y="8174"/>
                  </a:cubicBezTo>
                  <a:lnTo>
                    <a:pt x="11250" y="7944"/>
                  </a:lnTo>
                  <a:cubicBezTo>
                    <a:pt x="11436" y="8348"/>
                    <a:pt x="11571" y="8776"/>
                    <a:pt x="11651" y="9214"/>
                  </a:cubicBezTo>
                  <a:cubicBezTo>
                    <a:pt x="10165" y="9690"/>
                    <a:pt x="9086" y="11084"/>
                    <a:pt x="9086" y="12726"/>
                  </a:cubicBezTo>
                  <a:cubicBezTo>
                    <a:pt x="9084" y="13333"/>
                    <a:pt x="9234" y="13931"/>
                    <a:pt x="9522" y="14465"/>
                  </a:cubicBezTo>
                  <a:cubicBezTo>
                    <a:pt x="9513" y="14471"/>
                    <a:pt x="9506" y="14477"/>
                    <a:pt x="9497" y="14483"/>
                  </a:cubicBezTo>
                  <a:lnTo>
                    <a:pt x="9497" y="14481"/>
                  </a:lnTo>
                  <a:lnTo>
                    <a:pt x="9269" y="14085"/>
                  </a:lnTo>
                  <a:cubicBezTo>
                    <a:pt x="9181" y="13927"/>
                    <a:pt x="9017" y="13838"/>
                    <a:pt x="8849" y="13838"/>
                  </a:cubicBezTo>
                  <a:cubicBezTo>
                    <a:pt x="8767" y="13838"/>
                    <a:pt x="8684" y="13859"/>
                    <a:pt x="8608" y="13903"/>
                  </a:cubicBezTo>
                  <a:cubicBezTo>
                    <a:pt x="8375" y="14036"/>
                    <a:pt x="8298" y="14335"/>
                    <a:pt x="8435" y="14566"/>
                  </a:cubicBezTo>
                  <a:lnTo>
                    <a:pt x="8665" y="14963"/>
                  </a:lnTo>
                  <a:cubicBezTo>
                    <a:pt x="8116" y="15215"/>
                    <a:pt x="7530" y="15373"/>
                    <a:pt x="6928" y="15427"/>
                  </a:cubicBezTo>
                  <a:lnTo>
                    <a:pt x="6928" y="14969"/>
                  </a:lnTo>
                  <a:cubicBezTo>
                    <a:pt x="6924" y="14707"/>
                    <a:pt x="6710" y="14497"/>
                    <a:pt x="6448" y="14497"/>
                  </a:cubicBezTo>
                  <a:cubicBezTo>
                    <a:pt x="6186" y="14497"/>
                    <a:pt x="5972" y="14707"/>
                    <a:pt x="5968" y="14969"/>
                  </a:cubicBezTo>
                  <a:lnTo>
                    <a:pt x="5968" y="15427"/>
                  </a:lnTo>
                  <a:cubicBezTo>
                    <a:pt x="5366" y="15373"/>
                    <a:pt x="4779" y="15217"/>
                    <a:pt x="4231" y="14963"/>
                  </a:cubicBezTo>
                  <a:lnTo>
                    <a:pt x="4461" y="14566"/>
                  </a:lnTo>
                  <a:cubicBezTo>
                    <a:pt x="4593" y="14335"/>
                    <a:pt x="4515" y="14042"/>
                    <a:pt x="4285" y="13909"/>
                  </a:cubicBezTo>
                  <a:cubicBezTo>
                    <a:pt x="4209" y="13865"/>
                    <a:pt x="4127" y="13844"/>
                    <a:pt x="4045" y="13844"/>
                  </a:cubicBezTo>
                  <a:cubicBezTo>
                    <a:pt x="3879" y="13844"/>
                    <a:pt x="3717" y="13930"/>
                    <a:pt x="3628" y="14085"/>
                  </a:cubicBezTo>
                  <a:lnTo>
                    <a:pt x="3399" y="14480"/>
                  </a:lnTo>
                  <a:cubicBezTo>
                    <a:pt x="2907" y="14131"/>
                    <a:pt x="2478" y="13702"/>
                    <a:pt x="2129" y="13210"/>
                  </a:cubicBezTo>
                  <a:lnTo>
                    <a:pt x="2525" y="12982"/>
                  </a:lnTo>
                  <a:cubicBezTo>
                    <a:pt x="2755" y="12849"/>
                    <a:pt x="2834" y="12554"/>
                    <a:pt x="2701" y="12324"/>
                  </a:cubicBezTo>
                  <a:cubicBezTo>
                    <a:pt x="2611" y="12170"/>
                    <a:pt x="2449" y="12084"/>
                    <a:pt x="2283" y="12084"/>
                  </a:cubicBezTo>
                  <a:cubicBezTo>
                    <a:pt x="2202" y="12084"/>
                    <a:pt x="2119" y="12105"/>
                    <a:pt x="2043" y="12149"/>
                  </a:cubicBezTo>
                  <a:lnTo>
                    <a:pt x="1648" y="12378"/>
                  </a:lnTo>
                  <a:cubicBezTo>
                    <a:pt x="1393" y="11831"/>
                    <a:pt x="1236" y="11243"/>
                    <a:pt x="1182" y="10642"/>
                  </a:cubicBezTo>
                  <a:lnTo>
                    <a:pt x="1640" y="10642"/>
                  </a:lnTo>
                  <a:cubicBezTo>
                    <a:pt x="1644" y="10642"/>
                    <a:pt x="1647" y="10642"/>
                    <a:pt x="1651" y="10642"/>
                  </a:cubicBezTo>
                  <a:cubicBezTo>
                    <a:pt x="1916" y="10642"/>
                    <a:pt x="2131" y="10427"/>
                    <a:pt x="2131" y="10161"/>
                  </a:cubicBezTo>
                  <a:cubicBezTo>
                    <a:pt x="2131" y="9895"/>
                    <a:pt x="1916" y="9681"/>
                    <a:pt x="1651" y="9681"/>
                  </a:cubicBezTo>
                  <a:cubicBezTo>
                    <a:pt x="1647" y="9681"/>
                    <a:pt x="1644" y="9681"/>
                    <a:pt x="1640" y="9681"/>
                  </a:cubicBezTo>
                  <a:lnTo>
                    <a:pt x="1182" y="9681"/>
                  </a:lnTo>
                  <a:cubicBezTo>
                    <a:pt x="1236" y="9079"/>
                    <a:pt x="1393" y="8492"/>
                    <a:pt x="1648" y="7944"/>
                  </a:cubicBezTo>
                  <a:lnTo>
                    <a:pt x="2043" y="8174"/>
                  </a:lnTo>
                  <a:cubicBezTo>
                    <a:pt x="2121" y="8221"/>
                    <a:pt x="2207" y="8243"/>
                    <a:pt x="2291" y="8243"/>
                  </a:cubicBezTo>
                  <a:cubicBezTo>
                    <a:pt x="2458" y="8243"/>
                    <a:pt x="2620" y="8157"/>
                    <a:pt x="2708" y="8003"/>
                  </a:cubicBezTo>
                  <a:cubicBezTo>
                    <a:pt x="2843" y="7770"/>
                    <a:pt x="2761" y="7471"/>
                    <a:pt x="2525" y="7341"/>
                  </a:cubicBezTo>
                  <a:lnTo>
                    <a:pt x="2128" y="7112"/>
                  </a:lnTo>
                  <a:cubicBezTo>
                    <a:pt x="2476" y="6620"/>
                    <a:pt x="2906" y="6191"/>
                    <a:pt x="3399" y="5843"/>
                  </a:cubicBezTo>
                  <a:lnTo>
                    <a:pt x="3628" y="6238"/>
                  </a:lnTo>
                  <a:cubicBezTo>
                    <a:pt x="3718" y="6388"/>
                    <a:pt x="3877" y="6472"/>
                    <a:pt x="4040" y="6472"/>
                  </a:cubicBezTo>
                  <a:cubicBezTo>
                    <a:pt x="4122" y="6472"/>
                    <a:pt x="4205" y="6451"/>
                    <a:pt x="4281" y="6408"/>
                  </a:cubicBezTo>
                  <a:cubicBezTo>
                    <a:pt x="4508" y="6276"/>
                    <a:pt x="4588" y="5986"/>
                    <a:pt x="4459" y="5758"/>
                  </a:cubicBezTo>
                  <a:lnTo>
                    <a:pt x="4231" y="5361"/>
                  </a:lnTo>
                  <a:cubicBezTo>
                    <a:pt x="4779" y="5106"/>
                    <a:pt x="5366" y="4949"/>
                    <a:pt x="5966" y="4895"/>
                  </a:cubicBezTo>
                  <a:lnTo>
                    <a:pt x="5966" y="5353"/>
                  </a:lnTo>
                  <a:cubicBezTo>
                    <a:pt x="5971" y="5616"/>
                    <a:pt x="6185" y="5825"/>
                    <a:pt x="6447" y="5825"/>
                  </a:cubicBezTo>
                  <a:cubicBezTo>
                    <a:pt x="6709" y="5825"/>
                    <a:pt x="6923" y="5616"/>
                    <a:pt x="6928" y="5353"/>
                  </a:cubicBezTo>
                  <a:lnTo>
                    <a:pt x="6928" y="4895"/>
                  </a:lnTo>
                  <a:close/>
                  <a:moveTo>
                    <a:pt x="12772" y="10002"/>
                  </a:moveTo>
                  <a:cubicBezTo>
                    <a:pt x="14274" y="10002"/>
                    <a:pt x="15496" y="11223"/>
                    <a:pt x="15496" y="12726"/>
                  </a:cubicBezTo>
                  <a:cubicBezTo>
                    <a:pt x="15496" y="14228"/>
                    <a:pt x="14273" y="15449"/>
                    <a:pt x="12772" y="15449"/>
                  </a:cubicBezTo>
                  <a:cubicBezTo>
                    <a:pt x="11269" y="15449"/>
                    <a:pt x="10048" y="14228"/>
                    <a:pt x="10048" y="12726"/>
                  </a:cubicBezTo>
                  <a:cubicBezTo>
                    <a:pt x="10048" y="11223"/>
                    <a:pt x="11269" y="10002"/>
                    <a:pt x="12772" y="10002"/>
                  </a:cubicBezTo>
                  <a:close/>
                  <a:moveTo>
                    <a:pt x="6448" y="1"/>
                  </a:moveTo>
                  <a:cubicBezTo>
                    <a:pt x="5745" y="1"/>
                    <a:pt x="5145" y="506"/>
                    <a:pt x="5026" y="1199"/>
                  </a:cubicBezTo>
                  <a:cubicBezTo>
                    <a:pt x="4908" y="1891"/>
                    <a:pt x="5304" y="2568"/>
                    <a:pt x="5968" y="2802"/>
                  </a:cubicBezTo>
                  <a:lnTo>
                    <a:pt x="5968" y="3930"/>
                  </a:lnTo>
                  <a:cubicBezTo>
                    <a:pt x="4644" y="4031"/>
                    <a:pt x="3389" y="4552"/>
                    <a:pt x="2384" y="5418"/>
                  </a:cubicBezTo>
                  <a:lnTo>
                    <a:pt x="1689" y="4722"/>
                  </a:lnTo>
                  <a:lnTo>
                    <a:pt x="1829" y="4580"/>
                  </a:lnTo>
                  <a:cubicBezTo>
                    <a:pt x="2023" y="4394"/>
                    <a:pt x="2025" y="4084"/>
                    <a:pt x="1835" y="3895"/>
                  </a:cubicBezTo>
                  <a:cubicBezTo>
                    <a:pt x="1741" y="3801"/>
                    <a:pt x="1618" y="3754"/>
                    <a:pt x="1495" y="3754"/>
                  </a:cubicBezTo>
                  <a:cubicBezTo>
                    <a:pt x="1369" y="3754"/>
                    <a:pt x="1243" y="3803"/>
                    <a:pt x="1148" y="3901"/>
                  </a:cubicBezTo>
                  <a:lnTo>
                    <a:pt x="188" y="4863"/>
                  </a:lnTo>
                  <a:cubicBezTo>
                    <a:pt x="0" y="5050"/>
                    <a:pt x="0" y="5355"/>
                    <a:pt x="188" y="5542"/>
                  </a:cubicBezTo>
                  <a:cubicBezTo>
                    <a:pt x="281" y="5636"/>
                    <a:pt x="404" y="5683"/>
                    <a:pt x="527" y="5683"/>
                  </a:cubicBezTo>
                  <a:cubicBezTo>
                    <a:pt x="650" y="5683"/>
                    <a:pt x="773" y="5636"/>
                    <a:pt x="867" y="5542"/>
                  </a:cubicBezTo>
                  <a:lnTo>
                    <a:pt x="1008" y="5402"/>
                  </a:lnTo>
                  <a:lnTo>
                    <a:pt x="1703" y="6097"/>
                  </a:lnTo>
                  <a:cubicBezTo>
                    <a:pt x="731" y="7228"/>
                    <a:pt x="196" y="8669"/>
                    <a:pt x="198" y="10161"/>
                  </a:cubicBezTo>
                  <a:cubicBezTo>
                    <a:pt x="198" y="13607"/>
                    <a:pt x="3001" y="16412"/>
                    <a:pt x="6448" y="16412"/>
                  </a:cubicBezTo>
                  <a:cubicBezTo>
                    <a:pt x="7752" y="16410"/>
                    <a:pt x="9023" y="16001"/>
                    <a:pt x="10083" y="15244"/>
                  </a:cubicBezTo>
                  <a:cubicBezTo>
                    <a:pt x="10779" y="15988"/>
                    <a:pt x="11752" y="16412"/>
                    <a:pt x="12772" y="16412"/>
                  </a:cubicBezTo>
                  <a:cubicBezTo>
                    <a:pt x="14804" y="16412"/>
                    <a:pt x="16458" y="14758"/>
                    <a:pt x="16458" y="12726"/>
                  </a:cubicBezTo>
                  <a:cubicBezTo>
                    <a:pt x="16458" y="10693"/>
                    <a:pt x="14804" y="9039"/>
                    <a:pt x="12772" y="9039"/>
                  </a:cubicBezTo>
                  <a:cubicBezTo>
                    <a:pt x="12713" y="9039"/>
                    <a:pt x="12656" y="9041"/>
                    <a:pt x="12597" y="9044"/>
                  </a:cubicBezTo>
                  <a:cubicBezTo>
                    <a:pt x="12401" y="7953"/>
                    <a:pt x="11916" y="6935"/>
                    <a:pt x="11194" y="6094"/>
                  </a:cubicBezTo>
                  <a:lnTo>
                    <a:pt x="11887" y="5402"/>
                  </a:lnTo>
                  <a:lnTo>
                    <a:pt x="12028" y="5542"/>
                  </a:lnTo>
                  <a:cubicBezTo>
                    <a:pt x="12122" y="5636"/>
                    <a:pt x="12245" y="5683"/>
                    <a:pt x="12368" y="5683"/>
                  </a:cubicBezTo>
                  <a:cubicBezTo>
                    <a:pt x="12491" y="5683"/>
                    <a:pt x="12614" y="5636"/>
                    <a:pt x="12709" y="5542"/>
                  </a:cubicBezTo>
                  <a:cubicBezTo>
                    <a:pt x="12896" y="5355"/>
                    <a:pt x="12896" y="5050"/>
                    <a:pt x="12709" y="4863"/>
                  </a:cubicBezTo>
                  <a:lnTo>
                    <a:pt x="11747" y="3901"/>
                  </a:lnTo>
                  <a:cubicBezTo>
                    <a:pt x="11653" y="3803"/>
                    <a:pt x="11527" y="3754"/>
                    <a:pt x="11401" y="3754"/>
                  </a:cubicBezTo>
                  <a:cubicBezTo>
                    <a:pt x="11277" y="3754"/>
                    <a:pt x="11154" y="3801"/>
                    <a:pt x="11060" y="3895"/>
                  </a:cubicBezTo>
                  <a:cubicBezTo>
                    <a:pt x="10869" y="4085"/>
                    <a:pt x="10872" y="4394"/>
                    <a:pt x="11067" y="4582"/>
                  </a:cubicBezTo>
                  <a:lnTo>
                    <a:pt x="11208" y="4722"/>
                  </a:lnTo>
                  <a:lnTo>
                    <a:pt x="10515" y="5415"/>
                  </a:lnTo>
                  <a:cubicBezTo>
                    <a:pt x="9507" y="4551"/>
                    <a:pt x="8251" y="4031"/>
                    <a:pt x="6928" y="3930"/>
                  </a:cubicBezTo>
                  <a:lnTo>
                    <a:pt x="6928" y="2802"/>
                  </a:lnTo>
                  <a:cubicBezTo>
                    <a:pt x="7590" y="2568"/>
                    <a:pt x="7989" y="1891"/>
                    <a:pt x="7870" y="1199"/>
                  </a:cubicBezTo>
                  <a:cubicBezTo>
                    <a:pt x="7750" y="506"/>
                    <a:pt x="7151" y="1"/>
                    <a:pt x="64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9" name="Google Shape;4799;p55"/>
            <p:cNvSpPr/>
            <p:nvPr/>
          </p:nvSpPr>
          <p:spPr>
            <a:xfrm>
              <a:off x="3975600" y="2862200"/>
              <a:ext cx="91550" cy="155775"/>
            </a:xfrm>
            <a:custGeom>
              <a:rect b="b" l="l" r="r" t="t"/>
              <a:pathLst>
                <a:path extrusionOk="0" h="6231" w="3662">
                  <a:moveTo>
                    <a:pt x="2144" y="2768"/>
                  </a:moveTo>
                  <a:cubicBezTo>
                    <a:pt x="2392" y="2768"/>
                    <a:pt x="2629" y="2961"/>
                    <a:pt x="2629" y="3251"/>
                  </a:cubicBezTo>
                  <a:cubicBezTo>
                    <a:pt x="2629" y="3516"/>
                    <a:pt x="2414" y="3732"/>
                    <a:pt x="2148" y="3732"/>
                  </a:cubicBezTo>
                  <a:cubicBezTo>
                    <a:pt x="1720" y="3732"/>
                    <a:pt x="1505" y="3213"/>
                    <a:pt x="1808" y="2910"/>
                  </a:cubicBezTo>
                  <a:cubicBezTo>
                    <a:pt x="1906" y="2812"/>
                    <a:pt x="2026" y="2768"/>
                    <a:pt x="2144" y="2768"/>
                  </a:cubicBezTo>
                  <a:close/>
                  <a:moveTo>
                    <a:pt x="548" y="1"/>
                  </a:moveTo>
                  <a:cubicBezTo>
                    <a:pt x="467" y="1"/>
                    <a:pt x="384" y="21"/>
                    <a:pt x="308" y="65"/>
                  </a:cubicBezTo>
                  <a:cubicBezTo>
                    <a:pt x="81" y="196"/>
                    <a:pt x="1" y="486"/>
                    <a:pt x="130" y="716"/>
                  </a:cubicBezTo>
                  <a:lnTo>
                    <a:pt x="1052" y="2315"/>
                  </a:lnTo>
                  <a:cubicBezTo>
                    <a:pt x="591" y="2854"/>
                    <a:pt x="591" y="3650"/>
                    <a:pt x="1052" y="4188"/>
                  </a:cubicBezTo>
                  <a:lnTo>
                    <a:pt x="291" y="5509"/>
                  </a:lnTo>
                  <a:cubicBezTo>
                    <a:pt x="157" y="5739"/>
                    <a:pt x="237" y="6034"/>
                    <a:pt x="466" y="6166"/>
                  </a:cubicBezTo>
                  <a:cubicBezTo>
                    <a:pt x="542" y="6209"/>
                    <a:pt x="625" y="6230"/>
                    <a:pt x="706" y="6230"/>
                  </a:cubicBezTo>
                  <a:cubicBezTo>
                    <a:pt x="872" y="6230"/>
                    <a:pt x="1033" y="6144"/>
                    <a:pt x="1123" y="5990"/>
                  </a:cubicBezTo>
                  <a:lnTo>
                    <a:pt x="1886" y="4669"/>
                  </a:lnTo>
                  <a:cubicBezTo>
                    <a:pt x="1975" y="4685"/>
                    <a:pt x="2064" y="4693"/>
                    <a:pt x="2151" y="4693"/>
                  </a:cubicBezTo>
                  <a:cubicBezTo>
                    <a:pt x="2881" y="4693"/>
                    <a:pt x="3515" y="4137"/>
                    <a:pt x="3584" y="3383"/>
                  </a:cubicBezTo>
                  <a:cubicBezTo>
                    <a:pt x="3662" y="2538"/>
                    <a:pt x="2997" y="1809"/>
                    <a:pt x="2149" y="1809"/>
                  </a:cubicBezTo>
                  <a:lnTo>
                    <a:pt x="2148" y="1809"/>
                  </a:lnTo>
                  <a:cubicBezTo>
                    <a:pt x="2060" y="1809"/>
                    <a:pt x="1972" y="1818"/>
                    <a:pt x="1886" y="1834"/>
                  </a:cubicBezTo>
                  <a:lnTo>
                    <a:pt x="961" y="236"/>
                  </a:lnTo>
                  <a:cubicBezTo>
                    <a:pt x="871" y="84"/>
                    <a:pt x="712" y="1"/>
                    <a:pt x="5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800" name="Google Shape;4800;p55"/>
          <p:cNvSpPr/>
          <p:nvPr/>
        </p:nvSpPr>
        <p:spPr>
          <a:xfrm>
            <a:off x="1756821" y="2883702"/>
            <a:ext cx="354871" cy="355411"/>
          </a:xfrm>
          <a:custGeom>
            <a:rect b="b" l="l" r="r" t="t"/>
            <a:pathLst>
              <a:path extrusionOk="0" h="16439" w="16414">
                <a:moveTo>
                  <a:pt x="14426" y="4528"/>
                </a:moveTo>
                <a:lnTo>
                  <a:pt x="15451" y="5024"/>
                </a:lnTo>
                <a:lnTo>
                  <a:pt x="15451" y="6986"/>
                </a:lnTo>
                <a:lnTo>
                  <a:pt x="14426" y="7481"/>
                </a:lnTo>
                <a:lnTo>
                  <a:pt x="14426" y="4528"/>
                </a:lnTo>
                <a:close/>
                <a:moveTo>
                  <a:pt x="5131" y="4242"/>
                </a:moveTo>
                <a:lnTo>
                  <a:pt x="5131" y="7767"/>
                </a:lnTo>
                <a:lnTo>
                  <a:pt x="2726" y="7767"/>
                </a:lnTo>
                <a:cubicBezTo>
                  <a:pt x="1752" y="7767"/>
                  <a:pt x="965" y="6978"/>
                  <a:pt x="963" y="6005"/>
                </a:cubicBezTo>
                <a:cubicBezTo>
                  <a:pt x="965" y="5031"/>
                  <a:pt x="1752" y="4243"/>
                  <a:pt x="2726" y="4242"/>
                </a:cubicBezTo>
                <a:close/>
                <a:moveTo>
                  <a:pt x="13464" y="2104"/>
                </a:moveTo>
                <a:lnTo>
                  <a:pt x="13464" y="9907"/>
                </a:lnTo>
                <a:cubicBezTo>
                  <a:pt x="12491" y="9293"/>
                  <a:pt x="11446" y="8804"/>
                  <a:pt x="10353" y="8448"/>
                </a:cubicBezTo>
                <a:cubicBezTo>
                  <a:pt x="8977" y="8000"/>
                  <a:pt x="7539" y="7771"/>
                  <a:pt x="6092" y="7767"/>
                </a:cubicBezTo>
                <a:lnTo>
                  <a:pt x="6092" y="4242"/>
                </a:lnTo>
                <a:cubicBezTo>
                  <a:pt x="8701" y="4236"/>
                  <a:pt x="11255" y="3494"/>
                  <a:pt x="13464" y="2104"/>
                </a:cubicBezTo>
                <a:close/>
                <a:moveTo>
                  <a:pt x="5931" y="10652"/>
                </a:moveTo>
                <a:cubicBezTo>
                  <a:pt x="6020" y="10652"/>
                  <a:pt x="6092" y="10724"/>
                  <a:pt x="6092" y="10813"/>
                </a:cubicBezTo>
                <a:lnTo>
                  <a:pt x="6092" y="11453"/>
                </a:lnTo>
                <a:cubicBezTo>
                  <a:pt x="6092" y="11542"/>
                  <a:pt x="6020" y="11613"/>
                  <a:pt x="5931" y="11614"/>
                </a:cubicBezTo>
                <a:lnTo>
                  <a:pt x="5131" y="11614"/>
                </a:lnTo>
                <a:lnTo>
                  <a:pt x="5131" y="10652"/>
                </a:lnTo>
                <a:close/>
                <a:moveTo>
                  <a:pt x="4169" y="8729"/>
                </a:moveTo>
                <a:lnTo>
                  <a:pt x="4169" y="14979"/>
                </a:lnTo>
                <a:cubicBezTo>
                  <a:pt x="4173" y="15249"/>
                  <a:pt x="3956" y="15470"/>
                  <a:pt x="3687" y="15470"/>
                </a:cubicBezTo>
                <a:cubicBezTo>
                  <a:pt x="3418" y="15470"/>
                  <a:pt x="3201" y="15249"/>
                  <a:pt x="3207" y="14979"/>
                </a:cubicBezTo>
                <a:lnTo>
                  <a:pt x="3207" y="8729"/>
                </a:lnTo>
                <a:close/>
                <a:moveTo>
                  <a:pt x="13944" y="1"/>
                </a:moveTo>
                <a:cubicBezTo>
                  <a:pt x="13675" y="1"/>
                  <a:pt x="13458" y="222"/>
                  <a:pt x="13464" y="492"/>
                </a:cubicBezTo>
                <a:lnTo>
                  <a:pt x="13464" y="950"/>
                </a:lnTo>
                <a:cubicBezTo>
                  <a:pt x="11292" y="2467"/>
                  <a:pt x="8707" y="3280"/>
                  <a:pt x="6059" y="3280"/>
                </a:cubicBezTo>
                <a:lnTo>
                  <a:pt x="2726" y="3280"/>
                </a:lnTo>
                <a:cubicBezTo>
                  <a:pt x="1224" y="3280"/>
                  <a:pt x="1" y="4503"/>
                  <a:pt x="1" y="6005"/>
                </a:cubicBezTo>
                <a:cubicBezTo>
                  <a:pt x="1" y="7344"/>
                  <a:pt x="972" y="8458"/>
                  <a:pt x="2245" y="8687"/>
                </a:cubicBezTo>
                <a:lnTo>
                  <a:pt x="2245" y="14979"/>
                </a:lnTo>
                <a:cubicBezTo>
                  <a:pt x="2236" y="15782"/>
                  <a:pt x="2884" y="16438"/>
                  <a:pt x="3687" y="16438"/>
                </a:cubicBezTo>
                <a:cubicBezTo>
                  <a:pt x="4491" y="16438"/>
                  <a:pt x="5138" y="15782"/>
                  <a:pt x="5130" y="14979"/>
                </a:cubicBezTo>
                <a:lnTo>
                  <a:pt x="5130" y="12575"/>
                </a:lnTo>
                <a:lnTo>
                  <a:pt x="5931" y="12575"/>
                </a:lnTo>
                <a:cubicBezTo>
                  <a:pt x="6550" y="12575"/>
                  <a:pt x="7052" y="12072"/>
                  <a:pt x="7052" y="11453"/>
                </a:cubicBezTo>
                <a:lnTo>
                  <a:pt x="7052" y="10813"/>
                </a:lnTo>
                <a:cubicBezTo>
                  <a:pt x="7052" y="10194"/>
                  <a:pt x="6550" y="9691"/>
                  <a:pt x="5931" y="9691"/>
                </a:cubicBezTo>
                <a:lnTo>
                  <a:pt x="5131" y="9691"/>
                </a:lnTo>
                <a:lnTo>
                  <a:pt x="5131" y="8729"/>
                </a:lnTo>
                <a:lnTo>
                  <a:pt x="6059" y="8729"/>
                </a:lnTo>
                <a:cubicBezTo>
                  <a:pt x="8709" y="8729"/>
                  <a:pt x="11293" y="9543"/>
                  <a:pt x="13464" y="11061"/>
                </a:cubicBezTo>
                <a:lnTo>
                  <a:pt x="13464" y="11517"/>
                </a:lnTo>
                <a:cubicBezTo>
                  <a:pt x="13458" y="11787"/>
                  <a:pt x="13675" y="12008"/>
                  <a:pt x="13944" y="12008"/>
                </a:cubicBezTo>
                <a:cubicBezTo>
                  <a:pt x="14214" y="12008"/>
                  <a:pt x="14430" y="11787"/>
                  <a:pt x="14426" y="11517"/>
                </a:cubicBezTo>
                <a:lnTo>
                  <a:pt x="14426" y="8550"/>
                </a:lnTo>
                <a:lnTo>
                  <a:pt x="16141" y="7720"/>
                </a:lnTo>
                <a:cubicBezTo>
                  <a:pt x="16308" y="7640"/>
                  <a:pt x="16413" y="7471"/>
                  <a:pt x="16413" y="7287"/>
                </a:cubicBezTo>
                <a:lnTo>
                  <a:pt x="16413" y="4722"/>
                </a:lnTo>
                <a:cubicBezTo>
                  <a:pt x="16413" y="4538"/>
                  <a:pt x="16308" y="4369"/>
                  <a:pt x="16141" y="4290"/>
                </a:cubicBezTo>
                <a:lnTo>
                  <a:pt x="14424" y="3460"/>
                </a:lnTo>
                <a:lnTo>
                  <a:pt x="14424" y="492"/>
                </a:lnTo>
                <a:cubicBezTo>
                  <a:pt x="14430" y="222"/>
                  <a:pt x="14214" y="1"/>
                  <a:pt x="1394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801" name="Google Shape;4801;p55"/>
          <p:cNvGrpSpPr/>
          <p:nvPr/>
        </p:nvGrpSpPr>
        <p:grpSpPr>
          <a:xfrm>
            <a:off x="2534320" y="2883910"/>
            <a:ext cx="325684" cy="354806"/>
            <a:chOff x="2862325" y="2761300"/>
            <a:chExt cx="376600" cy="410275"/>
          </a:xfrm>
        </p:grpSpPr>
        <p:sp>
          <p:nvSpPr>
            <p:cNvPr id="4802" name="Google Shape;4802;p55"/>
            <p:cNvSpPr/>
            <p:nvPr/>
          </p:nvSpPr>
          <p:spPr>
            <a:xfrm>
              <a:off x="3119650" y="3025475"/>
              <a:ext cx="55075" cy="107875"/>
            </a:xfrm>
            <a:custGeom>
              <a:rect b="b" l="l" r="r" t="t"/>
              <a:pathLst>
                <a:path extrusionOk="0" h="4315" w="2203">
                  <a:moveTo>
                    <a:pt x="825" y="938"/>
                  </a:moveTo>
                  <a:lnTo>
                    <a:pt x="825" y="1636"/>
                  </a:lnTo>
                  <a:cubicBezTo>
                    <a:pt x="780" y="1610"/>
                    <a:pt x="736" y="1581"/>
                    <a:pt x="695" y="1549"/>
                  </a:cubicBezTo>
                  <a:cubicBezTo>
                    <a:pt x="620" y="1490"/>
                    <a:pt x="588" y="1368"/>
                    <a:pt x="612" y="1240"/>
                  </a:cubicBezTo>
                  <a:cubicBezTo>
                    <a:pt x="632" y="1131"/>
                    <a:pt x="700" y="1004"/>
                    <a:pt x="825" y="938"/>
                  </a:cubicBezTo>
                  <a:close/>
                  <a:moveTo>
                    <a:pt x="1307" y="2364"/>
                  </a:moveTo>
                  <a:cubicBezTo>
                    <a:pt x="1310" y="2364"/>
                    <a:pt x="1312" y="2366"/>
                    <a:pt x="1315" y="2367"/>
                  </a:cubicBezTo>
                  <a:cubicBezTo>
                    <a:pt x="1685" y="2498"/>
                    <a:pt x="1663" y="2814"/>
                    <a:pt x="1647" y="2908"/>
                  </a:cubicBezTo>
                  <a:cubicBezTo>
                    <a:pt x="1615" y="3102"/>
                    <a:pt x="1487" y="3269"/>
                    <a:pt x="1307" y="3353"/>
                  </a:cubicBezTo>
                  <a:lnTo>
                    <a:pt x="1307" y="2364"/>
                  </a:lnTo>
                  <a:close/>
                  <a:moveTo>
                    <a:pt x="1067" y="1"/>
                  </a:moveTo>
                  <a:cubicBezTo>
                    <a:pt x="937" y="1"/>
                    <a:pt x="830" y="103"/>
                    <a:pt x="825" y="233"/>
                  </a:cubicBezTo>
                  <a:lnTo>
                    <a:pt x="825" y="431"/>
                  </a:lnTo>
                  <a:cubicBezTo>
                    <a:pt x="801" y="437"/>
                    <a:pt x="776" y="444"/>
                    <a:pt x="751" y="452"/>
                  </a:cubicBezTo>
                  <a:cubicBezTo>
                    <a:pt x="437" y="547"/>
                    <a:pt x="203" y="815"/>
                    <a:pt x="139" y="1152"/>
                  </a:cubicBezTo>
                  <a:cubicBezTo>
                    <a:pt x="82" y="1459"/>
                    <a:pt x="181" y="1757"/>
                    <a:pt x="398" y="1928"/>
                  </a:cubicBezTo>
                  <a:cubicBezTo>
                    <a:pt x="508" y="2013"/>
                    <a:pt x="642" y="2092"/>
                    <a:pt x="825" y="2174"/>
                  </a:cubicBezTo>
                  <a:lnTo>
                    <a:pt x="825" y="3395"/>
                  </a:lnTo>
                  <a:cubicBezTo>
                    <a:pt x="678" y="3381"/>
                    <a:pt x="575" y="3338"/>
                    <a:pt x="407" y="3230"/>
                  </a:cubicBezTo>
                  <a:cubicBezTo>
                    <a:pt x="366" y="3203"/>
                    <a:pt x="320" y="3190"/>
                    <a:pt x="275" y="3190"/>
                  </a:cubicBezTo>
                  <a:cubicBezTo>
                    <a:pt x="197" y="3190"/>
                    <a:pt x="121" y="3228"/>
                    <a:pt x="74" y="3299"/>
                  </a:cubicBezTo>
                  <a:cubicBezTo>
                    <a:pt x="1" y="3410"/>
                    <a:pt x="33" y="3559"/>
                    <a:pt x="144" y="3632"/>
                  </a:cubicBezTo>
                  <a:cubicBezTo>
                    <a:pt x="411" y="3805"/>
                    <a:pt x="596" y="3862"/>
                    <a:pt x="825" y="3879"/>
                  </a:cubicBezTo>
                  <a:lnTo>
                    <a:pt x="825" y="4081"/>
                  </a:lnTo>
                  <a:cubicBezTo>
                    <a:pt x="830" y="4211"/>
                    <a:pt x="937" y="4315"/>
                    <a:pt x="1067" y="4315"/>
                  </a:cubicBezTo>
                  <a:cubicBezTo>
                    <a:pt x="1197" y="4315"/>
                    <a:pt x="1303" y="4211"/>
                    <a:pt x="1307" y="4081"/>
                  </a:cubicBezTo>
                  <a:lnTo>
                    <a:pt x="1307" y="3857"/>
                  </a:lnTo>
                  <a:cubicBezTo>
                    <a:pt x="1764" y="3753"/>
                    <a:pt x="2057" y="3367"/>
                    <a:pt x="2122" y="2988"/>
                  </a:cubicBezTo>
                  <a:cubicBezTo>
                    <a:pt x="2202" y="2503"/>
                    <a:pt x="1949" y="2082"/>
                    <a:pt x="1474" y="1913"/>
                  </a:cubicBezTo>
                  <a:cubicBezTo>
                    <a:pt x="1420" y="1894"/>
                    <a:pt x="1363" y="1874"/>
                    <a:pt x="1307" y="1852"/>
                  </a:cubicBezTo>
                  <a:lnTo>
                    <a:pt x="1307" y="894"/>
                  </a:lnTo>
                  <a:cubicBezTo>
                    <a:pt x="1379" y="912"/>
                    <a:pt x="1445" y="947"/>
                    <a:pt x="1501" y="996"/>
                  </a:cubicBezTo>
                  <a:cubicBezTo>
                    <a:pt x="1548" y="1051"/>
                    <a:pt x="1615" y="1078"/>
                    <a:pt x="1681" y="1078"/>
                  </a:cubicBezTo>
                  <a:cubicBezTo>
                    <a:pt x="1737" y="1078"/>
                    <a:pt x="1793" y="1059"/>
                    <a:pt x="1839" y="1018"/>
                  </a:cubicBezTo>
                  <a:cubicBezTo>
                    <a:pt x="1940" y="931"/>
                    <a:pt x="1949" y="780"/>
                    <a:pt x="1862" y="680"/>
                  </a:cubicBezTo>
                  <a:cubicBezTo>
                    <a:pt x="1851" y="667"/>
                    <a:pt x="1662" y="458"/>
                    <a:pt x="1307" y="403"/>
                  </a:cubicBezTo>
                  <a:lnTo>
                    <a:pt x="1307" y="233"/>
                  </a:lnTo>
                  <a:cubicBezTo>
                    <a:pt x="1303" y="103"/>
                    <a:pt x="1197" y="1"/>
                    <a:pt x="106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3" name="Google Shape;4803;p55"/>
            <p:cNvSpPr/>
            <p:nvPr/>
          </p:nvSpPr>
          <p:spPr>
            <a:xfrm>
              <a:off x="2862325" y="2761300"/>
              <a:ext cx="376600" cy="410275"/>
            </a:xfrm>
            <a:custGeom>
              <a:rect b="b" l="l" r="r" t="t"/>
              <a:pathLst>
                <a:path extrusionOk="0" h="16411" w="15064">
                  <a:moveTo>
                    <a:pt x="4968" y="961"/>
                  </a:moveTo>
                  <a:cubicBezTo>
                    <a:pt x="6647" y="961"/>
                    <a:pt x="8012" y="2327"/>
                    <a:pt x="8012" y="4005"/>
                  </a:cubicBezTo>
                  <a:lnTo>
                    <a:pt x="8012" y="5769"/>
                  </a:lnTo>
                  <a:lnTo>
                    <a:pt x="1923" y="5769"/>
                  </a:lnTo>
                  <a:lnTo>
                    <a:pt x="1923" y="4005"/>
                  </a:lnTo>
                  <a:cubicBezTo>
                    <a:pt x="1923" y="2327"/>
                    <a:pt x="3289" y="961"/>
                    <a:pt x="4968" y="961"/>
                  </a:cubicBezTo>
                  <a:close/>
                  <a:moveTo>
                    <a:pt x="8974" y="6731"/>
                  </a:moveTo>
                  <a:lnTo>
                    <a:pt x="8974" y="9932"/>
                  </a:lnTo>
                  <a:cubicBezTo>
                    <a:pt x="7963" y="10802"/>
                    <a:pt x="7500" y="12152"/>
                    <a:pt x="7766" y="13460"/>
                  </a:cubicBezTo>
                  <a:lnTo>
                    <a:pt x="961" y="13461"/>
                  </a:lnTo>
                  <a:lnTo>
                    <a:pt x="961" y="6731"/>
                  </a:lnTo>
                  <a:close/>
                  <a:moveTo>
                    <a:pt x="11379" y="9999"/>
                  </a:moveTo>
                  <a:cubicBezTo>
                    <a:pt x="12880" y="9999"/>
                    <a:pt x="14105" y="11222"/>
                    <a:pt x="14105" y="12725"/>
                  </a:cubicBezTo>
                  <a:cubicBezTo>
                    <a:pt x="14105" y="14226"/>
                    <a:pt x="12882" y="15449"/>
                    <a:pt x="11379" y="15449"/>
                  </a:cubicBezTo>
                  <a:cubicBezTo>
                    <a:pt x="9877" y="15449"/>
                    <a:pt x="8654" y="14226"/>
                    <a:pt x="8654" y="12725"/>
                  </a:cubicBezTo>
                  <a:cubicBezTo>
                    <a:pt x="8654" y="11222"/>
                    <a:pt x="9877" y="9999"/>
                    <a:pt x="11379" y="9999"/>
                  </a:cubicBezTo>
                  <a:close/>
                  <a:moveTo>
                    <a:pt x="4968" y="0"/>
                  </a:moveTo>
                  <a:cubicBezTo>
                    <a:pt x="2759" y="0"/>
                    <a:pt x="961" y="1797"/>
                    <a:pt x="961" y="4005"/>
                  </a:cubicBezTo>
                  <a:lnTo>
                    <a:pt x="961" y="5769"/>
                  </a:lnTo>
                  <a:lnTo>
                    <a:pt x="481" y="5769"/>
                  </a:lnTo>
                  <a:cubicBezTo>
                    <a:pt x="215" y="5769"/>
                    <a:pt x="0" y="5984"/>
                    <a:pt x="0" y="6249"/>
                  </a:cubicBezTo>
                  <a:lnTo>
                    <a:pt x="0" y="13942"/>
                  </a:lnTo>
                  <a:cubicBezTo>
                    <a:pt x="0" y="14208"/>
                    <a:pt x="215" y="14424"/>
                    <a:pt x="481" y="14424"/>
                  </a:cubicBezTo>
                  <a:lnTo>
                    <a:pt x="8108" y="14424"/>
                  </a:lnTo>
                  <a:cubicBezTo>
                    <a:pt x="8723" y="15602"/>
                    <a:pt x="9959" y="16411"/>
                    <a:pt x="11379" y="16411"/>
                  </a:cubicBezTo>
                  <a:cubicBezTo>
                    <a:pt x="13410" y="16411"/>
                    <a:pt x="15064" y="14756"/>
                    <a:pt x="15064" y="12725"/>
                  </a:cubicBezTo>
                  <a:cubicBezTo>
                    <a:pt x="15064" y="10692"/>
                    <a:pt x="13410" y="9039"/>
                    <a:pt x="11379" y="9039"/>
                  </a:cubicBezTo>
                  <a:cubicBezTo>
                    <a:pt x="11376" y="9039"/>
                    <a:pt x="11372" y="9039"/>
                    <a:pt x="11368" y="9039"/>
                  </a:cubicBezTo>
                  <a:cubicBezTo>
                    <a:pt x="10876" y="9039"/>
                    <a:pt x="10389" y="9138"/>
                    <a:pt x="9937" y="9332"/>
                  </a:cubicBezTo>
                  <a:lnTo>
                    <a:pt x="9937" y="6249"/>
                  </a:lnTo>
                  <a:cubicBezTo>
                    <a:pt x="9937" y="5984"/>
                    <a:pt x="9721" y="5769"/>
                    <a:pt x="9455" y="5769"/>
                  </a:cubicBezTo>
                  <a:lnTo>
                    <a:pt x="8974" y="5769"/>
                  </a:lnTo>
                  <a:lnTo>
                    <a:pt x="8974" y="4005"/>
                  </a:lnTo>
                  <a:cubicBezTo>
                    <a:pt x="8974" y="1797"/>
                    <a:pt x="7178" y="0"/>
                    <a:pt x="496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4" name="Google Shape;4804;p55"/>
            <p:cNvSpPr/>
            <p:nvPr/>
          </p:nvSpPr>
          <p:spPr>
            <a:xfrm>
              <a:off x="2948000" y="2961600"/>
              <a:ext cx="77050" cy="111925"/>
            </a:xfrm>
            <a:custGeom>
              <a:rect b="b" l="l" r="r" t="t"/>
              <a:pathLst>
                <a:path extrusionOk="0" h="4477" w="3082">
                  <a:moveTo>
                    <a:pt x="1538" y="961"/>
                  </a:moveTo>
                  <a:cubicBezTo>
                    <a:pt x="1785" y="961"/>
                    <a:pt x="2021" y="1152"/>
                    <a:pt x="2021" y="1443"/>
                  </a:cubicBezTo>
                  <a:cubicBezTo>
                    <a:pt x="2021" y="1708"/>
                    <a:pt x="1806" y="1923"/>
                    <a:pt x="1541" y="1923"/>
                  </a:cubicBezTo>
                  <a:cubicBezTo>
                    <a:pt x="1113" y="1923"/>
                    <a:pt x="898" y="1406"/>
                    <a:pt x="1201" y="1103"/>
                  </a:cubicBezTo>
                  <a:cubicBezTo>
                    <a:pt x="1299" y="1005"/>
                    <a:pt x="1420" y="961"/>
                    <a:pt x="1538" y="961"/>
                  </a:cubicBezTo>
                  <a:close/>
                  <a:moveTo>
                    <a:pt x="1541" y="0"/>
                  </a:moveTo>
                  <a:cubicBezTo>
                    <a:pt x="838" y="0"/>
                    <a:pt x="239" y="507"/>
                    <a:pt x="119" y="1198"/>
                  </a:cubicBezTo>
                  <a:cubicBezTo>
                    <a:pt x="0" y="1891"/>
                    <a:pt x="398" y="2569"/>
                    <a:pt x="1060" y="2803"/>
                  </a:cubicBezTo>
                  <a:lnTo>
                    <a:pt x="1060" y="4007"/>
                  </a:lnTo>
                  <a:cubicBezTo>
                    <a:pt x="1065" y="4268"/>
                    <a:pt x="1279" y="4477"/>
                    <a:pt x="1541" y="4477"/>
                  </a:cubicBezTo>
                  <a:cubicBezTo>
                    <a:pt x="1803" y="4477"/>
                    <a:pt x="2017" y="4268"/>
                    <a:pt x="2021" y="4007"/>
                  </a:cubicBezTo>
                  <a:lnTo>
                    <a:pt x="2021" y="2802"/>
                  </a:lnTo>
                  <a:cubicBezTo>
                    <a:pt x="2684" y="2567"/>
                    <a:pt x="3081" y="1891"/>
                    <a:pt x="2963" y="1198"/>
                  </a:cubicBezTo>
                  <a:cubicBezTo>
                    <a:pt x="2844" y="505"/>
                    <a:pt x="2244" y="0"/>
                    <a:pt x="154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805" name="Google Shape;4805;p55"/>
          <p:cNvSpPr/>
          <p:nvPr/>
        </p:nvSpPr>
        <p:spPr>
          <a:xfrm>
            <a:off x="3272448" y="2891670"/>
            <a:ext cx="356838" cy="339477"/>
          </a:xfrm>
          <a:custGeom>
            <a:rect b="b" l="l" r="r" t="t"/>
            <a:pathLst>
              <a:path extrusionOk="0" h="15702" w="16505">
                <a:moveTo>
                  <a:pt x="11430" y="1147"/>
                </a:moveTo>
                <a:lnTo>
                  <a:pt x="15312" y="5031"/>
                </a:lnTo>
                <a:cubicBezTo>
                  <a:pt x="14982" y="5473"/>
                  <a:pt x="14839" y="6028"/>
                  <a:pt x="14917" y="6576"/>
                </a:cubicBezTo>
                <a:lnTo>
                  <a:pt x="14917" y="6574"/>
                </a:lnTo>
                <a:lnTo>
                  <a:pt x="14917" y="6574"/>
                </a:lnTo>
                <a:cubicBezTo>
                  <a:pt x="14965" y="6924"/>
                  <a:pt x="14848" y="7276"/>
                  <a:pt x="14599" y="7526"/>
                </a:cubicBezTo>
                <a:lnTo>
                  <a:pt x="11652" y="4580"/>
                </a:lnTo>
                <a:cubicBezTo>
                  <a:pt x="11884" y="4523"/>
                  <a:pt x="12108" y="4439"/>
                  <a:pt x="12320" y="4329"/>
                </a:cubicBezTo>
                <a:cubicBezTo>
                  <a:pt x="12557" y="4211"/>
                  <a:pt x="12654" y="3922"/>
                  <a:pt x="12535" y="3683"/>
                </a:cubicBezTo>
                <a:cubicBezTo>
                  <a:pt x="12451" y="3515"/>
                  <a:pt x="12282" y="3418"/>
                  <a:pt x="12106" y="3418"/>
                </a:cubicBezTo>
                <a:cubicBezTo>
                  <a:pt x="12033" y="3418"/>
                  <a:pt x="11959" y="3435"/>
                  <a:pt x="11889" y="3470"/>
                </a:cubicBezTo>
                <a:cubicBezTo>
                  <a:pt x="11622" y="3604"/>
                  <a:pt x="11400" y="3674"/>
                  <a:pt x="11193" y="3674"/>
                </a:cubicBezTo>
                <a:cubicBezTo>
                  <a:pt x="10861" y="3674"/>
                  <a:pt x="10567" y="3493"/>
                  <a:pt x="10179" y="3105"/>
                </a:cubicBezTo>
                <a:cubicBezTo>
                  <a:pt x="10085" y="3011"/>
                  <a:pt x="9962" y="2964"/>
                  <a:pt x="9839" y="2964"/>
                </a:cubicBezTo>
                <a:cubicBezTo>
                  <a:pt x="9716" y="2964"/>
                  <a:pt x="9593" y="3011"/>
                  <a:pt x="9499" y="3105"/>
                </a:cubicBezTo>
                <a:lnTo>
                  <a:pt x="7574" y="5034"/>
                </a:lnTo>
                <a:cubicBezTo>
                  <a:pt x="7448" y="5159"/>
                  <a:pt x="7284" y="5221"/>
                  <a:pt x="7120" y="5221"/>
                </a:cubicBezTo>
                <a:cubicBezTo>
                  <a:pt x="6956" y="5221"/>
                  <a:pt x="6792" y="5159"/>
                  <a:pt x="6667" y="5034"/>
                </a:cubicBezTo>
                <a:cubicBezTo>
                  <a:pt x="6417" y="4783"/>
                  <a:pt x="6417" y="4378"/>
                  <a:pt x="6667" y="4127"/>
                </a:cubicBezTo>
                <a:lnTo>
                  <a:pt x="8933" y="1860"/>
                </a:lnTo>
                <a:cubicBezTo>
                  <a:pt x="9145" y="1649"/>
                  <a:pt x="9430" y="1533"/>
                  <a:pt x="9726" y="1533"/>
                </a:cubicBezTo>
                <a:cubicBezTo>
                  <a:pt x="9779" y="1533"/>
                  <a:pt x="9832" y="1536"/>
                  <a:pt x="9885" y="1544"/>
                </a:cubicBezTo>
                <a:cubicBezTo>
                  <a:pt x="9981" y="1557"/>
                  <a:pt x="10078" y="1564"/>
                  <a:pt x="10175" y="1564"/>
                </a:cubicBezTo>
                <a:cubicBezTo>
                  <a:pt x="10625" y="1564"/>
                  <a:pt x="11065" y="1419"/>
                  <a:pt x="11430" y="1147"/>
                </a:cubicBezTo>
                <a:close/>
                <a:moveTo>
                  <a:pt x="3947" y="7113"/>
                </a:moveTo>
                <a:cubicBezTo>
                  <a:pt x="4111" y="7113"/>
                  <a:pt x="4275" y="7175"/>
                  <a:pt x="4400" y="7301"/>
                </a:cubicBezTo>
                <a:cubicBezTo>
                  <a:pt x="4651" y="7550"/>
                  <a:pt x="4651" y="7957"/>
                  <a:pt x="4400" y="8207"/>
                </a:cubicBezTo>
                <a:lnTo>
                  <a:pt x="2814" y="9793"/>
                </a:lnTo>
                <a:cubicBezTo>
                  <a:pt x="2689" y="9918"/>
                  <a:pt x="2525" y="9981"/>
                  <a:pt x="2361" y="9981"/>
                </a:cubicBezTo>
                <a:cubicBezTo>
                  <a:pt x="2197" y="9981"/>
                  <a:pt x="2033" y="9918"/>
                  <a:pt x="1908" y="9793"/>
                </a:cubicBezTo>
                <a:cubicBezTo>
                  <a:pt x="1657" y="9543"/>
                  <a:pt x="1657" y="9137"/>
                  <a:pt x="1908" y="8887"/>
                </a:cubicBezTo>
                <a:lnTo>
                  <a:pt x="3494" y="7301"/>
                </a:lnTo>
                <a:cubicBezTo>
                  <a:pt x="3619" y="7175"/>
                  <a:pt x="3783" y="7113"/>
                  <a:pt x="3947" y="7113"/>
                </a:cubicBezTo>
                <a:close/>
                <a:moveTo>
                  <a:pt x="5988" y="8246"/>
                </a:moveTo>
                <a:cubicBezTo>
                  <a:pt x="6151" y="8246"/>
                  <a:pt x="6315" y="8308"/>
                  <a:pt x="6440" y="8433"/>
                </a:cubicBezTo>
                <a:cubicBezTo>
                  <a:pt x="6691" y="8683"/>
                  <a:pt x="6691" y="9090"/>
                  <a:pt x="6440" y="9341"/>
                </a:cubicBezTo>
                <a:lnTo>
                  <a:pt x="4400" y="11379"/>
                </a:lnTo>
                <a:cubicBezTo>
                  <a:pt x="4278" y="11502"/>
                  <a:pt x="4114" y="11567"/>
                  <a:pt x="3947" y="11567"/>
                </a:cubicBezTo>
                <a:cubicBezTo>
                  <a:pt x="3864" y="11567"/>
                  <a:pt x="3781" y="11551"/>
                  <a:pt x="3702" y="11518"/>
                </a:cubicBezTo>
                <a:cubicBezTo>
                  <a:pt x="3461" y="11420"/>
                  <a:pt x="3305" y="11186"/>
                  <a:pt x="3306" y="10927"/>
                </a:cubicBezTo>
                <a:cubicBezTo>
                  <a:pt x="3305" y="10757"/>
                  <a:pt x="3374" y="10593"/>
                  <a:pt x="3494" y="10473"/>
                </a:cubicBezTo>
                <a:lnTo>
                  <a:pt x="5534" y="8434"/>
                </a:lnTo>
                <a:cubicBezTo>
                  <a:pt x="5659" y="8309"/>
                  <a:pt x="5823" y="8246"/>
                  <a:pt x="5988" y="8246"/>
                </a:cubicBezTo>
                <a:close/>
                <a:moveTo>
                  <a:pt x="5077" y="1147"/>
                </a:moveTo>
                <a:cubicBezTo>
                  <a:pt x="5440" y="1419"/>
                  <a:pt x="5879" y="1563"/>
                  <a:pt x="6328" y="1563"/>
                </a:cubicBezTo>
                <a:cubicBezTo>
                  <a:pt x="6426" y="1563"/>
                  <a:pt x="6524" y="1556"/>
                  <a:pt x="6622" y="1542"/>
                </a:cubicBezTo>
                <a:cubicBezTo>
                  <a:pt x="6673" y="1535"/>
                  <a:pt x="6725" y="1532"/>
                  <a:pt x="6777" y="1532"/>
                </a:cubicBezTo>
                <a:cubicBezTo>
                  <a:pt x="7073" y="1532"/>
                  <a:pt x="7360" y="1648"/>
                  <a:pt x="7574" y="1860"/>
                </a:cubicBezTo>
                <a:lnTo>
                  <a:pt x="5986" y="3446"/>
                </a:lnTo>
                <a:cubicBezTo>
                  <a:pt x="5361" y="4073"/>
                  <a:pt x="5361" y="5088"/>
                  <a:pt x="5986" y="5713"/>
                </a:cubicBezTo>
                <a:cubicBezTo>
                  <a:pt x="6300" y="6026"/>
                  <a:pt x="6710" y="6182"/>
                  <a:pt x="7120" y="6182"/>
                </a:cubicBezTo>
                <a:cubicBezTo>
                  <a:pt x="7530" y="6182"/>
                  <a:pt x="7940" y="6026"/>
                  <a:pt x="8253" y="5713"/>
                </a:cubicBezTo>
                <a:lnTo>
                  <a:pt x="9839" y="4127"/>
                </a:lnTo>
                <a:lnTo>
                  <a:pt x="14259" y="8545"/>
                </a:lnTo>
                <a:lnTo>
                  <a:pt x="14599" y="8885"/>
                </a:lnTo>
                <a:cubicBezTo>
                  <a:pt x="14848" y="9136"/>
                  <a:pt x="14848" y="9541"/>
                  <a:pt x="14599" y="9792"/>
                </a:cubicBezTo>
                <a:lnTo>
                  <a:pt x="14599" y="9793"/>
                </a:lnTo>
                <a:cubicBezTo>
                  <a:pt x="14474" y="9918"/>
                  <a:pt x="14310" y="9981"/>
                  <a:pt x="14145" y="9981"/>
                </a:cubicBezTo>
                <a:cubicBezTo>
                  <a:pt x="13981" y="9981"/>
                  <a:pt x="13817" y="9918"/>
                  <a:pt x="13692" y="9793"/>
                </a:cubicBezTo>
                <a:lnTo>
                  <a:pt x="12219" y="8320"/>
                </a:lnTo>
                <a:cubicBezTo>
                  <a:pt x="12125" y="8225"/>
                  <a:pt x="12002" y="8178"/>
                  <a:pt x="11879" y="8178"/>
                </a:cubicBezTo>
                <a:cubicBezTo>
                  <a:pt x="11756" y="8178"/>
                  <a:pt x="11633" y="8225"/>
                  <a:pt x="11539" y="8320"/>
                </a:cubicBezTo>
                <a:cubicBezTo>
                  <a:pt x="11352" y="8507"/>
                  <a:pt x="11352" y="8812"/>
                  <a:pt x="11539" y="8999"/>
                </a:cubicBezTo>
                <a:lnTo>
                  <a:pt x="13013" y="10473"/>
                </a:lnTo>
                <a:cubicBezTo>
                  <a:pt x="13263" y="10723"/>
                  <a:pt x="13263" y="11129"/>
                  <a:pt x="13013" y="11379"/>
                </a:cubicBezTo>
                <a:cubicBezTo>
                  <a:pt x="12888" y="11504"/>
                  <a:pt x="12723" y="11567"/>
                  <a:pt x="12559" y="11567"/>
                </a:cubicBezTo>
                <a:cubicBezTo>
                  <a:pt x="12395" y="11567"/>
                  <a:pt x="12231" y="11504"/>
                  <a:pt x="12106" y="11379"/>
                </a:cubicBezTo>
                <a:lnTo>
                  <a:pt x="10633" y="9906"/>
                </a:lnTo>
                <a:cubicBezTo>
                  <a:pt x="10539" y="9816"/>
                  <a:pt x="10419" y="9771"/>
                  <a:pt x="10299" y="9771"/>
                </a:cubicBezTo>
                <a:cubicBezTo>
                  <a:pt x="10176" y="9771"/>
                  <a:pt x="10053" y="9818"/>
                  <a:pt x="9959" y="9912"/>
                </a:cubicBezTo>
                <a:cubicBezTo>
                  <a:pt x="9773" y="10096"/>
                  <a:pt x="9770" y="10396"/>
                  <a:pt x="9953" y="10585"/>
                </a:cubicBezTo>
                <a:lnTo>
                  <a:pt x="11427" y="12059"/>
                </a:lnTo>
                <a:cubicBezTo>
                  <a:pt x="11676" y="12309"/>
                  <a:pt x="11677" y="12715"/>
                  <a:pt x="11427" y="12965"/>
                </a:cubicBezTo>
                <a:cubicBezTo>
                  <a:pt x="11301" y="13090"/>
                  <a:pt x="11137" y="13153"/>
                  <a:pt x="10973" y="13153"/>
                </a:cubicBezTo>
                <a:cubicBezTo>
                  <a:pt x="10809" y="13153"/>
                  <a:pt x="10645" y="13090"/>
                  <a:pt x="10520" y="12965"/>
                </a:cubicBezTo>
                <a:lnTo>
                  <a:pt x="9047" y="11493"/>
                </a:lnTo>
                <a:cubicBezTo>
                  <a:pt x="8954" y="11401"/>
                  <a:pt x="8831" y="11352"/>
                  <a:pt x="8707" y="11352"/>
                </a:cubicBezTo>
                <a:cubicBezTo>
                  <a:pt x="8628" y="11352"/>
                  <a:pt x="8548" y="11372"/>
                  <a:pt x="8474" y="11413"/>
                </a:cubicBezTo>
                <a:cubicBezTo>
                  <a:pt x="8602" y="10637"/>
                  <a:pt x="8149" y="9884"/>
                  <a:pt x="7404" y="9633"/>
                </a:cubicBezTo>
                <a:cubicBezTo>
                  <a:pt x="7707" y="9058"/>
                  <a:pt x="7632" y="8356"/>
                  <a:pt x="7215" y="7857"/>
                </a:cubicBezTo>
                <a:cubicBezTo>
                  <a:pt x="6904" y="7488"/>
                  <a:pt x="6451" y="7283"/>
                  <a:pt x="5985" y="7283"/>
                </a:cubicBezTo>
                <a:cubicBezTo>
                  <a:pt x="5823" y="7283"/>
                  <a:pt x="5660" y="7308"/>
                  <a:pt x="5500" y="7359"/>
                </a:cubicBezTo>
                <a:cubicBezTo>
                  <a:pt x="5358" y="6800"/>
                  <a:pt x="4927" y="6360"/>
                  <a:pt x="4371" y="6208"/>
                </a:cubicBezTo>
                <a:cubicBezTo>
                  <a:pt x="4231" y="6169"/>
                  <a:pt x="4088" y="6150"/>
                  <a:pt x="3946" y="6150"/>
                </a:cubicBezTo>
                <a:cubicBezTo>
                  <a:pt x="3527" y="6150"/>
                  <a:pt x="3118" y="6315"/>
                  <a:pt x="2814" y="6620"/>
                </a:cubicBezTo>
                <a:lnTo>
                  <a:pt x="1908" y="7526"/>
                </a:lnTo>
                <a:cubicBezTo>
                  <a:pt x="1659" y="7276"/>
                  <a:pt x="1540" y="6924"/>
                  <a:pt x="1590" y="6574"/>
                </a:cubicBezTo>
                <a:cubicBezTo>
                  <a:pt x="1666" y="6028"/>
                  <a:pt x="1524" y="5471"/>
                  <a:pt x="1193" y="5029"/>
                </a:cubicBezTo>
                <a:lnTo>
                  <a:pt x="5077" y="1147"/>
                </a:lnTo>
                <a:close/>
                <a:moveTo>
                  <a:pt x="6893" y="10512"/>
                </a:moveTo>
                <a:cubicBezTo>
                  <a:pt x="7057" y="10512"/>
                  <a:pt x="7221" y="10574"/>
                  <a:pt x="7347" y="10700"/>
                </a:cubicBezTo>
                <a:cubicBezTo>
                  <a:pt x="7597" y="10950"/>
                  <a:pt x="7597" y="11356"/>
                  <a:pt x="7347" y="11606"/>
                </a:cubicBezTo>
                <a:lnTo>
                  <a:pt x="5986" y="12967"/>
                </a:lnTo>
                <a:cubicBezTo>
                  <a:pt x="5861" y="13092"/>
                  <a:pt x="5697" y="13154"/>
                  <a:pt x="5533" y="13154"/>
                </a:cubicBezTo>
                <a:cubicBezTo>
                  <a:pt x="5369" y="13154"/>
                  <a:pt x="5205" y="13092"/>
                  <a:pt x="5080" y="12967"/>
                </a:cubicBezTo>
                <a:cubicBezTo>
                  <a:pt x="4829" y="12716"/>
                  <a:pt x="4829" y="12311"/>
                  <a:pt x="5080" y="12060"/>
                </a:cubicBezTo>
                <a:lnTo>
                  <a:pt x="6440" y="10700"/>
                </a:lnTo>
                <a:cubicBezTo>
                  <a:pt x="6565" y="10574"/>
                  <a:pt x="6729" y="10512"/>
                  <a:pt x="6893" y="10512"/>
                </a:cubicBezTo>
                <a:close/>
                <a:moveTo>
                  <a:pt x="7801" y="12779"/>
                </a:moveTo>
                <a:cubicBezTo>
                  <a:pt x="7964" y="12779"/>
                  <a:pt x="8128" y="12841"/>
                  <a:pt x="8253" y="12965"/>
                </a:cubicBezTo>
                <a:cubicBezTo>
                  <a:pt x="8504" y="13216"/>
                  <a:pt x="8504" y="13623"/>
                  <a:pt x="8253" y="13873"/>
                </a:cubicBezTo>
                <a:lnTo>
                  <a:pt x="7913" y="14213"/>
                </a:lnTo>
                <a:lnTo>
                  <a:pt x="7574" y="14553"/>
                </a:lnTo>
                <a:cubicBezTo>
                  <a:pt x="7448" y="14677"/>
                  <a:pt x="7284" y="14739"/>
                  <a:pt x="7120" y="14739"/>
                </a:cubicBezTo>
                <a:cubicBezTo>
                  <a:pt x="6956" y="14739"/>
                  <a:pt x="6792" y="14677"/>
                  <a:pt x="6667" y="14553"/>
                </a:cubicBezTo>
                <a:cubicBezTo>
                  <a:pt x="6417" y="14302"/>
                  <a:pt x="6417" y="13897"/>
                  <a:pt x="6667" y="13646"/>
                </a:cubicBezTo>
                <a:lnTo>
                  <a:pt x="7347" y="12967"/>
                </a:lnTo>
                <a:cubicBezTo>
                  <a:pt x="7472" y="12841"/>
                  <a:pt x="7636" y="12779"/>
                  <a:pt x="7801" y="12779"/>
                </a:cubicBezTo>
                <a:close/>
                <a:moveTo>
                  <a:pt x="9387" y="13192"/>
                </a:moveTo>
                <a:lnTo>
                  <a:pt x="9839" y="13646"/>
                </a:lnTo>
                <a:cubicBezTo>
                  <a:pt x="10090" y="13897"/>
                  <a:pt x="10090" y="14302"/>
                  <a:pt x="9839" y="14553"/>
                </a:cubicBezTo>
                <a:cubicBezTo>
                  <a:pt x="9714" y="14678"/>
                  <a:pt x="9550" y="14740"/>
                  <a:pt x="9386" y="14740"/>
                </a:cubicBezTo>
                <a:cubicBezTo>
                  <a:pt x="9222" y="14740"/>
                  <a:pt x="9058" y="14678"/>
                  <a:pt x="8933" y="14553"/>
                </a:cubicBezTo>
                <a:cubicBezTo>
                  <a:pt x="9234" y="14252"/>
                  <a:pt x="9404" y="13844"/>
                  <a:pt x="9403" y="13419"/>
                </a:cubicBezTo>
                <a:cubicBezTo>
                  <a:pt x="9403" y="13343"/>
                  <a:pt x="9397" y="13268"/>
                  <a:pt x="9387" y="13192"/>
                </a:cubicBezTo>
                <a:close/>
                <a:moveTo>
                  <a:pt x="5061" y="1"/>
                </a:moveTo>
                <a:cubicBezTo>
                  <a:pt x="4938" y="1"/>
                  <a:pt x="4815" y="48"/>
                  <a:pt x="4721" y="142"/>
                </a:cubicBezTo>
                <a:lnTo>
                  <a:pt x="188" y="4675"/>
                </a:lnTo>
                <a:cubicBezTo>
                  <a:pt x="1" y="4862"/>
                  <a:pt x="1" y="5167"/>
                  <a:pt x="188" y="5354"/>
                </a:cubicBezTo>
                <a:lnTo>
                  <a:pt x="320" y="5486"/>
                </a:lnTo>
                <a:cubicBezTo>
                  <a:pt x="569" y="5737"/>
                  <a:pt x="686" y="6089"/>
                  <a:pt x="638" y="6438"/>
                </a:cubicBezTo>
                <a:cubicBezTo>
                  <a:pt x="547" y="7087"/>
                  <a:pt x="765" y="7741"/>
                  <a:pt x="1227" y="8206"/>
                </a:cubicBezTo>
                <a:cubicBezTo>
                  <a:pt x="771" y="8663"/>
                  <a:pt x="632" y="9348"/>
                  <a:pt x="877" y="9945"/>
                </a:cubicBezTo>
                <a:cubicBezTo>
                  <a:pt x="1120" y="10543"/>
                  <a:pt x="1698" y="10935"/>
                  <a:pt x="2344" y="10941"/>
                </a:cubicBezTo>
                <a:cubicBezTo>
                  <a:pt x="2351" y="11814"/>
                  <a:pt x="3059" y="12520"/>
                  <a:pt x="3932" y="12529"/>
                </a:cubicBezTo>
                <a:cubicBezTo>
                  <a:pt x="3939" y="13402"/>
                  <a:pt x="4645" y="14107"/>
                  <a:pt x="5518" y="14115"/>
                </a:cubicBezTo>
                <a:cubicBezTo>
                  <a:pt x="5525" y="14759"/>
                  <a:pt x="5917" y="15338"/>
                  <a:pt x="6515" y="15581"/>
                </a:cubicBezTo>
                <a:cubicBezTo>
                  <a:pt x="6711" y="15661"/>
                  <a:pt x="6917" y="15700"/>
                  <a:pt x="7121" y="15700"/>
                </a:cubicBezTo>
                <a:cubicBezTo>
                  <a:pt x="7537" y="15700"/>
                  <a:pt x="7946" y="15538"/>
                  <a:pt x="8252" y="15232"/>
                </a:cubicBezTo>
                <a:cubicBezTo>
                  <a:pt x="8559" y="15538"/>
                  <a:pt x="8969" y="15701"/>
                  <a:pt x="9386" y="15701"/>
                </a:cubicBezTo>
                <a:cubicBezTo>
                  <a:pt x="9590" y="15701"/>
                  <a:pt x="9795" y="15662"/>
                  <a:pt x="9992" y="15582"/>
                </a:cubicBezTo>
                <a:cubicBezTo>
                  <a:pt x="10589" y="15338"/>
                  <a:pt x="10982" y="14759"/>
                  <a:pt x="10987" y="14113"/>
                </a:cubicBezTo>
                <a:cubicBezTo>
                  <a:pt x="11860" y="14106"/>
                  <a:pt x="12566" y="13400"/>
                  <a:pt x="12573" y="12527"/>
                </a:cubicBezTo>
                <a:cubicBezTo>
                  <a:pt x="13448" y="12520"/>
                  <a:pt x="14154" y="11814"/>
                  <a:pt x="14161" y="10940"/>
                </a:cubicBezTo>
                <a:cubicBezTo>
                  <a:pt x="14807" y="10934"/>
                  <a:pt x="15385" y="10541"/>
                  <a:pt x="15628" y="9944"/>
                </a:cubicBezTo>
                <a:cubicBezTo>
                  <a:pt x="15873" y="9346"/>
                  <a:pt x="15734" y="8661"/>
                  <a:pt x="15278" y="8206"/>
                </a:cubicBezTo>
                <a:cubicBezTo>
                  <a:pt x="15740" y="7741"/>
                  <a:pt x="15958" y="7087"/>
                  <a:pt x="15867" y="6438"/>
                </a:cubicBezTo>
                <a:cubicBezTo>
                  <a:pt x="15817" y="6088"/>
                  <a:pt x="15936" y="5737"/>
                  <a:pt x="16185" y="5486"/>
                </a:cubicBezTo>
                <a:lnTo>
                  <a:pt x="16317" y="5354"/>
                </a:lnTo>
                <a:cubicBezTo>
                  <a:pt x="16504" y="5166"/>
                  <a:pt x="16504" y="4861"/>
                  <a:pt x="16317" y="4674"/>
                </a:cubicBezTo>
                <a:lnTo>
                  <a:pt x="16317" y="4674"/>
                </a:lnTo>
                <a:lnTo>
                  <a:pt x="16318" y="4675"/>
                </a:lnTo>
                <a:lnTo>
                  <a:pt x="16317" y="4673"/>
                </a:lnTo>
                <a:lnTo>
                  <a:pt x="16317" y="4673"/>
                </a:lnTo>
                <a:cubicBezTo>
                  <a:pt x="16317" y="4674"/>
                  <a:pt x="16317" y="4674"/>
                  <a:pt x="16317" y="4674"/>
                </a:cubicBezTo>
                <a:lnTo>
                  <a:pt x="16317" y="4674"/>
                </a:lnTo>
                <a:lnTo>
                  <a:pt x="11784" y="142"/>
                </a:lnTo>
                <a:cubicBezTo>
                  <a:pt x="11690" y="48"/>
                  <a:pt x="11567" y="1"/>
                  <a:pt x="11444" y="1"/>
                </a:cubicBezTo>
                <a:cubicBezTo>
                  <a:pt x="11321" y="1"/>
                  <a:pt x="11198" y="48"/>
                  <a:pt x="11105" y="142"/>
                </a:cubicBezTo>
                <a:lnTo>
                  <a:pt x="10973" y="274"/>
                </a:lnTo>
                <a:cubicBezTo>
                  <a:pt x="10760" y="485"/>
                  <a:pt x="10475" y="602"/>
                  <a:pt x="10180" y="602"/>
                </a:cubicBezTo>
                <a:cubicBezTo>
                  <a:pt x="10127" y="602"/>
                  <a:pt x="10074" y="598"/>
                  <a:pt x="10021" y="590"/>
                </a:cubicBezTo>
                <a:cubicBezTo>
                  <a:pt x="9924" y="577"/>
                  <a:pt x="9827" y="570"/>
                  <a:pt x="9731" y="570"/>
                </a:cubicBezTo>
                <a:cubicBezTo>
                  <a:pt x="9181" y="570"/>
                  <a:pt x="8648" y="787"/>
                  <a:pt x="8253" y="1181"/>
                </a:cubicBezTo>
                <a:cubicBezTo>
                  <a:pt x="7858" y="787"/>
                  <a:pt x="7325" y="570"/>
                  <a:pt x="6776" y="570"/>
                </a:cubicBezTo>
                <a:cubicBezTo>
                  <a:pt x="6679" y="570"/>
                  <a:pt x="6582" y="577"/>
                  <a:pt x="6486" y="590"/>
                </a:cubicBezTo>
                <a:cubicBezTo>
                  <a:pt x="6433" y="598"/>
                  <a:pt x="6379" y="602"/>
                  <a:pt x="6327" y="602"/>
                </a:cubicBezTo>
                <a:cubicBezTo>
                  <a:pt x="6031" y="602"/>
                  <a:pt x="5746" y="485"/>
                  <a:pt x="5534" y="274"/>
                </a:cubicBezTo>
                <a:lnTo>
                  <a:pt x="5402" y="142"/>
                </a:lnTo>
                <a:cubicBezTo>
                  <a:pt x="5307" y="48"/>
                  <a:pt x="5184" y="1"/>
                  <a:pt x="506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806" name="Google Shape;4806;p55"/>
          <p:cNvGrpSpPr/>
          <p:nvPr/>
        </p:nvGrpSpPr>
        <p:grpSpPr>
          <a:xfrm>
            <a:off x="4025230" y="2883888"/>
            <a:ext cx="361011" cy="354849"/>
            <a:chOff x="1790575" y="2776750"/>
            <a:chExt cx="417450" cy="410325"/>
          </a:xfrm>
        </p:grpSpPr>
        <p:sp>
          <p:nvSpPr>
            <p:cNvPr id="4807" name="Google Shape;4807;p55"/>
            <p:cNvSpPr/>
            <p:nvPr/>
          </p:nvSpPr>
          <p:spPr>
            <a:xfrm>
              <a:off x="2036150" y="2858450"/>
              <a:ext cx="171875" cy="328625"/>
            </a:xfrm>
            <a:custGeom>
              <a:rect b="b" l="l" r="r" t="t"/>
              <a:pathLst>
                <a:path extrusionOk="0" h="13145" w="6875">
                  <a:moveTo>
                    <a:pt x="4968" y="964"/>
                  </a:moveTo>
                  <a:cubicBezTo>
                    <a:pt x="5177" y="964"/>
                    <a:pt x="5383" y="1046"/>
                    <a:pt x="5536" y="1199"/>
                  </a:cubicBezTo>
                  <a:cubicBezTo>
                    <a:pt x="5766" y="1429"/>
                    <a:pt x="5833" y="1773"/>
                    <a:pt x="5710" y="2072"/>
                  </a:cubicBezTo>
                  <a:cubicBezTo>
                    <a:pt x="5585" y="2372"/>
                    <a:pt x="5293" y="2566"/>
                    <a:pt x="4969" y="2566"/>
                  </a:cubicBezTo>
                  <a:cubicBezTo>
                    <a:pt x="4527" y="2566"/>
                    <a:pt x="4168" y="2208"/>
                    <a:pt x="4168" y="1765"/>
                  </a:cubicBezTo>
                  <a:cubicBezTo>
                    <a:pt x="4168" y="1442"/>
                    <a:pt x="4363" y="1149"/>
                    <a:pt x="4663" y="1024"/>
                  </a:cubicBezTo>
                  <a:cubicBezTo>
                    <a:pt x="4761" y="984"/>
                    <a:pt x="4865" y="964"/>
                    <a:pt x="4968" y="964"/>
                  </a:cubicBezTo>
                  <a:close/>
                  <a:moveTo>
                    <a:pt x="4969" y="3515"/>
                  </a:moveTo>
                  <a:cubicBezTo>
                    <a:pt x="5417" y="3515"/>
                    <a:pt x="5777" y="3882"/>
                    <a:pt x="5770" y="4330"/>
                  </a:cubicBezTo>
                  <a:lnTo>
                    <a:pt x="5770" y="8175"/>
                  </a:lnTo>
                  <a:cubicBezTo>
                    <a:pt x="5770" y="8618"/>
                    <a:pt x="5411" y="8976"/>
                    <a:pt x="4969" y="8976"/>
                  </a:cubicBezTo>
                  <a:lnTo>
                    <a:pt x="2405" y="8976"/>
                  </a:lnTo>
                  <a:cubicBezTo>
                    <a:pt x="2140" y="8976"/>
                    <a:pt x="1924" y="9192"/>
                    <a:pt x="1924" y="9458"/>
                  </a:cubicBezTo>
                  <a:lnTo>
                    <a:pt x="1924" y="11702"/>
                  </a:lnTo>
                  <a:cubicBezTo>
                    <a:pt x="1924" y="11967"/>
                    <a:pt x="1709" y="12182"/>
                    <a:pt x="1444" y="12182"/>
                  </a:cubicBezTo>
                  <a:cubicBezTo>
                    <a:pt x="1177" y="12182"/>
                    <a:pt x="962" y="11967"/>
                    <a:pt x="962" y="11702"/>
                  </a:cubicBezTo>
                  <a:lnTo>
                    <a:pt x="962" y="8817"/>
                  </a:lnTo>
                  <a:cubicBezTo>
                    <a:pt x="964" y="8375"/>
                    <a:pt x="1321" y="8016"/>
                    <a:pt x="1763" y="8016"/>
                  </a:cubicBezTo>
                  <a:lnTo>
                    <a:pt x="3688" y="8016"/>
                  </a:lnTo>
                  <a:cubicBezTo>
                    <a:pt x="3953" y="8016"/>
                    <a:pt x="4168" y="7800"/>
                    <a:pt x="4168" y="7534"/>
                  </a:cubicBezTo>
                  <a:lnTo>
                    <a:pt x="4168" y="4330"/>
                  </a:lnTo>
                  <a:cubicBezTo>
                    <a:pt x="4161" y="3882"/>
                    <a:pt x="4522" y="3515"/>
                    <a:pt x="4969" y="3515"/>
                  </a:cubicBezTo>
                  <a:close/>
                  <a:moveTo>
                    <a:pt x="5770" y="9939"/>
                  </a:moveTo>
                  <a:lnTo>
                    <a:pt x="5770" y="12182"/>
                  </a:lnTo>
                  <a:lnTo>
                    <a:pt x="2885" y="12182"/>
                  </a:lnTo>
                  <a:lnTo>
                    <a:pt x="2885" y="9939"/>
                  </a:lnTo>
                  <a:close/>
                  <a:moveTo>
                    <a:pt x="4969" y="1"/>
                  </a:moveTo>
                  <a:cubicBezTo>
                    <a:pt x="4246" y="1"/>
                    <a:pt x="3597" y="442"/>
                    <a:pt x="3330" y="1114"/>
                  </a:cubicBezTo>
                  <a:cubicBezTo>
                    <a:pt x="3064" y="1786"/>
                    <a:pt x="3234" y="2552"/>
                    <a:pt x="3761" y="3047"/>
                  </a:cubicBezTo>
                  <a:cubicBezTo>
                    <a:pt x="3406" y="3379"/>
                    <a:pt x="3206" y="3844"/>
                    <a:pt x="3206" y="4328"/>
                  </a:cubicBezTo>
                  <a:lnTo>
                    <a:pt x="3206" y="7052"/>
                  </a:lnTo>
                  <a:lnTo>
                    <a:pt x="1763" y="7052"/>
                  </a:lnTo>
                  <a:cubicBezTo>
                    <a:pt x="791" y="7054"/>
                    <a:pt x="1" y="7843"/>
                    <a:pt x="0" y="8815"/>
                  </a:cubicBezTo>
                  <a:lnTo>
                    <a:pt x="0" y="11702"/>
                  </a:lnTo>
                  <a:cubicBezTo>
                    <a:pt x="0" y="12197"/>
                    <a:pt x="255" y="12658"/>
                    <a:pt x="674" y="12922"/>
                  </a:cubicBezTo>
                  <a:cubicBezTo>
                    <a:pt x="908" y="13069"/>
                    <a:pt x="1175" y="13144"/>
                    <a:pt x="1443" y="13144"/>
                  </a:cubicBezTo>
                  <a:cubicBezTo>
                    <a:pt x="1655" y="13144"/>
                    <a:pt x="1867" y="13097"/>
                    <a:pt x="2065" y="13004"/>
                  </a:cubicBezTo>
                  <a:cubicBezTo>
                    <a:pt x="2154" y="13093"/>
                    <a:pt x="2277" y="13144"/>
                    <a:pt x="2405" y="13144"/>
                  </a:cubicBezTo>
                  <a:lnTo>
                    <a:pt x="6250" y="13144"/>
                  </a:lnTo>
                  <a:cubicBezTo>
                    <a:pt x="6517" y="13144"/>
                    <a:pt x="6732" y="12929"/>
                    <a:pt x="6732" y="12664"/>
                  </a:cubicBezTo>
                  <a:lnTo>
                    <a:pt x="6732" y="9458"/>
                  </a:lnTo>
                  <a:cubicBezTo>
                    <a:pt x="6732" y="9290"/>
                    <a:pt x="6644" y="9135"/>
                    <a:pt x="6501" y="9047"/>
                  </a:cubicBezTo>
                  <a:cubicBezTo>
                    <a:pt x="6652" y="8782"/>
                    <a:pt x="6732" y="8481"/>
                    <a:pt x="6732" y="8175"/>
                  </a:cubicBezTo>
                  <a:lnTo>
                    <a:pt x="6732" y="4330"/>
                  </a:lnTo>
                  <a:cubicBezTo>
                    <a:pt x="6731" y="3844"/>
                    <a:pt x="6530" y="3379"/>
                    <a:pt x="6177" y="3048"/>
                  </a:cubicBezTo>
                  <a:lnTo>
                    <a:pt x="6177" y="3047"/>
                  </a:lnTo>
                  <a:cubicBezTo>
                    <a:pt x="6703" y="2552"/>
                    <a:pt x="6874" y="1786"/>
                    <a:pt x="6608" y="1114"/>
                  </a:cubicBezTo>
                  <a:cubicBezTo>
                    <a:pt x="6341" y="442"/>
                    <a:pt x="5691" y="1"/>
                    <a:pt x="496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8" name="Google Shape;4808;p55"/>
            <p:cNvSpPr/>
            <p:nvPr/>
          </p:nvSpPr>
          <p:spPr>
            <a:xfrm>
              <a:off x="1790575" y="2858450"/>
              <a:ext cx="171900" cy="328600"/>
            </a:xfrm>
            <a:custGeom>
              <a:rect b="b" l="l" r="r" t="t"/>
              <a:pathLst>
                <a:path extrusionOk="0" h="13144" w="6876">
                  <a:moveTo>
                    <a:pt x="1907" y="963"/>
                  </a:moveTo>
                  <a:cubicBezTo>
                    <a:pt x="2116" y="963"/>
                    <a:pt x="2321" y="1045"/>
                    <a:pt x="2474" y="1199"/>
                  </a:cubicBezTo>
                  <a:cubicBezTo>
                    <a:pt x="2703" y="1427"/>
                    <a:pt x="2772" y="1771"/>
                    <a:pt x="2647" y="2072"/>
                  </a:cubicBezTo>
                  <a:cubicBezTo>
                    <a:pt x="2523" y="2370"/>
                    <a:pt x="2231" y="2566"/>
                    <a:pt x="1908" y="2566"/>
                  </a:cubicBezTo>
                  <a:cubicBezTo>
                    <a:pt x="1464" y="2565"/>
                    <a:pt x="1106" y="2208"/>
                    <a:pt x="1105" y="1765"/>
                  </a:cubicBezTo>
                  <a:cubicBezTo>
                    <a:pt x="1105" y="1440"/>
                    <a:pt x="1301" y="1149"/>
                    <a:pt x="1600" y="1024"/>
                  </a:cubicBezTo>
                  <a:cubicBezTo>
                    <a:pt x="1699" y="983"/>
                    <a:pt x="1804" y="963"/>
                    <a:pt x="1907" y="963"/>
                  </a:cubicBezTo>
                  <a:close/>
                  <a:moveTo>
                    <a:pt x="3990" y="9939"/>
                  </a:moveTo>
                  <a:lnTo>
                    <a:pt x="3990" y="12182"/>
                  </a:lnTo>
                  <a:lnTo>
                    <a:pt x="1105" y="12182"/>
                  </a:lnTo>
                  <a:lnTo>
                    <a:pt x="1105" y="9939"/>
                  </a:lnTo>
                  <a:close/>
                  <a:moveTo>
                    <a:pt x="1908" y="3515"/>
                  </a:moveTo>
                  <a:cubicBezTo>
                    <a:pt x="2354" y="3515"/>
                    <a:pt x="2714" y="3882"/>
                    <a:pt x="2709" y="4330"/>
                  </a:cubicBezTo>
                  <a:lnTo>
                    <a:pt x="2709" y="7534"/>
                  </a:lnTo>
                  <a:cubicBezTo>
                    <a:pt x="2709" y="7800"/>
                    <a:pt x="2924" y="8016"/>
                    <a:pt x="3189" y="8016"/>
                  </a:cubicBezTo>
                  <a:lnTo>
                    <a:pt x="5112" y="8016"/>
                  </a:lnTo>
                  <a:cubicBezTo>
                    <a:pt x="5554" y="8016"/>
                    <a:pt x="5913" y="8375"/>
                    <a:pt x="5913" y="8817"/>
                  </a:cubicBezTo>
                  <a:lnTo>
                    <a:pt x="5913" y="11702"/>
                  </a:lnTo>
                  <a:cubicBezTo>
                    <a:pt x="5917" y="11970"/>
                    <a:pt x="5701" y="12191"/>
                    <a:pt x="5431" y="12191"/>
                  </a:cubicBezTo>
                  <a:cubicBezTo>
                    <a:pt x="5163" y="12191"/>
                    <a:pt x="4946" y="11970"/>
                    <a:pt x="4951" y="11702"/>
                  </a:cubicBezTo>
                  <a:lnTo>
                    <a:pt x="4951" y="9458"/>
                  </a:lnTo>
                  <a:cubicBezTo>
                    <a:pt x="4951" y="9192"/>
                    <a:pt x="4735" y="8976"/>
                    <a:pt x="4470" y="8976"/>
                  </a:cubicBezTo>
                  <a:lnTo>
                    <a:pt x="1908" y="8976"/>
                  </a:lnTo>
                  <a:cubicBezTo>
                    <a:pt x="1464" y="8976"/>
                    <a:pt x="1106" y="8618"/>
                    <a:pt x="1105" y="8175"/>
                  </a:cubicBezTo>
                  <a:lnTo>
                    <a:pt x="1105" y="4330"/>
                  </a:lnTo>
                  <a:cubicBezTo>
                    <a:pt x="1099" y="3882"/>
                    <a:pt x="1459" y="3515"/>
                    <a:pt x="1908" y="3515"/>
                  </a:cubicBezTo>
                  <a:close/>
                  <a:moveTo>
                    <a:pt x="1906" y="1"/>
                  </a:moveTo>
                  <a:cubicBezTo>
                    <a:pt x="1184" y="1"/>
                    <a:pt x="534" y="442"/>
                    <a:pt x="267" y="1114"/>
                  </a:cubicBezTo>
                  <a:cubicBezTo>
                    <a:pt x="1" y="1786"/>
                    <a:pt x="172" y="2552"/>
                    <a:pt x="698" y="3048"/>
                  </a:cubicBezTo>
                  <a:cubicBezTo>
                    <a:pt x="345" y="3379"/>
                    <a:pt x="143" y="3844"/>
                    <a:pt x="143" y="4330"/>
                  </a:cubicBezTo>
                  <a:lnTo>
                    <a:pt x="143" y="8175"/>
                  </a:lnTo>
                  <a:cubicBezTo>
                    <a:pt x="143" y="8481"/>
                    <a:pt x="223" y="8782"/>
                    <a:pt x="376" y="9047"/>
                  </a:cubicBezTo>
                  <a:cubicBezTo>
                    <a:pt x="231" y="9133"/>
                    <a:pt x="143" y="9290"/>
                    <a:pt x="143" y="9458"/>
                  </a:cubicBezTo>
                  <a:lnTo>
                    <a:pt x="143" y="12662"/>
                  </a:lnTo>
                  <a:cubicBezTo>
                    <a:pt x="143" y="12928"/>
                    <a:pt x="358" y="13143"/>
                    <a:pt x="625" y="13143"/>
                  </a:cubicBezTo>
                  <a:lnTo>
                    <a:pt x="4470" y="13143"/>
                  </a:lnTo>
                  <a:cubicBezTo>
                    <a:pt x="4472" y="13143"/>
                    <a:pt x="4474" y="13143"/>
                    <a:pt x="4476" y="13143"/>
                  </a:cubicBezTo>
                  <a:cubicBezTo>
                    <a:pt x="4601" y="13143"/>
                    <a:pt x="4722" y="13092"/>
                    <a:pt x="4810" y="13002"/>
                  </a:cubicBezTo>
                  <a:cubicBezTo>
                    <a:pt x="5008" y="13097"/>
                    <a:pt x="5221" y="13143"/>
                    <a:pt x="5433" y="13143"/>
                  </a:cubicBezTo>
                  <a:cubicBezTo>
                    <a:pt x="5701" y="13143"/>
                    <a:pt x="5968" y="13069"/>
                    <a:pt x="6201" y="12922"/>
                  </a:cubicBezTo>
                  <a:cubicBezTo>
                    <a:pt x="6620" y="12657"/>
                    <a:pt x="6875" y="12197"/>
                    <a:pt x="6875" y="11702"/>
                  </a:cubicBezTo>
                  <a:lnTo>
                    <a:pt x="6875" y="8817"/>
                  </a:lnTo>
                  <a:cubicBezTo>
                    <a:pt x="6874" y="7843"/>
                    <a:pt x="6084" y="7055"/>
                    <a:pt x="5112" y="7054"/>
                  </a:cubicBezTo>
                  <a:lnTo>
                    <a:pt x="3669" y="7054"/>
                  </a:lnTo>
                  <a:lnTo>
                    <a:pt x="3669" y="4330"/>
                  </a:lnTo>
                  <a:cubicBezTo>
                    <a:pt x="3669" y="3844"/>
                    <a:pt x="3469" y="3379"/>
                    <a:pt x="3114" y="3048"/>
                  </a:cubicBezTo>
                  <a:cubicBezTo>
                    <a:pt x="3641" y="2552"/>
                    <a:pt x="3811" y="1786"/>
                    <a:pt x="3545" y="1114"/>
                  </a:cubicBezTo>
                  <a:cubicBezTo>
                    <a:pt x="3280" y="442"/>
                    <a:pt x="2630" y="1"/>
                    <a:pt x="19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9" name="Google Shape;4809;p55"/>
            <p:cNvSpPr/>
            <p:nvPr/>
          </p:nvSpPr>
          <p:spPr>
            <a:xfrm>
              <a:off x="1907375" y="2986700"/>
              <a:ext cx="183850" cy="200325"/>
            </a:xfrm>
            <a:custGeom>
              <a:rect b="b" l="l" r="r" t="t"/>
              <a:pathLst>
                <a:path extrusionOk="0" h="8013" w="7354">
                  <a:moveTo>
                    <a:pt x="472" y="1"/>
                  </a:moveTo>
                  <a:cubicBezTo>
                    <a:pt x="210" y="5"/>
                    <a:pt x="0" y="219"/>
                    <a:pt x="0" y="481"/>
                  </a:cubicBezTo>
                  <a:cubicBezTo>
                    <a:pt x="0" y="743"/>
                    <a:pt x="210" y="957"/>
                    <a:pt x="472" y="961"/>
                  </a:cubicBezTo>
                  <a:lnTo>
                    <a:pt x="3197" y="961"/>
                  </a:lnTo>
                  <a:lnTo>
                    <a:pt x="3197" y="7052"/>
                  </a:lnTo>
                  <a:lnTo>
                    <a:pt x="3036" y="7052"/>
                  </a:lnTo>
                  <a:cubicBezTo>
                    <a:pt x="2771" y="7052"/>
                    <a:pt x="2556" y="7267"/>
                    <a:pt x="2556" y="7532"/>
                  </a:cubicBezTo>
                  <a:cubicBezTo>
                    <a:pt x="2556" y="7798"/>
                    <a:pt x="2771" y="8013"/>
                    <a:pt x="3036" y="8013"/>
                  </a:cubicBezTo>
                  <a:lnTo>
                    <a:pt x="4318" y="8013"/>
                  </a:lnTo>
                  <a:cubicBezTo>
                    <a:pt x="4583" y="8013"/>
                    <a:pt x="4798" y="7798"/>
                    <a:pt x="4798" y="7532"/>
                  </a:cubicBezTo>
                  <a:cubicBezTo>
                    <a:pt x="4798" y="7267"/>
                    <a:pt x="4583" y="7052"/>
                    <a:pt x="4318" y="7052"/>
                  </a:cubicBezTo>
                  <a:lnTo>
                    <a:pt x="4158" y="7052"/>
                  </a:lnTo>
                  <a:lnTo>
                    <a:pt x="4158" y="961"/>
                  </a:lnTo>
                  <a:lnTo>
                    <a:pt x="6883" y="961"/>
                  </a:lnTo>
                  <a:cubicBezTo>
                    <a:pt x="7144" y="957"/>
                    <a:pt x="7354" y="743"/>
                    <a:pt x="7354" y="481"/>
                  </a:cubicBezTo>
                  <a:cubicBezTo>
                    <a:pt x="7354" y="219"/>
                    <a:pt x="7144" y="5"/>
                    <a:pt x="688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0" name="Google Shape;4810;p55"/>
            <p:cNvSpPr/>
            <p:nvPr/>
          </p:nvSpPr>
          <p:spPr>
            <a:xfrm>
              <a:off x="1907150" y="2776750"/>
              <a:ext cx="184325" cy="184350"/>
            </a:xfrm>
            <a:custGeom>
              <a:rect b="b" l="l" r="r" t="t"/>
              <a:pathLst>
                <a:path extrusionOk="0" h="7374" w="7373">
                  <a:moveTo>
                    <a:pt x="3687" y="962"/>
                  </a:moveTo>
                  <a:cubicBezTo>
                    <a:pt x="5189" y="962"/>
                    <a:pt x="6411" y="2185"/>
                    <a:pt x="6411" y="3688"/>
                  </a:cubicBezTo>
                  <a:cubicBezTo>
                    <a:pt x="6411" y="5189"/>
                    <a:pt x="5189" y="6411"/>
                    <a:pt x="3687" y="6411"/>
                  </a:cubicBezTo>
                  <a:cubicBezTo>
                    <a:pt x="2184" y="6411"/>
                    <a:pt x="963" y="5189"/>
                    <a:pt x="963" y="3686"/>
                  </a:cubicBezTo>
                  <a:cubicBezTo>
                    <a:pt x="963" y="2185"/>
                    <a:pt x="2186" y="962"/>
                    <a:pt x="3687" y="962"/>
                  </a:cubicBezTo>
                  <a:close/>
                  <a:moveTo>
                    <a:pt x="3687" y="0"/>
                  </a:moveTo>
                  <a:cubicBezTo>
                    <a:pt x="1654" y="0"/>
                    <a:pt x="1" y="1655"/>
                    <a:pt x="1" y="3688"/>
                  </a:cubicBezTo>
                  <a:cubicBezTo>
                    <a:pt x="1" y="5719"/>
                    <a:pt x="1654" y="7374"/>
                    <a:pt x="3687" y="7374"/>
                  </a:cubicBezTo>
                  <a:cubicBezTo>
                    <a:pt x="5718" y="7374"/>
                    <a:pt x="7373" y="5719"/>
                    <a:pt x="7373" y="3688"/>
                  </a:cubicBezTo>
                  <a:cubicBezTo>
                    <a:pt x="7373" y="1655"/>
                    <a:pt x="5719" y="0"/>
                    <a:pt x="368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1" name="Google Shape;4811;p55"/>
            <p:cNvSpPr/>
            <p:nvPr/>
          </p:nvSpPr>
          <p:spPr>
            <a:xfrm>
              <a:off x="1972225" y="2814950"/>
              <a:ext cx="55050" cy="107900"/>
            </a:xfrm>
            <a:custGeom>
              <a:rect b="b" l="l" r="r" t="t"/>
              <a:pathLst>
                <a:path extrusionOk="0" h="4316" w="2202">
                  <a:moveTo>
                    <a:pt x="825" y="940"/>
                  </a:moveTo>
                  <a:lnTo>
                    <a:pt x="825" y="1638"/>
                  </a:lnTo>
                  <a:cubicBezTo>
                    <a:pt x="779" y="1612"/>
                    <a:pt x="735" y="1583"/>
                    <a:pt x="693" y="1550"/>
                  </a:cubicBezTo>
                  <a:cubicBezTo>
                    <a:pt x="618" y="1492"/>
                    <a:pt x="586" y="1370"/>
                    <a:pt x="609" y="1241"/>
                  </a:cubicBezTo>
                  <a:cubicBezTo>
                    <a:pt x="630" y="1133"/>
                    <a:pt x="697" y="1006"/>
                    <a:pt x="825" y="940"/>
                  </a:cubicBezTo>
                  <a:close/>
                  <a:moveTo>
                    <a:pt x="1305" y="2366"/>
                  </a:moveTo>
                  <a:lnTo>
                    <a:pt x="1312" y="2369"/>
                  </a:lnTo>
                  <a:lnTo>
                    <a:pt x="1312" y="2368"/>
                  </a:lnTo>
                  <a:cubicBezTo>
                    <a:pt x="1683" y="2499"/>
                    <a:pt x="1661" y="2816"/>
                    <a:pt x="1645" y="2909"/>
                  </a:cubicBezTo>
                  <a:cubicBezTo>
                    <a:pt x="1612" y="3104"/>
                    <a:pt x="1485" y="3271"/>
                    <a:pt x="1305" y="3355"/>
                  </a:cubicBezTo>
                  <a:lnTo>
                    <a:pt x="1305" y="2366"/>
                  </a:lnTo>
                  <a:close/>
                  <a:moveTo>
                    <a:pt x="1065" y="1"/>
                  </a:moveTo>
                  <a:cubicBezTo>
                    <a:pt x="934" y="1"/>
                    <a:pt x="827" y="105"/>
                    <a:pt x="825" y="235"/>
                  </a:cubicBezTo>
                  <a:lnTo>
                    <a:pt x="825" y="433"/>
                  </a:lnTo>
                  <a:cubicBezTo>
                    <a:pt x="800" y="439"/>
                    <a:pt x="775" y="446"/>
                    <a:pt x="748" y="454"/>
                  </a:cubicBezTo>
                  <a:cubicBezTo>
                    <a:pt x="435" y="549"/>
                    <a:pt x="201" y="817"/>
                    <a:pt x="138" y="1154"/>
                  </a:cubicBezTo>
                  <a:cubicBezTo>
                    <a:pt x="79" y="1461"/>
                    <a:pt x="179" y="1758"/>
                    <a:pt x="397" y="1930"/>
                  </a:cubicBezTo>
                  <a:cubicBezTo>
                    <a:pt x="507" y="2015"/>
                    <a:pt x="641" y="2094"/>
                    <a:pt x="825" y="2176"/>
                  </a:cubicBezTo>
                  <a:lnTo>
                    <a:pt x="825" y="3397"/>
                  </a:lnTo>
                  <a:cubicBezTo>
                    <a:pt x="675" y="3382"/>
                    <a:pt x="573" y="3340"/>
                    <a:pt x="406" y="3230"/>
                  </a:cubicBezTo>
                  <a:cubicBezTo>
                    <a:pt x="365" y="3204"/>
                    <a:pt x="320" y="3191"/>
                    <a:pt x="274" y="3191"/>
                  </a:cubicBezTo>
                  <a:cubicBezTo>
                    <a:pt x="196" y="3191"/>
                    <a:pt x="118" y="3230"/>
                    <a:pt x="72" y="3300"/>
                  </a:cubicBezTo>
                  <a:cubicBezTo>
                    <a:pt x="0" y="3412"/>
                    <a:pt x="31" y="3561"/>
                    <a:pt x="142" y="3633"/>
                  </a:cubicBezTo>
                  <a:cubicBezTo>
                    <a:pt x="409" y="3807"/>
                    <a:pt x="593" y="3863"/>
                    <a:pt x="825" y="3879"/>
                  </a:cubicBezTo>
                  <a:lnTo>
                    <a:pt x="825" y="4082"/>
                  </a:lnTo>
                  <a:cubicBezTo>
                    <a:pt x="827" y="4213"/>
                    <a:pt x="934" y="4315"/>
                    <a:pt x="1065" y="4315"/>
                  </a:cubicBezTo>
                  <a:cubicBezTo>
                    <a:pt x="1195" y="4315"/>
                    <a:pt x="1302" y="4213"/>
                    <a:pt x="1305" y="4082"/>
                  </a:cubicBezTo>
                  <a:lnTo>
                    <a:pt x="1305" y="3858"/>
                  </a:lnTo>
                  <a:cubicBezTo>
                    <a:pt x="1763" y="3754"/>
                    <a:pt x="2056" y="3369"/>
                    <a:pt x="2119" y="2990"/>
                  </a:cubicBezTo>
                  <a:cubicBezTo>
                    <a:pt x="2201" y="2504"/>
                    <a:pt x="1946" y="2082"/>
                    <a:pt x="1473" y="1915"/>
                  </a:cubicBezTo>
                  <a:cubicBezTo>
                    <a:pt x="1418" y="1896"/>
                    <a:pt x="1361" y="1875"/>
                    <a:pt x="1305" y="1854"/>
                  </a:cubicBezTo>
                  <a:lnTo>
                    <a:pt x="1305" y="896"/>
                  </a:lnTo>
                  <a:cubicBezTo>
                    <a:pt x="1377" y="913"/>
                    <a:pt x="1443" y="948"/>
                    <a:pt x="1498" y="998"/>
                  </a:cubicBezTo>
                  <a:cubicBezTo>
                    <a:pt x="1546" y="1052"/>
                    <a:pt x="1613" y="1080"/>
                    <a:pt x="1680" y="1080"/>
                  </a:cubicBezTo>
                  <a:cubicBezTo>
                    <a:pt x="1736" y="1080"/>
                    <a:pt x="1792" y="1060"/>
                    <a:pt x="1838" y="1020"/>
                  </a:cubicBezTo>
                  <a:cubicBezTo>
                    <a:pt x="1938" y="932"/>
                    <a:pt x="1948" y="782"/>
                    <a:pt x="1860" y="682"/>
                  </a:cubicBezTo>
                  <a:cubicBezTo>
                    <a:pt x="1850" y="669"/>
                    <a:pt x="1661" y="458"/>
                    <a:pt x="1305" y="405"/>
                  </a:cubicBezTo>
                  <a:lnTo>
                    <a:pt x="1305" y="235"/>
                  </a:lnTo>
                  <a:cubicBezTo>
                    <a:pt x="1302" y="105"/>
                    <a:pt x="1195" y="1"/>
                    <a:pt x="106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12" name="Google Shape;4812;p55"/>
          <p:cNvGrpSpPr/>
          <p:nvPr/>
        </p:nvGrpSpPr>
        <p:grpSpPr>
          <a:xfrm>
            <a:off x="4781658" y="2883461"/>
            <a:ext cx="354896" cy="356263"/>
            <a:chOff x="1079575" y="2794925"/>
            <a:chExt cx="408725" cy="410300"/>
          </a:xfrm>
        </p:grpSpPr>
        <p:sp>
          <p:nvSpPr>
            <p:cNvPr id="4813" name="Google Shape;4813;p55"/>
            <p:cNvSpPr/>
            <p:nvPr/>
          </p:nvSpPr>
          <p:spPr>
            <a:xfrm>
              <a:off x="1111650" y="2794925"/>
              <a:ext cx="344575" cy="200400"/>
            </a:xfrm>
            <a:custGeom>
              <a:rect b="b" l="l" r="r" t="t"/>
              <a:pathLst>
                <a:path extrusionOk="0" h="8016" w="13783">
                  <a:moveTo>
                    <a:pt x="12340" y="962"/>
                  </a:moveTo>
                  <a:cubicBezTo>
                    <a:pt x="12605" y="963"/>
                    <a:pt x="12821" y="1177"/>
                    <a:pt x="12821" y="1443"/>
                  </a:cubicBezTo>
                  <a:lnTo>
                    <a:pt x="12821" y="5289"/>
                  </a:lnTo>
                  <a:cubicBezTo>
                    <a:pt x="12821" y="5554"/>
                    <a:pt x="12605" y="5769"/>
                    <a:pt x="12340" y="5769"/>
                  </a:cubicBezTo>
                  <a:lnTo>
                    <a:pt x="11700" y="5769"/>
                  </a:lnTo>
                  <a:cubicBezTo>
                    <a:pt x="11434" y="5769"/>
                    <a:pt x="11219" y="5985"/>
                    <a:pt x="11219" y="6251"/>
                  </a:cubicBezTo>
                  <a:lnTo>
                    <a:pt x="11219" y="6532"/>
                  </a:lnTo>
                  <a:lnTo>
                    <a:pt x="10397" y="5875"/>
                  </a:lnTo>
                  <a:cubicBezTo>
                    <a:pt x="10312" y="5808"/>
                    <a:pt x="10205" y="5769"/>
                    <a:pt x="10097" y="5769"/>
                  </a:cubicBezTo>
                  <a:lnTo>
                    <a:pt x="3687" y="5769"/>
                  </a:lnTo>
                  <a:cubicBezTo>
                    <a:pt x="3577" y="5769"/>
                    <a:pt x="3472" y="5808"/>
                    <a:pt x="3387" y="5875"/>
                  </a:cubicBezTo>
                  <a:lnTo>
                    <a:pt x="2565" y="6532"/>
                  </a:lnTo>
                  <a:lnTo>
                    <a:pt x="2565" y="6251"/>
                  </a:lnTo>
                  <a:cubicBezTo>
                    <a:pt x="2565" y="5985"/>
                    <a:pt x="2350" y="5769"/>
                    <a:pt x="2085" y="5769"/>
                  </a:cubicBezTo>
                  <a:lnTo>
                    <a:pt x="1443" y="5769"/>
                  </a:lnTo>
                  <a:cubicBezTo>
                    <a:pt x="1178" y="5769"/>
                    <a:pt x="963" y="5554"/>
                    <a:pt x="963" y="5289"/>
                  </a:cubicBezTo>
                  <a:lnTo>
                    <a:pt x="963" y="1443"/>
                  </a:lnTo>
                  <a:cubicBezTo>
                    <a:pt x="963" y="1177"/>
                    <a:pt x="1178" y="963"/>
                    <a:pt x="1443" y="962"/>
                  </a:cubicBezTo>
                  <a:close/>
                  <a:moveTo>
                    <a:pt x="1443" y="1"/>
                  </a:moveTo>
                  <a:cubicBezTo>
                    <a:pt x="647" y="2"/>
                    <a:pt x="2" y="647"/>
                    <a:pt x="1" y="1443"/>
                  </a:cubicBezTo>
                  <a:lnTo>
                    <a:pt x="1" y="5289"/>
                  </a:lnTo>
                  <a:cubicBezTo>
                    <a:pt x="2" y="6086"/>
                    <a:pt x="647" y="6730"/>
                    <a:pt x="1443" y="6732"/>
                  </a:cubicBezTo>
                  <a:lnTo>
                    <a:pt x="1603" y="6732"/>
                  </a:lnTo>
                  <a:lnTo>
                    <a:pt x="1603" y="7533"/>
                  </a:lnTo>
                  <a:cubicBezTo>
                    <a:pt x="1603" y="7818"/>
                    <a:pt x="1837" y="8015"/>
                    <a:pt x="2086" y="8015"/>
                  </a:cubicBezTo>
                  <a:cubicBezTo>
                    <a:pt x="2188" y="8015"/>
                    <a:pt x="2292" y="7982"/>
                    <a:pt x="2383" y="7909"/>
                  </a:cubicBezTo>
                  <a:lnTo>
                    <a:pt x="3855" y="6733"/>
                  </a:lnTo>
                  <a:lnTo>
                    <a:pt x="9928" y="6733"/>
                  </a:lnTo>
                  <a:lnTo>
                    <a:pt x="11399" y="7909"/>
                  </a:lnTo>
                  <a:cubicBezTo>
                    <a:pt x="11490" y="7982"/>
                    <a:pt x="11595" y="8015"/>
                    <a:pt x="11697" y="8015"/>
                  </a:cubicBezTo>
                  <a:cubicBezTo>
                    <a:pt x="11946" y="8015"/>
                    <a:pt x="12181" y="7820"/>
                    <a:pt x="12181" y="7534"/>
                  </a:cubicBezTo>
                  <a:lnTo>
                    <a:pt x="12181" y="6733"/>
                  </a:lnTo>
                  <a:lnTo>
                    <a:pt x="12340" y="6733"/>
                  </a:lnTo>
                  <a:cubicBezTo>
                    <a:pt x="13137" y="6732"/>
                    <a:pt x="13781" y="6086"/>
                    <a:pt x="13783" y="5291"/>
                  </a:cubicBezTo>
                  <a:lnTo>
                    <a:pt x="13783" y="1443"/>
                  </a:lnTo>
                  <a:cubicBezTo>
                    <a:pt x="13781" y="647"/>
                    <a:pt x="13137" y="2"/>
                    <a:pt x="123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4" name="Google Shape;4814;p55"/>
            <p:cNvSpPr/>
            <p:nvPr/>
          </p:nvSpPr>
          <p:spPr>
            <a:xfrm>
              <a:off x="1079575" y="3012800"/>
              <a:ext cx="408725" cy="192425"/>
            </a:xfrm>
            <a:custGeom>
              <a:rect b="b" l="l" r="r" t="t"/>
              <a:pathLst>
                <a:path extrusionOk="0" h="7697" w="16349">
                  <a:moveTo>
                    <a:pt x="3366" y="965"/>
                  </a:moveTo>
                  <a:cubicBezTo>
                    <a:pt x="3885" y="965"/>
                    <a:pt x="4352" y="1278"/>
                    <a:pt x="4551" y="1757"/>
                  </a:cubicBezTo>
                  <a:cubicBezTo>
                    <a:pt x="4749" y="2234"/>
                    <a:pt x="4639" y="2786"/>
                    <a:pt x="4273" y="3152"/>
                  </a:cubicBezTo>
                  <a:cubicBezTo>
                    <a:pt x="4028" y="3398"/>
                    <a:pt x="3699" y="3528"/>
                    <a:pt x="3366" y="3528"/>
                  </a:cubicBezTo>
                  <a:cubicBezTo>
                    <a:pt x="3201" y="3528"/>
                    <a:pt x="3035" y="3496"/>
                    <a:pt x="2877" y="3431"/>
                  </a:cubicBezTo>
                  <a:cubicBezTo>
                    <a:pt x="2398" y="3232"/>
                    <a:pt x="2085" y="2764"/>
                    <a:pt x="2085" y="2246"/>
                  </a:cubicBezTo>
                  <a:cubicBezTo>
                    <a:pt x="2086" y="1539"/>
                    <a:pt x="2659" y="966"/>
                    <a:pt x="3366" y="965"/>
                  </a:cubicBezTo>
                  <a:close/>
                  <a:moveTo>
                    <a:pt x="12982" y="965"/>
                  </a:moveTo>
                  <a:cubicBezTo>
                    <a:pt x="13500" y="965"/>
                    <a:pt x="13967" y="1278"/>
                    <a:pt x="14167" y="1757"/>
                  </a:cubicBezTo>
                  <a:cubicBezTo>
                    <a:pt x="14364" y="2234"/>
                    <a:pt x="14255" y="2786"/>
                    <a:pt x="13888" y="3152"/>
                  </a:cubicBezTo>
                  <a:cubicBezTo>
                    <a:pt x="13643" y="3398"/>
                    <a:pt x="13315" y="3528"/>
                    <a:pt x="12981" y="3528"/>
                  </a:cubicBezTo>
                  <a:cubicBezTo>
                    <a:pt x="12817" y="3528"/>
                    <a:pt x="12651" y="3496"/>
                    <a:pt x="12493" y="3431"/>
                  </a:cubicBezTo>
                  <a:cubicBezTo>
                    <a:pt x="12014" y="3232"/>
                    <a:pt x="11700" y="2764"/>
                    <a:pt x="11700" y="2246"/>
                  </a:cubicBezTo>
                  <a:cubicBezTo>
                    <a:pt x="11702" y="1539"/>
                    <a:pt x="12275" y="966"/>
                    <a:pt x="12982" y="965"/>
                  </a:cubicBezTo>
                  <a:close/>
                  <a:moveTo>
                    <a:pt x="7855" y="4491"/>
                  </a:moveTo>
                  <a:cubicBezTo>
                    <a:pt x="8115" y="4495"/>
                    <a:pt x="8325" y="4709"/>
                    <a:pt x="8325" y="4971"/>
                  </a:cubicBezTo>
                  <a:cubicBezTo>
                    <a:pt x="8325" y="5233"/>
                    <a:pt x="8115" y="5447"/>
                    <a:pt x="7855" y="5452"/>
                  </a:cubicBezTo>
                  <a:lnTo>
                    <a:pt x="7855" y="5453"/>
                  </a:lnTo>
                  <a:lnTo>
                    <a:pt x="6084" y="5453"/>
                  </a:lnTo>
                  <a:cubicBezTo>
                    <a:pt x="5752" y="5453"/>
                    <a:pt x="5520" y="5781"/>
                    <a:pt x="5630" y="6093"/>
                  </a:cubicBezTo>
                  <a:cubicBezTo>
                    <a:pt x="5705" y="6300"/>
                    <a:pt x="5749" y="6515"/>
                    <a:pt x="5765" y="6735"/>
                  </a:cubicBezTo>
                  <a:lnTo>
                    <a:pt x="969" y="6735"/>
                  </a:lnTo>
                  <a:cubicBezTo>
                    <a:pt x="1052" y="5482"/>
                    <a:pt x="2096" y="4491"/>
                    <a:pt x="3368" y="4491"/>
                  </a:cubicBezTo>
                  <a:close/>
                  <a:moveTo>
                    <a:pt x="12982" y="4491"/>
                  </a:moveTo>
                  <a:cubicBezTo>
                    <a:pt x="14255" y="4491"/>
                    <a:pt x="15299" y="5484"/>
                    <a:pt x="15381" y="6735"/>
                  </a:cubicBezTo>
                  <a:lnTo>
                    <a:pt x="10585" y="6735"/>
                  </a:lnTo>
                  <a:cubicBezTo>
                    <a:pt x="10599" y="6515"/>
                    <a:pt x="10645" y="6300"/>
                    <a:pt x="10719" y="6093"/>
                  </a:cubicBezTo>
                  <a:cubicBezTo>
                    <a:pt x="10829" y="5781"/>
                    <a:pt x="10596" y="5453"/>
                    <a:pt x="10265" y="5453"/>
                  </a:cubicBezTo>
                  <a:lnTo>
                    <a:pt x="9214" y="5453"/>
                  </a:lnTo>
                  <a:cubicBezTo>
                    <a:pt x="9324" y="5141"/>
                    <a:pt x="9324" y="4803"/>
                    <a:pt x="9214" y="4491"/>
                  </a:cubicBezTo>
                  <a:close/>
                  <a:moveTo>
                    <a:pt x="12982" y="1"/>
                  </a:moveTo>
                  <a:cubicBezTo>
                    <a:pt x="12195" y="1"/>
                    <a:pt x="11458" y="415"/>
                    <a:pt x="11052" y="1102"/>
                  </a:cubicBezTo>
                  <a:cubicBezTo>
                    <a:pt x="10604" y="1859"/>
                    <a:pt x="10639" y="2808"/>
                    <a:pt x="11143" y="3530"/>
                  </a:cubicBezTo>
                  <a:lnTo>
                    <a:pt x="5207" y="3530"/>
                  </a:lnTo>
                  <a:cubicBezTo>
                    <a:pt x="5709" y="2808"/>
                    <a:pt x="5746" y="1859"/>
                    <a:pt x="5296" y="1102"/>
                  </a:cubicBezTo>
                  <a:cubicBezTo>
                    <a:pt x="4890" y="416"/>
                    <a:pt x="4154" y="2"/>
                    <a:pt x="3368" y="2"/>
                  </a:cubicBezTo>
                  <a:cubicBezTo>
                    <a:pt x="3287" y="2"/>
                    <a:pt x="3206" y="7"/>
                    <a:pt x="3125" y="16"/>
                  </a:cubicBezTo>
                  <a:cubicBezTo>
                    <a:pt x="2250" y="111"/>
                    <a:pt x="1512" y="707"/>
                    <a:pt x="1235" y="1543"/>
                  </a:cubicBezTo>
                  <a:cubicBezTo>
                    <a:pt x="960" y="2378"/>
                    <a:pt x="1199" y="3297"/>
                    <a:pt x="1845" y="3893"/>
                  </a:cubicBezTo>
                  <a:cubicBezTo>
                    <a:pt x="714" y="4468"/>
                    <a:pt x="2" y="5627"/>
                    <a:pt x="1" y="6896"/>
                  </a:cubicBezTo>
                  <a:lnTo>
                    <a:pt x="1" y="7216"/>
                  </a:lnTo>
                  <a:cubicBezTo>
                    <a:pt x="1" y="7481"/>
                    <a:pt x="216" y="7697"/>
                    <a:pt x="483" y="7697"/>
                  </a:cubicBezTo>
                  <a:lnTo>
                    <a:pt x="6251" y="7697"/>
                  </a:lnTo>
                  <a:cubicBezTo>
                    <a:pt x="6516" y="7697"/>
                    <a:pt x="6733" y="7481"/>
                    <a:pt x="6733" y="7216"/>
                  </a:cubicBezTo>
                  <a:lnTo>
                    <a:pt x="6733" y="6896"/>
                  </a:lnTo>
                  <a:cubicBezTo>
                    <a:pt x="6732" y="6735"/>
                    <a:pt x="6720" y="6573"/>
                    <a:pt x="6696" y="6414"/>
                  </a:cubicBezTo>
                  <a:lnTo>
                    <a:pt x="9653" y="6414"/>
                  </a:lnTo>
                  <a:cubicBezTo>
                    <a:pt x="9628" y="6573"/>
                    <a:pt x="9617" y="6735"/>
                    <a:pt x="9617" y="6896"/>
                  </a:cubicBezTo>
                  <a:lnTo>
                    <a:pt x="9617" y="7216"/>
                  </a:lnTo>
                  <a:cubicBezTo>
                    <a:pt x="9617" y="7481"/>
                    <a:pt x="9832" y="7697"/>
                    <a:pt x="10098" y="7697"/>
                  </a:cubicBezTo>
                  <a:lnTo>
                    <a:pt x="15867" y="7697"/>
                  </a:lnTo>
                  <a:cubicBezTo>
                    <a:pt x="16133" y="7697"/>
                    <a:pt x="16349" y="7481"/>
                    <a:pt x="16349" y="7216"/>
                  </a:cubicBezTo>
                  <a:lnTo>
                    <a:pt x="16349" y="6896"/>
                  </a:lnTo>
                  <a:cubicBezTo>
                    <a:pt x="16347" y="5627"/>
                    <a:pt x="15634" y="4468"/>
                    <a:pt x="14505" y="3893"/>
                  </a:cubicBezTo>
                  <a:cubicBezTo>
                    <a:pt x="15151" y="3297"/>
                    <a:pt x="15389" y="2378"/>
                    <a:pt x="15114" y="1542"/>
                  </a:cubicBezTo>
                  <a:cubicBezTo>
                    <a:pt x="14837" y="707"/>
                    <a:pt x="14099" y="109"/>
                    <a:pt x="13225" y="14"/>
                  </a:cubicBezTo>
                  <a:cubicBezTo>
                    <a:pt x="13144" y="5"/>
                    <a:pt x="13063" y="1"/>
                    <a:pt x="1298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5" name="Google Shape;4815;p55"/>
            <p:cNvSpPr/>
            <p:nvPr/>
          </p:nvSpPr>
          <p:spPr>
            <a:xfrm>
              <a:off x="1299925" y="2843000"/>
              <a:ext cx="28100" cy="24050"/>
            </a:xfrm>
            <a:custGeom>
              <a:rect b="b" l="l" r="r" t="t"/>
              <a:pathLst>
                <a:path extrusionOk="0" h="962" w="1124">
                  <a:moveTo>
                    <a:pt x="641" y="1"/>
                  </a:moveTo>
                  <a:cubicBezTo>
                    <a:pt x="213" y="1"/>
                    <a:pt x="0" y="518"/>
                    <a:pt x="302" y="821"/>
                  </a:cubicBezTo>
                  <a:cubicBezTo>
                    <a:pt x="394" y="913"/>
                    <a:pt x="516" y="962"/>
                    <a:pt x="641" y="962"/>
                  </a:cubicBezTo>
                  <a:cubicBezTo>
                    <a:pt x="704" y="962"/>
                    <a:pt x="766" y="950"/>
                    <a:pt x="826" y="925"/>
                  </a:cubicBezTo>
                  <a:cubicBezTo>
                    <a:pt x="1006" y="852"/>
                    <a:pt x="1123" y="676"/>
                    <a:pt x="1123" y="481"/>
                  </a:cubicBezTo>
                  <a:cubicBezTo>
                    <a:pt x="1123" y="215"/>
                    <a:pt x="908" y="1"/>
                    <a:pt x="643" y="1"/>
                  </a:cubicBezTo>
                  <a:cubicBezTo>
                    <a:pt x="642" y="1"/>
                    <a:pt x="642" y="1"/>
                    <a:pt x="64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6" name="Google Shape;4816;p55"/>
            <p:cNvSpPr/>
            <p:nvPr/>
          </p:nvSpPr>
          <p:spPr>
            <a:xfrm>
              <a:off x="1235800" y="2843000"/>
              <a:ext cx="28100" cy="24050"/>
            </a:xfrm>
            <a:custGeom>
              <a:rect b="b" l="l" r="r" t="t"/>
              <a:pathLst>
                <a:path extrusionOk="0" h="962" w="1124">
                  <a:moveTo>
                    <a:pt x="646" y="1"/>
                  </a:moveTo>
                  <a:cubicBezTo>
                    <a:pt x="645" y="1"/>
                    <a:pt x="645" y="1"/>
                    <a:pt x="644" y="1"/>
                  </a:cubicBezTo>
                  <a:cubicBezTo>
                    <a:pt x="215" y="1"/>
                    <a:pt x="1" y="518"/>
                    <a:pt x="304" y="821"/>
                  </a:cubicBezTo>
                  <a:cubicBezTo>
                    <a:pt x="395" y="913"/>
                    <a:pt x="518" y="962"/>
                    <a:pt x="643" y="962"/>
                  </a:cubicBezTo>
                  <a:cubicBezTo>
                    <a:pt x="705" y="962"/>
                    <a:pt x="767" y="950"/>
                    <a:pt x="827" y="925"/>
                  </a:cubicBezTo>
                  <a:cubicBezTo>
                    <a:pt x="1007" y="852"/>
                    <a:pt x="1124" y="676"/>
                    <a:pt x="1124" y="481"/>
                  </a:cubicBezTo>
                  <a:cubicBezTo>
                    <a:pt x="1124" y="215"/>
                    <a:pt x="910" y="1"/>
                    <a:pt x="6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7" name="Google Shape;4817;p55"/>
            <p:cNvSpPr/>
            <p:nvPr/>
          </p:nvSpPr>
          <p:spPr>
            <a:xfrm>
              <a:off x="1238650" y="2882900"/>
              <a:ext cx="90750" cy="37500"/>
            </a:xfrm>
            <a:custGeom>
              <a:rect b="b" l="l" r="r" t="t"/>
              <a:pathLst>
                <a:path extrusionOk="0" h="1500" w="3630">
                  <a:moveTo>
                    <a:pt x="3100" y="1"/>
                  </a:moveTo>
                  <a:cubicBezTo>
                    <a:pt x="2974" y="1"/>
                    <a:pt x="2848" y="50"/>
                    <a:pt x="2753" y="149"/>
                  </a:cubicBezTo>
                  <a:cubicBezTo>
                    <a:pt x="2493" y="409"/>
                    <a:pt x="2152" y="539"/>
                    <a:pt x="1811" y="539"/>
                  </a:cubicBezTo>
                  <a:cubicBezTo>
                    <a:pt x="1470" y="539"/>
                    <a:pt x="1129" y="409"/>
                    <a:pt x="869" y="149"/>
                  </a:cubicBezTo>
                  <a:cubicBezTo>
                    <a:pt x="776" y="54"/>
                    <a:pt x="653" y="7"/>
                    <a:pt x="530" y="7"/>
                  </a:cubicBezTo>
                  <a:cubicBezTo>
                    <a:pt x="407" y="7"/>
                    <a:pt x="284" y="54"/>
                    <a:pt x="190" y="149"/>
                  </a:cubicBezTo>
                  <a:cubicBezTo>
                    <a:pt x="1" y="336"/>
                    <a:pt x="1" y="641"/>
                    <a:pt x="190" y="828"/>
                  </a:cubicBezTo>
                  <a:cubicBezTo>
                    <a:pt x="637" y="1276"/>
                    <a:pt x="1224" y="1500"/>
                    <a:pt x="1811" y="1500"/>
                  </a:cubicBezTo>
                  <a:cubicBezTo>
                    <a:pt x="2398" y="1500"/>
                    <a:pt x="2986" y="1276"/>
                    <a:pt x="3434" y="828"/>
                  </a:cubicBezTo>
                  <a:cubicBezTo>
                    <a:pt x="3627" y="641"/>
                    <a:pt x="3630" y="332"/>
                    <a:pt x="3440" y="142"/>
                  </a:cubicBezTo>
                  <a:cubicBezTo>
                    <a:pt x="3346" y="48"/>
                    <a:pt x="3223" y="1"/>
                    <a:pt x="310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818" name="Google Shape;4818;p55"/>
          <p:cNvSpPr/>
          <p:nvPr/>
        </p:nvSpPr>
        <p:spPr>
          <a:xfrm>
            <a:off x="5539393" y="2883994"/>
            <a:ext cx="355195" cy="354827"/>
          </a:xfrm>
          <a:custGeom>
            <a:rect b="b" l="l" r="r" t="t"/>
            <a:pathLst>
              <a:path extrusionOk="0" h="16412" w="16429">
                <a:moveTo>
                  <a:pt x="9039" y="2885"/>
                </a:moveTo>
                <a:lnTo>
                  <a:pt x="9039" y="4488"/>
                </a:lnTo>
                <a:lnTo>
                  <a:pt x="8174" y="4488"/>
                </a:lnTo>
                <a:cubicBezTo>
                  <a:pt x="7731" y="4487"/>
                  <a:pt x="7373" y="4130"/>
                  <a:pt x="7371" y="3687"/>
                </a:cubicBezTo>
                <a:cubicBezTo>
                  <a:pt x="7373" y="3245"/>
                  <a:pt x="7731" y="2886"/>
                  <a:pt x="8174" y="2885"/>
                </a:cubicBezTo>
                <a:close/>
                <a:moveTo>
                  <a:pt x="14500" y="2725"/>
                </a:moveTo>
                <a:cubicBezTo>
                  <a:pt x="15032" y="2725"/>
                  <a:pt x="15462" y="3154"/>
                  <a:pt x="15462" y="3687"/>
                </a:cubicBezTo>
                <a:cubicBezTo>
                  <a:pt x="15462" y="4219"/>
                  <a:pt x="15032" y="4648"/>
                  <a:pt x="14500" y="4648"/>
                </a:cubicBezTo>
                <a:cubicBezTo>
                  <a:pt x="14496" y="4648"/>
                  <a:pt x="14491" y="4648"/>
                  <a:pt x="14487" y="4648"/>
                </a:cubicBezTo>
                <a:lnTo>
                  <a:pt x="14487" y="2725"/>
                </a:lnTo>
                <a:cubicBezTo>
                  <a:pt x="14491" y="2725"/>
                  <a:pt x="14496" y="2725"/>
                  <a:pt x="14500" y="2725"/>
                </a:cubicBezTo>
                <a:close/>
                <a:moveTo>
                  <a:pt x="13526" y="1549"/>
                </a:moveTo>
                <a:lnTo>
                  <a:pt x="13526" y="5824"/>
                </a:lnTo>
                <a:cubicBezTo>
                  <a:pt x="12501" y="5055"/>
                  <a:pt x="11278" y="4598"/>
                  <a:pt x="10000" y="4504"/>
                </a:cubicBezTo>
                <a:lnTo>
                  <a:pt x="10000" y="2869"/>
                </a:lnTo>
                <a:cubicBezTo>
                  <a:pt x="11278" y="2775"/>
                  <a:pt x="12501" y="2318"/>
                  <a:pt x="13526" y="1549"/>
                </a:cubicBezTo>
                <a:close/>
                <a:moveTo>
                  <a:pt x="3685" y="7437"/>
                </a:moveTo>
                <a:cubicBezTo>
                  <a:pt x="4061" y="7437"/>
                  <a:pt x="4429" y="7583"/>
                  <a:pt x="4706" y="7860"/>
                </a:cubicBezTo>
                <a:cubicBezTo>
                  <a:pt x="5119" y="8271"/>
                  <a:pt x="5242" y="8892"/>
                  <a:pt x="5019" y="9431"/>
                </a:cubicBezTo>
                <a:cubicBezTo>
                  <a:pt x="4795" y="9970"/>
                  <a:pt x="4269" y="10321"/>
                  <a:pt x="3687" y="10321"/>
                </a:cubicBezTo>
                <a:cubicBezTo>
                  <a:pt x="2890" y="10321"/>
                  <a:pt x="2244" y="9675"/>
                  <a:pt x="2244" y="8879"/>
                </a:cubicBezTo>
                <a:cubicBezTo>
                  <a:pt x="2244" y="8296"/>
                  <a:pt x="2596" y="7770"/>
                  <a:pt x="3134" y="7546"/>
                </a:cubicBezTo>
                <a:cubicBezTo>
                  <a:pt x="3313" y="7472"/>
                  <a:pt x="3500" y="7437"/>
                  <a:pt x="3685" y="7437"/>
                </a:cubicBezTo>
                <a:close/>
                <a:moveTo>
                  <a:pt x="8814" y="7447"/>
                </a:moveTo>
                <a:cubicBezTo>
                  <a:pt x="9076" y="7447"/>
                  <a:pt x="9290" y="7656"/>
                  <a:pt x="9295" y="7918"/>
                </a:cubicBezTo>
                <a:lnTo>
                  <a:pt x="9295" y="11443"/>
                </a:lnTo>
                <a:cubicBezTo>
                  <a:pt x="9294" y="11885"/>
                  <a:pt x="8937" y="12244"/>
                  <a:pt x="8494" y="12244"/>
                </a:cubicBezTo>
                <a:lnTo>
                  <a:pt x="6623" y="12244"/>
                </a:lnTo>
                <a:cubicBezTo>
                  <a:pt x="6276" y="12244"/>
                  <a:pt x="6043" y="12600"/>
                  <a:pt x="6182" y="12918"/>
                </a:cubicBezTo>
                <a:cubicBezTo>
                  <a:pt x="6333" y="13262"/>
                  <a:pt x="6410" y="13632"/>
                  <a:pt x="6410" y="14007"/>
                </a:cubicBezTo>
                <a:lnTo>
                  <a:pt x="6410" y="15450"/>
                </a:lnTo>
                <a:lnTo>
                  <a:pt x="961" y="15450"/>
                </a:lnTo>
                <a:lnTo>
                  <a:pt x="961" y="14007"/>
                </a:lnTo>
                <a:cubicBezTo>
                  <a:pt x="961" y="12505"/>
                  <a:pt x="2184" y="11283"/>
                  <a:pt x="3685" y="11283"/>
                </a:cubicBezTo>
                <a:lnTo>
                  <a:pt x="7853" y="11283"/>
                </a:lnTo>
                <a:cubicBezTo>
                  <a:pt x="8118" y="11283"/>
                  <a:pt x="8333" y="11068"/>
                  <a:pt x="8333" y="10802"/>
                </a:cubicBezTo>
                <a:lnTo>
                  <a:pt x="8333" y="7918"/>
                </a:lnTo>
                <a:cubicBezTo>
                  <a:pt x="8339" y="7656"/>
                  <a:pt x="8553" y="7447"/>
                  <a:pt x="8814" y="7447"/>
                </a:cubicBezTo>
                <a:close/>
                <a:moveTo>
                  <a:pt x="14003" y="0"/>
                </a:moveTo>
                <a:cubicBezTo>
                  <a:pt x="13885" y="0"/>
                  <a:pt x="13765" y="44"/>
                  <a:pt x="13667" y="142"/>
                </a:cubicBezTo>
                <a:lnTo>
                  <a:pt x="13557" y="252"/>
                </a:lnTo>
                <a:cubicBezTo>
                  <a:pt x="12492" y="1323"/>
                  <a:pt x="11046" y="1924"/>
                  <a:pt x="9536" y="1924"/>
                </a:cubicBezTo>
                <a:cubicBezTo>
                  <a:pt x="9531" y="1924"/>
                  <a:pt x="9525" y="1924"/>
                  <a:pt x="9520" y="1924"/>
                </a:cubicBezTo>
                <a:lnTo>
                  <a:pt x="8174" y="1924"/>
                </a:lnTo>
                <a:cubicBezTo>
                  <a:pt x="8167" y="1924"/>
                  <a:pt x="8161" y="1924"/>
                  <a:pt x="8155" y="1924"/>
                </a:cubicBezTo>
                <a:cubicBezTo>
                  <a:pt x="7182" y="1924"/>
                  <a:pt x="6393" y="2712"/>
                  <a:pt x="6393" y="3687"/>
                </a:cubicBezTo>
                <a:cubicBezTo>
                  <a:pt x="6393" y="4662"/>
                  <a:pt x="7182" y="5451"/>
                  <a:pt x="8155" y="5451"/>
                </a:cubicBezTo>
                <a:cubicBezTo>
                  <a:pt x="8161" y="5451"/>
                  <a:pt x="8167" y="5451"/>
                  <a:pt x="8174" y="5451"/>
                </a:cubicBezTo>
                <a:lnTo>
                  <a:pt x="8333" y="5451"/>
                </a:lnTo>
                <a:lnTo>
                  <a:pt x="8333" y="6559"/>
                </a:lnTo>
                <a:cubicBezTo>
                  <a:pt x="7758" y="6763"/>
                  <a:pt x="7373" y="7307"/>
                  <a:pt x="7371" y="7918"/>
                </a:cubicBezTo>
                <a:lnTo>
                  <a:pt x="7371" y="10323"/>
                </a:lnTo>
                <a:lnTo>
                  <a:pt x="5608" y="10323"/>
                </a:lnTo>
                <a:cubicBezTo>
                  <a:pt x="5921" y="9907"/>
                  <a:pt x="6090" y="9400"/>
                  <a:pt x="6090" y="8880"/>
                </a:cubicBezTo>
                <a:cubicBezTo>
                  <a:pt x="6090" y="7555"/>
                  <a:pt x="5012" y="6476"/>
                  <a:pt x="3685" y="6476"/>
                </a:cubicBezTo>
                <a:cubicBezTo>
                  <a:pt x="2360" y="6476"/>
                  <a:pt x="1282" y="7555"/>
                  <a:pt x="1282" y="8880"/>
                </a:cubicBezTo>
                <a:cubicBezTo>
                  <a:pt x="1282" y="9570"/>
                  <a:pt x="1579" y="10226"/>
                  <a:pt x="2098" y="10682"/>
                </a:cubicBezTo>
                <a:cubicBezTo>
                  <a:pt x="859" y="11276"/>
                  <a:pt x="0" y="12544"/>
                  <a:pt x="0" y="14007"/>
                </a:cubicBezTo>
                <a:lnTo>
                  <a:pt x="0" y="15932"/>
                </a:lnTo>
                <a:cubicBezTo>
                  <a:pt x="0" y="16197"/>
                  <a:pt x="216" y="16412"/>
                  <a:pt x="481" y="16412"/>
                </a:cubicBezTo>
                <a:lnTo>
                  <a:pt x="6891" y="16412"/>
                </a:lnTo>
                <a:cubicBezTo>
                  <a:pt x="7157" y="16412"/>
                  <a:pt x="7373" y="16197"/>
                  <a:pt x="7371" y="15932"/>
                </a:cubicBezTo>
                <a:lnTo>
                  <a:pt x="7371" y="14007"/>
                </a:lnTo>
                <a:cubicBezTo>
                  <a:pt x="7373" y="13738"/>
                  <a:pt x="7343" y="13470"/>
                  <a:pt x="7285" y="13206"/>
                </a:cubicBezTo>
                <a:lnTo>
                  <a:pt x="8494" y="13206"/>
                </a:lnTo>
                <a:cubicBezTo>
                  <a:pt x="9467" y="13205"/>
                  <a:pt x="10256" y="12417"/>
                  <a:pt x="10256" y="11443"/>
                </a:cubicBezTo>
                <a:lnTo>
                  <a:pt x="10256" y="7918"/>
                </a:lnTo>
                <a:cubicBezTo>
                  <a:pt x="10256" y="7306"/>
                  <a:pt x="9871" y="6763"/>
                  <a:pt x="9295" y="6558"/>
                </a:cubicBezTo>
                <a:lnTo>
                  <a:pt x="9295" y="5449"/>
                </a:lnTo>
                <a:lnTo>
                  <a:pt x="9520" y="5449"/>
                </a:lnTo>
                <a:cubicBezTo>
                  <a:pt x="9523" y="5449"/>
                  <a:pt x="9527" y="5449"/>
                  <a:pt x="9531" y="5449"/>
                </a:cubicBezTo>
                <a:cubicBezTo>
                  <a:pt x="11042" y="5449"/>
                  <a:pt x="12491" y="6051"/>
                  <a:pt x="13557" y="7121"/>
                </a:cubicBezTo>
                <a:lnTo>
                  <a:pt x="13667" y="7231"/>
                </a:lnTo>
                <a:cubicBezTo>
                  <a:pt x="13759" y="7324"/>
                  <a:pt x="13883" y="7373"/>
                  <a:pt x="14008" y="7373"/>
                </a:cubicBezTo>
                <a:cubicBezTo>
                  <a:pt x="14070" y="7373"/>
                  <a:pt x="14132" y="7361"/>
                  <a:pt x="14191" y="7337"/>
                </a:cubicBezTo>
                <a:cubicBezTo>
                  <a:pt x="14370" y="7262"/>
                  <a:pt x="14487" y="7086"/>
                  <a:pt x="14487" y="6892"/>
                </a:cubicBezTo>
                <a:lnTo>
                  <a:pt x="14487" y="5610"/>
                </a:lnTo>
                <a:cubicBezTo>
                  <a:pt x="14493" y="5610"/>
                  <a:pt x="14500" y="5610"/>
                  <a:pt x="14506" y="5610"/>
                </a:cubicBezTo>
                <a:cubicBezTo>
                  <a:pt x="15568" y="5610"/>
                  <a:pt x="16429" y="4750"/>
                  <a:pt x="16429" y="3687"/>
                </a:cubicBezTo>
                <a:cubicBezTo>
                  <a:pt x="16429" y="2625"/>
                  <a:pt x="15568" y="1764"/>
                  <a:pt x="14506" y="1764"/>
                </a:cubicBezTo>
                <a:cubicBezTo>
                  <a:pt x="14500" y="1764"/>
                  <a:pt x="14493" y="1764"/>
                  <a:pt x="14487" y="1764"/>
                </a:cubicBezTo>
                <a:lnTo>
                  <a:pt x="14487" y="1763"/>
                </a:lnTo>
                <a:lnTo>
                  <a:pt x="14487" y="482"/>
                </a:lnTo>
                <a:cubicBezTo>
                  <a:pt x="14488" y="192"/>
                  <a:pt x="14251" y="0"/>
                  <a:pt x="140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819" name="Google Shape;4819;p55"/>
          <p:cNvGrpSpPr/>
          <p:nvPr/>
        </p:nvGrpSpPr>
        <p:grpSpPr>
          <a:xfrm>
            <a:off x="6297248" y="2883862"/>
            <a:ext cx="353465" cy="354849"/>
            <a:chOff x="6894725" y="3524525"/>
            <a:chExt cx="408725" cy="410325"/>
          </a:xfrm>
        </p:grpSpPr>
        <p:sp>
          <p:nvSpPr>
            <p:cNvPr id="4820" name="Google Shape;4820;p55"/>
            <p:cNvSpPr/>
            <p:nvPr/>
          </p:nvSpPr>
          <p:spPr>
            <a:xfrm>
              <a:off x="6894725" y="3524525"/>
              <a:ext cx="408725" cy="168325"/>
            </a:xfrm>
            <a:custGeom>
              <a:rect b="b" l="l" r="r" t="t"/>
              <a:pathLst>
                <a:path extrusionOk="0" h="6733" w="16349">
                  <a:moveTo>
                    <a:pt x="3047" y="964"/>
                  </a:moveTo>
                  <a:cubicBezTo>
                    <a:pt x="3297" y="964"/>
                    <a:pt x="3542" y="1061"/>
                    <a:pt x="3726" y="1245"/>
                  </a:cubicBezTo>
                  <a:cubicBezTo>
                    <a:pt x="4002" y="1521"/>
                    <a:pt x="4084" y="1934"/>
                    <a:pt x="3934" y="2294"/>
                  </a:cubicBezTo>
                  <a:cubicBezTo>
                    <a:pt x="3786" y="2653"/>
                    <a:pt x="3435" y="2887"/>
                    <a:pt x="3047" y="2887"/>
                  </a:cubicBezTo>
                  <a:cubicBezTo>
                    <a:pt x="2515" y="2887"/>
                    <a:pt x="2085" y="2457"/>
                    <a:pt x="2085" y="1925"/>
                  </a:cubicBezTo>
                  <a:cubicBezTo>
                    <a:pt x="2085" y="1537"/>
                    <a:pt x="2319" y="1185"/>
                    <a:pt x="2678" y="1037"/>
                  </a:cubicBezTo>
                  <a:cubicBezTo>
                    <a:pt x="2797" y="988"/>
                    <a:pt x="2923" y="964"/>
                    <a:pt x="3047" y="964"/>
                  </a:cubicBezTo>
                  <a:close/>
                  <a:moveTo>
                    <a:pt x="8175" y="964"/>
                  </a:moveTo>
                  <a:cubicBezTo>
                    <a:pt x="8426" y="964"/>
                    <a:pt x="8671" y="1061"/>
                    <a:pt x="8855" y="1245"/>
                  </a:cubicBezTo>
                  <a:cubicBezTo>
                    <a:pt x="9130" y="1521"/>
                    <a:pt x="9212" y="1934"/>
                    <a:pt x="9063" y="2294"/>
                  </a:cubicBezTo>
                  <a:cubicBezTo>
                    <a:pt x="8914" y="2653"/>
                    <a:pt x="8564" y="2887"/>
                    <a:pt x="8174" y="2887"/>
                  </a:cubicBezTo>
                  <a:cubicBezTo>
                    <a:pt x="7644" y="2887"/>
                    <a:pt x="7213" y="2457"/>
                    <a:pt x="7213" y="1925"/>
                  </a:cubicBezTo>
                  <a:cubicBezTo>
                    <a:pt x="7213" y="1537"/>
                    <a:pt x="7448" y="1185"/>
                    <a:pt x="7806" y="1037"/>
                  </a:cubicBezTo>
                  <a:cubicBezTo>
                    <a:pt x="7926" y="988"/>
                    <a:pt x="8051" y="964"/>
                    <a:pt x="8175" y="964"/>
                  </a:cubicBezTo>
                  <a:close/>
                  <a:moveTo>
                    <a:pt x="13303" y="964"/>
                  </a:moveTo>
                  <a:cubicBezTo>
                    <a:pt x="13553" y="964"/>
                    <a:pt x="13800" y="1061"/>
                    <a:pt x="13984" y="1245"/>
                  </a:cubicBezTo>
                  <a:cubicBezTo>
                    <a:pt x="14257" y="1521"/>
                    <a:pt x="14341" y="1934"/>
                    <a:pt x="14191" y="2294"/>
                  </a:cubicBezTo>
                  <a:cubicBezTo>
                    <a:pt x="14042" y="2653"/>
                    <a:pt x="13692" y="2887"/>
                    <a:pt x="13303" y="2887"/>
                  </a:cubicBezTo>
                  <a:cubicBezTo>
                    <a:pt x="12772" y="2887"/>
                    <a:pt x="12342" y="2457"/>
                    <a:pt x="12342" y="1925"/>
                  </a:cubicBezTo>
                  <a:cubicBezTo>
                    <a:pt x="12342" y="1537"/>
                    <a:pt x="12576" y="1185"/>
                    <a:pt x="12935" y="1037"/>
                  </a:cubicBezTo>
                  <a:cubicBezTo>
                    <a:pt x="13054" y="988"/>
                    <a:pt x="13179" y="964"/>
                    <a:pt x="13303" y="964"/>
                  </a:cubicBezTo>
                  <a:close/>
                  <a:moveTo>
                    <a:pt x="3045" y="3845"/>
                  </a:moveTo>
                  <a:cubicBezTo>
                    <a:pt x="4136" y="3845"/>
                    <a:pt x="5041" y="4685"/>
                    <a:pt x="5123" y="5772"/>
                  </a:cubicBezTo>
                  <a:lnTo>
                    <a:pt x="967" y="5772"/>
                  </a:lnTo>
                  <a:cubicBezTo>
                    <a:pt x="1049" y="4685"/>
                    <a:pt x="1956" y="3845"/>
                    <a:pt x="3045" y="3845"/>
                  </a:cubicBezTo>
                  <a:close/>
                  <a:moveTo>
                    <a:pt x="8174" y="3845"/>
                  </a:moveTo>
                  <a:cubicBezTo>
                    <a:pt x="9264" y="3845"/>
                    <a:pt x="10170" y="4685"/>
                    <a:pt x="10252" y="5772"/>
                  </a:cubicBezTo>
                  <a:lnTo>
                    <a:pt x="6096" y="5772"/>
                  </a:lnTo>
                  <a:cubicBezTo>
                    <a:pt x="6178" y="4685"/>
                    <a:pt x="7084" y="3845"/>
                    <a:pt x="8174" y="3845"/>
                  </a:cubicBezTo>
                  <a:close/>
                  <a:moveTo>
                    <a:pt x="13303" y="3845"/>
                  </a:moveTo>
                  <a:cubicBezTo>
                    <a:pt x="14392" y="3845"/>
                    <a:pt x="15299" y="4685"/>
                    <a:pt x="15381" y="5772"/>
                  </a:cubicBezTo>
                  <a:lnTo>
                    <a:pt x="11224" y="5772"/>
                  </a:lnTo>
                  <a:cubicBezTo>
                    <a:pt x="11306" y="4685"/>
                    <a:pt x="12211" y="3845"/>
                    <a:pt x="13303" y="3845"/>
                  </a:cubicBezTo>
                  <a:close/>
                  <a:moveTo>
                    <a:pt x="3047" y="1"/>
                  </a:moveTo>
                  <a:cubicBezTo>
                    <a:pt x="2281" y="1"/>
                    <a:pt x="1588" y="455"/>
                    <a:pt x="1284" y="1156"/>
                  </a:cubicBezTo>
                  <a:cubicBezTo>
                    <a:pt x="978" y="1858"/>
                    <a:pt x="1117" y="2673"/>
                    <a:pt x="1638" y="3233"/>
                  </a:cubicBezTo>
                  <a:cubicBezTo>
                    <a:pt x="632" y="3758"/>
                    <a:pt x="2" y="4798"/>
                    <a:pt x="1" y="5932"/>
                  </a:cubicBezTo>
                  <a:lnTo>
                    <a:pt x="1" y="6252"/>
                  </a:lnTo>
                  <a:cubicBezTo>
                    <a:pt x="1" y="6518"/>
                    <a:pt x="216" y="6733"/>
                    <a:pt x="483" y="6733"/>
                  </a:cubicBezTo>
                  <a:lnTo>
                    <a:pt x="15867" y="6733"/>
                  </a:lnTo>
                  <a:cubicBezTo>
                    <a:pt x="16133" y="6733"/>
                    <a:pt x="16349" y="6518"/>
                    <a:pt x="16349" y="6252"/>
                  </a:cubicBezTo>
                  <a:lnTo>
                    <a:pt x="16349" y="5932"/>
                  </a:lnTo>
                  <a:cubicBezTo>
                    <a:pt x="16347" y="4798"/>
                    <a:pt x="15716" y="3758"/>
                    <a:pt x="14711" y="3233"/>
                  </a:cubicBezTo>
                  <a:cubicBezTo>
                    <a:pt x="15233" y="2673"/>
                    <a:pt x="15372" y="1858"/>
                    <a:pt x="15066" y="1156"/>
                  </a:cubicBezTo>
                  <a:cubicBezTo>
                    <a:pt x="14760" y="455"/>
                    <a:pt x="14068" y="1"/>
                    <a:pt x="13303" y="1"/>
                  </a:cubicBezTo>
                  <a:cubicBezTo>
                    <a:pt x="12538" y="1"/>
                    <a:pt x="11845" y="455"/>
                    <a:pt x="11539" y="1156"/>
                  </a:cubicBezTo>
                  <a:cubicBezTo>
                    <a:pt x="11235" y="1858"/>
                    <a:pt x="11374" y="2673"/>
                    <a:pt x="11895" y="3233"/>
                  </a:cubicBezTo>
                  <a:cubicBezTo>
                    <a:pt x="11424" y="3480"/>
                    <a:pt x="11025" y="3845"/>
                    <a:pt x="10738" y="4292"/>
                  </a:cubicBezTo>
                  <a:cubicBezTo>
                    <a:pt x="10451" y="3845"/>
                    <a:pt x="10053" y="3480"/>
                    <a:pt x="9583" y="3233"/>
                  </a:cubicBezTo>
                  <a:cubicBezTo>
                    <a:pt x="10104" y="2673"/>
                    <a:pt x="10243" y="1858"/>
                    <a:pt x="9937" y="1156"/>
                  </a:cubicBezTo>
                  <a:cubicBezTo>
                    <a:pt x="9631" y="455"/>
                    <a:pt x="8940" y="1"/>
                    <a:pt x="8174" y="1"/>
                  </a:cubicBezTo>
                  <a:cubicBezTo>
                    <a:pt x="7410" y="1"/>
                    <a:pt x="6717" y="455"/>
                    <a:pt x="6412" y="1156"/>
                  </a:cubicBezTo>
                  <a:cubicBezTo>
                    <a:pt x="6106" y="1858"/>
                    <a:pt x="6245" y="2673"/>
                    <a:pt x="6767" y="3233"/>
                  </a:cubicBezTo>
                  <a:cubicBezTo>
                    <a:pt x="6295" y="3480"/>
                    <a:pt x="5898" y="3845"/>
                    <a:pt x="5611" y="4292"/>
                  </a:cubicBezTo>
                  <a:cubicBezTo>
                    <a:pt x="5323" y="3845"/>
                    <a:pt x="4924" y="3480"/>
                    <a:pt x="4454" y="3233"/>
                  </a:cubicBezTo>
                  <a:cubicBezTo>
                    <a:pt x="4976" y="2673"/>
                    <a:pt x="5115" y="1858"/>
                    <a:pt x="4809" y="1156"/>
                  </a:cubicBezTo>
                  <a:cubicBezTo>
                    <a:pt x="4504" y="455"/>
                    <a:pt x="3811" y="1"/>
                    <a:pt x="30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1" name="Google Shape;4821;p55"/>
            <p:cNvSpPr/>
            <p:nvPr/>
          </p:nvSpPr>
          <p:spPr>
            <a:xfrm>
              <a:off x="7006950" y="3718500"/>
              <a:ext cx="184325" cy="216350"/>
            </a:xfrm>
            <a:custGeom>
              <a:rect b="b" l="l" r="r" t="t"/>
              <a:pathLst>
                <a:path extrusionOk="0" h="8654" w="7373">
                  <a:moveTo>
                    <a:pt x="3684" y="961"/>
                  </a:moveTo>
                  <a:cubicBezTo>
                    <a:pt x="4060" y="961"/>
                    <a:pt x="4429" y="1108"/>
                    <a:pt x="4706" y="1384"/>
                  </a:cubicBezTo>
                  <a:cubicBezTo>
                    <a:pt x="5117" y="1797"/>
                    <a:pt x="5242" y="2417"/>
                    <a:pt x="5018" y="2956"/>
                  </a:cubicBezTo>
                  <a:cubicBezTo>
                    <a:pt x="4795" y="3495"/>
                    <a:pt x="4268" y="3846"/>
                    <a:pt x="3685" y="3846"/>
                  </a:cubicBezTo>
                  <a:cubicBezTo>
                    <a:pt x="2888" y="3846"/>
                    <a:pt x="2244" y="3200"/>
                    <a:pt x="2242" y="2404"/>
                  </a:cubicBezTo>
                  <a:cubicBezTo>
                    <a:pt x="2242" y="1821"/>
                    <a:pt x="2594" y="1295"/>
                    <a:pt x="3133" y="1071"/>
                  </a:cubicBezTo>
                  <a:cubicBezTo>
                    <a:pt x="3311" y="997"/>
                    <a:pt x="3498" y="961"/>
                    <a:pt x="3684" y="961"/>
                  </a:cubicBezTo>
                  <a:close/>
                  <a:moveTo>
                    <a:pt x="3685" y="4808"/>
                  </a:moveTo>
                  <a:cubicBezTo>
                    <a:pt x="5188" y="4808"/>
                    <a:pt x="6409" y="6030"/>
                    <a:pt x="6409" y="7532"/>
                  </a:cubicBezTo>
                  <a:lnTo>
                    <a:pt x="6409" y="7693"/>
                  </a:lnTo>
                  <a:lnTo>
                    <a:pt x="961" y="7693"/>
                  </a:lnTo>
                  <a:lnTo>
                    <a:pt x="961" y="7532"/>
                  </a:lnTo>
                  <a:cubicBezTo>
                    <a:pt x="961" y="6030"/>
                    <a:pt x="2182" y="4808"/>
                    <a:pt x="3685" y="4808"/>
                  </a:cubicBezTo>
                  <a:close/>
                  <a:moveTo>
                    <a:pt x="3685" y="0"/>
                  </a:moveTo>
                  <a:cubicBezTo>
                    <a:pt x="2360" y="0"/>
                    <a:pt x="1283" y="1080"/>
                    <a:pt x="1283" y="2404"/>
                  </a:cubicBezTo>
                  <a:cubicBezTo>
                    <a:pt x="1282" y="3095"/>
                    <a:pt x="1579" y="3751"/>
                    <a:pt x="2099" y="4206"/>
                  </a:cubicBezTo>
                  <a:cubicBezTo>
                    <a:pt x="859" y="4801"/>
                    <a:pt x="0" y="6068"/>
                    <a:pt x="0" y="7532"/>
                  </a:cubicBezTo>
                  <a:lnTo>
                    <a:pt x="0" y="8174"/>
                  </a:lnTo>
                  <a:cubicBezTo>
                    <a:pt x="0" y="8439"/>
                    <a:pt x="216" y="8654"/>
                    <a:pt x="481" y="8654"/>
                  </a:cubicBezTo>
                  <a:lnTo>
                    <a:pt x="6892" y="8654"/>
                  </a:lnTo>
                  <a:cubicBezTo>
                    <a:pt x="7157" y="8654"/>
                    <a:pt x="7372" y="8439"/>
                    <a:pt x="7372" y="8174"/>
                  </a:cubicBezTo>
                  <a:lnTo>
                    <a:pt x="7372" y="7532"/>
                  </a:lnTo>
                  <a:cubicBezTo>
                    <a:pt x="7372" y="6068"/>
                    <a:pt x="6514" y="4801"/>
                    <a:pt x="5275" y="4206"/>
                  </a:cubicBezTo>
                  <a:lnTo>
                    <a:pt x="5274" y="4206"/>
                  </a:lnTo>
                  <a:cubicBezTo>
                    <a:pt x="5792" y="3751"/>
                    <a:pt x="6090" y="3095"/>
                    <a:pt x="6090" y="2404"/>
                  </a:cubicBezTo>
                  <a:cubicBezTo>
                    <a:pt x="6090" y="1078"/>
                    <a:pt x="5010" y="0"/>
                    <a:pt x="368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822" name="Google Shape;4822;p55"/>
          <p:cNvSpPr/>
          <p:nvPr/>
        </p:nvSpPr>
        <p:spPr>
          <a:xfrm>
            <a:off x="7051046" y="2883983"/>
            <a:ext cx="353444" cy="354849"/>
          </a:xfrm>
          <a:custGeom>
            <a:rect b="b" l="l" r="r" t="t"/>
            <a:pathLst>
              <a:path extrusionOk="0" h="16413" w="16348">
                <a:moveTo>
                  <a:pt x="13303" y="964"/>
                </a:moveTo>
                <a:cubicBezTo>
                  <a:pt x="13553" y="964"/>
                  <a:pt x="13798" y="1061"/>
                  <a:pt x="13982" y="1245"/>
                </a:cubicBezTo>
                <a:cubicBezTo>
                  <a:pt x="14257" y="1520"/>
                  <a:pt x="14339" y="1933"/>
                  <a:pt x="14192" y="2294"/>
                </a:cubicBezTo>
                <a:cubicBezTo>
                  <a:pt x="14042" y="2652"/>
                  <a:pt x="13692" y="2887"/>
                  <a:pt x="13303" y="2887"/>
                </a:cubicBezTo>
                <a:cubicBezTo>
                  <a:pt x="12772" y="2887"/>
                  <a:pt x="12342" y="2456"/>
                  <a:pt x="12340" y="1925"/>
                </a:cubicBezTo>
                <a:cubicBezTo>
                  <a:pt x="12340" y="1537"/>
                  <a:pt x="12575" y="1185"/>
                  <a:pt x="12935" y="1037"/>
                </a:cubicBezTo>
                <a:cubicBezTo>
                  <a:pt x="13054" y="988"/>
                  <a:pt x="13179" y="964"/>
                  <a:pt x="13303" y="964"/>
                </a:cubicBezTo>
                <a:close/>
                <a:moveTo>
                  <a:pt x="8173" y="3527"/>
                </a:moveTo>
                <a:cubicBezTo>
                  <a:pt x="8424" y="3527"/>
                  <a:pt x="8670" y="3625"/>
                  <a:pt x="8854" y="3809"/>
                </a:cubicBezTo>
                <a:cubicBezTo>
                  <a:pt x="9129" y="4083"/>
                  <a:pt x="9211" y="4498"/>
                  <a:pt x="9063" y="4856"/>
                </a:cubicBezTo>
                <a:cubicBezTo>
                  <a:pt x="8914" y="5217"/>
                  <a:pt x="8564" y="5451"/>
                  <a:pt x="8174" y="5451"/>
                </a:cubicBezTo>
                <a:cubicBezTo>
                  <a:pt x="7644" y="5450"/>
                  <a:pt x="7213" y="5021"/>
                  <a:pt x="7213" y="4489"/>
                </a:cubicBezTo>
                <a:cubicBezTo>
                  <a:pt x="7212" y="4101"/>
                  <a:pt x="7446" y="3749"/>
                  <a:pt x="7806" y="3600"/>
                </a:cubicBezTo>
                <a:cubicBezTo>
                  <a:pt x="7925" y="3551"/>
                  <a:pt x="8050" y="3527"/>
                  <a:pt x="8173" y="3527"/>
                </a:cubicBezTo>
                <a:close/>
                <a:moveTo>
                  <a:pt x="13303" y="3849"/>
                </a:moveTo>
                <a:cubicBezTo>
                  <a:pt x="14391" y="3850"/>
                  <a:pt x="15294" y="4687"/>
                  <a:pt x="15381" y="5772"/>
                </a:cubicBezTo>
                <a:lnTo>
                  <a:pt x="11225" y="5772"/>
                </a:lnTo>
                <a:cubicBezTo>
                  <a:pt x="11311" y="4687"/>
                  <a:pt x="12215" y="3850"/>
                  <a:pt x="13303" y="3849"/>
                </a:cubicBezTo>
                <a:close/>
                <a:moveTo>
                  <a:pt x="3046" y="6091"/>
                </a:moveTo>
                <a:cubicBezTo>
                  <a:pt x="3296" y="6091"/>
                  <a:pt x="3542" y="6188"/>
                  <a:pt x="3725" y="6372"/>
                </a:cubicBezTo>
                <a:cubicBezTo>
                  <a:pt x="4000" y="6648"/>
                  <a:pt x="4082" y="7061"/>
                  <a:pt x="3934" y="7421"/>
                </a:cubicBezTo>
                <a:cubicBezTo>
                  <a:pt x="3785" y="7780"/>
                  <a:pt x="3435" y="8014"/>
                  <a:pt x="3045" y="8014"/>
                </a:cubicBezTo>
                <a:cubicBezTo>
                  <a:pt x="2515" y="8014"/>
                  <a:pt x="2085" y="7583"/>
                  <a:pt x="2085" y="7053"/>
                </a:cubicBezTo>
                <a:cubicBezTo>
                  <a:pt x="2085" y="6664"/>
                  <a:pt x="2318" y="6312"/>
                  <a:pt x="2678" y="6164"/>
                </a:cubicBezTo>
                <a:cubicBezTo>
                  <a:pt x="2797" y="6115"/>
                  <a:pt x="2922" y="6091"/>
                  <a:pt x="3046" y="6091"/>
                </a:cubicBezTo>
                <a:close/>
                <a:moveTo>
                  <a:pt x="8174" y="6412"/>
                </a:moveTo>
                <a:cubicBezTo>
                  <a:pt x="9262" y="6413"/>
                  <a:pt x="10166" y="7251"/>
                  <a:pt x="10252" y="8335"/>
                </a:cubicBezTo>
                <a:lnTo>
                  <a:pt x="6096" y="8335"/>
                </a:lnTo>
                <a:cubicBezTo>
                  <a:pt x="6181" y="7249"/>
                  <a:pt x="7086" y="6413"/>
                  <a:pt x="8174" y="6412"/>
                </a:cubicBezTo>
                <a:close/>
                <a:moveTo>
                  <a:pt x="3045" y="8976"/>
                </a:moveTo>
                <a:cubicBezTo>
                  <a:pt x="4134" y="8977"/>
                  <a:pt x="5037" y="9814"/>
                  <a:pt x="5124" y="10899"/>
                </a:cubicBezTo>
                <a:lnTo>
                  <a:pt x="967" y="10899"/>
                </a:lnTo>
                <a:cubicBezTo>
                  <a:pt x="1052" y="9814"/>
                  <a:pt x="1957" y="8977"/>
                  <a:pt x="3045" y="8976"/>
                </a:cubicBezTo>
                <a:close/>
                <a:moveTo>
                  <a:pt x="15387" y="6732"/>
                </a:moveTo>
                <a:lnTo>
                  <a:pt x="15387" y="15452"/>
                </a:lnTo>
                <a:lnTo>
                  <a:pt x="963" y="15452"/>
                </a:lnTo>
                <a:lnTo>
                  <a:pt x="963" y="11861"/>
                </a:lnTo>
                <a:lnTo>
                  <a:pt x="5611" y="11861"/>
                </a:lnTo>
                <a:cubicBezTo>
                  <a:pt x="5876" y="11861"/>
                  <a:pt x="6092" y="11646"/>
                  <a:pt x="6092" y="11381"/>
                </a:cubicBezTo>
                <a:lnTo>
                  <a:pt x="6092" y="9297"/>
                </a:lnTo>
                <a:lnTo>
                  <a:pt x="10740" y="9297"/>
                </a:lnTo>
                <a:cubicBezTo>
                  <a:pt x="11005" y="9297"/>
                  <a:pt x="11220" y="9081"/>
                  <a:pt x="11220" y="8816"/>
                </a:cubicBezTo>
                <a:lnTo>
                  <a:pt x="11220" y="6732"/>
                </a:lnTo>
                <a:close/>
                <a:moveTo>
                  <a:pt x="13303" y="0"/>
                </a:moveTo>
                <a:cubicBezTo>
                  <a:pt x="12538" y="0"/>
                  <a:pt x="11845" y="454"/>
                  <a:pt x="11539" y="1156"/>
                </a:cubicBezTo>
                <a:cubicBezTo>
                  <a:pt x="11235" y="1857"/>
                  <a:pt x="11374" y="2673"/>
                  <a:pt x="11894" y="3232"/>
                </a:cubicBezTo>
                <a:cubicBezTo>
                  <a:pt x="10889" y="3758"/>
                  <a:pt x="10258" y="4798"/>
                  <a:pt x="10258" y="5931"/>
                </a:cubicBezTo>
                <a:lnTo>
                  <a:pt x="10258" y="6277"/>
                </a:lnTo>
                <a:cubicBezTo>
                  <a:pt x="10056" y="6088"/>
                  <a:pt x="9829" y="5926"/>
                  <a:pt x="9583" y="5797"/>
                </a:cubicBezTo>
                <a:cubicBezTo>
                  <a:pt x="10104" y="5237"/>
                  <a:pt x="10243" y="4422"/>
                  <a:pt x="9937" y="3720"/>
                </a:cubicBezTo>
                <a:cubicBezTo>
                  <a:pt x="9631" y="3019"/>
                  <a:pt x="8940" y="2565"/>
                  <a:pt x="8174" y="2565"/>
                </a:cubicBezTo>
                <a:cubicBezTo>
                  <a:pt x="7410" y="2565"/>
                  <a:pt x="6717" y="3019"/>
                  <a:pt x="6411" y="3720"/>
                </a:cubicBezTo>
                <a:cubicBezTo>
                  <a:pt x="6106" y="4422"/>
                  <a:pt x="6245" y="5237"/>
                  <a:pt x="6765" y="5797"/>
                </a:cubicBezTo>
                <a:cubicBezTo>
                  <a:pt x="5761" y="6322"/>
                  <a:pt x="5131" y="7362"/>
                  <a:pt x="5129" y="8496"/>
                </a:cubicBezTo>
                <a:lnTo>
                  <a:pt x="5129" y="8841"/>
                </a:lnTo>
                <a:cubicBezTo>
                  <a:pt x="4927" y="8651"/>
                  <a:pt x="4700" y="8490"/>
                  <a:pt x="4454" y="8361"/>
                </a:cubicBezTo>
                <a:cubicBezTo>
                  <a:pt x="4976" y="7800"/>
                  <a:pt x="5115" y="6984"/>
                  <a:pt x="4809" y="6283"/>
                </a:cubicBezTo>
                <a:cubicBezTo>
                  <a:pt x="4504" y="5581"/>
                  <a:pt x="3811" y="5129"/>
                  <a:pt x="3045" y="5129"/>
                </a:cubicBezTo>
                <a:cubicBezTo>
                  <a:pt x="2281" y="5129"/>
                  <a:pt x="1588" y="5581"/>
                  <a:pt x="1282" y="6283"/>
                </a:cubicBezTo>
                <a:cubicBezTo>
                  <a:pt x="978" y="6984"/>
                  <a:pt x="1117" y="7800"/>
                  <a:pt x="1638" y="8361"/>
                </a:cubicBezTo>
                <a:cubicBezTo>
                  <a:pt x="632" y="8887"/>
                  <a:pt x="2" y="9926"/>
                  <a:pt x="1" y="11060"/>
                </a:cubicBezTo>
                <a:lnTo>
                  <a:pt x="1" y="15932"/>
                </a:lnTo>
                <a:cubicBezTo>
                  <a:pt x="1" y="16197"/>
                  <a:pt x="216" y="16413"/>
                  <a:pt x="481" y="16413"/>
                </a:cubicBezTo>
                <a:lnTo>
                  <a:pt x="15867" y="16413"/>
                </a:lnTo>
                <a:cubicBezTo>
                  <a:pt x="16132" y="16413"/>
                  <a:pt x="16347" y="16197"/>
                  <a:pt x="16347" y="15932"/>
                </a:cubicBezTo>
                <a:lnTo>
                  <a:pt x="16347" y="5931"/>
                </a:lnTo>
                <a:cubicBezTo>
                  <a:pt x="16347" y="4798"/>
                  <a:pt x="15716" y="3758"/>
                  <a:pt x="14711" y="3232"/>
                </a:cubicBezTo>
                <a:cubicBezTo>
                  <a:pt x="15231" y="2673"/>
                  <a:pt x="15370" y="1857"/>
                  <a:pt x="15066" y="1156"/>
                </a:cubicBezTo>
                <a:cubicBezTo>
                  <a:pt x="14760" y="454"/>
                  <a:pt x="14067" y="0"/>
                  <a:pt x="133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823" name="Google Shape;4823;p55"/>
          <p:cNvGrpSpPr/>
          <p:nvPr/>
        </p:nvGrpSpPr>
        <p:grpSpPr>
          <a:xfrm>
            <a:off x="7809274" y="2883885"/>
            <a:ext cx="353509" cy="354806"/>
            <a:chOff x="5781250" y="3485550"/>
            <a:chExt cx="408775" cy="410275"/>
          </a:xfrm>
        </p:grpSpPr>
        <p:sp>
          <p:nvSpPr>
            <p:cNvPr id="4824" name="Google Shape;4824;p55"/>
            <p:cNvSpPr/>
            <p:nvPr/>
          </p:nvSpPr>
          <p:spPr>
            <a:xfrm>
              <a:off x="5781325" y="3485550"/>
              <a:ext cx="184325" cy="184325"/>
            </a:xfrm>
            <a:custGeom>
              <a:rect b="b" l="l" r="r" t="t"/>
              <a:pathLst>
                <a:path extrusionOk="0" h="7373" w="7373">
                  <a:moveTo>
                    <a:pt x="3687" y="961"/>
                  </a:moveTo>
                  <a:cubicBezTo>
                    <a:pt x="5189" y="961"/>
                    <a:pt x="6411" y="2184"/>
                    <a:pt x="6411" y="3686"/>
                  </a:cubicBezTo>
                  <a:cubicBezTo>
                    <a:pt x="6411" y="5187"/>
                    <a:pt x="5189" y="6410"/>
                    <a:pt x="3687" y="6410"/>
                  </a:cubicBezTo>
                  <a:cubicBezTo>
                    <a:pt x="2184" y="6410"/>
                    <a:pt x="963" y="5189"/>
                    <a:pt x="963" y="3686"/>
                  </a:cubicBezTo>
                  <a:cubicBezTo>
                    <a:pt x="963" y="2184"/>
                    <a:pt x="2184" y="961"/>
                    <a:pt x="3687" y="961"/>
                  </a:cubicBezTo>
                  <a:close/>
                  <a:moveTo>
                    <a:pt x="3687" y="0"/>
                  </a:moveTo>
                  <a:cubicBezTo>
                    <a:pt x="1654" y="0"/>
                    <a:pt x="1" y="1653"/>
                    <a:pt x="1" y="3685"/>
                  </a:cubicBezTo>
                  <a:cubicBezTo>
                    <a:pt x="1" y="5717"/>
                    <a:pt x="1654" y="7371"/>
                    <a:pt x="3687" y="7371"/>
                  </a:cubicBezTo>
                  <a:lnTo>
                    <a:pt x="3687" y="7372"/>
                  </a:lnTo>
                  <a:cubicBezTo>
                    <a:pt x="5720" y="7372"/>
                    <a:pt x="7373" y="5719"/>
                    <a:pt x="7373" y="3686"/>
                  </a:cubicBezTo>
                  <a:cubicBezTo>
                    <a:pt x="7373" y="1653"/>
                    <a:pt x="5720" y="0"/>
                    <a:pt x="368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5" name="Google Shape;4825;p55"/>
            <p:cNvSpPr/>
            <p:nvPr/>
          </p:nvSpPr>
          <p:spPr>
            <a:xfrm>
              <a:off x="5846400" y="3523750"/>
              <a:ext cx="55050" cy="107900"/>
            </a:xfrm>
            <a:custGeom>
              <a:rect b="b" l="l" r="r" t="t"/>
              <a:pathLst>
                <a:path extrusionOk="0" h="4316" w="2202">
                  <a:moveTo>
                    <a:pt x="825" y="938"/>
                  </a:moveTo>
                  <a:lnTo>
                    <a:pt x="825" y="1637"/>
                  </a:lnTo>
                  <a:cubicBezTo>
                    <a:pt x="779" y="1610"/>
                    <a:pt x="735" y="1583"/>
                    <a:pt x="694" y="1550"/>
                  </a:cubicBezTo>
                  <a:cubicBezTo>
                    <a:pt x="620" y="1492"/>
                    <a:pt x="586" y="1370"/>
                    <a:pt x="611" y="1241"/>
                  </a:cubicBezTo>
                  <a:cubicBezTo>
                    <a:pt x="631" y="1133"/>
                    <a:pt x="697" y="1004"/>
                    <a:pt x="825" y="938"/>
                  </a:cubicBezTo>
                  <a:close/>
                  <a:moveTo>
                    <a:pt x="1305" y="2365"/>
                  </a:moveTo>
                  <a:lnTo>
                    <a:pt x="1314" y="2367"/>
                  </a:lnTo>
                  <a:cubicBezTo>
                    <a:pt x="1684" y="2498"/>
                    <a:pt x="1661" y="2814"/>
                    <a:pt x="1645" y="2909"/>
                  </a:cubicBezTo>
                  <a:cubicBezTo>
                    <a:pt x="1613" y="3104"/>
                    <a:pt x="1485" y="3271"/>
                    <a:pt x="1305" y="3353"/>
                  </a:cubicBezTo>
                  <a:lnTo>
                    <a:pt x="1305" y="2365"/>
                  </a:lnTo>
                  <a:close/>
                  <a:moveTo>
                    <a:pt x="1065" y="1"/>
                  </a:moveTo>
                  <a:cubicBezTo>
                    <a:pt x="935" y="1"/>
                    <a:pt x="828" y="105"/>
                    <a:pt x="825" y="235"/>
                  </a:cubicBezTo>
                  <a:lnTo>
                    <a:pt x="825" y="433"/>
                  </a:lnTo>
                  <a:cubicBezTo>
                    <a:pt x="800" y="439"/>
                    <a:pt x="775" y="445"/>
                    <a:pt x="749" y="453"/>
                  </a:cubicBezTo>
                  <a:cubicBezTo>
                    <a:pt x="435" y="547"/>
                    <a:pt x="201" y="815"/>
                    <a:pt x="138" y="1152"/>
                  </a:cubicBezTo>
                  <a:cubicBezTo>
                    <a:pt x="79" y="1460"/>
                    <a:pt x="179" y="1758"/>
                    <a:pt x="397" y="1928"/>
                  </a:cubicBezTo>
                  <a:cubicBezTo>
                    <a:pt x="507" y="2015"/>
                    <a:pt x="642" y="2094"/>
                    <a:pt x="825" y="2176"/>
                  </a:cubicBezTo>
                  <a:lnTo>
                    <a:pt x="825" y="3396"/>
                  </a:lnTo>
                  <a:cubicBezTo>
                    <a:pt x="675" y="3381"/>
                    <a:pt x="574" y="3338"/>
                    <a:pt x="406" y="3230"/>
                  </a:cubicBezTo>
                  <a:cubicBezTo>
                    <a:pt x="365" y="3203"/>
                    <a:pt x="319" y="3190"/>
                    <a:pt x="274" y="3190"/>
                  </a:cubicBezTo>
                  <a:cubicBezTo>
                    <a:pt x="195" y="3190"/>
                    <a:pt x="119" y="3228"/>
                    <a:pt x="73" y="3299"/>
                  </a:cubicBezTo>
                  <a:cubicBezTo>
                    <a:pt x="0" y="3410"/>
                    <a:pt x="31" y="3560"/>
                    <a:pt x="142" y="3633"/>
                  </a:cubicBezTo>
                  <a:cubicBezTo>
                    <a:pt x="409" y="3807"/>
                    <a:pt x="593" y="3863"/>
                    <a:pt x="825" y="3879"/>
                  </a:cubicBezTo>
                  <a:lnTo>
                    <a:pt x="825" y="4081"/>
                  </a:lnTo>
                  <a:cubicBezTo>
                    <a:pt x="828" y="4211"/>
                    <a:pt x="935" y="4315"/>
                    <a:pt x="1065" y="4315"/>
                  </a:cubicBezTo>
                  <a:cubicBezTo>
                    <a:pt x="1195" y="4315"/>
                    <a:pt x="1302" y="4211"/>
                    <a:pt x="1305" y="4081"/>
                  </a:cubicBezTo>
                  <a:lnTo>
                    <a:pt x="1305" y="3857"/>
                  </a:lnTo>
                  <a:cubicBezTo>
                    <a:pt x="1763" y="3753"/>
                    <a:pt x="2056" y="3368"/>
                    <a:pt x="2119" y="2988"/>
                  </a:cubicBezTo>
                  <a:cubicBezTo>
                    <a:pt x="2201" y="2504"/>
                    <a:pt x="1948" y="2082"/>
                    <a:pt x="1473" y="1913"/>
                  </a:cubicBezTo>
                  <a:cubicBezTo>
                    <a:pt x="1419" y="1894"/>
                    <a:pt x="1362" y="1874"/>
                    <a:pt x="1305" y="1853"/>
                  </a:cubicBezTo>
                  <a:lnTo>
                    <a:pt x="1305" y="896"/>
                  </a:lnTo>
                  <a:cubicBezTo>
                    <a:pt x="1377" y="913"/>
                    <a:pt x="1444" y="948"/>
                    <a:pt x="1498" y="997"/>
                  </a:cubicBezTo>
                  <a:cubicBezTo>
                    <a:pt x="1546" y="1049"/>
                    <a:pt x="1612" y="1075"/>
                    <a:pt x="1677" y="1075"/>
                  </a:cubicBezTo>
                  <a:cubicBezTo>
                    <a:pt x="1734" y="1075"/>
                    <a:pt x="1790" y="1056"/>
                    <a:pt x="1835" y="1016"/>
                  </a:cubicBezTo>
                  <a:cubicBezTo>
                    <a:pt x="1933" y="929"/>
                    <a:pt x="1945" y="780"/>
                    <a:pt x="1860" y="680"/>
                  </a:cubicBezTo>
                  <a:cubicBezTo>
                    <a:pt x="1850" y="667"/>
                    <a:pt x="1661" y="458"/>
                    <a:pt x="1305" y="405"/>
                  </a:cubicBezTo>
                  <a:lnTo>
                    <a:pt x="1305" y="235"/>
                  </a:lnTo>
                  <a:cubicBezTo>
                    <a:pt x="1302" y="105"/>
                    <a:pt x="1195" y="1"/>
                    <a:pt x="106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6" name="Google Shape;4826;p55"/>
            <p:cNvSpPr/>
            <p:nvPr/>
          </p:nvSpPr>
          <p:spPr>
            <a:xfrm>
              <a:off x="5933600" y="3727550"/>
              <a:ext cx="104175" cy="168275"/>
            </a:xfrm>
            <a:custGeom>
              <a:rect b="b" l="l" r="r" t="t"/>
              <a:pathLst>
                <a:path extrusionOk="0" h="6731" w="4167">
                  <a:moveTo>
                    <a:pt x="3205" y="961"/>
                  </a:moveTo>
                  <a:lnTo>
                    <a:pt x="3205" y="5770"/>
                  </a:lnTo>
                  <a:lnTo>
                    <a:pt x="961" y="5770"/>
                  </a:lnTo>
                  <a:lnTo>
                    <a:pt x="961" y="961"/>
                  </a:lnTo>
                  <a:close/>
                  <a:moveTo>
                    <a:pt x="481" y="0"/>
                  </a:moveTo>
                  <a:cubicBezTo>
                    <a:pt x="216" y="0"/>
                    <a:pt x="1" y="215"/>
                    <a:pt x="1" y="480"/>
                  </a:cubicBezTo>
                  <a:lnTo>
                    <a:pt x="1" y="6250"/>
                  </a:lnTo>
                  <a:cubicBezTo>
                    <a:pt x="1" y="6515"/>
                    <a:pt x="216" y="6731"/>
                    <a:pt x="481" y="6731"/>
                  </a:cubicBezTo>
                  <a:lnTo>
                    <a:pt x="3687" y="6731"/>
                  </a:lnTo>
                  <a:cubicBezTo>
                    <a:pt x="3952" y="6731"/>
                    <a:pt x="4167" y="6515"/>
                    <a:pt x="4167" y="6250"/>
                  </a:cubicBezTo>
                  <a:lnTo>
                    <a:pt x="4167" y="480"/>
                  </a:lnTo>
                  <a:cubicBezTo>
                    <a:pt x="4167" y="215"/>
                    <a:pt x="3952" y="0"/>
                    <a:pt x="368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7" name="Google Shape;4827;p55"/>
            <p:cNvSpPr/>
            <p:nvPr/>
          </p:nvSpPr>
          <p:spPr>
            <a:xfrm>
              <a:off x="6085825" y="3679425"/>
              <a:ext cx="104200" cy="216400"/>
            </a:xfrm>
            <a:custGeom>
              <a:rect b="b" l="l" r="r" t="t"/>
              <a:pathLst>
                <a:path extrusionOk="0" h="8656" w="4168">
                  <a:moveTo>
                    <a:pt x="3207" y="963"/>
                  </a:moveTo>
                  <a:lnTo>
                    <a:pt x="3207" y="7695"/>
                  </a:lnTo>
                  <a:lnTo>
                    <a:pt x="963" y="7695"/>
                  </a:lnTo>
                  <a:lnTo>
                    <a:pt x="963" y="963"/>
                  </a:lnTo>
                  <a:close/>
                  <a:moveTo>
                    <a:pt x="481" y="1"/>
                  </a:moveTo>
                  <a:cubicBezTo>
                    <a:pt x="216" y="1"/>
                    <a:pt x="1" y="216"/>
                    <a:pt x="1" y="483"/>
                  </a:cubicBezTo>
                  <a:lnTo>
                    <a:pt x="1" y="8175"/>
                  </a:lnTo>
                  <a:cubicBezTo>
                    <a:pt x="1" y="8440"/>
                    <a:pt x="216" y="8656"/>
                    <a:pt x="481" y="8656"/>
                  </a:cubicBezTo>
                  <a:lnTo>
                    <a:pt x="3687" y="8656"/>
                  </a:lnTo>
                  <a:cubicBezTo>
                    <a:pt x="3952" y="8656"/>
                    <a:pt x="4167" y="8440"/>
                    <a:pt x="4167" y="8175"/>
                  </a:cubicBezTo>
                  <a:lnTo>
                    <a:pt x="4167" y="483"/>
                  </a:lnTo>
                  <a:cubicBezTo>
                    <a:pt x="4167" y="216"/>
                    <a:pt x="3952" y="1"/>
                    <a:pt x="36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8" name="Google Shape;4828;p55"/>
            <p:cNvSpPr/>
            <p:nvPr/>
          </p:nvSpPr>
          <p:spPr>
            <a:xfrm>
              <a:off x="5781325" y="3775600"/>
              <a:ext cx="104200" cy="120225"/>
            </a:xfrm>
            <a:custGeom>
              <a:rect b="b" l="l" r="r" t="t"/>
              <a:pathLst>
                <a:path extrusionOk="0" h="4809" w="4168">
                  <a:moveTo>
                    <a:pt x="3207" y="962"/>
                  </a:moveTo>
                  <a:lnTo>
                    <a:pt x="3207" y="3848"/>
                  </a:lnTo>
                  <a:lnTo>
                    <a:pt x="963" y="3848"/>
                  </a:lnTo>
                  <a:lnTo>
                    <a:pt x="963" y="962"/>
                  </a:lnTo>
                  <a:close/>
                  <a:moveTo>
                    <a:pt x="481" y="1"/>
                  </a:moveTo>
                  <a:cubicBezTo>
                    <a:pt x="216" y="1"/>
                    <a:pt x="1" y="216"/>
                    <a:pt x="1" y="481"/>
                  </a:cubicBezTo>
                  <a:lnTo>
                    <a:pt x="1" y="4328"/>
                  </a:lnTo>
                  <a:cubicBezTo>
                    <a:pt x="1" y="4593"/>
                    <a:pt x="216" y="4809"/>
                    <a:pt x="481" y="4809"/>
                  </a:cubicBezTo>
                  <a:lnTo>
                    <a:pt x="3687" y="4809"/>
                  </a:lnTo>
                  <a:cubicBezTo>
                    <a:pt x="3952" y="4809"/>
                    <a:pt x="4167" y="4593"/>
                    <a:pt x="4167" y="4328"/>
                  </a:cubicBezTo>
                  <a:lnTo>
                    <a:pt x="4167" y="481"/>
                  </a:lnTo>
                  <a:cubicBezTo>
                    <a:pt x="4167" y="216"/>
                    <a:pt x="3952" y="1"/>
                    <a:pt x="36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9" name="Google Shape;4829;p55"/>
            <p:cNvSpPr/>
            <p:nvPr/>
          </p:nvSpPr>
          <p:spPr>
            <a:xfrm>
              <a:off x="5781250" y="3485550"/>
              <a:ext cx="408775" cy="248425"/>
            </a:xfrm>
            <a:custGeom>
              <a:rect b="b" l="l" r="r" t="t"/>
              <a:pathLst>
                <a:path extrusionOk="0" h="9937" w="16351">
                  <a:moveTo>
                    <a:pt x="13306" y="0"/>
                  </a:moveTo>
                  <a:cubicBezTo>
                    <a:pt x="13041" y="0"/>
                    <a:pt x="12825" y="214"/>
                    <a:pt x="12825" y="480"/>
                  </a:cubicBezTo>
                  <a:cubicBezTo>
                    <a:pt x="12825" y="745"/>
                    <a:pt x="13041" y="961"/>
                    <a:pt x="13306" y="961"/>
                  </a:cubicBezTo>
                  <a:lnTo>
                    <a:pt x="14653" y="961"/>
                  </a:lnTo>
                  <a:cubicBezTo>
                    <a:pt x="14439" y="1167"/>
                    <a:pt x="14219" y="1382"/>
                    <a:pt x="13994" y="1604"/>
                  </a:cubicBezTo>
                  <a:cubicBezTo>
                    <a:pt x="12526" y="3040"/>
                    <a:pt x="10700" y="4830"/>
                    <a:pt x="8457" y="6284"/>
                  </a:cubicBezTo>
                  <a:cubicBezTo>
                    <a:pt x="5843" y="7980"/>
                    <a:pt x="3229" y="8859"/>
                    <a:pt x="464" y="8976"/>
                  </a:cubicBezTo>
                  <a:cubicBezTo>
                    <a:pt x="204" y="8987"/>
                    <a:pt x="1" y="9204"/>
                    <a:pt x="5" y="9465"/>
                  </a:cubicBezTo>
                  <a:cubicBezTo>
                    <a:pt x="11" y="9725"/>
                    <a:pt x="223" y="9935"/>
                    <a:pt x="484" y="9936"/>
                  </a:cubicBezTo>
                  <a:lnTo>
                    <a:pt x="505" y="9936"/>
                  </a:lnTo>
                  <a:cubicBezTo>
                    <a:pt x="7149" y="9660"/>
                    <a:pt x="11673" y="5225"/>
                    <a:pt x="14666" y="2292"/>
                  </a:cubicBezTo>
                  <a:cubicBezTo>
                    <a:pt x="14915" y="2049"/>
                    <a:pt x="15157" y="1812"/>
                    <a:pt x="15388" y="1587"/>
                  </a:cubicBezTo>
                  <a:lnTo>
                    <a:pt x="15388" y="3046"/>
                  </a:lnTo>
                  <a:cubicBezTo>
                    <a:pt x="15394" y="3307"/>
                    <a:pt x="15608" y="3518"/>
                    <a:pt x="15870" y="3518"/>
                  </a:cubicBezTo>
                  <a:cubicBezTo>
                    <a:pt x="16131" y="3518"/>
                    <a:pt x="16344" y="3307"/>
                    <a:pt x="16350" y="3046"/>
                  </a:cubicBezTo>
                  <a:lnTo>
                    <a:pt x="16350" y="480"/>
                  </a:lnTo>
                  <a:cubicBezTo>
                    <a:pt x="16350" y="215"/>
                    <a:pt x="16135" y="0"/>
                    <a:pt x="1587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30" name="Google Shape;4830;p55"/>
          <p:cNvGrpSpPr/>
          <p:nvPr/>
        </p:nvGrpSpPr>
        <p:grpSpPr>
          <a:xfrm>
            <a:off x="7808615" y="3438815"/>
            <a:ext cx="354827" cy="354827"/>
            <a:chOff x="5254050" y="3500500"/>
            <a:chExt cx="410300" cy="410300"/>
          </a:xfrm>
        </p:grpSpPr>
        <p:sp>
          <p:nvSpPr>
            <p:cNvPr id="4831" name="Google Shape;4831;p55"/>
            <p:cNvSpPr/>
            <p:nvPr/>
          </p:nvSpPr>
          <p:spPr>
            <a:xfrm>
              <a:off x="5254050" y="3500500"/>
              <a:ext cx="410300" cy="410300"/>
            </a:xfrm>
            <a:custGeom>
              <a:rect b="b" l="l" r="r" t="t"/>
              <a:pathLst>
                <a:path extrusionOk="0" h="16412" w="16412">
                  <a:moveTo>
                    <a:pt x="14969" y="962"/>
                  </a:moveTo>
                  <a:cubicBezTo>
                    <a:pt x="15234" y="962"/>
                    <a:pt x="15449" y="1177"/>
                    <a:pt x="15449" y="1443"/>
                  </a:cubicBezTo>
                  <a:lnTo>
                    <a:pt x="15451" y="7853"/>
                  </a:lnTo>
                  <a:cubicBezTo>
                    <a:pt x="15451" y="8118"/>
                    <a:pt x="15234" y="8334"/>
                    <a:pt x="14969" y="8335"/>
                  </a:cubicBezTo>
                  <a:lnTo>
                    <a:pt x="11529" y="8335"/>
                  </a:lnTo>
                  <a:cubicBezTo>
                    <a:pt x="11576" y="8105"/>
                    <a:pt x="11451" y="7875"/>
                    <a:pt x="11233" y="7790"/>
                  </a:cubicBezTo>
                  <a:cubicBezTo>
                    <a:pt x="11176" y="7768"/>
                    <a:pt x="11117" y="7758"/>
                    <a:pt x="11059" y="7758"/>
                  </a:cubicBezTo>
                  <a:cubicBezTo>
                    <a:pt x="10894" y="7758"/>
                    <a:pt x="10735" y="7843"/>
                    <a:pt x="10646" y="7991"/>
                  </a:cubicBezTo>
                  <a:lnTo>
                    <a:pt x="10441" y="8335"/>
                  </a:lnTo>
                  <a:lnTo>
                    <a:pt x="7276" y="8335"/>
                  </a:lnTo>
                  <a:cubicBezTo>
                    <a:pt x="7011" y="8334"/>
                    <a:pt x="6796" y="8118"/>
                    <a:pt x="6796" y="7853"/>
                  </a:cubicBezTo>
                  <a:lnTo>
                    <a:pt x="6796" y="1443"/>
                  </a:lnTo>
                  <a:cubicBezTo>
                    <a:pt x="6796" y="1177"/>
                    <a:pt x="7011" y="962"/>
                    <a:pt x="7276" y="962"/>
                  </a:cubicBezTo>
                  <a:close/>
                  <a:moveTo>
                    <a:pt x="3366" y="9040"/>
                  </a:moveTo>
                  <a:cubicBezTo>
                    <a:pt x="3699" y="9040"/>
                    <a:pt x="4026" y="9170"/>
                    <a:pt x="4271" y="9416"/>
                  </a:cubicBezTo>
                  <a:cubicBezTo>
                    <a:pt x="4637" y="9782"/>
                    <a:pt x="4747" y="10333"/>
                    <a:pt x="4549" y="10812"/>
                  </a:cubicBezTo>
                  <a:cubicBezTo>
                    <a:pt x="4350" y="11290"/>
                    <a:pt x="3883" y="11602"/>
                    <a:pt x="3366" y="11602"/>
                  </a:cubicBezTo>
                  <a:cubicBezTo>
                    <a:pt x="2659" y="11601"/>
                    <a:pt x="2084" y="11028"/>
                    <a:pt x="2084" y="10321"/>
                  </a:cubicBezTo>
                  <a:cubicBezTo>
                    <a:pt x="2084" y="9803"/>
                    <a:pt x="2396" y="9335"/>
                    <a:pt x="2875" y="9138"/>
                  </a:cubicBezTo>
                  <a:cubicBezTo>
                    <a:pt x="3034" y="9072"/>
                    <a:pt x="3201" y="9040"/>
                    <a:pt x="3366" y="9040"/>
                  </a:cubicBezTo>
                  <a:close/>
                  <a:moveTo>
                    <a:pt x="7853" y="12565"/>
                  </a:moveTo>
                  <a:cubicBezTo>
                    <a:pt x="8115" y="12569"/>
                    <a:pt x="8325" y="12783"/>
                    <a:pt x="8325" y="13045"/>
                  </a:cubicBezTo>
                  <a:cubicBezTo>
                    <a:pt x="8325" y="13307"/>
                    <a:pt x="8115" y="13521"/>
                    <a:pt x="7853" y="13527"/>
                  </a:cubicBezTo>
                  <a:lnTo>
                    <a:pt x="6084" y="13527"/>
                  </a:lnTo>
                  <a:cubicBezTo>
                    <a:pt x="5752" y="13527"/>
                    <a:pt x="5520" y="13855"/>
                    <a:pt x="5630" y="14167"/>
                  </a:cubicBezTo>
                  <a:cubicBezTo>
                    <a:pt x="5722" y="14424"/>
                    <a:pt x="5769" y="14695"/>
                    <a:pt x="5771" y="14968"/>
                  </a:cubicBezTo>
                  <a:lnTo>
                    <a:pt x="5771" y="15450"/>
                  </a:lnTo>
                  <a:lnTo>
                    <a:pt x="963" y="15450"/>
                  </a:lnTo>
                  <a:lnTo>
                    <a:pt x="963" y="14968"/>
                  </a:lnTo>
                  <a:cubicBezTo>
                    <a:pt x="963" y="13642"/>
                    <a:pt x="2041" y="12565"/>
                    <a:pt x="3366" y="12565"/>
                  </a:cubicBezTo>
                  <a:close/>
                  <a:moveTo>
                    <a:pt x="7276" y="1"/>
                  </a:moveTo>
                  <a:cubicBezTo>
                    <a:pt x="6479" y="1"/>
                    <a:pt x="5835" y="647"/>
                    <a:pt x="5834" y="1443"/>
                  </a:cubicBezTo>
                  <a:lnTo>
                    <a:pt x="5834" y="7853"/>
                  </a:lnTo>
                  <a:cubicBezTo>
                    <a:pt x="5835" y="8650"/>
                    <a:pt x="6479" y="9294"/>
                    <a:pt x="7276" y="9296"/>
                  </a:cubicBezTo>
                  <a:lnTo>
                    <a:pt x="9864" y="9296"/>
                  </a:lnTo>
                  <a:lnTo>
                    <a:pt x="8411" y="11715"/>
                  </a:lnTo>
                  <a:cubicBezTo>
                    <a:pt x="8235" y="11642"/>
                    <a:pt x="8045" y="11604"/>
                    <a:pt x="7853" y="11604"/>
                  </a:cubicBezTo>
                  <a:lnTo>
                    <a:pt x="5205" y="11604"/>
                  </a:lnTo>
                  <a:cubicBezTo>
                    <a:pt x="5709" y="10882"/>
                    <a:pt x="5744" y="9933"/>
                    <a:pt x="5296" y="9176"/>
                  </a:cubicBezTo>
                  <a:cubicBezTo>
                    <a:pt x="4890" y="8489"/>
                    <a:pt x="4153" y="8076"/>
                    <a:pt x="3368" y="8076"/>
                  </a:cubicBezTo>
                  <a:cubicBezTo>
                    <a:pt x="3287" y="8076"/>
                    <a:pt x="3206" y="8080"/>
                    <a:pt x="3124" y="8089"/>
                  </a:cubicBezTo>
                  <a:cubicBezTo>
                    <a:pt x="2250" y="8184"/>
                    <a:pt x="1510" y="8780"/>
                    <a:pt x="1235" y="9617"/>
                  </a:cubicBezTo>
                  <a:cubicBezTo>
                    <a:pt x="960" y="10451"/>
                    <a:pt x="1197" y="11371"/>
                    <a:pt x="1844" y="11967"/>
                  </a:cubicBezTo>
                  <a:cubicBezTo>
                    <a:pt x="750" y="12525"/>
                    <a:pt x="1" y="13660"/>
                    <a:pt x="1" y="14969"/>
                  </a:cubicBezTo>
                  <a:lnTo>
                    <a:pt x="1" y="15931"/>
                  </a:lnTo>
                  <a:cubicBezTo>
                    <a:pt x="1" y="16196"/>
                    <a:pt x="216" y="16412"/>
                    <a:pt x="481" y="16412"/>
                  </a:cubicBezTo>
                  <a:lnTo>
                    <a:pt x="6251" y="16412"/>
                  </a:lnTo>
                  <a:cubicBezTo>
                    <a:pt x="6516" y="16412"/>
                    <a:pt x="6731" y="16196"/>
                    <a:pt x="6731" y="15931"/>
                  </a:cubicBezTo>
                  <a:lnTo>
                    <a:pt x="6731" y="14969"/>
                  </a:lnTo>
                  <a:cubicBezTo>
                    <a:pt x="6731" y="14810"/>
                    <a:pt x="6720" y="14649"/>
                    <a:pt x="6696" y="14489"/>
                  </a:cubicBezTo>
                  <a:lnTo>
                    <a:pt x="7853" y="14489"/>
                  </a:lnTo>
                  <a:cubicBezTo>
                    <a:pt x="8357" y="14489"/>
                    <a:pt x="8824" y="14227"/>
                    <a:pt x="9086" y="13796"/>
                  </a:cubicBezTo>
                  <a:cubicBezTo>
                    <a:pt x="9348" y="13366"/>
                    <a:pt x="9366" y="12830"/>
                    <a:pt x="9133" y="12383"/>
                  </a:cubicBezTo>
                  <a:lnTo>
                    <a:pt x="10984" y="9297"/>
                  </a:lnTo>
                  <a:lnTo>
                    <a:pt x="14969" y="9297"/>
                  </a:lnTo>
                  <a:cubicBezTo>
                    <a:pt x="15766" y="9296"/>
                    <a:pt x="16410" y="8650"/>
                    <a:pt x="16411" y="7855"/>
                  </a:cubicBezTo>
                  <a:lnTo>
                    <a:pt x="16411" y="1443"/>
                  </a:lnTo>
                  <a:cubicBezTo>
                    <a:pt x="16410" y="647"/>
                    <a:pt x="15766" y="1"/>
                    <a:pt x="1496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2" name="Google Shape;4832;p55"/>
            <p:cNvSpPr/>
            <p:nvPr/>
          </p:nvSpPr>
          <p:spPr>
            <a:xfrm>
              <a:off x="5592050" y="3548575"/>
              <a:ext cx="24325" cy="136475"/>
            </a:xfrm>
            <a:custGeom>
              <a:rect b="b" l="l" r="r" t="t"/>
              <a:pathLst>
                <a:path extrusionOk="0" h="5459" w="973">
                  <a:moveTo>
                    <a:pt x="487" y="1"/>
                  </a:moveTo>
                  <a:cubicBezTo>
                    <a:pt x="222" y="1"/>
                    <a:pt x="6" y="216"/>
                    <a:pt x="6" y="481"/>
                  </a:cubicBezTo>
                  <a:lnTo>
                    <a:pt x="6" y="4968"/>
                  </a:lnTo>
                  <a:cubicBezTo>
                    <a:pt x="1" y="5238"/>
                    <a:pt x="217" y="5459"/>
                    <a:pt x="487" y="5459"/>
                  </a:cubicBezTo>
                  <a:cubicBezTo>
                    <a:pt x="756" y="5459"/>
                    <a:pt x="973" y="5238"/>
                    <a:pt x="969" y="4968"/>
                  </a:cubicBezTo>
                  <a:lnTo>
                    <a:pt x="969" y="481"/>
                  </a:lnTo>
                  <a:cubicBezTo>
                    <a:pt x="969" y="216"/>
                    <a:pt x="753" y="1"/>
                    <a:pt x="4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3" name="Google Shape;4833;p55"/>
            <p:cNvSpPr/>
            <p:nvPr/>
          </p:nvSpPr>
          <p:spPr>
            <a:xfrm>
              <a:off x="5543975" y="3572625"/>
              <a:ext cx="24350" cy="112425"/>
            </a:xfrm>
            <a:custGeom>
              <a:rect b="b" l="l" r="r" t="t"/>
              <a:pathLst>
                <a:path extrusionOk="0" h="4497" w="974">
                  <a:moveTo>
                    <a:pt x="484" y="1"/>
                  </a:moveTo>
                  <a:cubicBezTo>
                    <a:pt x="220" y="1"/>
                    <a:pt x="7" y="216"/>
                    <a:pt x="7" y="481"/>
                  </a:cubicBezTo>
                  <a:lnTo>
                    <a:pt x="7" y="4006"/>
                  </a:lnTo>
                  <a:cubicBezTo>
                    <a:pt x="1" y="4276"/>
                    <a:pt x="217" y="4497"/>
                    <a:pt x="487" y="4497"/>
                  </a:cubicBezTo>
                  <a:cubicBezTo>
                    <a:pt x="756" y="4497"/>
                    <a:pt x="973" y="4276"/>
                    <a:pt x="969" y="4006"/>
                  </a:cubicBezTo>
                  <a:lnTo>
                    <a:pt x="969" y="481"/>
                  </a:lnTo>
                  <a:cubicBezTo>
                    <a:pt x="969" y="216"/>
                    <a:pt x="753" y="1"/>
                    <a:pt x="490" y="1"/>
                  </a:cubicBezTo>
                  <a:cubicBezTo>
                    <a:pt x="489" y="1"/>
                    <a:pt x="488" y="1"/>
                    <a:pt x="487" y="1"/>
                  </a:cubicBezTo>
                  <a:cubicBezTo>
                    <a:pt x="486" y="1"/>
                    <a:pt x="485" y="1"/>
                    <a:pt x="48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4" name="Google Shape;4834;p55"/>
            <p:cNvSpPr/>
            <p:nvPr/>
          </p:nvSpPr>
          <p:spPr>
            <a:xfrm>
              <a:off x="5495900" y="3596650"/>
              <a:ext cx="24350" cy="88400"/>
            </a:xfrm>
            <a:custGeom>
              <a:rect b="b" l="l" r="r" t="t"/>
              <a:pathLst>
                <a:path extrusionOk="0" h="3536" w="974">
                  <a:moveTo>
                    <a:pt x="487" y="1"/>
                  </a:moveTo>
                  <a:cubicBezTo>
                    <a:pt x="222" y="1"/>
                    <a:pt x="7" y="216"/>
                    <a:pt x="7" y="481"/>
                  </a:cubicBezTo>
                  <a:lnTo>
                    <a:pt x="7" y="3045"/>
                  </a:lnTo>
                  <a:cubicBezTo>
                    <a:pt x="1" y="3315"/>
                    <a:pt x="218" y="3536"/>
                    <a:pt x="487" y="3536"/>
                  </a:cubicBezTo>
                  <a:cubicBezTo>
                    <a:pt x="756" y="3536"/>
                    <a:pt x="973" y="3315"/>
                    <a:pt x="967" y="3045"/>
                  </a:cubicBezTo>
                  <a:lnTo>
                    <a:pt x="967" y="481"/>
                  </a:lnTo>
                  <a:cubicBezTo>
                    <a:pt x="967" y="216"/>
                    <a:pt x="752" y="1"/>
                    <a:pt x="4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5" name="Google Shape;4835;p55"/>
            <p:cNvSpPr/>
            <p:nvPr/>
          </p:nvSpPr>
          <p:spPr>
            <a:xfrm>
              <a:off x="5447825" y="3620700"/>
              <a:ext cx="24350" cy="64350"/>
            </a:xfrm>
            <a:custGeom>
              <a:rect b="b" l="l" r="r" t="t"/>
              <a:pathLst>
                <a:path extrusionOk="0" h="2574" w="974">
                  <a:moveTo>
                    <a:pt x="487" y="1"/>
                  </a:moveTo>
                  <a:cubicBezTo>
                    <a:pt x="221" y="1"/>
                    <a:pt x="5" y="216"/>
                    <a:pt x="5" y="481"/>
                  </a:cubicBezTo>
                  <a:lnTo>
                    <a:pt x="5" y="2083"/>
                  </a:lnTo>
                  <a:cubicBezTo>
                    <a:pt x="1" y="2353"/>
                    <a:pt x="218" y="2574"/>
                    <a:pt x="487" y="2574"/>
                  </a:cubicBezTo>
                  <a:cubicBezTo>
                    <a:pt x="757" y="2574"/>
                    <a:pt x="973" y="2353"/>
                    <a:pt x="968" y="2083"/>
                  </a:cubicBezTo>
                  <a:lnTo>
                    <a:pt x="968" y="481"/>
                  </a:lnTo>
                  <a:cubicBezTo>
                    <a:pt x="968" y="216"/>
                    <a:pt x="752" y="1"/>
                    <a:pt x="4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6" name="Google Shape;4836;p55"/>
            <p:cNvSpPr/>
            <p:nvPr/>
          </p:nvSpPr>
          <p:spPr>
            <a:xfrm>
              <a:off x="5447725" y="3548575"/>
              <a:ext cx="72150" cy="24100"/>
            </a:xfrm>
            <a:custGeom>
              <a:rect b="b" l="l" r="r" t="t"/>
              <a:pathLst>
                <a:path extrusionOk="0" h="964" w="2886">
                  <a:moveTo>
                    <a:pt x="481" y="1"/>
                  </a:moveTo>
                  <a:cubicBezTo>
                    <a:pt x="216" y="1"/>
                    <a:pt x="1" y="215"/>
                    <a:pt x="1" y="481"/>
                  </a:cubicBezTo>
                  <a:cubicBezTo>
                    <a:pt x="1" y="748"/>
                    <a:pt x="217" y="963"/>
                    <a:pt x="483" y="963"/>
                  </a:cubicBezTo>
                  <a:cubicBezTo>
                    <a:pt x="486" y="963"/>
                    <a:pt x="488" y="963"/>
                    <a:pt x="491" y="963"/>
                  </a:cubicBezTo>
                  <a:lnTo>
                    <a:pt x="2414" y="963"/>
                  </a:lnTo>
                  <a:cubicBezTo>
                    <a:pt x="2676" y="957"/>
                    <a:pt x="2886" y="743"/>
                    <a:pt x="2886" y="481"/>
                  </a:cubicBezTo>
                  <a:cubicBezTo>
                    <a:pt x="2886" y="219"/>
                    <a:pt x="2676" y="5"/>
                    <a:pt x="2414" y="1"/>
                  </a:cubicBezTo>
                  <a:lnTo>
                    <a:pt x="491" y="1"/>
                  </a:lnTo>
                  <a:cubicBezTo>
                    <a:pt x="488" y="1"/>
                    <a:pt x="484" y="1"/>
                    <a:pt x="48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37" name="Google Shape;4837;p55"/>
          <p:cNvGrpSpPr/>
          <p:nvPr/>
        </p:nvGrpSpPr>
        <p:grpSpPr>
          <a:xfrm>
            <a:off x="7061446" y="3438837"/>
            <a:ext cx="332645" cy="354784"/>
            <a:chOff x="4817850" y="3478300"/>
            <a:chExt cx="384650" cy="410250"/>
          </a:xfrm>
        </p:grpSpPr>
        <p:sp>
          <p:nvSpPr>
            <p:cNvPr id="4838" name="Google Shape;4838;p55"/>
            <p:cNvSpPr/>
            <p:nvPr/>
          </p:nvSpPr>
          <p:spPr>
            <a:xfrm>
              <a:off x="4817850" y="3478300"/>
              <a:ext cx="384650" cy="410250"/>
            </a:xfrm>
            <a:custGeom>
              <a:rect b="b" l="l" r="r" t="t"/>
              <a:pathLst>
                <a:path extrusionOk="0" h="16410" w="15386">
                  <a:moveTo>
                    <a:pt x="11378" y="0"/>
                  </a:moveTo>
                  <a:cubicBezTo>
                    <a:pt x="11379" y="0"/>
                    <a:pt x="11379" y="0"/>
                    <a:pt x="11379" y="0"/>
                  </a:cubicBezTo>
                  <a:lnTo>
                    <a:pt x="11379" y="0"/>
                  </a:lnTo>
                  <a:cubicBezTo>
                    <a:pt x="11379" y="0"/>
                    <a:pt x="11380" y="0"/>
                    <a:pt x="11380" y="0"/>
                  </a:cubicBezTo>
                  <a:close/>
                  <a:moveTo>
                    <a:pt x="11380" y="962"/>
                  </a:moveTo>
                  <a:cubicBezTo>
                    <a:pt x="13058" y="962"/>
                    <a:pt x="14424" y="2327"/>
                    <a:pt x="14424" y="4007"/>
                  </a:cubicBezTo>
                  <a:cubicBezTo>
                    <a:pt x="14424" y="5685"/>
                    <a:pt x="13058" y="7051"/>
                    <a:pt x="11380" y="7051"/>
                  </a:cubicBezTo>
                  <a:cubicBezTo>
                    <a:pt x="9700" y="7051"/>
                    <a:pt x="8335" y="5687"/>
                    <a:pt x="8335" y="4007"/>
                  </a:cubicBezTo>
                  <a:cubicBezTo>
                    <a:pt x="8335" y="2327"/>
                    <a:pt x="9700" y="962"/>
                    <a:pt x="11380" y="962"/>
                  </a:cubicBezTo>
                  <a:close/>
                  <a:moveTo>
                    <a:pt x="3688" y="7436"/>
                  </a:moveTo>
                  <a:cubicBezTo>
                    <a:pt x="4063" y="7436"/>
                    <a:pt x="4431" y="7582"/>
                    <a:pt x="4706" y="7858"/>
                  </a:cubicBezTo>
                  <a:cubicBezTo>
                    <a:pt x="5119" y="8270"/>
                    <a:pt x="5244" y="8891"/>
                    <a:pt x="5020" y="9430"/>
                  </a:cubicBezTo>
                  <a:cubicBezTo>
                    <a:pt x="4797" y="9969"/>
                    <a:pt x="4271" y="10320"/>
                    <a:pt x="3688" y="10322"/>
                  </a:cubicBezTo>
                  <a:cubicBezTo>
                    <a:pt x="2892" y="10320"/>
                    <a:pt x="2246" y="9674"/>
                    <a:pt x="2246" y="8879"/>
                  </a:cubicBezTo>
                  <a:lnTo>
                    <a:pt x="2244" y="8879"/>
                  </a:lnTo>
                  <a:cubicBezTo>
                    <a:pt x="2244" y="8295"/>
                    <a:pt x="2596" y="7769"/>
                    <a:pt x="3135" y="7546"/>
                  </a:cubicBezTo>
                  <a:cubicBezTo>
                    <a:pt x="3314" y="7472"/>
                    <a:pt x="3502" y="7436"/>
                    <a:pt x="3688" y="7436"/>
                  </a:cubicBezTo>
                  <a:close/>
                  <a:moveTo>
                    <a:pt x="9136" y="7428"/>
                  </a:moveTo>
                  <a:cubicBezTo>
                    <a:pt x="9404" y="7428"/>
                    <a:pt x="9621" y="7649"/>
                    <a:pt x="9617" y="7917"/>
                  </a:cubicBezTo>
                  <a:lnTo>
                    <a:pt x="9617" y="11443"/>
                  </a:lnTo>
                  <a:cubicBezTo>
                    <a:pt x="9617" y="11886"/>
                    <a:pt x="9258" y="12244"/>
                    <a:pt x="8815" y="12244"/>
                  </a:cubicBezTo>
                  <a:lnTo>
                    <a:pt x="6623" y="12244"/>
                  </a:lnTo>
                  <a:cubicBezTo>
                    <a:pt x="6278" y="12244"/>
                    <a:pt x="6045" y="12600"/>
                    <a:pt x="6182" y="12918"/>
                  </a:cubicBezTo>
                  <a:cubicBezTo>
                    <a:pt x="6333" y="13261"/>
                    <a:pt x="6411" y="13633"/>
                    <a:pt x="6411" y="14008"/>
                  </a:cubicBezTo>
                  <a:lnTo>
                    <a:pt x="6411" y="15450"/>
                  </a:lnTo>
                  <a:lnTo>
                    <a:pt x="963" y="15450"/>
                  </a:lnTo>
                  <a:lnTo>
                    <a:pt x="963" y="14008"/>
                  </a:lnTo>
                  <a:cubicBezTo>
                    <a:pt x="963" y="12505"/>
                    <a:pt x="2184" y="11282"/>
                    <a:pt x="3687" y="11282"/>
                  </a:cubicBezTo>
                  <a:lnTo>
                    <a:pt x="8174" y="11282"/>
                  </a:lnTo>
                  <a:cubicBezTo>
                    <a:pt x="8439" y="11282"/>
                    <a:pt x="8654" y="11067"/>
                    <a:pt x="8654" y="10802"/>
                  </a:cubicBezTo>
                  <a:lnTo>
                    <a:pt x="8654" y="7917"/>
                  </a:lnTo>
                  <a:cubicBezTo>
                    <a:pt x="8650" y="7649"/>
                    <a:pt x="8867" y="7428"/>
                    <a:pt x="9136" y="7428"/>
                  </a:cubicBezTo>
                  <a:close/>
                  <a:moveTo>
                    <a:pt x="11379" y="0"/>
                  </a:moveTo>
                  <a:lnTo>
                    <a:pt x="11379" y="0"/>
                  </a:lnTo>
                  <a:cubicBezTo>
                    <a:pt x="9169" y="0"/>
                    <a:pt x="7373" y="1799"/>
                    <a:pt x="7373" y="4007"/>
                  </a:cubicBezTo>
                  <a:cubicBezTo>
                    <a:pt x="7372" y="4994"/>
                    <a:pt x="7736" y="5946"/>
                    <a:pt x="8397" y="6679"/>
                  </a:cubicBezTo>
                  <a:cubicBezTo>
                    <a:pt x="7960" y="6940"/>
                    <a:pt x="7694" y="7410"/>
                    <a:pt x="7694" y="7918"/>
                  </a:cubicBezTo>
                  <a:lnTo>
                    <a:pt x="7694" y="10322"/>
                  </a:lnTo>
                  <a:lnTo>
                    <a:pt x="5608" y="10322"/>
                  </a:lnTo>
                  <a:cubicBezTo>
                    <a:pt x="5922" y="9906"/>
                    <a:pt x="6092" y="9399"/>
                    <a:pt x="6090" y="8879"/>
                  </a:cubicBezTo>
                  <a:cubicBezTo>
                    <a:pt x="6090" y="7554"/>
                    <a:pt x="5012" y="6474"/>
                    <a:pt x="3687" y="6474"/>
                  </a:cubicBezTo>
                  <a:cubicBezTo>
                    <a:pt x="2362" y="6474"/>
                    <a:pt x="1282" y="7554"/>
                    <a:pt x="1282" y="8879"/>
                  </a:cubicBezTo>
                  <a:cubicBezTo>
                    <a:pt x="1282" y="9569"/>
                    <a:pt x="1580" y="10225"/>
                    <a:pt x="2098" y="10680"/>
                  </a:cubicBezTo>
                  <a:cubicBezTo>
                    <a:pt x="859" y="11275"/>
                    <a:pt x="1" y="12543"/>
                    <a:pt x="1" y="14006"/>
                  </a:cubicBezTo>
                  <a:lnTo>
                    <a:pt x="1" y="15929"/>
                  </a:lnTo>
                  <a:cubicBezTo>
                    <a:pt x="1" y="16194"/>
                    <a:pt x="216" y="16409"/>
                    <a:pt x="481" y="16409"/>
                  </a:cubicBezTo>
                  <a:lnTo>
                    <a:pt x="6891" y="16409"/>
                  </a:lnTo>
                  <a:cubicBezTo>
                    <a:pt x="7156" y="16409"/>
                    <a:pt x="7372" y="16194"/>
                    <a:pt x="7372" y="15929"/>
                  </a:cubicBezTo>
                  <a:lnTo>
                    <a:pt x="7372" y="14006"/>
                  </a:lnTo>
                  <a:cubicBezTo>
                    <a:pt x="7372" y="13737"/>
                    <a:pt x="7342" y="13469"/>
                    <a:pt x="7284" y="13205"/>
                  </a:cubicBezTo>
                  <a:lnTo>
                    <a:pt x="8814" y="13205"/>
                  </a:lnTo>
                  <a:cubicBezTo>
                    <a:pt x="9788" y="13204"/>
                    <a:pt x="10576" y="12416"/>
                    <a:pt x="10577" y="11443"/>
                  </a:cubicBezTo>
                  <a:lnTo>
                    <a:pt x="10577" y="7933"/>
                  </a:lnTo>
                  <a:cubicBezTo>
                    <a:pt x="10841" y="7987"/>
                    <a:pt x="11109" y="8014"/>
                    <a:pt x="11378" y="8014"/>
                  </a:cubicBezTo>
                  <a:cubicBezTo>
                    <a:pt x="13588" y="8014"/>
                    <a:pt x="15385" y="6217"/>
                    <a:pt x="15385" y="4007"/>
                  </a:cubicBezTo>
                  <a:cubicBezTo>
                    <a:pt x="15385" y="1799"/>
                    <a:pt x="13589" y="0"/>
                    <a:pt x="1137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9" name="Google Shape;4839;p55"/>
            <p:cNvSpPr/>
            <p:nvPr/>
          </p:nvSpPr>
          <p:spPr>
            <a:xfrm>
              <a:off x="5075250" y="3524525"/>
              <a:ext cx="55000" cy="107875"/>
            </a:xfrm>
            <a:custGeom>
              <a:rect b="b" l="l" r="r" t="t"/>
              <a:pathLst>
                <a:path extrusionOk="0" h="4315" w="2200">
                  <a:moveTo>
                    <a:pt x="825" y="939"/>
                  </a:moveTo>
                  <a:lnTo>
                    <a:pt x="825" y="1636"/>
                  </a:lnTo>
                  <a:cubicBezTo>
                    <a:pt x="778" y="1612"/>
                    <a:pt x="735" y="1582"/>
                    <a:pt x="693" y="1550"/>
                  </a:cubicBezTo>
                  <a:cubicBezTo>
                    <a:pt x="618" y="1491"/>
                    <a:pt x="586" y="1370"/>
                    <a:pt x="609" y="1241"/>
                  </a:cubicBezTo>
                  <a:cubicBezTo>
                    <a:pt x="630" y="1133"/>
                    <a:pt x="697" y="1005"/>
                    <a:pt x="825" y="939"/>
                  </a:cubicBezTo>
                  <a:close/>
                  <a:moveTo>
                    <a:pt x="1305" y="2364"/>
                  </a:moveTo>
                  <a:lnTo>
                    <a:pt x="1314" y="2367"/>
                  </a:lnTo>
                  <a:cubicBezTo>
                    <a:pt x="1684" y="2499"/>
                    <a:pt x="1661" y="2815"/>
                    <a:pt x="1645" y="2909"/>
                  </a:cubicBezTo>
                  <a:cubicBezTo>
                    <a:pt x="1612" y="3104"/>
                    <a:pt x="1485" y="3271"/>
                    <a:pt x="1305" y="3353"/>
                  </a:cubicBezTo>
                  <a:lnTo>
                    <a:pt x="1305" y="2364"/>
                  </a:lnTo>
                  <a:close/>
                  <a:moveTo>
                    <a:pt x="1065" y="1"/>
                  </a:moveTo>
                  <a:cubicBezTo>
                    <a:pt x="934" y="1"/>
                    <a:pt x="827" y="105"/>
                    <a:pt x="823" y="235"/>
                  </a:cubicBezTo>
                  <a:lnTo>
                    <a:pt x="823" y="431"/>
                  </a:lnTo>
                  <a:cubicBezTo>
                    <a:pt x="800" y="439"/>
                    <a:pt x="773" y="444"/>
                    <a:pt x="748" y="453"/>
                  </a:cubicBezTo>
                  <a:cubicBezTo>
                    <a:pt x="435" y="547"/>
                    <a:pt x="201" y="815"/>
                    <a:pt x="138" y="1152"/>
                  </a:cubicBezTo>
                  <a:cubicBezTo>
                    <a:pt x="79" y="1459"/>
                    <a:pt x="179" y="1757"/>
                    <a:pt x="397" y="1928"/>
                  </a:cubicBezTo>
                  <a:cubicBezTo>
                    <a:pt x="507" y="2014"/>
                    <a:pt x="642" y="2092"/>
                    <a:pt x="823" y="2175"/>
                  </a:cubicBezTo>
                  <a:lnTo>
                    <a:pt x="823" y="3395"/>
                  </a:lnTo>
                  <a:cubicBezTo>
                    <a:pt x="675" y="3381"/>
                    <a:pt x="573" y="3340"/>
                    <a:pt x="406" y="3230"/>
                  </a:cubicBezTo>
                  <a:cubicBezTo>
                    <a:pt x="365" y="3203"/>
                    <a:pt x="319" y="3190"/>
                    <a:pt x="273" y="3190"/>
                  </a:cubicBezTo>
                  <a:cubicBezTo>
                    <a:pt x="195" y="3190"/>
                    <a:pt x="118" y="3228"/>
                    <a:pt x="72" y="3299"/>
                  </a:cubicBezTo>
                  <a:cubicBezTo>
                    <a:pt x="0" y="3410"/>
                    <a:pt x="31" y="3559"/>
                    <a:pt x="142" y="3633"/>
                  </a:cubicBezTo>
                  <a:cubicBezTo>
                    <a:pt x="409" y="3807"/>
                    <a:pt x="593" y="3862"/>
                    <a:pt x="823" y="3879"/>
                  </a:cubicBezTo>
                  <a:lnTo>
                    <a:pt x="823" y="4081"/>
                  </a:lnTo>
                  <a:cubicBezTo>
                    <a:pt x="827" y="4211"/>
                    <a:pt x="934" y="4315"/>
                    <a:pt x="1065" y="4315"/>
                  </a:cubicBezTo>
                  <a:cubicBezTo>
                    <a:pt x="1195" y="4315"/>
                    <a:pt x="1301" y="4211"/>
                    <a:pt x="1305" y="4081"/>
                  </a:cubicBezTo>
                  <a:lnTo>
                    <a:pt x="1305" y="3857"/>
                  </a:lnTo>
                  <a:cubicBezTo>
                    <a:pt x="1762" y="3753"/>
                    <a:pt x="2055" y="3369"/>
                    <a:pt x="2119" y="2988"/>
                  </a:cubicBezTo>
                  <a:cubicBezTo>
                    <a:pt x="2200" y="2503"/>
                    <a:pt x="1946" y="2082"/>
                    <a:pt x="1473" y="1915"/>
                  </a:cubicBezTo>
                  <a:cubicBezTo>
                    <a:pt x="1418" y="1894"/>
                    <a:pt x="1361" y="1874"/>
                    <a:pt x="1305" y="1853"/>
                  </a:cubicBezTo>
                  <a:lnTo>
                    <a:pt x="1305" y="895"/>
                  </a:lnTo>
                  <a:cubicBezTo>
                    <a:pt x="1429" y="929"/>
                    <a:pt x="1494" y="992"/>
                    <a:pt x="1498" y="998"/>
                  </a:cubicBezTo>
                  <a:cubicBezTo>
                    <a:pt x="1546" y="1052"/>
                    <a:pt x="1612" y="1080"/>
                    <a:pt x="1679" y="1080"/>
                  </a:cubicBezTo>
                  <a:cubicBezTo>
                    <a:pt x="1735" y="1080"/>
                    <a:pt x="1792" y="1060"/>
                    <a:pt x="1838" y="1020"/>
                  </a:cubicBezTo>
                  <a:cubicBezTo>
                    <a:pt x="1938" y="932"/>
                    <a:pt x="1948" y="781"/>
                    <a:pt x="1860" y="680"/>
                  </a:cubicBezTo>
                  <a:cubicBezTo>
                    <a:pt x="1848" y="668"/>
                    <a:pt x="1661" y="458"/>
                    <a:pt x="1305" y="405"/>
                  </a:cubicBezTo>
                  <a:lnTo>
                    <a:pt x="1305" y="235"/>
                  </a:lnTo>
                  <a:cubicBezTo>
                    <a:pt x="1301" y="105"/>
                    <a:pt x="1195" y="1"/>
                    <a:pt x="106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840" name="Google Shape;4840;p55"/>
          <p:cNvSpPr/>
          <p:nvPr/>
        </p:nvSpPr>
        <p:spPr>
          <a:xfrm>
            <a:off x="6316608" y="3438957"/>
            <a:ext cx="314744" cy="354784"/>
          </a:xfrm>
          <a:custGeom>
            <a:rect b="b" l="l" r="r" t="t"/>
            <a:pathLst>
              <a:path extrusionOk="0" h="16410" w="14558">
                <a:moveTo>
                  <a:pt x="13046" y="961"/>
                </a:moveTo>
                <a:lnTo>
                  <a:pt x="12262" y="2137"/>
                </a:lnTo>
                <a:cubicBezTo>
                  <a:pt x="12154" y="2298"/>
                  <a:pt x="12154" y="2509"/>
                  <a:pt x="12262" y="2670"/>
                </a:cubicBezTo>
                <a:lnTo>
                  <a:pt x="13046" y="3846"/>
                </a:lnTo>
                <a:lnTo>
                  <a:pt x="8335" y="3846"/>
                </a:lnTo>
                <a:lnTo>
                  <a:pt x="8335" y="961"/>
                </a:lnTo>
                <a:close/>
                <a:moveTo>
                  <a:pt x="3364" y="7436"/>
                </a:moveTo>
                <a:cubicBezTo>
                  <a:pt x="3698" y="7436"/>
                  <a:pt x="4026" y="7567"/>
                  <a:pt x="4272" y="7812"/>
                </a:cubicBezTo>
                <a:cubicBezTo>
                  <a:pt x="4638" y="8178"/>
                  <a:pt x="4748" y="8730"/>
                  <a:pt x="4549" y="9209"/>
                </a:cubicBezTo>
                <a:cubicBezTo>
                  <a:pt x="4351" y="9688"/>
                  <a:pt x="3884" y="10000"/>
                  <a:pt x="3366" y="10000"/>
                </a:cubicBezTo>
                <a:cubicBezTo>
                  <a:pt x="2658" y="9998"/>
                  <a:pt x="2086" y="9426"/>
                  <a:pt x="2084" y="8718"/>
                </a:cubicBezTo>
                <a:cubicBezTo>
                  <a:pt x="2084" y="8200"/>
                  <a:pt x="2396" y="7733"/>
                  <a:pt x="2875" y="7534"/>
                </a:cubicBezTo>
                <a:cubicBezTo>
                  <a:pt x="3033" y="7468"/>
                  <a:pt x="3199" y="7436"/>
                  <a:pt x="3364" y="7436"/>
                </a:cubicBezTo>
                <a:close/>
                <a:moveTo>
                  <a:pt x="7865" y="10962"/>
                </a:moveTo>
                <a:cubicBezTo>
                  <a:pt x="8128" y="10962"/>
                  <a:pt x="8343" y="11176"/>
                  <a:pt x="8343" y="11442"/>
                </a:cubicBezTo>
                <a:cubicBezTo>
                  <a:pt x="8343" y="11708"/>
                  <a:pt x="8128" y="11923"/>
                  <a:pt x="7865" y="11923"/>
                </a:cubicBezTo>
                <a:cubicBezTo>
                  <a:pt x="7861" y="11923"/>
                  <a:pt x="7858" y="11923"/>
                  <a:pt x="7854" y="11923"/>
                </a:cubicBezTo>
                <a:lnTo>
                  <a:pt x="6084" y="11923"/>
                </a:lnTo>
                <a:cubicBezTo>
                  <a:pt x="5751" y="11924"/>
                  <a:pt x="5520" y="12251"/>
                  <a:pt x="5630" y="12564"/>
                </a:cubicBezTo>
                <a:cubicBezTo>
                  <a:pt x="5722" y="12820"/>
                  <a:pt x="5770" y="13091"/>
                  <a:pt x="5770" y="13365"/>
                </a:cubicBezTo>
                <a:lnTo>
                  <a:pt x="5770" y="15450"/>
                </a:lnTo>
                <a:lnTo>
                  <a:pt x="962" y="15450"/>
                </a:lnTo>
                <a:lnTo>
                  <a:pt x="962" y="13365"/>
                </a:lnTo>
                <a:cubicBezTo>
                  <a:pt x="962" y="12040"/>
                  <a:pt x="2040" y="10962"/>
                  <a:pt x="3366" y="10962"/>
                </a:cubicBezTo>
                <a:lnTo>
                  <a:pt x="7854" y="10962"/>
                </a:lnTo>
                <a:cubicBezTo>
                  <a:pt x="7858" y="10962"/>
                  <a:pt x="7861" y="10962"/>
                  <a:pt x="7865" y="10962"/>
                </a:cubicBezTo>
                <a:close/>
                <a:moveTo>
                  <a:pt x="7852" y="0"/>
                </a:moveTo>
                <a:cubicBezTo>
                  <a:pt x="7586" y="0"/>
                  <a:pt x="7372" y="217"/>
                  <a:pt x="7372" y="481"/>
                </a:cubicBezTo>
                <a:lnTo>
                  <a:pt x="7372" y="10000"/>
                </a:lnTo>
                <a:lnTo>
                  <a:pt x="5206" y="10000"/>
                </a:lnTo>
                <a:cubicBezTo>
                  <a:pt x="5710" y="9278"/>
                  <a:pt x="5745" y="8329"/>
                  <a:pt x="5297" y="7572"/>
                </a:cubicBezTo>
                <a:cubicBezTo>
                  <a:pt x="4891" y="6885"/>
                  <a:pt x="4154" y="6472"/>
                  <a:pt x="3368" y="6472"/>
                </a:cubicBezTo>
                <a:cubicBezTo>
                  <a:pt x="3287" y="6472"/>
                  <a:pt x="3206" y="6476"/>
                  <a:pt x="3124" y="6485"/>
                </a:cubicBezTo>
                <a:cubicBezTo>
                  <a:pt x="2250" y="6579"/>
                  <a:pt x="1512" y="7176"/>
                  <a:pt x="1236" y="8012"/>
                </a:cubicBezTo>
                <a:cubicBezTo>
                  <a:pt x="960" y="8847"/>
                  <a:pt x="1198" y="9767"/>
                  <a:pt x="1844" y="10364"/>
                </a:cubicBezTo>
                <a:cubicBezTo>
                  <a:pt x="752" y="10921"/>
                  <a:pt x="0" y="12057"/>
                  <a:pt x="0" y="13365"/>
                </a:cubicBezTo>
                <a:lnTo>
                  <a:pt x="0" y="15929"/>
                </a:lnTo>
                <a:cubicBezTo>
                  <a:pt x="0" y="16194"/>
                  <a:pt x="216" y="16410"/>
                  <a:pt x="482" y="16410"/>
                </a:cubicBezTo>
                <a:lnTo>
                  <a:pt x="6251" y="16410"/>
                </a:lnTo>
                <a:cubicBezTo>
                  <a:pt x="6517" y="16410"/>
                  <a:pt x="6732" y="16194"/>
                  <a:pt x="6732" y="15929"/>
                </a:cubicBezTo>
                <a:lnTo>
                  <a:pt x="6732" y="13365"/>
                </a:lnTo>
                <a:cubicBezTo>
                  <a:pt x="6732" y="13204"/>
                  <a:pt x="6721" y="13044"/>
                  <a:pt x="6697" y="12885"/>
                </a:cubicBezTo>
                <a:lnTo>
                  <a:pt x="7854" y="12885"/>
                </a:lnTo>
                <a:cubicBezTo>
                  <a:pt x="8556" y="12885"/>
                  <a:pt x="9156" y="12378"/>
                  <a:pt x="9275" y="11687"/>
                </a:cubicBezTo>
                <a:cubicBezTo>
                  <a:pt x="9393" y="10994"/>
                  <a:pt x="8997" y="10317"/>
                  <a:pt x="8335" y="10083"/>
                </a:cubicBezTo>
                <a:lnTo>
                  <a:pt x="8335" y="4808"/>
                </a:lnTo>
                <a:lnTo>
                  <a:pt x="13944" y="4808"/>
                </a:lnTo>
                <a:cubicBezTo>
                  <a:pt x="14327" y="4807"/>
                  <a:pt x="14557" y="4379"/>
                  <a:pt x="14343" y="4060"/>
                </a:cubicBezTo>
                <a:lnTo>
                  <a:pt x="13239" y="2404"/>
                </a:lnTo>
                <a:lnTo>
                  <a:pt x="14343" y="747"/>
                </a:lnTo>
                <a:cubicBezTo>
                  <a:pt x="14557" y="429"/>
                  <a:pt x="14328" y="0"/>
                  <a:pt x="13945" y="0"/>
                </a:cubicBezTo>
                <a:cubicBezTo>
                  <a:pt x="13945" y="0"/>
                  <a:pt x="13944" y="0"/>
                  <a:pt x="13944" y="0"/>
                </a:cubicBezTo>
                <a:lnTo>
                  <a:pt x="7854" y="0"/>
                </a:lnTo>
                <a:cubicBezTo>
                  <a:pt x="7853" y="0"/>
                  <a:pt x="7852" y="0"/>
                  <a:pt x="785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1" name="Google Shape;4841;p55"/>
          <p:cNvSpPr/>
          <p:nvPr/>
        </p:nvSpPr>
        <p:spPr>
          <a:xfrm>
            <a:off x="5539566" y="3438924"/>
            <a:ext cx="354849" cy="354849"/>
          </a:xfrm>
          <a:custGeom>
            <a:rect b="b" l="l" r="r" t="t"/>
            <a:pathLst>
              <a:path extrusionOk="0" h="16413" w="16413">
                <a:moveTo>
                  <a:pt x="7727" y="977"/>
                </a:moveTo>
                <a:lnTo>
                  <a:pt x="7725" y="3260"/>
                </a:lnTo>
                <a:cubicBezTo>
                  <a:pt x="7182" y="3313"/>
                  <a:pt x="6649" y="3457"/>
                  <a:pt x="6151" y="3684"/>
                </a:cubicBezTo>
                <a:lnTo>
                  <a:pt x="5009" y="1702"/>
                </a:lnTo>
                <a:cubicBezTo>
                  <a:pt x="5858" y="1285"/>
                  <a:pt x="6781" y="1037"/>
                  <a:pt x="7727" y="977"/>
                </a:cubicBezTo>
                <a:close/>
                <a:moveTo>
                  <a:pt x="8687" y="977"/>
                </a:moveTo>
                <a:cubicBezTo>
                  <a:pt x="9632" y="1037"/>
                  <a:pt x="10556" y="1285"/>
                  <a:pt x="11405" y="1702"/>
                </a:cubicBezTo>
                <a:lnTo>
                  <a:pt x="10262" y="3684"/>
                </a:lnTo>
                <a:cubicBezTo>
                  <a:pt x="9764" y="3457"/>
                  <a:pt x="9232" y="3313"/>
                  <a:pt x="8687" y="3260"/>
                </a:cubicBezTo>
                <a:lnTo>
                  <a:pt x="8687" y="977"/>
                </a:lnTo>
                <a:close/>
                <a:moveTo>
                  <a:pt x="12237" y="2184"/>
                </a:moveTo>
                <a:cubicBezTo>
                  <a:pt x="13022" y="2713"/>
                  <a:pt x="13697" y="3388"/>
                  <a:pt x="14227" y="4173"/>
                </a:cubicBezTo>
                <a:lnTo>
                  <a:pt x="14227" y="4174"/>
                </a:lnTo>
                <a:lnTo>
                  <a:pt x="12247" y="5317"/>
                </a:lnTo>
                <a:cubicBezTo>
                  <a:pt x="11928" y="4873"/>
                  <a:pt x="11539" y="4483"/>
                  <a:pt x="11093" y="4164"/>
                </a:cubicBezTo>
                <a:lnTo>
                  <a:pt x="12237" y="2184"/>
                </a:lnTo>
                <a:close/>
                <a:moveTo>
                  <a:pt x="4175" y="2184"/>
                </a:moveTo>
                <a:lnTo>
                  <a:pt x="5319" y="4166"/>
                </a:lnTo>
                <a:cubicBezTo>
                  <a:pt x="4874" y="4483"/>
                  <a:pt x="4486" y="4873"/>
                  <a:pt x="4167" y="5318"/>
                </a:cubicBezTo>
                <a:lnTo>
                  <a:pt x="2187" y="4174"/>
                </a:lnTo>
                <a:cubicBezTo>
                  <a:pt x="2450" y="3782"/>
                  <a:pt x="2750" y="3417"/>
                  <a:pt x="3084" y="3083"/>
                </a:cubicBezTo>
                <a:cubicBezTo>
                  <a:pt x="3418" y="2749"/>
                  <a:pt x="3783" y="2448"/>
                  <a:pt x="4175" y="2184"/>
                </a:cubicBezTo>
                <a:close/>
                <a:moveTo>
                  <a:pt x="1703" y="5006"/>
                </a:moveTo>
                <a:lnTo>
                  <a:pt x="1705" y="5008"/>
                </a:lnTo>
                <a:lnTo>
                  <a:pt x="3685" y="6150"/>
                </a:lnTo>
                <a:cubicBezTo>
                  <a:pt x="3458" y="6648"/>
                  <a:pt x="3314" y="7179"/>
                  <a:pt x="3263" y="7724"/>
                </a:cubicBezTo>
                <a:lnTo>
                  <a:pt x="978" y="7724"/>
                </a:lnTo>
                <a:cubicBezTo>
                  <a:pt x="1038" y="6780"/>
                  <a:pt x="1286" y="5856"/>
                  <a:pt x="1703" y="5006"/>
                </a:cubicBezTo>
                <a:close/>
                <a:moveTo>
                  <a:pt x="14711" y="5006"/>
                </a:moveTo>
                <a:cubicBezTo>
                  <a:pt x="15128" y="5856"/>
                  <a:pt x="15374" y="6780"/>
                  <a:pt x="15436" y="7726"/>
                </a:cubicBezTo>
                <a:lnTo>
                  <a:pt x="13151" y="7726"/>
                </a:lnTo>
                <a:cubicBezTo>
                  <a:pt x="13098" y="7181"/>
                  <a:pt x="12956" y="6648"/>
                  <a:pt x="12729" y="6151"/>
                </a:cubicBezTo>
                <a:lnTo>
                  <a:pt x="14711" y="5006"/>
                </a:lnTo>
                <a:close/>
                <a:moveTo>
                  <a:pt x="8207" y="6122"/>
                </a:moveTo>
                <a:cubicBezTo>
                  <a:pt x="8499" y="6122"/>
                  <a:pt x="8786" y="6236"/>
                  <a:pt x="9001" y="6450"/>
                </a:cubicBezTo>
                <a:cubicBezTo>
                  <a:pt x="9321" y="6771"/>
                  <a:pt x="9418" y="7254"/>
                  <a:pt x="9244" y="7673"/>
                </a:cubicBezTo>
                <a:cubicBezTo>
                  <a:pt x="9070" y="8092"/>
                  <a:pt x="8661" y="8366"/>
                  <a:pt x="8207" y="8366"/>
                </a:cubicBezTo>
                <a:cubicBezTo>
                  <a:pt x="7588" y="8366"/>
                  <a:pt x="7087" y="7863"/>
                  <a:pt x="7085" y="7244"/>
                </a:cubicBezTo>
                <a:cubicBezTo>
                  <a:pt x="7085" y="6790"/>
                  <a:pt x="7359" y="6381"/>
                  <a:pt x="7778" y="6207"/>
                </a:cubicBezTo>
                <a:cubicBezTo>
                  <a:pt x="7917" y="6150"/>
                  <a:pt x="8062" y="6122"/>
                  <a:pt x="8207" y="6122"/>
                </a:cubicBezTo>
                <a:close/>
                <a:moveTo>
                  <a:pt x="8207" y="4199"/>
                </a:moveTo>
                <a:cubicBezTo>
                  <a:pt x="10417" y="4199"/>
                  <a:pt x="12214" y="5996"/>
                  <a:pt x="12214" y="8206"/>
                </a:cubicBezTo>
                <a:cubicBezTo>
                  <a:pt x="12214" y="9086"/>
                  <a:pt x="11924" y="9941"/>
                  <a:pt x="11388" y="10638"/>
                </a:cubicBezTo>
                <a:cubicBezTo>
                  <a:pt x="11098" y="9796"/>
                  <a:pt x="10487" y="9102"/>
                  <a:pt x="9688" y="8708"/>
                </a:cubicBezTo>
                <a:cubicBezTo>
                  <a:pt x="10278" y="8111"/>
                  <a:pt x="10453" y="7216"/>
                  <a:pt x="10130" y="6440"/>
                </a:cubicBezTo>
                <a:cubicBezTo>
                  <a:pt x="9805" y="5664"/>
                  <a:pt x="9048" y="5158"/>
                  <a:pt x="8207" y="5158"/>
                </a:cubicBezTo>
                <a:cubicBezTo>
                  <a:pt x="7365" y="5158"/>
                  <a:pt x="6608" y="5664"/>
                  <a:pt x="6284" y="6440"/>
                </a:cubicBezTo>
                <a:cubicBezTo>
                  <a:pt x="5961" y="7216"/>
                  <a:pt x="6135" y="8111"/>
                  <a:pt x="6725" y="8708"/>
                </a:cubicBezTo>
                <a:cubicBezTo>
                  <a:pt x="5927" y="9102"/>
                  <a:pt x="5316" y="9796"/>
                  <a:pt x="5026" y="10638"/>
                </a:cubicBezTo>
                <a:cubicBezTo>
                  <a:pt x="4490" y="9941"/>
                  <a:pt x="4200" y="9086"/>
                  <a:pt x="4200" y="8206"/>
                </a:cubicBezTo>
                <a:cubicBezTo>
                  <a:pt x="4200" y="5996"/>
                  <a:pt x="5999" y="4199"/>
                  <a:pt x="8207" y="4199"/>
                </a:cubicBezTo>
                <a:close/>
                <a:moveTo>
                  <a:pt x="3263" y="8686"/>
                </a:moveTo>
                <a:cubicBezTo>
                  <a:pt x="3314" y="9231"/>
                  <a:pt x="3458" y="9764"/>
                  <a:pt x="3685" y="10262"/>
                </a:cubicBezTo>
                <a:lnTo>
                  <a:pt x="1705" y="11404"/>
                </a:lnTo>
                <a:cubicBezTo>
                  <a:pt x="1286" y="10555"/>
                  <a:pt x="1040" y="9631"/>
                  <a:pt x="980" y="8686"/>
                </a:cubicBezTo>
                <a:close/>
                <a:moveTo>
                  <a:pt x="15436" y="8686"/>
                </a:moveTo>
                <a:cubicBezTo>
                  <a:pt x="15374" y="9631"/>
                  <a:pt x="15128" y="10555"/>
                  <a:pt x="14711" y="11404"/>
                </a:cubicBezTo>
                <a:lnTo>
                  <a:pt x="12729" y="10262"/>
                </a:lnTo>
                <a:cubicBezTo>
                  <a:pt x="12956" y="9764"/>
                  <a:pt x="13100" y="9231"/>
                  <a:pt x="13153" y="8686"/>
                </a:cubicBezTo>
                <a:close/>
                <a:moveTo>
                  <a:pt x="8207" y="9328"/>
                </a:moveTo>
                <a:cubicBezTo>
                  <a:pt x="9415" y="9328"/>
                  <a:pt x="10436" y="10227"/>
                  <a:pt x="10588" y="11426"/>
                </a:cubicBezTo>
                <a:cubicBezTo>
                  <a:pt x="9881" y="11951"/>
                  <a:pt x="9044" y="12213"/>
                  <a:pt x="8207" y="12213"/>
                </a:cubicBezTo>
                <a:cubicBezTo>
                  <a:pt x="7370" y="12213"/>
                  <a:pt x="6533" y="11951"/>
                  <a:pt x="5826" y="11426"/>
                </a:cubicBezTo>
                <a:cubicBezTo>
                  <a:pt x="5978" y="10227"/>
                  <a:pt x="6999" y="9328"/>
                  <a:pt x="8207" y="9328"/>
                </a:cubicBezTo>
                <a:close/>
                <a:moveTo>
                  <a:pt x="12247" y="11092"/>
                </a:moveTo>
                <a:lnTo>
                  <a:pt x="14227" y="12236"/>
                </a:lnTo>
                <a:cubicBezTo>
                  <a:pt x="13964" y="12627"/>
                  <a:pt x="13664" y="12993"/>
                  <a:pt x="13330" y="13327"/>
                </a:cubicBezTo>
                <a:lnTo>
                  <a:pt x="13328" y="13327"/>
                </a:lnTo>
                <a:cubicBezTo>
                  <a:pt x="12994" y="13661"/>
                  <a:pt x="12630" y="13961"/>
                  <a:pt x="12237" y="14225"/>
                </a:cubicBezTo>
                <a:lnTo>
                  <a:pt x="11095" y="12245"/>
                </a:lnTo>
                <a:cubicBezTo>
                  <a:pt x="11539" y="11926"/>
                  <a:pt x="11928" y="11536"/>
                  <a:pt x="12247" y="11092"/>
                </a:cubicBezTo>
                <a:close/>
                <a:moveTo>
                  <a:pt x="4167" y="11092"/>
                </a:moveTo>
                <a:cubicBezTo>
                  <a:pt x="4484" y="11536"/>
                  <a:pt x="4874" y="11926"/>
                  <a:pt x="5319" y="12245"/>
                </a:cubicBezTo>
                <a:lnTo>
                  <a:pt x="4175" y="14226"/>
                </a:lnTo>
                <a:cubicBezTo>
                  <a:pt x="3390" y="13696"/>
                  <a:pt x="2715" y="13021"/>
                  <a:pt x="2185" y="12236"/>
                </a:cubicBezTo>
                <a:lnTo>
                  <a:pt x="4167" y="11092"/>
                </a:lnTo>
                <a:close/>
                <a:moveTo>
                  <a:pt x="6151" y="12728"/>
                </a:moveTo>
                <a:cubicBezTo>
                  <a:pt x="6649" y="12955"/>
                  <a:pt x="7180" y="13097"/>
                  <a:pt x="7725" y="13150"/>
                </a:cubicBezTo>
                <a:lnTo>
                  <a:pt x="7727" y="13150"/>
                </a:lnTo>
                <a:lnTo>
                  <a:pt x="7727" y="15433"/>
                </a:lnTo>
                <a:cubicBezTo>
                  <a:pt x="6781" y="15373"/>
                  <a:pt x="5858" y="15127"/>
                  <a:pt x="5007" y="14708"/>
                </a:cubicBezTo>
                <a:lnTo>
                  <a:pt x="6151" y="12728"/>
                </a:lnTo>
                <a:close/>
                <a:moveTo>
                  <a:pt x="10262" y="12728"/>
                </a:moveTo>
                <a:lnTo>
                  <a:pt x="11405" y="14708"/>
                </a:lnTo>
                <a:cubicBezTo>
                  <a:pt x="10556" y="15127"/>
                  <a:pt x="9632" y="15373"/>
                  <a:pt x="8687" y="15433"/>
                </a:cubicBezTo>
                <a:lnTo>
                  <a:pt x="8687" y="13150"/>
                </a:lnTo>
                <a:cubicBezTo>
                  <a:pt x="9232" y="13097"/>
                  <a:pt x="9765" y="12955"/>
                  <a:pt x="10262" y="12728"/>
                </a:cubicBezTo>
                <a:close/>
                <a:moveTo>
                  <a:pt x="8206" y="1"/>
                </a:moveTo>
                <a:cubicBezTo>
                  <a:pt x="6013" y="1"/>
                  <a:pt x="3953" y="854"/>
                  <a:pt x="2403" y="2404"/>
                </a:cubicBezTo>
                <a:cubicBezTo>
                  <a:pt x="852" y="3953"/>
                  <a:pt x="0" y="6014"/>
                  <a:pt x="0" y="8206"/>
                </a:cubicBezTo>
                <a:cubicBezTo>
                  <a:pt x="0" y="10398"/>
                  <a:pt x="852" y="12459"/>
                  <a:pt x="2403" y="14010"/>
                </a:cubicBezTo>
                <a:cubicBezTo>
                  <a:pt x="3953" y="15560"/>
                  <a:pt x="6013" y="16413"/>
                  <a:pt x="8206" y="16413"/>
                </a:cubicBezTo>
                <a:cubicBezTo>
                  <a:pt x="10398" y="16413"/>
                  <a:pt x="12458" y="15559"/>
                  <a:pt x="14009" y="14010"/>
                </a:cubicBezTo>
                <a:cubicBezTo>
                  <a:pt x="15559" y="12460"/>
                  <a:pt x="16412" y="10398"/>
                  <a:pt x="16412" y="8206"/>
                </a:cubicBezTo>
                <a:cubicBezTo>
                  <a:pt x="16412" y="6014"/>
                  <a:pt x="15559" y="3955"/>
                  <a:pt x="14009" y="2404"/>
                </a:cubicBezTo>
                <a:cubicBezTo>
                  <a:pt x="12458" y="854"/>
                  <a:pt x="10398" y="1"/>
                  <a:pt x="820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842" name="Google Shape;4842;p55"/>
          <p:cNvGrpSpPr/>
          <p:nvPr/>
        </p:nvGrpSpPr>
        <p:grpSpPr>
          <a:xfrm>
            <a:off x="4829202" y="3438804"/>
            <a:ext cx="259808" cy="354849"/>
            <a:chOff x="3291625" y="3507475"/>
            <a:chExt cx="300425" cy="410325"/>
          </a:xfrm>
        </p:grpSpPr>
        <p:sp>
          <p:nvSpPr>
            <p:cNvPr id="4843" name="Google Shape;4843;p55"/>
            <p:cNvSpPr/>
            <p:nvPr/>
          </p:nvSpPr>
          <p:spPr>
            <a:xfrm>
              <a:off x="3291625" y="3507475"/>
              <a:ext cx="300425" cy="410325"/>
            </a:xfrm>
            <a:custGeom>
              <a:rect b="b" l="l" r="r" t="t"/>
              <a:pathLst>
                <a:path extrusionOk="0" h="16413" w="12017">
                  <a:moveTo>
                    <a:pt x="6008" y="962"/>
                  </a:moveTo>
                  <a:cubicBezTo>
                    <a:pt x="6300" y="962"/>
                    <a:pt x="6587" y="1076"/>
                    <a:pt x="6802" y="1290"/>
                  </a:cubicBezTo>
                  <a:cubicBezTo>
                    <a:pt x="7122" y="1611"/>
                    <a:pt x="7219" y="2094"/>
                    <a:pt x="7045" y="2513"/>
                  </a:cubicBezTo>
                  <a:cubicBezTo>
                    <a:pt x="6872" y="2932"/>
                    <a:pt x="6462" y="3206"/>
                    <a:pt x="6008" y="3206"/>
                  </a:cubicBezTo>
                  <a:cubicBezTo>
                    <a:pt x="5390" y="3204"/>
                    <a:pt x="4887" y="2704"/>
                    <a:pt x="4886" y="2084"/>
                  </a:cubicBezTo>
                  <a:cubicBezTo>
                    <a:pt x="4886" y="1630"/>
                    <a:pt x="5160" y="1222"/>
                    <a:pt x="5579" y="1047"/>
                  </a:cubicBezTo>
                  <a:cubicBezTo>
                    <a:pt x="5717" y="990"/>
                    <a:pt x="5863" y="962"/>
                    <a:pt x="6008" y="962"/>
                  </a:cubicBezTo>
                  <a:close/>
                  <a:moveTo>
                    <a:pt x="6008" y="4168"/>
                  </a:moveTo>
                  <a:cubicBezTo>
                    <a:pt x="7280" y="4168"/>
                    <a:pt x="8325" y="5160"/>
                    <a:pt x="8407" y="6412"/>
                  </a:cubicBezTo>
                  <a:lnTo>
                    <a:pt x="3610" y="6412"/>
                  </a:lnTo>
                  <a:cubicBezTo>
                    <a:pt x="3692" y="5160"/>
                    <a:pt x="4737" y="4168"/>
                    <a:pt x="6008" y="4168"/>
                  </a:cubicBezTo>
                  <a:close/>
                  <a:moveTo>
                    <a:pt x="10791" y="7372"/>
                  </a:moveTo>
                  <a:lnTo>
                    <a:pt x="10470" y="8334"/>
                  </a:lnTo>
                  <a:lnTo>
                    <a:pt x="1547" y="8334"/>
                  </a:lnTo>
                  <a:lnTo>
                    <a:pt x="1226" y="7372"/>
                  </a:lnTo>
                  <a:close/>
                  <a:moveTo>
                    <a:pt x="9304" y="9297"/>
                  </a:moveTo>
                  <a:lnTo>
                    <a:pt x="8473" y="15452"/>
                  </a:lnTo>
                  <a:lnTo>
                    <a:pt x="3545" y="15452"/>
                  </a:lnTo>
                  <a:lnTo>
                    <a:pt x="2713" y="9297"/>
                  </a:lnTo>
                  <a:close/>
                  <a:moveTo>
                    <a:pt x="6009" y="0"/>
                  </a:moveTo>
                  <a:cubicBezTo>
                    <a:pt x="5167" y="0"/>
                    <a:pt x="4409" y="505"/>
                    <a:pt x="4085" y="1282"/>
                  </a:cubicBezTo>
                  <a:cubicBezTo>
                    <a:pt x="3761" y="2058"/>
                    <a:pt x="3937" y="2953"/>
                    <a:pt x="4529" y="3550"/>
                  </a:cubicBezTo>
                  <a:cubicBezTo>
                    <a:pt x="3458" y="4077"/>
                    <a:pt x="2707" y="5155"/>
                    <a:pt x="2647" y="6413"/>
                  </a:cubicBezTo>
                  <a:lnTo>
                    <a:pt x="1682" y="6413"/>
                  </a:lnTo>
                  <a:lnTo>
                    <a:pt x="1682" y="4306"/>
                  </a:lnTo>
                  <a:lnTo>
                    <a:pt x="2698" y="3796"/>
                  </a:lnTo>
                  <a:cubicBezTo>
                    <a:pt x="2935" y="3677"/>
                    <a:pt x="3032" y="3389"/>
                    <a:pt x="2913" y="3152"/>
                  </a:cubicBezTo>
                  <a:cubicBezTo>
                    <a:pt x="2829" y="2983"/>
                    <a:pt x="2659" y="2886"/>
                    <a:pt x="2482" y="2886"/>
                  </a:cubicBezTo>
                  <a:cubicBezTo>
                    <a:pt x="2410" y="2886"/>
                    <a:pt x="2336" y="2902"/>
                    <a:pt x="2268" y="2936"/>
                  </a:cubicBezTo>
                  <a:lnTo>
                    <a:pt x="986" y="3576"/>
                  </a:lnTo>
                  <a:cubicBezTo>
                    <a:pt x="824" y="3658"/>
                    <a:pt x="721" y="3825"/>
                    <a:pt x="721" y="4007"/>
                  </a:cubicBezTo>
                  <a:lnTo>
                    <a:pt x="721" y="6412"/>
                  </a:lnTo>
                  <a:lnTo>
                    <a:pt x="560" y="6412"/>
                  </a:lnTo>
                  <a:cubicBezTo>
                    <a:pt x="232" y="6412"/>
                    <a:pt x="1" y="6732"/>
                    <a:pt x="105" y="7044"/>
                  </a:cubicBezTo>
                  <a:lnTo>
                    <a:pt x="745" y="8967"/>
                  </a:lnTo>
                  <a:cubicBezTo>
                    <a:pt x="810" y="9163"/>
                    <a:pt x="995" y="9295"/>
                    <a:pt x="1201" y="9295"/>
                  </a:cubicBezTo>
                  <a:lnTo>
                    <a:pt x="1743" y="9295"/>
                  </a:lnTo>
                  <a:lnTo>
                    <a:pt x="2574" y="15452"/>
                  </a:lnTo>
                  <a:lnTo>
                    <a:pt x="881" y="15452"/>
                  </a:lnTo>
                  <a:cubicBezTo>
                    <a:pt x="877" y="15452"/>
                    <a:pt x="874" y="15452"/>
                    <a:pt x="870" y="15452"/>
                  </a:cubicBezTo>
                  <a:cubicBezTo>
                    <a:pt x="605" y="15452"/>
                    <a:pt x="390" y="15666"/>
                    <a:pt x="390" y="15932"/>
                  </a:cubicBezTo>
                  <a:cubicBezTo>
                    <a:pt x="390" y="16198"/>
                    <a:pt x="605" y="16413"/>
                    <a:pt x="870" y="16413"/>
                  </a:cubicBezTo>
                  <a:cubicBezTo>
                    <a:pt x="874" y="16413"/>
                    <a:pt x="877" y="16412"/>
                    <a:pt x="881" y="16412"/>
                  </a:cubicBezTo>
                  <a:lnTo>
                    <a:pt x="11138" y="16412"/>
                  </a:lnTo>
                  <a:cubicBezTo>
                    <a:pt x="11399" y="16408"/>
                    <a:pt x="11608" y="16194"/>
                    <a:pt x="11608" y="15932"/>
                  </a:cubicBezTo>
                  <a:cubicBezTo>
                    <a:pt x="11608" y="15670"/>
                    <a:pt x="11399" y="15456"/>
                    <a:pt x="11138" y="15452"/>
                  </a:cubicBezTo>
                  <a:lnTo>
                    <a:pt x="9443" y="15452"/>
                  </a:lnTo>
                  <a:lnTo>
                    <a:pt x="10275" y="9297"/>
                  </a:lnTo>
                  <a:lnTo>
                    <a:pt x="10817" y="9297"/>
                  </a:lnTo>
                  <a:cubicBezTo>
                    <a:pt x="11024" y="9297"/>
                    <a:pt x="11207" y="9165"/>
                    <a:pt x="11273" y="8969"/>
                  </a:cubicBezTo>
                  <a:lnTo>
                    <a:pt x="11913" y="7044"/>
                  </a:lnTo>
                  <a:cubicBezTo>
                    <a:pt x="12017" y="6734"/>
                    <a:pt x="11785" y="6412"/>
                    <a:pt x="11457" y="6412"/>
                  </a:cubicBezTo>
                  <a:lnTo>
                    <a:pt x="11296" y="6412"/>
                  </a:lnTo>
                  <a:lnTo>
                    <a:pt x="11296" y="4008"/>
                  </a:lnTo>
                  <a:cubicBezTo>
                    <a:pt x="11297" y="3825"/>
                    <a:pt x="11193" y="3660"/>
                    <a:pt x="11031" y="3578"/>
                  </a:cubicBezTo>
                  <a:lnTo>
                    <a:pt x="9750" y="2938"/>
                  </a:lnTo>
                  <a:cubicBezTo>
                    <a:pt x="9680" y="2903"/>
                    <a:pt x="9607" y="2886"/>
                    <a:pt x="9534" y="2886"/>
                  </a:cubicBezTo>
                  <a:cubicBezTo>
                    <a:pt x="9358" y="2886"/>
                    <a:pt x="9189" y="2984"/>
                    <a:pt x="9104" y="3152"/>
                  </a:cubicBezTo>
                  <a:cubicBezTo>
                    <a:pt x="8985" y="3390"/>
                    <a:pt x="9082" y="3679"/>
                    <a:pt x="9319" y="3798"/>
                  </a:cubicBezTo>
                  <a:lnTo>
                    <a:pt x="10335" y="4306"/>
                  </a:lnTo>
                  <a:lnTo>
                    <a:pt x="10335" y="6413"/>
                  </a:lnTo>
                  <a:lnTo>
                    <a:pt x="9370" y="6413"/>
                  </a:lnTo>
                  <a:cubicBezTo>
                    <a:pt x="9312" y="5155"/>
                    <a:pt x="8559" y="4077"/>
                    <a:pt x="7488" y="3550"/>
                  </a:cubicBezTo>
                  <a:cubicBezTo>
                    <a:pt x="8080" y="2953"/>
                    <a:pt x="8256" y="2058"/>
                    <a:pt x="7932" y="1282"/>
                  </a:cubicBezTo>
                  <a:cubicBezTo>
                    <a:pt x="7608" y="505"/>
                    <a:pt x="6850" y="0"/>
                    <a:pt x="600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4" name="Google Shape;4844;p55"/>
            <p:cNvSpPr/>
            <p:nvPr/>
          </p:nvSpPr>
          <p:spPr>
            <a:xfrm>
              <a:off x="3387875" y="3763925"/>
              <a:ext cx="107875" cy="105775"/>
            </a:xfrm>
            <a:custGeom>
              <a:rect b="b" l="l" r="r" t="t"/>
              <a:pathLst>
                <a:path extrusionOk="0" h="4231" w="4315">
                  <a:moveTo>
                    <a:pt x="3252" y="961"/>
                  </a:moveTo>
                  <a:lnTo>
                    <a:pt x="2944" y="3269"/>
                  </a:lnTo>
                  <a:lnTo>
                    <a:pt x="1373" y="3269"/>
                  </a:lnTo>
                  <a:lnTo>
                    <a:pt x="1065" y="961"/>
                  </a:lnTo>
                  <a:close/>
                  <a:moveTo>
                    <a:pt x="515" y="1"/>
                  </a:moveTo>
                  <a:cubicBezTo>
                    <a:pt x="225" y="1"/>
                    <a:pt x="1" y="257"/>
                    <a:pt x="39" y="544"/>
                  </a:cubicBezTo>
                  <a:lnTo>
                    <a:pt x="477" y="3814"/>
                  </a:lnTo>
                  <a:cubicBezTo>
                    <a:pt x="507" y="4053"/>
                    <a:pt x="711" y="4230"/>
                    <a:pt x="953" y="4230"/>
                  </a:cubicBezTo>
                  <a:lnTo>
                    <a:pt x="3365" y="4230"/>
                  </a:lnTo>
                  <a:cubicBezTo>
                    <a:pt x="3605" y="4230"/>
                    <a:pt x="3808" y="4053"/>
                    <a:pt x="3840" y="3814"/>
                  </a:cubicBezTo>
                  <a:lnTo>
                    <a:pt x="4277" y="544"/>
                  </a:lnTo>
                  <a:cubicBezTo>
                    <a:pt x="4315" y="257"/>
                    <a:pt x="4092" y="1"/>
                    <a:pt x="380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45" name="Google Shape;4845;p55"/>
          <p:cNvGrpSpPr/>
          <p:nvPr/>
        </p:nvGrpSpPr>
        <p:grpSpPr>
          <a:xfrm>
            <a:off x="4029014" y="3438803"/>
            <a:ext cx="353444" cy="354849"/>
            <a:chOff x="2733800" y="3534200"/>
            <a:chExt cx="408700" cy="410325"/>
          </a:xfrm>
        </p:grpSpPr>
        <p:sp>
          <p:nvSpPr>
            <p:cNvPr id="4846" name="Google Shape;4846;p55"/>
            <p:cNvSpPr/>
            <p:nvPr/>
          </p:nvSpPr>
          <p:spPr>
            <a:xfrm>
              <a:off x="2733800" y="3784175"/>
              <a:ext cx="408700" cy="160350"/>
            </a:xfrm>
            <a:custGeom>
              <a:rect b="b" l="l" r="r" t="t"/>
              <a:pathLst>
                <a:path extrusionOk="0" h="6414" w="16348">
                  <a:moveTo>
                    <a:pt x="3045" y="965"/>
                  </a:moveTo>
                  <a:cubicBezTo>
                    <a:pt x="3295" y="965"/>
                    <a:pt x="3542" y="1062"/>
                    <a:pt x="3725" y="1247"/>
                  </a:cubicBezTo>
                  <a:cubicBezTo>
                    <a:pt x="4000" y="1521"/>
                    <a:pt x="4082" y="1935"/>
                    <a:pt x="3934" y="2294"/>
                  </a:cubicBezTo>
                  <a:cubicBezTo>
                    <a:pt x="3785" y="2654"/>
                    <a:pt x="3435" y="2889"/>
                    <a:pt x="3046" y="2889"/>
                  </a:cubicBezTo>
                  <a:cubicBezTo>
                    <a:pt x="2515" y="2887"/>
                    <a:pt x="2085" y="2457"/>
                    <a:pt x="2083" y="1926"/>
                  </a:cubicBezTo>
                  <a:cubicBezTo>
                    <a:pt x="2085" y="1537"/>
                    <a:pt x="2318" y="1187"/>
                    <a:pt x="2678" y="1037"/>
                  </a:cubicBezTo>
                  <a:cubicBezTo>
                    <a:pt x="2796" y="989"/>
                    <a:pt x="2921" y="965"/>
                    <a:pt x="3045" y="965"/>
                  </a:cubicBezTo>
                  <a:close/>
                  <a:moveTo>
                    <a:pt x="8173" y="965"/>
                  </a:moveTo>
                  <a:cubicBezTo>
                    <a:pt x="8423" y="965"/>
                    <a:pt x="8669" y="1062"/>
                    <a:pt x="8854" y="1247"/>
                  </a:cubicBezTo>
                  <a:cubicBezTo>
                    <a:pt x="9129" y="1521"/>
                    <a:pt x="9211" y="1935"/>
                    <a:pt x="9063" y="2294"/>
                  </a:cubicBezTo>
                  <a:cubicBezTo>
                    <a:pt x="8914" y="2654"/>
                    <a:pt x="8564" y="2889"/>
                    <a:pt x="8174" y="2889"/>
                  </a:cubicBezTo>
                  <a:cubicBezTo>
                    <a:pt x="7644" y="2887"/>
                    <a:pt x="7213" y="2457"/>
                    <a:pt x="7212" y="1926"/>
                  </a:cubicBezTo>
                  <a:cubicBezTo>
                    <a:pt x="7212" y="1537"/>
                    <a:pt x="7446" y="1187"/>
                    <a:pt x="7807" y="1037"/>
                  </a:cubicBezTo>
                  <a:cubicBezTo>
                    <a:pt x="7925" y="989"/>
                    <a:pt x="8050" y="965"/>
                    <a:pt x="8173" y="965"/>
                  </a:cubicBezTo>
                  <a:close/>
                  <a:moveTo>
                    <a:pt x="13302" y="965"/>
                  </a:moveTo>
                  <a:cubicBezTo>
                    <a:pt x="13552" y="965"/>
                    <a:pt x="13798" y="1062"/>
                    <a:pt x="13982" y="1247"/>
                  </a:cubicBezTo>
                  <a:cubicBezTo>
                    <a:pt x="14258" y="1521"/>
                    <a:pt x="14340" y="1935"/>
                    <a:pt x="14192" y="2294"/>
                  </a:cubicBezTo>
                  <a:cubicBezTo>
                    <a:pt x="14042" y="2654"/>
                    <a:pt x="13691" y="2889"/>
                    <a:pt x="13303" y="2889"/>
                  </a:cubicBezTo>
                  <a:cubicBezTo>
                    <a:pt x="12771" y="2887"/>
                    <a:pt x="12342" y="2457"/>
                    <a:pt x="12341" y="1926"/>
                  </a:cubicBezTo>
                  <a:cubicBezTo>
                    <a:pt x="12341" y="1537"/>
                    <a:pt x="12575" y="1187"/>
                    <a:pt x="12935" y="1037"/>
                  </a:cubicBezTo>
                  <a:cubicBezTo>
                    <a:pt x="13054" y="989"/>
                    <a:pt x="13178" y="965"/>
                    <a:pt x="13302" y="965"/>
                  </a:cubicBezTo>
                  <a:close/>
                  <a:moveTo>
                    <a:pt x="3046" y="3849"/>
                  </a:moveTo>
                  <a:cubicBezTo>
                    <a:pt x="4011" y="3849"/>
                    <a:pt x="4850" y="4513"/>
                    <a:pt x="5072" y="5451"/>
                  </a:cubicBezTo>
                  <a:lnTo>
                    <a:pt x="1019" y="5451"/>
                  </a:lnTo>
                  <a:cubicBezTo>
                    <a:pt x="1241" y="4513"/>
                    <a:pt x="2080" y="3849"/>
                    <a:pt x="3046" y="3849"/>
                  </a:cubicBezTo>
                  <a:close/>
                  <a:moveTo>
                    <a:pt x="8174" y="3849"/>
                  </a:moveTo>
                  <a:cubicBezTo>
                    <a:pt x="9139" y="3849"/>
                    <a:pt x="9978" y="4513"/>
                    <a:pt x="10201" y="5451"/>
                  </a:cubicBezTo>
                  <a:lnTo>
                    <a:pt x="6146" y="5451"/>
                  </a:lnTo>
                  <a:cubicBezTo>
                    <a:pt x="6370" y="4513"/>
                    <a:pt x="7209" y="3849"/>
                    <a:pt x="8174" y="3849"/>
                  </a:cubicBezTo>
                  <a:close/>
                  <a:moveTo>
                    <a:pt x="13303" y="3849"/>
                  </a:moveTo>
                  <a:cubicBezTo>
                    <a:pt x="14268" y="3849"/>
                    <a:pt x="15107" y="4513"/>
                    <a:pt x="15330" y="5451"/>
                  </a:cubicBezTo>
                  <a:lnTo>
                    <a:pt x="11274" y="5451"/>
                  </a:lnTo>
                  <a:cubicBezTo>
                    <a:pt x="11498" y="4513"/>
                    <a:pt x="12338" y="3849"/>
                    <a:pt x="13303" y="3849"/>
                  </a:cubicBezTo>
                  <a:close/>
                  <a:moveTo>
                    <a:pt x="3046" y="1"/>
                  </a:moveTo>
                  <a:cubicBezTo>
                    <a:pt x="2281" y="1"/>
                    <a:pt x="1588" y="455"/>
                    <a:pt x="1282" y="1156"/>
                  </a:cubicBezTo>
                  <a:cubicBezTo>
                    <a:pt x="976" y="1858"/>
                    <a:pt x="1117" y="2673"/>
                    <a:pt x="1637" y="3234"/>
                  </a:cubicBezTo>
                  <a:cubicBezTo>
                    <a:pt x="632" y="3758"/>
                    <a:pt x="1" y="4798"/>
                    <a:pt x="1" y="5933"/>
                  </a:cubicBezTo>
                  <a:cubicBezTo>
                    <a:pt x="1" y="6198"/>
                    <a:pt x="216" y="6413"/>
                    <a:pt x="481" y="6413"/>
                  </a:cubicBezTo>
                  <a:lnTo>
                    <a:pt x="15867" y="6413"/>
                  </a:lnTo>
                  <a:cubicBezTo>
                    <a:pt x="16132" y="6413"/>
                    <a:pt x="16347" y="6198"/>
                    <a:pt x="16347" y="5933"/>
                  </a:cubicBezTo>
                  <a:cubicBezTo>
                    <a:pt x="16346" y="4798"/>
                    <a:pt x="15716" y="3758"/>
                    <a:pt x="14712" y="3234"/>
                  </a:cubicBezTo>
                  <a:cubicBezTo>
                    <a:pt x="15231" y="2673"/>
                    <a:pt x="15372" y="1858"/>
                    <a:pt x="15066" y="1156"/>
                  </a:cubicBezTo>
                  <a:cubicBezTo>
                    <a:pt x="14760" y="455"/>
                    <a:pt x="14067" y="1"/>
                    <a:pt x="13303" y="1"/>
                  </a:cubicBezTo>
                  <a:cubicBezTo>
                    <a:pt x="12537" y="1"/>
                    <a:pt x="11846" y="455"/>
                    <a:pt x="11539" y="1156"/>
                  </a:cubicBezTo>
                  <a:cubicBezTo>
                    <a:pt x="11233" y="1858"/>
                    <a:pt x="11373" y="2673"/>
                    <a:pt x="11894" y="3234"/>
                  </a:cubicBezTo>
                  <a:cubicBezTo>
                    <a:pt x="11424" y="3480"/>
                    <a:pt x="11025" y="3845"/>
                    <a:pt x="10738" y="4291"/>
                  </a:cubicBezTo>
                  <a:cubicBezTo>
                    <a:pt x="10451" y="3845"/>
                    <a:pt x="10053" y="3480"/>
                    <a:pt x="9583" y="3234"/>
                  </a:cubicBezTo>
                  <a:cubicBezTo>
                    <a:pt x="10104" y="2673"/>
                    <a:pt x="10243" y="1858"/>
                    <a:pt x="9937" y="1156"/>
                  </a:cubicBezTo>
                  <a:cubicBezTo>
                    <a:pt x="9631" y="455"/>
                    <a:pt x="8939" y="1"/>
                    <a:pt x="8174" y="1"/>
                  </a:cubicBezTo>
                  <a:cubicBezTo>
                    <a:pt x="7410" y="1"/>
                    <a:pt x="6717" y="455"/>
                    <a:pt x="6411" y="1156"/>
                  </a:cubicBezTo>
                  <a:cubicBezTo>
                    <a:pt x="6105" y="1858"/>
                    <a:pt x="6244" y="2673"/>
                    <a:pt x="6765" y="3234"/>
                  </a:cubicBezTo>
                  <a:cubicBezTo>
                    <a:pt x="6295" y="3480"/>
                    <a:pt x="5897" y="3845"/>
                    <a:pt x="5610" y="4291"/>
                  </a:cubicBezTo>
                  <a:cubicBezTo>
                    <a:pt x="5323" y="3845"/>
                    <a:pt x="4924" y="3480"/>
                    <a:pt x="4454" y="3234"/>
                  </a:cubicBezTo>
                  <a:cubicBezTo>
                    <a:pt x="4976" y="2673"/>
                    <a:pt x="5115" y="1858"/>
                    <a:pt x="4809" y="1156"/>
                  </a:cubicBezTo>
                  <a:cubicBezTo>
                    <a:pt x="4503" y="455"/>
                    <a:pt x="3811" y="1"/>
                    <a:pt x="30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7" name="Google Shape;4847;p55"/>
            <p:cNvSpPr/>
            <p:nvPr/>
          </p:nvSpPr>
          <p:spPr>
            <a:xfrm>
              <a:off x="2821725" y="3534200"/>
              <a:ext cx="232400" cy="224400"/>
            </a:xfrm>
            <a:custGeom>
              <a:rect b="b" l="l" r="r" t="t"/>
              <a:pathLst>
                <a:path extrusionOk="0" h="8976" w="9296">
                  <a:moveTo>
                    <a:pt x="4658" y="963"/>
                  </a:moveTo>
                  <a:cubicBezTo>
                    <a:pt x="4907" y="963"/>
                    <a:pt x="5153" y="1061"/>
                    <a:pt x="5337" y="1245"/>
                  </a:cubicBezTo>
                  <a:cubicBezTo>
                    <a:pt x="5612" y="1520"/>
                    <a:pt x="5694" y="1933"/>
                    <a:pt x="5546" y="2294"/>
                  </a:cubicBezTo>
                  <a:cubicBezTo>
                    <a:pt x="5397" y="2652"/>
                    <a:pt x="5047" y="2887"/>
                    <a:pt x="4657" y="2887"/>
                  </a:cubicBezTo>
                  <a:cubicBezTo>
                    <a:pt x="4127" y="2885"/>
                    <a:pt x="3696" y="2456"/>
                    <a:pt x="3695" y="1925"/>
                  </a:cubicBezTo>
                  <a:cubicBezTo>
                    <a:pt x="3695" y="1536"/>
                    <a:pt x="3929" y="1185"/>
                    <a:pt x="4290" y="1037"/>
                  </a:cubicBezTo>
                  <a:cubicBezTo>
                    <a:pt x="4409" y="988"/>
                    <a:pt x="4534" y="963"/>
                    <a:pt x="4658" y="963"/>
                  </a:cubicBezTo>
                  <a:close/>
                  <a:moveTo>
                    <a:pt x="4657" y="3849"/>
                  </a:moveTo>
                  <a:cubicBezTo>
                    <a:pt x="5622" y="3849"/>
                    <a:pt x="6461" y="4512"/>
                    <a:pt x="6685" y="5451"/>
                  </a:cubicBezTo>
                  <a:lnTo>
                    <a:pt x="2630" y="5451"/>
                  </a:lnTo>
                  <a:cubicBezTo>
                    <a:pt x="2854" y="4512"/>
                    <a:pt x="3692" y="3849"/>
                    <a:pt x="4657" y="3849"/>
                  </a:cubicBezTo>
                  <a:close/>
                  <a:moveTo>
                    <a:pt x="7381" y="6412"/>
                  </a:moveTo>
                  <a:lnTo>
                    <a:pt x="7381" y="8015"/>
                  </a:lnTo>
                  <a:lnTo>
                    <a:pt x="1933" y="8015"/>
                  </a:lnTo>
                  <a:lnTo>
                    <a:pt x="1933" y="6412"/>
                  </a:lnTo>
                  <a:close/>
                  <a:moveTo>
                    <a:pt x="4657" y="0"/>
                  </a:moveTo>
                  <a:cubicBezTo>
                    <a:pt x="3893" y="0"/>
                    <a:pt x="3200" y="453"/>
                    <a:pt x="2894" y="1154"/>
                  </a:cubicBezTo>
                  <a:cubicBezTo>
                    <a:pt x="2588" y="1856"/>
                    <a:pt x="2727" y="2671"/>
                    <a:pt x="3248" y="3232"/>
                  </a:cubicBezTo>
                  <a:cubicBezTo>
                    <a:pt x="2396" y="3679"/>
                    <a:pt x="1804" y="4501"/>
                    <a:pt x="1651" y="5451"/>
                  </a:cubicBezTo>
                  <a:lnTo>
                    <a:pt x="491" y="5451"/>
                  </a:lnTo>
                  <a:cubicBezTo>
                    <a:pt x="487" y="5451"/>
                    <a:pt x="484" y="5451"/>
                    <a:pt x="480" y="5451"/>
                  </a:cubicBezTo>
                  <a:cubicBezTo>
                    <a:pt x="215" y="5451"/>
                    <a:pt x="0" y="5665"/>
                    <a:pt x="0" y="5931"/>
                  </a:cubicBezTo>
                  <a:cubicBezTo>
                    <a:pt x="0" y="6197"/>
                    <a:pt x="215" y="6412"/>
                    <a:pt x="480" y="6412"/>
                  </a:cubicBezTo>
                  <a:cubicBezTo>
                    <a:pt x="484" y="6412"/>
                    <a:pt x="487" y="6412"/>
                    <a:pt x="491" y="6412"/>
                  </a:cubicBezTo>
                  <a:lnTo>
                    <a:pt x="971" y="6412"/>
                  </a:lnTo>
                  <a:lnTo>
                    <a:pt x="971" y="8496"/>
                  </a:lnTo>
                  <a:cubicBezTo>
                    <a:pt x="971" y="8761"/>
                    <a:pt x="1186" y="8976"/>
                    <a:pt x="1451" y="8976"/>
                  </a:cubicBezTo>
                  <a:lnTo>
                    <a:pt x="7863" y="8976"/>
                  </a:lnTo>
                  <a:cubicBezTo>
                    <a:pt x="8128" y="8976"/>
                    <a:pt x="8343" y="8761"/>
                    <a:pt x="8343" y="8496"/>
                  </a:cubicBezTo>
                  <a:lnTo>
                    <a:pt x="8343" y="6412"/>
                  </a:lnTo>
                  <a:lnTo>
                    <a:pt x="8824" y="6412"/>
                  </a:lnTo>
                  <a:cubicBezTo>
                    <a:pt x="9086" y="6407"/>
                    <a:pt x="9295" y="6193"/>
                    <a:pt x="9295" y="5931"/>
                  </a:cubicBezTo>
                  <a:cubicBezTo>
                    <a:pt x="9295" y="5669"/>
                    <a:pt x="9086" y="5455"/>
                    <a:pt x="8824" y="5451"/>
                  </a:cubicBezTo>
                  <a:lnTo>
                    <a:pt x="7664" y="5451"/>
                  </a:lnTo>
                  <a:cubicBezTo>
                    <a:pt x="7510" y="4501"/>
                    <a:pt x="6918" y="3679"/>
                    <a:pt x="6066" y="3232"/>
                  </a:cubicBezTo>
                  <a:cubicBezTo>
                    <a:pt x="6587" y="2671"/>
                    <a:pt x="6726" y="1856"/>
                    <a:pt x="6420" y="1154"/>
                  </a:cubicBezTo>
                  <a:cubicBezTo>
                    <a:pt x="6114" y="453"/>
                    <a:pt x="5422" y="0"/>
                    <a:pt x="465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848" name="Google Shape;4848;p55"/>
          <p:cNvSpPr/>
          <p:nvPr/>
        </p:nvSpPr>
        <p:spPr>
          <a:xfrm>
            <a:off x="3271778" y="3438827"/>
            <a:ext cx="358179" cy="355044"/>
          </a:xfrm>
          <a:custGeom>
            <a:rect b="b" l="l" r="r" t="t"/>
            <a:pathLst>
              <a:path extrusionOk="0" h="16422" w="16567">
                <a:moveTo>
                  <a:pt x="12880" y="961"/>
                </a:moveTo>
                <a:cubicBezTo>
                  <a:pt x="13255" y="961"/>
                  <a:pt x="13624" y="1108"/>
                  <a:pt x="13900" y="1384"/>
                </a:cubicBezTo>
                <a:cubicBezTo>
                  <a:pt x="14313" y="1796"/>
                  <a:pt x="14436" y="2417"/>
                  <a:pt x="14213" y="2956"/>
                </a:cubicBezTo>
                <a:cubicBezTo>
                  <a:pt x="13989" y="3494"/>
                  <a:pt x="13463" y="3846"/>
                  <a:pt x="12880" y="3846"/>
                </a:cubicBezTo>
                <a:cubicBezTo>
                  <a:pt x="12084" y="3844"/>
                  <a:pt x="11439" y="3200"/>
                  <a:pt x="11438" y="2403"/>
                </a:cubicBezTo>
                <a:cubicBezTo>
                  <a:pt x="11438" y="1821"/>
                  <a:pt x="11789" y="1295"/>
                  <a:pt x="12328" y="1071"/>
                </a:cubicBezTo>
                <a:cubicBezTo>
                  <a:pt x="12507" y="997"/>
                  <a:pt x="12694" y="961"/>
                  <a:pt x="12880" y="961"/>
                </a:cubicBezTo>
                <a:close/>
                <a:moveTo>
                  <a:pt x="12882" y="4808"/>
                </a:moveTo>
                <a:cubicBezTo>
                  <a:pt x="14384" y="4808"/>
                  <a:pt x="15606" y="6031"/>
                  <a:pt x="15606" y="7533"/>
                </a:cubicBezTo>
                <a:lnTo>
                  <a:pt x="15606" y="7693"/>
                </a:lnTo>
                <a:lnTo>
                  <a:pt x="12006" y="7693"/>
                </a:lnTo>
                <a:cubicBezTo>
                  <a:pt x="11849" y="6921"/>
                  <a:pt x="11469" y="6213"/>
                  <a:pt x="10911" y="5657"/>
                </a:cubicBezTo>
                <a:lnTo>
                  <a:pt x="10908" y="5655"/>
                </a:lnTo>
                <a:cubicBezTo>
                  <a:pt x="11423" y="5114"/>
                  <a:pt x="12135" y="4808"/>
                  <a:pt x="12882" y="4808"/>
                </a:cubicBezTo>
                <a:close/>
                <a:moveTo>
                  <a:pt x="8076" y="5446"/>
                </a:moveTo>
                <a:cubicBezTo>
                  <a:pt x="8856" y="5446"/>
                  <a:pt x="9636" y="5743"/>
                  <a:pt x="10230" y="6337"/>
                </a:cubicBezTo>
                <a:cubicBezTo>
                  <a:pt x="11419" y="7525"/>
                  <a:pt x="11419" y="9453"/>
                  <a:pt x="10230" y="10643"/>
                </a:cubicBezTo>
                <a:cubicBezTo>
                  <a:pt x="9634" y="11246"/>
                  <a:pt x="8848" y="11549"/>
                  <a:pt x="8062" y="11549"/>
                </a:cubicBezTo>
                <a:cubicBezTo>
                  <a:pt x="7283" y="11549"/>
                  <a:pt x="6504" y="11252"/>
                  <a:pt x="5910" y="10657"/>
                </a:cubicBezTo>
                <a:cubicBezTo>
                  <a:pt x="4714" y="9462"/>
                  <a:pt x="4720" y="7523"/>
                  <a:pt x="5924" y="6337"/>
                </a:cubicBezTo>
                <a:cubicBezTo>
                  <a:pt x="6517" y="5743"/>
                  <a:pt x="7297" y="5446"/>
                  <a:pt x="8076" y="5446"/>
                </a:cubicBezTo>
                <a:close/>
                <a:moveTo>
                  <a:pt x="4924" y="10962"/>
                </a:moveTo>
                <a:cubicBezTo>
                  <a:pt x="5122" y="11215"/>
                  <a:pt x="5350" y="11444"/>
                  <a:pt x="5603" y="11643"/>
                </a:cubicBezTo>
                <a:lnTo>
                  <a:pt x="1938" y="15308"/>
                </a:lnTo>
                <a:cubicBezTo>
                  <a:pt x="1843" y="15402"/>
                  <a:pt x="1720" y="15449"/>
                  <a:pt x="1597" y="15449"/>
                </a:cubicBezTo>
                <a:cubicBezTo>
                  <a:pt x="1474" y="15449"/>
                  <a:pt x="1351" y="15402"/>
                  <a:pt x="1257" y="15308"/>
                </a:cubicBezTo>
                <a:cubicBezTo>
                  <a:pt x="1069" y="15121"/>
                  <a:pt x="1069" y="14816"/>
                  <a:pt x="1257" y="14629"/>
                </a:cubicBezTo>
                <a:lnTo>
                  <a:pt x="4924" y="10962"/>
                </a:lnTo>
                <a:close/>
                <a:moveTo>
                  <a:pt x="12880" y="0"/>
                </a:moveTo>
                <a:cubicBezTo>
                  <a:pt x="11555" y="0"/>
                  <a:pt x="10477" y="1078"/>
                  <a:pt x="10477" y="2403"/>
                </a:cubicBezTo>
                <a:cubicBezTo>
                  <a:pt x="10476" y="3095"/>
                  <a:pt x="10774" y="3751"/>
                  <a:pt x="11293" y="4206"/>
                </a:cubicBezTo>
                <a:cubicBezTo>
                  <a:pt x="10859" y="4413"/>
                  <a:pt x="10470" y="4703"/>
                  <a:pt x="10148" y="5060"/>
                </a:cubicBezTo>
                <a:cubicBezTo>
                  <a:pt x="9513" y="4677"/>
                  <a:pt x="8794" y="4485"/>
                  <a:pt x="8076" y="4485"/>
                </a:cubicBezTo>
                <a:cubicBezTo>
                  <a:pt x="7050" y="4485"/>
                  <a:pt x="6024" y="4876"/>
                  <a:pt x="5243" y="5656"/>
                </a:cubicBezTo>
                <a:cubicBezTo>
                  <a:pt x="4073" y="6829"/>
                  <a:pt x="3744" y="8600"/>
                  <a:pt x="4413" y="10114"/>
                </a:cubicBezTo>
                <a:lnTo>
                  <a:pt x="579" y="13948"/>
                </a:lnTo>
                <a:cubicBezTo>
                  <a:pt x="5" y="14510"/>
                  <a:pt x="0" y="15431"/>
                  <a:pt x="567" y="15998"/>
                </a:cubicBezTo>
                <a:cubicBezTo>
                  <a:pt x="849" y="16280"/>
                  <a:pt x="1219" y="16421"/>
                  <a:pt x="1588" y="16421"/>
                </a:cubicBezTo>
                <a:cubicBezTo>
                  <a:pt x="1962" y="16421"/>
                  <a:pt x="2335" y="16277"/>
                  <a:pt x="2617" y="15988"/>
                </a:cubicBezTo>
                <a:lnTo>
                  <a:pt x="6453" y="12154"/>
                </a:lnTo>
                <a:cubicBezTo>
                  <a:pt x="6971" y="12384"/>
                  <a:pt x="7524" y="12497"/>
                  <a:pt x="8074" y="12497"/>
                </a:cubicBezTo>
                <a:cubicBezTo>
                  <a:pt x="8812" y="12497"/>
                  <a:pt x="9547" y="12293"/>
                  <a:pt x="10192" y="11892"/>
                </a:cubicBezTo>
                <a:cubicBezTo>
                  <a:pt x="11318" y="11192"/>
                  <a:pt x="12025" y="9979"/>
                  <a:pt x="12079" y="8654"/>
                </a:cubicBezTo>
                <a:lnTo>
                  <a:pt x="16086" y="8654"/>
                </a:lnTo>
                <a:cubicBezTo>
                  <a:pt x="16351" y="8654"/>
                  <a:pt x="16566" y="8438"/>
                  <a:pt x="16566" y="8173"/>
                </a:cubicBezTo>
                <a:lnTo>
                  <a:pt x="16566" y="7532"/>
                </a:lnTo>
                <a:cubicBezTo>
                  <a:pt x="16566" y="6068"/>
                  <a:pt x="15708" y="4801"/>
                  <a:pt x="14469" y="4206"/>
                </a:cubicBezTo>
                <a:cubicBezTo>
                  <a:pt x="14988" y="3751"/>
                  <a:pt x="15285" y="3093"/>
                  <a:pt x="15285" y="2403"/>
                </a:cubicBezTo>
                <a:cubicBezTo>
                  <a:pt x="15285" y="1078"/>
                  <a:pt x="14206" y="0"/>
                  <a:pt x="1288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849" name="Google Shape;4849;p55"/>
          <p:cNvGrpSpPr/>
          <p:nvPr/>
        </p:nvGrpSpPr>
        <p:grpSpPr>
          <a:xfrm>
            <a:off x="2515230" y="3438812"/>
            <a:ext cx="363865" cy="354827"/>
            <a:chOff x="1633750" y="3576625"/>
            <a:chExt cx="420750" cy="410300"/>
          </a:xfrm>
        </p:grpSpPr>
        <p:sp>
          <p:nvSpPr>
            <p:cNvPr id="4850" name="Google Shape;4850;p55"/>
            <p:cNvSpPr/>
            <p:nvPr/>
          </p:nvSpPr>
          <p:spPr>
            <a:xfrm>
              <a:off x="1633750" y="3576625"/>
              <a:ext cx="420750" cy="410300"/>
            </a:xfrm>
            <a:custGeom>
              <a:rect b="b" l="l" r="r" t="t"/>
              <a:pathLst>
                <a:path extrusionOk="0" h="16412" w="16830">
                  <a:moveTo>
                    <a:pt x="14049" y="963"/>
                  </a:moveTo>
                  <a:cubicBezTo>
                    <a:pt x="14485" y="963"/>
                    <a:pt x="14922" y="994"/>
                    <a:pt x="15356" y="1056"/>
                  </a:cubicBezTo>
                  <a:cubicBezTo>
                    <a:pt x="15525" y="2234"/>
                    <a:pt x="15465" y="3433"/>
                    <a:pt x="15178" y="4587"/>
                  </a:cubicBezTo>
                  <a:lnTo>
                    <a:pt x="15173" y="4595"/>
                  </a:lnTo>
                  <a:cubicBezTo>
                    <a:pt x="13438" y="4337"/>
                    <a:pt x="12076" y="2975"/>
                    <a:pt x="11818" y="1240"/>
                  </a:cubicBezTo>
                  <a:lnTo>
                    <a:pt x="11827" y="1235"/>
                  </a:lnTo>
                  <a:cubicBezTo>
                    <a:pt x="12555" y="1054"/>
                    <a:pt x="13301" y="963"/>
                    <a:pt x="14049" y="963"/>
                  </a:cubicBezTo>
                  <a:close/>
                  <a:moveTo>
                    <a:pt x="6079" y="3808"/>
                  </a:moveTo>
                  <a:cubicBezTo>
                    <a:pt x="5247" y="4744"/>
                    <a:pt x="4514" y="5765"/>
                    <a:pt x="3891" y="6851"/>
                  </a:cubicBezTo>
                  <a:lnTo>
                    <a:pt x="2081" y="5946"/>
                  </a:lnTo>
                  <a:lnTo>
                    <a:pt x="2516" y="5511"/>
                  </a:lnTo>
                  <a:cubicBezTo>
                    <a:pt x="3474" y="4552"/>
                    <a:pt x="4732" y="3952"/>
                    <a:pt x="6079" y="3808"/>
                  </a:cubicBezTo>
                  <a:close/>
                  <a:moveTo>
                    <a:pt x="10890" y="1521"/>
                  </a:moveTo>
                  <a:cubicBezTo>
                    <a:pt x="11253" y="3562"/>
                    <a:pt x="12851" y="5160"/>
                    <a:pt x="14892" y="5522"/>
                  </a:cubicBezTo>
                  <a:cubicBezTo>
                    <a:pt x="14432" y="6780"/>
                    <a:pt x="13705" y="7920"/>
                    <a:pt x="12757" y="8868"/>
                  </a:cubicBezTo>
                  <a:lnTo>
                    <a:pt x="12734" y="8893"/>
                  </a:lnTo>
                  <a:cubicBezTo>
                    <a:pt x="11054" y="10577"/>
                    <a:pt x="9043" y="11898"/>
                    <a:pt x="6829" y="12769"/>
                  </a:cubicBezTo>
                  <a:lnTo>
                    <a:pt x="5575" y="11517"/>
                  </a:lnTo>
                  <a:lnTo>
                    <a:pt x="7955" y="9137"/>
                  </a:lnTo>
                  <a:cubicBezTo>
                    <a:pt x="8144" y="8950"/>
                    <a:pt x="8144" y="8645"/>
                    <a:pt x="7955" y="8458"/>
                  </a:cubicBezTo>
                  <a:cubicBezTo>
                    <a:pt x="7861" y="8363"/>
                    <a:pt x="7738" y="8316"/>
                    <a:pt x="7615" y="8316"/>
                  </a:cubicBezTo>
                  <a:cubicBezTo>
                    <a:pt x="7492" y="8316"/>
                    <a:pt x="7369" y="8363"/>
                    <a:pt x="7276" y="8458"/>
                  </a:cubicBezTo>
                  <a:lnTo>
                    <a:pt x="4896" y="10838"/>
                  </a:lnTo>
                  <a:lnTo>
                    <a:pt x="3644" y="9584"/>
                  </a:lnTo>
                  <a:cubicBezTo>
                    <a:pt x="4515" y="7370"/>
                    <a:pt x="5834" y="5359"/>
                    <a:pt x="7522" y="3679"/>
                  </a:cubicBezTo>
                  <a:lnTo>
                    <a:pt x="7545" y="3654"/>
                  </a:lnTo>
                  <a:cubicBezTo>
                    <a:pt x="8491" y="2708"/>
                    <a:pt x="9633" y="1981"/>
                    <a:pt x="10890" y="1521"/>
                  </a:cubicBezTo>
                  <a:close/>
                  <a:moveTo>
                    <a:pt x="12605" y="10334"/>
                  </a:moveTo>
                  <a:lnTo>
                    <a:pt x="12605" y="10334"/>
                  </a:lnTo>
                  <a:cubicBezTo>
                    <a:pt x="12461" y="11681"/>
                    <a:pt x="11861" y="12939"/>
                    <a:pt x="10902" y="13897"/>
                  </a:cubicBezTo>
                  <a:lnTo>
                    <a:pt x="10467" y="14333"/>
                  </a:lnTo>
                  <a:lnTo>
                    <a:pt x="9562" y="12520"/>
                  </a:lnTo>
                  <a:cubicBezTo>
                    <a:pt x="10648" y="11898"/>
                    <a:pt x="11667" y="11166"/>
                    <a:pt x="12605" y="10334"/>
                  </a:cubicBezTo>
                  <a:close/>
                  <a:moveTo>
                    <a:pt x="3402" y="10704"/>
                  </a:moveTo>
                  <a:lnTo>
                    <a:pt x="4216" y="11517"/>
                  </a:lnTo>
                  <a:lnTo>
                    <a:pt x="3196" y="12538"/>
                  </a:lnTo>
                  <a:cubicBezTo>
                    <a:pt x="3014" y="12727"/>
                    <a:pt x="3017" y="13025"/>
                    <a:pt x="3201" y="13211"/>
                  </a:cubicBezTo>
                  <a:cubicBezTo>
                    <a:pt x="3295" y="13305"/>
                    <a:pt x="3418" y="13352"/>
                    <a:pt x="3541" y="13352"/>
                  </a:cubicBezTo>
                  <a:cubicBezTo>
                    <a:pt x="3662" y="13352"/>
                    <a:pt x="3782" y="13307"/>
                    <a:pt x="3875" y="13217"/>
                  </a:cubicBezTo>
                  <a:lnTo>
                    <a:pt x="4896" y="12198"/>
                  </a:lnTo>
                  <a:lnTo>
                    <a:pt x="5709" y="13011"/>
                  </a:lnTo>
                  <a:cubicBezTo>
                    <a:pt x="5196" y="13712"/>
                    <a:pt x="4537" y="14294"/>
                    <a:pt x="3777" y="14714"/>
                  </a:cubicBezTo>
                  <a:cubicBezTo>
                    <a:pt x="2914" y="15188"/>
                    <a:pt x="1946" y="15442"/>
                    <a:pt x="962" y="15451"/>
                  </a:cubicBezTo>
                  <a:cubicBezTo>
                    <a:pt x="978" y="13572"/>
                    <a:pt x="1883" y="11811"/>
                    <a:pt x="3402" y="10704"/>
                  </a:cubicBezTo>
                  <a:close/>
                  <a:moveTo>
                    <a:pt x="14045" y="1"/>
                  </a:moveTo>
                  <a:cubicBezTo>
                    <a:pt x="11451" y="1"/>
                    <a:pt x="8929" y="995"/>
                    <a:pt x="7022" y="2821"/>
                  </a:cubicBezTo>
                  <a:cubicBezTo>
                    <a:pt x="6915" y="2816"/>
                    <a:pt x="6807" y="2814"/>
                    <a:pt x="6700" y="2814"/>
                  </a:cubicBezTo>
                  <a:cubicBezTo>
                    <a:pt x="4880" y="2814"/>
                    <a:pt x="3128" y="3537"/>
                    <a:pt x="1836" y="4830"/>
                  </a:cubicBezTo>
                  <a:lnTo>
                    <a:pt x="930" y="5737"/>
                  </a:lnTo>
                  <a:cubicBezTo>
                    <a:pt x="697" y="5970"/>
                    <a:pt x="760" y="6361"/>
                    <a:pt x="1054" y="6507"/>
                  </a:cubicBezTo>
                  <a:lnTo>
                    <a:pt x="3436" y="7698"/>
                  </a:lnTo>
                  <a:cubicBezTo>
                    <a:pt x="3135" y="8295"/>
                    <a:pt x="2867" y="8909"/>
                    <a:pt x="2632" y="9536"/>
                  </a:cubicBezTo>
                  <a:cubicBezTo>
                    <a:pt x="2570" y="9698"/>
                    <a:pt x="2604" y="9883"/>
                    <a:pt x="2717" y="10016"/>
                  </a:cubicBezTo>
                  <a:cubicBezTo>
                    <a:pt x="1006" y="11319"/>
                    <a:pt x="0" y="13346"/>
                    <a:pt x="0" y="15497"/>
                  </a:cubicBezTo>
                  <a:lnTo>
                    <a:pt x="0" y="15931"/>
                  </a:lnTo>
                  <a:cubicBezTo>
                    <a:pt x="0" y="16196"/>
                    <a:pt x="215" y="16411"/>
                    <a:pt x="480" y="16411"/>
                  </a:cubicBezTo>
                  <a:lnTo>
                    <a:pt x="915" y="16411"/>
                  </a:lnTo>
                  <a:cubicBezTo>
                    <a:pt x="3067" y="16411"/>
                    <a:pt x="5093" y="15407"/>
                    <a:pt x="6397" y="13695"/>
                  </a:cubicBezTo>
                  <a:cubicBezTo>
                    <a:pt x="6485" y="13771"/>
                    <a:pt x="6597" y="13810"/>
                    <a:pt x="6710" y="13810"/>
                  </a:cubicBezTo>
                  <a:cubicBezTo>
                    <a:pt x="6766" y="13810"/>
                    <a:pt x="6824" y="13800"/>
                    <a:pt x="6879" y="13780"/>
                  </a:cubicBezTo>
                  <a:cubicBezTo>
                    <a:pt x="7504" y="13545"/>
                    <a:pt x="8116" y="13277"/>
                    <a:pt x="8714" y="12976"/>
                  </a:cubicBezTo>
                  <a:lnTo>
                    <a:pt x="9906" y="15358"/>
                  </a:lnTo>
                  <a:cubicBezTo>
                    <a:pt x="9975" y="15496"/>
                    <a:pt x="10106" y="15593"/>
                    <a:pt x="10259" y="15618"/>
                  </a:cubicBezTo>
                  <a:cubicBezTo>
                    <a:pt x="10284" y="15622"/>
                    <a:pt x="10310" y="15623"/>
                    <a:pt x="10335" y="15623"/>
                  </a:cubicBezTo>
                  <a:cubicBezTo>
                    <a:pt x="10462" y="15623"/>
                    <a:pt x="10585" y="15572"/>
                    <a:pt x="10675" y="15483"/>
                  </a:cubicBezTo>
                  <a:lnTo>
                    <a:pt x="11581" y="14576"/>
                  </a:lnTo>
                  <a:cubicBezTo>
                    <a:pt x="12952" y="13207"/>
                    <a:pt x="13681" y="11324"/>
                    <a:pt x="13592" y="9391"/>
                  </a:cubicBezTo>
                  <a:cubicBezTo>
                    <a:pt x="15841" y="7040"/>
                    <a:pt x="16830" y="3754"/>
                    <a:pt x="16248" y="553"/>
                  </a:cubicBezTo>
                  <a:cubicBezTo>
                    <a:pt x="16212" y="355"/>
                    <a:pt x="16058" y="201"/>
                    <a:pt x="15860" y="165"/>
                  </a:cubicBezTo>
                  <a:cubicBezTo>
                    <a:pt x="15256" y="55"/>
                    <a:pt x="14648" y="1"/>
                    <a:pt x="1404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1" name="Google Shape;4851;p55"/>
            <p:cNvSpPr/>
            <p:nvPr/>
          </p:nvSpPr>
          <p:spPr>
            <a:xfrm>
              <a:off x="1830525" y="3682150"/>
              <a:ext cx="113050" cy="104175"/>
            </a:xfrm>
            <a:custGeom>
              <a:rect b="b" l="l" r="r" t="t"/>
              <a:pathLst>
                <a:path extrusionOk="0" h="4167" w="4522">
                  <a:moveTo>
                    <a:pt x="2238" y="962"/>
                  </a:moveTo>
                  <a:cubicBezTo>
                    <a:pt x="2529" y="962"/>
                    <a:pt x="2816" y="1076"/>
                    <a:pt x="3031" y="1290"/>
                  </a:cubicBezTo>
                  <a:cubicBezTo>
                    <a:pt x="3468" y="1728"/>
                    <a:pt x="3468" y="2438"/>
                    <a:pt x="3031" y="2876"/>
                  </a:cubicBezTo>
                  <a:cubicBezTo>
                    <a:pt x="2816" y="3091"/>
                    <a:pt x="2529" y="3205"/>
                    <a:pt x="2238" y="3205"/>
                  </a:cubicBezTo>
                  <a:cubicBezTo>
                    <a:pt x="2093" y="3205"/>
                    <a:pt x="1948" y="3177"/>
                    <a:pt x="1809" y="3119"/>
                  </a:cubicBezTo>
                  <a:cubicBezTo>
                    <a:pt x="1390" y="2945"/>
                    <a:pt x="1116" y="2537"/>
                    <a:pt x="1116" y="2083"/>
                  </a:cubicBezTo>
                  <a:cubicBezTo>
                    <a:pt x="1116" y="1630"/>
                    <a:pt x="1390" y="1220"/>
                    <a:pt x="1809" y="1047"/>
                  </a:cubicBezTo>
                  <a:cubicBezTo>
                    <a:pt x="1948" y="990"/>
                    <a:pt x="2093" y="962"/>
                    <a:pt x="2238" y="962"/>
                  </a:cubicBezTo>
                  <a:close/>
                  <a:moveTo>
                    <a:pt x="2242" y="0"/>
                  </a:moveTo>
                  <a:cubicBezTo>
                    <a:pt x="2240" y="0"/>
                    <a:pt x="2239" y="0"/>
                    <a:pt x="2237" y="0"/>
                  </a:cubicBezTo>
                  <a:cubicBezTo>
                    <a:pt x="1244" y="0"/>
                    <a:pt x="389" y="702"/>
                    <a:pt x="194" y="1677"/>
                  </a:cubicBezTo>
                  <a:cubicBezTo>
                    <a:pt x="1" y="2651"/>
                    <a:pt x="522" y="3628"/>
                    <a:pt x="1440" y="4007"/>
                  </a:cubicBezTo>
                  <a:cubicBezTo>
                    <a:pt x="1700" y="4114"/>
                    <a:pt x="1970" y="4166"/>
                    <a:pt x="2237" y="4166"/>
                  </a:cubicBezTo>
                  <a:cubicBezTo>
                    <a:pt x="2916" y="4166"/>
                    <a:pt x="3573" y="3833"/>
                    <a:pt x="3969" y="3240"/>
                  </a:cubicBezTo>
                  <a:cubicBezTo>
                    <a:pt x="4521" y="2414"/>
                    <a:pt x="4413" y="1312"/>
                    <a:pt x="3710" y="609"/>
                  </a:cubicBezTo>
                  <a:cubicBezTo>
                    <a:pt x="3322" y="220"/>
                    <a:pt x="2794" y="0"/>
                    <a:pt x="22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52" name="Google Shape;4852;p55"/>
          <p:cNvGrpSpPr/>
          <p:nvPr/>
        </p:nvGrpSpPr>
        <p:grpSpPr>
          <a:xfrm>
            <a:off x="1756136" y="3438448"/>
            <a:ext cx="356242" cy="356263"/>
            <a:chOff x="1068100" y="3571575"/>
            <a:chExt cx="410275" cy="410300"/>
          </a:xfrm>
        </p:grpSpPr>
        <p:sp>
          <p:nvSpPr>
            <p:cNvPr id="4853" name="Google Shape;4853;p55"/>
            <p:cNvSpPr/>
            <p:nvPr/>
          </p:nvSpPr>
          <p:spPr>
            <a:xfrm>
              <a:off x="1245225" y="3917725"/>
              <a:ext cx="56075" cy="24100"/>
            </a:xfrm>
            <a:custGeom>
              <a:rect b="b" l="l" r="r" t="t"/>
              <a:pathLst>
                <a:path extrusionOk="0" h="964" w="2243">
                  <a:moveTo>
                    <a:pt x="480" y="1"/>
                  </a:moveTo>
                  <a:cubicBezTo>
                    <a:pt x="214" y="1"/>
                    <a:pt x="0" y="216"/>
                    <a:pt x="0" y="483"/>
                  </a:cubicBezTo>
                  <a:cubicBezTo>
                    <a:pt x="0" y="748"/>
                    <a:pt x="214" y="963"/>
                    <a:pt x="480" y="963"/>
                  </a:cubicBezTo>
                  <a:lnTo>
                    <a:pt x="1762" y="963"/>
                  </a:lnTo>
                  <a:cubicBezTo>
                    <a:pt x="2027" y="963"/>
                    <a:pt x="2242" y="748"/>
                    <a:pt x="2242" y="483"/>
                  </a:cubicBezTo>
                  <a:cubicBezTo>
                    <a:pt x="2242" y="216"/>
                    <a:pt x="2027" y="1"/>
                    <a:pt x="17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4" name="Google Shape;4854;p55"/>
            <p:cNvSpPr/>
            <p:nvPr/>
          </p:nvSpPr>
          <p:spPr>
            <a:xfrm>
              <a:off x="1325325" y="3917725"/>
              <a:ext cx="40075" cy="24100"/>
            </a:xfrm>
            <a:custGeom>
              <a:rect b="b" l="l" r="r" t="t"/>
              <a:pathLst>
                <a:path extrusionOk="0" h="964" w="1603">
                  <a:moveTo>
                    <a:pt x="481" y="1"/>
                  </a:moveTo>
                  <a:cubicBezTo>
                    <a:pt x="216" y="1"/>
                    <a:pt x="0" y="216"/>
                    <a:pt x="0" y="483"/>
                  </a:cubicBezTo>
                  <a:cubicBezTo>
                    <a:pt x="0" y="748"/>
                    <a:pt x="216" y="963"/>
                    <a:pt x="481" y="963"/>
                  </a:cubicBezTo>
                  <a:lnTo>
                    <a:pt x="1122" y="963"/>
                  </a:lnTo>
                  <a:cubicBezTo>
                    <a:pt x="1387" y="963"/>
                    <a:pt x="1602" y="748"/>
                    <a:pt x="1602" y="483"/>
                  </a:cubicBezTo>
                  <a:cubicBezTo>
                    <a:pt x="1602" y="216"/>
                    <a:pt x="1387" y="1"/>
                    <a:pt x="11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5" name="Google Shape;4855;p55"/>
            <p:cNvSpPr/>
            <p:nvPr/>
          </p:nvSpPr>
          <p:spPr>
            <a:xfrm>
              <a:off x="1181075" y="3917725"/>
              <a:ext cx="40075" cy="24100"/>
            </a:xfrm>
            <a:custGeom>
              <a:rect b="b" l="l" r="r" t="t"/>
              <a:pathLst>
                <a:path extrusionOk="0" h="964" w="1603">
                  <a:moveTo>
                    <a:pt x="482" y="1"/>
                  </a:moveTo>
                  <a:cubicBezTo>
                    <a:pt x="216" y="1"/>
                    <a:pt x="0" y="216"/>
                    <a:pt x="0" y="483"/>
                  </a:cubicBezTo>
                  <a:cubicBezTo>
                    <a:pt x="0" y="748"/>
                    <a:pt x="216" y="963"/>
                    <a:pt x="482" y="963"/>
                  </a:cubicBezTo>
                  <a:lnTo>
                    <a:pt x="1122" y="963"/>
                  </a:lnTo>
                  <a:cubicBezTo>
                    <a:pt x="1387" y="963"/>
                    <a:pt x="1602" y="748"/>
                    <a:pt x="1602" y="483"/>
                  </a:cubicBezTo>
                  <a:cubicBezTo>
                    <a:pt x="1602" y="216"/>
                    <a:pt x="1387" y="1"/>
                    <a:pt x="11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6" name="Google Shape;4856;p55"/>
            <p:cNvSpPr/>
            <p:nvPr/>
          </p:nvSpPr>
          <p:spPr>
            <a:xfrm>
              <a:off x="1068100" y="3571575"/>
              <a:ext cx="410275" cy="410300"/>
            </a:xfrm>
            <a:custGeom>
              <a:rect b="b" l="l" r="r" t="t"/>
              <a:pathLst>
                <a:path extrusionOk="0" h="16412" w="16411">
                  <a:moveTo>
                    <a:pt x="15450" y="2885"/>
                  </a:moveTo>
                  <a:lnTo>
                    <a:pt x="15450" y="5129"/>
                  </a:lnTo>
                  <a:lnTo>
                    <a:pt x="11123" y="5129"/>
                  </a:lnTo>
                  <a:cubicBezTo>
                    <a:pt x="11035" y="5129"/>
                    <a:pt x="10950" y="5152"/>
                    <a:pt x="10875" y="5198"/>
                  </a:cubicBezTo>
                  <a:lnTo>
                    <a:pt x="10001" y="5722"/>
                  </a:lnTo>
                  <a:lnTo>
                    <a:pt x="10001" y="2885"/>
                  </a:lnTo>
                  <a:close/>
                  <a:moveTo>
                    <a:pt x="6410" y="7052"/>
                  </a:moveTo>
                  <a:lnTo>
                    <a:pt x="6410" y="9890"/>
                  </a:lnTo>
                  <a:lnTo>
                    <a:pt x="5536" y="9366"/>
                  </a:lnTo>
                  <a:cubicBezTo>
                    <a:pt x="5461" y="9320"/>
                    <a:pt x="5376" y="9297"/>
                    <a:pt x="5288" y="9297"/>
                  </a:cubicBezTo>
                  <a:lnTo>
                    <a:pt x="962" y="9297"/>
                  </a:lnTo>
                  <a:lnTo>
                    <a:pt x="962" y="7052"/>
                  </a:lnTo>
                  <a:close/>
                  <a:moveTo>
                    <a:pt x="11732" y="963"/>
                  </a:moveTo>
                  <a:cubicBezTo>
                    <a:pt x="12174" y="963"/>
                    <a:pt x="12531" y="1321"/>
                    <a:pt x="12533" y="1764"/>
                  </a:cubicBezTo>
                  <a:lnTo>
                    <a:pt x="12533" y="1925"/>
                  </a:lnTo>
                  <a:lnTo>
                    <a:pt x="9519" y="1925"/>
                  </a:lnTo>
                  <a:cubicBezTo>
                    <a:pt x="9518" y="1925"/>
                    <a:pt x="9517" y="1925"/>
                    <a:pt x="9516" y="1925"/>
                  </a:cubicBezTo>
                  <a:cubicBezTo>
                    <a:pt x="9253" y="1925"/>
                    <a:pt x="9039" y="2140"/>
                    <a:pt x="9039" y="2405"/>
                  </a:cubicBezTo>
                  <a:lnTo>
                    <a:pt x="9039" y="6572"/>
                  </a:lnTo>
                  <a:cubicBezTo>
                    <a:pt x="9039" y="6853"/>
                    <a:pt x="9270" y="7053"/>
                    <a:pt x="9521" y="7053"/>
                  </a:cubicBezTo>
                  <a:cubicBezTo>
                    <a:pt x="9603" y="7053"/>
                    <a:pt x="9687" y="7032"/>
                    <a:pt x="9767" y="6985"/>
                  </a:cubicBezTo>
                  <a:lnTo>
                    <a:pt x="11254" y="6091"/>
                  </a:lnTo>
                  <a:lnTo>
                    <a:pt x="12531" y="6091"/>
                  </a:lnTo>
                  <a:lnTo>
                    <a:pt x="12533" y="12245"/>
                  </a:lnTo>
                  <a:lnTo>
                    <a:pt x="3878" y="12245"/>
                  </a:lnTo>
                  <a:lnTo>
                    <a:pt x="3878" y="10258"/>
                  </a:lnTo>
                  <a:lnTo>
                    <a:pt x="5155" y="10258"/>
                  </a:lnTo>
                  <a:lnTo>
                    <a:pt x="6644" y="11151"/>
                  </a:lnTo>
                  <a:cubicBezTo>
                    <a:pt x="6723" y="11198"/>
                    <a:pt x="6808" y="11220"/>
                    <a:pt x="6890" y="11220"/>
                  </a:cubicBezTo>
                  <a:cubicBezTo>
                    <a:pt x="7141" y="11220"/>
                    <a:pt x="7372" y="11019"/>
                    <a:pt x="7372" y="10738"/>
                  </a:cubicBezTo>
                  <a:lnTo>
                    <a:pt x="7372" y="6572"/>
                  </a:lnTo>
                  <a:cubicBezTo>
                    <a:pt x="7372" y="6306"/>
                    <a:pt x="7157" y="6091"/>
                    <a:pt x="6892" y="6091"/>
                  </a:cubicBezTo>
                  <a:lnTo>
                    <a:pt x="3878" y="6091"/>
                  </a:lnTo>
                  <a:lnTo>
                    <a:pt x="3878" y="1764"/>
                  </a:lnTo>
                  <a:cubicBezTo>
                    <a:pt x="3879" y="1321"/>
                    <a:pt x="4237" y="963"/>
                    <a:pt x="4680" y="963"/>
                  </a:cubicBezTo>
                  <a:close/>
                  <a:moveTo>
                    <a:pt x="12533" y="13206"/>
                  </a:moveTo>
                  <a:lnTo>
                    <a:pt x="12533" y="14648"/>
                  </a:lnTo>
                  <a:cubicBezTo>
                    <a:pt x="12531" y="15090"/>
                    <a:pt x="12174" y="15449"/>
                    <a:pt x="11732" y="15451"/>
                  </a:cubicBezTo>
                  <a:lnTo>
                    <a:pt x="4680" y="15451"/>
                  </a:lnTo>
                  <a:cubicBezTo>
                    <a:pt x="4237" y="15449"/>
                    <a:pt x="3879" y="15090"/>
                    <a:pt x="3878" y="14648"/>
                  </a:cubicBezTo>
                  <a:lnTo>
                    <a:pt x="3878" y="13206"/>
                  </a:lnTo>
                  <a:close/>
                  <a:moveTo>
                    <a:pt x="4680" y="0"/>
                  </a:moveTo>
                  <a:cubicBezTo>
                    <a:pt x="3707" y="2"/>
                    <a:pt x="2917" y="790"/>
                    <a:pt x="2917" y="1764"/>
                  </a:cubicBezTo>
                  <a:lnTo>
                    <a:pt x="2917" y="6091"/>
                  </a:lnTo>
                  <a:lnTo>
                    <a:pt x="480" y="6091"/>
                  </a:lnTo>
                  <a:cubicBezTo>
                    <a:pt x="215" y="6091"/>
                    <a:pt x="0" y="6306"/>
                    <a:pt x="0" y="6572"/>
                  </a:cubicBezTo>
                  <a:lnTo>
                    <a:pt x="0" y="9777"/>
                  </a:lnTo>
                  <a:cubicBezTo>
                    <a:pt x="0" y="10042"/>
                    <a:pt x="215" y="10258"/>
                    <a:pt x="480" y="10258"/>
                  </a:cubicBezTo>
                  <a:lnTo>
                    <a:pt x="2917" y="10258"/>
                  </a:lnTo>
                  <a:lnTo>
                    <a:pt x="2917" y="14649"/>
                  </a:lnTo>
                  <a:cubicBezTo>
                    <a:pt x="2917" y="15622"/>
                    <a:pt x="3707" y="16411"/>
                    <a:pt x="4680" y="16411"/>
                  </a:cubicBezTo>
                  <a:lnTo>
                    <a:pt x="11730" y="16411"/>
                  </a:lnTo>
                  <a:cubicBezTo>
                    <a:pt x="12704" y="16411"/>
                    <a:pt x="13494" y="15622"/>
                    <a:pt x="13494" y="14649"/>
                  </a:cubicBezTo>
                  <a:lnTo>
                    <a:pt x="13494" y="6091"/>
                  </a:lnTo>
                  <a:lnTo>
                    <a:pt x="15930" y="6091"/>
                  </a:lnTo>
                  <a:cubicBezTo>
                    <a:pt x="16196" y="6091"/>
                    <a:pt x="16411" y="5876"/>
                    <a:pt x="16411" y="5609"/>
                  </a:cubicBezTo>
                  <a:lnTo>
                    <a:pt x="16411" y="2405"/>
                  </a:lnTo>
                  <a:cubicBezTo>
                    <a:pt x="16411" y="2140"/>
                    <a:pt x="16197" y="1925"/>
                    <a:pt x="15933" y="1925"/>
                  </a:cubicBezTo>
                  <a:cubicBezTo>
                    <a:pt x="15932" y="1925"/>
                    <a:pt x="15931" y="1925"/>
                    <a:pt x="15930" y="1925"/>
                  </a:cubicBezTo>
                  <a:lnTo>
                    <a:pt x="13494" y="1925"/>
                  </a:lnTo>
                  <a:lnTo>
                    <a:pt x="13494" y="1764"/>
                  </a:lnTo>
                  <a:cubicBezTo>
                    <a:pt x="13494" y="790"/>
                    <a:pt x="12704" y="2"/>
                    <a:pt x="1173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7" name="Google Shape;4857;p55"/>
            <p:cNvSpPr/>
            <p:nvPr/>
          </p:nvSpPr>
          <p:spPr>
            <a:xfrm>
              <a:off x="1341900" y="3659725"/>
              <a:ext cx="88150" cy="24050"/>
            </a:xfrm>
            <a:custGeom>
              <a:rect b="b" l="l" r="r" t="t"/>
              <a:pathLst>
                <a:path extrusionOk="0" h="962" w="3526">
                  <a:moveTo>
                    <a:pt x="481" y="1"/>
                  </a:moveTo>
                  <a:cubicBezTo>
                    <a:pt x="216" y="1"/>
                    <a:pt x="1" y="215"/>
                    <a:pt x="1" y="481"/>
                  </a:cubicBezTo>
                  <a:cubicBezTo>
                    <a:pt x="1" y="747"/>
                    <a:pt x="216" y="962"/>
                    <a:pt x="481" y="962"/>
                  </a:cubicBezTo>
                  <a:cubicBezTo>
                    <a:pt x="484" y="962"/>
                    <a:pt x="488" y="962"/>
                    <a:pt x="491" y="962"/>
                  </a:cubicBezTo>
                  <a:lnTo>
                    <a:pt x="3056" y="962"/>
                  </a:lnTo>
                  <a:cubicBezTo>
                    <a:pt x="3316" y="957"/>
                    <a:pt x="3526" y="743"/>
                    <a:pt x="3526" y="481"/>
                  </a:cubicBezTo>
                  <a:cubicBezTo>
                    <a:pt x="3526" y="219"/>
                    <a:pt x="3316" y="5"/>
                    <a:pt x="3056" y="1"/>
                  </a:cubicBezTo>
                  <a:lnTo>
                    <a:pt x="491" y="1"/>
                  </a:lnTo>
                  <a:cubicBezTo>
                    <a:pt x="488" y="1"/>
                    <a:pt x="484" y="1"/>
                    <a:pt x="48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8" name="Google Shape;4858;p55"/>
            <p:cNvSpPr/>
            <p:nvPr/>
          </p:nvSpPr>
          <p:spPr>
            <a:xfrm>
              <a:off x="1116425" y="3763900"/>
              <a:ext cx="87925" cy="24075"/>
            </a:xfrm>
            <a:custGeom>
              <a:rect b="b" l="l" r="r" t="t"/>
              <a:pathLst>
                <a:path extrusionOk="0" h="963" w="3517">
                  <a:moveTo>
                    <a:pt x="472" y="0"/>
                  </a:moveTo>
                  <a:cubicBezTo>
                    <a:pt x="210" y="5"/>
                    <a:pt x="0" y="219"/>
                    <a:pt x="0" y="481"/>
                  </a:cubicBezTo>
                  <a:cubicBezTo>
                    <a:pt x="0" y="743"/>
                    <a:pt x="210" y="957"/>
                    <a:pt x="472" y="962"/>
                  </a:cubicBezTo>
                  <a:lnTo>
                    <a:pt x="3034" y="962"/>
                  </a:lnTo>
                  <a:cubicBezTo>
                    <a:pt x="3301" y="962"/>
                    <a:pt x="3516" y="747"/>
                    <a:pt x="3516" y="481"/>
                  </a:cubicBezTo>
                  <a:cubicBezTo>
                    <a:pt x="3516" y="216"/>
                    <a:pt x="3301" y="0"/>
                    <a:pt x="303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859" name="Google Shape;4859;p55"/>
          <p:cNvSpPr/>
          <p:nvPr/>
        </p:nvSpPr>
        <p:spPr>
          <a:xfrm>
            <a:off x="1008999" y="3438946"/>
            <a:ext cx="358049" cy="354806"/>
          </a:xfrm>
          <a:custGeom>
            <a:rect b="b" l="l" r="r" t="t"/>
            <a:pathLst>
              <a:path extrusionOk="0" h="16411" w="16561">
                <a:moveTo>
                  <a:pt x="10712" y="962"/>
                </a:moveTo>
                <a:lnTo>
                  <a:pt x="10712" y="2007"/>
                </a:lnTo>
                <a:cubicBezTo>
                  <a:pt x="10554" y="1993"/>
                  <a:pt x="10393" y="1987"/>
                  <a:pt x="10232" y="1987"/>
                </a:cubicBezTo>
                <a:cubicBezTo>
                  <a:pt x="10069" y="1987"/>
                  <a:pt x="9909" y="1993"/>
                  <a:pt x="9750" y="2007"/>
                </a:cubicBezTo>
                <a:lnTo>
                  <a:pt x="9750" y="962"/>
                </a:lnTo>
                <a:close/>
                <a:moveTo>
                  <a:pt x="10229" y="6796"/>
                </a:moveTo>
                <a:cubicBezTo>
                  <a:pt x="10310" y="6796"/>
                  <a:pt x="10392" y="6803"/>
                  <a:pt x="10475" y="6817"/>
                </a:cubicBezTo>
                <a:cubicBezTo>
                  <a:pt x="11167" y="6936"/>
                  <a:pt x="11674" y="7536"/>
                  <a:pt x="11674" y="8238"/>
                </a:cubicBezTo>
                <a:cubicBezTo>
                  <a:pt x="11674" y="8941"/>
                  <a:pt x="11167" y="9541"/>
                  <a:pt x="10475" y="9660"/>
                </a:cubicBezTo>
                <a:cubicBezTo>
                  <a:pt x="10393" y="9674"/>
                  <a:pt x="10311" y="9681"/>
                  <a:pt x="10230" y="9681"/>
                </a:cubicBezTo>
                <a:cubicBezTo>
                  <a:pt x="9629" y="9681"/>
                  <a:pt x="9078" y="9303"/>
                  <a:pt x="8871" y="8720"/>
                </a:cubicBezTo>
                <a:lnTo>
                  <a:pt x="10232" y="8720"/>
                </a:lnTo>
                <a:cubicBezTo>
                  <a:pt x="10234" y="8720"/>
                  <a:pt x="10237" y="8720"/>
                  <a:pt x="10240" y="8720"/>
                </a:cubicBezTo>
                <a:cubicBezTo>
                  <a:pt x="10504" y="8720"/>
                  <a:pt x="10721" y="8505"/>
                  <a:pt x="10721" y="8238"/>
                </a:cubicBezTo>
                <a:cubicBezTo>
                  <a:pt x="10721" y="7972"/>
                  <a:pt x="10505" y="7757"/>
                  <a:pt x="10242" y="7757"/>
                </a:cubicBezTo>
                <a:cubicBezTo>
                  <a:pt x="10239" y="7757"/>
                  <a:pt x="10235" y="7757"/>
                  <a:pt x="10232" y="7757"/>
                </a:cubicBezTo>
                <a:lnTo>
                  <a:pt x="8871" y="7757"/>
                </a:lnTo>
                <a:cubicBezTo>
                  <a:pt x="9077" y="7174"/>
                  <a:pt x="9628" y="6796"/>
                  <a:pt x="10229" y="6796"/>
                </a:cubicBezTo>
                <a:close/>
                <a:moveTo>
                  <a:pt x="10232" y="4874"/>
                </a:moveTo>
                <a:cubicBezTo>
                  <a:pt x="12087" y="4874"/>
                  <a:pt x="13597" y="6384"/>
                  <a:pt x="13597" y="8239"/>
                </a:cubicBezTo>
                <a:cubicBezTo>
                  <a:pt x="13597" y="10095"/>
                  <a:pt x="12087" y="11603"/>
                  <a:pt x="10232" y="11603"/>
                </a:cubicBezTo>
                <a:cubicBezTo>
                  <a:pt x="8539" y="11603"/>
                  <a:pt x="7134" y="10348"/>
                  <a:pt x="6900" y="8720"/>
                </a:cubicBezTo>
                <a:lnTo>
                  <a:pt x="7875" y="8720"/>
                </a:lnTo>
                <a:cubicBezTo>
                  <a:pt x="8099" y="9815"/>
                  <a:pt x="9070" y="10642"/>
                  <a:pt x="10232" y="10642"/>
                </a:cubicBezTo>
                <a:cubicBezTo>
                  <a:pt x="11557" y="10642"/>
                  <a:pt x="12635" y="9565"/>
                  <a:pt x="12635" y="8238"/>
                </a:cubicBezTo>
                <a:cubicBezTo>
                  <a:pt x="12635" y="6912"/>
                  <a:pt x="11557" y="5836"/>
                  <a:pt x="10232" y="5836"/>
                </a:cubicBezTo>
                <a:cubicBezTo>
                  <a:pt x="9070" y="5836"/>
                  <a:pt x="8099" y="6662"/>
                  <a:pt x="7875" y="7759"/>
                </a:cubicBezTo>
                <a:lnTo>
                  <a:pt x="6900" y="7759"/>
                </a:lnTo>
                <a:cubicBezTo>
                  <a:pt x="7134" y="6129"/>
                  <a:pt x="8539" y="4874"/>
                  <a:pt x="10232" y="4874"/>
                </a:cubicBezTo>
                <a:close/>
                <a:moveTo>
                  <a:pt x="10232" y="2950"/>
                </a:moveTo>
                <a:cubicBezTo>
                  <a:pt x="13147" y="2950"/>
                  <a:pt x="15520" y="5322"/>
                  <a:pt x="15520" y="8238"/>
                </a:cubicBezTo>
                <a:cubicBezTo>
                  <a:pt x="15520" y="11155"/>
                  <a:pt x="13147" y="13527"/>
                  <a:pt x="10232" y="13527"/>
                </a:cubicBezTo>
                <a:cubicBezTo>
                  <a:pt x="7477" y="13527"/>
                  <a:pt x="5208" y="11411"/>
                  <a:pt x="4964" y="8720"/>
                </a:cubicBezTo>
                <a:lnTo>
                  <a:pt x="5932" y="8720"/>
                </a:lnTo>
                <a:cubicBezTo>
                  <a:pt x="6172" y="10880"/>
                  <a:pt x="8008" y="12565"/>
                  <a:pt x="10232" y="12565"/>
                </a:cubicBezTo>
                <a:cubicBezTo>
                  <a:pt x="12617" y="12565"/>
                  <a:pt x="14559" y="10625"/>
                  <a:pt x="14559" y="8238"/>
                </a:cubicBezTo>
                <a:cubicBezTo>
                  <a:pt x="14559" y="5852"/>
                  <a:pt x="12619" y="3912"/>
                  <a:pt x="10232" y="3912"/>
                </a:cubicBezTo>
                <a:cubicBezTo>
                  <a:pt x="8008" y="3912"/>
                  <a:pt x="6171" y="5597"/>
                  <a:pt x="5932" y="7757"/>
                </a:cubicBezTo>
                <a:lnTo>
                  <a:pt x="4965" y="7757"/>
                </a:lnTo>
                <a:cubicBezTo>
                  <a:pt x="5208" y="5066"/>
                  <a:pt x="7478" y="2950"/>
                  <a:pt x="10232" y="2950"/>
                </a:cubicBezTo>
                <a:close/>
                <a:moveTo>
                  <a:pt x="6002" y="12835"/>
                </a:moveTo>
                <a:cubicBezTo>
                  <a:pt x="6318" y="13128"/>
                  <a:pt x="6666" y="13387"/>
                  <a:pt x="7036" y="13608"/>
                </a:cubicBezTo>
                <a:lnTo>
                  <a:pt x="5807" y="15450"/>
                </a:lnTo>
                <a:lnTo>
                  <a:pt x="5129" y="15450"/>
                </a:lnTo>
                <a:lnTo>
                  <a:pt x="6002" y="12835"/>
                </a:lnTo>
                <a:close/>
                <a:moveTo>
                  <a:pt x="14461" y="12835"/>
                </a:moveTo>
                <a:lnTo>
                  <a:pt x="15334" y="15450"/>
                </a:lnTo>
                <a:lnTo>
                  <a:pt x="14656" y="15450"/>
                </a:lnTo>
                <a:lnTo>
                  <a:pt x="13427" y="13608"/>
                </a:lnTo>
                <a:cubicBezTo>
                  <a:pt x="13798" y="13387"/>
                  <a:pt x="14145" y="13128"/>
                  <a:pt x="14461" y="12835"/>
                </a:cubicBezTo>
                <a:close/>
                <a:moveTo>
                  <a:pt x="9271" y="0"/>
                </a:moveTo>
                <a:cubicBezTo>
                  <a:pt x="9004" y="0"/>
                  <a:pt x="8789" y="215"/>
                  <a:pt x="8789" y="482"/>
                </a:cubicBezTo>
                <a:lnTo>
                  <a:pt x="8789" y="2156"/>
                </a:lnTo>
                <a:cubicBezTo>
                  <a:pt x="6187" y="2774"/>
                  <a:pt x="4208" y="5022"/>
                  <a:pt x="3999" y="7757"/>
                </a:cubicBezTo>
                <a:lnTo>
                  <a:pt x="3678" y="7757"/>
                </a:lnTo>
                <a:lnTo>
                  <a:pt x="2859" y="6668"/>
                </a:lnTo>
                <a:cubicBezTo>
                  <a:pt x="2766" y="6538"/>
                  <a:pt x="2619" y="6469"/>
                  <a:pt x="2470" y="6469"/>
                </a:cubicBezTo>
                <a:cubicBezTo>
                  <a:pt x="2370" y="6469"/>
                  <a:pt x="2268" y="6500"/>
                  <a:pt x="2181" y="6565"/>
                </a:cubicBezTo>
                <a:cubicBezTo>
                  <a:pt x="1968" y="6726"/>
                  <a:pt x="1927" y="7033"/>
                  <a:pt x="2091" y="7245"/>
                </a:cubicBezTo>
                <a:lnTo>
                  <a:pt x="2476" y="7757"/>
                </a:lnTo>
                <a:lnTo>
                  <a:pt x="1754" y="7757"/>
                </a:lnTo>
                <a:lnTo>
                  <a:pt x="937" y="6668"/>
                </a:lnTo>
                <a:cubicBezTo>
                  <a:pt x="843" y="6538"/>
                  <a:pt x="696" y="6468"/>
                  <a:pt x="547" y="6468"/>
                </a:cubicBezTo>
                <a:cubicBezTo>
                  <a:pt x="447" y="6468"/>
                  <a:pt x="345" y="6500"/>
                  <a:pt x="259" y="6565"/>
                </a:cubicBezTo>
                <a:cubicBezTo>
                  <a:pt x="43" y="6726"/>
                  <a:pt x="4" y="7033"/>
                  <a:pt x="168" y="7245"/>
                </a:cubicBezTo>
                <a:lnTo>
                  <a:pt x="553" y="7757"/>
                </a:lnTo>
                <a:cubicBezTo>
                  <a:pt x="291" y="7762"/>
                  <a:pt x="81" y="7976"/>
                  <a:pt x="81" y="8238"/>
                </a:cubicBezTo>
                <a:cubicBezTo>
                  <a:pt x="81" y="8500"/>
                  <a:pt x="291" y="8714"/>
                  <a:pt x="553" y="8718"/>
                </a:cubicBezTo>
                <a:lnTo>
                  <a:pt x="168" y="9231"/>
                </a:lnTo>
                <a:cubicBezTo>
                  <a:pt x="1" y="9443"/>
                  <a:pt x="42" y="9751"/>
                  <a:pt x="257" y="9913"/>
                </a:cubicBezTo>
                <a:cubicBezTo>
                  <a:pt x="344" y="9978"/>
                  <a:pt x="445" y="10009"/>
                  <a:pt x="545" y="10009"/>
                </a:cubicBezTo>
                <a:cubicBezTo>
                  <a:pt x="695" y="10009"/>
                  <a:pt x="843" y="9939"/>
                  <a:pt x="937" y="9808"/>
                </a:cubicBezTo>
                <a:lnTo>
                  <a:pt x="1754" y="8718"/>
                </a:lnTo>
                <a:lnTo>
                  <a:pt x="2476" y="8718"/>
                </a:lnTo>
                <a:lnTo>
                  <a:pt x="2091" y="9231"/>
                </a:lnTo>
                <a:cubicBezTo>
                  <a:pt x="1924" y="9443"/>
                  <a:pt x="1965" y="9751"/>
                  <a:pt x="2180" y="9913"/>
                </a:cubicBezTo>
                <a:cubicBezTo>
                  <a:pt x="2267" y="9978"/>
                  <a:pt x="2368" y="10009"/>
                  <a:pt x="2468" y="10009"/>
                </a:cubicBezTo>
                <a:cubicBezTo>
                  <a:pt x="2618" y="10009"/>
                  <a:pt x="2766" y="9939"/>
                  <a:pt x="2859" y="9808"/>
                </a:cubicBezTo>
                <a:lnTo>
                  <a:pt x="3678" y="8720"/>
                </a:lnTo>
                <a:lnTo>
                  <a:pt x="4000" y="8720"/>
                </a:lnTo>
                <a:cubicBezTo>
                  <a:pt x="4092" y="9918"/>
                  <a:pt x="4529" y="11064"/>
                  <a:pt x="5260" y="12020"/>
                </a:cubicBezTo>
                <a:lnTo>
                  <a:pt x="4006" y="15778"/>
                </a:lnTo>
                <a:cubicBezTo>
                  <a:pt x="3902" y="16090"/>
                  <a:pt x="4135" y="16411"/>
                  <a:pt x="4463" y="16411"/>
                </a:cubicBezTo>
                <a:lnTo>
                  <a:pt x="6065" y="16411"/>
                </a:lnTo>
                <a:cubicBezTo>
                  <a:pt x="6226" y="16411"/>
                  <a:pt x="6376" y="16332"/>
                  <a:pt x="6465" y="16197"/>
                </a:cubicBezTo>
                <a:lnTo>
                  <a:pt x="7905" y="14039"/>
                </a:lnTo>
                <a:cubicBezTo>
                  <a:pt x="8651" y="14339"/>
                  <a:pt x="9442" y="14489"/>
                  <a:pt x="10232" y="14489"/>
                </a:cubicBezTo>
                <a:cubicBezTo>
                  <a:pt x="11023" y="14489"/>
                  <a:pt x="11813" y="14339"/>
                  <a:pt x="12560" y="14039"/>
                </a:cubicBezTo>
                <a:lnTo>
                  <a:pt x="13998" y="16197"/>
                </a:lnTo>
                <a:cubicBezTo>
                  <a:pt x="14087" y="16332"/>
                  <a:pt x="14238" y="16411"/>
                  <a:pt x="14399" y="16411"/>
                </a:cubicBezTo>
                <a:lnTo>
                  <a:pt x="16002" y="16411"/>
                </a:lnTo>
                <a:cubicBezTo>
                  <a:pt x="16330" y="16411"/>
                  <a:pt x="16561" y="16090"/>
                  <a:pt x="16457" y="15778"/>
                </a:cubicBezTo>
                <a:lnTo>
                  <a:pt x="15203" y="12020"/>
                </a:lnTo>
                <a:cubicBezTo>
                  <a:pt x="16034" y="10934"/>
                  <a:pt x="16483" y="9606"/>
                  <a:pt x="16482" y="8238"/>
                </a:cubicBezTo>
                <a:cubicBezTo>
                  <a:pt x="16482" y="5288"/>
                  <a:pt x="14427" y="2809"/>
                  <a:pt x="11674" y="2156"/>
                </a:cubicBezTo>
                <a:lnTo>
                  <a:pt x="11674" y="482"/>
                </a:lnTo>
                <a:cubicBezTo>
                  <a:pt x="11674" y="215"/>
                  <a:pt x="11459" y="0"/>
                  <a:pt x="1119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860" name="Google Shape;4860;p55"/>
          <p:cNvGrpSpPr/>
          <p:nvPr/>
        </p:nvGrpSpPr>
        <p:grpSpPr>
          <a:xfrm>
            <a:off x="1044553" y="3994788"/>
            <a:ext cx="286941" cy="354827"/>
            <a:chOff x="1724675" y="4188000"/>
            <a:chExt cx="331800" cy="410300"/>
          </a:xfrm>
        </p:grpSpPr>
        <p:sp>
          <p:nvSpPr>
            <p:cNvPr id="4861" name="Google Shape;4861;p55"/>
            <p:cNvSpPr/>
            <p:nvPr/>
          </p:nvSpPr>
          <p:spPr>
            <a:xfrm>
              <a:off x="1840050" y="4304175"/>
              <a:ext cx="28100" cy="24075"/>
            </a:xfrm>
            <a:custGeom>
              <a:rect b="b" l="l" r="r" t="t"/>
              <a:pathLst>
                <a:path extrusionOk="0" h="963" w="1124">
                  <a:moveTo>
                    <a:pt x="643" y="0"/>
                  </a:moveTo>
                  <a:cubicBezTo>
                    <a:pt x="214" y="0"/>
                    <a:pt x="0" y="519"/>
                    <a:pt x="303" y="822"/>
                  </a:cubicBezTo>
                  <a:cubicBezTo>
                    <a:pt x="395" y="914"/>
                    <a:pt x="518" y="963"/>
                    <a:pt x="643" y="963"/>
                  </a:cubicBezTo>
                  <a:cubicBezTo>
                    <a:pt x="705" y="963"/>
                    <a:pt x="768" y="951"/>
                    <a:pt x="828" y="926"/>
                  </a:cubicBezTo>
                  <a:cubicBezTo>
                    <a:pt x="1006" y="851"/>
                    <a:pt x="1124" y="677"/>
                    <a:pt x="1124" y="482"/>
                  </a:cubicBezTo>
                  <a:cubicBezTo>
                    <a:pt x="1124" y="216"/>
                    <a:pt x="908" y="0"/>
                    <a:pt x="64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2" name="Google Shape;4862;p55"/>
            <p:cNvSpPr/>
            <p:nvPr/>
          </p:nvSpPr>
          <p:spPr>
            <a:xfrm>
              <a:off x="1936250" y="4428400"/>
              <a:ext cx="24050" cy="71875"/>
            </a:xfrm>
            <a:custGeom>
              <a:rect b="b" l="l" r="r" t="t"/>
              <a:pathLst>
                <a:path extrusionOk="0" h="2875" w="962">
                  <a:moveTo>
                    <a:pt x="481" y="0"/>
                  </a:moveTo>
                  <a:cubicBezTo>
                    <a:pt x="216" y="0"/>
                    <a:pt x="1" y="216"/>
                    <a:pt x="1" y="481"/>
                  </a:cubicBezTo>
                  <a:lnTo>
                    <a:pt x="1" y="2403"/>
                  </a:lnTo>
                  <a:cubicBezTo>
                    <a:pt x="5" y="2666"/>
                    <a:pt x="219" y="2875"/>
                    <a:pt x="481" y="2875"/>
                  </a:cubicBezTo>
                  <a:cubicBezTo>
                    <a:pt x="743" y="2875"/>
                    <a:pt x="957" y="2666"/>
                    <a:pt x="962" y="2403"/>
                  </a:cubicBezTo>
                  <a:lnTo>
                    <a:pt x="962" y="481"/>
                  </a:lnTo>
                  <a:cubicBezTo>
                    <a:pt x="962" y="216"/>
                    <a:pt x="746" y="0"/>
                    <a:pt x="48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3" name="Google Shape;4863;p55"/>
            <p:cNvSpPr/>
            <p:nvPr/>
          </p:nvSpPr>
          <p:spPr>
            <a:xfrm>
              <a:off x="1724675" y="4188000"/>
              <a:ext cx="331800" cy="410300"/>
            </a:xfrm>
            <a:custGeom>
              <a:rect b="b" l="l" r="r" t="t"/>
              <a:pathLst>
                <a:path extrusionOk="0" h="16412" w="13272">
                  <a:moveTo>
                    <a:pt x="7096" y="964"/>
                  </a:moveTo>
                  <a:lnTo>
                    <a:pt x="7096" y="964"/>
                  </a:lnTo>
                  <a:cubicBezTo>
                    <a:pt x="9986" y="1048"/>
                    <a:pt x="12310" y="3424"/>
                    <a:pt x="12310" y="6333"/>
                  </a:cubicBezTo>
                  <a:lnTo>
                    <a:pt x="12310" y="8174"/>
                  </a:lnTo>
                  <a:cubicBezTo>
                    <a:pt x="12308" y="8784"/>
                    <a:pt x="11924" y="9329"/>
                    <a:pt x="11347" y="9533"/>
                  </a:cubicBezTo>
                  <a:lnTo>
                    <a:pt x="11347" y="6333"/>
                  </a:lnTo>
                  <a:cubicBezTo>
                    <a:pt x="11347" y="4019"/>
                    <a:pt x="9556" y="2117"/>
                    <a:pt x="7288" y="1937"/>
                  </a:cubicBezTo>
                  <a:lnTo>
                    <a:pt x="7288" y="1764"/>
                  </a:lnTo>
                  <a:cubicBezTo>
                    <a:pt x="7288" y="1486"/>
                    <a:pt x="7222" y="1212"/>
                    <a:pt x="7096" y="964"/>
                  </a:cubicBezTo>
                  <a:close/>
                  <a:moveTo>
                    <a:pt x="5526" y="961"/>
                  </a:moveTo>
                  <a:cubicBezTo>
                    <a:pt x="5968" y="961"/>
                    <a:pt x="6326" y="1320"/>
                    <a:pt x="6327" y="1762"/>
                  </a:cubicBezTo>
                  <a:lnTo>
                    <a:pt x="6327" y="2411"/>
                  </a:lnTo>
                  <a:cubicBezTo>
                    <a:pt x="6327" y="2677"/>
                    <a:pt x="6544" y="2892"/>
                    <a:pt x="6808" y="2892"/>
                  </a:cubicBezTo>
                  <a:cubicBezTo>
                    <a:pt x="6813" y="2892"/>
                    <a:pt x="6818" y="2892"/>
                    <a:pt x="6824" y="2891"/>
                  </a:cubicBezTo>
                  <a:cubicBezTo>
                    <a:pt x="6850" y="2891"/>
                    <a:pt x="6875" y="2889"/>
                    <a:pt x="6900" y="2887"/>
                  </a:cubicBezTo>
                  <a:cubicBezTo>
                    <a:pt x="6915" y="2886"/>
                    <a:pt x="6932" y="2884"/>
                    <a:pt x="6938" y="2884"/>
                  </a:cubicBezTo>
                  <a:cubicBezTo>
                    <a:pt x="8840" y="2884"/>
                    <a:pt x="10387" y="4431"/>
                    <a:pt x="10387" y="6333"/>
                  </a:cubicBezTo>
                  <a:lnTo>
                    <a:pt x="10387" y="13462"/>
                  </a:lnTo>
                  <a:lnTo>
                    <a:pt x="3040" y="13462"/>
                  </a:lnTo>
                  <a:cubicBezTo>
                    <a:pt x="3161" y="12349"/>
                    <a:pt x="3696" y="11321"/>
                    <a:pt x="4539" y="10584"/>
                  </a:cubicBezTo>
                  <a:lnTo>
                    <a:pt x="5415" y="9817"/>
                  </a:lnTo>
                  <a:cubicBezTo>
                    <a:pt x="5519" y="9726"/>
                    <a:pt x="5579" y="9594"/>
                    <a:pt x="5579" y="9455"/>
                  </a:cubicBezTo>
                  <a:lnTo>
                    <a:pt x="5579" y="8975"/>
                  </a:lnTo>
                  <a:lnTo>
                    <a:pt x="5739" y="8975"/>
                  </a:lnTo>
                  <a:cubicBezTo>
                    <a:pt x="6890" y="8973"/>
                    <a:pt x="7821" y="8042"/>
                    <a:pt x="7823" y="6892"/>
                  </a:cubicBezTo>
                  <a:cubicBezTo>
                    <a:pt x="7828" y="6623"/>
                    <a:pt x="7612" y="6402"/>
                    <a:pt x="7342" y="6402"/>
                  </a:cubicBezTo>
                  <a:cubicBezTo>
                    <a:pt x="7073" y="6402"/>
                    <a:pt x="6856" y="6623"/>
                    <a:pt x="6860" y="6892"/>
                  </a:cubicBezTo>
                  <a:cubicBezTo>
                    <a:pt x="6860" y="7510"/>
                    <a:pt x="6358" y="8013"/>
                    <a:pt x="5739" y="8013"/>
                  </a:cubicBezTo>
                  <a:lnTo>
                    <a:pt x="4136" y="8013"/>
                  </a:lnTo>
                  <a:cubicBezTo>
                    <a:pt x="4053" y="8014"/>
                    <a:pt x="3971" y="8036"/>
                    <a:pt x="3899" y="8077"/>
                  </a:cubicBezTo>
                  <a:lnTo>
                    <a:pt x="2293" y="8995"/>
                  </a:lnTo>
                  <a:cubicBezTo>
                    <a:pt x="2218" y="9038"/>
                    <a:pt x="2136" y="9058"/>
                    <a:pt x="2055" y="9058"/>
                  </a:cubicBezTo>
                  <a:cubicBezTo>
                    <a:pt x="1930" y="9058"/>
                    <a:pt x="1807" y="9010"/>
                    <a:pt x="1714" y="8918"/>
                  </a:cubicBezTo>
                  <a:lnTo>
                    <a:pt x="1251" y="8455"/>
                  </a:lnTo>
                  <a:cubicBezTo>
                    <a:pt x="1074" y="8279"/>
                    <a:pt x="1061" y="7998"/>
                    <a:pt x="1222" y="7808"/>
                  </a:cubicBezTo>
                  <a:lnTo>
                    <a:pt x="4290" y="4126"/>
                  </a:lnTo>
                  <a:cubicBezTo>
                    <a:pt x="4530" y="3837"/>
                    <a:pt x="4816" y="3590"/>
                    <a:pt x="5135" y="3394"/>
                  </a:cubicBezTo>
                  <a:cubicBezTo>
                    <a:pt x="5279" y="3306"/>
                    <a:pt x="5365" y="3151"/>
                    <a:pt x="5365" y="2984"/>
                  </a:cubicBezTo>
                  <a:lnTo>
                    <a:pt x="5365" y="961"/>
                  </a:lnTo>
                  <a:close/>
                  <a:moveTo>
                    <a:pt x="11509" y="14424"/>
                  </a:moveTo>
                  <a:cubicBezTo>
                    <a:pt x="11951" y="14424"/>
                    <a:pt x="12310" y="14783"/>
                    <a:pt x="12310" y="15225"/>
                  </a:cubicBezTo>
                  <a:lnTo>
                    <a:pt x="12310" y="15449"/>
                  </a:lnTo>
                  <a:lnTo>
                    <a:pt x="1092" y="15449"/>
                  </a:lnTo>
                  <a:lnTo>
                    <a:pt x="1092" y="15225"/>
                  </a:lnTo>
                  <a:cubicBezTo>
                    <a:pt x="1092" y="14783"/>
                    <a:pt x="1451" y="14424"/>
                    <a:pt x="1893" y="14424"/>
                  </a:cubicBezTo>
                  <a:close/>
                  <a:moveTo>
                    <a:pt x="4883" y="1"/>
                  </a:moveTo>
                  <a:cubicBezTo>
                    <a:pt x="4618" y="1"/>
                    <a:pt x="4403" y="216"/>
                    <a:pt x="4403" y="481"/>
                  </a:cubicBezTo>
                  <a:lnTo>
                    <a:pt x="4403" y="2726"/>
                  </a:lnTo>
                  <a:cubicBezTo>
                    <a:pt x="4085" y="2949"/>
                    <a:pt x="3798" y="3212"/>
                    <a:pt x="3551" y="3511"/>
                  </a:cubicBezTo>
                  <a:lnTo>
                    <a:pt x="483" y="7191"/>
                  </a:lnTo>
                  <a:cubicBezTo>
                    <a:pt x="1" y="7764"/>
                    <a:pt x="40" y="8609"/>
                    <a:pt x="570" y="9134"/>
                  </a:cubicBezTo>
                  <a:lnTo>
                    <a:pt x="1033" y="9597"/>
                  </a:lnTo>
                  <a:cubicBezTo>
                    <a:pt x="1311" y="9874"/>
                    <a:pt x="1681" y="10019"/>
                    <a:pt x="2054" y="10019"/>
                  </a:cubicBezTo>
                  <a:cubicBezTo>
                    <a:pt x="2299" y="10019"/>
                    <a:pt x="2545" y="9957"/>
                    <a:pt x="2769" y="9830"/>
                  </a:cubicBezTo>
                  <a:lnTo>
                    <a:pt x="4264" y="8975"/>
                  </a:lnTo>
                  <a:lnTo>
                    <a:pt x="4617" y="8975"/>
                  </a:lnTo>
                  <a:lnTo>
                    <a:pt x="4617" y="9237"/>
                  </a:lnTo>
                  <a:lnTo>
                    <a:pt x="3905" y="9859"/>
                  </a:lnTo>
                  <a:cubicBezTo>
                    <a:pt x="2854" y="10780"/>
                    <a:pt x="2199" y="12071"/>
                    <a:pt x="2074" y="13462"/>
                  </a:cubicBezTo>
                  <a:lnTo>
                    <a:pt x="1893" y="13462"/>
                  </a:lnTo>
                  <a:cubicBezTo>
                    <a:pt x="919" y="13463"/>
                    <a:pt x="131" y="14251"/>
                    <a:pt x="130" y="15225"/>
                  </a:cubicBezTo>
                  <a:lnTo>
                    <a:pt x="130" y="15930"/>
                  </a:lnTo>
                  <a:cubicBezTo>
                    <a:pt x="130" y="16196"/>
                    <a:pt x="345" y="16411"/>
                    <a:pt x="610" y="16411"/>
                  </a:cubicBezTo>
                  <a:lnTo>
                    <a:pt x="12790" y="16411"/>
                  </a:lnTo>
                  <a:cubicBezTo>
                    <a:pt x="13057" y="16411"/>
                    <a:pt x="13272" y="16196"/>
                    <a:pt x="13272" y="15930"/>
                  </a:cubicBezTo>
                  <a:lnTo>
                    <a:pt x="13272" y="15225"/>
                  </a:lnTo>
                  <a:cubicBezTo>
                    <a:pt x="13270" y="14251"/>
                    <a:pt x="12481" y="13463"/>
                    <a:pt x="11509" y="13462"/>
                  </a:cubicBezTo>
                  <a:lnTo>
                    <a:pt x="11347" y="13462"/>
                  </a:lnTo>
                  <a:lnTo>
                    <a:pt x="11347" y="10529"/>
                  </a:lnTo>
                  <a:cubicBezTo>
                    <a:pt x="12444" y="10306"/>
                    <a:pt x="13272" y="9335"/>
                    <a:pt x="13272" y="8174"/>
                  </a:cubicBezTo>
                  <a:lnTo>
                    <a:pt x="13272" y="6333"/>
                  </a:lnTo>
                  <a:cubicBezTo>
                    <a:pt x="13272" y="2842"/>
                    <a:pt x="10431" y="1"/>
                    <a:pt x="6938" y="1"/>
                  </a:cubicBezTo>
                  <a:cubicBezTo>
                    <a:pt x="6633" y="2"/>
                    <a:pt x="6329" y="27"/>
                    <a:pt x="6029" y="74"/>
                  </a:cubicBezTo>
                  <a:cubicBezTo>
                    <a:pt x="5865" y="25"/>
                    <a:pt x="5695" y="1"/>
                    <a:pt x="552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64" name="Google Shape;4864;p55"/>
          <p:cNvGrpSpPr/>
          <p:nvPr/>
        </p:nvGrpSpPr>
        <p:grpSpPr>
          <a:xfrm>
            <a:off x="1756508" y="3994799"/>
            <a:ext cx="355498" cy="354806"/>
            <a:chOff x="2235525" y="4172375"/>
            <a:chExt cx="411075" cy="410275"/>
          </a:xfrm>
        </p:grpSpPr>
        <p:sp>
          <p:nvSpPr>
            <p:cNvPr id="4865" name="Google Shape;4865;p55"/>
            <p:cNvSpPr/>
            <p:nvPr/>
          </p:nvSpPr>
          <p:spPr>
            <a:xfrm>
              <a:off x="2319450" y="4258125"/>
              <a:ext cx="28100" cy="24050"/>
            </a:xfrm>
            <a:custGeom>
              <a:rect b="b" l="l" r="r" t="t"/>
              <a:pathLst>
                <a:path extrusionOk="0" h="962" w="1124">
                  <a:moveTo>
                    <a:pt x="643" y="0"/>
                  </a:moveTo>
                  <a:cubicBezTo>
                    <a:pt x="214" y="0"/>
                    <a:pt x="0" y="518"/>
                    <a:pt x="303" y="820"/>
                  </a:cubicBezTo>
                  <a:cubicBezTo>
                    <a:pt x="396" y="913"/>
                    <a:pt x="519" y="961"/>
                    <a:pt x="645" y="961"/>
                  </a:cubicBezTo>
                  <a:cubicBezTo>
                    <a:pt x="706" y="961"/>
                    <a:pt x="768" y="950"/>
                    <a:pt x="827" y="926"/>
                  </a:cubicBezTo>
                  <a:cubicBezTo>
                    <a:pt x="1006" y="851"/>
                    <a:pt x="1123" y="675"/>
                    <a:pt x="1123" y="480"/>
                  </a:cubicBezTo>
                  <a:cubicBezTo>
                    <a:pt x="1123" y="215"/>
                    <a:pt x="908" y="0"/>
                    <a:pt x="64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6" name="Google Shape;4866;p55"/>
            <p:cNvSpPr/>
            <p:nvPr/>
          </p:nvSpPr>
          <p:spPr>
            <a:xfrm>
              <a:off x="2235525" y="4172375"/>
              <a:ext cx="411075" cy="410275"/>
            </a:xfrm>
            <a:custGeom>
              <a:rect b="b" l="l" r="r" t="t"/>
              <a:pathLst>
                <a:path extrusionOk="0" h="16411" w="16443">
                  <a:moveTo>
                    <a:pt x="11438" y="10476"/>
                  </a:moveTo>
                  <a:lnTo>
                    <a:pt x="12142" y="13526"/>
                  </a:lnTo>
                  <a:lnTo>
                    <a:pt x="5658" y="13526"/>
                  </a:lnTo>
                  <a:lnTo>
                    <a:pt x="6350" y="10522"/>
                  </a:lnTo>
                  <a:cubicBezTo>
                    <a:pt x="7085" y="10815"/>
                    <a:pt x="7867" y="10963"/>
                    <a:pt x="8686" y="10963"/>
                  </a:cubicBezTo>
                  <a:cubicBezTo>
                    <a:pt x="8724" y="10963"/>
                    <a:pt x="8763" y="10962"/>
                    <a:pt x="8802" y="10962"/>
                  </a:cubicBezTo>
                  <a:cubicBezTo>
                    <a:pt x="9625" y="10949"/>
                    <a:pt x="10510" y="10785"/>
                    <a:pt x="11438" y="10476"/>
                  </a:cubicBezTo>
                  <a:close/>
                  <a:moveTo>
                    <a:pt x="3772" y="962"/>
                  </a:moveTo>
                  <a:cubicBezTo>
                    <a:pt x="4252" y="964"/>
                    <a:pt x="4640" y="1352"/>
                    <a:pt x="4641" y="1832"/>
                  </a:cubicBezTo>
                  <a:cubicBezTo>
                    <a:pt x="4641" y="2048"/>
                    <a:pt x="4783" y="2236"/>
                    <a:pt x="4991" y="2295"/>
                  </a:cubicBezTo>
                  <a:cubicBezTo>
                    <a:pt x="6109" y="2616"/>
                    <a:pt x="6881" y="3638"/>
                    <a:pt x="6885" y="4801"/>
                  </a:cubicBezTo>
                  <a:lnTo>
                    <a:pt x="6885" y="5674"/>
                  </a:lnTo>
                  <a:cubicBezTo>
                    <a:pt x="6884" y="5939"/>
                    <a:pt x="7099" y="6154"/>
                    <a:pt x="7365" y="6154"/>
                  </a:cubicBezTo>
                  <a:lnTo>
                    <a:pt x="11784" y="6154"/>
                  </a:lnTo>
                  <a:cubicBezTo>
                    <a:pt x="12933" y="6157"/>
                    <a:pt x="13866" y="7088"/>
                    <a:pt x="13868" y="8238"/>
                  </a:cubicBezTo>
                  <a:lnTo>
                    <a:pt x="13868" y="13526"/>
                  </a:lnTo>
                  <a:lnTo>
                    <a:pt x="13128" y="13526"/>
                  </a:lnTo>
                  <a:lnTo>
                    <a:pt x="12252" y="9732"/>
                  </a:lnTo>
                  <a:cubicBezTo>
                    <a:pt x="12201" y="9507"/>
                    <a:pt x="12001" y="9359"/>
                    <a:pt x="11785" y="9359"/>
                  </a:cubicBezTo>
                  <a:cubicBezTo>
                    <a:pt x="11728" y="9359"/>
                    <a:pt x="11669" y="9370"/>
                    <a:pt x="11612" y="9392"/>
                  </a:cubicBezTo>
                  <a:cubicBezTo>
                    <a:pt x="10557" y="9798"/>
                    <a:pt x="9586" y="10001"/>
                    <a:pt x="8688" y="10001"/>
                  </a:cubicBezTo>
                  <a:cubicBezTo>
                    <a:pt x="7805" y="10001"/>
                    <a:pt x="6992" y="9806"/>
                    <a:pt x="6236" y="9414"/>
                  </a:cubicBezTo>
                  <a:cubicBezTo>
                    <a:pt x="6165" y="9377"/>
                    <a:pt x="6089" y="9359"/>
                    <a:pt x="6015" y="9359"/>
                  </a:cubicBezTo>
                  <a:cubicBezTo>
                    <a:pt x="5801" y="9359"/>
                    <a:pt x="5600" y="9504"/>
                    <a:pt x="5546" y="9732"/>
                  </a:cubicBezTo>
                  <a:lnTo>
                    <a:pt x="4671" y="13526"/>
                  </a:lnTo>
                  <a:lnTo>
                    <a:pt x="3931" y="13526"/>
                  </a:lnTo>
                  <a:lnTo>
                    <a:pt x="3931" y="6787"/>
                  </a:lnTo>
                  <a:cubicBezTo>
                    <a:pt x="4851" y="6703"/>
                    <a:pt x="5618" y="6046"/>
                    <a:pt x="5841" y="5149"/>
                  </a:cubicBezTo>
                  <a:cubicBezTo>
                    <a:pt x="5905" y="4892"/>
                    <a:pt x="5749" y="4629"/>
                    <a:pt x="5491" y="4565"/>
                  </a:cubicBezTo>
                  <a:cubicBezTo>
                    <a:pt x="5452" y="4555"/>
                    <a:pt x="5413" y="4551"/>
                    <a:pt x="5374" y="4551"/>
                  </a:cubicBezTo>
                  <a:cubicBezTo>
                    <a:pt x="5158" y="4551"/>
                    <a:pt x="4961" y="4698"/>
                    <a:pt x="4908" y="4916"/>
                  </a:cubicBezTo>
                  <a:cubicBezTo>
                    <a:pt x="4773" y="5454"/>
                    <a:pt x="4290" y="5833"/>
                    <a:pt x="3735" y="5833"/>
                  </a:cubicBezTo>
                  <a:cubicBezTo>
                    <a:pt x="3734" y="5833"/>
                    <a:pt x="3733" y="5833"/>
                    <a:pt x="3732" y="5833"/>
                  </a:cubicBezTo>
                  <a:lnTo>
                    <a:pt x="2972" y="5833"/>
                  </a:lnTo>
                  <a:cubicBezTo>
                    <a:pt x="2880" y="5833"/>
                    <a:pt x="2790" y="5860"/>
                    <a:pt x="2713" y="5911"/>
                  </a:cubicBezTo>
                  <a:lnTo>
                    <a:pt x="1748" y="6532"/>
                  </a:lnTo>
                  <a:cubicBezTo>
                    <a:pt x="1721" y="6549"/>
                    <a:pt x="1691" y="6557"/>
                    <a:pt x="1661" y="6557"/>
                  </a:cubicBezTo>
                  <a:cubicBezTo>
                    <a:pt x="1609" y="6557"/>
                    <a:pt x="1559" y="6532"/>
                    <a:pt x="1528" y="6485"/>
                  </a:cubicBezTo>
                  <a:lnTo>
                    <a:pt x="1074" y="5805"/>
                  </a:lnTo>
                  <a:cubicBezTo>
                    <a:pt x="1034" y="5747"/>
                    <a:pt x="1039" y="5669"/>
                    <a:pt x="1084" y="5615"/>
                  </a:cubicBezTo>
                  <a:lnTo>
                    <a:pt x="3197" y="3079"/>
                  </a:lnTo>
                  <a:cubicBezTo>
                    <a:pt x="3288" y="2972"/>
                    <a:pt x="3389" y="2875"/>
                    <a:pt x="3501" y="2789"/>
                  </a:cubicBezTo>
                  <a:cubicBezTo>
                    <a:pt x="3613" y="2698"/>
                    <a:pt x="3679" y="2559"/>
                    <a:pt x="3679" y="2414"/>
                  </a:cubicBezTo>
                  <a:lnTo>
                    <a:pt x="3679" y="962"/>
                  </a:lnTo>
                  <a:close/>
                  <a:moveTo>
                    <a:pt x="3769" y="14487"/>
                  </a:moveTo>
                  <a:cubicBezTo>
                    <a:pt x="4016" y="14487"/>
                    <a:pt x="4253" y="14678"/>
                    <a:pt x="4253" y="14969"/>
                  </a:cubicBezTo>
                  <a:cubicBezTo>
                    <a:pt x="4252" y="15234"/>
                    <a:pt x="4038" y="15449"/>
                    <a:pt x="3773" y="15449"/>
                  </a:cubicBezTo>
                  <a:cubicBezTo>
                    <a:pt x="3344" y="15449"/>
                    <a:pt x="3129" y="14932"/>
                    <a:pt x="3432" y="14629"/>
                  </a:cubicBezTo>
                  <a:cubicBezTo>
                    <a:pt x="3530" y="14531"/>
                    <a:pt x="3651" y="14487"/>
                    <a:pt x="3769" y="14487"/>
                  </a:cubicBezTo>
                  <a:close/>
                  <a:moveTo>
                    <a:pt x="14026" y="14487"/>
                  </a:moveTo>
                  <a:cubicBezTo>
                    <a:pt x="14273" y="14487"/>
                    <a:pt x="14510" y="14678"/>
                    <a:pt x="14510" y="14969"/>
                  </a:cubicBezTo>
                  <a:cubicBezTo>
                    <a:pt x="14509" y="15234"/>
                    <a:pt x="14294" y="15449"/>
                    <a:pt x="14029" y="15449"/>
                  </a:cubicBezTo>
                  <a:cubicBezTo>
                    <a:pt x="13601" y="15449"/>
                    <a:pt x="13386" y="14932"/>
                    <a:pt x="13689" y="14629"/>
                  </a:cubicBezTo>
                  <a:cubicBezTo>
                    <a:pt x="13787" y="14531"/>
                    <a:pt x="13908" y="14487"/>
                    <a:pt x="14026" y="14487"/>
                  </a:cubicBezTo>
                  <a:close/>
                  <a:moveTo>
                    <a:pt x="8900" y="14488"/>
                  </a:moveTo>
                  <a:cubicBezTo>
                    <a:pt x="9167" y="14488"/>
                    <a:pt x="9380" y="14703"/>
                    <a:pt x="9382" y="14969"/>
                  </a:cubicBezTo>
                  <a:cubicBezTo>
                    <a:pt x="9382" y="15163"/>
                    <a:pt x="9265" y="15339"/>
                    <a:pt x="9085" y="15414"/>
                  </a:cubicBezTo>
                  <a:cubicBezTo>
                    <a:pt x="9025" y="15438"/>
                    <a:pt x="8963" y="15450"/>
                    <a:pt x="8902" y="15450"/>
                  </a:cubicBezTo>
                  <a:cubicBezTo>
                    <a:pt x="8776" y="15450"/>
                    <a:pt x="8653" y="15401"/>
                    <a:pt x="8560" y="15308"/>
                  </a:cubicBezTo>
                  <a:cubicBezTo>
                    <a:pt x="8257" y="15005"/>
                    <a:pt x="8472" y="14488"/>
                    <a:pt x="8900" y="14488"/>
                  </a:cubicBezTo>
                  <a:close/>
                  <a:moveTo>
                    <a:pt x="3199" y="0"/>
                  </a:moveTo>
                  <a:cubicBezTo>
                    <a:pt x="2934" y="0"/>
                    <a:pt x="2717" y="216"/>
                    <a:pt x="2719" y="482"/>
                  </a:cubicBezTo>
                  <a:lnTo>
                    <a:pt x="2719" y="2193"/>
                  </a:lnTo>
                  <a:cubicBezTo>
                    <a:pt x="2625" y="2278"/>
                    <a:pt x="2538" y="2367"/>
                    <a:pt x="2459" y="2462"/>
                  </a:cubicBezTo>
                  <a:lnTo>
                    <a:pt x="346" y="4998"/>
                  </a:lnTo>
                  <a:cubicBezTo>
                    <a:pt x="30" y="5381"/>
                    <a:pt x="1" y="5924"/>
                    <a:pt x="274" y="6338"/>
                  </a:cubicBezTo>
                  <a:lnTo>
                    <a:pt x="727" y="7018"/>
                  </a:lnTo>
                  <a:cubicBezTo>
                    <a:pt x="944" y="7341"/>
                    <a:pt x="1301" y="7516"/>
                    <a:pt x="1664" y="7516"/>
                  </a:cubicBezTo>
                  <a:cubicBezTo>
                    <a:pt x="1871" y="7516"/>
                    <a:pt x="2080" y="7459"/>
                    <a:pt x="2268" y="7340"/>
                  </a:cubicBezTo>
                  <a:lnTo>
                    <a:pt x="2970" y="6888"/>
                  </a:lnTo>
                  <a:lnTo>
                    <a:pt x="2970" y="13526"/>
                  </a:lnTo>
                  <a:lnTo>
                    <a:pt x="1849" y="13526"/>
                  </a:lnTo>
                  <a:cubicBezTo>
                    <a:pt x="1587" y="13532"/>
                    <a:pt x="1377" y="13746"/>
                    <a:pt x="1377" y="14006"/>
                  </a:cubicBezTo>
                  <a:cubicBezTo>
                    <a:pt x="1377" y="14268"/>
                    <a:pt x="1587" y="14482"/>
                    <a:pt x="1849" y="14488"/>
                  </a:cubicBezTo>
                  <a:lnTo>
                    <a:pt x="2412" y="14488"/>
                  </a:lnTo>
                  <a:cubicBezTo>
                    <a:pt x="2080" y="15427"/>
                    <a:pt x="2776" y="16411"/>
                    <a:pt x="3772" y="16411"/>
                  </a:cubicBezTo>
                  <a:cubicBezTo>
                    <a:pt x="4767" y="16411"/>
                    <a:pt x="5463" y="15427"/>
                    <a:pt x="5131" y="14488"/>
                  </a:cubicBezTo>
                  <a:lnTo>
                    <a:pt x="7540" y="14488"/>
                  </a:lnTo>
                  <a:cubicBezTo>
                    <a:pt x="7209" y="15427"/>
                    <a:pt x="7904" y="16411"/>
                    <a:pt x="8900" y="16411"/>
                  </a:cubicBezTo>
                  <a:cubicBezTo>
                    <a:pt x="9896" y="16411"/>
                    <a:pt x="10592" y="15427"/>
                    <a:pt x="10259" y="14488"/>
                  </a:cubicBezTo>
                  <a:lnTo>
                    <a:pt x="12670" y="14488"/>
                  </a:lnTo>
                  <a:cubicBezTo>
                    <a:pt x="12337" y="15427"/>
                    <a:pt x="13033" y="16411"/>
                    <a:pt x="14029" y="16411"/>
                  </a:cubicBezTo>
                  <a:cubicBezTo>
                    <a:pt x="15024" y="16411"/>
                    <a:pt x="15720" y="15427"/>
                    <a:pt x="15388" y="14488"/>
                  </a:cubicBezTo>
                  <a:lnTo>
                    <a:pt x="15951" y="14488"/>
                  </a:lnTo>
                  <a:cubicBezTo>
                    <a:pt x="15954" y="14488"/>
                    <a:pt x="15957" y="14488"/>
                    <a:pt x="15960" y="14488"/>
                  </a:cubicBezTo>
                  <a:cubicBezTo>
                    <a:pt x="16225" y="14488"/>
                    <a:pt x="16442" y="14273"/>
                    <a:pt x="16442" y="14006"/>
                  </a:cubicBezTo>
                  <a:cubicBezTo>
                    <a:pt x="16442" y="13741"/>
                    <a:pt x="16225" y="13526"/>
                    <a:pt x="15960" y="13526"/>
                  </a:cubicBezTo>
                  <a:cubicBezTo>
                    <a:pt x="15957" y="13526"/>
                    <a:pt x="15954" y="13526"/>
                    <a:pt x="15951" y="13526"/>
                  </a:cubicBezTo>
                  <a:lnTo>
                    <a:pt x="14830" y="13526"/>
                  </a:lnTo>
                  <a:lnTo>
                    <a:pt x="14830" y="8238"/>
                  </a:lnTo>
                  <a:cubicBezTo>
                    <a:pt x="14830" y="7718"/>
                    <a:pt x="14696" y="7205"/>
                    <a:pt x="14442" y="6751"/>
                  </a:cubicBezTo>
                  <a:lnTo>
                    <a:pt x="14442" y="6751"/>
                  </a:lnTo>
                  <a:cubicBezTo>
                    <a:pt x="14478" y="6776"/>
                    <a:pt x="14513" y="6800"/>
                    <a:pt x="14547" y="6825"/>
                  </a:cubicBezTo>
                  <a:cubicBezTo>
                    <a:pt x="15168" y="7274"/>
                    <a:pt x="15470" y="7945"/>
                    <a:pt x="15470" y="8879"/>
                  </a:cubicBezTo>
                  <a:cubicBezTo>
                    <a:pt x="15476" y="9141"/>
                    <a:pt x="15689" y="9351"/>
                    <a:pt x="15951" y="9351"/>
                  </a:cubicBezTo>
                  <a:cubicBezTo>
                    <a:pt x="16212" y="9351"/>
                    <a:pt x="16426" y="9141"/>
                    <a:pt x="16432" y="8879"/>
                  </a:cubicBezTo>
                  <a:cubicBezTo>
                    <a:pt x="16432" y="7632"/>
                    <a:pt x="15987" y="6678"/>
                    <a:pt x="15111" y="6046"/>
                  </a:cubicBezTo>
                  <a:cubicBezTo>
                    <a:pt x="14327" y="5480"/>
                    <a:pt x="13209" y="5193"/>
                    <a:pt x="11784" y="5193"/>
                  </a:cubicBezTo>
                  <a:lnTo>
                    <a:pt x="7846" y="5193"/>
                  </a:lnTo>
                  <a:lnTo>
                    <a:pt x="7846" y="4801"/>
                  </a:lnTo>
                  <a:cubicBezTo>
                    <a:pt x="7846" y="3329"/>
                    <a:pt x="6941" y="2007"/>
                    <a:pt x="5567" y="1475"/>
                  </a:cubicBezTo>
                  <a:cubicBezTo>
                    <a:pt x="5396" y="618"/>
                    <a:pt x="4644" y="2"/>
                    <a:pt x="37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67" name="Google Shape;4867;p55"/>
          <p:cNvGrpSpPr/>
          <p:nvPr/>
        </p:nvGrpSpPr>
        <p:grpSpPr>
          <a:xfrm>
            <a:off x="2534244" y="3994789"/>
            <a:ext cx="325835" cy="354827"/>
            <a:chOff x="2756925" y="4164750"/>
            <a:chExt cx="376775" cy="410300"/>
          </a:xfrm>
        </p:grpSpPr>
        <p:sp>
          <p:nvSpPr>
            <p:cNvPr id="4868" name="Google Shape;4868;p55"/>
            <p:cNvSpPr/>
            <p:nvPr/>
          </p:nvSpPr>
          <p:spPr>
            <a:xfrm>
              <a:off x="2756925" y="4164750"/>
              <a:ext cx="376775" cy="410300"/>
            </a:xfrm>
            <a:custGeom>
              <a:rect b="b" l="l" r="r" t="t"/>
              <a:pathLst>
                <a:path extrusionOk="0" h="16412" w="15071">
                  <a:moveTo>
                    <a:pt x="2566" y="2307"/>
                  </a:moveTo>
                  <a:lnTo>
                    <a:pt x="2566" y="5674"/>
                  </a:lnTo>
                  <a:cubicBezTo>
                    <a:pt x="2566" y="6320"/>
                    <a:pt x="2690" y="6961"/>
                    <a:pt x="2936" y="7559"/>
                  </a:cubicBezTo>
                  <a:cubicBezTo>
                    <a:pt x="1749" y="7115"/>
                    <a:pt x="962" y="5980"/>
                    <a:pt x="964" y="4712"/>
                  </a:cubicBezTo>
                  <a:lnTo>
                    <a:pt x="964" y="3110"/>
                  </a:lnTo>
                  <a:cubicBezTo>
                    <a:pt x="964" y="2666"/>
                    <a:pt x="1322" y="2309"/>
                    <a:pt x="1765" y="2307"/>
                  </a:cubicBezTo>
                  <a:close/>
                  <a:moveTo>
                    <a:pt x="13305" y="2309"/>
                  </a:moveTo>
                  <a:cubicBezTo>
                    <a:pt x="13747" y="2309"/>
                    <a:pt x="14104" y="2667"/>
                    <a:pt x="14106" y="3110"/>
                  </a:cubicBezTo>
                  <a:lnTo>
                    <a:pt x="14106" y="4712"/>
                  </a:lnTo>
                  <a:cubicBezTo>
                    <a:pt x="14107" y="5980"/>
                    <a:pt x="13321" y="7115"/>
                    <a:pt x="12133" y="7560"/>
                  </a:cubicBezTo>
                  <a:cubicBezTo>
                    <a:pt x="12378" y="6961"/>
                    <a:pt x="12504" y="6321"/>
                    <a:pt x="12502" y="5674"/>
                  </a:cubicBezTo>
                  <a:lnTo>
                    <a:pt x="12502" y="2309"/>
                  </a:lnTo>
                  <a:close/>
                  <a:moveTo>
                    <a:pt x="11541" y="961"/>
                  </a:moveTo>
                  <a:lnTo>
                    <a:pt x="11541" y="5674"/>
                  </a:lnTo>
                  <a:cubicBezTo>
                    <a:pt x="11544" y="6545"/>
                    <a:pt x="11260" y="7395"/>
                    <a:pt x="10732" y="8089"/>
                  </a:cubicBezTo>
                  <a:cubicBezTo>
                    <a:pt x="10215" y="8767"/>
                    <a:pt x="9497" y="9266"/>
                    <a:pt x="8680" y="9512"/>
                  </a:cubicBezTo>
                  <a:cubicBezTo>
                    <a:pt x="8475" y="9572"/>
                    <a:pt x="8336" y="9760"/>
                    <a:pt x="8336" y="9972"/>
                  </a:cubicBezTo>
                  <a:lnTo>
                    <a:pt x="8336" y="14007"/>
                  </a:lnTo>
                  <a:cubicBezTo>
                    <a:pt x="8336" y="14273"/>
                    <a:pt x="8551" y="14489"/>
                    <a:pt x="8816" y="14489"/>
                  </a:cubicBezTo>
                  <a:lnTo>
                    <a:pt x="9816" y="14489"/>
                  </a:lnTo>
                  <a:cubicBezTo>
                    <a:pt x="9817" y="14489"/>
                    <a:pt x="9819" y="14489"/>
                    <a:pt x="9820" y="14489"/>
                  </a:cubicBezTo>
                  <a:cubicBezTo>
                    <a:pt x="10162" y="14489"/>
                    <a:pt x="10467" y="14709"/>
                    <a:pt x="10576" y="15036"/>
                  </a:cubicBezTo>
                  <a:lnTo>
                    <a:pt x="10714" y="15449"/>
                  </a:lnTo>
                  <a:lnTo>
                    <a:pt x="4357" y="15449"/>
                  </a:lnTo>
                  <a:lnTo>
                    <a:pt x="4494" y="15036"/>
                  </a:lnTo>
                  <a:cubicBezTo>
                    <a:pt x="4602" y="14709"/>
                    <a:pt x="4907" y="14489"/>
                    <a:pt x="5251" y="14489"/>
                  </a:cubicBezTo>
                  <a:cubicBezTo>
                    <a:pt x="5252" y="14489"/>
                    <a:pt x="5253" y="14489"/>
                    <a:pt x="5255" y="14489"/>
                  </a:cubicBezTo>
                  <a:lnTo>
                    <a:pt x="6253" y="14489"/>
                  </a:lnTo>
                  <a:cubicBezTo>
                    <a:pt x="6518" y="14489"/>
                    <a:pt x="6734" y="14273"/>
                    <a:pt x="6734" y="14007"/>
                  </a:cubicBezTo>
                  <a:lnTo>
                    <a:pt x="6734" y="9972"/>
                  </a:lnTo>
                  <a:cubicBezTo>
                    <a:pt x="6734" y="9760"/>
                    <a:pt x="6595" y="9572"/>
                    <a:pt x="6391" y="9512"/>
                  </a:cubicBezTo>
                  <a:cubicBezTo>
                    <a:pt x="5574" y="9266"/>
                    <a:pt x="4855" y="8767"/>
                    <a:pt x="4339" y="8089"/>
                  </a:cubicBezTo>
                  <a:cubicBezTo>
                    <a:pt x="3811" y="7395"/>
                    <a:pt x="3526" y="6545"/>
                    <a:pt x="3529" y="5674"/>
                  </a:cubicBezTo>
                  <a:lnTo>
                    <a:pt x="3529" y="961"/>
                  </a:lnTo>
                  <a:close/>
                  <a:moveTo>
                    <a:pt x="3048" y="1"/>
                  </a:moveTo>
                  <a:cubicBezTo>
                    <a:pt x="2782" y="1"/>
                    <a:pt x="2567" y="216"/>
                    <a:pt x="2567" y="481"/>
                  </a:cubicBezTo>
                  <a:lnTo>
                    <a:pt x="2567" y="1346"/>
                  </a:lnTo>
                  <a:lnTo>
                    <a:pt x="1766" y="1346"/>
                  </a:lnTo>
                  <a:cubicBezTo>
                    <a:pt x="792" y="1348"/>
                    <a:pt x="4" y="2136"/>
                    <a:pt x="3" y="3110"/>
                  </a:cubicBezTo>
                  <a:lnTo>
                    <a:pt x="3" y="4712"/>
                  </a:lnTo>
                  <a:cubicBezTo>
                    <a:pt x="0" y="6764"/>
                    <a:pt x="1551" y="8483"/>
                    <a:pt x="3591" y="8692"/>
                  </a:cubicBezTo>
                  <a:cubicBezTo>
                    <a:pt x="4155" y="9424"/>
                    <a:pt x="4909" y="9987"/>
                    <a:pt x="5773" y="10316"/>
                  </a:cubicBezTo>
                  <a:lnTo>
                    <a:pt x="5773" y="13526"/>
                  </a:lnTo>
                  <a:lnTo>
                    <a:pt x="5255" y="13526"/>
                  </a:lnTo>
                  <a:cubicBezTo>
                    <a:pt x="4494" y="13526"/>
                    <a:pt x="3821" y="14011"/>
                    <a:pt x="3582" y="14732"/>
                  </a:cubicBezTo>
                  <a:lnTo>
                    <a:pt x="3234" y="15779"/>
                  </a:lnTo>
                  <a:cubicBezTo>
                    <a:pt x="3130" y="16089"/>
                    <a:pt x="3361" y="16411"/>
                    <a:pt x="3690" y="16411"/>
                  </a:cubicBezTo>
                  <a:lnTo>
                    <a:pt x="11382" y="16411"/>
                  </a:lnTo>
                  <a:cubicBezTo>
                    <a:pt x="11710" y="16411"/>
                    <a:pt x="11941" y="16089"/>
                    <a:pt x="11839" y="15779"/>
                  </a:cubicBezTo>
                  <a:lnTo>
                    <a:pt x="11490" y="14732"/>
                  </a:lnTo>
                  <a:cubicBezTo>
                    <a:pt x="11252" y="14011"/>
                    <a:pt x="10576" y="13526"/>
                    <a:pt x="9818" y="13526"/>
                  </a:cubicBezTo>
                  <a:lnTo>
                    <a:pt x="9299" y="13526"/>
                  </a:lnTo>
                  <a:lnTo>
                    <a:pt x="9299" y="10316"/>
                  </a:lnTo>
                  <a:cubicBezTo>
                    <a:pt x="10162" y="9987"/>
                    <a:pt x="10916" y="9424"/>
                    <a:pt x="11480" y="8692"/>
                  </a:cubicBezTo>
                  <a:cubicBezTo>
                    <a:pt x="13520" y="8483"/>
                    <a:pt x="15071" y="6764"/>
                    <a:pt x="15068" y="4712"/>
                  </a:cubicBezTo>
                  <a:lnTo>
                    <a:pt x="15068" y="3110"/>
                  </a:lnTo>
                  <a:cubicBezTo>
                    <a:pt x="15066" y="2136"/>
                    <a:pt x="14277" y="1348"/>
                    <a:pt x="13305" y="1346"/>
                  </a:cubicBezTo>
                  <a:lnTo>
                    <a:pt x="12502" y="1346"/>
                  </a:lnTo>
                  <a:lnTo>
                    <a:pt x="12502" y="481"/>
                  </a:lnTo>
                  <a:cubicBezTo>
                    <a:pt x="12502" y="216"/>
                    <a:pt x="12287" y="1"/>
                    <a:pt x="120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9" name="Google Shape;4869;p55"/>
            <p:cNvSpPr/>
            <p:nvPr/>
          </p:nvSpPr>
          <p:spPr>
            <a:xfrm>
              <a:off x="2865650" y="4214425"/>
              <a:ext cx="159275" cy="146025"/>
            </a:xfrm>
            <a:custGeom>
              <a:rect b="b" l="l" r="r" t="t"/>
              <a:pathLst>
                <a:path extrusionOk="0" h="5841" w="6371">
                  <a:moveTo>
                    <a:pt x="3186" y="1568"/>
                  </a:moveTo>
                  <a:lnTo>
                    <a:pt x="3547" y="2300"/>
                  </a:lnTo>
                  <a:cubicBezTo>
                    <a:pt x="3618" y="2442"/>
                    <a:pt x="3752" y="2540"/>
                    <a:pt x="3909" y="2564"/>
                  </a:cubicBezTo>
                  <a:lnTo>
                    <a:pt x="4718" y="2681"/>
                  </a:lnTo>
                  <a:lnTo>
                    <a:pt x="4133" y="3249"/>
                  </a:lnTo>
                  <a:cubicBezTo>
                    <a:pt x="4019" y="3360"/>
                    <a:pt x="3968" y="3519"/>
                    <a:pt x="3994" y="3675"/>
                  </a:cubicBezTo>
                  <a:lnTo>
                    <a:pt x="4133" y="4481"/>
                  </a:lnTo>
                  <a:lnTo>
                    <a:pt x="4133" y="4481"/>
                  </a:lnTo>
                  <a:lnTo>
                    <a:pt x="3410" y="4101"/>
                  </a:lnTo>
                  <a:cubicBezTo>
                    <a:pt x="3339" y="4064"/>
                    <a:pt x="3263" y="4045"/>
                    <a:pt x="3186" y="4045"/>
                  </a:cubicBezTo>
                  <a:cubicBezTo>
                    <a:pt x="3109" y="4045"/>
                    <a:pt x="3033" y="4064"/>
                    <a:pt x="2963" y="4101"/>
                  </a:cubicBezTo>
                  <a:lnTo>
                    <a:pt x="2240" y="4481"/>
                  </a:lnTo>
                  <a:lnTo>
                    <a:pt x="2379" y="3677"/>
                  </a:lnTo>
                  <a:cubicBezTo>
                    <a:pt x="2405" y="3520"/>
                    <a:pt x="2352" y="3360"/>
                    <a:pt x="2240" y="3251"/>
                  </a:cubicBezTo>
                  <a:lnTo>
                    <a:pt x="1655" y="2681"/>
                  </a:lnTo>
                  <a:lnTo>
                    <a:pt x="2464" y="2564"/>
                  </a:lnTo>
                  <a:cubicBezTo>
                    <a:pt x="2619" y="2540"/>
                    <a:pt x="2755" y="2442"/>
                    <a:pt x="2825" y="2300"/>
                  </a:cubicBezTo>
                  <a:lnTo>
                    <a:pt x="3186" y="1568"/>
                  </a:lnTo>
                  <a:close/>
                  <a:moveTo>
                    <a:pt x="3186" y="1"/>
                  </a:moveTo>
                  <a:cubicBezTo>
                    <a:pt x="3014" y="1"/>
                    <a:pt x="2843" y="90"/>
                    <a:pt x="2755" y="269"/>
                  </a:cubicBezTo>
                  <a:lnTo>
                    <a:pt x="2074" y="1647"/>
                  </a:lnTo>
                  <a:lnTo>
                    <a:pt x="553" y="1868"/>
                  </a:lnTo>
                  <a:cubicBezTo>
                    <a:pt x="159" y="1925"/>
                    <a:pt x="0" y="2410"/>
                    <a:pt x="286" y="2688"/>
                  </a:cubicBezTo>
                  <a:lnTo>
                    <a:pt x="1387" y="3762"/>
                  </a:lnTo>
                  <a:lnTo>
                    <a:pt x="1127" y="5277"/>
                  </a:lnTo>
                  <a:cubicBezTo>
                    <a:pt x="1073" y="5588"/>
                    <a:pt x="1321" y="5841"/>
                    <a:pt x="1601" y="5841"/>
                  </a:cubicBezTo>
                  <a:cubicBezTo>
                    <a:pt x="1675" y="5841"/>
                    <a:pt x="1751" y="5823"/>
                    <a:pt x="1825" y="5784"/>
                  </a:cubicBezTo>
                  <a:lnTo>
                    <a:pt x="3186" y="5069"/>
                  </a:lnTo>
                  <a:lnTo>
                    <a:pt x="4548" y="5784"/>
                  </a:lnTo>
                  <a:cubicBezTo>
                    <a:pt x="4621" y="5823"/>
                    <a:pt x="4697" y="5841"/>
                    <a:pt x="4771" y="5841"/>
                  </a:cubicBezTo>
                  <a:cubicBezTo>
                    <a:pt x="5051" y="5841"/>
                    <a:pt x="5298" y="5588"/>
                    <a:pt x="5245" y="5277"/>
                  </a:cubicBezTo>
                  <a:lnTo>
                    <a:pt x="4984" y="3762"/>
                  </a:lnTo>
                  <a:lnTo>
                    <a:pt x="6085" y="2688"/>
                  </a:lnTo>
                  <a:cubicBezTo>
                    <a:pt x="6371" y="2410"/>
                    <a:pt x="6213" y="1927"/>
                    <a:pt x="5819" y="1868"/>
                  </a:cubicBezTo>
                  <a:lnTo>
                    <a:pt x="5820" y="1868"/>
                  </a:lnTo>
                  <a:lnTo>
                    <a:pt x="4299" y="1647"/>
                  </a:lnTo>
                  <a:lnTo>
                    <a:pt x="3618" y="269"/>
                  </a:lnTo>
                  <a:cubicBezTo>
                    <a:pt x="3529" y="90"/>
                    <a:pt x="3357" y="1"/>
                    <a:pt x="318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70" name="Google Shape;4870;p55"/>
          <p:cNvGrpSpPr/>
          <p:nvPr/>
        </p:nvGrpSpPr>
        <p:grpSpPr>
          <a:xfrm>
            <a:off x="3294079" y="3994788"/>
            <a:ext cx="313576" cy="354827"/>
            <a:chOff x="3246450" y="4189450"/>
            <a:chExt cx="362600" cy="410300"/>
          </a:xfrm>
        </p:grpSpPr>
        <p:sp>
          <p:nvSpPr>
            <p:cNvPr id="4871" name="Google Shape;4871;p55"/>
            <p:cNvSpPr/>
            <p:nvPr/>
          </p:nvSpPr>
          <p:spPr>
            <a:xfrm>
              <a:off x="3246450" y="4189450"/>
              <a:ext cx="362600" cy="410300"/>
            </a:xfrm>
            <a:custGeom>
              <a:rect b="b" l="l" r="r" t="t"/>
              <a:pathLst>
                <a:path extrusionOk="0" h="16412" w="14504">
                  <a:moveTo>
                    <a:pt x="7782" y="964"/>
                  </a:moveTo>
                  <a:cubicBezTo>
                    <a:pt x="7995" y="964"/>
                    <a:pt x="8210" y="976"/>
                    <a:pt x="8427" y="1000"/>
                  </a:cubicBezTo>
                  <a:cubicBezTo>
                    <a:pt x="9694" y="1139"/>
                    <a:pt x="10892" y="1728"/>
                    <a:pt x="11800" y="2661"/>
                  </a:cubicBezTo>
                  <a:cubicBezTo>
                    <a:pt x="12708" y="3592"/>
                    <a:pt x="13267" y="4805"/>
                    <a:pt x="13377" y="6077"/>
                  </a:cubicBezTo>
                  <a:cubicBezTo>
                    <a:pt x="13529" y="7792"/>
                    <a:pt x="12883" y="9481"/>
                    <a:pt x="11627" y="10657"/>
                  </a:cubicBezTo>
                  <a:lnTo>
                    <a:pt x="11627" y="10655"/>
                  </a:lnTo>
                  <a:cubicBezTo>
                    <a:pt x="11530" y="10746"/>
                    <a:pt x="11476" y="10872"/>
                    <a:pt x="11476" y="11005"/>
                  </a:cubicBezTo>
                  <a:lnTo>
                    <a:pt x="11476" y="15451"/>
                  </a:lnTo>
                  <a:lnTo>
                    <a:pt x="6027" y="15451"/>
                  </a:lnTo>
                  <a:lnTo>
                    <a:pt x="6027" y="13624"/>
                  </a:lnTo>
                  <a:cubicBezTo>
                    <a:pt x="6027" y="13359"/>
                    <a:pt x="5811" y="13143"/>
                    <a:pt x="5546" y="13143"/>
                  </a:cubicBezTo>
                  <a:lnTo>
                    <a:pt x="3943" y="13143"/>
                  </a:lnTo>
                  <a:cubicBezTo>
                    <a:pt x="3500" y="13142"/>
                    <a:pt x="3143" y="12784"/>
                    <a:pt x="3142" y="12342"/>
                  </a:cubicBezTo>
                  <a:lnTo>
                    <a:pt x="3142" y="10419"/>
                  </a:lnTo>
                  <a:cubicBezTo>
                    <a:pt x="3142" y="10154"/>
                    <a:pt x="2926" y="9939"/>
                    <a:pt x="2661" y="9939"/>
                  </a:cubicBezTo>
                  <a:lnTo>
                    <a:pt x="1307" y="9939"/>
                  </a:lnTo>
                  <a:cubicBezTo>
                    <a:pt x="1197" y="9939"/>
                    <a:pt x="1121" y="9832"/>
                    <a:pt x="1154" y="9728"/>
                  </a:cubicBezTo>
                  <a:lnTo>
                    <a:pt x="2156" y="6726"/>
                  </a:lnTo>
                  <a:cubicBezTo>
                    <a:pt x="2172" y="6676"/>
                    <a:pt x="2180" y="6625"/>
                    <a:pt x="2180" y="6574"/>
                  </a:cubicBezTo>
                  <a:cubicBezTo>
                    <a:pt x="2181" y="4979"/>
                    <a:pt x="2861" y="3460"/>
                    <a:pt x="4047" y="2396"/>
                  </a:cubicBezTo>
                  <a:cubicBezTo>
                    <a:pt x="5090" y="1462"/>
                    <a:pt x="6397" y="964"/>
                    <a:pt x="7782" y="964"/>
                  </a:cubicBezTo>
                  <a:close/>
                  <a:moveTo>
                    <a:pt x="7791" y="0"/>
                  </a:moveTo>
                  <a:cubicBezTo>
                    <a:pt x="6199" y="0"/>
                    <a:pt x="4650" y="580"/>
                    <a:pt x="3443" y="1644"/>
                  </a:cubicBezTo>
                  <a:cubicBezTo>
                    <a:pt x="2049" y="2873"/>
                    <a:pt x="1242" y="4635"/>
                    <a:pt x="1219" y="6493"/>
                  </a:cubicBezTo>
                  <a:lnTo>
                    <a:pt x="244" y="9422"/>
                  </a:lnTo>
                  <a:cubicBezTo>
                    <a:pt x="0" y="10148"/>
                    <a:pt x="541" y="10900"/>
                    <a:pt x="1307" y="10900"/>
                  </a:cubicBezTo>
                  <a:lnTo>
                    <a:pt x="2181" y="10900"/>
                  </a:lnTo>
                  <a:lnTo>
                    <a:pt x="2181" y="12342"/>
                  </a:lnTo>
                  <a:cubicBezTo>
                    <a:pt x="2181" y="13315"/>
                    <a:pt x="2970" y="14102"/>
                    <a:pt x="3943" y="14104"/>
                  </a:cubicBezTo>
                  <a:lnTo>
                    <a:pt x="5065" y="14104"/>
                  </a:lnTo>
                  <a:lnTo>
                    <a:pt x="5065" y="15932"/>
                  </a:lnTo>
                  <a:cubicBezTo>
                    <a:pt x="5065" y="16197"/>
                    <a:pt x="5280" y="16412"/>
                    <a:pt x="5546" y="16412"/>
                  </a:cubicBezTo>
                  <a:lnTo>
                    <a:pt x="11956" y="16412"/>
                  </a:lnTo>
                  <a:cubicBezTo>
                    <a:pt x="12221" y="16412"/>
                    <a:pt x="12437" y="16197"/>
                    <a:pt x="12437" y="15932"/>
                  </a:cubicBezTo>
                  <a:lnTo>
                    <a:pt x="12437" y="11209"/>
                  </a:lnTo>
                  <a:cubicBezTo>
                    <a:pt x="13812" y="9831"/>
                    <a:pt x="14503" y="7943"/>
                    <a:pt x="14335" y="5994"/>
                  </a:cubicBezTo>
                  <a:lnTo>
                    <a:pt x="14336" y="5994"/>
                  </a:lnTo>
                  <a:cubicBezTo>
                    <a:pt x="14207" y="4500"/>
                    <a:pt x="13551" y="3078"/>
                    <a:pt x="12489" y="1988"/>
                  </a:cubicBezTo>
                  <a:cubicBezTo>
                    <a:pt x="11426" y="899"/>
                    <a:pt x="10020" y="206"/>
                    <a:pt x="8531" y="42"/>
                  </a:cubicBezTo>
                  <a:cubicBezTo>
                    <a:pt x="8284" y="14"/>
                    <a:pt x="8037" y="0"/>
                    <a:pt x="779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2" name="Google Shape;4872;p55"/>
            <p:cNvSpPr/>
            <p:nvPr/>
          </p:nvSpPr>
          <p:spPr>
            <a:xfrm>
              <a:off x="3347650" y="4249300"/>
              <a:ext cx="187100" cy="208450"/>
            </a:xfrm>
            <a:custGeom>
              <a:rect b="b" l="l" r="r" t="t"/>
              <a:pathLst>
                <a:path extrusionOk="0" h="8338" w="7484">
                  <a:moveTo>
                    <a:pt x="3741" y="2255"/>
                  </a:moveTo>
                  <a:cubicBezTo>
                    <a:pt x="3989" y="2255"/>
                    <a:pt x="4239" y="2303"/>
                    <a:pt x="4477" y="2402"/>
                  </a:cubicBezTo>
                  <a:cubicBezTo>
                    <a:pt x="5195" y="2699"/>
                    <a:pt x="5663" y="3401"/>
                    <a:pt x="5663" y="4178"/>
                  </a:cubicBezTo>
                  <a:cubicBezTo>
                    <a:pt x="5662" y="5240"/>
                    <a:pt x="4802" y="6100"/>
                    <a:pt x="3742" y="6101"/>
                  </a:cubicBezTo>
                  <a:cubicBezTo>
                    <a:pt x="2964" y="6101"/>
                    <a:pt x="2263" y="5634"/>
                    <a:pt x="1964" y="4915"/>
                  </a:cubicBezTo>
                  <a:cubicBezTo>
                    <a:pt x="1667" y="4196"/>
                    <a:pt x="1831" y="3368"/>
                    <a:pt x="2380" y="2819"/>
                  </a:cubicBezTo>
                  <a:cubicBezTo>
                    <a:pt x="2748" y="2451"/>
                    <a:pt x="3240" y="2255"/>
                    <a:pt x="3741" y="2255"/>
                  </a:cubicBezTo>
                  <a:close/>
                  <a:moveTo>
                    <a:pt x="3742" y="0"/>
                  </a:moveTo>
                  <a:cubicBezTo>
                    <a:pt x="3472" y="0"/>
                    <a:pt x="3256" y="221"/>
                    <a:pt x="3262" y="491"/>
                  </a:cubicBezTo>
                  <a:lnTo>
                    <a:pt x="3262" y="1333"/>
                  </a:lnTo>
                  <a:cubicBezTo>
                    <a:pt x="2579" y="1448"/>
                    <a:pt x="1961" y="1806"/>
                    <a:pt x="1520" y="2340"/>
                  </a:cubicBezTo>
                  <a:lnTo>
                    <a:pt x="790" y="1919"/>
                  </a:lnTo>
                  <a:cubicBezTo>
                    <a:pt x="715" y="1877"/>
                    <a:pt x="634" y="1857"/>
                    <a:pt x="554" y="1857"/>
                  </a:cubicBezTo>
                  <a:cubicBezTo>
                    <a:pt x="388" y="1857"/>
                    <a:pt x="227" y="1943"/>
                    <a:pt x="138" y="2097"/>
                  </a:cubicBezTo>
                  <a:cubicBezTo>
                    <a:pt x="6" y="2326"/>
                    <a:pt x="82" y="2617"/>
                    <a:pt x="309" y="2752"/>
                  </a:cubicBezTo>
                  <a:lnTo>
                    <a:pt x="1039" y="3172"/>
                  </a:lnTo>
                  <a:cubicBezTo>
                    <a:pt x="797" y="3821"/>
                    <a:pt x="797" y="4536"/>
                    <a:pt x="1039" y="5184"/>
                  </a:cubicBezTo>
                  <a:lnTo>
                    <a:pt x="309" y="5605"/>
                  </a:lnTo>
                  <a:cubicBezTo>
                    <a:pt x="79" y="5738"/>
                    <a:pt x="0" y="6032"/>
                    <a:pt x="133" y="6262"/>
                  </a:cubicBezTo>
                  <a:cubicBezTo>
                    <a:pt x="222" y="6416"/>
                    <a:pt x="383" y="6503"/>
                    <a:pt x="549" y="6503"/>
                  </a:cubicBezTo>
                  <a:cubicBezTo>
                    <a:pt x="631" y="6503"/>
                    <a:pt x="714" y="6482"/>
                    <a:pt x="790" y="6438"/>
                  </a:cubicBezTo>
                  <a:lnTo>
                    <a:pt x="1520" y="6018"/>
                  </a:lnTo>
                  <a:cubicBezTo>
                    <a:pt x="1961" y="6551"/>
                    <a:pt x="2579" y="6908"/>
                    <a:pt x="3262" y="7024"/>
                  </a:cubicBezTo>
                  <a:lnTo>
                    <a:pt x="3262" y="7866"/>
                  </a:lnTo>
                  <a:cubicBezTo>
                    <a:pt x="3266" y="8128"/>
                    <a:pt x="3480" y="8337"/>
                    <a:pt x="3742" y="8337"/>
                  </a:cubicBezTo>
                  <a:cubicBezTo>
                    <a:pt x="4004" y="8337"/>
                    <a:pt x="4218" y="8128"/>
                    <a:pt x="4222" y="7866"/>
                  </a:cubicBezTo>
                  <a:lnTo>
                    <a:pt x="4222" y="7024"/>
                  </a:lnTo>
                  <a:cubicBezTo>
                    <a:pt x="4905" y="6908"/>
                    <a:pt x="5523" y="6551"/>
                    <a:pt x="5964" y="6018"/>
                  </a:cubicBezTo>
                  <a:lnTo>
                    <a:pt x="6693" y="6438"/>
                  </a:lnTo>
                  <a:cubicBezTo>
                    <a:pt x="6769" y="6482"/>
                    <a:pt x="6851" y="6503"/>
                    <a:pt x="6933" y="6503"/>
                  </a:cubicBezTo>
                  <a:cubicBezTo>
                    <a:pt x="7099" y="6503"/>
                    <a:pt x="7261" y="6416"/>
                    <a:pt x="7350" y="6262"/>
                  </a:cubicBezTo>
                  <a:cubicBezTo>
                    <a:pt x="7482" y="6032"/>
                    <a:pt x="7405" y="5738"/>
                    <a:pt x="7175" y="5605"/>
                  </a:cubicBezTo>
                  <a:lnTo>
                    <a:pt x="6445" y="5184"/>
                  </a:lnTo>
                  <a:cubicBezTo>
                    <a:pt x="6687" y="4536"/>
                    <a:pt x="6687" y="3821"/>
                    <a:pt x="6445" y="3172"/>
                  </a:cubicBezTo>
                  <a:lnTo>
                    <a:pt x="7175" y="2752"/>
                  </a:lnTo>
                  <a:cubicBezTo>
                    <a:pt x="7405" y="2619"/>
                    <a:pt x="7484" y="2324"/>
                    <a:pt x="7350" y="2094"/>
                  </a:cubicBezTo>
                  <a:cubicBezTo>
                    <a:pt x="7261" y="1940"/>
                    <a:pt x="7099" y="1854"/>
                    <a:pt x="6933" y="1854"/>
                  </a:cubicBezTo>
                  <a:cubicBezTo>
                    <a:pt x="6851" y="1854"/>
                    <a:pt x="6769" y="1875"/>
                    <a:pt x="6693" y="1919"/>
                  </a:cubicBezTo>
                  <a:lnTo>
                    <a:pt x="5964" y="2340"/>
                  </a:lnTo>
                  <a:cubicBezTo>
                    <a:pt x="5523" y="1806"/>
                    <a:pt x="4905" y="1448"/>
                    <a:pt x="4222" y="1333"/>
                  </a:cubicBezTo>
                  <a:lnTo>
                    <a:pt x="4222" y="491"/>
                  </a:lnTo>
                  <a:cubicBezTo>
                    <a:pt x="4228" y="221"/>
                    <a:pt x="4011" y="0"/>
                    <a:pt x="37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73" name="Google Shape;4873;p55"/>
          <p:cNvGrpSpPr/>
          <p:nvPr/>
        </p:nvGrpSpPr>
        <p:grpSpPr>
          <a:xfrm>
            <a:off x="4048969" y="3994798"/>
            <a:ext cx="313533" cy="354806"/>
            <a:chOff x="3841100" y="4203650"/>
            <a:chExt cx="362550" cy="410275"/>
          </a:xfrm>
        </p:grpSpPr>
        <p:sp>
          <p:nvSpPr>
            <p:cNvPr id="4874" name="Google Shape;4874;p55"/>
            <p:cNvSpPr/>
            <p:nvPr/>
          </p:nvSpPr>
          <p:spPr>
            <a:xfrm>
              <a:off x="3841100" y="4203650"/>
              <a:ext cx="362550" cy="410275"/>
            </a:xfrm>
            <a:custGeom>
              <a:rect b="b" l="l" r="r" t="t"/>
              <a:pathLst>
                <a:path extrusionOk="0" h="16411" w="14502">
                  <a:moveTo>
                    <a:pt x="7780" y="963"/>
                  </a:moveTo>
                  <a:cubicBezTo>
                    <a:pt x="7994" y="963"/>
                    <a:pt x="8209" y="975"/>
                    <a:pt x="8425" y="999"/>
                  </a:cubicBezTo>
                  <a:cubicBezTo>
                    <a:pt x="9694" y="1138"/>
                    <a:pt x="10892" y="1728"/>
                    <a:pt x="11800" y="2659"/>
                  </a:cubicBezTo>
                  <a:cubicBezTo>
                    <a:pt x="12707" y="3591"/>
                    <a:pt x="13267" y="4803"/>
                    <a:pt x="13377" y="6076"/>
                  </a:cubicBezTo>
                  <a:cubicBezTo>
                    <a:pt x="13529" y="7791"/>
                    <a:pt x="12883" y="9479"/>
                    <a:pt x="11627" y="10655"/>
                  </a:cubicBezTo>
                  <a:lnTo>
                    <a:pt x="11625" y="10655"/>
                  </a:lnTo>
                  <a:cubicBezTo>
                    <a:pt x="11529" y="10746"/>
                    <a:pt x="11474" y="10872"/>
                    <a:pt x="11474" y="11005"/>
                  </a:cubicBezTo>
                  <a:lnTo>
                    <a:pt x="11474" y="15450"/>
                  </a:lnTo>
                  <a:lnTo>
                    <a:pt x="6025" y="15450"/>
                  </a:lnTo>
                  <a:lnTo>
                    <a:pt x="6025" y="13624"/>
                  </a:lnTo>
                  <a:cubicBezTo>
                    <a:pt x="6025" y="13359"/>
                    <a:pt x="5810" y="13143"/>
                    <a:pt x="5545" y="13143"/>
                  </a:cubicBezTo>
                  <a:lnTo>
                    <a:pt x="3943" y="13143"/>
                  </a:lnTo>
                  <a:cubicBezTo>
                    <a:pt x="3500" y="13142"/>
                    <a:pt x="3142" y="12783"/>
                    <a:pt x="3142" y="12341"/>
                  </a:cubicBezTo>
                  <a:lnTo>
                    <a:pt x="3142" y="10418"/>
                  </a:lnTo>
                  <a:cubicBezTo>
                    <a:pt x="3142" y="10153"/>
                    <a:pt x="2926" y="9938"/>
                    <a:pt x="2660" y="9938"/>
                  </a:cubicBezTo>
                  <a:lnTo>
                    <a:pt x="1305" y="9938"/>
                  </a:lnTo>
                  <a:cubicBezTo>
                    <a:pt x="1197" y="9938"/>
                    <a:pt x="1119" y="9831"/>
                    <a:pt x="1153" y="9727"/>
                  </a:cubicBezTo>
                  <a:lnTo>
                    <a:pt x="2155" y="6725"/>
                  </a:lnTo>
                  <a:cubicBezTo>
                    <a:pt x="2171" y="6675"/>
                    <a:pt x="2179" y="6624"/>
                    <a:pt x="2179" y="6572"/>
                  </a:cubicBezTo>
                  <a:cubicBezTo>
                    <a:pt x="2181" y="4978"/>
                    <a:pt x="2859" y="3459"/>
                    <a:pt x="4047" y="2394"/>
                  </a:cubicBezTo>
                  <a:cubicBezTo>
                    <a:pt x="5088" y="1460"/>
                    <a:pt x="6395" y="963"/>
                    <a:pt x="7780" y="963"/>
                  </a:cubicBezTo>
                  <a:close/>
                  <a:moveTo>
                    <a:pt x="7789" y="0"/>
                  </a:moveTo>
                  <a:cubicBezTo>
                    <a:pt x="6197" y="0"/>
                    <a:pt x="4649" y="579"/>
                    <a:pt x="3442" y="1645"/>
                  </a:cubicBezTo>
                  <a:cubicBezTo>
                    <a:pt x="2049" y="2873"/>
                    <a:pt x="1241" y="4635"/>
                    <a:pt x="1219" y="6493"/>
                  </a:cubicBezTo>
                  <a:lnTo>
                    <a:pt x="242" y="9422"/>
                  </a:lnTo>
                  <a:cubicBezTo>
                    <a:pt x="0" y="10149"/>
                    <a:pt x="541" y="10898"/>
                    <a:pt x="1307" y="10898"/>
                  </a:cubicBezTo>
                  <a:lnTo>
                    <a:pt x="2179" y="10898"/>
                  </a:lnTo>
                  <a:lnTo>
                    <a:pt x="2179" y="12341"/>
                  </a:lnTo>
                  <a:cubicBezTo>
                    <a:pt x="2181" y="13313"/>
                    <a:pt x="2969" y="14103"/>
                    <a:pt x="3943" y="14104"/>
                  </a:cubicBezTo>
                  <a:lnTo>
                    <a:pt x="5064" y="14104"/>
                  </a:lnTo>
                  <a:lnTo>
                    <a:pt x="5064" y="15930"/>
                  </a:lnTo>
                  <a:cubicBezTo>
                    <a:pt x="5064" y="16195"/>
                    <a:pt x="5280" y="16411"/>
                    <a:pt x="5545" y="16411"/>
                  </a:cubicBezTo>
                  <a:lnTo>
                    <a:pt x="11955" y="16411"/>
                  </a:lnTo>
                  <a:cubicBezTo>
                    <a:pt x="12221" y="16411"/>
                    <a:pt x="12437" y="16195"/>
                    <a:pt x="12437" y="15930"/>
                  </a:cubicBezTo>
                  <a:lnTo>
                    <a:pt x="12437" y="11207"/>
                  </a:lnTo>
                  <a:cubicBezTo>
                    <a:pt x="13812" y="9831"/>
                    <a:pt x="14501" y="7942"/>
                    <a:pt x="14335" y="5992"/>
                  </a:cubicBezTo>
                  <a:lnTo>
                    <a:pt x="14335" y="5992"/>
                  </a:lnTo>
                  <a:lnTo>
                    <a:pt x="14335" y="5994"/>
                  </a:lnTo>
                  <a:cubicBezTo>
                    <a:pt x="14206" y="4500"/>
                    <a:pt x="13550" y="3078"/>
                    <a:pt x="12488" y="1989"/>
                  </a:cubicBezTo>
                  <a:cubicBezTo>
                    <a:pt x="11426" y="898"/>
                    <a:pt x="10019" y="206"/>
                    <a:pt x="8531" y="42"/>
                  </a:cubicBezTo>
                  <a:cubicBezTo>
                    <a:pt x="8283" y="14"/>
                    <a:pt x="8036" y="0"/>
                    <a:pt x="778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5" name="Google Shape;4875;p55"/>
            <p:cNvSpPr/>
            <p:nvPr/>
          </p:nvSpPr>
          <p:spPr>
            <a:xfrm>
              <a:off x="3927750" y="4251750"/>
              <a:ext cx="210875" cy="264450"/>
            </a:xfrm>
            <a:custGeom>
              <a:rect b="b" l="l" r="r" t="t"/>
              <a:pathLst>
                <a:path extrusionOk="0" h="10578" w="8435">
                  <a:moveTo>
                    <a:pt x="4321" y="962"/>
                  </a:moveTo>
                  <a:cubicBezTo>
                    <a:pt x="4437" y="962"/>
                    <a:pt x="4555" y="968"/>
                    <a:pt x="4672" y="981"/>
                  </a:cubicBezTo>
                  <a:cubicBezTo>
                    <a:pt x="6062" y="1137"/>
                    <a:pt x="7187" y="2257"/>
                    <a:pt x="7346" y="3645"/>
                  </a:cubicBezTo>
                  <a:cubicBezTo>
                    <a:pt x="7446" y="4522"/>
                    <a:pt x="7184" y="5365"/>
                    <a:pt x="6605" y="6018"/>
                  </a:cubicBezTo>
                  <a:lnTo>
                    <a:pt x="6607" y="6018"/>
                  </a:lnTo>
                  <a:cubicBezTo>
                    <a:pt x="6173" y="6510"/>
                    <a:pt x="5895" y="7091"/>
                    <a:pt x="5801" y="7693"/>
                  </a:cubicBezTo>
                  <a:lnTo>
                    <a:pt x="4804" y="7693"/>
                  </a:lnTo>
                  <a:lnTo>
                    <a:pt x="4804" y="5168"/>
                  </a:lnTo>
                  <a:lnTo>
                    <a:pt x="5624" y="4347"/>
                  </a:lnTo>
                  <a:cubicBezTo>
                    <a:pt x="5818" y="4161"/>
                    <a:pt x="5820" y="3852"/>
                    <a:pt x="5630" y="3661"/>
                  </a:cubicBezTo>
                  <a:cubicBezTo>
                    <a:pt x="5536" y="3567"/>
                    <a:pt x="5413" y="3520"/>
                    <a:pt x="5290" y="3520"/>
                  </a:cubicBezTo>
                  <a:cubicBezTo>
                    <a:pt x="5164" y="3520"/>
                    <a:pt x="5039" y="3569"/>
                    <a:pt x="4945" y="3667"/>
                  </a:cubicBezTo>
                  <a:lnTo>
                    <a:pt x="4322" y="4290"/>
                  </a:lnTo>
                  <a:lnTo>
                    <a:pt x="3700" y="3667"/>
                  </a:lnTo>
                  <a:cubicBezTo>
                    <a:pt x="3607" y="3578"/>
                    <a:pt x="3486" y="3533"/>
                    <a:pt x="3366" y="3533"/>
                  </a:cubicBezTo>
                  <a:cubicBezTo>
                    <a:pt x="3243" y="3533"/>
                    <a:pt x="3120" y="3580"/>
                    <a:pt x="3026" y="3673"/>
                  </a:cubicBezTo>
                  <a:cubicBezTo>
                    <a:pt x="2840" y="3859"/>
                    <a:pt x="2837" y="4159"/>
                    <a:pt x="3019" y="4347"/>
                  </a:cubicBezTo>
                  <a:lnTo>
                    <a:pt x="3841" y="5168"/>
                  </a:lnTo>
                  <a:lnTo>
                    <a:pt x="3841" y="7693"/>
                  </a:lnTo>
                  <a:lnTo>
                    <a:pt x="2845" y="7693"/>
                  </a:lnTo>
                  <a:cubicBezTo>
                    <a:pt x="2752" y="7090"/>
                    <a:pt x="2477" y="6511"/>
                    <a:pt x="2048" y="6029"/>
                  </a:cubicBezTo>
                  <a:cubicBezTo>
                    <a:pt x="932" y="4776"/>
                    <a:pt x="1040" y="2856"/>
                    <a:pt x="2293" y="1739"/>
                  </a:cubicBezTo>
                  <a:cubicBezTo>
                    <a:pt x="2858" y="1231"/>
                    <a:pt x="3568" y="962"/>
                    <a:pt x="4321" y="962"/>
                  </a:cubicBezTo>
                  <a:close/>
                  <a:moveTo>
                    <a:pt x="5765" y="8655"/>
                  </a:moveTo>
                  <a:lnTo>
                    <a:pt x="5765" y="9456"/>
                  </a:lnTo>
                  <a:cubicBezTo>
                    <a:pt x="5765" y="9544"/>
                    <a:pt x="5693" y="9616"/>
                    <a:pt x="5605" y="9616"/>
                  </a:cubicBezTo>
                  <a:lnTo>
                    <a:pt x="3041" y="9616"/>
                  </a:lnTo>
                  <a:cubicBezTo>
                    <a:pt x="2952" y="9616"/>
                    <a:pt x="2880" y="9544"/>
                    <a:pt x="2880" y="9456"/>
                  </a:cubicBezTo>
                  <a:lnTo>
                    <a:pt x="2880" y="8655"/>
                  </a:lnTo>
                  <a:close/>
                  <a:moveTo>
                    <a:pt x="4319" y="0"/>
                  </a:moveTo>
                  <a:cubicBezTo>
                    <a:pt x="2837" y="0"/>
                    <a:pt x="1460" y="823"/>
                    <a:pt x="767" y="2160"/>
                  </a:cubicBezTo>
                  <a:cubicBezTo>
                    <a:pt x="1" y="3635"/>
                    <a:pt x="226" y="5429"/>
                    <a:pt x="1330" y="6669"/>
                  </a:cubicBezTo>
                  <a:cubicBezTo>
                    <a:pt x="1710" y="7094"/>
                    <a:pt x="1919" y="7620"/>
                    <a:pt x="1919" y="8148"/>
                  </a:cubicBezTo>
                  <a:lnTo>
                    <a:pt x="1919" y="9456"/>
                  </a:lnTo>
                  <a:cubicBezTo>
                    <a:pt x="1919" y="10076"/>
                    <a:pt x="2421" y="10577"/>
                    <a:pt x="3041" y="10578"/>
                  </a:cubicBezTo>
                  <a:lnTo>
                    <a:pt x="5605" y="10578"/>
                  </a:lnTo>
                  <a:cubicBezTo>
                    <a:pt x="6223" y="10577"/>
                    <a:pt x="6726" y="10076"/>
                    <a:pt x="6727" y="9456"/>
                  </a:cubicBezTo>
                  <a:lnTo>
                    <a:pt x="6727" y="8150"/>
                  </a:lnTo>
                  <a:cubicBezTo>
                    <a:pt x="6727" y="7624"/>
                    <a:pt x="6939" y="7094"/>
                    <a:pt x="7327" y="6655"/>
                  </a:cubicBezTo>
                  <a:cubicBezTo>
                    <a:pt x="8087" y="5795"/>
                    <a:pt x="8435" y="4686"/>
                    <a:pt x="8301" y="3537"/>
                  </a:cubicBezTo>
                  <a:cubicBezTo>
                    <a:pt x="8092" y="1706"/>
                    <a:pt x="6610" y="229"/>
                    <a:pt x="4779" y="27"/>
                  </a:cubicBezTo>
                  <a:cubicBezTo>
                    <a:pt x="4625" y="9"/>
                    <a:pt x="4472" y="0"/>
                    <a:pt x="431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76" name="Google Shape;4876;p55"/>
          <p:cNvGrpSpPr/>
          <p:nvPr/>
        </p:nvGrpSpPr>
        <p:grpSpPr>
          <a:xfrm>
            <a:off x="4802317" y="3994778"/>
            <a:ext cx="313576" cy="354849"/>
            <a:chOff x="4409450" y="4166450"/>
            <a:chExt cx="362600" cy="410325"/>
          </a:xfrm>
        </p:grpSpPr>
        <p:sp>
          <p:nvSpPr>
            <p:cNvPr id="4877" name="Google Shape;4877;p55"/>
            <p:cNvSpPr/>
            <p:nvPr/>
          </p:nvSpPr>
          <p:spPr>
            <a:xfrm>
              <a:off x="4409450" y="4166450"/>
              <a:ext cx="362600" cy="410325"/>
            </a:xfrm>
            <a:custGeom>
              <a:rect b="b" l="l" r="r" t="t"/>
              <a:pathLst>
                <a:path extrusionOk="0" h="16413" w="14504">
                  <a:moveTo>
                    <a:pt x="7781" y="965"/>
                  </a:moveTo>
                  <a:cubicBezTo>
                    <a:pt x="7994" y="965"/>
                    <a:pt x="8209" y="976"/>
                    <a:pt x="8426" y="1000"/>
                  </a:cubicBezTo>
                  <a:cubicBezTo>
                    <a:pt x="9694" y="1139"/>
                    <a:pt x="10892" y="1730"/>
                    <a:pt x="11800" y="2661"/>
                  </a:cubicBezTo>
                  <a:cubicBezTo>
                    <a:pt x="12708" y="3592"/>
                    <a:pt x="13267" y="4806"/>
                    <a:pt x="13377" y="6079"/>
                  </a:cubicBezTo>
                  <a:cubicBezTo>
                    <a:pt x="13529" y="7792"/>
                    <a:pt x="12884" y="9481"/>
                    <a:pt x="11627" y="10657"/>
                  </a:cubicBezTo>
                  <a:cubicBezTo>
                    <a:pt x="11530" y="10748"/>
                    <a:pt x="11476" y="10874"/>
                    <a:pt x="11476" y="11007"/>
                  </a:cubicBezTo>
                  <a:lnTo>
                    <a:pt x="11476" y="15452"/>
                  </a:lnTo>
                  <a:lnTo>
                    <a:pt x="6027" y="15452"/>
                  </a:lnTo>
                  <a:lnTo>
                    <a:pt x="6027" y="13625"/>
                  </a:lnTo>
                  <a:cubicBezTo>
                    <a:pt x="6027" y="13359"/>
                    <a:pt x="5812" y="13144"/>
                    <a:pt x="5547" y="13144"/>
                  </a:cubicBezTo>
                  <a:lnTo>
                    <a:pt x="3943" y="13144"/>
                  </a:lnTo>
                  <a:cubicBezTo>
                    <a:pt x="3501" y="13144"/>
                    <a:pt x="3143" y="12785"/>
                    <a:pt x="3142" y="12342"/>
                  </a:cubicBezTo>
                  <a:lnTo>
                    <a:pt x="3142" y="10421"/>
                  </a:lnTo>
                  <a:cubicBezTo>
                    <a:pt x="3142" y="10155"/>
                    <a:pt x="2927" y="9939"/>
                    <a:pt x="2662" y="9939"/>
                  </a:cubicBezTo>
                  <a:lnTo>
                    <a:pt x="1307" y="9939"/>
                  </a:lnTo>
                  <a:cubicBezTo>
                    <a:pt x="1197" y="9939"/>
                    <a:pt x="1121" y="9832"/>
                    <a:pt x="1155" y="9728"/>
                  </a:cubicBezTo>
                  <a:lnTo>
                    <a:pt x="2155" y="6726"/>
                  </a:lnTo>
                  <a:cubicBezTo>
                    <a:pt x="2173" y="6678"/>
                    <a:pt x="2180" y="6627"/>
                    <a:pt x="2180" y="6574"/>
                  </a:cubicBezTo>
                  <a:cubicBezTo>
                    <a:pt x="2181" y="4979"/>
                    <a:pt x="2861" y="3461"/>
                    <a:pt x="4047" y="2396"/>
                  </a:cubicBezTo>
                  <a:cubicBezTo>
                    <a:pt x="5090" y="1462"/>
                    <a:pt x="6397" y="965"/>
                    <a:pt x="7781" y="965"/>
                  </a:cubicBezTo>
                  <a:close/>
                  <a:moveTo>
                    <a:pt x="7791" y="1"/>
                  </a:moveTo>
                  <a:cubicBezTo>
                    <a:pt x="6199" y="1"/>
                    <a:pt x="4650" y="580"/>
                    <a:pt x="3444" y="1645"/>
                  </a:cubicBezTo>
                  <a:cubicBezTo>
                    <a:pt x="2050" y="2873"/>
                    <a:pt x="1243" y="4635"/>
                    <a:pt x="1219" y="6493"/>
                  </a:cubicBezTo>
                  <a:lnTo>
                    <a:pt x="244" y="9424"/>
                  </a:lnTo>
                  <a:cubicBezTo>
                    <a:pt x="1" y="10150"/>
                    <a:pt x="541" y="10900"/>
                    <a:pt x="1307" y="10900"/>
                  </a:cubicBezTo>
                  <a:lnTo>
                    <a:pt x="2181" y="10900"/>
                  </a:lnTo>
                  <a:lnTo>
                    <a:pt x="2181" y="12342"/>
                  </a:lnTo>
                  <a:cubicBezTo>
                    <a:pt x="2181" y="13315"/>
                    <a:pt x="2971" y="14104"/>
                    <a:pt x="3943" y="14106"/>
                  </a:cubicBezTo>
                  <a:lnTo>
                    <a:pt x="5066" y="14106"/>
                  </a:lnTo>
                  <a:lnTo>
                    <a:pt x="5066" y="15932"/>
                  </a:lnTo>
                  <a:cubicBezTo>
                    <a:pt x="5066" y="16197"/>
                    <a:pt x="5280" y="16412"/>
                    <a:pt x="5547" y="16412"/>
                  </a:cubicBezTo>
                  <a:lnTo>
                    <a:pt x="11957" y="16412"/>
                  </a:lnTo>
                  <a:cubicBezTo>
                    <a:pt x="12222" y="16412"/>
                    <a:pt x="12437" y="16197"/>
                    <a:pt x="12437" y="15932"/>
                  </a:cubicBezTo>
                  <a:lnTo>
                    <a:pt x="12437" y="11209"/>
                  </a:lnTo>
                  <a:cubicBezTo>
                    <a:pt x="13814" y="9832"/>
                    <a:pt x="14503" y="7943"/>
                    <a:pt x="14335" y="5994"/>
                  </a:cubicBezTo>
                  <a:cubicBezTo>
                    <a:pt x="14208" y="4500"/>
                    <a:pt x="13551" y="3078"/>
                    <a:pt x="12490" y="1989"/>
                  </a:cubicBezTo>
                  <a:cubicBezTo>
                    <a:pt x="11426" y="899"/>
                    <a:pt x="10021" y="207"/>
                    <a:pt x="8531" y="42"/>
                  </a:cubicBezTo>
                  <a:cubicBezTo>
                    <a:pt x="8284" y="14"/>
                    <a:pt x="8037" y="1"/>
                    <a:pt x="779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8" name="Google Shape;4878;p55"/>
            <p:cNvSpPr/>
            <p:nvPr/>
          </p:nvSpPr>
          <p:spPr>
            <a:xfrm>
              <a:off x="4487975" y="4214575"/>
              <a:ext cx="232450" cy="128250"/>
            </a:xfrm>
            <a:custGeom>
              <a:rect b="b" l="l" r="r" t="t"/>
              <a:pathLst>
                <a:path extrusionOk="0" h="5130" w="9298">
                  <a:moveTo>
                    <a:pt x="4649" y="1"/>
                  </a:moveTo>
                  <a:cubicBezTo>
                    <a:pt x="2086" y="1"/>
                    <a:pt x="1" y="2085"/>
                    <a:pt x="1" y="4648"/>
                  </a:cubicBezTo>
                  <a:cubicBezTo>
                    <a:pt x="1" y="4913"/>
                    <a:pt x="216" y="5128"/>
                    <a:pt x="483" y="5129"/>
                  </a:cubicBezTo>
                  <a:lnTo>
                    <a:pt x="1444" y="5129"/>
                  </a:lnTo>
                  <a:cubicBezTo>
                    <a:pt x="1446" y="5129"/>
                    <a:pt x="1449" y="5129"/>
                    <a:pt x="1452" y="5129"/>
                  </a:cubicBezTo>
                  <a:cubicBezTo>
                    <a:pt x="1717" y="5129"/>
                    <a:pt x="1934" y="4914"/>
                    <a:pt x="1934" y="4648"/>
                  </a:cubicBezTo>
                  <a:cubicBezTo>
                    <a:pt x="1934" y="4382"/>
                    <a:pt x="1719" y="4167"/>
                    <a:pt x="1454" y="4167"/>
                  </a:cubicBezTo>
                  <a:cubicBezTo>
                    <a:pt x="1451" y="4167"/>
                    <a:pt x="1447" y="4167"/>
                    <a:pt x="1444" y="4167"/>
                  </a:cubicBezTo>
                  <a:lnTo>
                    <a:pt x="994" y="4167"/>
                  </a:lnTo>
                  <a:cubicBezTo>
                    <a:pt x="1079" y="3526"/>
                    <a:pt x="1331" y="2918"/>
                    <a:pt x="1726" y="2405"/>
                  </a:cubicBezTo>
                  <a:lnTo>
                    <a:pt x="2042" y="2722"/>
                  </a:lnTo>
                  <a:cubicBezTo>
                    <a:pt x="2137" y="2817"/>
                    <a:pt x="2261" y="2865"/>
                    <a:pt x="2386" y="2865"/>
                  </a:cubicBezTo>
                  <a:cubicBezTo>
                    <a:pt x="2509" y="2865"/>
                    <a:pt x="2632" y="2819"/>
                    <a:pt x="2726" y="2725"/>
                  </a:cubicBezTo>
                  <a:cubicBezTo>
                    <a:pt x="2915" y="2536"/>
                    <a:pt x="2914" y="2228"/>
                    <a:pt x="2723" y="2041"/>
                  </a:cubicBezTo>
                  <a:lnTo>
                    <a:pt x="2406" y="1724"/>
                  </a:lnTo>
                  <a:cubicBezTo>
                    <a:pt x="2920" y="1329"/>
                    <a:pt x="3527" y="1077"/>
                    <a:pt x="4169" y="992"/>
                  </a:cubicBezTo>
                  <a:lnTo>
                    <a:pt x="4169" y="1442"/>
                  </a:lnTo>
                  <a:cubicBezTo>
                    <a:pt x="4173" y="1704"/>
                    <a:pt x="4387" y="1913"/>
                    <a:pt x="4649" y="1913"/>
                  </a:cubicBezTo>
                  <a:cubicBezTo>
                    <a:pt x="4911" y="1913"/>
                    <a:pt x="5125" y="1704"/>
                    <a:pt x="5130" y="1442"/>
                  </a:cubicBezTo>
                  <a:lnTo>
                    <a:pt x="5130" y="992"/>
                  </a:lnTo>
                  <a:cubicBezTo>
                    <a:pt x="5772" y="1077"/>
                    <a:pt x="6380" y="1329"/>
                    <a:pt x="6893" y="1724"/>
                  </a:cubicBezTo>
                  <a:lnTo>
                    <a:pt x="6575" y="2042"/>
                  </a:lnTo>
                  <a:cubicBezTo>
                    <a:pt x="6393" y="2230"/>
                    <a:pt x="6396" y="2530"/>
                    <a:pt x="6582" y="2716"/>
                  </a:cubicBezTo>
                  <a:cubicBezTo>
                    <a:pt x="6676" y="2809"/>
                    <a:pt x="6799" y="2856"/>
                    <a:pt x="6922" y="2856"/>
                  </a:cubicBezTo>
                  <a:cubicBezTo>
                    <a:pt x="7042" y="2856"/>
                    <a:pt x="7163" y="2811"/>
                    <a:pt x="7256" y="2722"/>
                  </a:cubicBezTo>
                  <a:lnTo>
                    <a:pt x="7572" y="2405"/>
                  </a:lnTo>
                  <a:cubicBezTo>
                    <a:pt x="7968" y="2918"/>
                    <a:pt x="8220" y="3526"/>
                    <a:pt x="8305" y="4167"/>
                  </a:cubicBezTo>
                  <a:lnTo>
                    <a:pt x="7855" y="4167"/>
                  </a:lnTo>
                  <a:cubicBezTo>
                    <a:pt x="7593" y="4172"/>
                    <a:pt x="7383" y="4385"/>
                    <a:pt x="7383" y="4648"/>
                  </a:cubicBezTo>
                  <a:cubicBezTo>
                    <a:pt x="7383" y="4910"/>
                    <a:pt x="7593" y="5123"/>
                    <a:pt x="7855" y="5129"/>
                  </a:cubicBezTo>
                  <a:lnTo>
                    <a:pt x="8817" y="5129"/>
                  </a:lnTo>
                  <a:cubicBezTo>
                    <a:pt x="9082" y="5129"/>
                    <a:pt x="9297" y="4913"/>
                    <a:pt x="9297" y="4648"/>
                  </a:cubicBezTo>
                  <a:cubicBezTo>
                    <a:pt x="9297" y="2085"/>
                    <a:pt x="7212" y="1"/>
                    <a:pt x="46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9" name="Google Shape;4879;p55"/>
            <p:cNvSpPr/>
            <p:nvPr/>
          </p:nvSpPr>
          <p:spPr>
            <a:xfrm>
              <a:off x="4565675" y="4286450"/>
              <a:ext cx="77050" cy="136475"/>
            </a:xfrm>
            <a:custGeom>
              <a:rect b="b" l="l" r="r" t="t"/>
              <a:pathLst>
                <a:path extrusionOk="0" h="5459" w="3082">
                  <a:moveTo>
                    <a:pt x="1538" y="3535"/>
                  </a:moveTo>
                  <a:cubicBezTo>
                    <a:pt x="1785" y="3535"/>
                    <a:pt x="2022" y="3727"/>
                    <a:pt x="2023" y="4016"/>
                  </a:cubicBezTo>
                  <a:cubicBezTo>
                    <a:pt x="2022" y="4283"/>
                    <a:pt x="1806" y="4496"/>
                    <a:pt x="1541" y="4498"/>
                  </a:cubicBezTo>
                  <a:cubicBezTo>
                    <a:pt x="1114" y="4496"/>
                    <a:pt x="898" y="3979"/>
                    <a:pt x="1201" y="3676"/>
                  </a:cubicBezTo>
                  <a:cubicBezTo>
                    <a:pt x="1299" y="3578"/>
                    <a:pt x="1420" y="3535"/>
                    <a:pt x="1538" y="3535"/>
                  </a:cubicBezTo>
                  <a:close/>
                  <a:moveTo>
                    <a:pt x="1541" y="1"/>
                  </a:moveTo>
                  <a:cubicBezTo>
                    <a:pt x="1272" y="1"/>
                    <a:pt x="1055" y="222"/>
                    <a:pt x="1061" y="491"/>
                  </a:cubicBezTo>
                  <a:lnTo>
                    <a:pt x="1061" y="2657"/>
                  </a:lnTo>
                  <a:cubicBezTo>
                    <a:pt x="399" y="2891"/>
                    <a:pt x="1" y="3568"/>
                    <a:pt x="119" y="4261"/>
                  </a:cubicBezTo>
                  <a:cubicBezTo>
                    <a:pt x="239" y="4953"/>
                    <a:pt x="838" y="5459"/>
                    <a:pt x="1541" y="5459"/>
                  </a:cubicBezTo>
                  <a:cubicBezTo>
                    <a:pt x="2244" y="5459"/>
                    <a:pt x="2845" y="4953"/>
                    <a:pt x="2963" y="4261"/>
                  </a:cubicBezTo>
                  <a:cubicBezTo>
                    <a:pt x="3082" y="3568"/>
                    <a:pt x="2685" y="2891"/>
                    <a:pt x="2023" y="2657"/>
                  </a:cubicBezTo>
                  <a:lnTo>
                    <a:pt x="2023" y="491"/>
                  </a:lnTo>
                  <a:cubicBezTo>
                    <a:pt x="2027" y="222"/>
                    <a:pt x="1811" y="1"/>
                    <a:pt x="154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80" name="Google Shape;4880;p55"/>
          <p:cNvGrpSpPr/>
          <p:nvPr/>
        </p:nvGrpSpPr>
        <p:grpSpPr>
          <a:xfrm>
            <a:off x="5540269" y="3994788"/>
            <a:ext cx="353444" cy="354827"/>
            <a:chOff x="4974950" y="4183425"/>
            <a:chExt cx="408700" cy="410300"/>
          </a:xfrm>
        </p:grpSpPr>
        <p:sp>
          <p:nvSpPr>
            <p:cNvPr id="4881" name="Google Shape;4881;p55"/>
            <p:cNvSpPr/>
            <p:nvPr/>
          </p:nvSpPr>
          <p:spPr>
            <a:xfrm>
              <a:off x="4974950" y="4425400"/>
              <a:ext cx="408700" cy="168325"/>
            </a:xfrm>
            <a:custGeom>
              <a:rect b="b" l="l" r="r" t="t"/>
              <a:pathLst>
                <a:path extrusionOk="0" h="6733" w="16348">
                  <a:moveTo>
                    <a:pt x="3045" y="962"/>
                  </a:moveTo>
                  <a:cubicBezTo>
                    <a:pt x="3296" y="962"/>
                    <a:pt x="3542" y="1060"/>
                    <a:pt x="3727" y="1243"/>
                  </a:cubicBezTo>
                  <a:cubicBezTo>
                    <a:pt x="4000" y="1519"/>
                    <a:pt x="4084" y="1933"/>
                    <a:pt x="3934" y="2292"/>
                  </a:cubicBezTo>
                  <a:cubicBezTo>
                    <a:pt x="3785" y="2651"/>
                    <a:pt x="3435" y="2885"/>
                    <a:pt x="3046" y="2885"/>
                  </a:cubicBezTo>
                  <a:cubicBezTo>
                    <a:pt x="2515" y="2885"/>
                    <a:pt x="2085" y="2455"/>
                    <a:pt x="2085" y="1924"/>
                  </a:cubicBezTo>
                  <a:cubicBezTo>
                    <a:pt x="2085" y="1535"/>
                    <a:pt x="2319" y="1185"/>
                    <a:pt x="2678" y="1036"/>
                  </a:cubicBezTo>
                  <a:cubicBezTo>
                    <a:pt x="2797" y="986"/>
                    <a:pt x="2921" y="962"/>
                    <a:pt x="3045" y="962"/>
                  </a:cubicBezTo>
                  <a:close/>
                  <a:moveTo>
                    <a:pt x="8174" y="962"/>
                  </a:moveTo>
                  <a:cubicBezTo>
                    <a:pt x="8424" y="962"/>
                    <a:pt x="8670" y="1060"/>
                    <a:pt x="8854" y="1243"/>
                  </a:cubicBezTo>
                  <a:cubicBezTo>
                    <a:pt x="9129" y="1519"/>
                    <a:pt x="9211" y="1933"/>
                    <a:pt x="9063" y="2292"/>
                  </a:cubicBezTo>
                  <a:cubicBezTo>
                    <a:pt x="8914" y="2651"/>
                    <a:pt x="8564" y="2885"/>
                    <a:pt x="8174" y="2885"/>
                  </a:cubicBezTo>
                  <a:cubicBezTo>
                    <a:pt x="7644" y="2885"/>
                    <a:pt x="7213" y="2455"/>
                    <a:pt x="7213" y="1924"/>
                  </a:cubicBezTo>
                  <a:cubicBezTo>
                    <a:pt x="7213" y="1535"/>
                    <a:pt x="7446" y="1185"/>
                    <a:pt x="7807" y="1036"/>
                  </a:cubicBezTo>
                  <a:cubicBezTo>
                    <a:pt x="7925" y="986"/>
                    <a:pt x="8050" y="962"/>
                    <a:pt x="8174" y="962"/>
                  </a:cubicBezTo>
                  <a:close/>
                  <a:moveTo>
                    <a:pt x="13302" y="962"/>
                  </a:moveTo>
                  <a:cubicBezTo>
                    <a:pt x="13552" y="962"/>
                    <a:pt x="13799" y="1061"/>
                    <a:pt x="13982" y="1245"/>
                  </a:cubicBezTo>
                  <a:cubicBezTo>
                    <a:pt x="14257" y="1519"/>
                    <a:pt x="14340" y="1933"/>
                    <a:pt x="14192" y="2292"/>
                  </a:cubicBezTo>
                  <a:cubicBezTo>
                    <a:pt x="14042" y="2651"/>
                    <a:pt x="13692" y="2885"/>
                    <a:pt x="13303" y="2885"/>
                  </a:cubicBezTo>
                  <a:cubicBezTo>
                    <a:pt x="12773" y="2885"/>
                    <a:pt x="12342" y="2455"/>
                    <a:pt x="12342" y="1924"/>
                  </a:cubicBezTo>
                  <a:cubicBezTo>
                    <a:pt x="12342" y="1535"/>
                    <a:pt x="12575" y="1185"/>
                    <a:pt x="12935" y="1036"/>
                  </a:cubicBezTo>
                  <a:cubicBezTo>
                    <a:pt x="13054" y="986"/>
                    <a:pt x="13178" y="962"/>
                    <a:pt x="13302" y="962"/>
                  </a:cubicBezTo>
                  <a:close/>
                  <a:moveTo>
                    <a:pt x="3046" y="3843"/>
                  </a:moveTo>
                  <a:cubicBezTo>
                    <a:pt x="4135" y="3843"/>
                    <a:pt x="5042" y="4683"/>
                    <a:pt x="5124" y="5770"/>
                  </a:cubicBezTo>
                  <a:lnTo>
                    <a:pt x="967" y="5770"/>
                  </a:lnTo>
                  <a:cubicBezTo>
                    <a:pt x="1049" y="4683"/>
                    <a:pt x="1954" y="3843"/>
                    <a:pt x="3046" y="3843"/>
                  </a:cubicBezTo>
                  <a:close/>
                  <a:moveTo>
                    <a:pt x="8174" y="3843"/>
                  </a:moveTo>
                  <a:cubicBezTo>
                    <a:pt x="9264" y="3843"/>
                    <a:pt x="10170" y="4683"/>
                    <a:pt x="10252" y="5770"/>
                  </a:cubicBezTo>
                  <a:lnTo>
                    <a:pt x="6096" y="5770"/>
                  </a:lnTo>
                  <a:cubicBezTo>
                    <a:pt x="6178" y="4683"/>
                    <a:pt x="7083" y="3843"/>
                    <a:pt x="8174" y="3843"/>
                  </a:cubicBezTo>
                  <a:close/>
                  <a:moveTo>
                    <a:pt x="13303" y="3843"/>
                  </a:moveTo>
                  <a:cubicBezTo>
                    <a:pt x="14392" y="3843"/>
                    <a:pt x="15299" y="4683"/>
                    <a:pt x="15379" y="5770"/>
                  </a:cubicBezTo>
                  <a:lnTo>
                    <a:pt x="11225" y="5770"/>
                  </a:lnTo>
                  <a:cubicBezTo>
                    <a:pt x="11307" y="4683"/>
                    <a:pt x="12212" y="3843"/>
                    <a:pt x="13303" y="3843"/>
                  </a:cubicBezTo>
                  <a:close/>
                  <a:moveTo>
                    <a:pt x="3046" y="0"/>
                  </a:moveTo>
                  <a:cubicBezTo>
                    <a:pt x="2281" y="0"/>
                    <a:pt x="1588" y="453"/>
                    <a:pt x="1282" y="1154"/>
                  </a:cubicBezTo>
                  <a:cubicBezTo>
                    <a:pt x="978" y="1856"/>
                    <a:pt x="1117" y="2671"/>
                    <a:pt x="1637" y="3232"/>
                  </a:cubicBezTo>
                  <a:cubicBezTo>
                    <a:pt x="632" y="3756"/>
                    <a:pt x="1" y="4796"/>
                    <a:pt x="1" y="5931"/>
                  </a:cubicBezTo>
                  <a:lnTo>
                    <a:pt x="1" y="6252"/>
                  </a:lnTo>
                  <a:cubicBezTo>
                    <a:pt x="1" y="6517"/>
                    <a:pt x="216" y="6732"/>
                    <a:pt x="481" y="6732"/>
                  </a:cubicBezTo>
                  <a:lnTo>
                    <a:pt x="15867" y="6732"/>
                  </a:lnTo>
                  <a:cubicBezTo>
                    <a:pt x="16132" y="6732"/>
                    <a:pt x="16347" y="6517"/>
                    <a:pt x="16347" y="6252"/>
                  </a:cubicBezTo>
                  <a:lnTo>
                    <a:pt x="16347" y="5931"/>
                  </a:lnTo>
                  <a:cubicBezTo>
                    <a:pt x="16346" y="4796"/>
                    <a:pt x="15716" y="3756"/>
                    <a:pt x="14711" y="3232"/>
                  </a:cubicBezTo>
                  <a:cubicBezTo>
                    <a:pt x="15231" y="2671"/>
                    <a:pt x="15370" y="1856"/>
                    <a:pt x="15066" y="1154"/>
                  </a:cubicBezTo>
                  <a:cubicBezTo>
                    <a:pt x="14760" y="453"/>
                    <a:pt x="14067" y="0"/>
                    <a:pt x="13303" y="0"/>
                  </a:cubicBezTo>
                  <a:cubicBezTo>
                    <a:pt x="12537" y="0"/>
                    <a:pt x="11846" y="453"/>
                    <a:pt x="11539" y="1154"/>
                  </a:cubicBezTo>
                  <a:cubicBezTo>
                    <a:pt x="11233" y="1856"/>
                    <a:pt x="11372" y="2671"/>
                    <a:pt x="11894" y="3232"/>
                  </a:cubicBezTo>
                  <a:cubicBezTo>
                    <a:pt x="11424" y="3478"/>
                    <a:pt x="11025" y="3843"/>
                    <a:pt x="10738" y="4290"/>
                  </a:cubicBezTo>
                  <a:cubicBezTo>
                    <a:pt x="10451" y="3843"/>
                    <a:pt x="10053" y="3478"/>
                    <a:pt x="9583" y="3232"/>
                  </a:cubicBezTo>
                  <a:cubicBezTo>
                    <a:pt x="10103" y="2671"/>
                    <a:pt x="10242" y="1856"/>
                    <a:pt x="9937" y="1154"/>
                  </a:cubicBezTo>
                  <a:cubicBezTo>
                    <a:pt x="9631" y="453"/>
                    <a:pt x="8939" y="0"/>
                    <a:pt x="8174" y="0"/>
                  </a:cubicBezTo>
                  <a:cubicBezTo>
                    <a:pt x="7408" y="0"/>
                    <a:pt x="6717" y="453"/>
                    <a:pt x="6411" y="1154"/>
                  </a:cubicBezTo>
                  <a:cubicBezTo>
                    <a:pt x="6105" y="1856"/>
                    <a:pt x="6244" y="2671"/>
                    <a:pt x="6765" y="3232"/>
                  </a:cubicBezTo>
                  <a:cubicBezTo>
                    <a:pt x="6295" y="3478"/>
                    <a:pt x="5897" y="3843"/>
                    <a:pt x="5610" y="4290"/>
                  </a:cubicBezTo>
                  <a:cubicBezTo>
                    <a:pt x="5323" y="3843"/>
                    <a:pt x="4924" y="3478"/>
                    <a:pt x="4454" y="3232"/>
                  </a:cubicBezTo>
                  <a:cubicBezTo>
                    <a:pt x="4974" y="2671"/>
                    <a:pt x="5113" y="1856"/>
                    <a:pt x="4809" y="1154"/>
                  </a:cubicBezTo>
                  <a:cubicBezTo>
                    <a:pt x="4503" y="453"/>
                    <a:pt x="3810" y="0"/>
                    <a:pt x="304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2" name="Google Shape;4882;p55"/>
            <p:cNvSpPr/>
            <p:nvPr/>
          </p:nvSpPr>
          <p:spPr>
            <a:xfrm>
              <a:off x="4974950" y="4183425"/>
              <a:ext cx="408700" cy="216375"/>
            </a:xfrm>
            <a:custGeom>
              <a:rect b="b" l="l" r="r" t="t"/>
              <a:pathLst>
                <a:path extrusionOk="0" h="8655" w="16348">
                  <a:moveTo>
                    <a:pt x="8176" y="1"/>
                  </a:moveTo>
                  <a:cubicBezTo>
                    <a:pt x="8058" y="1"/>
                    <a:pt x="7940" y="8"/>
                    <a:pt x="7821" y="24"/>
                  </a:cubicBezTo>
                  <a:cubicBezTo>
                    <a:pt x="6875" y="147"/>
                    <a:pt x="6062" y="758"/>
                    <a:pt x="5680" y="1632"/>
                  </a:cubicBezTo>
                  <a:cubicBezTo>
                    <a:pt x="5551" y="1613"/>
                    <a:pt x="5421" y="1603"/>
                    <a:pt x="5291" y="1603"/>
                  </a:cubicBezTo>
                  <a:cubicBezTo>
                    <a:pt x="4220" y="1606"/>
                    <a:pt x="3251" y="2232"/>
                    <a:pt x="2808" y="3206"/>
                  </a:cubicBezTo>
                  <a:cubicBezTo>
                    <a:pt x="2780" y="3206"/>
                    <a:pt x="2754" y="3205"/>
                    <a:pt x="2726" y="3205"/>
                  </a:cubicBezTo>
                  <a:cubicBezTo>
                    <a:pt x="1224" y="3205"/>
                    <a:pt x="1" y="4428"/>
                    <a:pt x="1" y="5930"/>
                  </a:cubicBezTo>
                  <a:cubicBezTo>
                    <a:pt x="1" y="7433"/>
                    <a:pt x="1224" y="8654"/>
                    <a:pt x="2726" y="8654"/>
                  </a:cubicBezTo>
                  <a:lnTo>
                    <a:pt x="6251" y="8654"/>
                  </a:lnTo>
                  <a:cubicBezTo>
                    <a:pt x="6516" y="8654"/>
                    <a:pt x="6732" y="8439"/>
                    <a:pt x="6732" y="8174"/>
                  </a:cubicBezTo>
                  <a:cubicBezTo>
                    <a:pt x="6732" y="7909"/>
                    <a:pt x="6516" y="7693"/>
                    <a:pt x="6251" y="7693"/>
                  </a:cubicBezTo>
                  <a:lnTo>
                    <a:pt x="2725" y="7693"/>
                  </a:lnTo>
                  <a:cubicBezTo>
                    <a:pt x="1783" y="7692"/>
                    <a:pt x="1007" y="6949"/>
                    <a:pt x="966" y="6009"/>
                  </a:cubicBezTo>
                  <a:cubicBezTo>
                    <a:pt x="924" y="5068"/>
                    <a:pt x="1629" y="4259"/>
                    <a:pt x="2568" y="4174"/>
                  </a:cubicBezTo>
                  <a:lnTo>
                    <a:pt x="2568" y="4174"/>
                  </a:lnTo>
                  <a:cubicBezTo>
                    <a:pt x="2548" y="4543"/>
                    <a:pt x="2602" y="4912"/>
                    <a:pt x="2729" y="5259"/>
                  </a:cubicBezTo>
                  <a:cubicBezTo>
                    <a:pt x="2800" y="5454"/>
                    <a:pt x="2985" y="5576"/>
                    <a:pt x="3182" y="5576"/>
                  </a:cubicBezTo>
                  <a:cubicBezTo>
                    <a:pt x="3236" y="5576"/>
                    <a:pt x="3292" y="5566"/>
                    <a:pt x="3346" y="5546"/>
                  </a:cubicBezTo>
                  <a:cubicBezTo>
                    <a:pt x="3595" y="5456"/>
                    <a:pt x="3724" y="5179"/>
                    <a:pt x="3633" y="4930"/>
                  </a:cubicBezTo>
                  <a:cubicBezTo>
                    <a:pt x="3401" y="4294"/>
                    <a:pt x="3552" y="3583"/>
                    <a:pt x="4024" y="3098"/>
                  </a:cubicBezTo>
                  <a:cubicBezTo>
                    <a:pt x="4361" y="2751"/>
                    <a:pt x="4818" y="2565"/>
                    <a:pt x="5286" y="2565"/>
                  </a:cubicBezTo>
                  <a:cubicBezTo>
                    <a:pt x="5473" y="2565"/>
                    <a:pt x="5661" y="2595"/>
                    <a:pt x="5844" y="2656"/>
                  </a:cubicBezTo>
                  <a:cubicBezTo>
                    <a:pt x="5894" y="2672"/>
                    <a:pt x="5945" y="2680"/>
                    <a:pt x="5995" y="2680"/>
                  </a:cubicBezTo>
                  <a:cubicBezTo>
                    <a:pt x="6210" y="2680"/>
                    <a:pt x="6409" y="2534"/>
                    <a:pt x="6462" y="2311"/>
                  </a:cubicBezTo>
                  <a:cubicBezTo>
                    <a:pt x="6620" y="1650"/>
                    <a:pt x="7146" y="1138"/>
                    <a:pt x="7812" y="999"/>
                  </a:cubicBezTo>
                  <a:cubicBezTo>
                    <a:pt x="7933" y="974"/>
                    <a:pt x="8054" y="962"/>
                    <a:pt x="8173" y="962"/>
                  </a:cubicBezTo>
                  <a:cubicBezTo>
                    <a:pt x="8718" y="962"/>
                    <a:pt x="9240" y="1214"/>
                    <a:pt x="9576" y="1658"/>
                  </a:cubicBezTo>
                  <a:cubicBezTo>
                    <a:pt x="9390" y="1891"/>
                    <a:pt x="9242" y="2153"/>
                    <a:pt x="9139" y="2434"/>
                  </a:cubicBezTo>
                  <a:cubicBezTo>
                    <a:pt x="9048" y="2683"/>
                    <a:pt x="9177" y="2959"/>
                    <a:pt x="9426" y="3050"/>
                  </a:cubicBezTo>
                  <a:cubicBezTo>
                    <a:pt x="9481" y="3070"/>
                    <a:pt x="9537" y="3079"/>
                    <a:pt x="9593" y="3079"/>
                  </a:cubicBezTo>
                  <a:cubicBezTo>
                    <a:pt x="9789" y="3079"/>
                    <a:pt x="9972" y="2958"/>
                    <a:pt x="10043" y="2764"/>
                  </a:cubicBezTo>
                  <a:cubicBezTo>
                    <a:pt x="10304" y="2048"/>
                    <a:pt x="10980" y="1603"/>
                    <a:pt x="11700" y="1603"/>
                  </a:cubicBezTo>
                  <a:cubicBezTo>
                    <a:pt x="11900" y="1603"/>
                    <a:pt x="12104" y="1637"/>
                    <a:pt x="12302" y="1710"/>
                  </a:cubicBezTo>
                  <a:cubicBezTo>
                    <a:pt x="13218" y="2042"/>
                    <a:pt x="13689" y="3054"/>
                    <a:pt x="13357" y="3969"/>
                  </a:cubicBezTo>
                  <a:cubicBezTo>
                    <a:pt x="13266" y="4218"/>
                    <a:pt x="13393" y="4495"/>
                    <a:pt x="13644" y="4586"/>
                  </a:cubicBezTo>
                  <a:cubicBezTo>
                    <a:pt x="13698" y="4605"/>
                    <a:pt x="13753" y="4615"/>
                    <a:pt x="13808" y="4615"/>
                  </a:cubicBezTo>
                  <a:cubicBezTo>
                    <a:pt x="14004" y="4615"/>
                    <a:pt x="14189" y="4494"/>
                    <a:pt x="14260" y="4299"/>
                  </a:cubicBezTo>
                  <a:cubicBezTo>
                    <a:pt x="14260" y="4296"/>
                    <a:pt x="14262" y="4293"/>
                    <a:pt x="14263" y="4290"/>
                  </a:cubicBezTo>
                  <a:cubicBezTo>
                    <a:pt x="15051" y="4599"/>
                    <a:pt x="15508" y="5425"/>
                    <a:pt x="15351" y="6257"/>
                  </a:cubicBezTo>
                  <a:cubicBezTo>
                    <a:pt x="15196" y="7089"/>
                    <a:pt x="14470" y="7692"/>
                    <a:pt x="13623" y="7693"/>
                  </a:cubicBezTo>
                  <a:lnTo>
                    <a:pt x="10097" y="7693"/>
                  </a:lnTo>
                  <a:cubicBezTo>
                    <a:pt x="9832" y="7693"/>
                    <a:pt x="9617" y="7909"/>
                    <a:pt x="9617" y="8174"/>
                  </a:cubicBezTo>
                  <a:cubicBezTo>
                    <a:pt x="9617" y="8439"/>
                    <a:pt x="9832" y="8654"/>
                    <a:pt x="10097" y="8654"/>
                  </a:cubicBezTo>
                  <a:lnTo>
                    <a:pt x="13623" y="8654"/>
                  </a:lnTo>
                  <a:cubicBezTo>
                    <a:pt x="15124" y="8654"/>
                    <a:pt x="16347" y="7433"/>
                    <a:pt x="16347" y="5930"/>
                  </a:cubicBezTo>
                  <a:cubicBezTo>
                    <a:pt x="16347" y="4722"/>
                    <a:pt x="15548" y="3673"/>
                    <a:pt x="14424" y="3328"/>
                  </a:cubicBezTo>
                  <a:cubicBezTo>
                    <a:pt x="14413" y="2404"/>
                    <a:pt x="13931" y="1548"/>
                    <a:pt x="13149" y="1058"/>
                  </a:cubicBezTo>
                  <a:cubicBezTo>
                    <a:pt x="12708" y="781"/>
                    <a:pt x="12206" y="641"/>
                    <a:pt x="11702" y="641"/>
                  </a:cubicBezTo>
                  <a:cubicBezTo>
                    <a:pt x="11309" y="641"/>
                    <a:pt x="10916" y="726"/>
                    <a:pt x="10549" y="897"/>
                  </a:cubicBezTo>
                  <a:cubicBezTo>
                    <a:pt x="10465" y="936"/>
                    <a:pt x="10383" y="979"/>
                    <a:pt x="10303" y="1027"/>
                  </a:cubicBezTo>
                  <a:cubicBezTo>
                    <a:pt x="9783" y="374"/>
                    <a:pt x="8998" y="1"/>
                    <a:pt x="817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3" name="Google Shape;4883;p55"/>
            <p:cNvSpPr/>
            <p:nvPr/>
          </p:nvSpPr>
          <p:spPr>
            <a:xfrm>
              <a:off x="5140475" y="4279625"/>
              <a:ext cx="77600" cy="120175"/>
            </a:xfrm>
            <a:custGeom>
              <a:rect b="b" l="l" r="r" t="t"/>
              <a:pathLst>
                <a:path extrusionOk="0" h="4807" w="3104">
                  <a:moveTo>
                    <a:pt x="1553" y="0"/>
                  </a:moveTo>
                  <a:cubicBezTo>
                    <a:pt x="1377" y="0"/>
                    <a:pt x="1207" y="98"/>
                    <a:pt x="1123" y="266"/>
                  </a:cubicBezTo>
                  <a:lnTo>
                    <a:pt x="160" y="2189"/>
                  </a:lnTo>
                  <a:cubicBezTo>
                    <a:pt x="1" y="2508"/>
                    <a:pt x="234" y="2885"/>
                    <a:pt x="591" y="2885"/>
                  </a:cubicBezTo>
                  <a:lnTo>
                    <a:pt x="1736" y="2885"/>
                  </a:lnTo>
                  <a:lnTo>
                    <a:pt x="1123" y="4112"/>
                  </a:lnTo>
                  <a:cubicBezTo>
                    <a:pt x="1004" y="4349"/>
                    <a:pt x="1101" y="4638"/>
                    <a:pt x="1338" y="4756"/>
                  </a:cubicBezTo>
                  <a:cubicBezTo>
                    <a:pt x="1407" y="4791"/>
                    <a:pt x="1480" y="4807"/>
                    <a:pt x="1552" y="4807"/>
                  </a:cubicBezTo>
                  <a:cubicBezTo>
                    <a:pt x="1729" y="4807"/>
                    <a:pt x="1899" y="4709"/>
                    <a:pt x="1984" y="4541"/>
                  </a:cubicBezTo>
                  <a:lnTo>
                    <a:pt x="2944" y="2618"/>
                  </a:lnTo>
                  <a:cubicBezTo>
                    <a:pt x="3104" y="2299"/>
                    <a:pt x="2871" y="1923"/>
                    <a:pt x="2515" y="1923"/>
                  </a:cubicBezTo>
                  <a:lnTo>
                    <a:pt x="1370" y="1923"/>
                  </a:lnTo>
                  <a:lnTo>
                    <a:pt x="1984" y="697"/>
                  </a:lnTo>
                  <a:cubicBezTo>
                    <a:pt x="2102" y="458"/>
                    <a:pt x="2006" y="170"/>
                    <a:pt x="1768" y="51"/>
                  </a:cubicBezTo>
                  <a:cubicBezTo>
                    <a:pt x="1699" y="17"/>
                    <a:pt x="1626" y="0"/>
                    <a:pt x="155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84" name="Google Shape;4884;p55"/>
          <p:cNvGrpSpPr/>
          <p:nvPr/>
        </p:nvGrpSpPr>
        <p:grpSpPr>
          <a:xfrm>
            <a:off x="6297269" y="3994789"/>
            <a:ext cx="353422" cy="354827"/>
            <a:chOff x="5654375" y="4143800"/>
            <a:chExt cx="408675" cy="410300"/>
          </a:xfrm>
        </p:grpSpPr>
        <p:sp>
          <p:nvSpPr>
            <p:cNvPr id="4885" name="Google Shape;4885;p55"/>
            <p:cNvSpPr/>
            <p:nvPr/>
          </p:nvSpPr>
          <p:spPr>
            <a:xfrm>
              <a:off x="5654375" y="4385775"/>
              <a:ext cx="408675" cy="168325"/>
            </a:xfrm>
            <a:custGeom>
              <a:rect b="b" l="l" r="r" t="t"/>
              <a:pathLst>
                <a:path extrusionOk="0" h="6733" w="16347">
                  <a:moveTo>
                    <a:pt x="3045" y="964"/>
                  </a:moveTo>
                  <a:cubicBezTo>
                    <a:pt x="3295" y="964"/>
                    <a:pt x="3540" y="1061"/>
                    <a:pt x="3724" y="1245"/>
                  </a:cubicBezTo>
                  <a:cubicBezTo>
                    <a:pt x="3999" y="1521"/>
                    <a:pt x="4082" y="1934"/>
                    <a:pt x="3934" y="2294"/>
                  </a:cubicBezTo>
                  <a:cubicBezTo>
                    <a:pt x="3784" y="2653"/>
                    <a:pt x="3434" y="2887"/>
                    <a:pt x="3045" y="2887"/>
                  </a:cubicBezTo>
                  <a:cubicBezTo>
                    <a:pt x="2515" y="2887"/>
                    <a:pt x="2084" y="2456"/>
                    <a:pt x="2083" y="1925"/>
                  </a:cubicBezTo>
                  <a:cubicBezTo>
                    <a:pt x="2083" y="1537"/>
                    <a:pt x="2317" y="1185"/>
                    <a:pt x="2677" y="1037"/>
                  </a:cubicBezTo>
                  <a:cubicBezTo>
                    <a:pt x="2796" y="988"/>
                    <a:pt x="2921" y="964"/>
                    <a:pt x="3045" y="964"/>
                  </a:cubicBezTo>
                  <a:close/>
                  <a:moveTo>
                    <a:pt x="8174" y="964"/>
                  </a:moveTo>
                  <a:cubicBezTo>
                    <a:pt x="8423" y="964"/>
                    <a:pt x="8669" y="1061"/>
                    <a:pt x="8853" y="1245"/>
                  </a:cubicBezTo>
                  <a:cubicBezTo>
                    <a:pt x="9128" y="1521"/>
                    <a:pt x="9210" y="1934"/>
                    <a:pt x="9062" y="2294"/>
                  </a:cubicBezTo>
                  <a:cubicBezTo>
                    <a:pt x="8913" y="2653"/>
                    <a:pt x="8561" y="2887"/>
                    <a:pt x="8173" y="2887"/>
                  </a:cubicBezTo>
                  <a:cubicBezTo>
                    <a:pt x="7642" y="2887"/>
                    <a:pt x="7213" y="2456"/>
                    <a:pt x="7211" y="1925"/>
                  </a:cubicBezTo>
                  <a:cubicBezTo>
                    <a:pt x="7211" y="1537"/>
                    <a:pt x="7445" y="1185"/>
                    <a:pt x="7806" y="1037"/>
                  </a:cubicBezTo>
                  <a:cubicBezTo>
                    <a:pt x="7925" y="988"/>
                    <a:pt x="8050" y="964"/>
                    <a:pt x="8174" y="964"/>
                  </a:cubicBezTo>
                  <a:close/>
                  <a:moveTo>
                    <a:pt x="13302" y="964"/>
                  </a:moveTo>
                  <a:cubicBezTo>
                    <a:pt x="13552" y="964"/>
                    <a:pt x="13797" y="1061"/>
                    <a:pt x="13981" y="1245"/>
                  </a:cubicBezTo>
                  <a:cubicBezTo>
                    <a:pt x="14257" y="1521"/>
                    <a:pt x="14339" y="1934"/>
                    <a:pt x="14189" y="2294"/>
                  </a:cubicBezTo>
                  <a:cubicBezTo>
                    <a:pt x="14041" y="2653"/>
                    <a:pt x="13690" y="2887"/>
                    <a:pt x="13302" y="2887"/>
                  </a:cubicBezTo>
                  <a:cubicBezTo>
                    <a:pt x="12770" y="2887"/>
                    <a:pt x="12341" y="2456"/>
                    <a:pt x="12340" y="1925"/>
                  </a:cubicBezTo>
                  <a:cubicBezTo>
                    <a:pt x="12340" y="1537"/>
                    <a:pt x="12574" y="1185"/>
                    <a:pt x="12933" y="1037"/>
                  </a:cubicBezTo>
                  <a:cubicBezTo>
                    <a:pt x="13052" y="988"/>
                    <a:pt x="13178" y="964"/>
                    <a:pt x="13302" y="964"/>
                  </a:cubicBezTo>
                  <a:close/>
                  <a:moveTo>
                    <a:pt x="3045" y="3845"/>
                  </a:moveTo>
                  <a:cubicBezTo>
                    <a:pt x="4134" y="3845"/>
                    <a:pt x="5041" y="4684"/>
                    <a:pt x="5121" y="5772"/>
                  </a:cubicBezTo>
                  <a:lnTo>
                    <a:pt x="967" y="5772"/>
                  </a:lnTo>
                  <a:cubicBezTo>
                    <a:pt x="1049" y="4684"/>
                    <a:pt x="1954" y="3845"/>
                    <a:pt x="3045" y="3845"/>
                  </a:cubicBezTo>
                  <a:close/>
                  <a:moveTo>
                    <a:pt x="8173" y="3845"/>
                  </a:moveTo>
                  <a:cubicBezTo>
                    <a:pt x="9263" y="3845"/>
                    <a:pt x="10168" y="4684"/>
                    <a:pt x="10250" y="5772"/>
                  </a:cubicBezTo>
                  <a:lnTo>
                    <a:pt x="6095" y="5772"/>
                  </a:lnTo>
                  <a:cubicBezTo>
                    <a:pt x="6177" y="4684"/>
                    <a:pt x="7082" y="3845"/>
                    <a:pt x="8173" y="3845"/>
                  </a:cubicBezTo>
                  <a:close/>
                  <a:moveTo>
                    <a:pt x="13300" y="3845"/>
                  </a:moveTo>
                  <a:cubicBezTo>
                    <a:pt x="14391" y="3845"/>
                    <a:pt x="15296" y="4684"/>
                    <a:pt x="15378" y="5772"/>
                  </a:cubicBezTo>
                  <a:lnTo>
                    <a:pt x="11224" y="5772"/>
                  </a:lnTo>
                  <a:cubicBezTo>
                    <a:pt x="11304" y="4684"/>
                    <a:pt x="12211" y="3845"/>
                    <a:pt x="13300" y="3845"/>
                  </a:cubicBezTo>
                  <a:close/>
                  <a:moveTo>
                    <a:pt x="3045" y="1"/>
                  </a:moveTo>
                  <a:cubicBezTo>
                    <a:pt x="2280" y="1"/>
                    <a:pt x="1588" y="455"/>
                    <a:pt x="1281" y="1156"/>
                  </a:cubicBezTo>
                  <a:cubicBezTo>
                    <a:pt x="977" y="1858"/>
                    <a:pt x="1116" y="2673"/>
                    <a:pt x="1636" y="3233"/>
                  </a:cubicBezTo>
                  <a:cubicBezTo>
                    <a:pt x="631" y="3758"/>
                    <a:pt x="0" y="4798"/>
                    <a:pt x="0" y="5932"/>
                  </a:cubicBezTo>
                  <a:lnTo>
                    <a:pt x="0" y="6252"/>
                  </a:lnTo>
                  <a:cubicBezTo>
                    <a:pt x="0" y="6517"/>
                    <a:pt x="215" y="6733"/>
                    <a:pt x="480" y="6733"/>
                  </a:cubicBezTo>
                  <a:lnTo>
                    <a:pt x="15866" y="6733"/>
                  </a:lnTo>
                  <a:cubicBezTo>
                    <a:pt x="16131" y="6733"/>
                    <a:pt x="16346" y="6517"/>
                    <a:pt x="16346" y="6252"/>
                  </a:cubicBezTo>
                  <a:lnTo>
                    <a:pt x="16346" y="5932"/>
                  </a:lnTo>
                  <a:cubicBezTo>
                    <a:pt x="16345" y="4798"/>
                    <a:pt x="15715" y="3758"/>
                    <a:pt x="14711" y="3233"/>
                  </a:cubicBezTo>
                  <a:cubicBezTo>
                    <a:pt x="15231" y="2673"/>
                    <a:pt x="15370" y="1858"/>
                    <a:pt x="15065" y="1156"/>
                  </a:cubicBezTo>
                  <a:cubicBezTo>
                    <a:pt x="14759" y="455"/>
                    <a:pt x="14066" y="1"/>
                    <a:pt x="13302" y="1"/>
                  </a:cubicBezTo>
                  <a:cubicBezTo>
                    <a:pt x="12536" y="1"/>
                    <a:pt x="11845" y="455"/>
                    <a:pt x="11539" y="1156"/>
                  </a:cubicBezTo>
                  <a:cubicBezTo>
                    <a:pt x="11233" y="1858"/>
                    <a:pt x="11372" y="2673"/>
                    <a:pt x="11893" y="3233"/>
                  </a:cubicBezTo>
                  <a:cubicBezTo>
                    <a:pt x="11423" y="3480"/>
                    <a:pt x="11025" y="3845"/>
                    <a:pt x="10738" y="4291"/>
                  </a:cubicBezTo>
                  <a:cubicBezTo>
                    <a:pt x="10450" y="3845"/>
                    <a:pt x="10052" y="3480"/>
                    <a:pt x="9582" y="3233"/>
                  </a:cubicBezTo>
                  <a:cubicBezTo>
                    <a:pt x="10102" y="2673"/>
                    <a:pt x="10241" y="1858"/>
                    <a:pt x="9936" y="1156"/>
                  </a:cubicBezTo>
                  <a:cubicBezTo>
                    <a:pt x="9630" y="455"/>
                    <a:pt x="8938" y="1"/>
                    <a:pt x="8173" y="1"/>
                  </a:cubicBezTo>
                  <a:cubicBezTo>
                    <a:pt x="7407" y="1"/>
                    <a:pt x="6716" y="455"/>
                    <a:pt x="6410" y="1156"/>
                  </a:cubicBezTo>
                  <a:cubicBezTo>
                    <a:pt x="6104" y="1858"/>
                    <a:pt x="6243" y="2673"/>
                    <a:pt x="6764" y="3233"/>
                  </a:cubicBezTo>
                  <a:cubicBezTo>
                    <a:pt x="6294" y="3480"/>
                    <a:pt x="5896" y="3845"/>
                    <a:pt x="5609" y="4291"/>
                  </a:cubicBezTo>
                  <a:cubicBezTo>
                    <a:pt x="5322" y="3845"/>
                    <a:pt x="4924" y="3480"/>
                    <a:pt x="4453" y="3233"/>
                  </a:cubicBezTo>
                  <a:cubicBezTo>
                    <a:pt x="4973" y="2673"/>
                    <a:pt x="5112" y="1858"/>
                    <a:pt x="4808" y="1156"/>
                  </a:cubicBezTo>
                  <a:cubicBezTo>
                    <a:pt x="4502" y="455"/>
                    <a:pt x="3809" y="1"/>
                    <a:pt x="304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6" name="Google Shape;4886;p55"/>
            <p:cNvSpPr/>
            <p:nvPr/>
          </p:nvSpPr>
          <p:spPr>
            <a:xfrm>
              <a:off x="5734700" y="4199925"/>
              <a:ext cx="248425" cy="24050"/>
            </a:xfrm>
            <a:custGeom>
              <a:rect b="b" l="l" r="r" t="t"/>
              <a:pathLst>
                <a:path extrusionOk="0" h="962" w="9937">
                  <a:moveTo>
                    <a:pt x="9458" y="1"/>
                  </a:moveTo>
                  <a:cubicBezTo>
                    <a:pt x="9454" y="1"/>
                    <a:pt x="9451" y="1"/>
                    <a:pt x="9447" y="1"/>
                  </a:cubicBezTo>
                  <a:lnTo>
                    <a:pt x="472" y="1"/>
                  </a:lnTo>
                  <a:cubicBezTo>
                    <a:pt x="209" y="5"/>
                    <a:pt x="0" y="219"/>
                    <a:pt x="0" y="481"/>
                  </a:cubicBezTo>
                  <a:cubicBezTo>
                    <a:pt x="0" y="743"/>
                    <a:pt x="209" y="957"/>
                    <a:pt x="472" y="962"/>
                  </a:cubicBezTo>
                  <a:lnTo>
                    <a:pt x="9447" y="962"/>
                  </a:lnTo>
                  <a:cubicBezTo>
                    <a:pt x="9451" y="962"/>
                    <a:pt x="9454" y="962"/>
                    <a:pt x="9458" y="962"/>
                  </a:cubicBezTo>
                  <a:cubicBezTo>
                    <a:pt x="9721" y="962"/>
                    <a:pt x="9936" y="747"/>
                    <a:pt x="9936" y="481"/>
                  </a:cubicBezTo>
                  <a:cubicBezTo>
                    <a:pt x="9936" y="215"/>
                    <a:pt x="9721" y="1"/>
                    <a:pt x="945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7" name="Google Shape;4887;p55"/>
            <p:cNvSpPr/>
            <p:nvPr/>
          </p:nvSpPr>
          <p:spPr>
            <a:xfrm>
              <a:off x="5686400" y="4143800"/>
              <a:ext cx="344575" cy="136275"/>
            </a:xfrm>
            <a:custGeom>
              <a:rect b="b" l="l" r="r" t="t"/>
              <a:pathLst>
                <a:path extrusionOk="0" h="5451" w="13783">
                  <a:moveTo>
                    <a:pt x="12019" y="963"/>
                  </a:moveTo>
                  <a:cubicBezTo>
                    <a:pt x="12462" y="963"/>
                    <a:pt x="12820" y="1322"/>
                    <a:pt x="12820" y="1764"/>
                  </a:cubicBezTo>
                  <a:lnTo>
                    <a:pt x="12820" y="3687"/>
                  </a:lnTo>
                  <a:cubicBezTo>
                    <a:pt x="12820" y="4129"/>
                    <a:pt x="12462" y="4488"/>
                    <a:pt x="12019" y="4490"/>
                  </a:cubicBezTo>
                  <a:lnTo>
                    <a:pt x="1762" y="4490"/>
                  </a:lnTo>
                  <a:cubicBezTo>
                    <a:pt x="1320" y="4488"/>
                    <a:pt x="961" y="4129"/>
                    <a:pt x="961" y="3687"/>
                  </a:cubicBezTo>
                  <a:lnTo>
                    <a:pt x="963" y="1764"/>
                  </a:lnTo>
                  <a:cubicBezTo>
                    <a:pt x="963" y="1322"/>
                    <a:pt x="1321" y="963"/>
                    <a:pt x="1764" y="963"/>
                  </a:cubicBezTo>
                  <a:close/>
                  <a:moveTo>
                    <a:pt x="1762" y="1"/>
                  </a:moveTo>
                  <a:cubicBezTo>
                    <a:pt x="790" y="2"/>
                    <a:pt x="0" y="792"/>
                    <a:pt x="0" y="1764"/>
                  </a:cubicBezTo>
                  <a:lnTo>
                    <a:pt x="0" y="3687"/>
                  </a:lnTo>
                  <a:cubicBezTo>
                    <a:pt x="0" y="4661"/>
                    <a:pt x="790" y="5449"/>
                    <a:pt x="1762" y="5450"/>
                  </a:cubicBezTo>
                  <a:lnTo>
                    <a:pt x="12019" y="5450"/>
                  </a:lnTo>
                  <a:cubicBezTo>
                    <a:pt x="12992" y="5449"/>
                    <a:pt x="13781" y="4661"/>
                    <a:pt x="13783" y="3687"/>
                  </a:cubicBezTo>
                  <a:lnTo>
                    <a:pt x="13783" y="1764"/>
                  </a:lnTo>
                  <a:cubicBezTo>
                    <a:pt x="13781" y="792"/>
                    <a:pt x="12992" y="2"/>
                    <a:pt x="1201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8" name="Google Shape;4888;p55"/>
            <p:cNvSpPr/>
            <p:nvPr/>
          </p:nvSpPr>
          <p:spPr>
            <a:xfrm>
              <a:off x="5954400" y="4305700"/>
              <a:ext cx="34575" cy="56125"/>
            </a:xfrm>
            <a:custGeom>
              <a:rect b="b" l="l" r="r" t="t"/>
              <a:pathLst>
                <a:path extrusionOk="0" h="2245" w="1383">
                  <a:moveTo>
                    <a:pt x="532" y="1"/>
                  </a:moveTo>
                  <a:cubicBezTo>
                    <a:pt x="493" y="1"/>
                    <a:pt x="454" y="6"/>
                    <a:pt x="415" y="15"/>
                  </a:cubicBezTo>
                  <a:cubicBezTo>
                    <a:pt x="157" y="80"/>
                    <a:pt x="0" y="341"/>
                    <a:pt x="65" y="598"/>
                  </a:cubicBezTo>
                  <a:lnTo>
                    <a:pt x="386" y="1880"/>
                  </a:lnTo>
                  <a:cubicBezTo>
                    <a:pt x="439" y="2098"/>
                    <a:pt x="636" y="2244"/>
                    <a:pt x="851" y="2244"/>
                  </a:cubicBezTo>
                  <a:cubicBezTo>
                    <a:pt x="890" y="2244"/>
                    <a:pt x="929" y="2240"/>
                    <a:pt x="968" y="2230"/>
                  </a:cubicBezTo>
                  <a:cubicBezTo>
                    <a:pt x="1226" y="2165"/>
                    <a:pt x="1383" y="1905"/>
                    <a:pt x="1318" y="1647"/>
                  </a:cubicBezTo>
                  <a:lnTo>
                    <a:pt x="998" y="365"/>
                  </a:lnTo>
                  <a:cubicBezTo>
                    <a:pt x="943" y="147"/>
                    <a:pt x="747" y="1"/>
                    <a:pt x="53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9" name="Google Shape;4889;p55"/>
            <p:cNvSpPr/>
            <p:nvPr/>
          </p:nvSpPr>
          <p:spPr>
            <a:xfrm>
              <a:off x="5728325" y="4305675"/>
              <a:ext cx="34650" cy="56250"/>
            </a:xfrm>
            <a:custGeom>
              <a:rect b="b" l="l" r="r" t="t"/>
              <a:pathLst>
                <a:path extrusionOk="0" h="2250" w="1386">
                  <a:moveTo>
                    <a:pt x="854" y="1"/>
                  </a:moveTo>
                  <a:cubicBezTo>
                    <a:pt x="639" y="1"/>
                    <a:pt x="443" y="146"/>
                    <a:pt x="388" y="365"/>
                  </a:cubicBezTo>
                  <a:lnTo>
                    <a:pt x="69" y="1646"/>
                  </a:lnTo>
                  <a:cubicBezTo>
                    <a:pt x="0" y="1906"/>
                    <a:pt x="157" y="2171"/>
                    <a:pt x="418" y="2235"/>
                  </a:cubicBezTo>
                  <a:cubicBezTo>
                    <a:pt x="457" y="2245"/>
                    <a:pt x="495" y="2249"/>
                    <a:pt x="534" y="2249"/>
                  </a:cubicBezTo>
                  <a:cubicBezTo>
                    <a:pt x="751" y="2249"/>
                    <a:pt x="948" y="2101"/>
                    <a:pt x="1002" y="1879"/>
                  </a:cubicBezTo>
                  <a:lnTo>
                    <a:pt x="1321" y="598"/>
                  </a:lnTo>
                  <a:cubicBezTo>
                    <a:pt x="1386" y="340"/>
                    <a:pt x="1229" y="79"/>
                    <a:pt x="971" y="15"/>
                  </a:cubicBezTo>
                  <a:cubicBezTo>
                    <a:pt x="932" y="5"/>
                    <a:pt x="893" y="1"/>
                    <a:pt x="85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0" name="Google Shape;4890;p55"/>
            <p:cNvSpPr/>
            <p:nvPr/>
          </p:nvSpPr>
          <p:spPr>
            <a:xfrm>
              <a:off x="5846550" y="4305450"/>
              <a:ext cx="24275" cy="56600"/>
            </a:xfrm>
            <a:custGeom>
              <a:rect b="b" l="l" r="r" t="t"/>
              <a:pathLst>
                <a:path extrusionOk="0" h="2264" w="971">
                  <a:moveTo>
                    <a:pt x="486" y="1"/>
                  </a:moveTo>
                  <a:cubicBezTo>
                    <a:pt x="217" y="1"/>
                    <a:pt x="0" y="222"/>
                    <a:pt x="4" y="491"/>
                  </a:cubicBezTo>
                  <a:lnTo>
                    <a:pt x="4" y="1773"/>
                  </a:lnTo>
                  <a:cubicBezTo>
                    <a:pt x="0" y="2042"/>
                    <a:pt x="217" y="2263"/>
                    <a:pt x="486" y="2263"/>
                  </a:cubicBezTo>
                  <a:cubicBezTo>
                    <a:pt x="754" y="2263"/>
                    <a:pt x="971" y="2042"/>
                    <a:pt x="967" y="1773"/>
                  </a:cubicBezTo>
                  <a:lnTo>
                    <a:pt x="967" y="491"/>
                  </a:lnTo>
                  <a:cubicBezTo>
                    <a:pt x="971" y="222"/>
                    <a:pt x="754" y="1"/>
                    <a:pt x="48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91" name="Google Shape;4891;p55"/>
          <p:cNvGrpSpPr/>
          <p:nvPr/>
        </p:nvGrpSpPr>
        <p:grpSpPr>
          <a:xfrm>
            <a:off x="7050354" y="3994778"/>
            <a:ext cx="354827" cy="354849"/>
            <a:chOff x="6208625" y="4147250"/>
            <a:chExt cx="410300" cy="410325"/>
          </a:xfrm>
        </p:grpSpPr>
        <p:sp>
          <p:nvSpPr>
            <p:cNvPr id="4892" name="Google Shape;4892;p55"/>
            <p:cNvSpPr/>
            <p:nvPr/>
          </p:nvSpPr>
          <p:spPr>
            <a:xfrm>
              <a:off x="6337650" y="4389250"/>
              <a:ext cx="152250" cy="168325"/>
            </a:xfrm>
            <a:custGeom>
              <a:rect b="b" l="l" r="r" t="t"/>
              <a:pathLst>
                <a:path extrusionOk="0" h="6733" w="6090">
                  <a:moveTo>
                    <a:pt x="3046" y="964"/>
                  </a:moveTo>
                  <a:cubicBezTo>
                    <a:pt x="3295" y="964"/>
                    <a:pt x="3541" y="1062"/>
                    <a:pt x="3725" y="1246"/>
                  </a:cubicBezTo>
                  <a:cubicBezTo>
                    <a:pt x="4000" y="1521"/>
                    <a:pt x="4082" y="1934"/>
                    <a:pt x="3934" y="2294"/>
                  </a:cubicBezTo>
                  <a:cubicBezTo>
                    <a:pt x="3785" y="2653"/>
                    <a:pt x="3433" y="2887"/>
                    <a:pt x="3045" y="2887"/>
                  </a:cubicBezTo>
                  <a:cubicBezTo>
                    <a:pt x="2513" y="2886"/>
                    <a:pt x="2084" y="2457"/>
                    <a:pt x="2083" y="1925"/>
                  </a:cubicBezTo>
                  <a:cubicBezTo>
                    <a:pt x="2083" y="1537"/>
                    <a:pt x="2317" y="1185"/>
                    <a:pt x="2677" y="1038"/>
                  </a:cubicBezTo>
                  <a:cubicBezTo>
                    <a:pt x="2797" y="988"/>
                    <a:pt x="2922" y="964"/>
                    <a:pt x="3046" y="964"/>
                  </a:cubicBezTo>
                  <a:close/>
                  <a:moveTo>
                    <a:pt x="3045" y="3843"/>
                  </a:moveTo>
                  <a:cubicBezTo>
                    <a:pt x="4135" y="3843"/>
                    <a:pt x="5040" y="4684"/>
                    <a:pt x="5122" y="5772"/>
                  </a:cubicBezTo>
                  <a:lnTo>
                    <a:pt x="967" y="5772"/>
                  </a:lnTo>
                  <a:cubicBezTo>
                    <a:pt x="1049" y="4684"/>
                    <a:pt x="1954" y="3843"/>
                    <a:pt x="3045" y="3843"/>
                  </a:cubicBezTo>
                  <a:close/>
                  <a:moveTo>
                    <a:pt x="3045" y="1"/>
                  </a:moveTo>
                  <a:cubicBezTo>
                    <a:pt x="2279" y="1"/>
                    <a:pt x="1588" y="453"/>
                    <a:pt x="1282" y="1155"/>
                  </a:cubicBezTo>
                  <a:cubicBezTo>
                    <a:pt x="976" y="1856"/>
                    <a:pt x="1115" y="2672"/>
                    <a:pt x="1636" y="3233"/>
                  </a:cubicBezTo>
                  <a:cubicBezTo>
                    <a:pt x="632" y="3759"/>
                    <a:pt x="0" y="4798"/>
                    <a:pt x="0" y="5932"/>
                  </a:cubicBezTo>
                  <a:lnTo>
                    <a:pt x="0" y="6252"/>
                  </a:lnTo>
                  <a:cubicBezTo>
                    <a:pt x="0" y="6518"/>
                    <a:pt x="216" y="6733"/>
                    <a:pt x="481" y="6733"/>
                  </a:cubicBezTo>
                  <a:lnTo>
                    <a:pt x="5609" y="6733"/>
                  </a:lnTo>
                  <a:cubicBezTo>
                    <a:pt x="5874" y="6733"/>
                    <a:pt x="6090" y="6518"/>
                    <a:pt x="6090" y="6252"/>
                  </a:cubicBezTo>
                  <a:lnTo>
                    <a:pt x="6090" y="5932"/>
                  </a:lnTo>
                  <a:cubicBezTo>
                    <a:pt x="6088" y="4798"/>
                    <a:pt x="5458" y="3759"/>
                    <a:pt x="4454" y="3233"/>
                  </a:cubicBezTo>
                  <a:cubicBezTo>
                    <a:pt x="4974" y="2672"/>
                    <a:pt x="5114" y="1856"/>
                    <a:pt x="4808" y="1155"/>
                  </a:cubicBezTo>
                  <a:cubicBezTo>
                    <a:pt x="4502" y="453"/>
                    <a:pt x="3809" y="1"/>
                    <a:pt x="304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3" name="Google Shape;4893;p55"/>
            <p:cNvSpPr/>
            <p:nvPr/>
          </p:nvSpPr>
          <p:spPr>
            <a:xfrm>
              <a:off x="6466625" y="4147250"/>
              <a:ext cx="152300" cy="168375"/>
            </a:xfrm>
            <a:custGeom>
              <a:rect b="b" l="l" r="r" t="t"/>
              <a:pathLst>
                <a:path extrusionOk="0" h="6735" w="6092">
                  <a:moveTo>
                    <a:pt x="3047" y="964"/>
                  </a:moveTo>
                  <a:cubicBezTo>
                    <a:pt x="3297" y="964"/>
                    <a:pt x="3542" y="1061"/>
                    <a:pt x="3726" y="1245"/>
                  </a:cubicBezTo>
                  <a:cubicBezTo>
                    <a:pt x="4002" y="1521"/>
                    <a:pt x="4084" y="1934"/>
                    <a:pt x="3934" y="2294"/>
                  </a:cubicBezTo>
                  <a:cubicBezTo>
                    <a:pt x="3786" y="2653"/>
                    <a:pt x="3435" y="2887"/>
                    <a:pt x="3047" y="2887"/>
                  </a:cubicBezTo>
                  <a:cubicBezTo>
                    <a:pt x="2515" y="2887"/>
                    <a:pt x="2085" y="2457"/>
                    <a:pt x="2085" y="1926"/>
                  </a:cubicBezTo>
                  <a:cubicBezTo>
                    <a:pt x="2085" y="1537"/>
                    <a:pt x="2319" y="1185"/>
                    <a:pt x="2678" y="1037"/>
                  </a:cubicBezTo>
                  <a:cubicBezTo>
                    <a:pt x="2797" y="988"/>
                    <a:pt x="2923" y="964"/>
                    <a:pt x="3047" y="964"/>
                  </a:cubicBezTo>
                  <a:close/>
                  <a:moveTo>
                    <a:pt x="3045" y="3845"/>
                  </a:moveTo>
                  <a:cubicBezTo>
                    <a:pt x="4136" y="3845"/>
                    <a:pt x="5041" y="4685"/>
                    <a:pt x="5123" y="5772"/>
                  </a:cubicBezTo>
                  <a:lnTo>
                    <a:pt x="969" y="5772"/>
                  </a:lnTo>
                  <a:cubicBezTo>
                    <a:pt x="1049" y="4685"/>
                    <a:pt x="1956" y="3845"/>
                    <a:pt x="3045" y="3845"/>
                  </a:cubicBezTo>
                  <a:close/>
                  <a:moveTo>
                    <a:pt x="3047" y="1"/>
                  </a:moveTo>
                  <a:cubicBezTo>
                    <a:pt x="2281" y="1"/>
                    <a:pt x="1588" y="455"/>
                    <a:pt x="1284" y="1156"/>
                  </a:cubicBezTo>
                  <a:cubicBezTo>
                    <a:pt x="978" y="1858"/>
                    <a:pt x="1117" y="2673"/>
                    <a:pt x="1638" y="3233"/>
                  </a:cubicBezTo>
                  <a:cubicBezTo>
                    <a:pt x="633" y="3758"/>
                    <a:pt x="2" y="4798"/>
                    <a:pt x="1" y="5932"/>
                  </a:cubicBezTo>
                  <a:lnTo>
                    <a:pt x="1" y="6252"/>
                  </a:lnTo>
                  <a:cubicBezTo>
                    <a:pt x="1" y="6517"/>
                    <a:pt x="216" y="6734"/>
                    <a:pt x="483" y="6734"/>
                  </a:cubicBezTo>
                  <a:lnTo>
                    <a:pt x="5611" y="6734"/>
                  </a:lnTo>
                  <a:cubicBezTo>
                    <a:pt x="5876" y="6734"/>
                    <a:pt x="6091" y="6517"/>
                    <a:pt x="6091" y="6252"/>
                  </a:cubicBezTo>
                  <a:lnTo>
                    <a:pt x="6091" y="5933"/>
                  </a:lnTo>
                  <a:cubicBezTo>
                    <a:pt x="6090" y="4798"/>
                    <a:pt x="5460" y="3758"/>
                    <a:pt x="4454" y="3234"/>
                  </a:cubicBezTo>
                  <a:lnTo>
                    <a:pt x="4454" y="3233"/>
                  </a:lnTo>
                  <a:cubicBezTo>
                    <a:pt x="4976" y="2673"/>
                    <a:pt x="5115" y="1858"/>
                    <a:pt x="4810" y="1156"/>
                  </a:cubicBezTo>
                  <a:cubicBezTo>
                    <a:pt x="4504" y="455"/>
                    <a:pt x="3811" y="1"/>
                    <a:pt x="30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4" name="Google Shape;4894;p55"/>
            <p:cNvSpPr/>
            <p:nvPr/>
          </p:nvSpPr>
          <p:spPr>
            <a:xfrm>
              <a:off x="6208625" y="4147250"/>
              <a:ext cx="152300" cy="168375"/>
            </a:xfrm>
            <a:custGeom>
              <a:rect b="b" l="l" r="r" t="t"/>
              <a:pathLst>
                <a:path extrusionOk="0" h="6735" w="6092">
                  <a:moveTo>
                    <a:pt x="3046" y="964"/>
                  </a:moveTo>
                  <a:cubicBezTo>
                    <a:pt x="3296" y="964"/>
                    <a:pt x="3542" y="1061"/>
                    <a:pt x="3725" y="1245"/>
                  </a:cubicBezTo>
                  <a:cubicBezTo>
                    <a:pt x="4000" y="1521"/>
                    <a:pt x="4082" y="1934"/>
                    <a:pt x="3934" y="2294"/>
                  </a:cubicBezTo>
                  <a:cubicBezTo>
                    <a:pt x="3785" y="2653"/>
                    <a:pt x="3435" y="2887"/>
                    <a:pt x="3045" y="2887"/>
                  </a:cubicBezTo>
                  <a:cubicBezTo>
                    <a:pt x="2515" y="2887"/>
                    <a:pt x="2085" y="2457"/>
                    <a:pt x="2083" y="1926"/>
                  </a:cubicBezTo>
                  <a:cubicBezTo>
                    <a:pt x="2083" y="1537"/>
                    <a:pt x="2317" y="1185"/>
                    <a:pt x="2678" y="1037"/>
                  </a:cubicBezTo>
                  <a:cubicBezTo>
                    <a:pt x="2797" y="988"/>
                    <a:pt x="2922" y="964"/>
                    <a:pt x="3046" y="964"/>
                  </a:cubicBezTo>
                  <a:close/>
                  <a:moveTo>
                    <a:pt x="3045" y="3845"/>
                  </a:moveTo>
                  <a:cubicBezTo>
                    <a:pt x="4135" y="3845"/>
                    <a:pt x="5041" y="4685"/>
                    <a:pt x="5122" y="5772"/>
                  </a:cubicBezTo>
                  <a:lnTo>
                    <a:pt x="967" y="5772"/>
                  </a:lnTo>
                  <a:cubicBezTo>
                    <a:pt x="1049" y="4685"/>
                    <a:pt x="1954" y="3845"/>
                    <a:pt x="3045" y="3845"/>
                  </a:cubicBezTo>
                  <a:close/>
                  <a:moveTo>
                    <a:pt x="3045" y="1"/>
                  </a:moveTo>
                  <a:cubicBezTo>
                    <a:pt x="2281" y="1"/>
                    <a:pt x="1588" y="455"/>
                    <a:pt x="1282" y="1156"/>
                  </a:cubicBezTo>
                  <a:cubicBezTo>
                    <a:pt x="976" y="1858"/>
                    <a:pt x="1117" y="2673"/>
                    <a:pt x="1636" y="3234"/>
                  </a:cubicBezTo>
                  <a:cubicBezTo>
                    <a:pt x="632" y="3758"/>
                    <a:pt x="1" y="4798"/>
                    <a:pt x="1" y="5933"/>
                  </a:cubicBezTo>
                  <a:lnTo>
                    <a:pt x="1" y="6252"/>
                  </a:lnTo>
                  <a:cubicBezTo>
                    <a:pt x="1" y="6519"/>
                    <a:pt x="216" y="6734"/>
                    <a:pt x="481" y="6734"/>
                  </a:cubicBezTo>
                  <a:lnTo>
                    <a:pt x="5611" y="6734"/>
                  </a:lnTo>
                  <a:cubicBezTo>
                    <a:pt x="5876" y="6734"/>
                    <a:pt x="6091" y="6519"/>
                    <a:pt x="6091" y="6252"/>
                  </a:cubicBezTo>
                  <a:lnTo>
                    <a:pt x="6090" y="6252"/>
                  </a:lnTo>
                  <a:lnTo>
                    <a:pt x="6090" y="5933"/>
                  </a:lnTo>
                  <a:cubicBezTo>
                    <a:pt x="6090" y="4798"/>
                    <a:pt x="5459" y="3758"/>
                    <a:pt x="4454" y="3234"/>
                  </a:cubicBezTo>
                  <a:cubicBezTo>
                    <a:pt x="4975" y="2673"/>
                    <a:pt x="5115" y="1858"/>
                    <a:pt x="4808" y="1156"/>
                  </a:cubicBezTo>
                  <a:cubicBezTo>
                    <a:pt x="4502" y="455"/>
                    <a:pt x="3811" y="1"/>
                    <a:pt x="304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5" name="Google Shape;4895;p55"/>
            <p:cNvSpPr/>
            <p:nvPr/>
          </p:nvSpPr>
          <p:spPr>
            <a:xfrm>
              <a:off x="6357425" y="4151350"/>
              <a:ext cx="113625" cy="88225"/>
            </a:xfrm>
            <a:custGeom>
              <a:rect b="b" l="l" r="r" t="t"/>
              <a:pathLst>
                <a:path extrusionOk="0" h="3529" w="4545">
                  <a:moveTo>
                    <a:pt x="2734" y="1"/>
                  </a:moveTo>
                  <a:cubicBezTo>
                    <a:pt x="2611" y="1"/>
                    <a:pt x="2488" y="48"/>
                    <a:pt x="2395" y="141"/>
                  </a:cubicBezTo>
                  <a:cubicBezTo>
                    <a:pt x="2207" y="329"/>
                    <a:pt x="2207" y="633"/>
                    <a:pt x="2395" y="821"/>
                  </a:cubicBezTo>
                  <a:lnTo>
                    <a:pt x="2856" y="1282"/>
                  </a:lnTo>
                  <a:lnTo>
                    <a:pt x="491" y="1282"/>
                  </a:lnTo>
                  <a:cubicBezTo>
                    <a:pt x="488" y="1282"/>
                    <a:pt x="485" y="1282"/>
                    <a:pt x="483" y="1282"/>
                  </a:cubicBezTo>
                  <a:cubicBezTo>
                    <a:pt x="217" y="1282"/>
                    <a:pt x="0" y="1497"/>
                    <a:pt x="0" y="1762"/>
                  </a:cubicBezTo>
                  <a:cubicBezTo>
                    <a:pt x="0" y="2029"/>
                    <a:pt x="217" y="2244"/>
                    <a:pt x="483" y="2244"/>
                  </a:cubicBezTo>
                  <a:cubicBezTo>
                    <a:pt x="485" y="2244"/>
                    <a:pt x="488" y="2244"/>
                    <a:pt x="491" y="2244"/>
                  </a:cubicBezTo>
                  <a:lnTo>
                    <a:pt x="491" y="2243"/>
                  </a:lnTo>
                  <a:lnTo>
                    <a:pt x="2856" y="2243"/>
                  </a:lnTo>
                  <a:lnTo>
                    <a:pt x="2395" y="2704"/>
                  </a:lnTo>
                  <a:cubicBezTo>
                    <a:pt x="2203" y="2892"/>
                    <a:pt x="2201" y="3198"/>
                    <a:pt x="2390" y="3388"/>
                  </a:cubicBezTo>
                  <a:cubicBezTo>
                    <a:pt x="2485" y="3482"/>
                    <a:pt x="2608" y="3529"/>
                    <a:pt x="2731" y="3529"/>
                  </a:cubicBezTo>
                  <a:cubicBezTo>
                    <a:pt x="2856" y="3529"/>
                    <a:pt x="2980" y="3480"/>
                    <a:pt x="3074" y="3384"/>
                  </a:cubicBezTo>
                  <a:lnTo>
                    <a:pt x="4356" y="2102"/>
                  </a:lnTo>
                  <a:cubicBezTo>
                    <a:pt x="4544" y="1915"/>
                    <a:pt x="4544" y="1610"/>
                    <a:pt x="4356" y="1423"/>
                  </a:cubicBezTo>
                  <a:lnTo>
                    <a:pt x="3074" y="141"/>
                  </a:lnTo>
                  <a:cubicBezTo>
                    <a:pt x="2980" y="48"/>
                    <a:pt x="2857" y="1"/>
                    <a:pt x="273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6" name="Google Shape;4896;p55"/>
            <p:cNvSpPr/>
            <p:nvPr/>
          </p:nvSpPr>
          <p:spPr>
            <a:xfrm>
              <a:off x="6250375" y="4345400"/>
              <a:ext cx="87475" cy="86300"/>
            </a:xfrm>
            <a:custGeom>
              <a:rect b="b" l="l" r="r" t="t"/>
              <a:pathLst>
                <a:path extrusionOk="0" h="3452" w="3499">
                  <a:moveTo>
                    <a:pt x="482" y="0"/>
                  </a:moveTo>
                  <a:cubicBezTo>
                    <a:pt x="215" y="0"/>
                    <a:pt x="0" y="216"/>
                    <a:pt x="0" y="481"/>
                  </a:cubicBezTo>
                  <a:lnTo>
                    <a:pt x="0" y="2295"/>
                  </a:lnTo>
                  <a:cubicBezTo>
                    <a:pt x="6" y="2556"/>
                    <a:pt x="220" y="2765"/>
                    <a:pt x="482" y="2765"/>
                  </a:cubicBezTo>
                  <a:cubicBezTo>
                    <a:pt x="744" y="2765"/>
                    <a:pt x="958" y="2556"/>
                    <a:pt x="962" y="2295"/>
                  </a:cubicBezTo>
                  <a:lnTo>
                    <a:pt x="962" y="1642"/>
                  </a:lnTo>
                  <a:lnTo>
                    <a:pt x="2635" y="3314"/>
                  </a:lnTo>
                  <a:cubicBezTo>
                    <a:pt x="2728" y="3406"/>
                    <a:pt x="2849" y="3451"/>
                    <a:pt x="2970" y="3451"/>
                  </a:cubicBezTo>
                  <a:cubicBezTo>
                    <a:pt x="3093" y="3451"/>
                    <a:pt x="3217" y="3404"/>
                    <a:pt x="3311" y="3310"/>
                  </a:cubicBezTo>
                  <a:cubicBezTo>
                    <a:pt x="3497" y="3124"/>
                    <a:pt x="3499" y="2822"/>
                    <a:pt x="3314" y="2635"/>
                  </a:cubicBezTo>
                  <a:lnTo>
                    <a:pt x="1642" y="962"/>
                  </a:lnTo>
                  <a:lnTo>
                    <a:pt x="2295" y="962"/>
                  </a:lnTo>
                  <a:cubicBezTo>
                    <a:pt x="2557" y="957"/>
                    <a:pt x="2766" y="743"/>
                    <a:pt x="2766" y="481"/>
                  </a:cubicBezTo>
                  <a:cubicBezTo>
                    <a:pt x="2766" y="219"/>
                    <a:pt x="2557" y="5"/>
                    <a:pt x="229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7" name="Google Shape;4897;p55"/>
            <p:cNvSpPr/>
            <p:nvPr/>
          </p:nvSpPr>
          <p:spPr>
            <a:xfrm>
              <a:off x="6490750" y="4345400"/>
              <a:ext cx="87575" cy="86400"/>
            </a:xfrm>
            <a:custGeom>
              <a:rect b="b" l="l" r="r" t="t"/>
              <a:pathLst>
                <a:path extrusionOk="0" h="3456" w="3503">
                  <a:moveTo>
                    <a:pt x="2975" y="1"/>
                  </a:moveTo>
                  <a:cubicBezTo>
                    <a:pt x="2852" y="1"/>
                    <a:pt x="2729" y="48"/>
                    <a:pt x="2635" y="142"/>
                  </a:cubicBezTo>
                  <a:lnTo>
                    <a:pt x="2637" y="141"/>
                  </a:lnTo>
                  <a:lnTo>
                    <a:pt x="963" y="1815"/>
                  </a:lnTo>
                  <a:lnTo>
                    <a:pt x="963" y="1162"/>
                  </a:lnTo>
                  <a:cubicBezTo>
                    <a:pt x="959" y="899"/>
                    <a:pt x="745" y="690"/>
                    <a:pt x="483" y="690"/>
                  </a:cubicBezTo>
                  <a:cubicBezTo>
                    <a:pt x="220" y="690"/>
                    <a:pt x="7" y="899"/>
                    <a:pt x="1" y="1162"/>
                  </a:cubicBezTo>
                  <a:lnTo>
                    <a:pt x="1" y="2975"/>
                  </a:lnTo>
                  <a:cubicBezTo>
                    <a:pt x="1" y="3240"/>
                    <a:pt x="216" y="3455"/>
                    <a:pt x="483" y="3455"/>
                  </a:cubicBezTo>
                  <a:lnTo>
                    <a:pt x="2294" y="3455"/>
                  </a:lnTo>
                  <a:cubicBezTo>
                    <a:pt x="2298" y="3455"/>
                    <a:pt x="2301" y="3455"/>
                    <a:pt x="2305" y="3455"/>
                  </a:cubicBezTo>
                  <a:cubicBezTo>
                    <a:pt x="2569" y="3455"/>
                    <a:pt x="2785" y="3241"/>
                    <a:pt x="2785" y="2975"/>
                  </a:cubicBezTo>
                  <a:cubicBezTo>
                    <a:pt x="2785" y="2709"/>
                    <a:pt x="2569" y="2494"/>
                    <a:pt x="2305" y="2494"/>
                  </a:cubicBezTo>
                  <a:cubicBezTo>
                    <a:pt x="2301" y="2494"/>
                    <a:pt x="2298" y="2494"/>
                    <a:pt x="2294" y="2494"/>
                  </a:cubicBezTo>
                  <a:lnTo>
                    <a:pt x="1642" y="2494"/>
                  </a:lnTo>
                  <a:lnTo>
                    <a:pt x="3315" y="822"/>
                  </a:lnTo>
                  <a:cubicBezTo>
                    <a:pt x="3502" y="634"/>
                    <a:pt x="3502" y="330"/>
                    <a:pt x="3315" y="142"/>
                  </a:cubicBezTo>
                  <a:cubicBezTo>
                    <a:pt x="3221" y="48"/>
                    <a:pt x="3098" y="1"/>
                    <a:pt x="297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898" name="Google Shape;4898;p55"/>
          <p:cNvSpPr/>
          <p:nvPr/>
        </p:nvSpPr>
        <p:spPr>
          <a:xfrm>
            <a:off x="7808626" y="3994921"/>
            <a:ext cx="354806" cy="354849"/>
          </a:xfrm>
          <a:custGeom>
            <a:rect b="b" l="l" r="r" t="t"/>
            <a:pathLst>
              <a:path extrusionOk="0" h="16413" w="16411">
                <a:moveTo>
                  <a:pt x="8204" y="963"/>
                </a:moveTo>
                <a:cubicBezTo>
                  <a:pt x="8455" y="963"/>
                  <a:pt x="8701" y="1061"/>
                  <a:pt x="8885" y="1245"/>
                </a:cubicBezTo>
                <a:cubicBezTo>
                  <a:pt x="9160" y="1521"/>
                  <a:pt x="9242" y="1934"/>
                  <a:pt x="9094" y="2292"/>
                </a:cubicBezTo>
                <a:cubicBezTo>
                  <a:pt x="8945" y="2653"/>
                  <a:pt x="8595" y="2887"/>
                  <a:pt x="8206" y="2887"/>
                </a:cubicBezTo>
                <a:cubicBezTo>
                  <a:pt x="7675" y="2885"/>
                  <a:pt x="7245" y="2455"/>
                  <a:pt x="7243" y="1925"/>
                </a:cubicBezTo>
                <a:cubicBezTo>
                  <a:pt x="7243" y="1535"/>
                  <a:pt x="7478" y="1185"/>
                  <a:pt x="7838" y="1036"/>
                </a:cubicBezTo>
                <a:cubicBezTo>
                  <a:pt x="7956" y="987"/>
                  <a:pt x="8081" y="963"/>
                  <a:pt x="8204" y="963"/>
                </a:cubicBezTo>
                <a:close/>
                <a:moveTo>
                  <a:pt x="8206" y="3848"/>
                </a:moveTo>
                <a:cubicBezTo>
                  <a:pt x="9294" y="3849"/>
                  <a:pt x="10197" y="4687"/>
                  <a:pt x="10284" y="5770"/>
                </a:cubicBezTo>
                <a:lnTo>
                  <a:pt x="6127" y="5770"/>
                </a:lnTo>
                <a:cubicBezTo>
                  <a:pt x="6212" y="4687"/>
                  <a:pt x="7117" y="3849"/>
                  <a:pt x="8206" y="3848"/>
                </a:cubicBezTo>
                <a:close/>
                <a:moveTo>
                  <a:pt x="13365" y="10643"/>
                </a:moveTo>
                <a:cubicBezTo>
                  <a:pt x="13616" y="10643"/>
                  <a:pt x="13862" y="10741"/>
                  <a:pt x="14046" y="10924"/>
                </a:cubicBezTo>
                <a:cubicBezTo>
                  <a:pt x="14321" y="11199"/>
                  <a:pt x="14403" y="11614"/>
                  <a:pt x="14254" y="11972"/>
                </a:cubicBezTo>
                <a:cubicBezTo>
                  <a:pt x="14106" y="12331"/>
                  <a:pt x="13754" y="12565"/>
                  <a:pt x="13366" y="12565"/>
                </a:cubicBezTo>
                <a:cubicBezTo>
                  <a:pt x="12835" y="12565"/>
                  <a:pt x="12406" y="12135"/>
                  <a:pt x="12404" y="11605"/>
                </a:cubicBezTo>
                <a:cubicBezTo>
                  <a:pt x="12404" y="11215"/>
                  <a:pt x="12638" y="10865"/>
                  <a:pt x="12997" y="10716"/>
                </a:cubicBezTo>
                <a:cubicBezTo>
                  <a:pt x="13116" y="10666"/>
                  <a:pt x="13241" y="10643"/>
                  <a:pt x="13365" y="10643"/>
                </a:cubicBezTo>
                <a:close/>
                <a:moveTo>
                  <a:pt x="3045" y="10643"/>
                </a:moveTo>
                <a:cubicBezTo>
                  <a:pt x="3576" y="10644"/>
                  <a:pt x="4005" y="11073"/>
                  <a:pt x="4007" y="11605"/>
                </a:cubicBezTo>
                <a:cubicBezTo>
                  <a:pt x="4007" y="11993"/>
                  <a:pt x="3773" y="12344"/>
                  <a:pt x="3414" y="12492"/>
                </a:cubicBezTo>
                <a:cubicBezTo>
                  <a:pt x="3294" y="12542"/>
                  <a:pt x="3169" y="12566"/>
                  <a:pt x="3045" y="12566"/>
                </a:cubicBezTo>
                <a:cubicBezTo>
                  <a:pt x="2795" y="12566"/>
                  <a:pt x="2549" y="12468"/>
                  <a:pt x="2365" y="12284"/>
                </a:cubicBezTo>
                <a:cubicBezTo>
                  <a:pt x="2090" y="12009"/>
                  <a:pt x="2008" y="11596"/>
                  <a:pt x="2157" y="11236"/>
                </a:cubicBezTo>
                <a:cubicBezTo>
                  <a:pt x="2305" y="10877"/>
                  <a:pt x="2657" y="10643"/>
                  <a:pt x="3045" y="10643"/>
                </a:cubicBezTo>
                <a:close/>
                <a:moveTo>
                  <a:pt x="3045" y="13523"/>
                </a:moveTo>
                <a:cubicBezTo>
                  <a:pt x="4134" y="13523"/>
                  <a:pt x="5041" y="14364"/>
                  <a:pt x="5123" y="15450"/>
                </a:cubicBezTo>
                <a:lnTo>
                  <a:pt x="967" y="15450"/>
                </a:lnTo>
                <a:cubicBezTo>
                  <a:pt x="1049" y="14364"/>
                  <a:pt x="1955" y="13523"/>
                  <a:pt x="3045" y="13523"/>
                </a:cubicBezTo>
                <a:close/>
                <a:moveTo>
                  <a:pt x="13365" y="13523"/>
                </a:moveTo>
                <a:cubicBezTo>
                  <a:pt x="14456" y="13523"/>
                  <a:pt x="15361" y="14364"/>
                  <a:pt x="15443" y="15450"/>
                </a:cubicBezTo>
                <a:lnTo>
                  <a:pt x="11288" y="15450"/>
                </a:lnTo>
                <a:cubicBezTo>
                  <a:pt x="11369" y="14364"/>
                  <a:pt x="12275" y="13523"/>
                  <a:pt x="13365" y="13523"/>
                </a:cubicBezTo>
                <a:close/>
                <a:moveTo>
                  <a:pt x="8206" y="0"/>
                </a:moveTo>
                <a:cubicBezTo>
                  <a:pt x="7441" y="0"/>
                  <a:pt x="6748" y="454"/>
                  <a:pt x="6442" y="1154"/>
                </a:cubicBezTo>
                <a:cubicBezTo>
                  <a:pt x="6136" y="1856"/>
                  <a:pt x="6275" y="2673"/>
                  <a:pt x="6797" y="3232"/>
                </a:cubicBezTo>
                <a:cubicBezTo>
                  <a:pt x="5792" y="3758"/>
                  <a:pt x="5161" y="4798"/>
                  <a:pt x="5161" y="5931"/>
                </a:cubicBezTo>
                <a:lnTo>
                  <a:pt x="5161" y="6252"/>
                </a:lnTo>
                <a:cubicBezTo>
                  <a:pt x="5161" y="6517"/>
                  <a:pt x="5376" y="6733"/>
                  <a:pt x="5641" y="6733"/>
                </a:cubicBezTo>
                <a:lnTo>
                  <a:pt x="7725" y="6733"/>
                </a:lnTo>
                <a:lnTo>
                  <a:pt x="7725" y="7758"/>
                </a:lnTo>
                <a:lnTo>
                  <a:pt x="3046" y="7758"/>
                </a:lnTo>
                <a:cubicBezTo>
                  <a:pt x="2780" y="7758"/>
                  <a:pt x="2564" y="7973"/>
                  <a:pt x="2564" y="8239"/>
                </a:cubicBezTo>
                <a:lnTo>
                  <a:pt x="2564" y="9742"/>
                </a:lnTo>
                <a:cubicBezTo>
                  <a:pt x="1908" y="9912"/>
                  <a:pt x="1390" y="10414"/>
                  <a:pt x="1200" y="11064"/>
                </a:cubicBezTo>
                <a:cubicBezTo>
                  <a:pt x="1009" y="11713"/>
                  <a:pt x="1176" y="12416"/>
                  <a:pt x="1637" y="12913"/>
                </a:cubicBezTo>
                <a:cubicBezTo>
                  <a:pt x="631" y="13437"/>
                  <a:pt x="2" y="14477"/>
                  <a:pt x="0" y="15612"/>
                </a:cubicBezTo>
                <a:lnTo>
                  <a:pt x="0" y="15932"/>
                </a:lnTo>
                <a:cubicBezTo>
                  <a:pt x="0" y="16197"/>
                  <a:pt x="215" y="16413"/>
                  <a:pt x="482" y="16413"/>
                </a:cubicBezTo>
                <a:lnTo>
                  <a:pt x="5609" y="16413"/>
                </a:lnTo>
                <a:cubicBezTo>
                  <a:pt x="5876" y="16413"/>
                  <a:pt x="6091" y="16197"/>
                  <a:pt x="6091" y="15932"/>
                </a:cubicBezTo>
                <a:lnTo>
                  <a:pt x="6091" y="15612"/>
                </a:lnTo>
                <a:cubicBezTo>
                  <a:pt x="6089" y="14477"/>
                  <a:pt x="5460" y="13437"/>
                  <a:pt x="4454" y="12913"/>
                </a:cubicBezTo>
                <a:cubicBezTo>
                  <a:pt x="4915" y="12416"/>
                  <a:pt x="5082" y="11713"/>
                  <a:pt x="4891" y="11063"/>
                </a:cubicBezTo>
                <a:cubicBezTo>
                  <a:pt x="4701" y="10414"/>
                  <a:pt x="4183" y="9912"/>
                  <a:pt x="3527" y="9742"/>
                </a:cubicBezTo>
                <a:lnTo>
                  <a:pt x="3527" y="8720"/>
                </a:lnTo>
                <a:lnTo>
                  <a:pt x="12886" y="8720"/>
                </a:lnTo>
                <a:lnTo>
                  <a:pt x="12886" y="9742"/>
                </a:lnTo>
                <a:cubicBezTo>
                  <a:pt x="12230" y="9912"/>
                  <a:pt x="11711" y="10414"/>
                  <a:pt x="11521" y="11063"/>
                </a:cubicBezTo>
                <a:cubicBezTo>
                  <a:pt x="11331" y="11713"/>
                  <a:pt x="11496" y="12416"/>
                  <a:pt x="11957" y="12913"/>
                </a:cubicBezTo>
                <a:cubicBezTo>
                  <a:pt x="10953" y="13437"/>
                  <a:pt x="10322" y="14477"/>
                  <a:pt x="10322" y="15612"/>
                </a:cubicBezTo>
                <a:lnTo>
                  <a:pt x="10322" y="15932"/>
                </a:lnTo>
                <a:cubicBezTo>
                  <a:pt x="10322" y="16197"/>
                  <a:pt x="10537" y="16413"/>
                  <a:pt x="10802" y="16413"/>
                </a:cubicBezTo>
                <a:lnTo>
                  <a:pt x="15931" y="16413"/>
                </a:lnTo>
                <a:cubicBezTo>
                  <a:pt x="16196" y="16413"/>
                  <a:pt x="16411" y="16197"/>
                  <a:pt x="16411" y="15932"/>
                </a:cubicBezTo>
                <a:lnTo>
                  <a:pt x="16411" y="15612"/>
                </a:lnTo>
                <a:cubicBezTo>
                  <a:pt x="16411" y="14477"/>
                  <a:pt x="15780" y="13437"/>
                  <a:pt x="14775" y="12913"/>
                </a:cubicBezTo>
                <a:cubicBezTo>
                  <a:pt x="15235" y="12416"/>
                  <a:pt x="15402" y="11713"/>
                  <a:pt x="15212" y="11064"/>
                </a:cubicBezTo>
                <a:cubicBezTo>
                  <a:pt x="15021" y="10414"/>
                  <a:pt x="14503" y="9912"/>
                  <a:pt x="13847" y="9742"/>
                </a:cubicBezTo>
                <a:lnTo>
                  <a:pt x="13847" y="8239"/>
                </a:lnTo>
                <a:cubicBezTo>
                  <a:pt x="13847" y="7973"/>
                  <a:pt x="13631" y="7758"/>
                  <a:pt x="13366" y="7758"/>
                </a:cubicBezTo>
                <a:lnTo>
                  <a:pt x="8686" y="7758"/>
                </a:lnTo>
                <a:lnTo>
                  <a:pt x="8686" y="6733"/>
                </a:lnTo>
                <a:lnTo>
                  <a:pt x="10770" y="6733"/>
                </a:lnTo>
                <a:cubicBezTo>
                  <a:pt x="11035" y="6733"/>
                  <a:pt x="11250" y="6517"/>
                  <a:pt x="11250" y="6252"/>
                </a:cubicBezTo>
                <a:lnTo>
                  <a:pt x="11250" y="5931"/>
                </a:lnTo>
                <a:cubicBezTo>
                  <a:pt x="11250" y="4798"/>
                  <a:pt x="10619" y="3758"/>
                  <a:pt x="9614" y="3232"/>
                </a:cubicBezTo>
                <a:cubicBezTo>
                  <a:pt x="10136" y="2673"/>
                  <a:pt x="10275" y="1856"/>
                  <a:pt x="9969" y="1154"/>
                </a:cubicBezTo>
                <a:cubicBezTo>
                  <a:pt x="9663" y="454"/>
                  <a:pt x="8970" y="0"/>
                  <a:pt x="8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899" name="Google Shape;4899;p55"/>
          <p:cNvGrpSpPr/>
          <p:nvPr/>
        </p:nvGrpSpPr>
        <p:grpSpPr>
          <a:xfrm>
            <a:off x="1010610" y="1765577"/>
            <a:ext cx="354827" cy="354957"/>
            <a:chOff x="7398250" y="4162700"/>
            <a:chExt cx="410300" cy="410450"/>
          </a:xfrm>
        </p:grpSpPr>
        <p:sp>
          <p:nvSpPr>
            <p:cNvPr id="4900" name="Google Shape;4900;p55"/>
            <p:cNvSpPr/>
            <p:nvPr/>
          </p:nvSpPr>
          <p:spPr>
            <a:xfrm>
              <a:off x="7398250" y="4162700"/>
              <a:ext cx="410300" cy="410450"/>
            </a:xfrm>
            <a:custGeom>
              <a:rect b="b" l="l" r="r" t="t"/>
              <a:pathLst>
                <a:path extrusionOk="0" h="16418" w="16412">
                  <a:moveTo>
                    <a:pt x="4552" y="966"/>
                  </a:moveTo>
                  <a:cubicBezTo>
                    <a:pt x="4876" y="966"/>
                    <a:pt x="5169" y="1161"/>
                    <a:pt x="5292" y="1461"/>
                  </a:cubicBezTo>
                  <a:cubicBezTo>
                    <a:pt x="5416" y="1759"/>
                    <a:pt x="5347" y="2105"/>
                    <a:pt x="5119" y="2334"/>
                  </a:cubicBezTo>
                  <a:cubicBezTo>
                    <a:pt x="4965" y="2487"/>
                    <a:pt x="4760" y="2569"/>
                    <a:pt x="4552" y="2569"/>
                  </a:cubicBezTo>
                  <a:cubicBezTo>
                    <a:pt x="4448" y="2569"/>
                    <a:pt x="4344" y="2549"/>
                    <a:pt x="4245" y="2508"/>
                  </a:cubicBezTo>
                  <a:cubicBezTo>
                    <a:pt x="3946" y="2383"/>
                    <a:pt x="3750" y="2090"/>
                    <a:pt x="3750" y="1767"/>
                  </a:cubicBezTo>
                  <a:cubicBezTo>
                    <a:pt x="3751" y="1325"/>
                    <a:pt x="4110" y="966"/>
                    <a:pt x="4552" y="966"/>
                  </a:cubicBezTo>
                  <a:close/>
                  <a:moveTo>
                    <a:pt x="11860" y="966"/>
                  </a:moveTo>
                  <a:cubicBezTo>
                    <a:pt x="12184" y="966"/>
                    <a:pt x="12476" y="1161"/>
                    <a:pt x="12599" y="1461"/>
                  </a:cubicBezTo>
                  <a:cubicBezTo>
                    <a:pt x="12724" y="1759"/>
                    <a:pt x="12655" y="2105"/>
                    <a:pt x="12427" y="2334"/>
                  </a:cubicBezTo>
                  <a:cubicBezTo>
                    <a:pt x="12273" y="2487"/>
                    <a:pt x="12068" y="2569"/>
                    <a:pt x="11859" y="2569"/>
                  </a:cubicBezTo>
                  <a:cubicBezTo>
                    <a:pt x="11756" y="2569"/>
                    <a:pt x="11652" y="2549"/>
                    <a:pt x="11552" y="2508"/>
                  </a:cubicBezTo>
                  <a:cubicBezTo>
                    <a:pt x="11254" y="2383"/>
                    <a:pt x="11059" y="2090"/>
                    <a:pt x="11059" y="1767"/>
                  </a:cubicBezTo>
                  <a:cubicBezTo>
                    <a:pt x="11059" y="1325"/>
                    <a:pt x="11418" y="966"/>
                    <a:pt x="11860" y="966"/>
                  </a:cubicBezTo>
                  <a:close/>
                  <a:moveTo>
                    <a:pt x="5842" y="2966"/>
                  </a:moveTo>
                  <a:cubicBezTo>
                    <a:pt x="5907" y="3016"/>
                    <a:pt x="5968" y="3070"/>
                    <a:pt x="6025" y="3129"/>
                  </a:cubicBezTo>
                  <a:cubicBezTo>
                    <a:pt x="6320" y="3420"/>
                    <a:pt x="6519" y="3795"/>
                    <a:pt x="6597" y="4204"/>
                  </a:cubicBezTo>
                  <a:lnTo>
                    <a:pt x="2506" y="4204"/>
                  </a:lnTo>
                  <a:cubicBezTo>
                    <a:pt x="2585" y="3795"/>
                    <a:pt x="2785" y="3420"/>
                    <a:pt x="3079" y="3129"/>
                  </a:cubicBezTo>
                  <a:cubicBezTo>
                    <a:pt x="3136" y="3070"/>
                    <a:pt x="3198" y="3016"/>
                    <a:pt x="3262" y="2966"/>
                  </a:cubicBezTo>
                  <a:cubicBezTo>
                    <a:pt x="3610" y="3342"/>
                    <a:pt x="4081" y="3530"/>
                    <a:pt x="4552" y="3530"/>
                  </a:cubicBezTo>
                  <a:cubicBezTo>
                    <a:pt x="5023" y="3530"/>
                    <a:pt x="5495" y="3342"/>
                    <a:pt x="5842" y="2966"/>
                  </a:cubicBezTo>
                  <a:close/>
                  <a:moveTo>
                    <a:pt x="13150" y="2966"/>
                  </a:moveTo>
                  <a:cubicBezTo>
                    <a:pt x="13214" y="3016"/>
                    <a:pt x="13276" y="3070"/>
                    <a:pt x="13333" y="3129"/>
                  </a:cubicBezTo>
                  <a:cubicBezTo>
                    <a:pt x="13627" y="3420"/>
                    <a:pt x="13827" y="3795"/>
                    <a:pt x="13906" y="4204"/>
                  </a:cubicBezTo>
                  <a:lnTo>
                    <a:pt x="9815" y="4204"/>
                  </a:lnTo>
                  <a:cubicBezTo>
                    <a:pt x="9893" y="3795"/>
                    <a:pt x="10092" y="3420"/>
                    <a:pt x="10387" y="3129"/>
                  </a:cubicBezTo>
                  <a:cubicBezTo>
                    <a:pt x="10444" y="3070"/>
                    <a:pt x="10505" y="3016"/>
                    <a:pt x="10570" y="2966"/>
                  </a:cubicBezTo>
                  <a:cubicBezTo>
                    <a:pt x="10917" y="3342"/>
                    <a:pt x="11389" y="3530"/>
                    <a:pt x="11860" y="3530"/>
                  </a:cubicBezTo>
                  <a:cubicBezTo>
                    <a:pt x="12331" y="3530"/>
                    <a:pt x="12802" y="3342"/>
                    <a:pt x="13150" y="2966"/>
                  </a:cubicBezTo>
                  <a:close/>
                  <a:moveTo>
                    <a:pt x="15449" y="5164"/>
                  </a:moveTo>
                  <a:lnTo>
                    <a:pt x="15449" y="11255"/>
                  </a:lnTo>
                  <a:lnTo>
                    <a:pt x="961" y="11255"/>
                  </a:lnTo>
                  <a:lnTo>
                    <a:pt x="961" y="5164"/>
                  </a:lnTo>
                  <a:close/>
                  <a:moveTo>
                    <a:pt x="6595" y="12216"/>
                  </a:moveTo>
                  <a:cubicBezTo>
                    <a:pt x="6517" y="12624"/>
                    <a:pt x="6318" y="12998"/>
                    <a:pt x="6024" y="13291"/>
                  </a:cubicBezTo>
                  <a:lnTo>
                    <a:pt x="6025" y="13291"/>
                  </a:lnTo>
                  <a:cubicBezTo>
                    <a:pt x="5967" y="13348"/>
                    <a:pt x="5905" y="13402"/>
                    <a:pt x="5842" y="13453"/>
                  </a:cubicBezTo>
                  <a:cubicBezTo>
                    <a:pt x="5494" y="13078"/>
                    <a:pt x="5023" y="12890"/>
                    <a:pt x="4551" y="12890"/>
                  </a:cubicBezTo>
                  <a:cubicBezTo>
                    <a:pt x="4080" y="12890"/>
                    <a:pt x="3609" y="13078"/>
                    <a:pt x="3261" y="13453"/>
                  </a:cubicBezTo>
                  <a:cubicBezTo>
                    <a:pt x="3196" y="13402"/>
                    <a:pt x="3136" y="13348"/>
                    <a:pt x="3077" y="13291"/>
                  </a:cubicBezTo>
                  <a:cubicBezTo>
                    <a:pt x="2783" y="12998"/>
                    <a:pt x="2584" y="12624"/>
                    <a:pt x="2506" y="12216"/>
                  </a:cubicBezTo>
                  <a:close/>
                  <a:moveTo>
                    <a:pt x="13904" y="12216"/>
                  </a:moveTo>
                  <a:cubicBezTo>
                    <a:pt x="13825" y="12624"/>
                    <a:pt x="13626" y="12998"/>
                    <a:pt x="13332" y="13291"/>
                  </a:cubicBezTo>
                  <a:lnTo>
                    <a:pt x="13333" y="13291"/>
                  </a:lnTo>
                  <a:cubicBezTo>
                    <a:pt x="13275" y="13348"/>
                    <a:pt x="13214" y="13402"/>
                    <a:pt x="13150" y="13453"/>
                  </a:cubicBezTo>
                  <a:cubicBezTo>
                    <a:pt x="12802" y="13078"/>
                    <a:pt x="12330" y="12890"/>
                    <a:pt x="11859" y="12890"/>
                  </a:cubicBezTo>
                  <a:cubicBezTo>
                    <a:pt x="11388" y="12890"/>
                    <a:pt x="10917" y="13078"/>
                    <a:pt x="10568" y="13453"/>
                  </a:cubicBezTo>
                  <a:cubicBezTo>
                    <a:pt x="10504" y="13402"/>
                    <a:pt x="10444" y="13348"/>
                    <a:pt x="10385" y="13291"/>
                  </a:cubicBezTo>
                  <a:cubicBezTo>
                    <a:pt x="10091" y="12998"/>
                    <a:pt x="9892" y="12624"/>
                    <a:pt x="9814" y="12216"/>
                  </a:cubicBezTo>
                  <a:close/>
                  <a:moveTo>
                    <a:pt x="4552" y="13850"/>
                  </a:moveTo>
                  <a:cubicBezTo>
                    <a:pt x="4655" y="13850"/>
                    <a:pt x="4759" y="13870"/>
                    <a:pt x="4858" y="13912"/>
                  </a:cubicBezTo>
                  <a:cubicBezTo>
                    <a:pt x="5157" y="14036"/>
                    <a:pt x="5353" y="14327"/>
                    <a:pt x="5353" y="14653"/>
                  </a:cubicBezTo>
                  <a:cubicBezTo>
                    <a:pt x="5352" y="15095"/>
                    <a:pt x="4994" y="15452"/>
                    <a:pt x="4552" y="15454"/>
                  </a:cubicBezTo>
                  <a:cubicBezTo>
                    <a:pt x="4227" y="15454"/>
                    <a:pt x="3936" y="15257"/>
                    <a:pt x="3811" y="14959"/>
                  </a:cubicBezTo>
                  <a:cubicBezTo>
                    <a:pt x="3687" y="14660"/>
                    <a:pt x="3755" y="14314"/>
                    <a:pt x="3985" y="14086"/>
                  </a:cubicBezTo>
                  <a:cubicBezTo>
                    <a:pt x="4138" y="13932"/>
                    <a:pt x="4343" y="13850"/>
                    <a:pt x="4552" y="13850"/>
                  </a:cubicBezTo>
                  <a:close/>
                  <a:moveTo>
                    <a:pt x="11860" y="13850"/>
                  </a:moveTo>
                  <a:cubicBezTo>
                    <a:pt x="11963" y="13850"/>
                    <a:pt x="12067" y="13870"/>
                    <a:pt x="12166" y="13912"/>
                  </a:cubicBezTo>
                  <a:cubicBezTo>
                    <a:pt x="12466" y="14036"/>
                    <a:pt x="12661" y="14327"/>
                    <a:pt x="12661" y="14653"/>
                  </a:cubicBezTo>
                  <a:cubicBezTo>
                    <a:pt x="12661" y="15095"/>
                    <a:pt x="12302" y="15452"/>
                    <a:pt x="11860" y="15454"/>
                  </a:cubicBezTo>
                  <a:cubicBezTo>
                    <a:pt x="11535" y="15454"/>
                    <a:pt x="11243" y="15257"/>
                    <a:pt x="11119" y="14959"/>
                  </a:cubicBezTo>
                  <a:cubicBezTo>
                    <a:pt x="10996" y="14660"/>
                    <a:pt x="11063" y="14314"/>
                    <a:pt x="11293" y="14086"/>
                  </a:cubicBezTo>
                  <a:cubicBezTo>
                    <a:pt x="11446" y="13932"/>
                    <a:pt x="11651" y="13850"/>
                    <a:pt x="11860" y="13850"/>
                  </a:cubicBezTo>
                  <a:close/>
                  <a:moveTo>
                    <a:pt x="4554" y="0"/>
                  </a:moveTo>
                  <a:cubicBezTo>
                    <a:pt x="4498" y="0"/>
                    <a:pt x="4443" y="3"/>
                    <a:pt x="4387" y="8"/>
                  </a:cubicBezTo>
                  <a:cubicBezTo>
                    <a:pt x="3351" y="106"/>
                    <a:pt x="2625" y="1076"/>
                    <a:pt x="2821" y="2098"/>
                  </a:cubicBezTo>
                  <a:cubicBezTo>
                    <a:pt x="2114" y="2585"/>
                    <a:pt x="1645" y="3350"/>
                    <a:pt x="1535" y="4202"/>
                  </a:cubicBezTo>
                  <a:lnTo>
                    <a:pt x="482" y="4202"/>
                  </a:lnTo>
                  <a:cubicBezTo>
                    <a:pt x="216" y="4202"/>
                    <a:pt x="1" y="4417"/>
                    <a:pt x="1" y="4684"/>
                  </a:cubicBezTo>
                  <a:lnTo>
                    <a:pt x="1" y="11734"/>
                  </a:lnTo>
                  <a:cubicBezTo>
                    <a:pt x="1" y="12000"/>
                    <a:pt x="216" y="12216"/>
                    <a:pt x="482" y="12216"/>
                  </a:cubicBezTo>
                  <a:lnTo>
                    <a:pt x="1535" y="12216"/>
                  </a:lnTo>
                  <a:cubicBezTo>
                    <a:pt x="1645" y="13068"/>
                    <a:pt x="2114" y="13832"/>
                    <a:pt x="2821" y="14320"/>
                  </a:cubicBezTo>
                  <a:cubicBezTo>
                    <a:pt x="2612" y="15408"/>
                    <a:pt x="3445" y="16417"/>
                    <a:pt x="4552" y="16417"/>
                  </a:cubicBezTo>
                  <a:cubicBezTo>
                    <a:pt x="5659" y="16417"/>
                    <a:pt x="6493" y="15408"/>
                    <a:pt x="6283" y="14320"/>
                  </a:cubicBezTo>
                  <a:cubicBezTo>
                    <a:pt x="6434" y="14216"/>
                    <a:pt x="6576" y="14099"/>
                    <a:pt x="6705" y="13970"/>
                  </a:cubicBezTo>
                  <a:cubicBezTo>
                    <a:pt x="7178" y="13496"/>
                    <a:pt x="7481" y="12879"/>
                    <a:pt x="7569" y="12214"/>
                  </a:cubicBezTo>
                  <a:lnTo>
                    <a:pt x="8843" y="12214"/>
                  </a:lnTo>
                  <a:cubicBezTo>
                    <a:pt x="8953" y="13067"/>
                    <a:pt x="9422" y="13832"/>
                    <a:pt x="10129" y="14320"/>
                  </a:cubicBezTo>
                  <a:cubicBezTo>
                    <a:pt x="9921" y="15407"/>
                    <a:pt x="10753" y="16414"/>
                    <a:pt x="11860" y="16414"/>
                  </a:cubicBezTo>
                  <a:cubicBezTo>
                    <a:pt x="12967" y="16414"/>
                    <a:pt x="13799" y="15407"/>
                    <a:pt x="13591" y="14320"/>
                  </a:cubicBezTo>
                  <a:cubicBezTo>
                    <a:pt x="14298" y="13832"/>
                    <a:pt x="14767" y="13067"/>
                    <a:pt x="14878" y="12214"/>
                  </a:cubicBezTo>
                  <a:lnTo>
                    <a:pt x="15931" y="12214"/>
                  </a:lnTo>
                  <a:cubicBezTo>
                    <a:pt x="15932" y="12214"/>
                    <a:pt x="15933" y="12214"/>
                    <a:pt x="15934" y="12214"/>
                  </a:cubicBezTo>
                  <a:cubicBezTo>
                    <a:pt x="16198" y="12214"/>
                    <a:pt x="16411" y="11998"/>
                    <a:pt x="16411" y="11734"/>
                  </a:cubicBezTo>
                  <a:lnTo>
                    <a:pt x="16411" y="4683"/>
                  </a:lnTo>
                  <a:cubicBezTo>
                    <a:pt x="16411" y="4417"/>
                    <a:pt x="16196" y="4202"/>
                    <a:pt x="15931" y="4202"/>
                  </a:cubicBezTo>
                  <a:lnTo>
                    <a:pt x="15930" y="4204"/>
                  </a:lnTo>
                  <a:lnTo>
                    <a:pt x="14877" y="4204"/>
                  </a:lnTo>
                  <a:cubicBezTo>
                    <a:pt x="14765" y="3351"/>
                    <a:pt x="14298" y="2585"/>
                    <a:pt x="13591" y="2098"/>
                  </a:cubicBezTo>
                  <a:cubicBezTo>
                    <a:pt x="13799" y="1011"/>
                    <a:pt x="12966" y="4"/>
                    <a:pt x="11860" y="4"/>
                  </a:cubicBezTo>
                  <a:cubicBezTo>
                    <a:pt x="10753" y="4"/>
                    <a:pt x="9919" y="1011"/>
                    <a:pt x="10129" y="2098"/>
                  </a:cubicBezTo>
                  <a:cubicBezTo>
                    <a:pt x="9420" y="2585"/>
                    <a:pt x="8953" y="3351"/>
                    <a:pt x="8842" y="4204"/>
                  </a:cubicBezTo>
                  <a:lnTo>
                    <a:pt x="7569" y="4204"/>
                  </a:lnTo>
                  <a:cubicBezTo>
                    <a:pt x="7481" y="3539"/>
                    <a:pt x="7178" y="2922"/>
                    <a:pt x="6705" y="2448"/>
                  </a:cubicBezTo>
                  <a:cubicBezTo>
                    <a:pt x="6576" y="2319"/>
                    <a:pt x="6434" y="2202"/>
                    <a:pt x="6283" y="2098"/>
                  </a:cubicBezTo>
                  <a:cubicBezTo>
                    <a:pt x="6305" y="1988"/>
                    <a:pt x="6315" y="1878"/>
                    <a:pt x="6315" y="1768"/>
                  </a:cubicBezTo>
                  <a:cubicBezTo>
                    <a:pt x="6318" y="783"/>
                    <a:pt x="5518" y="0"/>
                    <a:pt x="455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1" name="Google Shape;4901;p55"/>
            <p:cNvSpPr/>
            <p:nvPr/>
          </p:nvSpPr>
          <p:spPr>
            <a:xfrm>
              <a:off x="7471950" y="4319850"/>
              <a:ext cx="80175" cy="96200"/>
            </a:xfrm>
            <a:custGeom>
              <a:rect b="b" l="l" r="r" t="t"/>
              <a:pathLst>
                <a:path extrusionOk="0" h="3848" w="3207">
                  <a:moveTo>
                    <a:pt x="2244" y="962"/>
                  </a:moveTo>
                  <a:lnTo>
                    <a:pt x="2244" y="2885"/>
                  </a:lnTo>
                  <a:lnTo>
                    <a:pt x="963" y="2885"/>
                  </a:lnTo>
                  <a:lnTo>
                    <a:pt x="963" y="962"/>
                  </a:lnTo>
                  <a:close/>
                  <a:moveTo>
                    <a:pt x="482" y="0"/>
                  </a:moveTo>
                  <a:cubicBezTo>
                    <a:pt x="216" y="0"/>
                    <a:pt x="1" y="215"/>
                    <a:pt x="1" y="482"/>
                  </a:cubicBezTo>
                  <a:lnTo>
                    <a:pt x="1" y="3365"/>
                  </a:lnTo>
                  <a:cubicBezTo>
                    <a:pt x="1" y="3632"/>
                    <a:pt x="216" y="3847"/>
                    <a:pt x="482" y="3847"/>
                  </a:cubicBezTo>
                  <a:lnTo>
                    <a:pt x="2726" y="3847"/>
                  </a:lnTo>
                  <a:cubicBezTo>
                    <a:pt x="2991" y="3847"/>
                    <a:pt x="3206" y="3632"/>
                    <a:pt x="3206" y="3365"/>
                  </a:cubicBezTo>
                  <a:lnTo>
                    <a:pt x="3206" y="482"/>
                  </a:lnTo>
                  <a:cubicBezTo>
                    <a:pt x="3206" y="215"/>
                    <a:pt x="2991" y="0"/>
                    <a:pt x="272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2" name="Google Shape;4902;p55"/>
            <p:cNvSpPr/>
            <p:nvPr/>
          </p:nvSpPr>
          <p:spPr>
            <a:xfrm>
              <a:off x="7654650" y="4319850"/>
              <a:ext cx="80150" cy="96200"/>
            </a:xfrm>
            <a:custGeom>
              <a:rect b="b" l="l" r="r" t="t"/>
              <a:pathLst>
                <a:path extrusionOk="0" h="3848" w="3206">
                  <a:moveTo>
                    <a:pt x="2245" y="962"/>
                  </a:moveTo>
                  <a:lnTo>
                    <a:pt x="2245" y="2885"/>
                  </a:lnTo>
                  <a:lnTo>
                    <a:pt x="964" y="2885"/>
                  </a:lnTo>
                  <a:lnTo>
                    <a:pt x="964" y="962"/>
                  </a:lnTo>
                  <a:close/>
                  <a:moveTo>
                    <a:pt x="482" y="0"/>
                  </a:moveTo>
                  <a:cubicBezTo>
                    <a:pt x="216" y="0"/>
                    <a:pt x="0" y="215"/>
                    <a:pt x="0" y="482"/>
                  </a:cubicBezTo>
                  <a:lnTo>
                    <a:pt x="0" y="3365"/>
                  </a:lnTo>
                  <a:cubicBezTo>
                    <a:pt x="0" y="3632"/>
                    <a:pt x="216" y="3847"/>
                    <a:pt x="482" y="3847"/>
                  </a:cubicBezTo>
                  <a:lnTo>
                    <a:pt x="2726" y="3847"/>
                  </a:lnTo>
                  <a:cubicBezTo>
                    <a:pt x="2991" y="3847"/>
                    <a:pt x="3206" y="3632"/>
                    <a:pt x="3206" y="3365"/>
                  </a:cubicBezTo>
                  <a:lnTo>
                    <a:pt x="3206" y="482"/>
                  </a:lnTo>
                  <a:cubicBezTo>
                    <a:pt x="3206" y="215"/>
                    <a:pt x="2991" y="0"/>
                    <a:pt x="272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6" name="Shape 4906"/>
        <p:cNvGrpSpPr/>
        <p:nvPr/>
      </p:nvGrpSpPr>
      <p:grpSpPr>
        <a:xfrm>
          <a:off x="0" y="0"/>
          <a:ext cx="0" cy="0"/>
          <a:chOff x="0" y="0"/>
          <a:chExt cx="0" cy="0"/>
        </a:xfrm>
      </p:grpSpPr>
      <p:sp>
        <p:nvSpPr>
          <p:cNvPr id="4907" name="Google Shape;4907;p56"/>
          <p:cNvSpPr txBox="1"/>
          <p:nvPr/>
        </p:nvSpPr>
        <p:spPr>
          <a:xfrm>
            <a:off x="713225" y="1187975"/>
            <a:ext cx="3171000" cy="48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lt1"/>
                </a:solidFill>
                <a:latin typeface="Inter"/>
                <a:ea typeface="Inter"/>
                <a:cs typeface="Inter"/>
                <a:sym typeface="Inter"/>
              </a:rPr>
              <a:t>Infographic elements</a:t>
            </a:r>
            <a:endParaRPr sz="1600">
              <a:solidFill>
                <a:schemeClr val="lt1"/>
              </a:solidFill>
              <a:latin typeface="Inter"/>
              <a:ea typeface="Inter"/>
              <a:cs typeface="Inter"/>
              <a:sym typeface="Inter"/>
            </a:endParaRPr>
          </a:p>
        </p:txBody>
      </p:sp>
      <p:sp>
        <p:nvSpPr>
          <p:cNvPr id="4908" name="Google Shape;4908;p56"/>
          <p:cNvSpPr txBox="1"/>
          <p:nvPr>
            <p:ph type="title"/>
          </p:nvPr>
        </p:nvSpPr>
        <p:spPr>
          <a:xfrm>
            <a:off x="713225" y="539500"/>
            <a:ext cx="7717500" cy="48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Premium icons</a:t>
            </a:r>
            <a:endParaRPr/>
          </a:p>
        </p:txBody>
      </p:sp>
      <p:grpSp>
        <p:nvGrpSpPr>
          <p:cNvPr id="4909" name="Google Shape;4909;p56"/>
          <p:cNvGrpSpPr/>
          <p:nvPr/>
        </p:nvGrpSpPr>
        <p:grpSpPr>
          <a:xfrm>
            <a:off x="8430787" y="228418"/>
            <a:ext cx="346490" cy="311075"/>
            <a:chOff x="5655285" y="1922218"/>
            <a:chExt cx="2946347" cy="2645192"/>
          </a:xfrm>
        </p:grpSpPr>
        <p:sp>
          <p:nvSpPr>
            <p:cNvPr id="4910" name="Google Shape;4910;p56"/>
            <p:cNvSpPr/>
            <p:nvPr/>
          </p:nvSpPr>
          <p:spPr>
            <a:xfrm>
              <a:off x="5944020" y="4048928"/>
              <a:ext cx="2362667" cy="518482"/>
            </a:xfrm>
            <a:custGeom>
              <a:rect b="b" l="l" r="r" t="t"/>
              <a:pathLst>
                <a:path extrusionOk="0" h="518482" w="2362667">
                  <a:moveTo>
                    <a:pt x="0" y="0"/>
                  </a:moveTo>
                  <a:lnTo>
                    <a:pt x="2362667" y="0"/>
                  </a:lnTo>
                  <a:lnTo>
                    <a:pt x="2362667" y="518483"/>
                  </a:lnTo>
                  <a:lnTo>
                    <a:pt x="0" y="518483"/>
                  </a:lnTo>
                  <a:lnTo>
                    <a:pt x="0" y="0"/>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11" name="Google Shape;4911;p56"/>
            <p:cNvSpPr/>
            <p:nvPr/>
          </p:nvSpPr>
          <p:spPr>
            <a:xfrm>
              <a:off x="5928497" y="1922218"/>
              <a:ext cx="2412342" cy="1716891"/>
            </a:xfrm>
            <a:custGeom>
              <a:rect b="b" l="l" r="r" t="t"/>
              <a:pathLst>
                <a:path extrusionOk="0" h="1716891" w="2412342">
                  <a:moveTo>
                    <a:pt x="0" y="1716892"/>
                  </a:moveTo>
                  <a:lnTo>
                    <a:pt x="1195305" y="0"/>
                  </a:lnTo>
                  <a:lnTo>
                    <a:pt x="2412342" y="1716892"/>
                  </a:lnTo>
                  <a:lnTo>
                    <a:pt x="0" y="1716892"/>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12" name="Google Shape;4912;p56"/>
            <p:cNvSpPr/>
            <p:nvPr/>
          </p:nvSpPr>
          <p:spPr>
            <a:xfrm>
              <a:off x="6235861" y="2397235"/>
              <a:ext cx="2365771" cy="1518191"/>
            </a:xfrm>
            <a:custGeom>
              <a:rect b="b" l="l" r="r" t="t"/>
              <a:pathLst>
                <a:path extrusionOk="0" h="1518191" w="2365771">
                  <a:moveTo>
                    <a:pt x="2086350" y="1518192"/>
                  </a:moveTo>
                  <a:lnTo>
                    <a:pt x="2365772" y="0"/>
                  </a:lnTo>
                  <a:lnTo>
                    <a:pt x="0" y="1518192"/>
                  </a:lnTo>
                  <a:lnTo>
                    <a:pt x="2086350" y="1518192"/>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13" name="Google Shape;4913;p56"/>
            <p:cNvSpPr/>
            <p:nvPr/>
          </p:nvSpPr>
          <p:spPr>
            <a:xfrm>
              <a:off x="5655285" y="2394130"/>
              <a:ext cx="2207432" cy="1521296"/>
            </a:xfrm>
            <a:custGeom>
              <a:rect b="b" l="l" r="r" t="t"/>
              <a:pathLst>
                <a:path extrusionOk="0" h="1521296" w="2207432">
                  <a:moveTo>
                    <a:pt x="270108" y="1521297"/>
                  </a:moveTo>
                  <a:lnTo>
                    <a:pt x="0" y="0"/>
                  </a:lnTo>
                  <a:lnTo>
                    <a:pt x="2207433" y="1521297"/>
                  </a:lnTo>
                  <a:lnTo>
                    <a:pt x="270108" y="1521297"/>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4914" name="Google Shape;4914;p56"/>
          <p:cNvSpPr/>
          <p:nvPr/>
        </p:nvSpPr>
        <p:spPr>
          <a:xfrm>
            <a:off x="1094254" y="1809660"/>
            <a:ext cx="339124" cy="338212"/>
          </a:xfrm>
          <a:custGeom>
            <a:rect b="b" l="l" r="r" t="t"/>
            <a:pathLst>
              <a:path extrusionOk="0" h="11496" w="11527">
                <a:moveTo>
                  <a:pt x="2906" y="723"/>
                </a:moveTo>
                <a:cubicBezTo>
                  <a:pt x="3430" y="723"/>
                  <a:pt x="3882" y="1152"/>
                  <a:pt x="3882" y="1700"/>
                </a:cubicBezTo>
                <a:cubicBezTo>
                  <a:pt x="3882" y="2224"/>
                  <a:pt x="3430" y="2676"/>
                  <a:pt x="2906" y="2676"/>
                </a:cubicBezTo>
                <a:cubicBezTo>
                  <a:pt x="2358" y="2676"/>
                  <a:pt x="1906" y="2224"/>
                  <a:pt x="1906" y="1700"/>
                </a:cubicBezTo>
                <a:cubicBezTo>
                  <a:pt x="1906" y="1152"/>
                  <a:pt x="2358" y="723"/>
                  <a:pt x="2906" y="723"/>
                </a:cubicBezTo>
                <a:close/>
                <a:moveTo>
                  <a:pt x="8740" y="723"/>
                </a:moveTo>
                <a:cubicBezTo>
                  <a:pt x="9264" y="723"/>
                  <a:pt x="9717" y="1152"/>
                  <a:pt x="9717" y="1700"/>
                </a:cubicBezTo>
                <a:cubicBezTo>
                  <a:pt x="9717" y="2224"/>
                  <a:pt x="9264" y="2676"/>
                  <a:pt x="8740" y="2676"/>
                </a:cubicBezTo>
                <a:cubicBezTo>
                  <a:pt x="8193" y="2676"/>
                  <a:pt x="7740" y="2224"/>
                  <a:pt x="7740" y="1700"/>
                </a:cubicBezTo>
                <a:cubicBezTo>
                  <a:pt x="7740" y="1152"/>
                  <a:pt x="8193" y="723"/>
                  <a:pt x="8740" y="723"/>
                </a:cubicBezTo>
                <a:close/>
                <a:moveTo>
                  <a:pt x="2906" y="5415"/>
                </a:moveTo>
                <a:cubicBezTo>
                  <a:pt x="3096" y="5415"/>
                  <a:pt x="3287" y="5605"/>
                  <a:pt x="3287" y="5796"/>
                </a:cubicBezTo>
                <a:cubicBezTo>
                  <a:pt x="3287" y="6010"/>
                  <a:pt x="3096" y="6201"/>
                  <a:pt x="2906" y="6201"/>
                </a:cubicBezTo>
                <a:cubicBezTo>
                  <a:pt x="2692" y="6201"/>
                  <a:pt x="2501" y="6010"/>
                  <a:pt x="2501" y="5796"/>
                </a:cubicBezTo>
                <a:cubicBezTo>
                  <a:pt x="2501" y="5605"/>
                  <a:pt x="2692" y="5415"/>
                  <a:pt x="2906" y="5415"/>
                </a:cubicBezTo>
                <a:close/>
                <a:moveTo>
                  <a:pt x="5811" y="5415"/>
                </a:moveTo>
                <a:cubicBezTo>
                  <a:pt x="6026" y="5415"/>
                  <a:pt x="6192" y="5605"/>
                  <a:pt x="6192" y="5796"/>
                </a:cubicBezTo>
                <a:cubicBezTo>
                  <a:pt x="6192" y="6010"/>
                  <a:pt x="6026" y="6201"/>
                  <a:pt x="5811" y="6201"/>
                </a:cubicBezTo>
                <a:cubicBezTo>
                  <a:pt x="5597" y="6201"/>
                  <a:pt x="5430" y="6010"/>
                  <a:pt x="5430" y="5796"/>
                </a:cubicBezTo>
                <a:cubicBezTo>
                  <a:pt x="5430" y="5605"/>
                  <a:pt x="5597" y="5415"/>
                  <a:pt x="5811" y="5415"/>
                </a:cubicBezTo>
                <a:close/>
                <a:moveTo>
                  <a:pt x="8740" y="5415"/>
                </a:moveTo>
                <a:cubicBezTo>
                  <a:pt x="8931" y="5415"/>
                  <a:pt x="9121" y="5605"/>
                  <a:pt x="9121" y="5796"/>
                </a:cubicBezTo>
                <a:cubicBezTo>
                  <a:pt x="9121" y="6010"/>
                  <a:pt x="8931" y="6201"/>
                  <a:pt x="8740" y="6201"/>
                </a:cubicBezTo>
                <a:cubicBezTo>
                  <a:pt x="8526" y="6201"/>
                  <a:pt x="8336" y="6010"/>
                  <a:pt x="8336" y="5796"/>
                </a:cubicBezTo>
                <a:cubicBezTo>
                  <a:pt x="8336" y="5605"/>
                  <a:pt x="8526" y="5415"/>
                  <a:pt x="8740" y="5415"/>
                </a:cubicBezTo>
                <a:close/>
                <a:moveTo>
                  <a:pt x="5811" y="8892"/>
                </a:moveTo>
                <a:cubicBezTo>
                  <a:pt x="6359" y="8892"/>
                  <a:pt x="6788" y="9344"/>
                  <a:pt x="6788" y="9892"/>
                </a:cubicBezTo>
                <a:cubicBezTo>
                  <a:pt x="6788" y="10416"/>
                  <a:pt x="6359" y="10868"/>
                  <a:pt x="5811" y="10868"/>
                </a:cubicBezTo>
                <a:cubicBezTo>
                  <a:pt x="5287" y="10868"/>
                  <a:pt x="4835" y="10416"/>
                  <a:pt x="4835" y="9892"/>
                </a:cubicBezTo>
                <a:cubicBezTo>
                  <a:pt x="4835" y="9344"/>
                  <a:pt x="5287" y="8892"/>
                  <a:pt x="5811" y="8892"/>
                </a:cubicBezTo>
                <a:close/>
                <a:moveTo>
                  <a:pt x="2813" y="1"/>
                </a:moveTo>
                <a:cubicBezTo>
                  <a:pt x="1912" y="1"/>
                  <a:pt x="1191" y="730"/>
                  <a:pt x="1191" y="1628"/>
                </a:cubicBezTo>
                <a:cubicBezTo>
                  <a:pt x="1191" y="2438"/>
                  <a:pt x="1763" y="3105"/>
                  <a:pt x="2501" y="3248"/>
                </a:cubicBezTo>
                <a:lnTo>
                  <a:pt x="2501" y="4700"/>
                </a:lnTo>
                <a:cubicBezTo>
                  <a:pt x="2191" y="4819"/>
                  <a:pt x="1953" y="5058"/>
                  <a:pt x="1834" y="5391"/>
                </a:cubicBezTo>
                <a:lnTo>
                  <a:pt x="0" y="5391"/>
                </a:lnTo>
                <a:lnTo>
                  <a:pt x="0" y="6082"/>
                </a:lnTo>
                <a:lnTo>
                  <a:pt x="1834" y="6082"/>
                </a:lnTo>
                <a:cubicBezTo>
                  <a:pt x="1977" y="6486"/>
                  <a:pt x="2358" y="6820"/>
                  <a:pt x="2834" y="6820"/>
                </a:cubicBezTo>
                <a:cubicBezTo>
                  <a:pt x="3311" y="6820"/>
                  <a:pt x="3692" y="6510"/>
                  <a:pt x="3858" y="6082"/>
                </a:cubicBezTo>
                <a:lnTo>
                  <a:pt x="4740" y="6082"/>
                </a:lnTo>
                <a:cubicBezTo>
                  <a:pt x="4859" y="6391"/>
                  <a:pt x="5097" y="6629"/>
                  <a:pt x="5430" y="6748"/>
                </a:cubicBezTo>
                <a:lnTo>
                  <a:pt x="5430" y="8201"/>
                </a:lnTo>
                <a:cubicBezTo>
                  <a:pt x="4621" y="8392"/>
                  <a:pt x="4049" y="9106"/>
                  <a:pt x="4120" y="9963"/>
                </a:cubicBezTo>
                <a:cubicBezTo>
                  <a:pt x="4168" y="10773"/>
                  <a:pt x="4835" y="11416"/>
                  <a:pt x="5645" y="11487"/>
                </a:cubicBezTo>
                <a:cubicBezTo>
                  <a:pt x="5699" y="11493"/>
                  <a:pt x="5752" y="11495"/>
                  <a:pt x="5805" y="11495"/>
                </a:cubicBezTo>
                <a:cubicBezTo>
                  <a:pt x="6708" y="11495"/>
                  <a:pt x="7431" y="10744"/>
                  <a:pt x="7431" y="9844"/>
                </a:cubicBezTo>
                <a:cubicBezTo>
                  <a:pt x="7431" y="9035"/>
                  <a:pt x="6859" y="8392"/>
                  <a:pt x="6121" y="8249"/>
                </a:cubicBezTo>
                <a:lnTo>
                  <a:pt x="6121" y="6772"/>
                </a:lnTo>
                <a:cubicBezTo>
                  <a:pt x="6430" y="6677"/>
                  <a:pt x="6669" y="6415"/>
                  <a:pt x="6788" y="6105"/>
                </a:cubicBezTo>
                <a:lnTo>
                  <a:pt x="7693" y="6105"/>
                </a:lnTo>
                <a:cubicBezTo>
                  <a:pt x="7835" y="6510"/>
                  <a:pt x="8216" y="6844"/>
                  <a:pt x="8693" y="6844"/>
                </a:cubicBezTo>
                <a:cubicBezTo>
                  <a:pt x="9169" y="6844"/>
                  <a:pt x="9574" y="6558"/>
                  <a:pt x="9717" y="6105"/>
                </a:cubicBezTo>
                <a:lnTo>
                  <a:pt x="11527" y="6105"/>
                </a:lnTo>
                <a:lnTo>
                  <a:pt x="11527" y="5439"/>
                </a:lnTo>
                <a:lnTo>
                  <a:pt x="9741" y="5439"/>
                </a:lnTo>
                <a:cubicBezTo>
                  <a:pt x="9622" y="5129"/>
                  <a:pt x="9383" y="4891"/>
                  <a:pt x="9050" y="4772"/>
                </a:cubicBezTo>
                <a:lnTo>
                  <a:pt x="9050" y="3295"/>
                </a:lnTo>
                <a:cubicBezTo>
                  <a:pt x="9860" y="3129"/>
                  <a:pt x="10431" y="2414"/>
                  <a:pt x="10360" y="1557"/>
                </a:cubicBezTo>
                <a:cubicBezTo>
                  <a:pt x="10312" y="747"/>
                  <a:pt x="9645" y="80"/>
                  <a:pt x="8859" y="33"/>
                </a:cubicBezTo>
                <a:cubicBezTo>
                  <a:pt x="8804" y="27"/>
                  <a:pt x="8750" y="25"/>
                  <a:pt x="8696" y="25"/>
                </a:cubicBezTo>
                <a:cubicBezTo>
                  <a:pt x="7775" y="25"/>
                  <a:pt x="7073" y="776"/>
                  <a:pt x="7073" y="1676"/>
                </a:cubicBezTo>
                <a:cubicBezTo>
                  <a:pt x="7073" y="2462"/>
                  <a:pt x="7621" y="3129"/>
                  <a:pt x="8383" y="3272"/>
                </a:cubicBezTo>
                <a:lnTo>
                  <a:pt x="8383" y="4724"/>
                </a:lnTo>
                <a:cubicBezTo>
                  <a:pt x="8050" y="4843"/>
                  <a:pt x="7812" y="5081"/>
                  <a:pt x="7693" y="5415"/>
                </a:cubicBezTo>
                <a:lnTo>
                  <a:pt x="6788" y="5415"/>
                </a:lnTo>
                <a:cubicBezTo>
                  <a:pt x="6645" y="5010"/>
                  <a:pt x="6264" y="4677"/>
                  <a:pt x="5787" y="4677"/>
                </a:cubicBezTo>
                <a:cubicBezTo>
                  <a:pt x="5311" y="4677"/>
                  <a:pt x="4930" y="4962"/>
                  <a:pt x="4763" y="5415"/>
                </a:cubicBezTo>
                <a:lnTo>
                  <a:pt x="3882" y="5415"/>
                </a:lnTo>
                <a:cubicBezTo>
                  <a:pt x="3763" y="5081"/>
                  <a:pt x="3525" y="4843"/>
                  <a:pt x="3192" y="4724"/>
                </a:cubicBezTo>
                <a:lnTo>
                  <a:pt x="3192" y="3272"/>
                </a:lnTo>
                <a:cubicBezTo>
                  <a:pt x="4001" y="3105"/>
                  <a:pt x="4573" y="2390"/>
                  <a:pt x="4501" y="1509"/>
                </a:cubicBezTo>
                <a:cubicBezTo>
                  <a:pt x="4454" y="723"/>
                  <a:pt x="3787" y="57"/>
                  <a:pt x="2977" y="9"/>
                </a:cubicBezTo>
                <a:cubicBezTo>
                  <a:pt x="2922" y="4"/>
                  <a:pt x="2867" y="1"/>
                  <a:pt x="281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grpSp>
        <p:nvGrpSpPr>
          <p:cNvPr id="4915" name="Google Shape;4915;p56"/>
          <p:cNvGrpSpPr/>
          <p:nvPr/>
        </p:nvGrpSpPr>
        <p:grpSpPr>
          <a:xfrm>
            <a:off x="1833750" y="1764354"/>
            <a:ext cx="339154" cy="337032"/>
            <a:chOff x="2367152" y="1922125"/>
            <a:chExt cx="339154" cy="337032"/>
          </a:xfrm>
        </p:grpSpPr>
        <p:sp>
          <p:nvSpPr>
            <p:cNvPr id="4916" name="Google Shape;4916;p56"/>
            <p:cNvSpPr/>
            <p:nvPr/>
          </p:nvSpPr>
          <p:spPr>
            <a:xfrm>
              <a:off x="2367152" y="1922125"/>
              <a:ext cx="235448" cy="122652"/>
            </a:xfrm>
            <a:custGeom>
              <a:rect b="b" l="l" r="r" t="t"/>
              <a:pathLst>
                <a:path extrusionOk="0" h="4169" w="8003">
                  <a:moveTo>
                    <a:pt x="1096" y="1692"/>
                  </a:moveTo>
                  <a:cubicBezTo>
                    <a:pt x="1311" y="1692"/>
                    <a:pt x="1501" y="1859"/>
                    <a:pt x="1501" y="2073"/>
                  </a:cubicBezTo>
                  <a:cubicBezTo>
                    <a:pt x="1501" y="2287"/>
                    <a:pt x="1311" y="2454"/>
                    <a:pt x="1096" y="2454"/>
                  </a:cubicBezTo>
                  <a:cubicBezTo>
                    <a:pt x="906" y="2454"/>
                    <a:pt x="715" y="2287"/>
                    <a:pt x="715" y="2073"/>
                  </a:cubicBezTo>
                  <a:cubicBezTo>
                    <a:pt x="715" y="1859"/>
                    <a:pt x="906" y="1692"/>
                    <a:pt x="1096" y="1692"/>
                  </a:cubicBezTo>
                  <a:close/>
                  <a:moveTo>
                    <a:pt x="5716" y="1311"/>
                  </a:moveTo>
                  <a:lnTo>
                    <a:pt x="6859" y="2097"/>
                  </a:lnTo>
                  <a:lnTo>
                    <a:pt x="5716" y="2906"/>
                  </a:lnTo>
                  <a:lnTo>
                    <a:pt x="5716" y="2502"/>
                  </a:lnTo>
                  <a:lnTo>
                    <a:pt x="3930" y="2502"/>
                  </a:lnTo>
                  <a:lnTo>
                    <a:pt x="3930" y="1692"/>
                  </a:lnTo>
                  <a:lnTo>
                    <a:pt x="5716" y="1692"/>
                  </a:lnTo>
                  <a:lnTo>
                    <a:pt x="5716" y="1311"/>
                  </a:lnTo>
                  <a:close/>
                  <a:moveTo>
                    <a:pt x="5026" y="1"/>
                  </a:moveTo>
                  <a:lnTo>
                    <a:pt x="5026" y="1001"/>
                  </a:lnTo>
                  <a:lnTo>
                    <a:pt x="3240" y="1001"/>
                  </a:lnTo>
                  <a:lnTo>
                    <a:pt x="3240" y="1716"/>
                  </a:lnTo>
                  <a:lnTo>
                    <a:pt x="2120" y="1716"/>
                  </a:lnTo>
                  <a:cubicBezTo>
                    <a:pt x="1987" y="1294"/>
                    <a:pt x="1585" y="996"/>
                    <a:pt x="1126" y="996"/>
                  </a:cubicBezTo>
                  <a:cubicBezTo>
                    <a:pt x="1093" y="996"/>
                    <a:pt x="1059" y="998"/>
                    <a:pt x="1025" y="1001"/>
                  </a:cubicBezTo>
                  <a:cubicBezTo>
                    <a:pt x="501" y="1025"/>
                    <a:pt x="96" y="1477"/>
                    <a:pt x="25" y="1978"/>
                  </a:cubicBezTo>
                  <a:cubicBezTo>
                    <a:pt x="1" y="2644"/>
                    <a:pt x="477" y="3144"/>
                    <a:pt x="1096" y="3144"/>
                  </a:cubicBezTo>
                  <a:cubicBezTo>
                    <a:pt x="1573" y="3144"/>
                    <a:pt x="1977" y="2859"/>
                    <a:pt x="2120" y="2406"/>
                  </a:cubicBezTo>
                  <a:lnTo>
                    <a:pt x="3240" y="2406"/>
                  </a:lnTo>
                  <a:lnTo>
                    <a:pt x="3240" y="3144"/>
                  </a:lnTo>
                  <a:lnTo>
                    <a:pt x="5026" y="3144"/>
                  </a:lnTo>
                  <a:lnTo>
                    <a:pt x="5026" y="4169"/>
                  </a:lnTo>
                  <a:lnTo>
                    <a:pt x="8003" y="2073"/>
                  </a:lnTo>
                  <a:lnTo>
                    <a:pt x="502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4917" name="Google Shape;4917;p56"/>
            <p:cNvSpPr/>
            <p:nvPr/>
          </p:nvSpPr>
          <p:spPr>
            <a:xfrm>
              <a:off x="2367152" y="2028624"/>
              <a:ext cx="286580" cy="122652"/>
            </a:xfrm>
            <a:custGeom>
              <a:rect b="b" l="l" r="r" t="t"/>
              <a:pathLst>
                <a:path extrusionOk="0" h="4169" w="9741">
                  <a:moveTo>
                    <a:pt x="1096" y="1739"/>
                  </a:moveTo>
                  <a:cubicBezTo>
                    <a:pt x="1311" y="1739"/>
                    <a:pt x="1501" y="1906"/>
                    <a:pt x="1501" y="2120"/>
                  </a:cubicBezTo>
                  <a:cubicBezTo>
                    <a:pt x="1501" y="2335"/>
                    <a:pt x="1311" y="2501"/>
                    <a:pt x="1096" y="2501"/>
                  </a:cubicBezTo>
                  <a:cubicBezTo>
                    <a:pt x="906" y="2501"/>
                    <a:pt x="715" y="2311"/>
                    <a:pt x="715" y="2120"/>
                  </a:cubicBezTo>
                  <a:cubicBezTo>
                    <a:pt x="715" y="1906"/>
                    <a:pt x="906" y="1739"/>
                    <a:pt x="1096" y="1739"/>
                  </a:cubicBezTo>
                  <a:close/>
                  <a:moveTo>
                    <a:pt x="7455" y="1311"/>
                  </a:moveTo>
                  <a:lnTo>
                    <a:pt x="8574" y="2120"/>
                  </a:lnTo>
                  <a:lnTo>
                    <a:pt x="7455" y="2930"/>
                  </a:lnTo>
                  <a:lnTo>
                    <a:pt x="7455" y="2501"/>
                  </a:lnTo>
                  <a:lnTo>
                    <a:pt x="3930" y="2501"/>
                  </a:lnTo>
                  <a:lnTo>
                    <a:pt x="3930" y="1739"/>
                  </a:lnTo>
                  <a:lnTo>
                    <a:pt x="7455" y="1739"/>
                  </a:lnTo>
                  <a:lnTo>
                    <a:pt x="7455" y="1311"/>
                  </a:lnTo>
                  <a:close/>
                  <a:moveTo>
                    <a:pt x="6764" y="1"/>
                  </a:moveTo>
                  <a:lnTo>
                    <a:pt x="6764" y="1025"/>
                  </a:lnTo>
                  <a:lnTo>
                    <a:pt x="3240" y="1025"/>
                  </a:lnTo>
                  <a:lnTo>
                    <a:pt x="3240" y="1715"/>
                  </a:lnTo>
                  <a:lnTo>
                    <a:pt x="2120" y="1715"/>
                  </a:lnTo>
                  <a:cubicBezTo>
                    <a:pt x="1991" y="1326"/>
                    <a:pt x="1605" y="1015"/>
                    <a:pt x="1161" y="1015"/>
                  </a:cubicBezTo>
                  <a:cubicBezTo>
                    <a:pt x="1116" y="1015"/>
                    <a:pt x="1071" y="1018"/>
                    <a:pt x="1025" y="1025"/>
                  </a:cubicBezTo>
                  <a:cubicBezTo>
                    <a:pt x="501" y="1049"/>
                    <a:pt x="96" y="1501"/>
                    <a:pt x="25" y="2001"/>
                  </a:cubicBezTo>
                  <a:cubicBezTo>
                    <a:pt x="1" y="2644"/>
                    <a:pt x="477" y="3168"/>
                    <a:pt x="1096" y="3168"/>
                  </a:cubicBezTo>
                  <a:cubicBezTo>
                    <a:pt x="1573" y="3168"/>
                    <a:pt x="1977" y="2859"/>
                    <a:pt x="2120" y="2406"/>
                  </a:cubicBezTo>
                  <a:lnTo>
                    <a:pt x="3240" y="2406"/>
                  </a:lnTo>
                  <a:lnTo>
                    <a:pt x="3240" y="3168"/>
                  </a:lnTo>
                  <a:lnTo>
                    <a:pt x="6764" y="3168"/>
                  </a:lnTo>
                  <a:lnTo>
                    <a:pt x="6764" y="4168"/>
                  </a:lnTo>
                  <a:lnTo>
                    <a:pt x="9741" y="2096"/>
                  </a:lnTo>
                  <a:lnTo>
                    <a:pt x="6764"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4918" name="Google Shape;4918;p56"/>
            <p:cNvSpPr/>
            <p:nvPr/>
          </p:nvSpPr>
          <p:spPr>
            <a:xfrm>
              <a:off x="2367152" y="2136535"/>
              <a:ext cx="339154" cy="122623"/>
            </a:xfrm>
            <a:custGeom>
              <a:rect b="b" l="l" r="r" t="t"/>
              <a:pathLst>
                <a:path extrusionOk="0" h="4168" w="11528">
                  <a:moveTo>
                    <a:pt x="1096" y="1715"/>
                  </a:moveTo>
                  <a:cubicBezTo>
                    <a:pt x="1311" y="1715"/>
                    <a:pt x="1501" y="1905"/>
                    <a:pt x="1501" y="2120"/>
                  </a:cubicBezTo>
                  <a:cubicBezTo>
                    <a:pt x="1501" y="2310"/>
                    <a:pt x="1311" y="2501"/>
                    <a:pt x="1096" y="2501"/>
                  </a:cubicBezTo>
                  <a:cubicBezTo>
                    <a:pt x="906" y="2501"/>
                    <a:pt x="715" y="2310"/>
                    <a:pt x="715" y="2120"/>
                  </a:cubicBezTo>
                  <a:cubicBezTo>
                    <a:pt x="715" y="1905"/>
                    <a:pt x="906" y="1715"/>
                    <a:pt x="1096" y="1715"/>
                  </a:cubicBezTo>
                  <a:close/>
                  <a:moveTo>
                    <a:pt x="9193" y="1286"/>
                  </a:moveTo>
                  <a:lnTo>
                    <a:pt x="10336" y="2072"/>
                  </a:lnTo>
                  <a:lnTo>
                    <a:pt x="9193" y="2882"/>
                  </a:lnTo>
                  <a:lnTo>
                    <a:pt x="9193" y="2477"/>
                  </a:lnTo>
                  <a:lnTo>
                    <a:pt x="3930" y="2477"/>
                  </a:lnTo>
                  <a:lnTo>
                    <a:pt x="3930" y="1691"/>
                  </a:lnTo>
                  <a:lnTo>
                    <a:pt x="9193" y="1691"/>
                  </a:lnTo>
                  <a:lnTo>
                    <a:pt x="9193" y="1286"/>
                  </a:lnTo>
                  <a:close/>
                  <a:moveTo>
                    <a:pt x="8550" y="0"/>
                  </a:moveTo>
                  <a:lnTo>
                    <a:pt x="8550" y="1000"/>
                  </a:lnTo>
                  <a:lnTo>
                    <a:pt x="3287" y="1000"/>
                  </a:lnTo>
                  <a:lnTo>
                    <a:pt x="3287" y="1762"/>
                  </a:lnTo>
                  <a:lnTo>
                    <a:pt x="2144" y="1762"/>
                  </a:lnTo>
                  <a:cubicBezTo>
                    <a:pt x="2014" y="1351"/>
                    <a:pt x="1629" y="1038"/>
                    <a:pt x="1184" y="1038"/>
                  </a:cubicBezTo>
                  <a:cubicBezTo>
                    <a:pt x="1139" y="1038"/>
                    <a:pt x="1094" y="1042"/>
                    <a:pt x="1049" y="1048"/>
                  </a:cubicBezTo>
                  <a:cubicBezTo>
                    <a:pt x="549" y="1072"/>
                    <a:pt x="120" y="1524"/>
                    <a:pt x="72" y="2024"/>
                  </a:cubicBezTo>
                  <a:cubicBezTo>
                    <a:pt x="1" y="2644"/>
                    <a:pt x="501" y="3191"/>
                    <a:pt x="1144" y="3191"/>
                  </a:cubicBezTo>
                  <a:cubicBezTo>
                    <a:pt x="1620" y="3191"/>
                    <a:pt x="2001" y="2882"/>
                    <a:pt x="2144" y="2429"/>
                  </a:cubicBezTo>
                  <a:lnTo>
                    <a:pt x="3287" y="2429"/>
                  </a:lnTo>
                  <a:lnTo>
                    <a:pt x="3287" y="3144"/>
                  </a:lnTo>
                  <a:lnTo>
                    <a:pt x="8550" y="3144"/>
                  </a:lnTo>
                  <a:lnTo>
                    <a:pt x="8550" y="4168"/>
                  </a:lnTo>
                  <a:lnTo>
                    <a:pt x="11527" y="2072"/>
                  </a:lnTo>
                  <a:lnTo>
                    <a:pt x="855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grpSp>
      <p:sp>
        <p:nvSpPr>
          <p:cNvPr id="4919" name="Google Shape;4919;p56"/>
          <p:cNvSpPr/>
          <p:nvPr/>
        </p:nvSpPr>
        <p:spPr>
          <a:xfrm>
            <a:off x="2599886" y="1798010"/>
            <a:ext cx="304115" cy="338418"/>
          </a:xfrm>
          <a:custGeom>
            <a:rect b="b" l="l" r="r" t="t"/>
            <a:pathLst>
              <a:path extrusionOk="0" h="11503" w="10337">
                <a:moveTo>
                  <a:pt x="5216" y="1643"/>
                </a:moveTo>
                <a:lnTo>
                  <a:pt x="5883" y="3215"/>
                </a:lnTo>
                <a:lnTo>
                  <a:pt x="4501" y="3215"/>
                </a:lnTo>
                <a:lnTo>
                  <a:pt x="5216" y="1643"/>
                </a:lnTo>
                <a:close/>
                <a:moveTo>
                  <a:pt x="6216" y="3882"/>
                </a:moveTo>
                <a:lnTo>
                  <a:pt x="6764" y="5120"/>
                </a:lnTo>
                <a:lnTo>
                  <a:pt x="3644" y="5120"/>
                </a:lnTo>
                <a:lnTo>
                  <a:pt x="4192" y="3882"/>
                </a:lnTo>
                <a:close/>
                <a:moveTo>
                  <a:pt x="7050" y="5811"/>
                </a:moveTo>
                <a:lnTo>
                  <a:pt x="7621" y="7073"/>
                </a:lnTo>
                <a:lnTo>
                  <a:pt x="2763" y="7073"/>
                </a:lnTo>
                <a:lnTo>
                  <a:pt x="3335" y="5811"/>
                </a:lnTo>
                <a:close/>
                <a:moveTo>
                  <a:pt x="7931" y="7716"/>
                </a:moveTo>
                <a:lnTo>
                  <a:pt x="8478" y="8978"/>
                </a:lnTo>
                <a:lnTo>
                  <a:pt x="1906" y="8978"/>
                </a:lnTo>
                <a:lnTo>
                  <a:pt x="2477" y="7716"/>
                </a:lnTo>
                <a:close/>
                <a:moveTo>
                  <a:pt x="8764" y="9597"/>
                </a:moveTo>
                <a:lnTo>
                  <a:pt x="9312" y="10836"/>
                </a:lnTo>
                <a:lnTo>
                  <a:pt x="1025" y="10836"/>
                </a:lnTo>
                <a:lnTo>
                  <a:pt x="1572" y="9597"/>
                </a:lnTo>
                <a:close/>
                <a:moveTo>
                  <a:pt x="5192" y="0"/>
                </a:moveTo>
                <a:lnTo>
                  <a:pt x="1" y="11502"/>
                </a:lnTo>
                <a:lnTo>
                  <a:pt x="10336" y="11502"/>
                </a:lnTo>
                <a:lnTo>
                  <a:pt x="5192"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4920" name="Google Shape;4920;p56"/>
          <p:cNvSpPr/>
          <p:nvPr/>
        </p:nvSpPr>
        <p:spPr>
          <a:xfrm>
            <a:off x="3282646" y="1790302"/>
            <a:ext cx="337742" cy="339124"/>
          </a:xfrm>
          <a:custGeom>
            <a:rect b="b" l="l" r="r" t="t"/>
            <a:pathLst>
              <a:path extrusionOk="0" h="11527" w="11480">
                <a:moveTo>
                  <a:pt x="8336" y="667"/>
                </a:moveTo>
                <a:lnTo>
                  <a:pt x="8336" y="1762"/>
                </a:lnTo>
                <a:lnTo>
                  <a:pt x="6097" y="1762"/>
                </a:lnTo>
                <a:lnTo>
                  <a:pt x="6097" y="667"/>
                </a:lnTo>
                <a:close/>
                <a:moveTo>
                  <a:pt x="7669" y="4191"/>
                </a:moveTo>
                <a:lnTo>
                  <a:pt x="7669" y="4977"/>
                </a:lnTo>
                <a:lnTo>
                  <a:pt x="3764" y="4977"/>
                </a:lnTo>
                <a:lnTo>
                  <a:pt x="3764" y="4191"/>
                </a:lnTo>
                <a:close/>
                <a:moveTo>
                  <a:pt x="8503" y="5668"/>
                </a:moveTo>
                <a:lnTo>
                  <a:pt x="8503" y="6430"/>
                </a:lnTo>
                <a:lnTo>
                  <a:pt x="2978" y="6430"/>
                </a:lnTo>
                <a:lnTo>
                  <a:pt x="2978" y="5668"/>
                </a:lnTo>
                <a:close/>
                <a:moveTo>
                  <a:pt x="9241" y="7121"/>
                </a:moveTo>
                <a:lnTo>
                  <a:pt x="9241" y="7883"/>
                </a:lnTo>
                <a:lnTo>
                  <a:pt x="2168" y="7883"/>
                </a:lnTo>
                <a:lnTo>
                  <a:pt x="2168" y="7121"/>
                </a:lnTo>
                <a:close/>
                <a:moveTo>
                  <a:pt x="10003" y="8573"/>
                </a:moveTo>
                <a:lnTo>
                  <a:pt x="10003" y="9359"/>
                </a:lnTo>
                <a:lnTo>
                  <a:pt x="1454" y="9359"/>
                </a:lnTo>
                <a:lnTo>
                  <a:pt x="1454" y="8573"/>
                </a:lnTo>
                <a:close/>
                <a:moveTo>
                  <a:pt x="10789" y="10074"/>
                </a:moveTo>
                <a:lnTo>
                  <a:pt x="10789" y="10836"/>
                </a:lnTo>
                <a:lnTo>
                  <a:pt x="644" y="10836"/>
                </a:lnTo>
                <a:lnTo>
                  <a:pt x="644" y="10074"/>
                </a:lnTo>
                <a:close/>
                <a:moveTo>
                  <a:pt x="5383" y="0"/>
                </a:moveTo>
                <a:lnTo>
                  <a:pt x="5383" y="3548"/>
                </a:lnTo>
                <a:lnTo>
                  <a:pt x="3097" y="3548"/>
                </a:lnTo>
                <a:lnTo>
                  <a:pt x="3097" y="5001"/>
                </a:lnTo>
                <a:lnTo>
                  <a:pt x="2287" y="5001"/>
                </a:lnTo>
                <a:lnTo>
                  <a:pt x="2287" y="6454"/>
                </a:lnTo>
                <a:lnTo>
                  <a:pt x="1501" y="6454"/>
                </a:lnTo>
                <a:lnTo>
                  <a:pt x="1501" y="7930"/>
                </a:lnTo>
                <a:lnTo>
                  <a:pt x="787" y="7930"/>
                </a:lnTo>
                <a:lnTo>
                  <a:pt x="787" y="9383"/>
                </a:lnTo>
                <a:lnTo>
                  <a:pt x="1" y="9383"/>
                </a:lnTo>
                <a:lnTo>
                  <a:pt x="1" y="11526"/>
                </a:lnTo>
                <a:lnTo>
                  <a:pt x="11479" y="11526"/>
                </a:lnTo>
                <a:lnTo>
                  <a:pt x="11479" y="9383"/>
                </a:lnTo>
                <a:lnTo>
                  <a:pt x="10670" y="9383"/>
                </a:lnTo>
                <a:lnTo>
                  <a:pt x="10670" y="7930"/>
                </a:lnTo>
                <a:lnTo>
                  <a:pt x="9955" y="7930"/>
                </a:lnTo>
                <a:lnTo>
                  <a:pt x="9955" y="6454"/>
                </a:lnTo>
                <a:lnTo>
                  <a:pt x="9169" y="6454"/>
                </a:lnTo>
                <a:lnTo>
                  <a:pt x="9169" y="5001"/>
                </a:lnTo>
                <a:lnTo>
                  <a:pt x="8360" y="5001"/>
                </a:lnTo>
                <a:lnTo>
                  <a:pt x="8360" y="3548"/>
                </a:lnTo>
                <a:lnTo>
                  <a:pt x="6074" y="3548"/>
                </a:lnTo>
                <a:lnTo>
                  <a:pt x="6074" y="2453"/>
                </a:lnTo>
                <a:lnTo>
                  <a:pt x="8979" y="2453"/>
                </a:lnTo>
                <a:lnTo>
                  <a:pt x="897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grpSp>
        <p:nvGrpSpPr>
          <p:cNvPr id="4921" name="Google Shape;4921;p56"/>
          <p:cNvGrpSpPr/>
          <p:nvPr/>
        </p:nvGrpSpPr>
        <p:grpSpPr>
          <a:xfrm>
            <a:off x="4046002" y="1795892"/>
            <a:ext cx="339830" cy="338418"/>
            <a:chOff x="4122204" y="1953663"/>
            <a:chExt cx="339830" cy="338418"/>
          </a:xfrm>
        </p:grpSpPr>
        <p:sp>
          <p:nvSpPr>
            <p:cNvPr id="4922" name="Google Shape;4922;p56"/>
            <p:cNvSpPr/>
            <p:nvPr/>
          </p:nvSpPr>
          <p:spPr>
            <a:xfrm>
              <a:off x="4122204" y="1953663"/>
              <a:ext cx="339830" cy="338418"/>
            </a:xfrm>
            <a:custGeom>
              <a:rect b="b" l="l" r="r" t="t"/>
              <a:pathLst>
                <a:path extrusionOk="0" h="11503" w="11551">
                  <a:moveTo>
                    <a:pt x="9621" y="1858"/>
                  </a:moveTo>
                  <a:lnTo>
                    <a:pt x="9621" y="2644"/>
                  </a:lnTo>
                  <a:cubicBezTo>
                    <a:pt x="9621" y="4168"/>
                    <a:pt x="8407" y="5383"/>
                    <a:pt x="6883" y="5383"/>
                  </a:cubicBezTo>
                  <a:lnTo>
                    <a:pt x="6097" y="5383"/>
                  </a:lnTo>
                  <a:lnTo>
                    <a:pt x="6097" y="4597"/>
                  </a:lnTo>
                  <a:cubicBezTo>
                    <a:pt x="6097" y="3120"/>
                    <a:pt x="7359" y="1858"/>
                    <a:pt x="8835" y="1858"/>
                  </a:cubicBezTo>
                  <a:close/>
                  <a:moveTo>
                    <a:pt x="1881" y="667"/>
                  </a:moveTo>
                  <a:cubicBezTo>
                    <a:pt x="3834" y="667"/>
                    <a:pt x="5430" y="2263"/>
                    <a:pt x="5430" y="4216"/>
                  </a:cubicBezTo>
                  <a:lnTo>
                    <a:pt x="5430" y="4597"/>
                  </a:lnTo>
                  <a:lnTo>
                    <a:pt x="5430" y="5407"/>
                  </a:lnTo>
                  <a:lnTo>
                    <a:pt x="4239" y="5407"/>
                  </a:lnTo>
                  <a:cubicBezTo>
                    <a:pt x="4225" y="5407"/>
                    <a:pt x="4210" y="5407"/>
                    <a:pt x="4196" y="5407"/>
                  </a:cubicBezTo>
                  <a:cubicBezTo>
                    <a:pt x="2263" y="5407"/>
                    <a:pt x="691" y="3820"/>
                    <a:pt x="691" y="1858"/>
                  </a:cubicBezTo>
                  <a:lnTo>
                    <a:pt x="691" y="667"/>
                  </a:lnTo>
                  <a:close/>
                  <a:moveTo>
                    <a:pt x="5430" y="6121"/>
                  </a:moveTo>
                  <a:lnTo>
                    <a:pt x="5430" y="6907"/>
                  </a:lnTo>
                  <a:cubicBezTo>
                    <a:pt x="5430" y="8383"/>
                    <a:pt x="4191" y="9645"/>
                    <a:pt x="2691" y="9645"/>
                  </a:cubicBezTo>
                  <a:lnTo>
                    <a:pt x="1905" y="9645"/>
                  </a:lnTo>
                  <a:lnTo>
                    <a:pt x="1905" y="8860"/>
                  </a:lnTo>
                  <a:cubicBezTo>
                    <a:pt x="1905" y="7335"/>
                    <a:pt x="3120" y="6121"/>
                    <a:pt x="4644" y="6121"/>
                  </a:cubicBezTo>
                  <a:close/>
                  <a:moveTo>
                    <a:pt x="7335" y="6097"/>
                  </a:moveTo>
                  <a:cubicBezTo>
                    <a:pt x="9288" y="6097"/>
                    <a:pt x="10860" y="7669"/>
                    <a:pt x="10860" y="9645"/>
                  </a:cubicBezTo>
                  <a:lnTo>
                    <a:pt x="10860" y="10836"/>
                  </a:lnTo>
                  <a:lnTo>
                    <a:pt x="9669" y="10836"/>
                  </a:lnTo>
                  <a:cubicBezTo>
                    <a:pt x="7716" y="10836"/>
                    <a:pt x="6144" y="9241"/>
                    <a:pt x="6144" y="7288"/>
                  </a:cubicBezTo>
                  <a:lnTo>
                    <a:pt x="6144" y="6097"/>
                  </a:lnTo>
                  <a:close/>
                  <a:moveTo>
                    <a:pt x="0" y="1"/>
                  </a:moveTo>
                  <a:lnTo>
                    <a:pt x="0" y="1858"/>
                  </a:lnTo>
                  <a:cubicBezTo>
                    <a:pt x="0" y="3740"/>
                    <a:pt x="1215" y="5311"/>
                    <a:pt x="2929" y="5883"/>
                  </a:cubicBezTo>
                  <a:cubicBezTo>
                    <a:pt x="1905" y="6478"/>
                    <a:pt x="1215" y="7574"/>
                    <a:pt x="1215" y="8836"/>
                  </a:cubicBezTo>
                  <a:lnTo>
                    <a:pt x="1215" y="10288"/>
                  </a:lnTo>
                  <a:lnTo>
                    <a:pt x="2644" y="10288"/>
                  </a:lnTo>
                  <a:cubicBezTo>
                    <a:pt x="3930" y="10288"/>
                    <a:pt x="5025" y="9598"/>
                    <a:pt x="5620" y="8598"/>
                  </a:cubicBezTo>
                  <a:cubicBezTo>
                    <a:pt x="6192" y="10288"/>
                    <a:pt x="7764" y="11503"/>
                    <a:pt x="9669" y="11503"/>
                  </a:cubicBezTo>
                  <a:lnTo>
                    <a:pt x="11550" y="11503"/>
                  </a:lnTo>
                  <a:lnTo>
                    <a:pt x="11550" y="9645"/>
                  </a:lnTo>
                  <a:cubicBezTo>
                    <a:pt x="11526" y="7764"/>
                    <a:pt x="10312" y="6145"/>
                    <a:pt x="8597" y="5621"/>
                  </a:cubicBezTo>
                  <a:cubicBezTo>
                    <a:pt x="9621" y="5025"/>
                    <a:pt x="10312" y="3930"/>
                    <a:pt x="10312" y="2644"/>
                  </a:cubicBezTo>
                  <a:lnTo>
                    <a:pt x="10312" y="1215"/>
                  </a:lnTo>
                  <a:lnTo>
                    <a:pt x="8835" y="1215"/>
                  </a:lnTo>
                  <a:cubicBezTo>
                    <a:pt x="7573" y="1215"/>
                    <a:pt x="6454" y="1906"/>
                    <a:pt x="5859" y="2906"/>
                  </a:cubicBezTo>
                  <a:cubicBezTo>
                    <a:pt x="5311" y="1215"/>
                    <a:pt x="3715" y="1"/>
                    <a:pt x="181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4923" name="Google Shape;4923;p56"/>
            <p:cNvSpPr/>
            <p:nvPr/>
          </p:nvSpPr>
          <p:spPr>
            <a:xfrm>
              <a:off x="4190840" y="2014620"/>
              <a:ext cx="49073" cy="20359"/>
            </a:xfrm>
            <a:custGeom>
              <a:rect b="b" l="l" r="r" t="t"/>
              <a:pathLst>
                <a:path extrusionOk="0" h="692" w="1668">
                  <a:moveTo>
                    <a:pt x="1" y="0"/>
                  </a:moveTo>
                  <a:lnTo>
                    <a:pt x="1" y="691"/>
                  </a:lnTo>
                  <a:lnTo>
                    <a:pt x="1668" y="691"/>
                  </a:lnTo>
                  <a:lnTo>
                    <a:pt x="1668"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4924" name="Google Shape;4924;p56"/>
            <p:cNvSpPr/>
            <p:nvPr/>
          </p:nvSpPr>
          <p:spPr>
            <a:xfrm>
              <a:off x="4190840" y="2053866"/>
              <a:ext cx="49073" cy="20329"/>
            </a:xfrm>
            <a:custGeom>
              <a:rect b="b" l="l" r="r" t="t"/>
              <a:pathLst>
                <a:path extrusionOk="0" h="691" w="1668">
                  <a:moveTo>
                    <a:pt x="1" y="0"/>
                  </a:moveTo>
                  <a:lnTo>
                    <a:pt x="1" y="691"/>
                  </a:lnTo>
                  <a:lnTo>
                    <a:pt x="1668" y="691"/>
                  </a:lnTo>
                  <a:lnTo>
                    <a:pt x="1668"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4925" name="Google Shape;4925;p56"/>
            <p:cNvSpPr/>
            <p:nvPr/>
          </p:nvSpPr>
          <p:spPr>
            <a:xfrm>
              <a:off x="4343587" y="2170867"/>
              <a:ext cx="49073" cy="19623"/>
            </a:xfrm>
            <a:custGeom>
              <a:rect b="b" l="l" r="r" t="t"/>
              <a:pathLst>
                <a:path extrusionOk="0" h="667" w="1668">
                  <a:moveTo>
                    <a:pt x="1" y="0"/>
                  </a:moveTo>
                  <a:lnTo>
                    <a:pt x="1" y="667"/>
                  </a:lnTo>
                  <a:lnTo>
                    <a:pt x="1668" y="667"/>
                  </a:lnTo>
                  <a:lnTo>
                    <a:pt x="1668"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4926" name="Google Shape;4926;p56"/>
            <p:cNvSpPr/>
            <p:nvPr/>
          </p:nvSpPr>
          <p:spPr>
            <a:xfrm>
              <a:off x="4343587" y="2210083"/>
              <a:ext cx="49073" cy="20359"/>
            </a:xfrm>
            <a:custGeom>
              <a:rect b="b" l="l" r="r" t="t"/>
              <a:pathLst>
                <a:path extrusionOk="0" h="692" w="1668">
                  <a:moveTo>
                    <a:pt x="1" y="1"/>
                  </a:moveTo>
                  <a:lnTo>
                    <a:pt x="1" y="691"/>
                  </a:lnTo>
                  <a:lnTo>
                    <a:pt x="1668" y="691"/>
                  </a:lnTo>
                  <a:lnTo>
                    <a:pt x="1668"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grpSp>
      <p:sp>
        <p:nvSpPr>
          <p:cNvPr id="4927" name="Google Shape;4927;p56"/>
          <p:cNvSpPr/>
          <p:nvPr/>
        </p:nvSpPr>
        <p:spPr>
          <a:xfrm>
            <a:off x="4780585" y="1786095"/>
            <a:ext cx="339154" cy="337712"/>
          </a:xfrm>
          <a:custGeom>
            <a:rect b="b" l="l" r="r" t="t"/>
            <a:pathLst>
              <a:path extrusionOk="0" h="11479" w="11528">
                <a:moveTo>
                  <a:pt x="1073" y="1953"/>
                </a:moveTo>
                <a:cubicBezTo>
                  <a:pt x="1287" y="1953"/>
                  <a:pt x="1477" y="2144"/>
                  <a:pt x="1477" y="2358"/>
                </a:cubicBezTo>
                <a:cubicBezTo>
                  <a:pt x="1477" y="2548"/>
                  <a:pt x="1287" y="2739"/>
                  <a:pt x="1073" y="2739"/>
                </a:cubicBezTo>
                <a:cubicBezTo>
                  <a:pt x="882" y="2739"/>
                  <a:pt x="692" y="2548"/>
                  <a:pt x="692" y="2358"/>
                </a:cubicBezTo>
                <a:cubicBezTo>
                  <a:pt x="692" y="2144"/>
                  <a:pt x="882" y="1953"/>
                  <a:pt x="1073" y="1953"/>
                </a:cubicBezTo>
                <a:close/>
                <a:moveTo>
                  <a:pt x="10456" y="1953"/>
                </a:moveTo>
                <a:cubicBezTo>
                  <a:pt x="10670" y="1953"/>
                  <a:pt x="10837" y="2144"/>
                  <a:pt x="10837" y="2358"/>
                </a:cubicBezTo>
                <a:cubicBezTo>
                  <a:pt x="10837" y="2548"/>
                  <a:pt x="10670" y="2739"/>
                  <a:pt x="10456" y="2739"/>
                </a:cubicBezTo>
                <a:cubicBezTo>
                  <a:pt x="10241" y="2739"/>
                  <a:pt x="10075" y="2548"/>
                  <a:pt x="10075" y="2358"/>
                </a:cubicBezTo>
                <a:cubicBezTo>
                  <a:pt x="10075" y="2144"/>
                  <a:pt x="10217" y="1953"/>
                  <a:pt x="10456" y="1953"/>
                </a:cubicBezTo>
                <a:close/>
                <a:moveTo>
                  <a:pt x="9408" y="2715"/>
                </a:moveTo>
                <a:cubicBezTo>
                  <a:pt x="9527" y="3025"/>
                  <a:pt x="9765" y="3263"/>
                  <a:pt x="10098" y="3382"/>
                </a:cubicBezTo>
                <a:lnTo>
                  <a:pt x="10098" y="4715"/>
                </a:lnTo>
                <a:cubicBezTo>
                  <a:pt x="9765" y="4835"/>
                  <a:pt x="9527" y="5097"/>
                  <a:pt x="9408" y="5406"/>
                </a:cubicBezTo>
                <a:lnTo>
                  <a:pt x="8217" y="5406"/>
                </a:lnTo>
                <a:cubicBezTo>
                  <a:pt x="7860" y="5406"/>
                  <a:pt x="7503" y="5263"/>
                  <a:pt x="7264" y="5025"/>
                </a:cubicBezTo>
                <a:lnTo>
                  <a:pt x="6764" y="4549"/>
                </a:lnTo>
                <a:lnTo>
                  <a:pt x="7431" y="3334"/>
                </a:lnTo>
                <a:cubicBezTo>
                  <a:pt x="7622" y="2953"/>
                  <a:pt x="8050" y="2715"/>
                  <a:pt x="8455" y="2715"/>
                </a:cubicBezTo>
                <a:close/>
                <a:moveTo>
                  <a:pt x="1073" y="5335"/>
                </a:moveTo>
                <a:cubicBezTo>
                  <a:pt x="1287" y="5335"/>
                  <a:pt x="1477" y="5501"/>
                  <a:pt x="1477" y="5716"/>
                </a:cubicBezTo>
                <a:cubicBezTo>
                  <a:pt x="1477" y="5930"/>
                  <a:pt x="1287" y="6097"/>
                  <a:pt x="1073" y="6097"/>
                </a:cubicBezTo>
                <a:cubicBezTo>
                  <a:pt x="882" y="6097"/>
                  <a:pt x="692" y="5906"/>
                  <a:pt x="692" y="5716"/>
                </a:cubicBezTo>
                <a:cubicBezTo>
                  <a:pt x="692" y="5501"/>
                  <a:pt x="882" y="5335"/>
                  <a:pt x="1073" y="5335"/>
                </a:cubicBezTo>
                <a:close/>
                <a:moveTo>
                  <a:pt x="10456" y="5358"/>
                </a:moveTo>
                <a:cubicBezTo>
                  <a:pt x="10670" y="5358"/>
                  <a:pt x="10837" y="5525"/>
                  <a:pt x="10837" y="5740"/>
                </a:cubicBezTo>
                <a:cubicBezTo>
                  <a:pt x="10837" y="5954"/>
                  <a:pt x="10670" y="6121"/>
                  <a:pt x="10456" y="6121"/>
                </a:cubicBezTo>
                <a:cubicBezTo>
                  <a:pt x="10241" y="6121"/>
                  <a:pt x="10075" y="5954"/>
                  <a:pt x="10075" y="5740"/>
                </a:cubicBezTo>
                <a:cubicBezTo>
                  <a:pt x="10075" y="5525"/>
                  <a:pt x="10241" y="5358"/>
                  <a:pt x="10456" y="5358"/>
                </a:cubicBezTo>
                <a:close/>
                <a:moveTo>
                  <a:pt x="3428" y="2707"/>
                </a:moveTo>
                <a:cubicBezTo>
                  <a:pt x="3726" y="2707"/>
                  <a:pt x="4032" y="2862"/>
                  <a:pt x="4264" y="3072"/>
                </a:cubicBezTo>
                <a:lnTo>
                  <a:pt x="5955" y="4668"/>
                </a:lnTo>
                <a:lnTo>
                  <a:pt x="5121" y="6240"/>
                </a:lnTo>
                <a:lnTo>
                  <a:pt x="4716" y="5859"/>
                </a:lnTo>
                <a:cubicBezTo>
                  <a:pt x="4335" y="5501"/>
                  <a:pt x="3811" y="5287"/>
                  <a:pt x="3287" y="5287"/>
                </a:cubicBezTo>
                <a:lnTo>
                  <a:pt x="2073" y="5287"/>
                </a:lnTo>
                <a:cubicBezTo>
                  <a:pt x="1954" y="5025"/>
                  <a:pt x="1716" y="4811"/>
                  <a:pt x="1430" y="4739"/>
                </a:cubicBezTo>
                <a:lnTo>
                  <a:pt x="1430" y="3382"/>
                </a:lnTo>
                <a:cubicBezTo>
                  <a:pt x="1763" y="3263"/>
                  <a:pt x="2001" y="3025"/>
                  <a:pt x="2120" y="2715"/>
                </a:cubicBezTo>
                <a:lnTo>
                  <a:pt x="3311" y="2715"/>
                </a:lnTo>
                <a:cubicBezTo>
                  <a:pt x="3350" y="2710"/>
                  <a:pt x="3389" y="2707"/>
                  <a:pt x="3428" y="2707"/>
                </a:cubicBezTo>
                <a:close/>
                <a:moveTo>
                  <a:pt x="6455" y="5168"/>
                </a:moveTo>
                <a:lnTo>
                  <a:pt x="6836" y="5525"/>
                </a:lnTo>
                <a:cubicBezTo>
                  <a:pt x="7217" y="5882"/>
                  <a:pt x="7717" y="6097"/>
                  <a:pt x="8241" y="6097"/>
                </a:cubicBezTo>
                <a:lnTo>
                  <a:pt x="9408" y="6097"/>
                </a:lnTo>
                <a:cubicBezTo>
                  <a:pt x="9527" y="6430"/>
                  <a:pt x="9765" y="6668"/>
                  <a:pt x="10098" y="6787"/>
                </a:cubicBezTo>
                <a:lnTo>
                  <a:pt x="10098" y="8121"/>
                </a:lnTo>
                <a:cubicBezTo>
                  <a:pt x="9836" y="8216"/>
                  <a:pt x="9598" y="8407"/>
                  <a:pt x="9479" y="8692"/>
                </a:cubicBezTo>
                <a:lnTo>
                  <a:pt x="8241" y="8692"/>
                </a:lnTo>
                <a:cubicBezTo>
                  <a:pt x="7931" y="8669"/>
                  <a:pt x="7574" y="8550"/>
                  <a:pt x="7312" y="8264"/>
                </a:cubicBezTo>
                <a:lnTo>
                  <a:pt x="5645" y="6716"/>
                </a:lnTo>
                <a:lnTo>
                  <a:pt x="6455" y="5168"/>
                </a:lnTo>
                <a:close/>
                <a:moveTo>
                  <a:pt x="3287" y="5954"/>
                </a:moveTo>
                <a:cubicBezTo>
                  <a:pt x="3645" y="5954"/>
                  <a:pt x="4002" y="6097"/>
                  <a:pt x="4240" y="6335"/>
                </a:cubicBezTo>
                <a:lnTo>
                  <a:pt x="4764" y="6835"/>
                </a:lnTo>
                <a:lnTo>
                  <a:pt x="4097" y="8121"/>
                </a:lnTo>
                <a:cubicBezTo>
                  <a:pt x="3883" y="8502"/>
                  <a:pt x="3502" y="8740"/>
                  <a:pt x="3049" y="8740"/>
                </a:cubicBezTo>
                <a:lnTo>
                  <a:pt x="2097" y="8740"/>
                </a:lnTo>
                <a:cubicBezTo>
                  <a:pt x="1978" y="8431"/>
                  <a:pt x="1739" y="8192"/>
                  <a:pt x="1406" y="8073"/>
                </a:cubicBezTo>
                <a:lnTo>
                  <a:pt x="1406" y="6716"/>
                </a:lnTo>
                <a:cubicBezTo>
                  <a:pt x="1763" y="6597"/>
                  <a:pt x="2025" y="6311"/>
                  <a:pt x="2120" y="5954"/>
                </a:cubicBezTo>
                <a:close/>
                <a:moveTo>
                  <a:pt x="1073" y="8716"/>
                </a:moveTo>
                <a:cubicBezTo>
                  <a:pt x="1287" y="8716"/>
                  <a:pt x="1477" y="8907"/>
                  <a:pt x="1477" y="9097"/>
                </a:cubicBezTo>
                <a:cubicBezTo>
                  <a:pt x="1477" y="9312"/>
                  <a:pt x="1287" y="9502"/>
                  <a:pt x="1073" y="9502"/>
                </a:cubicBezTo>
                <a:cubicBezTo>
                  <a:pt x="882" y="9502"/>
                  <a:pt x="692" y="9312"/>
                  <a:pt x="692" y="9097"/>
                </a:cubicBezTo>
                <a:cubicBezTo>
                  <a:pt x="692" y="8907"/>
                  <a:pt x="882" y="8716"/>
                  <a:pt x="1073" y="8716"/>
                </a:cubicBezTo>
                <a:close/>
                <a:moveTo>
                  <a:pt x="10456" y="8716"/>
                </a:moveTo>
                <a:cubicBezTo>
                  <a:pt x="10670" y="8716"/>
                  <a:pt x="10837" y="8907"/>
                  <a:pt x="10837" y="9097"/>
                </a:cubicBezTo>
                <a:cubicBezTo>
                  <a:pt x="10837" y="9312"/>
                  <a:pt x="10670" y="9502"/>
                  <a:pt x="10456" y="9502"/>
                </a:cubicBezTo>
                <a:cubicBezTo>
                  <a:pt x="10241" y="9502"/>
                  <a:pt x="10075" y="9312"/>
                  <a:pt x="10075" y="9097"/>
                </a:cubicBezTo>
                <a:cubicBezTo>
                  <a:pt x="10075" y="8907"/>
                  <a:pt x="10241" y="8716"/>
                  <a:pt x="10456" y="8716"/>
                </a:cubicBezTo>
                <a:close/>
                <a:moveTo>
                  <a:pt x="763" y="0"/>
                </a:moveTo>
                <a:lnTo>
                  <a:pt x="763" y="1358"/>
                </a:lnTo>
                <a:cubicBezTo>
                  <a:pt x="334" y="1524"/>
                  <a:pt x="1" y="1905"/>
                  <a:pt x="1" y="2382"/>
                </a:cubicBezTo>
                <a:cubicBezTo>
                  <a:pt x="1" y="2858"/>
                  <a:pt x="311" y="3239"/>
                  <a:pt x="763" y="3382"/>
                </a:cubicBezTo>
                <a:lnTo>
                  <a:pt x="763" y="4739"/>
                </a:lnTo>
                <a:cubicBezTo>
                  <a:pt x="334" y="4882"/>
                  <a:pt x="1" y="5263"/>
                  <a:pt x="1" y="5740"/>
                </a:cubicBezTo>
                <a:cubicBezTo>
                  <a:pt x="1" y="6216"/>
                  <a:pt x="311" y="6597"/>
                  <a:pt x="763" y="6764"/>
                </a:cubicBezTo>
                <a:lnTo>
                  <a:pt x="763" y="8097"/>
                </a:lnTo>
                <a:cubicBezTo>
                  <a:pt x="334" y="8240"/>
                  <a:pt x="1" y="8621"/>
                  <a:pt x="1" y="9097"/>
                </a:cubicBezTo>
                <a:cubicBezTo>
                  <a:pt x="1" y="9574"/>
                  <a:pt x="311" y="9955"/>
                  <a:pt x="763" y="10121"/>
                </a:cubicBezTo>
                <a:lnTo>
                  <a:pt x="763" y="11479"/>
                </a:lnTo>
                <a:lnTo>
                  <a:pt x="1430" y="11479"/>
                </a:lnTo>
                <a:lnTo>
                  <a:pt x="1430" y="10121"/>
                </a:lnTo>
                <a:cubicBezTo>
                  <a:pt x="1430" y="10121"/>
                  <a:pt x="2001" y="9764"/>
                  <a:pt x="2097" y="9455"/>
                </a:cubicBezTo>
                <a:lnTo>
                  <a:pt x="3049" y="9455"/>
                </a:lnTo>
                <a:cubicBezTo>
                  <a:pt x="3740" y="9455"/>
                  <a:pt x="4359" y="9074"/>
                  <a:pt x="4692" y="8454"/>
                </a:cubicBezTo>
                <a:lnTo>
                  <a:pt x="5288" y="7335"/>
                </a:lnTo>
                <a:lnTo>
                  <a:pt x="6836" y="8764"/>
                </a:lnTo>
                <a:cubicBezTo>
                  <a:pt x="7217" y="9121"/>
                  <a:pt x="8241" y="9335"/>
                  <a:pt x="8241" y="9335"/>
                </a:cubicBezTo>
                <a:lnTo>
                  <a:pt x="9408" y="9335"/>
                </a:lnTo>
                <a:cubicBezTo>
                  <a:pt x="9503" y="9693"/>
                  <a:pt x="9765" y="10002"/>
                  <a:pt x="10122" y="10121"/>
                </a:cubicBezTo>
                <a:lnTo>
                  <a:pt x="10122" y="11479"/>
                </a:lnTo>
                <a:lnTo>
                  <a:pt x="10789" y="11479"/>
                </a:lnTo>
                <a:lnTo>
                  <a:pt x="10789" y="10121"/>
                </a:lnTo>
                <a:cubicBezTo>
                  <a:pt x="11218" y="9955"/>
                  <a:pt x="11527" y="9574"/>
                  <a:pt x="11527" y="9097"/>
                </a:cubicBezTo>
                <a:cubicBezTo>
                  <a:pt x="11527" y="8621"/>
                  <a:pt x="11218" y="8240"/>
                  <a:pt x="10813" y="8097"/>
                </a:cubicBezTo>
                <a:lnTo>
                  <a:pt x="10813" y="6740"/>
                </a:lnTo>
                <a:cubicBezTo>
                  <a:pt x="11194" y="6597"/>
                  <a:pt x="11527" y="6192"/>
                  <a:pt x="11527" y="5740"/>
                </a:cubicBezTo>
                <a:cubicBezTo>
                  <a:pt x="11527" y="5263"/>
                  <a:pt x="11241" y="4882"/>
                  <a:pt x="10813" y="4739"/>
                </a:cubicBezTo>
                <a:lnTo>
                  <a:pt x="10813" y="3382"/>
                </a:lnTo>
                <a:cubicBezTo>
                  <a:pt x="11241" y="3239"/>
                  <a:pt x="11527" y="2858"/>
                  <a:pt x="11527" y="2382"/>
                </a:cubicBezTo>
                <a:cubicBezTo>
                  <a:pt x="11527" y="1905"/>
                  <a:pt x="11241" y="1524"/>
                  <a:pt x="10813" y="1358"/>
                </a:cubicBezTo>
                <a:lnTo>
                  <a:pt x="10813" y="0"/>
                </a:lnTo>
                <a:lnTo>
                  <a:pt x="10122" y="0"/>
                </a:lnTo>
                <a:lnTo>
                  <a:pt x="10122" y="1358"/>
                </a:lnTo>
                <a:cubicBezTo>
                  <a:pt x="9813" y="1477"/>
                  <a:pt x="9574" y="1715"/>
                  <a:pt x="9455" y="2048"/>
                </a:cubicBezTo>
                <a:lnTo>
                  <a:pt x="8503" y="2048"/>
                </a:lnTo>
                <a:cubicBezTo>
                  <a:pt x="7812" y="2048"/>
                  <a:pt x="7193" y="2429"/>
                  <a:pt x="6860" y="3025"/>
                </a:cubicBezTo>
                <a:lnTo>
                  <a:pt x="6288" y="4073"/>
                </a:lnTo>
                <a:lnTo>
                  <a:pt x="4716" y="2620"/>
                </a:lnTo>
                <a:cubicBezTo>
                  <a:pt x="4335" y="2263"/>
                  <a:pt x="3811" y="2048"/>
                  <a:pt x="3287" y="2048"/>
                </a:cubicBezTo>
                <a:lnTo>
                  <a:pt x="2097" y="2048"/>
                </a:lnTo>
                <a:cubicBezTo>
                  <a:pt x="1978" y="1715"/>
                  <a:pt x="1739" y="1477"/>
                  <a:pt x="1406" y="1358"/>
                </a:cubicBezTo>
                <a:lnTo>
                  <a:pt x="140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4928" name="Google Shape;4928;p56"/>
          <p:cNvSpPr/>
          <p:nvPr/>
        </p:nvSpPr>
        <p:spPr>
          <a:xfrm>
            <a:off x="5513109" y="1776975"/>
            <a:ext cx="337712" cy="339124"/>
          </a:xfrm>
          <a:custGeom>
            <a:rect b="b" l="l" r="r" t="t"/>
            <a:pathLst>
              <a:path extrusionOk="0" h="11527" w="11479">
                <a:moveTo>
                  <a:pt x="4644" y="2430"/>
                </a:moveTo>
                <a:lnTo>
                  <a:pt x="4644" y="10812"/>
                </a:lnTo>
                <a:lnTo>
                  <a:pt x="3858" y="10812"/>
                </a:lnTo>
                <a:lnTo>
                  <a:pt x="3858" y="4692"/>
                </a:lnTo>
                <a:lnTo>
                  <a:pt x="3858" y="2430"/>
                </a:lnTo>
                <a:close/>
                <a:moveTo>
                  <a:pt x="3192" y="5359"/>
                </a:moveTo>
                <a:lnTo>
                  <a:pt x="3192" y="10836"/>
                </a:lnTo>
                <a:lnTo>
                  <a:pt x="2406" y="10836"/>
                </a:lnTo>
                <a:lnTo>
                  <a:pt x="2406" y="5359"/>
                </a:lnTo>
                <a:close/>
                <a:moveTo>
                  <a:pt x="6097" y="3906"/>
                </a:moveTo>
                <a:lnTo>
                  <a:pt x="6097" y="10836"/>
                </a:lnTo>
                <a:lnTo>
                  <a:pt x="5335" y="10836"/>
                </a:lnTo>
                <a:lnTo>
                  <a:pt x="5335" y="3906"/>
                </a:lnTo>
                <a:close/>
                <a:moveTo>
                  <a:pt x="7597" y="691"/>
                </a:moveTo>
                <a:lnTo>
                  <a:pt x="7597" y="10836"/>
                </a:lnTo>
                <a:lnTo>
                  <a:pt x="6811" y="10836"/>
                </a:lnTo>
                <a:lnTo>
                  <a:pt x="6811" y="691"/>
                </a:lnTo>
                <a:close/>
                <a:moveTo>
                  <a:pt x="9050" y="2454"/>
                </a:moveTo>
                <a:lnTo>
                  <a:pt x="9050" y="10836"/>
                </a:lnTo>
                <a:lnTo>
                  <a:pt x="8264" y="10836"/>
                </a:lnTo>
                <a:lnTo>
                  <a:pt x="8264" y="2454"/>
                </a:lnTo>
                <a:close/>
                <a:moveTo>
                  <a:pt x="6121" y="1"/>
                </a:moveTo>
                <a:lnTo>
                  <a:pt x="6121" y="3263"/>
                </a:lnTo>
                <a:lnTo>
                  <a:pt x="5359" y="3263"/>
                </a:lnTo>
                <a:lnTo>
                  <a:pt x="5359" y="1787"/>
                </a:lnTo>
                <a:lnTo>
                  <a:pt x="3215" y="1787"/>
                </a:lnTo>
                <a:lnTo>
                  <a:pt x="3215" y="4692"/>
                </a:lnTo>
                <a:lnTo>
                  <a:pt x="1739" y="4692"/>
                </a:lnTo>
                <a:lnTo>
                  <a:pt x="1739" y="10836"/>
                </a:lnTo>
                <a:lnTo>
                  <a:pt x="0" y="10836"/>
                </a:lnTo>
                <a:lnTo>
                  <a:pt x="0" y="11527"/>
                </a:lnTo>
                <a:lnTo>
                  <a:pt x="11479" y="11527"/>
                </a:lnTo>
                <a:lnTo>
                  <a:pt x="11479" y="10836"/>
                </a:lnTo>
                <a:lnTo>
                  <a:pt x="9740" y="10836"/>
                </a:lnTo>
                <a:lnTo>
                  <a:pt x="9740" y="1763"/>
                </a:lnTo>
                <a:lnTo>
                  <a:pt x="8264" y="1763"/>
                </a:lnTo>
                <a:lnTo>
                  <a:pt x="8264"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grpSp>
        <p:nvGrpSpPr>
          <p:cNvPr id="4929" name="Google Shape;4929;p56"/>
          <p:cNvGrpSpPr/>
          <p:nvPr/>
        </p:nvGrpSpPr>
        <p:grpSpPr>
          <a:xfrm>
            <a:off x="6252620" y="1809896"/>
            <a:ext cx="338448" cy="313907"/>
            <a:chOff x="5871608" y="1967666"/>
            <a:chExt cx="338448" cy="313907"/>
          </a:xfrm>
        </p:grpSpPr>
        <p:sp>
          <p:nvSpPr>
            <p:cNvPr id="4930" name="Google Shape;4930;p56"/>
            <p:cNvSpPr/>
            <p:nvPr/>
          </p:nvSpPr>
          <p:spPr>
            <a:xfrm>
              <a:off x="5871608" y="2046158"/>
              <a:ext cx="338448" cy="63076"/>
            </a:xfrm>
            <a:custGeom>
              <a:rect b="b" l="l" r="r" t="t"/>
              <a:pathLst>
                <a:path extrusionOk="0" h="2144" w="11504">
                  <a:moveTo>
                    <a:pt x="7693" y="691"/>
                  </a:moveTo>
                  <a:lnTo>
                    <a:pt x="8074" y="1072"/>
                  </a:lnTo>
                  <a:lnTo>
                    <a:pt x="7693" y="1453"/>
                  </a:lnTo>
                  <a:lnTo>
                    <a:pt x="668" y="1453"/>
                  </a:lnTo>
                  <a:lnTo>
                    <a:pt x="668" y="691"/>
                  </a:lnTo>
                  <a:close/>
                  <a:moveTo>
                    <a:pt x="10860" y="715"/>
                  </a:moveTo>
                  <a:lnTo>
                    <a:pt x="10860" y="1500"/>
                  </a:lnTo>
                  <a:lnTo>
                    <a:pt x="8669" y="1500"/>
                  </a:lnTo>
                  <a:lnTo>
                    <a:pt x="9074" y="1096"/>
                  </a:lnTo>
                  <a:lnTo>
                    <a:pt x="8669" y="715"/>
                  </a:lnTo>
                  <a:close/>
                  <a:moveTo>
                    <a:pt x="1" y="0"/>
                  </a:moveTo>
                  <a:lnTo>
                    <a:pt x="1" y="2143"/>
                  </a:lnTo>
                  <a:lnTo>
                    <a:pt x="11503" y="2143"/>
                  </a:lnTo>
                  <a:lnTo>
                    <a:pt x="1150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4931" name="Google Shape;4931;p56"/>
            <p:cNvSpPr/>
            <p:nvPr/>
          </p:nvSpPr>
          <p:spPr>
            <a:xfrm>
              <a:off x="5871608" y="2133034"/>
              <a:ext cx="338448" cy="63076"/>
            </a:xfrm>
            <a:custGeom>
              <a:rect b="b" l="l" r="r" t="t"/>
              <a:pathLst>
                <a:path extrusionOk="0" h="2144" w="11504">
                  <a:moveTo>
                    <a:pt x="5955" y="643"/>
                  </a:moveTo>
                  <a:lnTo>
                    <a:pt x="6359" y="1048"/>
                  </a:lnTo>
                  <a:lnTo>
                    <a:pt x="5955" y="1429"/>
                  </a:lnTo>
                  <a:lnTo>
                    <a:pt x="668" y="1429"/>
                  </a:lnTo>
                  <a:lnTo>
                    <a:pt x="668" y="643"/>
                  </a:lnTo>
                  <a:close/>
                  <a:moveTo>
                    <a:pt x="10860" y="691"/>
                  </a:moveTo>
                  <a:lnTo>
                    <a:pt x="10860" y="1453"/>
                  </a:lnTo>
                  <a:lnTo>
                    <a:pt x="6955" y="1453"/>
                  </a:lnTo>
                  <a:lnTo>
                    <a:pt x="7336" y="1072"/>
                  </a:lnTo>
                  <a:lnTo>
                    <a:pt x="6955" y="691"/>
                  </a:lnTo>
                  <a:close/>
                  <a:moveTo>
                    <a:pt x="1" y="0"/>
                  </a:moveTo>
                  <a:lnTo>
                    <a:pt x="1" y="2143"/>
                  </a:lnTo>
                  <a:lnTo>
                    <a:pt x="11503" y="2143"/>
                  </a:lnTo>
                  <a:lnTo>
                    <a:pt x="1150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4932" name="Google Shape;4932;p56"/>
            <p:cNvSpPr/>
            <p:nvPr/>
          </p:nvSpPr>
          <p:spPr>
            <a:xfrm>
              <a:off x="5871608" y="2218497"/>
              <a:ext cx="338448" cy="63076"/>
            </a:xfrm>
            <a:custGeom>
              <a:rect b="b" l="l" r="r" t="t"/>
              <a:pathLst>
                <a:path extrusionOk="0" h="2144" w="11504">
                  <a:moveTo>
                    <a:pt x="4002" y="691"/>
                  </a:moveTo>
                  <a:lnTo>
                    <a:pt x="4383" y="1072"/>
                  </a:lnTo>
                  <a:lnTo>
                    <a:pt x="4002" y="1453"/>
                  </a:lnTo>
                  <a:lnTo>
                    <a:pt x="668" y="1453"/>
                  </a:lnTo>
                  <a:lnTo>
                    <a:pt x="668" y="691"/>
                  </a:lnTo>
                  <a:close/>
                  <a:moveTo>
                    <a:pt x="10860" y="691"/>
                  </a:moveTo>
                  <a:lnTo>
                    <a:pt x="10860" y="1477"/>
                  </a:lnTo>
                  <a:lnTo>
                    <a:pt x="4978" y="1477"/>
                  </a:lnTo>
                  <a:lnTo>
                    <a:pt x="5359" y="1072"/>
                  </a:lnTo>
                  <a:lnTo>
                    <a:pt x="4978" y="691"/>
                  </a:lnTo>
                  <a:close/>
                  <a:moveTo>
                    <a:pt x="1" y="0"/>
                  </a:moveTo>
                  <a:lnTo>
                    <a:pt x="1" y="2144"/>
                  </a:lnTo>
                  <a:lnTo>
                    <a:pt x="11503" y="2144"/>
                  </a:lnTo>
                  <a:lnTo>
                    <a:pt x="1150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4933" name="Google Shape;4933;p56"/>
            <p:cNvSpPr/>
            <p:nvPr/>
          </p:nvSpPr>
          <p:spPr>
            <a:xfrm>
              <a:off x="6149770" y="2006912"/>
              <a:ext cx="60282" cy="19653"/>
            </a:xfrm>
            <a:custGeom>
              <a:rect b="b" l="l" r="r" t="t"/>
              <a:pathLst>
                <a:path extrusionOk="0" h="668" w="2049">
                  <a:moveTo>
                    <a:pt x="0" y="1"/>
                  </a:moveTo>
                  <a:lnTo>
                    <a:pt x="0" y="667"/>
                  </a:lnTo>
                  <a:lnTo>
                    <a:pt x="2048" y="667"/>
                  </a:lnTo>
                  <a:lnTo>
                    <a:pt x="2048"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4934" name="Google Shape;4934;p56"/>
            <p:cNvSpPr/>
            <p:nvPr/>
          </p:nvSpPr>
          <p:spPr>
            <a:xfrm>
              <a:off x="6149770" y="1967666"/>
              <a:ext cx="60282" cy="19653"/>
            </a:xfrm>
            <a:custGeom>
              <a:rect b="b" l="l" r="r" t="t"/>
              <a:pathLst>
                <a:path extrusionOk="0" h="668" w="2049">
                  <a:moveTo>
                    <a:pt x="0" y="1"/>
                  </a:moveTo>
                  <a:lnTo>
                    <a:pt x="0" y="668"/>
                  </a:lnTo>
                  <a:lnTo>
                    <a:pt x="2048" y="668"/>
                  </a:lnTo>
                  <a:lnTo>
                    <a:pt x="2048"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4935" name="Google Shape;4935;p56"/>
            <p:cNvSpPr/>
            <p:nvPr/>
          </p:nvSpPr>
          <p:spPr>
            <a:xfrm>
              <a:off x="6109141" y="2006912"/>
              <a:ext cx="20329" cy="19653"/>
            </a:xfrm>
            <a:custGeom>
              <a:rect b="b" l="l" r="r" t="t"/>
              <a:pathLst>
                <a:path extrusionOk="0" h="668" w="691">
                  <a:moveTo>
                    <a:pt x="0" y="1"/>
                  </a:moveTo>
                  <a:lnTo>
                    <a:pt x="0" y="667"/>
                  </a:lnTo>
                  <a:lnTo>
                    <a:pt x="691" y="667"/>
                  </a:lnTo>
                  <a:lnTo>
                    <a:pt x="69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4936" name="Google Shape;4936;p56"/>
            <p:cNvSpPr/>
            <p:nvPr/>
          </p:nvSpPr>
          <p:spPr>
            <a:xfrm>
              <a:off x="6109141" y="1967666"/>
              <a:ext cx="20329" cy="19653"/>
            </a:xfrm>
            <a:custGeom>
              <a:rect b="b" l="l" r="r" t="t"/>
              <a:pathLst>
                <a:path extrusionOk="0" h="668" w="691">
                  <a:moveTo>
                    <a:pt x="0" y="1"/>
                  </a:moveTo>
                  <a:lnTo>
                    <a:pt x="0" y="668"/>
                  </a:lnTo>
                  <a:lnTo>
                    <a:pt x="691" y="668"/>
                  </a:lnTo>
                  <a:lnTo>
                    <a:pt x="69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grpSp>
      <p:sp>
        <p:nvSpPr>
          <p:cNvPr id="4937" name="Google Shape;4937;p56"/>
          <p:cNvSpPr/>
          <p:nvPr/>
        </p:nvSpPr>
        <p:spPr>
          <a:xfrm>
            <a:off x="6978809" y="1765737"/>
            <a:ext cx="343331" cy="337065"/>
          </a:xfrm>
          <a:custGeom>
            <a:rect b="b" l="l" r="r" t="t"/>
            <a:pathLst>
              <a:path extrusionOk="0" h="11457" w="11670">
                <a:moveTo>
                  <a:pt x="4406" y="668"/>
                </a:moveTo>
                <a:cubicBezTo>
                  <a:pt x="4763" y="668"/>
                  <a:pt x="5025" y="930"/>
                  <a:pt x="5025" y="1288"/>
                </a:cubicBezTo>
                <a:cubicBezTo>
                  <a:pt x="5025" y="1645"/>
                  <a:pt x="4763" y="1907"/>
                  <a:pt x="4406" y="1907"/>
                </a:cubicBezTo>
                <a:cubicBezTo>
                  <a:pt x="4049" y="1907"/>
                  <a:pt x="3787" y="1621"/>
                  <a:pt x="3787" y="1288"/>
                </a:cubicBezTo>
                <a:cubicBezTo>
                  <a:pt x="3787" y="930"/>
                  <a:pt x="4049" y="668"/>
                  <a:pt x="4406" y="668"/>
                </a:cubicBezTo>
                <a:close/>
                <a:moveTo>
                  <a:pt x="10336" y="1621"/>
                </a:moveTo>
                <a:cubicBezTo>
                  <a:pt x="10693" y="1621"/>
                  <a:pt x="10955" y="1883"/>
                  <a:pt x="10955" y="2240"/>
                </a:cubicBezTo>
                <a:cubicBezTo>
                  <a:pt x="10955" y="2597"/>
                  <a:pt x="10693" y="2859"/>
                  <a:pt x="10336" y="2859"/>
                </a:cubicBezTo>
                <a:cubicBezTo>
                  <a:pt x="9978" y="2859"/>
                  <a:pt x="9716" y="2597"/>
                  <a:pt x="9716" y="2240"/>
                </a:cubicBezTo>
                <a:cubicBezTo>
                  <a:pt x="9716" y="1883"/>
                  <a:pt x="9978" y="1621"/>
                  <a:pt x="10336" y="1621"/>
                </a:cubicBezTo>
                <a:close/>
                <a:moveTo>
                  <a:pt x="1429" y="3574"/>
                </a:moveTo>
                <a:cubicBezTo>
                  <a:pt x="1786" y="3574"/>
                  <a:pt x="2048" y="3836"/>
                  <a:pt x="2048" y="4193"/>
                </a:cubicBezTo>
                <a:cubicBezTo>
                  <a:pt x="2048" y="4550"/>
                  <a:pt x="1786" y="4836"/>
                  <a:pt x="1429" y="4836"/>
                </a:cubicBezTo>
                <a:cubicBezTo>
                  <a:pt x="1072" y="4836"/>
                  <a:pt x="810" y="4550"/>
                  <a:pt x="810" y="4193"/>
                </a:cubicBezTo>
                <a:cubicBezTo>
                  <a:pt x="810" y="3836"/>
                  <a:pt x="1072" y="3574"/>
                  <a:pt x="1429" y="3574"/>
                </a:cubicBezTo>
                <a:close/>
                <a:moveTo>
                  <a:pt x="7359" y="4383"/>
                </a:moveTo>
                <a:cubicBezTo>
                  <a:pt x="7716" y="4383"/>
                  <a:pt x="7978" y="4645"/>
                  <a:pt x="7978" y="5003"/>
                </a:cubicBezTo>
                <a:cubicBezTo>
                  <a:pt x="7978" y="5360"/>
                  <a:pt x="7716" y="5622"/>
                  <a:pt x="7359" y="5622"/>
                </a:cubicBezTo>
                <a:cubicBezTo>
                  <a:pt x="7025" y="5622"/>
                  <a:pt x="6740" y="5336"/>
                  <a:pt x="6740" y="5003"/>
                </a:cubicBezTo>
                <a:cubicBezTo>
                  <a:pt x="6740" y="4645"/>
                  <a:pt x="7002" y="4383"/>
                  <a:pt x="7359" y="4383"/>
                </a:cubicBezTo>
                <a:close/>
                <a:moveTo>
                  <a:pt x="2858" y="9718"/>
                </a:moveTo>
                <a:lnTo>
                  <a:pt x="2858" y="10813"/>
                </a:lnTo>
                <a:lnTo>
                  <a:pt x="810" y="10813"/>
                </a:lnTo>
                <a:lnTo>
                  <a:pt x="810" y="9718"/>
                </a:lnTo>
                <a:close/>
                <a:moveTo>
                  <a:pt x="5573" y="9718"/>
                </a:moveTo>
                <a:lnTo>
                  <a:pt x="5573" y="10813"/>
                </a:lnTo>
                <a:lnTo>
                  <a:pt x="3525" y="10813"/>
                </a:lnTo>
                <a:lnTo>
                  <a:pt x="3525" y="9718"/>
                </a:lnTo>
                <a:close/>
                <a:moveTo>
                  <a:pt x="8240" y="9718"/>
                </a:moveTo>
                <a:lnTo>
                  <a:pt x="8240" y="10813"/>
                </a:lnTo>
                <a:lnTo>
                  <a:pt x="6192" y="10813"/>
                </a:lnTo>
                <a:lnTo>
                  <a:pt x="6192" y="9718"/>
                </a:lnTo>
                <a:close/>
                <a:moveTo>
                  <a:pt x="10955" y="9718"/>
                </a:moveTo>
                <a:lnTo>
                  <a:pt x="10955" y="10813"/>
                </a:lnTo>
                <a:lnTo>
                  <a:pt x="8907" y="10813"/>
                </a:lnTo>
                <a:lnTo>
                  <a:pt x="8907" y="9718"/>
                </a:lnTo>
                <a:close/>
                <a:moveTo>
                  <a:pt x="4339" y="1"/>
                </a:moveTo>
                <a:cubicBezTo>
                  <a:pt x="3619" y="1"/>
                  <a:pt x="3001" y="587"/>
                  <a:pt x="3001" y="1311"/>
                </a:cubicBezTo>
                <a:cubicBezTo>
                  <a:pt x="3001" y="1907"/>
                  <a:pt x="3429" y="2407"/>
                  <a:pt x="3953" y="2574"/>
                </a:cubicBezTo>
                <a:lnTo>
                  <a:pt x="3953" y="9051"/>
                </a:lnTo>
                <a:lnTo>
                  <a:pt x="1667" y="9027"/>
                </a:lnTo>
                <a:lnTo>
                  <a:pt x="1667" y="5455"/>
                </a:lnTo>
                <a:cubicBezTo>
                  <a:pt x="2239" y="5312"/>
                  <a:pt x="2643" y="4765"/>
                  <a:pt x="2620" y="4145"/>
                </a:cubicBezTo>
                <a:cubicBezTo>
                  <a:pt x="2596" y="3479"/>
                  <a:pt x="2048" y="2931"/>
                  <a:pt x="1381" y="2883"/>
                </a:cubicBezTo>
                <a:cubicBezTo>
                  <a:pt x="1367" y="2883"/>
                  <a:pt x="1352" y="2882"/>
                  <a:pt x="1337" y="2882"/>
                </a:cubicBezTo>
                <a:cubicBezTo>
                  <a:pt x="595" y="2882"/>
                  <a:pt x="0" y="3469"/>
                  <a:pt x="0" y="4193"/>
                </a:cubicBezTo>
                <a:cubicBezTo>
                  <a:pt x="0" y="4788"/>
                  <a:pt x="429" y="5312"/>
                  <a:pt x="953" y="5455"/>
                </a:cubicBezTo>
                <a:lnTo>
                  <a:pt x="953" y="9027"/>
                </a:lnTo>
                <a:lnTo>
                  <a:pt x="0" y="9027"/>
                </a:lnTo>
                <a:lnTo>
                  <a:pt x="0" y="11456"/>
                </a:lnTo>
                <a:lnTo>
                  <a:pt x="11502" y="11456"/>
                </a:lnTo>
                <a:lnTo>
                  <a:pt x="11502" y="9027"/>
                </a:lnTo>
                <a:lnTo>
                  <a:pt x="10550" y="9051"/>
                </a:lnTo>
                <a:lnTo>
                  <a:pt x="10550" y="3526"/>
                </a:lnTo>
                <a:lnTo>
                  <a:pt x="10693" y="3526"/>
                </a:lnTo>
                <a:cubicBezTo>
                  <a:pt x="11264" y="3359"/>
                  <a:pt x="11669" y="2836"/>
                  <a:pt x="11645" y="2216"/>
                </a:cubicBezTo>
                <a:cubicBezTo>
                  <a:pt x="11622" y="1550"/>
                  <a:pt x="11074" y="978"/>
                  <a:pt x="10383" y="954"/>
                </a:cubicBezTo>
                <a:cubicBezTo>
                  <a:pt x="10369" y="954"/>
                  <a:pt x="10355" y="954"/>
                  <a:pt x="10340" y="954"/>
                </a:cubicBezTo>
                <a:cubicBezTo>
                  <a:pt x="9621" y="954"/>
                  <a:pt x="9026" y="1540"/>
                  <a:pt x="9026" y="2264"/>
                </a:cubicBezTo>
                <a:cubicBezTo>
                  <a:pt x="9026" y="2859"/>
                  <a:pt x="9431" y="3359"/>
                  <a:pt x="9978" y="3526"/>
                </a:cubicBezTo>
                <a:lnTo>
                  <a:pt x="9978" y="9051"/>
                </a:lnTo>
                <a:lnTo>
                  <a:pt x="7692" y="9051"/>
                </a:lnTo>
                <a:lnTo>
                  <a:pt x="7692" y="6265"/>
                </a:lnTo>
                <a:cubicBezTo>
                  <a:pt x="8240" y="6098"/>
                  <a:pt x="8669" y="5574"/>
                  <a:pt x="8645" y="4955"/>
                </a:cubicBezTo>
                <a:cubicBezTo>
                  <a:pt x="8597" y="4288"/>
                  <a:pt x="8073" y="3717"/>
                  <a:pt x="7383" y="3693"/>
                </a:cubicBezTo>
                <a:cubicBezTo>
                  <a:pt x="7368" y="3692"/>
                  <a:pt x="7354" y="3692"/>
                  <a:pt x="7340" y="3692"/>
                </a:cubicBezTo>
                <a:cubicBezTo>
                  <a:pt x="6621" y="3692"/>
                  <a:pt x="6025" y="4279"/>
                  <a:pt x="6025" y="5003"/>
                </a:cubicBezTo>
                <a:cubicBezTo>
                  <a:pt x="6025" y="5598"/>
                  <a:pt x="6430" y="6098"/>
                  <a:pt x="6978" y="6265"/>
                </a:cubicBezTo>
                <a:lnTo>
                  <a:pt x="6978" y="9051"/>
                </a:lnTo>
                <a:lnTo>
                  <a:pt x="4668" y="9051"/>
                </a:lnTo>
                <a:lnTo>
                  <a:pt x="4668" y="2574"/>
                </a:lnTo>
                <a:cubicBezTo>
                  <a:pt x="5239" y="2407"/>
                  <a:pt x="5668" y="1883"/>
                  <a:pt x="5620" y="1264"/>
                </a:cubicBezTo>
                <a:cubicBezTo>
                  <a:pt x="5596" y="597"/>
                  <a:pt x="5073" y="25"/>
                  <a:pt x="4382" y="2"/>
                </a:cubicBezTo>
                <a:cubicBezTo>
                  <a:pt x="4368" y="1"/>
                  <a:pt x="4353" y="1"/>
                  <a:pt x="433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grpSp>
        <p:nvGrpSpPr>
          <p:cNvPr id="4938" name="Google Shape;4938;p56"/>
          <p:cNvGrpSpPr/>
          <p:nvPr/>
        </p:nvGrpSpPr>
        <p:grpSpPr>
          <a:xfrm>
            <a:off x="7709916" y="1776269"/>
            <a:ext cx="340537" cy="339830"/>
            <a:chOff x="7024119" y="1934040"/>
            <a:chExt cx="340537" cy="339830"/>
          </a:xfrm>
        </p:grpSpPr>
        <p:sp>
          <p:nvSpPr>
            <p:cNvPr id="4939" name="Google Shape;4939;p56"/>
            <p:cNvSpPr/>
            <p:nvPr/>
          </p:nvSpPr>
          <p:spPr>
            <a:xfrm>
              <a:off x="7024119" y="1934040"/>
              <a:ext cx="340537" cy="339830"/>
            </a:xfrm>
            <a:custGeom>
              <a:rect b="b" l="l" r="r" t="t"/>
              <a:pathLst>
                <a:path extrusionOk="0" h="11551" w="11575">
                  <a:moveTo>
                    <a:pt x="5811" y="691"/>
                  </a:moveTo>
                  <a:cubicBezTo>
                    <a:pt x="8503" y="691"/>
                    <a:pt x="10693" y="2763"/>
                    <a:pt x="10884" y="5431"/>
                  </a:cubicBezTo>
                  <a:lnTo>
                    <a:pt x="9788" y="5431"/>
                  </a:lnTo>
                  <a:cubicBezTo>
                    <a:pt x="9598" y="3359"/>
                    <a:pt x="7907" y="1763"/>
                    <a:pt x="5811" y="1763"/>
                  </a:cubicBezTo>
                  <a:cubicBezTo>
                    <a:pt x="3740" y="1763"/>
                    <a:pt x="2001" y="3359"/>
                    <a:pt x="1858" y="5431"/>
                  </a:cubicBezTo>
                  <a:lnTo>
                    <a:pt x="763" y="5431"/>
                  </a:lnTo>
                  <a:cubicBezTo>
                    <a:pt x="906" y="2811"/>
                    <a:pt x="3120" y="691"/>
                    <a:pt x="5811" y="691"/>
                  </a:cubicBezTo>
                  <a:close/>
                  <a:moveTo>
                    <a:pt x="5811" y="3930"/>
                  </a:moveTo>
                  <a:cubicBezTo>
                    <a:pt x="6835" y="3930"/>
                    <a:pt x="7669" y="4764"/>
                    <a:pt x="7669" y="5788"/>
                  </a:cubicBezTo>
                  <a:cubicBezTo>
                    <a:pt x="7669" y="6788"/>
                    <a:pt x="6835" y="7621"/>
                    <a:pt x="5811" y="7621"/>
                  </a:cubicBezTo>
                  <a:cubicBezTo>
                    <a:pt x="4811" y="7621"/>
                    <a:pt x="3978" y="6788"/>
                    <a:pt x="3978" y="5788"/>
                  </a:cubicBezTo>
                  <a:cubicBezTo>
                    <a:pt x="3978" y="4764"/>
                    <a:pt x="4811" y="3930"/>
                    <a:pt x="5811" y="3930"/>
                  </a:cubicBezTo>
                  <a:close/>
                  <a:moveTo>
                    <a:pt x="5454" y="2478"/>
                  </a:moveTo>
                  <a:lnTo>
                    <a:pt x="5454" y="3287"/>
                  </a:lnTo>
                  <a:cubicBezTo>
                    <a:pt x="4240" y="3454"/>
                    <a:pt x="3263" y="4502"/>
                    <a:pt x="3263" y="5788"/>
                  </a:cubicBezTo>
                  <a:cubicBezTo>
                    <a:pt x="3263" y="7050"/>
                    <a:pt x="4216" y="8122"/>
                    <a:pt x="5454" y="8288"/>
                  </a:cubicBezTo>
                  <a:lnTo>
                    <a:pt x="5454" y="9074"/>
                  </a:lnTo>
                  <a:cubicBezTo>
                    <a:pt x="3787" y="8907"/>
                    <a:pt x="2477" y="7502"/>
                    <a:pt x="2477" y="5788"/>
                  </a:cubicBezTo>
                  <a:cubicBezTo>
                    <a:pt x="2477" y="4049"/>
                    <a:pt x="3787" y="2644"/>
                    <a:pt x="5454" y="2478"/>
                  </a:cubicBezTo>
                  <a:close/>
                  <a:moveTo>
                    <a:pt x="6145" y="2478"/>
                  </a:moveTo>
                  <a:cubicBezTo>
                    <a:pt x="7812" y="2644"/>
                    <a:pt x="9122" y="4049"/>
                    <a:pt x="9122" y="5788"/>
                  </a:cubicBezTo>
                  <a:cubicBezTo>
                    <a:pt x="9122" y="7502"/>
                    <a:pt x="7812" y="8907"/>
                    <a:pt x="6145" y="9074"/>
                  </a:cubicBezTo>
                  <a:lnTo>
                    <a:pt x="6145" y="8288"/>
                  </a:lnTo>
                  <a:cubicBezTo>
                    <a:pt x="7359" y="8098"/>
                    <a:pt x="8360" y="7050"/>
                    <a:pt x="8360" y="5788"/>
                  </a:cubicBezTo>
                  <a:cubicBezTo>
                    <a:pt x="8360" y="4502"/>
                    <a:pt x="7407" y="3430"/>
                    <a:pt x="6145" y="3287"/>
                  </a:cubicBezTo>
                  <a:lnTo>
                    <a:pt x="6145" y="2478"/>
                  </a:lnTo>
                  <a:close/>
                  <a:moveTo>
                    <a:pt x="10884" y="6145"/>
                  </a:moveTo>
                  <a:cubicBezTo>
                    <a:pt x="10693" y="8765"/>
                    <a:pt x="8503" y="10860"/>
                    <a:pt x="5811" y="10860"/>
                  </a:cubicBezTo>
                  <a:cubicBezTo>
                    <a:pt x="3144" y="10860"/>
                    <a:pt x="929" y="8788"/>
                    <a:pt x="763" y="6145"/>
                  </a:cubicBezTo>
                  <a:lnTo>
                    <a:pt x="1858" y="6145"/>
                  </a:lnTo>
                  <a:cubicBezTo>
                    <a:pt x="2049" y="8193"/>
                    <a:pt x="3740" y="9789"/>
                    <a:pt x="5811" y="9789"/>
                  </a:cubicBezTo>
                  <a:cubicBezTo>
                    <a:pt x="7907" y="9789"/>
                    <a:pt x="9622" y="8193"/>
                    <a:pt x="9788" y="6145"/>
                  </a:cubicBezTo>
                  <a:close/>
                  <a:moveTo>
                    <a:pt x="5788" y="1"/>
                  </a:moveTo>
                  <a:cubicBezTo>
                    <a:pt x="4240" y="1"/>
                    <a:pt x="2811" y="596"/>
                    <a:pt x="1715" y="1692"/>
                  </a:cubicBezTo>
                  <a:cubicBezTo>
                    <a:pt x="644" y="2763"/>
                    <a:pt x="1" y="4240"/>
                    <a:pt x="1" y="5788"/>
                  </a:cubicBezTo>
                  <a:cubicBezTo>
                    <a:pt x="1" y="7336"/>
                    <a:pt x="596" y="8765"/>
                    <a:pt x="1715" y="9860"/>
                  </a:cubicBezTo>
                  <a:cubicBezTo>
                    <a:pt x="2787" y="10932"/>
                    <a:pt x="4240" y="11551"/>
                    <a:pt x="5788" y="11551"/>
                  </a:cubicBezTo>
                  <a:cubicBezTo>
                    <a:pt x="7336" y="11551"/>
                    <a:pt x="8764" y="10955"/>
                    <a:pt x="9860" y="9860"/>
                  </a:cubicBezTo>
                  <a:cubicBezTo>
                    <a:pt x="10932" y="8788"/>
                    <a:pt x="11575" y="7336"/>
                    <a:pt x="11575" y="5788"/>
                  </a:cubicBezTo>
                  <a:cubicBezTo>
                    <a:pt x="11575" y="4240"/>
                    <a:pt x="10979" y="2811"/>
                    <a:pt x="9860" y="1692"/>
                  </a:cubicBezTo>
                  <a:cubicBezTo>
                    <a:pt x="8788" y="620"/>
                    <a:pt x="7336" y="1"/>
                    <a:pt x="578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4940" name="Google Shape;4940;p56"/>
            <p:cNvSpPr/>
            <p:nvPr/>
          </p:nvSpPr>
          <p:spPr>
            <a:xfrm>
              <a:off x="7170540" y="2073459"/>
              <a:ext cx="48396" cy="20359"/>
            </a:xfrm>
            <a:custGeom>
              <a:rect b="b" l="l" r="r" t="t"/>
              <a:pathLst>
                <a:path extrusionOk="0" h="692" w="1645">
                  <a:moveTo>
                    <a:pt x="1" y="1"/>
                  </a:moveTo>
                  <a:lnTo>
                    <a:pt x="1" y="692"/>
                  </a:lnTo>
                  <a:lnTo>
                    <a:pt x="1644" y="692"/>
                  </a:lnTo>
                  <a:lnTo>
                    <a:pt x="1644"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4941" name="Google Shape;4941;p56"/>
            <p:cNvSpPr/>
            <p:nvPr/>
          </p:nvSpPr>
          <p:spPr>
            <a:xfrm>
              <a:off x="7170540" y="2114794"/>
              <a:ext cx="48396" cy="19653"/>
            </a:xfrm>
            <a:custGeom>
              <a:rect b="b" l="l" r="r" t="t"/>
              <a:pathLst>
                <a:path extrusionOk="0" h="668" w="1645">
                  <a:moveTo>
                    <a:pt x="1" y="1"/>
                  </a:moveTo>
                  <a:lnTo>
                    <a:pt x="1" y="668"/>
                  </a:lnTo>
                  <a:lnTo>
                    <a:pt x="1644" y="668"/>
                  </a:lnTo>
                  <a:lnTo>
                    <a:pt x="1644"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grpSp>
      <p:grpSp>
        <p:nvGrpSpPr>
          <p:cNvPr id="4942" name="Google Shape;4942;p56"/>
          <p:cNvGrpSpPr/>
          <p:nvPr/>
        </p:nvGrpSpPr>
        <p:grpSpPr>
          <a:xfrm>
            <a:off x="7711328" y="2298937"/>
            <a:ext cx="337712" cy="339119"/>
            <a:chOff x="7025531" y="2456707"/>
            <a:chExt cx="337712" cy="339119"/>
          </a:xfrm>
        </p:grpSpPr>
        <p:sp>
          <p:nvSpPr>
            <p:cNvPr id="4943" name="Google Shape;4943;p56"/>
            <p:cNvSpPr/>
            <p:nvPr/>
          </p:nvSpPr>
          <p:spPr>
            <a:xfrm>
              <a:off x="7025531" y="2456707"/>
              <a:ext cx="337712" cy="287286"/>
            </a:xfrm>
            <a:custGeom>
              <a:rect b="b" l="l" r="r" t="t"/>
              <a:pathLst>
                <a:path extrusionOk="0" h="9765" w="11479">
                  <a:moveTo>
                    <a:pt x="9074" y="691"/>
                  </a:moveTo>
                  <a:lnTo>
                    <a:pt x="9074" y="4406"/>
                  </a:lnTo>
                  <a:lnTo>
                    <a:pt x="8312" y="4406"/>
                  </a:lnTo>
                  <a:lnTo>
                    <a:pt x="8312" y="691"/>
                  </a:lnTo>
                  <a:close/>
                  <a:moveTo>
                    <a:pt x="6121" y="2144"/>
                  </a:moveTo>
                  <a:lnTo>
                    <a:pt x="6121" y="5883"/>
                  </a:lnTo>
                  <a:lnTo>
                    <a:pt x="5359" y="5883"/>
                  </a:lnTo>
                  <a:lnTo>
                    <a:pt x="5359" y="2144"/>
                  </a:lnTo>
                  <a:close/>
                  <a:moveTo>
                    <a:pt x="3215" y="3620"/>
                  </a:moveTo>
                  <a:lnTo>
                    <a:pt x="3215" y="7335"/>
                  </a:lnTo>
                  <a:lnTo>
                    <a:pt x="2429" y="7335"/>
                  </a:lnTo>
                  <a:lnTo>
                    <a:pt x="2429" y="3620"/>
                  </a:lnTo>
                  <a:close/>
                  <a:moveTo>
                    <a:pt x="3215" y="7978"/>
                  </a:moveTo>
                  <a:lnTo>
                    <a:pt x="3215" y="9097"/>
                  </a:lnTo>
                  <a:lnTo>
                    <a:pt x="2429" y="9097"/>
                  </a:lnTo>
                  <a:lnTo>
                    <a:pt x="2429" y="7978"/>
                  </a:lnTo>
                  <a:close/>
                  <a:moveTo>
                    <a:pt x="6121" y="6525"/>
                  </a:moveTo>
                  <a:lnTo>
                    <a:pt x="6121" y="9097"/>
                  </a:lnTo>
                  <a:lnTo>
                    <a:pt x="5359" y="9097"/>
                  </a:lnTo>
                  <a:lnTo>
                    <a:pt x="5359" y="6525"/>
                  </a:lnTo>
                  <a:close/>
                  <a:moveTo>
                    <a:pt x="9050" y="5073"/>
                  </a:moveTo>
                  <a:lnTo>
                    <a:pt x="9050" y="9097"/>
                  </a:lnTo>
                  <a:lnTo>
                    <a:pt x="8264" y="9097"/>
                  </a:lnTo>
                  <a:lnTo>
                    <a:pt x="8264" y="5073"/>
                  </a:lnTo>
                  <a:close/>
                  <a:moveTo>
                    <a:pt x="7597" y="0"/>
                  </a:moveTo>
                  <a:lnTo>
                    <a:pt x="7597" y="9097"/>
                  </a:lnTo>
                  <a:lnTo>
                    <a:pt x="6811" y="9097"/>
                  </a:lnTo>
                  <a:lnTo>
                    <a:pt x="6811" y="1477"/>
                  </a:lnTo>
                  <a:lnTo>
                    <a:pt x="4668" y="1477"/>
                  </a:lnTo>
                  <a:lnTo>
                    <a:pt x="4668" y="9097"/>
                  </a:lnTo>
                  <a:lnTo>
                    <a:pt x="3882" y="9097"/>
                  </a:lnTo>
                  <a:lnTo>
                    <a:pt x="3882" y="2930"/>
                  </a:lnTo>
                  <a:lnTo>
                    <a:pt x="1739" y="2930"/>
                  </a:lnTo>
                  <a:lnTo>
                    <a:pt x="1739" y="9097"/>
                  </a:lnTo>
                  <a:lnTo>
                    <a:pt x="0" y="9097"/>
                  </a:lnTo>
                  <a:lnTo>
                    <a:pt x="0" y="9764"/>
                  </a:lnTo>
                  <a:lnTo>
                    <a:pt x="11479" y="9764"/>
                  </a:lnTo>
                  <a:lnTo>
                    <a:pt x="11479" y="9097"/>
                  </a:lnTo>
                  <a:lnTo>
                    <a:pt x="9740" y="9097"/>
                  </a:lnTo>
                  <a:lnTo>
                    <a:pt x="974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4944" name="Google Shape;4944;p56"/>
            <p:cNvSpPr/>
            <p:nvPr/>
          </p:nvSpPr>
          <p:spPr>
            <a:xfrm>
              <a:off x="7087871" y="2775468"/>
              <a:ext cx="42777" cy="20359"/>
            </a:xfrm>
            <a:custGeom>
              <a:rect b="b" l="l" r="r" t="t"/>
              <a:pathLst>
                <a:path extrusionOk="0" h="692" w="1454">
                  <a:moveTo>
                    <a:pt x="1" y="1"/>
                  </a:moveTo>
                  <a:lnTo>
                    <a:pt x="1" y="692"/>
                  </a:lnTo>
                  <a:lnTo>
                    <a:pt x="1454" y="692"/>
                  </a:lnTo>
                  <a:lnTo>
                    <a:pt x="1454"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4945" name="Google Shape;4945;p56"/>
            <p:cNvSpPr/>
            <p:nvPr/>
          </p:nvSpPr>
          <p:spPr>
            <a:xfrm>
              <a:off x="7173364" y="2775468"/>
              <a:ext cx="42747" cy="20359"/>
            </a:xfrm>
            <a:custGeom>
              <a:rect b="b" l="l" r="r" t="t"/>
              <a:pathLst>
                <a:path extrusionOk="0" h="692" w="1453">
                  <a:moveTo>
                    <a:pt x="0" y="1"/>
                  </a:moveTo>
                  <a:lnTo>
                    <a:pt x="0" y="692"/>
                  </a:lnTo>
                  <a:lnTo>
                    <a:pt x="1453" y="692"/>
                  </a:lnTo>
                  <a:lnTo>
                    <a:pt x="1453"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4946" name="Google Shape;4946;p56"/>
            <p:cNvSpPr/>
            <p:nvPr/>
          </p:nvSpPr>
          <p:spPr>
            <a:xfrm>
              <a:off x="7259534" y="2775468"/>
              <a:ext cx="42777" cy="20359"/>
            </a:xfrm>
            <a:custGeom>
              <a:rect b="b" l="l" r="r" t="t"/>
              <a:pathLst>
                <a:path extrusionOk="0" h="692" w="1454">
                  <a:moveTo>
                    <a:pt x="0" y="1"/>
                  </a:moveTo>
                  <a:lnTo>
                    <a:pt x="0" y="692"/>
                  </a:lnTo>
                  <a:lnTo>
                    <a:pt x="1453" y="692"/>
                  </a:lnTo>
                  <a:lnTo>
                    <a:pt x="1453"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grpSp>
      <p:grpSp>
        <p:nvGrpSpPr>
          <p:cNvPr id="4947" name="Google Shape;4947;p56"/>
          <p:cNvGrpSpPr/>
          <p:nvPr/>
        </p:nvGrpSpPr>
        <p:grpSpPr>
          <a:xfrm>
            <a:off x="6980913" y="2277225"/>
            <a:ext cx="339124" cy="339124"/>
            <a:chOff x="6444730" y="2434996"/>
            <a:chExt cx="339124" cy="339124"/>
          </a:xfrm>
        </p:grpSpPr>
        <p:sp>
          <p:nvSpPr>
            <p:cNvPr id="4948" name="Google Shape;4948;p56"/>
            <p:cNvSpPr/>
            <p:nvPr/>
          </p:nvSpPr>
          <p:spPr>
            <a:xfrm>
              <a:off x="6444730" y="2434996"/>
              <a:ext cx="339124" cy="339124"/>
            </a:xfrm>
            <a:custGeom>
              <a:rect b="b" l="l" r="r" t="t"/>
              <a:pathLst>
                <a:path extrusionOk="0" h="11527" w="11527">
                  <a:moveTo>
                    <a:pt x="5454" y="1429"/>
                  </a:moveTo>
                  <a:lnTo>
                    <a:pt x="5454" y="5454"/>
                  </a:lnTo>
                  <a:lnTo>
                    <a:pt x="1429" y="5454"/>
                  </a:lnTo>
                  <a:cubicBezTo>
                    <a:pt x="1620" y="3310"/>
                    <a:pt x="3310" y="1619"/>
                    <a:pt x="5454" y="1429"/>
                  </a:cubicBezTo>
                  <a:close/>
                  <a:moveTo>
                    <a:pt x="6097" y="715"/>
                  </a:moveTo>
                  <a:cubicBezTo>
                    <a:pt x="8645" y="905"/>
                    <a:pt x="10669" y="2929"/>
                    <a:pt x="10836" y="5454"/>
                  </a:cubicBezTo>
                  <a:lnTo>
                    <a:pt x="6097" y="5454"/>
                  </a:lnTo>
                  <a:lnTo>
                    <a:pt x="6097" y="715"/>
                  </a:lnTo>
                  <a:close/>
                  <a:moveTo>
                    <a:pt x="10121" y="6097"/>
                  </a:moveTo>
                  <a:cubicBezTo>
                    <a:pt x="9955" y="8240"/>
                    <a:pt x="8240" y="9955"/>
                    <a:pt x="6097" y="10121"/>
                  </a:cubicBezTo>
                  <a:lnTo>
                    <a:pt x="6097" y="6097"/>
                  </a:lnTo>
                  <a:close/>
                  <a:moveTo>
                    <a:pt x="5454" y="6097"/>
                  </a:moveTo>
                  <a:lnTo>
                    <a:pt x="5454" y="10836"/>
                  </a:lnTo>
                  <a:cubicBezTo>
                    <a:pt x="2929" y="10669"/>
                    <a:pt x="905" y="8645"/>
                    <a:pt x="715" y="6097"/>
                  </a:cubicBezTo>
                  <a:close/>
                  <a:moveTo>
                    <a:pt x="5406" y="0"/>
                  </a:moveTo>
                  <a:lnTo>
                    <a:pt x="5406" y="738"/>
                  </a:lnTo>
                  <a:cubicBezTo>
                    <a:pt x="4192" y="834"/>
                    <a:pt x="3072" y="1334"/>
                    <a:pt x="2191" y="2191"/>
                  </a:cubicBezTo>
                  <a:cubicBezTo>
                    <a:pt x="1334" y="3072"/>
                    <a:pt x="834" y="4191"/>
                    <a:pt x="738" y="5406"/>
                  </a:cubicBezTo>
                  <a:lnTo>
                    <a:pt x="0" y="5406"/>
                  </a:lnTo>
                  <a:lnTo>
                    <a:pt x="0" y="5739"/>
                  </a:lnTo>
                  <a:cubicBezTo>
                    <a:pt x="0" y="7287"/>
                    <a:pt x="596" y="8716"/>
                    <a:pt x="1691" y="9835"/>
                  </a:cubicBezTo>
                  <a:cubicBezTo>
                    <a:pt x="2763" y="10907"/>
                    <a:pt x="4239" y="11526"/>
                    <a:pt x="5787" y="11526"/>
                  </a:cubicBezTo>
                  <a:lnTo>
                    <a:pt x="6097" y="11526"/>
                  </a:lnTo>
                  <a:lnTo>
                    <a:pt x="6097" y="10788"/>
                  </a:lnTo>
                  <a:cubicBezTo>
                    <a:pt x="7335" y="10693"/>
                    <a:pt x="8454" y="10193"/>
                    <a:pt x="9312" y="9312"/>
                  </a:cubicBezTo>
                  <a:cubicBezTo>
                    <a:pt x="10193" y="8454"/>
                    <a:pt x="10693" y="7335"/>
                    <a:pt x="10788" y="6097"/>
                  </a:cubicBezTo>
                  <a:lnTo>
                    <a:pt x="11526" y="6097"/>
                  </a:lnTo>
                  <a:lnTo>
                    <a:pt x="11526" y="5787"/>
                  </a:lnTo>
                  <a:cubicBezTo>
                    <a:pt x="11526" y="4239"/>
                    <a:pt x="10931" y="2810"/>
                    <a:pt x="9836" y="1691"/>
                  </a:cubicBezTo>
                  <a:cubicBezTo>
                    <a:pt x="8740" y="619"/>
                    <a:pt x="7287" y="0"/>
                    <a:pt x="573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4949" name="Google Shape;4949;p56"/>
            <p:cNvSpPr/>
            <p:nvPr/>
          </p:nvSpPr>
          <p:spPr>
            <a:xfrm>
              <a:off x="6532283" y="2638167"/>
              <a:ext cx="48396" cy="20329"/>
            </a:xfrm>
            <a:custGeom>
              <a:rect b="b" l="l" r="r" t="t"/>
              <a:pathLst>
                <a:path extrusionOk="0" h="691" w="1645">
                  <a:moveTo>
                    <a:pt x="1" y="0"/>
                  </a:moveTo>
                  <a:lnTo>
                    <a:pt x="1" y="691"/>
                  </a:lnTo>
                  <a:lnTo>
                    <a:pt x="1644" y="691"/>
                  </a:lnTo>
                  <a:lnTo>
                    <a:pt x="1644"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4950" name="Google Shape;4950;p56"/>
            <p:cNvSpPr/>
            <p:nvPr/>
          </p:nvSpPr>
          <p:spPr>
            <a:xfrm>
              <a:off x="6532283" y="2680208"/>
              <a:ext cx="48396" cy="20329"/>
            </a:xfrm>
            <a:custGeom>
              <a:rect b="b" l="l" r="r" t="t"/>
              <a:pathLst>
                <a:path extrusionOk="0" h="691" w="1645">
                  <a:moveTo>
                    <a:pt x="1" y="0"/>
                  </a:moveTo>
                  <a:lnTo>
                    <a:pt x="1" y="691"/>
                  </a:lnTo>
                  <a:lnTo>
                    <a:pt x="1644" y="691"/>
                  </a:lnTo>
                  <a:lnTo>
                    <a:pt x="1644"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4951" name="Google Shape;4951;p56"/>
            <p:cNvSpPr/>
            <p:nvPr/>
          </p:nvSpPr>
          <p:spPr>
            <a:xfrm>
              <a:off x="6648608" y="2509251"/>
              <a:ext cx="48366" cy="20359"/>
            </a:xfrm>
            <a:custGeom>
              <a:rect b="b" l="l" r="r" t="t"/>
              <a:pathLst>
                <a:path extrusionOk="0" h="692" w="1644">
                  <a:moveTo>
                    <a:pt x="0" y="0"/>
                  </a:moveTo>
                  <a:lnTo>
                    <a:pt x="0" y="691"/>
                  </a:lnTo>
                  <a:lnTo>
                    <a:pt x="1643" y="691"/>
                  </a:lnTo>
                  <a:lnTo>
                    <a:pt x="164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4952" name="Google Shape;4952;p56"/>
            <p:cNvSpPr/>
            <p:nvPr/>
          </p:nvSpPr>
          <p:spPr>
            <a:xfrm>
              <a:off x="6648608" y="2551291"/>
              <a:ext cx="48366" cy="20329"/>
            </a:xfrm>
            <a:custGeom>
              <a:rect b="b" l="l" r="r" t="t"/>
              <a:pathLst>
                <a:path extrusionOk="0" h="691" w="1644">
                  <a:moveTo>
                    <a:pt x="0" y="0"/>
                  </a:moveTo>
                  <a:lnTo>
                    <a:pt x="0" y="691"/>
                  </a:lnTo>
                  <a:lnTo>
                    <a:pt x="1643" y="691"/>
                  </a:lnTo>
                  <a:lnTo>
                    <a:pt x="164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grpSp>
      <p:sp>
        <p:nvSpPr>
          <p:cNvPr id="4953" name="Google Shape;4953;p56"/>
          <p:cNvSpPr/>
          <p:nvPr/>
        </p:nvSpPr>
        <p:spPr>
          <a:xfrm>
            <a:off x="6252973" y="2339565"/>
            <a:ext cx="337742" cy="280990"/>
          </a:xfrm>
          <a:custGeom>
            <a:rect b="b" l="l" r="r" t="t"/>
            <a:pathLst>
              <a:path extrusionOk="0" h="9551" w="11480">
                <a:moveTo>
                  <a:pt x="5716" y="644"/>
                </a:moveTo>
                <a:cubicBezTo>
                  <a:pt x="5978" y="644"/>
                  <a:pt x="6192" y="858"/>
                  <a:pt x="6192" y="1120"/>
                </a:cubicBezTo>
                <a:cubicBezTo>
                  <a:pt x="6192" y="1406"/>
                  <a:pt x="5978" y="1596"/>
                  <a:pt x="5716" y="1596"/>
                </a:cubicBezTo>
                <a:cubicBezTo>
                  <a:pt x="5454" y="1596"/>
                  <a:pt x="5240" y="1406"/>
                  <a:pt x="5240" y="1120"/>
                </a:cubicBezTo>
                <a:cubicBezTo>
                  <a:pt x="5240" y="882"/>
                  <a:pt x="5454" y="644"/>
                  <a:pt x="5716" y="644"/>
                </a:cubicBezTo>
                <a:close/>
                <a:moveTo>
                  <a:pt x="8860" y="2287"/>
                </a:moveTo>
                <a:cubicBezTo>
                  <a:pt x="9145" y="2287"/>
                  <a:pt x="9336" y="2501"/>
                  <a:pt x="9336" y="2763"/>
                </a:cubicBezTo>
                <a:cubicBezTo>
                  <a:pt x="9336" y="3025"/>
                  <a:pt x="9145" y="3239"/>
                  <a:pt x="8860" y="3239"/>
                </a:cubicBezTo>
                <a:cubicBezTo>
                  <a:pt x="8598" y="3239"/>
                  <a:pt x="8383" y="3025"/>
                  <a:pt x="8383" y="2763"/>
                </a:cubicBezTo>
                <a:cubicBezTo>
                  <a:pt x="8383" y="2501"/>
                  <a:pt x="8598" y="2287"/>
                  <a:pt x="8860" y="2287"/>
                </a:cubicBezTo>
                <a:close/>
                <a:moveTo>
                  <a:pt x="2501" y="3549"/>
                </a:moveTo>
                <a:cubicBezTo>
                  <a:pt x="2763" y="3549"/>
                  <a:pt x="2977" y="3739"/>
                  <a:pt x="2977" y="4025"/>
                </a:cubicBezTo>
                <a:cubicBezTo>
                  <a:pt x="2977" y="4287"/>
                  <a:pt x="2763" y="4502"/>
                  <a:pt x="2501" y="4502"/>
                </a:cubicBezTo>
                <a:cubicBezTo>
                  <a:pt x="2239" y="4502"/>
                  <a:pt x="2025" y="4287"/>
                  <a:pt x="2025" y="4025"/>
                </a:cubicBezTo>
                <a:cubicBezTo>
                  <a:pt x="2025" y="3787"/>
                  <a:pt x="2239" y="3549"/>
                  <a:pt x="2501" y="3549"/>
                </a:cubicBezTo>
                <a:close/>
                <a:moveTo>
                  <a:pt x="6621" y="1787"/>
                </a:moveTo>
                <a:lnTo>
                  <a:pt x="7740" y="2549"/>
                </a:lnTo>
                <a:cubicBezTo>
                  <a:pt x="7740" y="2620"/>
                  <a:pt x="7693" y="2668"/>
                  <a:pt x="7693" y="2739"/>
                </a:cubicBezTo>
                <a:cubicBezTo>
                  <a:pt x="7693" y="3216"/>
                  <a:pt x="7978" y="3597"/>
                  <a:pt x="8383" y="3787"/>
                </a:cubicBezTo>
                <a:lnTo>
                  <a:pt x="7407" y="6454"/>
                </a:lnTo>
                <a:lnTo>
                  <a:pt x="6216" y="2144"/>
                </a:lnTo>
                <a:cubicBezTo>
                  <a:pt x="6407" y="2049"/>
                  <a:pt x="6502" y="1930"/>
                  <a:pt x="6621" y="1787"/>
                </a:cubicBezTo>
                <a:close/>
                <a:moveTo>
                  <a:pt x="4906" y="1953"/>
                </a:moveTo>
                <a:cubicBezTo>
                  <a:pt x="5002" y="2049"/>
                  <a:pt x="5121" y="2144"/>
                  <a:pt x="5240" y="2192"/>
                </a:cubicBezTo>
                <a:lnTo>
                  <a:pt x="3954" y="6788"/>
                </a:lnTo>
                <a:lnTo>
                  <a:pt x="3120" y="4978"/>
                </a:lnTo>
                <a:cubicBezTo>
                  <a:pt x="3430" y="4763"/>
                  <a:pt x="3620" y="4406"/>
                  <a:pt x="3620" y="4025"/>
                </a:cubicBezTo>
                <a:cubicBezTo>
                  <a:pt x="3620" y="3859"/>
                  <a:pt x="3597" y="3692"/>
                  <a:pt x="3549" y="3573"/>
                </a:cubicBezTo>
                <a:lnTo>
                  <a:pt x="4906" y="1953"/>
                </a:lnTo>
                <a:close/>
                <a:moveTo>
                  <a:pt x="2572" y="5406"/>
                </a:moveTo>
                <a:lnTo>
                  <a:pt x="3644" y="7788"/>
                </a:lnTo>
                <a:lnTo>
                  <a:pt x="3358" y="8931"/>
                </a:lnTo>
                <a:lnTo>
                  <a:pt x="1001" y="8931"/>
                </a:lnTo>
                <a:lnTo>
                  <a:pt x="2572" y="5406"/>
                </a:lnTo>
                <a:close/>
                <a:moveTo>
                  <a:pt x="5740" y="2906"/>
                </a:moveTo>
                <a:lnTo>
                  <a:pt x="7407" y="8931"/>
                </a:lnTo>
                <a:lnTo>
                  <a:pt x="4073" y="8931"/>
                </a:lnTo>
                <a:lnTo>
                  <a:pt x="5740" y="2906"/>
                </a:lnTo>
                <a:close/>
                <a:moveTo>
                  <a:pt x="8860" y="4502"/>
                </a:moveTo>
                <a:lnTo>
                  <a:pt x="10503" y="8907"/>
                </a:lnTo>
                <a:lnTo>
                  <a:pt x="8097" y="8907"/>
                </a:lnTo>
                <a:lnTo>
                  <a:pt x="8097" y="8931"/>
                </a:lnTo>
                <a:lnTo>
                  <a:pt x="7740" y="7597"/>
                </a:lnTo>
                <a:lnTo>
                  <a:pt x="8860" y="4502"/>
                </a:lnTo>
                <a:close/>
                <a:moveTo>
                  <a:pt x="5740" y="1"/>
                </a:moveTo>
                <a:cubicBezTo>
                  <a:pt x="5121" y="1"/>
                  <a:pt x="4621" y="501"/>
                  <a:pt x="4621" y="1120"/>
                </a:cubicBezTo>
                <a:lnTo>
                  <a:pt x="4621" y="1287"/>
                </a:lnTo>
                <a:lnTo>
                  <a:pt x="3120" y="3025"/>
                </a:lnTo>
                <a:cubicBezTo>
                  <a:pt x="2906" y="2906"/>
                  <a:pt x="2715" y="2858"/>
                  <a:pt x="2430" y="2858"/>
                </a:cubicBezTo>
                <a:cubicBezTo>
                  <a:pt x="1882" y="2882"/>
                  <a:pt x="1406" y="3358"/>
                  <a:pt x="1358" y="3930"/>
                </a:cubicBezTo>
                <a:cubicBezTo>
                  <a:pt x="1334" y="4406"/>
                  <a:pt x="1644" y="4859"/>
                  <a:pt x="2049" y="5025"/>
                </a:cubicBezTo>
                <a:lnTo>
                  <a:pt x="1" y="9550"/>
                </a:lnTo>
                <a:lnTo>
                  <a:pt x="11479" y="9550"/>
                </a:lnTo>
                <a:lnTo>
                  <a:pt x="9336" y="3811"/>
                </a:lnTo>
                <a:cubicBezTo>
                  <a:pt x="9764" y="3620"/>
                  <a:pt x="10026" y="3216"/>
                  <a:pt x="10026" y="2739"/>
                </a:cubicBezTo>
                <a:cubicBezTo>
                  <a:pt x="10026" y="2144"/>
                  <a:pt x="9550" y="1644"/>
                  <a:pt x="8955" y="1596"/>
                </a:cubicBezTo>
                <a:cubicBezTo>
                  <a:pt x="8929" y="1594"/>
                  <a:pt x="8903" y="1594"/>
                  <a:pt x="8878" y="1594"/>
                </a:cubicBezTo>
                <a:cubicBezTo>
                  <a:pt x="8553" y="1594"/>
                  <a:pt x="8271" y="1733"/>
                  <a:pt x="8050" y="1953"/>
                </a:cubicBezTo>
                <a:lnTo>
                  <a:pt x="6859" y="1120"/>
                </a:lnTo>
                <a:cubicBezTo>
                  <a:pt x="6859" y="501"/>
                  <a:pt x="6359" y="1"/>
                  <a:pt x="57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4954" name="Google Shape;4954;p56"/>
          <p:cNvSpPr/>
          <p:nvPr/>
        </p:nvSpPr>
        <p:spPr>
          <a:xfrm>
            <a:off x="5512050" y="2300319"/>
            <a:ext cx="339830" cy="337742"/>
          </a:xfrm>
          <a:custGeom>
            <a:rect b="b" l="l" r="r" t="t"/>
            <a:pathLst>
              <a:path extrusionOk="0" h="11480" w="11551">
                <a:moveTo>
                  <a:pt x="6883" y="644"/>
                </a:moveTo>
                <a:lnTo>
                  <a:pt x="6883" y="1716"/>
                </a:lnTo>
                <a:lnTo>
                  <a:pt x="4668" y="1716"/>
                </a:lnTo>
                <a:lnTo>
                  <a:pt x="4668" y="644"/>
                </a:lnTo>
                <a:close/>
                <a:moveTo>
                  <a:pt x="2406" y="3883"/>
                </a:moveTo>
                <a:lnTo>
                  <a:pt x="2406" y="4669"/>
                </a:lnTo>
                <a:lnTo>
                  <a:pt x="715" y="4669"/>
                </a:lnTo>
                <a:lnTo>
                  <a:pt x="715" y="3883"/>
                </a:lnTo>
                <a:close/>
                <a:moveTo>
                  <a:pt x="6597" y="3883"/>
                </a:moveTo>
                <a:lnTo>
                  <a:pt x="6597" y="4669"/>
                </a:lnTo>
                <a:lnTo>
                  <a:pt x="4906" y="4669"/>
                </a:lnTo>
                <a:lnTo>
                  <a:pt x="4906" y="3883"/>
                </a:lnTo>
                <a:close/>
                <a:moveTo>
                  <a:pt x="10860" y="3883"/>
                </a:moveTo>
                <a:lnTo>
                  <a:pt x="10860" y="4669"/>
                </a:lnTo>
                <a:lnTo>
                  <a:pt x="9169" y="4669"/>
                </a:lnTo>
                <a:lnTo>
                  <a:pt x="9169" y="3883"/>
                </a:lnTo>
                <a:close/>
                <a:moveTo>
                  <a:pt x="2406" y="6812"/>
                </a:moveTo>
                <a:lnTo>
                  <a:pt x="2406" y="7574"/>
                </a:lnTo>
                <a:lnTo>
                  <a:pt x="715" y="7574"/>
                </a:lnTo>
                <a:lnTo>
                  <a:pt x="715" y="6812"/>
                </a:lnTo>
                <a:close/>
                <a:moveTo>
                  <a:pt x="6597" y="6812"/>
                </a:moveTo>
                <a:lnTo>
                  <a:pt x="6597" y="7574"/>
                </a:lnTo>
                <a:lnTo>
                  <a:pt x="4906" y="7574"/>
                </a:lnTo>
                <a:lnTo>
                  <a:pt x="4906" y="6812"/>
                </a:lnTo>
                <a:close/>
                <a:moveTo>
                  <a:pt x="10836" y="6812"/>
                </a:moveTo>
                <a:lnTo>
                  <a:pt x="10836" y="7574"/>
                </a:lnTo>
                <a:lnTo>
                  <a:pt x="9122" y="7574"/>
                </a:lnTo>
                <a:lnTo>
                  <a:pt x="9122" y="6812"/>
                </a:lnTo>
                <a:close/>
                <a:moveTo>
                  <a:pt x="1548" y="9717"/>
                </a:moveTo>
                <a:cubicBezTo>
                  <a:pt x="1834" y="9717"/>
                  <a:pt x="2072" y="9955"/>
                  <a:pt x="2072" y="10265"/>
                </a:cubicBezTo>
                <a:cubicBezTo>
                  <a:pt x="2072" y="10551"/>
                  <a:pt x="1834" y="10789"/>
                  <a:pt x="1548" y="10789"/>
                </a:cubicBezTo>
                <a:cubicBezTo>
                  <a:pt x="1239" y="10789"/>
                  <a:pt x="1001" y="10551"/>
                  <a:pt x="1001" y="10265"/>
                </a:cubicBezTo>
                <a:cubicBezTo>
                  <a:pt x="1001" y="9955"/>
                  <a:pt x="1239" y="9717"/>
                  <a:pt x="1548" y="9717"/>
                </a:cubicBezTo>
                <a:close/>
                <a:moveTo>
                  <a:pt x="5764" y="9717"/>
                </a:moveTo>
                <a:cubicBezTo>
                  <a:pt x="6073" y="9717"/>
                  <a:pt x="6288" y="9955"/>
                  <a:pt x="6288" y="10265"/>
                </a:cubicBezTo>
                <a:cubicBezTo>
                  <a:pt x="6288" y="10551"/>
                  <a:pt x="6073" y="10789"/>
                  <a:pt x="5764" y="10789"/>
                </a:cubicBezTo>
                <a:cubicBezTo>
                  <a:pt x="5478" y="10789"/>
                  <a:pt x="5240" y="10551"/>
                  <a:pt x="5240" y="10265"/>
                </a:cubicBezTo>
                <a:cubicBezTo>
                  <a:pt x="5240" y="9955"/>
                  <a:pt x="5478" y="9717"/>
                  <a:pt x="5764" y="9717"/>
                </a:cubicBezTo>
                <a:close/>
                <a:moveTo>
                  <a:pt x="10003" y="9717"/>
                </a:moveTo>
                <a:cubicBezTo>
                  <a:pt x="10288" y="9717"/>
                  <a:pt x="10527" y="9955"/>
                  <a:pt x="10527" y="10265"/>
                </a:cubicBezTo>
                <a:cubicBezTo>
                  <a:pt x="10527" y="10551"/>
                  <a:pt x="10288" y="10789"/>
                  <a:pt x="10003" y="10789"/>
                </a:cubicBezTo>
                <a:cubicBezTo>
                  <a:pt x="9693" y="10789"/>
                  <a:pt x="9455" y="10551"/>
                  <a:pt x="9455" y="10265"/>
                </a:cubicBezTo>
                <a:cubicBezTo>
                  <a:pt x="9455" y="9955"/>
                  <a:pt x="9693" y="9717"/>
                  <a:pt x="10003" y="9717"/>
                </a:cubicBezTo>
                <a:close/>
                <a:moveTo>
                  <a:pt x="3978" y="1"/>
                </a:moveTo>
                <a:lnTo>
                  <a:pt x="3978" y="2430"/>
                </a:lnTo>
                <a:lnTo>
                  <a:pt x="5430" y="2430"/>
                </a:lnTo>
                <a:lnTo>
                  <a:pt x="5430" y="3216"/>
                </a:lnTo>
                <a:lnTo>
                  <a:pt x="4240" y="3216"/>
                </a:lnTo>
                <a:lnTo>
                  <a:pt x="4240" y="3930"/>
                </a:lnTo>
                <a:lnTo>
                  <a:pt x="3049" y="3930"/>
                </a:lnTo>
                <a:lnTo>
                  <a:pt x="3049" y="3216"/>
                </a:lnTo>
                <a:lnTo>
                  <a:pt x="1" y="3216"/>
                </a:lnTo>
                <a:lnTo>
                  <a:pt x="1" y="5359"/>
                </a:lnTo>
                <a:lnTo>
                  <a:pt x="1191" y="5359"/>
                </a:lnTo>
                <a:lnTo>
                  <a:pt x="1191" y="6121"/>
                </a:lnTo>
                <a:lnTo>
                  <a:pt x="1" y="6121"/>
                </a:lnTo>
                <a:lnTo>
                  <a:pt x="1" y="8265"/>
                </a:lnTo>
                <a:lnTo>
                  <a:pt x="1191" y="8265"/>
                </a:lnTo>
                <a:lnTo>
                  <a:pt x="1191" y="9098"/>
                </a:lnTo>
                <a:cubicBezTo>
                  <a:pt x="667" y="9241"/>
                  <a:pt x="286" y="9717"/>
                  <a:pt x="286" y="10265"/>
                </a:cubicBezTo>
                <a:cubicBezTo>
                  <a:pt x="286" y="10956"/>
                  <a:pt x="834" y="11480"/>
                  <a:pt x="1501" y="11480"/>
                </a:cubicBezTo>
                <a:cubicBezTo>
                  <a:pt x="2191" y="11480"/>
                  <a:pt x="2739" y="10956"/>
                  <a:pt x="2739" y="10265"/>
                </a:cubicBezTo>
                <a:cubicBezTo>
                  <a:pt x="2739" y="9693"/>
                  <a:pt x="2334" y="9241"/>
                  <a:pt x="1834" y="9098"/>
                </a:cubicBezTo>
                <a:lnTo>
                  <a:pt x="1834" y="8265"/>
                </a:lnTo>
                <a:lnTo>
                  <a:pt x="3025" y="8265"/>
                </a:lnTo>
                <a:lnTo>
                  <a:pt x="3025" y="6121"/>
                </a:lnTo>
                <a:lnTo>
                  <a:pt x="1834" y="6121"/>
                </a:lnTo>
                <a:lnTo>
                  <a:pt x="1834" y="5359"/>
                </a:lnTo>
                <a:lnTo>
                  <a:pt x="3025" y="5359"/>
                </a:lnTo>
                <a:lnTo>
                  <a:pt x="3025" y="4597"/>
                </a:lnTo>
                <a:lnTo>
                  <a:pt x="4216" y="4597"/>
                </a:lnTo>
                <a:lnTo>
                  <a:pt x="4216" y="5359"/>
                </a:lnTo>
                <a:lnTo>
                  <a:pt x="5406" y="5359"/>
                </a:lnTo>
                <a:lnTo>
                  <a:pt x="5406" y="6121"/>
                </a:lnTo>
                <a:lnTo>
                  <a:pt x="4216" y="6121"/>
                </a:lnTo>
                <a:lnTo>
                  <a:pt x="4216" y="8265"/>
                </a:lnTo>
                <a:lnTo>
                  <a:pt x="5406" y="8265"/>
                </a:lnTo>
                <a:lnTo>
                  <a:pt x="5406" y="9098"/>
                </a:lnTo>
                <a:cubicBezTo>
                  <a:pt x="4906" y="9241"/>
                  <a:pt x="4525" y="9717"/>
                  <a:pt x="4525" y="10265"/>
                </a:cubicBezTo>
                <a:cubicBezTo>
                  <a:pt x="4525" y="10956"/>
                  <a:pt x="5049" y="11480"/>
                  <a:pt x="5740" y="11480"/>
                </a:cubicBezTo>
                <a:cubicBezTo>
                  <a:pt x="6430" y="11480"/>
                  <a:pt x="6954" y="10956"/>
                  <a:pt x="6954" y="10265"/>
                </a:cubicBezTo>
                <a:cubicBezTo>
                  <a:pt x="6954" y="9693"/>
                  <a:pt x="6073" y="9098"/>
                  <a:pt x="6073" y="9098"/>
                </a:cubicBezTo>
                <a:lnTo>
                  <a:pt x="6073" y="8265"/>
                </a:lnTo>
                <a:lnTo>
                  <a:pt x="7264" y="8265"/>
                </a:lnTo>
                <a:lnTo>
                  <a:pt x="7264" y="6121"/>
                </a:lnTo>
                <a:lnTo>
                  <a:pt x="6073" y="6121"/>
                </a:lnTo>
                <a:lnTo>
                  <a:pt x="6073" y="5359"/>
                </a:lnTo>
                <a:lnTo>
                  <a:pt x="7264" y="5359"/>
                </a:lnTo>
                <a:lnTo>
                  <a:pt x="7264" y="4597"/>
                </a:lnTo>
                <a:lnTo>
                  <a:pt x="8455" y="4597"/>
                </a:lnTo>
                <a:lnTo>
                  <a:pt x="8455" y="5359"/>
                </a:lnTo>
                <a:lnTo>
                  <a:pt x="9645" y="5359"/>
                </a:lnTo>
                <a:lnTo>
                  <a:pt x="9645" y="6121"/>
                </a:lnTo>
                <a:lnTo>
                  <a:pt x="8455" y="6121"/>
                </a:lnTo>
                <a:lnTo>
                  <a:pt x="8455" y="8265"/>
                </a:lnTo>
                <a:lnTo>
                  <a:pt x="9645" y="8265"/>
                </a:lnTo>
                <a:lnTo>
                  <a:pt x="9645" y="9098"/>
                </a:lnTo>
                <a:cubicBezTo>
                  <a:pt x="9122" y="9241"/>
                  <a:pt x="8740" y="9717"/>
                  <a:pt x="8740" y="10265"/>
                </a:cubicBezTo>
                <a:cubicBezTo>
                  <a:pt x="8740" y="10956"/>
                  <a:pt x="9288" y="11480"/>
                  <a:pt x="9955" y="11480"/>
                </a:cubicBezTo>
                <a:cubicBezTo>
                  <a:pt x="10646" y="11480"/>
                  <a:pt x="11193" y="10956"/>
                  <a:pt x="11193" y="10265"/>
                </a:cubicBezTo>
                <a:cubicBezTo>
                  <a:pt x="11193" y="9693"/>
                  <a:pt x="10789" y="9241"/>
                  <a:pt x="10288" y="9098"/>
                </a:cubicBezTo>
                <a:lnTo>
                  <a:pt x="10288" y="8265"/>
                </a:lnTo>
                <a:lnTo>
                  <a:pt x="11479" y="8265"/>
                </a:lnTo>
                <a:lnTo>
                  <a:pt x="11479" y="6121"/>
                </a:lnTo>
                <a:lnTo>
                  <a:pt x="10288" y="6121"/>
                </a:lnTo>
                <a:lnTo>
                  <a:pt x="10288" y="5359"/>
                </a:lnTo>
                <a:lnTo>
                  <a:pt x="11551" y="5359"/>
                </a:lnTo>
                <a:lnTo>
                  <a:pt x="11551" y="3192"/>
                </a:lnTo>
                <a:lnTo>
                  <a:pt x="8479" y="3192"/>
                </a:lnTo>
                <a:lnTo>
                  <a:pt x="8479" y="3907"/>
                </a:lnTo>
                <a:lnTo>
                  <a:pt x="7288" y="3907"/>
                </a:lnTo>
                <a:lnTo>
                  <a:pt x="7288" y="3192"/>
                </a:lnTo>
                <a:lnTo>
                  <a:pt x="6097" y="3192"/>
                </a:lnTo>
                <a:lnTo>
                  <a:pt x="6097" y="2430"/>
                </a:lnTo>
                <a:lnTo>
                  <a:pt x="7574" y="2430"/>
                </a:lnTo>
                <a:lnTo>
                  <a:pt x="7574"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grpSp>
        <p:nvGrpSpPr>
          <p:cNvPr id="4955" name="Google Shape;4955;p56"/>
          <p:cNvGrpSpPr/>
          <p:nvPr/>
        </p:nvGrpSpPr>
        <p:grpSpPr>
          <a:xfrm>
            <a:off x="4781293" y="2312940"/>
            <a:ext cx="337737" cy="334913"/>
            <a:chOff x="4705800" y="2470711"/>
            <a:chExt cx="337737" cy="334913"/>
          </a:xfrm>
        </p:grpSpPr>
        <p:grpSp>
          <p:nvGrpSpPr>
            <p:cNvPr id="4956" name="Google Shape;4956;p56"/>
            <p:cNvGrpSpPr/>
            <p:nvPr/>
          </p:nvGrpSpPr>
          <p:grpSpPr>
            <a:xfrm>
              <a:off x="4705800" y="2501543"/>
              <a:ext cx="337737" cy="304082"/>
              <a:chOff x="4705800" y="2501543"/>
              <a:chExt cx="337737" cy="304082"/>
            </a:xfrm>
          </p:grpSpPr>
          <p:sp>
            <p:nvSpPr>
              <p:cNvPr id="4957" name="Google Shape;4957;p56"/>
              <p:cNvSpPr/>
              <p:nvPr/>
            </p:nvSpPr>
            <p:spPr>
              <a:xfrm>
                <a:off x="4923681" y="2502955"/>
                <a:ext cx="74315" cy="74285"/>
              </a:xfrm>
              <a:custGeom>
                <a:rect b="b" l="l" r="r" t="t"/>
                <a:pathLst>
                  <a:path extrusionOk="0" h="2525" w="2526">
                    <a:moveTo>
                      <a:pt x="1263" y="667"/>
                    </a:moveTo>
                    <a:cubicBezTo>
                      <a:pt x="1596" y="667"/>
                      <a:pt x="1835" y="929"/>
                      <a:pt x="1835" y="1238"/>
                    </a:cubicBezTo>
                    <a:cubicBezTo>
                      <a:pt x="1835" y="1572"/>
                      <a:pt x="1573" y="1810"/>
                      <a:pt x="1263" y="1810"/>
                    </a:cubicBezTo>
                    <a:cubicBezTo>
                      <a:pt x="953" y="1810"/>
                      <a:pt x="715" y="1524"/>
                      <a:pt x="715" y="1238"/>
                    </a:cubicBezTo>
                    <a:cubicBezTo>
                      <a:pt x="668" y="929"/>
                      <a:pt x="953" y="667"/>
                      <a:pt x="1263" y="667"/>
                    </a:cubicBezTo>
                    <a:close/>
                    <a:moveTo>
                      <a:pt x="1263" y="0"/>
                    </a:moveTo>
                    <a:cubicBezTo>
                      <a:pt x="596" y="0"/>
                      <a:pt x="25" y="572"/>
                      <a:pt x="25" y="1262"/>
                    </a:cubicBezTo>
                    <a:cubicBezTo>
                      <a:pt x="1" y="1953"/>
                      <a:pt x="572" y="2524"/>
                      <a:pt x="1263" y="2524"/>
                    </a:cubicBezTo>
                    <a:cubicBezTo>
                      <a:pt x="1954" y="2524"/>
                      <a:pt x="2525" y="1953"/>
                      <a:pt x="2525" y="1262"/>
                    </a:cubicBezTo>
                    <a:cubicBezTo>
                      <a:pt x="2525" y="572"/>
                      <a:pt x="1954" y="0"/>
                      <a:pt x="126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4958" name="Google Shape;4958;p56"/>
              <p:cNvSpPr/>
              <p:nvPr/>
            </p:nvSpPr>
            <p:spPr>
              <a:xfrm>
                <a:off x="4969929" y="2582800"/>
                <a:ext cx="73609" cy="73609"/>
              </a:xfrm>
              <a:custGeom>
                <a:rect b="b" l="l" r="r" t="t"/>
                <a:pathLst>
                  <a:path extrusionOk="0" h="2502" w="2502">
                    <a:moveTo>
                      <a:pt x="1263" y="692"/>
                    </a:moveTo>
                    <a:cubicBezTo>
                      <a:pt x="1549" y="692"/>
                      <a:pt x="1811" y="954"/>
                      <a:pt x="1811" y="1263"/>
                    </a:cubicBezTo>
                    <a:cubicBezTo>
                      <a:pt x="1811" y="1549"/>
                      <a:pt x="1549" y="1835"/>
                      <a:pt x="1263" y="1835"/>
                    </a:cubicBezTo>
                    <a:cubicBezTo>
                      <a:pt x="929" y="1835"/>
                      <a:pt x="691" y="1549"/>
                      <a:pt x="691" y="1263"/>
                    </a:cubicBezTo>
                    <a:cubicBezTo>
                      <a:pt x="691" y="930"/>
                      <a:pt x="953" y="692"/>
                      <a:pt x="1263" y="692"/>
                    </a:cubicBezTo>
                    <a:close/>
                    <a:moveTo>
                      <a:pt x="1263" y="1"/>
                    </a:moveTo>
                    <a:cubicBezTo>
                      <a:pt x="572" y="1"/>
                      <a:pt x="1" y="572"/>
                      <a:pt x="1" y="1263"/>
                    </a:cubicBezTo>
                    <a:cubicBezTo>
                      <a:pt x="1" y="1954"/>
                      <a:pt x="572" y="2501"/>
                      <a:pt x="1263" y="2501"/>
                    </a:cubicBezTo>
                    <a:cubicBezTo>
                      <a:pt x="1930" y="2501"/>
                      <a:pt x="2501" y="1954"/>
                      <a:pt x="2501" y="1263"/>
                    </a:cubicBezTo>
                    <a:cubicBezTo>
                      <a:pt x="2501" y="549"/>
                      <a:pt x="1930" y="1"/>
                      <a:pt x="126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4959" name="Google Shape;4959;p56"/>
              <p:cNvSpPr/>
              <p:nvPr/>
            </p:nvSpPr>
            <p:spPr>
              <a:xfrm>
                <a:off x="4952424" y="2673176"/>
                <a:ext cx="74286" cy="73609"/>
              </a:xfrm>
              <a:custGeom>
                <a:rect b="b" l="l" r="r" t="t"/>
                <a:pathLst>
                  <a:path extrusionOk="0" h="2502" w="2525">
                    <a:moveTo>
                      <a:pt x="1262" y="692"/>
                    </a:moveTo>
                    <a:cubicBezTo>
                      <a:pt x="1572" y="692"/>
                      <a:pt x="1810" y="954"/>
                      <a:pt x="1810" y="1263"/>
                    </a:cubicBezTo>
                    <a:cubicBezTo>
                      <a:pt x="1858" y="1573"/>
                      <a:pt x="1572" y="1811"/>
                      <a:pt x="1262" y="1811"/>
                    </a:cubicBezTo>
                    <a:cubicBezTo>
                      <a:pt x="929" y="1811"/>
                      <a:pt x="691" y="1549"/>
                      <a:pt x="691" y="1263"/>
                    </a:cubicBezTo>
                    <a:cubicBezTo>
                      <a:pt x="691" y="930"/>
                      <a:pt x="953" y="692"/>
                      <a:pt x="1262" y="692"/>
                    </a:cubicBezTo>
                    <a:close/>
                    <a:moveTo>
                      <a:pt x="1262" y="1"/>
                    </a:moveTo>
                    <a:cubicBezTo>
                      <a:pt x="572" y="1"/>
                      <a:pt x="0" y="573"/>
                      <a:pt x="0" y="1263"/>
                    </a:cubicBezTo>
                    <a:cubicBezTo>
                      <a:pt x="0" y="1930"/>
                      <a:pt x="572" y="2502"/>
                      <a:pt x="1262" y="2502"/>
                    </a:cubicBezTo>
                    <a:cubicBezTo>
                      <a:pt x="1929" y="2502"/>
                      <a:pt x="2501" y="1930"/>
                      <a:pt x="2501" y="1263"/>
                    </a:cubicBezTo>
                    <a:cubicBezTo>
                      <a:pt x="2525" y="573"/>
                      <a:pt x="1977" y="1"/>
                      <a:pt x="12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4960" name="Google Shape;4960;p56"/>
              <p:cNvSpPr/>
              <p:nvPr/>
            </p:nvSpPr>
            <p:spPr>
              <a:xfrm>
                <a:off x="4881670" y="2732045"/>
                <a:ext cx="74286" cy="73579"/>
              </a:xfrm>
              <a:custGeom>
                <a:rect b="b" l="l" r="r" t="t"/>
                <a:pathLst>
                  <a:path extrusionOk="0" h="2501" w="2525">
                    <a:moveTo>
                      <a:pt x="1238" y="691"/>
                    </a:moveTo>
                    <a:cubicBezTo>
                      <a:pt x="1572" y="691"/>
                      <a:pt x="1810" y="953"/>
                      <a:pt x="1810" y="1239"/>
                    </a:cubicBezTo>
                    <a:cubicBezTo>
                      <a:pt x="1810" y="1548"/>
                      <a:pt x="1572" y="1810"/>
                      <a:pt x="1238" y="1810"/>
                    </a:cubicBezTo>
                    <a:cubicBezTo>
                      <a:pt x="905" y="1810"/>
                      <a:pt x="691" y="1548"/>
                      <a:pt x="691" y="1239"/>
                    </a:cubicBezTo>
                    <a:cubicBezTo>
                      <a:pt x="691" y="929"/>
                      <a:pt x="953" y="691"/>
                      <a:pt x="1238" y="691"/>
                    </a:cubicBezTo>
                    <a:close/>
                    <a:moveTo>
                      <a:pt x="1238" y="0"/>
                    </a:moveTo>
                    <a:cubicBezTo>
                      <a:pt x="572" y="0"/>
                      <a:pt x="0" y="572"/>
                      <a:pt x="0" y="1239"/>
                    </a:cubicBezTo>
                    <a:cubicBezTo>
                      <a:pt x="0" y="1929"/>
                      <a:pt x="548" y="2501"/>
                      <a:pt x="1238" y="2501"/>
                    </a:cubicBezTo>
                    <a:cubicBezTo>
                      <a:pt x="1929" y="2501"/>
                      <a:pt x="2501" y="1929"/>
                      <a:pt x="2501" y="1239"/>
                    </a:cubicBezTo>
                    <a:cubicBezTo>
                      <a:pt x="2524" y="572"/>
                      <a:pt x="1953" y="0"/>
                      <a:pt x="123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4961" name="Google Shape;4961;p56"/>
              <p:cNvSpPr/>
              <p:nvPr/>
            </p:nvSpPr>
            <p:spPr>
              <a:xfrm>
                <a:off x="4789881" y="2731339"/>
                <a:ext cx="73579" cy="73609"/>
              </a:xfrm>
              <a:custGeom>
                <a:rect b="b" l="l" r="r" t="t"/>
                <a:pathLst>
                  <a:path extrusionOk="0" h="2502" w="2501">
                    <a:moveTo>
                      <a:pt x="1239" y="667"/>
                    </a:moveTo>
                    <a:cubicBezTo>
                      <a:pt x="1548" y="667"/>
                      <a:pt x="1810" y="953"/>
                      <a:pt x="1810" y="1239"/>
                    </a:cubicBezTo>
                    <a:cubicBezTo>
                      <a:pt x="1810" y="1549"/>
                      <a:pt x="1572" y="1810"/>
                      <a:pt x="1239" y="1810"/>
                    </a:cubicBezTo>
                    <a:cubicBezTo>
                      <a:pt x="905" y="1810"/>
                      <a:pt x="667" y="1549"/>
                      <a:pt x="667" y="1239"/>
                    </a:cubicBezTo>
                    <a:cubicBezTo>
                      <a:pt x="667" y="906"/>
                      <a:pt x="953" y="667"/>
                      <a:pt x="1239" y="667"/>
                    </a:cubicBezTo>
                    <a:close/>
                    <a:moveTo>
                      <a:pt x="1239" y="1"/>
                    </a:moveTo>
                    <a:cubicBezTo>
                      <a:pt x="548" y="1"/>
                      <a:pt x="0" y="548"/>
                      <a:pt x="0" y="1239"/>
                    </a:cubicBezTo>
                    <a:cubicBezTo>
                      <a:pt x="0" y="1930"/>
                      <a:pt x="548" y="2501"/>
                      <a:pt x="1239" y="2501"/>
                    </a:cubicBezTo>
                    <a:cubicBezTo>
                      <a:pt x="1929" y="2501"/>
                      <a:pt x="2501" y="1930"/>
                      <a:pt x="2501" y="1239"/>
                    </a:cubicBezTo>
                    <a:cubicBezTo>
                      <a:pt x="2501" y="548"/>
                      <a:pt x="1953" y="1"/>
                      <a:pt x="123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4962" name="Google Shape;4962;p56"/>
              <p:cNvSpPr/>
              <p:nvPr/>
            </p:nvSpPr>
            <p:spPr>
              <a:xfrm>
                <a:off x="4720510" y="2670382"/>
                <a:ext cx="73609" cy="73609"/>
              </a:xfrm>
              <a:custGeom>
                <a:rect b="b" l="l" r="r" t="t"/>
                <a:pathLst>
                  <a:path extrusionOk="0" h="2502" w="2502">
                    <a:moveTo>
                      <a:pt x="1239" y="691"/>
                    </a:moveTo>
                    <a:cubicBezTo>
                      <a:pt x="1549" y="691"/>
                      <a:pt x="1811" y="953"/>
                      <a:pt x="1811" y="1263"/>
                    </a:cubicBezTo>
                    <a:cubicBezTo>
                      <a:pt x="1811" y="1596"/>
                      <a:pt x="1549" y="1834"/>
                      <a:pt x="1239" y="1834"/>
                    </a:cubicBezTo>
                    <a:cubicBezTo>
                      <a:pt x="929" y="1834"/>
                      <a:pt x="691" y="1549"/>
                      <a:pt x="691" y="1263"/>
                    </a:cubicBezTo>
                    <a:cubicBezTo>
                      <a:pt x="691" y="953"/>
                      <a:pt x="953" y="691"/>
                      <a:pt x="1239" y="691"/>
                    </a:cubicBezTo>
                    <a:close/>
                    <a:moveTo>
                      <a:pt x="1239" y="1"/>
                    </a:moveTo>
                    <a:cubicBezTo>
                      <a:pt x="572" y="1"/>
                      <a:pt x="1" y="572"/>
                      <a:pt x="1" y="1263"/>
                    </a:cubicBezTo>
                    <a:cubicBezTo>
                      <a:pt x="1" y="1954"/>
                      <a:pt x="572" y="2501"/>
                      <a:pt x="1239" y="2501"/>
                    </a:cubicBezTo>
                    <a:cubicBezTo>
                      <a:pt x="1930" y="2501"/>
                      <a:pt x="2501" y="1954"/>
                      <a:pt x="2501" y="1263"/>
                    </a:cubicBezTo>
                    <a:cubicBezTo>
                      <a:pt x="2501" y="572"/>
                      <a:pt x="1930" y="1"/>
                      <a:pt x="123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4963" name="Google Shape;4963;p56"/>
              <p:cNvSpPr/>
              <p:nvPr/>
            </p:nvSpPr>
            <p:spPr>
              <a:xfrm>
                <a:off x="4705800" y="2580711"/>
                <a:ext cx="73609" cy="73579"/>
              </a:xfrm>
              <a:custGeom>
                <a:rect b="b" l="l" r="r" t="t"/>
                <a:pathLst>
                  <a:path extrusionOk="0" h="2501" w="2502">
                    <a:moveTo>
                      <a:pt x="1215" y="667"/>
                    </a:moveTo>
                    <a:cubicBezTo>
                      <a:pt x="1549" y="667"/>
                      <a:pt x="1787" y="953"/>
                      <a:pt x="1787" y="1239"/>
                    </a:cubicBezTo>
                    <a:cubicBezTo>
                      <a:pt x="1787" y="1572"/>
                      <a:pt x="1501" y="1810"/>
                      <a:pt x="1215" y="1810"/>
                    </a:cubicBezTo>
                    <a:cubicBezTo>
                      <a:pt x="906" y="1810"/>
                      <a:pt x="644" y="1548"/>
                      <a:pt x="644" y="1239"/>
                    </a:cubicBezTo>
                    <a:cubicBezTo>
                      <a:pt x="644" y="905"/>
                      <a:pt x="906" y="667"/>
                      <a:pt x="1215" y="667"/>
                    </a:cubicBezTo>
                    <a:close/>
                    <a:moveTo>
                      <a:pt x="1239" y="0"/>
                    </a:moveTo>
                    <a:cubicBezTo>
                      <a:pt x="548" y="0"/>
                      <a:pt x="1" y="548"/>
                      <a:pt x="1" y="1239"/>
                    </a:cubicBezTo>
                    <a:cubicBezTo>
                      <a:pt x="1" y="1929"/>
                      <a:pt x="548" y="2501"/>
                      <a:pt x="1239" y="2501"/>
                    </a:cubicBezTo>
                    <a:cubicBezTo>
                      <a:pt x="1930" y="2501"/>
                      <a:pt x="2501" y="1929"/>
                      <a:pt x="2501" y="1239"/>
                    </a:cubicBezTo>
                    <a:cubicBezTo>
                      <a:pt x="2501" y="548"/>
                      <a:pt x="1930" y="0"/>
                      <a:pt x="123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4964" name="Google Shape;4964;p56"/>
              <p:cNvSpPr/>
              <p:nvPr/>
            </p:nvSpPr>
            <p:spPr>
              <a:xfrm>
                <a:off x="4752047" y="2501543"/>
                <a:ext cx="73579" cy="73579"/>
              </a:xfrm>
              <a:custGeom>
                <a:rect b="b" l="l" r="r" t="t"/>
                <a:pathLst>
                  <a:path extrusionOk="0" h="2501" w="2501">
                    <a:moveTo>
                      <a:pt x="1239" y="667"/>
                    </a:moveTo>
                    <a:cubicBezTo>
                      <a:pt x="1572" y="667"/>
                      <a:pt x="1810" y="929"/>
                      <a:pt x="1810" y="1215"/>
                    </a:cubicBezTo>
                    <a:cubicBezTo>
                      <a:pt x="1810" y="1525"/>
                      <a:pt x="1548" y="1787"/>
                      <a:pt x="1239" y="1787"/>
                    </a:cubicBezTo>
                    <a:cubicBezTo>
                      <a:pt x="929" y="1787"/>
                      <a:pt x="691" y="1525"/>
                      <a:pt x="691" y="1215"/>
                    </a:cubicBezTo>
                    <a:cubicBezTo>
                      <a:pt x="691" y="929"/>
                      <a:pt x="953" y="667"/>
                      <a:pt x="1239" y="667"/>
                    </a:cubicBezTo>
                    <a:close/>
                    <a:moveTo>
                      <a:pt x="1239" y="0"/>
                    </a:moveTo>
                    <a:cubicBezTo>
                      <a:pt x="572" y="0"/>
                      <a:pt x="0" y="572"/>
                      <a:pt x="0" y="1263"/>
                    </a:cubicBezTo>
                    <a:cubicBezTo>
                      <a:pt x="0" y="1929"/>
                      <a:pt x="572" y="2501"/>
                      <a:pt x="1239" y="2501"/>
                    </a:cubicBezTo>
                    <a:cubicBezTo>
                      <a:pt x="1929" y="2501"/>
                      <a:pt x="2501" y="1929"/>
                      <a:pt x="2501" y="1263"/>
                    </a:cubicBezTo>
                    <a:cubicBezTo>
                      <a:pt x="2501" y="572"/>
                      <a:pt x="1929" y="0"/>
                      <a:pt x="123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4965" name="Google Shape;4965;p56"/>
              <p:cNvSpPr/>
              <p:nvPr/>
            </p:nvSpPr>
            <p:spPr>
              <a:xfrm>
                <a:off x="4864136" y="2654289"/>
                <a:ext cx="61694" cy="19623"/>
              </a:xfrm>
              <a:custGeom>
                <a:rect b="b" l="l" r="r" t="t"/>
                <a:pathLst>
                  <a:path extrusionOk="0" h="667" w="2097">
                    <a:moveTo>
                      <a:pt x="1" y="0"/>
                    </a:moveTo>
                    <a:lnTo>
                      <a:pt x="1" y="667"/>
                    </a:lnTo>
                    <a:lnTo>
                      <a:pt x="2096" y="667"/>
                    </a:lnTo>
                    <a:lnTo>
                      <a:pt x="209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4966" name="Google Shape;4966;p56"/>
              <p:cNvSpPr/>
              <p:nvPr/>
            </p:nvSpPr>
            <p:spPr>
              <a:xfrm>
                <a:off x="4864136" y="2613631"/>
                <a:ext cx="61694" cy="20359"/>
              </a:xfrm>
              <a:custGeom>
                <a:rect b="b" l="l" r="r" t="t"/>
                <a:pathLst>
                  <a:path extrusionOk="0" h="692" w="2097">
                    <a:moveTo>
                      <a:pt x="1" y="1"/>
                    </a:moveTo>
                    <a:lnTo>
                      <a:pt x="1" y="691"/>
                    </a:lnTo>
                    <a:lnTo>
                      <a:pt x="2096" y="691"/>
                    </a:lnTo>
                    <a:lnTo>
                      <a:pt x="209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4967" name="Google Shape;4967;p56"/>
              <p:cNvSpPr/>
              <p:nvPr/>
            </p:nvSpPr>
            <p:spPr>
              <a:xfrm>
                <a:off x="4822801" y="2654289"/>
                <a:ext cx="20359" cy="19623"/>
              </a:xfrm>
              <a:custGeom>
                <a:rect b="b" l="l" r="r" t="t"/>
                <a:pathLst>
                  <a:path extrusionOk="0" h="667" w="692">
                    <a:moveTo>
                      <a:pt x="1" y="0"/>
                    </a:moveTo>
                    <a:lnTo>
                      <a:pt x="1" y="667"/>
                    </a:lnTo>
                    <a:lnTo>
                      <a:pt x="691" y="667"/>
                    </a:lnTo>
                    <a:lnTo>
                      <a:pt x="69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4968" name="Google Shape;4968;p56"/>
              <p:cNvSpPr/>
              <p:nvPr/>
            </p:nvSpPr>
            <p:spPr>
              <a:xfrm>
                <a:off x="4822801" y="2613631"/>
                <a:ext cx="20359" cy="20359"/>
              </a:xfrm>
              <a:custGeom>
                <a:rect b="b" l="l" r="r" t="t"/>
                <a:pathLst>
                  <a:path extrusionOk="0" h="692" w="692">
                    <a:moveTo>
                      <a:pt x="1" y="1"/>
                    </a:moveTo>
                    <a:lnTo>
                      <a:pt x="1" y="691"/>
                    </a:lnTo>
                    <a:lnTo>
                      <a:pt x="691" y="691"/>
                    </a:lnTo>
                    <a:lnTo>
                      <a:pt x="69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grpSp>
        <p:sp>
          <p:nvSpPr>
            <p:cNvPr id="4969" name="Google Shape;4969;p56"/>
            <p:cNvSpPr/>
            <p:nvPr/>
          </p:nvSpPr>
          <p:spPr>
            <a:xfrm>
              <a:off x="4837511" y="2470711"/>
              <a:ext cx="73609" cy="73609"/>
            </a:xfrm>
            <a:custGeom>
              <a:rect b="b" l="l" r="r" t="t"/>
              <a:pathLst>
                <a:path extrusionOk="0" h="2502" w="2502">
                  <a:moveTo>
                    <a:pt x="1263" y="691"/>
                  </a:moveTo>
                  <a:cubicBezTo>
                    <a:pt x="1596" y="691"/>
                    <a:pt x="1811" y="953"/>
                    <a:pt x="1811" y="1263"/>
                  </a:cubicBezTo>
                  <a:cubicBezTo>
                    <a:pt x="1811" y="1596"/>
                    <a:pt x="1549" y="1834"/>
                    <a:pt x="1263" y="1834"/>
                  </a:cubicBezTo>
                  <a:cubicBezTo>
                    <a:pt x="929" y="1834"/>
                    <a:pt x="691" y="1549"/>
                    <a:pt x="691" y="1263"/>
                  </a:cubicBezTo>
                  <a:cubicBezTo>
                    <a:pt x="691" y="929"/>
                    <a:pt x="953" y="691"/>
                    <a:pt x="1263" y="691"/>
                  </a:cubicBezTo>
                  <a:close/>
                  <a:moveTo>
                    <a:pt x="1263" y="1"/>
                  </a:moveTo>
                  <a:cubicBezTo>
                    <a:pt x="572" y="1"/>
                    <a:pt x="1" y="572"/>
                    <a:pt x="1" y="1263"/>
                  </a:cubicBezTo>
                  <a:cubicBezTo>
                    <a:pt x="1" y="1953"/>
                    <a:pt x="572" y="2501"/>
                    <a:pt x="1263" y="2501"/>
                  </a:cubicBezTo>
                  <a:cubicBezTo>
                    <a:pt x="1930" y="2501"/>
                    <a:pt x="2501" y="1953"/>
                    <a:pt x="2501" y="1263"/>
                  </a:cubicBezTo>
                  <a:cubicBezTo>
                    <a:pt x="2501" y="572"/>
                    <a:pt x="1954" y="1"/>
                    <a:pt x="126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grpSp>
      <p:grpSp>
        <p:nvGrpSpPr>
          <p:cNvPr id="4970" name="Google Shape;4970;p56"/>
          <p:cNvGrpSpPr/>
          <p:nvPr/>
        </p:nvGrpSpPr>
        <p:grpSpPr>
          <a:xfrm>
            <a:off x="4042501" y="2331857"/>
            <a:ext cx="346832" cy="319498"/>
            <a:chOff x="4118704" y="2489628"/>
            <a:chExt cx="346832" cy="319498"/>
          </a:xfrm>
        </p:grpSpPr>
        <p:sp>
          <p:nvSpPr>
            <p:cNvPr id="4971" name="Google Shape;4971;p56"/>
            <p:cNvSpPr/>
            <p:nvPr/>
          </p:nvSpPr>
          <p:spPr>
            <a:xfrm>
              <a:off x="4118704" y="2489628"/>
              <a:ext cx="346126" cy="97174"/>
            </a:xfrm>
            <a:custGeom>
              <a:rect b="b" l="l" r="r" t="t"/>
              <a:pathLst>
                <a:path extrusionOk="0" h="3303" w="11765">
                  <a:moveTo>
                    <a:pt x="10431" y="1120"/>
                  </a:moveTo>
                  <a:cubicBezTo>
                    <a:pt x="10788" y="1120"/>
                    <a:pt x="11050" y="1453"/>
                    <a:pt x="10955" y="1811"/>
                  </a:cubicBezTo>
                  <a:cubicBezTo>
                    <a:pt x="10931" y="2025"/>
                    <a:pt x="10669" y="2215"/>
                    <a:pt x="10431" y="2215"/>
                  </a:cubicBezTo>
                  <a:lnTo>
                    <a:pt x="9883" y="2215"/>
                  </a:lnTo>
                  <a:lnTo>
                    <a:pt x="9883" y="1120"/>
                  </a:lnTo>
                  <a:close/>
                  <a:moveTo>
                    <a:pt x="9240" y="1144"/>
                  </a:moveTo>
                  <a:lnTo>
                    <a:pt x="9240" y="2263"/>
                  </a:lnTo>
                  <a:lnTo>
                    <a:pt x="3310" y="2263"/>
                  </a:lnTo>
                  <a:lnTo>
                    <a:pt x="3310" y="2215"/>
                  </a:lnTo>
                  <a:cubicBezTo>
                    <a:pt x="3358" y="2049"/>
                    <a:pt x="3406" y="1858"/>
                    <a:pt x="3406" y="1691"/>
                  </a:cubicBezTo>
                  <a:cubicBezTo>
                    <a:pt x="3406" y="1501"/>
                    <a:pt x="3358" y="1310"/>
                    <a:pt x="3310" y="1144"/>
                  </a:cubicBezTo>
                  <a:close/>
                  <a:moveTo>
                    <a:pt x="1786" y="667"/>
                  </a:moveTo>
                  <a:cubicBezTo>
                    <a:pt x="2334" y="667"/>
                    <a:pt x="2763" y="1120"/>
                    <a:pt x="2763" y="1668"/>
                  </a:cubicBezTo>
                  <a:cubicBezTo>
                    <a:pt x="2763" y="2192"/>
                    <a:pt x="2334" y="2644"/>
                    <a:pt x="1786" y="2644"/>
                  </a:cubicBezTo>
                  <a:cubicBezTo>
                    <a:pt x="1262" y="2644"/>
                    <a:pt x="810" y="2192"/>
                    <a:pt x="810" y="1668"/>
                  </a:cubicBezTo>
                  <a:cubicBezTo>
                    <a:pt x="810" y="1120"/>
                    <a:pt x="1262" y="667"/>
                    <a:pt x="1786" y="667"/>
                  </a:cubicBezTo>
                  <a:close/>
                  <a:moveTo>
                    <a:pt x="1739" y="1"/>
                  </a:moveTo>
                  <a:cubicBezTo>
                    <a:pt x="786" y="1"/>
                    <a:pt x="0" y="834"/>
                    <a:pt x="48" y="1811"/>
                  </a:cubicBezTo>
                  <a:cubicBezTo>
                    <a:pt x="191" y="2573"/>
                    <a:pt x="786" y="3216"/>
                    <a:pt x="1572" y="3287"/>
                  </a:cubicBezTo>
                  <a:cubicBezTo>
                    <a:pt x="1647" y="3297"/>
                    <a:pt x="1721" y="3302"/>
                    <a:pt x="1793" y="3302"/>
                  </a:cubicBezTo>
                  <a:cubicBezTo>
                    <a:pt x="2228" y="3302"/>
                    <a:pt x="2616" y="3127"/>
                    <a:pt x="2882" y="2882"/>
                  </a:cubicBezTo>
                  <a:lnTo>
                    <a:pt x="10431" y="2882"/>
                  </a:lnTo>
                  <a:cubicBezTo>
                    <a:pt x="11026" y="2882"/>
                    <a:pt x="11550" y="2430"/>
                    <a:pt x="11645" y="1834"/>
                  </a:cubicBezTo>
                  <a:cubicBezTo>
                    <a:pt x="11764" y="1096"/>
                    <a:pt x="11169" y="429"/>
                    <a:pt x="10431" y="429"/>
                  </a:cubicBezTo>
                  <a:lnTo>
                    <a:pt x="2858" y="429"/>
                  </a:lnTo>
                  <a:cubicBezTo>
                    <a:pt x="2572" y="167"/>
                    <a:pt x="2167" y="1"/>
                    <a:pt x="173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4972" name="Google Shape;4972;p56"/>
            <p:cNvSpPr/>
            <p:nvPr/>
          </p:nvSpPr>
          <p:spPr>
            <a:xfrm>
              <a:off x="4119380" y="2601275"/>
              <a:ext cx="346156" cy="97174"/>
            </a:xfrm>
            <a:custGeom>
              <a:rect b="b" l="l" r="r" t="t"/>
              <a:pathLst>
                <a:path extrusionOk="0" h="3303" w="11766">
                  <a:moveTo>
                    <a:pt x="8455" y="1040"/>
                  </a:moveTo>
                  <a:lnTo>
                    <a:pt x="8455" y="1088"/>
                  </a:lnTo>
                  <a:cubicBezTo>
                    <a:pt x="8407" y="1254"/>
                    <a:pt x="8384" y="1445"/>
                    <a:pt x="8384" y="1611"/>
                  </a:cubicBezTo>
                  <a:cubicBezTo>
                    <a:pt x="8384" y="1778"/>
                    <a:pt x="8407" y="1993"/>
                    <a:pt x="8455" y="2135"/>
                  </a:cubicBezTo>
                  <a:lnTo>
                    <a:pt x="2549" y="2135"/>
                  </a:lnTo>
                  <a:lnTo>
                    <a:pt x="2549" y="1040"/>
                  </a:lnTo>
                  <a:close/>
                  <a:moveTo>
                    <a:pt x="1882" y="1088"/>
                  </a:moveTo>
                  <a:lnTo>
                    <a:pt x="1882" y="2183"/>
                  </a:lnTo>
                  <a:lnTo>
                    <a:pt x="1358" y="2183"/>
                  </a:lnTo>
                  <a:cubicBezTo>
                    <a:pt x="1001" y="2183"/>
                    <a:pt x="715" y="1850"/>
                    <a:pt x="811" y="1492"/>
                  </a:cubicBezTo>
                  <a:cubicBezTo>
                    <a:pt x="834" y="1278"/>
                    <a:pt x="1120" y="1088"/>
                    <a:pt x="1358" y="1088"/>
                  </a:cubicBezTo>
                  <a:close/>
                  <a:moveTo>
                    <a:pt x="9955" y="635"/>
                  </a:moveTo>
                  <a:cubicBezTo>
                    <a:pt x="10479" y="635"/>
                    <a:pt x="10932" y="1088"/>
                    <a:pt x="10932" y="1611"/>
                  </a:cubicBezTo>
                  <a:cubicBezTo>
                    <a:pt x="10932" y="2159"/>
                    <a:pt x="10479" y="2588"/>
                    <a:pt x="9955" y="2588"/>
                  </a:cubicBezTo>
                  <a:cubicBezTo>
                    <a:pt x="9408" y="2588"/>
                    <a:pt x="8979" y="2159"/>
                    <a:pt x="8979" y="1611"/>
                  </a:cubicBezTo>
                  <a:cubicBezTo>
                    <a:pt x="8979" y="1088"/>
                    <a:pt x="9408" y="635"/>
                    <a:pt x="9955" y="635"/>
                  </a:cubicBezTo>
                  <a:close/>
                  <a:moveTo>
                    <a:pt x="9981" y="1"/>
                  </a:moveTo>
                  <a:cubicBezTo>
                    <a:pt x="9560" y="1"/>
                    <a:pt x="9169" y="176"/>
                    <a:pt x="8884" y="421"/>
                  </a:cubicBezTo>
                  <a:lnTo>
                    <a:pt x="1358" y="421"/>
                  </a:lnTo>
                  <a:cubicBezTo>
                    <a:pt x="763" y="421"/>
                    <a:pt x="215" y="873"/>
                    <a:pt x="120" y="1469"/>
                  </a:cubicBezTo>
                  <a:cubicBezTo>
                    <a:pt x="1" y="2207"/>
                    <a:pt x="596" y="2874"/>
                    <a:pt x="1358" y="2874"/>
                  </a:cubicBezTo>
                  <a:lnTo>
                    <a:pt x="8907" y="2874"/>
                  </a:lnTo>
                  <a:cubicBezTo>
                    <a:pt x="9217" y="3136"/>
                    <a:pt x="9598" y="3302"/>
                    <a:pt x="10051" y="3302"/>
                  </a:cubicBezTo>
                  <a:cubicBezTo>
                    <a:pt x="11003" y="3302"/>
                    <a:pt x="11765" y="2469"/>
                    <a:pt x="11718" y="1492"/>
                  </a:cubicBezTo>
                  <a:cubicBezTo>
                    <a:pt x="11551" y="730"/>
                    <a:pt x="10956" y="87"/>
                    <a:pt x="10193" y="16"/>
                  </a:cubicBezTo>
                  <a:cubicBezTo>
                    <a:pt x="10122" y="6"/>
                    <a:pt x="10051" y="1"/>
                    <a:pt x="998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4973" name="Google Shape;4973;p56"/>
            <p:cNvSpPr/>
            <p:nvPr/>
          </p:nvSpPr>
          <p:spPr>
            <a:xfrm>
              <a:off x="4119380" y="2711481"/>
              <a:ext cx="346156" cy="97645"/>
            </a:xfrm>
            <a:custGeom>
              <a:rect b="b" l="l" r="r" t="t"/>
              <a:pathLst>
                <a:path extrusionOk="0" h="3319" w="11766">
                  <a:moveTo>
                    <a:pt x="9169" y="1104"/>
                  </a:moveTo>
                  <a:lnTo>
                    <a:pt x="9169" y="2176"/>
                  </a:lnTo>
                  <a:lnTo>
                    <a:pt x="3263" y="2176"/>
                  </a:lnTo>
                  <a:cubicBezTo>
                    <a:pt x="3311" y="2009"/>
                    <a:pt x="3335" y="1819"/>
                    <a:pt x="3335" y="1652"/>
                  </a:cubicBezTo>
                  <a:cubicBezTo>
                    <a:pt x="3335" y="1461"/>
                    <a:pt x="3311" y="1271"/>
                    <a:pt x="3263" y="1104"/>
                  </a:cubicBezTo>
                  <a:close/>
                  <a:moveTo>
                    <a:pt x="10408" y="1080"/>
                  </a:moveTo>
                  <a:cubicBezTo>
                    <a:pt x="10765" y="1080"/>
                    <a:pt x="11027" y="1414"/>
                    <a:pt x="10932" y="1771"/>
                  </a:cubicBezTo>
                  <a:cubicBezTo>
                    <a:pt x="10908" y="2009"/>
                    <a:pt x="10646" y="2176"/>
                    <a:pt x="10408" y="2176"/>
                  </a:cubicBezTo>
                  <a:lnTo>
                    <a:pt x="9860" y="2176"/>
                  </a:lnTo>
                  <a:lnTo>
                    <a:pt x="9860" y="1080"/>
                  </a:lnTo>
                  <a:close/>
                  <a:moveTo>
                    <a:pt x="1763" y="676"/>
                  </a:moveTo>
                  <a:cubicBezTo>
                    <a:pt x="2311" y="676"/>
                    <a:pt x="2740" y="1104"/>
                    <a:pt x="2740" y="1652"/>
                  </a:cubicBezTo>
                  <a:cubicBezTo>
                    <a:pt x="2740" y="2176"/>
                    <a:pt x="2311" y="2628"/>
                    <a:pt x="1763" y="2628"/>
                  </a:cubicBezTo>
                  <a:cubicBezTo>
                    <a:pt x="1239" y="2628"/>
                    <a:pt x="787" y="2176"/>
                    <a:pt x="787" y="1652"/>
                  </a:cubicBezTo>
                  <a:cubicBezTo>
                    <a:pt x="787" y="1104"/>
                    <a:pt x="1239" y="676"/>
                    <a:pt x="1763" y="676"/>
                  </a:cubicBezTo>
                  <a:close/>
                  <a:moveTo>
                    <a:pt x="1725" y="1"/>
                  </a:moveTo>
                  <a:cubicBezTo>
                    <a:pt x="1667" y="1"/>
                    <a:pt x="1608" y="3"/>
                    <a:pt x="1549" y="9"/>
                  </a:cubicBezTo>
                  <a:cubicBezTo>
                    <a:pt x="787" y="104"/>
                    <a:pt x="168" y="723"/>
                    <a:pt x="96" y="1509"/>
                  </a:cubicBezTo>
                  <a:cubicBezTo>
                    <a:pt x="1" y="2485"/>
                    <a:pt x="787" y="3319"/>
                    <a:pt x="1763" y="3319"/>
                  </a:cubicBezTo>
                  <a:cubicBezTo>
                    <a:pt x="2192" y="3319"/>
                    <a:pt x="2597" y="3128"/>
                    <a:pt x="2906" y="2867"/>
                  </a:cubicBezTo>
                  <a:lnTo>
                    <a:pt x="10455" y="2867"/>
                  </a:lnTo>
                  <a:cubicBezTo>
                    <a:pt x="11194" y="2867"/>
                    <a:pt x="11765" y="2224"/>
                    <a:pt x="11670" y="1461"/>
                  </a:cubicBezTo>
                  <a:cubicBezTo>
                    <a:pt x="11527" y="866"/>
                    <a:pt x="11027" y="437"/>
                    <a:pt x="10408" y="437"/>
                  </a:cubicBezTo>
                  <a:lnTo>
                    <a:pt x="2859" y="437"/>
                  </a:lnTo>
                  <a:cubicBezTo>
                    <a:pt x="2584" y="163"/>
                    <a:pt x="2178" y="1"/>
                    <a:pt x="172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grpSp>
      <p:grpSp>
        <p:nvGrpSpPr>
          <p:cNvPr id="4974" name="Google Shape;4974;p56"/>
          <p:cNvGrpSpPr/>
          <p:nvPr/>
        </p:nvGrpSpPr>
        <p:grpSpPr>
          <a:xfrm>
            <a:off x="3281955" y="2328337"/>
            <a:ext cx="339124" cy="292876"/>
            <a:chOff x="3515436" y="2480537"/>
            <a:chExt cx="339124" cy="292876"/>
          </a:xfrm>
        </p:grpSpPr>
        <p:sp>
          <p:nvSpPr>
            <p:cNvPr id="4975" name="Google Shape;4975;p56"/>
            <p:cNvSpPr/>
            <p:nvPr/>
          </p:nvSpPr>
          <p:spPr>
            <a:xfrm>
              <a:off x="3669585" y="2636755"/>
              <a:ext cx="60311" cy="19653"/>
            </a:xfrm>
            <a:custGeom>
              <a:rect b="b" l="l" r="r" t="t"/>
              <a:pathLst>
                <a:path extrusionOk="0" h="668" w="2050">
                  <a:moveTo>
                    <a:pt x="1" y="1"/>
                  </a:moveTo>
                  <a:lnTo>
                    <a:pt x="1" y="667"/>
                  </a:lnTo>
                  <a:lnTo>
                    <a:pt x="2049" y="667"/>
                  </a:lnTo>
                  <a:lnTo>
                    <a:pt x="204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4976" name="Google Shape;4976;p56"/>
            <p:cNvSpPr/>
            <p:nvPr/>
          </p:nvSpPr>
          <p:spPr>
            <a:xfrm>
              <a:off x="3669585" y="2598215"/>
              <a:ext cx="60311" cy="19653"/>
            </a:xfrm>
            <a:custGeom>
              <a:rect b="b" l="l" r="r" t="t"/>
              <a:pathLst>
                <a:path extrusionOk="0" h="668" w="2050">
                  <a:moveTo>
                    <a:pt x="1" y="1"/>
                  </a:moveTo>
                  <a:lnTo>
                    <a:pt x="1" y="668"/>
                  </a:lnTo>
                  <a:lnTo>
                    <a:pt x="2049" y="668"/>
                  </a:lnTo>
                  <a:lnTo>
                    <a:pt x="204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4977" name="Google Shape;4977;p56"/>
            <p:cNvSpPr/>
            <p:nvPr/>
          </p:nvSpPr>
          <p:spPr>
            <a:xfrm>
              <a:off x="3628956" y="2636755"/>
              <a:ext cx="20359" cy="19653"/>
            </a:xfrm>
            <a:custGeom>
              <a:rect b="b" l="l" r="r" t="t"/>
              <a:pathLst>
                <a:path extrusionOk="0" h="668" w="692">
                  <a:moveTo>
                    <a:pt x="1" y="1"/>
                  </a:moveTo>
                  <a:lnTo>
                    <a:pt x="1" y="667"/>
                  </a:lnTo>
                  <a:lnTo>
                    <a:pt x="691" y="667"/>
                  </a:lnTo>
                  <a:lnTo>
                    <a:pt x="69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4978" name="Google Shape;4978;p56"/>
            <p:cNvSpPr/>
            <p:nvPr/>
          </p:nvSpPr>
          <p:spPr>
            <a:xfrm>
              <a:off x="3628956" y="2598215"/>
              <a:ext cx="20359" cy="19653"/>
            </a:xfrm>
            <a:custGeom>
              <a:rect b="b" l="l" r="r" t="t"/>
              <a:pathLst>
                <a:path extrusionOk="0" h="668" w="692">
                  <a:moveTo>
                    <a:pt x="1" y="1"/>
                  </a:moveTo>
                  <a:lnTo>
                    <a:pt x="1" y="668"/>
                  </a:lnTo>
                  <a:lnTo>
                    <a:pt x="691" y="668"/>
                  </a:lnTo>
                  <a:lnTo>
                    <a:pt x="69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4979" name="Google Shape;4979;p56"/>
            <p:cNvSpPr/>
            <p:nvPr/>
          </p:nvSpPr>
          <p:spPr>
            <a:xfrm>
              <a:off x="3515436" y="2480537"/>
              <a:ext cx="339124" cy="292876"/>
            </a:xfrm>
            <a:custGeom>
              <a:rect b="b" l="l" r="r" t="t"/>
              <a:pathLst>
                <a:path extrusionOk="0" h="9955" w="11527">
                  <a:moveTo>
                    <a:pt x="7907" y="667"/>
                  </a:moveTo>
                  <a:lnTo>
                    <a:pt x="7216" y="1858"/>
                  </a:lnTo>
                  <a:lnTo>
                    <a:pt x="4358" y="1858"/>
                  </a:lnTo>
                  <a:lnTo>
                    <a:pt x="3668" y="667"/>
                  </a:lnTo>
                  <a:close/>
                  <a:moveTo>
                    <a:pt x="3072" y="1024"/>
                  </a:moveTo>
                  <a:lnTo>
                    <a:pt x="3787" y="2167"/>
                  </a:lnTo>
                  <a:lnTo>
                    <a:pt x="2358" y="4644"/>
                  </a:lnTo>
                  <a:lnTo>
                    <a:pt x="1000" y="4644"/>
                  </a:lnTo>
                  <a:lnTo>
                    <a:pt x="3072" y="1024"/>
                  </a:lnTo>
                  <a:close/>
                  <a:moveTo>
                    <a:pt x="8431" y="1024"/>
                  </a:moveTo>
                  <a:lnTo>
                    <a:pt x="10526" y="4644"/>
                  </a:lnTo>
                  <a:lnTo>
                    <a:pt x="9169" y="4644"/>
                  </a:lnTo>
                  <a:lnTo>
                    <a:pt x="7740" y="2215"/>
                  </a:lnTo>
                  <a:lnTo>
                    <a:pt x="8431" y="1024"/>
                  </a:lnTo>
                  <a:close/>
                  <a:moveTo>
                    <a:pt x="7192" y="2524"/>
                  </a:moveTo>
                  <a:lnTo>
                    <a:pt x="8573" y="4977"/>
                  </a:lnTo>
                  <a:lnTo>
                    <a:pt x="7192" y="7406"/>
                  </a:lnTo>
                  <a:lnTo>
                    <a:pt x="4358" y="7406"/>
                  </a:lnTo>
                  <a:lnTo>
                    <a:pt x="2953" y="4977"/>
                  </a:lnTo>
                  <a:lnTo>
                    <a:pt x="4358" y="2524"/>
                  </a:lnTo>
                  <a:close/>
                  <a:moveTo>
                    <a:pt x="2358" y="5311"/>
                  </a:moveTo>
                  <a:lnTo>
                    <a:pt x="3787" y="7740"/>
                  </a:lnTo>
                  <a:lnTo>
                    <a:pt x="3096" y="8930"/>
                  </a:lnTo>
                  <a:lnTo>
                    <a:pt x="1024" y="5311"/>
                  </a:lnTo>
                  <a:close/>
                  <a:moveTo>
                    <a:pt x="10574" y="5334"/>
                  </a:moveTo>
                  <a:lnTo>
                    <a:pt x="8502" y="8954"/>
                  </a:lnTo>
                  <a:lnTo>
                    <a:pt x="7788" y="7764"/>
                  </a:lnTo>
                  <a:lnTo>
                    <a:pt x="9216" y="5334"/>
                  </a:lnTo>
                  <a:close/>
                  <a:moveTo>
                    <a:pt x="7216" y="8097"/>
                  </a:moveTo>
                  <a:lnTo>
                    <a:pt x="7907" y="9288"/>
                  </a:lnTo>
                  <a:lnTo>
                    <a:pt x="3668" y="9288"/>
                  </a:lnTo>
                  <a:lnTo>
                    <a:pt x="4358" y="8097"/>
                  </a:lnTo>
                  <a:close/>
                  <a:moveTo>
                    <a:pt x="2906" y="0"/>
                  </a:moveTo>
                  <a:lnTo>
                    <a:pt x="0" y="4977"/>
                  </a:lnTo>
                  <a:lnTo>
                    <a:pt x="2906" y="9954"/>
                  </a:lnTo>
                  <a:lnTo>
                    <a:pt x="8645" y="9954"/>
                  </a:lnTo>
                  <a:lnTo>
                    <a:pt x="11526" y="4977"/>
                  </a:lnTo>
                  <a:lnTo>
                    <a:pt x="864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grpSp>
      <p:grpSp>
        <p:nvGrpSpPr>
          <p:cNvPr id="4980" name="Google Shape;4980;p56"/>
          <p:cNvGrpSpPr/>
          <p:nvPr/>
        </p:nvGrpSpPr>
        <p:grpSpPr>
          <a:xfrm>
            <a:off x="2582734" y="2387901"/>
            <a:ext cx="338418" cy="194113"/>
            <a:chOff x="2964781" y="2545672"/>
            <a:chExt cx="338418" cy="194113"/>
          </a:xfrm>
        </p:grpSpPr>
        <p:sp>
          <p:nvSpPr>
            <p:cNvPr id="4981" name="Google Shape;4981;p56"/>
            <p:cNvSpPr/>
            <p:nvPr/>
          </p:nvSpPr>
          <p:spPr>
            <a:xfrm>
              <a:off x="2964781" y="2545672"/>
              <a:ext cx="338418" cy="194113"/>
            </a:xfrm>
            <a:custGeom>
              <a:rect b="b" l="l" r="r" t="t"/>
              <a:pathLst>
                <a:path extrusionOk="0" h="6598" w="11503">
                  <a:moveTo>
                    <a:pt x="2858" y="668"/>
                  </a:moveTo>
                  <a:lnTo>
                    <a:pt x="2858" y="2930"/>
                  </a:lnTo>
                  <a:lnTo>
                    <a:pt x="1144" y="2930"/>
                  </a:lnTo>
                  <a:lnTo>
                    <a:pt x="1787" y="1549"/>
                  </a:lnTo>
                  <a:cubicBezTo>
                    <a:pt x="1977" y="1096"/>
                    <a:pt x="2382" y="763"/>
                    <a:pt x="2858" y="668"/>
                  </a:cubicBezTo>
                  <a:close/>
                  <a:moveTo>
                    <a:pt x="3525" y="668"/>
                  </a:moveTo>
                  <a:cubicBezTo>
                    <a:pt x="4001" y="763"/>
                    <a:pt x="4382" y="1096"/>
                    <a:pt x="4597" y="1549"/>
                  </a:cubicBezTo>
                  <a:lnTo>
                    <a:pt x="5240" y="2930"/>
                  </a:lnTo>
                  <a:lnTo>
                    <a:pt x="3525" y="2930"/>
                  </a:lnTo>
                  <a:lnTo>
                    <a:pt x="3525" y="668"/>
                  </a:lnTo>
                  <a:close/>
                  <a:moveTo>
                    <a:pt x="7955" y="3597"/>
                  </a:moveTo>
                  <a:lnTo>
                    <a:pt x="7955" y="5859"/>
                  </a:lnTo>
                  <a:cubicBezTo>
                    <a:pt x="7502" y="5764"/>
                    <a:pt x="7097" y="5430"/>
                    <a:pt x="6907" y="5002"/>
                  </a:cubicBezTo>
                  <a:lnTo>
                    <a:pt x="6264" y="3597"/>
                  </a:lnTo>
                  <a:close/>
                  <a:moveTo>
                    <a:pt x="10312" y="3597"/>
                  </a:moveTo>
                  <a:lnTo>
                    <a:pt x="9693" y="5002"/>
                  </a:lnTo>
                  <a:cubicBezTo>
                    <a:pt x="9479" y="5430"/>
                    <a:pt x="9098" y="5764"/>
                    <a:pt x="8621" y="5859"/>
                  </a:cubicBezTo>
                  <a:lnTo>
                    <a:pt x="8621" y="3597"/>
                  </a:lnTo>
                  <a:close/>
                  <a:moveTo>
                    <a:pt x="3216" y="1"/>
                  </a:moveTo>
                  <a:cubicBezTo>
                    <a:pt x="2334" y="1"/>
                    <a:pt x="1572" y="501"/>
                    <a:pt x="1215" y="1263"/>
                  </a:cubicBezTo>
                  <a:lnTo>
                    <a:pt x="477" y="2930"/>
                  </a:lnTo>
                  <a:lnTo>
                    <a:pt x="1" y="2930"/>
                  </a:lnTo>
                  <a:lnTo>
                    <a:pt x="1" y="3621"/>
                  </a:lnTo>
                  <a:lnTo>
                    <a:pt x="5549" y="3621"/>
                  </a:lnTo>
                  <a:lnTo>
                    <a:pt x="6311" y="5288"/>
                  </a:lnTo>
                  <a:cubicBezTo>
                    <a:pt x="6669" y="6097"/>
                    <a:pt x="7431" y="6597"/>
                    <a:pt x="8336" y="6597"/>
                  </a:cubicBezTo>
                  <a:cubicBezTo>
                    <a:pt x="9217" y="6597"/>
                    <a:pt x="9955" y="6097"/>
                    <a:pt x="10360" y="5288"/>
                  </a:cubicBezTo>
                  <a:lnTo>
                    <a:pt x="11098" y="3621"/>
                  </a:lnTo>
                  <a:lnTo>
                    <a:pt x="11503" y="3621"/>
                  </a:lnTo>
                  <a:lnTo>
                    <a:pt x="11503" y="2930"/>
                  </a:lnTo>
                  <a:lnTo>
                    <a:pt x="5954" y="2930"/>
                  </a:lnTo>
                  <a:lnTo>
                    <a:pt x="5192" y="1263"/>
                  </a:lnTo>
                  <a:cubicBezTo>
                    <a:pt x="4835" y="477"/>
                    <a:pt x="4073" y="1"/>
                    <a:pt x="321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grpSp>
          <p:nvGrpSpPr>
            <p:cNvPr id="4982" name="Google Shape;4982;p56"/>
            <p:cNvGrpSpPr/>
            <p:nvPr/>
          </p:nvGrpSpPr>
          <p:grpSpPr>
            <a:xfrm>
              <a:off x="3048156" y="2565295"/>
              <a:ext cx="170281" cy="154159"/>
              <a:chOff x="3048156" y="2565295"/>
              <a:chExt cx="170281" cy="154159"/>
            </a:xfrm>
          </p:grpSpPr>
          <p:sp>
            <p:nvSpPr>
              <p:cNvPr id="4983" name="Google Shape;4983;p56"/>
              <p:cNvSpPr/>
              <p:nvPr/>
            </p:nvSpPr>
            <p:spPr>
              <a:xfrm>
                <a:off x="3048156" y="2665498"/>
                <a:ext cx="20359" cy="20329"/>
              </a:xfrm>
              <a:custGeom>
                <a:rect b="b" l="l" r="r" t="t"/>
                <a:pathLst>
                  <a:path extrusionOk="0" h="691" w="692">
                    <a:moveTo>
                      <a:pt x="1" y="0"/>
                    </a:moveTo>
                    <a:lnTo>
                      <a:pt x="1" y="691"/>
                    </a:lnTo>
                    <a:lnTo>
                      <a:pt x="691" y="691"/>
                    </a:lnTo>
                    <a:lnTo>
                      <a:pt x="69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4984" name="Google Shape;4984;p56"/>
              <p:cNvSpPr/>
              <p:nvPr/>
            </p:nvSpPr>
            <p:spPr>
              <a:xfrm>
                <a:off x="3048156" y="2699801"/>
                <a:ext cx="20359" cy="19653"/>
              </a:xfrm>
              <a:custGeom>
                <a:rect b="b" l="l" r="r" t="t"/>
                <a:pathLst>
                  <a:path extrusionOk="0" h="668" w="692">
                    <a:moveTo>
                      <a:pt x="1" y="1"/>
                    </a:moveTo>
                    <a:lnTo>
                      <a:pt x="1" y="668"/>
                    </a:lnTo>
                    <a:lnTo>
                      <a:pt x="691" y="668"/>
                    </a:lnTo>
                    <a:lnTo>
                      <a:pt x="69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4985" name="Google Shape;4985;p56"/>
              <p:cNvSpPr/>
              <p:nvPr/>
            </p:nvSpPr>
            <p:spPr>
              <a:xfrm>
                <a:off x="3198078" y="2565295"/>
                <a:ext cx="20359" cy="20359"/>
              </a:xfrm>
              <a:custGeom>
                <a:rect b="b" l="l" r="r" t="t"/>
                <a:pathLst>
                  <a:path extrusionOk="0" h="692" w="692">
                    <a:moveTo>
                      <a:pt x="1" y="1"/>
                    </a:moveTo>
                    <a:lnTo>
                      <a:pt x="1" y="691"/>
                    </a:lnTo>
                    <a:lnTo>
                      <a:pt x="691" y="691"/>
                    </a:lnTo>
                    <a:lnTo>
                      <a:pt x="69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4986" name="Google Shape;4986;p56"/>
              <p:cNvSpPr/>
              <p:nvPr/>
            </p:nvSpPr>
            <p:spPr>
              <a:xfrm>
                <a:off x="3198078" y="2598922"/>
                <a:ext cx="20359" cy="20359"/>
              </a:xfrm>
              <a:custGeom>
                <a:rect b="b" l="l" r="r" t="t"/>
                <a:pathLst>
                  <a:path extrusionOk="0" h="692" w="692">
                    <a:moveTo>
                      <a:pt x="1" y="1"/>
                    </a:moveTo>
                    <a:lnTo>
                      <a:pt x="1" y="691"/>
                    </a:lnTo>
                    <a:lnTo>
                      <a:pt x="691" y="691"/>
                    </a:lnTo>
                    <a:lnTo>
                      <a:pt x="69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grpSp>
      </p:grpSp>
      <p:grpSp>
        <p:nvGrpSpPr>
          <p:cNvPr id="4987" name="Google Shape;4987;p56"/>
          <p:cNvGrpSpPr/>
          <p:nvPr/>
        </p:nvGrpSpPr>
        <p:grpSpPr>
          <a:xfrm>
            <a:off x="1834103" y="2288434"/>
            <a:ext cx="338448" cy="338418"/>
            <a:chOff x="2367858" y="2446205"/>
            <a:chExt cx="338448" cy="338418"/>
          </a:xfrm>
        </p:grpSpPr>
        <p:sp>
          <p:nvSpPr>
            <p:cNvPr id="4988" name="Google Shape;4988;p56"/>
            <p:cNvSpPr/>
            <p:nvPr/>
          </p:nvSpPr>
          <p:spPr>
            <a:xfrm>
              <a:off x="2367858" y="2446205"/>
              <a:ext cx="338448" cy="338418"/>
            </a:xfrm>
            <a:custGeom>
              <a:rect b="b" l="l" r="r" t="t"/>
              <a:pathLst>
                <a:path extrusionOk="0" h="11503" w="11504">
                  <a:moveTo>
                    <a:pt x="2144" y="691"/>
                  </a:moveTo>
                  <a:cubicBezTo>
                    <a:pt x="2454" y="691"/>
                    <a:pt x="2692" y="929"/>
                    <a:pt x="2692" y="1215"/>
                  </a:cubicBezTo>
                  <a:cubicBezTo>
                    <a:pt x="2692" y="1524"/>
                    <a:pt x="2454" y="1762"/>
                    <a:pt x="2144" y="1762"/>
                  </a:cubicBezTo>
                  <a:cubicBezTo>
                    <a:pt x="1858" y="1762"/>
                    <a:pt x="1620" y="1524"/>
                    <a:pt x="1620" y="1215"/>
                  </a:cubicBezTo>
                  <a:cubicBezTo>
                    <a:pt x="1620" y="929"/>
                    <a:pt x="1858" y="691"/>
                    <a:pt x="2144" y="691"/>
                  </a:cubicBezTo>
                  <a:close/>
                  <a:moveTo>
                    <a:pt x="5764" y="691"/>
                  </a:moveTo>
                  <a:cubicBezTo>
                    <a:pt x="6050" y="691"/>
                    <a:pt x="6288" y="929"/>
                    <a:pt x="6288" y="1215"/>
                  </a:cubicBezTo>
                  <a:cubicBezTo>
                    <a:pt x="6288" y="1524"/>
                    <a:pt x="6050" y="1762"/>
                    <a:pt x="5764" y="1762"/>
                  </a:cubicBezTo>
                  <a:cubicBezTo>
                    <a:pt x="5454" y="1762"/>
                    <a:pt x="5216" y="1524"/>
                    <a:pt x="5216" y="1215"/>
                  </a:cubicBezTo>
                  <a:cubicBezTo>
                    <a:pt x="5216" y="929"/>
                    <a:pt x="5454" y="691"/>
                    <a:pt x="5764" y="691"/>
                  </a:cubicBezTo>
                  <a:close/>
                  <a:moveTo>
                    <a:pt x="9360" y="691"/>
                  </a:moveTo>
                  <a:cubicBezTo>
                    <a:pt x="9646" y="691"/>
                    <a:pt x="9884" y="929"/>
                    <a:pt x="9884" y="1215"/>
                  </a:cubicBezTo>
                  <a:cubicBezTo>
                    <a:pt x="9884" y="1524"/>
                    <a:pt x="9646" y="1762"/>
                    <a:pt x="9360" y="1762"/>
                  </a:cubicBezTo>
                  <a:cubicBezTo>
                    <a:pt x="9050" y="1762"/>
                    <a:pt x="8812" y="1524"/>
                    <a:pt x="8812" y="1215"/>
                  </a:cubicBezTo>
                  <a:cubicBezTo>
                    <a:pt x="8812" y="929"/>
                    <a:pt x="9050" y="691"/>
                    <a:pt x="9360" y="691"/>
                  </a:cubicBezTo>
                  <a:close/>
                  <a:moveTo>
                    <a:pt x="3644" y="1977"/>
                  </a:moveTo>
                  <a:lnTo>
                    <a:pt x="3644" y="10836"/>
                  </a:lnTo>
                  <a:lnTo>
                    <a:pt x="667" y="10836"/>
                  </a:lnTo>
                  <a:lnTo>
                    <a:pt x="667" y="1977"/>
                  </a:lnTo>
                  <a:lnTo>
                    <a:pt x="1168" y="1977"/>
                  </a:lnTo>
                  <a:cubicBezTo>
                    <a:pt x="1382" y="2263"/>
                    <a:pt x="1739" y="2453"/>
                    <a:pt x="2144" y="2453"/>
                  </a:cubicBezTo>
                  <a:cubicBezTo>
                    <a:pt x="2549" y="2453"/>
                    <a:pt x="2906" y="2263"/>
                    <a:pt x="3144" y="1977"/>
                  </a:cubicBezTo>
                  <a:close/>
                  <a:moveTo>
                    <a:pt x="7264" y="1977"/>
                  </a:moveTo>
                  <a:lnTo>
                    <a:pt x="7264" y="10836"/>
                  </a:lnTo>
                  <a:lnTo>
                    <a:pt x="4287" y="10836"/>
                  </a:lnTo>
                  <a:lnTo>
                    <a:pt x="4287" y="1977"/>
                  </a:lnTo>
                  <a:lnTo>
                    <a:pt x="4811" y="1977"/>
                  </a:lnTo>
                  <a:cubicBezTo>
                    <a:pt x="5002" y="2263"/>
                    <a:pt x="5359" y="2453"/>
                    <a:pt x="5788" y="2453"/>
                  </a:cubicBezTo>
                  <a:cubicBezTo>
                    <a:pt x="6192" y="2453"/>
                    <a:pt x="6526" y="2263"/>
                    <a:pt x="6764" y="1977"/>
                  </a:cubicBezTo>
                  <a:close/>
                  <a:moveTo>
                    <a:pt x="10884" y="1977"/>
                  </a:moveTo>
                  <a:lnTo>
                    <a:pt x="10884" y="10836"/>
                  </a:lnTo>
                  <a:lnTo>
                    <a:pt x="7907" y="10836"/>
                  </a:lnTo>
                  <a:lnTo>
                    <a:pt x="7907" y="1977"/>
                  </a:lnTo>
                  <a:lnTo>
                    <a:pt x="8407" y="1977"/>
                  </a:lnTo>
                  <a:cubicBezTo>
                    <a:pt x="8622" y="2263"/>
                    <a:pt x="8979" y="2453"/>
                    <a:pt x="9384" y="2453"/>
                  </a:cubicBezTo>
                  <a:cubicBezTo>
                    <a:pt x="9788" y="2453"/>
                    <a:pt x="10122" y="2263"/>
                    <a:pt x="10360" y="1977"/>
                  </a:cubicBezTo>
                  <a:close/>
                  <a:moveTo>
                    <a:pt x="2144" y="0"/>
                  </a:moveTo>
                  <a:cubicBezTo>
                    <a:pt x="1477" y="0"/>
                    <a:pt x="929" y="548"/>
                    <a:pt x="929" y="1215"/>
                  </a:cubicBezTo>
                  <a:lnTo>
                    <a:pt x="929" y="1286"/>
                  </a:lnTo>
                  <a:lnTo>
                    <a:pt x="1" y="1286"/>
                  </a:lnTo>
                  <a:lnTo>
                    <a:pt x="1" y="11502"/>
                  </a:lnTo>
                  <a:lnTo>
                    <a:pt x="11503" y="11502"/>
                  </a:lnTo>
                  <a:lnTo>
                    <a:pt x="11503" y="1286"/>
                  </a:lnTo>
                  <a:lnTo>
                    <a:pt x="10574" y="1286"/>
                  </a:lnTo>
                  <a:lnTo>
                    <a:pt x="10574" y="1215"/>
                  </a:lnTo>
                  <a:cubicBezTo>
                    <a:pt x="10574" y="548"/>
                    <a:pt x="10027" y="0"/>
                    <a:pt x="9360" y="0"/>
                  </a:cubicBezTo>
                  <a:cubicBezTo>
                    <a:pt x="8669" y="0"/>
                    <a:pt x="8121" y="548"/>
                    <a:pt x="8121" y="1215"/>
                  </a:cubicBezTo>
                  <a:lnTo>
                    <a:pt x="8121" y="1286"/>
                  </a:lnTo>
                  <a:lnTo>
                    <a:pt x="6978" y="1286"/>
                  </a:lnTo>
                  <a:lnTo>
                    <a:pt x="6978" y="1215"/>
                  </a:lnTo>
                  <a:cubicBezTo>
                    <a:pt x="6978" y="548"/>
                    <a:pt x="6431" y="0"/>
                    <a:pt x="5740" y="0"/>
                  </a:cubicBezTo>
                  <a:cubicBezTo>
                    <a:pt x="5073" y="0"/>
                    <a:pt x="4525" y="548"/>
                    <a:pt x="4525" y="1215"/>
                  </a:cubicBezTo>
                  <a:lnTo>
                    <a:pt x="4525" y="1286"/>
                  </a:lnTo>
                  <a:lnTo>
                    <a:pt x="3382" y="1286"/>
                  </a:lnTo>
                  <a:lnTo>
                    <a:pt x="3382" y="1215"/>
                  </a:lnTo>
                  <a:cubicBezTo>
                    <a:pt x="3382" y="548"/>
                    <a:pt x="2835" y="0"/>
                    <a:pt x="214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4989" name="Google Shape;4989;p56"/>
            <p:cNvSpPr/>
            <p:nvPr/>
          </p:nvSpPr>
          <p:spPr>
            <a:xfrm>
              <a:off x="2516398" y="2542171"/>
              <a:ext cx="42777" cy="19653"/>
            </a:xfrm>
            <a:custGeom>
              <a:rect b="b" l="l" r="r" t="t"/>
              <a:pathLst>
                <a:path extrusionOk="0" h="668" w="1454">
                  <a:moveTo>
                    <a:pt x="0" y="1"/>
                  </a:moveTo>
                  <a:lnTo>
                    <a:pt x="0" y="668"/>
                  </a:lnTo>
                  <a:lnTo>
                    <a:pt x="1453" y="668"/>
                  </a:lnTo>
                  <a:lnTo>
                    <a:pt x="1453"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4990" name="Google Shape;4990;p56"/>
            <p:cNvSpPr/>
            <p:nvPr/>
          </p:nvSpPr>
          <p:spPr>
            <a:xfrm>
              <a:off x="2516398" y="2584918"/>
              <a:ext cx="42777" cy="19653"/>
            </a:xfrm>
            <a:custGeom>
              <a:rect b="b" l="l" r="r" t="t"/>
              <a:pathLst>
                <a:path extrusionOk="0" h="668" w="1454">
                  <a:moveTo>
                    <a:pt x="0" y="0"/>
                  </a:moveTo>
                  <a:lnTo>
                    <a:pt x="0" y="667"/>
                  </a:lnTo>
                  <a:lnTo>
                    <a:pt x="1453" y="667"/>
                  </a:lnTo>
                  <a:lnTo>
                    <a:pt x="145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4991" name="Google Shape;4991;p56"/>
            <p:cNvSpPr/>
            <p:nvPr/>
          </p:nvSpPr>
          <p:spPr>
            <a:xfrm>
              <a:off x="2516398" y="2627664"/>
              <a:ext cx="42777" cy="20329"/>
            </a:xfrm>
            <a:custGeom>
              <a:rect b="b" l="l" r="r" t="t"/>
              <a:pathLst>
                <a:path extrusionOk="0" h="691" w="1454">
                  <a:moveTo>
                    <a:pt x="0" y="0"/>
                  </a:moveTo>
                  <a:lnTo>
                    <a:pt x="0" y="691"/>
                  </a:lnTo>
                  <a:lnTo>
                    <a:pt x="1453" y="691"/>
                  </a:lnTo>
                  <a:lnTo>
                    <a:pt x="145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4992" name="Google Shape;4992;p56"/>
            <p:cNvSpPr/>
            <p:nvPr/>
          </p:nvSpPr>
          <p:spPr>
            <a:xfrm>
              <a:off x="2516398" y="2670382"/>
              <a:ext cx="42777" cy="20359"/>
            </a:xfrm>
            <a:custGeom>
              <a:rect b="b" l="l" r="r" t="t"/>
              <a:pathLst>
                <a:path extrusionOk="0" h="692" w="1454">
                  <a:moveTo>
                    <a:pt x="0" y="1"/>
                  </a:moveTo>
                  <a:lnTo>
                    <a:pt x="0" y="691"/>
                  </a:lnTo>
                  <a:lnTo>
                    <a:pt x="1453" y="691"/>
                  </a:lnTo>
                  <a:lnTo>
                    <a:pt x="1453"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4993" name="Google Shape;4993;p56"/>
            <p:cNvSpPr/>
            <p:nvPr/>
          </p:nvSpPr>
          <p:spPr>
            <a:xfrm>
              <a:off x="2409193" y="2542171"/>
              <a:ext cx="42777" cy="19653"/>
            </a:xfrm>
            <a:custGeom>
              <a:rect b="b" l="l" r="r" t="t"/>
              <a:pathLst>
                <a:path extrusionOk="0" h="668" w="1454">
                  <a:moveTo>
                    <a:pt x="1" y="1"/>
                  </a:moveTo>
                  <a:lnTo>
                    <a:pt x="1" y="668"/>
                  </a:lnTo>
                  <a:lnTo>
                    <a:pt x="1453" y="668"/>
                  </a:lnTo>
                  <a:lnTo>
                    <a:pt x="1453"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4994" name="Google Shape;4994;p56"/>
            <p:cNvSpPr/>
            <p:nvPr/>
          </p:nvSpPr>
          <p:spPr>
            <a:xfrm>
              <a:off x="2409193" y="2584918"/>
              <a:ext cx="42777" cy="19653"/>
            </a:xfrm>
            <a:custGeom>
              <a:rect b="b" l="l" r="r" t="t"/>
              <a:pathLst>
                <a:path extrusionOk="0" h="668" w="1454">
                  <a:moveTo>
                    <a:pt x="1" y="0"/>
                  </a:moveTo>
                  <a:lnTo>
                    <a:pt x="1" y="667"/>
                  </a:lnTo>
                  <a:lnTo>
                    <a:pt x="1453" y="667"/>
                  </a:lnTo>
                  <a:lnTo>
                    <a:pt x="145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4995" name="Google Shape;4995;p56"/>
            <p:cNvSpPr/>
            <p:nvPr/>
          </p:nvSpPr>
          <p:spPr>
            <a:xfrm>
              <a:off x="2409193" y="2627664"/>
              <a:ext cx="42777" cy="20329"/>
            </a:xfrm>
            <a:custGeom>
              <a:rect b="b" l="l" r="r" t="t"/>
              <a:pathLst>
                <a:path extrusionOk="0" h="691" w="1454">
                  <a:moveTo>
                    <a:pt x="1" y="0"/>
                  </a:moveTo>
                  <a:lnTo>
                    <a:pt x="1" y="691"/>
                  </a:lnTo>
                  <a:lnTo>
                    <a:pt x="1453" y="691"/>
                  </a:lnTo>
                  <a:lnTo>
                    <a:pt x="145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4996" name="Google Shape;4996;p56"/>
            <p:cNvSpPr/>
            <p:nvPr/>
          </p:nvSpPr>
          <p:spPr>
            <a:xfrm>
              <a:off x="2409193" y="2670382"/>
              <a:ext cx="42777" cy="20359"/>
            </a:xfrm>
            <a:custGeom>
              <a:rect b="b" l="l" r="r" t="t"/>
              <a:pathLst>
                <a:path extrusionOk="0" h="692" w="1454">
                  <a:moveTo>
                    <a:pt x="1" y="1"/>
                  </a:moveTo>
                  <a:lnTo>
                    <a:pt x="1" y="691"/>
                  </a:lnTo>
                  <a:lnTo>
                    <a:pt x="1453" y="691"/>
                  </a:lnTo>
                  <a:lnTo>
                    <a:pt x="1453"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4997" name="Google Shape;4997;p56"/>
            <p:cNvSpPr/>
            <p:nvPr/>
          </p:nvSpPr>
          <p:spPr>
            <a:xfrm>
              <a:off x="2622190" y="2542171"/>
              <a:ext cx="42747" cy="19653"/>
            </a:xfrm>
            <a:custGeom>
              <a:rect b="b" l="l" r="r" t="t"/>
              <a:pathLst>
                <a:path extrusionOk="0" h="668" w="1453">
                  <a:moveTo>
                    <a:pt x="0" y="1"/>
                  </a:moveTo>
                  <a:lnTo>
                    <a:pt x="0" y="668"/>
                  </a:lnTo>
                  <a:lnTo>
                    <a:pt x="1453" y="668"/>
                  </a:lnTo>
                  <a:lnTo>
                    <a:pt x="1453"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4998" name="Google Shape;4998;p56"/>
            <p:cNvSpPr/>
            <p:nvPr/>
          </p:nvSpPr>
          <p:spPr>
            <a:xfrm>
              <a:off x="2622190" y="2584918"/>
              <a:ext cx="42747" cy="19653"/>
            </a:xfrm>
            <a:custGeom>
              <a:rect b="b" l="l" r="r" t="t"/>
              <a:pathLst>
                <a:path extrusionOk="0" h="668" w="1453">
                  <a:moveTo>
                    <a:pt x="0" y="0"/>
                  </a:moveTo>
                  <a:lnTo>
                    <a:pt x="0" y="667"/>
                  </a:lnTo>
                  <a:lnTo>
                    <a:pt x="1453" y="667"/>
                  </a:lnTo>
                  <a:lnTo>
                    <a:pt x="145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4999" name="Google Shape;4999;p56"/>
            <p:cNvSpPr/>
            <p:nvPr/>
          </p:nvSpPr>
          <p:spPr>
            <a:xfrm>
              <a:off x="2622190" y="2627664"/>
              <a:ext cx="42747" cy="20329"/>
            </a:xfrm>
            <a:custGeom>
              <a:rect b="b" l="l" r="r" t="t"/>
              <a:pathLst>
                <a:path extrusionOk="0" h="691" w="1453">
                  <a:moveTo>
                    <a:pt x="0" y="0"/>
                  </a:moveTo>
                  <a:lnTo>
                    <a:pt x="0" y="691"/>
                  </a:lnTo>
                  <a:lnTo>
                    <a:pt x="1453" y="691"/>
                  </a:lnTo>
                  <a:lnTo>
                    <a:pt x="145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5000" name="Google Shape;5000;p56"/>
            <p:cNvSpPr/>
            <p:nvPr/>
          </p:nvSpPr>
          <p:spPr>
            <a:xfrm>
              <a:off x="2622190" y="2670382"/>
              <a:ext cx="42747" cy="20359"/>
            </a:xfrm>
            <a:custGeom>
              <a:rect b="b" l="l" r="r" t="t"/>
              <a:pathLst>
                <a:path extrusionOk="0" h="692" w="1453">
                  <a:moveTo>
                    <a:pt x="0" y="1"/>
                  </a:moveTo>
                  <a:lnTo>
                    <a:pt x="0" y="691"/>
                  </a:lnTo>
                  <a:lnTo>
                    <a:pt x="1453" y="691"/>
                  </a:lnTo>
                  <a:lnTo>
                    <a:pt x="1453"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grpSp>
      <p:grpSp>
        <p:nvGrpSpPr>
          <p:cNvPr id="5001" name="Google Shape;5001;p56"/>
          <p:cNvGrpSpPr/>
          <p:nvPr/>
        </p:nvGrpSpPr>
        <p:grpSpPr>
          <a:xfrm>
            <a:off x="1094947" y="2371103"/>
            <a:ext cx="337738" cy="234742"/>
            <a:chOff x="1781439" y="2528874"/>
            <a:chExt cx="337738" cy="234742"/>
          </a:xfrm>
        </p:grpSpPr>
        <p:sp>
          <p:nvSpPr>
            <p:cNvPr id="5002" name="Google Shape;5002;p56"/>
            <p:cNvSpPr/>
            <p:nvPr/>
          </p:nvSpPr>
          <p:spPr>
            <a:xfrm>
              <a:off x="1781439" y="2528874"/>
              <a:ext cx="93232" cy="234742"/>
            </a:xfrm>
            <a:custGeom>
              <a:rect b="b" l="l" r="r" t="t"/>
              <a:pathLst>
                <a:path extrusionOk="0" h="7979" w="3169">
                  <a:moveTo>
                    <a:pt x="2525" y="643"/>
                  </a:moveTo>
                  <a:lnTo>
                    <a:pt x="2525" y="691"/>
                  </a:lnTo>
                  <a:lnTo>
                    <a:pt x="2525" y="1953"/>
                  </a:lnTo>
                  <a:lnTo>
                    <a:pt x="1597" y="2501"/>
                  </a:lnTo>
                  <a:lnTo>
                    <a:pt x="692" y="1953"/>
                  </a:lnTo>
                  <a:lnTo>
                    <a:pt x="692" y="643"/>
                  </a:lnTo>
                  <a:close/>
                  <a:moveTo>
                    <a:pt x="2525" y="2763"/>
                  </a:moveTo>
                  <a:lnTo>
                    <a:pt x="2525" y="7311"/>
                  </a:lnTo>
                  <a:lnTo>
                    <a:pt x="692" y="7311"/>
                  </a:lnTo>
                  <a:lnTo>
                    <a:pt x="692" y="2763"/>
                  </a:lnTo>
                  <a:lnTo>
                    <a:pt x="1597" y="3310"/>
                  </a:lnTo>
                  <a:lnTo>
                    <a:pt x="2525" y="2763"/>
                  </a:lnTo>
                  <a:close/>
                  <a:moveTo>
                    <a:pt x="1" y="0"/>
                  </a:moveTo>
                  <a:lnTo>
                    <a:pt x="1" y="7978"/>
                  </a:lnTo>
                  <a:lnTo>
                    <a:pt x="3168" y="7978"/>
                  </a:lnTo>
                  <a:lnTo>
                    <a:pt x="3168"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5003" name="Google Shape;5003;p56"/>
            <p:cNvSpPr/>
            <p:nvPr/>
          </p:nvSpPr>
          <p:spPr>
            <a:xfrm>
              <a:off x="1903353" y="2528874"/>
              <a:ext cx="93203" cy="234742"/>
            </a:xfrm>
            <a:custGeom>
              <a:rect b="b" l="l" r="r" t="t"/>
              <a:pathLst>
                <a:path extrusionOk="0" h="7979" w="3168">
                  <a:moveTo>
                    <a:pt x="2525" y="691"/>
                  </a:moveTo>
                  <a:lnTo>
                    <a:pt x="2525" y="5239"/>
                  </a:lnTo>
                  <a:lnTo>
                    <a:pt x="1620" y="4692"/>
                  </a:lnTo>
                  <a:lnTo>
                    <a:pt x="667" y="5239"/>
                  </a:lnTo>
                  <a:lnTo>
                    <a:pt x="667" y="691"/>
                  </a:lnTo>
                  <a:close/>
                  <a:moveTo>
                    <a:pt x="1596" y="5501"/>
                  </a:moveTo>
                  <a:lnTo>
                    <a:pt x="2501" y="6049"/>
                  </a:lnTo>
                  <a:lnTo>
                    <a:pt x="2501" y="7311"/>
                  </a:lnTo>
                  <a:lnTo>
                    <a:pt x="667" y="7311"/>
                  </a:lnTo>
                  <a:lnTo>
                    <a:pt x="667" y="6049"/>
                  </a:lnTo>
                  <a:lnTo>
                    <a:pt x="1596" y="5501"/>
                  </a:lnTo>
                  <a:close/>
                  <a:moveTo>
                    <a:pt x="1" y="0"/>
                  </a:moveTo>
                  <a:lnTo>
                    <a:pt x="1" y="7978"/>
                  </a:lnTo>
                  <a:lnTo>
                    <a:pt x="3168" y="7978"/>
                  </a:lnTo>
                  <a:lnTo>
                    <a:pt x="3168"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5004" name="Google Shape;5004;p56"/>
            <p:cNvSpPr/>
            <p:nvPr/>
          </p:nvSpPr>
          <p:spPr>
            <a:xfrm>
              <a:off x="2025974" y="2528874"/>
              <a:ext cx="93203" cy="234742"/>
            </a:xfrm>
            <a:custGeom>
              <a:rect b="b" l="l" r="r" t="t"/>
              <a:pathLst>
                <a:path extrusionOk="0" h="7979" w="3168">
                  <a:moveTo>
                    <a:pt x="2501" y="715"/>
                  </a:moveTo>
                  <a:lnTo>
                    <a:pt x="2501" y="2001"/>
                  </a:lnTo>
                  <a:lnTo>
                    <a:pt x="1596" y="2525"/>
                  </a:lnTo>
                  <a:lnTo>
                    <a:pt x="643" y="2001"/>
                  </a:lnTo>
                  <a:lnTo>
                    <a:pt x="643" y="715"/>
                  </a:lnTo>
                  <a:close/>
                  <a:moveTo>
                    <a:pt x="2501" y="2739"/>
                  </a:moveTo>
                  <a:lnTo>
                    <a:pt x="2501" y="7287"/>
                  </a:lnTo>
                  <a:lnTo>
                    <a:pt x="643" y="7287"/>
                  </a:lnTo>
                  <a:lnTo>
                    <a:pt x="643" y="2739"/>
                  </a:lnTo>
                  <a:lnTo>
                    <a:pt x="1596" y="3263"/>
                  </a:lnTo>
                  <a:lnTo>
                    <a:pt x="2501" y="2739"/>
                  </a:lnTo>
                  <a:close/>
                  <a:moveTo>
                    <a:pt x="0" y="0"/>
                  </a:moveTo>
                  <a:lnTo>
                    <a:pt x="0" y="7978"/>
                  </a:lnTo>
                  <a:lnTo>
                    <a:pt x="3168" y="7978"/>
                  </a:lnTo>
                  <a:lnTo>
                    <a:pt x="3168"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grpSp>
      <p:sp>
        <p:nvSpPr>
          <p:cNvPr id="5005" name="Google Shape;5005;p56"/>
          <p:cNvSpPr/>
          <p:nvPr/>
        </p:nvSpPr>
        <p:spPr>
          <a:xfrm>
            <a:off x="1094254" y="2854525"/>
            <a:ext cx="339124" cy="339830"/>
          </a:xfrm>
          <a:custGeom>
            <a:rect b="b" l="l" r="r" t="t"/>
            <a:pathLst>
              <a:path extrusionOk="0" h="11551" w="11527">
                <a:moveTo>
                  <a:pt x="6097" y="691"/>
                </a:moveTo>
                <a:cubicBezTo>
                  <a:pt x="8740" y="857"/>
                  <a:pt x="10860" y="3072"/>
                  <a:pt x="10860" y="5739"/>
                </a:cubicBezTo>
                <a:cubicBezTo>
                  <a:pt x="10860" y="6930"/>
                  <a:pt x="10431" y="8026"/>
                  <a:pt x="9764" y="8907"/>
                </a:cubicBezTo>
                <a:lnTo>
                  <a:pt x="8954" y="8145"/>
                </a:lnTo>
                <a:cubicBezTo>
                  <a:pt x="9454" y="7478"/>
                  <a:pt x="9764" y="6644"/>
                  <a:pt x="9764" y="5739"/>
                </a:cubicBezTo>
                <a:cubicBezTo>
                  <a:pt x="9764" y="3668"/>
                  <a:pt x="8145" y="1929"/>
                  <a:pt x="6097" y="1786"/>
                </a:cubicBezTo>
                <a:lnTo>
                  <a:pt x="6097" y="691"/>
                </a:lnTo>
                <a:close/>
                <a:moveTo>
                  <a:pt x="5763" y="2429"/>
                </a:moveTo>
                <a:cubicBezTo>
                  <a:pt x="7573" y="2429"/>
                  <a:pt x="9073" y="3930"/>
                  <a:pt x="9073" y="5739"/>
                </a:cubicBezTo>
                <a:cubicBezTo>
                  <a:pt x="9073" y="7549"/>
                  <a:pt x="7573" y="9050"/>
                  <a:pt x="5763" y="9050"/>
                </a:cubicBezTo>
                <a:cubicBezTo>
                  <a:pt x="3953" y="9050"/>
                  <a:pt x="2453" y="7549"/>
                  <a:pt x="2453" y="5739"/>
                </a:cubicBezTo>
                <a:cubicBezTo>
                  <a:pt x="2453" y="3930"/>
                  <a:pt x="3953" y="2429"/>
                  <a:pt x="5763" y="2429"/>
                </a:cubicBezTo>
                <a:close/>
                <a:moveTo>
                  <a:pt x="5406" y="691"/>
                </a:moveTo>
                <a:lnTo>
                  <a:pt x="5406" y="1786"/>
                </a:lnTo>
                <a:cubicBezTo>
                  <a:pt x="3358" y="1953"/>
                  <a:pt x="1739" y="3668"/>
                  <a:pt x="1739" y="5739"/>
                </a:cubicBezTo>
                <a:cubicBezTo>
                  <a:pt x="1739" y="7835"/>
                  <a:pt x="3358" y="9550"/>
                  <a:pt x="5406" y="9693"/>
                </a:cubicBezTo>
                <a:lnTo>
                  <a:pt x="5406" y="10812"/>
                </a:lnTo>
                <a:cubicBezTo>
                  <a:pt x="2786" y="10645"/>
                  <a:pt x="667" y="8430"/>
                  <a:pt x="667" y="5739"/>
                </a:cubicBezTo>
                <a:cubicBezTo>
                  <a:pt x="667" y="3072"/>
                  <a:pt x="2763" y="857"/>
                  <a:pt x="5406" y="691"/>
                </a:cubicBezTo>
                <a:close/>
                <a:moveTo>
                  <a:pt x="8478" y="8669"/>
                </a:moveTo>
                <a:lnTo>
                  <a:pt x="9288" y="9407"/>
                </a:lnTo>
                <a:cubicBezTo>
                  <a:pt x="8430" y="10217"/>
                  <a:pt x="7335" y="10740"/>
                  <a:pt x="6097" y="10812"/>
                </a:cubicBezTo>
                <a:lnTo>
                  <a:pt x="6097" y="9740"/>
                </a:lnTo>
                <a:cubicBezTo>
                  <a:pt x="7025" y="9645"/>
                  <a:pt x="7859" y="9264"/>
                  <a:pt x="8478" y="8669"/>
                </a:cubicBezTo>
                <a:close/>
                <a:moveTo>
                  <a:pt x="5763" y="0"/>
                </a:moveTo>
                <a:cubicBezTo>
                  <a:pt x="4215" y="0"/>
                  <a:pt x="2786" y="596"/>
                  <a:pt x="1691" y="1691"/>
                </a:cubicBezTo>
                <a:cubicBezTo>
                  <a:pt x="619" y="2763"/>
                  <a:pt x="0" y="4215"/>
                  <a:pt x="0" y="5763"/>
                </a:cubicBezTo>
                <a:cubicBezTo>
                  <a:pt x="0" y="7311"/>
                  <a:pt x="595" y="8740"/>
                  <a:pt x="1691" y="9859"/>
                </a:cubicBezTo>
                <a:cubicBezTo>
                  <a:pt x="2763" y="10931"/>
                  <a:pt x="4215" y="11550"/>
                  <a:pt x="5763" y="11550"/>
                </a:cubicBezTo>
                <a:cubicBezTo>
                  <a:pt x="7311" y="11550"/>
                  <a:pt x="8740" y="10955"/>
                  <a:pt x="9836" y="9859"/>
                </a:cubicBezTo>
                <a:cubicBezTo>
                  <a:pt x="10907" y="8788"/>
                  <a:pt x="11526" y="7311"/>
                  <a:pt x="11526" y="5763"/>
                </a:cubicBezTo>
                <a:cubicBezTo>
                  <a:pt x="11503" y="4215"/>
                  <a:pt x="10907" y="2763"/>
                  <a:pt x="9836" y="1691"/>
                </a:cubicBezTo>
                <a:cubicBezTo>
                  <a:pt x="8764" y="619"/>
                  <a:pt x="7311" y="0"/>
                  <a:pt x="576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5006" name="Google Shape;5006;p56"/>
          <p:cNvSpPr/>
          <p:nvPr/>
        </p:nvSpPr>
        <p:spPr>
          <a:xfrm>
            <a:off x="1834809" y="2831401"/>
            <a:ext cx="337036" cy="339830"/>
          </a:xfrm>
          <a:custGeom>
            <a:rect b="b" l="l" r="r" t="t"/>
            <a:pathLst>
              <a:path extrusionOk="0" h="11551" w="11456">
                <a:moveTo>
                  <a:pt x="9717" y="715"/>
                </a:moveTo>
                <a:lnTo>
                  <a:pt x="9717" y="1501"/>
                </a:lnTo>
                <a:lnTo>
                  <a:pt x="5311" y="1501"/>
                </a:lnTo>
                <a:cubicBezTo>
                  <a:pt x="5073" y="1501"/>
                  <a:pt x="4906" y="1286"/>
                  <a:pt x="4930" y="1072"/>
                </a:cubicBezTo>
                <a:cubicBezTo>
                  <a:pt x="4954" y="881"/>
                  <a:pt x="5144" y="715"/>
                  <a:pt x="5359" y="715"/>
                </a:cubicBezTo>
                <a:close/>
                <a:moveTo>
                  <a:pt x="10764" y="3858"/>
                </a:moveTo>
                <a:lnTo>
                  <a:pt x="10764" y="4620"/>
                </a:lnTo>
                <a:lnTo>
                  <a:pt x="6359" y="4620"/>
                </a:lnTo>
                <a:cubicBezTo>
                  <a:pt x="6121" y="4620"/>
                  <a:pt x="5954" y="4406"/>
                  <a:pt x="5978" y="4215"/>
                </a:cubicBezTo>
                <a:cubicBezTo>
                  <a:pt x="6002" y="4001"/>
                  <a:pt x="6216" y="3858"/>
                  <a:pt x="6383" y="3858"/>
                </a:cubicBezTo>
                <a:close/>
                <a:moveTo>
                  <a:pt x="2072" y="4358"/>
                </a:moveTo>
                <a:cubicBezTo>
                  <a:pt x="2882" y="4358"/>
                  <a:pt x="3501" y="5001"/>
                  <a:pt x="3501" y="5787"/>
                </a:cubicBezTo>
                <a:cubicBezTo>
                  <a:pt x="3501" y="6597"/>
                  <a:pt x="2882" y="7216"/>
                  <a:pt x="2072" y="7216"/>
                </a:cubicBezTo>
                <a:cubicBezTo>
                  <a:pt x="1262" y="7216"/>
                  <a:pt x="643" y="6549"/>
                  <a:pt x="643" y="5787"/>
                </a:cubicBezTo>
                <a:cubicBezTo>
                  <a:pt x="643" y="4977"/>
                  <a:pt x="1310" y="4358"/>
                  <a:pt x="2072" y="4358"/>
                </a:cubicBezTo>
                <a:close/>
                <a:moveTo>
                  <a:pt x="10764" y="6978"/>
                </a:moveTo>
                <a:lnTo>
                  <a:pt x="10764" y="7740"/>
                </a:lnTo>
                <a:lnTo>
                  <a:pt x="6359" y="7740"/>
                </a:lnTo>
                <a:cubicBezTo>
                  <a:pt x="6121" y="7740"/>
                  <a:pt x="5954" y="7549"/>
                  <a:pt x="5978" y="7335"/>
                </a:cubicBezTo>
                <a:cubicBezTo>
                  <a:pt x="6002" y="7121"/>
                  <a:pt x="6216" y="6978"/>
                  <a:pt x="6383" y="6978"/>
                </a:cubicBezTo>
                <a:close/>
                <a:moveTo>
                  <a:pt x="9717" y="10098"/>
                </a:moveTo>
                <a:lnTo>
                  <a:pt x="9717" y="10883"/>
                </a:lnTo>
                <a:lnTo>
                  <a:pt x="5311" y="10883"/>
                </a:lnTo>
                <a:cubicBezTo>
                  <a:pt x="5073" y="10883"/>
                  <a:pt x="4906" y="10669"/>
                  <a:pt x="4930" y="10455"/>
                </a:cubicBezTo>
                <a:cubicBezTo>
                  <a:pt x="4954" y="10240"/>
                  <a:pt x="5144" y="10098"/>
                  <a:pt x="5359" y="10098"/>
                </a:cubicBezTo>
                <a:close/>
                <a:moveTo>
                  <a:pt x="5359" y="0"/>
                </a:moveTo>
                <a:cubicBezTo>
                  <a:pt x="4882" y="0"/>
                  <a:pt x="4477" y="310"/>
                  <a:pt x="4335" y="739"/>
                </a:cubicBezTo>
                <a:lnTo>
                  <a:pt x="3001" y="739"/>
                </a:lnTo>
                <a:lnTo>
                  <a:pt x="1858" y="3668"/>
                </a:lnTo>
                <a:cubicBezTo>
                  <a:pt x="834" y="3787"/>
                  <a:pt x="0" y="4668"/>
                  <a:pt x="0" y="5787"/>
                </a:cubicBezTo>
                <a:cubicBezTo>
                  <a:pt x="0" y="6883"/>
                  <a:pt x="834" y="7764"/>
                  <a:pt x="1858" y="7883"/>
                </a:cubicBezTo>
                <a:lnTo>
                  <a:pt x="3001" y="10812"/>
                </a:lnTo>
                <a:lnTo>
                  <a:pt x="4335" y="10812"/>
                </a:lnTo>
                <a:cubicBezTo>
                  <a:pt x="4477" y="11217"/>
                  <a:pt x="4882" y="11550"/>
                  <a:pt x="5359" y="11550"/>
                </a:cubicBezTo>
                <a:lnTo>
                  <a:pt x="10407" y="11550"/>
                </a:lnTo>
                <a:lnTo>
                  <a:pt x="10407" y="9383"/>
                </a:lnTo>
                <a:lnTo>
                  <a:pt x="5359" y="9383"/>
                </a:lnTo>
                <a:cubicBezTo>
                  <a:pt x="4882" y="9383"/>
                  <a:pt x="4477" y="9693"/>
                  <a:pt x="4335" y="10121"/>
                </a:cubicBezTo>
                <a:lnTo>
                  <a:pt x="3453" y="10121"/>
                </a:lnTo>
                <a:lnTo>
                  <a:pt x="2548" y="7835"/>
                </a:lnTo>
                <a:cubicBezTo>
                  <a:pt x="2929" y="7740"/>
                  <a:pt x="3287" y="7549"/>
                  <a:pt x="3572" y="7264"/>
                </a:cubicBezTo>
                <a:lnTo>
                  <a:pt x="4477" y="7668"/>
                </a:lnTo>
                <a:lnTo>
                  <a:pt x="5382" y="7668"/>
                </a:lnTo>
                <a:cubicBezTo>
                  <a:pt x="5525" y="8073"/>
                  <a:pt x="5906" y="8407"/>
                  <a:pt x="6383" y="8407"/>
                </a:cubicBezTo>
                <a:lnTo>
                  <a:pt x="11455" y="8407"/>
                </a:lnTo>
                <a:lnTo>
                  <a:pt x="11455" y="6263"/>
                </a:lnTo>
                <a:lnTo>
                  <a:pt x="6383" y="6263"/>
                </a:lnTo>
                <a:cubicBezTo>
                  <a:pt x="5906" y="6263"/>
                  <a:pt x="5525" y="6549"/>
                  <a:pt x="5382" y="7002"/>
                </a:cubicBezTo>
                <a:lnTo>
                  <a:pt x="4644" y="7002"/>
                </a:lnTo>
                <a:lnTo>
                  <a:pt x="3977" y="6740"/>
                </a:lnTo>
                <a:cubicBezTo>
                  <a:pt x="4120" y="6430"/>
                  <a:pt x="4192" y="6144"/>
                  <a:pt x="4192" y="5787"/>
                </a:cubicBezTo>
                <a:cubicBezTo>
                  <a:pt x="4192" y="5430"/>
                  <a:pt x="4096" y="5120"/>
                  <a:pt x="3977" y="4835"/>
                </a:cubicBezTo>
                <a:lnTo>
                  <a:pt x="4644" y="4549"/>
                </a:lnTo>
                <a:lnTo>
                  <a:pt x="5382" y="4549"/>
                </a:lnTo>
                <a:lnTo>
                  <a:pt x="5382" y="4573"/>
                </a:lnTo>
                <a:cubicBezTo>
                  <a:pt x="5525" y="4977"/>
                  <a:pt x="5906" y="5311"/>
                  <a:pt x="6383" y="5311"/>
                </a:cubicBezTo>
                <a:lnTo>
                  <a:pt x="11455" y="5311"/>
                </a:lnTo>
                <a:lnTo>
                  <a:pt x="11455" y="3144"/>
                </a:lnTo>
                <a:lnTo>
                  <a:pt x="6383" y="3144"/>
                </a:lnTo>
                <a:cubicBezTo>
                  <a:pt x="5906" y="3144"/>
                  <a:pt x="5525" y="3430"/>
                  <a:pt x="5382" y="3882"/>
                </a:cubicBezTo>
                <a:lnTo>
                  <a:pt x="4477" y="3882"/>
                </a:lnTo>
                <a:lnTo>
                  <a:pt x="3572" y="4263"/>
                </a:lnTo>
                <a:cubicBezTo>
                  <a:pt x="3287" y="4001"/>
                  <a:pt x="2929" y="3787"/>
                  <a:pt x="2548" y="3691"/>
                </a:cubicBezTo>
                <a:lnTo>
                  <a:pt x="3453" y="1405"/>
                </a:lnTo>
                <a:lnTo>
                  <a:pt x="4335" y="1405"/>
                </a:lnTo>
                <a:cubicBezTo>
                  <a:pt x="4477" y="1810"/>
                  <a:pt x="4882" y="2144"/>
                  <a:pt x="5359" y="2144"/>
                </a:cubicBezTo>
                <a:lnTo>
                  <a:pt x="10407" y="2144"/>
                </a:lnTo>
                <a:lnTo>
                  <a:pt x="10407"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5007" name="Google Shape;5007;p56"/>
          <p:cNvSpPr/>
          <p:nvPr/>
        </p:nvSpPr>
        <p:spPr>
          <a:xfrm>
            <a:off x="2583087" y="2843335"/>
            <a:ext cx="337712" cy="339124"/>
          </a:xfrm>
          <a:custGeom>
            <a:rect b="b" l="l" r="r" t="t"/>
            <a:pathLst>
              <a:path extrusionOk="0" h="11527" w="11479">
                <a:moveTo>
                  <a:pt x="3239" y="5097"/>
                </a:moveTo>
                <a:lnTo>
                  <a:pt x="3239" y="10812"/>
                </a:lnTo>
                <a:lnTo>
                  <a:pt x="2477" y="10812"/>
                </a:lnTo>
                <a:lnTo>
                  <a:pt x="2477" y="5168"/>
                </a:lnTo>
                <a:cubicBezTo>
                  <a:pt x="2739" y="5168"/>
                  <a:pt x="3001" y="5121"/>
                  <a:pt x="3239" y="5097"/>
                </a:cubicBezTo>
                <a:close/>
                <a:moveTo>
                  <a:pt x="4692" y="4835"/>
                </a:moveTo>
                <a:lnTo>
                  <a:pt x="4692" y="10836"/>
                </a:lnTo>
                <a:lnTo>
                  <a:pt x="3930" y="10836"/>
                </a:lnTo>
                <a:lnTo>
                  <a:pt x="3930" y="5002"/>
                </a:lnTo>
                <a:cubicBezTo>
                  <a:pt x="4192" y="4954"/>
                  <a:pt x="4453" y="4883"/>
                  <a:pt x="4692" y="4835"/>
                </a:cubicBezTo>
                <a:close/>
                <a:moveTo>
                  <a:pt x="6168" y="4263"/>
                </a:moveTo>
                <a:lnTo>
                  <a:pt x="6168" y="10836"/>
                </a:lnTo>
                <a:lnTo>
                  <a:pt x="5382" y="10836"/>
                </a:lnTo>
                <a:lnTo>
                  <a:pt x="5382" y="4597"/>
                </a:lnTo>
                <a:cubicBezTo>
                  <a:pt x="5644" y="4502"/>
                  <a:pt x="5930" y="4382"/>
                  <a:pt x="6168" y="4263"/>
                </a:cubicBezTo>
                <a:close/>
                <a:moveTo>
                  <a:pt x="7621" y="3382"/>
                </a:moveTo>
                <a:lnTo>
                  <a:pt x="7621" y="10836"/>
                </a:lnTo>
                <a:lnTo>
                  <a:pt x="6859" y="10836"/>
                </a:lnTo>
                <a:lnTo>
                  <a:pt x="6859" y="3882"/>
                </a:lnTo>
                <a:cubicBezTo>
                  <a:pt x="7121" y="3739"/>
                  <a:pt x="7383" y="3549"/>
                  <a:pt x="7621" y="3382"/>
                </a:cubicBezTo>
                <a:close/>
                <a:moveTo>
                  <a:pt x="9073" y="2025"/>
                </a:moveTo>
                <a:lnTo>
                  <a:pt x="9073" y="10836"/>
                </a:lnTo>
                <a:lnTo>
                  <a:pt x="8311" y="10836"/>
                </a:lnTo>
                <a:lnTo>
                  <a:pt x="8311" y="2835"/>
                </a:lnTo>
                <a:cubicBezTo>
                  <a:pt x="8573" y="2596"/>
                  <a:pt x="8835" y="2334"/>
                  <a:pt x="9073" y="2025"/>
                </a:cubicBezTo>
                <a:close/>
                <a:moveTo>
                  <a:pt x="9764" y="1"/>
                </a:moveTo>
                <a:lnTo>
                  <a:pt x="9145" y="882"/>
                </a:lnTo>
                <a:cubicBezTo>
                  <a:pt x="7526" y="3168"/>
                  <a:pt x="4906" y="4502"/>
                  <a:pt x="2120" y="4502"/>
                </a:cubicBezTo>
                <a:lnTo>
                  <a:pt x="1786" y="4502"/>
                </a:lnTo>
                <a:lnTo>
                  <a:pt x="1786" y="10836"/>
                </a:lnTo>
                <a:lnTo>
                  <a:pt x="0" y="10836"/>
                </a:lnTo>
                <a:lnTo>
                  <a:pt x="0" y="11527"/>
                </a:lnTo>
                <a:lnTo>
                  <a:pt x="11479" y="11527"/>
                </a:lnTo>
                <a:lnTo>
                  <a:pt x="11479" y="10836"/>
                </a:lnTo>
                <a:lnTo>
                  <a:pt x="9764" y="10836"/>
                </a:lnTo>
                <a:lnTo>
                  <a:pt x="9764"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5008" name="Google Shape;5008;p56"/>
          <p:cNvSpPr/>
          <p:nvPr/>
        </p:nvSpPr>
        <p:spPr>
          <a:xfrm>
            <a:off x="3279852" y="2827900"/>
            <a:ext cx="343331" cy="330004"/>
          </a:xfrm>
          <a:custGeom>
            <a:rect b="b" l="l" r="r" t="t"/>
            <a:pathLst>
              <a:path extrusionOk="0" h="11217" w="11670">
                <a:moveTo>
                  <a:pt x="5811" y="667"/>
                </a:moveTo>
                <a:cubicBezTo>
                  <a:pt x="6359" y="667"/>
                  <a:pt x="6883" y="881"/>
                  <a:pt x="7264" y="1262"/>
                </a:cubicBezTo>
                <a:cubicBezTo>
                  <a:pt x="7550" y="1548"/>
                  <a:pt x="7764" y="1929"/>
                  <a:pt x="7812" y="2334"/>
                </a:cubicBezTo>
                <a:cubicBezTo>
                  <a:pt x="7097" y="2596"/>
                  <a:pt x="6550" y="3168"/>
                  <a:pt x="6264" y="3810"/>
                </a:cubicBezTo>
                <a:cubicBezTo>
                  <a:pt x="6121" y="3787"/>
                  <a:pt x="5954" y="3763"/>
                  <a:pt x="5788" y="3763"/>
                </a:cubicBezTo>
                <a:cubicBezTo>
                  <a:pt x="5645" y="3763"/>
                  <a:pt x="5478" y="3787"/>
                  <a:pt x="5311" y="3810"/>
                </a:cubicBezTo>
                <a:lnTo>
                  <a:pt x="5240" y="3644"/>
                </a:lnTo>
                <a:cubicBezTo>
                  <a:pt x="4906" y="3025"/>
                  <a:pt x="4406" y="2572"/>
                  <a:pt x="3740" y="2310"/>
                </a:cubicBezTo>
                <a:cubicBezTo>
                  <a:pt x="3859" y="1953"/>
                  <a:pt x="4049" y="1548"/>
                  <a:pt x="4335" y="1262"/>
                </a:cubicBezTo>
                <a:cubicBezTo>
                  <a:pt x="4740" y="881"/>
                  <a:pt x="5264" y="667"/>
                  <a:pt x="5811" y="667"/>
                </a:cubicBezTo>
                <a:close/>
                <a:moveTo>
                  <a:pt x="2835" y="2834"/>
                </a:moveTo>
                <a:cubicBezTo>
                  <a:pt x="3025" y="2834"/>
                  <a:pt x="3239" y="2858"/>
                  <a:pt x="3478" y="2929"/>
                </a:cubicBezTo>
                <a:cubicBezTo>
                  <a:pt x="4025" y="3096"/>
                  <a:pt x="4430" y="3453"/>
                  <a:pt x="4668" y="3977"/>
                </a:cubicBezTo>
                <a:cubicBezTo>
                  <a:pt x="4692" y="4001"/>
                  <a:pt x="4692" y="4049"/>
                  <a:pt x="4740" y="4096"/>
                </a:cubicBezTo>
                <a:cubicBezTo>
                  <a:pt x="4168" y="4406"/>
                  <a:pt x="3811" y="5001"/>
                  <a:pt x="3740" y="5692"/>
                </a:cubicBezTo>
                <a:cubicBezTo>
                  <a:pt x="3025" y="5763"/>
                  <a:pt x="2311" y="6120"/>
                  <a:pt x="1834" y="6716"/>
                </a:cubicBezTo>
                <a:cubicBezTo>
                  <a:pt x="1453" y="6525"/>
                  <a:pt x="1168" y="6240"/>
                  <a:pt x="977" y="5835"/>
                </a:cubicBezTo>
                <a:cubicBezTo>
                  <a:pt x="739" y="5335"/>
                  <a:pt x="691" y="4811"/>
                  <a:pt x="858" y="4263"/>
                </a:cubicBezTo>
                <a:cubicBezTo>
                  <a:pt x="1168" y="3406"/>
                  <a:pt x="1953" y="2834"/>
                  <a:pt x="2835" y="2834"/>
                </a:cubicBezTo>
                <a:close/>
                <a:moveTo>
                  <a:pt x="8812" y="2858"/>
                </a:moveTo>
                <a:cubicBezTo>
                  <a:pt x="9669" y="2858"/>
                  <a:pt x="10503" y="3429"/>
                  <a:pt x="10765" y="4287"/>
                </a:cubicBezTo>
                <a:cubicBezTo>
                  <a:pt x="10979" y="4811"/>
                  <a:pt x="10931" y="5358"/>
                  <a:pt x="10693" y="5882"/>
                </a:cubicBezTo>
                <a:cubicBezTo>
                  <a:pt x="10455" y="6382"/>
                  <a:pt x="10003" y="6740"/>
                  <a:pt x="9455" y="6906"/>
                </a:cubicBezTo>
                <a:cubicBezTo>
                  <a:pt x="9248" y="6973"/>
                  <a:pt x="9037" y="7004"/>
                  <a:pt x="8831" y="7004"/>
                </a:cubicBezTo>
                <a:cubicBezTo>
                  <a:pt x="8445" y="7004"/>
                  <a:pt x="8074" y="6894"/>
                  <a:pt x="7764" y="6692"/>
                </a:cubicBezTo>
                <a:cubicBezTo>
                  <a:pt x="7859" y="6478"/>
                  <a:pt x="7907" y="6192"/>
                  <a:pt x="7907" y="5906"/>
                </a:cubicBezTo>
                <a:cubicBezTo>
                  <a:pt x="7907" y="5144"/>
                  <a:pt x="7526" y="4477"/>
                  <a:pt x="6907" y="4120"/>
                </a:cubicBezTo>
                <a:cubicBezTo>
                  <a:pt x="7145" y="3572"/>
                  <a:pt x="7597" y="3120"/>
                  <a:pt x="8193" y="2953"/>
                </a:cubicBezTo>
                <a:cubicBezTo>
                  <a:pt x="8383" y="2882"/>
                  <a:pt x="8598" y="2858"/>
                  <a:pt x="8812" y="2858"/>
                </a:cubicBezTo>
                <a:close/>
                <a:moveTo>
                  <a:pt x="5835" y="4477"/>
                </a:moveTo>
                <a:cubicBezTo>
                  <a:pt x="6645" y="4477"/>
                  <a:pt x="7264" y="5096"/>
                  <a:pt x="7264" y="5906"/>
                </a:cubicBezTo>
                <a:cubicBezTo>
                  <a:pt x="7240" y="6668"/>
                  <a:pt x="6597" y="7335"/>
                  <a:pt x="5835" y="7335"/>
                </a:cubicBezTo>
                <a:cubicBezTo>
                  <a:pt x="5049" y="7335"/>
                  <a:pt x="4406" y="6716"/>
                  <a:pt x="4406" y="5906"/>
                </a:cubicBezTo>
                <a:cubicBezTo>
                  <a:pt x="4406" y="5120"/>
                  <a:pt x="5026" y="4477"/>
                  <a:pt x="5835" y="4477"/>
                </a:cubicBezTo>
                <a:close/>
                <a:moveTo>
                  <a:pt x="7407" y="7240"/>
                </a:moveTo>
                <a:cubicBezTo>
                  <a:pt x="7836" y="7502"/>
                  <a:pt x="8336" y="7621"/>
                  <a:pt x="8836" y="7621"/>
                </a:cubicBezTo>
                <a:cubicBezTo>
                  <a:pt x="9074" y="7621"/>
                  <a:pt x="9312" y="7597"/>
                  <a:pt x="9550" y="7549"/>
                </a:cubicBezTo>
                <a:cubicBezTo>
                  <a:pt x="9741" y="7954"/>
                  <a:pt x="9788" y="8383"/>
                  <a:pt x="9741" y="8788"/>
                </a:cubicBezTo>
                <a:cubicBezTo>
                  <a:pt x="9646" y="9335"/>
                  <a:pt x="9336" y="9812"/>
                  <a:pt x="8907" y="10121"/>
                </a:cubicBezTo>
                <a:cubicBezTo>
                  <a:pt x="8539" y="10395"/>
                  <a:pt x="8112" y="10526"/>
                  <a:pt x="7688" y="10526"/>
                </a:cubicBezTo>
                <a:cubicBezTo>
                  <a:pt x="7042" y="10526"/>
                  <a:pt x="6405" y="10220"/>
                  <a:pt x="6002" y="9645"/>
                </a:cubicBezTo>
                <a:cubicBezTo>
                  <a:pt x="5645" y="9145"/>
                  <a:pt x="5526" y="8526"/>
                  <a:pt x="5692" y="7954"/>
                </a:cubicBezTo>
                <a:lnTo>
                  <a:pt x="5835" y="7954"/>
                </a:lnTo>
                <a:cubicBezTo>
                  <a:pt x="6454" y="7954"/>
                  <a:pt x="7026" y="7692"/>
                  <a:pt x="7407" y="7240"/>
                </a:cubicBezTo>
                <a:close/>
                <a:moveTo>
                  <a:pt x="3787" y="6406"/>
                </a:moveTo>
                <a:cubicBezTo>
                  <a:pt x="3930" y="7073"/>
                  <a:pt x="4406" y="7597"/>
                  <a:pt x="5002" y="7835"/>
                </a:cubicBezTo>
                <a:cubicBezTo>
                  <a:pt x="4811" y="8550"/>
                  <a:pt x="4930" y="9335"/>
                  <a:pt x="5383" y="9978"/>
                </a:cubicBezTo>
                <a:cubicBezTo>
                  <a:pt x="5002" y="10336"/>
                  <a:pt x="4502" y="10550"/>
                  <a:pt x="3954" y="10550"/>
                </a:cubicBezTo>
                <a:cubicBezTo>
                  <a:pt x="3549" y="10526"/>
                  <a:pt x="3097" y="10407"/>
                  <a:pt x="2739" y="10121"/>
                </a:cubicBezTo>
                <a:cubicBezTo>
                  <a:pt x="1811" y="9454"/>
                  <a:pt x="1596" y="8169"/>
                  <a:pt x="2287" y="7240"/>
                </a:cubicBezTo>
                <a:cubicBezTo>
                  <a:pt x="2644" y="6740"/>
                  <a:pt x="3216" y="6430"/>
                  <a:pt x="3787" y="6406"/>
                </a:cubicBezTo>
                <a:close/>
                <a:moveTo>
                  <a:pt x="5835" y="0"/>
                </a:moveTo>
                <a:cubicBezTo>
                  <a:pt x="4525" y="0"/>
                  <a:pt x="3382" y="953"/>
                  <a:pt x="3144" y="2215"/>
                </a:cubicBezTo>
                <a:cubicBezTo>
                  <a:pt x="3031" y="2200"/>
                  <a:pt x="2918" y="2193"/>
                  <a:pt x="2806" y="2193"/>
                </a:cubicBezTo>
                <a:cubicBezTo>
                  <a:pt x="1667" y="2193"/>
                  <a:pt x="607" y="2945"/>
                  <a:pt x="239" y="4072"/>
                </a:cubicBezTo>
                <a:cubicBezTo>
                  <a:pt x="1" y="4763"/>
                  <a:pt x="48" y="5501"/>
                  <a:pt x="382" y="6168"/>
                </a:cubicBezTo>
                <a:cubicBezTo>
                  <a:pt x="620" y="6644"/>
                  <a:pt x="1001" y="7049"/>
                  <a:pt x="1477" y="7335"/>
                </a:cubicBezTo>
                <a:cubicBezTo>
                  <a:pt x="953" y="8478"/>
                  <a:pt x="1287" y="9907"/>
                  <a:pt x="2334" y="10693"/>
                </a:cubicBezTo>
                <a:cubicBezTo>
                  <a:pt x="2835" y="11050"/>
                  <a:pt x="3382" y="11217"/>
                  <a:pt x="3954" y="11217"/>
                </a:cubicBezTo>
                <a:cubicBezTo>
                  <a:pt x="4644" y="11217"/>
                  <a:pt x="5287" y="10979"/>
                  <a:pt x="5788" y="10502"/>
                </a:cubicBezTo>
                <a:cubicBezTo>
                  <a:pt x="6311" y="10979"/>
                  <a:pt x="6978" y="11217"/>
                  <a:pt x="7669" y="11217"/>
                </a:cubicBezTo>
                <a:cubicBezTo>
                  <a:pt x="8240" y="11217"/>
                  <a:pt x="8812" y="11050"/>
                  <a:pt x="9288" y="10693"/>
                </a:cubicBezTo>
                <a:cubicBezTo>
                  <a:pt x="9884" y="10264"/>
                  <a:pt x="10265" y="9621"/>
                  <a:pt x="10384" y="8907"/>
                </a:cubicBezTo>
                <a:cubicBezTo>
                  <a:pt x="10479" y="8359"/>
                  <a:pt x="10384" y="7835"/>
                  <a:pt x="10169" y="7335"/>
                </a:cubicBezTo>
                <a:cubicBezTo>
                  <a:pt x="10646" y="7049"/>
                  <a:pt x="11027" y="6668"/>
                  <a:pt x="11265" y="6192"/>
                </a:cubicBezTo>
                <a:cubicBezTo>
                  <a:pt x="11598" y="5525"/>
                  <a:pt x="11670" y="4763"/>
                  <a:pt x="11432" y="4096"/>
                </a:cubicBezTo>
                <a:cubicBezTo>
                  <a:pt x="11037" y="2936"/>
                  <a:pt x="9958" y="2198"/>
                  <a:pt x="8806" y="2198"/>
                </a:cubicBezTo>
                <a:cubicBezTo>
                  <a:pt x="8705" y="2198"/>
                  <a:pt x="8604" y="2203"/>
                  <a:pt x="8502" y="2215"/>
                </a:cubicBezTo>
                <a:cubicBezTo>
                  <a:pt x="8383" y="1667"/>
                  <a:pt x="8145" y="1191"/>
                  <a:pt x="7764" y="810"/>
                </a:cubicBezTo>
                <a:cubicBezTo>
                  <a:pt x="7264" y="310"/>
                  <a:pt x="6550" y="0"/>
                  <a:pt x="583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grpSp>
        <p:nvGrpSpPr>
          <p:cNvPr id="5009" name="Google Shape;5009;p56"/>
          <p:cNvGrpSpPr/>
          <p:nvPr/>
        </p:nvGrpSpPr>
        <p:grpSpPr>
          <a:xfrm>
            <a:off x="4046355" y="2857319"/>
            <a:ext cx="339124" cy="299878"/>
            <a:chOff x="4122204" y="3015090"/>
            <a:chExt cx="339124" cy="299878"/>
          </a:xfrm>
        </p:grpSpPr>
        <p:sp>
          <p:nvSpPr>
            <p:cNvPr id="5010" name="Google Shape;5010;p56"/>
            <p:cNvSpPr/>
            <p:nvPr/>
          </p:nvSpPr>
          <p:spPr>
            <a:xfrm>
              <a:off x="4122204" y="3015090"/>
              <a:ext cx="339124" cy="299878"/>
            </a:xfrm>
            <a:custGeom>
              <a:rect b="b" l="l" r="r" t="t"/>
              <a:pathLst>
                <a:path extrusionOk="0" h="10193" w="11527">
                  <a:moveTo>
                    <a:pt x="3167" y="667"/>
                  </a:moveTo>
                  <a:lnTo>
                    <a:pt x="3167" y="3739"/>
                  </a:lnTo>
                  <a:lnTo>
                    <a:pt x="4358" y="5073"/>
                  </a:lnTo>
                  <a:lnTo>
                    <a:pt x="3167" y="6430"/>
                  </a:lnTo>
                  <a:lnTo>
                    <a:pt x="3167" y="9550"/>
                  </a:lnTo>
                  <a:lnTo>
                    <a:pt x="691" y="9550"/>
                  </a:lnTo>
                  <a:lnTo>
                    <a:pt x="691" y="667"/>
                  </a:lnTo>
                  <a:close/>
                  <a:moveTo>
                    <a:pt x="6311" y="667"/>
                  </a:moveTo>
                  <a:lnTo>
                    <a:pt x="6311" y="3739"/>
                  </a:lnTo>
                  <a:lnTo>
                    <a:pt x="7502" y="5073"/>
                  </a:lnTo>
                  <a:lnTo>
                    <a:pt x="6311" y="6430"/>
                  </a:lnTo>
                  <a:lnTo>
                    <a:pt x="6311" y="9550"/>
                  </a:lnTo>
                  <a:lnTo>
                    <a:pt x="3834" y="9550"/>
                  </a:lnTo>
                  <a:lnTo>
                    <a:pt x="3834" y="6716"/>
                  </a:lnTo>
                  <a:lnTo>
                    <a:pt x="5239" y="5120"/>
                  </a:lnTo>
                  <a:lnTo>
                    <a:pt x="3834" y="3501"/>
                  </a:lnTo>
                  <a:lnTo>
                    <a:pt x="3834" y="667"/>
                  </a:lnTo>
                  <a:close/>
                  <a:moveTo>
                    <a:pt x="9431" y="667"/>
                  </a:moveTo>
                  <a:lnTo>
                    <a:pt x="9431" y="3739"/>
                  </a:lnTo>
                  <a:lnTo>
                    <a:pt x="10621" y="5073"/>
                  </a:lnTo>
                  <a:lnTo>
                    <a:pt x="9431" y="6454"/>
                  </a:lnTo>
                  <a:lnTo>
                    <a:pt x="9431" y="9550"/>
                  </a:lnTo>
                  <a:lnTo>
                    <a:pt x="6978" y="9550"/>
                  </a:lnTo>
                  <a:lnTo>
                    <a:pt x="6978" y="6716"/>
                  </a:lnTo>
                  <a:lnTo>
                    <a:pt x="8359" y="5120"/>
                  </a:lnTo>
                  <a:lnTo>
                    <a:pt x="6978" y="3501"/>
                  </a:lnTo>
                  <a:lnTo>
                    <a:pt x="6978" y="667"/>
                  </a:lnTo>
                  <a:close/>
                  <a:moveTo>
                    <a:pt x="0" y="0"/>
                  </a:moveTo>
                  <a:lnTo>
                    <a:pt x="0" y="10193"/>
                  </a:lnTo>
                  <a:lnTo>
                    <a:pt x="10121" y="10193"/>
                  </a:lnTo>
                  <a:lnTo>
                    <a:pt x="10121" y="6692"/>
                  </a:lnTo>
                  <a:lnTo>
                    <a:pt x="11526" y="5073"/>
                  </a:lnTo>
                  <a:lnTo>
                    <a:pt x="10121" y="3501"/>
                  </a:lnTo>
                  <a:lnTo>
                    <a:pt x="1012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5011" name="Google Shape;5011;p56"/>
            <p:cNvSpPr/>
            <p:nvPr/>
          </p:nvSpPr>
          <p:spPr>
            <a:xfrm>
              <a:off x="4157214" y="3050806"/>
              <a:ext cx="42777" cy="20359"/>
            </a:xfrm>
            <a:custGeom>
              <a:rect b="b" l="l" r="r" t="t"/>
              <a:pathLst>
                <a:path extrusionOk="0" h="692" w="1454">
                  <a:moveTo>
                    <a:pt x="1" y="1"/>
                  </a:moveTo>
                  <a:lnTo>
                    <a:pt x="1" y="692"/>
                  </a:lnTo>
                  <a:lnTo>
                    <a:pt x="1454" y="692"/>
                  </a:lnTo>
                  <a:lnTo>
                    <a:pt x="1454"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5012" name="Google Shape;5012;p56"/>
            <p:cNvSpPr/>
            <p:nvPr/>
          </p:nvSpPr>
          <p:spPr>
            <a:xfrm>
              <a:off x="4157214" y="3093552"/>
              <a:ext cx="42777" cy="20359"/>
            </a:xfrm>
            <a:custGeom>
              <a:rect b="b" l="l" r="r" t="t"/>
              <a:pathLst>
                <a:path extrusionOk="0" h="692" w="1454">
                  <a:moveTo>
                    <a:pt x="1" y="1"/>
                  </a:moveTo>
                  <a:lnTo>
                    <a:pt x="1" y="691"/>
                  </a:lnTo>
                  <a:lnTo>
                    <a:pt x="1454" y="691"/>
                  </a:lnTo>
                  <a:lnTo>
                    <a:pt x="1454"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5013" name="Google Shape;5013;p56"/>
            <p:cNvSpPr/>
            <p:nvPr/>
          </p:nvSpPr>
          <p:spPr>
            <a:xfrm>
              <a:off x="4342174" y="3050806"/>
              <a:ext cx="42777" cy="20359"/>
            </a:xfrm>
            <a:custGeom>
              <a:rect b="b" l="l" r="r" t="t"/>
              <a:pathLst>
                <a:path extrusionOk="0" h="692" w="1454">
                  <a:moveTo>
                    <a:pt x="1" y="1"/>
                  </a:moveTo>
                  <a:lnTo>
                    <a:pt x="1" y="692"/>
                  </a:lnTo>
                  <a:lnTo>
                    <a:pt x="1454" y="692"/>
                  </a:lnTo>
                  <a:lnTo>
                    <a:pt x="1454"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5014" name="Google Shape;5014;p56"/>
            <p:cNvSpPr/>
            <p:nvPr/>
          </p:nvSpPr>
          <p:spPr>
            <a:xfrm>
              <a:off x="4342174" y="3093552"/>
              <a:ext cx="42777" cy="20359"/>
            </a:xfrm>
            <a:custGeom>
              <a:rect b="b" l="l" r="r" t="t"/>
              <a:pathLst>
                <a:path extrusionOk="0" h="692" w="1454">
                  <a:moveTo>
                    <a:pt x="1" y="1"/>
                  </a:moveTo>
                  <a:lnTo>
                    <a:pt x="1" y="691"/>
                  </a:lnTo>
                  <a:lnTo>
                    <a:pt x="1454" y="691"/>
                  </a:lnTo>
                  <a:lnTo>
                    <a:pt x="1454"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5015" name="Google Shape;5015;p56"/>
            <p:cNvSpPr/>
            <p:nvPr/>
          </p:nvSpPr>
          <p:spPr>
            <a:xfrm>
              <a:off x="4250415" y="3216173"/>
              <a:ext cx="42747" cy="20329"/>
            </a:xfrm>
            <a:custGeom>
              <a:rect b="b" l="l" r="r" t="t"/>
              <a:pathLst>
                <a:path extrusionOk="0" h="691" w="1453">
                  <a:moveTo>
                    <a:pt x="0" y="0"/>
                  </a:moveTo>
                  <a:lnTo>
                    <a:pt x="0" y="691"/>
                  </a:lnTo>
                  <a:lnTo>
                    <a:pt x="1453" y="691"/>
                  </a:lnTo>
                  <a:lnTo>
                    <a:pt x="145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5016" name="Google Shape;5016;p56"/>
            <p:cNvSpPr/>
            <p:nvPr/>
          </p:nvSpPr>
          <p:spPr>
            <a:xfrm>
              <a:off x="4250415" y="3258890"/>
              <a:ext cx="42747" cy="20359"/>
            </a:xfrm>
            <a:custGeom>
              <a:rect b="b" l="l" r="r" t="t"/>
              <a:pathLst>
                <a:path extrusionOk="0" h="692" w="1453">
                  <a:moveTo>
                    <a:pt x="0" y="1"/>
                  </a:moveTo>
                  <a:lnTo>
                    <a:pt x="0" y="691"/>
                  </a:lnTo>
                  <a:lnTo>
                    <a:pt x="1453" y="691"/>
                  </a:lnTo>
                  <a:lnTo>
                    <a:pt x="1453"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grpSp>
      <p:grpSp>
        <p:nvGrpSpPr>
          <p:cNvPr id="5017" name="Google Shape;5017;p56"/>
          <p:cNvGrpSpPr/>
          <p:nvPr/>
        </p:nvGrpSpPr>
        <p:grpSpPr>
          <a:xfrm>
            <a:off x="4800561" y="2845404"/>
            <a:ext cx="299201" cy="339830"/>
            <a:chOff x="4724011" y="3003175"/>
            <a:chExt cx="299201" cy="339830"/>
          </a:xfrm>
        </p:grpSpPr>
        <p:sp>
          <p:nvSpPr>
            <p:cNvPr id="5018" name="Google Shape;5018;p56"/>
            <p:cNvSpPr/>
            <p:nvPr/>
          </p:nvSpPr>
          <p:spPr>
            <a:xfrm>
              <a:off x="4724011" y="3003175"/>
              <a:ext cx="299201" cy="339830"/>
            </a:xfrm>
            <a:custGeom>
              <a:rect b="b" l="l" r="r" t="t"/>
              <a:pathLst>
                <a:path extrusionOk="0" h="11551" w="10170">
                  <a:moveTo>
                    <a:pt x="6097" y="3644"/>
                  </a:moveTo>
                  <a:cubicBezTo>
                    <a:pt x="7121" y="3787"/>
                    <a:pt x="7907" y="4692"/>
                    <a:pt x="7907" y="5764"/>
                  </a:cubicBezTo>
                  <a:cubicBezTo>
                    <a:pt x="7907" y="6835"/>
                    <a:pt x="7145" y="7716"/>
                    <a:pt x="6097" y="7859"/>
                  </a:cubicBezTo>
                  <a:lnTo>
                    <a:pt x="6097" y="3644"/>
                  </a:lnTo>
                  <a:close/>
                  <a:moveTo>
                    <a:pt x="6097" y="1977"/>
                  </a:moveTo>
                  <a:cubicBezTo>
                    <a:pt x="8002" y="2144"/>
                    <a:pt x="9527" y="3763"/>
                    <a:pt x="9527" y="5716"/>
                  </a:cubicBezTo>
                  <a:cubicBezTo>
                    <a:pt x="9527" y="7693"/>
                    <a:pt x="8002" y="9336"/>
                    <a:pt x="6097" y="9479"/>
                  </a:cubicBezTo>
                  <a:lnTo>
                    <a:pt x="6097" y="8526"/>
                  </a:lnTo>
                  <a:cubicBezTo>
                    <a:pt x="7502" y="8336"/>
                    <a:pt x="8574" y="7145"/>
                    <a:pt x="8574" y="5716"/>
                  </a:cubicBezTo>
                  <a:cubicBezTo>
                    <a:pt x="8574" y="4287"/>
                    <a:pt x="7502" y="3096"/>
                    <a:pt x="6097" y="2930"/>
                  </a:cubicBezTo>
                  <a:lnTo>
                    <a:pt x="6097" y="1977"/>
                  </a:lnTo>
                  <a:close/>
                  <a:moveTo>
                    <a:pt x="5407" y="691"/>
                  </a:moveTo>
                  <a:lnTo>
                    <a:pt x="5407" y="10812"/>
                  </a:lnTo>
                  <a:cubicBezTo>
                    <a:pt x="2763" y="10646"/>
                    <a:pt x="691" y="8431"/>
                    <a:pt x="691" y="5764"/>
                  </a:cubicBezTo>
                  <a:cubicBezTo>
                    <a:pt x="691" y="3073"/>
                    <a:pt x="2763" y="882"/>
                    <a:pt x="5407" y="691"/>
                  </a:cubicBezTo>
                  <a:close/>
                  <a:moveTo>
                    <a:pt x="5764" y="1"/>
                  </a:moveTo>
                  <a:cubicBezTo>
                    <a:pt x="4216" y="1"/>
                    <a:pt x="2787" y="596"/>
                    <a:pt x="1692" y="1715"/>
                  </a:cubicBezTo>
                  <a:cubicBezTo>
                    <a:pt x="620" y="2787"/>
                    <a:pt x="1" y="4240"/>
                    <a:pt x="1" y="5787"/>
                  </a:cubicBezTo>
                  <a:cubicBezTo>
                    <a:pt x="1" y="7335"/>
                    <a:pt x="596" y="8764"/>
                    <a:pt x="1692" y="9860"/>
                  </a:cubicBezTo>
                  <a:cubicBezTo>
                    <a:pt x="2763" y="10931"/>
                    <a:pt x="4216" y="11551"/>
                    <a:pt x="5764" y="11551"/>
                  </a:cubicBezTo>
                  <a:lnTo>
                    <a:pt x="6097" y="11551"/>
                  </a:lnTo>
                  <a:lnTo>
                    <a:pt x="6097" y="10217"/>
                  </a:lnTo>
                  <a:cubicBezTo>
                    <a:pt x="8383" y="9979"/>
                    <a:pt x="10170" y="8074"/>
                    <a:pt x="10170" y="5764"/>
                  </a:cubicBezTo>
                  <a:cubicBezTo>
                    <a:pt x="10170" y="3430"/>
                    <a:pt x="8360" y="1525"/>
                    <a:pt x="6097" y="1358"/>
                  </a:cubicBezTo>
                  <a:lnTo>
                    <a:pt x="609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5019" name="Google Shape;5019;p56"/>
            <p:cNvSpPr/>
            <p:nvPr/>
          </p:nvSpPr>
          <p:spPr>
            <a:xfrm>
              <a:off x="4791970" y="3141182"/>
              <a:ext cx="43483" cy="19653"/>
            </a:xfrm>
            <a:custGeom>
              <a:rect b="b" l="l" r="r" t="t"/>
              <a:pathLst>
                <a:path extrusionOk="0" h="668" w="1478">
                  <a:moveTo>
                    <a:pt x="1" y="1"/>
                  </a:moveTo>
                  <a:lnTo>
                    <a:pt x="1" y="668"/>
                  </a:lnTo>
                  <a:lnTo>
                    <a:pt x="1477" y="668"/>
                  </a:lnTo>
                  <a:lnTo>
                    <a:pt x="147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5020" name="Google Shape;5020;p56"/>
            <p:cNvSpPr/>
            <p:nvPr/>
          </p:nvSpPr>
          <p:spPr>
            <a:xfrm>
              <a:off x="4791970" y="3183929"/>
              <a:ext cx="43483" cy="20359"/>
            </a:xfrm>
            <a:custGeom>
              <a:rect b="b" l="l" r="r" t="t"/>
              <a:pathLst>
                <a:path extrusionOk="0" h="692" w="1478">
                  <a:moveTo>
                    <a:pt x="1" y="1"/>
                  </a:moveTo>
                  <a:lnTo>
                    <a:pt x="1" y="691"/>
                  </a:lnTo>
                  <a:lnTo>
                    <a:pt x="1477" y="691"/>
                  </a:lnTo>
                  <a:lnTo>
                    <a:pt x="147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grpSp>
      <p:sp>
        <p:nvSpPr>
          <p:cNvPr id="5021" name="Google Shape;5021;p56"/>
          <p:cNvSpPr/>
          <p:nvPr/>
        </p:nvSpPr>
        <p:spPr>
          <a:xfrm>
            <a:off x="5512403" y="2839815"/>
            <a:ext cx="339124" cy="339801"/>
          </a:xfrm>
          <a:custGeom>
            <a:rect b="b" l="l" r="r" t="t"/>
            <a:pathLst>
              <a:path extrusionOk="0" h="11550" w="11527">
                <a:moveTo>
                  <a:pt x="2716" y="667"/>
                </a:moveTo>
                <a:lnTo>
                  <a:pt x="2716" y="2667"/>
                </a:lnTo>
                <a:lnTo>
                  <a:pt x="715" y="2667"/>
                </a:lnTo>
                <a:lnTo>
                  <a:pt x="715" y="1667"/>
                </a:lnTo>
                <a:cubicBezTo>
                  <a:pt x="691" y="1119"/>
                  <a:pt x="1144" y="667"/>
                  <a:pt x="1715" y="667"/>
                </a:cubicBezTo>
                <a:close/>
                <a:moveTo>
                  <a:pt x="9884" y="667"/>
                </a:moveTo>
                <a:cubicBezTo>
                  <a:pt x="10431" y="667"/>
                  <a:pt x="10884" y="1119"/>
                  <a:pt x="10884" y="1667"/>
                </a:cubicBezTo>
                <a:lnTo>
                  <a:pt x="10884" y="2667"/>
                </a:lnTo>
                <a:lnTo>
                  <a:pt x="8884" y="2667"/>
                </a:lnTo>
                <a:lnTo>
                  <a:pt x="8884" y="667"/>
                </a:lnTo>
                <a:close/>
                <a:moveTo>
                  <a:pt x="5454" y="1334"/>
                </a:moveTo>
                <a:lnTo>
                  <a:pt x="5454" y="2786"/>
                </a:lnTo>
                <a:cubicBezTo>
                  <a:pt x="5454" y="4239"/>
                  <a:pt x="4264" y="5430"/>
                  <a:pt x="2811" y="5430"/>
                </a:cubicBezTo>
                <a:lnTo>
                  <a:pt x="1358" y="5430"/>
                </a:lnTo>
                <a:lnTo>
                  <a:pt x="1358" y="3358"/>
                </a:lnTo>
                <a:lnTo>
                  <a:pt x="3382" y="3358"/>
                </a:lnTo>
                <a:lnTo>
                  <a:pt x="3382" y="1334"/>
                </a:lnTo>
                <a:close/>
                <a:moveTo>
                  <a:pt x="8193" y="1334"/>
                </a:moveTo>
                <a:lnTo>
                  <a:pt x="8193" y="3358"/>
                </a:lnTo>
                <a:lnTo>
                  <a:pt x="10217" y="3358"/>
                </a:lnTo>
                <a:lnTo>
                  <a:pt x="10217" y="5430"/>
                </a:lnTo>
                <a:lnTo>
                  <a:pt x="8764" y="5430"/>
                </a:lnTo>
                <a:cubicBezTo>
                  <a:pt x="7312" y="5430"/>
                  <a:pt x="6121" y="4239"/>
                  <a:pt x="6121" y="2786"/>
                </a:cubicBezTo>
                <a:lnTo>
                  <a:pt x="6121" y="1334"/>
                </a:lnTo>
                <a:close/>
                <a:moveTo>
                  <a:pt x="5811" y="4239"/>
                </a:moveTo>
                <a:cubicBezTo>
                  <a:pt x="6121" y="4906"/>
                  <a:pt x="6645" y="5430"/>
                  <a:pt x="7336" y="5763"/>
                </a:cubicBezTo>
                <a:cubicBezTo>
                  <a:pt x="6693" y="6097"/>
                  <a:pt x="6145" y="6620"/>
                  <a:pt x="5811" y="7287"/>
                </a:cubicBezTo>
                <a:cubicBezTo>
                  <a:pt x="5502" y="6620"/>
                  <a:pt x="4954" y="6097"/>
                  <a:pt x="4311" y="5763"/>
                </a:cubicBezTo>
                <a:cubicBezTo>
                  <a:pt x="4954" y="5430"/>
                  <a:pt x="5502" y="4906"/>
                  <a:pt x="5811" y="4239"/>
                </a:cubicBezTo>
                <a:close/>
                <a:moveTo>
                  <a:pt x="2811" y="6097"/>
                </a:moveTo>
                <a:cubicBezTo>
                  <a:pt x="4264" y="6097"/>
                  <a:pt x="5454" y="7287"/>
                  <a:pt x="5454" y="8740"/>
                </a:cubicBezTo>
                <a:lnTo>
                  <a:pt x="5454" y="10193"/>
                </a:lnTo>
                <a:lnTo>
                  <a:pt x="3382" y="10193"/>
                </a:lnTo>
                <a:lnTo>
                  <a:pt x="3382" y="8145"/>
                </a:lnTo>
                <a:lnTo>
                  <a:pt x="1358" y="8145"/>
                </a:lnTo>
                <a:lnTo>
                  <a:pt x="1358" y="6097"/>
                </a:lnTo>
                <a:close/>
                <a:moveTo>
                  <a:pt x="10217" y="6097"/>
                </a:moveTo>
                <a:lnTo>
                  <a:pt x="10217" y="8168"/>
                </a:lnTo>
                <a:lnTo>
                  <a:pt x="8193" y="8168"/>
                </a:lnTo>
                <a:lnTo>
                  <a:pt x="8193" y="10193"/>
                </a:lnTo>
                <a:lnTo>
                  <a:pt x="6121" y="10193"/>
                </a:lnTo>
                <a:lnTo>
                  <a:pt x="6121" y="8740"/>
                </a:lnTo>
                <a:cubicBezTo>
                  <a:pt x="6121" y="7287"/>
                  <a:pt x="7312" y="6097"/>
                  <a:pt x="8764" y="6097"/>
                </a:cubicBezTo>
                <a:close/>
                <a:moveTo>
                  <a:pt x="2716" y="8835"/>
                </a:moveTo>
                <a:lnTo>
                  <a:pt x="2716" y="10836"/>
                </a:lnTo>
                <a:lnTo>
                  <a:pt x="1715" y="10836"/>
                </a:lnTo>
                <a:cubicBezTo>
                  <a:pt x="1168" y="10836"/>
                  <a:pt x="739" y="10383"/>
                  <a:pt x="739" y="9835"/>
                </a:cubicBezTo>
                <a:lnTo>
                  <a:pt x="739" y="8835"/>
                </a:lnTo>
                <a:close/>
                <a:moveTo>
                  <a:pt x="10884" y="8835"/>
                </a:moveTo>
                <a:lnTo>
                  <a:pt x="10884" y="9835"/>
                </a:lnTo>
                <a:cubicBezTo>
                  <a:pt x="10884" y="10383"/>
                  <a:pt x="10431" y="10836"/>
                  <a:pt x="9884" y="10836"/>
                </a:cubicBezTo>
                <a:lnTo>
                  <a:pt x="8884" y="10836"/>
                </a:lnTo>
                <a:lnTo>
                  <a:pt x="8884" y="8835"/>
                </a:lnTo>
                <a:close/>
                <a:moveTo>
                  <a:pt x="8193" y="0"/>
                </a:moveTo>
                <a:lnTo>
                  <a:pt x="8193" y="643"/>
                </a:lnTo>
                <a:lnTo>
                  <a:pt x="3382" y="643"/>
                </a:lnTo>
                <a:lnTo>
                  <a:pt x="3382" y="24"/>
                </a:lnTo>
                <a:lnTo>
                  <a:pt x="1668" y="24"/>
                </a:lnTo>
                <a:cubicBezTo>
                  <a:pt x="763" y="24"/>
                  <a:pt x="1" y="762"/>
                  <a:pt x="1" y="1691"/>
                </a:cubicBezTo>
                <a:lnTo>
                  <a:pt x="1" y="3358"/>
                </a:lnTo>
                <a:lnTo>
                  <a:pt x="668" y="3358"/>
                </a:lnTo>
                <a:lnTo>
                  <a:pt x="668" y="8168"/>
                </a:lnTo>
                <a:lnTo>
                  <a:pt x="1" y="8168"/>
                </a:lnTo>
                <a:lnTo>
                  <a:pt x="1" y="9883"/>
                </a:lnTo>
                <a:cubicBezTo>
                  <a:pt x="1" y="10788"/>
                  <a:pt x="763" y="11550"/>
                  <a:pt x="1668" y="11550"/>
                </a:cubicBezTo>
                <a:lnTo>
                  <a:pt x="3382" y="11550"/>
                </a:lnTo>
                <a:lnTo>
                  <a:pt x="3382" y="10907"/>
                </a:lnTo>
                <a:lnTo>
                  <a:pt x="8193" y="10907"/>
                </a:lnTo>
                <a:lnTo>
                  <a:pt x="8193" y="11550"/>
                </a:lnTo>
                <a:lnTo>
                  <a:pt x="9860" y="11550"/>
                </a:lnTo>
                <a:cubicBezTo>
                  <a:pt x="10789" y="11550"/>
                  <a:pt x="11527" y="10788"/>
                  <a:pt x="11527" y="9883"/>
                </a:cubicBezTo>
                <a:lnTo>
                  <a:pt x="11527" y="8216"/>
                </a:lnTo>
                <a:lnTo>
                  <a:pt x="10908" y="8216"/>
                </a:lnTo>
                <a:lnTo>
                  <a:pt x="10908" y="3358"/>
                </a:lnTo>
                <a:lnTo>
                  <a:pt x="11527" y="3358"/>
                </a:lnTo>
                <a:lnTo>
                  <a:pt x="11527" y="1667"/>
                </a:lnTo>
                <a:cubicBezTo>
                  <a:pt x="11527" y="738"/>
                  <a:pt x="10789" y="0"/>
                  <a:pt x="986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5022" name="Google Shape;5022;p56"/>
          <p:cNvSpPr/>
          <p:nvPr/>
        </p:nvSpPr>
        <p:spPr>
          <a:xfrm>
            <a:off x="6252282" y="2925985"/>
            <a:ext cx="339124" cy="187788"/>
          </a:xfrm>
          <a:custGeom>
            <a:rect b="b" l="l" r="r" t="t"/>
            <a:pathLst>
              <a:path extrusionOk="0" h="6383" w="11527">
                <a:moveTo>
                  <a:pt x="5168" y="667"/>
                </a:moveTo>
                <a:lnTo>
                  <a:pt x="5787" y="1762"/>
                </a:lnTo>
                <a:lnTo>
                  <a:pt x="5168" y="2858"/>
                </a:lnTo>
                <a:lnTo>
                  <a:pt x="3906" y="2858"/>
                </a:lnTo>
                <a:lnTo>
                  <a:pt x="3572" y="2334"/>
                </a:lnTo>
                <a:lnTo>
                  <a:pt x="3239" y="1786"/>
                </a:lnTo>
                <a:lnTo>
                  <a:pt x="3906" y="667"/>
                </a:lnTo>
                <a:close/>
                <a:moveTo>
                  <a:pt x="10121" y="667"/>
                </a:moveTo>
                <a:lnTo>
                  <a:pt x="10764" y="1762"/>
                </a:lnTo>
                <a:lnTo>
                  <a:pt x="10121" y="2858"/>
                </a:lnTo>
                <a:lnTo>
                  <a:pt x="8883" y="2858"/>
                </a:lnTo>
                <a:lnTo>
                  <a:pt x="8264" y="1762"/>
                </a:lnTo>
                <a:lnTo>
                  <a:pt x="8883" y="667"/>
                </a:lnTo>
                <a:close/>
                <a:moveTo>
                  <a:pt x="2691" y="2096"/>
                </a:moveTo>
                <a:lnTo>
                  <a:pt x="3310" y="3191"/>
                </a:lnTo>
                <a:lnTo>
                  <a:pt x="2691" y="4287"/>
                </a:lnTo>
                <a:lnTo>
                  <a:pt x="1429" y="4287"/>
                </a:lnTo>
                <a:lnTo>
                  <a:pt x="810" y="3191"/>
                </a:lnTo>
                <a:lnTo>
                  <a:pt x="1429" y="2096"/>
                </a:lnTo>
                <a:close/>
                <a:moveTo>
                  <a:pt x="7621" y="2096"/>
                </a:moveTo>
                <a:lnTo>
                  <a:pt x="8264" y="3191"/>
                </a:lnTo>
                <a:lnTo>
                  <a:pt x="7668" y="4287"/>
                </a:lnTo>
                <a:lnTo>
                  <a:pt x="6406" y="4287"/>
                </a:lnTo>
                <a:lnTo>
                  <a:pt x="5763" y="3191"/>
                </a:lnTo>
                <a:lnTo>
                  <a:pt x="6382" y="2096"/>
                </a:lnTo>
                <a:close/>
                <a:moveTo>
                  <a:pt x="5192" y="3477"/>
                </a:moveTo>
                <a:lnTo>
                  <a:pt x="5811" y="4596"/>
                </a:lnTo>
                <a:lnTo>
                  <a:pt x="5192" y="5692"/>
                </a:lnTo>
                <a:lnTo>
                  <a:pt x="3929" y="5692"/>
                </a:lnTo>
                <a:lnTo>
                  <a:pt x="3310" y="4596"/>
                </a:lnTo>
                <a:lnTo>
                  <a:pt x="3929" y="3477"/>
                </a:lnTo>
                <a:close/>
                <a:moveTo>
                  <a:pt x="10121" y="3477"/>
                </a:moveTo>
                <a:lnTo>
                  <a:pt x="10764" y="4596"/>
                </a:lnTo>
                <a:lnTo>
                  <a:pt x="10121" y="5692"/>
                </a:lnTo>
                <a:lnTo>
                  <a:pt x="8883" y="5692"/>
                </a:lnTo>
                <a:lnTo>
                  <a:pt x="8264" y="4596"/>
                </a:lnTo>
                <a:lnTo>
                  <a:pt x="8883" y="3477"/>
                </a:lnTo>
                <a:close/>
                <a:moveTo>
                  <a:pt x="3501" y="0"/>
                </a:moveTo>
                <a:lnTo>
                  <a:pt x="2667" y="1429"/>
                </a:lnTo>
                <a:lnTo>
                  <a:pt x="1024" y="1429"/>
                </a:lnTo>
                <a:lnTo>
                  <a:pt x="0" y="3191"/>
                </a:lnTo>
                <a:lnTo>
                  <a:pt x="1024" y="4954"/>
                </a:lnTo>
                <a:lnTo>
                  <a:pt x="2667" y="4954"/>
                </a:lnTo>
                <a:lnTo>
                  <a:pt x="3501" y="6382"/>
                </a:lnTo>
                <a:lnTo>
                  <a:pt x="5549" y="6382"/>
                </a:lnTo>
                <a:lnTo>
                  <a:pt x="6382" y="4954"/>
                </a:lnTo>
                <a:lnTo>
                  <a:pt x="7668" y="4954"/>
                </a:lnTo>
                <a:lnTo>
                  <a:pt x="8502" y="6382"/>
                </a:lnTo>
                <a:lnTo>
                  <a:pt x="10526" y="6382"/>
                </a:lnTo>
                <a:lnTo>
                  <a:pt x="11526" y="4620"/>
                </a:lnTo>
                <a:lnTo>
                  <a:pt x="10693" y="3191"/>
                </a:lnTo>
                <a:lnTo>
                  <a:pt x="11526" y="1762"/>
                </a:lnTo>
                <a:lnTo>
                  <a:pt x="10526" y="0"/>
                </a:lnTo>
                <a:lnTo>
                  <a:pt x="8502" y="0"/>
                </a:lnTo>
                <a:lnTo>
                  <a:pt x="7668" y="1429"/>
                </a:lnTo>
                <a:lnTo>
                  <a:pt x="6382" y="1429"/>
                </a:lnTo>
                <a:lnTo>
                  <a:pt x="554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5023" name="Google Shape;5023;p56"/>
          <p:cNvSpPr/>
          <p:nvPr/>
        </p:nvSpPr>
        <p:spPr>
          <a:xfrm>
            <a:off x="6981619" y="2816691"/>
            <a:ext cx="337712" cy="338418"/>
          </a:xfrm>
          <a:custGeom>
            <a:rect b="b" l="l" r="r" t="t"/>
            <a:pathLst>
              <a:path extrusionOk="0" h="11503" w="11479">
                <a:moveTo>
                  <a:pt x="9359" y="2929"/>
                </a:moveTo>
                <a:lnTo>
                  <a:pt x="9359" y="4763"/>
                </a:lnTo>
                <a:lnTo>
                  <a:pt x="7597" y="6025"/>
                </a:lnTo>
                <a:lnTo>
                  <a:pt x="6573" y="5549"/>
                </a:lnTo>
                <a:lnTo>
                  <a:pt x="5263" y="7049"/>
                </a:lnTo>
                <a:lnTo>
                  <a:pt x="4239" y="6525"/>
                </a:lnTo>
                <a:lnTo>
                  <a:pt x="2739" y="8335"/>
                </a:lnTo>
                <a:lnTo>
                  <a:pt x="1810" y="7978"/>
                </a:lnTo>
                <a:lnTo>
                  <a:pt x="715" y="9145"/>
                </a:lnTo>
                <a:lnTo>
                  <a:pt x="715" y="7502"/>
                </a:lnTo>
                <a:lnTo>
                  <a:pt x="1691" y="6406"/>
                </a:lnTo>
                <a:lnTo>
                  <a:pt x="2501" y="6906"/>
                </a:lnTo>
                <a:lnTo>
                  <a:pt x="4263" y="5025"/>
                </a:lnTo>
                <a:lnTo>
                  <a:pt x="5144" y="5335"/>
                </a:lnTo>
                <a:lnTo>
                  <a:pt x="7121" y="3406"/>
                </a:lnTo>
                <a:lnTo>
                  <a:pt x="8240" y="3596"/>
                </a:lnTo>
                <a:lnTo>
                  <a:pt x="9359" y="2929"/>
                </a:lnTo>
                <a:close/>
                <a:moveTo>
                  <a:pt x="9312" y="5597"/>
                </a:moveTo>
                <a:lnTo>
                  <a:pt x="9312" y="10860"/>
                </a:lnTo>
                <a:lnTo>
                  <a:pt x="667" y="10860"/>
                </a:lnTo>
                <a:lnTo>
                  <a:pt x="667" y="10145"/>
                </a:lnTo>
                <a:lnTo>
                  <a:pt x="715" y="10145"/>
                </a:lnTo>
                <a:lnTo>
                  <a:pt x="2001" y="8788"/>
                </a:lnTo>
                <a:lnTo>
                  <a:pt x="2953" y="9145"/>
                </a:lnTo>
                <a:lnTo>
                  <a:pt x="4382" y="7383"/>
                </a:lnTo>
                <a:lnTo>
                  <a:pt x="5430" y="7930"/>
                </a:lnTo>
                <a:lnTo>
                  <a:pt x="6740" y="6406"/>
                </a:lnTo>
                <a:lnTo>
                  <a:pt x="7621" y="6811"/>
                </a:lnTo>
                <a:lnTo>
                  <a:pt x="9312" y="5597"/>
                </a:lnTo>
                <a:close/>
                <a:moveTo>
                  <a:pt x="0" y="0"/>
                </a:moveTo>
                <a:lnTo>
                  <a:pt x="0" y="11503"/>
                </a:lnTo>
                <a:lnTo>
                  <a:pt x="11479" y="11503"/>
                </a:lnTo>
                <a:lnTo>
                  <a:pt x="11479" y="10264"/>
                </a:lnTo>
                <a:lnTo>
                  <a:pt x="10836" y="10264"/>
                </a:lnTo>
                <a:lnTo>
                  <a:pt x="10836" y="10312"/>
                </a:lnTo>
                <a:lnTo>
                  <a:pt x="10836" y="10836"/>
                </a:lnTo>
                <a:lnTo>
                  <a:pt x="10026" y="10836"/>
                </a:lnTo>
                <a:lnTo>
                  <a:pt x="10026" y="1667"/>
                </a:lnTo>
                <a:lnTo>
                  <a:pt x="8121" y="2858"/>
                </a:lnTo>
                <a:lnTo>
                  <a:pt x="6906" y="2620"/>
                </a:lnTo>
                <a:lnTo>
                  <a:pt x="4977" y="4525"/>
                </a:lnTo>
                <a:lnTo>
                  <a:pt x="4049" y="4239"/>
                </a:lnTo>
                <a:lnTo>
                  <a:pt x="2382" y="6025"/>
                </a:lnTo>
                <a:lnTo>
                  <a:pt x="1572" y="5501"/>
                </a:lnTo>
                <a:lnTo>
                  <a:pt x="715" y="6454"/>
                </a:lnTo>
                <a:lnTo>
                  <a:pt x="715" y="691"/>
                </a:lnTo>
                <a:lnTo>
                  <a:pt x="1239" y="691"/>
                </a:lnTo>
                <a:lnTo>
                  <a:pt x="123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grpSp>
        <p:nvGrpSpPr>
          <p:cNvPr id="5024" name="Google Shape;5024;p56"/>
          <p:cNvGrpSpPr/>
          <p:nvPr/>
        </p:nvGrpSpPr>
        <p:grpSpPr>
          <a:xfrm>
            <a:off x="7750193" y="2839609"/>
            <a:ext cx="259982" cy="337915"/>
            <a:chOff x="7064747" y="2997380"/>
            <a:chExt cx="259982" cy="337915"/>
          </a:xfrm>
        </p:grpSpPr>
        <p:sp>
          <p:nvSpPr>
            <p:cNvPr id="5025" name="Google Shape;5025;p56"/>
            <p:cNvSpPr/>
            <p:nvPr/>
          </p:nvSpPr>
          <p:spPr>
            <a:xfrm>
              <a:off x="7064747" y="2997380"/>
              <a:ext cx="72903" cy="152955"/>
            </a:xfrm>
            <a:custGeom>
              <a:rect b="b" l="l" r="r" t="t"/>
              <a:pathLst>
                <a:path extrusionOk="0" h="5199" w="2478">
                  <a:moveTo>
                    <a:pt x="1263" y="650"/>
                  </a:moveTo>
                  <a:cubicBezTo>
                    <a:pt x="1549" y="650"/>
                    <a:pt x="1787" y="888"/>
                    <a:pt x="1787" y="1198"/>
                  </a:cubicBezTo>
                  <a:cubicBezTo>
                    <a:pt x="1787" y="1484"/>
                    <a:pt x="1549" y="1722"/>
                    <a:pt x="1263" y="1722"/>
                  </a:cubicBezTo>
                  <a:cubicBezTo>
                    <a:pt x="954" y="1722"/>
                    <a:pt x="715" y="1484"/>
                    <a:pt x="715" y="1198"/>
                  </a:cubicBezTo>
                  <a:cubicBezTo>
                    <a:pt x="715" y="888"/>
                    <a:pt x="954" y="650"/>
                    <a:pt x="1263" y="650"/>
                  </a:cubicBezTo>
                  <a:close/>
                  <a:moveTo>
                    <a:pt x="1246" y="2410"/>
                  </a:moveTo>
                  <a:cubicBezTo>
                    <a:pt x="1260" y="2410"/>
                    <a:pt x="1273" y="2411"/>
                    <a:pt x="1287" y="2412"/>
                  </a:cubicBezTo>
                  <a:cubicBezTo>
                    <a:pt x="1501" y="2460"/>
                    <a:pt x="1644" y="2650"/>
                    <a:pt x="1644" y="2817"/>
                  </a:cubicBezTo>
                  <a:lnTo>
                    <a:pt x="1644" y="4532"/>
                  </a:lnTo>
                  <a:lnTo>
                    <a:pt x="858" y="4532"/>
                  </a:lnTo>
                  <a:lnTo>
                    <a:pt x="858" y="2793"/>
                  </a:lnTo>
                  <a:cubicBezTo>
                    <a:pt x="858" y="2570"/>
                    <a:pt x="1046" y="2410"/>
                    <a:pt x="1246" y="2410"/>
                  </a:cubicBezTo>
                  <a:close/>
                  <a:moveTo>
                    <a:pt x="1288" y="1"/>
                  </a:moveTo>
                  <a:cubicBezTo>
                    <a:pt x="1249" y="1"/>
                    <a:pt x="1208" y="3"/>
                    <a:pt x="1168" y="7"/>
                  </a:cubicBezTo>
                  <a:cubicBezTo>
                    <a:pt x="573" y="55"/>
                    <a:pt x="96" y="531"/>
                    <a:pt x="25" y="1126"/>
                  </a:cubicBezTo>
                  <a:cubicBezTo>
                    <a:pt x="1" y="1507"/>
                    <a:pt x="191" y="1865"/>
                    <a:pt x="453" y="2150"/>
                  </a:cubicBezTo>
                  <a:cubicBezTo>
                    <a:pt x="311" y="2317"/>
                    <a:pt x="191" y="2555"/>
                    <a:pt x="191" y="2817"/>
                  </a:cubicBezTo>
                  <a:lnTo>
                    <a:pt x="191" y="5199"/>
                  </a:lnTo>
                  <a:lnTo>
                    <a:pt x="2335" y="5199"/>
                  </a:lnTo>
                  <a:lnTo>
                    <a:pt x="2335" y="2817"/>
                  </a:lnTo>
                  <a:cubicBezTo>
                    <a:pt x="2335" y="2555"/>
                    <a:pt x="2240" y="2317"/>
                    <a:pt x="2049" y="2150"/>
                  </a:cubicBezTo>
                  <a:cubicBezTo>
                    <a:pt x="2335" y="1912"/>
                    <a:pt x="2478" y="1603"/>
                    <a:pt x="2478" y="1222"/>
                  </a:cubicBezTo>
                  <a:cubicBezTo>
                    <a:pt x="2478" y="548"/>
                    <a:pt x="1948" y="1"/>
                    <a:pt x="128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5026" name="Google Shape;5026;p56"/>
            <p:cNvSpPr/>
            <p:nvPr/>
          </p:nvSpPr>
          <p:spPr>
            <a:xfrm>
              <a:off x="7158654" y="2997380"/>
              <a:ext cx="72873" cy="152955"/>
            </a:xfrm>
            <a:custGeom>
              <a:rect b="b" l="l" r="r" t="t"/>
              <a:pathLst>
                <a:path extrusionOk="0" h="5199" w="2477">
                  <a:moveTo>
                    <a:pt x="1238" y="650"/>
                  </a:moveTo>
                  <a:cubicBezTo>
                    <a:pt x="1548" y="650"/>
                    <a:pt x="1786" y="888"/>
                    <a:pt x="1786" y="1198"/>
                  </a:cubicBezTo>
                  <a:cubicBezTo>
                    <a:pt x="1786" y="1484"/>
                    <a:pt x="1548" y="1722"/>
                    <a:pt x="1238" y="1722"/>
                  </a:cubicBezTo>
                  <a:cubicBezTo>
                    <a:pt x="953" y="1722"/>
                    <a:pt x="715" y="1484"/>
                    <a:pt x="715" y="1198"/>
                  </a:cubicBezTo>
                  <a:cubicBezTo>
                    <a:pt x="715" y="888"/>
                    <a:pt x="953" y="650"/>
                    <a:pt x="1238" y="650"/>
                  </a:cubicBezTo>
                  <a:close/>
                  <a:moveTo>
                    <a:pt x="1245" y="2410"/>
                  </a:moveTo>
                  <a:cubicBezTo>
                    <a:pt x="1259" y="2410"/>
                    <a:pt x="1272" y="2411"/>
                    <a:pt x="1286" y="2412"/>
                  </a:cubicBezTo>
                  <a:cubicBezTo>
                    <a:pt x="1453" y="2460"/>
                    <a:pt x="1643" y="2650"/>
                    <a:pt x="1643" y="2817"/>
                  </a:cubicBezTo>
                  <a:lnTo>
                    <a:pt x="1643" y="4532"/>
                  </a:lnTo>
                  <a:lnTo>
                    <a:pt x="857" y="4532"/>
                  </a:lnTo>
                  <a:lnTo>
                    <a:pt x="857" y="2793"/>
                  </a:lnTo>
                  <a:cubicBezTo>
                    <a:pt x="857" y="2570"/>
                    <a:pt x="1045" y="2410"/>
                    <a:pt x="1245" y="2410"/>
                  </a:cubicBezTo>
                  <a:close/>
                  <a:moveTo>
                    <a:pt x="1288" y="1"/>
                  </a:moveTo>
                  <a:cubicBezTo>
                    <a:pt x="1248" y="1"/>
                    <a:pt x="1208" y="3"/>
                    <a:pt x="1167" y="7"/>
                  </a:cubicBezTo>
                  <a:cubicBezTo>
                    <a:pt x="524" y="55"/>
                    <a:pt x="48" y="531"/>
                    <a:pt x="24" y="1126"/>
                  </a:cubicBezTo>
                  <a:cubicBezTo>
                    <a:pt x="0" y="1507"/>
                    <a:pt x="167" y="1865"/>
                    <a:pt x="453" y="2150"/>
                  </a:cubicBezTo>
                  <a:cubicBezTo>
                    <a:pt x="286" y="2317"/>
                    <a:pt x="167" y="2555"/>
                    <a:pt x="167" y="2817"/>
                  </a:cubicBezTo>
                  <a:lnTo>
                    <a:pt x="167" y="5199"/>
                  </a:lnTo>
                  <a:lnTo>
                    <a:pt x="2310" y="5199"/>
                  </a:lnTo>
                  <a:lnTo>
                    <a:pt x="2310" y="2817"/>
                  </a:lnTo>
                  <a:cubicBezTo>
                    <a:pt x="2310" y="2555"/>
                    <a:pt x="2239" y="2317"/>
                    <a:pt x="2048" y="2150"/>
                  </a:cubicBezTo>
                  <a:cubicBezTo>
                    <a:pt x="2310" y="1912"/>
                    <a:pt x="2477" y="1603"/>
                    <a:pt x="2477" y="1222"/>
                  </a:cubicBezTo>
                  <a:cubicBezTo>
                    <a:pt x="2477" y="548"/>
                    <a:pt x="1947" y="1"/>
                    <a:pt x="128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5027" name="Google Shape;5027;p56"/>
            <p:cNvSpPr/>
            <p:nvPr/>
          </p:nvSpPr>
          <p:spPr>
            <a:xfrm>
              <a:off x="7252532" y="2997380"/>
              <a:ext cx="72197" cy="152955"/>
            </a:xfrm>
            <a:custGeom>
              <a:rect b="b" l="l" r="r" t="t"/>
              <a:pathLst>
                <a:path extrusionOk="0" h="5199" w="2454">
                  <a:moveTo>
                    <a:pt x="1215" y="650"/>
                  </a:moveTo>
                  <a:cubicBezTo>
                    <a:pt x="1501" y="650"/>
                    <a:pt x="1739" y="888"/>
                    <a:pt x="1739" y="1198"/>
                  </a:cubicBezTo>
                  <a:cubicBezTo>
                    <a:pt x="1739" y="1484"/>
                    <a:pt x="1501" y="1722"/>
                    <a:pt x="1215" y="1722"/>
                  </a:cubicBezTo>
                  <a:cubicBezTo>
                    <a:pt x="905" y="1722"/>
                    <a:pt x="667" y="1484"/>
                    <a:pt x="667" y="1198"/>
                  </a:cubicBezTo>
                  <a:cubicBezTo>
                    <a:pt x="667" y="888"/>
                    <a:pt x="905" y="650"/>
                    <a:pt x="1215" y="650"/>
                  </a:cubicBezTo>
                  <a:close/>
                  <a:moveTo>
                    <a:pt x="1198" y="2410"/>
                  </a:moveTo>
                  <a:cubicBezTo>
                    <a:pt x="1211" y="2410"/>
                    <a:pt x="1225" y="2411"/>
                    <a:pt x="1239" y="2412"/>
                  </a:cubicBezTo>
                  <a:cubicBezTo>
                    <a:pt x="1453" y="2460"/>
                    <a:pt x="1596" y="2650"/>
                    <a:pt x="1596" y="2817"/>
                  </a:cubicBezTo>
                  <a:lnTo>
                    <a:pt x="1596" y="4532"/>
                  </a:lnTo>
                  <a:lnTo>
                    <a:pt x="834" y="4532"/>
                  </a:lnTo>
                  <a:lnTo>
                    <a:pt x="834" y="2793"/>
                  </a:lnTo>
                  <a:cubicBezTo>
                    <a:pt x="834" y="2570"/>
                    <a:pt x="1001" y="2410"/>
                    <a:pt x="1198" y="2410"/>
                  </a:cubicBezTo>
                  <a:close/>
                  <a:moveTo>
                    <a:pt x="1190" y="1"/>
                  </a:moveTo>
                  <a:cubicBezTo>
                    <a:pt x="530" y="1"/>
                    <a:pt x="0" y="548"/>
                    <a:pt x="0" y="1222"/>
                  </a:cubicBezTo>
                  <a:cubicBezTo>
                    <a:pt x="0" y="1579"/>
                    <a:pt x="143" y="1912"/>
                    <a:pt x="405" y="2150"/>
                  </a:cubicBezTo>
                  <a:cubicBezTo>
                    <a:pt x="262" y="2317"/>
                    <a:pt x="143" y="2555"/>
                    <a:pt x="143" y="2817"/>
                  </a:cubicBezTo>
                  <a:lnTo>
                    <a:pt x="143" y="5199"/>
                  </a:lnTo>
                  <a:lnTo>
                    <a:pt x="2286" y="5199"/>
                  </a:lnTo>
                  <a:lnTo>
                    <a:pt x="2286" y="2817"/>
                  </a:lnTo>
                  <a:cubicBezTo>
                    <a:pt x="2286" y="2555"/>
                    <a:pt x="2191" y="2317"/>
                    <a:pt x="2024" y="2150"/>
                  </a:cubicBezTo>
                  <a:cubicBezTo>
                    <a:pt x="2286" y="1912"/>
                    <a:pt x="2453" y="1555"/>
                    <a:pt x="2429" y="1126"/>
                  </a:cubicBezTo>
                  <a:cubicBezTo>
                    <a:pt x="2406" y="531"/>
                    <a:pt x="1905" y="55"/>
                    <a:pt x="1310" y="7"/>
                  </a:cubicBezTo>
                  <a:cubicBezTo>
                    <a:pt x="1269" y="3"/>
                    <a:pt x="1229" y="1"/>
                    <a:pt x="119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5028" name="Google Shape;5028;p56"/>
            <p:cNvSpPr/>
            <p:nvPr/>
          </p:nvSpPr>
          <p:spPr>
            <a:xfrm>
              <a:off x="7064747" y="3181752"/>
              <a:ext cx="72903" cy="153543"/>
            </a:xfrm>
            <a:custGeom>
              <a:rect b="b" l="l" r="r" t="t"/>
              <a:pathLst>
                <a:path extrusionOk="0" h="5219" w="2478">
                  <a:moveTo>
                    <a:pt x="1263" y="670"/>
                  </a:moveTo>
                  <a:cubicBezTo>
                    <a:pt x="1549" y="670"/>
                    <a:pt x="1787" y="908"/>
                    <a:pt x="1787" y="1194"/>
                  </a:cubicBezTo>
                  <a:cubicBezTo>
                    <a:pt x="1787" y="1504"/>
                    <a:pt x="1549" y="1742"/>
                    <a:pt x="1263" y="1742"/>
                  </a:cubicBezTo>
                  <a:cubicBezTo>
                    <a:pt x="954" y="1742"/>
                    <a:pt x="715" y="1504"/>
                    <a:pt x="715" y="1194"/>
                  </a:cubicBezTo>
                  <a:cubicBezTo>
                    <a:pt x="715" y="932"/>
                    <a:pt x="954" y="670"/>
                    <a:pt x="1263" y="670"/>
                  </a:cubicBezTo>
                  <a:close/>
                  <a:moveTo>
                    <a:pt x="1246" y="2454"/>
                  </a:moveTo>
                  <a:cubicBezTo>
                    <a:pt x="1260" y="2454"/>
                    <a:pt x="1273" y="2455"/>
                    <a:pt x="1287" y="2456"/>
                  </a:cubicBezTo>
                  <a:cubicBezTo>
                    <a:pt x="1501" y="2456"/>
                    <a:pt x="1644" y="2623"/>
                    <a:pt x="1644" y="2837"/>
                  </a:cubicBezTo>
                  <a:lnTo>
                    <a:pt x="1644" y="4528"/>
                  </a:lnTo>
                  <a:lnTo>
                    <a:pt x="858" y="4528"/>
                  </a:lnTo>
                  <a:lnTo>
                    <a:pt x="858" y="2837"/>
                  </a:lnTo>
                  <a:cubicBezTo>
                    <a:pt x="858" y="2614"/>
                    <a:pt x="1046" y="2454"/>
                    <a:pt x="1246" y="2454"/>
                  </a:cubicBezTo>
                  <a:close/>
                  <a:moveTo>
                    <a:pt x="1251" y="0"/>
                  </a:moveTo>
                  <a:cubicBezTo>
                    <a:pt x="1223" y="0"/>
                    <a:pt x="1196" y="1"/>
                    <a:pt x="1168" y="3"/>
                  </a:cubicBezTo>
                  <a:cubicBezTo>
                    <a:pt x="573" y="75"/>
                    <a:pt x="96" y="551"/>
                    <a:pt x="25" y="1146"/>
                  </a:cubicBezTo>
                  <a:cubicBezTo>
                    <a:pt x="1" y="1527"/>
                    <a:pt x="191" y="1885"/>
                    <a:pt x="453" y="2147"/>
                  </a:cubicBezTo>
                  <a:cubicBezTo>
                    <a:pt x="311" y="2337"/>
                    <a:pt x="191" y="2575"/>
                    <a:pt x="191" y="2837"/>
                  </a:cubicBezTo>
                  <a:lnTo>
                    <a:pt x="191" y="5219"/>
                  </a:lnTo>
                  <a:lnTo>
                    <a:pt x="2335" y="5219"/>
                  </a:lnTo>
                  <a:lnTo>
                    <a:pt x="2335" y="2837"/>
                  </a:lnTo>
                  <a:cubicBezTo>
                    <a:pt x="2335" y="2575"/>
                    <a:pt x="2240" y="2337"/>
                    <a:pt x="2049" y="2147"/>
                  </a:cubicBezTo>
                  <a:cubicBezTo>
                    <a:pt x="2335" y="1908"/>
                    <a:pt x="2478" y="1599"/>
                    <a:pt x="2478" y="1242"/>
                  </a:cubicBezTo>
                  <a:cubicBezTo>
                    <a:pt x="2478" y="555"/>
                    <a:pt x="1928" y="0"/>
                    <a:pt x="125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5029" name="Google Shape;5029;p56"/>
            <p:cNvSpPr/>
            <p:nvPr/>
          </p:nvSpPr>
          <p:spPr>
            <a:xfrm>
              <a:off x="7158654" y="3181752"/>
              <a:ext cx="72873" cy="153543"/>
            </a:xfrm>
            <a:custGeom>
              <a:rect b="b" l="l" r="r" t="t"/>
              <a:pathLst>
                <a:path extrusionOk="0" h="5219" w="2477">
                  <a:moveTo>
                    <a:pt x="1238" y="670"/>
                  </a:moveTo>
                  <a:cubicBezTo>
                    <a:pt x="1548" y="670"/>
                    <a:pt x="1786" y="908"/>
                    <a:pt x="1786" y="1194"/>
                  </a:cubicBezTo>
                  <a:cubicBezTo>
                    <a:pt x="1786" y="1504"/>
                    <a:pt x="1548" y="1742"/>
                    <a:pt x="1238" y="1742"/>
                  </a:cubicBezTo>
                  <a:cubicBezTo>
                    <a:pt x="953" y="1742"/>
                    <a:pt x="715" y="1504"/>
                    <a:pt x="715" y="1194"/>
                  </a:cubicBezTo>
                  <a:cubicBezTo>
                    <a:pt x="715" y="932"/>
                    <a:pt x="953" y="670"/>
                    <a:pt x="1238" y="670"/>
                  </a:cubicBezTo>
                  <a:close/>
                  <a:moveTo>
                    <a:pt x="1245" y="2454"/>
                  </a:moveTo>
                  <a:cubicBezTo>
                    <a:pt x="1259" y="2454"/>
                    <a:pt x="1272" y="2455"/>
                    <a:pt x="1286" y="2456"/>
                  </a:cubicBezTo>
                  <a:cubicBezTo>
                    <a:pt x="1453" y="2456"/>
                    <a:pt x="1643" y="2623"/>
                    <a:pt x="1643" y="2837"/>
                  </a:cubicBezTo>
                  <a:lnTo>
                    <a:pt x="1643" y="4528"/>
                  </a:lnTo>
                  <a:lnTo>
                    <a:pt x="857" y="4528"/>
                  </a:lnTo>
                  <a:lnTo>
                    <a:pt x="857" y="2837"/>
                  </a:lnTo>
                  <a:cubicBezTo>
                    <a:pt x="857" y="2614"/>
                    <a:pt x="1045" y="2454"/>
                    <a:pt x="1245" y="2454"/>
                  </a:cubicBezTo>
                  <a:close/>
                  <a:moveTo>
                    <a:pt x="1250" y="0"/>
                  </a:moveTo>
                  <a:cubicBezTo>
                    <a:pt x="1223" y="0"/>
                    <a:pt x="1195" y="1"/>
                    <a:pt x="1167" y="3"/>
                  </a:cubicBezTo>
                  <a:cubicBezTo>
                    <a:pt x="572" y="75"/>
                    <a:pt x="95" y="551"/>
                    <a:pt x="24" y="1146"/>
                  </a:cubicBezTo>
                  <a:cubicBezTo>
                    <a:pt x="0" y="1527"/>
                    <a:pt x="167" y="1885"/>
                    <a:pt x="453" y="2147"/>
                  </a:cubicBezTo>
                  <a:cubicBezTo>
                    <a:pt x="286" y="2337"/>
                    <a:pt x="167" y="2575"/>
                    <a:pt x="167" y="2837"/>
                  </a:cubicBezTo>
                  <a:lnTo>
                    <a:pt x="167" y="5219"/>
                  </a:lnTo>
                  <a:lnTo>
                    <a:pt x="2310" y="5219"/>
                  </a:lnTo>
                  <a:lnTo>
                    <a:pt x="2310" y="2837"/>
                  </a:lnTo>
                  <a:cubicBezTo>
                    <a:pt x="2310" y="2575"/>
                    <a:pt x="2239" y="2337"/>
                    <a:pt x="2048" y="2147"/>
                  </a:cubicBezTo>
                  <a:cubicBezTo>
                    <a:pt x="2286" y="1908"/>
                    <a:pt x="2477" y="1599"/>
                    <a:pt x="2477" y="1242"/>
                  </a:cubicBezTo>
                  <a:cubicBezTo>
                    <a:pt x="2477" y="555"/>
                    <a:pt x="1927" y="0"/>
                    <a:pt x="125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5030" name="Google Shape;5030;p56"/>
            <p:cNvSpPr/>
            <p:nvPr/>
          </p:nvSpPr>
          <p:spPr>
            <a:xfrm>
              <a:off x="7251120" y="3181752"/>
              <a:ext cx="72903" cy="153543"/>
            </a:xfrm>
            <a:custGeom>
              <a:rect b="b" l="l" r="r" t="t"/>
              <a:pathLst>
                <a:path extrusionOk="0" h="5219" w="2478">
                  <a:moveTo>
                    <a:pt x="1263" y="670"/>
                  </a:moveTo>
                  <a:cubicBezTo>
                    <a:pt x="1549" y="670"/>
                    <a:pt x="1787" y="908"/>
                    <a:pt x="1787" y="1194"/>
                  </a:cubicBezTo>
                  <a:cubicBezTo>
                    <a:pt x="1787" y="1504"/>
                    <a:pt x="1549" y="1742"/>
                    <a:pt x="1263" y="1742"/>
                  </a:cubicBezTo>
                  <a:cubicBezTo>
                    <a:pt x="953" y="1742"/>
                    <a:pt x="715" y="1504"/>
                    <a:pt x="715" y="1194"/>
                  </a:cubicBezTo>
                  <a:cubicBezTo>
                    <a:pt x="715" y="932"/>
                    <a:pt x="953" y="670"/>
                    <a:pt x="1263" y="670"/>
                  </a:cubicBezTo>
                  <a:close/>
                  <a:moveTo>
                    <a:pt x="1246" y="2454"/>
                  </a:moveTo>
                  <a:cubicBezTo>
                    <a:pt x="1259" y="2454"/>
                    <a:pt x="1273" y="2455"/>
                    <a:pt x="1287" y="2456"/>
                  </a:cubicBezTo>
                  <a:cubicBezTo>
                    <a:pt x="1501" y="2456"/>
                    <a:pt x="1644" y="2623"/>
                    <a:pt x="1644" y="2837"/>
                  </a:cubicBezTo>
                  <a:lnTo>
                    <a:pt x="1644" y="4528"/>
                  </a:lnTo>
                  <a:lnTo>
                    <a:pt x="882" y="4528"/>
                  </a:lnTo>
                  <a:lnTo>
                    <a:pt x="882" y="2837"/>
                  </a:lnTo>
                  <a:cubicBezTo>
                    <a:pt x="882" y="2614"/>
                    <a:pt x="1049" y="2454"/>
                    <a:pt x="1246" y="2454"/>
                  </a:cubicBezTo>
                  <a:close/>
                  <a:moveTo>
                    <a:pt x="1251" y="0"/>
                  </a:moveTo>
                  <a:cubicBezTo>
                    <a:pt x="1223" y="0"/>
                    <a:pt x="1195" y="1"/>
                    <a:pt x="1168" y="3"/>
                  </a:cubicBezTo>
                  <a:cubicBezTo>
                    <a:pt x="572" y="75"/>
                    <a:pt x="96" y="551"/>
                    <a:pt x="48" y="1146"/>
                  </a:cubicBezTo>
                  <a:cubicBezTo>
                    <a:pt x="1" y="1527"/>
                    <a:pt x="191" y="1885"/>
                    <a:pt x="453" y="2147"/>
                  </a:cubicBezTo>
                  <a:cubicBezTo>
                    <a:pt x="310" y="2337"/>
                    <a:pt x="191" y="2575"/>
                    <a:pt x="191" y="2837"/>
                  </a:cubicBezTo>
                  <a:lnTo>
                    <a:pt x="191" y="5219"/>
                  </a:lnTo>
                  <a:lnTo>
                    <a:pt x="2334" y="5219"/>
                  </a:lnTo>
                  <a:lnTo>
                    <a:pt x="2334" y="2837"/>
                  </a:lnTo>
                  <a:cubicBezTo>
                    <a:pt x="2334" y="2575"/>
                    <a:pt x="2239" y="2337"/>
                    <a:pt x="2072" y="2147"/>
                  </a:cubicBezTo>
                  <a:cubicBezTo>
                    <a:pt x="2334" y="1908"/>
                    <a:pt x="2477" y="1599"/>
                    <a:pt x="2477" y="1242"/>
                  </a:cubicBezTo>
                  <a:cubicBezTo>
                    <a:pt x="2477" y="555"/>
                    <a:pt x="1928" y="0"/>
                    <a:pt x="125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grpSp>
      <p:sp>
        <p:nvSpPr>
          <p:cNvPr id="5031" name="Google Shape;5031;p56"/>
          <p:cNvSpPr/>
          <p:nvPr/>
        </p:nvSpPr>
        <p:spPr>
          <a:xfrm>
            <a:off x="7709916" y="3396786"/>
            <a:ext cx="340537" cy="339830"/>
          </a:xfrm>
          <a:custGeom>
            <a:rect b="b" l="l" r="r" t="t"/>
            <a:pathLst>
              <a:path extrusionOk="0" h="11551" w="11575">
                <a:moveTo>
                  <a:pt x="5859" y="643"/>
                </a:moveTo>
                <a:cubicBezTo>
                  <a:pt x="6526" y="667"/>
                  <a:pt x="7240" y="834"/>
                  <a:pt x="7883" y="1120"/>
                </a:cubicBezTo>
                <a:lnTo>
                  <a:pt x="7883" y="2072"/>
                </a:lnTo>
                <a:lnTo>
                  <a:pt x="6978" y="2620"/>
                </a:lnTo>
                <a:cubicBezTo>
                  <a:pt x="6621" y="2453"/>
                  <a:pt x="6240" y="2406"/>
                  <a:pt x="5811" y="2406"/>
                </a:cubicBezTo>
                <a:cubicBezTo>
                  <a:pt x="5288" y="2406"/>
                  <a:pt x="4811" y="2525"/>
                  <a:pt x="4359" y="2739"/>
                </a:cubicBezTo>
                <a:lnTo>
                  <a:pt x="4359" y="1715"/>
                </a:lnTo>
                <a:lnTo>
                  <a:pt x="3525" y="1215"/>
                </a:lnTo>
                <a:cubicBezTo>
                  <a:pt x="4216" y="858"/>
                  <a:pt x="5026" y="643"/>
                  <a:pt x="5859" y="643"/>
                </a:cubicBezTo>
                <a:close/>
                <a:moveTo>
                  <a:pt x="2835" y="1620"/>
                </a:moveTo>
                <a:lnTo>
                  <a:pt x="3668" y="2096"/>
                </a:lnTo>
                <a:lnTo>
                  <a:pt x="3668" y="3144"/>
                </a:lnTo>
                <a:cubicBezTo>
                  <a:pt x="3001" y="3715"/>
                  <a:pt x="2549" y="4549"/>
                  <a:pt x="2477" y="5502"/>
                </a:cubicBezTo>
                <a:lnTo>
                  <a:pt x="1620" y="5025"/>
                </a:lnTo>
                <a:lnTo>
                  <a:pt x="763" y="5502"/>
                </a:lnTo>
                <a:cubicBezTo>
                  <a:pt x="810" y="3930"/>
                  <a:pt x="1620" y="2525"/>
                  <a:pt x="2835" y="1620"/>
                </a:cubicBezTo>
                <a:close/>
                <a:moveTo>
                  <a:pt x="8526" y="1501"/>
                </a:moveTo>
                <a:cubicBezTo>
                  <a:pt x="9812" y="2310"/>
                  <a:pt x="10693" y="3644"/>
                  <a:pt x="10860" y="5240"/>
                </a:cubicBezTo>
                <a:lnTo>
                  <a:pt x="10027" y="5716"/>
                </a:lnTo>
                <a:lnTo>
                  <a:pt x="9098" y="5192"/>
                </a:lnTo>
                <a:cubicBezTo>
                  <a:pt x="8955" y="4287"/>
                  <a:pt x="8407" y="3501"/>
                  <a:pt x="7669" y="3001"/>
                </a:cubicBezTo>
                <a:lnTo>
                  <a:pt x="8526" y="2501"/>
                </a:lnTo>
                <a:lnTo>
                  <a:pt x="8526" y="1501"/>
                </a:lnTo>
                <a:close/>
                <a:moveTo>
                  <a:pt x="5811" y="3049"/>
                </a:moveTo>
                <a:cubicBezTo>
                  <a:pt x="7312" y="3049"/>
                  <a:pt x="8503" y="4239"/>
                  <a:pt x="8503" y="5740"/>
                </a:cubicBezTo>
                <a:cubicBezTo>
                  <a:pt x="8503" y="7216"/>
                  <a:pt x="7288" y="8407"/>
                  <a:pt x="5811" y="8407"/>
                </a:cubicBezTo>
                <a:cubicBezTo>
                  <a:pt x="4335" y="8407"/>
                  <a:pt x="3144" y="7216"/>
                  <a:pt x="3144" y="5740"/>
                </a:cubicBezTo>
                <a:cubicBezTo>
                  <a:pt x="3144" y="4239"/>
                  <a:pt x="4335" y="3049"/>
                  <a:pt x="5811" y="3049"/>
                </a:cubicBezTo>
                <a:close/>
                <a:moveTo>
                  <a:pt x="9122" y="6002"/>
                </a:moveTo>
                <a:lnTo>
                  <a:pt x="9979" y="6478"/>
                </a:lnTo>
                <a:lnTo>
                  <a:pt x="10860" y="6002"/>
                </a:lnTo>
                <a:lnTo>
                  <a:pt x="10860" y="6002"/>
                </a:lnTo>
                <a:cubicBezTo>
                  <a:pt x="10789" y="7573"/>
                  <a:pt x="9979" y="8978"/>
                  <a:pt x="8764" y="9883"/>
                </a:cubicBezTo>
                <a:lnTo>
                  <a:pt x="7931" y="9407"/>
                </a:lnTo>
                <a:lnTo>
                  <a:pt x="7931" y="8359"/>
                </a:lnTo>
                <a:cubicBezTo>
                  <a:pt x="8622" y="7788"/>
                  <a:pt x="9074" y="6954"/>
                  <a:pt x="9122" y="6002"/>
                </a:cubicBezTo>
                <a:close/>
                <a:moveTo>
                  <a:pt x="1596" y="5787"/>
                </a:moveTo>
                <a:lnTo>
                  <a:pt x="2525" y="6287"/>
                </a:lnTo>
                <a:cubicBezTo>
                  <a:pt x="2668" y="7216"/>
                  <a:pt x="3192" y="8002"/>
                  <a:pt x="3930" y="8502"/>
                </a:cubicBezTo>
                <a:lnTo>
                  <a:pt x="3073" y="9002"/>
                </a:lnTo>
                <a:lnTo>
                  <a:pt x="3073" y="9979"/>
                </a:lnTo>
                <a:cubicBezTo>
                  <a:pt x="1811" y="9217"/>
                  <a:pt x="906" y="7859"/>
                  <a:pt x="763" y="6264"/>
                </a:cubicBezTo>
                <a:lnTo>
                  <a:pt x="1596" y="5787"/>
                </a:lnTo>
                <a:close/>
                <a:moveTo>
                  <a:pt x="7240" y="8764"/>
                </a:moveTo>
                <a:lnTo>
                  <a:pt x="7240" y="9788"/>
                </a:lnTo>
                <a:lnTo>
                  <a:pt x="8074" y="10288"/>
                </a:lnTo>
                <a:cubicBezTo>
                  <a:pt x="7407" y="10645"/>
                  <a:pt x="6597" y="10860"/>
                  <a:pt x="5764" y="10860"/>
                </a:cubicBezTo>
                <a:cubicBezTo>
                  <a:pt x="5073" y="10836"/>
                  <a:pt x="4359" y="10669"/>
                  <a:pt x="3740" y="10384"/>
                </a:cubicBezTo>
                <a:lnTo>
                  <a:pt x="3740" y="9431"/>
                </a:lnTo>
                <a:lnTo>
                  <a:pt x="4621" y="8883"/>
                </a:lnTo>
                <a:cubicBezTo>
                  <a:pt x="4978" y="9050"/>
                  <a:pt x="5383" y="9098"/>
                  <a:pt x="5788" y="9098"/>
                </a:cubicBezTo>
                <a:cubicBezTo>
                  <a:pt x="6312" y="9098"/>
                  <a:pt x="6812" y="8978"/>
                  <a:pt x="7240" y="8764"/>
                </a:cubicBezTo>
                <a:close/>
                <a:moveTo>
                  <a:pt x="5788" y="0"/>
                </a:moveTo>
                <a:cubicBezTo>
                  <a:pt x="4240" y="0"/>
                  <a:pt x="2811" y="596"/>
                  <a:pt x="1715" y="1691"/>
                </a:cubicBezTo>
                <a:cubicBezTo>
                  <a:pt x="644" y="2763"/>
                  <a:pt x="1" y="4216"/>
                  <a:pt x="1" y="5764"/>
                </a:cubicBezTo>
                <a:cubicBezTo>
                  <a:pt x="1" y="7311"/>
                  <a:pt x="596" y="8740"/>
                  <a:pt x="1715" y="9836"/>
                </a:cubicBezTo>
                <a:cubicBezTo>
                  <a:pt x="2787" y="10907"/>
                  <a:pt x="4240" y="11550"/>
                  <a:pt x="5788" y="11550"/>
                </a:cubicBezTo>
                <a:cubicBezTo>
                  <a:pt x="7336" y="11550"/>
                  <a:pt x="8764" y="10955"/>
                  <a:pt x="9860" y="9836"/>
                </a:cubicBezTo>
                <a:cubicBezTo>
                  <a:pt x="10932" y="8764"/>
                  <a:pt x="11575" y="7311"/>
                  <a:pt x="11575" y="5764"/>
                </a:cubicBezTo>
                <a:cubicBezTo>
                  <a:pt x="11575" y="4216"/>
                  <a:pt x="10979" y="2763"/>
                  <a:pt x="9860" y="1691"/>
                </a:cubicBezTo>
                <a:cubicBezTo>
                  <a:pt x="8788" y="620"/>
                  <a:pt x="7336" y="0"/>
                  <a:pt x="578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5032" name="Google Shape;5032;p56"/>
          <p:cNvSpPr/>
          <p:nvPr/>
        </p:nvSpPr>
        <p:spPr>
          <a:xfrm>
            <a:off x="6980207" y="3391166"/>
            <a:ext cx="340537" cy="341243"/>
          </a:xfrm>
          <a:custGeom>
            <a:rect b="b" l="l" r="r" t="t"/>
            <a:pathLst>
              <a:path extrusionOk="0" h="11599" w="11575">
                <a:moveTo>
                  <a:pt x="5811" y="2001"/>
                </a:moveTo>
                <a:cubicBezTo>
                  <a:pt x="6002" y="2001"/>
                  <a:pt x="6192" y="2168"/>
                  <a:pt x="6192" y="2382"/>
                </a:cubicBezTo>
                <a:cubicBezTo>
                  <a:pt x="6192" y="2597"/>
                  <a:pt x="6002" y="2763"/>
                  <a:pt x="5811" y="2763"/>
                </a:cubicBezTo>
                <a:cubicBezTo>
                  <a:pt x="5597" y="2763"/>
                  <a:pt x="5406" y="2597"/>
                  <a:pt x="5406" y="2382"/>
                </a:cubicBezTo>
                <a:cubicBezTo>
                  <a:pt x="5382" y="2168"/>
                  <a:pt x="5573" y="2001"/>
                  <a:pt x="5811" y="2001"/>
                </a:cubicBezTo>
                <a:close/>
                <a:moveTo>
                  <a:pt x="2787" y="1620"/>
                </a:moveTo>
                <a:lnTo>
                  <a:pt x="3358" y="2406"/>
                </a:lnTo>
                <a:lnTo>
                  <a:pt x="2787" y="3216"/>
                </a:lnTo>
                <a:lnTo>
                  <a:pt x="739" y="3216"/>
                </a:lnTo>
                <a:lnTo>
                  <a:pt x="739" y="1620"/>
                </a:lnTo>
                <a:close/>
                <a:moveTo>
                  <a:pt x="5811" y="5383"/>
                </a:moveTo>
                <a:cubicBezTo>
                  <a:pt x="6002" y="5383"/>
                  <a:pt x="6192" y="5574"/>
                  <a:pt x="6192" y="5788"/>
                </a:cubicBezTo>
                <a:cubicBezTo>
                  <a:pt x="6192" y="5978"/>
                  <a:pt x="6002" y="6169"/>
                  <a:pt x="5811" y="6169"/>
                </a:cubicBezTo>
                <a:cubicBezTo>
                  <a:pt x="5597" y="6169"/>
                  <a:pt x="5406" y="5978"/>
                  <a:pt x="5406" y="5788"/>
                </a:cubicBezTo>
                <a:cubicBezTo>
                  <a:pt x="5406" y="5574"/>
                  <a:pt x="5597" y="5383"/>
                  <a:pt x="5811" y="5383"/>
                </a:cubicBezTo>
                <a:close/>
                <a:moveTo>
                  <a:pt x="10860" y="4978"/>
                </a:moveTo>
                <a:lnTo>
                  <a:pt x="10860" y="6574"/>
                </a:lnTo>
                <a:lnTo>
                  <a:pt x="8812" y="6574"/>
                </a:lnTo>
                <a:lnTo>
                  <a:pt x="8240" y="5788"/>
                </a:lnTo>
                <a:lnTo>
                  <a:pt x="8812" y="4978"/>
                </a:lnTo>
                <a:close/>
                <a:moveTo>
                  <a:pt x="5811" y="8765"/>
                </a:moveTo>
                <a:cubicBezTo>
                  <a:pt x="6002" y="8765"/>
                  <a:pt x="6192" y="8931"/>
                  <a:pt x="6192" y="9146"/>
                </a:cubicBezTo>
                <a:cubicBezTo>
                  <a:pt x="6192" y="9360"/>
                  <a:pt x="6002" y="9527"/>
                  <a:pt x="5811" y="9527"/>
                </a:cubicBezTo>
                <a:cubicBezTo>
                  <a:pt x="5597" y="9527"/>
                  <a:pt x="5406" y="9360"/>
                  <a:pt x="5406" y="9146"/>
                </a:cubicBezTo>
                <a:cubicBezTo>
                  <a:pt x="5406" y="8931"/>
                  <a:pt x="5597" y="8765"/>
                  <a:pt x="5811" y="8765"/>
                </a:cubicBezTo>
                <a:close/>
                <a:moveTo>
                  <a:pt x="2787" y="8336"/>
                </a:moveTo>
                <a:lnTo>
                  <a:pt x="3358" y="9146"/>
                </a:lnTo>
                <a:lnTo>
                  <a:pt x="2787" y="9955"/>
                </a:lnTo>
                <a:lnTo>
                  <a:pt x="739" y="9955"/>
                </a:lnTo>
                <a:lnTo>
                  <a:pt x="739" y="8336"/>
                </a:lnTo>
                <a:close/>
                <a:moveTo>
                  <a:pt x="5454" y="1"/>
                </a:moveTo>
                <a:lnTo>
                  <a:pt x="5454" y="1382"/>
                </a:lnTo>
                <a:cubicBezTo>
                  <a:pt x="5120" y="1501"/>
                  <a:pt x="4882" y="1739"/>
                  <a:pt x="4763" y="2049"/>
                </a:cubicBezTo>
                <a:lnTo>
                  <a:pt x="3906" y="2049"/>
                </a:lnTo>
                <a:lnTo>
                  <a:pt x="3096" y="930"/>
                </a:lnTo>
                <a:lnTo>
                  <a:pt x="0" y="930"/>
                </a:lnTo>
                <a:lnTo>
                  <a:pt x="0" y="3906"/>
                </a:lnTo>
                <a:lnTo>
                  <a:pt x="3096" y="3906"/>
                </a:lnTo>
                <a:lnTo>
                  <a:pt x="3906" y="2763"/>
                </a:lnTo>
                <a:lnTo>
                  <a:pt x="4763" y="2763"/>
                </a:lnTo>
                <a:cubicBezTo>
                  <a:pt x="4882" y="3097"/>
                  <a:pt x="5120" y="3335"/>
                  <a:pt x="5454" y="3454"/>
                </a:cubicBezTo>
                <a:lnTo>
                  <a:pt x="5454" y="4788"/>
                </a:lnTo>
                <a:cubicBezTo>
                  <a:pt x="5025" y="4954"/>
                  <a:pt x="4692" y="5335"/>
                  <a:pt x="4692" y="5812"/>
                </a:cubicBezTo>
                <a:cubicBezTo>
                  <a:pt x="4692" y="6288"/>
                  <a:pt x="5001" y="6669"/>
                  <a:pt x="5454" y="6812"/>
                </a:cubicBezTo>
                <a:lnTo>
                  <a:pt x="5454" y="8169"/>
                </a:lnTo>
                <a:cubicBezTo>
                  <a:pt x="5120" y="8288"/>
                  <a:pt x="4882" y="8526"/>
                  <a:pt x="4763" y="8836"/>
                </a:cubicBezTo>
                <a:lnTo>
                  <a:pt x="3906" y="8836"/>
                </a:lnTo>
                <a:lnTo>
                  <a:pt x="3096" y="7717"/>
                </a:lnTo>
                <a:lnTo>
                  <a:pt x="0" y="7717"/>
                </a:lnTo>
                <a:lnTo>
                  <a:pt x="0" y="10694"/>
                </a:lnTo>
                <a:lnTo>
                  <a:pt x="3096" y="10694"/>
                </a:lnTo>
                <a:lnTo>
                  <a:pt x="3906" y="9551"/>
                </a:lnTo>
                <a:lnTo>
                  <a:pt x="4763" y="9551"/>
                </a:lnTo>
                <a:cubicBezTo>
                  <a:pt x="4882" y="9884"/>
                  <a:pt x="5120" y="10122"/>
                  <a:pt x="5454" y="10241"/>
                </a:cubicBezTo>
                <a:lnTo>
                  <a:pt x="5454" y="11599"/>
                </a:lnTo>
                <a:lnTo>
                  <a:pt x="6121" y="11599"/>
                </a:lnTo>
                <a:lnTo>
                  <a:pt x="6121" y="10241"/>
                </a:lnTo>
                <a:cubicBezTo>
                  <a:pt x="6549" y="10098"/>
                  <a:pt x="6883" y="9717"/>
                  <a:pt x="6883" y="9217"/>
                </a:cubicBezTo>
                <a:cubicBezTo>
                  <a:pt x="6883" y="8741"/>
                  <a:pt x="6573" y="8360"/>
                  <a:pt x="6121" y="8217"/>
                </a:cubicBezTo>
                <a:lnTo>
                  <a:pt x="6121" y="6883"/>
                </a:lnTo>
                <a:cubicBezTo>
                  <a:pt x="6454" y="6764"/>
                  <a:pt x="6692" y="6526"/>
                  <a:pt x="6811" y="6193"/>
                </a:cubicBezTo>
                <a:lnTo>
                  <a:pt x="7669" y="6193"/>
                </a:lnTo>
                <a:lnTo>
                  <a:pt x="8478" y="7312"/>
                </a:lnTo>
                <a:lnTo>
                  <a:pt x="11574" y="7312"/>
                </a:lnTo>
                <a:lnTo>
                  <a:pt x="11574" y="4335"/>
                </a:lnTo>
                <a:lnTo>
                  <a:pt x="8454" y="4335"/>
                </a:lnTo>
                <a:lnTo>
                  <a:pt x="8454" y="4288"/>
                </a:lnTo>
                <a:lnTo>
                  <a:pt x="7645" y="5407"/>
                </a:lnTo>
                <a:lnTo>
                  <a:pt x="6811" y="5407"/>
                </a:lnTo>
                <a:cubicBezTo>
                  <a:pt x="6692" y="5097"/>
                  <a:pt x="6454" y="4859"/>
                  <a:pt x="6121" y="4740"/>
                </a:cubicBezTo>
                <a:lnTo>
                  <a:pt x="6121" y="3406"/>
                </a:lnTo>
                <a:cubicBezTo>
                  <a:pt x="6549" y="3240"/>
                  <a:pt x="6883" y="2859"/>
                  <a:pt x="6883" y="2382"/>
                </a:cubicBezTo>
                <a:cubicBezTo>
                  <a:pt x="6883" y="1906"/>
                  <a:pt x="6573" y="1525"/>
                  <a:pt x="6121" y="1382"/>
                </a:cubicBezTo>
                <a:lnTo>
                  <a:pt x="612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5033" name="Google Shape;5033;p56"/>
          <p:cNvSpPr/>
          <p:nvPr/>
        </p:nvSpPr>
        <p:spPr>
          <a:xfrm>
            <a:off x="6252973" y="3435325"/>
            <a:ext cx="337742" cy="337712"/>
          </a:xfrm>
          <a:custGeom>
            <a:rect b="b" l="l" r="r" t="t"/>
            <a:pathLst>
              <a:path extrusionOk="0" h="11479" w="11480">
                <a:moveTo>
                  <a:pt x="3216" y="667"/>
                </a:moveTo>
                <a:lnTo>
                  <a:pt x="3216" y="2286"/>
                </a:lnTo>
                <a:lnTo>
                  <a:pt x="668" y="2286"/>
                </a:lnTo>
                <a:lnTo>
                  <a:pt x="668" y="667"/>
                </a:lnTo>
                <a:close/>
                <a:moveTo>
                  <a:pt x="3882" y="1262"/>
                </a:moveTo>
                <a:lnTo>
                  <a:pt x="4668" y="2191"/>
                </a:lnTo>
                <a:lnTo>
                  <a:pt x="4668" y="3406"/>
                </a:lnTo>
                <a:lnTo>
                  <a:pt x="3882" y="2501"/>
                </a:lnTo>
                <a:lnTo>
                  <a:pt x="3882" y="1262"/>
                </a:lnTo>
                <a:close/>
                <a:moveTo>
                  <a:pt x="10003" y="2405"/>
                </a:moveTo>
                <a:lnTo>
                  <a:pt x="10622" y="3215"/>
                </a:lnTo>
                <a:lnTo>
                  <a:pt x="10003" y="4001"/>
                </a:lnTo>
                <a:lnTo>
                  <a:pt x="5335" y="4001"/>
                </a:lnTo>
                <a:lnTo>
                  <a:pt x="5335" y="2405"/>
                </a:lnTo>
                <a:close/>
                <a:moveTo>
                  <a:pt x="3216" y="2929"/>
                </a:moveTo>
                <a:lnTo>
                  <a:pt x="3216" y="4549"/>
                </a:lnTo>
                <a:lnTo>
                  <a:pt x="668" y="4549"/>
                </a:lnTo>
                <a:lnTo>
                  <a:pt x="668" y="2929"/>
                </a:lnTo>
                <a:close/>
                <a:moveTo>
                  <a:pt x="3882" y="3525"/>
                </a:moveTo>
                <a:lnTo>
                  <a:pt x="4668" y="4454"/>
                </a:lnTo>
                <a:lnTo>
                  <a:pt x="4668" y="5668"/>
                </a:lnTo>
                <a:lnTo>
                  <a:pt x="3882" y="4763"/>
                </a:lnTo>
                <a:lnTo>
                  <a:pt x="3882" y="3525"/>
                </a:lnTo>
                <a:close/>
                <a:moveTo>
                  <a:pt x="10003" y="4668"/>
                </a:moveTo>
                <a:lnTo>
                  <a:pt x="10622" y="5478"/>
                </a:lnTo>
                <a:lnTo>
                  <a:pt x="10003" y="6263"/>
                </a:lnTo>
                <a:lnTo>
                  <a:pt x="5335" y="6263"/>
                </a:lnTo>
                <a:lnTo>
                  <a:pt x="5335" y="4668"/>
                </a:lnTo>
                <a:close/>
                <a:moveTo>
                  <a:pt x="3216" y="5239"/>
                </a:moveTo>
                <a:lnTo>
                  <a:pt x="3216" y="6835"/>
                </a:lnTo>
                <a:lnTo>
                  <a:pt x="668" y="6835"/>
                </a:lnTo>
                <a:lnTo>
                  <a:pt x="668" y="5239"/>
                </a:lnTo>
                <a:close/>
                <a:moveTo>
                  <a:pt x="3882" y="5787"/>
                </a:moveTo>
                <a:lnTo>
                  <a:pt x="4668" y="6716"/>
                </a:lnTo>
                <a:lnTo>
                  <a:pt x="4668" y="7930"/>
                </a:lnTo>
                <a:lnTo>
                  <a:pt x="3882" y="7025"/>
                </a:lnTo>
                <a:lnTo>
                  <a:pt x="3882" y="5787"/>
                </a:lnTo>
                <a:close/>
                <a:moveTo>
                  <a:pt x="10003" y="6954"/>
                </a:moveTo>
                <a:lnTo>
                  <a:pt x="10622" y="7764"/>
                </a:lnTo>
                <a:lnTo>
                  <a:pt x="10003" y="8573"/>
                </a:lnTo>
                <a:lnTo>
                  <a:pt x="5335" y="8573"/>
                </a:lnTo>
                <a:lnTo>
                  <a:pt x="5335" y="6954"/>
                </a:lnTo>
                <a:close/>
                <a:moveTo>
                  <a:pt x="3216" y="7478"/>
                </a:moveTo>
                <a:lnTo>
                  <a:pt x="3216" y="9097"/>
                </a:lnTo>
                <a:lnTo>
                  <a:pt x="668" y="9097"/>
                </a:lnTo>
                <a:lnTo>
                  <a:pt x="668" y="7478"/>
                </a:lnTo>
                <a:close/>
                <a:moveTo>
                  <a:pt x="3882" y="8073"/>
                </a:moveTo>
                <a:lnTo>
                  <a:pt x="4668" y="9002"/>
                </a:lnTo>
                <a:lnTo>
                  <a:pt x="4668" y="10217"/>
                </a:lnTo>
                <a:lnTo>
                  <a:pt x="3882" y="9312"/>
                </a:lnTo>
                <a:lnTo>
                  <a:pt x="3882" y="8073"/>
                </a:lnTo>
                <a:close/>
                <a:moveTo>
                  <a:pt x="10003" y="9216"/>
                </a:moveTo>
                <a:lnTo>
                  <a:pt x="10622" y="10026"/>
                </a:lnTo>
                <a:lnTo>
                  <a:pt x="10003" y="10836"/>
                </a:lnTo>
                <a:lnTo>
                  <a:pt x="5335" y="10836"/>
                </a:lnTo>
                <a:lnTo>
                  <a:pt x="5335" y="9216"/>
                </a:lnTo>
                <a:close/>
                <a:moveTo>
                  <a:pt x="1" y="0"/>
                </a:moveTo>
                <a:lnTo>
                  <a:pt x="1" y="9764"/>
                </a:lnTo>
                <a:lnTo>
                  <a:pt x="3382" y="9764"/>
                </a:lnTo>
                <a:lnTo>
                  <a:pt x="4835" y="11479"/>
                </a:lnTo>
                <a:lnTo>
                  <a:pt x="10312" y="11479"/>
                </a:lnTo>
                <a:lnTo>
                  <a:pt x="11479" y="10002"/>
                </a:lnTo>
                <a:lnTo>
                  <a:pt x="10598" y="8859"/>
                </a:lnTo>
                <a:lnTo>
                  <a:pt x="11479" y="7740"/>
                </a:lnTo>
                <a:lnTo>
                  <a:pt x="10598" y="6597"/>
                </a:lnTo>
                <a:lnTo>
                  <a:pt x="11479" y="5478"/>
                </a:lnTo>
                <a:lnTo>
                  <a:pt x="10598" y="4334"/>
                </a:lnTo>
                <a:lnTo>
                  <a:pt x="11479" y="3215"/>
                </a:lnTo>
                <a:lnTo>
                  <a:pt x="10312" y="1715"/>
                </a:lnTo>
                <a:lnTo>
                  <a:pt x="5168" y="1715"/>
                </a:lnTo>
                <a:lnTo>
                  <a:pt x="371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5034" name="Google Shape;5034;p56"/>
          <p:cNvSpPr/>
          <p:nvPr/>
        </p:nvSpPr>
        <p:spPr>
          <a:xfrm>
            <a:off x="5541470" y="3396079"/>
            <a:ext cx="280990" cy="342625"/>
          </a:xfrm>
          <a:custGeom>
            <a:rect b="b" l="l" r="r" t="t"/>
            <a:pathLst>
              <a:path extrusionOk="0" h="11646" w="9551">
                <a:moveTo>
                  <a:pt x="7526" y="2192"/>
                </a:moveTo>
                <a:lnTo>
                  <a:pt x="7526" y="2954"/>
                </a:lnTo>
                <a:lnTo>
                  <a:pt x="1525" y="2954"/>
                </a:lnTo>
                <a:lnTo>
                  <a:pt x="1525" y="2192"/>
                </a:lnTo>
                <a:close/>
                <a:moveTo>
                  <a:pt x="8217" y="5407"/>
                </a:moveTo>
                <a:lnTo>
                  <a:pt x="8217" y="6169"/>
                </a:lnTo>
                <a:lnTo>
                  <a:pt x="1525" y="6169"/>
                </a:lnTo>
                <a:lnTo>
                  <a:pt x="1525" y="5407"/>
                </a:lnTo>
                <a:close/>
                <a:moveTo>
                  <a:pt x="8860" y="8598"/>
                </a:moveTo>
                <a:lnTo>
                  <a:pt x="8860" y="9360"/>
                </a:lnTo>
                <a:lnTo>
                  <a:pt x="1501" y="9360"/>
                </a:lnTo>
                <a:lnTo>
                  <a:pt x="1501" y="8598"/>
                </a:lnTo>
                <a:close/>
                <a:moveTo>
                  <a:pt x="1" y="1"/>
                </a:moveTo>
                <a:lnTo>
                  <a:pt x="1" y="691"/>
                </a:lnTo>
                <a:lnTo>
                  <a:pt x="858" y="691"/>
                </a:lnTo>
                <a:lnTo>
                  <a:pt x="858" y="1382"/>
                </a:lnTo>
                <a:lnTo>
                  <a:pt x="1" y="1382"/>
                </a:lnTo>
                <a:lnTo>
                  <a:pt x="1" y="2072"/>
                </a:lnTo>
                <a:lnTo>
                  <a:pt x="858" y="2072"/>
                </a:lnTo>
                <a:lnTo>
                  <a:pt x="858" y="2739"/>
                </a:lnTo>
                <a:lnTo>
                  <a:pt x="1" y="2739"/>
                </a:lnTo>
                <a:lnTo>
                  <a:pt x="1" y="3430"/>
                </a:lnTo>
                <a:lnTo>
                  <a:pt x="858" y="3430"/>
                </a:lnTo>
                <a:lnTo>
                  <a:pt x="858" y="4121"/>
                </a:lnTo>
                <a:lnTo>
                  <a:pt x="1" y="4121"/>
                </a:lnTo>
                <a:lnTo>
                  <a:pt x="1" y="4811"/>
                </a:lnTo>
                <a:lnTo>
                  <a:pt x="858" y="4811"/>
                </a:lnTo>
                <a:lnTo>
                  <a:pt x="858" y="5478"/>
                </a:lnTo>
                <a:lnTo>
                  <a:pt x="1" y="5478"/>
                </a:lnTo>
                <a:lnTo>
                  <a:pt x="1" y="6169"/>
                </a:lnTo>
                <a:lnTo>
                  <a:pt x="858" y="6169"/>
                </a:lnTo>
                <a:lnTo>
                  <a:pt x="858" y="6859"/>
                </a:lnTo>
                <a:lnTo>
                  <a:pt x="1" y="6859"/>
                </a:lnTo>
                <a:lnTo>
                  <a:pt x="1" y="7550"/>
                </a:lnTo>
                <a:lnTo>
                  <a:pt x="858" y="7550"/>
                </a:lnTo>
                <a:lnTo>
                  <a:pt x="858" y="8217"/>
                </a:lnTo>
                <a:lnTo>
                  <a:pt x="1" y="8217"/>
                </a:lnTo>
                <a:lnTo>
                  <a:pt x="1" y="8907"/>
                </a:lnTo>
                <a:lnTo>
                  <a:pt x="858" y="8907"/>
                </a:lnTo>
                <a:lnTo>
                  <a:pt x="858" y="9598"/>
                </a:lnTo>
                <a:lnTo>
                  <a:pt x="1" y="9598"/>
                </a:lnTo>
                <a:lnTo>
                  <a:pt x="1" y="10288"/>
                </a:lnTo>
                <a:lnTo>
                  <a:pt x="858" y="10288"/>
                </a:lnTo>
                <a:lnTo>
                  <a:pt x="858" y="10955"/>
                </a:lnTo>
                <a:lnTo>
                  <a:pt x="1" y="10955"/>
                </a:lnTo>
                <a:lnTo>
                  <a:pt x="1" y="11646"/>
                </a:lnTo>
                <a:lnTo>
                  <a:pt x="1525" y="11646"/>
                </a:lnTo>
                <a:lnTo>
                  <a:pt x="1525" y="10169"/>
                </a:lnTo>
                <a:lnTo>
                  <a:pt x="9550" y="10169"/>
                </a:lnTo>
                <a:lnTo>
                  <a:pt x="9550" y="7907"/>
                </a:lnTo>
                <a:lnTo>
                  <a:pt x="1525" y="7907"/>
                </a:lnTo>
                <a:lnTo>
                  <a:pt x="1525" y="6859"/>
                </a:lnTo>
                <a:lnTo>
                  <a:pt x="8907" y="6859"/>
                </a:lnTo>
                <a:lnTo>
                  <a:pt x="8907" y="4716"/>
                </a:lnTo>
                <a:lnTo>
                  <a:pt x="1525" y="4716"/>
                </a:lnTo>
                <a:lnTo>
                  <a:pt x="1525" y="3644"/>
                </a:lnTo>
                <a:lnTo>
                  <a:pt x="8217" y="3644"/>
                </a:lnTo>
                <a:lnTo>
                  <a:pt x="8217" y="1501"/>
                </a:lnTo>
                <a:lnTo>
                  <a:pt x="1525" y="1501"/>
                </a:lnTo>
                <a:lnTo>
                  <a:pt x="152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grpSp>
        <p:nvGrpSpPr>
          <p:cNvPr id="5035" name="Google Shape;5035;p56"/>
          <p:cNvGrpSpPr/>
          <p:nvPr/>
        </p:nvGrpSpPr>
        <p:grpSpPr>
          <a:xfrm>
            <a:off x="4780938" y="3442327"/>
            <a:ext cx="338448" cy="280283"/>
            <a:chOff x="4704388" y="3600098"/>
            <a:chExt cx="338448" cy="280283"/>
          </a:xfrm>
        </p:grpSpPr>
        <p:sp>
          <p:nvSpPr>
            <p:cNvPr id="5036" name="Google Shape;5036;p56"/>
            <p:cNvSpPr/>
            <p:nvPr/>
          </p:nvSpPr>
          <p:spPr>
            <a:xfrm>
              <a:off x="4704388" y="3705891"/>
              <a:ext cx="338448" cy="174490"/>
            </a:xfrm>
            <a:custGeom>
              <a:rect b="b" l="l" r="r" t="t"/>
              <a:pathLst>
                <a:path extrusionOk="0" h="5931" w="11504">
                  <a:moveTo>
                    <a:pt x="2573" y="2263"/>
                  </a:moveTo>
                  <a:lnTo>
                    <a:pt x="2954" y="2620"/>
                  </a:lnTo>
                  <a:lnTo>
                    <a:pt x="2954" y="5240"/>
                  </a:lnTo>
                  <a:lnTo>
                    <a:pt x="2192" y="5240"/>
                  </a:lnTo>
                  <a:lnTo>
                    <a:pt x="2192" y="2620"/>
                  </a:lnTo>
                  <a:lnTo>
                    <a:pt x="2573" y="2263"/>
                  </a:lnTo>
                  <a:close/>
                  <a:moveTo>
                    <a:pt x="5764" y="1572"/>
                  </a:moveTo>
                  <a:lnTo>
                    <a:pt x="6145" y="1929"/>
                  </a:lnTo>
                  <a:lnTo>
                    <a:pt x="6145" y="5240"/>
                  </a:lnTo>
                  <a:lnTo>
                    <a:pt x="5359" y="5240"/>
                  </a:lnTo>
                  <a:lnTo>
                    <a:pt x="5359" y="1929"/>
                  </a:lnTo>
                  <a:lnTo>
                    <a:pt x="5764" y="1572"/>
                  </a:lnTo>
                  <a:close/>
                  <a:moveTo>
                    <a:pt x="8931" y="929"/>
                  </a:moveTo>
                  <a:lnTo>
                    <a:pt x="9312" y="1286"/>
                  </a:lnTo>
                  <a:lnTo>
                    <a:pt x="9312" y="5240"/>
                  </a:lnTo>
                  <a:lnTo>
                    <a:pt x="8550" y="5240"/>
                  </a:lnTo>
                  <a:lnTo>
                    <a:pt x="8550" y="1286"/>
                  </a:lnTo>
                  <a:lnTo>
                    <a:pt x="8931" y="929"/>
                  </a:lnTo>
                  <a:close/>
                  <a:moveTo>
                    <a:pt x="8931" y="0"/>
                  </a:moveTo>
                  <a:lnTo>
                    <a:pt x="7860" y="977"/>
                  </a:lnTo>
                  <a:lnTo>
                    <a:pt x="7860" y="5240"/>
                  </a:lnTo>
                  <a:lnTo>
                    <a:pt x="6836" y="5240"/>
                  </a:lnTo>
                  <a:lnTo>
                    <a:pt x="6836" y="1667"/>
                  </a:lnTo>
                  <a:lnTo>
                    <a:pt x="5740" y="691"/>
                  </a:lnTo>
                  <a:lnTo>
                    <a:pt x="4669" y="1667"/>
                  </a:lnTo>
                  <a:lnTo>
                    <a:pt x="4669" y="5240"/>
                  </a:lnTo>
                  <a:lnTo>
                    <a:pt x="3645" y="5240"/>
                  </a:lnTo>
                  <a:lnTo>
                    <a:pt x="3645" y="2310"/>
                  </a:lnTo>
                  <a:lnTo>
                    <a:pt x="2573" y="1334"/>
                  </a:lnTo>
                  <a:lnTo>
                    <a:pt x="1501" y="2310"/>
                  </a:lnTo>
                  <a:lnTo>
                    <a:pt x="1501" y="5240"/>
                  </a:lnTo>
                  <a:lnTo>
                    <a:pt x="1" y="5240"/>
                  </a:lnTo>
                  <a:lnTo>
                    <a:pt x="1" y="5930"/>
                  </a:lnTo>
                  <a:lnTo>
                    <a:pt x="11503" y="5930"/>
                  </a:lnTo>
                  <a:lnTo>
                    <a:pt x="11503" y="5240"/>
                  </a:lnTo>
                  <a:lnTo>
                    <a:pt x="10003" y="5240"/>
                  </a:lnTo>
                  <a:lnTo>
                    <a:pt x="10003" y="977"/>
                  </a:lnTo>
                  <a:lnTo>
                    <a:pt x="893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5037" name="Google Shape;5037;p56"/>
            <p:cNvSpPr/>
            <p:nvPr/>
          </p:nvSpPr>
          <p:spPr>
            <a:xfrm>
              <a:off x="4748547" y="3692564"/>
              <a:ext cx="63076" cy="56104"/>
            </a:xfrm>
            <a:custGeom>
              <a:rect b="b" l="l" r="r" t="t"/>
              <a:pathLst>
                <a:path extrusionOk="0" h="1907" w="2144">
                  <a:moveTo>
                    <a:pt x="1072" y="1"/>
                  </a:moveTo>
                  <a:lnTo>
                    <a:pt x="0" y="977"/>
                  </a:lnTo>
                  <a:lnTo>
                    <a:pt x="0" y="1906"/>
                  </a:lnTo>
                  <a:lnTo>
                    <a:pt x="1072" y="930"/>
                  </a:lnTo>
                  <a:lnTo>
                    <a:pt x="2144" y="1906"/>
                  </a:lnTo>
                  <a:lnTo>
                    <a:pt x="2144" y="977"/>
                  </a:lnTo>
                  <a:lnTo>
                    <a:pt x="107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5038" name="Google Shape;5038;p56"/>
            <p:cNvSpPr/>
            <p:nvPr/>
          </p:nvSpPr>
          <p:spPr>
            <a:xfrm>
              <a:off x="4748547" y="3640020"/>
              <a:ext cx="63076" cy="56075"/>
            </a:xfrm>
            <a:custGeom>
              <a:rect b="b" l="l" r="r" t="t"/>
              <a:pathLst>
                <a:path extrusionOk="0" h="1906" w="2144">
                  <a:moveTo>
                    <a:pt x="1072" y="1"/>
                  </a:moveTo>
                  <a:lnTo>
                    <a:pt x="0" y="977"/>
                  </a:lnTo>
                  <a:lnTo>
                    <a:pt x="0" y="1906"/>
                  </a:lnTo>
                  <a:lnTo>
                    <a:pt x="1072" y="930"/>
                  </a:lnTo>
                  <a:lnTo>
                    <a:pt x="2144" y="1906"/>
                  </a:lnTo>
                  <a:lnTo>
                    <a:pt x="2144" y="977"/>
                  </a:lnTo>
                  <a:lnTo>
                    <a:pt x="107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5039" name="Google Shape;5039;p56"/>
            <p:cNvSpPr/>
            <p:nvPr/>
          </p:nvSpPr>
          <p:spPr>
            <a:xfrm>
              <a:off x="4841718" y="3672264"/>
              <a:ext cx="63783" cy="56075"/>
            </a:xfrm>
            <a:custGeom>
              <a:rect b="b" l="l" r="r" t="t"/>
              <a:pathLst>
                <a:path extrusionOk="0" h="1906" w="2168">
                  <a:moveTo>
                    <a:pt x="1072" y="0"/>
                  </a:moveTo>
                  <a:lnTo>
                    <a:pt x="1" y="1000"/>
                  </a:lnTo>
                  <a:lnTo>
                    <a:pt x="1" y="1905"/>
                  </a:lnTo>
                  <a:lnTo>
                    <a:pt x="1072" y="929"/>
                  </a:lnTo>
                  <a:lnTo>
                    <a:pt x="2168" y="1905"/>
                  </a:lnTo>
                  <a:lnTo>
                    <a:pt x="2168" y="1000"/>
                  </a:lnTo>
                  <a:lnTo>
                    <a:pt x="1072"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5040" name="Google Shape;5040;p56"/>
            <p:cNvSpPr/>
            <p:nvPr/>
          </p:nvSpPr>
          <p:spPr>
            <a:xfrm>
              <a:off x="4841718" y="3619721"/>
              <a:ext cx="63783" cy="56075"/>
            </a:xfrm>
            <a:custGeom>
              <a:rect b="b" l="l" r="r" t="t"/>
              <a:pathLst>
                <a:path extrusionOk="0" h="1906" w="2168">
                  <a:moveTo>
                    <a:pt x="1072" y="0"/>
                  </a:moveTo>
                  <a:lnTo>
                    <a:pt x="1" y="1000"/>
                  </a:lnTo>
                  <a:lnTo>
                    <a:pt x="1" y="1905"/>
                  </a:lnTo>
                  <a:lnTo>
                    <a:pt x="1072" y="929"/>
                  </a:lnTo>
                  <a:lnTo>
                    <a:pt x="2168" y="1905"/>
                  </a:lnTo>
                  <a:lnTo>
                    <a:pt x="2168" y="1000"/>
                  </a:lnTo>
                  <a:lnTo>
                    <a:pt x="1072"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5041" name="Google Shape;5041;p56"/>
            <p:cNvSpPr/>
            <p:nvPr/>
          </p:nvSpPr>
          <p:spPr>
            <a:xfrm>
              <a:off x="4935596" y="3653347"/>
              <a:ext cx="63106" cy="56075"/>
            </a:xfrm>
            <a:custGeom>
              <a:rect b="b" l="l" r="r" t="t"/>
              <a:pathLst>
                <a:path extrusionOk="0" h="1906" w="2145">
                  <a:moveTo>
                    <a:pt x="1072" y="0"/>
                  </a:moveTo>
                  <a:lnTo>
                    <a:pt x="1" y="977"/>
                  </a:lnTo>
                  <a:lnTo>
                    <a:pt x="1" y="1905"/>
                  </a:lnTo>
                  <a:lnTo>
                    <a:pt x="1072" y="929"/>
                  </a:lnTo>
                  <a:lnTo>
                    <a:pt x="2144" y="1905"/>
                  </a:lnTo>
                  <a:lnTo>
                    <a:pt x="2144" y="977"/>
                  </a:lnTo>
                  <a:lnTo>
                    <a:pt x="1072"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5042" name="Google Shape;5042;p56"/>
            <p:cNvSpPr/>
            <p:nvPr/>
          </p:nvSpPr>
          <p:spPr>
            <a:xfrm>
              <a:off x="4935596" y="3600098"/>
              <a:ext cx="63106" cy="56075"/>
            </a:xfrm>
            <a:custGeom>
              <a:rect b="b" l="l" r="r" t="t"/>
              <a:pathLst>
                <a:path extrusionOk="0" h="1906" w="2145">
                  <a:moveTo>
                    <a:pt x="1072" y="0"/>
                  </a:moveTo>
                  <a:lnTo>
                    <a:pt x="1" y="977"/>
                  </a:lnTo>
                  <a:lnTo>
                    <a:pt x="1" y="1906"/>
                  </a:lnTo>
                  <a:lnTo>
                    <a:pt x="1072" y="905"/>
                  </a:lnTo>
                  <a:lnTo>
                    <a:pt x="2144" y="1906"/>
                  </a:lnTo>
                  <a:lnTo>
                    <a:pt x="2144" y="977"/>
                  </a:lnTo>
                  <a:lnTo>
                    <a:pt x="1072"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grpSp>
      <p:sp>
        <p:nvSpPr>
          <p:cNvPr id="5043" name="Google Shape;5043;p56"/>
          <p:cNvSpPr/>
          <p:nvPr/>
        </p:nvSpPr>
        <p:spPr>
          <a:xfrm>
            <a:off x="4046002" y="3424675"/>
            <a:ext cx="339830" cy="288816"/>
          </a:xfrm>
          <a:custGeom>
            <a:rect b="b" l="l" r="r" t="t"/>
            <a:pathLst>
              <a:path extrusionOk="0" h="9817" w="11551">
                <a:moveTo>
                  <a:pt x="9859" y="672"/>
                </a:moveTo>
                <a:cubicBezTo>
                  <a:pt x="10383" y="672"/>
                  <a:pt x="10836" y="1124"/>
                  <a:pt x="10836" y="1672"/>
                </a:cubicBezTo>
                <a:cubicBezTo>
                  <a:pt x="10836" y="2196"/>
                  <a:pt x="10383" y="2648"/>
                  <a:pt x="9859" y="2648"/>
                </a:cubicBezTo>
                <a:cubicBezTo>
                  <a:pt x="9312" y="2648"/>
                  <a:pt x="8883" y="2196"/>
                  <a:pt x="8883" y="1672"/>
                </a:cubicBezTo>
                <a:cubicBezTo>
                  <a:pt x="8883" y="1124"/>
                  <a:pt x="9312" y="672"/>
                  <a:pt x="9859" y="672"/>
                </a:cubicBezTo>
                <a:close/>
                <a:moveTo>
                  <a:pt x="3906" y="3029"/>
                </a:moveTo>
                <a:cubicBezTo>
                  <a:pt x="4120" y="3029"/>
                  <a:pt x="4287" y="3220"/>
                  <a:pt x="4287" y="3410"/>
                </a:cubicBezTo>
                <a:cubicBezTo>
                  <a:pt x="4287" y="3625"/>
                  <a:pt x="4120" y="3792"/>
                  <a:pt x="3906" y="3792"/>
                </a:cubicBezTo>
                <a:cubicBezTo>
                  <a:pt x="3691" y="3792"/>
                  <a:pt x="3525" y="3625"/>
                  <a:pt x="3525" y="3410"/>
                </a:cubicBezTo>
                <a:cubicBezTo>
                  <a:pt x="3525" y="3220"/>
                  <a:pt x="3668" y="3029"/>
                  <a:pt x="3906" y="3029"/>
                </a:cubicBezTo>
                <a:close/>
                <a:moveTo>
                  <a:pt x="6811" y="5959"/>
                </a:moveTo>
                <a:cubicBezTo>
                  <a:pt x="7025" y="5959"/>
                  <a:pt x="7216" y="6125"/>
                  <a:pt x="7216" y="6340"/>
                </a:cubicBezTo>
                <a:cubicBezTo>
                  <a:pt x="7216" y="6554"/>
                  <a:pt x="7025" y="6721"/>
                  <a:pt x="6811" y="6721"/>
                </a:cubicBezTo>
                <a:cubicBezTo>
                  <a:pt x="6621" y="6721"/>
                  <a:pt x="6430" y="6554"/>
                  <a:pt x="6430" y="6340"/>
                </a:cubicBezTo>
                <a:cubicBezTo>
                  <a:pt x="6430" y="6125"/>
                  <a:pt x="6621" y="5959"/>
                  <a:pt x="6811" y="5959"/>
                </a:cubicBezTo>
                <a:close/>
                <a:moveTo>
                  <a:pt x="1072" y="7054"/>
                </a:moveTo>
                <a:cubicBezTo>
                  <a:pt x="1286" y="7054"/>
                  <a:pt x="1453" y="7221"/>
                  <a:pt x="1453" y="7435"/>
                </a:cubicBezTo>
                <a:cubicBezTo>
                  <a:pt x="1453" y="7649"/>
                  <a:pt x="1286" y="7816"/>
                  <a:pt x="1072" y="7816"/>
                </a:cubicBezTo>
                <a:cubicBezTo>
                  <a:pt x="857" y="7816"/>
                  <a:pt x="691" y="7649"/>
                  <a:pt x="691" y="7435"/>
                </a:cubicBezTo>
                <a:cubicBezTo>
                  <a:pt x="691" y="7221"/>
                  <a:pt x="857" y="7054"/>
                  <a:pt x="1072" y="7054"/>
                </a:cubicBezTo>
                <a:close/>
                <a:moveTo>
                  <a:pt x="3334" y="4315"/>
                </a:moveTo>
                <a:cubicBezTo>
                  <a:pt x="3406" y="4363"/>
                  <a:pt x="3477" y="4387"/>
                  <a:pt x="3572" y="4435"/>
                </a:cubicBezTo>
                <a:lnTo>
                  <a:pt x="3572" y="9126"/>
                </a:lnTo>
                <a:lnTo>
                  <a:pt x="1429" y="9126"/>
                </a:lnTo>
                <a:lnTo>
                  <a:pt x="1429" y="8435"/>
                </a:lnTo>
                <a:cubicBezTo>
                  <a:pt x="1858" y="8292"/>
                  <a:pt x="2143" y="7911"/>
                  <a:pt x="2143" y="7435"/>
                </a:cubicBezTo>
                <a:cubicBezTo>
                  <a:pt x="2143" y="7126"/>
                  <a:pt x="2024" y="6864"/>
                  <a:pt x="1810" y="6649"/>
                </a:cubicBezTo>
                <a:lnTo>
                  <a:pt x="3334" y="4315"/>
                </a:lnTo>
                <a:close/>
                <a:moveTo>
                  <a:pt x="4501" y="4292"/>
                </a:moveTo>
                <a:lnTo>
                  <a:pt x="5859" y="5863"/>
                </a:lnTo>
                <a:cubicBezTo>
                  <a:pt x="5787" y="6006"/>
                  <a:pt x="5739" y="6149"/>
                  <a:pt x="5739" y="6340"/>
                </a:cubicBezTo>
                <a:cubicBezTo>
                  <a:pt x="5739" y="6816"/>
                  <a:pt x="6049" y="7197"/>
                  <a:pt x="6501" y="7340"/>
                </a:cubicBezTo>
                <a:lnTo>
                  <a:pt x="6501" y="9126"/>
                </a:lnTo>
                <a:lnTo>
                  <a:pt x="4263" y="9126"/>
                </a:lnTo>
                <a:lnTo>
                  <a:pt x="4263" y="4435"/>
                </a:lnTo>
                <a:lnTo>
                  <a:pt x="4239" y="4435"/>
                </a:lnTo>
                <a:cubicBezTo>
                  <a:pt x="4311" y="4411"/>
                  <a:pt x="4430" y="4339"/>
                  <a:pt x="4501" y="4292"/>
                </a:cubicBezTo>
                <a:close/>
                <a:moveTo>
                  <a:pt x="9288" y="3220"/>
                </a:moveTo>
                <a:cubicBezTo>
                  <a:pt x="9383" y="3244"/>
                  <a:pt x="9478" y="3268"/>
                  <a:pt x="9526" y="3268"/>
                </a:cubicBezTo>
                <a:lnTo>
                  <a:pt x="9526" y="9126"/>
                </a:lnTo>
                <a:lnTo>
                  <a:pt x="7144" y="9126"/>
                </a:lnTo>
                <a:lnTo>
                  <a:pt x="7144" y="7340"/>
                </a:lnTo>
                <a:cubicBezTo>
                  <a:pt x="7573" y="7197"/>
                  <a:pt x="7883" y="6816"/>
                  <a:pt x="7883" y="6340"/>
                </a:cubicBezTo>
                <a:cubicBezTo>
                  <a:pt x="7883" y="6102"/>
                  <a:pt x="7811" y="5863"/>
                  <a:pt x="7645" y="5673"/>
                </a:cubicBezTo>
                <a:lnTo>
                  <a:pt x="9288" y="3220"/>
                </a:lnTo>
                <a:close/>
                <a:moveTo>
                  <a:pt x="9858" y="1"/>
                </a:moveTo>
                <a:cubicBezTo>
                  <a:pt x="8961" y="1"/>
                  <a:pt x="8240" y="758"/>
                  <a:pt x="8240" y="1624"/>
                </a:cubicBezTo>
                <a:cubicBezTo>
                  <a:pt x="8240" y="2101"/>
                  <a:pt x="8454" y="2529"/>
                  <a:pt x="8764" y="2815"/>
                </a:cubicBezTo>
                <a:lnTo>
                  <a:pt x="7121" y="5292"/>
                </a:lnTo>
                <a:cubicBezTo>
                  <a:pt x="7025" y="5268"/>
                  <a:pt x="6930" y="5268"/>
                  <a:pt x="6859" y="5268"/>
                </a:cubicBezTo>
                <a:cubicBezTo>
                  <a:pt x="6668" y="5268"/>
                  <a:pt x="6525" y="5292"/>
                  <a:pt x="6382" y="5387"/>
                </a:cubicBezTo>
                <a:lnTo>
                  <a:pt x="4954" y="3720"/>
                </a:lnTo>
                <a:cubicBezTo>
                  <a:pt x="4977" y="3601"/>
                  <a:pt x="5001" y="3458"/>
                  <a:pt x="4977" y="3291"/>
                </a:cubicBezTo>
                <a:cubicBezTo>
                  <a:pt x="4906" y="2791"/>
                  <a:pt x="4501" y="2386"/>
                  <a:pt x="4001" y="2339"/>
                </a:cubicBezTo>
                <a:cubicBezTo>
                  <a:pt x="3986" y="2338"/>
                  <a:pt x="3970" y="2338"/>
                  <a:pt x="3955" y="2338"/>
                </a:cubicBezTo>
                <a:cubicBezTo>
                  <a:pt x="3334" y="2338"/>
                  <a:pt x="2858" y="2806"/>
                  <a:pt x="2858" y="3410"/>
                </a:cubicBezTo>
                <a:cubicBezTo>
                  <a:pt x="2858" y="3530"/>
                  <a:pt x="2882" y="3649"/>
                  <a:pt x="2906" y="3744"/>
                </a:cubicBezTo>
                <a:lnTo>
                  <a:pt x="1215" y="6363"/>
                </a:lnTo>
                <a:lnTo>
                  <a:pt x="1096" y="6363"/>
                </a:lnTo>
                <a:cubicBezTo>
                  <a:pt x="500" y="6363"/>
                  <a:pt x="24" y="6840"/>
                  <a:pt x="24" y="7435"/>
                </a:cubicBezTo>
                <a:cubicBezTo>
                  <a:pt x="24" y="7911"/>
                  <a:pt x="334" y="8292"/>
                  <a:pt x="786" y="8435"/>
                </a:cubicBezTo>
                <a:lnTo>
                  <a:pt x="786" y="9126"/>
                </a:lnTo>
                <a:lnTo>
                  <a:pt x="0" y="9126"/>
                </a:lnTo>
                <a:lnTo>
                  <a:pt x="0" y="9817"/>
                </a:lnTo>
                <a:lnTo>
                  <a:pt x="11503" y="9817"/>
                </a:lnTo>
                <a:lnTo>
                  <a:pt x="11503" y="9126"/>
                </a:lnTo>
                <a:lnTo>
                  <a:pt x="10193" y="9126"/>
                </a:lnTo>
                <a:lnTo>
                  <a:pt x="10193" y="3268"/>
                </a:lnTo>
                <a:lnTo>
                  <a:pt x="10217" y="3268"/>
                </a:lnTo>
                <a:cubicBezTo>
                  <a:pt x="10979" y="3125"/>
                  <a:pt x="11550" y="2410"/>
                  <a:pt x="11526" y="1577"/>
                </a:cubicBezTo>
                <a:cubicBezTo>
                  <a:pt x="11503" y="743"/>
                  <a:pt x="10812" y="53"/>
                  <a:pt x="9978" y="5"/>
                </a:cubicBezTo>
                <a:cubicBezTo>
                  <a:pt x="9938" y="2"/>
                  <a:pt x="9898" y="1"/>
                  <a:pt x="985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5044" name="Google Shape;5044;p56"/>
          <p:cNvSpPr/>
          <p:nvPr/>
        </p:nvSpPr>
        <p:spPr>
          <a:xfrm>
            <a:off x="3328895" y="3403787"/>
            <a:ext cx="245245" cy="339830"/>
          </a:xfrm>
          <a:custGeom>
            <a:rect b="b" l="l" r="r" t="t"/>
            <a:pathLst>
              <a:path extrusionOk="0" h="11551" w="8336">
                <a:moveTo>
                  <a:pt x="4168" y="786"/>
                </a:moveTo>
                <a:lnTo>
                  <a:pt x="6931" y="2311"/>
                </a:lnTo>
                <a:lnTo>
                  <a:pt x="4168" y="3835"/>
                </a:lnTo>
                <a:lnTo>
                  <a:pt x="1406" y="2311"/>
                </a:lnTo>
                <a:lnTo>
                  <a:pt x="4168" y="786"/>
                </a:lnTo>
                <a:close/>
                <a:moveTo>
                  <a:pt x="5526" y="3835"/>
                </a:moveTo>
                <a:lnTo>
                  <a:pt x="6931" y="4597"/>
                </a:lnTo>
                <a:lnTo>
                  <a:pt x="4168" y="6121"/>
                </a:lnTo>
                <a:lnTo>
                  <a:pt x="1406" y="4597"/>
                </a:lnTo>
                <a:lnTo>
                  <a:pt x="2787" y="3835"/>
                </a:lnTo>
                <a:lnTo>
                  <a:pt x="4168" y="4573"/>
                </a:lnTo>
                <a:lnTo>
                  <a:pt x="5526" y="3835"/>
                </a:lnTo>
                <a:close/>
                <a:moveTo>
                  <a:pt x="5526" y="6145"/>
                </a:moveTo>
                <a:lnTo>
                  <a:pt x="6931" y="6931"/>
                </a:lnTo>
                <a:lnTo>
                  <a:pt x="4168" y="8431"/>
                </a:lnTo>
                <a:lnTo>
                  <a:pt x="1406" y="6931"/>
                </a:lnTo>
                <a:lnTo>
                  <a:pt x="2787" y="6145"/>
                </a:lnTo>
                <a:lnTo>
                  <a:pt x="4168" y="6907"/>
                </a:lnTo>
                <a:lnTo>
                  <a:pt x="5526" y="6145"/>
                </a:lnTo>
                <a:close/>
                <a:moveTo>
                  <a:pt x="5526" y="8455"/>
                </a:moveTo>
                <a:lnTo>
                  <a:pt x="6931" y="9217"/>
                </a:lnTo>
                <a:lnTo>
                  <a:pt x="4168" y="10741"/>
                </a:lnTo>
                <a:lnTo>
                  <a:pt x="1406" y="9217"/>
                </a:lnTo>
                <a:lnTo>
                  <a:pt x="2787" y="8455"/>
                </a:lnTo>
                <a:lnTo>
                  <a:pt x="4168" y="9193"/>
                </a:lnTo>
                <a:lnTo>
                  <a:pt x="5526" y="8455"/>
                </a:lnTo>
                <a:close/>
                <a:moveTo>
                  <a:pt x="4168" y="1"/>
                </a:moveTo>
                <a:lnTo>
                  <a:pt x="1" y="2287"/>
                </a:lnTo>
                <a:lnTo>
                  <a:pt x="2120" y="3454"/>
                </a:lnTo>
                <a:lnTo>
                  <a:pt x="1" y="4597"/>
                </a:lnTo>
                <a:lnTo>
                  <a:pt x="2120" y="5764"/>
                </a:lnTo>
                <a:lnTo>
                  <a:pt x="1" y="6931"/>
                </a:lnTo>
                <a:lnTo>
                  <a:pt x="2120" y="8097"/>
                </a:lnTo>
                <a:lnTo>
                  <a:pt x="1" y="9241"/>
                </a:lnTo>
                <a:lnTo>
                  <a:pt x="4168" y="11551"/>
                </a:lnTo>
                <a:lnTo>
                  <a:pt x="8336" y="9241"/>
                </a:lnTo>
                <a:lnTo>
                  <a:pt x="6216" y="8097"/>
                </a:lnTo>
                <a:lnTo>
                  <a:pt x="8336" y="6931"/>
                </a:lnTo>
                <a:lnTo>
                  <a:pt x="6216" y="5764"/>
                </a:lnTo>
                <a:lnTo>
                  <a:pt x="8336" y="4597"/>
                </a:lnTo>
                <a:lnTo>
                  <a:pt x="6216" y="3454"/>
                </a:lnTo>
                <a:lnTo>
                  <a:pt x="8336" y="2287"/>
                </a:lnTo>
                <a:lnTo>
                  <a:pt x="4168"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grpSp>
        <p:nvGrpSpPr>
          <p:cNvPr id="5045" name="Google Shape;5045;p56"/>
          <p:cNvGrpSpPr/>
          <p:nvPr/>
        </p:nvGrpSpPr>
        <p:grpSpPr>
          <a:xfrm>
            <a:off x="2582383" y="3419909"/>
            <a:ext cx="339121" cy="336388"/>
            <a:chOff x="2962692" y="3577680"/>
            <a:chExt cx="339121" cy="336388"/>
          </a:xfrm>
        </p:grpSpPr>
        <p:sp>
          <p:nvSpPr>
            <p:cNvPr id="5046" name="Google Shape;5046;p56"/>
            <p:cNvSpPr/>
            <p:nvPr/>
          </p:nvSpPr>
          <p:spPr>
            <a:xfrm>
              <a:off x="2962692" y="3577680"/>
              <a:ext cx="98116" cy="336388"/>
            </a:xfrm>
            <a:custGeom>
              <a:rect b="b" l="l" r="r" t="t"/>
              <a:pathLst>
                <a:path extrusionOk="0" h="11434" w="3335">
                  <a:moveTo>
                    <a:pt x="2048" y="667"/>
                  </a:moveTo>
                  <a:lnTo>
                    <a:pt x="2048" y="4739"/>
                  </a:lnTo>
                  <a:cubicBezTo>
                    <a:pt x="1929" y="4692"/>
                    <a:pt x="1786" y="4644"/>
                    <a:pt x="1667" y="4644"/>
                  </a:cubicBezTo>
                  <a:cubicBezTo>
                    <a:pt x="1524" y="4644"/>
                    <a:pt x="1405" y="4692"/>
                    <a:pt x="1286" y="4739"/>
                  </a:cubicBezTo>
                  <a:lnTo>
                    <a:pt x="1286" y="667"/>
                  </a:lnTo>
                  <a:close/>
                  <a:moveTo>
                    <a:pt x="1655" y="5357"/>
                  </a:moveTo>
                  <a:cubicBezTo>
                    <a:pt x="1667" y="5357"/>
                    <a:pt x="1679" y="5357"/>
                    <a:pt x="1691" y="5359"/>
                  </a:cubicBezTo>
                  <a:cubicBezTo>
                    <a:pt x="1905" y="5406"/>
                    <a:pt x="2048" y="5573"/>
                    <a:pt x="2048" y="5763"/>
                  </a:cubicBezTo>
                  <a:lnTo>
                    <a:pt x="2048" y="8192"/>
                  </a:lnTo>
                  <a:cubicBezTo>
                    <a:pt x="1929" y="8169"/>
                    <a:pt x="1786" y="8145"/>
                    <a:pt x="1667" y="8145"/>
                  </a:cubicBezTo>
                  <a:cubicBezTo>
                    <a:pt x="1524" y="8145"/>
                    <a:pt x="1405" y="8169"/>
                    <a:pt x="1286" y="8192"/>
                  </a:cubicBezTo>
                  <a:lnTo>
                    <a:pt x="1286" y="5763"/>
                  </a:lnTo>
                  <a:cubicBezTo>
                    <a:pt x="1286" y="5539"/>
                    <a:pt x="1456" y="5357"/>
                    <a:pt x="1655" y="5357"/>
                  </a:cubicBezTo>
                  <a:close/>
                  <a:moveTo>
                    <a:pt x="1667" y="8812"/>
                  </a:moveTo>
                  <a:cubicBezTo>
                    <a:pt x="2215" y="8812"/>
                    <a:pt x="2644" y="9264"/>
                    <a:pt x="2644" y="9812"/>
                  </a:cubicBezTo>
                  <a:cubicBezTo>
                    <a:pt x="2644" y="10336"/>
                    <a:pt x="2215" y="10788"/>
                    <a:pt x="1667" y="10788"/>
                  </a:cubicBezTo>
                  <a:cubicBezTo>
                    <a:pt x="1119" y="10788"/>
                    <a:pt x="691" y="10336"/>
                    <a:pt x="691" y="9812"/>
                  </a:cubicBezTo>
                  <a:cubicBezTo>
                    <a:pt x="691" y="9264"/>
                    <a:pt x="1119" y="8812"/>
                    <a:pt x="1667" y="8812"/>
                  </a:cubicBezTo>
                  <a:close/>
                  <a:moveTo>
                    <a:pt x="596" y="0"/>
                  </a:moveTo>
                  <a:lnTo>
                    <a:pt x="596" y="8550"/>
                  </a:lnTo>
                  <a:cubicBezTo>
                    <a:pt x="238" y="8883"/>
                    <a:pt x="0" y="9359"/>
                    <a:pt x="0" y="9859"/>
                  </a:cubicBezTo>
                  <a:cubicBezTo>
                    <a:pt x="24" y="10717"/>
                    <a:pt x="738" y="11431"/>
                    <a:pt x="1620" y="11431"/>
                  </a:cubicBezTo>
                  <a:cubicBezTo>
                    <a:pt x="1646" y="11433"/>
                    <a:pt x="1673" y="11433"/>
                    <a:pt x="1700" y="11433"/>
                  </a:cubicBezTo>
                  <a:cubicBezTo>
                    <a:pt x="2571" y="11433"/>
                    <a:pt x="3310" y="10690"/>
                    <a:pt x="3310" y="9812"/>
                  </a:cubicBezTo>
                  <a:cubicBezTo>
                    <a:pt x="3334" y="9288"/>
                    <a:pt x="3096" y="8859"/>
                    <a:pt x="2739" y="8550"/>
                  </a:cubicBezTo>
                  <a:lnTo>
                    <a:pt x="273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5047" name="Google Shape;5047;p56"/>
            <p:cNvSpPr/>
            <p:nvPr/>
          </p:nvSpPr>
          <p:spPr>
            <a:xfrm>
              <a:off x="3203697" y="3577680"/>
              <a:ext cx="98116" cy="336388"/>
            </a:xfrm>
            <a:custGeom>
              <a:rect b="b" l="l" r="r" t="t"/>
              <a:pathLst>
                <a:path extrusionOk="0" h="11434" w="3335">
                  <a:moveTo>
                    <a:pt x="2072" y="667"/>
                  </a:moveTo>
                  <a:lnTo>
                    <a:pt x="2072" y="3287"/>
                  </a:lnTo>
                  <a:cubicBezTo>
                    <a:pt x="1953" y="3215"/>
                    <a:pt x="1810" y="3191"/>
                    <a:pt x="1691" y="3191"/>
                  </a:cubicBezTo>
                  <a:cubicBezTo>
                    <a:pt x="1548" y="3191"/>
                    <a:pt x="1429" y="3215"/>
                    <a:pt x="1310" y="3287"/>
                  </a:cubicBezTo>
                  <a:lnTo>
                    <a:pt x="1310" y="667"/>
                  </a:lnTo>
                  <a:close/>
                  <a:moveTo>
                    <a:pt x="1650" y="3904"/>
                  </a:moveTo>
                  <a:cubicBezTo>
                    <a:pt x="1664" y="3904"/>
                    <a:pt x="1678" y="3904"/>
                    <a:pt x="1691" y="3906"/>
                  </a:cubicBezTo>
                  <a:cubicBezTo>
                    <a:pt x="1906" y="3930"/>
                    <a:pt x="2048" y="4120"/>
                    <a:pt x="2048" y="4287"/>
                  </a:cubicBezTo>
                  <a:lnTo>
                    <a:pt x="2048" y="8192"/>
                  </a:lnTo>
                  <a:cubicBezTo>
                    <a:pt x="1929" y="8169"/>
                    <a:pt x="1786" y="8145"/>
                    <a:pt x="1667" y="8145"/>
                  </a:cubicBezTo>
                  <a:cubicBezTo>
                    <a:pt x="1501" y="8145"/>
                    <a:pt x="1382" y="8169"/>
                    <a:pt x="1263" y="8192"/>
                  </a:cubicBezTo>
                  <a:lnTo>
                    <a:pt x="1263" y="4287"/>
                  </a:lnTo>
                  <a:cubicBezTo>
                    <a:pt x="1263" y="4064"/>
                    <a:pt x="1450" y="3904"/>
                    <a:pt x="1650" y="3904"/>
                  </a:cubicBezTo>
                  <a:close/>
                  <a:moveTo>
                    <a:pt x="1667" y="8812"/>
                  </a:moveTo>
                  <a:cubicBezTo>
                    <a:pt x="2191" y="8812"/>
                    <a:pt x="2644" y="9264"/>
                    <a:pt x="2644" y="9812"/>
                  </a:cubicBezTo>
                  <a:cubicBezTo>
                    <a:pt x="2644" y="10336"/>
                    <a:pt x="2191" y="10788"/>
                    <a:pt x="1667" y="10788"/>
                  </a:cubicBezTo>
                  <a:cubicBezTo>
                    <a:pt x="1120" y="10788"/>
                    <a:pt x="667" y="10336"/>
                    <a:pt x="667" y="9812"/>
                  </a:cubicBezTo>
                  <a:cubicBezTo>
                    <a:pt x="667" y="9264"/>
                    <a:pt x="1120" y="8812"/>
                    <a:pt x="1667" y="8812"/>
                  </a:cubicBezTo>
                  <a:close/>
                  <a:moveTo>
                    <a:pt x="596" y="0"/>
                  </a:moveTo>
                  <a:lnTo>
                    <a:pt x="596" y="8550"/>
                  </a:lnTo>
                  <a:cubicBezTo>
                    <a:pt x="238" y="8883"/>
                    <a:pt x="0" y="9359"/>
                    <a:pt x="0" y="9859"/>
                  </a:cubicBezTo>
                  <a:cubicBezTo>
                    <a:pt x="24" y="10717"/>
                    <a:pt x="739" y="11431"/>
                    <a:pt x="1596" y="11431"/>
                  </a:cubicBezTo>
                  <a:cubicBezTo>
                    <a:pt x="1624" y="11433"/>
                    <a:pt x="1651" y="11433"/>
                    <a:pt x="1678" y="11433"/>
                  </a:cubicBezTo>
                  <a:cubicBezTo>
                    <a:pt x="2571" y="11433"/>
                    <a:pt x="3311" y="10690"/>
                    <a:pt x="3311" y="9812"/>
                  </a:cubicBezTo>
                  <a:cubicBezTo>
                    <a:pt x="3334" y="9288"/>
                    <a:pt x="3096" y="8859"/>
                    <a:pt x="2739" y="8550"/>
                  </a:cubicBezTo>
                  <a:lnTo>
                    <a:pt x="273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5048" name="Google Shape;5048;p56"/>
            <p:cNvSpPr/>
            <p:nvPr/>
          </p:nvSpPr>
          <p:spPr>
            <a:xfrm>
              <a:off x="3082489" y="3577680"/>
              <a:ext cx="98116" cy="336388"/>
            </a:xfrm>
            <a:custGeom>
              <a:rect b="b" l="l" r="r" t="t"/>
              <a:pathLst>
                <a:path extrusionOk="0" h="11434" w="3335">
                  <a:moveTo>
                    <a:pt x="2096" y="667"/>
                  </a:moveTo>
                  <a:lnTo>
                    <a:pt x="2096" y="1834"/>
                  </a:lnTo>
                  <a:cubicBezTo>
                    <a:pt x="1977" y="1763"/>
                    <a:pt x="1834" y="1739"/>
                    <a:pt x="1715" y="1739"/>
                  </a:cubicBezTo>
                  <a:cubicBezTo>
                    <a:pt x="1548" y="1739"/>
                    <a:pt x="1429" y="1763"/>
                    <a:pt x="1310" y="1834"/>
                  </a:cubicBezTo>
                  <a:lnTo>
                    <a:pt x="1310" y="667"/>
                  </a:lnTo>
                  <a:close/>
                  <a:moveTo>
                    <a:pt x="1674" y="2451"/>
                  </a:moveTo>
                  <a:cubicBezTo>
                    <a:pt x="1688" y="2451"/>
                    <a:pt x="1701" y="2452"/>
                    <a:pt x="1715" y="2453"/>
                  </a:cubicBezTo>
                  <a:cubicBezTo>
                    <a:pt x="1906" y="2477"/>
                    <a:pt x="2072" y="2668"/>
                    <a:pt x="2072" y="2834"/>
                  </a:cubicBezTo>
                  <a:lnTo>
                    <a:pt x="2072" y="8192"/>
                  </a:lnTo>
                  <a:cubicBezTo>
                    <a:pt x="1953" y="8169"/>
                    <a:pt x="1787" y="8145"/>
                    <a:pt x="1667" y="8145"/>
                  </a:cubicBezTo>
                  <a:cubicBezTo>
                    <a:pt x="1525" y="8145"/>
                    <a:pt x="1405" y="8169"/>
                    <a:pt x="1286" y="8192"/>
                  </a:cubicBezTo>
                  <a:lnTo>
                    <a:pt x="1286" y="2834"/>
                  </a:lnTo>
                  <a:cubicBezTo>
                    <a:pt x="1286" y="2611"/>
                    <a:pt x="1474" y="2451"/>
                    <a:pt x="1674" y="2451"/>
                  </a:cubicBezTo>
                  <a:close/>
                  <a:moveTo>
                    <a:pt x="1715" y="8812"/>
                  </a:moveTo>
                  <a:cubicBezTo>
                    <a:pt x="2239" y="8812"/>
                    <a:pt x="2691" y="9264"/>
                    <a:pt x="2691" y="9812"/>
                  </a:cubicBezTo>
                  <a:cubicBezTo>
                    <a:pt x="2691" y="10336"/>
                    <a:pt x="2239" y="10788"/>
                    <a:pt x="1715" y="10788"/>
                  </a:cubicBezTo>
                  <a:cubicBezTo>
                    <a:pt x="1167" y="10788"/>
                    <a:pt x="715" y="10336"/>
                    <a:pt x="715" y="9812"/>
                  </a:cubicBezTo>
                  <a:cubicBezTo>
                    <a:pt x="715" y="9264"/>
                    <a:pt x="1167" y="8812"/>
                    <a:pt x="1715" y="8812"/>
                  </a:cubicBezTo>
                  <a:close/>
                  <a:moveTo>
                    <a:pt x="596" y="0"/>
                  </a:moveTo>
                  <a:lnTo>
                    <a:pt x="596" y="8550"/>
                  </a:lnTo>
                  <a:cubicBezTo>
                    <a:pt x="239" y="8883"/>
                    <a:pt x="0" y="9359"/>
                    <a:pt x="0" y="9859"/>
                  </a:cubicBezTo>
                  <a:cubicBezTo>
                    <a:pt x="48" y="10717"/>
                    <a:pt x="763" y="11431"/>
                    <a:pt x="1620" y="11431"/>
                  </a:cubicBezTo>
                  <a:cubicBezTo>
                    <a:pt x="1647" y="11433"/>
                    <a:pt x="1675" y="11433"/>
                    <a:pt x="1702" y="11433"/>
                  </a:cubicBezTo>
                  <a:cubicBezTo>
                    <a:pt x="2593" y="11433"/>
                    <a:pt x="3311" y="10690"/>
                    <a:pt x="3311" y="9812"/>
                  </a:cubicBezTo>
                  <a:cubicBezTo>
                    <a:pt x="3334" y="9288"/>
                    <a:pt x="3096" y="8859"/>
                    <a:pt x="2739" y="8550"/>
                  </a:cubicBezTo>
                  <a:lnTo>
                    <a:pt x="273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grpSp>
      <p:sp>
        <p:nvSpPr>
          <p:cNvPr id="5049" name="Google Shape;5049;p56"/>
          <p:cNvSpPr/>
          <p:nvPr/>
        </p:nvSpPr>
        <p:spPr>
          <a:xfrm>
            <a:off x="1834103" y="3402375"/>
            <a:ext cx="338448" cy="337742"/>
          </a:xfrm>
          <a:custGeom>
            <a:rect b="b" l="l" r="r" t="t"/>
            <a:pathLst>
              <a:path extrusionOk="0" h="11480" w="11504">
                <a:moveTo>
                  <a:pt x="6169" y="668"/>
                </a:moveTo>
                <a:lnTo>
                  <a:pt x="6169" y="5407"/>
                </a:lnTo>
                <a:lnTo>
                  <a:pt x="5311" y="5407"/>
                </a:lnTo>
                <a:lnTo>
                  <a:pt x="5311" y="668"/>
                </a:lnTo>
                <a:close/>
                <a:moveTo>
                  <a:pt x="1549" y="3025"/>
                </a:moveTo>
                <a:lnTo>
                  <a:pt x="1549" y="5431"/>
                </a:lnTo>
                <a:lnTo>
                  <a:pt x="691" y="5431"/>
                </a:lnTo>
                <a:lnTo>
                  <a:pt x="691" y="3025"/>
                </a:lnTo>
                <a:close/>
                <a:moveTo>
                  <a:pt x="3097" y="1549"/>
                </a:moveTo>
                <a:lnTo>
                  <a:pt x="3097" y="5431"/>
                </a:lnTo>
                <a:lnTo>
                  <a:pt x="2239" y="5431"/>
                </a:lnTo>
                <a:lnTo>
                  <a:pt x="2239" y="1549"/>
                </a:lnTo>
                <a:close/>
                <a:moveTo>
                  <a:pt x="4621" y="2311"/>
                </a:moveTo>
                <a:lnTo>
                  <a:pt x="4621" y="5431"/>
                </a:lnTo>
                <a:lnTo>
                  <a:pt x="3763" y="5431"/>
                </a:lnTo>
                <a:lnTo>
                  <a:pt x="3763" y="2311"/>
                </a:lnTo>
                <a:close/>
                <a:moveTo>
                  <a:pt x="6169" y="6074"/>
                </a:moveTo>
                <a:lnTo>
                  <a:pt x="6169" y="8503"/>
                </a:lnTo>
                <a:lnTo>
                  <a:pt x="5311" y="8503"/>
                </a:lnTo>
                <a:lnTo>
                  <a:pt x="5311" y="6074"/>
                </a:lnTo>
                <a:close/>
                <a:moveTo>
                  <a:pt x="9264" y="6074"/>
                </a:moveTo>
                <a:lnTo>
                  <a:pt x="9264" y="9193"/>
                </a:lnTo>
                <a:lnTo>
                  <a:pt x="8407" y="9193"/>
                </a:lnTo>
                <a:lnTo>
                  <a:pt x="8407" y="6074"/>
                </a:lnTo>
                <a:close/>
                <a:moveTo>
                  <a:pt x="7717" y="6074"/>
                </a:moveTo>
                <a:lnTo>
                  <a:pt x="7717" y="9955"/>
                </a:lnTo>
                <a:lnTo>
                  <a:pt x="6859" y="9955"/>
                </a:lnTo>
                <a:lnTo>
                  <a:pt x="6859" y="6074"/>
                </a:lnTo>
                <a:close/>
                <a:moveTo>
                  <a:pt x="10836" y="6074"/>
                </a:moveTo>
                <a:lnTo>
                  <a:pt x="10836" y="10813"/>
                </a:lnTo>
                <a:lnTo>
                  <a:pt x="9979" y="10813"/>
                </a:lnTo>
                <a:lnTo>
                  <a:pt x="9979" y="6074"/>
                </a:lnTo>
                <a:close/>
                <a:moveTo>
                  <a:pt x="4621" y="1"/>
                </a:moveTo>
                <a:lnTo>
                  <a:pt x="4621" y="1620"/>
                </a:lnTo>
                <a:lnTo>
                  <a:pt x="3763" y="1620"/>
                </a:lnTo>
                <a:lnTo>
                  <a:pt x="3763" y="858"/>
                </a:lnTo>
                <a:lnTo>
                  <a:pt x="1549" y="858"/>
                </a:lnTo>
                <a:lnTo>
                  <a:pt x="1549" y="2335"/>
                </a:lnTo>
                <a:lnTo>
                  <a:pt x="1" y="2335"/>
                </a:lnTo>
                <a:lnTo>
                  <a:pt x="1" y="6074"/>
                </a:lnTo>
                <a:lnTo>
                  <a:pt x="4621" y="6074"/>
                </a:lnTo>
                <a:lnTo>
                  <a:pt x="4621" y="9146"/>
                </a:lnTo>
                <a:lnTo>
                  <a:pt x="6169" y="9146"/>
                </a:lnTo>
                <a:lnTo>
                  <a:pt x="6169" y="10598"/>
                </a:lnTo>
                <a:lnTo>
                  <a:pt x="8407" y="10598"/>
                </a:lnTo>
                <a:lnTo>
                  <a:pt x="8407" y="9860"/>
                </a:lnTo>
                <a:lnTo>
                  <a:pt x="9264" y="9860"/>
                </a:lnTo>
                <a:lnTo>
                  <a:pt x="9264" y="11479"/>
                </a:lnTo>
                <a:lnTo>
                  <a:pt x="11503" y="11479"/>
                </a:lnTo>
                <a:lnTo>
                  <a:pt x="11503" y="5359"/>
                </a:lnTo>
                <a:lnTo>
                  <a:pt x="6859" y="5359"/>
                </a:lnTo>
                <a:lnTo>
                  <a:pt x="685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grpSp>
        <p:nvGrpSpPr>
          <p:cNvPr id="5050" name="Google Shape;5050;p56"/>
          <p:cNvGrpSpPr/>
          <p:nvPr/>
        </p:nvGrpSpPr>
        <p:grpSpPr>
          <a:xfrm>
            <a:off x="1094945" y="3502578"/>
            <a:ext cx="337742" cy="185697"/>
            <a:chOff x="1781439" y="3660349"/>
            <a:chExt cx="337742" cy="185697"/>
          </a:xfrm>
        </p:grpSpPr>
        <p:sp>
          <p:nvSpPr>
            <p:cNvPr id="5051" name="Google Shape;5051;p56"/>
            <p:cNvSpPr/>
            <p:nvPr/>
          </p:nvSpPr>
          <p:spPr>
            <a:xfrm>
              <a:off x="2023150" y="3660349"/>
              <a:ext cx="96027" cy="104412"/>
            </a:xfrm>
            <a:custGeom>
              <a:rect b="b" l="l" r="r" t="t"/>
              <a:pathLst>
                <a:path extrusionOk="0" h="3549" w="3264">
                  <a:moveTo>
                    <a:pt x="2621" y="691"/>
                  </a:moveTo>
                  <a:lnTo>
                    <a:pt x="2621" y="2144"/>
                  </a:lnTo>
                  <a:lnTo>
                    <a:pt x="2168" y="2144"/>
                  </a:lnTo>
                  <a:lnTo>
                    <a:pt x="1692" y="2620"/>
                  </a:lnTo>
                  <a:lnTo>
                    <a:pt x="1215" y="2144"/>
                  </a:lnTo>
                  <a:lnTo>
                    <a:pt x="692" y="2144"/>
                  </a:lnTo>
                  <a:lnTo>
                    <a:pt x="692" y="691"/>
                  </a:lnTo>
                  <a:close/>
                  <a:moveTo>
                    <a:pt x="1" y="0"/>
                  </a:moveTo>
                  <a:lnTo>
                    <a:pt x="1" y="2787"/>
                  </a:lnTo>
                  <a:lnTo>
                    <a:pt x="930" y="2787"/>
                  </a:lnTo>
                  <a:lnTo>
                    <a:pt x="1668" y="3549"/>
                  </a:lnTo>
                  <a:lnTo>
                    <a:pt x="2406" y="2787"/>
                  </a:lnTo>
                  <a:lnTo>
                    <a:pt x="3264" y="2787"/>
                  </a:lnTo>
                  <a:lnTo>
                    <a:pt x="3264"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5052" name="Google Shape;5052;p56"/>
            <p:cNvSpPr/>
            <p:nvPr/>
          </p:nvSpPr>
          <p:spPr>
            <a:xfrm>
              <a:off x="1901971" y="3661055"/>
              <a:ext cx="96704" cy="104412"/>
            </a:xfrm>
            <a:custGeom>
              <a:rect b="b" l="l" r="r" t="t"/>
              <a:pathLst>
                <a:path extrusionOk="0" h="3549" w="3287">
                  <a:moveTo>
                    <a:pt x="2596" y="667"/>
                  </a:moveTo>
                  <a:lnTo>
                    <a:pt x="2596" y="2120"/>
                  </a:lnTo>
                  <a:lnTo>
                    <a:pt x="2143" y="2120"/>
                  </a:lnTo>
                  <a:lnTo>
                    <a:pt x="1667" y="2596"/>
                  </a:lnTo>
                  <a:lnTo>
                    <a:pt x="1191" y="2120"/>
                  </a:lnTo>
                  <a:lnTo>
                    <a:pt x="667" y="2120"/>
                  </a:lnTo>
                  <a:lnTo>
                    <a:pt x="667" y="667"/>
                  </a:lnTo>
                  <a:close/>
                  <a:moveTo>
                    <a:pt x="0" y="0"/>
                  </a:moveTo>
                  <a:lnTo>
                    <a:pt x="0" y="2787"/>
                  </a:lnTo>
                  <a:lnTo>
                    <a:pt x="929" y="2787"/>
                  </a:lnTo>
                  <a:lnTo>
                    <a:pt x="1667" y="3549"/>
                  </a:lnTo>
                  <a:lnTo>
                    <a:pt x="2429" y="2787"/>
                  </a:lnTo>
                  <a:lnTo>
                    <a:pt x="3286" y="2787"/>
                  </a:lnTo>
                  <a:lnTo>
                    <a:pt x="328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5053" name="Google Shape;5053;p56"/>
            <p:cNvSpPr/>
            <p:nvPr/>
          </p:nvSpPr>
          <p:spPr>
            <a:xfrm>
              <a:off x="1781439" y="3661055"/>
              <a:ext cx="96027" cy="104412"/>
            </a:xfrm>
            <a:custGeom>
              <a:rect b="b" l="l" r="r" t="t"/>
              <a:pathLst>
                <a:path extrusionOk="0" h="3549" w="3264">
                  <a:moveTo>
                    <a:pt x="2597" y="667"/>
                  </a:moveTo>
                  <a:lnTo>
                    <a:pt x="2597" y="2120"/>
                  </a:lnTo>
                  <a:lnTo>
                    <a:pt x="2144" y="2120"/>
                  </a:lnTo>
                  <a:lnTo>
                    <a:pt x="1668" y="2596"/>
                  </a:lnTo>
                  <a:lnTo>
                    <a:pt x="1192" y="2120"/>
                  </a:lnTo>
                  <a:lnTo>
                    <a:pt x="644" y="2120"/>
                  </a:lnTo>
                  <a:lnTo>
                    <a:pt x="644" y="667"/>
                  </a:lnTo>
                  <a:close/>
                  <a:moveTo>
                    <a:pt x="1" y="0"/>
                  </a:moveTo>
                  <a:lnTo>
                    <a:pt x="1" y="2787"/>
                  </a:lnTo>
                  <a:lnTo>
                    <a:pt x="930" y="2787"/>
                  </a:lnTo>
                  <a:lnTo>
                    <a:pt x="1668" y="3549"/>
                  </a:lnTo>
                  <a:lnTo>
                    <a:pt x="2406" y="2787"/>
                  </a:lnTo>
                  <a:lnTo>
                    <a:pt x="3264" y="2787"/>
                  </a:lnTo>
                  <a:lnTo>
                    <a:pt x="3264"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5054" name="Google Shape;5054;p56"/>
            <p:cNvSpPr/>
            <p:nvPr/>
          </p:nvSpPr>
          <p:spPr>
            <a:xfrm>
              <a:off x="1781439" y="3782940"/>
              <a:ext cx="337742" cy="63106"/>
            </a:xfrm>
            <a:custGeom>
              <a:rect b="b" l="l" r="r" t="t"/>
              <a:pathLst>
                <a:path extrusionOk="0" h="2145" w="11480">
                  <a:moveTo>
                    <a:pt x="3597" y="692"/>
                  </a:moveTo>
                  <a:lnTo>
                    <a:pt x="3597" y="1454"/>
                  </a:lnTo>
                  <a:lnTo>
                    <a:pt x="644" y="1454"/>
                  </a:lnTo>
                  <a:lnTo>
                    <a:pt x="644" y="692"/>
                  </a:lnTo>
                  <a:close/>
                  <a:moveTo>
                    <a:pt x="7241" y="715"/>
                  </a:moveTo>
                  <a:lnTo>
                    <a:pt x="7241" y="1477"/>
                  </a:lnTo>
                  <a:lnTo>
                    <a:pt x="4288" y="1477"/>
                  </a:lnTo>
                  <a:lnTo>
                    <a:pt x="4288" y="715"/>
                  </a:lnTo>
                  <a:close/>
                  <a:moveTo>
                    <a:pt x="10837" y="715"/>
                  </a:moveTo>
                  <a:lnTo>
                    <a:pt x="10837" y="1477"/>
                  </a:lnTo>
                  <a:lnTo>
                    <a:pt x="7884" y="1477"/>
                  </a:lnTo>
                  <a:lnTo>
                    <a:pt x="7884" y="715"/>
                  </a:lnTo>
                  <a:close/>
                  <a:moveTo>
                    <a:pt x="1" y="1"/>
                  </a:moveTo>
                  <a:lnTo>
                    <a:pt x="1" y="2144"/>
                  </a:lnTo>
                  <a:lnTo>
                    <a:pt x="11480" y="2144"/>
                  </a:lnTo>
                  <a:lnTo>
                    <a:pt x="11480"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grpSp>
      <p:sp>
        <p:nvSpPr>
          <p:cNvPr id="5055" name="Google Shape;5055;p56"/>
          <p:cNvSpPr/>
          <p:nvPr/>
        </p:nvSpPr>
        <p:spPr>
          <a:xfrm>
            <a:off x="1093901" y="4007006"/>
            <a:ext cx="339830" cy="339154"/>
          </a:xfrm>
          <a:custGeom>
            <a:rect b="b" l="l" r="r" t="t"/>
            <a:pathLst>
              <a:path extrusionOk="0" h="11528" w="11551">
                <a:moveTo>
                  <a:pt x="5478" y="691"/>
                </a:moveTo>
                <a:lnTo>
                  <a:pt x="5478" y="2501"/>
                </a:lnTo>
                <a:lnTo>
                  <a:pt x="6240" y="3240"/>
                </a:lnTo>
                <a:lnTo>
                  <a:pt x="5478" y="3978"/>
                </a:lnTo>
                <a:lnTo>
                  <a:pt x="5478" y="5502"/>
                </a:lnTo>
                <a:lnTo>
                  <a:pt x="4239" y="5502"/>
                </a:lnTo>
                <a:lnTo>
                  <a:pt x="3215" y="4478"/>
                </a:lnTo>
                <a:lnTo>
                  <a:pt x="2215" y="5502"/>
                </a:lnTo>
                <a:lnTo>
                  <a:pt x="763" y="5502"/>
                </a:lnTo>
                <a:cubicBezTo>
                  <a:pt x="882" y="2906"/>
                  <a:pt x="2930" y="858"/>
                  <a:pt x="5478" y="691"/>
                </a:cubicBezTo>
                <a:close/>
                <a:moveTo>
                  <a:pt x="6121" y="715"/>
                </a:moveTo>
                <a:cubicBezTo>
                  <a:pt x="8693" y="858"/>
                  <a:pt x="10765" y="2906"/>
                  <a:pt x="10884" y="5502"/>
                </a:cubicBezTo>
                <a:lnTo>
                  <a:pt x="9145" y="5502"/>
                </a:lnTo>
                <a:lnTo>
                  <a:pt x="8407" y="6240"/>
                </a:lnTo>
                <a:lnTo>
                  <a:pt x="7669" y="5502"/>
                </a:lnTo>
                <a:lnTo>
                  <a:pt x="6121" y="5502"/>
                </a:lnTo>
                <a:lnTo>
                  <a:pt x="6121" y="4264"/>
                </a:lnTo>
                <a:lnTo>
                  <a:pt x="7121" y="3240"/>
                </a:lnTo>
                <a:lnTo>
                  <a:pt x="6121" y="2216"/>
                </a:lnTo>
                <a:lnTo>
                  <a:pt x="6121" y="715"/>
                </a:lnTo>
                <a:close/>
                <a:moveTo>
                  <a:pt x="10836" y="6121"/>
                </a:moveTo>
                <a:cubicBezTo>
                  <a:pt x="10669" y="8669"/>
                  <a:pt x="8645" y="10646"/>
                  <a:pt x="6145" y="10812"/>
                </a:cubicBezTo>
                <a:lnTo>
                  <a:pt x="6145" y="9169"/>
                </a:lnTo>
                <a:lnTo>
                  <a:pt x="5406" y="8431"/>
                </a:lnTo>
                <a:lnTo>
                  <a:pt x="6145" y="7669"/>
                </a:lnTo>
                <a:lnTo>
                  <a:pt x="6145" y="6121"/>
                </a:lnTo>
                <a:lnTo>
                  <a:pt x="7383" y="6121"/>
                </a:lnTo>
                <a:lnTo>
                  <a:pt x="8407" y="7145"/>
                </a:lnTo>
                <a:lnTo>
                  <a:pt x="9407" y="6121"/>
                </a:lnTo>
                <a:close/>
                <a:moveTo>
                  <a:pt x="3215" y="5454"/>
                </a:moveTo>
                <a:lnTo>
                  <a:pt x="3978" y="6192"/>
                </a:lnTo>
                <a:lnTo>
                  <a:pt x="5478" y="6192"/>
                </a:lnTo>
                <a:lnTo>
                  <a:pt x="5478" y="7431"/>
                </a:lnTo>
                <a:lnTo>
                  <a:pt x="4478" y="8455"/>
                </a:lnTo>
                <a:lnTo>
                  <a:pt x="5478" y="9455"/>
                </a:lnTo>
                <a:lnTo>
                  <a:pt x="5478" y="10836"/>
                </a:lnTo>
                <a:cubicBezTo>
                  <a:pt x="2977" y="10646"/>
                  <a:pt x="953" y="8669"/>
                  <a:pt x="763" y="6192"/>
                </a:cubicBezTo>
                <a:lnTo>
                  <a:pt x="2477" y="6192"/>
                </a:lnTo>
                <a:lnTo>
                  <a:pt x="3215" y="5454"/>
                </a:lnTo>
                <a:close/>
                <a:moveTo>
                  <a:pt x="5707" y="0"/>
                </a:moveTo>
                <a:cubicBezTo>
                  <a:pt x="4233" y="0"/>
                  <a:pt x="2768" y="639"/>
                  <a:pt x="1715" y="1692"/>
                </a:cubicBezTo>
                <a:cubicBezTo>
                  <a:pt x="596" y="2787"/>
                  <a:pt x="0" y="4287"/>
                  <a:pt x="0" y="5835"/>
                </a:cubicBezTo>
                <a:cubicBezTo>
                  <a:pt x="48" y="7359"/>
                  <a:pt x="643" y="8788"/>
                  <a:pt x="1739" y="9860"/>
                </a:cubicBezTo>
                <a:cubicBezTo>
                  <a:pt x="2769" y="10866"/>
                  <a:pt x="4235" y="11528"/>
                  <a:pt x="5709" y="11528"/>
                </a:cubicBezTo>
                <a:cubicBezTo>
                  <a:pt x="5735" y="11528"/>
                  <a:pt x="5761" y="11527"/>
                  <a:pt x="5787" y="11527"/>
                </a:cubicBezTo>
                <a:cubicBezTo>
                  <a:pt x="5813" y="11527"/>
                  <a:pt x="5838" y="11528"/>
                  <a:pt x="5863" y="11528"/>
                </a:cubicBezTo>
                <a:cubicBezTo>
                  <a:pt x="7293" y="11528"/>
                  <a:pt x="8783" y="10866"/>
                  <a:pt x="9836" y="9860"/>
                </a:cubicBezTo>
                <a:cubicBezTo>
                  <a:pt x="10908" y="8788"/>
                  <a:pt x="11503" y="7359"/>
                  <a:pt x="11551" y="5835"/>
                </a:cubicBezTo>
                <a:lnTo>
                  <a:pt x="11551" y="5502"/>
                </a:lnTo>
                <a:cubicBezTo>
                  <a:pt x="11431" y="4073"/>
                  <a:pt x="10908" y="2716"/>
                  <a:pt x="9860" y="1692"/>
                </a:cubicBezTo>
                <a:cubicBezTo>
                  <a:pt x="8830" y="662"/>
                  <a:pt x="7317" y="0"/>
                  <a:pt x="5864" y="0"/>
                </a:cubicBezTo>
                <a:cubicBezTo>
                  <a:pt x="5839" y="0"/>
                  <a:pt x="5813" y="0"/>
                  <a:pt x="5787" y="1"/>
                </a:cubicBezTo>
                <a:cubicBezTo>
                  <a:pt x="5761" y="0"/>
                  <a:pt x="5734" y="0"/>
                  <a:pt x="570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5056" name="Google Shape;5056;p56"/>
          <p:cNvSpPr/>
          <p:nvPr/>
        </p:nvSpPr>
        <p:spPr>
          <a:xfrm>
            <a:off x="1868127" y="3970584"/>
            <a:ext cx="270399" cy="339124"/>
          </a:xfrm>
          <a:custGeom>
            <a:rect b="b" l="l" r="r" t="t"/>
            <a:pathLst>
              <a:path extrusionOk="0" h="11527" w="9191">
                <a:moveTo>
                  <a:pt x="1706" y="735"/>
                </a:moveTo>
                <a:cubicBezTo>
                  <a:pt x="1732" y="735"/>
                  <a:pt x="1758" y="736"/>
                  <a:pt x="1785" y="739"/>
                </a:cubicBezTo>
                <a:cubicBezTo>
                  <a:pt x="2261" y="762"/>
                  <a:pt x="2666" y="1191"/>
                  <a:pt x="2666" y="1691"/>
                </a:cubicBezTo>
                <a:lnTo>
                  <a:pt x="2666" y="2644"/>
                </a:lnTo>
                <a:lnTo>
                  <a:pt x="1713" y="2644"/>
                </a:lnTo>
                <a:cubicBezTo>
                  <a:pt x="1237" y="2644"/>
                  <a:pt x="808" y="2239"/>
                  <a:pt x="761" y="1739"/>
                </a:cubicBezTo>
                <a:cubicBezTo>
                  <a:pt x="738" y="1194"/>
                  <a:pt x="1170" y="735"/>
                  <a:pt x="1706" y="735"/>
                </a:cubicBezTo>
                <a:close/>
                <a:moveTo>
                  <a:pt x="7552" y="2667"/>
                </a:moveTo>
                <a:cubicBezTo>
                  <a:pt x="7567" y="2667"/>
                  <a:pt x="7581" y="2667"/>
                  <a:pt x="7596" y="2668"/>
                </a:cubicBezTo>
                <a:cubicBezTo>
                  <a:pt x="8072" y="2691"/>
                  <a:pt x="8429" y="3072"/>
                  <a:pt x="8453" y="3525"/>
                </a:cubicBezTo>
                <a:cubicBezTo>
                  <a:pt x="8477" y="4096"/>
                  <a:pt x="8048" y="4549"/>
                  <a:pt x="7500" y="4549"/>
                </a:cubicBezTo>
                <a:lnTo>
                  <a:pt x="6548" y="4549"/>
                </a:lnTo>
                <a:lnTo>
                  <a:pt x="6548" y="3620"/>
                </a:lnTo>
                <a:lnTo>
                  <a:pt x="6572" y="3620"/>
                </a:lnTo>
                <a:cubicBezTo>
                  <a:pt x="6572" y="3087"/>
                  <a:pt x="7023" y="2667"/>
                  <a:pt x="7552" y="2667"/>
                </a:cubicBezTo>
                <a:close/>
                <a:moveTo>
                  <a:pt x="1744" y="4834"/>
                </a:moveTo>
                <a:cubicBezTo>
                  <a:pt x="1757" y="4834"/>
                  <a:pt x="1771" y="4834"/>
                  <a:pt x="1785" y="4835"/>
                </a:cubicBezTo>
                <a:cubicBezTo>
                  <a:pt x="2261" y="4859"/>
                  <a:pt x="2666" y="5311"/>
                  <a:pt x="2666" y="5787"/>
                </a:cubicBezTo>
                <a:lnTo>
                  <a:pt x="2666" y="6740"/>
                </a:lnTo>
                <a:lnTo>
                  <a:pt x="1713" y="6740"/>
                </a:lnTo>
                <a:cubicBezTo>
                  <a:pt x="1237" y="6740"/>
                  <a:pt x="808" y="6359"/>
                  <a:pt x="761" y="5859"/>
                </a:cubicBezTo>
                <a:cubicBezTo>
                  <a:pt x="738" y="5301"/>
                  <a:pt x="1191" y="4834"/>
                  <a:pt x="1744" y="4834"/>
                </a:cubicBezTo>
                <a:close/>
                <a:moveTo>
                  <a:pt x="7541" y="6834"/>
                </a:moveTo>
                <a:cubicBezTo>
                  <a:pt x="8094" y="6834"/>
                  <a:pt x="8547" y="7301"/>
                  <a:pt x="8501" y="7835"/>
                </a:cubicBezTo>
                <a:cubicBezTo>
                  <a:pt x="8453" y="8288"/>
                  <a:pt x="8000" y="8716"/>
                  <a:pt x="7524" y="8716"/>
                </a:cubicBezTo>
                <a:lnTo>
                  <a:pt x="6595" y="8716"/>
                </a:lnTo>
                <a:lnTo>
                  <a:pt x="6595" y="7788"/>
                </a:lnTo>
                <a:cubicBezTo>
                  <a:pt x="6595" y="7311"/>
                  <a:pt x="7000" y="6859"/>
                  <a:pt x="7500" y="6835"/>
                </a:cubicBezTo>
                <a:cubicBezTo>
                  <a:pt x="7514" y="6835"/>
                  <a:pt x="7528" y="6834"/>
                  <a:pt x="7541" y="6834"/>
                </a:cubicBezTo>
                <a:close/>
                <a:moveTo>
                  <a:pt x="1706" y="8975"/>
                </a:moveTo>
                <a:cubicBezTo>
                  <a:pt x="1732" y="8975"/>
                  <a:pt x="1758" y="8976"/>
                  <a:pt x="1785" y="8978"/>
                </a:cubicBezTo>
                <a:cubicBezTo>
                  <a:pt x="2261" y="9002"/>
                  <a:pt x="2666" y="9455"/>
                  <a:pt x="2666" y="9931"/>
                </a:cubicBezTo>
                <a:lnTo>
                  <a:pt x="2666" y="10884"/>
                </a:lnTo>
                <a:lnTo>
                  <a:pt x="1713" y="10884"/>
                </a:lnTo>
                <a:cubicBezTo>
                  <a:pt x="1237" y="10884"/>
                  <a:pt x="808" y="10503"/>
                  <a:pt x="761" y="9979"/>
                </a:cubicBezTo>
                <a:cubicBezTo>
                  <a:pt x="738" y="9434"/>
                  <a:pt x="1170" y="8975"/>
                  <a:pt x="1706" y="8975"/>
                </a:cubicBezTo>
                <a:close/>
                <a:moveTo>
                  <a:pt x="4262" y="0"/>
                </a:moveTo>
                <a:lnTo>
                  <a:pt x="4262" y="2596"/>
                </a:lnTo>
                <a:lnTo>
                  <a:pt x="3309" y="2596"/>
                </a:lnTo>
                <a:lnTo>
                  <a:pt x="3309" y="1691"/>
                </a:lnTo>
                <a:cubicBezTo>
                  <a:pt x="3309" y="858"/>
                  <a:pt x="2714" y="167"/>
                  <a:pt x="1880" y="48"/>
                </a:cubicBezTo>
                <a:cubicBezTo>
                  <a:pt x="1813" y="40"/>
                  <a:pt x="1746" y="36"/>
                  <a:pt x="1680" y="36"/>
                </a:cubicBezTo>
                <a:cubicBezTo>
                  <a:pt x="747" y="36"/>
                  <a:pt x="0" y="803"/>
                  <a:pt x="23" y="1715"/>
                </a:cubicBezTo>
                <a:cubicBezTo>
                  <a:pt x="46" y="2572"/>
                  <a:pt x="808" y="3287"/>
                  <a:pt x="1666" y="3287"/>
                </a:cubicBezTo>
                <a:lnTo>
                  <a:pt x="4262" y="3287"/>
                </a:lnTo>
                <a:lnTo>
                  <a:pt x="4262" y="6716"/>
                </a:lnTo>
                <a:lnTo>
                  <a:pt x="3309" y="6716"/>
                </a:lnTo>
                <a:lnTo>
                  <a:pt x="3309" y="5787"/>
                </a:lnTo>
                <a:cubicBezTo>
                  <a:pt x="3309" y="4954"/>
                  <a:pt x="2714" y="4263"/>
                  <a:pt x="1880" y="4144"/>
                </a:cubicBezTo>
                <a:cubicBezTo>
                  <a:pt x="1813" y="4136"/>
                  <a:pt x="1746" y="4132"/>
                  <a:pt x="1680" y="4132"/>
                </a:cubicBezTo>
                <a:cubicBezTo>
                  <a:pt x="747" y="4132"/>
                  <a:pt x="0" y="4899"/>
                  <a:pt x="23" y="5811"/>
                </a:cubicBezTo>
                <a:cubicBezTo>
                  <a:pt x="46" y="6692"/>
                  <a:pt x="808" y="7383"/>
                  <a:pt x="1666" y="7383"/>
                </a:cubicBezTo>
                <a:lnTo>
                  <a:pt x="4262" y="7383"/>
                </a:lnTo>
                <a:lnTo>
                  <a:pt x="4262" y="10836"/>
                </a:lnTo>
                <a:lnTo>
                  <a:pt x="3309" y="10836"/>
                </a:lnTo>
                <a:lnTo>
                  <a:pt x="3309" y="9931"/>
                </a:lnTo>
                <a:cubicBezTo>
                  <a:pt x="3309" y="9098"/>
                  <a:pt x="2714" y="8407"/>
                  <a:pt x="1880" y="8288"/>
                </a:cubicBezTo>
                <a:cubicBezTo>
                  <a:pt x="1813" y="8280"/>
                  <a:pt x="1746" y="8276"/>
                  <a:pt x="1680" y="8276"/>
                </a:cubicBezTo>
                <a:cubicBezTo>
                  <a:pt x="747" y="8276"/>
                  <a:pt x="0" y="9043"/>
                  <a:pt x="23" y="9955"/>
                </a:cubicBezTo>
                <a:cubicBezTo>
                  <a:pt x="46" y="10812"/>
                  <a:pt x="808" y="11527"/>
                  <a:pt x="1666" y="11527"/>
                </a:cubicBezTo>
                <a:lnTo>
                  <a:pt x="4928" y="11527"/>
                </a:lnTo>
                <a:lnTo>
                  <a:pt x="4928" y="9359"/>
                </a:lnTo>
                <a:lnTo>
                  <a:pt x="7500" y="9359"/>
                </a:lnTo>
                <a:cubicBezTo>
                  <a:pt x="8381" y="9359"/>
                  <a:pt x="9144" y="8645"/>
                  <a:pt x="9144" y="7740"/>
                </a:cubicBezTo>
                <a:cubicBezTo>
                  <a:pt x="9166" y="6885"/>
                  <a:pt x="8445" y="6137"/>
                  <a:pt x="7582" y="6137"/>
                </a:cubicBezTo>
                <a:cubicBezTo>
                  <a:pt x="7531" y="6137"/>
                  <a:pt x="7480" y="6139"/>
                  <a:pt x="7429" y="6145"/>
                </a:cubicBezTo>
                <a:cubicBezTo>
                  <a:pt x="6572" y="6216"/>
                  <a:pt x="5929" y="6930"/>
                  <a:pt x="5929" y="7788"/>
                </a:cubicBezTo>
                <a:lnTo>
                  <a:pt x="5929" y="8716"/>
                </a:lnTo>
                <a:lnTo>
                  <a:pt x="4976" y="8716"/>
                </a:lnTo>
                <a:lnTo>
                  <a:pt x="4976" y="5263"/>
                </a:lnTo>
                <a:lnTo>
                  <a:pt x="7524" y="5263"/>
                </a:lnTo>
                <a:cubicBezTo>
                  <a:pt x="8381" y="5263"/>
                  <a:pt x="9144" y="4573"/>
                  <a:pt x="9167" y="3668"/>
                </a:cubicBezTo>
                <a:cubicBezTo>
                  <a:pt x="9191" y="2730"/>
                  <a:pt x="8452" y="1976"/>
                  <a:pt x="7520" y="1976"/>
                </a:cubicBezTo>
                <a:cubicBezTo>
                  <a:pt x="7505" y="1976"/>
                  <a:pt x="7491" y="1977"/>
                  <a:pt x="7477" y="1977"/>
                </a:cubicBezTo>
                <a:cubicBezTo>
                  <a:pt x="6595" y="2001"/>
                  <a:pt x="5881" y="2763"/>
                  <a:pt x="5881" y="3620"/>
                </a:cubicBezTo>
                <a:lnTo>
                  <a:pt x="5881" y="4549"/>
                </a:lnTo>
                <a:lnTo>
                  <a:pt x="4928" y="4549"/>
                </a:lnTo>
                <a:lnTo>
                  <a:pt x="4928"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grpSp>
        <p:nvGrpSpPr>
          <p:cNvPr id="5057" name="Google Shape;5057;p56"/>
          <p:cNvGrpSpPr/>
          <p:nvPr/>
        </p:nvGrpSpPr>
        <p:grpSpPr>
          <a:xfrm>
            <a:off x="2591842" y="3971996"/>
            <a:ext cx="320203" cy="295667"/>
            <a:chOff x="2972489" y="4129767"/>
            <a:chExt cx="320203" cy="295667"/>
          </a:xfrm>
        </p:grpSpPr>
        <p:sp>
          <p:nvSpPr>
            <p:cNvPr id="5058" name="Google Shape;5058;p56"/>
            <p:cNvSpPr/>
            <p:nvPr/>
          </p:nvSpPr>
          <p:spPr>
            <a:xfrm>
              <a:off x="2972489" y="4362358"/>
              <a:ext cx="63076" cy="63076"/>
            </a:xfrm>
            <a:custGeom>
              <a:rect b="b" l="l" r="r" t="t"/>
              <a:pathLst>
                <a:path extrusionOk="0" h="2144" w="2144">
                  <a:moveTo>
                    <a:pt x="1072" y="691"/>
                  </a:moveTo>
                  <a:cubicBezTo>
                    <a:pt x="1287" y="691"/>
                    <a:pt x="1453" y="858"/>
                    <a:pt x="1453" y="1072"/>
                  </a:cubicBezTo>
                  <a:cubicBezTo>
                    <a:pt x="1453" y="1286"/>
                    <a:pt x="1287" y="1453"/>
                    <a:pt x="1072" y="1453"/>
                  </a:cubicBezTo>
                  <a:cubicBezTo>
                    <a:pt x="858" y="1453"/>
                    <a:pt x="691" y="1286"/>
                    <a:pt x="691" y="1072"/>
                  </a:cubicBezTo>
                  <a:cubicBezTo>
                    <a:pt x="691" y="882"/>
                    <a:pt x="834" y="691"/>
                    <a:pt x="1072" y="691"/>
                  </a:cubicBezTo>
                  <a:close/>
                  <a:moveTo>
                    <a:pt x="1072" y="0"/>
                  </a:moveTo>
                  <a:cubicBezTo>
                    <a:pt x="477" y="0"/>
                    <a:pt x="1" y="477"/>
                    <a:pt x="1" y="1072"/>
                  </a:cubicBezTo>
                  <a:cubicBezTo>
                    <a:pt x="1" y="1667"/>
                    <a:pt x="477" y="2144"/>
                    <a:pt x="1072" y="2144"/>
                  </a:cubicBezTo>
                  <a:cubicBezTo>
                    <a:pt x="1668" y="2144"/>
                    <a:pt x="2144" y="1667"/>
                    <a:pt x="2144" y="1072"/>
                  </a:cubicBezTo>
                  <a:cubicBezTo>
                    <a:pt x="2144" y="477"/>
                    <a:pt x="1668" y="0"/>
                    <a:pt x="10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5059" name="Google Shape;5059;p56"/>
            <p:cNvSpPr/>
            <p:nvPr/>
          </p:nvSpPr>
          <p:spPr>
            <a:xfrm>
              <a:off x="2972489" y="4284602"/>
              <a:ext cx="63076" cy="63076"/>
            </a:xfrm>
            <a:custGeom>
              <a:rect b="b" l="l" r="r" t="t"/>
              <a:pathLst>
                <a:path extrusionOk="0" h="2144" w="2144">
                  <a:moveTo>
                    <a:pt x="1072" y="691"/>
                  </a:moveTo>
                  <a:cubicBezTo>
                    <a:pt x="1287" y="691"/>
                    <a:pt x="1453" y="857"/>
                    <a:pt x="1453" y="1072"/>
                  </a:cubicBezTo>
                  <a:cubicBezTo>
                    <a:pt x="1453" y="1286"/>
                    <a:pt x="1287" y="1453"/>
                    <a:pt x="1072" y="1453"/>
                  </a:cubicBezTo>
                  <a:cubicBezTo>
                    <a:pt x="858" y="1453"/>
                    <a:pt x="691" y="1286"/>
                    <a:pt x="691" y="1072"/>
                  </a:cubicBezTo>
                  <a:cubicBezTo>
                    <a:pt x="691" y="857"/>
                    <a:pt x="834" y="691"/>
                    <a:pt x="1072" y="691"/>
                  </a:cubicBezTo>
                  <a:close/>
                  <a:moveTo>
                    <a:pt x="1072" y="0"/>
                  </a:moveTo>
                  <a:cubicBezTo>
                    <a:pt x="477" y="0"/>
                    <a:pt x="1" y="476"/>
                    <a:pt x="1" y="1072"/>
                  </a:cubicBezTo>
                  <a:cubicBezTo>
                    <a:pt x="1" y="1667"/>
                    <a:pt x="477" y="2143"/>
                    <a:pt x="1072" y="2143"/>
                  </a:cubicBezTo>
                  <a:cubicBezTo>
                    <a:pt x="1668" y="2143"/>
                    <a:pt x="2144" y="1667"/>
                    <a:pt x="2144" y="1072"/>
                  </a:cubicBezTo>
                  <a:cubicBezTo>
                    <a:pt x="2144" y="476"/>
                    <a:pt x="1668" y="0"/>
                    <a:pt x="10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5060" name="Google Shape;5060;p56"/>
            <p:cNvSpPr/>
            <p:nvPr/>
          </p:nvSpPr>
          <p:spPr>
            <a:xfrm>
              <a:off x="2972489" y="4206817"/>
              <a:ext cx="63076" cy="63076"/>
            </a:xfrm>
            <a:custGeom>
              <a:rect b="b" l="l" r="r" t="t"/>
              <a:pathLst>
                <a:path extrusionOk="0" h="2144" w="2144">
                  <a:moveTo>
                    <a:pt x="1072" y="691"/>
                  </a:moveTo>
                  <a:cubicBezTo>
                    <a:pt x="1287" y="691"/>
                    <a:pt x="1453" y="858"/>
                    <a:pt x="1453" y="1072"/>
                  </a:cubicBezTo>
                  <a:cubicBezTo>
                    <a:pt x="1453" y="1287"/>
                    <a:pt x="1287" y="1453"/>
                    <a:pt x="1072" y="1453"/>
                  </a:cubicBezTo>
                  <a:cubicBezTo>
                    <a:pt x="858" y="1453"/>
                    <a:pt x="691" y="1287"/>
                    <a:pt x="691" y="1072"/>
                  </a:cubicBezTo>
                  <a:cubicBezTo>
                    <a:pt x="691" y="858"/>
                    <a:pt x="834" y="691"/>
                    <a:pt x="1072" y="691"/>
                  </a:cubicBezTo>
                  <a:close/>
                  <a:moveTo>
                    <a:pt x="1072" y="1"/>
                  </a:moveTo>
                  <a:cubicBezTo>
                    <a:pt x="477" y="1"/>
                    <a:pt x="1" y="477"/>
                    <a:pt x="1" y="1072"/>
                  </a:cubicBezTo>
                  <a:cubicBezTo>
                    <a:pt x="1" y="1668"/>
                    <a:pt x="477" y="2144"/>
                    <a:pt x="1072" y="2144"/>
                  </a:cubicBezTo>
                  <a:cubicBezTo>
                    <a:pt x="1668" y="2144"/>
                    <a:pt x="2144" y="1668"/>
                    <a:pt x="2144" y="1072"/>
                  </a:cubicBezTo>
                  <a:cubicBezTo>
                    <a:pt x="2144" y="477"/>
                    <a:pt x="1668" y="1"/>
                    <a:pt x="107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5061" name="Google Shape;5061;p56"/>
            <p:cNvSpPr/>
            <p:nvPr/>
          </p:nvSpPr>
          <p:spPr>
            <a:xfrm>
              <a:off x="3057953" y="4362358"/>
              <a:ext cx="63106" cy="63076"/>
            </a:xfrm>
            <a:custGeom>
              <a:rect b="b" l="l" r="r" t="t"/>
              <a:pathLst>
                <a:path extrusionOk="0" h="2144" w="2145">
                  <a:moveTo>
                    <a:pt x="1073" y="691"/>
                  </a:moveTo>
                  <a:cubicBezTo>
                    <a:pt x="1287" y="691"/>
                    <a:pt x="1477" y="858"/>
                    <a:pt x="1477" y="1072"/>
                  </a:cubicBezTo>
                  <a:cubicBezTo>
                    <a:pt x="1477" y="1286"/>
                    <a:pt x="1287" y="1453"/>
                    <a:pt x="1073" y="1453"/>
                  </a:cubicBezTo>
                  <a:cubicBezTo>
                    <a:pt x="882" y="1453"/>
                    <a:pt x="692" y="1286"/>
                    <a:pt x="692" y="1072"/>
                  </a:cubicBezTo>
                  <a:cubicBezTo>
                    <a:pt x="692" y="882"/>
                    <a:pt x="858" y="691"/>
                    <a:pt x="1073" y="691"/>
                  </a:cubicBezTo>
                  <a:close/>
                  <a:moveTo>
                    <a:pt x="1073" y="0"/>
                  </a:moveTo>
                  <a:cubicBezTo>
                    <a:pt x="477" y="0"/>
                    <a:pt x="1" y="477"/>
                    <a:pt x="1" y="1072"/>
                  </a:cubicBezTo>
                  <a:cubicBezTo>
                    <a:pt x="1" y="1667"/>
                    <a:pt x="477" y="2144"/>
                    <a:pt x="1073" y="2144"/>
                  </a:cubicBezTo>
                  <a:cubicBezTo>
                    <a:pt x="1668" y="2144"/>
                    <a:pt x="2144" y="1667"/>
                    <a:pt x="2144" y="1072"/>
                  </a:cubicBezTo>
                  <a:cubicBezTo>
                    <a:pt x="2144" y="477"/>
                    <a:pt x="1668" y="0"/>
                    <a:pt x="10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5062" name="Google Shape;5062;p56"/>
            <p:cNvSpPr/>
            <p:nvPr/>
          </p:nvSpPr>
          <p:spPr>
            <a:xfrm>
              <a:off x="3057953" y="4284602"/>
              <a:ext cx="63106" cy="63076"/>
            </a:xfrm>
            <a:custGeom>
              <a:rect b="b" l="l" r="r" t="t"/>
              <a:pathLst>
                <a:path extrusionOk="0" h="2144" w="2145">
                  <a:moveTo>
                    <a:pt x="1073" y="691"/>
                  </a:moveTo>
                  <a:cubicBezTo>
                    <a:pt x="1287" y="691"/>
                    <a:pt x="1477" y="857"/>
                    <a:pt x="1477" y="1072"/>
                  </a:cubicBezTo>
                  <a:cubicBezTo>
                    <a:pt x="1477" y="1286"/>
                    <a:pt x="1287" y="1453"/>
                    <a:pt x="1073" y="1453"/>
                  </a:cubicBezTo>
                  <a:cubicBezTo>
                    <a:pt x="882" y="1453"/>
                    <a:pt x="692" y="1286"/>
                    <a:pt x="692" y="1072"/>
                  </a:cubicBezTo>
                  <a:cubicBezTo>
                    <a:pt x="692" y="857"/>
                    <a:pt x="858" y="691"/>
                    <a:pt x="1073" y="691"/>
                  </a:cubicBezTo>
                  <a:close/>
                  <a:moveTo>
                    <a:pt x="1073" y="0"/>
                  </a:moveTo>
                  <a:cubicBezTo>
                    <a:pt x="477" y="0"/>
                    <a:pt x="1" y="476"/>
                    <a:pt x="1" y="1072"/>
                  </a:cubicBezTo>
                  <a:cubicBezTo>
                    <a:pt x="1" y="1667"/>
                    <a:pt x="477" y="2143"/>
                    <a:pt x="1073" y="2143"/>
                  </a:cubicBezTo>
                  <a:cubicBezTo>
                    <a:pt x="1668" y="2143"/>
                    <a:pt x="2144" y="1667"/>
                    <a:pt x="2144" y="1072"/>
                  </a:cubicBezTo>
                  <a:cubicBezTo>
                    <a:pt x="2144" y="476"/>
                    <a:pt x="1668" y="0"/>
                    <a:pt x="10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5063" name="Google Shape;5063;p56"/>
            <p:cNvSpPr/>
            <p:nvPr/>
          </p:nvSpPr>
          <p:spPr>
            <a:xfrm>
              <a:off x="3144152" y="4362358"/>
              <a:ext cx="63076" cy="63076"/>
            </a:xfrm>
            <a:custGeom>
              <a:rect b="b" l="l" r="r" t="t"/>
              <a:pathLst>
                <a:path extrusionOk="0" h="2144" w="2144">
                  <a:moveTo>
                    <a:pt x="1072" y="691"/>
                  </a:moveTo>
                  <a:cubicBezTo>
                    <a:pt x="1262" y="691"/>
                    <a:pt x="1453" y="858"/>
                    <a:pt x="1453" y="1072"/>
                  </a:cubicBezTo>
                  <a:cubicBezTo>
                    <a:pt x="1453" y="1286"/>
                    <a:pt x="1262" y="1453"/>
                    <a:pt x="1072" y="1453"/>
                  </a:cubicBezTo>
                  <a:cubicBezTo>
                    <a:pt x="857" y="1453"/>
                    <a:pt x="667" y="1286"/>
                    <a:pt x="667" y="1072"/>
                  </a:cubicBezTo>
                  <a:cubicBezTo>
                    <a:pt x="691" y="882"/>
                    <a:pt x="857" y="691"/>
                    <a:pt x="1072" y="691"/>
                  </a:cubicBezTo>
                  <a:close/>
                  <a:moveTo>
                    <a:pt x="1072" y="0"/>
                  </a:moveTo>
                  <a:cubicBezTo>
                    <a:pt x="476" y="0"/>
                    <a:pt x="0" y="477"/>
                    <a:pt x="0" y="1072"/>
                  </a:cubicBezTo>
                  <a:cubicBezTo>
                    <a:pt x="0" y="1667"/>
                    <a:pt x="476" y="2144"/>
                    <a:pt x="1072" y="2144"/>
                  </a:cubicBezTo>
                  <a:cubicBezTo>
                    <a:pt x="1667" y="2144"/>
                    <a:pt x="2143" y="1667"/>
                    <a:pt x="2143" y="1072"/>
                  </a:cubicBezTo>
                  <a:cubicBezTo>
                    <a:pt x="2143" y="477"/>
                    <a:pt x="1667" y="0"/>
                    <a:pt x="10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5064" name="Google Shape;5064;p56"/>
            <p:cNvSpPr/>
            <p:nvPr/>
          </p:nvSpPr>
          <p:spPr>
            <a:xfrm>
              <a:off x="3144152" y="4284602"/>
              <a:ext cx="63076" cy="63076"/>
            </a:xfrm>
            <a:custGeom>
              <a:rect b="b" l="l" r="r" t="t"/>
              <a:pathLst>
                <a:path extrusionOk="0" h="2144" w="2144">
                  <a:moveTo>
                    <a:pt x="1072" y="691"/>
                  </a:moveTo>
                  <a:cubicBezTo>
                    <a:pt x="1262" y="691"/>
                    <a:pt x="1453" y="857"/>
                    <a:pt x="1453" y="1072"/>
                  </a:cubicBezTo>
                  <a:cubicBezTo>
                    <a:pt x="1453" y="1286"/>
                    <a:pt x="1262" y="1453"/>
                    <a:pt x="1072" y="1453"/>
                  </a:cubicBezTo>
                  <a:cubicBezTo>
                    <a:pt x="857" y="1453"/>
                    <a:pt x="667" y="1286"/>
                    <a:pt x="667" y="1072"/>
                  </a:cubicBezTo>
                  <a:cubicBezTo>
                    <a:pt x="667" y="857"/>
                    <a:pt x="857" y="691"/>
                    <a:pt x="1072" y="691"/>
                  </a:cubicBezTo>
                  <a:close/>
                  <a:moveTo>
                    <a:pt x="1072" y="0"/>
                  </a:moveTo>
                  <a:cubicBezTo>
                    <a:pt x="476" y="0"/>
                    <a:pt x="0" y="476"/>
                    <a:pt x="0" y="1072"/>
                  </a:cubicBezTo>
                  <a:cubicBezTo>
                    <a:pt x="0" y="1667"/>
                    <a:pt x="476" y="2143"/>
                    <a:pt x="1072" y="2143"/>
                  </a:cubicBezTo>
                  <a:cubicBezTo>
                    <a:pt x="1667" y="2143"/>
                    <a:pt x="2143" y="1667"/>
                    <a:pt x="2143" y="1072"/>
                  </a:cubicBezTo>
                  <a:cubicBezTo>
                    <a:pt x="2143" y="476"/>
                    <a:pt x="1667" y="0"/>
                    <a:pt x="10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5065" name="Google Shape;5065;p56"/>
            <p:cNvSpPr/>
            <p:nvPr/>
          </p:nvSpPr>
          <p:spPr>
            <a:xfrm>
              <a:off x="3144152" y="4206817"/>
              <a:ext cx="63076" cy="63076"/>
            </a:xfrm>
            <a:custGeom>
              <a:rect b="b" l="l" r="r" t="t"/>
              <a:pathLst>
                <a:path extrusionOk="0" h="2144" w="2144">
                  <a:moveTo>
                    <a:pt x="1072" y="691"/>
                  </a:moveTo>
                  <a:cubicBezTo>
                    <a:pt x="1262" y="691"/>
                    <a:pt x="1453" y="858"/>
                    <a:pt x="1453" y="1072"/>
                  </a:cubicBezTo>
                  <a:cubicBezTo>
                    <a:pt x="1453" y="1287"/>
                    <a:pt x="1262" y="1453"/>
                    <a:pt x="1072" y="1453"/>
                  </a:cubicBezTo>
                  <a:cubicBezTo>
                    <a:pt x="857" y="1453"/>
                    <a:pt x="667" y="1287"/>
                    <a:pt x="667" y="1072"/>
                  </a:cubicBezTo>
                  <a:cubicBezTo>
                    <a:pt x="691" y="858"/>
                    <a:pt x="857" y="691"/>
                    <a:pt x="1072" y="691"/>
                  </a:cubicBezTo>
                  <a:close/>
                  <a:moveTo>
                    <a:pt x="1072" y="1"/>
                  </a:moveTo>
                  <a:cubicBezTo>
                    <a:pt x="476" y="1"/>
                    <a:pt x="0" y="477"/>
                    <a:pt x="0" y="1072"/>
                  </a:cubicBezTo>
                  <a:cubicBezTo>
                    <a:pt x="0" y="1668"/>
                    <a:pt x="476" y="2144"/>
                    <a:pt x="1072" y="2144"/>
                  </a:cubicBezTo>
                  <a:cubicBezTo>
                    <a:pt x="1667" y="2144"/>
                    <a:pt x="2143" y="1668"/>
                    <a:pt x="2143" y="1072"/>
                  </a:cubicBezTo>
                  <a:cubicBezTo>
                    <a:pt x="2143" y="477"/>
                    <a:pt x="1667" y="1"/>
                    <a:pt x="107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5066" name="Google Shape;5066;p56"/>
            <p:cNvSpPr/>
            <p:nvPr/>
          </p:nvSpPr>
          <p:spPr>
            <a:xfrm>
              <a:off x="3229616" y="4362358"/>
              <a:ext cx="63076" cy="63076"/>
            </a:xfrm>
            <a:custGeom>
              <a:rect b="b" l="l" r="r" t="t"/>
              <a:pathLst>
                <a:path extrusionOk="0" h="2144" w="2144">
                  <a:moveTo>
                    <a:pt x="1072" y="691"/>
                  </a:moveTo>
                  <a:cubicBezTo>
                    <a:pt x="1286" y="691"/>
                    <a:pt x="1477" y="858"/>
                    <a:pt x="1477" y="1072"/>
                  </a:cubicBezTo>
                  <a:cubicBezTo>
                    <a:pt x="1477" y="1286"/>
                    <a:pt x="1286" y="1453"/>
                    <a:pt x="1072" y="1453"/>
                  </a:cubicBezTo>
                  <a:cubicBezTo>
                    <a:pt x="882" y="1453"/>
                    <a:pt x="691" y="1286"/>
                    <a:pt x="691" y="1072"/>
                  </a:cubicBezTo>
                  <a:cubicBezTo>
                    <a:pt x="691" y="882"/>
                    <a:pt x="882" y="691"/>
                    <a:pt x="1072" y="691"/>
                  </a:cubicBezTo>
                  <a:close/>
                  <a:moveTo>
                    <a:pt x="1072" y="0"/>
                  </a:moveTo>
                  <a:cubicBezTo>
                    <a:pt x="477" y="0"/>
                    <a:pt x="0" y="477"/>
                    <a:pt x="0" y="1072"/>
                  </a:cubicBezTo>
                  <a:cubicBezTo>
                    <a:pt x="0" y="1667"/>
                    <a:pt x="477" y="2144"/>
                    <a:pt x="1072" y="2144"/>
                  </a:cubicBezTo>
                  <a:cubicBezTo>
                    <a:pt x="1667" y="2144"/>
                    <a:pt x="2144" y="1667"/>
                    <a:pt x="2144" y="1072"/>
                  </a:cubicBezTo>
                  <a:cubicBezTo>
                    <a:pt x="2144" y="477"/>
                    <a:pt x="1667" y="0"/>
                    <a:pt x="10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5067" name="Google Shape;5067;p56"/>
            <p:cNvSpPr/>
            <p:nvPr/>
          </p:nvSpPr>
          <p:spPr>
            <a:xfrm>
              <a:off x="3229616" y="4284602"/>
              <a:ext cx="63076" cy="63076"/>
            </a:xfrm>
            <a:custGeom>
              <a:rect b="b" l="l" r="r" t="t"/>
              <a:pathLst>
                <a:path extrusionOk="0" h="2144" w="2144">
                  <a:moveTo>
                    <a:pt x="1072" y="691"/>
                  </a:moveTo>
                  <a:cubicBezTo>
                    <a:pt x="1286" y="691"/>
                    <a:pt x="1477" y="857"/>
                    <a:pt x="1477" y="1072"/>
                  </a:cubicBezTo>
                  <a:cubicBezTo>
                    <a:pt x="1477" y="1286"/>
                    <a:pt x="1286" y="1453"/>
                    <a:pt x="1072" y="1453"/>
                  </a:cubicBezTo>
                  <a:cubicBezTo>
                    <a:pt x="882" y="1453"/>
                    <a:pt x="691" y="1286"/>
                    <a:pt x="691" y="1072"/>
                  </a:cubicBezTo>
                  <a:cubicBezTo>
                    <a:pt x="691" y="857"/>
                    <a:pt x="882" y="691"/>
                    <a:pt x="1072" y="691"/>
                  </a:cubicBezTo>
                  <a:close/>
                  <a:moveTo>
                    <a:pt x="1072" y="0"/>
                  </a:moveTo>
                  <a:cubicBezTo>
                    <a:pt x="477" y="0"/>
                    <a:pt x="0" y="476"/>
                    <a:pt x="0" y="1072"/>
                  </a:cubicBezTo>
                  <a:cubicBezTo>
                    <a:pt x="0" y="1667"/>
                    <a:pt x="477" y="2143"/>
                    <a:pt x="1072" y="2143"/>
                  </a:cubicBezTo>
                  <a:cubicBezTo>
                    <a:pt x="1667" y="2143"/>
                    <a:pt x="2144" y="1667"/>
                    <a:pt x="2144" y="1072"/>
                  </a:cubicBezTo>
                  <a:cubicBezTo>
                    <a:pt x="2144" y="476"/>
                    <a:pt x="1667" y="0"/>
                    <a:pt x="10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5068" name="Google Shape;5068;p56"/>
            <p:cNvSpPr/>
            <p:nvPr/>
          </p:nvSpPr>
          <p:spPr>
            <a:xfrm>
              <a:off x="3229616" y="4206817"/>
              <a:ext cx="63076" cy="63076"/>
            </a:xfrm>
            <a:custGeom>
              <a:rect b="b" l="l" r="r" t="t"/>
              <a:pathLst>
                <a:path extrusionOk="0" h="2144" w="2144">
                  <a:moveTo>
                    <a:pt x="1072" y="691"/>
                  </a:moveTo>
                  <a:cubicBezTo>
                    <a:pt x="1286" y="691"/>
                    <a:pt x="1477" y="858"/>
                    <a:pt x="1477" y="1072"/>
                  </a:cubicBezTo>
                  <a:cubicBezTo>
                    <a:pt x="1477" y="1287"/>
                    <a:pt x="1286" y="1453"/>
                    <a:pt x="1072" y="1453"/>
                  </a:cubicBezTo>
                  <a:cubicBezTo>
                    <a:pt x="882" y="1453"/>
                    <a:pt x="691" y="1287"/>
                    <a:pt x="691" y="1072"/>
                  </a:cubicBezTo>
                  <a:cubicBezTo>
                    <a:pt x="691" y="858"/>
                    <a:pt x="882" y="691"/>
                    <a:pt x="1072" y="691"/>
                  </a:cubicBezTo>
                  <a:close/>
                  <a:moveTo>
                    <a:pt x="1072" y="1"/>
                  </a:moveTo>
                  <a:cubicBezTo>
                    <a:pt x="477" y="1"/>
                    <a:pt x="0" y="477"/>
                    <a:pt x="0" y="1072"/>
                  </a:cubicBezTo>
                  <a:cubicBezTo>
                    <a:pt x="0" y="1668"/>
                    <a:pt x="477" y="2144"/>
                    <a:pt x="1072" y="2144"/>
                  </a:cubicBezTo>
                  <a:cubicBezTo>
                    <a:pt x="1667" y="2144"/>
                    <a:pt x="2144" y="1668"/>
                    <a:pt x="2144" y="1072"/>
                  </a:cubicBezTo>
                  <a:cubicBezTo>
                    <a:pt x="2144" y="477"/>
                    <a:pt x="1667" y="1"/>
                    <a:pt x="107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5069" name="Google Shape;5069;p56"/>
            <p:cNvSpPr/>
            <p:nvPr/>
          </p:nvSpPr>
          <p:spPr>
            <a:xfrm>
              <a:off x="3229616" y="4129767"/>
              <a:ext cx="63076" cy="63076"/>
            </a:xfrm>
            <a:custGeom>
              <a:rect b="b" l="l" r="r" t="t"/>
              <a:pathLst>
                <a:path extrusionOk="0" h="2144" w="2144">
                  <a:moveTo>
                    <a:pt x="1072" y="691"/>
                  </a:moveTo>
                  <a:cubicBezTo>
                    <a:pt x="1286" y="691"/>
                    <a:pt x="1477" y="857"/>
                    <a:pt x="1477" y="1072"/>
                  </a:cubicBezTo>
                  <a:cubicBezTo>
                    <a:pt x="1477" y="1286"/>
                    <a:pt x="1286" y="1453"/>
                    <a:pt x="1072" y="1453"/>
                  </a:cubicBezTo>
                  <a:cubicBezTo>
                    <a:pt x="882" y="1453"/>
                    <a:pt x="691" y="1286"/>
                    <a:pt x="691" y="1072"/>
                  </a:cubicBezTo>
                  <a:cubicBezTo>
                    <a:pt x="691" y="857"/>
                    <a:pt x="882" y="691"/>
                    <a:pt x="1072" y="691"/>
                  </a:cubicBezTo>
                  <a:close/>
                  <a:moveTo>
                    <a:pt x="1072" y="0"/>
                  </a:moveTo>
                  <a:cubicBezTo>
                    <a:pt x="477" y="0"/>
                    <a:pt x="0" y="476"/>
                    <a:pt x="0" y="1072"/>
                  </a:cubicBezTo>
                  <a:cubicBezTo>
                    <a:pt x="0" y="1667"/>
                    <a:pt x="477" y="2143"/>
                    <a:pt x="1072" y="2143"/>
                  </a:cubicBezTo>
                  <a:cubicBezTo>
                    <a:pt x="1667" y="2143"/>
                    <a:pt x="2144" y="1667"/>
                    <a:pt x="2144" y="1072"/>
                  </a:cubicBezTo>
                  <a:cubicBezTo>
                    <a:pt x="2144" y="476"/>
                    <a:pt x="1667" y="0"/>
                    <a:pt x="10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grpSp>
      <p:sp>
        <p:nvSpPr>
          <p:cNvPr id="5070" name="Google Shape;5070;p56"/>
          <p:cNvSpPr/>
          <p:nvPr/>
        </p:nvSpPr>
        <p:spPr>
          <a:xfrm>
            <a:off x="3282308" y="3971996"/>
            <a:ext cx="338418" cy="337712"/>
          </a:xfrm>
          <a:custGeom>
            <a:rect b="b" l="l" r="r" t="t"/>
            <a:pathLst>
              <a:path extrusionOk="0" h="11479" w="11503">
                <a:moveTo>
                  <a:pt x="10169" y="2429"/>
                </a:moveTo>
                <a:cubicBezTo>
                  <a:pt x="10360" y="2429"/>
                  <a:pt x="10550" y="2620"/>
                  <a:pt x="10550" y="2834"/>
                </a:cubicBezTo>
                <a:cubicBezTo>
                  <a:pt x="10550" y="3024"/>
                  <a:pt x="10360" y="3215"/>
                  <a:pt x="10169" y="3215"/>
                </a:cubicBezTo>
                <a:cubicBezTo>
                  <a:pt x="9955" y="3215"/>
                  <a:pt x="9764" y="3024"/>
                  <a:pt x="9764" y="2834"/>
                </a:cubicBezTo>
                <a:cubicBezTo>
                  <a:pt x="9764" y="2620"/>
                  <a:pt x="9931" y="2429"/>
                  <a:pt x="10169" y="2429"/>
                </a:cubicBezTo>
                <a:close/>
                <a:moveTo>
                  <a:pt x="8669" y="4763"/>
                </a:moveTo>
                <a:cubicBezTo>
                  <a:pt x="8883" y="4763"/>
                  <a:pt x="9050" y="4930"/>
                  <a:pt x="9050" y="5144"/>
                </a:cubicBezTo>
                <a:cubicBezTo>
                  <a:pt x="9050" y="5358"/>
                  <a:pt x="8883" y="5525"/>
                  <a:pt x="8669" y="5525"/>
                </a:cubicBezTo>
                <a:cubicBezTo>
                  <a:pt x="8454" y="5525"/>
                  <a:pt x="8288" y="5358"/>
                  <a:pt x="8288" y="5144"/>
                </a:cubicBezTo>
                <a:cubicBezTo>
                  <a:pt x="8288" y="4930"/>
                  <a:pt x="8454" y="4763"/>
                  <a:pt x="8669" y="4763"/>
                </a:cubicBezTo>
                <a:close/>
                <a:moveTo>
                  <a:pt x="4335" y="5358"/>
                </a:moveTo>
                <a:cubicBezTo>
                  <a:pt x="4525" y="5358"/>
                  <a:pt x="4716" y="5525"/>
                  <a:pt x="4716" y="5739"/>
                </a:cubicBezTo>
                <a:cubicBezTo>
                  <a:pt x="4716" y="5954"/>
                  <a:pt x="4525" y="6120"/>
                  <a:pt x="4335" y="6120"/>
                </a:cubicBezTo>
                <a:cubicBezTo>
                  <a:pt x="4120" y="6120"/>
                  <a:pt x="3930" y="5954"/>
                  <a:pt x="3930" y="5739"/>
                </a:cubicBezTo>
                <a:cubicBezTo>
                  <a:pt x="3906" y="5525"/>
                  <a:pt x="4096" y="5358"/>
                  <a:pt x="4335" y="5358"/>
                </a:cubicBezTo>
                <a:close/>
                <a:moveTo>
                  <a:pt x="6716" y="6811"/>
                </a:moveTo>
                <a:cubicBezTo>
                  <a:pt x="6906" y="6811"/>
                  <a:pt x="7097" y="6978"/>
                  <a:pt x="7097" y="7192"/>
                </a:cubicBezTo>
                <a:cubicBezTo>
                  <a:pt x="7097" y="7406"/>
                  <a:pt x="6906" y="7573"/>
                  <a:pt x="6716" y="7573"/>
                </a:cubicBezTo>
                <a:cubicBezTo>
                  <a:pt x="6502" y="7573"/>
                  <a:pt x="6311" y="7406"/>
                  <a:pt x="6311" y="7192"/>
                </a:cubicBezTo>
                <a:cubicBezTo>
                  <a:pt x="6311" y="6978"/>
                  <a:pt x="6478" y="6811"/>
                  <a:pt x="6716" y="6811"/>
                </a:cubicBezTo>
                <a:close/>
                <a:moveTo>
                  <a:pt x="2715" y="7740"/>
                </a:moveTo>
                <a:cubicBezTo>
                  <a:pt x="2929" y="7740"/>
                  <a:pt x="3096" y="7906"/>
                  <a:pt x="3096" y="8121"/>
                </a:cubicBezTo>
                <a:cubicBezTo>
                  <a:pt x="3096" y="8335"/>
                  <a:pt x="2929" y="8502"/>
                  <a:pt x="2715" y="8502"/>
                </a:cubicBezTo>
                <a:cubicBezTo>
                  <a:pt x="2501" y="8502"/>
                  <a:pt x="2334" y="8335"/>
                  <a:pt x="2334" y="8121"/>
                </a:cubicBezTo>
                <a:cubicBezTo>
                  <a:pt x="2334" y="7906"/>
                  <a:pt x="2501" y="7740"/>
                  <a:pt x="2715" y="7740"/>
                </a:cubicBezTo>
                <a:close/>
                <a:moveTo>
                  <a:pt x="0" y="0"/>
                </a:moveTo>
                <a:lnTo>
                  <a:pt x="0" y="11479"/>
                </a:lnTo>
                <a:lnTo>
                  <a:pt x="11503" y="11479"/>
                </a:lnTo>
                <a:lnTo>
                  <a:pt x="11503" y="10264"/>
                </a:lnTo>
                <a:lnTo>
                  <a:pt x="10836" y="10264"/>
                </a:lnTo>
                <a:lnTo>
                  <a:pt x="10836" y="10288"/>
                </a:lnTo>
                <a:lnTo>
                  <a:pt x="10836" y="10836"/>
                </a:lnTo>
                <a:lnTo>
                  <a:pt x="691" y="10836"/>
                </a:lnTo>
                <a:lnTo>
                  <a:pt x="691" y="9883"/>
                </a:lnTo>
                <a:lnTo>
                  <a:pt x="2072" y="8954"/>
                </a:lnTo>
                <a:cubicBezTo>
                  <a:pt x="2243" y="9082"/>
                  <a:pt x="2490" y="9172"/>
                  <a:pt x="2746" y="9172"/>
                </a:cubicBezTo>
                <a:cubicBezTo>
                  <a:pt x="2775" y="9172"/>
                  <a:pt x="2805" y="9171"/>
                  <a:pt x="2834" y="9169"/>
                </a:cubicBezTo>
                <a:cubicBezTo>
                  <a:pt x="3334" y="9097"/>
                  <a:pt x="3739" y="8716"/>
                  <a:pt x="3787" y="8216"/>
                </a:cubicBezTo>
                <a:cubicBezTo>
                  <a:pt x="3811" y="7930"/>
                  <a:pt x="3739" y="7668"/>
                  <a:pt x="3620" y="7478"/>
                </a:cubicBezTo>
                <a:lnTo>
                  <a:pt x="4049" y="6716"/>
                </a:lnTo>
                <a:cubicBezTo>
                  <a:pt x="4144" y="6740"/>
                  <a:pt x="4239" y="6740"/>
                  <a:pt x="4335" y="6740"/>
                </a:cubicBezTo>
                <a:cubicBezTo>
                  <a:pt x="4596" y="6740"/>
                  <a:pt x="4835" y="6668"/>
                  <a:pt x="5001" y="6478"/>
                </a:cubicBezTo>
                <a:lnTo>
                  <a:pt x="5644" y="6930"/>
                </a:lnTo>
                <a:cubicBezTo>
                  <a:pt x="5597" y="7073"/>
                  <a:pt x="5597" y="7216"/>
                  <a:pt x="5644" y="7382"/>
                </a:cubicBezTo>
                <a:cubicBezTo>
                  <a:pt x="5716" y="7787"/>
                  <a:pt x="6049" y="8121"/>
                  <a:pt x="6478" y="8168"/>
                </a:cubicBezTo>
                <a:cubicBezTo>
                  <a:pt x="6542" y="8180"/>
                  <a:pt x="6606" y="8186"/>
                  <a:pt x="6669" y="8186"/>
                </a:cubicBezTo>
                <a:cubicBezTo>
                  <a:pt x="7234" y="8186"/>
                  <a:pt x="7716" y="7723"/>
                  <a:pt x="7716" y="7144"/>
                </a:cubicBezTo>
                <a:cubicBezTo>
                  <a:pt x="7716" y="6954"/>
                  <a:pt x="7692" y="6811"/>
                  <a:pt x="7597" y="6692"/>
                </a:cubicBezTo>
                <a:lnTo>
                  <a:pt x="8169" y="6073"/>
                </a:lnTo>
                <a:cubicBezTo>
                  <a:pt x="8289" y="6124"/>
                  <a:pt x="8434" y="6163"/>
                  <a:pt x="8585" y="6163"/>
                </a:cubicBezTo>
                <a:cubicBezTo>
                  <a:pt x="8644" y="6163"/>
                  <a:pt x="8704" y="6157"/>
                  <a:pt x="8764" y="6144"/>
                </a:cubicBezTo>
                <a:cubicBezTo>
                  <a:pt x="9240" y="6097"/>
                  <a:pt x="9621" y="5715"/>
                  <a:pt x="9693" y="5239"/>
                </a:cubicBezTo>
                <a:cubicBezTo>
                  <a:pt x="9717" y="4906"/>
                  <a:pt x="9621" y="4620"/>
                  <a:pt x="9407" y="4406"/>
                </a:cubicBezTo>
                <a:lnTo>
                  <a:pt x="9836" y="3810"/>
                </a:lnTo>
                <a:cubicBezTo>
                  <a:pt x="9907" y="3822"/>
                  <a:pt x="9979" y="3828"/>
                  <a:pt x="10056" y="3828"/>
                </a:cubicBezTo>
                <a:cubicBezTo>
                  <a:pt x="10133" y="3828"/>
                  <a:pt x="10217" y="3822"/>
                  <a:pt x="10312" y="3810"/>
                </a:cubicBezTo>
                <a:cubicBezTo>
                  <a:pt x="10717" y="3715"/>
                  <a:pt x="11050" y="3382"/>
                  <a:pt x="11145" y="2977"/>
                </a:cubicBezTo>
                <a:cubicBezTo>
                  <a:pt x="11277" y="2319"/>
                  <a:pt x="10762" y="1701"/>
                  <a:pt x="10121" y="1701"/>
                </a:cubicBezTo>
                <a:cubicBezTo>
                  <a:pt x="10067" y="1701"/>
                  <a:pt x="10011" y="1705"/>
                  <a:pt x="9955" y="1715"/>
                </a:cubicBezTo>
                <a:cubicBezTo>
                  <a:pt x="9478" y="1786"/>
                  <a:pt x="9097" y="2167"/>
                  <a:pt x="9026" y="2667"/>
                </a:cubicBezTo>
                <a:cubicBezTo>
                  <a:pt x="9002" y="2977"/>
                  <a:pt x="9097" y="3239"/>
                  <a:pt x="9264" y="3453"/>
                </a:cubicBezTo>
                <a:lnTo>
                  <a:pt x="8859" y="4072"/>
                </a:lnTo>
                <a:cubicBezTo>
                  <a:pt x="8788" y="4048"/>
                  <a:pt x="8693" y="4048"/>
                  <a:pt x="8645" y="4048"/>
                </a:cubicBezTo>
                <a:cubicBezTo>
                  <a:pt x="8050" y="4048"/>
                  <a:pt x="7573" y="4525"/>
                  <a:pt x="7573" y="5120"/>
                </a:cubicBezTo>
                <a:cubicBezTo>
                  <a:pt x="7573" y="5287"/>
                  <a:pt x="7621" y="5477"/>
                  <a:pt x="7692" y="5620"/>
                </a:cubicBezTo>
                <a:lnTo>
                  <a:pt x="7145" y="6216"/>
                </a:lnTo>
                <a:cubicBezTo>
                  <a:pt x="7002" y="6120"/>
                  <a:pt x="6835" y="6097"/>
                  <a:pt x="6668" y="6097"/>
                </a:cubicBezTo>
                <a:cubicBezTo>
                  <a:pt x="6406" y="6097"/>
                  <a:pt x="6168" y="6192"/>
                  <a:pt x="5954" y="6358"/>
                </a:cubicBezTo>
                <a:lnTo>
                  <a:pt x="5335" y="5906"/>
                </a:lnTo>
                <a:cubicBezTo>
                  <a:pt x="5359" y="5787"/>
                  <a:pt x="5359" y="5692"/>
                  <a:pt x="5335" y="5549"/>
                </a:cubicBezTo>
                <a:cubicBezTo>
                  <a:pt x="5287" y="5096"/>
                  <a:pt x="4882" y="4691"/>
                  <a:pt x="4382" y="4644"/>
                </a:cubicBezTo>
                <a:cubicBezTo>
                  <a:pt x="4344" y="4639"/>
                  <a:pt x="4306" y="4637"/>
                  <a:pt x="4269" y="4637"/>
                </a:cubicBezTo>
                <a:cubicBezTo>
                  <a:pt x="3698" y="4637"/>
                  <a:pt x="3215" y="5134"/>
                  <a:pt x="3215" y="5715"/>
                </a:cubicBezTo>
                <a:cubicBezTo>
                  <a:pt x="3215" y="5977"/>
                  <a:pt x="3310" y="6192"/>
                  <a:pt x="3453" y="6382"/>
                </a:cubicBezTo>
                <a:lnTo>
                  <a:pt x="3049" y="7073"/>
                </a:lnTo>
                <a:cubicBezTo>
                  <a:pt x="2953" y="7049"/>
                  <a:pt x="2834" y="7025"/>
                  <a:pt x="2715" y="7025"/>
                </a:cubicBezTo>
                <a:cubicBezTo>
                  <a:pt x="2120" y="7025"/>
                  <a:pt x="1643" y="7502"/>
                  <a:pt x="1643" y="8097"/>
                </a:cubicBezTo>
                <a:cubicBezTo>
                  <a:pt x="1643" y="8168"/>
                  <a:pt x="1643" y="8264"/>
                  <a:pt x="1667" y="8359"/>
                </a:cubicBezTo>
                <a:lnTo>
                  <a:pt x="691" y="9002"/>
                </a:lnTo>
                <a:lnTo>
                  <a:pt x="691" y="691"/>
                </a:lnTo>
                <a:lnTo>
                  <a:pt x="1239" y="691"/>
                </a:lnTo>
                <a:lnTo>
                  <a:pt x="123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5071" name="Google Shape;5071;p56"/>
          <p:cNvSpPr/>
          <p:nvPr/>
        </p:nvSpPr>
        <p:spPr>
          <a:xfrm>
            <a:off x="4046002" y="3971996"/>
            <a:ext cx="339830" cy="339801"/>
          </a:xfrm>
          <a:custGeom>
            <a:rect b="b" l="l" r="r" t="t"/>
            <a:pathLst>
              <a:path extrusionOk="0" h="11550" w="11551">
                <a:moveTo>
                  <a:pt x="6121" y="2072"/>
                </a:moveTo>
                <a:cubicBezTo>
                  <a:pt x="8002" y="2262"/>
                  <a:pt x="9455" y="3810"/>
                  <a:pt x="9455" y="5715"/>
                </a:cubicBezTo>
                <a:cubicBezTo>
                  <a:pt x="9455" y="6358"/>
                  <a:pt x="9288" y="6954"/>
                  <a:pt x="8978" y="7502"/>
                </a:cubicBezTo>
                <a:lnTo>
                  <a:pt x="6121" y="5573"/>
                </a:lnTo>
                <a:lnTo>
                  <a:pt x="6121" y="2072"/>
                </a:lnTo>
                <a:close/>
                <a:moveTo>
                  <a:pt x="6121" y="691"/>
                </a:moveTo>
                <a:cubicBezTo>
                  <a:pt x="8788" y="857"/>
                  <a:pt x="10860" y="3072"/>
                  <a:pt x="10860" y="5739"/>
                </a:cubicBezTo>
                <a:cubicBezTo>
                  <a:pt x="10860" y="6692"/>
                  <a:pt x="10598" y="7597"/>
                  <a:pt x="10145" y="8335"/>
                </a:cubicBezTo>
                <a:lnTo>
                  <a:pt x="9526" y="7906"/>
                </a:lnTo>
                <a:cubicBezTo>
                  <a:pt x="9883" y="7287"/>
                  <a:pt x="10121" y="6549"/>
                  <a:pt x="10121" y="5739"/>
                </a:cubicBezTo>
                <a:cubicBezTo>
                  <a:pt x="10121" y="3453"/>
                  <a:pt x="8359" y="1596"/>
                  <a:pt x="6121" y="1429"/>
                </a:cubicBezTo>
                <a:lnTo>
                  <a:pt x="6121" y="691"/>
                </a:lnTo>
                <a:close/>
                <a:moveTo>
                  <a:pt x="5454" y="2120"/>
                </a:moveTo>
                <a:lnTo>
                  <a:pt x="5454" y="5715"/>
                </a:lnTo>
                <a:lnTo>
                  <a:pt x="4739" y="9264"/>
                </a:lnTo>
                <a:cubicBezTo>
                  <a:pt x="3215" y="8811"/>
                  <a:pt x="2120" y="7406"/>
                  <a:pt x="2120" y="5739"/>
                </a:cubicBezTo>
                <a:cubicBezTo>
                  <a:pt x="2120" y="3834"/>
                  <a:pt x="3572" y="2262"/>
                  <a:pt x="5454" y="2120"/>
                </a:cubicBezTo>
                <a:close/>
                <a:moveTo>
                  <a:pt x="6002" y="6311"/>
                </a:moveTo>
                <a:lnTo>
                  <a:pt x="8597" y="8097"/>
                </a:lnTo>
                <a:cubicBezTo>
                  <a:pt x="7907" y="8907"/>
                  <a:pt x="6907" y="9407"/>
                  <a:pt x="5811" y="9407"/>
                </a:cubicBezTo>
                <a:cubicBezTo>
                  <a:pt x="5692" y="9407"/>
                  <a:pt x="5525" y="9407"/>
                  <a:pt x="5406" y="9383"/>
                </a:cubicBezTo>
                <a:lnTo>
                  <a:pt x="6002" y="6311"/>
                </a:lnTo>
                <a:close/>
                <a:moveTo>
                  <a:pt x="5454" y="691"/>
                </a:moveTo>
                <a:lnTo>
                  <a:pt x="5454" y="1429"/>
                </a:lnTo>
                <a:cubicBezTo>
                  <a:pt x="3215" y="1596"/>
                  <a:pt x="1453" y="3477"/>
                  <a:pt x="1453" y="5739"/>
                </a:cubicBezTo>
                <a:cubicBezTo>
                  <a:pt x="1453" y="7692"/>
                  <a:pt x="2787" y="9407"/>
                  <a:pt x="4620" y="9907"/>
                </a:cubicBezTo>
                <a:lnTo>
                  <a:pt x="4454" y="10621"/>
                </a:lnTo>
                <a:cubicBezTo>
                  <a:pt x="2287" y="10050"/>
                  <a:pt x="715" y="8097"/>
                  <a:pt x="715" y="5739"/>
                </a:cubicBezTo>
                <a:cubicBezTo>
                  <a:pt x="715" y="3072"/>
                  <a:pt x="2787" y="857"/>
                  <a:pt x="5454" y="691"/>
                </a:cubicBezTo>
                <a:close/>
                <a:moveTo>
                  <a:pt x="9169" y="8478"/>
                </a:moveTo>
                <a:lnTo>
                  <a:pt x="9788" y="8883"/>
                </a:lnTo>
                <a:cubicBezTo>
                  <a:pt x="8835" y="10050"/>
                  <a:pt x="7407" y="10836"/>
                  <a:pt x="5811" y="10836"/>
                </a:cubicBezTo>
                <a:cubicBezTo>
                  <a:pt x="5573" y="10836"/>
                  <a:pt x="5359" y="10812"/>
                  <a:pt x="5120" y="10764"/>
                </a:cubicBezTo>
                <a:lnTo>
                  <a:pt x="5263" y="10050"/>
                </a:lnTo>
                <a:cubicBezTo>
                  <a:pt x="5454" y="10074"/>
                  <a:pt x="5621" y="10074"/>
                  <a:pt x="5811" y="10074"/>
                </a:cubicBezTo>
                <a:cubicBezTo>
                  <a:pt x="7168" y="10074"/>
                  <a:pt x="8359" y="9454"/>
                  <a:pt x="9169" y="8478"/>
                </a:cubicBezTo>
                <a:close/>
                <a:moveTo>
                  <a:pt x="5763" y="0"/>
                </a:moveTo>
                <a:cubicBezTo>
                  <a:pt x="4215" y="0"/>
                  <a:pt x="2787" y="595"/>
                  <a:pt x="1691" y="1691"/>
                </a:cubicBezTo>
                <a:cubicBezTo>
                  <a:pt x="620" y="2763"/>
                  <a:pt x="0" y="4215"/>
                  <a:pt x="0" y="5763"/>
                </a:cubicBezTo>
                <a:cubicBezTo>
                  <a:pt x="0" y="7311"/>
                  <a:pt x="596" y="8740"/>
                  <a:pt x="1691" y="9859"/>
                </a:cubicBezTo>
                <a:cubicBezTo>
                  <a:pt x="2763" y="10931"/>
                  <a:pt x="4215" y="11550"/>
                  <a:pt x="5763" y="11550"/>
                </a:cubicBezTo>
                <a:cubicBezTo>
                  <a:pt x="7311" y="11550"/>
                  <a:pt x="8740" y="10955"/>
                  <a:pt x="9860" y="9859"/>
                </a:cubicBezTo>
                <a:cubicBezTo>
                  <a:pt x="10931" y="8788"/>
                  <a:pt x="11550" y="7311"/>
                  <a:pt x="11550" y="5763"/>
                </a:cubicBezTo>
                <a:cubicBezTo>
                  <a:pt x="11550" y="4215"/>
                  <a:pt x="10955" y="2763"/>
                  <a:pt x="9860" y="1691"/>
                </a:cubicBezTo>
                <a:cubicBezTo>
                  <a:pt x="8788" y="619"/>
                  <a:pt x="7311" y="0"/>
                  <a:pt x="576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grpSp>
        <p:nvGrpSpPr>
          <p:cNvPr id="5072" name="Google Shape;5072;p56"/>
          <p:cNvGrpSpPr/>
          <p:nvPr/>
        </p:nvGrpSpPr>
        <p:grpSpPr>
          <a:xfrm>
            <a:off x="4780586" y="3971996"/>
            <a:ext cx="339153" cy="337712"/>
            <a:chOff x="4704388" y="4129767"/>
            <a:chExt cx="339153" cy="337712"/>
          </a:xfrm>
        </p:grpSpPr>
        <p:sp>
          <p:nvSpPr>
            <p:cNvPr id="5073" name="Google Shape;5073;p56"/>
            <p:cNvSpPr/>
            <p:nvPr/>
          </p:nvSpPr>
          <p:spPr>
            <a:xfrm>
              <a:off x="4704388" y="4129767"/>
              <a:ext cx="64489" cy="337712"/>
            </a:xfrm>
            <a:custGeom>
              <a:rect b="b" l="l" r="r" t="t"/>
              <a:pathLst>
                <a:path extrusionOk="0" h="11479" w="2192">
                  <a:moveTo>
                    <a:pt x="1073" y="1953"/>
                  </a:moveTo>
                  <a:cubicBezTo>
                    <a:pt x="1287" y="1953"/>
                    <a:pt x="1477" y="2143"/>
                    <a:pt x="1477" y="2334"/>
                  </a:cubicBezTo>
                  <a:cubicBezTo>
                    <a:pt x="1477" y="2548"/>
                    <a:pt x="1287" y="2739"/>
                    <a:pt x="1073" y="2739"/>
                  </a:cubicBezTo>
                  <a:cubicBezTo>
                    <a:pt x="882" y="2739"/>
                    <a:pt x="692" y="2548"/>
                    <a:pt x="692" y="2334"/>
                  </a:cubicBezTo>
                  <a:cubicBezTo>
                    <a:pt x="692" y="2143"/>
                    <a:pt x="882" y="1953"/>
                    <a:pt x="1073" y="1953"/>
                  </a:cubicBezTo>
                  <a:close/>
                  <a:moveTo>
                    <a:pt x="1073" y="5358"/>
                  </a:moveTo>
                  <a:cubicBezTo>
                    <a:pt x="1287" y="5358"/>
                    <a:pt x="1477" y="5525"/>
                    <a:pt x="1477" y="5739"/>
                  </a:cubicBezTo>
                  <a:cubicBezTo>
                    <a:pt x="1477" y="5954"/>
                    <a:pt x="1311" y="6120"/>
                    <a:pt x="1073" y="6120"/>
                  </a:cubicBezTo>
                  <a:cubicBezTo>
                    <a:pt x="882" y="6120"/>
                    <a:pt x="692" y="5954"/>
                    <a:pt x="692" y="5739"/>
                  </a:cubicBezTo>
                  <a:cubicBezTo>
                    <a:pt x="692" y="5525"/>
                    <a:pt x="882" y="5358"/>
                    <a:pt x="1073" y="5358"/>
                  </a:cubicBezTo>
                  <a:close/>
                  <a:moveTo>
                    <a:pt x="1073" y="8716"/>
                  </a:moveTo>
                  <a:cubicBezTo>
                    <a:pt x="1287" y="8716"/>
                    <a:pt x="1477" y="8883"/>
                    <a:pt x="1477" y="9097"/>
                  </a:cubicBezTo>
                  <a:cubicBezTo>
                    <a:pt x="1477" y="9311"/>
                    <a:pt x="1311" y="9478"/>
                    <a:pt x="1073" y="9478"/>
                  </a:cubicBezTo>
                  <a:cubicBezTo>
                    <a:pt x="882" y="9478"/>
                    <a:pt x="692" y="9311"/>
                    <a:pt x="692" y="9097"/>
                  </a:cubicBezTo>
                  <a:cubicBezTo>
                    <a:pt x="692" y="8883"/>
                    <a:pt x="882" y="8716"/>
                    <a:pt x="1073" y="8716"/>
                  </a:cubicBezTo>
                  <a:close/>
                  <a:moveTo>
                    <a:pt x="763" y="0"/>
                  </a:moveTo>
                  <a:lnTo>
                    <a:pt x="763" y="1357"/>
                  </a:lnTo>
                  <a:cubicBezTo>
                    <a:pt x="334" y="1524"/>
                    <a:pt x="1" y="1905"/>
                    <a:pt x="1" y="2381"/>
                  </a:cubicBezTo>
                  <a:cubicBezTo>
                    <a:pt x="1" y="2858"/>
                    <a:pt x="311" y="3239"/>
                    <a:pt x="763" y="3382"/>
                  </a:cubicBezTo>
                  <a:lnTo>
                    <a:pt x="763" y="4739"/>
                  </a:lnTo>
                  <a:cubicBezTo>
                    <a:pt x="334" y="4882"/>
                    <a:pt x="1" y="5263"/>
                    <a:pt x="1" y="5739"/>
                  </a:cubicBezTo>
                  <a:cubicBezTo>
                    <a:pt x="1" y="6216"/>
                    <a:pt x="311" y="6597"/>
                    <a:pt x="763" y="6763"/>
                  </a:cubicBezTo>
                  <a:lnTo>
                    <a:pt x="763" y="8097"/>
                  </a:lnTo>
                  <a:cubicBezTo>
                    <a:pt x="334" y="8240"/>
                    <a:pt x="1" y="8621"/>
                    <a:pt x="1" y="9097"/>
                  </a:cubicBezTo>
                  <a:cubicBezTo>
                    <a:pt x="1" y="9573"/>
                    <a:pt x="311" y="9978"/>
                    <a:pt x="763" y="10121"/>
                  </a:cubicBezTo>
                  <a:lnTo>
                    <a:pt x="763" y="11479"/>
                  </a:lnTo>
                  <a:lnTo>
                    <a:pt x="1430" y="11479"/>
                  </a:lnTo>
                  <a:lnTo>
                    <a:pt x="1430" y="10121"/>
                  </a:lnTo>
                  <a:cubicBezTo>
                    <a:pt x="1859" y="9978"/>
                    <a:pt x="2192" y="9573"/>
                    <a:pt x="2192" y="9097"/>
                  </a:cubicBezTo>
                  <a:cubicBezTo>
                    <a:pt x="2192" y="8621"/>
                    <a:pt x="1882" y="8240"/>
                    <a:pt x="1430" y="8097"/>
                  </a:cubicBezTo>
                  <a:lnTo>
                    <a:pt x="1430" y="6763"/>
                  </a:lnTo>
                  <a:cubicBezTo>
                    <a:pt x="1859" y="6597"/>
                    <a:pt x="2192" y="6216"/>
                    <a:pt x="2192" y="5739"/>
                  </a:cubicBezTo>
                  <a:cubicBezTo>
                    <a:pt x="2192" y="5263"/>
                    <a:pt x="1882" y="4882"/>
                    <a:pt x="1430" y="4739"/>
                  </a:cubicBezTo>
                  <a:lnTo>
                    <a:pt x="1430" y="3382"/>
                  </a:lnTo>
                  <a:cubicBezTo>
                    <a:pt x="1859" y="3239"/>
                    <a:pt x="2144" y="2858"/>
                    <a:pt x="2144" y="2381"/>
                  </a:cubicBezTo>
                  <a:cubicBezTo>
                    <a:pt x="2144" y="1905"/>
                    <a:pt x="1859" y="1524"/>
                    <a:pt x="1406" y="1357"/>
                  </a:cubicBezTo>
                  <a:lnTo>
                    <a:pt x="140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5074" name="Google Shape;5074;p56"/>
            <p:cNvSpPr/>
            <p:nvPr/>
          </p:nvSpPr>
          <p:spPr>
            <a:xfrm>
              <a:off x="4782879" y="4162688"/>
              <a:ext cx="260661" cy="75698"/>
            </a:xfrm>
            <a:custGeom>
              <a:rect b="b" l="l" r="r" t="t"/>
              <a:pathLst>
                <a:path extrusionOk="0" h="2573" w="8860">
                  <a:moveTo>
                    <a:pt x="8169" y="667"/>
                  </a:moveTo>
                  <a:lnTo>
                    <a:pt x="8169" y="1882"/>
                  </a:lnTo>
                  <a:lnTo>
                    <a:pt x="7073" y="1882"/>
                  </a:lnTo>
                  <a:lnTo>
                    <a:pt x="7073" y="667"/>
                  </a:lnTo>
                  <a:close/>
                  <a:moveTo>
                    <a:pt x="6430" y="691"/>
                  </a:moveTo>
                  <a:lnTo>
                    <a:pt x="6430" y="1905"/>
                  </a:lnTo>
                  <a:lnTo>
                    <a:pt x="1358" y="1905"/>
                  </a:lnTo>
                  <a:lnTo>
                    <a:pt x="858" y="1286"/>
                  </a:lnTo>
                  <a:lnTo>
                    <a:pt x="1358" y="691"/>
                  </a:lnTo>
                  <a:close/>
                  <a:moveTo>
                    <a:pt x="1072" y="0"/>
                  </a:moveTo>
                  <a:lnTo>
                    <a:pt x="0" y="1286"/>
                  </a:lnTo>
                  <a:lnTo>
                    <a:pt x="1072" y="2572"/>
                  </a:lnTo>
                  <a:lnTo>
                    <a:pt x="8859" y="2572"/>
                  </a:lnTo>
                  <a:lnTo>
                    <a:pt x="885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5075" name="Google Shape;5075;p56"/>
            <p:cNvSpPr/>
            <p:nvPr/>
          </p:nvSpPr>
          <p:spPr>
            <a:xfrm>
              <a:off x="4782879" y="4260066"/>
              <a:ext cx="260661" cy="75698"/>
            </a:xfrm>
            <a:custGeom>
              <a:rect b="b" l="l" r="r" t="t"/>
              <a:pathLst>
                <a:path extrusionOk="0" h="2573" w="8860">
                  <a:moveTo>
                    <a:pt x="6430" y="715"/>
                  </a:moveTo>
                  <a:lnTo>
                    <a:pt x="6430" y="1906"/>
                  </a:lnTo>
                  <a:lnTo>
                    <a:pt x="1358" y="1906"/>
                  </a:lnTo>
                  <a:lnTo>
                    <a:pt x="858" y="1310"/>
                  </a:lnTo>
                  <a:lnTo>
                    <a:pt x="1358" y="715"/>
                  </a:lnTo>
                  <a:close/>
                  <a:moveTo>
                    <a:pt x="8169" y="691"/>
                  </a:moveTo>
                  <a:lnTo>
                    <a:pt x="8169" y="1906"/>
                  </a:lnTo>
                  <a:lnTo>
                    <a:pt x="7097" y="1906"/>
                  </a:lnTo>
                  <a:lnTo>
                    <a:pt x="7097" y="691"/>
                  </a:lnTo>
                  <a:close/>
                  <a:moveTo>
                    <a:pt x="1072" y="1"/>
                  </a:moveTo>
                  <a:lnTo>
                    <a:pt x="0" y="1286"/>
                  </a:lnTo>
                  <a:lnTo>
                    <a:pt x="1072" y="2572"/>
                  </a:lnTo>
                  <a:lnTo>
                    <a:pt x="8859" y="2572"/>
                  </a:lnTo>
                  <a:lnTo>
                    <a:pt x="885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5076" name="Google Shape;5076;p56"/>
            <p:cNvSpPr/>
            <p:nvPr/>
          </p:nvSpPr>
          <p:spPr>
            <a:xfrm>
              <a:off x="4782879" y="4360240"/>
              <a:ext cx="260661" cy="75021"/>
            </a:xfrm>
            <a:custGeom>
              <a:rect b="b" l="l" r="r" t="t"/>
              <a:pathLst>
                <a:path extrusionOk="0" h="2550" w="8860">
                  <a:moveTo>
                    <a:pt x="6430" y="668"/>
                  </a:moveTo>
                  <a:lnTo>
                    <a:pt x="6430" y="1858"/>
                  </a:lnTo>
                  <a:lnTo>
                    <a:pt x="1358" y="1858"/>
                  </a:lnTo>
                  <a:lnTo>
                    <a:pt x="858" y="1263"/>
                  </a:lnTo>
                  <a:lnTo>
                    <a:pt x="1358" y="668"/>
                  </a:lnTo>
                  <a:close/>
                  <a:moveTo>
                    <a:pt x="8169" y="644"/>
                  </a:moveTo>
                  <a:lnTo>
                    <a:pt x="8169" y="1858"/>
                  </a:lnTo>
                  <a:lnTo>
                    <a:pt x="7097" y="1858"/>
                  </a:lnTo>
                  <a:lnTo>
                    <a:pt x="7097" y="644"/>
                  </a:lnTo>
                  <a:close/>
                  <a:moveTo>
                    <a:pt x="1072" y="1"/>
                  </a:moveTo>
                  <a:lnTo>
                    <a:pt x="0" y="1263"/>
                  </a:lnTo>
                  <a:lnTo>
                    <a:pt x="1072" y="2549"/>
                  </a:lnTo>
                  <a:lnTo>
                    <a:pt x="8859" y="2549"/>
                  </a:lnTo>
                  <a:lnTo>
                    <a:pt x="885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grpSp>
      <p:grpSp>
        <p:nvGrpSpPr>
          <p:cNvPr id="5077" name="Google Shape;5077;p56"/>
          <p:cNvGrpSpPr/>
          <p:nvPr/>
        </p:nvGrpSpPr>
        <p:grpSpPr>
          <a:xfrm>
            <a:off x="5512756" y="3971996"/>
            <a:ext cx="338418" cy="338418"/>
            <a:chOff x="5283806" y="4129767"/>
            <a:chExt cx="338418" cy="338418"/>
          </a:xfrm>
        </p:grpSpPr>
        <p:sp>
          <p:nvSpPr>
            <p:cNvPr id="5078" name="Google Shape;5078;p56"/>
            <p:cNvSpPr/>
            <p:nvPr/>
          </p:nvSpPr>
          <p:spPr>
            <a:xfrm>
              <a:off x="5283806" y="4129767"/>
              <a:ext cx="338418" cy="338418"/>
            </a:xfrm>
            <a:custGeom>
              <a:rect b="b" l="l" r="r" t="t"/>
              <a:pathLst>
                <a:path extrusionOk="0" h="11503" w="11503">
                  <a:moveTo>
                    <a:pt x="7454" y="691"/>
                  </a:moveTo>
                  <a:lnTo>
                    <a:pt x="7454" y="2000"/>
                  </a:lnTo>
                  <a:lnTo>
                    <a:pt x="5406" y="2000"/>
                  </a:lnTo>
                  <a:lnTo>
                    <a:pt x="5406" y="691"/>
                  </a:lnTo>
                  <a:close/>
                  <a:moveTo>
                    <a:pt x="10860" y="5096"/>
                  </a:moveTo>
                  <a:lnTo>
                    <a:pt x="10860" y="6406"/>
                  </a:lnTo>
                  <a:lnTo>
                    <a:pt x="8812" y="6406"/>
                  </a:lnTo>
                  <a:lnTo>
                    <a:pt x="8812" y="5096"/>
                  </a:lnTo>
                  <a:close/>
                  <a:moveTo>
                    <a:pt x="3978" y="4668"/>
                  </a:moveTo>
                  <a:lnTo>
                    <a:pt x="3978" y="6835"/>
                  </a:lnTo>
                  <a:lnTo>
                    <a:pt x="715" y="6835"/>
                  </a:lnTo>
                  <a:lnTo>
                    <a:pt x="715" y="4668"/>
                  </a:lnTo>
                  <a:close/>
                  <a:moveTo>
                    <a:pt x="7454" y="9550"/>
                  </a:moveTo>
                  <a:lnTo>
                    <a:pt x="7454" y="10859"/>
                  </a:lnTo>
                  <a:lnTo>
                    <a:pt x="5406" y="10859"/>
                  </a:lnTo>
                  <a:lnTo>
                    <a:pt x="5406" y="9550"/>
                  </a:lnTo>
                  <a:close/>
                  <a:moveTo>
                    <a:pt x="4716" y="0"/>
                  </a:moveTo>
                  <a:lnTo>
                    <a:pt x="4716" y="2643"/>
                  </a:lnTo>
                  <a:lnTo>
                    <a:pt x="6073" y="2643"/>
                  </a:lnTo>
                  <a:lnTo>
                    <a:pt x="6073" y="3334"/>
                  </a:lnTo>
                  <a:cubicBezTo>
                    <a:pt x="6073" y="3715"/>
                    <a:pt x="5764" y="4025"/>
                    <a:pt x="5383" y="4025"/>
                  </a:cubicBezTo>
                  <a:lnTo>
                    <a:pt x="1" y="4025"/>
                  </a:lnTo>
                  <a:lnTo>
                    <a:pt x="1" y="7525"/>
                  </a:lnTo>
                  <a:lnTo>
                    <a:pt x="5383" y="7525"/>
                  </a:lnTo>
                  <a:cubicBezTo>
                    <a:pt x="5764" y="7525"/>
                    <a:pt x="6073" y="7835"/>
                    <a:pt x="6073" y="8216"/>
                  </a:cubicBezTo>
                  <a:lnTo>
                    <a:pt x="6073" y="8883"/>
                  </a:lnTo>
                  <a:lnTo>
                    <a:pt x="4716" y="8883"/>
                  </a:lnTo>
                  <a:lnTo>
                    <a:pt x="4716" y="11502"/>
                  </a:lnTo>
                  <a:lnTo>
                    <a:pt x="8121" y="11502"/>
                  </a:lnTo>
                  <a:lnTo>
                    <a:pt x="8121" y="8883"/>
                  </a:lnTo>
                  <a:lnTo>
                    <a:pt x="6740" y="8883"/>
                  </a:lnTo>
                  <a:lnTo>
                    <a:pt x="6740" y="8216"/>
                  </a:lnTo>
                  <a:cubicBezTo>
                    <a:pt x="6740" y="7478"/>
                    <a:pt x="6145" y="6882"/>
                    <a:pt x="5406" y="6882"/>
                  </a:cubicBezTo>
                  <a:lnTo>
                    <a:pt x="4621" y="6882"/>
                  </a:lnTo>
                  <a:lnTo>
                    <a:pt x="4621" y="6097"/>
                  </a:lnTo>
                  <a:lnTo>
                    <a:pt x="8121" y="6097"/>
                  </a:lnTo>
                  <a:lnTo>
                    <a:pt x="8121" y="7073"/>
                  </a:lnTo>
                  <a:lnTo>
                    <a:pt x="11503" y="7073"/>
                  </a:lnTo>
                  <a:lnTo>
                    <a:pt x="11503" y="4430"/>
                  </a:lnTo>
                  <a:lnTo>
                    <a:pt x="8121" y="4430"/>
                  </a:lnTo>
                  <a:lnTo>
                    <a:pt x="8121" y="5454"/>
                  </a:lnTo>
                  <a:lnTo>
                    <a:pt x="4621" y="5454"/>
                  </a:lnTo>
                  <a:lnTo>
                    <a:pt x="4621" y="4668"/>
                  </a:lnTo>
                  <a:lnTo>
                    <a:pt x="5406" y="4668"/>
                  </a:lnTo>
                  <a:cubicBezTo>
                    <a:pt x="6145" y="4668"/>
                    <a:pt x="6740" y="4072"/>
                    <a:pt x="6740" y="3334"/>
                  </a:cubicBezTo>
                  <a:lnTo>
                    <a:pt x="6740" y="2643"/>
                  </a:lnTo>
                  <a:lnTo>
                    <a:pt x="8121" y="2643"/>
                  </a:lnTo>
                  <a:lnTo>
                    <a:pt x="812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grpSp>
          <p:nvGrpSpPr>
            <p:cNvPr id="5079" name="Google Shape;5079;p56"/>
            <p:cNvGrpSpPr/>
            <p:nvPr/>
          </p:nvGrpSpPr>
          <p:grpSpPr>
            <a:xfrm>
              <a:off x="5323051" y="4290192"/>
              <a:ext cx="59575" cy="19653"/>
              <a:chOff x="5323051" y="4290192"/>
              <a:chExt cx="59575" cy="19653"/>
            </a:xfrm>
          </p:grpSpPr>
          <p:sp>
            <p:nvSpPr>
              <p:cNvPr id="5080" name="Google Shape;5080;p56"/>
              <p:cNvSpPr/>
              <p:nvPr/>
            </p:nvSpPr>
            <p:spPr>
              <a:xfrm>
                <a:off x="5323051" y="4290192"/>
                <a:ext cx="20329" cy="19653"/>
              </a:xfrm>
              <a:custGeom>
                <a:rect b="b" l="l" r="r" t="t"/>
                <a:pathLst>
                  <a:path extrusionOk="0" h="668" w="691">
                    <a:moveTo>
                      <a:pt x="0" y="1"/>
                    </a:moveTo>
                    <a:lnTo>
                      <a:pt x="0" y="667"/>
                    </a:lnTo>
                    <a:lnTo>
                      <a:pt x="691" y="667"/>
                    </a:lnTo>
                    <a:lnTo>
                      <a:pt x="69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5081" name="Google Shape;5081;p56"/>
              <p:cNvSpPr/>
              <p:nvPr/>
            </p:nvSpPr>
            <p:spPr>
              <a:xfrm>
                <a:off x="5362268" y="4290192"/>
                <a:ext cx="20359" cy="19653"/>
              </a:xfrm>
              <a:custGeom>
                <a:rect b="b" l="l" r="r" t="t"/>
                <a:pathLst>
                  <a:path extrusionOk="0" h="668" w="692">
                    <a:moveTo>
                      <a:pt x="1" y="1"/>
                    </a:moveTo>
                    <a:lnTo>
                      <a:pt x="1" y="667"/>
                    </a:lnTo>
                    <a:lnTo>
                      <a:pt x="691" y="667"/>
                    </a:lnTo>
                    <a:lnTo>
                      <a:pt x="69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grpSp>
      </p:grpSp>
      <p:sp>
        <p:nvSpPr>
          <p:cNvPr id="5082" name="Google Shape;5082;p56"/>
          <p:cNvSpPr/>
          <p:nvPr/>
        </p:nvSpPr>
        <p:spPr>
          <a:xfrm>
            <a:off x="6252620" y="4007006"/>
            <a:ext cx="338448" cy="337742"/>
          </a:xfrm>
          <a:custGeom>
            <a:rect b="b" l="l" r="r" t="t"/>
            <a:pathLst>
              <a:path extrusionOk="0" h="11480" w="11504">
                <a:moveTo>
                  <a:pt x="5431" y="691"/>
                </a:moveTo>
                <a:lnTo>
                  <a:pt x="5431" y="2501"/>
                </a:lnTo>
                <a:cubicBezTo>
                  <a:pt x="5645" y="2382"/>
                  <a:pt x="5955" y="2216"/>
                  <a:pt x="6240" y="2216"/>
                </a:cubicBezTo>
                <a:cubicBezTo>
                  <a:pt x="6693" y="2216"/>
                  <a:pt x="7050" y="2573"/>
                  <a:pt x="7050" y="3025"/>
                </a:cubicBezTo>
                <a:cubicBezTo>
                  <a:pt x="7050" y="3478"/>
                  <a:pt x="6693" y="3835"/>
                  <a:pt x="6240" y="3835"/>
                </a:cubicBezTo>
                <a:cubicBezTo>
                  <a:pt x="6002" y="3835"/>
                  <a:pt x="5669" y="3692"/>
                  <a:pt x="5431" y="3573"/>
                </a:cubicBezTo>
                <a:lnTo>
                  <a:pt x="5431" y="5383"/>
                </a:lnTo>
                <a:lnTo>
                  <a:pt x="4573" y="5383"/>
                </a:lnTo>
                <a:cubicBezTo>
                  <a:pt x="4621" y="4525"/>
                  <a:pt x="3954" y="3763"/>
                  <a:pt x="3073" y="3763"/>
                </a:cubicBezTo>
                <a:cubicBezTo>
                  <a:pt x="2239" y="3763"/>
                  <a:pt x="1525" y="4525"/>
                  <a:pt x="1596" y="5383"/>
                </a:cubicBezTo>
                <a:lnTo>
                  <a:pt x="692" y="5383"/>
                </a:lnTo>
                <a:lnTo>
                  <a:pt x="692" y="691"/>
                </a:lnTo>
                <a:close/>
                <a:moveTo>
                  <a:pt x="10884" y="644"/>
                </a:moveTo>
                <a:lnTo>
                  <a:pt x="10884" y="5383"/>
                </a:lnTo>
                <a:lnTo>
                  <a:pt x="9027" y="5383"/>
                </a:lnTo>
                <a:lnTo>
                  <a:pt x="9027" y="5407"/>
                </a:lnTo>
                <a:cubicBezTo>
                  <a:pt x="9146" y="5621"/>
                  <a:pt x="9312" y="5954"/>
                  <a:pt x="9312" y="6192"/>
                </a:cubicBezTo>
                <a:cubicBezTo>
                  <a:pt x="9312" y="6645"/>
                  <a:pt x="8955" y="7002"/>
                  <a:pt x="8503" y="7002"/>
                </a:cubicBezTo>
                <a:cubicBezTo>
                  <a:pt x="8050" y="7002"/>
                  <a:pt x="7693" y="6645"/>
                  <a:pt x="7693" y="6192"/>
                </a:cubicBezTo>
                <a:cubicBezTo>
                  <a:pt x="7693" y="5954"/>
                  <a:pt x="7836" y="5621"/>
                  <a:pt x="7955" y="5407"/>
                </a:cubicBezTo>
                <a:lnTo>
                  <a:pt x="6145" y="5407"/>
                </a:lnTo>
                <a:lnTo>
                  <a:pt x="6145" y="4525"/>
                </a:lnTo>
                <a:cubicBezTo>
                  <a:pt x="6174" y="4527"/>
                  <a:pt x="6203" y="4528"/>
                  <a:pt x="6231" y="4528"/>
                </a:cubicBezTo>
                <a:cubicBezTo>
                  <a:pt x="7051" y="4528"/>
                  <a:pt x="7741" y="3877"/>
                  <a:pt x="7741" y="3025"/>
                </a:cubicBezTo>
                <a:cubicBezTo>
                  <a:pt x="7741" y="2209"/>
                  <a:pt x="7071" y="1544"/>
                  <a:pt x="6267" y="1544"/>
                </a:cubicBezTo>
                <a:cubicBezTo>
                  <a:pt x="6227" y="1544"/>
                  <a:pt x="6186" y="1545"/>
                  <a:pt x="6145" y="1549"/>
                </a:cubicBezTo>
                <a:lnTo>
                  <a:pt x="6145" y="644"/>
                </a:lnTo>
                <a:close/>
                <a:moveTo>
                  <a:pt x="3049" y="4525"/>
                </a:moveTo>
                <a:cubicBezTo>
                  <a:pt x="3502" y="4525"/>
                  <a:pt x="3859" y="4883"/>
                  <a:pt x="3859" y="5311"/>
                </a:cubicBezTo>
                <a:cubicBezTo>
                  <a:pt x="3859" y="5550"/>
                  <a:pt x="3716" y="5883"/>
                  <a:pt x="3597" y="6097"/>
                </a:cubicBezTo>
                <a:lnTo>
                  <a:pt x="5383" y="6097"/>
                </a:lnTo>
                <a:lnTo>
                  <a:pt x="5383" y="6978"/>
                </a:lnTo>
                <a:cubicBezTo>
                  <a:pt x="5354" y="6977"/>
                  <a:pt x="5326" y="6976"/>
                  <a:pt x="5297" y="6976"/>
                </a:cubicBezTo>
                <a:cubicBezTo>
                  <a:pt x="4454" y="6976"/>
                  <a:pt x="3764" y="7649"/>
                  <a:pt x="3764" y="8479"/>
                </a:cubicBezTo>
                <a:cubicBezTo>
                  <a:pt x="3764" y="9295"/>
                  <a:pt x="4433" y="9960"/>
                  <a:pt x="5258" y="9960"/>
                </a:cubicBezTo>
                <a:cubicBezTo>
                  <a:pt x="5299" y="9960"/>
                  <a:pt x="5341" y="9959"/>
                  <a:pt x="5383" y="9955"/>
                </a:cubicBezTo>
                <a:lnTo>
                  <a:pt x="5383" y="10836"/>
                </a:lnTo>
                <a:lnTo>
                  <a:pt x="668" y="10836"/>
                </a:lnTo>
                <a:lnTo>
                  <a:pt x="668" y="6097"/>
                </a:lnTo>
                <a:lnTo>
                  <a:pt x="2525" y="6097"/>
                </a:lnTo>
                <a:cubicBezTo>
                  <a:pt x="2406" y="5883"/>
                  <a:pt x="2239" y="5550"/>
                  <a:pt x="2239" y="5311"/>
                </a:cubicBezTo>
                <a:cubicBezTo>
                  <a:pt x="2239" y="4883"/>
                  <a:pt x="2597" y="4525"/>
                  <a:pt x="3049" y="4525"/>
                </a:cubicBezTo>
                <a:close/>
                <a:moveTo>
                  <a:pt x="10884" y="6121"/>
                </a:moveTo>
                <a:lnTo>
                  <a:pt x="10884" y="10836"/>
                </a:lnTo>
                <a:lnTo>
                  <a:pt x="6121" y="10836"/>
                </a:lnTo>
                <a:lnTo>
                  <a:pt x="6121" y="9026"/>
                </a:lnTo>
                <a:cubicBezTo>
                  <a:pt x="5907" y="9145"/>
                  <a:pt x="5573" y="9288"/>
                  <a:pt x="5335" y="9288"/>
                </a:cubicBezTo>
                <a:cubicBezTo>
                  <a:pt x="4907" y="9288"/>
                  <a:pt x="4549" y="8931"/>
                  <a:pt x="4549" y="8479"/>
                </a:cubicBezTo>
                <a:cubicBezTo>
                  <a:pt x="4549" y="8026"/>
                  <a:pt x="4907" y="7669"/>
                  <a:pt x="5335" y="7669"/>
                </a:cubicBezTo>
                <a:cubicBezTo>
                  <a:pt x="5573" y="7669"/>
                  <a:pt x="5907" y="7836"/>
                  <a:pt x="6121" y="7955"/>
                </a:cubicBezTo>
                <a:lnTo>
                  <a:pt x="6121" y="6121"/>
                </a:lnTo>
                <a:lnTo>
                  <a:pt x="7002" y="6121"/>
                </a:lnTo>
                <a:cubicBezTo>
                  <a:pt x="6955" y="7002"/>
                  <a:pt x="7645" y="7740"/>
                  <a:pt x="8503" y="7740"/>
                </a:cubicBezTo>
                <a:cubicBezTo>
                  <a:pt x="9360" y="7740"/>
                  <a:pt x="10051" y="7002"/>
                  <a:pt x="9979" y="6121"/>
                </a:cubicBezTo>
                <a:close/>
                <a:moveTo>
                  <a:pt x="1" y="1"/>
                </a:moveTo>
                <a:lnTo>
                  <a:pt x="1" y="11479"/>
                </a:lnTo>
                <a:lnTo>
                  <a:pt x="11503" y="11479"/>
                </a:lnTo>
                <a:lnTo>
                  <a:pt x="11503"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5083" name="Google Shape;5083;p56"/>
          <p:cNvSpPr/>
          <p:nvPr/>
        </p:nvSpPr>
        <p:spPr>
          <a:xfrm>
            <a:off x="6981251" y="3975497"/>
            <a:ext cx="338448" cy="298554"/>
          </a:xfrm>
          <a:custGeom>
            <a:rect b="b" l="l" r="r" t="t"/>
            <a:pathLst>
              <a:path extrusionOk="0" h="10148" w="11504">
                <a:moveTo>
                  <a:pt x="5764" y="1334"/>
                </a:moveTo>
                <a:lnTo>
                  <a:pt x="6431" y="2524"/>
                </a:lnTo>
                <a:lnTo>
                  <a:pt x="5073" y="2524"/>
                </a:lnTo>
                <a:lnTo>
                  <a:pt x="5764" y="1334"/>
                </a:lnTo>
                <a:close/>
                <a:moveTo>
                  <a:pt x="1644" y="7430"/>
                </a:moveTo>
                <a:cubicBezTo>
                  <a:pt x="2192" y="7430"/>
                  <a:pt x="2621" y="7883"/>
                  <a:pt x="2621" y="8430"/>
                </a:cubicBezTo>
                <a:cubicBezTo>
                  <a:pt x="2621" y="8954"/>
                  <a:pt x="2192" y="9407"/>
                  <a:pt x="1644" y="9407"/>
                </a:cubicBezTo>
                <a:cubicBezTo>
                  <a:pt x="1120" y="9407"/>
                  <a:pt x="668" y="8954"/>
                  <a:pt x="668" y="8430"/>
                </a:cubicBezTo>
                <a:cubicBezTo>
                  <a:pt x="668" y="7883"/>
                  <a:pt x="1120" y="7430"/>
                  <a:pt x="1644" y="7430"/>
                </a:cubicBezTo>
                <a:close/>
                <a:moveTo>
                  <a:pt x="5716" y="7430"/>
                </a:moveTo>
                <a:cubicBezTo>
                  <a:pt x="6288" y="7478"/>
                  <a:pt x="6717" y="7883"/>
                  <a:pt x="6717" y="8430"/>
                </a:cubicBezTo>
                <a:cubicBezTo>
                  <a:pt x="6717" y="8954"/>
                  <a:pt x="6264" y="9407"/>
                  <a:pt x="5716" y="9407"/>
                </a:cubicBezTo>
                <a:cubicBezTo>
                  <a:pt x="5193" y="9407"/>
                  <a:pt x="4740" y="8954"/>
                  <a:pt x="4740" y="8430"/>
                </a:cubicBezTo>
                <a:cubicBezTo>
                  <a:pt x="4740" y="7883"/>
                  <a:pt x="5193" y="7430"/>
                  <a:pt x="5716" y="7430"/>
                </a:cubicBezTo>
                <a:close/>
                <a:moveTo>
                  <a:pt x="9836" y="7430"/>
                </a:moveTo>
                <a:cubicBezTo>
                  <a:pt x="10360" y="7430"/>
                  <a:pt x="10813" y="7883"/>
                  <a:pt x="10813" y="8430"/>
                </a:cubicBezTo>
                <a:cubicBezTo>
                  <a:pt x="10813" y="8954"/>
                  <a:pt x="10360" y="9407"/>
                  <a:pt x="9836" y="9407"/>
                </a:cubicBezTo>
                <a:cubicBezTo>
                  <a:pt x="9289" y="9407"/>
                  <a:pt x="8860" y="8954"/>
                  <a:pt x="8860" y="8430"/>
                </a:cubicBezTo>
                <a:cubicBezTo>
                  <a:pt x="8860" y="7883"/>
                  <a:pt x="9289" y="7430"/>
                  <a:pt x="9836" y="7430"/>
                </a:cubicBezTo>
                <a:close/>
                <a:moveTo>
                  <a:pt x="5764" y="0"/>
                </a:moveTo>
                <a:lnTo>
                  <a:pt x="3907" y="3215"/>
                </a:lnTo>
                <a:lnTo>
                  <a:pt x="5431" y="3215"/>
                </a:lnTo>
                <a:lnTo>
                  <a:pt x="5431" y="4739"/>
                </a:lnTo>
                <a:lnTo>
                  <a:pt x="1358" y="4739"/>
                </a:lnTo>
                <a:lnTo>
                  <a:pt x="1358" y="6811"/>
                </a:lnTo>
                <a:cubicBezTo>
                  <a:pt x="573" y="6954"/>
                  <a:pt x="1" y="7668"/>
                  <a:pt x="49" y="8502"/>
                </a:cubicBezTo>
                <a:cubicBezTo>
                  <a:pt x="72" y="9335"/>
                  <a:pt x="763" y="10026"/>
                  <a:pt x="1597" y="10097"/>
                </a:cubicBezTo>
                <a:cubicBezTo>
                  <a:pt x="1624" y="10099"/>
                  <a:pt x="1651" y="10099"/>
                  <a:pt x="1679" y="10099"/>
                </a:cubicBezTo>
                <a:cubicBezTo>
                  <a:pt x="2593" y="10099"/>
                  <a:pt x="3311" y="9333"/>
                  <a:pt x="3311" y="8454"/>
                </a:cubicBezTo>
                <a:cubicBezTo>
                  <a:pt x="3311" y="7645"/>
                  <a:pt x="2740" y="6978"/>
                  <a:pt x="2001" y="6835"/>
                </a:cubicBezTo>
                <a:lnTo>
                  <a:pt x="2001" y="5406"/>
                </a:lnTo>
                <a:lnTo>
                  <a:pt x="5431" y="5406"/>
                </a:lnTo>
                <a:lnTo>
                  <a:pt x="5431" y="6835"/>
                </a:lnTo>
                <a:cubicBezTo>
                  <a:pt x="4645" y="6978"/>
                  <a:pt x="4097" y="7716"/>
                  <a:pt x="4121" y="8549"/>
                </a:cubicBezTo>
                <a:cubicBezTo>
                  <a:pt x="4145" y="9359"/>
                  <a:pt x="4835" y="10050"/>
                  <a:pt x="5669" y="10121"/>
                </a:cubicBezTo>
                <a:cubicBezTo>
                  <a:pt x="5697" y="10123"/>
                  <a:pt x="5725" y="10123"/>
                  <a:pt x="5753" y="10123"/>
                </a:cubicBezTo>
                <a:cubicBezTo>
                  <a:pt x="6666" y="10123"/>
                  <a:pt x="7383" y="9379"/>
                  <a:pt x="7383" y="8478"/>
                </a:cubicBezTo>
                <a:cubicBezTo>
                  <a:pt x="7383" y="7668"/>
                  <a:pt x="6836" y="7025"/>
                  <a:pt x="6074" y="6859"/>
                </a:cubicBezTo>
                <a:lnTo>
                  <a:pt x="6074" y="5430"/>
                </a:lnTo>
                <a:lnTo>
                  <a:pt x="9503" y="5430"/>
                </a:lnTo>
                <a:lnTo>
                  <a:pt x="9503" y="6859"/>
                </a:lnTo>
                <a:cubicBezTo>
                  <a:pt x="8741" y="7025"/>
                  <a:pt x="8169" y="7740"/>
                  <a:pt x="8193" y="8573"/>
                </a:cubicBezTo>
                <a:cubicBezTo>
                  <a:pt x="8217" y="9407"/>
                  <a:pt x="8908" y="10074"/>
                  <a:pt x="9741" y="10145"/>
                </a:cubicBezTo>
                <a:cubicBezTo>
                  <a:pt x="9769" y="10146"/>
                  <a:pt x="9798" y="10147"/>
                  <a:pt x="9826" y="10147"/>
                </a:cubicBezTo>
                <a:cubicBezTo>
                  <a:pt x="10740" y="10147"/>
                  <a:pt x="11480" y="9403"/>
                  <a:pt x="11480" y="8502"/>
                </a:cubicBezTo>
                <a:cubicBezTo>
                  <a:pt x="11503" y="7645"/>
                  <a:pt x="10932" y="6978"/>
                  <a:pt x="10194" y="6811"/>
                </a:cubicBezTo>
                <a:lnTo>
                  <a:pt x="10194" y="4739"/>
                </a:lnTo>
                <a:lnTo>
                  <a:pt x="6074" y="4739"/>
                </a:lnTo>
                <a:lnTo>
                  <a:pt x="6074" y="3215"/>
                </a:lnTo>
                <a:lnTo>
                  <a:pt x="7598" y="3215"/>
                </a:lnTo>
                <a:lnTo>
                  <a:pt x="5764"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grpSp>
        <p:nvGrpSpPr>
          <p:cNvPr id="5084" name="Google Shape;5084;p56"/>
          <p:cNvGrpSpPr/>
          <p:nvPr/>
        </p:nvGrpSpPr>
        <p:grpSpPr>
          <a:xfrm>
            <a:off x="7710624" y="3971996"/>
            <a:ext cx="339122" cy="339122"/>
            <a:chOff x="7025531" y="4129767"/>
            <a:chExt cx="339122" cy="339122"/>
          </a:xfrm>
        </p:grpSpPr>
        <p:sp>
          <p:nvSpPr>
            <p:cNvPr id="5085" name="Google Shape;5085;p56"/>
            <p:cNvSpPr/>
            <p:nvPr/>
          </p:nvSpPr>
          <p:spPr>
            <a:xfrm>
              <a:off x="7128528" y="4233442"/>
              <a:ext cx="131743" cy="131743"/>
            </a:xfrm>
            <a:custGeom>
              <a:rect b="b" l="l" r="r" t="t"/>
              <a:pathLst>
                <a:path extrusionOk="0" h="4478" w="4478">
                  <a:moveTo>
                    <a:pt x="2239" y="691"/>
                  </a:moveTo>
                  <a:cubicBezTo>
                    <a:pt x="3072" y="691"/>
                    <a:pt x="3787" y="1406"/>
                    <a:pt x="3787" y="2239"/>
                  </a:cubicBezTo>
                  <a:cubicBezTo>
                    <a:pt x="3810" y="3073"/>
                    <a:pt x="3096" y="3787"/>
                    <a:pt x="2239" y="3787"/>
                  </a:cubicBezTo>
                  <a:cubicBezTo>
                    <a:pt x="1381" y="3787"/>
                    <a:pt x="691" y="3073"/>
                    <a:pt x="691" y="2239"/>
                  </a:cubicBezTo>
                  <a:cubicBezTo>
                    <a:pt x="691" y="1382"/>
                    <a:pt x="1405" y="691"/>
                    <a:pt x="2239" y="691"/>
                  </a:cubicBezTo>
                  <a:close/>
                  <a:moveTo>
                    <a:pt x="2239" y="1"/>
                  </a:moveTo>
                  <a:cubicBezTo>
                    <a:pt x="1024" y="1"/>
                    <a:pt x="0" y="1025"/>
                    <a:pt x="0" y="2239"/>
                  </a:cubicBezTo>
                  <a:cubicBezTo>
                    <a:pt x="0" y="3454"/>
                    <a:pt x="1024" y="4478"/>
                    <a:pt x="2239" y="4478"/>
                  </a:cubicBezTo>
                  <a:cubicBezTo>
                    <a:pt x="3453" y="4478"/>
                    <a:pt x="4477" y="3477"/>
                    <a:pt x="4477" y="2239"/>
                  </a:cubicBezTo>
                  <a:cubicBezTo>
                    <a:pt x="4477" y="1025"/>
                    <a:pt x="3453" y="1"/>
                    <a:pt x="223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5086" name="Google Shape;5086;p56"/>
            <p:cNvSpPr/>
            <p:nvPr/>
          </p:nvSpPr>
          <p:spPr>
            <a:xfrm>
              <a:off x="7025531" y="4309815"/>
              <a:ext cx="157662" cy="158368"/>
            </a:xfrm>
            <a:custGeom>
              <a:rect b="b" l="l" r="r" t="t"/>
              <a:pathLst>
                <a:path extrusionOk="0" h="5383" w="5359">
                  <a:moveTo>
                    <a:pt x="2358" y="691"/>
                  </a:moveTo>
                  <a:cubicBezTo>
                    <a:pt x="2715" y="1834"/>
                    <a:pt x="3596" y="2715"/>
                    <a:pt x="4692" y="3049"/>
                  </a:cubicBezTo>
                  <a:lnTo>
                    <a:pt x="4692" y="4597"/>
                  </a:lnTo>
                  <a:cubicBezTo>
                    <a:pt x="2739" y="4168"/>
                    <a:pt x="1215" y="2620"/>
                    <a:pt x="810" y="691"/>
                  </a:cubicBezTo>
                  <a:close/>
                  <a:moveTo>
                    <a:pt x="0" y="0"/>
                  </a:moveTo>
                  <a:lnTo>
                    <a:pt x="48" y="381"/>
                  </a:lnTo>
                  <a:cubicBezTo>
                    <a:pt x="381" y="2953"/>
                    <a:pt x="2406" y="4978"/>
                    <a:pt x="4978" y="5335"/>
                  </a:cubicBezTo>
                  <a:lnTo>
                    <a:pt x="5359" y="5382"/>
                  </a:lnTo>
                  <a:lnTo>
                    <a:pt x="5359" y="2548"/>
                  </a:lnTo>
                  <a:lnTo>
                    <a:pt x="5073" y="2477"/>
                  </a:lnTo>
                  <a:cubicBezTo>
                    <a:pt x="4025" y="2215"/>
                    <a:pt x="3192" y="1358"/>
                    <a:pt x="2906" y="286"/>
                  </a:cubicBezTo>
                  <a:lnTo>
                    <a:pt x="2858"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5087" name="Google Shape;5087;p56"/>
            <p:cNvSpPr/>
            <p:nvPr/>
          </p:nvSpPr>
          <p:spPr>
            <a:xfrm>
              <a:off x="7206990" y="4129767"/>
              <a:ext cx="157662" cy="157662"/>
            </a:xfrm>
            <a:custGeom>
              <a:rect b="b" l="l" r="r" t="t"/>
              <a:pathLst>
                <a:path extrusionOk="0" h="5359" w="5359">
                  <a:moveTo>
                    <a:pt x="643" y="762"/>
                  </a:moveTo>
                  <a:cubicBezTo>
                    <a:pt x="2572" y="1191"/>
                    <a:pt x="4120" y="2715"/>
                    <a:pt x="4549" y="4668"/>
                  </a:cubicBezTo>
                  <a:lnTo>
                    <a:pt x="3001" y="4668"/>
                  </a:lnTo>
                  <a:cubicBezTo>
                    <a:pt x="2810" y="4120"/>
                    <a:pt x="2525" y="3620"/>
                    <a:pt x="2096" y="3215"/>
                  </a:cubicBezTo>
                  <a:cubicBezTo>
                    <a:pt x="1691" y="2786"/>
                    <a:pt x="1191" y="2501"/>
                    <a:pt x="643" y="2310"/>
                  </a:cubicBezTo>
                  <a:lnTo>
                    <a:pt x="643" y="762"/>
                  </a:lnTo>
                  <a:close/>
                  <a:moveTo>
                    <a:pt x="0" y="0"/>
                  </a:moveTo>
                  <a:lnTo>
                    <a:pt x="0" y="2858"/>
                  </a:lnTo>
                  <a:lnTo>
                    <a:pt x="262" y="2905"/>
                  </a:lnTo>
                  <a:cubicBezTo>
                    <a:pt x="1334" y="3144"/>
                    <a:pt x="2167" y="4025"/>
                    <a:pt x="2429" y="5096"/>
                  </a:cubicBezTo>
                  <a:lnTo>
                    <a:pt x="2501" y="5358"/>
                  </a:lnTo>
                  <a:lnTo>
                    <a:pt x="5359" y="5358"/>
                  </a:lnTo>
                  <a:lnTo>
                    <a:pt x="5287" y="4977"/>
                  </a:lnTo>
                  <a:cubicBezTo>
                    <a:pt x="4930" y="2405"/>
                    <a:pt x="2906" y="405"/>
                    <a:pt x="381" y="48"/>
                  </a:cubicBezTo>
                  <a:lnTo>
                    <a:pt x="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5088" name="Google Shape;5088;p56"/>
            <p:cNvSpPr/>
            <p:nvPr/>
          </p:nvSpPr>
          <p:spPr>
            <a:xfrm>
              <a:off x="7025531" y="4129767"/>
              <a:ext cx="157662" cy="157662"/>
            </a:xfrm>
            <a:custGeom>
              <a:rect b="b" l="l" r="r" t="t"/>
              <a:pathLst>
                <a:path extrusionOk="0" h="5359" w="5359">
                  <a:moveTo>
                    <a:pt x="4692" y="762"/>
                  </a:moveTo>
                  <a:lnTo>
                    <a:pt x="4692" y="2310"/>
                  </a:lnTo>
                  <a:cubicBezTo>
                    <a:pt x="4168" y="2501"/>
                    <a:pt x="3668" y="2786"/>
                    <a:pt x="3239" y="3215"/>
                  </a:cubicBezTo>
                  <a:cubicBezTo>
                    <a:pt x="2834" y="3620"/>
                    <a:pt x="2525" y="4144"/>
                    <a:pt x="2358" y="4668"/>
                  </a:cubicBezTo>
                  <a:lnTo>
                    <a:pt x="810" y="4668"/>
                  </a:lnTo>
                  <a:cubicBezTo>
                    <a:pt x="1215" y="2739"/>
                    <a:pt x="2763" y="1191"/>
                    <a:pt x="4692" y="762"/>
                  </a:cubicBezTo>
                  <a:close/>
                  <a:moveTo>
                    <a:pt x="5359" y="0"/>
                  </a:moveTo>
                  <a:lnTo>
                    <a:pt x="4978" y="48"/>
                  </a:lnTo>
                  <a:cubicBezTo>
                    <a:pt x="2406" y="405"/>
                    <a:pt x="381" y="2405"/>
                    <a:pt x="48" y="4977"/>
                  </a:cubicBezTo>
                  <a:lnTo>
                    <a:pt x="0" y="5358"/>
                  </a:lnTo>
                  <a:lnTo>
                    <a:pt x="2858" y="5358"/>
                  </a:lnTo>
                  <a:lnTo>
                    <a:pt x="2906" y="5096"/>
                  </a:lnTo>
                  <a:cubicBezTo>
                    <a:pt x="3144" y="4025"/>
                    <a:pt x="4025" y="3144"/>
                    <a:pt x="5073" y="2905"/>
                  </a:cubicBezTo>
                  <a:lnTo>
                    <a:pt x="5359" y="2858"/>
                  </a:lnTo>
                  <a:lnTo>
                    <a:pt x="535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sp>
          <p:nvSpPr>
            <p:cNvPr id="5089" name="Google Shape;5089;p56"/>
            <p:cNvSpPr/>
            <p:nvPr/>
          </p:nvSpPr>
          <p:spPr>
            <a:xfrm>
              <a:off x="7205578" y="4309815"/>
              <a:ext cx="157662" cy="159074"/>
            </a:xfrm>
            <a:custGeom>
              <a:rect b="b" l="l" r="r" t="t"/>
              <a:pathLst>
                <a:path extrusionOk="0" h="5407" w="5359">
                  <a:moveTo>
                    <a:pt x="4597" y="691"/>
                  </a:moveTo>
                  <a:cubicBezTo>
                    <a:pt x="4216" y="2620"/>
                    <a:pt x="2668" y="4168"/>
                    <a:pt x="691" y="4597"/>
                  </a:cubicBezTo>
                  <a:lnTo>
                    <a:pt x="691" y="3049"/>
                  </a:lnTo>
                  <a:cubicBezTo>
                    <a:pt x="1834" y="2691"/>
                    <a:pt x="2716" y="1786"/>
                    <a:pt x="3049" y="691"/>
                  </a:cubicBezTo>
                  <a:close/>
                  <a:moveTo>
                    <a:pt x="2501" y="0"/>
                  </a:moveTo>
                  <a:lnTo>
                    <a:pt x="2454" y="286"/>
                  </a:lnTo>
                  <a:cubicBezTo>
                    <a:pt x="2215" y="1358"/>
                    <a:pt x="1334" y="2215"/>
                    <a:pt x="286" y="2477"/>
                  </a:cubicBezTo>
                  <a:lnTo>
                    <a:pt x="1" y="2548"/>
                  </a:lnTo>
                  <a:lnTo>
                    <a:pt x="1" y="5406"/>
                  </a:lnTo>
                  <a:lnTo>
                    <a:pt x="406" y="5335"/>
                  </a:lnTo>
                  <a:cubicBezTo>
                    <a:pt x="2954" y="4978"/>
                    <a:pt x="4978" y="2953"/>
                    <a:pt x="5311" y="405"/>
                  </a:cubicBezTo>
                  <a:lnTo>
                    <a:pt x="535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3F6F7"/>
                </a:solidFill>
              </a:endParaRPr>
            </a:p>
          </p:txBody>
        </p:sp>
      </p:gr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3" name="Shape 5093"/>
        <p:cNvGrpSpPr/>
        <p:nvPr/>
      </p:nvGrpSpPr>
      <p:grpSpPr>
        <a:xfrm>
          <a:off x="0" y="0"/>
          <a:ext cx="0" cy="0"/>
          <a:chOff x="0" y="0"/>
          <a:chExt cx="0" cy="0"/>
        </a:xfrm>
      </p:grpSpPr>
      <p:pic>
        <p:nvPicPr>
          <p:cNvPr id="5094" name="Google Shape;5094;p57">
            <a:hlinkClick r:id="rId3"/>
          </p:cNvPr>
          <p:cNvPicPr preferRelativeResize="0"/>
          <p:nvPr/>
        </p:nvPicPr>
        <p:blipFill rotWithShape="1">
          <a:blip r:embed="rId4">
            <a:alphaModFix/>
          </a:blip>
          <a:srcRect b="0" l="0" r="0" t="0"/>
          <a:stretch/>
        </p:blipFill>
        <p:spPr>
          <a:xfrm>
            <a:off x="3451076" y="2402626"/>
            <a:ext cx="2241848" cy="338248"/>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Data Visual by Slidesgo">
  <a:themeElements>
    <a:clrScheme name="Simple Light">
      <a:dk1>
        <a:srgbClr val="262626"/>
      </a:dk1>
      <a:lt1>
        <a:srgbClr val="E1EAFF"/>
      </a:lt1>
      <a:dk2>
        <a:srgbClr val="4951E4"/>
      </a:dk2>
      <a:lt2>
        <a:srgbClr val="86E9C0"/>
      </a:lt2>
      <a:accent1>
        <a:srgbClr val="86E9C0"/>
      </a:accent1>
      <a:accent2>
        <a:srgbClr val="4951E4"/>
      </a:accent2>
      <a:accent3>
        <a:srgbClr val="929CF4"/>
      </a:accent3>
      <a:accent4>
        <a:srgbClr val="FFFFFF"/>
      </a:accent4>
      <a:accent5>
        <a:srgbClr val="FFFFFF"/>
      </a:accent5>
      <a:accent6>
        <a:srgbClr val="FFFFFF"/>
      </a:accent6>
      <a:hlink>
        <a:srgbClr val="26262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